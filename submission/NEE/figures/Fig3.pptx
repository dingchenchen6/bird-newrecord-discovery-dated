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8496300" cy="73152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24800" y="277200"/>
            <a:ext cx="7646040" cy="116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24800" y="1627200"/>
            <a:ext cx="7646040" cy="4033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"/>
          <p:cNvSpPr/>
          <p:nvPr/>
        </p:nvSpPr>
        <p:spPr>
          <a:xfrm>
            <a:off x="0" y="0"/>
            <a:ext cx="8496360" cy="7315560"/>
          </a:xfrm>
          <a:custGeom>
            <a:avLst/>
            <a:gdLst/>
            <a:ahLst/>
            <a:rect l="0" t="0" r="r" b="b"/>
            <a:pathLst>
              <a:path w="23601" h="20321">
                <a:moveTo>
                  <a:pt x="0" y="0"/>
                </a:moveTo>
                <a:lnTo>
                  <a:pt x="23601" y="0"/>
                </a:lnTo>
                <a:lnTo>
                  <a:pt x="23601" y="20321"/>
                </a:lnTo>
                <a:lnTo>
                  <a:pt x="0" y="20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"/>
          <p:cNvSpPr/>
          <p:nvPr/>
        </p:nvSpPr>
        <p:spPr>
          <a:xfrm>
            <a:off x="0" y="0"/>
            <a:ext cx="8496360" cy="7315560"/>
          </a:xfrm>
          <a:custGeom>
            <a:avLst/>
            <a:gdLst/>
            <a:ahLst/>
            <a:rect l="0" t="0" r="r" b="b"/>
            <a:pathLst>
              <a:path w="23601" h="20321">
                <a:moveTo>
                  <a:pt x="0" y="0"/>
                </a:moveTo>
                <a:lnTo>
                  <a:pt x="23601" y="0"/>
                </a:lnTo>
                <a:lnTo>
                  <a:pt x="23601" y="20321"/>
                </a:lnTo>
                <a:lnTo>
                  <a:pt x="0" y="2032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3320">
            <a:solidFill>
              <a:srgbClr val="FFFFFF"/>
            </a:solidFill>
            <a:round/>
          </a:ln>
        </p:spPr>
        <p:txBody>
          <a:bodyPr lIns="6480" tIns="6480" rIns="6480" bIns="64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69480" y="69480"/>
            <a:ext cx="4934160" cy="3545640"/>
          </a:xfrm>
          <a:custGeom>
            <a:avLst/>
            <a:gdLst/>
            <a:ahLst/>
            <a:rect l="0" t="0" r="r" b="b"/>
            <a:pathLst>
              <a:path w="13706" h="9849">
                <a:moveTo>
                  <a:pt x="0" y="0"/>
                </a:moveTo>
                <a:lnTo>
                  <a:pt x="13706" y="0"/>
                </a:lnTo>
                <a:lnTo>
                  <a:pt x="13706" y="9849"/>
                </a:lnTo>
                <a:lnTo>
                  <a:pt x="0" y="9849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1008360" y="538560"/>
            <a:ext cx="3894120" cy="2436120"/>
          </a:xfrm>
          <a:custGeom>
            <a:avLst/>
            <a:gdLst/>
            <a:ahLst/>
            <a:rect l="0" t="0" r="r" b="b"/>
            <a:pathLst>
              <a:path w="10817" h="6767">
                <a:moveTo>
                  <a:pt x="0" y="0"/>
                </a:moveTo>
                <a:lnTo>
                  <a:pt x="10817" y="0"/>
                </a:lnTo>
                <a:lnTo>
                  <a:pt x="10817" y="6767"/>
                </a:lnTo>
                <a:lnTo>
                  <a:pt x="0" y="676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1008360" y="2835720"/>
            <a:ext cx="3893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/>
          <p:nvPr/>
        </p:nvSpPr>
        <p:spPr>
          <a:xfrm>
            <a:off x="1008360" y="2346840"/>
            <a:ext cx="3893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/>
          <p:nvPr/>
        </p:nvSpPr>
        <p:spPr>
          <a:xfrm>
            <a:off x="1008360" y="1657440"/>
            <a:ext cx="3893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/>
          <p:nvPr/>
        </p:nvSpPr>
        <p:spPr>
          <a:xfrm>
            <a:off x="1008360" y="1168560"/>
            <a:ext cx="3893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/>
          <p:nvPr/>
        </p:nvSpPr>
        <p:spPr>
          <a:xfrm>
            <a:off x="1008360" y="658440"/>
            <a:ext cx="389376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/>
          <p:nvPr/>
        </p:nvSpPr>
        <p:spPr>
          <a:xfrm>
            <a:off x="1008360" y="2346840"/>
            <a:ext cx="3893760" cy="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/>
          <p:nvPr/>
        </p:nvSpPr>
        <p:spPr>
          <a:xfrm>
            <a:off x="1355400" y="1477440"/>
            <a:ext cx="419040" cy="1376640"/>
          </a:xfrm>
          <a:custGeom>
            <a:avLst/>
            <a:gdLst/>
            <a:ahLst/>
            <a:rect l="0" t="0" r="r" b="b"/>
            <a:pathLst>
              <a:path w="1164" h="3824">
                <a:moveTo>
                  <a:pt x="465" y="3824"/>
                </a:moveTo>
                <a:lnTo>
                  <a:pt x="460" y="3810"/>
                </a:lnTo>
                <a:lnTo>
                  <a:pt x="458" y="3802"/>
                </a:lnTo>
                <a:lnTo>
                  <a:pt x="456" y="3795"/>
                </a:lnTo>
                <a:lnTo>
                  <a:pt x="454" y="3787"/>
                </a:lnTo>
                <a:lnTo>
                  <a:pt x="452" y="3780"/>
                </a:lnTo>
                <a:lnTo>
                  <a:pt x="448" y="3765"/>
                </a:lnTo>
                <a:lnTo>
                  <a:pt x="446" y="3757"/>
                </a:lnTo>
                <a:lnTo>
                  <a:pt x="442" y="3742"/>
                </a:lnTo>
                <a:lnTo>
                  <a:pt x="440" y="3735"/>
                </a:lnTo>
                <a:lnTo>
                  <a:pt x="438" y="3727"/>
                </a:lnTo>
                <a:lnTo>
                  <a:pt x="434" y="3712"/>
                </a:lnTo>
                <a:lnTo>
                  <a:pt x="432" y="3705"/>
                </a:lnTo>
                <a:lnTo>
                  <a:pt x="428" y="3690"/>
                </a:lnTo>
                <a:lnTo>
                  <a:pt x="426" y="3682"/>
                </a:lnTo>
                <a:lnTo>
                  <a:pt x="424" y="3675"/>
                </a:lnTo>
                <a:lnTo>
                  <a:pt x="420" y="3660"/>
                </a:lnTo>
                <a:lnTo>
                  <a:pt x="418" y="3652"/>
                </a:lnTo>
                <a:lnTo>
                  <a:pt x="414" y="3638"/>
                </a:lnTo>
                <a:lnTo>
                  <a:pt x="412" y="3630"/>
                </a:lnTo>
                <a:lnTo>
                  <a:pt x="410" y="3622"/>
                </a:lnTo>
                <a:lnTo>
                  <a:pt x="408" y="3615"/>
                </a:lnTo>
                <a:lnTo>
                  <a:pt x="405" y="3607"/>
                </a:lnTo>
                <a:lnTo>
                  <a:pt x="403" y="3600"/>
                </a:lnTo>
                <a:lnTo>
                  <a:pt x="401" y="3593"/>
                </a:lnTo>
                <a:lnTo>
                  <a:pt x="398" y="3585"/>
                </a:lnTo>
                <a:lnTo>
                  <a:pt x="393" y="3570"/>
                </a:lnTo>
                <a:lnTo>
                  <a:pt x="391" y="3563"/>
                </a:lnTo>
                <a:lnTo>
                  <a:pt x="388" y="3555"/>
                </a:lnTo>
                <a:lnTo>
                  <a:pt x="385" y="3548"/>
                </a:lnTo>
                <a:lnTo>
                  <a:pt x="382" y="3540"/>
                </a:lnTo>
                <a:lnTo>
                  <a:pt x="380" y="3533"/>
                </a:lnTo>
                <a:lnTo>
                  <a:pt x="377" y="3525"/>
                </a:lnTo>
                <a:lnTo>
                  <a:pt x="373" y="3518"/>
                </a:lnTo>
                <a:lnTo>
                  <a:pt x="370" y="3510"/>
                </a:lnTo>
                <a:lnTo>
                  <a:pt x="367" y="3503"/>
                </a:lnTo>
                <a:lnTo>
                  <a:pt x="360" y="3488"/>
                </a:lnTo>
                <a:lnTo>
                  <a:pt x="356" y="3480"/>
                </a:lnTo>
                <a:lnTo>
                  <a:pt x="353" y="3473"/>
                </a:lnTo>
                <a:lnTo>
                  <a:pt x="349" y="3465"/>
                </a:lnTo>
                <a:lnTo>
                  <a:pt x="345" y="3458"/>
                </a:lnTo>
                <a:lnTo>
                  <a:pt x="341" y="3450"/>
                </a:lnTo>
                <a:lnTo>
                  <a:pt x="337" y="3443"/>
                </a:lnTo>
                <a:lnTo>
                  <a:pt x="333" y="3435"/>
                </a:lnTo>
                <a:lnTo>
                  <a:pt x="328" y="3428"/>
                </a:lnTo>
                <a:lnTo>
                  <a:pt x="324" y="3420"/>
                </a:lnTo>
                <a:lnTo>
                  <a:pt x="319" y="3413"/>
                </a:lnTo>
                <a:lnTo>
                  <a:pt x="310" y="3398"/>
                </a:lnTo>
                <a:lnTo>
                  <a:pt x="305" y="3391"/>
                </a:lnTo>
                <a:lnTo>
                  <a:pt x="299" y="3383"/>
                </a:lnTo>
                <a:lnTo>
                  <a:pt x="294" y="3376"/>
                </a:lnTo>
                <a:lnTo>
                  <a:pt x="289" y="3368"/>
                </a:lnTo>
                <a:lnTo>
                  <a:pt x="284" y="3361"/>
                </a:lnTo>
                <a:lnTo>
                  <a:pt x="274" y="3346"/>
                </a:lnTo>
                <a:lnTo>
                  <a:pt x="268" y="3338"/>
                </a:lnTo>
                <a:lnTo>
                  <a:pt x="252" y="3316"/>
                </a:lnTo>
                <a:lnTo>
                  <a:pt x="246" y="3308"/>
                </a:lnTo>
                <a:lnTo>
                  <a:pt x="235" y="3293"/>
                </a:lnTo>
                <a:lnTo>
                  <a:pt x="229" y="3286"/>
                </a:lnTo>
                <a:lnTo>
                  <a:pt x="217" y="3271"/>
                </a:lnTo>
                <a:lnTo>
                  <a:pt x="212" y="3263"/>
                </a:lnTo>
                <a:lnTo>
                  <a:pt x="206" y="3256"/>
                </a:lnTo>
                <a:lnTo>
                  <a:pt x="200" y="3248"/>
                </a:lnTo>
                <a:lnTo>
                  <a:pt x="194" y="3241"/>
                </a:lnTo>
                <a:lnTo>
                  <a:pt x="188" y="3233"/>
                </a:lnTo>
                <a:lnTo>
                  <a:pt x="182" y="3226"/>
                </a:lnTo>
                <a:lnTo>
                  <a:pt x="176" y="3218"/>
                </a:lnTo>
                <a:lnTo>
                  <a:pt x="170" y="3211"/>
                </a:lnTo>
                <a:lnTo>
                  <a:pt x="159" y="3196"/>
                </a:lnTo>
                <a:lnTo>
                  <a:pt x="153" y="3188"/>
                </a:lnTo>
                <a:lnTo>
                  <a:pt x="142" y="3173"/>
                </a:lnTo>
                <a:lnTo>
                  <a:pt x="136" y="3166"/>
                </a:lnTo>
                <a:lnTo>
                  <a:pt x="131" y="3159"/>
                </a:lnTo>
                <a:lnTo>
                  <a:pt x="125" y="3151"/>
                </a:lnTo>
                <a:lnTo>
                  <a:pt x="120" y="3144"/>
                </a:lnTo>
                <a:lnTo>
                  <a:pt x="114" y="3136"/>
                </a:lnTo>
                <a:lnTo>
                  <a:pt x="109" y="3129"/>
                </a:lnTo>
                <a:lnTo>
                  <a:pt x="104" y="3121"/>
                </a:lnTo>
                <a:lnTo>
                  <a:pt x="99" y="3114"/>
                </a:lnTo>
                <a:lnTo>
                  <a:pt x="93" y="3106"/>
                </a:lnTo>
                <a:lnTo>
                  <a:pt x="88" y="3099"/>
                </a:lnTo>
                <a:lnTo>
                  <a:pt x="84" y="3091"/>
                </a:lnTo>
                <a:lnTo>
                  <a:pt x="79" y="3084"/>
                </a:lnTo>
                <a:lnTo>
                  <a:pt x="74" y="3076"/>
                </a:lnTo>
                <a:lnTo>
                  <a:pt x="70" y="3069"/>
                </a:lnTo>
                <a:lnTo>
                  <a:pt x="61" y="3054"/>
                </a:lnTo>
                <a:lnTo>
                  <a:pt x="57" y="3046"/>
                </a:lnTo>
                <a:lnTo>
                  <a:pt x="53" y="3039"/>
                </a:lnTo>
                <a:lnTo>
                  <a:pt x="49" y="3031"/>
                </a:lnTo>
                <a:lnTo>
                  <a:pt x="45" y="3024"/>
                </a:lnTo>
                <a:lnTo>
                  <a:pt x="41" y="3016"/>
                </a:lnTo>
                <a:lnTo>
                  <a:pt x="34" y="3001"/>
                </a:lnTo>
                <a:lnTo>
                  <a:pt x="31" y="2994"/>
                </a:lnTo>
                <a:lnTo>
                  <a:pt x="29" y="2987"/>
                </a:lnTo>
                <a:lnTo>
                  <a:pt x="28" y="2986"/>
                </a:lnTo>
                <a:lnTo>
                  <a:pt x="25" y="2979"/>
                </a:lnTo>
                <a:lnTo>
                  <a:pt x="22" y="2971"/>
                </a:lnTo>
                <a:lnTo>
                  <a:pt x="20" y="2964"/>
                </a:lnTo>
                <a:lnTo>
                  <a:pt x="15" y="2949"/>
                </a:lnTo>
                <a:lnTo>
                  <a:pt x="13" y="2941"/>
                </a:lnTo>
                <a:lnTo>
                  <a:pt x="11" y="2934"/>
                </a:lnTo>
                <a:lnTo>
                  <a:pt x="9" y="2927"/>
                </a:lnTo>
                <a:lnTo>
                  <a:pt x="8" y="2919"/>
                </a:lnTo>
                <a:lnTo>
                  <a:pt x="6" y="2912"/>
                </a:lnTo>
                <a:lnTo>
                  <a:pt x="5" y="2904"/>
                </a:lnTo>
                <a:lnTo>
                  <a:pt x="4" y="2897"/>
                </a:lnTo>
                <a:lnTo>
                  <a:pt x="3" y="2889"/>
                </a:lnTo>
                <a:lnTo>
                  <a:pt x="2" y="2882"/>
                </a:lnTo>
                <a:lnTo>
                  <a:pt x="1" y="2874"/>
                </a:lnTo>
                <a:lnTo>
                  <a:pt x="1" y="2867"/>
                </a:lnTo>
                <a:lnTo>
                  <a:pt x="0" y="2859"/>
                </a:lnTo>
                <a:lnTo>
                  <a:pt x="0" y="2852"/>
                </a:lnTo>
                <a:lnTo>
                  <a:pt x="0" y="2844"/>
                </a:lnTo>
                <a:lnTo>
                  <a:pt x="0" y="2837"/>
                </a:lnTo>
                <a:lnTo>
                  <a:pt x="1" y="2829"/>
                </a:lnTo>
                <a:lnTo>
                  <a:pt x="1" y="2822"/>
                </a:lnTo>
                <a:lnTo>
                  <a:pt x="1" y="2814"/>
                </a:lnTo>
                <a:lnTo>
                  <a:pt x="2" y="2807"/>
                </a:lnTo>
                <a:lnTo>
                  <a:pt x="3" y="2799"/>
                </a:lnTo>
                <a:lnTo>
                  <a:pt x="4" y="2792"/>
                </a:lnTo>
                <a:lnTo>
                  <a:pt x="6" y="2777"/>
                </a:lnTo>
                <a:lnTo>
                  <a:pt x="7" y="2769"/>
                </a:lnTo>
                <a:lnTo>
                  <a:pt x="9" y="2762"/>
                </a:lnTo>
                <a:lnTo>
                  <a:pt x="10" y="2754"/>
                </a:lnTo>
                <a:lnTo>
                  <a:pt x="12" y="2747"/>
                </a:lnTo>
                <a:lnTo>
                  <a:pt x="15" y="2732"/>
                </a:lnTo>
                <a:lnTo>
                  <a:pt x="17" y="2724"/>
                </a:lnTo>
                <a:lnTo>
                  <a:pt x="21" y="2710"/>
                </a:lnTo>
                <a:lnTo>
                  <a:pt x="23" y="2702"/>
                </a:lnTo>
                <a:lnTo>
                  <a:pt x="25" y="2694"/>
                </a:lnTo>
                <a:lnTo>
                  <a:pt x="27" y="2687"/>
                </a:lnTo>
                <a:lnTo>
                  <a:pt x="29" y="2680"/>
                </a:lnTo>
                <a:lnTo>
                  <a:pt x="31" y="2672"/>
                </a:lnTo>
                <a:lnTo>
                  <a:pt x="36" y="2657"/>
                </a:lnTo>
                <a:lnTo>
                  <a:pt x="38" y="2650"/>
                </a:lnTo>
                <a:lnTo>
                  <a:pt x="40" y="2642"/>
                </a:lnTo>
                <a:lnTo>
                  <a:pt x="42" y="2635"/>
                </a:lnTo>
                <a:lnTo>
                  <a:pt x="44" y="2627"/>
                </a:lnTo>
                <a:lnTo>
                  <a:pt x="46" y="2620"/>
                </a:lnTo>
                <a:lnTo>
                  <a:pt x="48" y="2612"/>
                </a:lnTo>
                <a:lnTo>
                  <a:pt x="51" y="2605"/>
                </a:lnTo>
                <a:lnTo>
                  <a:pt x="53" y="2597"/>
                </a:lnTo>
                <a:lnTo>
                  <a:pt x="55" y="2590"/>
                </a:lnTo>
                <a:lnTo>
                  <a:pt x="57" y="2582"/>
                </a:lnTo>
                <a:lnTo>
                  <a:pt x="59" y="2575"/>
                </a:lnTo>
                <a:lnTo>
                  <a:pt x="61" y="2567"/>
                </a:lnTo>
                <a:lnTo>
                  <a:pt x="63" y="2560"/>
                </a:lnTo>
                <a:lnTo>
                  <a:pt x="64" y="2552"/>
                </a:lnTo>
                <a:lnTo>
                  <a:pt x="66" y="2545"/>
                </a:lnTo>
                <a:lnTo>
                  <a:pt x="69" y="2530"/>
                </a:lnTo>
                <a:lnTo>
                  <a:pt x="71" y="2522"/>
                </a:lnTo>
                <a:lnTo>
                  <a:pt x="73" y="2515"/>
                </a:lnTo>
                <a:lnTo>
                  <a:pt x="74" y="2507"/>
                </a:lnTo>
                <a:lnTo>
                  <a:pt x="75" y="2500"/>
                </a:lnTo>
                <a:lnTo>
                  <a:pt x="77" y="2492"/>
                </a:lnTo>
                <a:lnTo>
                  <a:pt x="78" y="2485"/>
                </a:lnTo>
                <a:lnTo>
                  <a:pt x="79" y="2477"/>
                </a:lnTo>
                <a:lnTo>
                  <a:pt x="81" y="2463"/>
                </a:lnTo>
                <a:lnTo>
                  <a:pt x="82" y="2455"/>
                </a:lnTo>
                <a:lnTo>
                  <a:pt x="83" y="2448"/>
                </a:lnTo>
                <a:lnTo>
                  <a:pt x="84" y="2440"/>
                </a:lnTo>
                <a:lnTo>
                  <a:pt x="85" y="2433"/>
                </a:lnTo>
                <a:lnTo>
                  <a:pt x="86" y="2425"/>
                </a:lnTo>
                <a:lnTo>
                  <a:pt x="87" y="2418"/>
                </a:lnTo>
                <a:lnTo>
                  <a:pt x="88" y="2410"/>
                </a:lnTo>
                <a:lnTo>
                  <a:pt x="88" y="2403"/>
                </a:lnTo>
                <a:lnTo>
                  <a:pt x="89" y="2395"/>
                </a:lnTo>
                <a:lnTo>
                  <a:pt x="89" y="2388"/>
                </a:lnTo>
                <a:lnTo>
                  <a:pt x="90" y="2380"/>
                </a:lnTo>
                <a:lnTo>
                  <a:pt x="92" y="2358"/>
                </a:lnTo>
                <a:lnTo>
                  <a:pt x="92" y="2350"/>
                </a:lnTo>
                <a:lnTo>
                  <a:pt x="93" y="2335"/>
                </a:lnTo>
                <a:lnTo>
                  <a:pt x="94" y="2328"/>
                </a:lnTo>
                <a:lnTo>
                  <a:pt x="95" y="2313"/>
                </a:lnTo>
                <a:lnTo>
                  <a:pt x="95" y="2305"/>
                </a:lnTo>
                <a:lnTo>
                  <a:pt x="97" y="2283"/>
                </a:lnTo>
                <a:lnTo>
                  <a:pt x="98" y="2275"/>
                </a:lnTo>
                <a:lnTo>
                  <a:pt x="99" y="2261"/>
                </a:lnTo>
                <a:lnTo>
                  <a:pt x="100" y="2253"/>
                </a:lnTo>
                <a:lnTo>
                  <a:pt x="100" y="2246"/>
                </a:lnTo>
                <a:lnTo>
                  <a:pt x="101" y="2238"/>
                </a:lnTo>
                <a:lnTo>
                  <a:pt x="102" y="2231"/>
                </a:lnTo>
                <a:lnTo>
                  <a:pt x="103" y="2223"/>
                </a:lnTo>
                <a:lnTo>
                  <a:pt x="104" y="2216"/>
                </a:lnTo>
                <a:lnTo>
                  <a:pt x="105" y="2208"/>
                </a:lnTo>
                <a:lnTo>
                  <a:pt x="107" y="2201"/>
                </a:lnTo>
                <a:lnTo>
                  <a:pt x="109" y="2186"/>
                </a:lnTo>
                <a:lnTo>
                  <a:pt x="110" y="2178"/>
                </a:lnTo>
                <a:lnTo>
                  <a:pt x="112" y="2171"/>
                </a:lnTo>
                <a:lnTo>
                  <a:pt x="113" y="2163"/>
                </a:lnTo>
                <a:lnTo>
                  <a:pt x="115" y="2156"/>
                </a:lnTo>
                <a:lnTo>
                  <a:pt x="118" y="2141"/>
                </a:lnTo>
                <a:lnTo>
                  <a:pt x="120" y="2133"/>
                </a:lnTo>
                <a:lnTo>
                  <a:pt x="122" y="2126"/>
                </a:lnTo>
                <a:lnTo>
                  <a:pt x="126" y="2111"/>
                </a:lnTo>
                <a:lnTo>
                  <a:pt x="128" y="2103"/>
                </a:lnTo>
                <a:lnTo>
                  <a:pt x="130" y="2096"/>
                </a:lnTo>
                <a:lnTo>
                  <a:pt x="133" y="2088"/>
                </a:lnTo>
                <a:lnTo>
                  <a:pt x="135" y="2081"/>
                </a:lnTo>
                <a:lnTo>
                  <a:pt x="137" y="2074"/>
                </a:lnTo>
                <a:lnTo>
                  <a:pt x="138" y="2073"/>
                </a:lnTo>
                <a:lnTo>
                  <a:pt x="140" y="2066"/>
                </a:lnTo>
                <a:lnTo>
                  <a:pt x="143" y="2058"/>
                </a:lnTo>
                <a:lnTo>
                  <a:pt x="145" y="2051"/>
                </a:lnTo>
                <a:lnTo>
                  <a:pt x="148" y="2044"/>
                </a:lnTo>
                <a:lnTo>
                  <a:pt x="151" y="2036"/>
                </a:lnTo>
                <a:lnTo>
                  <a:pt x="154" y="2028"/>
                </a:lnTo>
                <a:lnTo>
                  <a:pt x="157" y="2021"/>
                </a:lnTo>
                <a:lnTo>
                  <a:pt x="160" y="2014"/>
                </a:lnTo>
                <a:lnTo>
                  <a:pt x="163" y="2006"/>
                </a:lnTo>
                <a:lnTo>
                  <a:pt x="170" y="1991"/>
                </a:lnTo>
                <a:lnTo>
                  <a:pt x="173" y="1984"/>
                </a:lnTo>
                <a:lnTo>
                  <a:pt x="177" y="1976"/>
                </a:lnTo>
                <a:lnTo>
                  <a:pt x="180" y="1969"/>
                </a:lnTo>
                <a:lnTo>
                  <a:pt x="184" y="1961"/>
                </a:lnTo>
                <a:lnTo>
                  <a:pt x="188" y="1954"/>
                </a:lnTo>
                <a:lnTo>
                  <a:pt x="191" y="1946"/>
                </a:lnTo>
                <a:lnTo>
                  <a:pt x="195" y="1939"/>
                </a:lnTo>
                <a:lnTo>
                  <a:pt x="199" y="1931"/>
                </a:lnTo>
                <a:lnTo>
                  <a:pt x="203" y="1924"/>
                </a:lnTo>
                <a:lnTo>
                  <a:pt x="207" y="1916"/>
                </a:lnTo>
                <a:lnTo>
                  <a:pt x="211" y="1909"/>
                </a:lnTo>
                <a:lnTo>
                  <a:pt x="215" y="1901"/>
                </a:lnTo>
                <a:lnTo>
                  <a:pt x="219" y="1894"/>
                </a:lnTo>
                <a:lnTo>
                  <a:pt x="223" y="1886"/>
                </a:lnTo>
                <a:lnTo>
                  <a:pt x="232" y="1871"/>
                </a:lnTo>
                <a:lnTo>
                  <a:pt x="236" y="1864"/>
                </a:lnTo>
                <a:lnTo>
                  <a:pt x="240" y="1856"/>
                </a:lnTo>
                <a:lnTo>
                  <a:pt x="245" y="1849"/>
                </a:lnTo>
                <a:lnTo>
                  <a:pt x="249" y="1842"/>
                </a:lnTo>
                <a:lnTo>
                  <a:pt x="253" y="1834"/>
                </a:lnTo>
                <a:lnTo>
                  <a:pt x="258" y="1826"/>
                </a:lnTo>
                <a:lnTo>
                  <a:pt x="262" y="1819"/>
                </a:lnTo>
                <a:lnTo>
                  <a:pt x="267" y="1811"/>
                </a:lnTo>
                <a:lnTo>
                  <a:pt x="271" y="1804"/>
                </a:lnTo>
                <a:lnTo>
                  <a:pt x="276" y="1797"/>
                </a:lnTo>
                <a:lnTo>
                  <a:pt x="280" y="1789"/>
                </a:lnTo>
                <a:lnTo>
                  <a:pt x="294" y="1767"/>
                </a:lnTo>
                <a:lnTo>
                  <a:pt x="298" y="1759"/>
                </a:lnTo>
                <a:lnTo>
                  <a:pt x="309" y="1744"/>
                </a:lnTo>
                <a:lnTo>
                  <a:pt x="313" y="1737"/>
                </a:lnTo>
                <a:lnTo>
                  <a:pt x="318" y="1729"/>
                </a:lnTo>
                <a:lnTo>
                  <a:pt x="322" y="1722"/>
                </a:lnTo>
                <a:lnTo>
                  <a:pt x="327" y="1714"/>
                </a:lnTo>
                <a:lnTo>
                  <a:pt x="331" y="1707"/>
                </a:lnTo>
                <a:lnTo>
                  <a:pt x="336" y="1699"/>
                </a:lnTo>
                <a:lnTo>
                  <a:pt x="340" y="1692"/>
                </a:lnTo>
                <a:lnTo>
                  <a:pt x="344" y="1684"/>
                </a:lnTo>
                <a:lnTo>
                  <a:pt x="349" y="1677"/>
                </a:lnTo>
                <a:lnTo>
                  <a:pt x="353" y="1669"/>
                </a:lnTo>
                <a:lnTo>
                  <a:pt x="357" y="1662"/>
                </a:lnTo>
                <a:lnTo>
                  <a:pt x="362" y="1654"/>
                </a:lnTo>
                <a:lnTo>
                  <a:pt x="366" y="1647"/>
                </a:lnTo>
                <a:lnTo>
                  <a:pt x="370" y="1639"/>
                </a:lnTo>
                <a:lnTo>
                  <a:pt x="378" y="1623"/>
                </a:lnTo>
                <a:lnTo>
                  <a:pt x="382" y="1616"/>
                </a:lnTo>
                <a:lnTo>
                  <a:pt x="386" y="1608"/>
                </a:lnTo>
                <a:lnTo>
                  <a:pt x="394" y="1594"/>
                </a:lnTo>
                <a:lnTo>
                  <a:pt x="398" y="1586"/>
                </a:lnTo>
                <a:lnTo>
                  <a:pt x="401" y="1579"/>
                </a:lnTo>
                <a:lnTo>
                  <a:pt x="405" y="1571"/>
                </a:lnTo>
                <a:lnTo>
                  <a:pt x="409" y="1564"/>
                </a:lnTo>
                <a:lnTo>
                  <a:pt x="412" y="1556"/>
                </a:lnTo>
                <a:lnTo>
                  <a:pt x="416" y="1549"/>
                </a:lnTo>
                <a:lnTo>
                  <a:pt x="419" y="1541"/>
                </a:lnTo>
                <a:lnTo>
                  <a:pt x="426" y="1526"/>
                </a:lnTo>
                <a:lnTo>
                  <a:pt x="429" y="1519"/>
                </a:lnTo>
                <a:lnTo>
                  <a:pt x="432" y="1511"/>
                </a:lnTo>
                <a:lnTo>
                  <a:pt x="438" y="1496"/>
                </a:lnTo>
                <a:lnTo>
                  <a:pt x="441" y="1489"/>
                </a:lnTo>
                <a:lnTo>
                  <a:pt x="447" y="1474"/>
                </a:lnTo>
                <a:lnTo>
                  <a:pt x="449" y="1466"/>
                </a:lnTo>
                <a:lnTo>
                  <a:pt x="452" y="1459"/>
                </a:lnTo>
                <a:lnTo>
                  <a:pt x="454" y="1451"/>
                </a:lnTo>
                <a:lnTo>
                  <a:pt x="457" y="1444"/>
                </a:lnTo>
                <a:lnTo>
                  <a:pt x="462" y="1429"/>
                </a:lnTo>
                <a:lnTo>
                  <a:pt x="464" y="1421"/>
                </a:lnTo>
                <a:lnTo>
                  <a:pt x="466" y="1414"/>
                </a:lnTo>
                <a:lnTo>
                  <a:pt x="470" y="1399"/>
                </a:lnTo>
                <a:lnTo>
                  <a:pt x="472" y="1391"/>
                </a:lnTo>
                <a:lnTo>
                  <a:pt x="474" y="1384"/>
                </a:lnTo>
                <a:lnTo>
                  <a:pt x="476" y="1377"/>
                </a:lnTo>
                <a:lnTo>
                  <a:pt x="478" y="1369"/>
                </a:lnTo>
                <a:lnTo>
                  <a:pt x="481" y="1354"/>
                </a:lnTo>
                <a:lnTo>
                  <a:pt x="482" y="1346"/>
                </a:lnTo>
                <a:lnTo>
                  <a:pt x="484" y="1339"/>
                </a:lnTo>
                <a:lnTo>
                  <a:pt x="487" y="1324"/>
                </a:lnTo>
                <a:lnTo>
                  <a:pt x="488" y="1317"/>
                </a:lnTo>
                <a:lnTo>
                  <a:pt x="490" y="1302"/>
                </a:lnTo>
                <a:lnTo>
                  <a:pt x="492" y="1294"/>
                </a:lnTo>
                <a:lnTo>
                  <a:pt x="494" y="1279"/>
                </a:lnTo>
                <a:lnTo>
                  <a:pt x="495" y="1272"/>
                </a:lnTo>
                <a:lnTo>
                  <a:pt x="498" y="1249"/>
                </a:lnTo>
                <a:lnTo>
                  <a:pt x="498" y="1242"/>
                </a:lnTo>
                <a:lnTo>
                  <a:pt x="499" y="1234"/>
                </a:lnTo>
                <a:lnTo>
                  <a:pt x="500" y="1227"/>
                </a:lnTo>
                <a:lnTo>
                  <a:pt x="501" y="1219"/>
                </a:lnTo>
                <a:lnTo>
                  <a:pt x="502" y="1204"/>
                </a:lnTo>
                <a:lnTo>
                  <a:pt x="503" y="1197"/>
                </a:lnTo>
                <a:lnTo>
                  <a:pt x="503" y="1189"/>
                </a:lnTo>
                <a:lnTo>
                  <a:pt x="504" y="1182"/>
                </a:lnTo>
                <a:lnTo>
                  <a:pt x="505" y="1174"/>
                </a:lnTo>
                <a:lnTo>
                  <a:pt x="506" y="1152"/>
                </a:lnTo>
                <a:lnTo>
                  <a:pt x="507" y="1144"/>
                </a:lnTo>
                <a:lnTo>
                  <a:pt x="507" y="1137"/>
                </a:lnTo>
                <a:lnTo>
                  <a:pt x="508" y="1130"/>
                </a:lnTo>
                <a:lnTo>
                  <a:pt x="508" y="1122"/>
                </a:lnTo>
                <a:lnTo>
                  <a:pt x="509" y="1115"/>
                </a:lnTo>
                <a:lnTo>
                  <a:pt x="509" y="1107"/>
                </a:lnTo>
                <a:lnTo>
                  <a:pt x="510" y="1100"/>
                </a:lnTo>
                <a:lnTo>
                  <a:pt x="510" y="1092"/>
                </a:lnTo>
                <a:lnTo>
                  <a:pt x="511" y="1085"/>
                </a:lnTo>
                <a:lnTo>
                  <a:pt x="511" y="1077"/>
                </a:lnTo>
                <a:lnTo>
                  <a:pt x="512" y="1070"/>
                </a:lnTo>
                <a:lnTo>
                  <a:pt x="512" y="1062"/>
                </a:lnTo>
                <a:lnTo>
                  <a:pt x="513" y="1055"/>
                </a:lnTo>
                <a:lnTo>
                  <a:pt x="513" y="1047"/>
                </a:lnTo>
                <a:lnTo>
                  <a:pt x="514" y="1032"/>
                </a:lnTo>
                <a:lnTo>
                  <a:pt x="515" y="1025"/>
                </a:lnTo>
                <a:lnTo>
                  <a:pt x="516" y="1010"/>
                </a:lnTo>
                <a:lnTo>
                  <a:pt x="517" y="1002"/>
                </a:lnTo>
                <a:lnTo>
                  <a:pt x="517" y="995"/>
                </a:lnTo>
                <a:lnTo>
                  <a:pt x="518" y="980"/>
                </a:lnTo>
                <a:lnTo>
                  <a:pt x="519" y="972"/>
                </a:lnTo>
                <a:lnTo>
                  <a:pt x="520" y="965"/>
                </a:lnTo>
                <a:lnTo>
                  <a:pt x="520" y="957"/>
                </a:lnTo>
                <a:lnTo>
                  <a:pt x="521" y="950"/>
                </a:lnTo>
                <a:lnTo>
                  <a:pt x="522" y="935"/>
                </a:lnTo>
                <a:lnTo>
                  <a:pt x="523" y="927"/>
                </a:lnTo>
                <a:lnTo>
                  <a:pt x="524" y="913"/>
                </a:lnTo>
                <a:lnTo>
                  <a:pt x="525" y="905"/>
                </a:lnTo>
                <a:lnTo>
                  <a:pt x="526" y="898"/>
                </a:lnTo>
                <a:lnTo>
                  <a:pt x="526" y="890"/>
                </a:lnTo>
                <a:lnTo>
                  <a:pt x="527" y="883"/>
                </a:lnTo>
                <a:lnTo>
                  <a:pt x="528" y="875"/>
                </a:lnTo>
                <a:lnTo>
                  <a:pt x="530" y="860"/>
                </a:lnTo>
                <a:lnTo>
                  <a:pt x="530" y="853"/>
                </a:lnTo>
                <a:lnTo>
                  <a:pt x="532" y="838"/>
                </a:lnTo>
                <a:lnTo>
                  <a:pt x="533" y="830"/>
                </a:lnTo>
                <a:lnTo>
                  <a:pt x="533" y="823"/>
                </a:lnTo>
                <a:lnTo>
                  <a:pt x="535" y="808"/>
                </a:lnTo>
                <a:lnTo>
                  <a:pt x="536" y="800"/>
                </a:lnTo>
                <a:lnTo>
                  <a:pt x="538" y="785"/>
                </a:lnTo>
                <a:lnTo>
                  <a:pt x="538" y="778"/>
                </a:lnTo>
                <a:lnTo>
                  <a:pt x="539" y="770"/>
                </a:lnTo>
                <a:lnTo>
                  <a:pt x="540" y="763"/>
                </a:lnTo>
                <a:lnTo>
                  <a:pt x="541" y="755"/>
                </a:lnTo>
                <a:lnTo>
                  <a:pt x="542" y="748"/>
                </a:lnTo>
                <a:lnTo>
                  <a:pt x="542" y="740"/>
                </a:lnTo>
                <a:lnTo>
                  <a:pt x="543" y="733"/>
                </a:lnTo>
                <a:lnTo>
                  <a:pt x="544" y="725"/>
                </a:lnTo>
                <a:lnTo>
                  <a:pt x="545" y="718"/>
                </a:lnTo>
                <a:lnTo>
                  <a:pt x="545" y="710"/>
                </a:lnTo>
                <a:lnTo>
                  <a:pt x="546" y="703"/>
                </a:lnTo>
                <a:lnTo>
                  <a:pt x="547" y="695"/>
                </a:lnTo>
                <a:lnTo>
                  <a:pt x="548" y="688"/>
                </a:lnTo>
                <a:lnTo>
                  <a:pt x="548" y="680"/>
                </a:lnTo>
                <a:lnTo>
                  <a:pt x="549" y="673"/>
                </a:lnTo>
                <a:lnTo>
                  <a:pt x="549" y="666"/>
                </a:lnTo>
                <a:lnTo>
                  <a:pt x="550" y="658"/>
                </a:lnTo>
                <a:lnTo>
                  <a:pt x="551" y="651"/>
                </a:lnTo>
                <a:lnTo>
                  <a:pt x="552" y="636"/>
                </a:lnTo>
                <a:lnTo>
                  <a:pt x="552" y="628"/>
                </a:lnTo>
                <a:lnTo>
                  <a:pt x="553" y="621"/>
                </a:lnTo>
                <a:lnTo>
                  <a:pt x="553" y="613"/>
                </a:lnTo>
                <a:lnTo>
                  <a:pt x="554" y="606"/>
                </a:lnTo>
                <a:lnTo>
                  <a:pt x="554" y="598"/>
                </a:lnTo>
                <a:lnTo>
                  <a:pt x="555" y="591"/>
                </a:lnTo>
                <a:lnTo>
                  <a:pt x="555" y="583"/>
                </a:lnTo>
                <a:lnTo>
                  <a:pt x="555" y="576"/>
                </a:lnTo>
                <a:lnTo>
                  <a:pt x="556" y="568"/>
                </a:lnTo>
                <a:lnTo>
                  <a:pt x="556" y="561"/>
                </a:lnTo>
                <a:lnTo>
                  <a:pt x="556" y="553"/>
                </a:lnTo>
                <a:lnTo>
                  <a:pt x="556" y="546"/>
                </a:lnTo>
                <a:lnTo>
                  <a:pt x="557" y="538"/>
                </a:lnTo>
                <a:lnTo>
                  <a:pt x="557" y="531"/>
                </a:lnTo>
                <a:lnTo>
                  <a:pt x="557" y="523"/>
                </a:lnTo>
                <a:lnTo>
                  <a:pt x="557" y="516"/>
                </a:lnTo>
                <a:lnTo>
                  <a:pt x="557" y="508"/>
                </a:lnTo>
                <a:lnTo>
                  <a:pt x="557" y="501"/>
                </a:lnTo>
                <a:lnTo>
                  <a:pt x="558" y="493"/>
                </a:lnTo>
                <a:lnTo>
                  <a:pt x="558" y="464"/>
                </a:lnTo>
                <a:lnTo>
                  <a:pt x="557" y="456"/>
                </a:lnTo>
                <a:lnTo>
                  <a:pt x="557" y="449"/>
                </a:lnTo>
                <a:lnTo>
                  <a:pt x="557" y="441"/>
                </a:lnTo>
                <a:lnTo>
                  <a:pt x="557" y="434"/>
                </a:lnTo>
                <a:lnTo>
                  <a:pt x="557" y="419"/>
                </a:lnTo>
                <a:lnTo>
                  <a:pt x="557" y="411"/>
                </a:lnTo>
                <a:lnTo>
                  <a:pt x="556" y="404"/>
                </a:lnTo>
                <a:lnTo>
                  <a:pt x="556" y="396"/>
                </a:lnTo>
                <a:lnTo>
                  <a:pt x="556" y="389"/>
                </a:lnTo>
                <a:lnTo>
                  <a:pt x="556" y="381"/>
                </a:lnTo>
                <a:lnTo>
                  <a:pt x="556" y="374"/>
                </a:lnTo>
                <a:lnTo>
                  <a:pt x="555" y="366"/>
                </a:lnTo>
                <a:lnTo>
                  <a:pt x="555" y="359"/>
                </a:lnTo>
                <a:lnTo>
                  <a:pt x="555" y="344"/>
                </a:lnTo>
                <a:lnTo>
                  <a:pt x="554" y="336"/>
                </a:lnTo>
                <a:lnTo>
                  <a:pt x="554" y="321"/>
                </a:lnTo>
                <a:lnTo>
                  <a:pt x="553" y="314"/>
                </a:lnTo>
                <a:lnTo>
                  <a:pt x="552" y="291"/>
                </a:lnTo>
                <a:lnTo>
                  <a:pt x="552" y="284"/>
                </a:lnTo>
                <a:lnTo>
                  <a:pt x="552" y="276"/>
                </a:lnTo>
                <a:lnTo>
                  <a:pt x="552" y="269"/>
                </a:lnTo>
                <a:lnTo>
                  <a:pt x="551" y="261"/>
                </a:lnTo>
                <a:lnTo>
                  <a:pt x="551" y="247"/>
                </a:lnTo>
                <a:lnTo>
                  <a:pt x="551" y="239"/>
                </a:lnTo>
                <a:lnTo>
                  <a:pt x="550" y="231"/>
                </a:lnTo>
                <a:lnTo>
                  <a:pt x="550" y="224"/>
                </a:lnTo>
                <a:lnTo>
                  <a:pt x="550" y="217"/>
                </a:lnTo>
                <a:lnTo>
                  <a:pt x="550" y="209"/>
                </a:lnTo>
                <a:lnTo>
                  <a:pt x="549" y="194"/>
                </a:lnTo>
                <a:lnTo>
                  <a:pt x="549" y="187"/>
                </a:lnTo>
                <a:lnTo>
                  <a:pt x="549" y="172"/>
                </a:lnTo>
                <a:lnTo>
                  <a:pt x="549" y="164"/>
                </a:lnTo>
                <a:lnTo>
                  <a:pt x="549" y="157"/>
                </a:lnTo>
                <a:lnTo>
                  <a:pt x="549" y="127"/>
                </a:lnTo>
                <a:lnTo>
                  <a:pt x="549" y="119"/>
                </a:lnTo>
                <a:lnTo>
                  <a:pt x="549" y="112"/>
                </a:lnTo>
                <a:lnTo>
                  <a:pt x="549" y="97"/>
                </a:lnTo>
                <a:lnTo>
                  <a:pt x="549" y="89"/>
                </a:lnTo>
                <a:lnTo>
                  <a:pt x="550" y="82"/>
                </a:lnTo>
                <a:lnTo>
                  <a:pt x="550" y="74"/>
                </a:lnTo>
                <a:lnTo>
                  <a:pt x="550" y="67"/>
                </a:lnTo>
                <a:lnTo>
                  <a:pt x="551" y="44"/>
                </a:lnTo>
                <a:lnTo>
                  <a:pt x="551" y="37"/>
                </a:lnTo>
                <a:lnTo>
                  <a:pt x="552" y="29"/>
                </a:lnTo>
                <a:lnTo>
                  <a:pt x="552" y="22"/>
                </a:lnTo>
                <a:lnTo>
                  <a:pt x="552" y="14"/>
                </a:lnTo>
                <a:lnTo>
                  <a:pt x="553" y="7"/>
                </a:lnTo>
                <a:lnTo>
                  <a:pt x="553" y="0"/>
                </a:lnTo>
                <a:lnTo>
                  <a:pt x="612" y="0"/>
                </a:lnTo>
                <a:lnTo>
                  <a:pt x="612" y="7"/>
                </a:lnTo>
                <a:lnTo>
                  <a:pt x="613" y="14"/>
                </a:lnTo>
                <a:lnTo>
                  <a:pt x="613" y="22"/>
                </a:lnTo>
                <a:lnTo>
                  <a:pt x="614" y="29"/>
                </a:lnTo>
                <a:lnTo>
                  <a:pt x="614" y="37"/>
                </a:lnTo>
                <a:lnTo>
                  <a:pt x="614" y="44"/>
                </a:lnTo>
                <a:lnTo>
                  <a:pt x="615" y="67"/>
                </a:lnTo>
                <a:lnTo>
                  <a:pt x="615" y="74"/>
                </a:lnTo>
                <a:lnTo>
                  <a:pt x="615" y="82"/>
                </a:lnTo>
                <a:lnTo>
                  <a:pt x="615" y="89"/>
                </a:lnTo>
                <a:lnTo>
                  <a:pt x="616" y="97"/>
                </a:lnTo>
                <a:lnTo>
                  <a:pt x="616" y="112"/>
                </a:lnTo>
                <a:lnTo>
                  <a:pt x="616" y="119"/>
                </a:lnTo>
                <a:lnTo>
                  <a:pt x="616" y="127"/>
                </a:lnTo>
                <a:lnTo>
                  <a:pt x="616" y="157"/>
                </a:lnTo>
                <a:lnTo>
                  <a:pt x="616" y="164"/>
                </a:lnTo>
                <a:lnTo>
                  <a:pt x="616" y="172"/>
                </a:lnTo>
                <a:lnTo>
                  <a:pt x="616" y="187"/>
                </a:lnTo>
                <a:lnTo>
                  <a:pt x="615" y="194"/>
                </a:lnTo>
                <a:lnTo>
                  <a:pt x="615" y="209"/>
                </a:lnTo>
                <a:lnTo>
                  <a:pt x="615" y="217"/>
                </a:lnTo>
                <a:lnTo>
                  <a:pt x="615" y="224"/>
                </a:lnTo>
                <a:lnTo>
                  <a:pt x="615" y="231"/>
                </a:lnTo>
                <a:lnTo>
                  <a:pt x="614" y="239"/>
                </a:lnTo>
                <a:lnTo>
                  <a:pt x="614" y="247"/>
                </a:lnTo>
                <a:lnTo>
                  <a:pt x="614" y="254"/>
                </a:lnTo>
                <a:lnTo>
                  <a:pt x="614" y="261"/>
                </a:lnTo>
                <a:lnTo>
                  <a:pt x="613" y="269"/>
                </a:lnTo>
                <a:lnTo>
                  <a:pt x="613" y="284"/>
                </a:lnTo>
                <a:lnTo>
                  <a:pt x="613" y="291"/>
                </a:lnTo>
                <a:lnTo>
                  <a:pt x="612" y="299"/>
                </a:lnTo>
                <a:lnTo>
                  <a:pt x="612" y="314"/>
                </a:lnTo>
                <a:lnTo>
                  <a:pt x="611" y="321"/>
                </a:lnTo>
                <a:lnTo>
                  <a:pt x="611" y="336"/>
                </a:lnTo>
                <a:lnTo>
                  <a:pt x="611" y="344"/>
                </a:lnTo>
                <a:lnTo>
                  <a:pt x="610" y="359"/>
                </a:lnTo>
                <a:lnTo>
                  <a:pt x="610" y="366"/>
                </a:lnTo>
                <a:lnTo>
                  <a:pt x="609" y="381"/>
                </a:lnTo>
                <a:lnTo>
                  <a:pt x="609" y="389"/>
                </a:lnTo>
                <a:lnTo>
                  <a:pt x="609" y="396"/>
                </a:lnTo>
                <a:lnTo>
                  <a:pt x="608" y="404"/>
                </a:lnTo>
                <a:lnTo>
                  <a:pt x="608" y="411"/>
                </a:lnTo>
                <a:lnTo>
                  <a:pt x="608" y="419"/>
                </a:lnTo>
                <a:lnTo>
                  <a:pt x="608" y="434"/>
                </a:lnTo>
                <a:lnTo>
                  <a:pt x="608" y="441"/>
                </a:lnTo>
                <a:lnTo>
                  <a:pt x="608" y="449"/>
                </a:lnTo>
                <a:lnTo>
                  <a:pt x="607" y="456"/>
                </a:lnTo>
                <a:lnTo>
                  <a:pt x="607" y="464"/>
                </a:lnTo>
                <a:lnTo>
                  <a:pt x="607" y="471"/>
                </a:lnTo>
                <a:lnTo>
                  <a:pt x="607" y="486"/>
                </a:lnTo>
                <a:lnTo>
                  <a:pt x="607" y="493"/>
                </a:lnTo>
                <a:lnTo>
                  <a:pt x="607" y="501"/>
                </a:lnTo>
                <a:lnTo>
                  <a:pt x="608" y="508"/>
                </a:lnTo>
                <a:lnTo>
                  <a:pt x="608" y="516"/>
                </a:lnTo>
                <a:lnTo>
                  <a:pt x="608" y="531"/>
                </a:lnTo>
                <a:lnTo>
                  <a:pt x="608" y="538"/>
                </a:lnTo>
                <a:lnTo>
                  <a:pt x="609" y="553"/>
                </a:lnTo>
                <a:lnTo>
                  <a:pt x="609" y="561"/>
                </a:lnTo>
                <a:lnTo>
                  <a:pt x="610" y="576"/>
                </a:lnTo>
                <a:lnTo>
                  <a:pt x="610" y="583"/>
                </a:lnTo>
                <a:lnTo>
                  <a:pt x="610" y="591"/>
                </a:lnTo>
                <a:lnTo>
                  <a:pt x="611" y="606"/>
                </a:lnTo>
                <a:lnTo>
                  <a:pt x="612" y="613"/>
                </a:lnTo>
                <a:lnTo>
                  <a:pt x="612" y="621"/>
                </a:lnTo>
                <a:lnTo>
                  <a:pt x="613" y="628"/>
                </a:lnTo>
                <a:lnTo>
                  <a:pt x="613" y="636"/>
                </a:lnTo>
                <a:lnTo>
                  <a:pt x="614" y="651"/>
                </a:lnTo>
                <a:lnTo>
                  <a:pt x="615" y="658"/>
                </a:lnTo>
                <a:lnTo>
                  <a:pt x="615" y="666"/>
                </a:lnTo>
                <a:lnTo>
                  <a:pt x="617" y="680"/>
                </a:lnTo>
                <a:lnTo>
                  <a:pt x="618" y="688"/>
                </a:lnTo>
                <a:lnTo>
                  <a:pt x="619" y="703"/>
                </a:lnTo>
                <a:lnTo>
                  <a:pt x="620" y="710"/>
                </a:lnTo>
                <a:lnTo>
                  <a:pt x="620" y="718"/>
                </a:lnTo>
                <a:lnTo>
                  <a:pt x="621" y="725"/>
                </a:lnTo>
                <a:lnTo>
                  <a:pt x="622" y="733"/>
                </a:lnTo>
                <a:lnTo>
                  <a:pt x="623" y="748"/>
                </a:lnTo>
                <a:lnTo>
                  <a:pt x="624" y="755"/>
                </a:lnTo>
                <a:lnTo>
                  <a:pt x="625" y="763"/>
                </a:lnTo>
                <a:lnTo>
                  <a:pt x="627" y="778"/>
                </a:lnTo>
                <a:lnTo>
                  <a:pt x="627" y="785"/>
                </a:lnTo>
                <a:lnTo>
                  <a:pt x="629" y="800"/>
                </a:lnTo>
                <a:lnTo>
                  <a:pt x="630" y="808"/>
                </a:lnTo>
                <a:lnTo>
                  <a:pt x="632" y="830"/>
                </a:lnTo>
                <a:lnTo>
                  <a:pt x="633" y="838"/>
                </a:lnTo>
                <a:lnTo>
                  <a:pt x="635" y="853"/>
                </a:lnTo>
                <a:lnTo>
                  <a:pt x="635" y="860"/>
                </a:lnTo>
                <a:lnTo>
                  <a:pt x="636" y="868"/>
                </a:lnTo>
                <a:lnTo>
                  <a:pt x="637" y="875"/>
                </a:lnTo>
                <a:lnTo>
                  <a:pt x="638" y="883"/>
                </a:lnTo>
                <a:lnTo>
                  <a:pt x="638" y="890"/>
                </a:lnTo>
                <a:lnTo>
                  <a:pt x="639" y="898"/>
                </a:lnTo>
                <a:lnTo>
                  <a:pt x="640" y="905"/>
                </a:lnTo>
                <a:lnTo>
                  <a:pt x="642" y="927"/>
                </a:lnTo>
                <a:lnTo>
                  <a:pt x="643" y="935"/>
                </a:lnTo>
                <a:lnTo>
                  <a:pt x="644" y="950"/>
                </a:lnTo>
                <a:lnTo>
                  <a:pt x="645" y="957"/>
                </a:lnTo>
                <a:lnTo>
                  <a:pt x="646" y="972"/>
                </a:lnTo>
                <a:lnTo>
                  <a:pt x="647" y="980"/>
                </a:lnTo>
                <a:lnTo>
                  <a:pt x="647" y="987"/>
                </a:lnTo>
                <a:lnTo>
                  <a:pt x="648" y="995"/>
                </a:lnTo>
                <a:lnTo>
                  <a:pt x="648" y="1002"/>
                </a:lnTo>
                <a:lnTo>
                  <a:pt x="649" y="1010"/>
                </a:lnTo>
                <a:lnTo>
                  <a:pt x="650" y="1025"/>
                </a:lnTo>
                <a:lnTo>
                  <a:pt x="651" y="1032"/>
                </a:lnTo>
                <a:lnTo>
                  <a:pt x="651" y="1040"/>
                </a:lnTo>
                <a:lnTo>
                  <a:pt x="652" y="1047"/>
                </a:lnTo>
                <a:lnTo>
                  <a:pt x="652" y="1055"/>
                </a:lnTo>
                <a:lnTo>
                  <a:pt x="653" y="1062"/>
                </a:lnTo>
                <a:lnTo>
                  <a:pt x="653" y="1070"/>
                </a:lnTo>
                <a:lnTo>
                  <a:pt x="654" y="1077"/>
                </a:lnTo>
                <a:lnTo>
                  <a:pt x="654" y="1085"/>
                </a:lnTo>
                <a:lnTo>
                  <a:pt x="655" y="1092"/>
                </a:lnTo>
                <a:lnTo>
                  <a:pt x="655" y="1100"/>
                </a:lnTo>
                <a:lnTo>
                  <a:pt x="656" y="1107"/>
                </a:lnTo>
                <a:lnTo>
                  <a:pt x="656" y="1115"/>
                </a:lnTo>
                <a:lnTo>
                  <a:pt x="657" y="1122"/>
                </a:lnTo>
                <a:lnTo>
                  <a:pt x="657" y="1130"/>
                </a:lnTo>
                <a:lnTo>
                  <a:pt x="658" y="1137"/>
                </a:lnTo>
                <a:lnTo>
                  <a:pt x="658" y="1144"/>
                </a:lnTo>
                <a:lnTo>
                  <a:pt x="659" y="1152"/>
                </a:lnTo>
                <a:lnTo>
                  <a:pt x="660" y="1174"/>
                </a:lnTo>
                <a:lnTo>
                  <a:pt x="661" y="1182"/>
                </a:lnTo>
                <a:lnTo>
                  <a:pt x="661" y="1189"/>
                </a:lnTo>
                <a:lnTo>
                  <a:pt x="662" y="1197"/>
                </a:lnTo>
                <a:lnTo>
                  <a:pt x="663" y="1204"/>
                </a:lnTo>
                <a:lnTo>
                  <a:pt x="663" y="1212"/>
                </a:lnTo>
                <a:lnTo>
                  <a:pt x="664" y="1219"/>
                </a:lnTo>
                <a:lnTo>
                  <a:pt x="665" y="1227"/>
                </a:lnTo>
                <a:lnTo>
                  <a:pt x="666" y="1234"/>
                </a:lnTo>
                <a:lnTo>
                  <a:pt x="666" y="1242"/>
                </a:lnTo>
                <a:lnTo>
                  <a:pt x="667" y="1249"/>
                </a:lnTo>
                <a:lnTo>
                  <a:pt x="668" y="1257"/>
                </a:lnTo>
                <a:lnTo>
                  <a:pt x="670" y="1272"/>
                </a:lnTo>
                <a:lnTo>
                  <a:pt x="671" y="1279"/>
                </a:lnTo>
                <a:lnTo>
                  <a:pt x="673" y="1294"/>
                </a:lnTo>
                <a:lnTo>
                  <a:pt x="674" y="1302"/>
                </a:lnTo>
                <a:lnTo>
                  <a:pt x="677" y="1317"/>
                </a:lnTo>
                <a:lnTo>
                  <a:pt x="678" y="1324"/>
                </a:lnTo>
                <a:lnTo>
                  <a:pt x="681" y="1339"/>
                </a:lnTo>
                <a:lnTo>
                  <a:pt x="683" y="1346"/>
                </a:lnTo>
                <a:lnTo>
                  <a:pt x="684" y="1354"/>
                </a:lnTo>
                <a:lnTo>
                  <a:pt x="687" y="1369"/>
                </a:lnTo>
                <a:lnTo>
                  <a:pt x="689" y="1377"/>
                </a:lnTo>
                <a:lnTo>
                  <a:pt x="691" y="1384"/>
                </a:lnTo>
                <a:lnTo>
                  <a:pt x="693" y="1391"/>
                </a:lnTo>
                <a:lnTo>
                  <a:pt x="695" y="1399"/>
                </a:lnTo>
                <a:lnTo>
                  <a:pt x="699" y="1414"/>
                </a:lnTo>
                <a:lnTo>
                  <a:pt x="701" y="1421"/>
                </a:lnTo>
                <a:lnTo>
                  <a:pt x="703" y="1429"/>
                </a:lnTo>
                <a:lnTo>
                  <a:pt x="708" y="1444"/>
                </a:lnTo>
                <a:lnTo>
                  <a:pt x="711" y="1451"/>
                </a:lnTo>
                <a:lnTo>
                  <a:pt x="716" y="1466"/>
                </a:lnTo>
                <a:lnTo>
                  <a:pt x="718" y="1474"/>
                </a:lnTo>
                <a:lnTo>
                  <a:pt x="721" y="1481"/>
                </a:lnTo>
                <a:lnTo>
                  <a:pt x="724" y="1489"/>
                </a:lnTo>
                <a:lnTo>
                  <a:pt x="727" y="1496"/>
                </a:lnTo>
                <a:lnTo>
                  <a:pt x="730" y="1504"/>
                </a:lnTo>
                <a:lnTo>
                  <a:pt x="733" y="1511"/>
                </a:lnTo>
                <a:lnTo>
                  <a:pt x="736" y="1519"/>
                </a:lnTo>
                <a:lnTo>
                  <a:pt x="739" y="1526"/>
                </a:lnTo>
                <a:lnTo>
                  <a:pt x="746" y="1541"/>
                </a:lnTo>
                <a:lnTo>
                  <a:pt x="749" y="1549"/>
                </a:lnTo>
                <a:lnTo>
                  <a:pt x="753" y="1556"/>
                </a:lnTo>
                <a:lnTo>
                  <a:pt x="756" y="1564"/>
                </a:lnTo>
                <a:lnTo>
                  <a:pt x="760" y="1571"/>
                </a:lnTo>
                <a:lnTo>
                  <a:pt x="767" y="1586"/>
                </a:lnTo>
                <a:lnTo>
                  <a:pt x="771" y="1594"/>
                </a:lnTo>
                <a:lnTo>
                  <a:pt x="775" y="1601"/>
                </a:lnTo>
                <a:lnTo>
                  <a:pt x="779" y="1608"/>
                </a:lnTo>
                <a:lnTo>
                  <a:pt x="783" y="1616"/>
                </a:lnTo>
                <a:lnTo>
                  <a:pt x="787" y="1623"/>
                </a:lnTo>
                <a:lnTo>
                  <a:pt x="791" y="1632"/>
                </a:lnTo>
                <a:lnTo>
                  <a:pt x="795" y="1639"/>
                </a:lnTo>
                <a:lnTo>
                  <a:pt x="799" y="1647"/>
                </a:lnTo>
                <a:lnTo>
                  <a:pt x="803" y="1654"/>
                </a:lnTo>
                <a:lnTo>
                  <a:pt x="808" y="1662"/>
                </a:lnTo>
                <a:lnTo>
                  <a:pt x="812" y="1669"/>
                </a:lnTo>
                <a:lnTo>
                  <a:pt x="816" y="1677"/>
                </a:lnTo>
                <a:lnTo>
                  <a:pt x="825" y="1692"/>
                </a:lnTo>
                <a:lnTo>
                  <a:pt x="829" y="1699"/>
                </a:lnTo>
                <a:lnTo>
                  <a:pt x="838" y="1714"/>
                </a:lnTo>
                <a:lnTo>
                  <a:pt x="843" y="1722"/>
                </a:lnTo>
                <a:lnTo>
                  <a:pt x="847" y="1729"/>
                </a:lnTo>
                <a:lnTo>
                  <a:pt x="852" y="1737"/>
                </a:lnTo>
                <a:lnTo>
                  <a:pt x="856" y="1744"/>
                </a:lnTo>
                <a:lnTo>
                  <a:pt x="865" y="1759"/>
                </a:lnTo>
                <a:lnTo>
                  <a:pt x="870" y="1767"/>
                </a:lnTo>
                <a:lnTo>
                  <a:pt x="884" y="1789"/>
                </a:lnTo>
                <a:lnTo>
                  <a:pt x="888" y="1797"/>
                </a:lnTo>
                <a:lnTo>
                  <a:pt x="897" y="1811"/>
                </a:lnTo>
                <a:lnTo>
                  <a:pt x="902" y="1819"/>
                </a:lnTo>
                <a:lnTo>
                  <a:pt x="906" y="1826"/>
                </a:lnTo>
                <a:lnTo>
                  <a:pt x="911" y="1834"/>
                </a:lnTo>
                <a:lnTo>
                  <a:pt x="915" y="1842"/>
                </a:lnTo>
                <a:lnTo>
                  <a:pt x="919" y="1849"/>
                </a:lnTo>
                <a:lnTo>
                  <a:pt x="924" y="1856"/>
                </a:lnTo>
                <a:lnTo>
                  <a:pt x="928" y="1864"/>
                </a:lnTo>
                <a:lnTo>
                  <a:pt x="932" y="1871"/>
                </a:lnTo>
                <a:lnTo>
                  <a:pt x="937" y="1879"/>
                </a:lnTo>
                <a:lnTo>
                  <a:pt x="941" y="1886"/>
                </a:lnTo>
                <a:lnTo>
                  <a:pt x="945" y="1894"/>
                </a:lnTo>
                <a:lnTo>
                  <a:pt x="949" y="1901"/>
                </a:lnTo>
                <a:lnTo>
                  <a:pt x="953" y="1909"/>
                </a:lnTo>
                <a:lnTo>
                  <a:pt x="957" y="1916"/>
                </a:lnTo>
                <a:lnTo>
                  <a:pt x="961" y="1924"/>
                </a:lnTo>
                <a:lnTo>
                  <a:pt x="965" y="1931"/>
                </a:lnTo>
                <a:lnTo>
                  <a:pt x="969" y="1939"/>
                </a:lnTo>
                <a:lnTo>
                  <a:pt x="973" y="1946"/>
                </a:lnTo>
                <a:lnTo>
                  <a:pt x="980" y="1961"/>
                </a:lnTo>
                <a:lnTo>
                  <a:pt x="984" y="1969"/>
                </a:lnTo>
                <a:lnTo>
                  <a:pt x="991" y="1984"/>
                </a:lnTo>
                <a:lnTo>
                  <a:pt x="994" y="1991"/>
                </a:lnTo>
                <a:lnTo>
                  <a:pt x="1001" y="2006"/>
                </a:lnTo>
                <a:lnTo>
                  <a:pt x="1004" y="2014"/>
                </a:lnTo>
                <a:lnTo>
                  <a:pt x="1013" y="2036"/>
                </a:lnTo>
                <a:lnTo>
                  <a:pt x="1016" y="2044"/>
                </a:lnTo>
                <a:lnTo>
                  <a:pt x="1019" y="2051"/>
                </a:lnTo>
                <a:lnTo>
                  <a:pt x="1021" y="2058"/>
                </a:lnTo>
                <a:lnTo>
                  <a:pt x="1024" y="2066"/>
                </a:lnTo>
                <a:lnTo>
                  <a:pt x="1026" y="2073"/>
                </a:lnTo>
                <a:lnTo>
                  <a:pt x="1027" y="2074"/>
                </a:lnTo>
                <a:lnTo>
                  <a:pt x="1029" y="2081"/>
                </a:lnTo>
                <a:lnTo>
                  <a:pt x="1031" y="2088"/>
                </a:lnTo>
                <a:lnTo>
                  <a:pt x="1034" y="2096"/>
                </a:lnTo>
                <a:lnTo>
                  <a:pt x="1036" y="2103"/>
                </a:lnTo>
                <a:lnTo>
                  <a:pt x="1038" y="2111"/>
                </a:lnTo>
                <a:lnTo>
                  <a:pt x="1040" y="2118"/>
                </a:lnTo>
                <a:lnTo>
                  <a:pt x="1044" y="2133"/>
                </a:lnTo>
                <a:lnTo>
                  <a:pt x="1046" y="2141"/>
                </a:lnTo>
                <a:lnTo>
                  <a:pt x="1049" y="2156"/>
                </a:lnTo>
                <a:lnTo>
                  <a:pt x="1051" y="2163"/>
                </a:lnTo>
                <a:lnTo>
                  <a:pt x="1052" y="2171"/>
                </a:lnTo>
                <a:lnTo>
                  <a:pt x="1054" y="2178"/>
                </a:lnTo>
                <a:lnTo>
                  <a:pt x="1055" y="2186"/>
                </a:lnTo>
                <a:lnTo>
                  <a:pt x="1056" y="2193"/>
                </a:lnTo>
                <a:lnTo>
                  <a:pt x="1057" y="2201"/>
                </a:lnTo>
                <a:lnTo>
                  <a:pt x="1059" y="2208"/>
                </a:lnTo>
                <a:lnTo>
                  <a:pt x="1060" y="2216"/>
                </a:lnTo>
                <a:lnTo>
                  <a:pt x="1062" y="2231"/>
                </a:lnTo>
                <a:lnTo>
                  <a:pt x="1063" y="2238"/>
                </a:lnTo>
                <a:lnTo>
                  <a:pt x="1064" y="2253"/>
                </a:lnTo>
                <a:lnTo>
                  <a:pt x="1065" y="2261"/>
                </a:lnTo>
                <a:lnTo>
                  <a:pt x="1066" y="2275"/>
                </a:lnTo>
                <a:lnTo>
                  <a:pt x="1067" y="2283"/>
                </a:lnTo>
                <a:lnTo>
                  <a:pt x="1069" y="2305"/>
                </a:lnTo>
                <a:lnTo>
                  <a:pt x="1069" y="2313"/>
                </a:lnTo>
                <a:lnTo>
                  <a:pt x="1070" y="2328"/>
                </a:lnTo>
                <a:lnTo>
                  <a:pt x="1071" y="2335"/>
                </a:lnTo>
                <a:lnTo>
                  <a:pt x="1072" y="2350"/>
                </a:lnTo>
                <a:lnTo>
                  <a:pt x="1072" y="2358"/>
                </a:lnTo>
                <a:lnTo>
                  <a:pt x="1074" y="2380"/>
                </a:lnTo>
                <a:lnTo>
                  <a:pt x="1074" y="2388"/>
                </a:lnTo>
                <a:lnTo>
                  <a:pt x="1076" y="2403"/>
                </a:lnTo>
                <a:lnTo>
                  <a:pt x="1077" y="2410"/>
                </a:lnTo>
                <a:lnTo>
                  <a:pt x="1078" y="2425"/>
                </a:lnTo>
                <a:lnTo>
                  <a:pt x="1079" y="2433"/>
                </a:lnTo>
                <a:lnTo>
                  <a:pt x="1080" y="2440"/>
                </a:lnTo>
                <a:lnTo>
                  <a:pt x="1081" y="2448"/>
                </a:lnTo>
                <a:lnTo>
                  <a:pt x="1082" y="2455"/>
                </a:lnTo>
                <a:lnTo>
                  <a:pt x="1082" y="2463"/>
                </a:lnTo>
                <a:lnTo>
                  <a:pt x="1085" y="2477"/>
                </a:lnTo>
                <a:lnTo>
                  <a:pt x="1086" y="2485"/>
                </a:lnTo>
                <a:lnTo>
                  <a:pt x="1087" y="2492"/>
                </a:lnTo>
                <a:lnTo>
                  <a:pt x="1089" y="2500"/>
                </a:lnTo>
                <a:lnTo>
                  <a:pt x="1090" y="2507"/>
                </a:lnTo>
                <a:lnTo>
                  <a:pt x="1093" y="2522"/>
                </a:lnTo>
                <a:lnTo>
                  <a:pt x="1094" y="2530"/>
                </a:lnTo>
                <a:lnTo>
                  <a:pt x="1098" y="2545"/>
                </a:lnTo>
                <a:lnTo>
                  <a:pt x="1100" y="2552"/>
                </a:lnTo>
                <a:lnTo>
                  <a:pt x="1101" y="2560"/>
                </a:lnTo>
                <a:lnTo>
                  <a:pt x="1105" y="2575"/>
                </a:lnTo>
                <a:lnTo>
                  <a:pt x="1107" y="2582"/>
                </a:lnTo>
                <a:lnTo>
                  <a:pt x="1109" y="2590"/>
                </a:lnTo>
                <a:lnTo>
                  <a:pt x="1111" y="2597"/>
                </a:lnTo>
                <a:lnTo>
                  <a:pt x="1113" y="2605"/>
                </a:lnTo>
                <a:lnTo>
                  <a:pt x="1115" y="2612"/>
                </a:lnTo>
                <a:lnTo>
                  <a:pt x="1117" y="2620"/>
                </a:lnTo>
                <a:lnTo>
                  <a:pt x="1120" y="2627"/>
                </a:lnTo>
                <a:lnTo>
                  <a:pt x="1124" y="2642"/>
                </a:lnTo>
                <a:lnTo>
                  <a:pt x="1126" y="2650"/>
                </a:lnTo>
                <a:lnTo>
                  <a:pt x="1128" y="2657"/>
                </a:lnTo>
                <a:lnTo>
                  <a:pt x="1133" y="2672"/>
                </a:lnTo>
                <a:lnTo>
                  <a:pt x="1135" y="2680"/>
                </a:lnTo>
                <a:lnTo>
                  <a:pt x="1137" y="2687"/>
                </a:lnTo>
                <a:lnTo>
                  <a:pt x="1139" y="2694"/>
                </a:lnTo>
                <a:lnTo>
                  <a:pt x="1141" y="2702"/>
                </a:lnTo>
                <a:lnTo>
                  <a:pt x="1147" y="2724"/>
                </a:lnTo>
                <a:lnTo>
                  <a:pt x="1149" y="2732"/>
                </a:lnTo>
                <a:lnTo>
                  <a:pt x="1151" y="2739"/>
                </a:lnTo>
                <a:lnTo>
                  <a:pt x="1152" y="2747"/>
                </a:lnTo>
                <a:lnTo>
                  <a:pt x="1154" y="2754"/>
                </a:lnTo>
                <a:lnTo>
                  <a:pt x="1155" y="2762"/>
                </a:lnTo>
                <a:lnTo>
                  <a:pt x="1157" y="2769"/>
                </a:lnTo>
                <a:lnTo>
                  <a:pt x="1158" y="2777"/>
                </a:lnTo>
                <a:lnTo>
                  <a:pt x="1160" y="2792"/>
                </a:lnTo>
                <a:lnTo>
                  <a:pt x="1161" y="2799"/>
                </a:lnTo>
                <a:lnTo>
                  <a:pt x="1162" y="2807"/>
                </a:lnTo>
                <a:lnTo>
                  <a:pt x="1163" y="2814"/>
                </a:lnTo>
                <a:lnTo>
                  <a:pt x="1163" y="2822"/>
                </a:lnTo>
                <a:lnTo>
                  <a:pt x="1163" y="2829"/>
                </a:lnTo>
                <a:lnTo>
                  <a:pt x="1164" y="2837"/>
                </a:lnTo>
                <a:lnTo>
                  <a:pt x="1164" y="2844"/>
                </a:lnTo>
                <a:lnTo>
                  <a:pt x="1164" y="2852"/>
                </a:lnTo>
                <a:lnTo>
                  <a:pt x="1164" y="2859"/>
                </a:lnTo>
                <a:lnTo>
                  <a:pt x="1163" y="2867"/>
                </a:lnTo>
                <a:lnTo>
                  <a:pt x="1163" y="2874"/>
                </a:lnTo>
                <a:lnTo>
                  <a:pt x="1162" y="2882"/>
                </a:lnTo>
                <a:lnTo>
                  <a:pt x="1160" y="2897"/>
                </a:lnTo>
                <a:lnTo>
                  <a:pt x="1159" y="2904"/>
                </a:lnTo>
                <a:lnTo>
                  <a:pt x="1156" y="2919"/>
                </a:lnTo>
                <a:lnTo>
                  <a:pt x="1155" y="2927"/>
                </a:lnTo>
                <a:lnTo>
                  <a:pt x="1153" y="2934"/>
                </a:lnTo>
                <a:lnTo>
                  <a:pt x="1151" y="2941"/>
                </a:lnTo>
                <a:lnTo>
                  <a:pt x="1149" y="2949"/>
                </a:lnTo>
                <a:lnTo>
                  <a:pt x="1147" y="2956"/>
                </a:lnTo>
                <a:lnTo>
                  <a:pt x="1144" y="2964"/>
                </a:lnTo>
                <a:lnTo>
                  <a:pt x="1141" y="2971"/>
                </a:lnTo>
                <a:lnTo>
                  <a:pt x="1139" y="2979"/>
                </a:lnTo>
                <a:lnTo>
                  <a:pt x="1136" y="2986"/>
                </a:lnTo>
                <a:lnTo>
                  <a:pt x="1135" y="2987"/>
                </a:lnTo>
                <a:lnTo>
                  <a:pt x="1133" y="2994"/>
                </a:lnTo>
                <a:lnTo>
                  <a:pt x="1129" y="3001"/>
                </a:lnTo>
                <a:lnTo>
                  <a:pt x="1126" y="3009"/>
                </a:lnTo>
                <a:lnTo>
                  <a:pt x="1123" y="3016"/>
                </a:lnTo>
                <a:lnTo>
                  <a:pt x="1119" y="3024"/>
                </a:lnTo>
                <a:lnTo>
                  <a:pt x="1111" y="3039"/>
                </a:lnTo>
                <a:lnTo>
                  <a:pt x="1107" y="3046"/>
                </a:lnTo>
                <a:lnTo>
                  <a:pt x="1103" y="3054"/>
                </a:lnTo>
                <a:lnTo>
                  <a:pt x="1099" y="3061"/>
                </a:lnTo>
                <a:lnTo>
                  <a:pt x="1094" y="3069"/>
                </a:lnTo>
                <a:lnTo>
                  <a:pt x="1090" y="3076"/>
                </a:lnTo>
                <a:lnTo>
                  <a:pt x="1085" y="3084"/>
                </a:lnTo>
                <a:lnTo>
                  <a:pt x="1080" y="3091"/>
                </a:lnTo>
                <a:lnTo>
                  <a:pt x="1075" y="3099"/>
                </a:lnTo>
                <a:lnTo>
                  <a:pt x="1070" y="3106"/>
                </a:lnTo>
                <a:lnTo>
                  <a:pt x="1065" y="3114"/>
                </a:lnTo>
                <a:lnTo>
                  <a:pt x="1060" y="3121"/>
                </a:lnTo>
                <a:lnTo>
                  <a:pt x="1050" y="3136"/>
                </a:lnTo>
                <a:lnTo>
                  <a:pt x="1044" y="3144"/>
                </a:lnTo>
                <a:lnTo>
                  <a:pt x="1039" y="3151"/>
                </a:lnTo>
                <a:lnTo>
                  <a:pt x="1028" y="3166"/>
                </a:lnTo>
                <a:lnTo>
                  <a:pt x="1022" y="3173"/>
                </a:lnTo>
                <a:lnTo>
                  <a:pt x="1017" y="3181"/>
                </a:lnTo>
                <a:lnTo>
                  <a:pt x="1011" y="3188"/>
                </a:lnTo>
                <a:lnTo>
                  <a:pt x="1005" y="3196"/>
                </a:lnTo>
                <a:lnTo>
                  <a:pt x="993" y="3211"/>
                </a:lnTo>
                <a:lnTo>
                  <a:pt x="988" y="3218"/>
                </a:lnTo>
                <a:lnTo>
                  <a:pt x="982" y="3226"/>
                </a:lnTo>
                <a:lnTo>
                  <a:pt x="976" y="3233"/>
                </a:lnTo>
                <a:lnTo>
                  <a:pt x="970" y="3241"/>
                </a:lnTo>
                <a:lnTo>
                  <a:pt x="964" y="3248"/>
                </a:lnTo>
                <a:lnTo>
                  <a:pt x="958" y="3256"/>
                </a:lnTo>
                <a:lnTo>
                  <a:pt x="953" y="3263"/>
                </a:lnTo>
                <a:lnTo>
                  <a:pt x="947" y="3271"/>
                </a:lnTo>
                <a:lnTo>
                  <a:pt x="935" y="3286"/>
                </a:lnTo>
                <a:lnTo>
                  <a:pt x="929" y="3293"/>
                </a:lnTo>
                <a:lnTo>
                  <a:pt x="924" y="3301"/>
                </a:lnTo>
                <a:lnTo>
                  <a:pt x="918" y="3308"/>
                </a:lnTo>
                <a:lnTo>
                  <a:pt x="912" y="3316"/>
                </a:lnTo>
                <a:lnTo>
                  <a:pt x="901" y="3331"/>
                </a:lnTo>
                <a:lnTo>
                  <a:pt x="896" y="3338"/>
                </a:lnTo>
                <a:lnTo>
                  <a:pt x="890" y="3346"/>
                </a:lnTo>
                <a:lnTo>
                  <a:pt x="880" y="3361"/>
                </a:lnTo>
                <a:lnTo>
                  <a:pt x="875" y="3368"/>
                </a:lnTo>
                <a:lnTo>
                  <a:pt x="865" y="3383"/>
                </a:lnTo>
                <a:lnTo>
                  <a:pt x="860" y="3391"/>
                </a:lnTo>
                <a:lnTo>
                  <a:pt x="855" y="3398"/>
                </a:lnTo>
                <a:lnTo>
                  <a:pt x="846" y="3413"/>
                </a:lnTo>
                <a:lnTo>
                  <a:pt x="841" y="3420"/>
                </a:lnTo>
                <a:lnTo>
                  <a:pt x="832" y="3435"/>
                </a:lnTo>
                <a:lnTo>
                  <a:pt x="828" y="3443"/>
                </a:lnTo>
                <a:lnTo>
                  <a:pt x="820" y="3458"/>
                </a:lnTo>
                <a:lnTo>
                  <a:pt x="816" y="3465"/>
                </a:lnTo>
                <a:lnTo>
                  <a:pt x="809" y="3480"/>
                </a:lnTo>
                <a:lnTo>
                  <a:pt x="805" y="3488"/>
                </a:lnTo>
                <a:lnTo>
                  <a:pt x="798" y="3503"/>
                </a:lnTo>
                <a:lnTo>
                  <a:pt x="795" y="3510"/>
                </a:lnTo>
                <a:lnTo>
                  <a:pt x="792" y="3518"/>
                </a:lnTo>
                <a:lnTo>
                  <a:pt x="786" y="3533"/>
                </a:lnTo>
                <a:lnTo>
                  <a:pt x="782" y="3540"/>
                </a:lnTo>
                <a:lnTo>
                  <a:pt x="777" y="3555"/>
                </a:lnTo>
                <a:lnTo>
                  <a:pt x="774" y="3563"/>
                </a:lnTo>
                <a:lnTo>
                  <a:pt x="772" y="3570"/>
                </a:lnTo>
                <a:lnTo>
                  <a:pt x="767" y="3585"/>
                </a:lnTo>
                <a:lnTo>
                  <a:pt x="764" y="3593"/>
                </a:lnTo>
                <a:lnTo>
                  <a:pt x="762" y="3600"/>
                </a:lnTo>
                <a:lnTo>
                  <a:pt x="760" y="3607"/>
                </a:lnTo>
                <a:lnTo>
                  <a:pt x="757" y="3615"/>
                </a:lnTo>
                <a:lnTo>
                  <a:pt x="753" y="3630"/>
                </a:lnTo>
                <a:lnTo>
                  <a:pt x="751" y="3638"/>
                </a:lnTo>
                <a:lnTo>
                  <a:pt x="747" y="3652"/>
                </a:lnTo>
                <a:lnTo>
                  <a:pt x="745" y="3660"/>
                </a:lnTo>
                <a:lnTo>
                  <a:pt x="743" y="3667"/>
                </a:lnTo>
                <a:lnTo>
                  <a:pt x="739" y="3682"/>
                </a:lnTo>
                <a:lnTo>
                  <a:pt x="737" y="3690"/>
                </a:lnTo>
                <a:lnTo>
                  <a:pt x="735" y="3697"/>
                </a:lnTo>
                <a:lnTo>
                  <a:pt x="733" y="3705"/>
                </a:lnTo>
                <a:lnTo>
                  <a:pt x="731" y="3712"/>
                </a:lnTo>
                <a:lnTo>
                  <a:pt x="727" y="3727"/>
                </a:lnTo>
                <a:lnTo>
                  <a:pt x="725" y="3735"/>
                </a:lnTo>
                <a:lnTo>
                  <a:pt x="723" y="3742"/>
                </a:lnTo>
                <a:lnTo>
                  <a:pt x="721" y="3750"/>
                </a:lnTo>
                <a:lnTo>
                  <a:pt x="719" y="3757"/>
                </a:lnTo>
                <a:lnTo>
                  <a:pt x="717" y="3765"/>
                </a:lnTo>
                <a:lnTo>
                  <a:pt x="713" y="3780"/>
                </a:lnTo>
                <a:lnTo>
                  <a:pt x="711" y="3787"/>
                </a:lnTo>
                <a:lnTo>
                  <a:pt x="707" y="3802"/>
                </a:lnTo>
                <a:lnTo>
                  <a:pt x="705" y="3810"/>
                </a:lnTo>
                <a:lnTo>
                  <a:pt x="700" y="3824"/>
                </a:lnTo>
                <a:lnTo>
                  <a:pt x="465" y="3824"/>
                </a:lnTo>
                <a:close/>
              </a:path>
            </a:pathLst>
          </a:custGeom>
          <a:noFill/>
          <a:ln w="9360">
            <a:solidFill>
              <a:srgbClr val="009E73"/>
            </a:solidFill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/>
          <p:nvPr/>
        </p:nvSpPr>
        <p:spPr>
          <a:xfrm>
            <a:off x="2318040" y="649080"/>
            <a:ext cx="347760" cy="2214720"/>
          </a:xfrm>
          <a:custGeom>
            <a:avLst/>
            <a:gdLst/>
            <a:ahLst/>
            <a:rect l="0" t="0" r="r" b="b"/>
            <a:pathLst>
              <a:path w="966" h="6152">
                <a:moveTo>
                  <a:pt x="417" y="6152"/>
                </a:moveTo>
                <a:lnTo>
                  <a:pt x="414" y="6140"/>
                </a:lnTo>
                <a:lnTo>
                  <a:pt x="412" y="6128"/>
                </a:lnTo>
                <a:lnTo>
                  <a:pt x="410" y="6116"/>
                </a:lnTo>
                <a:lnTo>
                  <a:pt x="405" y="6092"/>
                </a:lnTo>
                <a:lnTo>
                  <a:pt x="402" y="6080"/>
                </a:lnTo>
                <a:lnTo>
                  <a:pt x="397" y="6056"/>
                </a:lnTo>
                <a:lnTo>
                  <a:pt x="394" y="6044"/>
                </a:lnTo>
                <a:lnTo>
                  <a:pt x="388" y="6020"/>
                </a:lnTo>
                <a:lnTo>
                  <a:pt x="385" y="6008"/>
                </a:lnTo>
                <a:lnTo>
                  <a:pt x="381" y="5996"/>
                </a:lnTo>
                <a:lnTo>
                  <a:pt x="378" y="5984"/>
                </a:lnTo>
                <a:lnTo>
                  <a:pt x="374" y="5971"/>
                </a:lnTo>
                <a:lnTo>
                  <a:pt x="367" y="5947"/>
                </a:lnTo>
                <a:lnTo>
                  <a:pt x="363" y="5935"/>
                </a:lnTo>
                <a:lnTo>
                  <a:pt x="359" y="5923"/>
                </a:lnTo>
                <a:lnTo>
                  <a:pt x="355" y="5911"/>
                </a:lnTo>
                <a:lnTo>
                  <a:pt x="350" y="5899"/>
                </a:lnTo>
                <a:lnTo>
                  <a:pt x="346" y="5887"/>
                </a:lnTo>
                <a:lnTo>
                  <a:pt x="341" y="5875"/>
                </a:lnTo>
                <a:lnTo>
                  <a:pt x="336" y="5863"/>
                </a:lnTo>
                <a:lnTo>
                  <a:pt x="331" y="5851"/>
                </a:lnTo>
                <a:lnTo>
                  <a:pt x="326" y="5839"/>
                </a:lnTo>
                <a:lnTo>
                  <a:pt x="321" y="5827"/>
                </a:lnTo>
                <a:lnTo>
                  <a:pt x="315" y="5815"/>
                </a:lnTo>
                <a:lnTo>
                  <a:pt x="310" y="5803"/>
                </a:lnTo>
                <a:lnTo>
                  <a:pt x="304" y="5791"/>
                </a:lnTo>
                <a:lnTo>
                  <a:pt x="298" y="5779"/>
                </a:lnTo>
                <a:lnTo>
                  <a:pt x="292" y="5767"/>
                </a:lnTo>
                <a:lnTo>
                  <a:pt x="286" y="5755"/>
                </a:lnTo>
                <a:lnTo>
                  <a:pt x="280" y="5743"/>
                </a:lnTo>
                <a:lnTo>
                  <a:pt x="273" y="5731"/>
                </a:lnTo>
                <a:lnTo>
                  <a:pt x="260" y="5707"/>
                </a:lnTo>
                <a:lnTo>
                  <a:pt x="253" y="5695"/>
                </a:lnTo>
                <a:lnTo>
                  <a:pt x="239" y="5671"/>
                </a:lnTo>
                <a:lnTo>
                  <a:pt x="232" y="5658"/>
                </a:lnTo>
                <a:lnTo>
                  <a:pt x="225" y="5646"/>
                </a:lnTo>
                <a:lnTo>
                  <a:pt x="218" y="5634"/>
                </a:lnTo>
                <a:lnTo>
                  <a:pt x="211" y="5622"/>
                </a:lnTo>
                <a:lnTo>
                  <a:pt x="204" y="5610"/>
                </a:lnTo>
                <a:lnTo>
                  <a:pt x="197" y="5598"/>
                </a:lnTo>
                <a:lnTo>
                  <a:pt x="189" y="5586"/>
                </a:lnTo>
                <a:lnTo>
                  <a:pt x="182" y="5574"/>
                </a:lnTo>
                <a:lnTo>
                  <a:pt x="175" y="5562"/>
                </a:lnTo>
                <a:lnTo>
                  <a:pt x="168" y="5550"/>
                </a:lnTo>
                <a:lnTo>
                  <a:pt x="160" y="5538"/>
                </a:lnTo>
                <a:lnTo>
                  <a:pt x="153" y="5526"/>
                </a:lnTo>
                <a:lnTo>
                  <a:pt x="146" y="5514"/>
                </a:lnTo>
                <a:lnTo>
                  <a:pt x="133" y="5490"/>
                </a:lnTo>
                <a:lnTo>
                  <a:pt x="126" y="5478"/>
                </a:lnTo>
                <a:lnTo>
                  <a:pt x="119" y="5466"/>
                </a:lnTo>
                <a:lnTo>
                  <a:pt x="113" y="5454"/>
                </a:lnTo>
                <a:lnTo>
                  <a:pt x="106" y="5442"/>
                </a:lnTo>
                <a:lnTo>
                  <a:pt x="100" y="5430"/>
                </a:lnTo>
                <a:lnTo>
                  <a:pt x="94" y="5418"/>
                </a:lnTo>
                <a:lnTo>
                  <a:pt x="88" y="5406"/>
                </a:lnTo>
                <a:lnTo>
                  <a:pt x="83" y="5394"/>
                </a:lnTo>
                <a:lnTo>
                  <a:pt x="77" y="5382"/>
                </a:lnTo>
                <a:lnTo>
                  <a:pt x="72" y="5370"/>
                </a:lnTo>
                <a:lnTo>
                  <a:pt x="66" y="5358"/>
                </a:lnTo>
                <a:lnTo>
                  <a:pt x="62" y="5346"/>
                </a:lnTo>
                <a:lnTo>
                  <a:pt x="57" y="5334"/>
                </a:lnTo>
                <a:lnTo>
                  <a:pt x="52" y="5322"/>
                </a:lnTo>
                <a:lnTo>
                  <a:pt x="48" y="5309"/>
                </a:lnTo>
                <a:lnTo>
                  <a:pt x="44" y="5297"/>
                </a:lnTo>
                <a:lnTo>
                  <a:pt x="40" y="5285"/>
                </a:lnTo>
                <a:lnTo>
                  <a:pt x="36" y="5273"/>
                </a:lnTo>
                <a:lnTo>
                  <a:pt x="33" y="5261"/>
                </a:lnTo>
                <a:lnTo>
                  <a:pt x="29" y="5249"/>
                </a:lnTo>
                <a:lnTo>
                  <a:pt x="26" y="5237"/>
                </a:lnTo>
                <a:lnTo>
                  <a:pt x="23" y="5225"/>
                </a:lnTo>
                <a:lnTo>
                  <a:pt x="23" y="5224"/>
                </a:lnTo>
                <a:lnTo>
                  <a:pt x="21" y="5213"/>
                </a:lnTo>
                <a:lnTo>
                  <a:pt x="18" y="5201"/>
                </a:lnTo>
                <a:lnTo>
                  <a:pt x="16" y="5189"/>
                </a:lnTo>
                <a:lnTo>
                  <a:pt x="14" y="5177"/>
                </a:lnTo>
                <a:lnTo>
                  <a:pt x="12" y="5165"/>
                </a:lnTo>
                <a:lnTo>
                  <a:pt x="10" y="5153"/>
                </a:lnTo>
                <a:lnTo>
                  <a:pt x="8" y="5141"/>
                </a:lnTo>
                <a:lnTo>
                  <a:pt x="7" y="5129"/>
                </a:lnTo>
                <a:lnTo>
                  <a:pt x="6" y="5117"/>
                </a:lnTo>
                <a:lnTo>
                  <a:pt x="4" y="5105"/>
                </a:lnTo>
                <a:lnTo>
                  <a:pt x="4" y="5093"/>
                </a:lnTo>
                <a:lnTo>
                  <a:pt x="3" y="5081"/>
                </a:lnTo>
                <a:lnTo>
                  <a:pt x="2" y="5069"/>
                </a:lnTo>
                <a:lnTo>
                  <a:pt x="1" y="5057"/>
                </a:lnTo>
                <a:lnTo>
                  <a:pt x="1" y="5045"/>
                </a:lnTo>
                <a:lnTo>
                  <a:pt x="0" y="5033"/>
                </a:lnTo>
                <a:lnTo>
                  <a:pt x="0" y="5021"/>
                </a:lnTo>
                <a:lnTo>
                  <a:pt x="0" y="5009"/>
                </a:lnTo>
                <a:lnTo>
                  <a:pt x="0" y="4996"/>
                </a:lnTo>
                <a:lnTo>
                  <a:pt x="0" y="4984"/>
                </a:lnTo>
                <a:lnTo>
                  <a:pt x="0" y="4972"/>
                </a:lnTo>
                <a:lnTo>
                  <a:pt x="0" y="4960"/>
                </a:lnTo>
                <a:lnTo>
                  <a:pt x="0" y="4948"/>
                </a:lnTo>
                <a:lnTo>
                  <a:pt x="1" y="4936"/>
                </a:lnTo>
                <a:lnTo>
                  <a:pt x="1" y="4924"/>
                </a:lnTo>
                <a:lnTo>
                  <a:pt x="2" y="4900"/>
                </a:lnTo>
                <a:lnTo>
                  <a:pt x="3" y="4888"/>
                </a:lnTo>
                <a:lnTo>
                  <a:pt x="4" y="4876"/>
                </a:lnTo>
                <a:lnTo>
                  <a:pt x="4" y="4864"/>
                </a:lnTo>
                <a:lnTo>
                  <a:pt x="5" y="4852"/>
                </a:lnTo>
                <a:lnTo>
                  <a:pt x="6" y="4840"/>
                </a:lnTo>
                <a:lnTo>
                  <a:pt x="7" y="4828"/>
                </a:lnTo>
                <a:lnTo>
                  <a:pt x="8" y="4816"/>
                </a:lnTo>
                <a:lnTo>
                  <a:pt x="9" y="4804"/>
                </a:lnTo>
                <a:lnTo>
                  <a:pt x="10" y="4792"/>
                </a:lnTo>
                <a:lnTo>
                  <a:pt x="12" y="4780"/>
                </a:lnTo>
                <a:lnTo>
                  <a:pt x="13" y="4768"/>
                </a:lnTo>
                <a:lnTo>
                  <a:pt x="15" y="4756"/>
                </a:lnTo>
                <a:lnTo>
                  <a:pt x="16" y="4744"/>
                </a:lnTo>
                <a:lnTo>
                  <a:pt x="19" y="4720"/>
                </a:lnTo>
                <a:lnTo>
                  <a:pt x="21" y="4708"/>
                </a:lnTo>
                <a:lnTo>
                  <a:pt x="23" y="4696"/>
                </a:lnTo>
                <a:lnTo>
                  <a:pt x="25" y="4684"/>
                </a:lnTo>
                <a:lnTo>
                  <a:pt x="27" y="4672"/>
                </a:lnTo>
                <a:lnTo>
                  <a:pt x="29" y="4660"/>
                </a:lnTo>
                <a:lnTo>
                  <a:pt x="31" y="4650"/>
                </a:lnTo>
                <a:lnTo>
                  <a:pt x="31" y="4648"/>
                </a:lnTo>
                <a:lnTo>
                  <a:pt x="34" y="4635"/>
                </a:lnTo>
                <a:lnTo>
                  <a:pt x="36" y="4623"/>
                </a:lnTo>
                <a:lnTo>
                  <a:pt x="39" y="4611"/>
                </a:lnTo>
                <a:lnTo>
                  <a:pt x="41" y="4599"/>
                </a:lnTo>
                <a:lnTo>
                  <a:pt x="44" y="4587"/>
                </a:lnTo>
                <a:lnTo>
                  <a:pt x="47" y="4575"/>
                </a:lnTo>
                <a:lnTo>
                  <a:pt x="50" y="4563"/>
                </a:lnTo>
                <a:lnTo>
                  <a:pt x="53" y="4551"/>
                </a:lnTo>
                <a:lnTo>
                  <a:pt x="56" y="4539"/>
                </a:lnTo>
                <a:lnTo>
                  <a:pt x="59" y="4527"/>
                </a:lnTo>
                <a:lnTo>
                  <a:pt x="62" y="4515"/>
                </a:lnTo>
                <a:lnTo>
                  <a:pt x="66" y="4503"/>
                </a:lnTo>
                <a:lnTo>
                  <a:pt x="72" y="4479"/>
                </a:lnTo>
                <a:lnTo>
                  <a:pt x="76" y="4467"/>
                </a:lnTo>
                <a:lnTo>
                  <a:pt x="80" y="4455"/>
                </a:lnTo>
                <a:lnTo>
                  <a:pt x="83" y="4443"/>
                </a:lnTo>
                <a:lnTo>
                  <a:pt x="87" y="4431"/>
                </a:lnTo>
                <a:lnTo>
                  <a:pt x="95" y="4407"/>
                </a:lnTo>
                <a:lnTo>
                  <a:pt x="99" y="4395"/>
                </a:lnTo>
                <a:lnTo>
                  <a:pt x="107" y="4371"/>
                </a:lnTo>
                <a:lnTo>
                  <a:pt x="111" y="4359"/>
                </a:lnTo>
                <a:lnTo>
                  <a:pt x="119" y="4335"/>
                </a:lnTo>
                <a:lnTo>
                  <a:pt x="123" y="4322"/>
                </a:lnTo>
                <a:lnTo>
                  <a:pt x="132" y="4298"/>
                </a:lnTo>
                <a:lnTo>
                  <a:pt x="136" y="4286"/>
                </a:lnTo>
                <a:lnTo>
                  <a:pt x="145" y="4262"/>
                </a:lnTo>
                <a:lnTo>
                  <a:pt x="149" y="4250"/>
                </a:lnTo>
                <a:lnTo>
                  <a:pt x="158" y="4226"/>
                </a:lnTo>
                <a:lnTo>
                  <a:pt x="162" y="4214"/>
                </a:lnTo>
                <a:lnTo>
                  <a:pt x="166" y="4202"/>
                </a:lnTo>
                <a:lnTo>
                  <a:pt x="170" y="4190"/>
                </a:lnTo>
                <a:lnTo>
                  <a:pt x="175" y="4178"/>
                </a:lnTo>
                <a:lnTo>
                  <a:pt x="179" y="4166"/>
                </a:lnTo>
                <a:lnTo>
                  <a:pt x="183" y="4154"/>
                </a:lnTo>
                <a:lnTo>
                  <a:pt x="191" y="4130"/>
                </a:lnTo>
                <a:lnTo>
                  <a:pt x="195" y="4118"/>
                </a:lnTo>
                <a:lnTo>
                  <a:pt x="199" y="4106"/>
                </a:lnTo>
                <a:lnTo>
                  <a:pt x="203" y="4094"/>
                </a:lnTo>
                <a:lnTo>
                  <a:pt x="207" y="4082"/>
                </a:lnTo>
                <a:lnTo>
                  <a:pt x="210" y="4074"/>
                </a:lnTo>
                <a:lnTo>
                  <a:pt x="211" y="4070"/>
                </a:lnTo>
                <a:lnTo>
                  <a:pt x="215" y="4058"/>
                </a:lnTo>
                <a:lnTo>
                  <a:pt x="218" y="4046"/>
                </a:lnTo>
                <a:lnTo>
                  <a:pt x="226" y="4022"/>
                </a:lnTo>
                <a:lnTo>
                  <a:pt x="230" y="4010"/>
                </a:lnTo>
                <a:lnTo>
                  <a:pt x="233" y="3998"/>
                </a:lnTo>
                <a:lnTo>
                  <a:pt x="237" y="3986"/>
                </a:lnTo>
                <a:lnTo>
                  <a:pt x="240" y="3973"/>
                </a:lnTo>
                <a:lnTo>
                  <a:pt x="246" y="3949"/>
                </a:lnTo>
                <a:lnTo>
                  <a:pt x="250" y="3937"/>
                </a:lnTo>
                <a:lnTo>
                  <a:pt x="256" y="3913"/>
                </a:lnTo>
                <a:lnTo>
                  <a:pt x="259" y="3901"/>
                </a:lnTo>
                <a:lnTo>
                  <a:pt x="261" y="3889"/>
                </a:lnTo>
                <a:lnTo>
                  <a:pt x="264" y="3877"/>
                </a:lnTo>
                <a:lnTo>
                  <a:pt x="267" y="3865"/>
                </a:lnTo>
                <a:lnTo>
                  <a:pt x="269" y="3853"/>
                </a:lnTo>
                <a:lnTo>
                  <a:pt x="272" y="3841"/>
                </a:lnTo>
                <a:lnTo>
                  <a:pt x="274" y="3829"/>
                </a:lnTo>
                <a:lnTo>
                  <a:pt x="279" y="3805"/>
                </a:lnTo>
                <a:lnTo>
                  <a:pt x="281" y="3793"/>
                </a:lnTo>
                <a:lnTo>
                  <a:pt x="283" y="3781"/>
                </a:lnTo>
                <a:lnTo>
                  <a:pt x="285" y="3769"/>
                </a:lnTo>
                <a:lnTo>
                  <a:pt x="288" y="3745"/>
                </a:lnTo>
                <a:lnTo>
                  <a:pt x="290" y="3733"/>
                </a:lnTo>
                <a:lnTo>
                  <a:pt x="293" y="3709"/>
                </a:lnTo>
                <a:lnTo>
                  <a:pt x="294" y="3697"/>
                </a:lnTo>
                <a:lnTo>
                  <a:pt x="297" y="3673"/>
                </a:lnTo>
                <a:lnTo>
                  <a:pt x="298" y="3660"/>
                </a:lnTo>
                <a:lnTo>
                  <a:pt x="300" y="3636"/>
                </a:lnTo>
                <a:lnTo>
                  <a:pt x="301" y="3624"/>
                </a:lnTo>
                <a:lnTo>
                  <a:pt x="303" y="3600"/>
                </a:lnTo>
                <a:lnTo>
                  <a:pt x="303" y="3588"/>
                </a:lnTo>
                <a:lnTo>
                  <a:pt x="304" y="3576"/>
                </a:lnTo>
                <a:lnTo>
                  <a:pt x="304" y="3564"/>
                </a:lnTo>
                <a:lnTo>
                  <a:pt x="305" y="3552"/>
                </a:lnTo>
                <a:lnTo>
                  <a:pt x="306" y="3540"/>
                </a:lnTo>
                <a:lnTo>
                  <a:pt x="306" y="3528"/>
                </a:lnTo>
                <a:lnTo>
                  <a:pt x="307" y="3516"/>
                </a:lnTo>
                <a:lnTo>
                  <a:pt x="307" y="3504"/>
                </a:lnTo>
                <a:lnTo>
                  <a:pt x="308" y="3492"/>
                </a:lnTo>
                <a:lnTo>
                  <a:pt x="308" y="3480"/>
                </a:lnTo>
                <a:lnTo>
                  <a:pt x="308" y="3468"/>
                </a:lnTo>
                <a:lnTo>
                  <a:pt x="309" y="3456"/>
                </a:lnTo>
                <a:lnTo>
                  <a:pt x="309" y="3444"/>
                </a:lnTo>
                <a:lnTo>
                  <a:pt x="310" y="3432"/>
                </a:lnTo>
                <a:lnTo>
                  <a:pt x="310" y="3420"/>
                </a:lnTo>
                <a:lnTo>
                  <a:pt x="311" y="3408"/>
                </a:lnTo>
                <a:lnTo>
                  <a:pt x="312" y="3396"/>
                </a:lnTo>
                <a:lnTo>
                  <a:pt x="312" y="3384"/>
                </a:lnTo>
                <a:lnTo>
                  <a:pt x="314" y="3360"/>
                </a:lnTo>
                <a:lnTo>
                  <a:pt x="314" y="3347"/>
                </a:lnTo>
                <a:lnTo>
                  <a:pt x="316" y="3324"/>
                </a:lnTo>
                <a:lnTo>
                  <a:pt x="317" y="3311"/>
                </a:lnTo>
                <a:lnTo>
                  <a:pt x="319" y="3287"/>
                </a:lnTo>
                <a:lnTo>
                  <a:pt x="320" y="3275"/>
                </a:lnTo>
                <a:lnTo>
                  <a:pt x="322" y="3263"/>
                </a:lnTo>
                <a:lnTo>
                  <a:pt x="323" y="3251"/>
                </a:lnTo>
                <a:lnTo>
                  <a:pt x="324" y="3239"/>
                </a:lnTo>
                <a:lnTo>
                  <a:pt x="327" y="3215"/>
                </a:lnTo>
                <a:lnTo>
                  <a:pt x="329" y="3203"/>
                </a:lnTo>
                <a:lnTo>
                  <a:pt x="333" y="3179"/>
                </a:lnTo>
                <a:lnTo>
                  <a:pt x="335" y="3167"/>
                </a:lnTo>
                <a:lnTo>
                  <a:pt x="338" y="3143"/>
                </a:lnTo>
                <a:lnTo>
                  <a:pt x="341" y="3131"/>
                </a:lnTo>
                <a:lnTo>
                  <a:pt x="343" y="3119"/>
                </a:lnTo>
                <a:lnTo>
                  <a:pt x="345" y="3107"/>
                </a:lnTo>
                <a:lnTo>
                  <a:pt x="347" y="3095"/>
                </a:lnTo>
                <a:lnTo>
                  <a:pt x="352" y="3071"/>
                </a:lnTo>
                <a:lnTo>
                  <a:pt x="354" y="3059"/>
                </a:lnTo>
                <a:lnTo>
                  <a:pt x="357" y="3047"/>
                </a:lnTo>
                <a:lnTo>
                  <a:pt x="359" y="3035"/>
                </a:lnTo>
                <a:lnTo>
                  <a:pt x="362" y="3023"/>
                </a:lnTo>
                <a:lnTo>
                  <a:pt x="364" y="3011"/>
                </a:lnTo>
                <a:lnTo>
                  <a:pt x="367" y="2999"/>
                </a:lnTo>
                <a:lnTo>
                  <a:pt x="369" y="2986"/>
                </a:lnTo>
                <a:lnTo>
                  <a:pt x="372" y="2974"/>
                </a:lnTo>
                <a:lnTo>
                  <a:pt x="374" y="2962"/>
                </a:lnTo>
                <a:lnTo>
                  <a:pt x="377" y="2950"/>
                </a:lnTo>
                <a:lnTo>
                  <a:pt x="379" y="2938"/>
                </a:lnTo>
                <a:lnTo>
                  <a:pt x="382" y="2926"/>
                </a:lnTo>
                <a:lnTo>
                  <a:pt x="384" y="2914"/>
                </a:lnTo>
                <a:lnTo>
                  <a:pt x="386" y="2902"/>
                </a:lnTo>
                <a:lnTo>
                  <a:pt x="389" y="2890"/>
                </a:lnTo>
                <a:lnTo>
                  <a:pt x="391" y="2878"/>
                </a:lnTo>
                <a:lnTo>
                  <a:pt x="393" y="2866"/>
                </a:lnTo>
                <a:lnTo>
                  <a:pt x="396" y="2854"/>
                </a:lnTo>
                <a:lnTo>
                  <a:pt x="400" y="2830"/>
                </a:lnTo>
                <a:lnTo>
                  <a:pt x="402" y="2818"/>
                </a:lnTo>
                <a:lnTo>
                  <a:pt x="404" y="2806"/>
                </a:lnTo>
                <a:lnTo>
                  <a:pt x="406" y="2794"/>
                </a:lnTo>
                <a:lnTo>
                  <a:pt x="408" y="2782"/>
                </a:lnTo>
                <a:lnTo>
                  <a:pt x="410" y="2770"/>
                </a:lnTo>
                <a:lnTo>
                  <a:pt x="412" y="2758"/>
                </a:lnTo>
                <a:lnTo>
                  <a:pt x="414" y="2746"/>
                </a:lnTo>
                <a:lnTo>
                  <a:pt x="417" y="2722"/>
                </a:lnTo>
                <a:lnTo>
                  <a:pt x="418" y="2710"/>
                </a:lnTo>
                <a:lnTo>
                  <a:pt x="421" y="2686"/>
                </a:lnTo>
                <a:lnTo>
                  <a:pt x="423" y="2674"/>
                </a:lnTo>
                <a:lnTo>
                  <a:pt x="424" y="2662"/>
                </a:lnTo>
                <a:lnTo>
                  <a:pt x="425" y="2650"/>
                </a:lnTo>
                <a:lnTo>
                  <a:pt x="426" y="2637"/>
                </a:lnTo>
                <a:lnTo>
                  <a:pt x="427" y="2625"/>
                </a:lnTo>
                <a:lnTo>
                  <a:pt x="428" y="2613"/>
                </a:lnTo>
                <a:lnTo>
                  <a:pt x="429" y="2601"/>
                </a:lnTo>
                <a:lnTo>
                  <a:pt x="430" y="2589"/>
                </a:lnTo>
                <a:lnTo>
                  <a:pt x="431" y="2577"/>
                </a:lnTo>
                <a:lnTo>
                  <a:pt x="431" y="2565"/>
                </a:lnTo>
                <a:lnTo>
                  <a:pt x="432" y="2553"/>
                </a:lnTo>
                <a:lnTo>
                  <a:pt x="433" y="2541"/>
                </a:lnTo>
                <a:lnTo>
                  <a:pt x="434" y="2517"/>
                </a:lnTo>
                <a:lnTo>
                  <a:pt x="434" y="2505"/>
                </a:lnTo>
                <a:lnTo>
                  <a:pt x="435" y="2493"/>
                </a:lnTo>
                <a:lnTo>
                  <a:pt x="435" y="2481"/>
                </a:lnTo>
                <a:lnTo>
                  <a:pt x="436" y="2469"/>
                </a:lnTo>
                <a:lnTo>
                  <a:pt x="436" y="2457"/>
                </a:lnTo>
                <a:lnTo>
                  <a:pt x="436" y="2445"/>
                </a:lnTo>
                <a:lnTo>
                  <a:pt x="437" y="2433"/>
                </a:lnTo>
                <a:lnTo>
                  <a:pt x="437" y="2421"/>
                </a:lnTo>
                <a:lnTo>
                  <a:pt x="437" y="2409"/>
                </a:lnTo>
                <a:lnTo>
                  <a:pt x="438" y="2397"/>
                </a:lnTo>
                <a:lnTo>
                  <a:pt x="438" y="2385"/>
                </a:lnTo>
                <a:lnTo>
                  <a:pt x="438" y="2373"/>
                </a:lnTo>
                <a:lnTo>
                  <a:pt x="438" y="2361"/>
                </a:lnTo>
                <a:lnTo>
                  <a:pt x="439" y="2349"/>
                </a:lnTo>
                <a:lnTo>
                  <a:pt x="439" y="2337"/>
                </a:lnTo>
                <a:lnTo>
                  <a:pt x="439" y="2324"/>
                </a:lnTo>
                <a:lnTo>
                  <a:pt x="439" y="2312"/>
                </a:lnTo>
                <a:lnTo>
                  <a:pt x="440" y="2300"/>
                </a:lnTo>
                <a:lnTo>
                  <a:pt x="440" y="2288"/>
                </a:lnTo>
                <a:lnTo>
                  <a:pt x="440" y="2276"/>
                </a:lnTo>
                <a:lnTo>
                  <a:pt x="440" y="2264"/>
                </a:lnTo>
                <a:lnTo>
                  <a:pt x="440" y="2252"/>
                </a:lnTo>
                <a:lnTo>
                  <a:pt x="441" y="2228"/>
                </a:lnTo>
                <a:lnTo>
                  <a:pt x="441" y="2216"/>
                </a:lnTo>
                <a:lnTo>
                  <a:pt x="442" y="2204"/>
                </a:lnTo>
                <a:lnTo>
                  <a:pt x="442" y="2192"/>
                </a:lnTo>
                <a:lnTo>
                  <a:pt x="442" y="2180"/>
                </a:lnTo>
                <a:lnTo>
                  <a:pt x="443" y="2168"/>
                </a:lnTo>
                <a:lnTo>
                  <a:pt x="443" y="2156"/>
                </a:lnTo>
                <a:lnTo>
                  <a:pt x="443" y="2144"/>
                </a:lnTo>
                <a:lnTo>
                  <a:pt x="444" y="2132"/>
                </a:lnTo>
                <a:lnTo>
                  <a:pt x="444" y="2120"/>
                </a:lnTo>
                <a:lnTo>
                  <a:pt x="445" y="2108"/>
                </a:lnTo>
                <a:lnTo>
                  <a:pt x="445" y="2096"/>
                </a:lnTo>
                <a:lnTo>
                  <a:pt x="446" y="2084"/>
                </a:lnTo>
                <a:lnTo>
                  <a:pt x="446" y="2072"/>
                </a:lnTo>
                <a:lnTo>
                  <a:pt x="447" y="2060"/>
                </a:lnTo>
                <a:lnTo>
                  <a:pt x="447" y="2048"/>
                </a:lnTo>
                <a:lnTo>
                  <a:pt x="448" y="2024"/>
                </a:lnTo>
                <a:lnTo>
                  <a:pt x="449" y="2011"/>
                </a:lnTo>
                <a:lnTo>
                  <a:pt x="449" y="1999"/>
                </a:lnTo>
                <a:lnTo>
                  <a:pt x="450" y="1988"/>
                </a:lnTo>
                <a:lnTo>
                  <a:pt x="451" y="1975"/>
                </a:lnTo>
                <a:lnTo>
                  <a:pt x="452" y="1951"/>
                </a:lnTo>
                <a:lnTo>
                  <a:pt x="453" y="1939"/>
                </a:lnTo>
                <a:lnTo>
                  <a:pt x="454" y="1915"/>
                </a:lnTo>
                <a:lnTo>
                  <a:pt x="455" y="1903"/>
                </a:lnTo>
                <a:lnTo>
                  <a:pt x="456" y="1879"/>
                </a:lnTo>
                <a:lnTo>
                  <a:pt x="457" y="1867"/>
                </a:lnTo>
                <a:lnTo>
                  <a:pt x="458" y="1843"/>
                </a:lnTo>
                <a:lnTo>
                  <a:pt x="459" y="1831"/>
                </a:lnTo>
                <a:lnTo>
                  <a:pt x="460" y="1819"/>
                </a:lnTo>
                <a:lnTo>
                  <a:pt x="461" y="1807"/>
                </a:lnTo>
                <a:lnTo>
                  <a:pt x="461" y="1795"/>
                </a:lnTo>
                <a:lnTo>
                  <a:pt x="462" y="1783"/>
                </a:lnTo>
                <a:lnTo>
                  <a:pt x="463" y="1771"/>
                </a:lnTo>
                <a:lnTo>
                  <a:pt x="464" y="1759"/>
                </a:lnTo>
                <a:lnTo>
                  <a:pt x="464" y="1747"/>
                </a:lnTo>
                <a:lnTo>
                  <a:pt x="465" y="1735"/>
                </a:lnTo>
                <a:lnTo>
                  <a:pt x="466" y="1723"/>
                </a:lnTo>
                <a:lnTo>
                  <a:pt x="466" y="1711"/>
                </a:lnTo>
                <a:lnTo>
                  <a:pt x="467" y="1699"/>
                </a:lnTo>
                <a:lnTo>
                  <a:pt x="468" y="1675"/>
                </a:lnTo>
                <a:lnTo>
                  <a:pt x="469" y="1662"/>
                </a:lnTo>
                <a:lnTo>
                  <a:pt x="470" y="1638"/>
                </a:lnTo>
                <a:lnTo>
                  <a:pt x="471" y="1626"/>
                </a:lnTo>
                <a:lnTo>
                  <a:pt x="472" y="1602"/>
                </a:lnTo>
                <a:lnTo>
                  <a:pt x="472" y="1590"/>
                </a:lnTo>
                <a:lnTo>
                  <a:pt x="473" y="1578"/>
                </a:lnTo>
                <a:lnTo>
                  <a:pt x="473" y="1566"/>
                </a:lnTo>
                <a:lnTo>
                  <a:pt x="474" y="1554"/>
                </a:lnTo>
                <a:lnTo>
                  <a:pt x="475" y="1542"/>
                </a:lnTo>
                <a:lnTo>
                  <a:pt x="475" y="1530"/>
                </a:lnTo>
                <a:lnTo>
                  <a:pt x="475" y="1518"/>
                </a:lnTo>
                <a:lnTo>
                  <a:pt x="476" y="1494"/>
                </a:lnTo>
                <a:lnTo>
                  <a:pt x="477" y="1482"/>
                </a:lnTo>
                <a:lnTo>
                  <a:pt x="477" y="1470"/>
                </a:lnTo>
                <a:lnTo>
                  <a:pt x="477" y="1458"/>
                </a:lnTo>
                <a:lnTo>
                  <a:pt x="478" y="1446"/>
                </a:lnTo>
                <a:lnTo>
                  <a:pt x="478" y="1422"/>
                </a:lnTo>
                <a:lnTo>
                  <a:pt x="479" y="1410"/>
                </a:lnTo>
                <a:lnTo>
                  <a:pt x="479" y="1386"/>
                </a:lnTo>
                <a:lnTo>
                  <a:pt x="479" y="1374"/>
                </a:lnTo>
                <a:lnTo>
                  <a:pt x="480" y="1362"/>
                </a:lnTo>
                <a:lnTo>
                  <a:pt x="480" y="1350"/>
                </a:lnTo>
                <a:lnTo>
                  <a:pt x="480" y="1338"/>
                </a:lnTo>
                <a:lnTo>
                  <a:pt x="480" y="1326"/>
                </a:lnTo>
                <a:lnTo>
                  <a:pt x="480" y="1313"/>
                </a:lnTo>
                <a:lnTo>
                  <a:pt x="481" y="1289"/>
                </a:lnTo>
                <a:lnTo>
                  <a:pt x="481" y="1277"/>
                </a:lnTo>
                <a:lnTo>
                  <a:pt x="481" y="1252"/>
                </a:lnTo>
                <a:lnTo>
                  <a:pt x="481" y="1240"/>
                </a:lnTo>
                <a:lnTo>
                  <a:pt x="481" y="1228"/>
                </a:lnTo>
                <a:lnTo>
                  <a:pt x="481" y="1216"/>
                </a:lnTo>
                <a:lnTo>
                  <a:pt x="482" y="1204"/>
                </a:lnTo>
                <a:lnTo>
                  <a:pt x="482" y="1192"/>
                </a:lnTo>
                <a:lnTo>
                  <a:pt x="482" y="1180"/>
                </a:lnTo>
                <a:lnTo>
                  <a:pt x="482" y="1168"/>
                </a:lnTo>
                <a:lnTo>
                  <a:pt x="482" y="1156"/>
                </a:lnTo>
                <a:lnTo>
                  <a:pt x="482" y="1144"/>
                </a:lnTo>
                <a:lnTo>
                  <a:pt x="482" y="1120"/>
                </a:lnTo>
                <a:lnTo>
                  <a:pt x="482" y="1108"/>
                </a:lnTo>
                <a:lnTo>
                  <a:pt x="482" y="1084"/>
                </a:lnTo>
                <a:lnTo>
                  <a:pt x="482" y="1072"/>
                </a:lnTo>
                <a:lnTo>
                  <a:pt x="482" y="915"/>
                </a:lnTo>
                <a:lnTo>
                  <a:pt x="482" y="903"/>
                </a:lnTo>
                <a:lnTo>
                  <a:pt x="482" y="879"/>
                </a:lnTo>
                <a:lnTo>
                  <a:pt x="482" y="867"/>
                </a:lnTo>
                <a:lnTo>
                  <a:pt x="482" y="843"/>
                </a:lnTo>
                <a:lnTo>
                  <a:pt x="482" y="831"/>
                </a:lnTo>
                <a:lnTo>
                  <a:pt x="482" y="819"/>
                </a:lnTo>
                <a:lnTo>
                  <a:pt x="482" y="807"/>
                </a:lnTo>
                <a:lnTo>
                  <a:pt x="482" y="795"/>
                </a:lnTo>
                <a:lnTo>
                  <a:pt x="482" y="783"/>
                </a:lnTo>
                <a:lnTo>
                  <a:pt x="482" y="771"/>
                </a:lnTo>
                <a:lnTo>
                  <a:pt x="481" y="759"/>
                </a:lnTo>
                <a:lnTo>
                  <a:pt x="481" y="747"/>
                </a:lnTo>
                <a:lnTo>
                  <a:pt x="481" y="735"/>
                </a:lnTo>
                <a:lnTo>
                  <a:pt x="481" y="723"/>
                </a:lnTo>
                <a:lnTo>
                  <a:pt x="481" y="711"/>
                </a:lnTo>
                <a:lnTo>
                  <a:pt x="481" y="687"/>
                </a:lnTo>
                <a:lnTo>
                  <a:pt x="481" y="674"/>
                </a:lnTo>
                <a:lnTo>
                  <a:pt x="480" y="662"/>
                </a:lnTo>
                <a:lnTo>
                  <a:pt x="480" y="650"/>
                </a:lnTo>
                <a:lnTo>
                  <a:pt x="480" y="638"/>
                </a:lnTo>
                <a:lnTo>
                  <a:pt x="480" y="626"/>
                </a:lnTo>
                <a:lnTo>
                  <a:pt x="480" y="614"/>
                </a:lnTo>
                <a:lnTo>
                  <a:pt x="479" y="602"/>
                </a:lnTo>
                <a:lnTo>
                  <a:pt x="479" y="578"/>
                </a:lnTo>
                <a:lnTo>
                  <a:pt x="479" y="566"/>
                </a:lnTo>
                <a:lnTo>
                  <a:pt x="478" y="542"/>
                </a:lnTo>
                <a:lnTo>
                  <a:pt x="478" y="530"/>
                </a:lnTo>
                <a:lnTo>
                  <a:pt x="477" y="506"/>
                </a:lnTo>
                <a:lnTo>
                  <a:pt x="477" y="494"/>
                </a:lnTo>
                <a:lnTo>
                  <a:pt x="477" y="482"/>
                </a:lnTo>
                <a:lnTo>
                  <a:pt x="476" y="470"/>
                </a:lnTo>
                <a:lnTo>
                  <a:pt x="476" y="458"/>
                </a:lnTo>
                <a:lnTo>
                  <a:pt x="476" y="446"/>
                </a:lnTo>
                <a:lnTo>
                  <a:pt x="476" y="434"/>
                </a:lnTo>
                <a:lnTo>
                  <a:pt x="475" y="422"/>
                </a:lnTo>
                <a:lnTo>
                  <a:pt x="475" y="410"/>
                </a:lnTo>
                <a:lnTo>
                  <a:pt x="474" y="398"/>
                </a:lnTo>
                <a:lnTo>
                  <a:pt x="474" y="386"/>
                </a:lnTo>
                <a:lnTo>
                  <a:pt x="474" y="374"/>
                </a:lnTo>
                <a:lnTo>
                  <a:pt x="473" y="362"/>
                </a:lnTo>
                <a:lnTo>
                  <a:pt x="472" y="338"/>
                </a:lnTo>
                <a:lnTo>
                  <a:pt x="472" y="325"/>
                </a:lnTo>
                <a:lnTo>
                  <a:pt x="471" y="301"/>
                </a:lnTo>
                <a:lnTo>
                  <a:pt x="471" y="289"/>
                </a:lnTo>
                <a:lnTo>
                  <a:pt x="470" y="265"/>
                </a:lnTo>
                <a:lnTo>
                  <a:pt x="470" y="253"/>
                </a:lnTo>
                <a:lnTo>
                  <a:pt x="469" y="229"/>
                </a:lnTo>
                <a:lnTo>
                  <a:pt x="469" y="217"/>
                </a:lnTo>
                <a:lnTo>
                  <a:pt x="469" y="205"/>
                </a:lnTo>
                <a:lnTo>
                  <a:pt x="468" y="193"/>
                </a:lnTo>
                <a:lnTo>
                  <a:pt x="468" y="181"/>
                </a:lnTo>
                <a:lnTo>
                  <a:pt x="467" y="157"/>
                </a:lnTo>
                <a:lnTo>
                  <a:pt x="467" y="145"/>
                </a:lnTo>
                <a:lnTo>
                  <a:pt x="467" y="133"/>
                </a:lnTo>
                <a:lnTo>
                  <a:pt x="467" y="121"/>
                </a:lnTo>
                <a:lnTo>
                  <a:pt x="466" y="109"/>
                </a:lnTo>
                <a:lnTo>
                  <a:pt x="466" y="97"/>
                </a:lnTo>
                <a:lnTo>
                  <a:pt x="466" y="85"/>
                </a:lnTo>
                <a:lnTo>
                  <a:pt x="466" y="61"/>
                </a:lnTo>
                <a:lnTo>
                  <a:pt x="466" y="49"/>
                </a:lnTo>
                <a:lnTo>
                  <a:pt x="466" y="37"/>
                </a:lnTo>
                <a:lnTo>
                  <a:pt x="466" y="25"/>
                </a:lnTo>
                <a:lnTo>
                  <a:pt x="466" y="0"/>
                </a:lnTo>
                <a:lnTo>
                  <a:pt x="500" y="0"/>
                </a:lnTo>
                <a:lnTo>
                  <a:pt x="500" y="37"/>
                </a:lnTo>
                <a:lnTo>
                  <a:pt x="499" y="49"/>
                </a:lnTo>
                <a:lnTo>
                  <a:pt x="499" y="61"/>
                </a:lnTo>
                <a:lnTo>
                  <a:pt x="499" y="73"/>
                </a:lnTo>
                <a:lnTo>
                  <a:pt x="499" y="85"/>
                </a:lnTo>
                <a:lnTo>
                  <a:pt x="499" y="97"/>
                </a:lnTo>
                <a:lnTo>
                  <a:pt x="499" y="109"/>
                </a:lnTo>
                <a:lnTo>
                  <a:pt x="499" y="121"/>
                </a:lnTo>
                <a:lnTo>
                  <a:pt x="498" y="133"/>
                </a:lnTo>
                <a:lnTo>
                  <a:pt x="498" y="145"/>
                </a:lnTo>
                <a:lnTo>
                  <a:pt x="498" y="157"/>
                </a:lnTo>
                <a:lnTo>
                  <a:pt x="497" y="181"/>
                </a:lnTo>
                <a:lnTo>
                  <a:pt x="497" y="193"/>
                </a:lnTo>
                <a:lnTo>
                  <a:pt x="497" y="205"/>
                </a:lnTo>
                <a:lnTo>
                  <a:pt x="496" y="217"/>
                </a:lnTo>
                <a:lnTo>
                  <a:pt x="496" y="229"/>
                </a:lnTo>
                <a:lnTo>
                  <a:pt x="496" y="241"/>
                </a:lnTo>
                <a:lnTo>
                  <a:pt x="495" y="253"/>
                </a:lnTo>
                <a:lnTo>
                  <a:pt x="495" y="265"/>
                </a:lnTo>
                <a:lnTo>
                  <a:pt x="495" y="277"/>
                </a:lnTo>
                <a:lnTo>
                  <a:pt x="494" y="289"/>
                </a:lnTo>
                <a:lnTo>
                  <a:pt x="494" y="301"/>
                </a:lnTo>
                <a:lnTo>
                  <a:pt x="493" y="313"/>
                </a:lnTo>
                <a:lnTo>
                  <a:pt x="493" y="325"/>
                </a:lnTo>
                <a:lnTo>
                  <a:pt x="493" y="338"/>
                </a:lnTo>
                <a:lnTo>
                  <a:pt x="492" y="362"/>
                </a:lnTo>
                <a:lnTo>
                  <a:pt x="492" y="374"/>
                </a:lnTo>
                <a:lnTo>
                  <a:pt x="491" y="398"/>
                </a:lnTo>
                <a:lnTo>
                  <a:pt x="491" y="410"/>
                </a:lnTo>
                <a:lnTo>
                  <a:pt x="490" y="422"/>
                </a:lnTo>
                <a:lnTo>
                  <a:pt x="490" y="434"/>
                </a:lnTo>
                <a:lnTo>
                  <a:pt x="489" y="446"/>
                </a:lnTo>
                <a:lnTo>
                  <a:pt x="489" y="458"/>
                </a:lnTo>
                <a:lnTo>
                  <a:pt x="489" y="470"/>
                </a:lnTo>
                <a:lnTo>
                  <a:pt x="488" y="482"/>
                </a:lnTo>
                <a:lnTo>
                  <a:pt x="488" y="494"/>
                </a:lnTo>
                <a:lnTo>
                  <a:pt x="488" y="506"/>
                </a:lnTo>
                <a:lnTo>
                  <a:pt x="487" y="518"/>
                </a:lnTo>
                <a:lnTo>
                  <a:pt x="487" y="530"/>
                </a:lnTo>
                <a:lnTo>
                  <a:pt x="487" y="542"/>
                </a:lnTo>
                <a:lnTo>
                  <a:pt x="487" y="554"/>
                </a:lnTo>
                <a:lnTo>
                  <a:pt x="487" y="566"/>
                </a:lnTo>
                <a:lnTo>
                  <a:pt x="486" y="578"/>
                </a:lnTo>
                <a:lnTo>
                  <a:pt x="486" y="590"/>
                </a:lnTo>
                <a:lnTo>
                  <a:pt x="486" y="602"/>
                </a:lnTo>
                <a:lnTo>
                  <a:pt x="486" y="614"/>
                </a:lnTo>
                <a:lnTo>
                  <a:pt x="485" y="626"/>
                </a:lnTo>
                <a:lnTo>
                  <a:pt x="485" y="638"/>
                </a:lnTo>
                <a:lnTo>
                  <a:pt x="485" y="650"/>
                </a:lnTo>
                <a:lnTo>
                  <a:pt x="485" y="674"/>
                </a:lnTo>
                <a:lnTo>
                  <a:pt x="485" y="687"/>
                </a:lnTo>
                <a:lnTo>
                  <a:pt x="484" y="711"/>
                </a:lnTo>
                <a:lnTo>
                  <a:pt x="484" y="723"/>
                </a:lnTo>
                <a:lnTo>
                  <a:pt x="484" y="747"/>
                </a:lnTo>
                <a:lnTo>
                  <a:pt x="484" y="759"/>
                </a:lnTo>
                <a:lnTo>
                  <a:pt x="484" y="771"/>
                </a:lnTo>
                <a:lnTo>
                  <a:pt x="484" y="783"/>
                </a:lnTo>
                <a:lnTo>
                  <a:pt x="483" y="795"/>
                </a:lnTo>
                <a:lnTo>
                  <a:pt x="483" y="807"/>
                </a:lnTo>
                <a:lnTo>
                  <a:pt x="483" y="819"/>
                </a:lnTo>
                <a:lnTo>
                  <a:pt x="483" y="843"/>
                </a:lnTo>
                <a:lnTo>
                  <a:pt x="483" y="855"/>
                </a:lnTo>
                <a:lnTo>
                  <a:pt x="483" y="867"/>
                </a:lnTo>
                <a:lnTo>
                  <a:pt x="483" y="879"/>
                </a:lnTo>
                <a:lnTo>
                  <a:pt x="483" y="927"/>
                </a:lnTo>
                <a:lnTo>
                  <a:pt x="483" y="939"/>
                </a:lnTo>
                <a:lnTo>
                  <a:pt x="483" y="1048"/>
                </a:lnTo>
                <a:lnTo>
                  <a:pt x="483" y="1060"/>
                </a:lnTo>
                <a:lnTo>
                  <a:pt x="483" y="1108"/>
                </a:lnTo>
                <a:lnTo>
                  <a:pt x="483" y="1120"/>
                </a:lnTo>
                <a:lnTo>
                  <a:pt x="483" y="1132"/>
                </a:lnTo>
                <a:lnTo>
                  <a:pt x="483" y="1144"/>
                </a:lnTo>
                <a:lnTo>
                  <a:pt x="483" y="1168"/>
                </a:lnTo>
                <a:lnTo>
                  <a:pt x="483" y="1180"/>
                </a:lnTo>
                <a:lnTo>
                  <a:pt x="484" y="1192"/>
                </a:lnTo>
                <a:lnTo>
                  <a:pt x="484" y="1204"/>
                </a:lnTo>
                <a:lnTo>
                  <a:pt x="484" y="1216"/>
                </a:lnTo>
                <a:lnTo>
                  <a:pt x="484" y="1228"/>
                </a:lnTo>
                <a:lnTo>
                  <a:pt x="484" y="1240"/>
                </a:lnTo>
                <a:lnTo>
                  <a:pt x="484" y="1252"/>
                </a:lnTo>
                <a:lnTo>
                  <a:pt x="484" y="1277"/>
                </a:lnTo>
                <a:lnTo>
                  <a:pt x="484" y="1289"/>
                </a:lnTo>
                <a:lnTo>
                  <a:pt x="485" y="1301"/>
                </a:lnTo>
                <a:lnTo>
                  <a:pt x="485" y="1313"/>
                </a:lnTo>
                <a:lnTo>
                  <a:pt x="485" y="1326"/>
                </a:lnTo>
                <a:lnTo>
                  <a:pt x="485" y="1338"/>
                </a:lnTo>
                <a:lnTo>
                  <a:pt x="485" y="1350"/>
                </a:lnTo>
                <a:lnTo>
                  <a:pt x="486" y="1362"/>
                </a:lnTo>
                <a:lnTo>
                  <a:pt x="486" y="1374"/>
                </a:lnTo>
                <a:lnTo>
                  <a:pt x="486" y="1386"/>
                </a:lnTo>
                <a:lnTo>
                  <a:pt x="487" y="1410"/>
                </a:lnTo>
                <a:lnTo>
                  <a:pt x="487" y="1422"/>
                </a:lnTo>
                <a:lnTo>
                  <a:pt x="487" y="1434"/>
                </a:lnTo>
                <a:lnTo>
                  <a:pt x="488" y="1446"/>
                </a:lnTo>
                <a:lnTo>
                  <a:pt x="488" y="1458"/>
                </a:lnTo>
                <a:lnTo>
                  <a:pt x="488" y="1470"/>
                </a:lnTo>
                <a:lnTo>
                  <a:pt x="489" y="1482"/>
                </a:lnTo>
                <a:lnTo>
                  <a:pt x="489" y="1494"/>
                </a:lnTo>
                <a:lnTo>
                  <a:pt x="490" y="1518"/>
                </a:lnTo>
                <a:lnTo>
                  <a:pt x="490" y="1530"/>
                </a:lnTo>
                <a:lnTo>
                  <a:pt x="491" y="1542"/>
                </a:lnTo>
                <a:lnTo>
                  <a:pt x="491" y="1554"/>
                </a:lnTo>
                <a:lnTo>
                  <a:pt x="492" y="1566"/>
                </a:lnTo>
                <a:lnTo>
                  <a:pt x="492" y="1578"/>
                </a:lnTo>
                <a:lnTo>
                  <a:pt x="493" y="1590"/>
                </a:lnTo>
                <a:lnTo>
                  <a:pt x="493" y="1602"/>
                </a:lnTo>
                <a:lnTo>
                  <a:pt x="494" y="1614"/>
                </a:lnTo>
                <a:lnTo>
                  <a:pt x="495" y="1626"/>
                </a:lnTo>
                <a:lnTo>
                  <a:pt x="495" y="1638"/>
                </a:lnTo>
                <a:lnTo>
                  <a:pt x="496" y="1650"/>
                </a:lnTo>
                <a:lnTo>
                  <a:pt x="496" y="1662"/>
                </a:lnTo>
                <a:lnTo>
                  <a:pt x="497" y="1675"/>
                </a:lnTo>
                <a:lnTo>
                  <a:pt x="498" y="1699"/>
                </a:lnTo>
                <a:lnTo>
                  <a:pt x="499" y="1711"/>
                </a:lnTo>
                <a:lnTo>
                  <a:pt x="500" y="1735"/>
                </a:lnTo>
                <a:lnTo>
                  <a:pt x="501" y="1747"/>
                </a:lnTo>
                <a:lnTo>
                  <a:pt x="502" y="1759"/>
                </a:lnTo>
                <a:lnTo>
                  <a:pt x="502" y="1771"/>
                </a:lnTo>
                <a:lnTo>
                  <a:pt x="503" y="1783"/>
                </a:lnTo>
                <a:lnTo>
                  <a:pt x="504" y="1795"/>
                </a:lnTo>
                <a:lnTo>
                  <a:pt x="505" y="1807"/>
                </a:lnTo>
                <a:lnTo>
                  <a:pt x="505" y="1819"/>
                </a:lnTo>
                <a:lnTo>
                  <a:pt x="506" y="1831"/>
                </a:lnTo>
                <a:lnTo>
                  <a:pt x="507" y="1843"/>
                </a:lnTo>
                <a:lnTo>
                  <a:pt x="507" y="1855"/>
                </a:lnTo>
                <a:lnTo>
                  <a:pt x="508" y="1867"/>
                </a:lnTo>
                <a:lnTo>
                  <a:pt x="509" y="1879"/>
                </a:lnTo>
                <a:lnTo>
                  <a:pt x="510" y="1903"/>
                </a:lnTo>
                <a:lnTo>
                  <a:pt x="511" y="1915"/>
                </a:lnTo>
                <a:lnTo>
                  <a:pt x="513" y="1939"/>
                </a:lnTo>
                <a:lnTo>
                  <a:pt x="513" y="1951"/>
                </a:lnTo>
                <a:lnTo>
                  <a:pt x="514" y="1975"/>
                </a:lnTo>
                <a:lnTo>
                  <a:pt x="515" y="1988"/>
                </a:lnTo>
                <a:lnTo>
                  <a:pt x="516" y="1999"/>
                </a:lnTo>
                <a:lnTo>
                  <a:pt x="516" y="2011"/>
                </a:lnTo>
                <a:lnTo>
                  <a:pt x="517" y="2024"/>
                </a:lnTo>
                <a:lnTo>
                  <a:pt x="518" y="2048"/>
                </a:lnTo>
                <a:lnTo>
                  <a:pt x="519" y="2060"/>
                </a:lnTo>
                <a:lnTo>
                  <a:pt x="519" y="2072"/>
                </a:lnTo>
                <a:lnTo>
                  <a:pt x="520" y="2084"/>
                </a:lnTo>
                <a:lnTo>
                  <a:pt x="520" y="2096"/>
                </a:lnTo>
                <a:lnTo>
                  <a:pt x="521" y="2120"/>
                </a:lnTo>
                <a:lnTo>
                  <a:pt x="521" y="2132"/>
                </a:lnTo>
                <a:lnTo>
                  <a:pt x="522" y="2144"/>
                </a:lnTo>
                <a:lnTo>
                  <a:pt x="522" y="2156"/>
                </a:lnTo>
                <a:lnTo>
                  <a:pt x="523" y="2168"/>
                </a:lnTo>
                <a:lnTo>
                  <a:pt x="523" y="2180"/>
                </a:lnTo>
                <a:lnTo>
                  <a:pt x="523" y="2192"/>
                </a:lnTo>
                <a:lnTo>
                  <a:pt x="524" y="2216"/>
                </a:lnTo>
                <a:lnTo>
                  <a:pt x="524" y="2228"/>
                </a:lnTo>
                <a:lnTo>
                  <a:pt x="525" y="2252"/>
                </a:lnTo>
                <a:lnTo>
                  <a:pt x="525" y="2264"/>
                </a:lnTo>
                <a:lnTo>
                  <a:pt x="525" y="2276"/>
                </a:lnTo>
                <a:lnTo>
                  <a:pt x="525" y="2288"/>
                </a:lnTo>
                <a:lnTo>
                  <a:pt x="526" y="2300"/>
                </a:lnTo>
                <a:lnTo>
                  <a:pt x="526" y="2312"/>
                </a:lnTo>
                <a:lnTo>
                  <a:pt x="526" y="2324"/>
                </a:lnTo>
                <a:lnTo>
                  <a:pt x="526" y="2337"/>
                </a:lnTo>
                <a:lnTo>
                  <a:pt x="526" y="2349"/>
                </a:lnTo>
                <a:lnTo>
                  <a:pt x="527" y="2361"/>
                </a:lnTo>
                <a:lnTo>
                  <a:pt x="527" y="2373"/>
                </a:lnTo>
                <a:lnTo>
                  <a:pt x="528" y="2397"/>
                </a:lnTo>
                <a:lnTo>
                  <a:pt x="528" y="2409"/>
                </a:lnTo>
                <a:lnTo>
                  <a:pt x="528" y="2433"/>
                </a:lnTo>
                <a:lnTo>
                  <a:pt x="529" y="2445"/>
                </a:lnTo>
                <a:lnTo>
                  <a:pt x="530" y="2469"/>
                </a:lnTo>
                <a:lnTo>
                  <a:pt x="530" y="2481"/>
                </a:lnTo>
                <a:lnTo>
                  <a:pt x="531" y="2505"/>
                </a:lnTo>
                <a:lnTo>
                  <a:pt x="531" y="2517"/>
                </a:lnTo>
                <a:lnTo>
                  <a:pt x="532" y="2529"/>
                </a:lnTo>
                <a:lnTo>
                  <a:pt x="533" y="2541"/>
                </a:lnTo>
                <a:lnTo>
                  <a:pt x="533" y="2553"/>
                </a:lnTo>
                <a:lnTo>
                  <a:pt x="534" y="2565"/>
                </a:lnTo>
                <a:lnTo>
                  <a:pt x="535" y="2577"/>
                </a:lnTo>
                <a:lnTo>
                  <a:pt x="536" y="2601"/>
                </a:lnTo>
                <a:lnTo>
                  <a:pt x="537" y="2613"/>
                </a:lnTo>
                <a:lnTo>
                  <a:pt x="539" y="2637"/>
                </a:lnTo>
                <a:lnTo>
                  <a:pt x="540" y="2650"/>
                </a:lnTo>
                <a:lnTo>
                  <a:pt x="543" y="2674"/>
                </a:lnTo>
                <a:lnTo>
                  <a:pt x="544" y="2686"/>
                </a:lnTo>
                <a:lnTo>
                  <a:pt x="545" y="2698"/>
                </a:lnTo>
                <a:lnTo>
                  <a:pt x="547" y="2710"/>
                </a:lnTo>
                <a:lnTo>
                  <a:pt x="548" y="2722"/>
                </a:lnTo>
                <a:lnTo>
                  <a:pt x="550" y="2734"/>
                </a:lnTo>
                <a:lnTo>
                  <a:pt x="552" y="2746"/>
                </a:lnTo>
                <a:lnTo>
                  <a:pt x="553" y="2758"/>
                </a:lnTo>
                <a:lnTo>
                  <a:pt x="557" y="2782"/>
                </a:lnTo>
                <a:lnTo>
                  <a:pt x="559" y="2794"/>
                </a:lnTo>
                <a:lnTo>
                  <a:pt x="561" y="2806"/>
                </a:lnTo>
                <a:lnTo>
                  <a:pt x="563" y="2818"/>
                </a:lnTo>
                <a:lnTo>
                  <a:pt x="565" y="2830"/>
                </a:lnTo>
                <a:lnTo>
                  <a:pt x="567" y="2842"/>
                </a:lnTo>
                <a:lnTo>
                  <a:pt x="569" y="2854"/>
                </a:lnTo>
                <a:lnTo>
                  <a:pt x="572" y="2866"/>
                </a:lnTo>
                <a:lnTo>
                  <a:pt x="576" y="2890"/>
                </a:lnTo>
                <a:lnTo>
                  <a:pt x="579" y="2902"/>
                </a:lnTo>
                <a:lnTo>
                  <a:pt x="581" y="2914"/>
                </a:lnTo>
                <a:lnTo>
                  <a:pt x="584" y="2926"/>
                </a:lnTo>
                <a:lnTo>
                  <a:pt x="586" y="2938"/>
                </a:lnTo>
                <a:lnTo>
                  <a:pt x="589" y="2950"/>
                </a:lnTo>
                <a:lnTo>
                  <a:pt x="591" y="2962"/>
                </a:lnTo>
                <a:lnTo>
                  <a:pt x="594" y="2974"/>
                </a:lnTo>
                <a:lnTo>
                  <a:pt x="596" y="2986"/>
                </a:lnTo>
                <a:lnTo>
                  <a:pt x="599" y="2999"/>
                </a:lnTo>
                <a:lnTo>
                  <a:pt x="604" y="3023"/>
                </a:lnTo>
                <a:lnTo>
                  <a:pt x="606" y="3035"/>
                </a:lnTo>
                <a:lnTo>
                  <a:pt x="611" y="3059"/>
                </a:lnTo>
                <a:lnTo>
                  <a:pt x="613" y="3071"/>
                </a:lnTo>
                <a:lnTo>
                  <a:pt x="618" y="3095"/>
                </a:lnTo>
                <a:lnTo>
                  <a:pt x="620" y="3107"/>
                </a:lnTo>
                <a:lnTo>
                  <a:pt x="625" y="3131"/>
                </a:lnTo>
                <a:lnTo>
                  <a:pt x="627" y="3143"/>
                </a:lnTo>
                <a:lnTo>
                  <a:pt x="629" y="3155"/>
                </a:lnTo>
                <a:lnTo>
                  <a:pt x="631" y="3167"/>
                </a:lnTo>
                <a:lnTo>
                  <a:pt x="633" y="3179"/>
                </a:lnTo>
                <a:lnTo>
                  <a:pt x="636" y="3203"/>
                </a:lnTo>
                <a:lnTo>
                  <a:pt x="638" y="3215"/>
                </a:lnTo>
                <a:lnTo>
                  <a:pt x="641" y="3239"/>
                </a:lnTo>
                <a:lnTo>
                  <a:pt x="642" y="3251"/>
                </a:lnTo>
                <a:lnTo>
                  <a:pt x="644" y="3263"/>
                </a:lnTo>
                <a:lnTo>
                  <a:pt x="645" y="3275"/>
                </a:lnTo>
                <a:lnTo>
                  <a:pt x="646" y="3287"/>
                </a:lnTo>
                <a:lnTo>
                  <a:pt x="647" y="3299"/>
                </a:lnTo>
                <a:lnTo>
                  <a:pt x="648" y="3311"/>
                </a:lnTo>
                <a:lnTo>
                  <a:pt x="649" y="3324"/>
                </a:lnTo>
                <a:lnTo>
                  <a:pt x="650" y="3336"/>
                </a:lnTo>
                <a:lnTo>
                  <a:pt x="651" y="3347"/>
                </a:lnTo>
                <a:lnTo>
                  <a:pt x="652" y="3360"/>
                </a:lnTo>
                <a:lnTo>
                  <a:pt x="653" y="3384"/>
                </a:lnTo>
                <a:lnTo>
                  <a:pt x="654" y="3396"/>
                </a:lnTo>
                <a:lnTo>
                  <a:pt x="654" y="3408"/>
                </a:lnTo>
                <a:lnTo>
                  <a:pt x="655" y="3420"/>
                </a:lnTo>
                <a:lnTo>
                  <a:pt x="655" y="3432"/>
                </a:lnTo>
                <a:lnTo>
                  <a:pt x="656" y="3444"/>
                </a:lnTo>
                <a:lnTo>
                  <a:pt x="656" y="3456"/>
                </a:lnTo>
                <a:lnTo>
                  <a:pt x="657" y="3480"/>
                </a:lnTo>
                <a:lnTo>
                  <a:pt x="658" y="3492"/>
                </a:lnTo>
                <a:lnTo>
                  <a:pt x="658" y="3516"/>
                </a:lnTo>
                <a:lnTo>
                  <a:pt x="659" y="3528"/>
                </a:lnTo>
                <a:lnTo>
                  <a:pt x="660" y="3552"/>
                </a:lnTo>
                <a:lnTo>
                  <a:pt x="661" y="3564"/>
                </a:lnTo>
                <a:lnTo>
                  <a:pt x="661" y="3576"/>
                </a:lnTo>
                <a:lnTo>
                  <a:pt x="662" y="3588"/>
                </a:lnTo>
                <a:lnTo>
                  <a:pt x="663" y="3600"/>
                </a:lnTo>
                <a:lnTo>
                  <a:pt x="664" y="3624"/>
                </a:lnTo>
                <a:lnTo>
                  <a:pt x="665" y="3636"/>
                </a:lnTo>
                <a:lnTo>
                  <a:pt x="666" y="3648"/>
                </a:lnTo>
                <a:lnTo>
                  <a:pt x="667" y="3660"/>
                </a:lnTo>
                <a:lnTo>
                  <a:pt x="668" y="3673"/>
                </a:lnTo>
                <a:lnTo>
                  <a:pt x="670" y="3685"/>
                </a:lnTo>
                <a:lnTo>
                  <a:pt x="671" y="3697"/>
                </a:lnTo>
                <a:lnTo>
                  <a:pt x="672" y="3709"/>
                </a:lnTo>
                <a:lnTo>
                  <a:pt x="674" y="3721"/>
                </a:lnTo>
                <a:lnTo>
                  <a:pt x="675" y="3733"/>
                </a:lnTo>
                <a:lnTo>
                  <a:pt x="677" y="3745"/>
                </a:lnTo>
                <a:lnTo>
                  <a:pt x="680" y="3769"/>
                </a:lnTo>
                <a:lnTo>
                  <a:pt x="682" y="3781"/>
                </a:lnTo>
                <a:lnTo>
                  <a:pt x="684" y="3793"/>
                </a:lnTo>
                <a:lnTo>
                  <a:pt x="686" y="3805"/>
                </a:lnTo>
                <a:lnTo>
                  <a:pt x="689" y="3817"/>
                </a:lnTo>
                <a:lnTo>
                  <a:pt x="691" y="3829"/>
                </a:lnTo>
                <a:lnTo>
                  <a:pt x="693" y="3841"/>
                </a:lnTo>
                <a:lnTo>
                  <a:pt x="698" y="3865"/>
                </a:lnTo>
                <a:lnTo>
                  <a:pt x="701" y="3877"/>
                </a:lnTo>
                <a:lnTo>
                  <a:pt x="707" y="3901"/>
                </a:lnTo>
                <a:lnTo>
                  <a:pt x="709" y="3913"/>
                </a:lnTo>
                <a:lnTo>
                  <a:pt x="713" y="3925"/>
                </a:lnTo>
                <a:lnTo>
                  <a:pt x="716" y="3937"/>
                </a:lnTo>
                <a:lnTo>
                  <a:pt x="719" y="3949"/>
                </a:lnTo>
                <a:lnTo>
                  <a:pt x="725" y="3973"/>
                </a:lnTo>
                <a:lnTo>
                  <a:pt x="729" y="3986"/>
                </a:lnTo>
                <a:lnTo>
                  <a:pt x="736" y="4010"/>
                </a:lnTo>
                <a:lnTo>
                  <a:pt x="739" y="4022"/>
                </a:lnTo>
                <a:lnTo>
                  <a:pt x="747" y="4046"/>
                </a:lnTo>
                <a:lnTo>
                  <a:pt x="750" y="4058"/>
                </a:lnTo>
                <a:lnTo>
                  <a:pt x="754" y="4070"/>
                </a:lnTo>
                <a:lnTo>
                  <a:pt x="756" y="4074"/>
                </a:lnTo>
                <a:lnTo>
                  <a:pt x="758" y="4082"/>
                </a:lnTo>
                <a:lnTo>
                  <a:pt x="762" y="4094"/>
                </a:lnTo>
                <a:lnTo>
                  <a:pt x="770" y="4118"/>
                </a:lnTo>
                <a:lnTo>
                  <a:pt x="774" y="4130"/>
                </a:lnTo>
                <a:lnTo>
                  <a:pt x="782" y="4154"/>
                </a:lnTo>
                <a:lnTo>
                  <a:pt x="787" y="4166"/>
                </a:lnTo>
                <a:lnTo>
                  <a:pt x="791" y="4178"/>
                </a:lnTo>
                <a:lnTo>
                  <a:pt x="795" y="4190"/>
                </a:lnTo>
                <a:lnTo>
                  <a:pt x="800" y="4202"/>
                </a:lnTo>
                <a:lnTo>
                  <a:pt x="804" y="4214"/>
                </a:lnTo>
                <a:lnTo>
                  <a:pt x="809" y="4226"/>
                </a:lnTo>
                <a:lnTo>
                  <a:pt x="817" y="4250"/>
                </a:lnTo>
                <a:lnTo>
                  <a:pt x="822" y="4262"/>
                </a:lnTo>
                <a:lnTo>
                  <a:pt x="830" y="4286"/>
                </a:lnTo>
                <a:lnTo>
                  <a:pt x="834" y="4298"/>
                </a:lnTo>
                <a:lnTo>
                  <a:pt x="843" y="4322"/>
                </a:lnTo>
                <a:lnTo>
                  <a:pt x="847" y="4335"/>
                </a:lnTo>
                <a:lnTo>
                  <a:pt x="855" y="4359"/>
                </a:lnTo>
                <a:lnTo>
                  <a:pt x="859" y="4371"/>
                </a:lnTo>
                <a:lnTo>
                  <a:pt x="863" y="4383"/>
                </a:lnTo>
                <a:lnTo>
                  <a:pt x="867" y="4395"/>
                </a:lnTo>
                <a:lnTo>
                  <a:pt x="871" y="4407"/>
                </a:lnTo>
                <a:lnTo>
                  <a:pt x="875" y="4419"/>
                </a:lnTo>
                <a:lnTo>
                  <a:pt x="879" y="4431"/>
                </a:lnTo>
                <a:lnTo>
                  <a:pt x="883" y="4443"/>
                </a:lnTo>
                <a:lnTo>
                  <a:pt x="887" y="4455"/>
                </a:lnTo>
                <a:lnTo>
                  <a:pt x="890" y="4467"/>
                </a:lnTo>
                <a:lnTo>
                  <a:pt x="894" y="4479"/>
                </a:lnTo>
                <a:lnTo>
                  <a:pt x="897" y="4491"/>
                </a:lnTo>
                <a:lnTo>
                  <a:pt x="901" y="4503"/>
                </a:lnTo>
                <a:lnTo>
                  <a:pt x="904" y="4515"/>
                </a:lnTo>
                <a:lnTo>
                  <a:pt x="910" y="4539"/>
                </a:lnTo>
                <a:lnTo>
                  <a:pt x="914" y="4551"/>
                </a:lnTo>
                <a:lnTo>
                  <a:pt x="919" y="4575"/>
                </a:lnTo>
                <a:lnTo>
                  <a:pt x="922" y="4587"/>
                </a:lnTo>
                <a:lnTo>
                  <a:pt x="928" y="4611"/>
                </a:lnTo>
                <a:lnTo>
                  <a:pt x="930" y="4623"/>
                </a:lnTo>
                <a:lnTo>
                  <a:pt x="932" y="4635"/>
                </a:lnTo>
                <a:lnTo>
                  <a:pt x="935" y="4648"/>
                </a:lnTo>
                <a:lnTo>
                  <a:pt x="935" y="4650"/>
                </a:lnTo>
                <a:lnTo>
                  <a:pt x="937" y="4660"/>
                </a:lnTo>
                <a:lnTo>
                  <a:pt x="939" y="4672"/>
                </a:lnTo>
                <a:lnTo>
                  <a:pt x="941" y="4684"/>
                </a:lnTo>
                <a:lnTo>
                  <a:pt x="943" y="4696"/>
                </a:lnTo>
                <a:lnTo>
                  <a:pt x="945" y="4708"/>
                </a:lnTo>
                <a:lnTo>
                  <a:pt x="947" y="4720"/>
                </a:lnTo>
                <a:lnTo>
                  <a:pt x="949" y="4732"/>
                </a:lnTo>
                <a:lnTo>
                  <a:pt x="950" y="4744"/>
                </a:lnTo>
                <a:lnTo>
                  <a:pt x="952" y="4756"/>
                </a:lnTo>
                <a:lnTo>
                  <a:pt x="953" y="4768"/>
                </a:lnTo>
                <a:lnTo>
                  <a:pt x="955" y="4780"/>
                </a:lnTo>
                <a:lnTo>
                  <a:pt x="956" y="4792"/>
                </a:lnTo>
                <a:lnTo>
                  <a:pt x="957" y="4804"/>
                </a:lnTo>
                <a:lnTo>
                  <a:pt x="958" y="4816"/>
                </a:lnTo>
                <a:lnTo>
                  <a:pt x="959" y="4828"/>
                </a:lnTo>
                <a:lnTo>
                  <a:pt x="961" y="4852"/>
                </a:lnTo>
                <a:lnTo>
                  <a:pt x="962" y="4864"/>
                </a:lnTo>
                <a:lnTo>
                  <a:pt x="963" y="4876"/>
                </a:lnTo>
                <a:lnTo>
                  <a:pt x="963" y="4888"/>
                </a:lnTo>
                <a:lnTo>
                  <a:pt x="964" y="4900"/>
                </a:lnTo>
                <a:lnTo>
                  <a:pt x="965" y="4924"/>
                </a:lnTo>
                <a:lnTo>
                  <a:pt x="966" y="4936"/>
                </a:lnTo>
                <a:lnTo>
                  <a:pt x="966" y="4960"/>
                </a:lnTo>
                <a:lnTo>
                  <a:pt x="966" y="4972"/>
                </a:lnTo>
                <a:lnTo>
                  <a:pt x="966" y="4984"/>
                </a:lnTo>
                <a:lnTo>
                  <a:pt x="966" y="5009"/>
                </a:lnTo>
                <a:lnTo>
                  <a:pt x="966" y="5033"/>
                </a:lnTo>
                <a:lnTo>
                  <a:pt x="966" y="5045"/>
                </a:lnTo>
                <a:lnTo>
                  <a:pt x="965" y="5057"/>
                </a:lnTo>
                <a:lnTo>
                  <a:pt x="964" y="5069"/>
                </a:lnTo>
                <a:lnTo>
                  <a:pt x="964" y="5081"/>
                </a:lnTo>
                <a:lnTo>
                  <a:pt x="963" y="5093"/>
                </a:lnTo>
                <a:lnTo>
                  <a:pt x="962" y="5105"/>
                </a:lnTo>
                <a:lnTo>
                  <a:pt x="961" y="5117"/>
                </a:lnTo>
                <a:lnTo>
                  <a:pt x="959" y="5129"/>
                </a:lnTo>
                <a:lnTo>
                  <a:pt x="958" y="5141"/>
                </a:lnTo>
                <a:lnTo>
                  <a:pt x="955" y="5165"/>
                </a:lnTo>
                <a:lnTo>
                  <a:pt x="952" y="5177"/>
                </a:lnTo>
                <a:lnTo>
                  <a:pt x="950" y="5189"/>
                </a:lnTo>
                <a:lnTo>
                  <a:pt x="948" y="5201"/>
                </a:lnTo>
                <a:lnTo>
                  <a:pt x="946" y="5213"/>
                </a:lnTo>
                <a:lnTo>
                  <a:pt x="943" y="5224"/>
                </a:lnTo>
                <a:lnTo>
                  <a:pt x="943" y="5225"/>
                </a:lnTo>
                <a:lnTo>
                  <a:pt x="940" y="5237"/>
                </a:lnTo>
                <a:lnTo>
                  <a:pt x="937" y="5249"/>
                </a:lnTo>
                <a:lnTo>
                  <a:pt x="934" y="5261"/>
                </a:lnTo>
                <a:lnTo>
                  <a:pt x="930" y="5273"/>
                </a:lnTo>
                <a:lnTo>
                  <a:pt x="926" y="5285"/>
                </a:lnTo>
                <a:lnTo>
                  <a:pt x="922" y="5297"/>
                </a:lnTo>
                <a:lnTo>
                  <a:pt x="918" y="5309"/>
                </a:lnTo>
                <a:lnTo>
                  <a:pt x="914" y="5322"/>
                </a:lnTo>
                <a:lnTo>
                  <a:pt x="909" y="5334"/>
                </a:lnTo>
                <a:lnTo>
                  <a:pt x="905" y="5346"/>
                </a:lnTo>
                <a:lnTo>
                  <a:pt x="900" y="5358"/>
                </a:lnTo>
                <a:lnTo>
                  <a:pt x="895" y="5370"/>
                </a:lnTo>
                <a:lnTo>
                  <a:pt x="889" y="5382"/>
                </a:lnTo>
                <a:lnTo>
                  <a:pt x="884" y="5394"/>
                </a:lnTo>
                <a:lnTo>
                  <a:pt x="872" y="5418"/>
                </a:lnTo>
                <a:lnTo>
                  <a:pt x="866" y="5430"/>
                </a:lnTo>
                <a:lnTo>
                  <a:pt x="860" y="5442"/>
                </a:lnTo>
                <a:lnTo>
                  <a:pt x="854" y="5454"/>
                </a:lnTo>
                <a:lnTo>
                  <a:pt x="840" y="5478"/>
                </a:lnTo>
                <a:lnTo>
                  <a:pt x="834" y="5490"/>
                </a:lnTo>
                <a:lnTo>
                  <a:pt x="827" y="5502"/>
                </a:lnTo>
                <a:lnTo>
                  <a:pt x="820" y="5514"/>
                </a:lnTo>
                <a:lnTo>
                  <a:pt x="813" y="5526"/>
                </a:lnTo>
                <a:lnTo>
                  <a:pt x="806" y="5538"/>
                </a:lnTo>
                <a:lnTo>
                  <a:pt x="798" y="5550"/>
                </a:lnTo>
                <a:lnTo>
                  <a:pt x="790" y="5562"/>
                </a:lnTo>
                <a:lnTo>
                  <a:pt x="783" y="5574"/>
                </a:lnTo>
                <a:lnTo>
                  <a:pt x="776" y="5586"/>
                </a:lnTo>
                <a:lnTo>
                  <a:pt x="769" y="5598"/>
                </a:lnTo>
                <a:lnTo>
                  <a:pt x="754" y="5622"/>
                </a:lnTo>
                <a:lnTo>
                  <a:pt x="747" y="5634"/>
                </a:lnTo>
                <a:lnTo>
                  <a:pt x="733" y="5658"/>
                </a:lnTo>
                <a:lnTo>
                  <a:pt x="726" y="5671"/>
                </a:lnTo>
                <a:lnTo>
                  <a:pt x="712" y="5695"/>
                </a:lnTo>
                <a:lnTo>
                  <a:pt x="705" y="5707"/>
                </a:lnTo>
                <a:lnTo>
                  <a:pt x="692" y="5731"/>
                </a:lnTo>
                <a:lnTo>
                  <a:pt x="686" y="5743"/>
                </a:lnTo>
                <a:lnTo>
                  <a:pt x="679" y="5755"/>
                </a:lnTo>
                <a:lnTo>
                  <a:pt x="673" y="5767"/>
                </a:lnTo>
                <a:lnTo>
                  <a:pt x="667" y="5779"/>
                </a:lnTo>
                <a:lnTo>
                  <a:pt x="661" y="5791"/>
                </a:lnTo>
                <a:lnTo>
                  <a:pt x="656" y="5803"/>
                </a:lnTo>
                <a:lnTo>
                  <a:pt x="650" y="5815"/>
                </a:lnTo>
                <a:lnTo>
                  <a:pt x="639" y="5839"/>
                </a:lnTo>
                <a:lnTo>
                  <a:pt x="634" y="5851"/>
                </a:lnTo>
                <a:lnTo>
                  <a:pt x="629" y="5863"/>
                </a:lnTo>
                <a:lnTo>
                  <a:pt x="624" y="5875"/>
                </a:lnTo>
                <a:lnTo>
                  <a:pt x="620" y="5887"/>
                </a:lnTo>
                <a:lnTo>
                  <a:pt x="615" y="5899"/>
                </a:lnTo>
                <a:lnTo>
                  <a:pt x="611" y="5911"/>
                </a:lnTo>
                <a:lnTo>
                  <a:pt x="602" y="5935"/>
                </a:lnTo>
                <a:lnTo>
                  <a:pt x="599" y="5947"/>
                </a:lnTo>
                <a:lnTo>
                  <a:pt x="595" y="5959"/>
                </a:lnTo>
                <a:lnTo>
                  <a:pt x="591" y="5971"/>
                </a:lnTo>
                <a:lnTo>
                  <a:pt x="588" y="5984"/>
                </a:lnTo>
                <a:lnTo>
                  <a:pt x="584" y="5996"/>
                </a:lnTo>
                <a:lnTo>
                  <a:pt x="581" y="6008"/>
                </a:lnTo>
                <a:lnTo>
                  <a:pt x="578" y="6020"/>
                </a:lnTo>
                <a:lnTo>
                  <a:pt x="574" y="6032"/>
                </a:lnTo>
                <a:lnTo>
                  <a:pt x="572" y="6044"/>
                </a:lnTo>
                <a:lnTo>
                  <a:pt x="569" y="6056"/>
                </a:lnTo>
                <a:lnTo>
                  <a:pt x="563" y="6080"/>
                </a:lnTo>
                <a:lnTo>
                  <a:pt x="561" y="6092"/>
                </a:lnTo>
                <a:lnTo>
                  <a:pt x="558" y="6104"/>
                </a:lnTo>
                <a:lnTo>
                  <a:pt x="556" y="6116"/>
                </a:lnTo>
                <a:lnTo>
                  <a:pt x="553" y="6128"/>
                </a:lnTo>
                <a:lnTo>
                  <a:pt x="549" y="6152"/>
                </a:lnTo>
                <a:lnTo>
                  <a:pt x="417" y="6152"/>
                </a:lnTo>
                <a:close/>
              </a:path>
            </a:pathLst>
          </a:custGeom>
          <a:noFill/>
          <a:ln w="9360">
            <a:solidFill>
              <a:srgbClr val="E69F00"/>
            </a:solidFill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/>
          <p:nvPr/>
        </p:nvSpPr>
        <p:spPr>
          <a:xfrm>
            <a:off x="3169080" y="1321920"/>
            <a:ext cx="500040" cy="1528560"/>
          </a:xfrm>
          <a:custGeom>
            <a:avLst/>
            <a:gdLst/>
            <a:ahLst/>
            <a:rect l="0" t="0" r="r" b="b"/>
            <a:pathLst>
              <a:path w="1389" h="4246">
                <a:moveTo>
                  <a:pt x="623" y="4246"/>
                </a:moveTo>
                <a:lnTo>
                  <a:pt x="618" y="4230"/>
                </a:lnTo>
                <a:lnTo>
                  <a:pt x="616" y="4221"/>
                </a:lnTo>
                <a:lnTo>
                  <a:pt x="613" y="4213"/>
                </a:lnTo>
                <a:lnTo>
                  <a:pt x="608" y="4196"/>
                </a:lnTo>
                <a:lnTo>
                  <a:pt x="606" y="4188"/>
                </a:lnTo>
                <a:lnTo>
                  <a:pt x="600" y="4171"/>
                </a:lnTo>
                <a:lnTo>
                  <a:pt x="598" y="4163"/>
                </a:lnTo>
                <a:lnTo>
                  <a:pt x="595" y="4155"/>
                </a:lnTo>
                <a:lnTo>
                  <a:pt x="592" y="4147"/>
                </a:lnTo>
                <a:lnTo>
                  <a:pt x="589" y="4138"/>
                </a:lnTo>
                <a:lnTo>
                  <a:pt x="586" y="4130"/>
                </a:lnTo>
                <a:lnTo>
                  <a:pt x="580" y="4113"/>
                </a:lnTo>
                <a:lnTo>
                  <a:pt x="576" y="4105"/>
                </a:lnTo>
                <a:lnTo>
                  <a:pt x="573" y="4097"/>
                </a:lnTo>
                <a:lnTo>
                  <a:pt x="569" y="4088"/>
                </a:lnTo>
                <a:lnTo>
                  <a:pt x="566" y="4080"/>
                </a:lnTo>
                <a:lnTo>
                  <a:pt x="562" y="4072"/>
                </a:lnTo>
                <a:lnTo>
                  <a:pt x="558" y="4063"/>
                </a:lnTo>
                <a:lnTo>
                  <a:pt x="554" y="4055"/>
                </a:lnTo>
                <a:lnTo>
                  <a:pt x="549" y="4047"/>
                </a:lnTo>
                <a:lnTo>
                  <a:pt x="545" y="4038"/>
                </a:lnTo>
                <a:lnTo>
                  <a:pt x="540" y="4030"/>
                </a:lnTo>
                <a:lnTo>
                  <a:pt x="536" y="4022"/>
                </a:lnTo>
                <a:lnTo>
                  <a:pt x="531" y="4014"/>
                </a:lnTo>
                <a:lnTo>
                  <a:pt x="526" y="4005"/>
                </a:lnTo>
                <a:lnTo>
                  <a:pt x="520" y="3997"/>
                </a:lnTo>
                <a:lnTo>
                  <a:pt x="515" y="3989"/>
                </a:lnTo>
                <a:lnTo>
                  <a:pt x="509" y="3980"/>
                </a:lnTo>
                <a:lnTo>
                  <a:pt x="504" y="3972"/>
                </a:lnTo>
                <a:lnTo>
                  <a:pt x="498" y="3964"/>
                </a:lnTo>
                <a:lnTo>
                  <a:pt x="491" y="3955"/>
                </a:lnTo>
                <a:lnTo>
                  <a:pt x="485" y="3947"/>
                </a:lnTo>
                <a:lnTo>
                  <a:pt x="478" y="3939"/>
                </a:lnTo>
                <a:lnTo>
                  <a:pt x="472" y="3930"/>
                </a:lnTo>
                <a:lnTo>
                  <a:pt x="465" y="3922"/>
                </a:lnTo>
                <a:lnTo>
                  <a:pt x="457" y="3914"/>
                </a:lnTo>
                <a:lnTo>
                  <a:pt x="450" y="3905"/>
                </a:lnTo>
                <a:lnTo>
                  <a:pt x="442" y="3897"/>
                </a:lnTo>
                <a:lnTo>
                  <a:pt x="435" y="3889"/>
                </a:lnTo>
                <a:lnTo>
                  <a:pt x="427" y="3881"/>
                </a:lnTo>
                <a:lnTo>
                  <a:pt x="419" y="3872"/>
                </a:lnTo>
                <a:lnTo>
                  <a:pt x="411" y="3864"/>
                </a:lnTo>
                <a:lnTo>
                  <a:pt x="402" y="3856"/>
                </a:lnTo>
                <a:lnTo>
                  <a:pt x="394" y="3847"/>
                </a:lnTo>
                <a:lnTo>
                  <a:pt x="385" y="3839"/>
                </a:lnTo>
                <a:lnTo>
                  <a:pt x="376" y="3831"/>
                </a:lnTo>
                <a:lnTo>
                  <a:pt x="367" y="3822"/>
                </a:lnTo>
                <a:lnTo>
                  <a:pt x="358" y="3814"/>
                </a:lnTo>
                <a:lnTo>
                  <a:pt x="340" y="3798"/>
                </a:lnTo>
                <a:lnTo>
                  <a:pt x="330" y="3789"/>
                </a:lnTo>
                <a:lnTo>
                  <a:pt x="321" y="3781"/>
                </a:lnTo>
                <a:lnTo>
                  <a:pt x="311" y="3773"/>
                </a:lnTo>
                <a:lnTo>
                  <a:pt x="302" y="3764"/>
                </a:lnTo>
                <a:lnTo>
                  <a:pt x="292" y="3756"/>
                </a:lnTo>
                <a:lnTo>
                  <a:pt x="273" y="3739"/>
                </a:lnTo>
                <a:lnTo>
                  <a:pt x="264" y="3731"/>
                </a:lnTo>
                <a:lnTo>
                  <a:pt x="245" y="3715"/>
                </a:lnTo>
                <a:lnTo>
                  <a:pt x="235" y="3706"/>
                </a:lnTo>
                <a:lnTo>
                  <a:pt x="226" y="3698"/>
                </a:lnTo>
                <a:lnTo>
                  <a:pt x="216" y="3690"/>
                </a:lnTo>
                <a:lnTo>
                  <a:pt x="206" y="3681"/>
                </a:lnTo>
                <a:lnTo>
                  <a:pt x="197" y="3673"/>
                </a:lnTo>
                <a:lnTo>
                  <a:pt x="188" y="3665"/>
                </a:lnTo>
                <a:lnTo>
                  <a:pt x="179" y="3656"/>
                </a:lnTo>
                <a:lnTo>
                  <a:pt x="170" y="3648"/>
                </a:lnTo>
                <a:lnTo>
                  <a:pt x="162" y="3640"/>
                </a:lnTo>
                <a:lnTo>
                  <a:pt x="153" y="3631"/>
                </a:lnTo>
                <a:lnTo>
                  <a:pt x="145" y="3623"/>
                </a:lnTo>
                <a:lnTo>
                  <a:pt x="137" y="3615"/>
                </a:lnTo>
                <a:lnTo>
                  <a:pt x="129" y="3606"/>
                </a:lnTo>
                <a:lnTo>
                  <a:pt x="121" y="3598"/>
                </a:lnTo>
                <a:lnTo>
                  <a:pt x="113" y="3590"/>
                </a:lnTo>
                <a:lnTo>
                  <a:pt x="106" y="3582"/>
                </a:lnTo>
                <a:lnTo>
                  <a:pt x="98" y="3573"/>
                </a:lnTo>
                <a:lnTo>
                  <a:pt x="92" y="3565"/>
                </a:lnTo>
                <a:lnTo>
                  <a:pt x="85" y="3557"/>
                </a:lnTo>
                <a:lnTo>
                  <a:pt x="78" y="3548"/>
                </a:lnTo>
                <a:lnTo>
                  <a:pt x="72" y="3540"/>
                </a:lnTo>
                <a:lnTo>
                  <a:pt x="66" y="3532"/>
                </a:lnTo>
                <a:lnTo>
                  <a:pt x="60" y="3523"/>
                </a:lnTo>
                <a:lnTo>
                  <a:pt x="55" y="3515"/>
                </a:lnTo>
                <a:lnTo>
                  <a:pt x="49" y="3507"/>
                </a:lnTo>
                <a:lnTo>
                  <a:pt x="44" y="3498"/>
                </a:lnTo>
                <a:lnTo>
                  <a:pt x="40" y="3490"/>
                </a:lnTo>
                <a:lnTo>
                  <a:pt x="35" y="3482"/>
                </a:lnTo>
                <a:lnTo>
                  <a:pt x="31" y="3473"/>
                </a:lnTo>
                <a:lnTo>
                  <a:pt x="27" y="3465"/>
                </a:lnTo>
                <a:lnTo>
                  <a:pt x="26" y="3463"/>
                </a:lnTo>
                <a:lnTo>
                  <a:pt x="23" y="3457"/>
                </a:lnTo>
                <a:lnTo>
                  <a:pt x="20" y="3449"/>
                </a:lnTo>
                <a:lnTo>
                  <a:pt x="17" y="3440"/>
                </a:lnTo>
                <a:lnTo>
                  <a:pt x="14" y="3432"/>
                </a:lnTo>
                <a:lnTo>
                  <a:pt x="11" y="3424"/>
                </a:lnTo>
                <a:lnTo>
                  <a:pt x="9" y="3415"/>
                </a:lnTo>
                <a:lnTo>
                  <a:pt x="7" y="3407"/>
                </a:lnTo>
                <a:lnTo>
                  <a:pt x="5" y="3399"/>
                </a:lnTo>
                <a:lnTo>
                  <a:pt x="4" y="3390"/>
                </a:lnTo>
                <a:lnTo>
                  <a:pt x="2" y="3382"/>
                </a:lnTo>
                <a:lnTo>
                  <a:pt x="1" y="3374"/>
                </a:lnTo>
                <a:lnTo>
                  <a:pt x="1" y="3365"/>
                </a:lnTo>
                <a:lnTo>
                  <a:pt x="0" y="3357"/>
                </a:lnTo>
                <a:lnTo>
                  <a:pt x="0" y="3349"/>
                </a:lnTo>
                <a:lnTo>
                  <a:pt x="0" y="3341"/>
                </a:lnTo>
                <a:lnTo>
                  <a:pt x="0" y="3332"/>
                </a:lnTo>
                <a:lnTo>
                  <a:pt x="1" y="3324"/>
                </a:lnTo>
                <a:lnTo>
                  <a:pt x="2" y="3316"/>
                </a:lnTo>
                <a:lnTo>
                  <a:pt x="3" y="3307"/>
                </a:lnTo>
                <a:lnTo>
                  <a:pt x="4" y="3299"/>
                </a:lnTo>
                <a:lnTo>
                  <a:pt x="5" y="3291"/>
                </a:lnTo>
                <a:lnTo>
                  <a:pt x="7" y="3282"/>
                </a:lnTo>
                <a:lnTo>
                  <a:pt x="9" y="3274"/>
                </a:lnTo>
                <a:lnTo>
                  <a:pt x="13" y="3258"/>
                </a:lnTo>
                <a:lnTo>
                  <a:pt x="15" y="3249"/>
                </a:lnTo>
                <a:lnTo>
                  <a:pt x="17" y="3241"/>
                </a:lnTo>
                <a:lnTo>
                  <a:pt x="20" y="3233"/>
                </a:lnTo>
                <a:lnTo>
                  <a:pt x="23" y="3224"/>
                </a:lnTo>
                <a:lnTo>
                  <a:pt x="29" y="3208"/>
                </a:lnTo>
                <a:lnTo>
                  <a:pt x="32" y="3199"/>
                </a:lnTo>
                <a:lnTo>
                  <a:pt x="35" y="3191"/>
                </a:lnTo>
                <a:lnTo>
                  <a:pt x="39" y="3183"/>
                </a:lnTo>
                <a:lnTo>
                  <a:pt x="42" y="3174"/>
                </a:lnTo>
                <a:lnTo>
                  <a:pt x="46" y="3166"/>
                </a:lnTo>
                <a:lnTo>
                  <a:pt x="49" y="3158"/>
                </a:lnTo>
                <a:lnTo>
                  <a:pt x="53" y="3150"/>
                </a:lnTo>
                <a:lnTo>
                  <a:pt x="56" y="3142"/>
                </a:lnTo>
                <a:lnTo>
                  <a:pt x="57" y="3141"/>
                </a:lnTo>
                <a:lnTo>
                  <a:pt x="61" y="3133"/>
                </a:lnTo>
                <a:lnTo>
                  <a:pt x="64" y="3125"/>
                </a:lnTo>
                <a:lnTo>
                  <a:pt x="68" y="3116"/>
                </a:lnTo>
                <a:lnTo>
                  <a:pt x="72" y="3108"/>
                </a:lnTo>
                <a:lnTo>
                  <a:pt x="80" y="3091"/>
                </a:lnTo>
                <a:lnTo>
                  <a:pt x="84" y="3083"/>
                </a:lnTo>
                <a:lnTo>
                  <a:pt x="91" y="3066"/>
                </a:lnTo>
                <a:lnTo>
                  <a:pt x="95" y="3058"/>
                </a:lnTo>
                <a:lnTo>
                  <a:pt x="99" y="3050"/>
                </a:lnTo>
                <a:lnTo>
                  <a:pt x="106" y="3033"/>
                </a:lnTo>
                <a:lnTo>
                  <a:pt x="110" y="3025"/>
                </a:lnTo>
                <a:lnTo>
                  <a:pt x="121" y="3000"/>
                </a:lnTo>
                <a:lnTo>
                  <a:pt x="124" y="2992"/>
                </a:lnTo>
                <a:lnTo>
                  <a:pt x="128" y="2983"/>
                </a:lnTo>
                <a:lnTo>
                  <a:pt x="131" y="2975"/>
                </a:lnTo>
                <a:lnTo>
                  <a:pt x="135" y="2967"/>
                </a:lnTo>
                <a:lnTo>
                  <a:pt x="141" y="2950"/>
                </a:lnTo>
                <a:lnTo>
                  <a:pt x="145" y="2942"/>
                </a:lnTo>
                <a:lnTo>
                  <a:pt x="154" y="2917"/>
                </a:lnTo>
                <a:lnTo>
                  <a:pt x="157" y="2909"/>
                </a:lnTo>
                <a:lnTo>
                  <a:pt x="164" y="2892"/>
                </a:lnTo>
                <a:lnTo>
                  <a:pt x="167" y="2884"/>
                </a:lnTo>
                <a:lnTo>
                  <a:pt x="176" y="2859"/>
                </a:lnTo>
                <a:lnTo>
                  <a:pt x="179" y="2850"/>
                </a:lnTo>
                <a:lnTo>
                  <a:pt x="186" y="2834"/>
                </a:lnTo>
                <a:lnTo>
                  <a:pt x="189" y="2825"/>
                </a:lnTo>
                <a:lnTo>
                  <a:pt x="196" y="2809"/>
                </a:lnTo>
                <a:lnTo>
                  <a:pt x="199" y="2800"/>
                </a:lnTo>
                <a:lnTo>
                  <a:pt x="206" y="2784"/>
                </a:lnTo>
                <a:lnTo>
                  <a:pt x="209" y="2776"/>
                </a:lnTo>
                <a:lnTo>
                  <a:pt x="214" y="2767"/>
                </a:lnTo>
                <a:lnTo>
                  <a:pt x="218" y="2759"/>
                </a:lnTo>
                <a:lnTo>
                  <a:pt x="222" y="2751"/>
                </a:lnTo>
                <a:lnTo>
                  <a:pt x="225" y="2742"/>
                </a:lnTo>
                <a:lnTo>
                  <a:pt x="229" y="2734"/>
                </a:lnTo>
                <a:lnTo>
                  <a:pt x="233" y="2726"/>
                </a:lnTo>
                <a:lnTo>
                  <a:pt x="237" y="2717"/>
                </a:lnTo>
                <a:lnTo>
                  <a:pt x="242" y="2709"/>
                </a:lnTo>
                <a:lnTo>
                  <a:pt x="250" y="2692"/>
                </a:lnTo>
                <a:lnTo>
                  <a:pt x="255" y="2683"/>
                </a:lnTo>
                <a:lnTo>
                  <a:pt x="257" y="2679"/>
                </a:lnTo>
                <a:lnTo>
                  <a:pt x="259" y="2675"/>
                </a:lnTo>
                <a:lnTo>
                  <a:pt x="268" y="2658"/>
                </a:lnTo>
                <a:lnTo>
                  <a:pt x="273" y="2650"/>
                </a:lnTo>
                <a:lnTo>
                  <a:pt x="278" y="2642"/>
                </a:lnTo>
                <a:lnTo>
                  <a:pt x="282" y="2633"/>
                </a:lnTo>
                <a:lnTo>
                  <a:pt x="287" y="2625"/>
                </a:lnTo>
                <a:lnTo>
                  <a:pt x="297" y="2608"/>
                </a:lnTo>
                <a:lnTo>
                  <a:pt x="302" y="2600"/>
                </a:lnTo>
                <a:lnTo>
                  <a:pt x="307" y="2592"/>
                </a:lnTo>
                <a:lnTo>
                  <a:pt x="312" y="2584"/>
                </a:lnTo>
                <a:lnTo>
                  <a:pt x="317" y="2575"/>
                </a:lnTo>
                <a:lnTo>
                  <a:pt x="322" y="2567"/>
                </a:lnTo>
                <a:lnTo>
                  <a:pt x="327" y="2559"/>
                </a:lnTo>
                <a:lnTo>
                  <a:pt x="332" y="2550"/>
                </a:lnTo>
                <a:lnTo>
                  <a:pt x="337" y="2542"/>
                </a:lnTo>
                <a:lnTo>
                  <a:pt x="347" y="2525"/>
                </a:lnTo>
                <a:lnTo>
                  <a:pt x="352" y="2517"/>
                </a:lnTo>
                <a:lnTo>
                  <a:pt x="357" y="2509"/>
                </a:lnTo>
                <a:lnTo>
                  <a:pt x="362" y="2500"/>
                </a:lnTo>
                <a:lnTo>
                  <a:pt x="367" y="2492"/>
                </a:lnTo>
                <a:lnTo>
                  <a:pt x="372" y="2484"/>
                </a:lnTo>
                <a:lnTo>
                  <a:pt x="382" y="2467"/>
                </a:lnTo>
                <a:lnTo>
                  <a:pt x="387" y="2459"/>
                </a:lnTo>
                <a:lnTo>
                  <a:pt x="396" y="2442"/>
                </a:lnTo>
                <a:lnTo>
                  <a:pt x="400" y="2434"/>
                </a:lnTo>
                <a:lnTo>
                  <a:pt x="405" y="2426"/>
                </a:lnTo>
                <a:lnTo>
                  <a:pt x="409" y="2417"/>
                </a:lnTo>
                <a:lnTo>
                  <a:pt x="414" y="2409"/>
                </a:lnTo>
                <a:lnTo>
                  <a:pt x="418" y="2401"/>
                </a:lnTo>
                <a:lnTo>
                  <a:pt x="422" y="2392"/>
                </a:lnTo>
                <a:lnTo>
                  <a:pt x="426" y="2384"/>
                </a:lnTo>
                <a:lnTo>
                  <a:pt x="430" y="2376"/>
                </a:lnTo>
                <a:lnTo>
                  <a:pt x="433" y="2367"/>
                </a:lnTo>
                <a:lnTo>
                  <a:pt x="437" y="2359"/>
                </a:lnTo>
                <a:lnTo>
                  <a:pt x="441" y="2351"/>
                </a:lnTo>
                <a:lnTo>
                  <a:pt x="444" y="2343"/>
                </a:lnTo>
                <a:lnTo>
                  <a:pt x="448" y="2334"/>
                </a:lnTo>
                <a:lnTo>
                  <a:pt x="451" y="2326"/>
                </a:lnTo>
                <a:lnTo>
                  <a:pt x="454" y="2318"/>
                </a:lnTo>
                <a:lnTo>
                  <a:pt x="457" y="2309"/>
                </a:lnTo>
                <a:lnTo>
                  <a:pt x="460" y="2301"/>
                </a:lnTo>
                <a:lnTo>
                  <a:pt x="463" y="2293"/>
                </a:lnTo>
                <a:lnTo>
                  <a:pt x="466" y="2284"/>
                </a:lnTo>
                <a:lnTo>
                  <a:pt x="468" y="2276"/>
                </a:lnTo>
                <a:lnTo>
                  <a:pt x="471" y="2268"/>
                </a:lnTo>
                <a:lnTo>
                  <a:pt x="473" y="2259"/>
                </a:lnTo>
                <a:lnTo>
                  <a:pt x="475" y="2251"/>
                </a:lnTo>
                <a:lnTo>
                  <a:pt x="480" y="2235"/>
                </a:lnTo>
                <a:lnTo>
                  <a:pt x="482" y="2226"/>
                </a:lnTo>
                <a:lnTo>
                  <a:pt x="486" y="2210"/>
                </a:lnTo>
                <a:lnTo>
                  <a:pt x="488" y="2201"/>
                </a:lnTo>
                <a:lnTo>
                  <a:pt x="491" y="2185"/>
                </a:lnTo>
                <a:lnTo>
                  <a:pt x="493" y="2176"/>
                </a:lnTo>
                <a:lnTo>
                  <a:pt x="494" y="2168"/>
                </a:lnTo>
                <a:lnTo>
                  <a:pt x="496" y="2160"/>
                </a:lnTo>
                <a:lnTo>
                  <a:pt x="497" y="2152"/>
                </a:lnTo>
                <a:lnTo>
                  <a:pt x="499" y="2143"/>
                </a:lnTo>
                <a:lnTo>
                  <a:pt x="500" y="2135"/>
                </a:lnTo>
                <a:lnTo>
                  <a:pt x="502" y="2127"/>
                </a:lnTo>
                <a:lnTo>
                  <a:pt x="503" y="2118"/>
                </a:lnTo>
                <a:lnTo>
                  <a:pt x="507" y="2093"/>
                </a:lnTo>
                <a:lnTo>
                  <a:pt x="509" y="2085"/>
                </a:lnTo>
                <a:lnTo>
                  <a:pt x="512" y="2068"/>
                </a:lnTo>
                <a:lnTo>
                  <a:pt x="513" y="2060"/>
                </a:lnTo>
                <a:lnTo>
                  <a:pt x="514" y="2052"/>
                </a:lnTo>
                <a:lnTo>
                  <a:pt x="516" y="2043"/>
                </a:lnTo>
                <a:lnTo>
                  <a:pt x="517" y="2035"/>
                </a:lnTo>
                <a:lnTo>
                  <a:pt x="519" y="2027"/>
                </a:lnTo>
                <a:lnTo>
                  <a:pt x="520" y="2019"/>
                </a:lnTo>
                <a:lnTo>
                  <a:pt x="522" y="2010"/>
                </a:lnTo>
                <a:lnTo>
                  <a:pt x="523" y="2002"/>
                </a:lnTo>
                <a:lnTo>
                  <a:pt x="525" y="1994"/>
                </a:lnTo>
                <a:lnTo>
                  <a:pt x="526" y="1985"/>
                </a:lnTo>
                <a:lnTo>
                  <a:pt x="528" y="1977"/>
                </a:lnTo>
                <a:lnTo>
                  <a:pt x="529" y="1969"/>
                </a:lnTo>
                <a:lnTo>
                  <a:pt x="531" y="1960"/>
                </a:lnTo>
                <a:lnTo>
                  <a:pt x="533" y="1952"/>
                </a:lnTo>
                <a:lnTo>
                  <a:pt x="534" y="1944"/>
                </a:lnTo>
                <a:lnTo>
                  <a:pt x="538" y="1927"/>
                </a:lnTo>
                <a:lnTo>
                  <a:pt x="539" y="1919"/>
                </a:lnTo>
                <a:lnTo>
                  <a:pt x="543" y="1902"/>
                </a:lnTo>
                <a:lnTo>
                  <a:pt x="544" y="1894"/>
                </a:lnTo>
                <a:lnTo>
                  <a:pt x="546" y="1886"/>
                </a:lnTo>
                <a:lnTo>
                  <a:pt x="548" y="1877"/>
                </a:lnTo>
                <a:lnTo>
                  <a:pt x="550" y="1869"/>
                </a:lnTo>
                <a:lnTo>
                  <a:pt x="551" y="1861"/>
                </a:lnTo>
                <a:lnTo>
                  <a:pt x="553" y="1852"/>
                </a:lnTo>
                <a:lnTo>
                  <a:pt x="555" y="1844"/>
                </a:lnTo>
                <a:lnTo>
                  <a:pt x="556" y="1836"/>
                </a:lnTo>
                <a:lnTo>
                  <a:pt x="558" y="1827"/>
                </a:lnTo>
                <a:lnTo>
                  <a:pt x="562" y="1811"/>
                </a:lnTo>
                <a:lnTo>
                  <a:pt x="563" y="1802"/>
                </a:lnTo>
                <a:lnTo>
                  <a:pt x="567" y="1786"/>
                </a:lnTo>
                <a:lnTo>
                  <a:pt x="568" y="1777"/>
                </a:lnTo>
                <a:lnTo>
                  <a:pt x="573" y="1753"/>
                </a:lnTo>
                <a:lnTo>
                  <a:pt x="575" y="1744"/>
                </a:lnTo>
                <a:lnTo>
                  <a:pt x="578" y="1728"/>
                </a:lnTo>
                <a:lnTo>
                  <a:pt x="580" y="1719"/>
                </a:lnTo>
                <a:lnTo>
                  <a:pt x="585" y="1695"/>
                </a:lnTo>
                <a:lnTo>
                  <a:pt x="587" y="1686"/>
                </a:lnTo>
                <a:lnTo>
                  <a:pt x="590" y="1670"/>
                </a:lnTo>
                <a:lnTo>
                  <a:pt x="591" y="1661"/>
                </a:lnTo>
                <a:lnTo>
                  <a:pt x="595" y="1645"/>
                </a:lnTo>
                <a:lnTo>
                  <a:pt x="597" y="1636"/>
                </a:lnTo>
                <a:lnTo>
                  <a:pt x="598" y="1628"/>
                </a:lnTo>
                <a:lnTo>
                  <a:pt x="600" y="1620"/>
                </a:lnTo>
                <a:lnTo>
                  <a:pt x="602" y="1611"/>
                </a:lnTo>
                <a:lnTo>
                  <a:pt x="603" y="1603"/>
                </a:lnTo>
                <a:lnTo>
                  <a:pt x="607" y="1586"/>
                </a:lnTo>
                <a:lnTo>
                  <a:pt x="609" y="1578"/>
                </a:lnTo>
                <a:lnTo>
                  <a:pt x="614" y="1553"/>
                </a:lnTo>
                <a:lnTo>
                  <a:pt x="616" y="1545"/>
                </a:lnTo>
                <a:lnTo>
                  <a:pt x="618" y="1537"/>
                </a:lnTo>
                <a:lnTo>
                  <a:pt x="620" y="1528"/>
                </a:lnTo>
                <a:lnTo>
                  <a:pt x="621" y="1520"/>
                </a:lnTo>
                <a:lnTo>
                  <a:pt x="625" y="1503"/>
                </a:lnTo>
                <a:lnTo>
                  <a:pt x="627" y="1495"/>
                </a:lnTo>
                <a:lnTo>
                  <a:pt x="629" y="1487"/>
                </a:lnTo>
                <a:lnTo>
                  <a:pt x="630" y="1478"/>
                </a:lnTo>
                <a:lnTo>
                  <a:pt x="632" y="1470"/>
                </a:lnTo>
                <a:lnTo>
                  <a:pt x="634" y="1462"/>
                </a:lnTo>
                <a:lnTo>
                  <a:pt x="636" y="1454"/>
                </a:lnTo>
                <a:lnTo>
                  <a:pt x="639" y="1437"/>
                </a:lnTo>
                <a:lnTo>
                  <a:pt x="641" y="1429"/>
                </a:lnTo>
                <a:lnTo>
                  <a:pt x="642" y="1420"/>
                </a:lnTo>
                <a:lnTo>
                  <a:pt x="644" y="1412"/>
                </a:lnTo>
                <a:lnTo>
                  <a:pt x="645" y="1404"/>
                </a:lnTo>
                <a:lnTo>
                  <a:pt x="647" y="1395"/>
                </a:lnTo>
                <a:lnTo>
                  <a:pt x="648" y="1387"/>
                </a:lnTo>
                <a:lnTo>
                  <a:pt x="650" y="1379"/>
                </a:lnTo>
                <a:lnTo>
                  <a:pt x="651" y="1370"/>
                </a:lnTo>
                <a:lnTo>
                  <a:pt x="654" y="1354"/>
                </a:lnTo>
                <a:lnTo>
                  <a:pt x="655" y="1345"/>
                </a:lnTo>
                <a:lnTo>
                  <a:pt x="656" y="1337"/>
                </a:lnTo>
                <a:lnTo>
                  <a:pt x="657" y="1329"/>
                </a:lnTo>
                <a:lnTo>
                  <a:pt x="658" y="1321"/>
                </a:lnTo>
                <a:lnTo>
                  <a:pt x="659" y="1312"/>
                </a:lnTo>
                <a:lnTo>
                  <a:pt x="660" y="1304"/>
                </a:lnTo>
                <a:lnTo>
                  <a:pt x="661" y="1296"/>
                </a:lnTo>
                <a:lnTo>
                  <a:pt x="662" y="1287"/>
                </a:lnTo>
                <a:lnTo>
                  <a:pt x="664" y="1271"/>
                </a:lnTo>
                <a:lnTo>
                  <a:pt x="664" y="1262"/>
                </a:lnTo>
                <a:lnTo>
                  <a:pt x="666" y="1246"/>
                </a:lnTo>
                <a:lnTo>
                  <a:pt x="666" y="1237"/>
                </a:lnTo>
                <a:lnTo>
                  <a:pt x="667" y="1221"/>
                </a:lnTo>
                <a:lnTo>
                  <a:pt x="668" y="1213"/>
                </a:lnTo>
                <a:lnTo>
                  <a:pt x="668" y="1204"/>
                </a:lnTo>
                <a:lnTo>
                  <a:pt x="669" y="1188"/>
                </a:lnTo>
                <a:lnTo>
                  <a:pt x="670" y="1179"/>
                </a:lnTo>
                <a:lnTo>
                  <a:pt x="670" y="1171"/>
                </a:lnTo>
                <a:lnTo>
                  <a:pt x="670" y="1163"/>
                </a:lnTo>
                <a:lnTo>
                  <a:pt x="671" y="1154"/>
                </a:lnTo>
                <a:lnTo>
                  <a:pt x="671" y="1146"/>
                </a:lnTo>
                <a:lnTo>
                  <a:pt x="672" y="1130"/>
                </a:lnTo>
                <a:lnTo>
                  <a:pt x="672" y="1121"/>
                </a:lnTo>
                <a:lnTo>
                  <a:pt x="673" y="1096"/>
                </a:lnTo>
                <a:lnTo>
                  <a:pt x="673" y="1088"/>
                </a:lnTo>
                <a:lnTo>
                  <a:pt x="674" y="1071"/>
                </a:lnTo>
                <a:lnTo>
                  <a:pt x="674" y="1063"/>
                </a:lnTo>
                <a:lnTo>
                  <a:pt x="674" y="1055"/>
                </a:lnTo>
                <a:lnTo>
                  <a:pt x="675" y="1046"/>
                </a:lnTo>
                <a:lnTo>
                  <a:pt x="675" y="1038"/>
                </a:lnTo>
                <a:lnTo>
                  <a:pt x="676" y="1013"/>
                </a:lnTo>
                <a:lnTo>
                  <a:pt x="677" y="1005"/>
                </a:lnTo>
                <a:lnTo>
                  <a:pt x="677" y="997"/>
                </a:lnTo>
                <a:lnTo>
                  <a:pt x="678" y="988"/>
                </a:lnTo>
                <a:lnTo>
                  <a:pt x="678" y="980"/>
                </a:lnTo>
                <a:lnTo>
                  <a:pt x="679" y="955"/>
                </a:lnTo>
                <a:lnTo>
                  <a:pt x="680" y="947"/>
                </a:lnTo>
                <a:lnTo>
                  <a:pt x="681" y="930"/>
                </a:lnTo>
                <a:lnTo>
                  <a:pt x="681" y="922"/>
                </a:lnTo>
                <a:lnTo>
                  <a:pt x="682" y="913"/>
                </a:lnTo>
                <a:lnTo>
                  <a:pt x="682" y="905"/>
                </a:lnTo>
                <a:lnTo>
                  <a:pt x="683" y="897"/>
                </a:lnTo>
                <a:lnTo>
                  <a:pt x="683" y="889"/>
                </a:lnTo>
                <a:lnTo>
                  <a:pt x="684" y="880"/>
                </a:lnTo>
                <a:lnTo>
                  <a:pt x="684" y="872"/>
                </a:lnTo>
                <a:lnTo>
                  <a:pt x="684" y="864"/>
                </a:lnTo>
                <a:lnTo>
                  <a:pt x="685" y="855"/>
                </a:lnTo>
                <a:lnTo>
                  <a:pt x="685" y="847"/>
                </a:lnTo>
                <a:lnTo>
                  <a:pt x="686" y="839"/>
                </a:lnTo>
                <a:lnTo>
                  <a:pt x="687" y="814"/>
                </a:lnTo>
                <a:lnTo>
                  <a:pt x="688" y="805"/>
                </a:lnTo>
                <a:lnTo>
                  <a:pt x="688" y="789"/>
                </a:lnTo>
                <a:lnTo>
                  <a:pt x="689" y="781"/>
                </a:lnTo>
                <a:lnTo>
                  <a:pt x="689" y="764"/>
                </a:lnTo>
                <a:lnTo>
                  <a:pt x="690" y="756"/>
                </a:lnTo>
                <a:lnTo>
                  <a:pt x="690" y="747"/>
                </a:lnTo>
                <a:lnTo>
                  <a:pt x="690" y="739"/>
                </a:lnTo>
                <a:lnTo>
                  <a:pt x="691" y="731"/>
                </a:lnTo>
                <a:lnTo>
                  <a:pt x="691" y="722"/>
                </a:lnTo>
                <a:lnTo>
                  <a:pt x="691" y="714"/>
                </a:lnTo>
                <a:lnTo>
                  <a:pt x="691" y="706"/>
                </a:lnTo>
                <a:lnTo>
                  <a:pt x="692" y="697"/>
                </a:lnTo>
                <a:lnTo>
                  <a:pt x="692" y="689"/>
                </a:lnTo>
                <a:lnTo>
                  <a:pt x="692" y="673"/>
                </a:lnTo>
                <a:lnTo>
                  <a:pt x="692" y="664"/>
                </a:lnTo>
                <a:lnTo>
                  <a:pt x="693" y="648"/>
                </a:lnTo>
                <a:lnTo>
                  <a:pt x="693" y="639"/>
                </a:lnTo>
                <a:lnTo>
                  <a:pt x="693" y="623"/>
                </a:lnTo>
                <a:lnTo>
                  <a:pt x="693" y="614"/>
                </a:lnTo>
                <a:lnTo>
                  <a:pt x="693" y="606"/>
                </a:lnTo>
                <a:lnTo>
                  <a:pt x="693" y="598"/>
                </a:lnTo>
                <a:lnTo>
                  <a:pt x="693" y="589"/>
                </a:lnTo>
                <a:lnTo>
                  <a:pt x="694" y="581"/>
                </a:lnTo>
                <a:lnTo>
                  <a:pt x="694" y="506"/>
                </a:lnTo>
                <a:lnTo>
                  <a:pt x="693" y="498"/>
                </a:lnTo>
                <a:lnTo>
                  <a:pt x="693" y="490"/>
                </a:lnTo>
                <a:lnTo>
                  <a:pt x="693" y="473"/>
                </a:lnTo>
                <a:lnTo>
                  <a:pt x="693" y="465"/>
                </a:lnTo>
                <a:lnTo>
                  <a:pt x="693" y="448"/>
                </a:lnTo>
                <a:lnTo>
                  <a:pt x="693" y="440"/>
                </a:lnTo>
                <a:lnTo>
                  <a:pt x="692" y="423"/>
                </a:lnTo>
                <a:lnTo>
                  <a:pt x="692" y="415"/>
                </a:lnTo>
                <a:lnTo>
                  <a:pt x="692" y="407"/>
                </a:lnTo>
                <a:lnTo>
                  <a:pt x="692" y="398"/>
                </a:lnTo>
                <a:lnTo>
                  <a:pt x="692" y="390"/>
                </a:lnTo>
                <a:lnTo>
                  <a:pt x="691" y="382"/>
                </a:lnTo>
                <a:lnTo>
                  <a:pt x="691" y="373"/>
                </a:lnTo>
                <a:lnTo>
                  <a:pt x="691" y="365"/>
                </a:lnTo>
                <a:lnTo>
                  <a:pt x="691" y="357"/>
                </a:lnTo>
                <a:lnTo>
                  <a:pt x="690" y="348"/>
                </a:lnTo>
                <a:lnTo>
                  <a:pt x="690" y="340"/>
                </a:lnTo>
                <a:lnTo>
                  <a:pt x="690" y="332"/>
                </a:lnTo>
                <a:lnTo>
                  <a:pt x="689" y="324"/>
                </a:lnTo>
                <a:lnTo>
                  <a:pt x="689" y="315"/>
                </a:lnTo>
                <a:lnTo>
                  <a:pt x="689" y="307"/>
                </a:lnTo>
                <a:lnTo>
                  <a:pt x="688" y="299"/>
                </a:lnTo>
                <a:lnTo>
                  <a:pt x="688" y="290"/>
                </a:lnTo>
                <a:lnTo>
                  <a:pt x="688" y="282"/>
                </a:lnTo>
                <a:lnTo>
                  <a:pt x="687" y="274"/>
                </a:lnTo>
                <a:lnTo>
                  <a:pt x="687" y="265"/>
                </a:lnTo>
                <a:lnTo>
                  <a:pt x="686" y="249"/>
                </a:lnTo>
                <a:lnTo>
                  <a:pt x="686" y="240"/>
                </a:lnTo>
                <a:lnTo>
                  <a:pt x="685" y="232"/>
                </a:lnTo>
                <a:lnTo>
                  <a:pt x="684" y="216"/>
                </a:lnTo>
                <a:lnTo>
                  <a:pt x="684" y="207"/>
                </a:lnTo>
                <a:lnTo>
                  <a:pt x="683" y="199"/>
                </a:lnTo>
                <a:lnTo>
                  <a:pt x="683" y="191"/>
                </a:lnTo>
                <a:lnTo>
                  <a:pt x="682" y="182"/>
                </a:lnTo>
                <a:lnTo>
                  <a:pt x="682" y="166"/>
                </a:lnTo>
                <a:lnTo>
                  <a:pt x="681" y="157"/>
                </a:lnTo>
                <a:lnTo>
                  <a:pt x="680" y="133"/>
                </a:lnTo>
                <a:lnTo>
                  <a:pt x="679" y="124"/>
                </a:lnTo>
                <a:lnTo>
                  <a:pt x="679" y="116"/>
                </a:lnTo>
                <a:lnTo>
                  <a:pt x="679" y="108"/>
                </a:lnTo>
                <a:lnTo>
                  <a:pt x="679" y="99"/>
                </a:lnTo>
                <a:lnTo>
                  <a:pt x="678" y="74"/>
                </a:lnTo>
                <a:lnTo>
                  <a:pt x="677" y="66"/>
                </a:lnTo>
                <a:lnTo>
                  <a:pt x="677" y="58"/>
                </a:lnTo>
                <a:lnTo>
                  <a:pt x="677" y="49"/>
                </a:lnTo>
                <a:lnTo>
                  <a:pt x="677" y="41"/>
                </a:lnTo>
                <a:lnTo>
                  <a:pt x="677" y="25"/>
                </a:lnTo>
                <a:lnTo>
                  <a:pt x="677" y="16"/>
                </a:lnTo>
                <a:lnTo>
                  <a:pt x="676" y="8"/>
                </a:lnTo>
                <a:lnTo>
                  <a:pt x="676" y="0"/>
                </a:lnTo>
                <a:lnTo>
                  <a:pt x="713" y="0"/>
                </a:lnTo>
                <a:lnTo>
                  <a:pt x="713" y="16"/>
                </a:lnTo>
                <a:lnTo>
                  <a:pt x="713" y="25"/>
                </a:lnTo>
                <a:lnTo>
                  <a:pt x="713" y="41"/>
                </a:lnTo>
                <a:lnTo>
                  <a:pt x="712" y="49"/>
                </a:lnTo>
                <a:lnTo>
                  <a:pt x="712" y="58"/>
                </a:lnTo>
                <a:lnTo>
                  <a:pt x="712" y="66"/>
                </a:lnTo>
                <a:lnTo>
                  <a:pt x="712" y="74"/>
                </a:lnTo>
                <a:lnTo>
                  <a:pt x="711" y="99"/>
                </a:lnTo>
                <a:lnTo>
                  <a:pt x="711" y="108"/>
                </a:lnTo>
                <a:lnTo>
                  <a:pt x="710" y="116"/>
                </a:lnTo>
                <a:lnTo>
                  <a:pt x="710" y="124"/>
                </a:lnTo>
                <a:lnTo>
                  <a:pt x="710" y="133"/>
                </a:lnTo>
                <a:lnTo>
                  <a:pt x="709" y="141"/>
                </a:lnTo>
                <a:lnTo>
                  <a:pt x="708" y="157"/>
                </a:lnTo>
                <a:lnTo>
                  <a:pt x="708" y="166"/>
                </a:lnTo>
                <a:lnTo>
                  <a:pt x="707" y="174"/>
                </a:lnTo>
                <a:lnTo>
                  <a:pt x="707" y="182"/>
                </a:lnTo>
                <a:lnTo>
                  <a:pt x="707" y="191"/>
                </a:lnTo>
                <a:lnTo>
                  <a:pt x="706" y="207"/>
                </a:lnTo>
                <a:lnTo>
                  <a:pt x="705" y="216"/>
                </a:lnTo>
                <a:lnTo>
                  <a:pt x="704" y="240"/>
                </a:lnTo>
                <a:lnTo>
                  <a:pt x="704" y="249"/>
                </a:lnTo>
                <a:lnTo>
                  <a:pt x="703" y="265"/>
                </a:lnTo>
                <a:lnTo>
                  <a:pt x="702" y="274"/>
                </a:lnTo>
                <a:lnTo>
                  <a:pt x="701" y="299"/>
                </a:lnTo>
                <a:lnTo>
                  <a:pt x="701" y="307"/>
                </a:lnTo>
                <a:lnTo>
                  <a:pt x="700" y="315"/>
                </a:lnTo>
                <a:lnTo>
                  <a:pt x="700" y="324"/>
                </a:lnTo>
                <a:lnTo>
                  <a:pt x="700" y="332"/>
                </a:lnTo>
                <a:lnTo>
                  <a:pt x="699" y="357"/>
                </a:lnTo>
                <a:lnTo>
                  <a:pt x="699" y="365"/>
                </a:lnTo>
                <a:lnTo>
                  <a:pt x="698" y="382"/>
                </a:lnTo>
                <a:lnTo>
                  <a:pt x="698" y="390"/>
                </a:lnTo>
                <a:lnTo>
                  <a:pt x="698" y="398"/>
                </a:lnTo>
                <a:lnTo>
                  <a:pt x="697" y="407"/>
                </a:lnTo>
                <a:lnTo>
                  <a:pt x="697" y="415"/>
                </a:lnTo>
                <a:lnTo>
                  <a:pt x="697" y="423"/>
                </a:lnTo>
                <a:lnTo>
                  <a:pt x="697" y="432"/>
                </a:lnTo>
                <a:lnTo>
                  <a:pt x="697" y="440"/>
                </a:lnTo>
                <a:lnTo>
                  <a:pt x="697" y="448"/>
                </a:lnTo>
                <a:lnTo>
                  <a:pt x="696" y="457"/>
                </a:lnTo>
                <a:lnTo>
                  <a:pt x="696" y="465"/>
                </a:lnTo>
                <a:lnTo>
                  <a:pt x="696" y="473"/>
                </a:lnTo>
                <a:lnTo>
                  <a:pt x="696" y="481"/>
                </a:lnTo>
                <a:lnTo>
                  <a:pt x="696" y="490"/>
                </a:lnTo>
                <a:lnTo>
                  <a:pt x="696" y="498"/>
                </a:lnTo>
                <a:lnTo>
                  <a:pt x="696" y="506"/>
                </a:lnTo>
                <a:lnTo>
                  <a:pt x="696" y="515"/>
                </a:lnTo>
                <a:lnTo>
                  <a:pt x="696" y="573"/>
                </a:lnTo>
                <a:lnTo>
                  <a:pt x="696" y="581"/>
                </a:lnTo>
                <a:lnTo>
                  <a:pt x="696" y="589"/>
                </a:lnTo>
                <a:lnTo>
                  <a:pt x="696" y="598"/>
                </a:lnTo>
                <a:lnTo>
                  <a:pt x="696" y="606"/>
                </a:lnTo>
                <a:lnTo>
                  <a:pt x="696" y="614"/>
                </a:lnTo>
                <a:lnTo>
                  <a:pt x="696" y="623"/>
                </a:lnTo>
                <a:lnTo>
                  <a:pt x="696" y="631"/>
                </a:lnTo>
                <a:lnTo>
                  <a:pt x="697" y="639"/>
                </a:lnTo>
                <a:lnTo>
                  <a:pt x="697" y="648"/>
                </a:lnTo>
                <a:lnTo>
                  <a:pt x="697" y="656"/>
                </a:lnTo>
                <a:lnTo>
                  <a:pt x="697" y="664"/>
                </a:lnTo>
                <a:lnTo>
                  <a:pt x="697" y="673"/>
                </a:lnTo>
                <a:lnTo>
                  <a:pt x="697" y="681"/>
                </a:lnTo>
                <a:lnTo>
                  <a:pt x="698" y="689"/>
                </a:lnTo>
                <a:lnTo>
                  <a:pt x="698" y="697"/>
                </a:lnTo>
                <a:lnTo>
                  <a:pt x="698" y="706"/>
                </a:lnTo>
                <a:lnTo>
                  <a:pt x="699" y="722"/>
                </a:lnTo>
                <a:lnTo>
                  <a:pt x="699" y="731"/>
                </a:lnTo>
                <a:lnTo>
                  <a:pt x="699" y="747"/>
                </a:lnTo>
                <a:lnTo>
                  <a:pt x="700" y="756"/>
                </a:lnTo>
                <a:lnTo>
                  <a:pt x="700" y="764"/>
                </a:lnTo>
                <a:lnTo>
                  <a:pt x="700" y="772"/>
                </a:lnTo>
                <a:lnTo>
                  <a:pt x="701" y="781"/>
                </a:lnTo>
                <a:lnTo>
                  <a:pt x="701" y="789"/>
                </a:lnTo>
                <a:lnTo>
                  <a:pt x="702" y="797"/>
                </a:lnTo>
                <a:lnTo>
                  <a:pt x="702" y="805"/>
                </a:lnTo>
                <a:lnTo>
                  <a:pt x="702" y="814"/>
                </a:lnTo>
                <a:lnTo>
                  <a:pt x="704" y="839"/>
                </a:lnTo>
                <a:lnTo>
                  <a:pt x="704" y="847"/>
                </a:lnTo>
                <a:lnTo>
                  <a:pt x="705" y="864"/>
                </a:lnTo>
                <a:lnTo>
                  <a:pt x="706" y="872"/>
                </a:lnTo>
                <a:lnTo>
                  <a:pt x="706" y="880"/>
                </a:lnTo>
                <a:lnTo>
                  <a:pt x="707" y="889"/>
                </a:lnTo>
                <a:lnTo>
                  <a:pt x="707" y="897"/>
                </a:lnTo>
                <a:lnTo>
                  <a:pt x="707" y="905"/>
                </a:lnTo>
                <a:lnTo>
                  <a:pt x="708" y="913"/>
                </a:lnTo>
                <a:lnTo>
                  <a:pt x="708" y="922"/>
                </a:lnTo>
                <a:lnTo>
                  <a:pt x="709" y="930"/>
                </a:lnTo>
                <a:lnTo>
                  <a:pt x="709" y="938"/>
                </a:lnTo>
                <a:lnTo>
                  <a:pt x="710" y="947"/>
                </a:lnTo>
                <a:lnTo>
                  <a:pt x="710" y="955"/>
                </a:lnTo>
                <a:lnTo>
                  <a:pt x="711" y="972"/>
                </a:lnTo>
                <a:lnTo>
                  <a:pt x="712" y="980"/>
                </a:lnTo>
                <a:lnTo>
                  <a:pt x="712" y="988"/>
                </a:lnTo>
                <a:lnTo>
                  <a:pt x="713" y="1005"/>
                </a:lnTo>
                <a:lnTo>
                  <a:pt x="713" y="1013"/>
                </a:lnTo>
                <a:lnTo>
                  <a:pt x="714" y="1022"/>
                </a:lnTo>
                <a:lnTo>
                  <a:pt x="714" y="1030"/>
                </a:lnTo>
                <a:lnTo>
                  <a:pt x="714" y="1038"/>
                </a:lnTo>
                <a:lnTo>
                  <a:pt x="715" y="1046"/>
                </a:lnTo>
                <a:lnTo>
                  <a:pt x="715" y="1055"/>
                </a:lnTo>
                <a:lnTo>
                  <a:pt x="715" y="1063"/>
                </a:lnTo>
                <a:lnTo>
                  <a:pt x="716" y="1071"/>
                </a:lnTo>
                <a:lnTo>
                  <a:pt x="716" y="1080"/>
                </a:lnTo>
                <a:lnTo>
                  <a:pt x="716" y="1088"/>
                </a:lnTo>
                <a:lnTo>
                  <a:pt x="717" y="1096"/>
                </a:lnTo>
                <a:lnTo>
                  <a:pt x="717" y="1113"/>
                </a:lnTo>
                <a:lnTo>
                  <a:pt x="718" y="1121"/>
                </a:lnTo>
                <a:lnTo>
                  <a:pt x="718" y="1130"/>
                </a:lnTo>
                <a:lnTo>
                  <a:pt x="719" y="1146"/>
                </a:lnTo>
                <a:lnTo>
                  <a:pt x="719" y="1154"/>
                </a:lnTo>
                <a:lnTo>
                  <a:pt x="719" y="1163"/>
                </a:lnTo>
                <a:lnTo>
                  <a:pt x="720" y="1179"/>
                </a:lnTo>
                <a:lnTo>
                  <a:pt x="720" y="1188"/>
                </a:lnTo>
                <a:lnTo>
                  <a:pt x="721" y="1196"/>
                </a:lnTo>
                <a:lnTo>
                  <a:pt x="721" y="1204"/>
                </a:lnTo>
                <a:lnTo>
                  <a:pt x="722" y="1213"/>
                </a:lnTo>
                <a:lnTo>
                  <a:pt x="722" y="1221"/>
                </a:lnTo>
                <a:lnTo>
                  <a:pt x="723" y="1229"/>
                </a:lnTo>
                <a:lnTo>
                  <a:pt x="723" y="1237"/>
                </a:lnTo>
                <a:lnTo>
                  <a:pt x="724" y="1246"/>
                </a:lnTo>
                <a:lnTo>
                  <a:pt x="724" y="1254"/>
                </a:lnTo>
                <a:lnTo>
                  <a:pt x="725" y="1262"/>
                </a:lnTo>
                <a:lnTo>
                  <a:pt x="726" y="1271"/>
                </a:lnTo>
                <a:lnTo>
                  <a:pt x="727" y="1279"/>
                </a:lnTo>
                <a:lnTo>
                  <a:pt x="727" y="1287"/>
                </a:lnTo>
                <a:lnTo>
                  <a:pt x="728" y="1296"/>
                </a:lnTo>
                <a:lnTo>
                  <a:pt x="731" y="1321"/>
                </a:lnTo>
                <a:lnTo>
                  <a:pt x="732" y="1329"/>
                </a:lnTo>
                <a:lnTo>
                  <a:pt x="734" y="1345"/>
                </a:lnTo>
                <a:lnTo>
                  <a:pt x="736" y="1354"/>
                </a:lnTo>
                <a:lnTo>
                  <a:pt x="737" y="1362"/>
                </a:lnTo>
                <a:lnTo>
                  <a:pt x="740" y="1379"/>
                </a:lnTo>
                <a:lnTo>
                  <a:pt x="741" y="1387"/>
                </a:lnTo>
                <a:lnTo>
                  <a:pt x="742" y="1395"/>
                </a:lnTo>
                <a:lnTo>
                  <a:pt x="744" y="1404"/>
                </a:lnTo>
                <a:lnTo>
                  <a:pt x="746" y="1412"/>
                </a:lnTo>
                <a:lnTo>
                  <a:pt x="747" y="1420"/>
                </a:lnTo>
                <a:lnTo>
                  <a:pt x="749" y="1429"/>
                </a:lnTo>
                <a:lnTo>
                  <a:pt x="750" y="1437"/>
                </a:lnTo>
                <a:lnTo>
                  <a:pt x="752" y="1445"/>
                </a:lnTo>
                <a:lnTo>
                  <a:pt x="754" y="1454"/>
                </a:lnTo>
                <a:lnTo>
                  <a:pt x="755" y="1462"/>
                </a:lnTo>
                <a:lnTo>
                  <a:pt x="757" y="1470"/>
                </a:lnTo>
                <a:lnTo>
                  <a:pt x="761" y="1487"/>
                </a:lnTo>
                <a:lnTo>
                  <a:pt x="763" y="1495"/>
                </a:lnTo>
                <a:lnTo>
                  <a:pt x="768" y="1520"/>
                </a:lnTo>
                <a:lnTo>
                  <a:pt x="770" y="1528"/>
                </a:lnTo>
                <a:lnTo>
                  <a:pt x="773" y="1545"/>
                </a:lnTo>
                <a:lnTo>
                  <a:pt x="775" y="1553"/>
                </a:lnTo>
                <a:lnTo>
                  <a:pt x="779" y="1570"/>
                </a:lnTo>
                <a:lnTo>
                  <a:pt x="781" y="1578"/>
                </a:lnTo>
                <a:lnTo>
                  <a:pt x="783" y="1586"/>
                </a:lnTo>
                <a:lnTo>
                  <a:pt x="784" y="1595"/>
                </a:lnTo>
                <a:lnTo>
                  <a:pt x="786" y="1603"/>
                </a:lnTo>
                <a:lnTo>
                  <a:pt x="788" y="1611"/>
                </a:lnTo>
                <a:lnTo>
                  <a:pt x="790" y="1620"/>
                </a:lnTo>
                <a:lnTo>
                  <a:pt x="791" y="1628"/>
                </a:lnTo>
                <a:lnTo>
                  <a:pt x="793" y="1636"/>
                </a:lnTo>
                <a:lnTo>
                  <a:pt x="798" y="1661"/>
                </a:lnTo>
                <a:lnTo>
                  <a:pt x="800" y="1670"/>
                </a:lnTo>
                <a:lnTo>
                  <a:pt x="803" y="1686"/>
                </a:lnTo>
                <a:lnTo>
                  <a:pt x="805" y="1695"/>
                </a:lnTo>
                <a:lnTo>
                  <a:pt x="808" y="1711"/>
                </a:lnTo>
                <a:lnTo>
                  <a:pt x="810" y="1719"/>
                </a:lnTo>
                <a:lnTo>
                  <a:pt x="811" y="1728"/>
                </a:lnTo>
                <a:lnTo>
                  <a:pt x="815" y="1744"/>
                </a:lnTo>
                <a:lnTo>
                  <a:pt x="816" y="1753"/>
                </a:lnTo>
                <a:lnTo>
                  <a:pt x="821" y="1777"/>
                </a:lnTo>
                <a:lnTo>
                  <a:pt x="823" y="1786"/>
                </a:lnTo>
                <a:lnTo>
                  <a:pt x="825" y="1794"/>
                </a:lnTo>
                <a:lnTo>
                  <a:pt x="826" y="1802"/>
                </a:lnTo>
                <a:lnTo>
                  <a:pt x="828" y="1811"/>
                </a:lnTo>
                <a:lnTo>
                  <a:pt x="830" y="1819"/>
                </a:lnTo>
                <a:lnTo>
                  <a:pt x="831" y="1827"/>
                </a:lnTo>
                <a:lnTo>
                  <a:pt x="833" y="1836"/>
                </a:lnTo>
                <a:lnTo>
                  <a:pt x="835" y="1844"/>
                </a:lnTo>
                <a:lnTo>
                  <a:pt x="836" y="1852"/>
                </a:lnTo>
                <a:lnTo>
                  <a:pt x="838" y="1861"/>
                </a:lnTo>
                <a:lnTo>
                  <a:pt x="840" y="1869"/>
                </a:lnTo>
                <a:lnTo>
                  <a:pt x="842" y="1877"/>
                </a:lnTo>
                <a:lnTo>
                  <a:pt x="843" y="1886"/>
                </a:lnTo>
                <a:lnTo>
                  <a:pt x="845" y="1894"/>
                </a:lnTo>
                <a:lnTo>
                  <a:pt x="848" y="1910"/>
                </a:lnTo>
                <a:lnTo>
                  <a:pt x="850" y="1919"/>
                </a:lnTo>
                <a:lnTo>
                  <a:pt x="852" y="1927"/>
                </a:lnTo>
                <a:lnTo>
                  <a:pt x="855" y="1944"/>
                </a:lnTo>
                <a:lnTo>
                  <a:pt x="857" y="1952"/>
                </a:lnTo>
                <a:lnTo>
                  <a:pt x="860" y="1969"/>
                </a:lnTo>
                <a:lnTo>
                  <a:pt x="862" y="1977"/>
                </a:lnTo>
                <a:lnTo>
                  <a:pt x="863" y="1985"/>
                </a:lnTo>
                <a:lnTo>
                  <a:pt x="866" y="2002"/>
                </a:lnTo>
                <a:lnTo>
                  <a:pt x="868" y="2010"/>
                </a:lnTo>
                <a:lnTo>
                  <a:pt x="871" y="2027"/>
                </a:lnTo>
                <a:lnTo>
                  <a:pt x="872" y="2035"/>
                </a:lnTo>
                <a:lnTo>
                  <a:pt x="874" y="2043"/>
                </a:lnTo>
                <a:lnTo>
                  <a:pt x="877" y="2060"/>
                </a:lnTo>
                <a:lnTo>
                  <a:pt x="878" y="2068"/>
                </a:lnTo>
                <a:lnTo>
                  <a:pt x="881" y="2085"/>
                </a:lnTo>
                <a:lnTo>
                  <a:pt x="882" y="2093"/>
                </a:lnTo>
                <a:lnTo>
                  <a:pt x="883" y="2102"/>
                </a:lnTo>
                <a:lnTo>
                  <a:pt x="885" y="2110"/>
                </a:lnTo>
                <a:lnTo>
                  <a:pt x="886" y="2118"/>
                </a:lnTo>
                <a:lnTo>
                  <a:pt x="888" y="2127"/>
                </a:lnTo>
                <a:lnTo>
                  <a:pt x="889" y="2135"/>
                </a:lnTo>
                <a:lnTo>
                  <a:pt x="891" y="2143"/>
                </a:lnTo>
                <a:lnTo>
                  <a:pt x="892" y="2152"/>
                </a:lnTo>
                <a:lnTo>
                  <a:pt x="895" y="2168"/>
                </a:lnTo>
                <a:lnTo>
                  <a:pt x="897" y="2176"/>
                </a:lnTo>
                <a:lnTo>
                  <a:pt x="900" y="2193"/>
                </a:lnTo>
                <a:lnTo>
                  <a:pt x="902" y="2201"/>
                </a:lnTo>
                <a:lnTo>
                  <a:pt x="904" y="2210"/>
                </a:lnTo>
                <a:lnTo>
                  <a:pt x="906" y="2218"/>
                </a:lnTo>
                <a:lnTo>
                  <a:pt x="908" y="2226"/>
                </a:lnTo>
                <a:lnTo>
                  <a:pt x="910" y="2235"/>
                </a:lnTo>
                <a:lnTo>
                  <a:pt x="912" y="2243"/>
                </a:lnTo>
                <a:lnTo>
                  <a:pt x="914" y="2251"/>
                </a:lnTo>
                <a:lnTo>
                  <a:pt x="916" y="2259"/>
                </a:lnTo>
                <a:lnTo>
                  <a:pt x="919" y="2268"/>
                </a:lnTo>
                <a:lnTo>
                  <a:pt x="921" y="2276"/>
                </a:lnTo>
                <a:lnTo>
                  <a:pt x="924" y="2284"/>
                </a:lnTo>
                <a:lnTo>
                  <a:pt x="927" y="2293"/>
                </a:lnTo>
                <a:lnTo>
                  <a:pt x="929" y="2301"/>
                </a:lnTo>
                <a:lnTo>
                  <a:pt x="933" y="2309"/>
                </a:lnTo>
                <a:lnTo>
                  <a:pt x="936" y="2318"/>
                </a:lnTo>
                <a:lnTo>
                  <a:pt x="942" y="2334"/>
                </a:lnTo>
                <a:lnTo>
                  <a:pt x="945" y="2343"/>
                </a:lnTo>
                <a:lnTo>
                  <a:pt x="949" y="2351"/>
                </a:lnTo>
                <a:lnTo>
                  <a:pt x="952" y="2359"/>
                </a:lnTo>
                <a:lnTo>
                  <a:pt x="956" y="2367"/>
                </a:lnTo>
                <a:lnTo>
                  <a:pt x="960" y="2376"/>
                </a:lnTo>
                <a:lnTo>
                  <a:pt x="972" y="2401"/>
                </a:lnTo>
                <a:lnTo>
                  <a:pt x="976" y="2409"/>
                </a:lnTo>
                <a:lnTo>
                  <a:pt x="985" y="2426"/>
                </a:lnTo>
                <a:lnTo>
                  <a:pt x="989" y="2434"/>
                </a:lnTo>
                <a:lnTo>
                  <a:pt x="998" y="2451"/>
                </a:lnTo>
                <a:lnTo>
                  <a:pt x="1003" y="2459"/>
                </a:lnTo>
                <a:lnTo>
                  <a:pt x="1008" y="2467"/>
                </a:lnTo>
                <a:lnTo>
                  <a:pt x="1017" y="2484"/>
                </a:lnTo>
                <a:lnTo>
                  <a:pt x="1022" y="2492"/>
                </a:lnTo>
                <a:lnTo>
                  <a:pt x="1032" y="2509"/>
                </a:lnTo>
                <a:lnTo>
                  <a:pt x="1037" y="2517"/>
                </a:lnTo>
                <a:lnTo>
                  <a:pt x="1042" y="2525"/>
                </a:lnTo>
                <a:lnTo>
                  <a:pt x="1047" y="2534"/>
                </a:lnTo>
                <a:lnTo>
                  <a:pt x="1052" y="2542"/>
                </a:lnTo>
                <a:lnTo>
                  <a:pt x="1057" y="2550"/>
                </a:lnTo>
                <a:lnTo>
                  <a:pt x="1068" y="2567"/>
                </a:lnTo>
                <a:lnTo>
                  <a:pt x="1073" y="2575"/>
                </a:lnTo>
                <a:lnTo>
                  <a:pt x="1083" y="2592"/>
                </a:lnTo>
                <a:lnTo>
                  <a:pt x="1088" y="2600"/>
                </a:lnTo>
                <a:lnTo>
                  <a:pt x="1093" y="2608"/>
                </a:lnTo>
                <a:lnTo>
                  <a:pt x="1098" y="2617"/>
                </a:lnTo>
                <a:lnTo>
                  <a:pt x="1102" y="2625"/>
                </a:lnTo>
                <a:lnTo>
                  <a:pt x="1107" y="2633"/>
                </a:lnTo>
                <a:lnTo>
                  <a:pt x="1112" y="2642"/>
                </a:lnTo>
                <a:lnTo>
                  <a:pt x="1117" y="2650"/>
                </a:lnTo>
                <a:lnTo>
                  <a:pt x="1121" y="2658"/>
                </a:lnTo>
                <a:lnTo>
                  <a:pt x="1131" y="2675"/>
                </a:lnTo>
                <a:lnTo>
                  <a:pt x="1133" y="2679"/>
                </a:lnTo>
                <a:lnTo>
                  <a:pt x="1135" y="2683"/>
                </a:lnTo>
                <a:lnTo>
                  <a:pt x="1139" y="2692"/>
                </a:lnTo>
                <a:lnTo>
                  <a:pt x="1148" y="2709"/>
                </a:lnTo>
                <a:lnTo>
                  <a:pt x="1152" y="2717"/>
                </a:lnTo>
                <a:lnTo>
                  <a:pt x="1156" y="2726"/>
                </a:lnTo>
                <a:lnTo>
                  <a:pt x="1164" y="2742"/>
                </a:lnTo>
                <a:lnTo>
                  <a:pt x="1168" y="2751"/>
                </a:lnTo>
                <a:lnTo>
                  <a:pt x="1175" y="2767"/>
                </a:lnTo>
                <a:lnTo>
                  <a:pt x="1179" y="2776"/>
                </a:lnTo>
                <a:lnTo>
                  <a:pt x="1186" y="2792"/>
                </a:lnTo>
                <a:lnTo>
                  <a:pt x="1190" y="2800"/>
                </a:lnTo>
                <a:lnTo>
                  <a:pt x="1193" y="2809"/>
                </a:lnTo>
                <a:lnTo>
                  <a:pt x="1200" y="2825"/>
                </a:lnTo>
                <a:lnTo>
                  <a:pt x="1203" y="2834"/>
                </a:lnTo>
                <a:lnTo>
                  <a:pt x="1206" y="2842"/>
                </a:lnTo>
                <a:lnTo>
                  <a:pt x="1209" y="2850"/>
                </a:lnTo>
                <a:lnTo>
                  <a:pt x="1213" y="2859"/>
                </a:lnTo>
                <a:lnTo>
                  <a:pt x="1216" y="2867"/>
                </a:lnTo>
                <a:lnTo>
                  <a:pt x="1222" y="2884"/>
                </a:lnTo>
                <a:lnTo>
                  <a:pt x="1225" y="2892"/>
                </a:lnTo>
                <a:lnTo>
                  <a:pt x="1228" y="2900"/>
                </a:lnTo>
                <a:lnTo>
                  <a:pt x="1231" y="2909"/>
                </a:lnTo>
                <a:lnTo>
                  <a:pt x="1234" y="2917"/>
                </a:lnTo>
                <a:lnTo>
                  <a:pt x="1241" y="2933"/>
                </a:lnTo>
                <a:lnTo>
                  <a:pt x="1244" y="2942"/>
                </a:lnTo>
                <a:lnTo>
                  <a:pt x="1247" y="2950"/>
                </a:lnTo>
                <a:lnTo>
                  <a:pt x="1251" y="2958"/>
                </a:lnTo>
                <a:lnTo>
                  <a:pt x="1254" y="2967"/>
                </a:lnTo>
                <a:lnTo>
                  <a:pt x="1257" y="2975"/>
                </a:lnTo>
                <a:lnTo>
                  <a:pt x="1264" y="2992"/>
                </a:lnTo>
                <a:lnTo>
                  <a:pt x="1268" y="3000"/>
                </a:lnTo>
                <a:lnTo>
                  <a:pt x="1275" y="3017"/>
                </a:lnTo>
                <a:lnTo>
                  <a:pt x="1279" y="3025"/>
                </a:lnTo>
                <a:lnTo>
                  <a:pt x="1282" y="3033"/>
                </a:lnTo>
                <a:lnTo>
                  <a:pt x="1290" y="3050"/>
                </a:lnTo>
                <a:lnTo>
                  <a:pt x="1293" y="3058"/>
                </a:lnTo>
                <a:lnTo>
                  <a:pt x="1297" y="3066"/>
                </a:lnTo>
                <a:lnTo>
                  <a:pt x="1301" y="3075"/>
                </a:lnTo>
                <a:lnTo>
                  <a:pt x="1305" y="3083"/>
                </a:lnTo>
                <a:lnTo>
                  <a:pt x="1309" y="3091"/>
                </a:lnTo>
                <a:lnTo>
                  <a:pt x="1316" y="3108"/>
                </a:lnTo>
                <a:lnTo>
                  <a:pt x="1320" y="3116"/>
                </a:lnTo>
                <a:lnTo>
                  <a:pt x="1328" y="3133"/>
                </a:lnTo>
                <a:lnTo>
                  <a:pt x="1332" y="3141"/>
                </a:lnTo>
                <a:lnTo>
                  <a:pt x="1332" y="3142"/>
                </a:lnTo>
                <a:lnTo>
                  <a:pt x="1335" y="3150"/>
                </a:lnTo>
                <a:lnTo>
                  <a:pt x="1339" y="3158"/>
                </a:lnTo>
                <a:lnTo>
                  <a:pt x="1343" y="3166"/>
                </a:lnTo>
                <a:lnTo>
                  <a:pt x="1346" y="3174"/>
                </a:lnTo>
                <a:lnTo>
                  <a:pt x="1353" y="3191"/>
                </a:lnTo>
                <a:lnTo>
                  <a:pt x="1356" y="3199"/>
                </a:lnTo>
                <a:lnTo>
                  <a:pt x="1363" y="3216"/>
                </a:lnTo>
                <a:lnTo>
                  <a:pt x="1366" y="3224"/>
                </a:lnTo>
                <a:lnTo>
                  <a:pt x="1368" y="3233"/>
                </a:lnTo>
                <a:lnTo>
                  <a:pt x="1371" y="3241"/>
                </a:lnTo>
                <a:lnTo>
                  <a:pt x="1373" y="3249"/>
                </a:lnTo>
                <a:lnTo>
                  <a:pt x="1376" y="3258"/>
                </a:lnTo>
                <a:lnTo>
                  <a:pt x="1378" y="3266"/>
                </a:lnTo>
                <a:lnTo>
                  <a:pt x="1380" y="3274"/>
                </a:lnTo>
                <a:lnTo>
                  <a:pt x="1382" y="3282"/>
                </a:lnTo>
                <a:lnTo>
                  <a:pt x="1383" y="3291"/>
                </a:lnTo>
                <a:lnTo>
                  <a:pt x="1385" y="3299"/>
                </a:lnTo>
                <a:lnTo>
                  <a:pt x="1386" y="3307"/>
                </a:lnTo>
                <a:lnTo>
                  <a:pt x="1387" y="3316"/>
                </a:lnTo>
                <a:lnTo>
                  <a:pt x="1388" y="3324"/>
                </a:lnTo>
                <a:lnTo>
                  <a:pt x="1389" y="3341"/>
                </a:lnTo>
                <a:lnTo>
                  <a:pt x="1388" y="3349"/>
                </a:lnTo>
                <a:lnTo>
                  <a:pt x="1388" y="3357"/>
                </a:lnTo>
                <a:lnTo>
                  <a:pt x="1388" y="3365"/>
                </a:lnTo>
                <a:lnTo>
                  <a:pt x="1387" y="3374"/>
                </a:lnTo>
                <a:lnTo>
                  <a:pt x="1386" y="3382"/>
                </a:lnTo>
                <a:lnTo>
                  <a:pt x="1385" y="3390"/>
                </a:lnTo>
                <a:lnTo>
                  <a:pt x="1383" y="3399"/>
                </a:lnTo>
                <a:lnTo>
                  <a:pt x="1380" y="3415"/>
                </a:lnTo>
                <a:lnTo>
                  <a:pt x="1377" y="3424"/>
                </a:lnTo>
                <a:lnTo>
                  <a:pt x="1375" y="3432"/>
                </a:lnTo>
                <a:lnTo>
                  <a:pt x="1372" y="3440"/>
                </a:lnTo>
                <a:lnTo>
                  <a:pt x="1369" y="3449"/>
                </a:lnTo>
                <a:lnTo>
                  <a:pt x="1365" y="3457"/>
                </a:lnTo>
                <a:lnTo>
                  <a:pt x="1363" y="3463"/>
                </a:lnTo>
                <a:lnTo>
                  <a:pt x="1362" y="3465"/>
                </a:lnTo>
                <a:lnTo>
                  <a:pt x="1358" y="3473"/>
                </a:lnTo>
                <a:lnTo>
                  <a:pt x="1353" y="3482"/>
                </a:lnTo>
                <a:lnTo>
                  <a:pt x="1349" y="3490"/>
                </a:lnTo>
                <a:lnTo>
                  <a:pt x="1344" y="3498"/>
                </a:lnTo>
                <a:lnTo>
                  <a:pt x="1339" y="3507"/>
                </a:lnTo>
                <a:lnTo>
                  <a:pt x="1334" y="3515"/>
                </a:lnTo>
                <a:lnTo>
                  <a:pt x="1328" y="3523"/>
                </a:lnTo>
                <a:lnTo>
                  <a:pt x="1323" y="3532"/>
                </a:lnTo>
                <a:lnTo>
                  <a:pt x="1317" y="3540"/>
                </a:lnTo>
                <a:lnTo>
                  <a:pt x="1310" y="3548"/>
                </a:lnTo>
                <a:lnTo>
                  <a:pt x="1304" y="3557"/>
                </a:lnTo>
                <a:lnTo>
                  <a:pt x="1297" y="3565"/>
                </a:lnTo>
                <a:lnTo>
                  <a:pt x="1290" y="3573"/>
                </a:lnTo>
                <a:lnTo>
                  <a:pt x="1283" y="3582"/>
                </a:lnTo>
                <a:lnTo>
                  <a:pt x="1275" y="3590"/>
                </a:lnTo>
                <a:lnTo>
                  <a:pt x="1268" y="3598"/>
                </a:lnTo>
                <a:lnTo>
                  <a:pt x="1260" y="3606"/>
                </a:lnTo>
                <a:lnTo>
                  <a:pt x="1252" y="3615"/>
                </a:lnTo>
                <a:lnTo>
                  <a:pt x="1244" y="3623"/>
                </a:lnTo>
                <a:lnTo>
                  <a:pt x="1235" y="3631"/>
                </a:lnTo>
                <a:lnTo>
                  <a:pt x="1227" y="3640"/>
                </a:lnTo>
                <a:lnTo>
                  <a:pt x="1218" y="3648"/>
                </a:lnTo>
                <a:lnTo>
                  <a:pt x="1210" y="3656"/>
                </a:lnTo>
                <a:lnTo>
                  <a:pt x="1201" y="3665"/>
                </a:lnTo>
                <a:lnTo>
                  <a:pt x="1182" y="3681"/>
                </a:lnTo>
                <a:lnTo>
                  <a:pt x="1173" y="3690"/>
                </a:lnTo>
                <a:lnTo>
                  <a:pt x="1154" y="3706"/>
                </a:lnTo>
                <a:lnTo>
                  <a:pt x="1145" y="3715"/>
                </a:lnTo>
                <a:lnTo>
                  <a:pt x="1126" y="3731"/>
                </a:lnTo>
                <a:lnTo>
                  <a:pt x="1116" y="3739"/>
                </a:lnTo>
                <a:lnTo>
                  <a:pt x="1107" y="3748"/>
                </a:lnTo>
                <a:lnTo>
                  <a:pt x="1088" y="3764"/>
                </a:lnTo>
                <a:lnTo>
                  <a:pt x="1078" y="3773"/>
                </a:lnTo>
                <a:lnTo>
                  <a:pt x="1069" y="3781"/>
                </a:lnTo>
                <a:lnTo>
                  <a:pt x="1059" y="3789"/>
                </a:lnTo>
                <a:lnTo>
                  <a:pt x="1050" y="3798"/>
                </a:lnTo>
                <a:lnTo>
                  <a:pt x="1031" y="3814"/>
                </a:lnTo>
                <a:lnTo>
                  <a:pt x="1023" y="3822"/>
                </a:lnTo>
                <a:lnTo>
                  <a:pt x="1014" y="3831"/>
                </a:lnTo>
                <a:lnTo>
                  <a:pt x="996" y="3847"/>
                </a:lnTo>
                <a:lnTo>
                  <a:pt x="987" y="3856"/>
                </a:lnTo>
                <a:lnTo>
                  <a:pt x="979" y="3864"/>
                </a:lnTo>
                <a:lnTo>
                  <a:pt x="971" y="3872"/>
                </a:lnTo>
                <a:lnTo>
                  <a:pt x="963" y="3881"/>
                </a:lnTo>
                <a:lnTo>
                  <a:pt x="947" y="3897"/>
                </a:lnTo>
                <a:lnTo>
                  <a:pt x="939" y="3905"/>
                </a:lnTo>
                <a:lnTo>
                  <a:pt x="932" y="3914"/>
                </a:lnTo>
                <a:lnTo>
                  <a:pt x="925" y="3922"/>
                </a:lnTo>
                <a:lnTo>
                  <a:pt x="918" y="3930"/>
                </a:lnTo>
                <a:lnTo>
                  <a:pt x="911" y="3939"/>
                </a:lnTo>
                <a:lnTo>
                  <a:pt x="905" y="3947"/>
                </a:lnTo>
                <a:lnTo>
                  <a:pt x="898" y="3955"/>
                </a:lnTo>
                <a:lnTo>
                  <a:pt x="892" y="3964"/>
                </a:lnTo>
                <a:lnTo>
                  <a:pt x="886" y="3972"/>
                </a:lnTo>
                <a:lnTo>
                  <a:pt x="880" y="3980"/>
                </a:lnTo>
                <a:lnTo>
                  <a:pt x="875" y="3989"/>
                </a:lnTo>
                <a:lnTo>
                  <a:pt x="869" y="3997"/>
                </a:lnTo>
                <a:lnTo>
                  <a:pt x="864" y="4005"/>
                </a:lnTo>
                <a:lnTo>
                  <a:pt x="859" y="4014"/>
                </a:lnTo>
                <a:lnTo>
                  <a:pt x="854" y="4022"/>
                </a:lnTo>
                <a:lnTo>
                  <a:pt x="849" y="4030"/>
                </a:lnTo>
                <a:lnTo>
                  <a:pt x="844" y="4038"/>
                </a:lnTo>
                <a:lnTo>
                  <a:pt x="840" y="4047"/>
                </a:lnTo>
                <a:lnTo>
                  <a:pt x="836" y="4055"/>
                </a:lnTo>
                <a:lnTo>
                  <a:pt x="828" y="4072"/>
                </a:lnTo>
                <a:lnTo>
                  <a:pt x="824" y="4080"/>
                </a:lnTo>
                <a:lnTo>
                  <a:pt x="817" y="4097"/>
                </a:lnTo>
                <a:lnTo>
                  <a:pt x="813" y="4105"/>
                </a:lnTo>
                <a:lnTo>
                  <a:pt x="810" y="4113"/>
                </a:lnTo>
                <a:lnTo>
                  <a:pt x="804" y="4130"/>
                </a:lnTo>
                <a:lnTo>
                  <a:pt x="800" y="4138"/>
                </a:lnTo>
                <a:lnTo>
                  <a:pt x="792" y="4163"/>
                </a:lnTo>
                <a:lnTo>
                  <a:pt x="789" y="4171"/>
                </a:lnTo>
                <a:lnTo>
                  <a:pt x="786" y="4180"/>
                </a:lnTo>
                <a:lnTo>
                  <a:pt x="784" y="4188"/>
                </a:lnTo>
                <a:lnTo>
                  <a:pt x="781" y="4196"/>
                </a:lnTo>
                <a:lnTo>
                  <a:pt x="779" y="4205"/>
                </a:lnTo>
                <a:lnTo>
                  <a:pt x="776" y="4213"/>
                </a:lnTo>
                <a:lnTo>
                  <a:pt x="774" y="4221"/>
                </a:lnTo>
                <a:lnTo>
                  <a:pt x="771" y="4230"/>
                </a:lnTo>
                <a:lnTo>
                  <a:pt x="769" y="4238"/>
                </a:lnTo>
                <a:lnTo>
                  <a:pt x="767" y="4246"/>
                </a:lnTo>
                <a:lnTo>
                  <a:pt x="623" y="4246"/>
                </a:lnTo>
                <a:close/>
              </a:path>
            </a:pathLst>
          </a:custGeom>
          <a:noFill/>
          <a:ln w="9360">
            <a:solidFill>
              <a:srgbClr val="0072B2"/>
            </a:solidFill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3928680" y="1303920"/>
            <a:ext cx="834840" cy="1467360"/>
          </a:xfrm>
          <a:custGeom>
            <a:avLst/>
            <a:gdLst/>
            <a:ahLst/>
            <a:rect l="0" t="0" r="r" b="b"/>
            <a:pathLst>
              <a:path w="2319" h="4076">
                <a:moveTo>
                  <a:pt x="1101" y="4076"/>
                </a:moveTo>
                <a:lnTo>
                  <a:pt x="1100" y="4068"/>
                </a:lnTo>
                <a:lnTo>
                  <a:pt x="1097" y="4052"/>
                </a:lnTo>
                <a:lnTo>
                  <a:pt x="1095" y="4044"/>
                </a:lnTo>
                <a:lnTo>
                  <a:pt x="1094" y="4036"/>
                </a:lnTo>
                <a:lnTo>
                  <a:pt x="1093" y="4028"/>
                </a:lnTo>
                <a:lnTo>
                  <a:pt x="1091" y="4020"/>
                </a:lnTo>
                <a:lnTo>
                  <a:pt x="1088" y="4004"/>
                </a:lnTo>
                <a:lnTo>
                  <a:pt x="1087" y="3996"/>
                </a:lnTo>
                <a:lnTo>
                  <a:pt x="1084" y="3980"/>
                </a:lnTo>
                <a:lnTo>
                  <a:pt x="1082" y="3972"/>
                </a:lnTo>
                <a:lnTo>
                  <a:pt x="1081" y="3964"/>
                </a:lnTo>
                <a:lnTo>
                  <a:pt x="1074" y="3924"/>
                </a:lnTo>
                <a:lnTo>
                  <a:pt x="1072" y="3916"/>
                </a:lnTo>
                <a:lnTo>
                  <a:pt x="1069" y="3900"/>
                </a:lnTo>
                <a:lnTo>
                  <a:pt x="1065" y="3884"/>
                </a:lnTo>
                <a:lnTo>
                  <a:pt x="1061" y="3868"/>
                </a:lnTo>
                <a:lnTo>
                  <a:pt x="1059" y="3860"/>
                </a:lnTo>
                <a:lnTo>
                  <a:pt x="1052" y="3836"/>
                </a:lnTo>
                <a:lnTo>
                  <a:pt x="1047" y="3820"/>
                </a:lnTo>
                <a:lnTo>
                  <a:pt x="1045" y="3812"/>
                </a:lnTo>
                <a:lnTo>
                  <a:pt x="1042" y="3804"/>
                </a:lnTo>
                <a:lnTo>
                  <a:pt x="1039" y="3796"/>
                </a:lnTo>
                <a:lnTo>
                  <a:pt x="1033" y="3780"/>
                </a:lnTo>
                <a:lnTo>
                  <a:pt x="1030" y="3773"/>
                </a:lnTo>
                <a:lnTo>
                  <a:pt x="1023" y="3757"/>
                </a:lnTo>
                <a:lnTo>
                  <a:pt x="1019" y="3749"/>
                </a:lnTo>
                <a:lnTo>
                  <a:pt x="1015" y="3741"/>
                </a:lnTo>
                <a:lnTo>
                  <a:pt x="1011" y="3733"/>
                </a:lnTo>
                <a:lnTo>
                  <a:pt x="1007" y="3725"/>
                </a:lnTo>
                <a:lnTo>
                  <a:pt x="1003" y="3717"/>
                </a:lnTo>
                <a:lnTo>
                  <a:pt x="999" y="3709"/>
                </a:lnTo>
                <a:lnTo>
                  <a:pt x="994" y="3701"/>
                </a:lnTo>
                <a:lnTo>
                  <a:pt x="989" y="3693"/>
                </a:lnTo>
                <a:lnTo>
                  <a:pt x="984" y="3685"/>
                </a:lnTo>
                <a:lnTo>
                  <a:pt x="980" y="3677"/>
                </a:lnTo>
                <a:lnTo>
                  <a:pt x="974" y="3669"/>
                </a:lnTo>
                <a:lnTo>
                  <a:pt x="969" y="3661"/>
                </a:lnTo>
                <a:lnTo>
                  <a:pt x="964" y="3653"/>
                </a:lnTo>
                <a:lnTo>
                  <a:pt x="958" y="3645"/>
                </a:lnTo>
                <a:lnTo>
                  <a:pt x="953" y="3637"/>
                </a:lnTo>
                <a:lnTo>
                  <a:pt x="941" y="3621"/>
                </a:lnTo>
                <a:lnTo>
                  <a:pt x="936" y="3613"/>
                </a:lnTo>
                <a:lnTo>
                  <a:pt x="930" y="3605"/>
                </a:lnTo>
                <a:lnTo>
                  <a:pt x="924" y="3597"/>
                </a:lnTo>
                <a:lnTo>
                  <a:pt x="918" y="3589"/>
                </a:lnTo>
                <a:lnTo>
                  <a:pt x="894" y="3557"/>
                </a:lnTo>
                <a:lnTo>
                  <a:pt x="883" y="3541"/>
                </a:lnTo>
                <a:lnTo>
                  <a:pt x="877" y="3533"/>
                </a:lnTo>
                <a:lnTo>
                  <a:pt x="871" y="3525"/>
                </a:lnTo>
                <a:lnTo>
                  <a:pt x="866" y="3517"/>
                </a:lnTo>
                <a:lnTo>
                  <a:pt x="855" y="3501"/>
                </a:lnTo>
                <a:lnTo>
                  <a:pt x="850" y="3493"/>
                </a:lnTo>
                <a:lnTo>
                  <a:pt x="846" y="3485"/>
                </a:lnTo>
                <a:lnTo>
                  <a:pt x="841" y="3478"/>
                </a:lnTo>
                <a:lnTo>
                  <a:pt x="836" y="3470"/>
                </a:lnTo>
                <a:lnTo>
                  <a:pt x="832" y="3462"/>
                </a:lnTo>
                <a:lnTo>
                  <a:pt x="828" y="3454"/>
                </a:lnTo>
                <a:lnTo>
                  <a:pt x="825" y="3446"/>
                </a:lnTo>
                <a:lnTo>
                  <a:pt x="821" y="3438"/>
                </a:lnTo>
                <a:lnTo>
                  <a:pt x="818" y="3430"/>
                </a:lnTo>
                <a:lnTo>
                  <a:pt x="815" y="3422"/>
                </a:lnTo>
                <a:lnTo>
                  <a:pt x="813" y="3414"/>
                </a:lnTo>
                <a:lnTo>
                  <a:pt x="810" y="3406"/>
                </a:lnTo>
                <a:lnTo>
                  <a:pt x="808" y="3398"/>
                </a:lnTo>
                <a:lnTo>
                  <a:pt x="807" y="3390"/>
                </a:lnTo>
                <a:lnTo>
                  <a:pt x="806" y="3382"/>
                </a:lnTo>
                <a:lnTo>
                  <a:pt x="805" y="3374"/>
                </a:lnTo>
                <a:lnTo>
                  <a:pt x="804" y="3366"/>
                </a:lnTo>
                <a:lnTo>
                  <a:pt x="804" y="3358"/>
                </a:lnTo>
                <a:lnTo>
                  <a:pt x="804" y="3350"/>
                </a:lnTo>
                <a:lnTo>
                  <a:pt x="805" y="3342"/>
                </a:lnTo>
                <a:lnTo>
                  <a:pt x="805" y="3334"/>
                </a:lnTo>
                <a:lnTo>
                  <a:pt x="806" y="3326"/>
                </a:lnTo>
                <a:lnTo>
                  <a:pt x="808" y="3318"/>
                </a:lnTo>
                <a:lnTo>
                  <a:pt x="810" y="3310"/>
                </a:lnTo>
                <a:lnTo>
                  <a:pt x="812" y="3302"/>
                </a:lnTo>
                <a:lnTo>
                  <a:pt x="814" y="3294"/>
                </a:lnTo>
                <a:lnTo>
                  <a:pt x="817" y="3286"/>
                </a:lnTo>
                <a:lnTo>
                  <a:pt x="820" y="3278"/>
                </a:lnTo>
                <a:lnTo>
                  <a:pt x="824" y="3270"/>
                </a:lnTo>
                <a:lnTo>
                  <a:pt x="827" y="3262"/>
                </a:lnTo>
                <a:lnTo>
                  <a:pt x="831" y="3254"/>
                </a:lnTo>
                <a:lnTo>
                  <a:pt x="836" y="3246"/>
                </a:lnTo>
                <a:lnTo>
                  <a:pt x="840" y="3238"/>
                </a:lnTo>
                <a:lnTo>
                  <a:pt x="845" y="3230"/>
                </a:lnTo>
                <a:lnTo>
                  <a:pt x="850" y="3222"/>
                </a:lnTo>
                <a:lnTo>
                  <a:pt x="855" y="3214"/>
                </a:lnTo>
                <a:lnTo>
                  <a:pt x="860" y="3207"/>
                </a:lnTo>
                <a:lnTo>
                  <a:pt x="866" y="3199"/>
                </a:lnTo>
                <a:lnTo>
                  <a:pt x="877" y="3183"/>
                </a:lnTo>
                <a:lnTo>
                  <a:pt x="883" y="3175"/>
                </a:lnTo>
                <a:lnTo>
                  <a:pt x="889" y="3167"/>
                </a:lnTo>
                <a:lnTo>
                  <a:pt x="895" y="3159"/>
                </a:lnTo>
                <a:lnTo>
                  <a:pt x="902" y="3151"/>
                </a:lnTo>
                <a:lnTo>
                  <a:pt x="914" y="3135"/>
                </a:lnTo>
                <a:lnTo>
                  <a:pt x="927" y="3119"/>
                </a:lnTo>
                <a:lnTo>
                  <a:pt x="934" y="3111"/>
                </a:lnTo>
                <a:lnTo>
                  <a:pt x="940" y="3103"/>
                </a:lnTo>
                <a:lnTo>
                  <a:pt x="947" y="3095"/>
                </a:lnTo>
                <a:lnTo>
                  <a:pt x="953" y="3087"/>
                </a:lnTo>
                <a:lnTo>
                  <a:pt x="972" y="3063"/>
                </a:lnTo>
                <a:lnTo>
                  <a:pt x="984" y="3047"/>
                </a:lnTo>
                <a:lnTo>
                  <a:pt x="989" y="3039"/>
                </a:lnTo>
                <a:lnTo>
                  <a:pt x="995" y="3031"/>
                </a:lnTo>
                <a:lnTo>
                  <a:pt x="1006" y="3015"/>
                </a:lnTo>
                <a:lnTo>
                  <a:pt x="1011" y="3007"/>
                </a:lnTo>
                <a:lnTo>
                  <a:pt x="1016" y="2999"/>
                </a:lnTo>
                <a:lnTo>
                  <a:pt x="1020" y="2991"/>
                </a:lnTo>
                <a:lnTo>
                  <a:pt x="1025" y="2983"/>
                </a:lnTo>
                <a:lnTo>
                  <a:pt x="1029" y="2975"/>
                </a:lnTo>
                <a:lnTo>
                  <a:pt x="1033" y="2967"/>
                </a:lnTo>
                <a:lnTo>
                  <a:pt x="1037" y="2959"/>
                </a:lnTo>
                <a:lnTo>
                  <a:pt x="1041" y="2951"/>
                </a:lnTo>
                <a:lnTo>
                  <a:pt x="1044" y="2943"/>
                </a:lnTo>
                <a:lnTo>
                  <a:pt x="1047" y="2935"/>
                </a:lnTo>
                <a:lnTo>
                  <a:pt x="1050" y="2928"/>
                </a:lnTo>
                <a:lnTo>
                  <a:pt x="1053" y="2919"/>
                </a:lnTo>
                <a:lnTo>
                  <a:pt x="1055" y="2912"/>
                </a:lnTo>
                <a:lnTo>
                  <a:pt x="1057" y="2904"/>
                </a:lnTo>
                <a:lnTo>
                  <a:pt x="1059" y="2896"/>
                </a:lnTo>
                <a:lnTo>
                  <a:pt x="1061" y="2888"/>
                </a:lnTo>
                <a:lnTo>
                  <a:pt x="1062" y="2880"/>
                </a:lnTo>
                <a:lnTo>
                  <a:pt x="1064" y="2872"/>
                </a:lnTo>
                <a:lnTo>
                  <a:pt x="1064" y="2864"/>
                </a:lnTo>
                <a:lnTo>
                  <a:pt x="1065" y="2856"/>
                </a:lnTo>
                <a:lnTo>
                  <a:pt x="1065" y="2848"/>
                </a:lnTo>
                <a:lnTo>
                  <a:pt x="1066" y="2840"/>
                </a:lnTo>
                <a:lnTo>
                  <a:pt x="1066" y="2832"/>
                </a:lnTo>
                <a:lnTo>
                  <a:pt x="1065" y="2824"/>
                </a:lnTo>
                <a:lnTo>
                  <a:pt x="1065" y="2816"/>
                </a:lnTo>
                <a:lnTo>
                  <a:pt x="1064" y="2808"/>
                </a:lnTo>
                <a:lnTo>
                  <a:pt x="1063" y="2800"/>
                </a:lnTo>
                <a:lnTo>
                  <a:pt x="1062" y="2792"/>
                </a:lnTo>
                <a:lnTo>
                  <a:pt x="1061" y="2784"/>
                </a:lnTo>
                <a:lnTo>
                  <a:pt x="1060" y="2776"/>
                </a:lnTo>
                <a:lnTo>
                  <a:pt x="1058" y="2768"/>
                </a:lnTo>
                <a:lnTo>
                  <a:pt x="1056" y="2760"/>
                </a:lnTo>
                <a:lnTo>
                  <a:pt x="1054" y="2752"/>
                </a:lnTo>
                <a:lnTo>
                  <a:pt x="1052" y="2744"/>
                </a:lnTo>
                <a:lnTo>
                  <a:pt x="1049" y="2736"/>
                </a:lnTo>
                <a:lnTo>
                  <a:pt x="1044" y="2720"/>
                </a:lnTo>
                <a:lnTo>
                  <a:pt x="1041" y="2712"/>
                </a:lnTo>
                <a:lnTo>
                  <a:pt x="1037" y="2704"/>
                </a:lnTo>
                <a:lnTo>
                  <a:pt x="1034" y="2696"/>
                </a:lnTo>
                <a:lnTo>
                  <a:pt x="1030" y="2688"/>
                </a:lnTo>
                <a:lnTo>
                  <a:pt x="1026" y="2680"/>
                </a:lnTo>
                <a:lnTo>
                  <a:pt x="1022" y="2672"/>
                </a:lnTo>
                <a:lnTo>
                  <a:pt x="1017" y="2664"/>
                </a:lnTo>
                <a:lnTo>
                  <a:pt x="1012" y="2656"/>
                </a:lnTo>
                <a:lnTo>
                  <a:pt x="1007" y="2648"/>
                </a:lnTo>
                <a:lnTo>
                  <a:pt x="1001" y="2640"/>
                </a:lnTo>
                <a:lnTo>
                  <a:pt x="996" y="2632"/>
                </a:lnTo>
                <a:lnTo>
                  <a:pt x="989" y="2624"/>
                </a:lnTo>
                <a:lnTo>
                  <a:pt x="983" y="2616"/>
                </a:lnTo>
                <a:lnTo>
                  <a:pt x="975" y="2608"/>
                </a:lnTo>
                <a:lnTo>
                  <a:pt x="968" y="2601"/>
                </a:lnTo>
                <a:lnTo>
                  <a:pt x="960" y="2593"/>
                </a:lnTo>
                <a:lnTo>
                  <a:pt x="951" y="2585"/>
                </a:lnTo>
                <a:lnTo>
                  <a:pt x="942" y="2577"/>
                </a:lnTo>
                <a:lnTo>
                  <a:pt x="932" y="2569"/>
                </a:lnTo>
                <a:lnTo>
                  <a:pt x="922" y="2561"/>
                </a:lnTo>
                <a:lnTo>
                  <a:pt x="911" y="2553"/>
                </a:lnTo>
                <a:lnTo>
                  <a:pt x="899" y="2545"/>
                </a:lnTo>
                <a:lnTo>
                  <a:pt x="887" y="2537"/>
                </a:lnTo>
                <a:lnTo>
                  <a:pt x="873" y="2529"/>
                </a:lnTo>
                <a:lnTo>
                  <a:pt x="860" y="2521"/>
                </a:lnTo>
                <a:lnTo>
                  <a:pt x="845" y="2513"/>
                </a:lnTo>
                <a:lnTo>
                  <a:pt x="829" y="2505"/>
                </a:lnTo>
                <a:lnTo>
                  <a:pt x="813" y="2497"/>
                </a:lnTo>
                <a:lnTo>
                  <a:pt x="796" y="2488"/>
                </a:lnTo>
                <a:lnTo>
                  <a:pt x="778" y="2480"/>
                </a:lnTo>
                <a:lnTo>
                  <a:pt x="760" y="2472"/>
                </a:lnTo>
                <a:lnTo>
                  <a:pt x="740" y="2464"/>
                </a:lnTo>
                <a:lnTo>
                  <a:pt x="720" y="2456"/>
                </a:lnTo>
                <a:lnTo>
                  <a:pt x="699" y="2448"/>
                </a:lnTo>
                <a:lnTo>
                  <a:pt x="677" y="2440"/>
                </a:lnTo>
                <a:lnTo>
                  <a:pt x="655" y="2432"/>
                </a:lnTo>
                <a:lnTo>
                  <a:pt x="632" y="2424"/>
                </a:lnTo>
                <a:lnTo>
                  <a:pt x="608" y="2416"/>
                </a:lnTo>
                <a:lnTo>
                  <a:pt x="583" y="2408"/>
                </a:lnTo>
                <a:lnTo>
                  <a:pt x="558" y="2400"/>
                </a:lnTo>
                <a:lnTo>
                  <a:pt x="533" y="2392"/>
                </a:lnTo>
                <a:lnTo>
                  <a:pt x="507" y="2384"/>
                </a:lnTo>
                <a:lnTo>
                  <a:pt x="480" y="2376"/>
                </a:lnTo>
                <a:lnTo>
                  <a:pt x="454" y="2368"/>
                </a:lnTo>
                <a:lnTo>
                  <a:pt x="427" y="2360"/>
                </a:lnTo>
                <a:lnTo>
                  <a:pt x="400" y="2352"/>
                </a:lnTo>
                <a:lnTo>
                  <a:pt x="347" y="2336"/>
                </a:lnTo>
                <a:lnTo>
                  <a:pt x="320" y="2329"/>
                </a:lnTo>
                <a:lnTo>
                  <a:pt x="294" y="2321"/>
                </a:lnTo>
                <a:lnTo>
                  <a:pt x="268" y="2313"/>
                </a:lnTo>
                <a:lnTo>
                  <a:pt x="243" y="2305"/>
                </a:lnTo>
                <a:lnTo>
                  <a:pt x="219" y="2297"/>
                </a:lnTo>
                <a:lnTo>
                  <a:pt x="195" y="2289"/>
                </a:lnTo>
                <a:lnTo>
                  <a:pt x="172" y="2281"/>
                </a:lnTo>
                <a:lnTo>
                  <a:pt x="150" y="2273"/>
                </a:lnTo>
                <a:lnTo>
                  <a:pt x="130" y="2265"/>
                </a:lnTo>
                <a:lnTo>
                  <a:pt x="110" y="2257"/>
                </a:lnTo>
                <a:lnTo>
                  <a:pt x="92" y="2249"/>
                </a:lnTo>
                <a:lnTo>
                  <a:pt x="75" y="2241"/>
                </a:lnTo>
                <a:lnTo>
                  <a:pt x="60" y="2233"/>
                </a:lnTo>
                <a:lnTo>
                  <a:pt x="46" y="2225"/>
                </a:lnTo>
                <a:lnTo>
                  <a:pt x="34" y="2217"/>
                </a:lnTo>
                <a:lnTo>
                  <a:pt x="24" y="2209"/>
                </a:lnTo>
                <a:lnTo>
                  <a:pt x="15" y="2201"/>
                </a:lnTo>
                <a:lnTo>
                  <a:pt x="9" y="2193"/>
                </a:lnTo>
                <a:lnTo>
                  <a:pt x="3" y="2185"/>
                </a:lnTo>
                <a:lnTo>
                  <a:pt x="1" y="2177"/>
                </a:lnTo>
                <a:lnTo>
                  <a:pt x="0" y="2172"/>
                </a:lnTo>
                <a:lnTo>
                  <a:pt x="0" y="2169"/>
                </a:lnTo>
                <a:lnTo>
                  <a:pt x="1" y="2161"/>
                </a:lnTo>
                <a:lnTo>
                  <a:pt x="4" y="2153"/>
                </a:lnTo>
                <a:lnTo>
                  <a:pt x="9" y="2145"/>
                </a:lnTo>
                <a:lnTo>
                  <a:pt x="16" y="2137"/>
                </a:lnTo>
                <a:lnTo>
                  <a:pt x="17" y="2136"/>
                </a:lnTo>
                <a:lnTo>
                  <a:pt x="24" y="2129"/>
                </a:lnTo>
                <a:lnTo>
                  <a:pt x="35" y="2121"/>
                </a:lnTo>
                <a:lnTo>
                  <a:pt x="48" y="2113"/>
                </a:lnTo>
                <a:lnTo>
                  <a:pt x="62" y="2105"/>
                </a:lnTo>
                <a:lnTo>
                  <a:pt x="77" y="2097"/>
                </a:lnTo>
                <a:lnTo>
                  <a:pt x="95" y="2089"/>
                </a:lnTo>
                <a:lnTo>
                  <a:pt x="114" y="2081"/>
                </a:lnTo>
                <a:lnTo>
                  <a:pt x="134" y="2073"/>
                </a:lnTo>
                <a:lnTo>
                  <a:pt x="155" y="2065"/>
                </a:lnTo>
                <a:lnTo>
                  <a:pt x="178" y="2058"/>
                </a:lnTo>
                <a:lnTo>
                  <a:pt x="202" y="2049"/>
                </a:lnTo>
                <a:lnTo>
                  <a:pt x="227" y="2042"/>
                </a:lnTo>
                <a:lnTo>
                  <a:pt x="253" y="2034"/>
                </a:lnTo>
                <a:lnTo>
                  <a:pt x="279" y="2026"/>
                </a:lnTo>
                <a:lnTo>
                  <a:pt x="306" y="2018"/>
                </a:lnTo>
                <a:lnTo>
                  <a:pt x="334" y="2010"/>
                </a:lnTo>
                <a:lnTo>
                  <a:pt x="362" y="2002"/>
                </a:lnTo>
                <a:lnTo>
                  <a:pt x="390" y="1994"/>
                </a:lnTo>
                <a:lnTo>
                  <a:pt x="475" y="1970"/>
                </a:lnTo>
                <a:lnTo>
                  <a:pt x="503" y="1962"/>
                </a:lnTo>
                <a:lnTo>
                  <a:pt x="531" y="1954"/>
                </a:lnTo>
                <a:lnTo>
                  <a:pt x="559" y="1946"/>
                </a:lnTo>
                <a:lnTo>
                  <a:pt x="586" y="1938"/>
                </a:lnTo>
                <a:lnTo>
                  <a:pt x="612" y="1930"/>
                </a:lnTo>
                <a:lnTo>
                  <a:pt x="638" y="1922"/>
                </a:lnTo>
                <a:lnTo>
                  <a:pt x="664" y="1914"/>
                </a:lnTo>
                <a:lnTo>
                  <a:pt x="688" y="1906"/>
                </a:lnTo>
                <a:lnTo>
                  <a:pt x="712" y="1898"/>
                </a:lnTo>
                <a:lnTo>
                  <a:pt x="735" y="1890"/>
                </a:lnTo>
                <a:lnTo>
                  <a:pt x="756" y="1882"/>
                </a:lnTo>
                <a:lnTo>
                  <a:pt x="777" y="1874"/>
                </a:lnTo>
                <a:lnTo>
                  <a:pt x="797" y="1866"/>
                </a:lnTo>
                <a:lnTo>
                  <a:pt x="816" y="1858"/>
                </a:lnTo>
                <a:lnTo>
                  <a:pt x="834" y="1850"/>
                </a:lnTo>
                <a:lnTo>
                  <a:pt x="851" y="1842"/>
                </a:lnTo>
                <a:lnTo>
                  <a:pt x="867" y="1834"/>
                </a:lnTo>
                <a:lnTo>
                  <a:pt x="882" y="1826"/>
                </a:lnTo>
                <a:lnTo>
                  <a:pt x="896" y="1818"/>
                </a:lnTo>
                <a:lnTo>
                  <a:pt x="908" y="1810"/>
                </a:lnTo>
                <a:lnTo>
                  <a:pt x="920" y="1802"/>
                </a:lnTo>
                <a:lnTo>
                  <a:pt x="931" y="1794"/>
                </a:lnTo>
                <a:lnTo>
                  <a:pt x="941" y="1786"/>
                </a:lnTo>
                <a:lnTo>
                  <a:pt x="950" y="1778"/>
                </a:lnTo>
                <a:lnTo>
                  <a:pt x="958" y="1770"/>
                </a:lnTo>
                <a:lnTo>
                  <a:pt x="965" y="1762"/>
                </a:lnTo>
                <a:lnTo>
                  <a:pt x="971" y="1754"/>
                </a:lnTo>
                <a:lnTo>
                  <a:pt x="976" y="1746"/>
                </a:lnTo>
                <a:lnTo>
                  <a:pt x="981" y="1738"/>
                </a:lnTo>
                <a:lnTo>
                  <a:pt x="985" y="1730"/>
                </a:lnTo>
                <a:lnTo>
                  <a:pt x="988" y="1723"/>
                </a:lnTo>
                <a:lnTo>
                  <a:pt x="991" y="1715"/>
                </a:lnTo>
                <a:lnTo>
                  <a:pt x="993" y="1707"/>
                </a:lnTo>
                <a:lnTo>
                  <a:pt x="994" y="1699"/>
                </a:lnTo>
                <a:lnTo>
                  <a:pt x="995" y="1691"/>
                </a:lnTo>
                <a:lnTo>
                  <a:pt x="996" y="1683"/>
                </a:lnTo>
                <a:lnTo>
                  <a:pt x="996" y="1675"/>
                </a:lnTo>
                <a:lnTo>
                  <a:pt x="996" y="1667"/>
                </a:lnTo>
                <a:lnTo>
                  <a:pt x="995" y="1659"/>
                </a:lnTo>
                <a:lnTo>
                  <a:pt x="994" y="1651"/>
                </a:lnTo>
                <a:lnTo>
                  <a:pt x="993" y="1643"/>
                </a:lnTo>
                <a:lnTo>
                  <a:pt x="992" y="1635"/>
                </a:lnTo>
                <a:lnTo>
                  <a:pt x="990" y="1627"/>
                </a:lnTo>
                <a:lnTo>
                  <a:pt x="988" y="1619"/>
                </a:lnTo>
                <a:lnTo>
                  <a:pt x="987" y="1611"/>
                </a:lnTo>
                <a:lnTo>
                  <a:pt x="985" y="1603"/>
                </a:lnTo>
                <a:lnTo>
                  <a:pt x="977" y="1571"/>
                </a:lnTo>
                <a:lnTo>
                  <a:pt x="976" y="1563"/>
                </a:lnTo>
                <a:lnTo>
                  <a:pt x="974" y="1555"/>
                </a:lnTo>
                <a:lnTo>
                  <a:pt x="972" y="1539"/>
                </a:lnTo>
                <a:lnTo>
                  <a:pt x="971" y="1531"/>
                </a:lnTo>
                <a:lnTo>
                  <a:pt x="970" y="1523"/>
                </a:lnTo>
                <a:lnTo>
                  <a:pt x="969" y="1515"/>
                </a:lnTo>
                <a:lnTo>
                  <a:pt x="969" y="1507"/>
                </a:lnTo>
                <a:lnTo>
                  <a:pt x="969" y="1499"/>
                </a:lnTo>
                <a:lnTo>
                  <a:pt x="969" y="1491"/>
                </a:lnTo>
                <a:lnTo>
                  <a:pt x="970" y="1483"/>
                </a:lnTo>
                <a:lnTo>
                  <a:pt x="970" y="1475"/>
                </a:lnTo>
                <a:lnTo>
                  <a:pt x="971" y="1467"/>
                </a:lnTo>
                <a:lnTo>
                  <a:pt x="973" y="1459"/>
                </a:lnTo>
                <a:lnTo>
                  <a:pt x="974" y="1452"/>
                </a:lnTo>
                <a:lnTo>
                  <a:pt x="976" y="1444"/>
                </a:lnTo>
                <a:lnTo>
                  <a:pt x="978" y="1436"/>
                </a:lnTo>
                <a:lnTo>
                  <a:pt x="980" y="1428"/>
                </a:lnTo>
                <a:lnTo>
                  <a:pt x="983" y="1420"/>
                </a:lnTo>
                <a:lnTo>
                  <a:pt x="985" y="1412"/>
                </a:lnTo>
                <a:lnTo>
                  <a:pt x="988" y="1404"/>
                </a:lnTo>
                <a:lnTo>
                  <a:pt x="992" y="1396"/>
                </a:lnTo>
                <a:lnTo>
                  <a:pt x="995" y="1388"/>
                </a:lnTo>
                <a:lnTo>
                  <a:pt x="999" y="1380"/>
                </a:lnTo>
                <a:lnTo>
                  <a:pt x="1006" y="1364"/>
                </a:lnTo>
                <a:lnTo>
                  <a:pt x="1010" y="1356"/>
                </a:lnTo>
                <a:lnTo>
                  <a:pt x="1014" y="1348"/>
                </a:lnTo>
                <a:lnTo>
                  <a:pt x="1019" y="1340"/>
                </a:lnTo>
                <a:lnTo>
                  <a:pt x="1023" y="1332"/>
                </a:lnTo>
                <a:lnTo>
                  <a:pt x="1032" y="1316"/>
                </a:lnTo>
                <a:lnTo>
                  <a:pt x="1036" y="1308"/>
                </a:lnTo>
                <a:lnTo>
                  <a:pt x="1041" y="1300"/>
                </a:lnTo>
                <a:lnTo>
                  <a:pt x="1045" y="1292"/>
                </a:lnTo>
                <a:lnTo>
                  <a:pt x="1058" y="1268"/>
                </a:lnTo>
                <a:lnTo>
                  <a:pt x="1067" y="1252"/>
                </a:lnTo>
                <a:lnTo>
                  <a:pt x="1071" y="1244"/>
                </a:lnTo>
                <a:lnTo>
                  <a:pt x="1075" y="1236"/>
                </a:lnTo>
                <a:lnTo>
                  <a:pt x="1083" y="1220"/>
                </a:lnTo>
                <a:lnTo>
                  <a:pt x="1090" y="1204"/>
                </a:lnTo>
                <a:lnTo>
                  <a:pt x="1096" y="1188"/>
                </a:lnTo>
                <a:lnTo>
                  <a:pt x="1099" y="1180"/>
                </a:lnTo>
                <a:lnTo>
                  <a:pt x="1102" y="1173"/>
                </a:lnTo>
                <a:lnTo>
                  <a:pt x="1107" y="1157"/>
                </a:lnTo>
                <a:lnTo>
                  <a:pt x="1110" y="1149"/>
                </a:lnTo>
                <a:lnTo>
                  <a:pt x="1112" y="1141"/>
                </a:lnTo>
                <a:lnTo>
                  <a:pt x="1113" y="1133"/>
                </a:lnTo>
                <a:lnTo>
                  <a:pt x="1115" y="1125"/>
                </a:lnTo>
                <a:lnTo>
                  <a:pt x="1117" y="1117"/>
                </a:lnTo>
                <a:lnTo>
                  <a:pt x="1118" y="1109"/>
                </a:lnTo>
                <a:lnTo>
                  <a:pt x="1119" y="1101"/>
                </a:lnTo>
                <a:lnTo>
                  <a:pt x="1120" y="1093"/>
                </a:lnTo>
                <a:lnTo>
                  <a:pt x="1121" y="1085"/>
                </a:lnTo>
                <a:lnTo>
                  <a:pt x="1121" y="1077"/>
                </a:lnTo>
                <a:lnTo>
                  <a:pt x="1122" y="1069"/>
                </a:lnTo>
                <a:lnTo>
                  <a:pt x="1122" y="1061"/>
                </a:lnTo>
                <a:lnTo>
                  <a:pt x="1122" y="1053"/>
                </a:lnTo>
                <a:lnTo>
                  <a:pt x="1122" y="1045"/>
                </a:lnTo>
                <a:lnTo>
                  <a:pt x="1122" y="1029"/>
                </a:lnTo>
                <a:lnTo>
                  <a:pt x="1121" y="1021"/>
                </a:lnTo>
                <a:lnTo>
                  <a:pt x="1120" y="1013"/>
                </a:lnTo>
                <a:lnTo>
                  <a:pt x="1120" y="1005"/>
                </a:lnTo>
                <a:lnTo>
                  <a:pt x="1119" y="997"/>
                </a:lnTo>
                <a:lnTo>
                  <a:pt x="1116" y="973"/>
                </a:lnTo>
                <a:lnTo>
                  <a:pt x="1114" y="965"/>
                </a:lnTo>
                <a:lnTo>
                  <a:pt x="1113" y="957"/>
                </a:lnTo>
                <a:lnTo>
                  <a:pt x="1112" y="949"/>
                </a:lnTo>
                <a:lnTo>
                  <a:pt x="1105" y="917"/>
                </a:lnTo>
                <a:lnTo>
                  <a:pt x="1104" y="909"/>
                </a:lnTo>
                <a:lnTo>
                  <a:pt x="1102" y="901"/>
                </a:lnTo>
                <a:lnTo>
                  <a:pt x="1101" y="893"/>
                </a:lnTo>
                <a:lnTo>
                  <a:pt x="1097" y="877"/>
                </a:lnTo>
                <a:lnTo>
                  <a:pt x="1094" y="861"/>
                </a:lnTo>
                <a:lnTo>
                  <a:pt x="1093" y="854"/>
                </a:lnTo>
                <a:lnTo>
                  <a:pt x="1091" y="846"/>
                </a:lnTo>
                <a:lnTo>
                  <a:pt x="1090" y="838"/>
                </a:lnTo>
                <a:lnTo>
                  <a:pt x="1086" y="814"/>
                </a:lnTo>
                <a:lnTo>
                  <a:pt x="1085" y="806"/>
                </a:lnTo>
                <a:lnTo>
                  <a:pt x="1084" y="798"/>
                </a:lnTo>
                <a:lnTo>
                  <a:pt x="1083" y="790"/>
                </a:lnTo>
                <a:lnTo>
                  <a:pt x="1081" y="766"/>
                </a:lnTo>
                <a:lnTo>
                  <a:pt x="1080" y="750"/>
                </a:lnTo>
                <a:lnTo>
                  <a:pt x="1080" y="742"/>
                </a:lnTo>
                <a:lnTo>
                  <a:pt x="1080" y="734"/>
                </a:lnTo>
                <a:lnTo>
                  <a:pt x="1080" y="726"/>
                </a:lnTo>
                <a:lnTo>
                  <a:pt x="1080" y="718"/>
                </a:lnTo>
                <a:lnTo>
                  <a:pt x="1081" y="702"/>
                </a:lnTo>
                <a:lnTo>
                  <a:pt x="1081" y="694"/>
                </a:lnTo>
                <a:lnTo>
                  <a:pt x="1082" y="686"/>
                </a:lnTo>
                <a:lnTo>
                  <a:pt x="1082" y="678"/>
                </a:lnTo>
                <a:lnTo>
                  <a:pt x="1083" y="670"/>
                </a:lnTo>
                <a:lnTo>
                  <a:pt x="1085" y="654"/>
                </a:lnTo>
                <a:lnTo>
                  <a:pt x="1087" y="638"/>
                </a:lnTo>
                <a:lnTo>
                  <a:pt x="1088" y="630"/>
                </a:lnTo>
                <a:lnTo>
                  <a:pt x="1091" y="614"/>
                </a:lnTo>
                <a:lnTo>
                  <a:pt x="1096" y="590"/>
                </a:lnTo>
                <a:lnTo>
                  <a:pt x="1097" y="582"/>
                </a:lnTo>
                <a:lnTo>
                  <a:pt x="1099" y="575"/>
                </a:lnTo>
                <a:lnTo>
                  <a:pt x="1102" y="559"/>
                </a:lnTo>
                <a:lnTo>
                  <a:pt x="1104" y="551"/>
                </a:lnTo>
                <a:lnTo>
                  <a:pt x="1106" y="543"/>
                </a:lnTo>
                <a:lnTo>
                  <a:pt x="1108" y="535"/>
                </a:lnTo>
                <a:lnTo>
                  <a:pt x="1109" y="527"/>
                </a:lnTo>
                <a:lnTo>
                  <a:pt x="1111" y="519"/>
                </a:lnTo>
                <a:lnTo>
                  <a:pt x="1116" y="495"/>
                </a:lnTo>
                <a:lnTo>
                  <a:pt x="1119" y="479"/>
                </a:lnTo>
                <a:lnTo>
                  <a:pt x="1120" y="471"/>
                </a:lnTo>
                <a:lnTo>
                  <a:pt x="1123" y="455"/>
                </a:lnTo>
                <a:lnTo>
                  <a:pt x="1124" y="447"/>
                </a:lnTo>
                <a:lnTo>
                  <a:pt x="1126" y="431"/>
                </a:lnTo>
                <a:lnTo>
                  <a:pt x="1127" y="423"/>
                </a:lnTo>
                <a:lnTo>
                  <a:pt x="1128" y="415"/>
                </a:lnTo>
                <a:lnTo>
                  <a:pt x="1129" y="407"/>
                </a:lnTo>
                <a:lnTo>
                  <a:pt x="1131" y="391"/>
                </a:lnTo>
                <a:lnTo>
                  <a:pt x="1131" y="383"/>
                </a:lnTo>
                <a:lnTo>
                  <a:pt x="1132" y="367"/>
                </a:lnTo>
                <a:lnTo>
                  <a:pt x="1132" y="359"/>
                </a:lnTo>
                <a:lnTo>
                  <a:pt x="1132" y="343"/>
                </a:lnTo>
                <a:lnTo>
                  <a:pt x="1132" y="319"/>
                </a:lnTo>
                <a:lnTo>
                  <a:pt x="1132" y="311"/>
                </a:lnTo>
                <a:lnTo>
                  <a:pt x="1131" y="304"/>
                </a:lnTo>
                <a:lnTo>
                  <a:pt x="1131" y="296"/>
                </a:lnTo>
                <a:lnTo>
                  <a:pt x="1130" y="288"/>
                </a:lnTo>
                <a:lnTo>
                  <a:pt x="1129" y="280"/>
                </a:lnTo>
                <a:lnTo>
                  <a:pt x="1127" y="256"/>
                </a:lnTo>
                <a:lnTo>
                  <a:pt x="1126" y="248"/>
                </a:lnTo>
                <a:lnTo>
                  <a:pt x="1124" y="232"/>
                </a:lnTo>
                <a:lnTo>
                  <a:pt x="1121" y="208"/>
                </a:lnTo>
                <a:lnTo>
                  <a:pt x="1120" y="200"/>
                </a:lnTo>
                <a:lnTo>
                  <a:pt x="1118" y="192"/>
                </a:lnTo>
                <a:lnTo>
                  <a:pt x="1117" y="184"/>
                </a:lnTo>
                <a:lnTo>
                  <a:pt x="1116" y="176"/>
                </a:lnTo>
                <a:lnTo>
                  <a:pt x="1115" y="168"/>
                </a:lnTo>
                <a:lnTo>
                  <a:pt x="1112" y="144"/>
                </a:lnTo>
                <a:lnTo>
                  <a:pt x="1110" y="136"/>
                </a:lnTo>
                <a:lnTo>
                  <a:pt x="1108" y="112"/>
                </a:lnTo>
                <a:lnTo>
                  <a:pt x="1106" y="96"/>
                </a:lnTo>
                <a:lnTo>
                  <a:pt x="1105" y="88"/>
                </a:lnTo>
                <a:lnTo>
                  <a:pt x="1105" y="80"/>
                </a:lnTo>
                <a:lnTo>
                  <a:pt x="1104" y="72"/>
                </a:lnTo>
                <a:lnTo>
                  <a:pt x="1104" y="64"/>
                </a:lnTo>
                <a:lnTo>
                  <a:pt x="1103" y="56"/>
                </a:lnTo>
                <a:lnTo>
                  <a:pt x="1103" y="48"/>
                </a:lnTo>
                <a:lnTo>
                  <a:pt x="1103" y="40"/>
                </a:lnTo>
                <a:lnTo>
                  <a:pt x="1103" y="32"/>
                </a:lnTo>
                <a:lnTo>
                  <a:pt x="1103" y="24"/>
                </a:lnTo>
                <a:lnTo>
                  <a:pt x="1103" y="9"/>
                </a:lnTo>
                <a:lnTo>
                  <a:pt x="1103" y="0"/>
                </a:lnTo>
                <a:lnTo>
                  <a:pt x="1215" y="0"/>
                </a:lnTo>
                <a:lnTo>
                  <a:pt x="1215" y="16"/>
                </a:lnTo>
                <a:lnTo>
                  <a:pt x="1215" y="40"/>
                </a:lnTo>
                <a:lnTo>
                  <a:pt x="1215" y="56"/>
                </a:lnTo>
                <a:lnTo>
                  <a:pt x="1214" y="72"/>
                </a:lnTo>
                <a:lnTo>
                  <a:pt x="1213" y="80"/>
                </a:lnTo>
                <a:lnTo>
                  <a:pt x="1213" y="88"/>
                </a:lnTo>
                <a:lnTo>
                  <a:pt x="1212" y="96"/>
                </a:lnTo>
                <a:lnTo>
                  <a:pt x="1209" y="120"/>
                </a:lnTo>
                <a:lnTo>
                  <a:pt x="1208" y="128"/>
                </a:lnTo>
                <a:lnTo>
                  <a:pt x="1207" y="136"/>
                </a:lnTo>
                <a:lnTo>
                  <a:pt x="1206" y="144"/>
                </a:lnTo>
                <a:lnTo>
                  <a:pt x="1203" y="168"/>
                </a:lnTo>
                <a:lnTo>
                  <a:pt x="1202" y="176"/>
                </a:lnTo>
                <a:lnTo>
                  <a:pt x="1201" y="184"/>
                </a:lnTo>
                <a:lnTo>
                  <a:pt x="1199" y="192"/>
                </a:lnTo>
                <a:lnTo>
                  <a:pt x="1198" y="200"/>
                </a:lnTo>
                <a:lnTo>
                  <a:pt x="1197" y="208"/>
                </a:lnTo>
                <a:lnTo>
                  <a:pt x="1196" y="216"/>
                </a:lnTo>
                <a:lnTo>
                  <a:pt x="1195" y="224"/>
                </a:lnTo>
                <a:lnTo>
                  <a:pt x="1194" y="232"/>
                </a:lnTo>
                <a:lnTo>
                  <a:pt x="1193" y="240"/>
                </a:lnTo>
                <a:lnTo>
                  <a:pt x="1192" y="248"/>
                </a:lnTo>
                <a:lnTo>
                  <a:pt x="1191" y="256"/>
                </a:lnTo>
                <a:lnTo>
                  <a:pt x="1189" y="272"/>
                </a:lnTo>
                <a:lnTo>
                  <a:pt x="1188" y="288"/>
                </a:lnTo>
                <a:lnTo>
                  <a:pt x="1187" y="304"/>
                </a:lnTo>
                <a:lnTo>
                  <a:pt x="1186" y="311"/>
                </a:lnTo>
                <a:lnTo>
                  <a:pt x="1186" y="327"/>
                </a:lnTo>
                <a:lnTo>
                  <a:pt x="1186" y="335"/>
                </a:lnTo>
                <a:lnTo>
                  <a:pt x="1186" y="351"/>
                </a:lnTo>
                <a:lnTo>
                  <a:pt x="1186" y="359"/>
                </a:lnTo>
                <a:lnTo>
                  <a:pt x="1186" y="367"/>
                </a:lnTo>
                <a:lnTo>
                  <a:pt x="1186" y="375"/>
                </a:lnTo>
                <a:lnTo>
                  <a:pt x="1188" y="399"/>
                </a:lnTo>
                <a:lnTo>
                  <a:pt x="1189" y="407"/>
                </a:lnTo>
                <a:lnTo>
                  <a:pt x="1189" y="415"/>
                </a:lnTo>
                <a:lnTo>
                  <a:pt x="1190" y="423"/>
                </a:lnTo>
                <a:lnTo>
                  <a:pt x="1191" y="431"/>
                </a:lnTo>
                <a:lnTo>
                  <a:pt x="1192" y="439"/>
                </a:lnTo>
                <a:lnTo>
                  <a:pt x="1196" y="463"/>
                </a:lnTo>
                <a:lnTo>
                  <a:pt x="1198" y="471"/>
                </a:lnTo>
                <a:lnTo>
                  <a:pt x="1199" y="479"/>
                </a:lnTo>
                <a:lnTo>
                  <a:pt x="1204" y="503"/>
                </a:lnTo>
                <a:lnTo>
                  <a:pt x="1207" y="519"/>
                </a:lnTo>
                <a:lnTo>
                  <a:pt x="1209" y="527"/>
                </a:lnTo>
                <a:lnTo>
                  <a:pt x="1210" y="535"/>
                </a:lnTo>
                <a:lnTo>
                  <a:pt x="1212" y="543"/>
                </a:lnTo>
                <a:lnTo>
                  <a:pt x="1214" y="551"/>
                </a:lnTo>
                <a:lnTo>
                  <a:pt x="1217" y="567"/>
                </a:lnTo>
                <a:lnTo>
                  <a:pt x="1219" y="575"/>
                </a:lnTo>
                <a:lnTo>
                  <a:pt x="1221" y="582"/>
                </a:lnTo>
                <a:lnTo>
                  <a:pt x="1222" y="590"/>
                </a:lnTo>
                <a:lnTo>
                  <a:pt x="1224" y="598"/>
                </a:lnTo>
                <a:lnTo>
                  <a:pt x="1225" y="606"/>
                </a:lnTo>
                <a:lnTo>
                  <a:pt x="1229" y="630"/>
                </a:lnTo>
                <a:lnTo>
                  <a:pt x="1231" y="638"/>
                </a:lnTo>
                <a:lnTo>
                  <a:pt x="1232" y="646"/>
                </a:lnTo>
                <a:lnTo>
                  <a:pt x="1233" y="654"/>
                </a:lnTo>
                <a:lnTo>
                  <a:pt x="1234" y="662"/>
                </a:lnTo>
                <a:lnTo>
                  <a:pt x="1236" y="678"/>
                </a:lnTo>
                <a:lnTo>
                  <a:pt x="1236" y="686"/>
                </a:lnTo>
                <a:lnTo>
                  <a:pt x="1237" y="694"/>
                </a:lnTo>
                <a:lnTo>
                  <a:pt x="1238" y="710"/>
                </a:lnTo>
                <a:lnTo>
                  <a:pt x="1238" y="726"/>
                </a:lnTo>
                <a:lnTo>
                  <a:pt x="1238" y="734"/>
                </a:lnTo>
                <a:lnTo>
                  <a:pt x="1238" y="742"/>
                </a:lnTo>
                <a:lnTo>
                  <a:pt x="1238" y="750"/>
                </a:lnTo>
                <a:lnTo>
                  <a:pt x="1237" y="758"/>
                </a:lnTo>
                <a:lnTo>
                  <a:pt x="1236" y="774"/>
                </a:lnTo>
                <a:lnTo>
                  <a:pt x="1235" y="782"/>
                </a:lnTo>
                <a:lnTo>
                  <a:pt x="1235" y="790"/>
                </a:lnTo>
                <a:lnTo>
                  <a:pt x="1234" y="798"/>
                </a:lnTo>
                <a:lnTo>
                  <a:pt x="1233" y="806"/>
                </a:lnTo>
                <a:lnTo>
                  <a:pt x="1230" y="822"/>
                </a:lnTo>
                <a:lnTo>
                  <a:pt x="1229" y="830"/>
                </a:lnTo>
                <a:lnTo>
                  <a:pt x="1226" y="846"/>
                </a:lnTo>
                <a:lnTo>
                  <a:pt x="1225" y="854"/>
                </a:lnTo>
                <a:lnTo>
                  <a:pt x="1224" y="861"/>
                </a:lnTo>
                <a:lnTo>
                  <a:pt x="1222" y="869"/>
                </a:lnTo>
                <a:lnTo>
                  <a:pt x="1220" y="877"/>
                </a:lnTo>
                <a:lnTo>
                  <a:pt x="1219" y="885"/>
                </a:lnTo>
                <a:lnTo>
                  <a:pt x="1217" y="893"/>
                </a:lnTo>
                <a:lnTo>
                  <a:pt x="1214" y="909"/>
                </a:lnTo>
                <a:lnTo>
                  <a:pt x="1212" y="917"/>
                </a:lnTo>
                <a:lnTo>
                  <a:pt x="1211" y="925"/>
                </a:lnTo>
                <a:lnTo>
                  <a:pt x="1208" y="941"/>
                </a:lnTo>
                <a:lnTo>
                  <a:pt x="1206" y="949"/>
                </a:lnTo>
                <a:lnTo>
                  <a:pt x="1205" y="957"/>
                </a:lnTo>
                <a:lnTo>
                  <a:pt x="1204" y="965"/>
                </a:lnTo>
                <a:lnTo>
                  <a:pt x="1202" y="973"/>
                </a:lnTo>
                <a:lnTo>
                  <a:pt x="1200" y="989"/>
                </a:lnTo>
                <a:lnTo>
                  <a:pt x="1198" y="1005"/>
                </a:lnTo>
                <a:lnTo>
                  <a:pt x="1197" y="1013"/>
                </a:lnTo>
                <a:lnTo>
                  <a:pt x="1197" y="1021"/>
                </a:lnTo>
                <a:lnTo>
                  <a:pt x="1196" y="1037"/>
                </a:lnTo>
                <a:lnTo>
                  <a:pt x="1196" y="1045"/>
                </a:lnTo>
                <a:lnTo>
                  <a:pt x="1196" y="1061"/>
                </a:lnTo>
                <a:lnTo>
                  <a:pt x="1196" y="1069"/>
                </a:lnTo>
                <a:lnTo>
                  <a:pt x="1196" y="1077"/>
                </a:lnTo>
                <a:lnTo>
                  <a:pt x="1198" y="1093"/>
                </a:lnTo>
                <a:lnTo>
                  <a:pt x="1199" y="1101"/>
                </a:lnTo>
                <a:lnTo>
                  <a:pt x="1200" y="1109"/>
                </a:lnTo>
                <a:lnTo>
                  <a:pt x="1201" y="1117"/>
                </a:lnTo>
                <a:lnTo>
                  <a:pt x="1203" y="1125"/>
                </a:lnTo>
                <a:lnTo>
                  <a:pt x="1204" y="1133"/>
                </a:lnTo>
                <a:lnTo>
                  <a:pt x="1208" y="1149"/>
                </a:lnTo>
                <a:lnTo>
                  <a:pt x="1210" y="1157"/>
                </a:lnTo>
                <a:lnTo>
                  <a:pt x="1213" y="1165"/>
                </a:lnTo>
                <a:lnTo>
                  <a:pt x="1216" y="1173"/>
                </a:lnTo>
                <a:lnTo>
                  <a:pt x="1218" y="1180"/>
                </a:lnTo>
                <a:lnTo>
                  <a:pt x="1221" y="1188"/>
                </a:lnTo>
                <a:lnTo>
                  <a:pt x="1225" y="1196"/>
                </a:lnTo>
                <a:lnTo>
                  <a:pt x="1228" y="1204"/>
                </a:lnTo>
                <a:lnTo>
                  <a:pt x="1231" y="1212"/>
                </a:lnTo>
                <a:lnTo>
                  <a:pt x="1239" y="1228"/>
                </a:lnTo>
                <a:lnTo>
                  <a:pt x="1243" y="1236"/>
                </a:lnTo>
                <a:lnTo>
                  <a:pt x="1247" y="1244"/>
                </a:lnTo>
                <a:lnTo>
                  <a:pt x="1251" y="1252"/>
                </a:lnTo>
                <a:lnTo>
                  <a:pt x="1259" y="1268"/>
                </a:lnTo>
                <a:lnTo>
                  <a:pt x="1273" y="1292"/>
                </a:lnTo>
                <a:lnTo>
                  <a:pt x="1277" y="1300"/>
                </a:lnTo>
                <a:lnTo>
                  <a:pt x="1281" y="1308"/>
                </a:lnTo>
                <a:lnTo>
                  <a:pt x="1286" y="1316"/>
                </a:lnTo>
                <a:lnTo>
                  <a:pt x="1295" y="1332"/>
                </a:lnTo>
                <a:lnTo>
                  <a:pt x="1299" y="1340"/>
                </a:lnTo>
                <a:lnTo>
                  <a:pt x="1303" y="1348"/>
                </a:lnTo>
                <a:lnTo>
                  <a:pt x="1308" y="1356"/>
                </a:lnTo>
                <a:lnTo>
                  <a:pt x="1312" y="1364"/>
                </a:lnTo>
                <a:lnTo>
                  <a:pt x="1315" y="1372"/>
                </a:lnTo>
                <a:lnTo>
                  <a:pt x="1319" y="1380"/>
                </a:lnTo>
                <a:lnTo>
                  <a:pt x="1323" y="1388"/>
                </a:lnTo>
                <a:lnTo>
                  <a:pt x="1326" y="1396"/>
                </a:lnTo>
                <a:lnTo>
                  <a:pt x="1329" y="1404"/>
                </a:lnTo>
                <a:lnTo>
                  <a:pt x="1332" y="1412"/>
                </a:lnTo>
                <a:lnTo>
                  <a:pt x="1335" y="1420"/>
                </a:lnTo>
                <a:lnTo>
                  <a:pt x="1338" y="1428"/>
                </a:lnTo>
                <a:lnTo>
                  <a:pt x="1340" y="1436"/>
                </a:lnTo>
                <a:lnTo>
                  <a:pt x="1342" y="1444"/>
                </a:lnTo>
                <a:lnTo>
                  <a:pt x="1344" y="1452"/>
                </a:lnTo>
                <a:lnTo>
                  <a:pt x="1345" y="1459"/>
                </a:lnTo>
                <a:lnTo>
                  <a:pt x="1346" y="1467"/>
                </a:lnTo>
                <a:lnTo>
                  <a:pt x="1347" y="1475"/>
                </a:lnTo>
                <a:lnTo>
                  <a:pt x="1348" y="1483"/>
                </a:lnTo>
                <a:lnTo>
                  <a:pt x="1349" y="1491"/>
                </a:lnTo>
                <a:lnTo>
                  <a:pt x="1349" y="1499"/>
                </a:lnTo>
                <a:lnTo>
                  <a:pt x="1349" y="1507"/>
                </a:lnTo>
                <a:lnTo>
                  <a:pt x="1348" y="1515"/>
                </a:lnTo>
                <a:lnTo>
                  <a:pt x="1348" y="1523"/>
                </a:lnTo>
                <a:lnTo>
                  <a:pt x="1347" y="1531"/>
                </a:lnTo>
                <a:lnTo>
                  <a:pt x="1345" y="1547"/>
                </a:lnTo>
                <a:lnTo>
                  <a:pt x="1343" y="1555"/>
                </a:lnTo>
                <a:lnTo>
                  <a:pt x="1342" y="1563"/>
                </a:lnTo>
                <a:lnTo>
                  <a:pt x="1340" y="1571"/>
                </a:lnTo>
                <a:lnTo>
                  <a:pt x="1339" y="1579"/>
                </a:lnTo>
                <a:lnTo>
                  <a:pt x="1337" y="1587"/>
                </a:lnTo>
                <a:lnTo>
                  <a:pt x="1335" y="1595"/>
                </a:lnTo>
                <a:lnTo>
                  <a:pt x="1330" y="1619"/>
                </a:lnTo>
                <a:lnTo>
                  <a:pt x="1328" y="1627"/>
                </a:lnTo>
                <a:lnTo>
                  <a:pt x="1326" y="1635"/>
                </a:lnTo>
                <a:lnTo>
                  <a:pt x="1325" y="1643"/>
                </a:lnTo>
                <a:lnTo>
                  <a:pt x="1324" y="1651"/>
                </a:lnTo>
                <a:lnTo>
                  <a:pt x="1323" y="1659"/>
                </a:lnTo>
                <a:lnTo>
                  <a:pt x="1322" y="1667"/>
                </a:lnTo>
                <a:lnTo>
                  <a:pt x="1322" y="1675"/>
                </a:lnTo>
                <a:lnTo>
                  <a:pt x="1322" y="1683"/>
                </a:lnTo>
                <a:lnTo>
                  <a:pt x="1322" y="1691"/>
                </a:lnTo>
                <a:lnTo>
                  <a:pt x="1323" y="1699"/>
                </a:lnTo>
                <a:lnTo>
                  <a:pt x="1325" y="1707"/>
                </a:lnTo>
                <a:lnTo>
                  <a:pt x="1327" y="1715"/>
                </a:lnTo>
                <a:lnTo>
                  <a:pt x="1330" y="1723"/>
                </a:lnTo>
                <a:lnTo>
                  <a:pt x="1333" y="1730"/>
                </a:lnTo>
                <a:lnTo>
                  <a:pt x="1337" y="1738"/>
                </a:lnTo>
                <a:lnTo>
                  <a:pt x="1341" y="1746"/>
                </a:lnTo>
                <a:lnTo>
                  <a:pt x="1347" y="1754"/>
                </a:lnTo>
                <a:lnTo>
                  <a:pt x="1353" y="1762"/>
                </a:lnTo>
                <a:lnTo>
                  <a:pt x="1360" y="1770"/>
                </a:lnTo>
                <a:lnTo>
                  <a:pt x="1368" y="1778"/>
                </a:lnTo>
                <a:lnTo>
                  <a:pt x="1377" y="1786"/>
                </a:lnTo>
                <a:lnTo>
                  <a:pt x="1387" y="1794"/>
                </a:lnTo>
                <a:lnTo>
                  <a:pt x="1397" y="1802"/>
                </a:lnTo>
                <a:lnTo>
                  <a:pt x="1409" y="1810"/>
                </a:lnTo>
                <a:lnTo>
                  <a:pt x="1422" y="1818"/>
                </a:lnTo>
                <a:lnTo>
                  <a:pt x="1436" y="1826"/>
                </a:lnTo>
                <a:lnTo>
                  <a:pt x="1451" y="1834"/>
                </a:lnTo>
                <a:lnTo>
                  <a:pt x="1467" y="1842"/>
                </a:lnTo>
                <a:lnTo>
                  <a:pt x="1484" y="1850"/>
                </a:lnTo>
                <a:lnTo>
                  <a:pt x="1502" y="1858"/>
                </a:lnTo>
                <a:lnTo>
                  <a:pt x="1521" y="1866"/>
                </a:lnTo>
                <a:lnTo>
                  <a:pt x="1541" y="1874"/>
                </a:lnTo>
                <a:lnTo>
                  <a:pt x="1561" y="1882"/>
                </a:lnTo>
                <a:lnTo>
                  <a:pt x="1583" y="1890"/>
                </a:lnTo>
                <a:lnTo>
                  <a:pt x="1606" y="1898"/>
                </a:lnTo>
                <a:lnTo>
                  <a:pt x="1630" y="1906"/>
                </a:lnTo>
                <a:lnTo>
                  <a:pt x="1654" y="1914"/>
                </a:lnTo>
                <a:lnTo>
                  <a:pt x="1680" y="1922"/>
                </a:lnTo>
                <a:lnTo>
                  <a:pt x="1705" y="1930"/>
                </a:lnTo>
                <a:lnTo>
                  <a:pt x="1732" y="1938"/>
                </a:lnTo>
                <a:lnTo>
                  <a:pt x="1759" y="1946"/>
                </a:lnTo>
                <a:lnTo>
                  <a:pt x="1787" y="1954"/>
                </a:lnTo>
                <a:lnTo>
                  <a:pt x="1815" y="1962"/>
                </a:lnTo>
                <a:lnTo>
                  <a:pt x="1844" y="1970"/>
                </a:lnTo>
                <a:lnTo>
                  <a:pt x="1929" y="1994"/>
                </a:lnTo>
                <a:lnTo>
                  <a:pt x="1957" y="2002"/>
                </a:lnTo>
                <a:lnTo>
                  <a:pt x="1985" y="2010"/>
                </a:lnTo>
                <a:lnTo>
                  <a:pt x="2013" y="2018"/>
                </a:lnTo>
                <a:lnTo>
                  <a:pt x="2040" y="2026"/>
                </a:lnTo>
                <a:lnTo>
                  <a:pt x="2066" y="2034"/>
                </a:lnTo>
                <a:lnTo>
                  <a:pt x="2092" y="2042"/>
                </a:lnTo>
                <a:lnTo>
                  <a:pt x="2117" y="2049"/>
                </a:lnTo>
                <a:lnTo>
                  <a:pt x="2141" y="2058"/>
                </a:lnTo>
                <a:lnTo>
                  <a:pt x="2164" y="2065"/>
                </a:lnTo>
                <a:lnTo>
                  <a:pt x="2185" y="2073"/>
                </a:lnTo>
                <a:lnTo>
                  <a:pt x="2205" y="2081"/>
                </a:lnTo>
                <a:lnTo>
                  <a:pt x="2224" y="2089"/>
                </a:lnTo>
                <a:lnTo>
                  <a:pt x="2242" y="2097"/>
                </a:lnTo>
                <a:lnTo>
                  <a:pt x="2257" y="2105"/>
                </a:lnTo>
                <a:lnTo>
                  <a:pt x="2271" y="2113"/>
                </a:lnTo>
                <a:lnTo>
                  <a:pt x="2284" y="2121"/>
                </a:lnTo>
                <a:lnTo>
                  <a:pt x="2294" y="2129"/>
                </a:lnTo>
                <a:lnTo>
                  <a:pt x="2302" y="2136"/>
                </a:lnTo>
                <a:lnTo>
                  <a:pt x="2303" y="2137"/>
                </a:lnTo>
                <a:lnTo>
                  <a:pt x="2310" y="2145"/>
                </a:lnTo>
                <a:lnTo>
                  <a:pt x="2315" y="2153"/>
                </a:lnTo>
                <a:lnTo>
                  <a:pt x="2318" y="2161"/>
                </a:lnTo>
                <a:lnTo>
                  <a:pt x="2319" y="2169"/>
                </a:lnTo>
                <a:lnTo>
                  <a:pt x="2318" y="2172"/>
                </a:lnTo>
                <a:lnTo>
                  <a:pt x="2318" y="2177"/>
                </a:lnTo>
                <a:lnTo>
                  <a:pt x="2315" y="2185"/>
                </a:lnTo>
                <a:lnTo>
                  <a:pt x="2310" y="2193"/>
                </a:lnTo>
                <a:lnTo>
                  <a:pt x="2303" y="2201"/>
                </a:lnTo>
                <a:lnTo>
                  <a:pt x="2295" y="2209"/>
                </a:lnTo>
                <a:lnTo>
                  <a:pt x="2285" y="2217"/>
                </a:lnTo>
                <a:lnTo>
                  <a:pt x="2273" y="2225"/>
                </a:lnTo>
                <a:lnTo>
                  <a:pt x="2259" y="2233"/>
                </a:lnTo>
                <a:lnTo>
                  <a:pt x="2244" y="2241"/>
                </a:lnTo>
                <a:lnTo>
                  <a:pt x="2227" y="2249"/>
                </a:lnTo>
                <a:lnTo>
                  <a:pt x="2209" y="2257"/>
                </a:lnTo>
                <a:lnTo>
                  <a:pt x="2189" y="2265"/>
                </a:lnTo>
                <a:lnTo>
                  <a:pt x="2169" y="2273"/>
                </a:lnTo>
                <a:lnTo>
                  <a:pt x="2147" y="2281"/>
                </a:lnTo>
                <a:lnTo>
                  <a:pt x="2124" y="2289"/>
                </a:lnTo>
                <a:lnTo>
                  <a:pt x="2100" y="2297"/>
                </a:lnTo>
                <a:lnTo>
                  <a:pt x="2076" y="2305"/>
                </a:lnTo>
                <a:lnTo>
                  <a:pt x="2050" y="2313"/>
                </a:lnTo>
                <a:lnTo>
                  <a:pt x="2025" y="2321"/>
                </a:lnTo>
                <a:lnTo>
                  <a:pt x="1998" y="2329"/>
                </a:lnTo>
                <a:lnTo>
                  <a:pt x="1972" y="2336"/>
                </a:lnTo>
                <a:lnTo>
                  <a:pt x="1945" y="2344"/>
                </a:lnTo>
                <a:lnTo>
                  <a:pt x="1918" y="2352"/>
                </a:lnTo>
                <a:lnTo>
                  <a:pt x="1865" y="2368"/>
                </a:lnTo>
                <a:lnTo>
                  <a:pt x="1838" y="2376"/>
                </a:lnTo>
                <a:lnTo>
                  <a:pt x="1811" y="2384"/>
                </a:lnTo>
                <a:lnTo>
                  <a:pt x="1785" y="2392"/>
                </a:lnTo>
                <a:lnTo>
                  <a:pt x="1760" y="2400"/>
                </a:lnTo>
                <a:lnTo>
                  <a:pt x="1735" y="2408"/>
                </a:lnTo>
                <a:lnTo>
                  <a:pt x="1710" y="2416"/>
                </a:lnTo>
                <a:lnTo>
                  <a:pt x="1686" y="2424"/>
                </a:lnTo>
                <a:lnTo>
                  <a:pt x="1663" y="2432"/>
                </a:lnTo>
                <a:lnTo>
                  <a:pt x="1641" y="2440"/>
                </a:lnTo>
                <a:lnTo>
                  <a:pt x="1619" y="2448"/>
                </a:lnTo>
                <a:lnTo>
                  <a:pt x="1598" y="2456"/>
                </a:lnTo>
                <a:lnTo>
                  <a:pt x="1578" y="2464"/>
                </a:lnTo>
                <a:lnTo>
                  <a:pt x="1558" y="2472"/>
                </a:lnTo>
                <a:lnTo>
                  <a:pt x="1539" y="2480"/>
                </a:lnTo>
                <a:lnTo>
                  <a:pt x="1521" y="2488"/>
                </a:lnTo>
                <a:lnTo>
                  <a:pt x="1505" y="2497"/>
                </a:lnTo>
                <a:lnTo>
                  <a:pt x="1488" y="2505"/>
                </a:lnTo>
                <a:lnTo>
                  <a:pt x="1473" y="2513"/>
                </a:lnTo>
                <a:lnTo>
                  <a:pt x="1458" y="2521"/>
                </a:lnTo>
                <a:lnTo>
                  <a:pt x="1444" y="2529"/>
                </a:lnTo>
                <a:lnTo>
                  <a:pt x="1431" y="2537"/>
                </a:lnTo>
                <a:lnTo>
                  <a:pt x="1419" y="2545"/>
                </a:lnTo>
                <a:lnTo>
                  <a:pt x="1407" y="2553"/>
                </a:lnTo>
                <a:lnTo>
                  <a:pt x="1396" y="2561"/>
                </a:lnTo>
                <a:lnTo>
                  <a:pt x="1386" y="2569"/>
                </a:lnTo>
                <a:lnTo>
                  <a:pt x="1376" y="2577"/>
                </a:lnTo>
                <a:lnTo>
                  <a:pt x="1367" y="2585"/>
                </a:lnTo>
                <a:lnTo>
                  <a:pt x="1358" y="2593"/>
                </a:lnTo>
                <a:lnTo>
                  <a:pt x="1350" y="2601"/>
                </a:lnTo>
                <a:lnTo>
                  <a:pt x="1342" y="2608"/>
                </a:lnTo>
                <a:lnTo>
                  <a:pt x="1335" y="2616"/>
                </a:lnTo>
                <a:lnTo>
                  <a:pt x="1329" y="2624"/>
                </a:lnTo>
                <a:lnTo>
                  <a:pt x="1322" y="2632"/>
                </a:lnTo>
                <a:lnTo>
                  <a:pt x="1316" y="2640"/>
                </a:lnTo>
                <a:lnTo>
                  <a:pt x="1311" y="2648"/>
                </a:lnTo>
                <a:lnTo>
                  <a:pt x="1306" y="2656"/>
                </a:lnTo>
                <a:lnTo>
                  <a:pt x="1301" y="2664"/>
                </a:lnTo>
                <a:lnTo>
                  <a:pt x="1296" y="2672"/>
                </a:lnTo>
                <a:lnTo>
                  <a:pt x="1292" y="2680"/>
                </a:lnTo>
                <a:lnTo>
                  <a:pt x="1288" y="2688"/>
                </a:lnTo>
                <a:lnTo>
                  <a:pt x="1284" y="2696"/>
                </a:lnTo>
                <a:lnTo>
                  <a:pt x="1277" y="2712"/>
                </a:lnTo>
                <a:lnTo>
                  <a:pt x="1274" y="2720"/>
                </a:lnTo>
                <a:lnTo>
                  <a:pt x="1271" y="2728"/>
                </a:lnTo>
                <a:lnTo>
                  <a:pt x="1269" y="2736"/>
                </a:lnTo>
                <a:lnTo>
                  <a:pt x="1266" y="2744"/>
                </a:lnTo>
                <a:lnTo>
                  <a:pt x="1264" y="2752"/>
                </a:lnTo>
                <a:lnTo>
                  <a:pt x="1262" y="2760"/>
                </a:lnTo>
                <a:lnTo>
                  <a:pt x="1260" y="2768"/>
                </a:lnTo>
                <a:lnTo>
                  <a:pt x="1258" y="2776"/>
                </a:lnTo>
                <a:lnTo>
                  <a:pt x="1257" y="2784"/>
                </a:lnTo>
                <a:lnTo>
                  <a:pt x="1255" y="2792"/>
                </a:lnTo>
                <a:lnTo>
                  <a:pt x="1254" y="2800"/>
                </a:lnTo>
                <a:lnTo>
                  <a:pt x="1253" y="2808"/>
                </a:lnTo>
                <a:lnTo>
                  <a:pt x="1253" y="2816"/>
                </a:lnTo>
                <a:lnTo>
                  <a:pt x="1252" y="2824"/>
                </a:lnTo>
                <a:lnTo>
                  <a:pt x="1252" y="2832"/>
                </a:lnTo>
                <a:lnTo>
                  <a:pt x="1252" y="2840"/>
                </a:lnTo>
                <a:lnTo>
                  <a:pt x="1252" y="2848"/>
                </a:lnTo>
                <a:lnTo>
                  <a:pt x="1253" y="2864"/>
                </a:lnTo>
                <a:lnTo>
                  <a:pt x="1254" y="2872"/>
                </a:lnTo>
                <a:lnTo>
                  <a:pt x="1255" y="2880"/>
                </a:lnTo>
                <a:lnTo>
                  <a:pt x="1257" y="2888"/>
                </a:lnTo>
                <a:lnTo>
                  <a:pt x="1258" y="2896"/>
                </a:lnTo>
                <a:lnTo>
                  <a:pt x="1260" y="2904"/>
                </a:lnTo>
                <a:lnTo>
                  <a:pt x="1263" y="2912"/>
                </a:lnTo>
                <a:lnTo>
                  <a:pt x="1265" y="2919"/>
                </a:lnTo>
                <a:lnTo>
                  <a:pt x="1268" y="2928"/>
                </a:lnTo>
                <a:lnTo>
                  <a:pt x="1270" y="2935"/>
                </a:lnTo>
                <a:lnTo>
                  <a:pt x="1274" y="2943"/>
                </a:lnTo>
                <a:lnTo>
                  <a:pt x="1277" y="2951"/>
                </a:lnTo>
                <a:lnTo>
                  <a:pt x="1281" y="2959"/>
                </a:lnTo>
                <a:lnTo>
                  <a:pt x="1284" y="2967"/>
                </a:lnTo>
                <a:lnTo>
                  <a:pt x="1289" y="2975"/>
                </a:lnTo>
                <a:lnTo>
                  <a:pt x="1293" y="2983"/>
                </a:lnTo>
                <a:lnTo>
                  <a:pt x="1297" y="2991"/>
                </a:lnTo>
                <a:lnTo>
                  <a:pt x="1307" y="3007"/>
                </a:lnTo>
                <a:lnTo>
                  <a:pt x="1312" y="3015"/>
                </a:lnTo>
                <a:lnTo>
                  <a:pt x="1317" y="3023"/>
                </a:lnTo>
                <a:lnTo>
                  <a:pt x="1328" y="3039"/>
                </a:lnTo>
                <a:lnTo>
                  <a:pt x="1334" y="3047"/>
                </a:lnTo>
                <a:lnTo>
                  <a:pt x="1340" y="3055"/>
                </a:lnTo>
                <a:lnTo>
                  <a:pt x="1352" y="3071"/>
                </a:lnTo>
                <a:lnTo>
                  <a:pt x="1358" y="3079"/>
                </a:lnTo>
                <a:lnTo>
                  <a:pt x="1371" y="3095"/>
                </a:lnTo>
                <a:lnTo>
                  <a:pt x="1377" y="3103"/>
                </a:lnTo>
                <a:lnTo>
                  <a:pt x="1390" y="3119"/>
                </a:lnTo>
                <a:lnTo>
                  <a:pt x="1397" y="3127"/>
                </a:lnTo>
                <a:lnTo>
                  <a:pt x="1403" y="3135"/>
                </a:lnTo>
                <a:lnTo>
                  <a:pt x="1416" y="3151"/>
                </a:lnTo>
                <a:lnTo>
                  <a:pt x="1422" y="3159"/>
                </a:lnTo>
                <a:lnTo>
                  <a:pt x="1429" y="3167"/>
                </a:lnTo>
                <a:lnTo>
                  <a:pt x="1435" y="3175"/>
                </a:lnTo>
                <a:lnTo>
                  <a:pt x="1446" y="3191"/>
                </a:lnTo>
                <a:lnTo>
                  <a:pt x="1452" y="3199"/>
                </a:lnTo>
                <a:lnTo>
                  <a:pt x="1458" y="3207"/>
                </a:lnTo>
                <a:lnTo>
                  <a:pt x="1463" y="3214"/>
                </a:lnTo>
                <a:lnTo>
                  <a:pt x="1468" y="3222"/>
                </a:lnTo>
                <a:lnTo>
                  <a:pt x="1473" y="3230"/>
                </a:lnTo>
                <a:lnTo>
                  <a:pt x="1478" y="3238"/>
                </a:lnTo>
                <a:lnTo>
                  <a:pt x="1482" y="3246"/>
                </a:lnTo>
                <a:lnTo>
                  <a:pt x="1486" y="3254"/>
                </a:lnTo>
                <a:lnTo>
                  <a:pt x="1490" y="3262"/>
                </a:lnTo>
                <a:lnTo>
                  <a:pt x="1494" y="3270"/>
                </a:lnTo>
                <a:lnTo>
                  <a:pt x="1498" y="3278"/>
                </a:lnTo>
                <a:lnTo>
                  <a:pt x="1501" y="3286"/>
                </a:lnTo>
                <a:lnTo>
                  <a:pt x="1503" y="3294"/>
                </a:lnTo>
                <a:lnTo>
                  <a:pt x="1506" y="3302"/>
                </a:lnTo>
                <a:lnTo>
                  <a:pt x="1508" y="3310"/>
                </a:lnTo>
                <a:lnTo>
                  <a:pt x="1510" y="3318"/>
                </a:lnTo>
                <a:lnTo>
                  <a:pt x="1511" y="3326"/>
                </a:lnTo>
                <a:lnTo>
                  <a:pt x="1512" y="3334"/>
                </a:lnTo>
                <a:lnTo>
                  <a:pt x="1513" y="3342"/>
                </a:lnTo>
                <a:lnTo>
                  <a:pt x="1514" y="3350"/>
                </a:lnTo>
                <a:lnTo>
                  <a:pt x="1514" y="3358"/>
                </a:lnTo>
                <a:lnTo>
                  <a:pt x="1514" y="3366"/>
                </a:lnTo>
                <a:lnTo>
                  <a:pt x="1513" y="3374"/>
                </a:lnTo>
                <a:lnTo>
                  <a:pt x="1512" y="3382"/>
                </a:lnTo>
                <a:lnTo>
                  <a:pt x="1511" y="3390"/>
                </a:lnTo>
                <a:lnTo>
                  <a:pt x="1509" y="3398"/>
                </a:lnTo>
                <a:lnTo>
                  <a:pt x="1507" y="3406"/>
                </a:lnTo>
                <a:lnTo>
                  <a:pt x="1505" y="3414"/>
                </a:lnTo>
                <a:lnTo>
                  <a:pt x="1503" y="3422"/>
                </a:lnTo>
                <a:lnTo>
                  <a:pt x="1500" y="3430"/>
                </a:lnTo>
                <a:lnTo>
                  <a:pt x="1497" y="3438"/>
                </a:lnTo>
                <a:lnTo>
                  <a:pt x="1493" y="3446"/>
                </a:lnTo>
                <a:lnTo>
                  <a:pt x="1489" y="3454"/>
                </a:lnTo>
                <a:lnTo>
                  <a:pt x="1486" y="3462"/>
                </a:lnTo>
                <a:lnTo>
                  <a:pt x="1481" y="3470"/>
                </a:lnTo>
                <a:lnTo>
                  <a:pt x="1477" y="3478"/>
                </a:lnTo>
                <a:lnTo>
                  <a:pt x="1472" y="3485"/>
                </a:lnTo>
                <a:lnTo>
                  <a:pt x="1467" y="3493"/>
                </a:lnTo>
                <a:lnTo>
                  <a:pt x="1457" y="3509"/>
                </a:lnTo>
                <a:lnTo>
                  <a:pt x="1452" y="3517"/>
                </a:lnTo>
                <a:lnTo>
                  <a:pt x="1446" y="3525"/>
                </a:lnTo>
                <a:lnTo>
                  <a:pt x="1441" y="3533"/>
                </a:lnTo>
                <a:lnTo>
                  <a:pt x="1435" y="3541"/>
                </a:lnTo>
                <a:lnTo>
                  <a:pt x="1423" y="3557"/>
                </a:lnTo>
                <a:lnTo>
                  <a:pt x="1400" y="3589"/>
                </a:lnTo>
                <a:lnTo>
                  <a:pt x="1394" y="3597"/>
                </a:lnTo>
                <a:lnTo>
                  <a:pt x="1388" y="3605"/>
                </a:lnTo>
                <a:lnTo>
                  <a:pt x="1371" y="3629"/>
                </a:lnTo>
                <a:lnTo>
                  <a:pt x="1365" y="3637"/>
                </a:lnTo>
                <a:lnTo>
                  <a:pt x="1359" y="3645"/>
                </a:lnTo>
                <a:lnTo>
                  <a:pt x="1354" y="3653"/>
                </a:lnTo>
                <a:lnTo>
                  <a:pt x="1349" y="3661"/>
                </a:lnTo>
                <a:lnTo>
                  <a:pt x="1343" y="3669"/>
                </a:lnTo>
                <a:lnTo>
                  <a:pt x="1338" y="3677"/>
                </a:lnTo>
                <a:lnTo>
                  <a:pt x="1333" y="3685"/>
                </a:lnTo>
                <a:lnTo>
                  <a:pt x="1324" y="3701"/>
                </a:lnTo>
                <a:lnTo>
                  <a:pt x="1319" y="3709"/>
                </a:lnTo>
                <a:lnTo>
                  <a:pt x="1315" y="3717"/>
                </a:lnTo>
                <a:lnTo>
                  <a:pt x="1311" y="3725"/>
                </a:lnTo>
                <a:lnTo>
                  <a:pt x="1306" y="3733"/>
                </a:lnTo>
                <a:lnTo>
                  <a:pt x="1299" y="3749"/>
                </a:lnTo>
                <a:lnTo>
                  <a:pt x="1295" y="3757"/>
                </a:lnTo>
                <a:lnTo>
                  <a:pt x="1291" y="3765"/>
                </a:lnTo>
                <a:lnTo>
                  <a:pt x="1285" y="3780"/>
                </a:lnTo>
                <a:lnTo>
                  <a:pt x="1282" y="3788"/>
                </a:lnTo>
                <a:lnTo>
                  <a:pt x="1279" y="3796"/>
                </a:lnTo>
                <a:lnTo>
                  <a:pt x="1276" y="3804"/>
                </a:lnTo>
                <a:lnTo>
                  <a:pt x="1273" y="3812"/>
                </a:lnTo>
                <a:lnTo>
                  <a:pt x="1270" y="3820"/>
                </a:lnTo>
                <a:lnTo>
                  <a:pt x="1268" y="3828"/>
                </a:lnTo>
                <a:lnTo>
                  <a:pt x="1263" y="3844"/>
                </a:lnTo>
                <a:lnTo>
                  <a:pt x="1261" y="3852"/>
                </a:lnTo>
                <a:lnTo>
                  <a:pt x="1259" y="3860"/>
                </a:lnTo>
                <a:lnTo>
                  <a:pt x="1257" y="3868"/>
                </a:lnTo>
                <a:lnTo>
                  <a:pt x="1255" y="3876"/>
                </a:lnTo>
                <a:lnTo>
                  <a:pt x="1248" y="3908"/>
                </a:lnTo>
                <a:lnTo>
                  <a:pt x="1246" y="3916"/>
                </a:lnTo>
                <a:lnTo>
                  <a:pt x="1244" y="3924"/>
                </a:lnTo>
                <a:lnTo>
                  <a:pt x="1243" y="3932"/>
                </a:lnTo>
                <a:lnTo>
                  <a:pt x="1238" y="3956"/>
                </a:lnTo>
                <a:lnTo>
                  <a:pt x="1237" y="3964"/>
                </a:lnTo>
                <a:lnTo>
                  <a:pt x="1235" y="3972"/>
                </a:lnTo>
                <a:lnTo>
                  <a:pt x="1234" y="3980"/>
                </a:lnTo>
                <a:lnTo>
                  <a:pt x="1232" y="3988"/>
                </a:lnTo>
                <a:lnTo>
                  <a:pt x="1230" y="4004"/>
                </a:lnTo>
                <a:lnTo>
                  <a:pt x="1228" y="4012"/>
                </a:lnTo>
                <a:lnTo>
                  <a:pt x="1225" y="4028"/>
                </a:lnTo>
                <a:lnTo>
                  <a:pt x="1224" y="4036"/>
                </a:lnTo>
                <a:lnTo>
                  <a:pt x="1222" y="4044"/>
                </a:lnTo>
                <a:lnTo>
                  <a:pt x="1219" y="4060"/>
                </a:lnTo>
                <a:lnTo>
                  <a:pt x="1218" y="4068"/>
                </a:lnTo>
                <a:lnTo>
                  <a:pt x="1217" y="4076"/>
                </a:lnTo>
                <a:lnTo>
                  <a:pt x="1101" y="4076"/>
                </a:lnTo>
                <a:close/>
              </a:path>
            </a:pathLst>
          </a:custGeom>
          <a:noFill/>
          <a:ln w="9360">
            <a:solidFill>
              <a:srgbClr val="999999"/>
            </a:solidFill>
            <a:round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/>
          <p:nvPr/>
        </p:nvSpPr>
        <p:spPr>
          <a:xfrm>
            <a:off x="1709280" y="185112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/>
          <p:nvPr/>
        </p:nvSpPr>
        <p:spPr>
          <a:xfrm>
            <a:off x="1709280" y="185112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3465360" y="26031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3465360" y="26031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3508920" y="22528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/>
          <p:nvPr/>
        </p:nvSpPr>
        <p:spPr>
          <a:xfrm>
            <a:off x="3508920" y="22528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/>
          <p:nvPr/>
        </p:nvSpPr>
        <p:spPr>
          <a:xfrm>
            <a:off x="1669680" y="15778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/>
          <p:nvPr/>
        </p:nvSpPr>
        <p:spPr>
          <a:xfrm>
            <a:off x="1669680" y="15778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/>
          <p:nvPr/>
        </p:nvSpPr>
        <p:spPr>
          <a:xfrm>
            <a:off x="2585160" y="25484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/>
          <p:nvPr/>
        </p:nvSpPr>
        <p:spPr>
          <a:xfrm>
            <a:off x="2585160" y="25484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/>
          <p:nvPr/>
        </p:nvSpPr>
        <p:spPr>
          <a:xfrm>
            <a:off x="4235400" y="20689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2"/>
                  <a:pt x="0" y="72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4235400" y="20689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0"/>
                </a:moveTo>
                <a:cubicBezTo>
                  <a:pt x="62" y="72"/>
                  <a:pt x="0" y="72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2450160" y="18835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2450160" y="18835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3249360" y="24714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/>
          <p:nvPr/>
        </p:nvSpPr>
        <p:spPr>
          <a:xfrm>
            <a:off x="3249360" y="24714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/>
          <p:nvPr/>
        </p:nvSpPr>
        <p:spPr>
          <a:xfrm>
            <a:off x="3407760" y="23223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3407760" y="23223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4494960" y="25088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4494960" y="25088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4282200" y="26035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4282200" y="26035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3263760" y="24476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3263760" y="24476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/>
          <p:nvPr/>
        </p:nvSpPr>
        <p:spPr>
          <a:xfrm>
            <a:off x="4500720" y="20642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4500720" y="20642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/>
          <p:nvPr/>
        </p:nvSpPr>
        <p:spPr>
          <a:xfrm>
            <a:off x="1481040" y="230868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1481040" y="230868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1712880" y="23014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/>
          <p:nvPr/>
        </p:nvSpPr>
        <p:spPr>
          <a:xfrm>
            <a:off x="1712880" y="23014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/>
          <p:nvPr/>
        </p:nvSpPr>
        <p:spPr>
          <a:xfrm>
            <a:off x="1417320" y="21985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1417320" y="21985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1448280" y="2790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1448280" y="2790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1492200" y="226296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/>
          <p:nvPr/>
        </p:nvSpPr>
        <p:spPr>
          <a:xfrm>
            <a:off x="1492200" y="226296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/>
          <p:nvPr/>
        </p:nvSpPr>
        <p:spPr>
          <a:xfrm>
            <a:off x="4408920" y="25308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4408920" y="25308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>
            <a:off x="4208760" y="20998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/>
          <p:nvPr/>
        </p:nvSpPr>
        <p:spPr>
          <a:xfrm>
            <a:off x="4208760" y="20998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3461400" y="24487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3461400" y="24487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/>
          <p:nvPr/>
        </p:nvSpPr>
        <p:spPr>
          <a:xfrm>
            <a:off x="2603880" y="26136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2603880" y="26136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4208040" y="20620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4208040" y="20620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/>
          <p:nvPr/>
        </p:nvSpPr>
        <p:spPr>
          <a:xfrm>
            <a:off x="1640160" y="25830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/>
          <p:nvPr/>
        </p:nvSpPr>
        <p:spPr>
          <a:xfrm>
            <a:off x="1640160" y="25830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/>
          <p:nvPr/>
        </p:nvSpPr>
        <p:spPr>
          <a:xfrm>
            <a:off x="2373480" y="25297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2373480" y="25297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/>
          <p:nvPr/>
        </p:nvSpPr>
        <p:spPr>
          <a:xfrm>
            <a:off x="4184280" y="15577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4184280" y="15577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2594520" y="18054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/>
          <p:nvPr/>
        </p:nvSpPr>
        <p:spPr>
          <a:xfrm>
            <a:off x="2594520" y="18054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/>
          <p:nvPr/>
        </p:nvSpPr>
        <p:spPr>
          <a:xfrm>
            <a:off x="3357720" y="25804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/>
          <p:nvPr/>
        </p:nvSpPr>
        <p:spPr>
          <a:xfrm>
            <a:off x="3357720" y="25804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/>
          <p:nvPr/>
        </p:nvSpPr>
        <p:spPr>
          <a:xfrm>
            <a:off x="4365720" y="20858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/>
          <p:nvPr/>
        </p:nvSpPr>
        <p:spPr>
          <a:xfrm>
            <a:off x="4365720" y="20858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/>
          <p:nvPr/>
        </p:nvSpPr>
        <p:spPr>
          <a:xfrm>
            <a:off x="3290040" y="229140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/>
          <p:nvPr/>
        </p:nvSpPr>
        <p:spPr>
          <a:xfrm>
            <a:off x="3290040" y="229140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/>
          <p:nvPr/>
        </p:nvSpPr>
        <p:spPr>
          <a:xfrm>
            <a:off x="3546720" y="25182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/>
          <p:nvPr/>
        </p:nvSpPr>
        <p:spPr>
          <a:xfrm>
            <a:off x="3546720" y="25182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" name=""/>
          <p:cNvSpPr/>
          <p:nvPr/>
        </p:nvSpPr>
        <p:spPr>
          <a:xfrm>
            <a:off x="3268800" y="205704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3268800" y="205704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4181400" y="207864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4181400" y="207864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/>
          <p:nvPr/>
        </p:nvSpPr>
        <p:spPr>
          <a:xfrm>
            <a:off x="1477080" y="2553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477080" y="2553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/>
          <p:nvPr/>
        </p:nvSpPr>
        <p:spPr>
          <a:xfrm>
            <a:off x="3497040" y="24829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/>
          <p:nvPr/>
        </p:nvSpPr>
        <p:spPr>
          <a:xfrm>
            <a:off x="3497040" y="24829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0"/>
                </a:moveTo>
                <a:cubicBezTo>
                  <a:pt x="62" y="72"/>
                  <a:pt x="0" y="72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4204080" y="22665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2"/>
                  <a:pt x="0" y="72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4204080" y="22665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0"/>
                </a:moveTo>
                <a:cubicBezTo>
                  <a:pt x="62" y="72"/>
                  <a:pt x="0" y="72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3357000" y="23004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3357000" y="23004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2318760" y="23587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/>
          <p:nvPr/>
        </p:nvSpPr>
        <p:spPr>
          <a:xfrm>
            <a:off x="2318760" y="23587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/>
          <p:nvPr/>
        </p:nvSpPr>
        <p:spPr>
          <a:xfrm>
            <a:off x="3245760" y="27928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3245760" y="27928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/>
          <p:nvPr/>
        </p:nvSpPr>
        <p:spPr>
          <a:xfrm>
            <a:off x="3342960" y="23878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/>
          <p:nvPr/>
        </p:nvSpPr>
        <p:spPr>
          <a:xfrm>
            <a:off x="3342960" y="23878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/>
          <p:nvPr/>
        </p:nvSpPr>
        <p:spPr>
          <a:xfrm>
            <a:off x="1664640" y="19666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/>
          <p:nvPr/>
        </p:nvSpPr>
        <p:spPr>
          <a:xfrm>
            <a:off x="1664640" y="19666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/>
          <p:nvPr/>
        </p:nvSpPr>
        <p:spPr>
          <a:xfrm>
            <a:off x="3540240" y="25264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/>
          <p:nvPr/>
        </p:nvSpPr>
        <p:spPr>
          <a:xfrm>
            <a:off x="3540240" y="25264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0"/>
                </a:moveTo>
                <a:cubicBezTo>
                  <a:pt x="62" y="72"/>
                  <a:pt x="0" y="72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/>
          <p:nvPr/>
        </p:nvSpPr>
        <p:spPr>
          <a:xfrm>
            <a:off x="1400040" y="25045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" name=""/>
          <p:cNvSpPr/>
          <p:nvPr/>
        </p:nvSpPr>
        <p:spPr>
          <a:xfrm>
            <a:off x="1400040" y="25045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1684440" y="22251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1684440" y="22251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3553200" y="19076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3553200" y="19076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2568600" y="28526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2568600" y="28526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3317400" y="22816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3317400" y="22816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2615040" y="22935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615040" y="22935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4460400" y="12931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4460400" y="12931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1520280" y="23839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1520280" y="23839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2350080" y="18021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350080" y="18021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3556800" y="239652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3556800" y="239652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4350240" y="20854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4350240" y="20854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4271400" y="20894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4271400" y="20894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4184280" y="241920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4184280" y="241920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4210920" y="206892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4210920" y="206892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1642320" y="25873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1642320" y="25873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1454760" y="24951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1454760" y="24951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3470040" y="2385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3470040" y="2385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1427040" y="212328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1427040" y="212328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628720" y="23828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2628720" y="23828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1661040" y="24850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1661040" y="24850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1574640" y="23497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1574640" y="23497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1633680" y="25488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1633680" y="25488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1505520" y="21067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1505520" y="21067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2406600" y="25891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2406600" y="25891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1483560" y="2600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1483560" y="2600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4468680" y="15213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4468680" y="15213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4486320" y="22377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4486320" y="22377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4235040" y="27043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4235040" y="27043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3536640" y="25556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3536640" y="25556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3328920" y="20311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3328920" y="20311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3293280" y="25898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3293280" y="25898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0"/>
                </a:moveTo>
                <a:cubicBezTo>
                  <a:pt x="62" y="72"/>
                  <a:pt x="0" y="72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3524040" y="21157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3524040" y="21157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1680840" y="22575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1680840" y="22575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1484280" y="28303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1484280" y="28303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1448640" y="27997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1448640" y="27997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4174920" y="18388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4174920" y="18388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3440880" y="25588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3440880" y="25588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4268880" y="15858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4268880" y="15858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3372480" y="2193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3372480" y="2193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3242160" y="25819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3242160" y="25819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/>
          <p:nvPr/>
        </p:nvSpPr>
        <p:spPr>
          <a:xfrm>
            <a:off x="1661760" y="2403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/>
          <p:nvPr/>
        </p:nvSpPr>
        <p:spPr>
          <a:xfrm>
            <a:off x="1661760" y="2403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3452760" y="25214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/>
          <p:nvPr/>
        </p:nvSpPr>
        <p:spPr>
          <a:xfrm>
            <a:off x="3452760" y="25214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/>
          <p:nvPr/>
        </p:nvSpPr>
        <p:spPr>
          <a:xfrm>
            <a:off x="4179600" y="18090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/>
          <p:nvPr/>
        </p:nvSpPr>
        <p:spPr>
          <a:xfrm>
            <a:off x="4179600" y="18090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3342600" y="2636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/>
          <p:nvPr/>
        </p:nvSpPr>
        <p:spPr>
          <a:xfrm>
            <a:off x="3342600" y="2636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/>
          <p:nvPr/>
        </p:nvSpPr>
        <p:spPr>
          <a:xfrm>
            <a:off x="1490760" y="21254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/>
          <p:nvPr/>
        </p:nvSpPr>
        <p:spPr>
          <a:xfrm>
            <a:off x="1490760" y="21254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1513800" y="24487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/>
          <p:nvPr/>
        </p:nvSpPr>
        <p:spPr>
          <a:xfrm>
            <a:off x="1513800" y="24487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/>
          <p:nvPr/>
        </p:nvSpPr>
        <p:spPr>
          <a:xfrm>
            <a:off x="3556080" y="24544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/>
          <p:nvPr/>
        </p:nvSpPr>
        <p:spPr>
          <a:xfrm>
            <a:off x="3556080" y="24544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1697400" y="26636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/>
          <p:nvPr/>
        </p:nvSpPr>
        <p:spPr>
          <a:xfrm>
            <a:off x="1697400" y="26636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/>
          <p:nvPr/>
        </p:nvSpPr>
        <p:spPr>
          <a:xfrm>
            <a:off x="3323160" y="24271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/>
          <p:nvPr/>
        </p:nvSpPr>
        <p:spPr>
          <a:xfrm>
            <a:off x="3323160" y="24271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1587240" y="24130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/>
          <p:nvPr/>
        </p:nvSpPr>
        <p:spPr>
          <a:xfrm>
            <a:off x="1587240" y="24130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/>
          <p:nvPr/>
        </p:nvSpPr>
        <p:spPr>
          <a:xfrm>
            <a:off x="4497120" y="18072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/>
          <p:nvPr/>
        </p:nvSpPr>
        <p:spPr>
          <a:xfrm>
            <a:off x="4497120" y="18072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2433960" y="25840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/>
          <p:nvPr/>
        </p:nvSpPr>
        <p:spPr>
          <a:xfrm>
            <a:off x="2433960" y="25840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/>
          <p:nvPr/>
        </p:nvSpPr>
        <p:spPr>
          <a:xfrm>
            <a:off x="1603800" y="21103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/>
          <p:nvPr/>
        </p:nvSpPr>
        <p:spPr>
          <a:xfrm>
            <a:off x="1603800" y="21103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4364280" y="20667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4364280" y="20667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3511080" y="2303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3511080" y="2303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706400" y="21639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/>
          <p:nvPr/>
        </p:nvSpPr>
        <p:spPr>
          <a:xfrm>
            <a:off x="1706400" y="21639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/>
          <p:nvPr/>
        </p:nvSpPr>
        <p:spPr>
          <a:xfrm>
            <a:off x="2490840" y="22125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2490840" y="22125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/>
          <p:nvPr/>
        </p:nvSpPr>
        <p:spPr>
          <a:xfrm>
            <a:off x="1531440" y="26028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1531440" y="26028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3408840" y="2555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/>
          <p:nvPr/>
        </p:nvSpPr>
        <p:spPr>
          <a:xfrm>
            <a:off x="3408840" y="2555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/>
          <p:nvPr/>
        </p:nvSpPr>
        <p:spPr>
          <a:xfrm>
            <a:off x="1422720" y="2475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/>
          <p:nvPr/>
        </p:nvSpPr>
        <p:spPr>
          <a:xfrm>
            <a:off x="1422720" y="2475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/>
          <p:nvPr/>
        </p:nvSpPr>
        <p:spPr>
          <a:xfrm>
            <a:off x="1674360" y="26085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/>
          <p:nvPr/>
        </p:nvSpPr>
        <p:spPr>
          <a:xfrm>
            <a:off x="1674360" y="26085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/>
          <p:nvPr/>
        </p:nvSpPr>
        <p:spPr>
          <a:xfrm>
            <a:off x="4181040" y="20714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/>
          <p:nvPr/>
        </p:nvSpPr>
        <p:spPr>
          <a:xfrm>
            <a:off x="4181040" y="20714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/>
          <p:nvPr/>
        </p:nvSpPr>
        <p:spPr>
          <a:xfrm>
            <a:off x="4492800" y="20642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7" name=""/>
          <p:cNvSpPr/>
          <p:nvPr/>
        </p:nvSpPr>
        <p:spPr>
          <a:xfrm>
            <a:off x="4492800" y="20642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" name=""/>
          <p:cNvSpPr/>
          <p:nvPr/>
        </p:nvSpPr>
        <p:spPr>
          <a:xfrm>
            <a:off x="4451040" y="207036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29" name=""/>
          <p:cNvSpPr/>
          <p:nvPr/>
        </p:nvSpPr>
        <p:spPr>
          <a:xfrm>
            <a:off x="4451040" y="207036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4481640" y="2058120"/>
            <a:ext cx="22680" cy="21960"/>
          </a:xfrm>
          <a:custGeom>
            <a:avLst/>
            <a:gdLst/>
            <a:ahLst/>
            <a:rect l="0" t="0" r="r" b="b"/>
            <a:pathLst>
              <a:path w="63" h="61">
                <a:moveTo>
                  <a:pt x="0" y="31"/>
                </a:moveTo>
                <a:cubicBezTo>
                  <a:pt x="0" y="-10"/>
                  <a:pt x="63" y="-10"/>
                  <a:pt x="63" y="31"/>
                </a:cubicBezTo>
                <a:cubicBezTo>
                  <a:pt x="63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4481640" y="2058120"/>
            <a:ext cx="22680" cy="21960"/>
          </a:xfrm>
          <a:custGeom>
            <a:avLst/>
            <a:gdLst/>
            <a:ahLst/>
            <a:rect l="0" t="0" r="r" b="b"/>
            <a:pathLst>
              <a:path fill="none" w="63" h="61">
                <a:moveTo>
                  <a:pt x="63" y="31"/>
                </a:moveTo>
                <a:cubicBezTo>
                  <a:pt x="63" y="71"/>
                  <a:pt x="0" y="71"/>
                  <a:pt x="0" y="31"/>
                </a:cubicBezTo>
                <a:cubicBezTo>
                  <a:pt x="0" y="-10"/>
                  <a:pt x="63" y="-10"/>
                  <a:pt x="63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/>
          <p:nvPr/>
        </p:nvSpPr>
        <p:spPr>
          <a:xfrm>
            <a:off x="3362400" y="22060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3362400" y="22060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/>
          <p:nvPr/>
        </p:nvSpPr>
        <p:spPr>
          <a:xfrm>
            <a:off x="1490400" y="23526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/>
          <p:nvPr/>
        </p:nvSpPr>
        <p:spPr>
          <a:xfrm>
            <a:off x="1490400" y="23526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/>
          <p:nvPr/>
        </p:nvSpPr>
        <p:spPr>
          <a:xfrm>
            <a:off x="1589760" y="22129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/>
          <p:nvPr/>
        </p:nvSpPr>
        <p:spPr>
          <a:xfrm>
            <a:off x="1589760" y="22129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/>
          <p:nvPr/>
        </p:nvSpPr>
        <p:spPr>
          <a:xfrm>
            <a:off x="3369240" y="26780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/>
          <p:nvPr/>
        </p:nvSpPr>
        <p:spPr>
          <a:xfrm>
            <a:off x="3369240" y="26780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/>
          <p:nvPr/>
        </p:nvSpPr>
        <p:spPr>
          <a:xfrm>
            <a:off x="4263840" y="20692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/>
          <p:nvPr/>
        </p:nvSpPr>
        <p:spPr>
          <a:xfrm>
            <a:off x="4263840" y="20692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" name=""/>
          <p:cNvSpPr/>
          <p:nvPr/>
        </p:nvSpPr>
        <p:spPr>
          <a:xfrm>
            <a:off x="1681560" y="215676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3" name=""/>
          <p:cNvSpPr/>
          <p:nvPr/>
        </p:nvSpPr>
        <p:spPr>
          <a:xfrm>
            <a:off x="1681560" y="215676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" name=""/>
          <p:cNvSpPr/>
          <p:nvPr/>
        </p:nvSpPr>
        <p:spPr>
          <a:xfrm>
            <a:off x="2405880" y="14515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2405880" y="14515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3385440" y="24948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/>
          <p:nvPr/>
        </p:nvSpPr>
        <p:spPr>
          <a:xfrm>
            <a:off x="3385440" y="24948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516040" y="2520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/>
          <p:nvPr/>
        </p:nvSpPr>
        <p:spPr>
          <a:xfrm>
            <a:off x="2516040" y="2520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/>
          <p:nvPr/>
        </p:nvSpPr>
        <p:spPr>
          <a:xfrm>
            <a:off x="2411640" y="22449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/>
          <p:nvPr/>
        </p:nvSpPr>
        <p:spPr>
          <a:xfrm>
            <a:off x="2411640" y="22449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/>
          <p:nvPr/>
        </p:nvSpPr>
        <p:spPr>
          <a:xfrm>
            <a:off x="2447640" y="23068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/>
          <p:nvPr/>
        </p:nvSpPr>
        <p:spPr>
          <a:xfrm>
            <a:off x="2447640" y="23068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/>
          <p:nvPr/>
        </p:nvSpPr>
        <p:spPr>
          <a:xfrm>
            <a:off x="3436560" y="24667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/>
          <p:nvPr/>
        </p:nvSpPr>
        <p:spPr>
          <a:xfrm>
            <a:off x="3436560" y="24667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4254840" y="20660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4254840" y="20660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/>
          <p:nvPr/>
        </p:nvSpPr>
        <p:spPr>
          <a:xfrm>
            <a:off x="3525480" y="26650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3525480" y="26650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/>
          <p:nvPr/>
        </p:nvSpPr>
        <p:spPr>
          <a:xfrm>
            <a:off x="3399120" y="263268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3399120" y="263268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3484440" y="24764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/>
          <p:nvPr/>
        </p:nvSpPr>
        <p:spPr>
          <a:xfrm>
            <a:off x="3484440" y="24764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/>
          <p:nvPr/>
        </p:nvSpPr>
        <p:spPr>
          <a:xfrm>
            <a:off x="3455640" y="21088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/>
          <p:nvPr/>
        </p:nvSpPr>
        <p:spPr>
          <a:xfrm>
            <a:off x="3455640" y="21088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/>
          <p:nvPr/>
        </p:nvSpPr>
        <p:spPr>
          <a:xfrm>
            <a:off x="3420720" y="21596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/>
          <p:nvPr/>
        </p:nvSpPr>
        <p:spPr>
          <a:xfrm>
            <a:off x="3420720" y="21596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/>
          <p:nvPr/>
        </p:nvSpPr>
        <p:spPr>
          <a:xfrm>
            <a:off x="4363200" y="20743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/>
          <p:nvPr/>
        </p:nvSpPr>
        <p:spPr>
          <a:xfrm>
            <a:off x="4363200" y="20743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/>
          <p:nvPr/>
        </p:nvSpPr>
        <p:spPr>
          <a:xfrm>
            <a:off x="1604160" y="21909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" name=""/>
          <p:cNvSpPr/>
          <p:nvPr/>
        </p:nvSpPr>
        <p:spPr>
          <a:xfrm>
            <a:off x="1604160" y="21909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" name=""/>
          <p:cNvSpPr/>
          <p:nvPr/>
        </p:nvSpPr>
        <p:spPr>
          <a:xfrm>
            <a:off x="1426320" y="24750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3" name=""/>
          <p:cNvSpPr/>
          <p:nvPr/>
        </p:nvSpPr>
        <p:spPr>
          <a:xfrm>
            <a:off x="1426320" y="24750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1523160" y="22813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1523160" y="22813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1402560" y="24152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/>
          <p:nvPr/>
        </p:nvSpPr>
        <p:spPr>
          <a:xfrm>
            <a:off x="1402560" y="24152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/>
          <p:nvPr/>
        </p:nvSpPr>
        <p:spPr>
          <a:xfrm>
            <a:off x="2559600" y="19900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2559600" y="19900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1600560" y="14662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/>
          <p:nvPr/>
        </p:nvSpPr>
        <p:spPr>
          <a:xfrm>
            <a:off x="1600560" y="14662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3259440" y="24390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3259440" y="24390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/>
          <p:nvPr/>
        </p:nvSpPr>
        <p:spPr>
          <a:xfrm>
            <a:off x="3278160" y="26427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/>
          <p:nvPr/>
        </p:nvSpPr>
        <p:spPr>
          <a:xfrm>
            <a:off x="3278160" y="26427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3315960" y="26974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3315960" y="26974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0"/>
                </a:moveTo>
                <a:cubicBezTo>
                  <a:pt x="62" y="72"/>
                  <a:pt x="0" y="72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3286440" y="207180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3286440" y="207180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/>
          <p:nvPr/>
        </p:nvSpPr>
        <p:spPr>
          <a:xfrm>
            <a:off x="1568520" y="22672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1568520" y="22672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/>
          <p:nvPr/>
        </p:nvSpPr>
        <p:spPr>
          <a:xfrm>
            <a:off x="1526400" y="22464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/>
          <p:nvPr/>
        </p:nvSpPr>
        <p:spPr>
          <a:xfrm>
            <a:off x="1526400" y="22464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3288600" y="25898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3288600" y="25898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/>
          <p:nvPr/>
        </p:nvSpPr>
        <p:spPr>
          <a:xfrm>
            <a:off x="4245120" y="20732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/>
          <p:nvPr/>
        </p:nvSpPr>
        <p:spPr>
          <a:xfrm>
            <a:off x="4245120" y="20732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4168440" y="20725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4168440" y="20725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/>
          <p:nvPr/>
        </p:nvSpPr>
        <p:spPr>
          <a:xfrm>
            <a:off x="1460880" y="213336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1460880" y="213336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/>
          <p:nvPr/>
        </p:nvSpPr>
        <p:spPr>
          <a:xfrm>
            <a:off x="2641320" y="13575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/>
          <p:nvPr/>
        </p:nvSpPr>
        <p:spPr>
          <a:xfrm>
            <a:off x="2641320" y="13575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/>
          <p:nvPr/>
        </p:nvSpPr>
        <p:spPr>
          <a:xfrm>
            <a:off x="3410280" y="27514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3410280" y="27514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1707840" y="2519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/>
          <p:nvPr/>
        </p:nvSpPr>
        <p:spPr>
          <a:xfrm>
            <a:off x="1707840" y="2519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/>
          <p:nvPr/>
        </p:nvSpPr>
        <p:spPr>
          <a:xfrm>
            <a:off x="2390040" y="24915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/>
          <p:nvPr/>
        </p:nvSpPr>
        <p:spPr>
          <a:xfrm>
            <a:off x="2390040" y="24915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/>
          <p:nvPr/>
        </p:nvSpPr>
        <p:spPr>
          <a:xfrm>
            <a:off x="1432440" y="27720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/>
          <p:nvPr/>
        </p:nvSpPr>
        <p:spPr>
          <a:xfrm>
            <a:off x="1432440" y="27720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/>
          <p:nvPr/>
        </p:nvSpPr>
        <p:spPr>
          <a:xfrm>
            <a:off x="1435680" y="209844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/>
          <p:nvPr/>
        </p:nvSpPr>
        <p:spPr>
          <a:xfrm>
            <a:off x="1435680" y="209844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/>
          <p:nvPr/>
        </p:nvSpPr>
        <p:spPr>
          <a:xfrm>
            <a:off x="3490920" y="20394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5" name=""/>
          <p:cNvSpPr/>
          <p:nvPr/>
        </p:nvSpPr>
        <p:spPr>
          <a:xfrm>
            <a:off x="3490920" y="20394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" name=""/>
          <p:cNvSpPr/>
          <p:nvPr/>
        </p:nvSpPr>
        <p:spPr>
          <a:xfrm>
            <a:off x="3516840" y="22539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7" name=""/>
          <p:cNvSpPr/>
          <p:nvPr/>
        </p:nvSpPr>
        <p:spPr>
          <a:xfrm>
            <a:off x="3516840" y="22539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3515760" y="21780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3515760" y="21780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0"/>
                </a:moveTo>
                <a:cubicBezTo>
                  <a:pt x="62" y="72"/>
                  <a:pt x="0" y="72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4410360" y="20620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/>
          <p:nvPr/>
        </p:nvSpPr>
        <p:spPr>
          <a:xfrm>
            <a:off x="4410360" y="20620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/>
          <p:nvPr/>
        </p:nvSpPr>
        <p:spPr>
          <a:xfrm>
            <a:off x="4422960" y="18223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/>
          <p:nvPr/>
        </p:nvSpPr>
        <p:spPr>
          <a:xfrm>
            <a:off x="4422960" y="18223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1588680" y="174492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1588680" y="174492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2629080" y="23936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2629080" y="23936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3304080" y="24271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3304080" y="24271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4295880" y="20833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/>
          <p:nvPr/>
        </p:nvSpPr>
        <p:spPr>
          <a:xfrm>
            <a:off x="4295880" y="20833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3528000" y="22993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/>
          <p:nvPr/>
        </p:nvSpPr>
        <p:spPr>
          <a:xfrm>
            <a:off x="3528000" y="22993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/>
          <p:nvPr/>
        </p:nvSpPr>
        <p:spPr>
          <a:xfrm>
            <a:off x="2406960" y="214200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/>
          <p:nvPr/>
        </p:nvSpPr>
        <p:spPr>
          <a:xfrm>
            <a:off x="2406960" y="214200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1616400" y="22824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/>
          <p:nvPr/>
        </p:nvSpPr>
        <p:spPr>
          <a:xfrm>
            <a:off x="1616400" y="22824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/>
          <p:nvPr/>
        </p:nvSpPr>
        <p:spPr>
          <a:xfrm>
            <a:off x="3540600" y="25369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/>
          <p:nvPr/>
        </p:nvSpPr>
        <p:spPr>
          <a:xfrm>
            <a:off x="3540600" y="25369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2334600" y="25819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2334600" y="25819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/>
          <p:nvPr/>
        </p:nvSpPr>
        <p:spPr>
          <a:xfrm>
            <a:off x="2516760" y="1824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/>
          <p:nvPr/>
        </p:nvSpPr>
        <p:spPr>
          <a:xfrm>
            <a:off x="2516760" y="1824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/>
          <p:nvPr/>
        </p:nvSpPr>
        <p:spPr>
          <a:xfrm>
            <a:off x="4372200" y="24886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/>
          <p:nvPr/>
        </p:nvSpPr>
        <p:spPr>
          <a:xfrm>
            <a:off x="4372200" y="24886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/>
          <p:nvPr/>
        </p:nvSpPr>
        <p:spPr>
          <a:xfrm>
            <a:off x="1545480" y="25938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/>
          <p:nvPr/>
        </p:nvSpPr>
        <p:spPr>
          <a:xfrm>
            <a:off x="1545480" y="25938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/>
          <p:nvPr/>
        </p:nvSpPr>
        <p:spPr>
          <a:xfrm>
            <a:off x="4367160" y="25549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/>
          <p:nvPr/>
        </p:nvSpPr>
        <p:spPr>
          <a:xfrm>
            <a:off x="4367160" y="25549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0" name=""/>
          <p:cNvSpPr/>
          <p:nvPr/>
        </p:nvSpPr>
        <p:spPr>
          <a:xfrm>
            <a:off x="4231080" y="2454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1" name=""/>
          <p:cNvSpPr/>
          <p:nvPr/>
        </p:nvSpPr>
        <p:spPr>
          <a:xfrm>
            <a:off x="4231080" y="2454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2" name=""/>
          <p:cNvSpPr/>
          <p:nvPr/>
        </p:nvSpPr>
        <p:spPr>
          <a:xfrm>
            <a:off x="4348080" y="20671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4348080" y="20671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4343760" y="21009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4343760" y="21009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/>
          <p:nvPr/>
        </p:nvSpPr>
        <p:spPr>
          <a:xfrm>
            <a:off x="2467440" y="229104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/>
          <p:nvPr/>
        </p:nvSpPr>
        <p:spPr>
          <a:xfrm>
            <a:off x="2467440" y="229104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1684440" y="24282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1684440" y="24282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/>
          <p:nvPr/>
        </p:nvSpPr>
        <p:spPr>
          <a:xfrm>
            <a:off x="2645280" y="24116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2645280" y="24116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3571920" y="13107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3571920" y="13107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4203720" y="20811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4203720" y="20811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/>
          <p:nvPr/>
        </p:nvSpPr>
        <p:spPr>
          <a:xfrm>
            <a:off x="3452400" y="25153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/>
          <p:nvPr/>
        </p:nvSpPr>
        <p:spPr>
          <a:xfrm>
            <a:off x="3452400" y="25153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/>
          <p:nvPr/>
        </p:nvSpPr>
        <p:spPr>
          <a:xfrm>
            <a:off x="3530160" y="257724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3530160" y="257724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2601720" y="2229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2601720" y="2229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/>
          <p:nvPr/>
        </p:nvSpPr>
        <p:spPr>
          <a:xfrm>
            <a:off x="2453760" y="2517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/>
          <p:nvPr/>
        </p:nvSpPr>
        <p:spPr>
          <a:xfrm>
            <a:off x="2453760" y="2517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2595600" y="181476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/>
          <p:nvPr/>
        </p:nvSpPr>
        <p:spPr>
          <a:xfrm>
            <a:off x="2595600" y="181476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/>
          <p:nvPr/>
        </p:nvSpPr>
        <p:spPr>
          <a:xfrm>
            <a:off x="3485160" y="23299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/>
          <p:nvPr/>
        </p:nvSpPr>
        <p:spPr>
          <a:xfrm>
            <a:off x="3485160" y="23299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4430160" y="2078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/>
          <p:nvPr/>
        </p:nvSpPr>
        <p:spPr>
          <a:xfrm>
            <a:off x="4430160" y="2078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/>
          <p:nvPr/>
        </p:nvSpPr>
        <p:spPr>
          <a:xfrm>
            <a:off x="3526200" y="25099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3526200" y="25099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4354560" y="24033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/>
          <p:nvPr/>
        </p:nvSpPr>
        <p:spPr>
          <a:xfrm>
            <a:off x="4354560" y="24033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/>
          <p:nvPr/>
        </p:nvSpPr>
        <p:spPr>
          <a:xfrm>
            <a:off x="2402280" y="23781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/>
          <p:nvPr/>
        </p:nvSpPr>
        <p:spPr>
          <a:xfrm>
            <a:off x="2402280" y="23781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/>
          <p:nvPr/>
        </p:nvSpPr>
        <p:spPr>
          <a:xfrm>
            <a:off x="1562760" y="22932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/>
          <p:nvPr/>
        </p:nvSpPr>
        <p:spPr>
          <a:xfrm>
            <a:off x="1562760" y="22932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/>
          <p:nvPr/>
        </p:nvSpPr>
        <p:spPr>
          <a:xfrm>
            <a:off x="4500000" y="20754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2"/>
                  <a:pt x="0" y="72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/>
          <p:nvPr/>
        </p:nvSpPr>
        <p:spPr>
          <a:xfrm>
            <a:off x="4500000" y="20754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2"/>
                  <a:pt x="0" y="72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/>
          <p:nvPr/>
        </p:nvSpPr>
        <p:spPr>
          <a:xfrm>
            <a:off x="1508760" y="26103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1" name=""/>
          <p:cNvSpPr/>
          <p:nvPr/>
        </p:nvSpPr>
        <p:spPr>
          <a:xfrm>
            <a:off x="1508760" y="26103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2" name=""/>
          <p:cNvSpPr/>
          <p:nvPr/>
        </p:nvSpPr>
        <p:spPr>
          <a:xfrm>
            <a:off x="4285800" y="20826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3" name=""/>
          <p:cNvSpPr/>
          <p:nvPr/>
        </p:nvSpPr>
        <p:spPr>
          <a:xfrm>
            <a:off x="4285800" y="20826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3447000" y="255348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3447000" y="255348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/>
          <p:nvPr/>
        </p:nvSpPr>
        <p:spPr>
          <a:xfrm>
            <a:off x="3354120" y="24033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/>
          <p:nvPr/>
        </p:nvSpPr>
        <p:spPr>
          <a:xfrm>
            <a:off x="3354120" y="24033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/>
          <p:nvPr/>
        </p:nvSpPr>
        <p:spPr>
          <a:xfrm>
            <a:off x="1684440" y="23745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1684440" y="23745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/>
          <p:nvPr/>
        </p:nvSpPr>
        <p:spPr>
          <a:xfrm>
            <a:off x="1640880" y="25131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/>
          <p:nvPr/>
        </p:nvSpPr>
        <p:spPr>
          <a:xfrm>
            <a:off x="1640880" y="25131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/>
          <p:nvPr/>
        </p:nvSpPr>
        <p:spPr>
          <a:xfrm>
            <a:off x="1399680" y="2492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/>
          <p:nvPr/>
        </p:nvSpPr>
        <p:spPr>
          <a:xfrm>
            <a:off x="1399680" y="2492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3426120" y="23396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/>
          <p:nvPr/>
        </p:nvSpPr>
        <p:spPr>
          <a:xfrm>
            <a:off x="3426120" y="23396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/>
          <p:nvPr/>
        </p:nvSpPr>
        <p:spPr>
          <a:xfrm>
            <a:off x="2464560" y="23169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/>
          <p:nvPr/>
        </p:nvSpPr>
        <p:spPr>
          <a:xfrm>
            <a:off x="2464560" y="23169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/>
          <p:nvPr/>
        </p:nvSpPr>
        <p:spPr>
          <a:xfrm>
            <a:off x="3544200" y="23659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/>
          <p:nvPr/>
        </p:nvSpPr>
        <p:spPr>
          <a:xfrm>
            <a:off x="3544200" y="23659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/>
          <p:nvPr/>
        </p:nvSpPr>
        <p:spPr>
          <a:xfrm>
            <a:off x="2479320" y="228744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/>
          <p:nvPr/>
        </p:nvSpPr>
        <p:spPr>
          <a:xfrm>
            <a:off x="2479320" y="228744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/>
          <p:nvPr/>
        </p:nvSpPr>
        <p:spPr>
          <a:xfrm>
            <a:off x="2369880" y="26013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3" name=""/>
          <p:cNvSpPr/>
          <p:nvPr/>
        </p:nvSpPr>
        <p:spPr>
          <a:xfrm>
            <a:off x="2369880" y="26013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4" name=""/>
          <p:cNvSpPr/>
          <p:nvPr/>
        </p:nvSpPr>
        <p:spPr>
          <a:xfrm>
            <a:off x="3454920" y="2193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5" name=""/>
          <p:cNvSpPr/>
          <p:nvPr/>
        </p:nvSpPr>
        <p:spPr>
          <a:xfrm>
            <a:off x="3454920" y="2193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4438800" y="20602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4438800" y="20602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/>
          <p:nvPr/>
        </p:nvSpPr>
        <p:spPr>
          <a:xfrm>
            <a:off x="3549600" y="25905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/>
          <p:nvPr/>
        </p:nvSpPr>
        <p:spPr>
          <a:xfrm>
            <a:off x="3549600" y="25905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3455280" y="244188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/>
          <p:nvPr/>
        </p:nvSpPr>
        <p:spPr>
          <a:xfrm>
            <a:off x="3455280" y="244188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1607400" y="2385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/>
          <p:nvPr/>
        </p:nvSpPr>
        <p:spPr>
          <a:xfrm>
            <a:off x="1607400" y="2385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2397240" y="2304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2397240" y="2304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/>
          <p:nvPr/>
        </p:nvSpPr>
        <p:spPr>
          <a:xfrm>
            <a:off x="3556800" y="24285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/>
          <p:nvPr/>
        </p:nvSpPr>
        <p:spPr>
          <a:xfrm>
            <a:off x="3556800" y="24285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3526200" y="26024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/>
          <p:nvPr/>
        </p:nvSpPr>
        <p:spPr>
          <a:xfrm>
            <a:off x="3526200" y="26024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1709280" y="24890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1709280" y="24890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/>
          <p:nvPr/>
        </p:nvSpPr>
        <p:spPr>
          <a:xfrm>
            <a:off x="3458880" y="26395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/>
          <p:nvPr/>
        </p:nvSpPr>
        <p:spPr>
          <a:xfrm>
            <a:off x="3458880" y="26395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/>
          <p:nvPr/>
        </p:nvSpPr>
        <p:spPr>
          <a:xfrm>
            <a:off x="2638800" y="21412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/>
          <p:nvPr/>
        </p:nvSpPr>
        <p:spPr>
          <a:xfrm>
            <a:off x="2638800" y="21412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/>
          <p:nvPr/>
        </p:nvSpPr>
        <p:spPr>
          <a:xfrm>
            <a:off x="1707120" y="22651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/>
          <p:nvPr/>
        </p:nvSpPr>
        <p:spPr>
          <a:xfrm>
            <a:off x="1707120" y="22651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/>
          <p:nvPr/>
        </p:nvSpPr>
        <p:spPr>
          <a:xfrm>
            <a:off x="1557360" y="2681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/>
          <p:nvPr/>
        </p:nvSpPr>
        <p:spPr>
          <a:xfrm>
            <a:off x="1557360" y="2681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0" name=""/>
          <p:cNvSpPr/>
          <p:nvPr/>
        </p:nvSpPr>
        <p:spPr>
          <a:xfrm>
            <a:off x="1504440" y="28180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1" name=""/>
          <p:cNvSpPr/>
          <p:nvPr/>
        </p:nvSpPr>
        <p:spPr>
          <a:xfrm>
            <a:off x="1504440" y="28180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2" name=""/>
          <p:cNvSpPr/>
          <p:nvPr/>
        </p:nvSpPr>
        <p:spPr>
          <a:xfrm>
            <a:off x="1504080" y="21798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1504080" y="21798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2453040" y="26035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/>
          <p:nvPr/>
        </p:nvSpPr>
        <p:spPr>
          <a:xfrm>
            <a:off x="2453040" y="26035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/>
          <p:nvPr/>
        </p:nvSpPr>
        <p:spPr>
          <a:xfrm>
            <a:off x="1546560" y="201060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/>
          <p:nvPr/>
        </p:nvSpPr>
        <p:spPr>
          <a:xfrm>
            <a:off x="1546560" y="201060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3516120" y="24163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/>
          <p:nvPr/>
        </p:nvSpPr>
        <p:spPr>
          <a:xfrm>
            <a:off x="3516120" y="24163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/>
          <p:nvPr/>
        </p:nvSpPr>
        <p:spPr>
          <a:xfrm>
            <a:off x="1416600" y="21834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2"/>
                  <a:pt x="0" y="72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/>
          <p:nvPr/>
        </p:nvSpPr>
        <p:spPr>
          <a:xfrm>
            <a:off x="1416600" y="21834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2"/>
                  <a:pt x="0" y="72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/>
          <p:nvPr/>
        </p:nvSpPr>
        <p:spPr>
          <a:xfrm>
            <a:off x="3304800" y="22528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3304800" y="22528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/>
          <p:nvPr/>
        </p:nvSpPr>
        <p:spPr>
          <a:xfrm>
            <a:off x="3416400" y="2483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/>
          <p:nvPr/>
        </p:nvSpPr>
        <p:spPr>
          <a:xfrm>
            <a:off x="3416400" y="2483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/>
          <p:nvPr/>
        </p:nvSpPr>
        <p:spPr>
          <a:xfrm>
            <a:off x="1685880" y="23947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/>
          <p:nvPr/>
        </p:nvSpPr>
        <p:spPr>
          <a:xfrm>
            <a:off x="1685880" y="23947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/>
          <p:nvPr/>
        </p:nvSpPr>
        <p:spPr>
          <a:xfrm>
            <a:off x="3462480" y="20088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/>
          <p:nvPr/>
        </p:nvSpPr>
        <p:spPr>
          <a:xfrm>
            <a:off x="3462480" y="20088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/>
          <p:nvPr/>
        </p:nvSpPr>
        <p:spPr>
          <a:xfrm>
            <a:off x="4229640" y="209016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/>
          <p:nvPr/>
        </p:nvSpPr>
        <p:spPr>
          <a:xfrm>
            <a:off x="4229640" y="209016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2" name=""/>
          <p:cNvSpPr/>
          <p:nvPr/>
        </p:nvSpPr>
        <p:spPr>
          <a:xfrm>
            <a:off x="1560240" y="246348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3" name=""/>
          <p:cNvSpPr/>
          <p:nvPr/>
        </p:nvSpPr>
        <p:spPr>
          <a:xfrm>
            <a:off x="1560240" y="246348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4" name=""/>
          <p:cNvSpPr/>
          <p:nvPr/>
        </p:nvSpPr>
        <p:spPr>
          <a:xfrm>
            <a:off x="3456000" y="2600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3456000" y="2600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1478160" y="25718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1478160" y="25718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/>
          <p:nvPr/>
        </p:nvSpPr>
        <p:spPr>
          <a:xfrm>
            <a:off x="2322720" y="26013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2322720" y="26013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/>
          <p:nvPr/>
        </p:nvSpPr>
        <p:spPr>
          <a:xfrm>
            <a:off x="3338280" y="25268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3338280" y="25268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/>
          <p:nvPr/>
        </p:nvSpPr>
        <p:spPr>
          <a:xfrm>
            <a:off x="1643040" y="24580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/>
          <p:nvPr/>
        </p:nvSpPr>
        <p:spPr>
          <a:xfrm>
            <a:off x="1643040" y="24580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/>
          <p:nvPr/>
        </p:nvSpPr>
        <p:spPr>
          <a:xfrm>
            <a:off x="3558960" y="25603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3558960" y="25603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/>
          <p:nvPr/>
        </p:nvSpPr>
        <p:spPr>
          <a:xfrm>
            <a:off x="1595520" y="22622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1595520" y="22622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3410640" y="19288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/>
          <p:nvPr/>
        </p:nvSpPr>
        <p:spPr>
          <a:xfrm>
            <a:off x="3410640" y="19288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/>
          <p:nvPr/>
        </p:nvSpPr>
        <p:spPr>
          <a:xfrm>
            <a:off x="2399760" y="23752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/>
          <p:nvPr/>
        </p:nvSpPr>
        <p:spPr>
          <a:xfrm>
            <a:off x="2399760" y="23752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/>
          <p:nvPr/>
        </p:nvSpPr>
        <p:spPr>
          <a:xfrm>
            <a:off x="1504080" y="251028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/>
          <p:nvPr/>
        </p:nvSpPr>
        <p:spPr>
          <a:xfrm>
            <a:off x="1504080" y="251028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/>
          <p:nvPr/>
        </p:nvSpPr>
        <p:spPr>
          <a:xfrm>
            <a:off x="1401120" y="24602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/>
          <p:nvPr/>
        </p:nvSpPr>
        <p:spPr>
          <a:xfrm>
            <a:off x="1401120" y="24602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/>
          <p:nvPr/>
        </p:nvSpPr>
        <p:spPr>
          <a:xfrm>
            <a:off x="1404360" y="27583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87" name=""/>
          <p:cNvSpPr/>
          <p:nvPr/>
        </p:nvSpPr>
        <p:spPr>
          <a:xfrm>
            <a:off x="1404360" y="27583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8" name=""/>
          <p:cNvSpPr/>
          <p:nvPr/>
        </p:nvSpPr>
        <p:spPr>
          <a:xfrm>
            <a:off x="2574720" y="18234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9" name=""/>
          <p:cNvSpPr/>
          <p:nvPr/>
        </p:nvSpPr>
        <p:spPr>
          <a:xfrm>
            <a:off x="2574720" y="18234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3345480" y="25290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3345480" y="25290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/>
          <p:nvPr/>
        </p:nvSpPr>
        <p:spPr>
          <a:xfrm>
            <a:off x="1609920" y="25232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/>
          <p:nvPr/>
        </p:nvSpPr>
        <p:spPr>
          <a:xfrm>
            <a:off x="1609920" y="25232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/>
          <p:nvPr/>
        </p:nvSpPr>
        <p:spPr>
          <a:xfrm>
            <a:off x="4294080" y="20779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4294080" y="20779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/>
          <p:nvPr/>
        </p:nvSpPr>
        <p:spPr>
          <a:xfrm>
            <a:off x="3487680" y="26175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/>
          <p:nvPr/>
        </p:nvSpPr>
        <p:spPr>
          <a:xfrm>
            <a:off x="3487680" y="26175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/>
          <p:nvPr/>
        </p:nvSpPr>
        <p:spPr>
          <a:xfrm>
            <a:off x="3362760" y="25430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/>
          <p:nvPr/>
        </p:nvSpPr>
        <p:spPr>
          <a:xfrm>
            <a:off x="3362760" y="25430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1659960" y="248328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/>
          <p:nvPr/>
        </p:nvSpPr>
        <p:spPr>
          <a:xfrm>
            <a:off x="1659960" y="248328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/>
          <p:nvPr/>
        </p:nvSpPr>
        <p:spPr>
          <a:xfrm>
            <a:off x="1535760" y="22957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/>
          <p:nvPr/>
        </p:nvSpPr>
        <p:spPr>
          <a:xfrm>
            <a:off x="1535760" y="22957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/>
          <p:nvPr/>
        </p:nvSpPr>
        <p:spPr>
          <a:xfrm>
            <a:off x="3438360" y="28393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/>
          <p:nvPr/>
        </p:nvSpPr>
        <p:spPr>
          <a:xfrm>
            <a:off x="3438360" y="28393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/>
          <p:nvPr/>
        </p:nvSpPr>
        <p:spPr>
          <a:xfrm>
            <a:off x="4404600" y="20732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/>
          <p:nvPr/>
        </p:nvSpPr>
        <p:spPr>
          <a:xfrm>
            <a:off x="4404600" y="20732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/>
          <p:nvPr/>
        </p:nvSpPr>
        <p:spPr>
          <a:xfrm>
            <a:off x="4176720" y="18802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2"/>
                  <a:pt x="0" y="72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9" name=""/>
          <p:cNvSpPr/>
          <p:nvPr/>
        </p:nvSpPr>
        <p:spPr>
          <a:xfrm>
            <a:off x="4176720" y="18802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2"/>
                  <a:pt x="0" y="72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0" name=""/>
          <p:cNvSpPr/>
          <p:nvPr/>
        </p:nvSpPr>
        <p:spPr>
          <a:xfrm>
            <a:off x="3245040" y="23652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1" name=""/>
          <p:cNvSpPr/>
          <p:nvPr/>
        </p:nvSpPr>
        <p:spPr>
          <a:xfrm>
            <a:off x="3245040" y="23652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2333160" y="17247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2333160" y="17247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4485960" y="21877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/>
          <p:nvPr/>
        </p:nvSpPr>
        <p:spPr>
          <a:xfrm>
            <a:off x="4485960" y="21877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4168440" y="2501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/>
          <p:nvPr/>
        </p:nvSpPr>
        <p:spPr>
          <a:xfrm>
            <a:off x="4168440" y="2501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2362320" y="2087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2362320" y="2087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/>
          <p:nvPr/>
        </p:nvSpPr>
        <p:spPr>
          <a:xfrm>
            <a:off x="1660320" y="21229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/>
          <p:nvPr/>
        </p:nvSpPr>
        <p:spPr>
          <a:xfrm>
            <a:off x="1660320" y="21229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/>
          <p:nvPr/>
        </p:nvSpPr>
        <p:spPr>
          <a:xfrm>
            <a:off x="1462680" y="22593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1462680" y="22593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2521800" y="22795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2521800" y="22795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2465280" y="24483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2465280" y="24483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2487960" y="20390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/>
          <p:nvPr/>
        </p:nvSpPr>
        <p:spPr>
          <a:xfrm>
            <a:off x="2487960" y="20390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4201560" y="24516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4201560" y="24516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/>
          <p:nvPr/>
        </p:nvSpPr>
        <p:spPr>
          <a:xfrm>
            <a:off x="1552320" y="23587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/>
          <p:nvPr/>
        </p:nvSpPr>
        <p:spPr>
          <a:xfrm>
            <a:off x="1552320" y="23587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/>
          <p:nvPr/>
        </p:nvSpPr>
        <p:spPr>
          <a:xfrm>
            <a:off x="1649520" y="26251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/>
          <p:nvPr/>
        </p:nvSpPr>
        <p:spPr>
          <a:xfrm>
            <a:off x="1649520" y="26251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/>
          <p:nvPr/>
        </p:nvSpPr>
        <p:spPr>
          <a:xfrm>
            <a:off x="1527840" y="23533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/>
          <p:nvPr/>
        </p:nvSpPr>
        <p:spPr>
          <a:xfrm>
            <a:off x="1527840" y="23533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/>
          <p:nvPr/>
        </p:nvSpPr>
        <p:spPr>
          <a:xfrm>
            <a:off x="1550520" y="150624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/>
          <p:nvPr/>
        </p:nvSpPr>
        <p:spPr>
          <a:xfrm>
            <a:off x="1550520" y="150624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0" name=""/>
          <p:cNvSpPr/>
          <p:nvPr/>
        </p:nvSpPr>
        <p:spPr>
          <a:xfrm>
            <a:off x="1598400" y="2042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1" name=""/>
          <p:cNvSpPr/>
          <p:nvPr/>
        </p:nvSpPr>
        <p:spPr>
          <a:xfrm>
            <a:off x="1598400" y="2042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2" name=""/>
          <p:cNvSpPr/>
          <p:nvPr/>
        </p:nvSpPr>
        <p:spPr>
          <a:xfrm>
            <a:off x="2634840" y="25160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2634840" y="25160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4314600" y="25174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/>
          <p:nvPr/>
        </p:nvSpPr>
        <p:spPr>
          <a:xfrm>
            <a:off x="4314600" y="25174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/>
          <p:nvPr/>
        </p:nvSpPr>
        <p:spPr>
          <a:xfrm>
            <a:off x="2624400" y="22798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/>
          <p:nvPr/>
        </p:nvSpPr>
        <p:spPr>
          <a:xfrm>
            <a:off x="2624400" y="22798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4483080" y="20714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/>
          <p:nvPr/>
        </p:nvSpPr>
        <p:spPr>
          <a:xfrm>
            <a:off x="4483080" y="20714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/>
          <p:nvPr/>
        </p:nvSpPr>
        <p:spPr>
          <a:xfrm>
            <a:off x="3574440" y="2618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/>
          <p:nvPr/>
        </p:nvSpPr>
        <p:spPr>
          <a:xfrm>
            <a:off x="3574440" y="2618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/>
          <p:nvPr/>
        </p:nvSpPr>
        <p:spPr>
          <a:xfrm>
            <a:off x="3337560" y="2058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3337560" y="2058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/>
          <p:nvPr/>
        </p:nvSpPr>
        <p:spPr>
          <a:xfrm>
            <a:off x="1518840" y="226512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/>
          <p:nvPr/>
        </p:nvSpPr>
        <p:spPr>
          <a:xfrm>
            <a:off x="1518840" y="226512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/>
          <p:nvPr/>
        </p:nvSpPr>
        <p:spPr>
          <a:xfrm>
            <a:off x="1410480" y="26877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/>
          <p:nvPr/>
        </p:nvSpPr>
        <p:spPr>
          <a:xfrm>
            <a:off x="1410480" y="26877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/>
          <p:nvPr/>
        </p:nvSpPr>
        <p:spPr>
          <a:xfrm>
            <a:off x="1587240" y="28429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/>
          <p:nvPr/>
        </p:nvSpPr>
        <p:spPr>
          <a:xfrm>
            <a:off x="1587240" y="28429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/>
          <p:nvPr/>
        </p:nvSpPr>
        <p:spPr>
          <a:xfrm>
            <a:off x="1517040" y="28429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/>
          <p:nvPr/>
        </p:nvSpPr>
        <p:spPr>
          <a:xfrm>
            <a:off x="1517040" y="28429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2" name=""/>
          <p:cNvSpPr/>
          <p:nvPr/>
        </p:nvSpPr>
        <p:spPr>
          <a:xfrm>
            <a:off x="3253320" y="23688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3" name=""/>
          <p:cNvSpPr/>
          <p:nvPr/>
        </p:nvSpPr>
        <p:spPr>
          <a:xfrm>
            <a:off x="3253320" y="23688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4" name=""/>
          <p:cNvSpPr/>
          <p:nvPr/>
        </p:nvSpPr>
        <p:spPr>
          <a:xfrm>
            <a:off x="2407680" y="23061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2407680" y="23061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1432440" y="27194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1432440" y="27194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/>
          <p:nvPr/>
        </p:nvSpPr>
        <p:spPr>
          <a:xfrm>
            <a:off x="4271760" y="13114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4271760" y="13114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/>
          <p:nvPr/>
        </p:nvSpPr>
        <p:spPr>
          <a:xfrm>
            <a:off x="4406400" y="20620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4406400" y="20620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/>
          <p:nvPr/>
        </p:nvSpPr>
        <p:spPr>
          <a:xfrm>
            <a:off x="3466800" y="23126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2"/>
                  <a:pt x="0" y="72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3466800" y="23126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2"/>
                  <a:pt x="0" y="72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/>
          <p:nvPr/>
        </p:nvSpPr>
        <p:spPr>
          <a:xfrm>
            <a:off x="4291920" y="20574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/>
          <p:nvPr/>
        </p:nvSpPr>
        <p:spPr>
          <a:xfrm>
            <a:off x="4291920" y="20574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/>
          <p:nvPr/>
        </p:nvSpPr>
        <p:spPr>
          <a:xfrm>
            <a:off x="1716480" y="20617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1716480" y="20617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2464200" y="21351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/>
          <p:nvPr/>
        </p:nvSpPr>
        <p:spPr>
          <a:xfrm>
            <a:off x="2464200" y="21351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2455200" y="25617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/>
          <p:nvPr/>
        </p:nvSpPr>
        <p:spPr>
          <a:xfrm>
            <a:off x="2455200" y="25617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3346200" y="26899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3346200" y="26899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/>
          <p:nvPr/>
        </p:nvSpPr>
        <p:spPr>
          <a:xfrm>
            <a:off x="2337840" y="26053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/>
          <p:nvPr/>
        </p:nvSpPr>
        <p:spPr>
          <a:xfrm>
            <a:off x="2337840" y="26053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/>
          <p:nvPr/>
        </p:nvSpPr>
        <p:spPr>
          <a:xfrm>
            <a:off x="2471400" y="177660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/>
          <p:nvPr/>
        </p:nvSpPr>
        <p:spPr>
          <a:xfrm>
            <a:off x="2471400" y="177660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/>
          <p:nvPr/>
        </p:nvSpPr>
        <p:spPr>
          <a:xfrm>
            <a:off x="3484800" y="249012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/>
          <p:nvPr/>
        </p:nvSpPr>
        <p:spPr>
          <a:xfrm>
            <a:off x="3484800" y="249012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/>
          <p:nvPr/>
        </p:nvSpPr>
        <p:spPr>
          <a:xfrm>
            <a:off x="2608920" y="24339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/>
          <p:nvPr/>
        </p:nvSpPr>
        <p:spPr>
          <a:xfrm>
            <a:off x="2608920" y="24339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2" name=""/>
          <p:cNvSpPr/>
          <p:nvPr/>
        </p:nvSpPr>
        <p:spPr>
          <a:xfrm>
            <a:off x="3250080" y="2526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3" name=""/>
          <p:cNvSpPr/>
          <p:nvPr/>
        </p:nvSpPr>
        <p:spPr>
          <a:xfrm>
            <a:off x="3250080" y="2526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4" name=""/>
          <p:cNvSpPr/>
          <p:nvPr/>
        </p:nvSpPr>
        <p:spPr>
          <a:xfrm>
            <a:off x="1701720" y="2520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1701720" y="2520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1657440" y="21376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/>
          <p:nvPr/>
        </p:nvSpPr>
        <p:spPr>
          <a:xfrm>
            <a:off x="1657440" y="21376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/>
          <p:nvPr/>
        </p:nvSpPr>
        <p:spPr>
          <a:xfrm>
            <a:off x="3563280" y="19832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/>
          <p:nvPr/>
        </p:nvSpPr>
        <p:spPr>
          <a:xfrm>
            <a:off x="3563280" y="19832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4174920" y="20829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/>
          <p:nvPr/>
        </p:nvSpPr>
        <p:spPr>
          <a:xfrm>
            <a:off x="4174920" y="20829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3290040" y="24724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/>
          <p:nvPr/>
        </p:nvSpPr>
        <p:spPr>
          <a:xfrm>
            <a:off x="3290040" y="24724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/>
          <p:nvPr/>
        </p:nvSpPr>
        <p:spPr>
          <a:xfrm>
            <a:off x="2509200" y="15699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/>
          <p:nvPr/>
        </p:nvSpPr>
        <p:spPr>
          <a:xfrm>
            <a:off x="2509200" y="15699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/>
          <p:nvPr/>
        </p:nvSpPr>
        <p:spPr>
          <a:xfrm>
            <a:off x="4334760" y="20642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/>
          <p:nvPr/>
        </p:nvSpPr>
        <p:spPr>
          <a:xfrm>
            <a:off x="4334760" y="20642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/>
          <p:nvPr/>
        </p:nvSpPr>
        <p:spPr>
          <a:xfrm>
            <a:off x="1687320" y="22946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2"/>
                  <a:pt x="0" y="72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/>
          <p:nvPr/>
        </p:nvSpPr>
        <p:spPr>
          <a:xfrm>
            <a:off x="1687320" y="22946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2"/>
                  <a:pt x="0" y="72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/>
          <p:nvPr/>
        </p:nvSpPr>
        <p:spPr>
          <a:xfrm>
            <a:off x="1452240" y="23878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1" name=""/>
          <p:cNvSpPr/>
          <p:nvPr/>
        </p:nvSpPr>
        <p:spPr>
          <a:xfrm>
            <a:off x="1452240" y="23878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2" name=""/>
          <p:cNvSpPr/>
          <p:nvPr/>
        </p:nvSpPr>
        <p:spPr>
          <a:xfrm>
            <a:off x="3427920" y="22366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3" name=""/>
          <p:cNvSpPr/>
          <p:nvPr/>
        </p:nvSpPr>
        <p:spPr>
          <a:xfrm>
            <a:off x="3427920" y="22366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2510640" y="24073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2510640" y="24073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1679400" y="2538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/>
          <p:nvPr/>
        </p:nvSpPr>
        <p:spPr>
          <a:xfrm>
            <a:off x="1679400" y="2538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/>
          <p:nvPr/>
        </p:nvSpPr>
        <p:spPr>
          <a:xfrm>
            <a:off x="4295160" y="2222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/>
          <p:nvPr/>
        </p:nvSpPr>
        <p:spPr>
          <a:xfrm>
            <a:off x="4295160" y="2222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3534120" y="25009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/>
          <p:nvPr/>
        </p:nvSpPr>
        <p:spPr>
          <a:xfrm>
            <a:off x="3534120" y="25009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/>
          <p:nvPr/>
        </p:nvSpPr>
        <p:spPr>
          <a:xfrm>
            <a:off x="3498120" y="23335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3498120" y="23335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/>
          <p:nvPr/>
        </p:nvSpPr>
        <p:spPr>
          <a:xfrm>
            <a:off x="2508480" y="2483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/>
          <p:nvPr/>
        </p:nvSpPr>
        <p:spPr>
          <a:xfrm>
            <a:off x="2508480" y="2483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/>
          <p:nvPr/>
        </p:nvSpPr>
        <p:spPr>
          <a:xfrm>
            <a:off x="1572480" y="2384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/>
          <p:nvPr/>
        </p:nvSpPr>
        <p:spPr>
          <a:xfrm>
            <a:off x="1572480" y="2384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/>
          <p:nvPr/>
        </p:nvSpPr>
        <p:spPr>
          <a:xfrm>
            <a:off x="1654560" y="28411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/>
          <p:nvPr/>
        </p:nvSpPr>
        <p:spPr>
          <a:xfrm>
            <a:off x="1654560" y="28411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/>
          <p:nvPr/>
        </p:nvSpPr>
        <p:spPr>
          <a:xfrm>
            <a:off x="1627200" y="2060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/>
          <p:nvPr/>
        </p:nvSpPr>
        <p:spPr>
          <a:xfrm>
            <a:off x="1627200" y="2060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/>
          <p:nvPr/>
        </p:nvSpPr>
        <p:spPr>
          <a:xfrm>
            <a:off x="1620720" y="21992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2"/>
                  <a:pt x="0" y="72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1620720" y="21992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0"/>
                </a:moveTo>
                <a:cubicBezTo>
                  <a:pt x="62" y="72"/>
                  <a:pt x="0" y="72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/>
          <p:nvPr/>
        </p:nvSpPr>
        <p:spPr>
          <a:xfrm>
            <a:off x="1634400" y="24861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1634400" y="24861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2534760" y="25520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/>
          <p:nvPr/>
        </p:nvSpPr>
        <p:spPr>
          <a:xfrm>
            <a:off x="2534760" y="25520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/>
          <p:nvPr/>
        </p:nvSpPr>
        <p:spPr>
          <a:xfrm>
            <a:off x="2461680" y="23493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/>
          <p:nvPr/>
        </p:nvSpPr>
        <p:spPr>
          <a:xfrm>
            <a:off x="2461680" y="23493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/>
          <p:nvPr/>
        </p:nvSpPr>
        <p:spPr>
          <a:xfrm>
            <a:off x="2326680" y="252504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/>
          <p:nvPr/>
        </p:nvSpPr>
        <p:spPr>
          <a:xfrm>
            <a:off x="2326680" y="252504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/>
          <p:nvPr/>
        </p:nvSpPr>
        <p:spPr>
          <a:xfrm>
            <a:off x="3286800" y="22777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/>
          <p:nvPr/>
        </p:nvSpPr>
        <p:spPr>
          <a:xfrm>
            <a:off x="3286800" y="22777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/>
          <p:nvPr/>
        </p:nvSpPr>
        <p:spPr>
          <a:xfrm>
            <a:off x="2562120" y="217512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5" name=""/>
          <p:cNvSpPr/>
          <p:nvPr/>
        </p:nvSpPr>
        <p:spPr>
          <a:xfrm>
            <a:off x="2562120" y="217512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6" name=""/>
          <p:cNvSpPr/>
          <p:nvPr/>
        </p:nvSpPr>
        <p:spPr>
          <a:xfrm>
            <a:off x="1636560" y="2573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7" name=""/>
          <p:cNvSpPr/>
          <p:nvPr/>
        </p:nvSpPr>
        <p:spPr>
          <a:xfrm>
            <a:off x="1636560" y="2573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2338200" y="23295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2338200" y="23295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1423440" y="22435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1423440" y="22435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1416960" y="2528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1416960" y="2528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4331880" y="26424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4331880" y="26424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4224960" y="24314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4224960" y="24314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4464000" y="24840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4464000" y="24840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4339800" y="25581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4339800" y="25581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1608480" y="26056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1608480" y="26056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1654560" y="19357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1654560" y="19357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2493720" y="22078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2493720" y="22078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1699920" y="2582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1699920" y="2582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1514880" y="18702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1514880" y="18702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3530880" y="170280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3530880" y="170280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1624320" y="2339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2"/>
                  <a:pt x="0" y="72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1624320" y="2339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2"/>
                  <a:pt x="0" y="72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1684440" y="24840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1684440" y="24840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1715040" y="20289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1715040" y="20289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1500840" y="2178360"/>
            <a:ext cx="22680" cy="22320"/>
          </a:xfrm>
          <a:custGeom>
            <a:avLst/>
            <a:gdLst/>
            <a:ahLst/>
            <a:rect l="0" t="0" r="r" b="b"/>
            <a:pathLst>
              <a:path w="63" h="62">
                <a:moveTo>
                  <a:pt x="0" y="30"/>
                </a:moveTo>
                <a:cubicBezTo>
                  <a:pt x="0" y="-10"/>
                  <a:pt x="63" y="-10"/>
                  <a:pt x="63" y="30"/>
                </a:cubicBezTo>
                <a:cubicBezTo>
                  <a:pt x="63" y="72"/>
                  <a:pt x="0" y="72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1500840" y="2178360"/>
            <a:ext cx="22680" cy="22320"/>
          </a:xfrm>
          <a:custGeom>
            <a:avLst/>
            <a:gdLst/>
            <a:ahLst/>
            <a:rect l="0" t="0" r="r" b="b"/>
            <a:pathLst>
              <a:path fill="none" w="63" h="62">
                <a:moveTo>
                  <a:pt x="63" y="30"/>
                </a:moveTo>
                <a:cubicBezTo>
                  <a:pt x="63" y="72"/>
                  <a:pt x="0" y="72"/>
                  <a:pt x="0" y="30"/>
                </a:cubicBezTo>
                <a:cubicBezTo>
                  <a:pt x="0" y="-10"/>
                  <a:pt x="63" y="-10"/>
                  <a:pt x="63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2476440" y="203076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2476440" y="203076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2593080" y="25902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2593080" y="25902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3293280" y="23745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3293280" y="23745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3380760" y="18576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2"/>
                  <a:pt x="0" y="72"/>
                  <a:pt x="0" y="32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/>
          <p:nvPr/>
        </p:nvSpPr>
        <p:spPr>
          <a:xfrm>
            <a:off x="3380760" y="18576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2"/>
                  <a:pt x="0" y="72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/>
          <p:nvPr/>
        </p:nvSpPr>
        <p:spPr>
          <a:xfrm>
            <a:off x="3477600" y="21722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/>
          <p:nvPr/>
        </p:nvSpPr>
        <p:spPr>
          <a:xfrm>
            <a:off x="3477600" y="21722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/>
          <p:nvPr/>
        </p:nvSpPr>
        <p:spPr>
          <a:xfrm>
            <a:off x="2336040" y="24764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/>
          <p:nvPr/>
        </p:nvSpPr>
        <p:spPr>
          <a:xfrm>
            <a:off x="2336040" y="24764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/>
          <p:nvPr/>
        </p:nvSpPr>
        <p:spPr>
          <a:xfrm>
            <a:off x="1405080" y="26251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/>
          <p:nvPr/>
        </p:nvSpPr>
        <p:spPr>
          <a:xfrm>
            <a:off x="1405080" y="26251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/>
          <p:nvPr/>
        </p:nvSpPr>
        <p:spPr>
          <a:xfrm>
            <a:off x="1639080" y="21625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/>
          <p:nvPr/>
        </p:nvSpPr>
        <p:spPr>
          <a:xfrm>
            <a:off x="1639080" y="21625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4316400" y="20685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4316400" y="20685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/>
          <p:nvPr/>
        </p:nvSpPr>
        <p:spPr>
          <a:xfrm>
            <a:off x="1639800" y="24721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/>
          <p:nvPr/>
        </p:nvSpPr>
        <p:spPr>
          <a:xfrm>
            <a:off x="1639800" y="24721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1509840" y="25894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/>
          <p:nvPr/>
        </p:nvSpPr>
        <p:spPr>
          <a:xfrm>
            <a:off x="1509840" y="25894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1453320" y="2277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1453320" y="2277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/>
          <p:nvPr/>
        </p:nvSpPr>
        <p:spPr>
          <a:xfrm>
            <a:off x="1459080" y="26431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/>
          <p:nvPr/>
        </p:nvSpPr>
        <p:spPr>
          <a:xfrm>
            <a:off x="1459080" y="26431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/>
          <p:nvPr/>
        </p:nvSpPr>
        <p:spPr>
          <a:xfrm>
            <a:off x="1521360" y="23288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/>
          <p:nvPr/>
        </p:nvSpPr>
        <p:spPr>
          <a:xfrm>
            <a:off x="1521360" y="23288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/>
          <p:nvPr/>
        </p:nvSpPr>
        <p:spPr>
          <a:xfrm>
            <a:off x="1468080" y="24030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/>
          <p:nvPr/>
        </p:nvSpPr>
        <p:spPr>
          <a:xfrm>
            <a:off x="1468080" y="24030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/>
          <p:nvPr/>
        </p:nvSpPr>
        <p:spPr>
          <a:xfrm>
            <a:off x="1546920" y="22273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/>
          <p:nvPr/>
        </p:nvSpPr>
        <p:spPr>
          <a:xfrm>
            <a:off x="1546920" y="22273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4" name=""/>
          <p:cNvSpPr/>
          <p:nvPr/>
        </p:nvSpPr>
        <p:spPr>
          <a:xfrm>
            <a:off x="1400760" y="268560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5" name=""/>
          <p:cNvSpPr/>
          <p:nvPr/>
        </p:nvSpPr>
        <p:spPr>
          <a:xfrm>
            <a:off x="1400760" y="268560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6" name=""/>
          <p:cNvSpPr/>
          <p:nvPr/>
        </p:nvSpPr>
        <p:spPr>
          <a:xfrm>
            <a:off x="1613160" y="21596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1613160" y="21596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4188240" y="20786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4188240" y="20786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2618640" y="19152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/>
          <p:nvPr/>
        </p:nvSpPr>
        <p:spPr>
          <a:xfrm>
            <a:off x="2618640" y="19152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1695240" y="2627280"/>
            <a:ext cx="22680" cy="22320"/>
          </a:xfrm>
          <a:custGeom>
            <a:avLst/>
            <a:gdLst/>
            <a:ahLst/>
            <a:rect l="0" t="0" r="r" b="b"/>
            <a:pathLst>
              <a:path w="63" h="62">
                <a:moveTo>
                  <a:pt x="0" y="32"/>
                </a:moveTo>
                <a:cubicBezTo>
                  <a:pt x="0" y="-10"/>
                  <a:pt x="63" y="-10"/>
                  <a:pt x="63" y="32"/>
                </a:cubicBezTo>
                <a:cubicBezTo>
                  <a:pt x="63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/>
          <p:nvPr/>
        </p:nvSpPr>
        <p:spPr>
          <a:xfrm>
            <a:off x="1695240" y="2627280"/>
            <a:ext cx="22680" cy="22320"/>
          </a:xfrm>
          <a:custGeom>
            <a:avLst/>
            <a:gdLst/>
            <a:ahLst/>
            <a:rect l="0" t="0" r="r" b="b"/>
            <a:pathLst>
              <a:path fill="none" w="63" h="62">
                <a:moveTo>
                  <a:pt x="63" y="32"/>
                </a:moveTo>
                <a:cubicBezTo>
                  <a:pt x="63" y="73"/>
                  <a:pt x="0" y="73"/>
                  <a:pt x="0" y="32"/>
                </a:cubicBezTo>
                <a:cubicBezTo>
                  <a:pt x="0" y="-10"/>
                  <a:pt x="63" y="-10"/>
                  <a:pt x="63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4257000" y="25365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/>
          <p:nvPr/>
        </p:nvSpPr>
        <p:spPr>
          <a:xfrm>
            <a:off x="4257000" y="25365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/>
          <p:nvPr/>
        </p:nvSpPr>
        <p:spPr>
          <a:xfrm>
            <a:off x="1595520" y="249948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1595520" y="249948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/>
          <p:nvPr/>
        </p:nvSpPr>
        <p:spPr>
          <a:xfrm>
            <a:off x="3336120" y="233604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3336120" y="233604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2353320" y="20224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/>
          <p:nvPr/>
        </p:nvSpPr>
        <p:spPr>
          <a:xfrm>
            <a:off x="2353320" y="20224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/>
          <p:nvPr/>
        </p:nvSpPr>
        <p:spPr>
          <a:xfrm>
            <a:off x="1681200" y="25416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/>
          <p:nvPr/>
        </p:nvSpPr>
        <p:spPr>
          <a:xfrm>
            <a:off x="1681200" y="25416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/>
          <p:nvPr/>
        </p:nvSpPr>
        <p:spPr>
          <a:xfrm>
            <a:off x="1431720" y="239580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/>
          <p:nvPr/>
        </p:nvSpPr>
        <p:spPr>
          <a:xfrm>
            <a:off x="1431720" y="239580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/>
          <p:nvPr/>
        </p:nvSpPr>
        <p:spPr>
          <a:xfrm>
            <a:off x="1549440" y="2652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/>
          <p:nvPr/>
        </p:nvSpPr>
        <p:spPr>
          <a:xfrm>
            <a:off x="1549440" y="2652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/>
          <p:nvPr/>
        </p:nvSpPr>
        <p:spPr>
          <a:xfrm>
            <a:off x="2549880" y="27723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9" name=""/>
          <p:cNvSpPr/>
          <p:nvPr/>
        </p:nvSpPr>
        <p:spPr>
          <a:xfrm>
            <a:off x="2549880" y="27723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0" name=""/>
          <p:cNvSpPr/>
          <p:nvPr/>
        </p:nvSpPr>
        <p:spPr>
          <a:xfrm>
            <a:off x="2372760" y="21686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1" name=""/>
          <p:cNvSpPr/>
          <p:nvPr/>
        </p:nvSpPr>
        <p:spPr>
          <a:xfrm>
            <a:off x="2372760" y="21686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1459080" y="24948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2"/>
                </a:moveTo>
                <a:cubicBezTo>
                  <a:pt x="0" y="-10"/>
                  <a:pt x="61" y="-10"/>
                  <a:pt x="61" y="32"/>
                </a:cubicBezTo>
                <a:cubicBezTo>
                  <a:pt x="61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1459080" y="24948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2"/>
                </a:moveTo>
                <a:cubicBezTo>
                  <a:pt x="61" y="73"/>
                  <a:pt x="0" y="73"/>
                  <a:pt x="0" y="32"/>
                </a:cubicBezTo>
                <a:cubicBezTo>
                  <a:pt x="0" y="-10"/>
                  <a:pt x="61" y="-10"/>
                  <a:pt x="61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4412520" y="27597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/>
          <p:nvPr/>
        </p:nvSpPr>
        <p:spPr>
          <a:xfrm>
            <a:off x="4412520" y="27597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/>
          <p:nvPr/>
        </p:nvSpPr>
        <p:spPr>
          <a:xfrm>
            <a:off x="1696680" y="259236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/>
          <p:nvPr/>
        </p:nvSpPr>
        <p:spPr>
          <a:xfrm>
            <a:off x="1696680" y="259236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/>
          <p:nvPr/>
        </p:nvSpPr>
        <p:spPr>
          <a:xfrm>
            <a:off x="3382200" y="23245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3382200" y="23245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/>
          <p:nvPr/>
        </p:nvSpPr>
        <p:spPr>
          <a:xfrm>
            <a:off x="4382640" y="20581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/>
          <p:nvPr/>
        </p:nvSpPr>
        <p:spPr>
          <a:xfrm>
            <a:off x="4382640" y="20581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/>
          <p:nvPr/>
        </p:nvSpPr>
        <p:spPr>
          <a:xfrm>
            <a:off x="1477080" y="244584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/>
          <p:nvPr/>
        </p:nvSpPr>
        <p:spPr>
          <a:xfrm>
            <a:off x="1477080" y="244584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1638720" y="24998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/>
          <p:nvPr/>
        </p:nvSpPr>
        <p:spPr>
          <a:xfrm>
            <a:off x="1638720" y="24998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/>
          <p:nvPr/>
        </p:nvSpPr>
        <p:spPr>
          <a:xfrm>
            <a:off x="1408320" y="248184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/>
          <p:nvPr/>
        </p:nvSpPr>
        <p:spPr>
          <a:xfrm>
            <a:off x="1408320" y="248184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0"/>
                </a:moveTo>
                <a:cubicBezTo>
                  <a:pt x="62" y="71"/>
                  <a:pt x="0" y="71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/>
          <p:nvPr/>
        </p:nvSpPr>
        <p:spPr>
          <a:xfrm>
            <a:off x="2395800" y="211032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2395800" y="211032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/>
          <p:nvPr/>
        </p:nvSpPr>
        <p:spPr>
          <a:xfrm>
            <a:off x="2427480" y="25070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/>
          <p:nvPr/>
        </p:nvSpPr>
        <p:spPr>
          <a:xfrm>
            <a:off x="2427480" y="25070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/>
          <p:nvPr/>
        </p:nvSpPr>
        <p:spPr>
          <a:xfrm>
            <a:off x="2402640" y="63828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3"/>
                  <a:pt x="0" y="73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/>
          <p:nvPr/>
        </p:nvSpPr>
        <p:spPr>
          <a:xfrm>
            <a:off x="2402640" y="63828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3"/>
                  <a:pt x="0" y="73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3478680" y="22730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/>
          <p:nvPr/>
        </p:nvSpPr>
        <p:spPr>
          <a:xfrm>
            <a:off x="3478680" y="22730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/>
          <p:nvPr/>
        </p:nvSpPr>
        <p:spPr>
          <a:xfrm>
            <a:off x="3452400" y="189360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/>
          <p:nvPr/>
        </p:nvSpPr>
        <p:spPr>
          <a:xfrm>
            <a:off x="3452400" y="189360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/>
          <p:nvPr/>
        </p:nvSpPr>
        <p:spPr>
          <a:xfrm>
            <a:off x="1674720" y="23137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1674720" y="23137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/>
          <p:nvPr/>
        </p:nvSpPr>
        <p:spPr>
          <a:xfrm>
            <a:off x="3404880" y="245664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/>
          <p:nvPr/>
        </p:nvSpPr>
        <p:spPr>
          <a:xfrm>
            <a:off x="3404880" y="245664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/>
          <p:nvPr/>
        </p:nvSpPr>
        <p:spPr>
          <a:xfrm>
            <a:off x="1406880" y="18489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1406880" y="18489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3526560" y="222192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/>
          <p:nvPr/>
        </p:nvSpPr>
        <p:spPr>
          <a:xfrm>
            <a:off x="3526560" y="222192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0"/>
                </a:moveTo>
                <a:cubicBezTo>
                  <a:pt x="61" y="72"/>
                  <a:pt x="0" y="72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/>
          <p:nvPr/>
        </p:nvSpPr>
        <p:spPr>
          <a:xfrm>
            <a:off x="1638000" y="17758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/>
          <p:nvPr/>
        </p:nvSpPr>
        <p:spPr>
          <a:xfrm>
            <a:off x="1638000" y="17758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4211280" y="184140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/>
          <p:nvPr/>
        </p:nvSpPr>
        <p:spPr>
          <a:xfrm>
            <a:off x="4211280" y="184140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/>
          <p:nvPr/>
        </p:nvSpPr>
        <p:spPr>
          <a:xfrm>
            <a:off x="4437720" y="2058480"/>
            <a:ext cx="22320" cy="21960"/>
          </a:xfrm>
          <a:custGeom>
            <a:avLst/>
            <a:gdLst/>
            <a:ahLst/>
            <a:rect l="0" t="0" r="r" b="b"/>
            <a:pathLst>
              <a:path w="62" h="61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/>
          <p:nvPr/>
        </p:nvSpPr>
        <p:spPr>
          <a:xfrm>
            <a:off x="4437720" y="2058480"/>
            <a:ext cx="22320" cy="21960"/>
          </a:xfrm>
          <a:custGeom>
            <a:avLst/>
            <a:gdLst/>
            <a:ahLst/>
            <a:rect l="0" t="0" r="r" b="b"/>
            <a:pathLst>
              <a:path fill="none" w="62" h="61">
                <a:moveTo>
                  <a:pt x="62" y="31"/>
                </a:moveTo>
                <a:cubicBezTo>
                  <a:pt x="62" y="71"/>
                  <a:pt x="0" y="71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/>
          <p:nvPr/>
        </p:nvSpPr>
        <p:spPr>
          <a:xfrm>
            <a:off x="4471560" y="250776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/>
          <p:nvPr/>
        </p:nvSpPr>
        <p:spPr>
          <a:xfrm>
            <a:off x="4471560" y="250776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/>
          <p:nvPr/>
        </p:nvSpPr>
        <p:spPr>
          <a:xfrm>
            <a:off x="3354840" y="26524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0"/>
                </a:moveTo>
                <a:cubicBezTo>
                  <a:pt x="0" y="-10"/>
                  <a:pt x="62" y="-10"/>
                  <a:pt x="62" y="30"/>
                </a:cubicBezTo>
                <a:cubicBezTo>
                  <a:pt x="62" y="72"/>
                  <a:pt x="0" y="72"/>
                  <a:pt x="0" y="30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/>
          <p:nvPr/>
        </p:nvSpPr>
        <p:spPr>
          <a:xfrm>
            <a:off x="3354840" y="26524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0"/>
                </a:moveTo>
                <a:cubicBezTo>
                  <a:pt x="62" y="72"/>
                  <a:pt x="0" y="72"/>
                  <a:pt x="0" y="30"/>
                </a:cubicBezTo>
                <a:cubicBezTo>
                  <a:pt x="0" y="-10"/>
                  <a:pt x="62" y="-10"/>
                  <a:pt x="62" y="30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/>
          <p:nvPr/>
        </p:nvSpPr>
        <p:spPr>
          <a:xfrm>
            <a:off x="3502440" y="280872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7" name=""/>
          <p:cNvSpPr/>
          <p:nvPr/>
        </p:nvSpPr>
        <p:spPr>
          <a:xfrm>
            <a:off x="3502440" y="280872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8" name=""/>
          <p:cNvSpPr/>
          <p:nvPr/>
        </p:nvSpPr>
        <p:spPr>
          <a:xfrm>
            <a:off x="4196520" y="20642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2"/>
                  <a:pt x="0" y="72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89" name=""/>
          <p:cNvSpPr/>
          <p:nvPr/>
        </p:nvSpPr>
        <p:spPr>
          <a:xfrm>
            <a:off x="4196520" y="20642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2"/>
                  <a:pt x="0" y="72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0" name=""/>
          <p:cNvSpPr/>
          <p:nvPr/>
        </p:nvSpPr>
        <p:spPr>
          <a:xfrm>
            <a:off x="2535840" y="280908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1"/>
                  <a:pt x="0" y="71"/>
                  <a:pt x="0" y="31"/>
                </a:cubicBezTo>
                <a:close/>
              </a:path>
            </a:pathLst>
          </a:custGeom>
          <a:solidFill>
            <a:srgbClr val="E69F00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1" name=""/>
          <p:cNvSpPr/>
          <p:nvPr/>
        </p:nvSpPr>
        <p:spPr>
          <a:xfrm>
            <a:off x="2535840" y="280908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1"/>
                </a:moveTo>
                <a:cubicBezTo>
                  <a:pt x="61" y="71"/>
                  <a:pt x="0" y="71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E69F00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2" name=""/>
          <p:cNvSpPr/>
          <p:nvPr/>
        </p:nvSpPr>
        <p:spPr>
          <a:xfrm>
            <a:off x="1699200" y="2199600"/>
            <a:ext cx="21960" cy="21960"/>
          </a:xfrm>
          <a:custGeom>
            <a:avLst/>
            <a:gdLst/>
            <a:ahLst/>
            <a:rect l="0" t="0" r="r" b="b"/>
            <a:pathLst>
              <a:path w="61" h="61">
                <a:moveTo>
                  <a:pt x="0" y="30"/>
                </a:moveTo>
                <a:cubicBezTo>
                  <a:pt x="0" y="-10"/>
                  <a:pt x="61" y="-10"/>
                  <a:pt x="61" y="30"/>
                </a:cubicBezTo>
                <a:cubicBezTo>
                  <a:pt x="61" y="71"/>
                  <a:pt x="0" y="71"/>
                  <a:pt x="0" y="30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3" name=""/>
          <p:cNvSpPr/>
          <p:nvPr/>
        </p:nvSpPr>
        <p:spPr>
          <a:xfrm>
            <a:off x="1699200" y="2199600"/>
            <a:ext cx="21960" cy="21960"/>
          </a:xfrm>
          <a:custGeom>
            <a:avLst/>
            <a:gdLst/>
            <a:ahLst/>
            <a:rect l="0" t="0" r="r" b="b"/>
            <a:pathLst>
              <a:path fill="none" w="61" h="61">
                <a:moveTo>
                  <a:pt x="61" y="30"/>
                </a:moveTo>
                <a:cubicBezTo>
                  <a:pt x="61" y="71"/>
                  <a:pt x="0" y="71"/>
                  <a:pt x="0" y="30"/>
                </a:cubicBezTo>
                <a:cubicBezTo>
                  <a:pt x="0" y="-10"/>
                  <a:pt x="61" y="-10"/>
                  <a:pt x="61" y="30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4" name=""/>
          <p:cNvSpPr/>
          <p:nvPr/>
        </p:nvSpPr>
        <p:spPr>
          <a:xfrm>
            <a:off x="4265640" y="1821240"/>
            <a:ext cx="22680" cy="21960"/>
          </a:xfrm>
          <a:custGeom>
            <a:avLst/>
            <a:gdLst/>
            <a:ahLst/>
            <a:rect l="0" t="0" r="r" b="b"/>
            <a:pathLst>
              <a:path w="63" h="61">
                <a:moveTo>
                  <a:pt x="0" y="31"/>
                </a:moveTo>
                <a:cubicBezTo>
                  <a:pt x="0" y="-10"/>
                  <a:pt x="63" y="-10"/>
                  <a:pt x="63" y="31"/>
                </a:cubicBezTo>
                <a:cubicBezTo>
                  <a:pt x="63" y="71"/>
                  <a:pt x="0" y="71"/>
                  <a:pt x="0" y="31"/>
                </a:cubicBezTo>
                <a:close/>
              </a:path>
            </a:pathLst>
          </a:custGeom>
          <a:solidFill>
            <a:srgbClr val="999999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5" name=""/>
          <p:cNvSpPr/>
          <p:nvPr/>
        </p:nvSpPr>
        <p:spPr>
          <a:xfrm>
            <a:off x="4265640" y="1821240"/>
            <a:ext cx="22680" cy="21960"/>
          </a:xfrm>
          <a:custGeom>
            <a:avLst/>
            <a:gdLst/>
            <a:ahLst/>
            <a:rect l="0" t="0" r="r" b="b"/>
            <a:pathLst>
              <a:path fill="none" w="63" h="61">
                <a:moveTo>
                  <a:pt x="63" y="31"/>
                </a:moveTo>
                <a:cubicBezTo>
                  <a:pt x="63" y="71"/>
                  <a:pt x="0" y="71"/>
                  <a:pt x="0" y="31"/>
                </a:cubicBezTo>
                <a:cubicBezTo>
                  <a:pt x="0" y="-10"/>
                  <a:pt x="63" y="-10"/>
                  <a:pt x="63" y="31"/>
                </a:cubicBezTo>
              </a:path>
            </a:pathLst>
          </a:custGeom>
          <a:ln cap="rnd" w="7920">
            <a:solidFill>
              <a:srgbClr val="999999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6" name=""/>
          <p:cNvSpPr/>
          <p:nvPr/>
        </p:nvSpPr>
        <p:spPr>
          <a:xfrm>
            <a:off x="1425960" y="228204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1"/>
                </a:moveTo>
                <a:cubicBezTo>
                  <a:pt x="0" y="-10"/>
                  <a:pt x="62" y="-10"/>
                  <a:pt x="62" y="31"/>
                </a:cubicBezTo>
                <a:cubicBezTo>
                  <a:pt x="62" y="73"/>
                  <a:pt x="0" y="73"/>
                  <a:pt x="0" y="31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7" name=""/>
          <p:cNvSpPr/>
          <p:nvPr/>
        </p:nvSpPr>
        <p:spPr>
          <a:xfrm>
            <a:off x="1425960" y="228204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1"/>
                </a:moveTo>
                <a:cubicBezTo>
                  <a:pt x="62" y="73"/>
                  <a:pt x="0" y="73"/>
                  <a:pt x="0" y="31"/>
                </a:cubicBezTo>
                <a:cubicBezTo>
                  <a:pt x="0" y="-10"/>
                  <a:pt x="62" y="-10"/>
                  <a:pt x="62" y="31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8" name=""/>
          <p:cNvSpPr/>
          <p:nvPr/>
        </p:nvSpPr>
        <p:spPr>
          <a:xfrm>
            <a:off x="1603800" y="2454480"/>
            <a:ext cx="22320" cy="22320"/>
          </a:xfrm>
          <a:custGeom>
            <a:avLst/>
            <a:gdLst/>
            <a:ahLst/>
            <a:rect l="0" t="0" r="r" b="b"/>
            <a:pathLst>
              <a:path w="62" h="62">
                <a:moveTo>
                  <a:pt x="0" y="32"/>
                </a:moveTo>
                <a:cubicBezTo>
                  <a:pt x="0" y="-10"/>
                  <a:pt x="62" y="-10"/>
                  <a:pt x="62" y="32"/>
                </a:cubicBezTo>
                <a:cubicBezTo>
                  <a:pt x="62" y="73"/>
                  <a:pt x="0" y="73"/>
                  <a:pt x="0" y="32"/>
                </a:cubicBezTo>
                <a:close/>
              </a:path>
            </a:pathLst>
          </a:custGeom>
          <a:solidFill>
            <a:srgbClr val="009E73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99" name=""/>
          <p:cNvSpPr/>
          <p:nvPr/>
        </p:nvSpPr>
        <p:spPr>
          <a:xfrm>
            <a:off x="1603800" y="2454480"/>
            <a:ext cx="22320" cy="22320"/>
          </a:xfrm>
          <a:custGeom>
            <a:avLst/>
            <a:gdLst/>
            <a:ahLst/>
            <a:rect l="0" t="0" r="r" b="b"/>
            <a:pathLst>
              <a:path fill="none" w="62" h="62">
                <a:moveTo>
                  <a:pt x="62" y="32"/>
                </a:moveTo>
                <a:cubicBezTo>
                  <a:pt x="62" y="73"/>
                  <a:pt x="0" y="73"/>
                  <a:pt x="0" y="32"/>
                </a:cubicBezTo>
                <a:cubicBezTo>
                  <a:pt x="0" y="-10"/>
                  <a:pt x="62" y="-10"/>
                  <a:pt x="62" y="32"/>
                </a:cubicBezTo>
              </a:path>
            </a:pathLst>
          </a:custGeom>
          <a:ln cap="rnd" w="7920">
            <a:solidFill>
              <a:srgbClr val="009E73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0" name=""/>
          <p:cNvSpPr/>
          <p:nvPr/>
        </p:nvSpPr>
        <p:spPr>
          <a:xfrm>
            <a:off x="3314880" y="2653560"/>
            <a:ext cx="21960" cy="22320"/>
          </a:xfrm>
          <a:custGeom>
            <a:avLst/>
            <a:gdLst/>
            <a:ahLst/>
            <a:rect l="0" t="0" r="r" b="b"/>
            <a:pathLst>
              <a:path w="61" h="62">
                <a:moveTo>
                  <a:pt x="0" y="31"/>
                </a:moveTo>
                <a:cubicBezTo>
                  <a:pt x="0" y="-10"/>
                  <a:pt x="61" y="-10"/>
                  <a:pt x="61" y="31"/>
                </a:cubicBezTo>
                <a:cubicBezTo>
                  <a:pt x="61" y="72"/>
                  <a:pt x="0" y="72"/>
                  <a:pt x="0" y="31"/>
                </a:cubicBezTo>
                <a:close/>
              </a:path>
            </a:pathLst>
          </a:custGeom>
          <a:solidFill>
            <a:srgbClr val="0072B2">
              <a:alpha val="45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1" name=""/>
          <p:cNvSpPr/>
          <p:nvPr/>
        </p:nvSpPr>
        <p:spPr>
          <a:xfrm>
            <a:off x="3314880" y="2653560"/>
            <a:ext cx="21960" cy="22320"/>
          </a:xfrm>
          <a:custGeom>
            <a:avLst/>
            <a:gdLst/>
            <a:ahLst/>
            <a:rect l="0" t="0" r="r" b="b"/>
            <a:pathLst>
              <a:path fill="none" w="61" h="62">
                <a:moveTo>
                  <a:pt x="61" y="31"/>
                </a:moveTo>
                <a:cubicBezTo>
                  <a:pt x="61" y="72"/>
                  <a:pt x="0" y="72"/>
                  <a:pt x="0" y="31"/>
                </a:cubicBezTo>
                <a:cubicBezTo>
                  <a:pt x="0" y="-10"/>
                  <a:pt x="61" y="-10"/>
                  <a:pt x="61" y="31"/>
                </a:cubicBezTo>
              </a:path>
            </a:pathLst>
          </a:custGeom>
          <a:ln cap="rnd" w="7920">
            <a:solidFill>
              <a:srgbClr val="0072B2">
                <a:alpha val="45000"/>
              </a:srgbClr>
            </a:solidFill>
            <a:round/>
          </a:ln>
        </p:spPr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2" name=""/>
          <p:cNvSpPr/>
          <p:nvPr/>
        </p:nvSpPr>
        <p:spPr>
          <a:xfrm>
            <a:off x="1530720" y="2372760"/>
            <a:ext cx="68400" cy="68040"/>
          </a:xfrm>
          <a:custGeom>
            <a:avLst/>
            <a:gdLst/>
            <a:ahLst/>
            <a:rect l="0" t="0" r="r" b="b"/>
            <a:pathLst>
              <a:path w="190" h="189">
                <a:moveTo>
                  <a:pt x="0" y="95"/>
                </a:moveTo>
                <a:lnTo>
                  <a:pt x="95" y="0"/>
                </a:lnTo>
                <a:lnTo>
                  <a:pt x="190" y="95"/>
                </a:lnTo>
                <a:lnTo>
                  <a:pt x="95" y="189"/>
                </a:lnTo>
                <a:lnTo>
                  <a:pt x="0" y="95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3" name=""/>
          <p:cNvSpPr/>
          <p:nvPr/>
        </p:nvSpPr>
        <p:spPr>
          <a:xfrm>
            <a:off x="2457720" y="2288880"/>
            <a:ext cx="68400" cy="68040"/>
          </a:xfrm>
          <a:custGeom>
            <a:avLst/>
            <a:gdLst/>
            <a:ahLst/>
            <a:rect l="0" t="0" r="r" b="b"/>
            <a:pathLst>
              <a:path w="190" h="189">
                <a:moveTo>
                  <a:pt x="0" y="94"/>
                </a:moveTo>
                <a:lnTo>
                  <a:pt x="96" y="0"/>
                </a:lnTo>
                <a:lnTo>
                  <a:pt x="190" y="94"/>
                </a:lnTo>
                <a:lnTo>
                  <a:pt x="96" y="189"/>
                </a:lnTo>
                <a:lnTo>
                  <a:pt x="0" y="94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4" name=""/>
          <p:cNvSpPr/>
          <p:nvPr/>
        </p:nvSpPr>
        <p:spPr>
          <a:xfrm>
            <a:off x="3385080" y="2418840"/>
            <a:ext cx="68040" cy="68040"/>
          </a:xfrm>
          <a:custGeom>
            <a:avLst/>
            <a:gdLst/>
            <a:ahLst/>
            <a:rect l="0" t="0" r="r" b="b"/>
            <a:pathLst>
              <a:path w="189" h="189">
                <a:moveTo>
                  <a:pt x="0" y="94"/>
                </a:moveTo>
                <a:lnTo>
                  <a:pt x="95" y="0"/>
                </a:lnTo>
                <a:lnTo>
                  <a:pt x="189" y="94"/>
                </a:lnTo>
                <a:lnTo>
                  <a:pt x="95" y="189"/>
                </a:lnTo>
                <a:lnTo>
                  <a:pt x="0" y="94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5" name=""/>
          <p:cNvSpPr/>
          <p:nvPr/>
        </p:nvSpPr>
        <p:spPr>
          <a:xfrm>
            <a:off x="4312080" y="2051640"/>
            <a:ext cx="68040" cy="68400"/>
          </a:xfrm>
          <a:custGeom>
            <a:avLst/>
            <a:gdLst/>
            <a:ahLst/>
            <a:rect l="0" t="0" r="r" b="b"/>
            <a:pathLst>
              <a:path w="189" h="190">
                <a:moveTo>
                  <a:pt x="0" y="96"/>
                </a:moveTo>
                <a:lnTo>
                  <a:pt x="94" y="0"/>
                </a:lnTo>
                <a:lnTo>
                  <a:pt x="189" y="96"/>
                </a:lnTo>
                <a:lnTo>
                  <a:pt x="94" y="190"/>
                </a:lnTo>
                <a:lnTo>
                  <a:pt x="0" y="96"/>
                </a:lnTo>
                <a:close/>
              </a:path>
            </a:pathLst>
          </a:custGeom>
          <a:solidFill>
            <a:srgbClr val="26262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06" name=""/>
          <p:cNvSpPr/>
          <p:nvPr/>
        </p:nvSpPr>
        <p:spPr>
          <a:xfrm flipV="1">
            <a:off x="1008360" y="538560"/>
            <a:ext cx="0" cy="243576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7" name=""/>
          <p:cNvSpPr txBox="1"/>
          <p:nvPr/>
        </p:nvSpPr>
        <p:spPr>
          <a:xfrm>
            <a:off x="774000" y="278532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0.75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8" name=""/>
          <p:cNvSpPr txBox="1"/>
          <p:nvPr/>
        </p:nvSpPr>
        <p:spPr>
          <a:xfrm>
            <a:off x="774000" y="229608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09" name=""/>
          <p:cNvSpPr txBox="1"/>
          <p:nvPr/>
        </p:nvSpPr>
        <p:spPr>
          <a:xfrm>
            <a:off x="774000" y="160704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1.50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0" name=""/>
          <p:cNvSpPr txBox="1"/>
          <p:nvPr/>
        </p:nvSpPr>
        <p:spPr>
          <a:xfrm>
            <a:off x="774000" y="111780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2.00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1" name=""/>
          <p:cNvSpPr/>
          <p:nvPr/>
        </p:nvSpPr>
        <p:spPr>
          <a:xfrm>
            <a:off x="977040" y="28357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2" name=""/>
          <p:cNvSpPr/>
          <p:nvPr/>
        </p:nvSpPr>
        <p:spPr>
          <a:xfrm>
            <a:off x="977040" y="23468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3" name=""/>
          <p:cNvSpPr/>
          <p:nvPr/>
        </p:nvSpPr>
        <p:spPr>
          <a:xfrm>
            <a:off x="977040" y="16574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4" name=""/>
          <p:cNvSpPr/>
          <p:nvPr/>
        </p:nvSpPr>
        <p:spPr>
          <a:xfrm>
            <a:off x="977040" y="11685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5" name=""/>
          <p:cNvSpPr/>
          <p:nvPr/>
        </p:nvSpPr>
        <p:spPr>
          <a:xfrm>
            <a:off x="977040" y="6584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6" name=""/>
          <p:cNvSpPr/>
          <p:nvPr/>
        </p:nvSpPr>
        <p:spPr>
          <a:xfrm>
            <a:off x="1008360" y="2974320"/>
            <a:ext cx="389376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7" name=""/>
          <p:cNvSpPr/>
          <p:nvPr/>
        </p:nvSpPr>
        <p:spPr>
          <a:xfrm flipV="1">
            <a:off x="1564920" y="297432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8" name=""/>
          <p:cNvSpPr/>
          <p:nvPr/>
        </p:nvSpPr>
        <p:spPr>
          <a:xfrm flipV="1">
            <a:off x="2491920" y="297432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9" name=""/>
          <p:cNvSpPr/>
          <p:nvPr/>
        </p:nvSpPr>
        <p:spPr>
          <a:xfrm flipV="1">
            <a:off x="3418920" y="297432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0" name=""/>
          <p:cNvSpPr/>
          <p:nvPr/>
        </p:nvSpPr>
        <p:spPr>
          <a:xfrm flipV="1">
            <a:off x="4345920" y="2974320"/>
            <a:ext cx="0" cy="3132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1" name=""/>
          <p:cNvSpPr txBox="1"/>
          <p:nvPr/>
        </p:nvSpPr>
        <p:spPr>
          <a:xfrm>
            <a:off x="774000" y="607680"/>
            <a:ext cx="199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2.70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2" name=""/>
          <p:cNvSpPr txBox="1"/>
          <p:nvPr/>
        </p:nvSpPr>
        <p:spPr>
          <a:xfrm rot="20700000">
            <a:off x="1199880" y="3063600"/>
            <a:ext cx="403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Resident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3" name=""/>
          <p:cNvSpPr txBox="1"/>
          <p:nvPr/>
        </p:nvSpPr>
        <p:spPr>
          <a:xfrm rot="20700000">
            <a:off x="2226960" y="3051720"/>
            <a:ext cx="2901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Partial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4" name=""/>
          <p:cNvSpPr txBox="1"/>
          <p:nvPr/>
        </p:nvSpPr>
        <p:spPr>
          <a:xfrm rot="20700000">
            <a:off x="2841480" y="3088440"/>
            <a:ext cx="642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Long-distance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5" name=""/>
          <p:cNvSpPr txBox="1"/>
          <p:nvPr/>
        </p:nvSpPr>
        <p:spPr>
          <a:xfrm rot="20700000">
            <a:off x="3956040" y="3066840"/>
            <a:ext cx="4262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Unknown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6" name=""/>
          <p:cNvSpPr txBox="1"/>
          <p:nvPr/>
        </p:nvSpPr>
        <p:spPr>
          <a:xfrm rot="16200000">
            <a:off x="-472680" y="1716480"/>
            <a:ext cx="141372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Species hazard multiplier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7" name=""/>
          <p:cNvSpPr txBox="1"/>
          <p:nvPr/>
        </p:nvSpPr>
        <p:spPr>
          <a:xfrm>
            <a:off x="1008720" y="335880"/>
            <a:ext cx="296856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Species random intercepts; diamond is the group median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8" name=""/>
          <p:cNvSpPr txBox="1"/>
          <p:nvPr/>
        </p:nvSpPr>
        <p:spPr>
          <a:xfrm>
            <a:off x="1008720" y="145440"/>
            <a:ext cx="26366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Intrinsic detectability differs among species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9" name=""/>
          <p:cNvSpPr/>
          <p:nvPr/>
        </p:nvSpPr>
        <p:spPr>
          <a:xfrm>
            <a:off x="6849720" y="1481040"/>
            <a:ext cx="180720" cy="226440"/>
          </a:xfrm>
          <a:custGeom>
            <a:avLst/>
            <a:gdLst/>
            <a:ahLst/>
            <a:rect l="0" t="0" r="r" b="b"/>
            <a:pathLst>
              <a:path w="502" h="629">
                <a:moveTo>
                  <a:pt x="440" y="262"/>
                </a:moveTo>
                <a:lnTo>
                  <a:pt x="441" y="261"/>
                </a:lnTo>
                <a:lnTo>
                  <a:pt x="441" y="260"/>
                </a:lnTo>
                <a:lnTo>
                  <a:pt x="440" y="259"/>
                </a:lnTo>
                <a:lnTo>
                  <a:pt x="440" y="258"/>
                </a:lnTo>
                <a:lnTo>
                  <a:pt x="439" y="258"/>
                </a:lnTo>
                <a:lnTo>
                  <a:pt x="438" y="256"/>
                </a:lnTo>
                <a:lnTo>
                  <a:pt x="438" y="255"/>
                </a:lnTo>
                <a:lnTo>
                  <a:pt x="437" y="255"/>
                </a:lnTo>
                <a:lnTo>
                  <a:pt x="436" y="255"/>
                </a:lnTo>
                <a:lnTo>
                  <a:pt x="434" y="256"/>
                </a:lnTo>
                <a:lnTo>
                  <a:pt x="432" y="256"/>
                </a:lnTo>
                <a:lnTo>
                  <a:pt x="431" y="256"/>
                </a:lnTo>
                <a:lnTo>
                  <a:pt x="431" y="255"/>
                </a:lnTo>
                <a:lnTo>
                  <a:pt x="431" y="254"/>
                </a:lnTo>
                <a:lnTo>
                  <a:pt x="429" y="252"/>
                </a:lnTo>
                <a:lnTo>
                  <a:pt x="428" y="251"/>
                </a:lnTo>
                <a:lnTo>
                  <a:pt x="427" y="250"/>
                </a:lnTo>
                <a:lnTo>
                  <a:pt x="425" y="250"/>
                </a:lnTo>
                <a:lnTo>
                  <a:pt x="425" y="251"/>
                </a:lnTo>
                <a:lnTo>
                  <a:pt x="424" y="251"/>
                </a:lnTo>
                <a:lnTo>
                  <a:pt x="424" y="250"/>
                </a:lnTo>
                <a:lnTo>
                  <a:pt x="423" y="251"/>
                </a:lnTo>
                <a:lnTo>
                  <a:pt x="422" y="251"/>
                </a:lnTo>
                <a:lnTo>
                  <a:pt x="422" y="250"/>
                </a:lnTo>
                <a:lnTo>
                  <a:pt x="423" y="250"/>
                </a:lnTo>
                <a:lnTo>
                  <a:pt x="423" y="249"/>
                </a:lnTo>
                <a:lnTo>
                  <a:pt x="423" y="248"/>
                </a:lnTo>
                <a:lnTo>
                  <a:pt x="423" y="247"/>
                </a:lnTo>
                <a:lnTo>
                  <a:pt x="424" y="247"/>
                </a:lnTo>
                <a:lnTo>
                  <a:pt x="423" y="247"/>
                </a:lnTo>
                <a:lnTo>
                  <a:pt x="422" y="246"/>
                </a:lnTo>
                <a:lnTo>
                  <a:pt x="422" y="247"/>
                </a:lnTo>
                <a:lnTo>
                  <a:pt x="421" y="247"/>
                </a:lnTo>
                <a:lnTo>
                  <a:pt x="420" y="248"/>
                </a:lnTo>
                <a:lnTo>
                  <a:pt x="418" y="249"/>
                </a:lnTo>
                <a:lnTo>
                  <a:pt x="416" y="249"/>
                </a:lnTo>
                <a:lnTo>
                  <a:pt x="416" y="248"/>
                </a:lnTo>
                <a:lnTo>
                  <a:pt x="415" y="247"/>
                </a:lnTo>
                <a:lnTo>
                  <a:pt x="415" y="246"/>
                </a:lnTo>
                <a:lnTo>
                  <a:pt x="416" y="245"/>
                </a:lnTo>
                <a:lnTo>
                  <a:pt x="415" y="245"/>
                </a:lnTo>
                <a:lnTo>
                  <a:pt x="414" y="245"/>
                </a:lnTo>
                <a:lnTo>
                  <a:pt x="413" y="246"/>
                </a:lnTo>
                <a:lnTo>
                  <a:pt x="413" y="247"/>
                </a:lnTo>
                <a:lnTo>
                  <a:pt x="412" y="247"/>
                </a:lnTo>
                <a:lnTo>
                  <a:pt x="411" y="247"/>
                </a:lnTo>
                <a:lnTo>
                  <a:pt x="410" y="246"/>
                </a:lnTo>
                <a:lnTo>
                  <a:pt x="410" y="245"/>
                </a:lnTo>
                <a:lnTo>
                  <a:pt x="409" y="244"/>
                </a:lnTo>
                <a:lnTo>
                  <a:pt x="408" y="244"/>
                </a:lnTo>
                <a:lnTo>
                  <a:pt x="408" y="245"/>
                </a:lnTo>
                <a:lnTo>
                  <a:pt x="407" y="245"/>
                </a:lnTo>
                <a:lnTo>
                  <a:pt x="407" y="246"/>
                </a:lnTo>
                <a:lnTo>
                  <a:pt x="406" y="246"/>
                </a:lnTo>
                <a:lnTo>
                  <a:pt x="405" y="246"/>
                </a:lnTo>
                <a:lnTo>
                  <a:pt x="405" y="244"/>
                </a:lnTo>
                <a:lnTo>
                  <a:pt x="403" y="244"/>
                </a:lnTo>
                <a:lnTo>
                  <a:pt x="402" y="244"/>
                </a:lnTo>
                <a:lnTo>
                  <a:pt x="402" y="245"/>
                </a:lnTo>
                <a:lnTo>
                  <a:pt x="402" y="247"/>
                </a:lnTo>
                <a:lnTo>
                  <a:pt x="401" y="246"/>
                </a:lnTo>
                <a:lnTo>
                  <a:pt x="400" y="246"/>
                </a:lnTo>
                <a:lnTo>
                  <a:pt x="399" y="246"/>
                </a:lnTo>
                <a:lnTo>
                  <a:pt x="398" y="245"/>
                </a:lnTo>
                <a:lnTo>
                  <a:pt x="397" y="245"/>
                </a:lnTo>
                <a:lnTo>
                  <a:pt x="397" y="246"/>
                </a:lnTo>
                <a:lnTo>
                  <a:pt x="396" y="247"/>
                </a:lnTo>
                <a:lnTo>
                  <a:pt x="395" y="247"/>
                </a:lnTo>
                <a:lnTo>
                  <a:pt x="395" y="246"/>
                </a:lnTo>
                <a:lnTo>
                  <a:pt x="394" y="246"/>
                </a:lnTo>
                <a:lnTo>
                  <a:pt x="393" y="245"/>
                </a:lnTo>
                <a:lnTo>
                  <a:pt x="392" y="245"/>
                </a:lnTo>
                <a:lnTo>
                  <a:pt x="391" y="245"/>
                </a:lnTo>
                <a:lnTo>
                  <a:pt x="390" y="246"/>
                </a:lnTo>
                <a:lnTo>
                  <a:pt x="389" y="247"/>
                </a:lnTo>
                <a:lnTo>
                  <a:pt x="388" y="249"/>
                </a:lnTo>
                <a:lnTo>
                  <a:pt x="389" y="250"/>
                </a:lnTo>
                <a:lnTo>
                  <a:pt x="390" y="251"/>
                </a:lnTo>
                <a:lnTo>
                  <a:pt x="391" y="251"/>
                </a:lnTo>
                <a:lnTo>
                  <a:pt x="392" y="252"/>
                </a:lnTo>
                <a:lnTo>
                  <a:pt x="393" y="252"/>
                </a:lnTo>
                <a:lnTo>
                  <a:pt x="393" y="253"/>
                </a:lnTo>
                <a:lnTo>
                  <a:pt x="392" y="253"/>
                </a:lnTo>
                <a:lnTo>
                  <a:pt x="393" y="254"/>
                </a:lnTo>
                <a:lnTo>
                  <a:pt x="393" y="255"/>
                </a:lnTo>
                <a:lnTo>
                  <a:pt x="393" y="254"/>
                </a:lnTo>
                <a:lnTo>
                  <a:pt x="393" y="255"/>
                </a:lnTo>
                <a:lnTo>
                  <a:pt x="394" y="256"/>
                </a:lnTo>
                <a:lnTo>
                  <a:pt x="393" y="256"/>
                </a:lnTo>
                <a:lnTo>
                  <a:pt x="393" y="257"/>
                </a:lnTo>
                <a:lnTo>
                  <a:pt x="392" y="257"/>
                </a:lnTo>
                <a:lnTo>
                  <a:pt x="391" y="256"/>
                </a:lnTo>
                <a:lnTo>
                  <a:pt x="391" y="257"/>
                </a:lnTo>
                <a:lnTo>
                  <a:pt x="391" y="259"/>
                </a:lnTo>
                <a:lnTo>
                  <a:pt x="392" y="260"/>
                </a:lnTo>
                <a:lnTo>
                  <a:pt x="393" y="260"/>
                </a:lnTo>
                <a:lnTo>
                  <a:pt x="395" y="261"/>
                </a:lnTo>
                <a:lnTo>
                  <a:pt x="396" y="261"/>
                </a:lnTo>
                <a:lnTo>
                  <a:pt x="397" y="261"/>
                </a:lnTo>
                <a:lnTo>
                  <a:pt x="397" y="260"/>
                </a:lnTo>
                <a:lnTo>
                  <a:pt x="398" y="260"/>
                </a:lnTo>
                <a:lnTo>
                  <a:pt x="399" y="261"/>
                </a:lnTo>
                <a:lnTo>
                  <a:pt x="400" y="261"/>
                </a:lnTo>
                <a:lnTo>
                  <a:pt x="400" y="260"/>
                </a:lnTo>
                <a:lnTo>
                  <a:pt x="401" y="260"/>
                </a:lnTo>
                <a:lnTo>
                  <a:pt x="402" y="260"/>
                </a:lnTo>
                <a:lnTo>
                  <a:pt x="402" y="261"/>
                </a:lnTo>
                <a:lnTo>
                  <a:pt x="401" y="262"/>
                </a:lnTo>
                <a:lnTo>
                  <a:pt x="401" y="264"/>
                </a:lnTo>
                <a:lnTo>
                  <a:pt x="401" y="265"/>
                </a:lnTo>
                <a:lnTo>
                  <a:pt x="401" y="266"/>
                </a:lnTo>
                <a:lnTo>
                  <a:pt x="401" y="267"/>
                </a:lnTo>
                <a:lnTo>
                  <a:pt x="401" y="269"/>
                </a:lnTo>
                <a:lnTo>
                  <a:pt x="400" y="269"/>
                </a:lnTo>
                <a:lnTo>
                  <a:pt x="400" y="270"/>
                </a:lnTo>
                <a:lnTo>
                  <a:pt x="401" y="270"/>
                </a:lnTo>
                <a:lnTo>
                  <a:pt x="401" y="271"/>
                </a:lnTo>
                <a:lnTo>
                  <a:pt x="402" y="271"/>
                </a:lnTo>
                <a:lnTo>
                  <a:pt x="403" y="271"/>
                </a:lnTo>
                <a:lnTo>
                  <a:pt x="403" y="272"/>
                </a:lnTo>
                <a:lnTo>
                  <a:pt x="403" y="273"/>
                </a:lnTo>
                <a:lnTo>
                  <a:pt x="402" y="273"/>
                </a:lnTo>
                <a:lnTo>
                  <a:pt x="402" y="275"/>
                </a:lnTo>
                <a:lnTo>
                  <a:pt x="402" y="276"/>
                </a:lnTo>
                <a:lnTo>
                  <a:pt x="403" y="276"/>
                </a:lnTo>
                <a:lnTo>
                  <a:pt x="403" y="277"/>
                </a:lnTo>
                <a:lnTo>
                  <a:pt x="402" y="277"/>
                </a:lnTo>
                <a:lnTo>
                  <a:pt x="401" y="278"/>
                </a:lnTo>
                <a:lnTo>
                  <a:pt x="400" y="279"/>
                </a:lnTo>
                <a:lnTo>
                  <a:pt x="400" y="280"/>
                </a:lnTo>
                <a:lnTo>
                  <a:pt x="399" y="280"/>
                </a:lnTo>
                <a:lnTo>
                  <a:pt x="398" y="280"/>
                </a:lnTo>
                <a:lnTo>
                  <a:pt x="398" y="281"/>
                </a:lnTo>
                <a:lnTo>
                  <a:pt x="399" y="281"/>
                </a:lnTo>
                <a:lnTo>
                  <a:pt x="399" y="282"/>
                </a:lnTo>
                <a:lnTo>
                  <a:pt x="399" y="283"/>
                </a:lnTo>
                <a:lnTo>
                  <a:pt x="399" y="284"/>
                </a:lnTo>
                <a:lnTo>
                  <a:pt x="398" y="284"/>
                </a:lnTo>
                <a:lnTo>
                  <a:pt x="398" y="285"/>
                </a:lnTo>
                <a:lnTo>
                  <a:pt x="398" y="286"/>
                </a:lnTo>
                <a:lnTo>
                  <a:pt x="399" y="286"/>
                </a:lnTo>
                <a:lnTo>
                  <a:pt x="400" y="286"/>
                </a:lnTo>
                <a:lnTo>
                  <a:pt x="400" y="287"/>
                </a:lnTo>
                <a:lnTo>
                  <a:pt x="399" y="288"/>
                </a:lnTo>
                <a:lnTo>
                  <a:pt x="399" y="289"/>
                </a:lnTo>
                <a:lnTo>
                  <a:pt x="398" y="290"/>
                </a:lnTo>
                <a:lnTo>
                  <a:pt x="397" y="290"/>
                </a:lnTo>
                <a:lnTo>
                  <a:pt x="397" y="291"/>
                </a:lnTo>
                <a:lnTo>
                  <a:pt x="397" y="292"/>
                </a:lnTo>
                <a:lnTo>
                  <a:pt x="396" y="292"/>
                </a:lnTo>
                <a:lnTo>
                  <a:pt x="395" y="292"/>
                </a:lnTo>
                <a:lnTo>
                  <a:pt x="394" y="292"/>
                </a:lnTo>
                <a:lnTo>
                  <a:pt x="393" y="292"/>
                </a:lnTo>
                <a:lnTo>
                  <a:pt x="393" y="293"/>
                </a:lnTo>
                <a:lnTo>
                  <a:pt x="392" y="293"/>
                </a:lnTo>
                <a:lnTo>
                  <a:pt x="391" y="293"/>
                </a:lnTo>
                <a:lnTo>
                  <a:pt x="390" y="293"/>
                </a:lnTo>
                <a:lnTo>
                  <a:pt x="389" y="292"/>
                </a:lnTo>
                <a:lnTo>
                  <a:pt x="388" y="292"/>
                </a:lnTo>
                <a:lnTo>
                  <a:pt x="388" y="293"/>
                </a:lnTo>
                <a:lnTo>
                  <a:pt x="387" y="293"/>
                </a:lnTo>
                <a:lnTo>
                  <a:pt x="386" y="293"/>
                </a:lnTo>
                <a:lnTo>
                  <a:pt x="386" y="294"/>
                </a:lnTo>
                <a:lnTo>
                  <a:pt x="385" y="294"/>
                </a:lnTo>
                <a:lnTo>
                  <a:pt x="385" y="293"/>
                </a:lnTo>
                <a:lnTo>
                  <a:pt x="384" y="293"/>
                </a:lnTo>
                <a:lnTo>
                  <a:pt x="384" y="294"/>
                </a:lnTo>
                <a:lnTo>
                  <a:pt x="383" y="294"/>
                </a:lnTo>
                <a:lnTo>
                  <a:pt x="382" y="294"/>
                </a:lnTo>
                <a:lnTo>
                  <a:pt x="382" y="293"/>
                </a:lnTo>
                <a:lnTo>
                  <a:pt x="382" y="294"/>
                </a:lnTo>
                <a:lnTo>
                  <a:pt x="382" y="295"/>
                </a:lnTo>
                <a:lnTo>
                  <a:pt x="381" y="295"/>
                </a:lnTo>
                <a:lnTo>
                  <a:pt x="381" y="296"/>
                </a:lnTo>
                <a:lnTo>
                  <a:pt x="381" y="297"/>
                </a:lnTo>
                <a:lnTo>
                  <a:pt x="382" y="299"/>
                </a:lnTo>
                <a:lnTo>
                  <a:pt x="382" y="300"/>
                </a:lnTo>
                <a:lnTo>
                  <a:pt x="381" y="300"/>
                </a:lnTo>
                <a:lnTo>
                  <a:pt x="381" y="301"/>
                </a:lnTo>
                <a:lnTo>
                  <a:pt x="381" y="302"/>
                </a:lnTo>
                <a:lnTo>
                  <a:pt x="380" y="302"/>
                </a:lnTo>
                <a:lnTo>
                  <a:pt x="380" y="303"/>
                </a:lnTo>
                <a:lnTo>
                  <a:pt x="379" y="303"/>
                </a:lnTo>
                <a:lnTo>
                  <a:pt x="378" y="303"/>
                </a:lnTo>
                <a:lnTo>
                  <a:pt x="378" y="304"/>
                </a:lnTo>
                <a:lnTo>
                  <a:pt x="377" y="305"/>
                </a:lnTo>
                <a:lnTo>
                  <a:pt x="376" y="305"/>
                </a:lnTo>
                <a:lnTo>
                  <a:pt x="375" y="305"/>
                </a:lnTo>
                <a:lnTo>
                  <a:pt x="374" y="306"/>
                </a:lnTo>
                <a:lnTo>
                  <a:pt x="372" y="306"/>
                </a:lnTo>
                <a:lnTo>
                  <a:pt x="372" y="307"/>
                </a:lnTo>
                <a:lnTo>
                  <a:pt x="371" y="307"/>
                </a:lnTo>
                <a:lnTo>
                  <a:pt x="370" y="307"/>
                </a:lnTo>
                <a:lnTo>
                  <a:pt x="370" y="308"/>
                </a:lnTo>
                <a:lnTo>
                  <a:pt x="370" y="309"/>
                </a:lnTo>
                <a:lnTo>
                  <a:pt x="369" y="310"/>
                </a:lnTo>
                <a:lnTo>
                  <a:pt x="370" y="310"/>
                </a:lnTo>
                <a:lnTo>
                  <a:pt x="370" y="311"/>
                </a:lnTo>
                <a:lnTo>
                  <a:pt x="370" y="312"/>
                </a:lnTo>
                <a:lnTo>
                  <a:pt x="369" y="312"/>
                </a:lnTo>
                <a:lnTo>
                  <a:pt x="369" y="313"/>
                </a:lnTo>
                <a:lnTo>
                  <a:pt x="370" y="314"/>
                </a:lnTo>
                <a:lnTo>
                  <a:pt x="371" y="314"/>
                </a:lnTo>
                <a:lnTo>
                  <a:pt x="371" y="315"/>
                </a:lnTo>
                <a:lnTo>
                  <a:pt x="370" y="315"/>
                </a:lnTo>
                <a:lnTo>
                  <a:pt x="370" y="314"/>
                </a:lnTo>
                <a:lnTo>
                  <a:pt x="370" y="315"/>
                </a:lnTo>
                <a:lnTo>
                  <a:pt x="370" y="316"/>
                </a:lnTo>
                <a:lnTo>
                  <a:pt x="370" y="317"/>
                </a:lnTo>
                <a:lnTo>
                  <a:pt x="370" y="318"/>
                </a:lnTo>
                <a:lnTo>
                  <a:pt x="370" y="319"/>
                </a:lnTo>
                <a:lnTo>
                  <a:pt x="369" y="319"/>
                </a:lnTo>
                <a:lnTo>
                  <a:pt x="368" y="319"/>
                </a:lnTo>
                <a:lnTo>
                  <a:pt x="369" y="320"/>
                </a:lnTo>
                <a:lnTo>
                  <a:pt x="369" y="321"/>
                </a:lnTo>
                <a:lnTo>
                  <a:pt x="367" y="321"/>
                </a:lnTo>
                <a:lnTo>
                  <a:pt x="368" y="321"/>
                </a:lnTo>
                <a:lnTo>
                  <a:pt x="368" y="322"/>
                </a:lnTo>
                <a:lnTo>
                  <a:pt x="367" y="322"/>
                </a:lnTo>
                <a:lnTo>
                  <a:pt x="367" y="323"/>
                </a:lnTo>
                <a:lnTo>
                  <a:pt x="368" y="324"/>
                </a:lnTo>
                <a:lnTo>
                  <a:pt x="367" y="324"/>
                </a:lnTo>
                <a:lnTo>
                  <a:pt x="367" y="325"/>
                </a:lnTo>
                <a:lnTo>
                  <a:pt x="368" y="325"/>
                </a:lnTo>
                <a:lnTo>
                  <a:pt x="368" y="326"/>
                </a:lnTo>
                <a:lnTo>
                  <a:pt x="369" y="326"/>
                </a:lnTo>
                <a:lnTo>
                  <a:pt x="369" y="327"/>
                </a:lnTo>
                <a:lnTo>
                  <a:pt x="368" y="327"/>
                </a:lnTo>
                <a:lnTo>
                  <a:pt x="369" y="328"/>
                </a:lnTo>
                <a:lnTo>
                  <a:pt x="369" y="327"/>
                </a:lnTo>
                <a:lnTo>
                  <a:pt x="370" y="327"/>
                </a:lnTo>
                <a:lnTo>
                  <a:pt x="371" y="327"/>
                </a:lnTo>
                <a:lnTo>
                  <a:pt x="372" y="327"/>
                </a:lnTo>
                <a:lnTo>
                  <a:pt x="372" y="328"/>
                </a:lnTo>
                <a:lnTo>
                  <a:pt x="372" y="329"/>
                </a:lnTo>
                <a:lnTo>
                  <a:pt x="372" y="330"/>
                </a:lnTo>
                <a:lnTo>
                  <a:pt x="373" y="330"/>
                </a:lnTo>
                <a:lnTo>
                  <a:pt x="374" y="330"/>
                </a:lnTo>
                <a:lnTo>
                  <a:pt x="374" y="329"/>
                </a:lnTo>
                <a:lnTo>
                  <a:pt x="375" y="329"/>
                </a:lnTo>
                <a:lnTo>
                  <a:pt x="375" y="330"/>
                </a:lnTo>
                <a:lnTo>
                  <a:pt x="376" y="330"/>
                </a:lnTo>
                <a:lnTo>
                  <a:pt x="376" y="331"/>
                </a:lnTo>
                <a:lnTo>
                  <a:pt x="377" y="331"/>
                </a:lnTo>
                <a:lnTo>
                  <a:pt x="377" y="330"/>
                </a:lnTo>
                <a:lnTo>
                  <a:pt x="378" y="330"/>
                </a:lnTo>
                <a:lnTo>
                  <a:pt x="379" y="331"/>
                </a:lnTo>
                <a:lnTo>
                  <a:pt x="379" y="332"/>
                </a:lnTo>
                <a:lnTo>
                  <a:pt x="378" y="332"/>
                </a:lnTo>
                <a:lnTo>
                  <a:pt x="378" y="333"/>
                </a:lnTo>
                <a:lnTo>
                  <a:pt x="378" y="334"/>
                </a:lnTo>
                <a:lnTo>
                  <a:pt x="379" y="334"/>
                </a:lnTo>
                <a:lnTo>
                  <a:pt x="379" y="335"/>
                </a:lnTo>
                <a:lnTo>
                  <a:pt x="380" y="335"/>
                </a:lnTo>
                <a:lnTo>
                  <a:pt x="381" y="336"/>
                </a:lnTo>
                <a:lnTo>
                  <a:pt x="382" y="336"/>
                </a:lnTo>
                <a:lnTo>
                  <a:pt x="381" y="337"/>
                </a:lnTo>
                <a:lnTo>
                  <a:pt x="381" y="339"/>
                </a:lnTo>
                <a:lnTo>
                  <a:pt x="380" y="340"/>
                </a:lnTo>
                <a:lnTo>
                  <a:pt x="380" y="342"/>
                </a:lnTo>
                <a:lnTo>
                  <a:pt x="379" y="342"/>
                </a:lnTo>
                <a:lnTo>
                  <a:pt x="379" y="343"/>
                </a:lnTo>
                <a:lnTo>
                  <a:pt x="380" y="343"/>
                </a:lnTo>
                <a:lnTo>
                  <a:pt x="381" y="343"/>
                </a:lnTo>
                <a:lnTo>
                  <a:pt x="382" y="343"/>
                </a:lnTo>
                <a:lnTo>
                  <a:pt x="382" y="344"/>
                </a:lnTo>
                <a:lnTo>
                  <a:pt x="382" y="345"/>
                </a:lnTo>
                <a:lnTo>
                  <a:pt x="383" y="345"/>
                </a:lnTo>
                <a:lnTo>
                  <a:pt x="384" y="345"/>
                </a:lnTo>
                <a:lnTo>
                  <a:pt x="385" y="344"/>
                </a:lnTo>
                <a:lnTo>
                  <a:pt x="385" y="345"/>
                </a:lnTo>
                <a:lnTo>
                  <a:pt x="386" y="345"/>
                </a:lnTo>
                <a:lnTo>
                  <a:pt x="386" y="346"/>
                </a:lnTo>
                <a:lnTo>
                  <a:pt x="386" y="345"/>
                </a:lnTo>
                <a:lnTo>
                  <a:pt x="385" y="345"/>
                </a:lnTo>
                <a:lnTo>
                  <a:pt x="385" y="346"/>
                </a:lnTo>
                <a:lnTo>
                  <a:pt x="384" y="346"/>
                </a:lnTo>
                <a:lnTo>
                  <a:pt x="384" y="347"/>
                </a:lnTo>
                <a:lnTo>
                  <a:pt x="383" y="347"/>
                </a:lnTo>
                <a:lnTo>
                  <a:pt x="384" y="347"/>
                </a:lnTo>
                <a:lnTo>
                  <a:pt x="384" y="348"/>
                </a:lnTo>
                <a:lnTo>
                  <a:pt x="385" y="348"/>
                </a:lnTo>
                <a:lnTo>
                  <a:pt x="385" y="349"/>
                </a:lnTo>
                <a:lnTo>
                  <a:pt x="386" y="349"/>
                </a:lnTo>
                <a:lnTo>
                  <a:pt x="386" y="348"/>
                </a:lnTo>
                <a:lnTo>
                  <a:pt x="387" y="348"/>
                </a:lnTo>
                <a:lnTo>
                  <a:pt x="387" y="349"/>
                </a:lnTo>
                <a:lnTo>
                  <a:pt x="388" y="349"/>
                </a:lnTo>
                <a:lnTo>
                  <a:pt x="388" y="348"/>
                </a:lnTo>
                <a:lnTo>
                  <a:pt x="388" y="347"/>
                </a:lnTo>
                <a:lnTo>
                  <a:pt x="389" y="347"/>
                </a:lnTo>
                <a:lnTo>
                  <a:pt x="389" y="348"/>
                </a:lnTo>
                <a:lnTo>
                  <a:pt x="390" y="348"/>
                </a:lnTo>
                <a:lnTo>
                  <a:pt x="390" y="347"/>
                </a:lnTo>
                <a:lnTo>
                  <a:pt x="391" y="347"/>
                </a:lnTo>
                <a:lnTo>
                  <a:pt x="392" y="346"/>
                </a:lnTo>
                <a:lnTo>
                  <a:pt x="393" y="346"/>
                </a:lnTo>
                <a:lnTo>
                  <a:pt x="394" y="346"/>
                </a:lnTo>
                <a:lnTo>
                  <a:pt x="395" y="345"/>
                </a:lnTo>
                <a:lnTo>
                  <a:pt x="396" y="345"/>
                </a:lnTo>
                <a:lnTo>
                  <a:pt x="396" y="346"/>
                </a:lnTo>
                <a:lnTo>
                  <a:pt x="397" y="346"/>
                </a:lnTo>
                <a:lnTo>
                  <a:pt x="397" y="347"/>
                </a:lnTo>
                <a:lnTo>
                  <a:pt x="397" y="346"/>
                </a:lnTo>
                <a:lnTo>
                  <a:pt x="397" y="347"/>
                </a:lnTo>
                <a:lnTo>
                  <a:pt x="396" y="347"/>
                </a:lnTo>
                <a:lnTo>
                  <a:pt x="397" y="347"/>
                </a:lnTo>
                <a:lnTo>
                  <a:pt x="397" y="348"/>
                </a:lnTo>
                <a:lnTo>
                  <a:pt x="397" y="349"/>
                </a:lnTo>
                <a:lnTo>
                  <a:pt x="398" y="349"/>
                </a:lnTo>
                <a:lnTo>
                  <a:pt x="399" y="349"/>
                </a:lnTo>
                <a:lnTo>
                  <a:pt x="400" y="349"/>
                </a:lnTo>
                <a:lnTo>
                  <a:pt x="401" y="350"/>
                </a:lnTo>
                <a:lnTo>
                  <a:pt x="401" y="351"/>
                </a:lnTo>
                <a:lnTo>
                  <a:pt x="402" y="351"/>
                </a:lnTo>
                <a:lnTo>
                  <a:pt x="402" y="352"/>
                </a:lnTo>
                <a:lnTo>
                  <a:pt x="401" y="352"/>
                </a:lnTo>
                <a:lnTo>
                  <a:pt x="400" y="353"/>
                </a:lnTo>
                <a:lnTo>
                  <a:pt x="399" y="353"/>
                </a:lnTo>
                <a:lnTo>
                  <a:pt x="399" y="354"/>
                </a:lnTo>
                <a:lnTo>
                  <a:pt x="399" y="355"/>
                </a:lnTo>
                <a:lnTo>
                  <a:pt x="398" y="355"/>
                </a:lnTo>
                <a:lnTo>
                  <a:pt x="397" y="355"/>
                </a:lnTo>
                <a:lnTo>
                  <a:pt x="396" y="356"/>
                </a:lnTo>
                <a:lnTo>
                  <a:pt x="397" y="356"/>
                </a:lnTo>
                <a:lnTo>
                  <a:pt x="397" y="357"/>
                </a:lnTo>
                <a:lnTo>
                  <a:pt x="397" y="358"/>
                </a:lnTo>
                <a:lnTo>
                  <a:pt x="396" y="358"/>
                </a:lnTo>
                <a:lnTo>
                  <a:pt x="397" y="358"/>
                </a:lnTo>
                <a:lnTo>
                  <a:pt x="397" y="359"/>
                </a:lnTo>
                <a:lnTo>
                  <a:pt x="398" y="359"/>
                </a:lnTo>
                <a:lnTo>
                  <a:pt x="398" y="360"/>
                </a:lnTo>
                <a:lnTo>
                  <a:pt x="399" y="360"/>
                </a:lnTo>
                <a:lnTo>
                  <a:pt x="399" y="359"/>
                </a:lnTo>
                <a:lnTo>
                  <a:pt x="400" y="360"/>
                </a:lnTo>
                <a:lnTo>
                  <a:pt x="401" y="360"/>
                </a:lnTo>
                <a:lnTo>
                  <a:pt x="402" y="360"/>
                </a:lnTo>
                <a:lnTo>
                  <a:pt x="403" y="360"/>
                </a:lnTo>
                <a:lnTo>
                  <a:pt x="403" y="359"/>
                </a:lnTo>
                <a:lnTo>
                  <a:pt x="404" y="359"/>
                </a:lnTo>
                <a:lnTo>
                  <a:pt x="404" y="360"/>
                </a:lnTo>
                <a:lnTo>
                  <a:pt x="404" y="361"/>
                </a:lnTo>
                <a:lnTo>
                  <a:pt x="405" y="361"/>
                </a:lnTo>
                <a:lnTo>
                  <a:pt x="405" y="360"/>
                </a:lnTo>
                <a:lnTo>
                  <a:pt x="406" y="361"/>
                </a:lnTo>
                <a:lnTo>
                  <a:pt x="406" y="360"/>
                </a:lnTo>
                <a:lnTo>
                  <a:pt x="406" y="359"/>
                </a:lnTo>
                <a:lnTo>
                  <a:pt x="407" y="358"/>
                </a:lnTo>
                <a:lnTo>
                  <a:pt x="407" y="357"/>
                </a:lnTo>
                <a:lnTo>
                  <a:pt x="407" y="356"/>
                </a:lnTo>
                <a:lnTo>
                  <a:pt x="407" y="355"/>
                </a:lnTo>
                <a:lnTo>
                  <a:pt x="408" y="355"/>
                </a:lnTo>
                <a:lnTo>
                  <a:pt x="409" y="355"/>
                </a:lnTo>
                <a:lnTo>
                  <a:pt x="410" y="355"/>
                </a:lnTo>
                <a:lnTo>
                  <a:pt x="411" y="355"/>
                </a:lnTo>
                <a:lnTo>
                  <a:pt x="411" y="356"/>
                </a:lnTo>
                <a:lnTo>
                  <a:pt x="412" y="356"/>
                </a:lnTo>
                <a:lnTo>
                  <a:pt x="413" y="357"/>
                </a:lnTo>
                <a:lnTo>
                  <a:pt x="412" y="357"/>
                </a:lnTo>
                <a:lnTo>
                  <a:pt x="411" y="358"/>
                </a:lnTo>
                <a:lnTo>
                  <a:pt x="412" y="359"/>
                </a:lnTo>
                <a:lnTo>
                  <a:pt x="412" y="360"/>
                </a:lnTo>
                <a:lnTo>
                  <a:pt x="412" y="361"/>
                </a:lnTo>
                <a:lnTo>
                  <a:pt x="413" y="361"/>
                </a:lnTo>
                <a:lnTo>
                  <a:pt x="413" y="362"/>
                </a:lnTo>
                <a:lnTo>
                  <a:pt x="414" y="362"/>
                </a:lnTo>
                <a:lnTo>
                  <a:pt x="415" y="362"/>
                </a:lnTo>
                <a:lnTo>
                  <a:pt x="415" y="361"/>
                </a:lnTo>
                <a:lnTo>
                  <a:pt x="416" y="361"/>
                </a:lnTo>
                <a:lnTo>
                  <a:pt x="417" y="361"/>
                </a:lnTo>
                <a:lnTo>
                  <a:pt x="417" y="360"/>
                </a:lnTo>
                <a:lnTo>
                  <a:pt x="417" y="361"/>
                </a:lnTo>
                <a:lnTo>
                  <a:pt x="418" y="361"/>
                </a:lnTo>
                <a:lnTo>
                  <a:pt x="418" y="362"/>
                </a:lnTo>
                <a:lnTo>
                  <a:pt x="418" y="361"/>
                </a:lnTo>
                <a:lnTo>
                  <a:pt x="419" y="361"/>
                </a:lnTo>
                <a:lnTo>
                  <a:pt x="419" y="362"/>
                </a:lnTo>
                <a:lnTo>
                  <a:pt x="420" y="363"/>
                </a:lnTo>
                <a:lnTo>
                  <a:pt x="420" y="362"/>
                </a:lnTo>
                <a:lnTo>
                  <a:pt x="420" y="363"/>
                </a:lnTo>
                <a:lnTo>
                  <a:pt x="421" y="363"/>
                </a:lnTo>
                <a:lnTo>
                  <a:pt x="421" y="364"/>
                </a:lnTo>
                <a:lnTo>
                  <a:pt x="420" y="365"/>
                </a:lnTo>
                <a:lnTo>
                  <a:pt x="419" y="365"/>
                </a:lnTo>
                <a:lnTo>
                  <a:pt x="420" y="365"/>
                </a:lnTo>
                <a:lnTo>
                  <a:pt x="421" y="365"/>
                </a:lnTo>
                <a:lnTo>
                  <a:pt x="421" y="366"/>
                </a:lnTo>
                <a:lnTo>
                  <a:pt x="421" y="367"/>
                </a:lnTo>
                <a:lnTo>
                  <a:pt x="421" y="368"/>
                </a:lnTo>
                <a:lnTo>
                  <a:pt x="420" y="368"/>
                </a:lnTo>
                <a:lnTo>
                  <a:pt x="421" y="368"/>
                </a:lnTo>
                <a:lnTo>
                  <a:pt x="421" y="367"/>
                </a:lnTo>
                <a:lnTo>
                  <a:pt x="420" y="367"/>
                </a:lnTo>
                <a:lnTo>
                  <a:pt x="420" y="368"/>
                </a:lnTo>
                <a:lnTo>
                  <a:pt x="421" y="368"/>
                </a:lnTo>
                <a:lnTo>
                  <a:pt x="422" y="368"/>
                </a:lnTo>
                <a:lnTo>
                  <a:pt x="422" y="369"/>
                </a:lnTo>
                <a:lnTo>
                  <a:pt x="421" y="369"/>
                </a:lnTo>
                <a:lnTo>
                  <a:pt x="420" y="369"/>
                </a:lnTo>
                <a:lnTo>
                  <a:pt x="420" y="370"/>
                </a:lnTo>
                <a:lnTo>
                  <a:pt x="421" y="370"/>
                </a:lnTo>
                <a:lnTo>
                  <a:pt x="421" y="371"/>
                </a:lnTo>
                <a:lnTo>
                  <a:pt x="421" y="372"/>
                </a:lnTo>
                <a:lnTo>
                  <a:pt x="422" y="372"/>
                </a:lnTo>
                <a:lnTo>
                  <a:pt x="422" y="373"/>
                </a:lnTo>
                <a:lnTo>
                  <a:pt x="422" y="376"/>
                </a:lnTo>
                <a:lnTo>
                  <a:pt x="422" y="377"/>
                </a:lnTo>
                <a:lnTo>
                  <a:pt x="421" y="379"/>
                </a:lnTo>
                <a:lnTo>
                  <a:pt x="421" y="383"/>
                </a:lnTo>
                <a:lnTo>
                  <a:pt x="421" y="384"/>
                </a:lnTo>
                <a:lnTo>
                  <a:pt x="421" y="385"/>
                </a:lnTo>
                <a:lnTo>
                  <a:pt x="420" y="385"/>
                </a:lnTo>
                <a:lnTo>
                  <a:pt x="420" y="386"/>
                </a:lnTo>
                <a:lnTo>
                  <a:pt x="419" y="387"/>
                </a:lnTo>
                <a:lnTo>
                  <a:pt x="419" y="388"/>
                </a:lnTo>
                <a:lnTo>
                  <a:pt x="418" y="389"/>
                </a:lnTo>
                <a:lnTo>
                  <a:pt x="417" y="390"/>
                </a:lnTo>
                <a:lnTo>
                  <a:pt x="416" y="391"/>
                </a:lnTo>
                <a:lnTo>
                  <a:pt x="415" y="391"/>
                </a:lnTo>
                <a:lnTo>
                  <a:pt x="414" y="392"/>
                </a:lnTo>
                <a:lnTo>
                  <a:pt x="413" y="392"/>
                </a:lnTo>
                <a:lnTo>
                  <a:pt x="412" y="392"/>
                </a:lnTo>
                <a:lnTo>
                  <a:pt x="411" y="392"/>
                </a:lnTo>
                <a:lnTo>
                  <a:pt x="410" y="393"/>
                </a:lnTo>
                <a:lnTo>
                  <a:pt x="409" y="393"/>
                </a:lnTo>
                <a:lnTo>
                  <a:pt x="409" y="392"/>
                </a:lnTo>
                <a:lnTo>
                  <a:pt x="410" y="392"/>
                </a:lnTo>
                <a:lnTo>
                  <a:pt x="410" y="391"/>
                </a:lnTo>
                <a:lnTo>
                  <a:pt x="409" y="390"/>
                </a:lnTo>
                <a:lnTo>
                  <a:pt x="408" y="390"/>
                </a:lnTo>
                <a:lnTo>
                  <a:pt x="407" y="392"/>
                </a:lnTo>
                <a:lnTo>
                  <a:pt x="406" y="395"/>
                </a:lnTo>
                <a:lnTo>
                  <a:pt x="405" y="397"/>
                </a:lnTo>
                <a:lnTo>
                  <a:pt x="405" y="398"/>
                </a:lnTo>
                <a:lnTo>
                  <a:pt x="404" y="401"/>
                </a:lnTo>
                <a:lnTo>
                  <a:pt x="403" y="400"/>
                </a:lnTo>
                <a:lnTo>
                  <a:pt x="403" y="401"/>
                </a:lnTo>
                <a:lnTo>
                  <a:pt x="404" y="401"/>
                </a:lnTo>
                <a:lnTo>
                  <a:pt x="405" y="401"/>
                </a:lnTo>
                <a:lnTo>
                  <a:pt x="405" y="402"/>
                </a:lnTo>
                <a:lnTo>
                  <a:pt x="406" y="403"/>
                </a:lnTo>
                <a:lnTo>
                  <a:pt x="406" y="402"/>
                </a:lnTo>
                <a:lnTo>
                  <a:pt x="407" y="403"/>
                </a:lnTo>
                <a:lnTo>
                  <a:pt x="408" y="403"/>
                </a:lnTo>
                <a:lnTo>
                  <a:pt x="409" y="403"/>
                </a:lnTo>
                <a:lnTo>
                  <a:pt x="409" y="404"/>
                </a:lnTo>
                <a:lnTo>
                  <a:pt x="410" y="404"/>
                </a:lnTo>
                <a:lnTo>
                  <a:pt x="411" y="405"/>
                </a:lnTo>
                <a:lnTo>
                  <a:pt x="411" y="406"/>
                </a:lnTo>
                <a:lnTo>
                  <a:pt x="411" y="407"/>
                </a:lnTo>
                <a:lnTo>
                  <a:pt x="412" y="408"/>
                </a:lnTo>
                <a:lnTo>
                  <a:pt x="412" y="409"/>
                </a:lnTo>
                <a:lnTo>
                  <a:pt x="413" y="409"/>
                </a:lnTo>
                <a:lnTo>
                  <a:pt x="414" y="408"/>
                </a:lnTo>
                <a:lnTo>
                  <a:pt x="415" y="408"/>
                </a:lnTo>
                <a:lnTo>
                  <a:pt x="416" y="409"/>
                </a:lnTo>
                <a:lnTo>
                  <a:pt x="417" y="408"/>
                </a:lnTo>
                <a:lnTo>
                  <a:pt x="418" y="408"/>
                </a:lnTo>
                <a:lnTo>
                  <a:pt x="419" y="407"/>
                </a:lnTo>
                <a:lnTo>
                  <a:pt x="420" y="407"/>
                </a:lnTo>
                <a:lnTo>
                  <a:pt x="421" y="408"/>
                </a:lnTo>
                <a:lnTo>
                  <a:pt x="422" y="408"/>
                </a:lnTo>
                <a:lnTo>
                  <a:pt x="422" y="409"/>
                </a:lnTo>
                <a:lnTo>
                  <a:pt x="423" y="408"/>
                </a:lnTo>
                <a:lnTo>
                  <a:pt x="424" y="408"/>
                </a:lnTo>
                <a:lnTo>
                  <a:pt x="425" y="407"/>
                </a:lnTo>
                <a:lnTo>
                  <a:pt x="426" y="407"/>
                </a:lnTo>
                <a:lnTo>
                  <a:pt x="426" y="408"/>
                </a:lnTo>
                <a:lnTo>
                  <a:pt x="427" y="407"/>
                </a:lnTo>
                <a:lnTo>
                  <a:pt x="428" y="408"/>
                </a:lnTo>
                <a:lnTo>
                  <a:pt x="429" y="408"/>
                </a:lnTo>
                <a:lnTo>
                  <a:pt x="430" y="408"/>
                </a:lnTo>
                <a:lnTo>
                  <a:pt x="431" y="407"/>
                </a:lnTo>
                <a:lnTo>
                  <a:pt x="431" y="408"/>
                </a:lnTo>
                <a:lnTo>
                  <a:pt x="432" y="408"/>
                </a:lnTo>
                <a:lnTo>
                  <a:pt x="433" y="408"/>
                </a:lnTo>
                <a:lnTo>
                  <a:pt x="433" y="409"/>
                </a:lnTo>
                <a:lnTo>
                  <a:pt x="434" y="408"/>
                </a:lnTo>
                <a:lnTo>
                  <a:pt x="435" y="408"/>
                </a:lnTo>
                <a:lnTo>
                  <a:pt x="435" y="407"/>
                </a:lnTo>
                <a:lnTo>
                  <a:pt x="436" y="407"/>
                </a:lnTo>
                <a:lnTo>
                  <a:pt x="437" y="407"/>
                </a:lnTo>
                <a:lnTo>
                  <a:pt x="437" y="408"/>
                </a:lnTo>
                <a:lnTo>
                  <a:pt x="438" y="408"/>
                </a:lnTo>
                <a:lnTo>
                  <a:pt x="438" y="407"/>
                </a:lnTo>
                <a:lnTo>
                  <a:pt x="438" y="408"/>
                </a:lnTo>
                <a:lnTo>
                  <a:pt x="439" y="408"/>
                </a:lnTo>
                <a:lnTo>
                  <a:pt x="440" y="408"/>
                </a:lnTo>
                <a:lnTo>
                  <a:pt x="441" y="408"/>
                </a:lnTo>
                <a:lnTo>
                  <a:pt x="442" y="408"/>
                </a:lnTo>
                <a:lnTo>
                  <a:pt x="443" y="408"/>
                </a:lnTo>
                <a:lnTo>
                  <a:pt x="443" y="407"/>
                </a:lnTo>
                <a:lnTo>
                  <a:pt x="444" y="407"/>
                </a:lnTo>
                <a:lnTo>
                  <a:pt x="445" y="408"/>
                </a:lnTo>
                <a:lnTo>
                  <a:pt x="445" y="406"/>
                </a:lnTo>
                <a:lnTo>
                  <a:pt x="446" y="405"/>
                </a:lnTo>
                <a:lnTo>
                  <a:pt x="447" y="405"/>
                </a:lnTo>
                <a:lnTo>
                  <a:pt x="448" y="405"/>
                </a:lnTo>
                <a:lnTo>
                  <a:pt x="449" y="404"/>
                </a:lnTo>
                <a:lnTo>
                  <a:pt x="450" y="403"/>
                </a:lnTo>
                <a:lnTo>
                  <a:pt x="450" y="402"/>
                </a:lnTo>
                <a:lnTo>
                  <a:pt x="450" y="401"/>
                </a:lnTo>
                <a:lnTo>
                  <a:pt x="451" y="401"/>
                </a:lnTo>
                <a:lnTo>
                  <a:pt x="452" y="401"/>
                </a:lnTo>
                <a:lnTo>
                  <a:pt x="453" y="401"/>
                </a:lnTo>
                <a:lnTo>
                  <a:pt x="453" y="400"/>
                </a:lnTo>
                <a:lnTo>
                  <a:pt x="454" y="400"/>
                </a:lnTo>
                <a:lnTo>
                  <a:pt x="454" y="401"/>
                </a:lnTo>
                <a:lnTo>
                  <a:pt x="455" y="401"/>
                </a:lnTo>
                <a:lnTo>
                  <a:pt x="455" y="402"/>
                </a:lnTo>
                <a:lnTo>
                  <a:pt x="455" y="403"/>
                </a:lnTo>
                <a:lnTo>
                  <a:pt x="455" y="404"/>
                </a:lnTo>
                <a:lnTo>
                  <a:pt x="456" y="404"/>
                </a:lnTo>
                <a:lnTo>
                  <a:pt x="456" y="403"/>
                </a:lnTo>
                <a:lnTo>
                  <a:pt x="457" y="404"/>
                </a:lnTo>
                <a:lnTo>
                  <a:pt x="458" y="404"/>
                </a:lnTo>
                <a:lnTo>
                  <a:pt x="458" y="405"/>
                </a:lnTo>
                <a:lnTo>
                  <a:pt x="459" y="406"/>
                </a:lnTo>
                <a:lnTo>
                  <a:pt x="460" y="405"/>
                </a:lnTo>
                <a:lnTo>
                  <a:pt x="461" y="405"/>
                </a:lnTo>
                <a:lnTo>
                  <a:pt x="462" y="405"/>
                </a:lnTo>
                <a:lnTo>
                  <a:pt x="462" y="406"/>
                </a:lnTo>
                <a:lnTo>
                  <a:pt x="463" y="406"/>
                </a:lnTo>
                <a:lnTo>
                  <a:pt x="463" y="405"/>
                </a:lnTo>
                <a:lnTo>
                  <a:pt x="464" y="405"/>
                </a:lnTo>
                <a:lnTo>
                  <a:pt x="465" y="405"/>
                </a:lnTo>
                <a:lnTo>
                  <a:pt x="466" y="404"/>
                </a:lnTo>
                <a:lnTo>
                  <a:pt x="467" y="404"/>
                </a:lnTo>
                <a:lnTo>
                  <a:pt x="468" y="405"/>
                </a:lnTo>
                <a:lnTo>
                  <a:pt x="470" y="405"/>
                </a:lnTo>
                <a:lnTo>
                  <a:pt x="471" y="405"/>
                </a:lnTo>
                <a:lnTo>
                  <a:pt x="470" y="405"/>
                </a:lnTo>
                <a:lnTo>
                  <a:pt x="470" y="403"/>
                </a:lnTo>
                <a:lnTo>
                  <a:pt x="471" y="403"/>
                </a:lnTo>
                <a:lnTo>
                  <a:pt x="471" y="402"/>
                </a:lnTo>
                <a:lnTo>
                  <a:pt x="471" y="401"/>
                </a:lnTo>
                <a:lnTo>
                  <a:pt x="470" y="401"/>
                </a:lnTo>
                <a:lnTo>
                  <a:pt x="471" y="401"/>
                </a:lnTo>
                <a:lnTo>
                  <a:pt x="471" y="400"/>
                </a:lnTo>
                <a:lnTo>
                  <a:pt x="472" y="400"/>
                </a:lnTo>
                <a:lnTo>
                  <a:pt x="472" y="401"/>
                </a:lnTo>
                <a:lnTo>
                  <a:pt x="473" y="401"/>
                </a:lnTo>
                <a:lnTo>
                  <a:pt x="472" y="401"/>
                </a:lnTo>
                <a:lnTo>
                  <a:pt x="472" y="402"/>
                </a:lnTo>
                <a:lnTo>
                  <a:pt x="473" y="403"/>
                </a:lnTo>
                <a:lnTo>
                  <a:pt x="473" y="402"/>
                </a:lnTo>
                <a:lnTo>
                  <a:pt x="473" y="403"/>
                </a:lnTo>
                <a:lnTo>
                  <a:pt x="473" y="404"/>
                </a:lnTo>
                <a:lnTo>
                  <a:pt x="474" y="404"/>
                </a:lnTo>
                <a:lnTo>
                  <a:pt x="474" y="405"/>
                </a:lnTo>
                <a:lnTo>
                  <a:pt x="473" y="405"/>
                </a:lnTo>
                <a:lnTo>
                  <a:pt x="473" y="406"/>
                </a:lnTo>
                <a:lnTo>
                  <a:pt x="473" y="407"/>
                </a:lnTo>
                <a:lnTo>
                  <a:pt x="472" y="408"/>
                </a:lnTo>
                <a:lnTo>
                  <a:pt x="472" y="409"/>
                </a:lnTo>
                <a:lnTo>
                  <a:pt x="473" y="409"/>
                </a:lnTo>
                <a:lnTo>
                  <a:pt x="473" y="410"/>
                </a:lnTo>
                <a:lnTo>
                  <a:pt x="472" y="410"/>
                </a:lnTo>
                <a:lnTo>
                  <a:pt x="472" y="411"/>
                </a:lnTo>
                <a:lnTo>
                  <a:pt x="472" y="412"/>
                </a:lnTo>
                <a:lnTo>
                  <a:pt x="472" y="413"/>
                </a:lnTo>
                <a:lnTo>
                  <a:pt x="473" y="413"/>
                </a:lnTo>
                <a:lnTo>
                  <a:pt x="474" y="414"/>
                </a:lnTo>
                <a:lnTo>
                  <a:pt x="474" y="413"/>
                </a:lnTo>
                <a:lnTo>
                  <a:pt x="475" y="413"/>
                </a:lnTo>
                <a:lnTo>
                  <a:pt x="475" y="412"/>
                </a:lnTo>
                <a:lnTo>
                  <a:pt x="476" y="412"/>
                </a:lnTo>
                <a:lnTo>
                  <a:pt x="477" y="413"/>
                </a:lnTo>
                <a:lnTo>
                  <a:pt x="476" y="413"/>
                </a:lnTo>
                <a:lnTo>
                  <a:pt x="475" y="413"/>
                </a:lnTo>
                <a:lnTo>
                  <a:pt x="475" y="414"/>
                </a:lnTo>
                <a:lnTo>
                  <a:pt x="475" y="415"/>
                </a:lnTo>
                <a:lnTo>
                  <a:pt x="475" y="416"/>
                </a:lnTo>
                <a:lnTo>
                  <a:pt x="476" y="415"/>
                </a:lnTo>
                <a:lnTo>
                  <a:pt x="476" y="414"/>
                </a:lnTo>
                <a:lnTo>
                  <a:pt x="477" y="414"/>
                </a:lnTo>
                <a:lnTo>
                  <a:pt x="477" y="415"/>
                </a:lnTo>
                <a:lnTo>
                  <a:pt x="478" y="416"/>
                </a:lnTo>
                <a:lnTo>
                  <a:pt x="479" y="415"/>
                </a:lnTo>
                <a:lnTo>
                  <a:pt x="479" y="414"/>
                </a:lnTo>
                <a:lnTo>
                  <a:pt x="480" y="414"/>
                </a:lnTo>
                <a:lnTo>
                  <a:pt x="479" y="415"/>
                </a:lnTo>
                <a:lnTo>
                  <a:pt x="480" y="415"/>
                </a:lnTo>
                <a:lnTo>
                  <a:pt x="481" y="415"/>
                </a:lnTo>
                <a:lnTo>
                  <a:pt x="481" y="416"/>
                </a:lnTo>
                <a:lnTo>
                  <a:pt x="482" y="416"/>
                </a:lnTo>
                <a:lnTo>
                  <a:pt x="482" y="417"/>
                </a:lnTo>
                <a:lnTo>
                  <a:pt x="483" y="417"/>
                </a:lnTo>
                <a:lnTo>
                  <a:pt x="484" y="417"/>
                </a:lnTo>
                <a:lnTo>
                  <a:pt x="485" y="418"/>
                </a:lnTo>
                <a:lnTo>
                  <a:pt x="485" y="417"/>
                </a:lnTo>
                <a:lnTo>
                  <a:pt x="486" y="417"/>
                </a:lnTo>
                <a:lnTo>
                  <a:pt x="487" y="417"/>
                </a:lnTo>
                <a:lnTo>
                  <a:pt x="488" y="418"/>
                </a:lnTo>
                <a:lnTo>
                  <a:pt x="488" y="417"/>
                </a:lnTo>
                <a:lnTo>
                  <a:pt x="489" y="417"/>
                </a:lnTo>
                <a:lnTo>
                  <a:pt x="490" y="417"/>
                </a:lnTo>
                <a:lnTo>
                  <a:pt x="490" y="418"/>
                </a:lnTo>
                <a:lnTo>
                  <a:pt x="491" y="418"/>
                </a:lnTo>
                <a:lnTo>
                  <a:pt x="491" y="419"/>
                </a:lnTo>
                <a:lnTo>
                  <a:pt x="492" y="419"/>
                </a:lnTo>
                <a:lnTo>
                  <a:pt x="493" y="419"/>
                </a:lnTo>
                <a:lnTo>
                  <a:pt x="493" y="420"/>
                </a:lnTo>
                <a:lnTo>
                  <a:pt x="494" y="420"/>
                </a:lnTo>
                <a:lnTo>
                  <a:pt x="495" y="420"/>
                </a:lnTo>
                <a:lnTo>
                  <a:pt x="495" y="421"/>
                </a:lnTo>
                <a:lnTo>
                  <a:pt x="494" y="421"/>
                </a:lnTo>
                <a:lnTo>
                  <a:pt x="494" y="422"/>
                </a:lnTo>
                <a:lnTo>
                  <a:pt x="495" y="422"/>
                </a:lnTo>
                <a:lnTo>
                  <a:pt x="495" y="423"/>
                </a:lnTo>
                <a:lnTo>
                  <a:pt x="495" y="422"/>
                </a:lnTo>
                <a:lnTo>
                  <a:pt x="496" y="423"/>
                </a:lnTo>
                <a:lnTo>
                  <a:pt x="496" y="424"/>
                </a:lnTo>
                <a:lnTo>
                  <a:pt x="496" y="423"/>
                </a:lnTo>
                <a:lnTo>
                  <a:pt x="497" y="423"/>
                </a:lnTo>
                <a:lnTo>
                  <a:pt x="498" y="423"/>
                </a:lnTo>
                <a:lnTo>
                  <a:pt x="498" y="424"/>
                </a:lnTo>
                <a:lnTo>
                  <a:pt x="498" y="423"/>
                </a:lnTo>
                <a:lnTo>
                  <a:pt x="497" y="423"/>
                </a:lnTo>
                <a:lnTo>
                  <a:pt x="497" y="422"/>
                </a:lnTo>
                <a:lnTo>
                  <a:pt x="498" y="421"/>
                </a:lnTo>
                <a:lnTo>
                  <a:pt x="499" y="421"/>
                </a:lnTo>
                <a:lnTo>
                  <a:pt x="499" y="420"/>
                </a:lnTo>
                <a:lnTo>
                  <a:pt x="500" y="420"/>
                </a:lnTo>
                <a:lnTo>
                  <a:pt x="499" y="421"/>
                </a:lnTo>
                <a:lnTo>
                  <a:pt x="499" y="422"/>
                </a:lnTo>
                <a:lnTo>
                  <a:pt x="500" y="422"/>
                </a:lnTo>
                <a:lnTo>
                  <a:pt x="500" y="423"/>
                </a:lnTo>
                <a:lnTo>
                  <a:pt x="501" y="423"/>
                </a:lnTo>
                <a:lnTo>
                  <a:pt x="501" y="422"/>
                </a:lnTo>
                <a:lnTo>
                  <a:pt x="502" y="422"/>
                </a:lnTo>
                <a:lnTo>
                  <a:pt x="502" y="423"/>
                </a:lnTo>
                <a:lnTo>
                  <a:pt x="501" y="423"/>
                </a:lnTo>
                <a:lnTo>
                  <a:pt x="502" y="423"/>
                </a:lnTo>
                <a:lnTo>
                  <a:pt x="502" y="424"/>
                </a:lnTo>
                <a:lnTo>
                  <a:pt x="501" y="424"/>
                </a:lnTo>
                <a:lnTo>
                  <a:pt x="501" y="425"/>
                </a:lnTo>
                <a:lnTo>
                  <a:pt x="500" y="426"/>
                </a:lnTo>
                <a:lnTo>
                  <a:pt x="500" y="427"/>
                </a:lnTo>
                <a:lnTo>
                  <a:pt x="500" y="428"/>
                </a:lnTo>
                <a:lnTo>
                  <a:pt x="501" y="428"/>
                </a:lnTo>
                <a:lnTo>
                  <a:pt x="500" y="429"/>
                </a:lnTo>
                <a:lnTo>
                  <a:pt x="500" y="430"/>
                </a:lnTo>
                <a:lnTo>
                  <a:pt x="501" y="430"/>
                </a:lnTo>
                <a:lnTo>
                  <a:pt x="501" y="431"/>
                </a:lnTo>
                <a:lnTo>
                  <a:pt x="500" y="431"/>
                </a:lnTo>
                <a:lnTo>
                  <a:pt x="500" y="432"/>
                </a:lnTo>
                <a:lnTo>
                  <a:pt x="500" y="433"/>
                </a:lnTo>
                <a:lnTo>
                  <a:pt x="501" y="433"/>
                </a:lnTo>
                <a:lnTo>
                  <a:pt x="500" y="434"/>
                </a:lnTo>
                <a:lnTo>
                  <a:pt x="500" y="435"/>
                </a:lnTo>
                <a:lnTo>
                  <a:pt x="499" y="436"/>
                </a:lnTo>
                <a:lnTo>
                  <a:pt x="499" y="437"/>
                </a:lnTo>
                <a:lnTo>
                  <a:pt x="498" y="437"/>
                </a:lnTo>
                <a:lnTo>
                  <a:pt x="497" y="438"/>
                </a:lnTo>
                <a:lnTo>
                  <a:pt x="497" y="439"/>
                </a:lnTo>
                <a:lnTo>
                  <a:pt x="497" y="440"/>
                </a:lnTo>
                <a:lnTo>
                  <a:pt x="496" y="440"/>
                </a:lnTo>
                <a:lnTo>
                  <a:pt x="495" y="440"/>
                </a:lnTo>
                <a:lnTo>
                  <a:pt x="495" y="441"/>
                </a:lnTo>
                <a:lnTo>
                  <a:pt x="496" y="442"/>
                </a:lnTo>
                <a:lnTo>
                  <a:pt x="496" y="443"/>
                </a:lnTo>
                <a:lnTo>
                  <a:pt x="495" y="443"/>
                </a:lnTo>
                <a:lnTo>
                  <a:pt x="495" y="444"/>
                </a:lnTo>
                <a:lnTo>
                  <a:pt x="496" y="444"/>
                </a:lnTo>
                <a:lnTo>
                  <a:pt x="495" y="444"/>
                </a:lnTo>
                <a:lnTo>
                  <a:pt x="495" y="445"/>
                </a:lnTo>
                <a:lnTo>
                  <a:pt x="494" y="445"/>
                </a:lnTo>
                <a:lnTo>
                  <a:pt x="494" y="446"/>
                </a:lnTo>
                <a:lnTo>
                  <a:pt x="493" y="446"/>
                </a:lnTo>
                <a:lnTo>
                  <a:pt x="493" y="447"/>
                </a:lnTo>
                <a:lnTo>
                  <a:pt x="492" y="448"/>
                </a:lnTo>
                <a:lnTo>
                  <a:pt x="493" y="449"/>
                </a:lnTo>
                <a:lnTo>
                  <a:pt x="493" y="450"/>
                </a:lnTo>
                <a:lnTo>
                  <a:pt x="492" y="450"/>
                </a:lnTo>
                <a:lnTo>
                  <a:pt x="493" y="451"/>
                </a:lnTo>
                <a:lnTo>
                  <a:pt x="493" y="452"/>
                </a:lnTo>
                <a:lnTo>
                  <a:pt x="493" y="453"/>
                </a:lnTo>
                <a:lnTo>
                  <a:pt x="494" y="453"/>
                </a:lnTo>
                <a:lnTo>
                  <a:pt x="495" y="453"/>
                </a:lnTo>
                <a:lnTo>
                  <a:pt x="495" y="454"/>
                </a:lnTo>
                <a:lnTo>
                  <a:pt x="494" y="455"/>
                </a:lnTo>
                <a:lnTo>
                  <a:pt x="495" y="455"/>
                </a:lnTo>
                <a:lnTo>
                  <a:pt x="495" y="456"/>
                </a:lnTo>
                <a:lnTo>
                  <a:pt x="494" y="457"/>
                </a:lnTo>
                <a:lnTo>
                  <a:pt x="494" y="456"/>
                </a:lnTo>
                <a:lnTo>
                  <a:pt x="493" y="456"/>
                </a:lnTo>
                <a:lnTo>
                  <a:pt x="493" y="457"/>
                </a:lnTo>
                <a:lnTo>
                  <a:pt x="492" y="457"/>
                </a:lnTo>
                <a:lnTo>
                  <a:pt x="492" y="458"/>
                </a:lnTo>
                <a:lnTo>
                  <a:pt x="491" y="458"/>
                </a:lnTo>
                <a:lnTo>
                  <a:pt x="491" y="459"/>
                </a:lnTo>
                <a:lnTo>
                  <a:pt x="491" y="460"/>
                </a:lnTo>
                <a:lnTo>
                  <a:pt x="490" y="460"/>
                </a:lnTo>
                <a:lnTo>
                  <a:pt x="490" y="462"/>
                </a:lnTo>
                <a:lnTo>
                  <a:pt x="490" y="463"/>
                </a:lnTo>
                <a:lnTo>
                  <a:pt x="489" y="463"/>
                </a:lnTo>
                <a:lnTo>
                  <a:pt x="488" y="463"/>
                </a:lnTo>
                <a:lnTo>
                  <a:pt x="487" y="463"/>
                </a:lnTo>
                <a:lnTo>
                  <a:pt x="486" y="463"/>
                </a:lnTo>
                <a:lnTo>
                  <a:pt x="485" y="463"/>
                </a:lnTo>
                <a:lnTo>
                  <a:pt x="484" y="463"/>
                </a:lnTo>
                <a:lnTo>
                  <a:pt x="485" y="464"/>
                </a:lnTo>
                <a:lnTo>
                  <a:pt x="484" y="465"/>
                </a:lnTo>
                <a:lnTo>
                  <a:pt x="484" y="466"/>
                </a:lnTo>
                <a:lnTo>
                  <a:pt x="485" y="466"/>
                </a:lnTo>
                <a:lnTo>
                  <a:pt x="485" y="467"/>
                </a:lnTo>
                <a:lnTo>
                  <a:pt x="484" y="468"/>
                </a:lnTo>
                <a:lnTo>
                  <a:pt x="485" y="469"/>
                </a:lnTo>
                <a:lnTo>
                  <a:pt x="486" y="470"/>
                </a:lnTo>
                <a:lnTo>
                  <a:pt x="485" y="470"/>
                </a:lnTo>
                <a:lnTo>
                  <a:pt x="485" y="471"/>
                </a:lnTo>
                <a:lnTo>
                  <a:pt x="485" y="472"/>
                </a:lnTo>
                <a:lnTo>
                  <a:pt x="484" y="472"/>
                </a:lnTo>
                <a:lnTo>
                  <a:pt x="483" y="472"/>
                </a:lnTo>
                <a:lnTo>
                  <a:pt x="483" y="473"/>
                </a:lnTo>
                <a:lnTo>
                  <a:pt x="483" y="474"/>
                </a:lnTo>
                <a:lnTo>
                  <a:pt x="482" y="475"/>
                </a:lnTo>
                <a:lnTo>
                  <a:pt x="481" y="475"/>
                </a:lnTo>
                <a:lnTo>
                  <a:pt x="481" y="476"/>
                </a:lnTo>
                <a:lnTo>
                  <a:pt x="481" y="478"/>
                </a:lnTo>
                <a:lnTo>
                  <a:pt x="480" y="478"/>
                </a:lnTo>
                <a:lnTo>
                  <a:pt x="479" y="478"/>
                </a:lnTo>
                <a:lnTo>
                  <a:pt x="479" y="479"/>
                </a:lnTo>
                <a:lnTo>
                  <a:pt x="478" y="479"/>
                </a:lnTo>
                <a:lnTo>
                  <a:pt x="477" y="479"/>
                </a:lnTo>
                <a:lnTo>
                  <a:pt x="477" y="478"/>
                </a:lnTo>
                <a:lnTo>
                  <a:pt x="476" y="478"/>
                </a:lnTo>
                <a:lnTo>
                  <a:pt x="476" y="477"/>
                </a:lnTo>
                <a:lnTo>
                  <a:pt x="476" y="476"/>
                </a:lnTo>
                <a:lnTo>
                  <a:pt x="476" y="475"/>
                </a:lnTo>
                <a:lnTo>
                  <a:pt x="475" y="474"/>
                </a:lnTo>
                <a:lnTo>
                  <a:pt x="475" y="473"/>
                </a:lnTo>
                <a:lnTo>
                  <a:pt x="475" y="474"/>
                </a:lnTo>
                <a:lnTo>
                  <a:pt x="474" y="474"/>
                </a:lnTo>
                <a:lnTo>
                  <a:pt x="473" y="474"/>
                </a:lnTo>
                <a:lnTo>
                  <a:pt x="473" y="475"/>
                </a:lnTo>
                <a:lnTo>
                  <a:pt x="472" y="475"/>
                </a:lnTo>
                <a:lnTo>
                  <a:pt x="471" y="476"/>
                </a:lnTo>
                <a:lnTo>
                  <a:pt x="470" y="476"/>
                </a:lnTo>
                <a:lnTo>
                  <a:pt x="470" y="477"/>
                </a:lnTo>
                <a:lnTo>
                  <a:pt x="469" y="477"/>
                </a:lnTo>
                <a:lnTo>
                  <a:pt x="469" y="478"/>
                </a:lnTo>
                <a:lnTo>
                  <a:pt x="469" y="479"/>
                </a:lnTo>
                <a:lnTo>
                  <a:pt x="468" y="479"/>
                </a:lnTo>
                <a:lnTo>
                  <a:pt x="468" y="480"/>
                </a:lnTo>
                <a:lnTo>
                  <a:pt x="468" y="481"/>
                </a:lnTo>
                <a:lnTo>
                  <a:pt x="467" y="481"/>
                </a:lnTo>
                <a:lnTo>
                  <a:pt x="466" y="482"/>
                </a:lnTo>
                <a:lnTo>
                  <a:pt x="465" y="481"/>
                </a:lnTo>
                <a:lnTo>
                  <a:pt x="465" y="482"/>
                </a:lnTo>
                <a:lnTo>
                  <a:pt x="464" y="482"/>
                </a:lnTo>
                <a:lnTo>
                  <a:pt x="463" y="482"/>
                </a:lnTo>
                <a:lnTo>
                  <a:pt x="462" y="482"/>
                </a:lnTo>
                <a:lnTo>
                  <a:pt x="461" y="482"/>
                </a:lnTo>
                <a:lnTo>
                  <a:pt x="460" y="482"/>
                </a:lnTo>
                <a:lnTo>
                  <a:pt x="460" y="481"/>
                </a:lnTo>
                <a:lnTo>
                  <a:pt x="460" y="482"/>
                </a:lnTo>
                <a:lnTo>
                  <a:pt x="459" y="482"/>
                </a:lnTo>
                <a:lnTo>
                  <a:pt x="459" y="483"/>
                </a:lnTo>
                <a:lnTo>
                  <a:pt x="460" y="484"/>
                </a:lnTo>
                <a:lnTo>
                  <a:pt x="461" y="484"/>
                </a:lnTo>
                <a:lnTo>
                  <a:pt x="461" y="485"/>
                </a:lnTo>
                <a:lnTo>
                  <a:pt x="462" y="486"/>
                </a:lnTo>
                <a:lnTo>
                  <a:pt x="462" y="487"/>
                </a:lnTo>
                <a:lnTo>
                  <a:pt x="461" y="487"/>
                </a:lnTo>
                <a:lnTo>
                  <a:pt x="460" y="488"/>
                </a:lnTo>
                <a:lnTo>
                  <a:pt x="460" y="489"/>
                </a:lnTo>
                <a:lnTo>
                  <a:pt x="460" y="490"/>
                </a:lnTo>
                <a:lnTo>
                  <a:pt x="459" y="490"/>
                </a:lnTo>
                <a:lnTo>
                  <a:pt x="459" y="491"/>
                </a:lnTo>
                <a:lnTo>
                  <a:pt x="459" y="492"/>
                </a:lnTo>
                <a:lnTo>
                  <a:pt x="460" y="493"/>
                </a:lnTo>
                <a:lnTo>
                  <a:pt x="460" y="492"/>
                </a:lnTo>
                <a:lnTo>
                  <a:pt x="461" y="492"/>
                </a:lnTo>
                <a:lnTo>
                  <a:pt x="462" y="493"/>
                </a:lnTo>
                <a:lnTo>
                  <a:pt x="461" y="493"/>
                </a:lnTo>
                <a:lnTo>
                  <a:pt x="461" y="494"/>
                </a:lnTo>
                <a:lnTo>
                  <a:pt x="462" y="495"/>
                </a:lnTo>
                <a:lnTo>
                  <a:pt x="464" y="495"/>
                </a:lnTo>
                <a:lnTo>
                  <a:pt x="464" y="494"/>
                </a:lnTo>
                <a:lnTo>
                  <a:pt x="465" y="494"/>
                </a:lnTo>
                <a:lnTo>
                  <a:pt x="466" y="493"/>
                </a:lnTo>
                <a:lnTo>
                  <a:pt x="467" y="492"/>
                </a:lnTo>
                <a:lnTo>
                  <a:pt x="469" y="492"/>
                </a:lnTo>
                <a:lnTo>
                  <a:pt x="468" y="492"/>
                </a:lnTo>
                <a:lnTo>
                  <a:pt x="468" y="493"/>
                </a:lnTo>
                <a:lnTo>
                  <a:pt x="469" y="494"/>
                </a:lnTo>
                <a:lnTo>
                  <a:pt x="469" y="495"/>
                </a:lnTo>
                <a:lnTo>
                  <a:pt x="469" y="496"/>
                </a:lnTo>
                <a:lnTo>
                  <a:pt x="469" y="497"/>
                </a:lnTo>
                <a:lnTo>
                  <a:pt x="468" y="498"/>
                </a:lnTo>
                <a:lnTo>
                  <a:pt x="469" y="498"/>
                </a:lnTo>
                <a:lnTo>
                  <a:pt x="469" y="499"/>
                </a:lnTo>
                <a:lnTo>
                  <a:pt x="469" y="500"/>
                </a:lnTo>
                <a:lnTo>
                  <a:pt x="470" y="501"/>
                </a:lnTo>
                <a:lnTo>
                  <a:pt x="469" y="502"/>
                </a:lnTo>
                <a:lnTo>
                  <a:pt x="470" y="502"/>
                </a:lnTo>
                <a:lnTo>
                  <a:pt x="471" y="503"/>
                </a:lnTo>
                <a:lnTo>
                  <a:pt x="471" y="504"/>
                </a:lnTo>
                <a:lnTo>
                  <a:pt x="471" y="505"/>
                </a:lnTo>
                <a:lnTo>
                  <a:pt x="471" y="506"/>
                </a:lnTo>
                <a:lnTo>
                  <a:pt x="472" y="506"/>
                </a:lnTo>
                <a:lnTo>
                  <a:pt x="471" y="507"/>
                </a:lnTo>
                <a:lnTo>
                  <a:pt x="472" y="508"/>
                </a:lnTo>
                <a:lnTo>
                  <a:pt x="473" y="508"/>
                </a:lnTo>
                <a:lnTo>
                  <a:pt x="473" y="509"/>
                </a:lnTo>
                <a:lnTo>
                  <a:pt x="473" y="510"/>
                </a:lnTo>
                <a:lnTo>
                  <a:pt x="475" y="510"/>
                </a:lnTo>
                <a:lnTo>
                  <a:pt x="476" y="510"/>
                </a:lnTo>
                <a:lnTo>
                  <a:pt x="476" y="511"/>
                </a:lnTo>
                <a:lnTo>
                  <a:pt x="476" y="512"/>
                </a:lnTo>
                <a:lnTo>
                  <a:pt x="475" y="512"/>
                </a:lnTo>
                <a:lnTo>
                  <a:pt x="474" y="512"/>
                </a:lnTo>
                <a:lnTo>
                  <a:pt x="474" y="513"/>
                </a:lnTo>
                <a:lnTo>
                  <a:pt x="473" y="513"/>
                </a:lnTo>
                <a:lnTo>
                  <a:pt x="472" y="514"/>
                </a:lnTo>
                <a:lnTo>
                  <a:pt x="471" y="514"/>
                </a:lnTo>
                <a:lnTo>
                  <a:pt x="470" y="513"/>
                </a:lnTo>
                <a:lnTo>
                  <a:pt x="470" y="512"/>
                </a:lnTo>
                <a:lnTo>
                  <a:pt x="469" y="512"/>
                </a:lnTo>
                <a:lnTo>
                  <a:pt x="468" y="511"/>
                </a:lnTo>
                <a:lnTo>
                  <a:pt x="467" y="511"/>
                </a:lnTo>
                <a:lnTo>
                  <a:pt x="467" y="512"/>
                </a:lnTo>
                <a:lnTo>
                  <a:pt x="466" y="512"/>
                </a:lnTo>
                <a:lnTo>
                  <a:pt x="465" y="513"/>
                </a:lnTo>
                <a:lnTo>
                  <a:pt x="465" y="514"/>
                </a:lnTo>
                <a:lnTo>
                  <a:pt x="464" y="514"/>
                </a:lnTo>
                <a:lnTo>
                  <a:pt x="463" y="515"/>
                </a:lnTo>
                <a:lnTo>
                  <a:pt x="462" y="515"/>
                </a:lnTo>
                <a:lnTo>
                  <a:pt x="461" y="515"/>
                </a:lnTo>
                <a:lnTo>
                  <a:pt x="460" y="515"/>
                </a:lnTo>
                <a:lnTo>
                  <a:pt x="460" y="516"/>
                </a:lnTo>
                <a:lnTo>
                  <a:pt x="460" y="517"/>
                </a:lnTo>
                <a:lnTo>
                  <a:pt x="460" y="518"/>
                </a:lnTo>
                <a:lnTo>
                  <a:pt x="459" y="519"/>
                </a:lnTo>
                <a:lnTo>
                  <a:pt x="459" y="520"/>
                </a:lnTo>
                <a:lnTo>
                  <a:pt x="459" y="521"/>
                </a:lnTo>
                <a:lnTo>
                  <a:pt x="458" y="521"/>
                </a:lnTo>
                <a:lnTo>
                  <a:pt x="458" y="520"/>
                </a:lnTo>
                <a:lnTo>
                  <a:pt x="457" y="520"/>
                </a:lnTo>
                <a:lnTo>
                  <a:pt x="457" y="521"/>
                </a:lnTo>
                <a:lnTo>
                  <a:pt x="456" y="521"/>
                </a:lnTo>
                <a:lnTo>
                  <a:pt x="456" y="520"/>
                </a:lnTo>
                <a:lnTo>
                  <a:pt x="456" y="519"/>
                </a:lnTo>
                <a:lnTo>
                  <a:pt x="456" y="520"/>
                </a:lnTo>
                <a:lnTo>
                  <a:pt x="456" y="521"/>
                </a:lnTo>
                <a:lnTo>
                  <a:pt x="455" y="521"/>
                </a:lnTo>
                <a:lnTo>
                  <a:pt x="454" y="521"/>
                </a:lnTo>
                <a:lnTo>
                  <a:pt x="453" y="520"/>
                </a:lnTo>
                <a:lnTo>
                  <a:pt x="452" y="520"/>
                </a:lnTo>
                <a:lnTo>
                  <a:pt x="451" y="520"/>
                </a:lnTo>
                <a:lnTo>
                  <a:pt x="450" y="520"/>
                </a:lnTo>
                <a:lnTo>
                  <a:pt x="450" y="519"/>
                </a:lnTo>
                <a:lnTo>
                  <a:pt x="449" y="519"/>
                </a:lnTo>
                <a:lnTo>
                  <a:pt x="448" y="519"/>
                </a:lnTo>
                <a:lnTo>
                  <a:pt x="447" y="519"/>
                </a:lnTo>
                <a:lnTo>
                  <a:pt x="447" y="518"/>
                </a:lnTo>
                <a:lnTo>
                  <a:pt x="446" y="518"/>
                </a:lnTo>
                <a:lnTo>
                  <a:pt x="445" y="518"/>
                </a:lnTo>
                <a:lnTo>
                  <a:pt x="444" y="518"/>
                </a:lnTo>
                <a:lnTo>
                  <a:pt x="444" y="517"/>
                </a:lnTo>
                <a:lnTo>
                  <a:pt x="443" y="517"/>
                </a:lnTo>
                <a:lnTo>
                  <a:pt x="442" y="518"/>
                </a:lnTo>
                <a:lnTo>
                  <a:pt x="441" y="519"/>
                </a:lnTo>
                <a:lnTo>
                  <a:pt x="440" y="519"/>
                </a:lnTo>
                <a:lnTo>
                  <a:pt x="439" y="519"/>
                </a:lnTo>
                <a:lnTo>
                  <a:pt x="439" y="518"/>
                </a:lnTo>
                <a:lnTo>
                  <a:pt x="438" y="518"/>
                </a:lnTo>
                <a:lnTo>
                  <a:pt x="437" y="518"/>
                </a:lnTo>
                <a:lnTo>
                  <a:pt x="437" y="517"/>
                </a:lnTo>
                <a:lnTo>
                  <a:pt x="437" y="516"/>
                </a:lnTo>
                <a:lnTo>
                  <a:pt x="436" y="516"/>
                </a:lnTo>
                <a:lnTo>
                  <a:pt x="435" y="516"/>
                </a:lnTo>
                <a:lnTo>
                  <a:pt x="434" y="516"/>
                </a:lnTo>
                <a:lnTo>
                  <a:pt x="433" y="516"/>
                </a:lnTo>
                <a:lnTo>
                  <a:pt x="433" y="515"/>
                </a:lnTo>
                <a:lnTo>
                  <a:pt x="433" y="514"/>
                </a:lnTo>
                <a:lnTo>
                  <a:pt x="432" y="514"/>
                </a:lnTo>
                <a:lnTo>
                  <a:pt x="431" y="514"/>
                </a:lnTo>
                <a:lnTo>
                  <a:pt x="431" y="513"/>
                </a:lnTo>
                <a:lnTo>
                  <a:pt x="431" y="514"/>
                </a:lnTo>
                <a:lnTo>
                  <a:pt x="430" y="514"/>
                </a:lnTo>
                <a:lnTo>
                  <a:pt x="429" y="513"/>
                </a:lnTo>
                <a:lnTo>
                  <a:pt x="428" y="513"/>
                </a:lnTo>
                <a:lnTo>
                  <a:pt x="428" y="514"/>
                </a:lnTo>
                <a:lnTo>
                  <a:pt x="427" y="514"/>
                </a:lnTo>
                <a:lnTo>
                  <a:pt x="427" y="515"/>
                </a:lnTo>
                <a:lnTo>
                  <a:pt x="426" y="515"/>
                </a:lnTo>
                <a:lnTo>
                  <a:pt x="425" y="516"/>
                </a:lnTo>
                <a:lnTo>
                  <a:pt x="424" y="516"/>
                </a:lnTo>
                <a:lnTo>
                  <a:pt x="424" y="517"/>
                </a:lnTo>
                <a:lnTo>
                  <a:pt x="423" y="517"/>
                </a:lnTo>
                <a:lnTo>
                  <a:pt x="422" y="518"/>
                </a:lnTo>
                <a:lnTo>
                  <a:pt x="421" y="518"/>
                </a:lnTo>
                <a:lnTo>
                  <a:pt x="421" y="519"/>
                </a:lnTo>
                <a:lnTo>
                  <a:pt x="422" y="519"/>
                </a:lnTo>
                <a:lnTo>
                  <a:pt x="422" y="520"/>
                </a:lnTo>
                <a:lnTo>
                  <a:pt x="421" y="521"/>
                </a:lnTo>
                <a:lnTo>
                  <a:pt x="421" y="522"/>
                </a:lnTo>
                <a:lnTo>
                  <a:pt x="422" y="522"/>
                </a:lnTo>
                <a:lnTo>
                  <a:pt x="422" y="523"/>
                </a:lnTo>
                <a:lnTo>
                  <a:pt x="423" y="524"/>
                </a:lnTo>
                <a:lnTo>
                  <a:pt x="423" y="525"/>
                </a:lnTo>
                <a:lnTo>
                  <a:pt x="422" y="525"/>
                </a:lnTo>
                <a:lnTo>
                  <a:pt x="422" y="526"/>
                </a:lnTo>
                <a:lnTo>
                  <a:pt x="421" y="526"/>
                </a:lnTo>
                <a:lnTo>
                  <a:pt x="422" y="527"/>
                </a:lnTo>
                <a:lnTo>
                  <a:pt x="423" y="528"/>
                </a:lnTo>
                <a:lnTo>
                  <a:pt x="424" y="529"/>
                </a:lnTo>
                <a:lnTo>
                  <a:pt x="424" y="530"/>
                </a:lnTo>
                <a:lnTo>
                  <a:pt x="425" y="530"/>
                </a:lnTo>
                <a:lnTo>
                  <a:pt x="426" y="530"/>
                </a:lnTo>
                <a:lnTo>
                  <a:pt x="426" y="531"/>
                </a:lnTo>
                <a:lnTo>
                  <a:pt x="427" y="531"/>
                </a:lnTo>
                <a:lnTo>
                  <a:pt x="426" y="531"/>
                </a:lnTo>
                <a:lnTo>
                  <a:pt x="425" y="532"/>
                </a:lnTo>
                <a:lnTo>
                  <a:pt x="424" y="533"/>
                </a:lnTo>
                <a:lnTo>
                  <a:pt x="424" y="534"/>
                </a:lnTo>
                <a:lnTo>
                  <a:pt x="423" y="534"/>
                </a:lnTo>
                <a:lnTo>
                  <a:pt x="422" y="534"/>
                </a:lnTo>
                <a:lnTo>
                  <a:pt x="422" y="535"/>
                </a:lnTo>
                <a:lnTo>
                  <a:pt x="420" y="535"/>
                </a:lnTo>
                <a:lnTo>
                  <a:pt x="419" y="535"/>
                </a:lnTo>
                <a:lnTo>
                  <a:pt x="418" y="536"/>
                </a:lnTo>
                <a:lnTo>
                  <a:pt x="418" y="537"/>
                </a:lnTo>
                <a:lnTo>
                  <a:pt x="419" y="537"/>
                </a:lnTo>
                <a:lnTo>
                  <a:pt x="419" y="538"/>
                </a:lnTo>
                <a:lnTo>
                  <a:pt x="419" y="539"/>
                </a:lnTo>
                <a:lnTo>
                  <a:pt x="420" y="539"/>
                </a:lnTo>
                <a:lnTo>
                  <a:pt x="421" y="539"/>
                </a:lnTo>
                <a:lnTo>
                  <a:pt x="421" y="540"/>
                </a:lnTo>
                <a:lnTo>
                  <a:pt x="422" y="540"/>
                </a:lnTo>
                <a:lnTo>
                  <a:pt x="422" y="539"/>
                </a:lnTo>
                <a:lnTo>
                  <a:pt x="422" y="538"/>
                </a:lnTo>
                <a:lnTo>
                  <a:pt x="423" y="538"/>
                </a:lnTo>
                <a:lnTo>
                  <a:pt x="423" y="539"/>
                </a:lnTo>
                <a:lnTo>
                  <a:pt x="423" y="540"/>
                </a:lnTo>
                <a:lnTo>
                  <a:pt x="421" y="541"/>
                </a:lnTo>
                <a:lnTo>
                  <a:pt x="421" y="540"/>
                </a:lnTo>
                <a:lnTo>
                  <a:pt x="420" y="539"/>
                </a:lnTo>
                <a:lnTo>
                  <a:pt x="419" y="540"/>
                </a:lnTo>
                <a:lnTo>
                  <a:pt x="419" y="541"/>
                </a:lnTo>
                <a:lnTo>
                  <a:pt x="420" y="541"/>
                </a:lnTo>
                <a:lnTo>
                  <a:pt x="420" y="542"/>
                </a:lnTo>
                <a:lnTo>
                  <a:pt x="420" y="543"/>
                </a:lnTo>
                <a:lnTo>
                  <a:pt x="420" y="544"/>
                </a:lnTo>
                <a:lnTo>
                  <a:pt x="421" y="544"/>
                </a:lnTo>
                <a:lnTo>
                  <a:pt x="421" y="543"/>
                </a:lnTo>
                <a:lnTo>
                  <a:pt x="422" y="543"/>
                </a:lnTo>
                <a:lnTo>
                  <a:pt x="422" y="544"/>
                </a:lnTo>
                <a:lnTo>
                  <a:pt x="422" y="545"/>
                </a:lnTo>
                <a:lnTo>
                  <a:pt x="422" y="546"/>
                </a:lnTo>
                <a:lnTo>
                  <a:pt x="422" y="547"/>
                </a:lnTo>
                <a:lnTo>
                  <a:pt x="423" y="547"/>
                </a:lnTo>
                <a:lnTo>
                  <a:pt x="423" y="549"/>
                </a:lnTo>
                <a:lnTo>
                  <a:pt x="423" y="550"/>
                </a:lnTo>
                <a:lnTo>
                  <a:pt x="422" y="550"/>
                </a:lnTo>
                <a:lnTo>
                  <a:pt x="422" y="551"/>
                </a:lnTo>
                <a:lnTo>
                  <a:pt x="423" y="552"/>
                </a:lnTo>
                <a:lnTo>
                  <a:pt x="424" y="552"/>
                </a:lnTo>
                <a:lnTo>
                  <a:pt x="424" y="553"/>
                </a:lnTo>
                <a:lnTo>
                  <a:pt x="423" y="553"/>
                </a:lnTo>
                <a:lnTo>
                  <a:pt x="423" y="554"/>
                </a:lnTo>
                <a:lnTo>
                  <a:pt x="423" y="555"/>
                </a:lnTo>
                <a:lnTo>
                  <a:pt x="423" y="556"/>
                </a:lnTo>
                <a:lnTo>
                  <a:pt x="422" y="556"/>
                </a:lnTo>
                <a:lnTo>
                  <a:pt x="423" y="556"/>
                </a:lnTo>
                <a:lnTo>
                  <a:pt x="423" y="557"/>
                </a:lnTo>
                <a:lnTo>
                  <a:pt x="423" y="558"/>
                </a:lnTo>
                <a:lnTo>
                  <a:pt x="423" y="559"/>
                </a:lnTo>
                <a:lnTo>
                  <a:pt x="423" y="560"/>
                </a:lnTo>
                <a:lnTo>
                  <a:pt x="423" y="561"/>
                </a:lnTo>
                <a:lnTo>
                  <a:pt x="422" y="561"/>
                </a:lnTo>
                <a:lnTo>
                  <a:pt x="423" y="561"/>
                </a:lnTo>
                <a:lnTo>
                  <a:pt x="423" y="562"/>
                </a:lnTo>
                <a:lnTo>
                  <a:pt x="423" y="563"/>
                </a:lnTo>
                <a:lnTo>
                  <a:pt x="422" y="562"/>
                </a:lnTo>
                <a:lnTo>
                  <a:pt x="421" y="562"/>
                </a:lnTo>
                <a:lnTo>
                  <a:pt x="420" y="562"/>
                </a:lnTo>
                <a:lnTo>
                  <a:pt x="420" y="563"/>
                </a:lnTo>
                <a:lnTo>
                  <a:pt x="419" y="563"/>
                </a:lnTo>
                <a:lnTo>
                  <a:pt x="418" y="562"/>
                </a:lnTo>
                <a:lnTo>
                  <a:pt x="417" y="563"/>
                </a:lnTo>
                <a:lnTo>
                  <a:pt x="417" y="564"/>
                </a:lnTo>
                <a:lnTo>
                  <a:pt x="418" y="565"/>
                </a:lnTo>
                <a:lnTo>
                  <a:pt x="417" y="565"/>
                </a:lnTo>
                <a:lnTo>
                  <a:pt x="418" y="566"/>
                </a:lnTo>
                <a:lnTo>
                  <a:pt x="418" y="567"/>
                </a:lnTo>
                <a:lnTo>
                  <a:pt x="418" y="568"/>
                </a:lnTo>
                <a:lnTo>
                  <a:pt x="417" y="568"/>
                </a:lnTo>
                <a:lnTo>
                  <a:pt x="416" y="570"/>
                </a:lnTo>
                <a:lnTo>
                  <a:pt x="415" y="570"/>
                </a:lnTo>
                <a:lnTo>
                  <a:pt x="414" y="571"/>
                </a:lnTo>
                <a:lnTo>
                  <a:pt x="414" y="572"/>
                </a:lnTo>
                <a:lnTo>
                  <a:pt x="413" y="572"/>
                </a:lnTo>
                <a:lnTo>
                  <a:pt x="412" y="573"/>
                </a:lnTo>
                <a:lnTo>
                  <a:pt x="411" y="574"/>
                </a:lnTo>
                <a:lnTo>
                  <a:pt x="410" y="574"/>
                </a:lnTo>
                <a:lnTo>
                  <a:pt x="409" y="573"/>
                </a:lnTo>
                <a:lnTo>
                  <a:pt x="409" y="574"/>
                </a:lnTo>
                <a:lnTo>
                  <a:pt x="408" y="574"/>
                </a:lnTo>
                <a:lnTo>
                  <a:pt x="408" y="575"/>
                </a:lnTo>
                <a:lnTo>
                  <a:pt x="408" y="576"/>
                </a:lnTo>
                <a:lnTo>
                  <a:pt x="409" y="576"/>
                </a:lnTo>
                <a:lnTo>
                  <a:pt x="409" y="577"/>
                </a:lnTo>
                <a:lnTo>
                  <a:pt x="407" y="577"/>
                </a:lnTo>
                <a:lnTo>
                  <a:pt x="407" y="578"/>
                </a:lnTo>
                <a:lnTo>
                  <a:pt x="406" y="578"/>
                </a:lnTo>
                <a:lnTo>
                  <a:pt x="406" y="579"/>
                </a:lnTo>
                <a:lnTo>
                  <a:pt x="406" y="580"/>
                </a:lnTo>
                <a:lnTo>
                  <a:pt x="406" y="581"/>
                </a:lnTo>
                <a:lnTo>
                  <a:pt x="407" y="581"/>
                </a:lnTo>
                <a:lnTo>
                  <a:pt x="407" y="582"/>
                </a:lnTo>
                <a:lnTo>
                  <a:pt x="407" y="583"/>
                </a:lnTo>
                <a:lnTo>
                  <a:pt x="407" y="584"/>
                </a:lnTo>
                <a:lnTo>
                  <a:pt x="408" y="584"/>
                </a:lnTo>
                <a:lnTo>
                  <a:pt x="408" y="585"/>
                </a:lnTo>
                <a:lnTo>
                  <a:pt x="407" y="586"/>
                </a:lnTo>
                <a:lnTo>
                  <a:pt x="407" y="587"/>
                </a:lnTo>
                <a:lnTo>
                  <a:pt x="406" y="587"/>
                </a:lnTo>
                <a:lnTo>
                  <a:pt x="406" y="588"/>
                </a:lnTo>
                <a:lnTo>
                  <a:pt x="405" y="588"/>
                </a:lnTo>
                <a:lnTo>
                  <a:pt x="405" y="590"/>
                </a:lnTo>
                <a:lnTo>
                  <a:pt x="405" y="591"/>
                </a:lnTo>
                <a:lnTo>
                  <a:pt x="404" y="591"/>
                </a:lnTo>
                <a:lnTo>
                  <a:pt x="404" y="592"/>
                </a:lnTo>
                <a:lnTo>
                  <a:pt x="403" y="592"/>
                </a:lnTo>
                <a:lnTo>
                  <a:pt x="402" y="591"/>
                </a:lnTo>
                <a:lnTo>
                  <a:pt x="402" y="592"/>
                </a:lnTo>
                <a:lnTo>
                  <a:pt x="402" y="593"/>
                </a:lnTo>
                <a:lnTo>
                  <a:pt x="401" y="593"/>
                </a:lnTo>
                <a:lnTo>
                  <a:pt x="401" y="594"/>
                </a:lnTo>
                <a:lnTo>
                  <a:pt x="400" y="595"/>
                </a:lnTo>
                <a:lnTo>
                  <a:pt x="400" y="596"/>
                </a:lnTo>
                <a:lnTo>
                  <a:pt x="399" y="596"/>
                </a:lnTo>
                <a:lnTo>
                  <a:pt x="398" y="598"/>
                </a:lnTo>
                <a:lnTo>
                  <a:pt x="397" y="599"/>
                </a:lnTo>
                <a:lnTo>
                  <a:pt x="396" y="599"/>
                </a:lnTo>
                <a:lnTo>
                  <a:pt x="396" y="598"/>
                </a:lnTo>
                <a:lnTo>
                  <a:pt x="395" y="598"/>
                </a:lnTo>
                <a:lnTo>
                  <a:pt x="394" y="598"/>
                </a:lnTo>
                <a:lnTo>
                  <a:pt x="393" y="598"/>
                </a:lnTo>
                <a:lnTo>
                  <a:pt x="393" y="599"/>
                </a:lnTo>
                <a:lnTo>
                  <a:pt x="392" y="599"/>
                </a:lnTo>
                <a:lnTo>
                  <a:pt x="391" y="599"/>
                </a:lnTo>
                <a:lnTo>
                  <a:pt x="390" y="599"/>
                </a:lnTo>
                <a:lnTo>
                  <a:pt x="389" y="600"/>
                </a:lnTo>
                <a:lnTo>
                  <a:pt x="389" y="601"/>
                </a:lnTo>
                <a:lnTo>
                  <a:pt x="388" y="601"/>
                </a:lnTo>
                <a:lnTo>
                  <a:pt x="388" y="602"/>
                </a:lnTo>
                <a:lnTo>
                  <a:pt x="387" y="602"/>
                </a:lnTo>
                <a:lnTo>
                  <a:pt x="387" y="603"/>
                </a:lnTo>
                <a:lnTo>
                  <a:pt x="387" y="602"/>
                </a:lnTo>
                <a:lnTo>
                  <a:pt x="387" y="603"/>
                </a:lnTo>
                <a:lnTo>
                  <a:pt x="385" y="605"/>
                </a:lnTo>
                <a:lnTo>
                  <a:pt x="384" y="606"/>
                </a:lnTo>
                <a:lnTo>
                  <a:pt x="383" y="606"/>
                </a:lnTo>
                <a:lnTo>
                  <a:pt x="382" y="607"/>
                </a:lnTo>
                <a:lnTo>
                  <a:pt x="381" y="607"/>
                </a:lnTo>
                <a:lnTo>
                  <a:pt x="381" y="608"/>
                </a:lnTo>
                <a:lnTo>
                  <a:pt x="381" y="609"/>
                </a:lnTo>
                <a:lnTo>
                  <a:pt x="381" y="610"/>
                </a:lnTo>
                <a:lnTo>
                  <a:pt x="381" y="611"/>
                </a:lnTo>
                <a:lnTo>
                  <a:pt x="381" y="612"/>
                </a:lnTo>
                <a:lnTo>
                  <a:pt x="381" y="613"/>
                </a:lnTo>
                <a:lnTo>
                  <a:pt x="381" y="614"/>
                </a:lnTo>
                <a:lnTo>
                  <a:pt x="380" y="614"/>
                </a:lnTo>
                <a:lnTo>
                  <a:pt x="379" y="615"/>
                </a:lnTo>
                <a:lnTo>
                  <a:pt x="378" y="615"/>
                </a:lnTo>
                <a:lnTo>
                  <a:pt x="378" y="614"/>
                </a:lnTo>
                <a:lnTo>
                  <a:pt x="377" y="615"/>
                </a:lnTo>
                <a:lnTo>
                  <a:pt x="376" y="615"/>
                </a:lnTo>
                <a:lnTo>
                  <a:pt x="375" y="615"/>
                </a:lnTo>
                <a:lnTo>
                  <a:pt x="375" y="614"/>
                </a:lnTo>
                <a:lnTo>
                  <a:pt x="375" y="615"/>
                </a:lnTo>
                <a:lnTo>
                  <a:pt x="374" y="616"/>
                </a:lnTo>
                <a:lnTo>
                  <a:pt x="373" y="615"/>
                </a:lnTo>
                <a:lnTo>
                  <a:pt x="372" y="615"/>
                </a:lnTo>
                <a:lnTo>
                  <a:pt x="371" y="615"/>
                </a:lnTo>
                <a:lnTo>
                  <a:pt x="370" y="615"/>
                </a:lnTo>
                <a:lnTo>
                  <a:pt x="369" y="615"/>
                </a:lnTo>
                <a:lnTo>
                  <a:pt x="369" y="616"/>
                </a:lnTo>
                <a:lnTo>
                  <a:pt x="368" y="616"/>
                </a:lnTo>
                <a:lnTo>
                  <a:pt x="368" y="617"/>
                </a:lnTo>
                <a:lnTo>
                  <a:pt x="367" y="618"/>
                </a:lnTo>
                <a:lnTo>
                  <a:pt x="367" y="619"/>
                </a:lnTo>
                <a:lnTo>
                  <a:pt x="366" y="619"/>
                </a:lnTo>
                <a:lnTo>
                  <a:pt x="365" y="619"/>
                </a:lnTo>
                <a:lnTo>
                  <a:pt x="364" y="618"/>
                </a:lnTo>
                <a:lnTo>
                  <a:pt x="364" y="617"/>
                </a:lnTo>
                <a:lnTo>
                  <a:pt x="363" y="616"/>
                </a:lnTo>
                <a:lnTo>
                  <a:pt x="362" y="616"/>
                </a:lnTo>
                <a:lnTo>
                  <a:pt x="362" y="617"/>
                </a:lnTo>
                <a:lnTo>
                  <a:pt x="362" y="616"/>
                </a:lnTo>
                <a:lnTo>
                  <a:pt x="361" y="617"/>
                </a:lnTo>
                <a:lnTo>
                  <a:pt x="361" y="619"/>
                </a:lnTo>
                <a:lnTo>
                  <a:pt x="361" y="620"/>
                </a:lnTo>
                <a:lnTo>
                  <a:pt x="362" y="620"/>
                </a:lnTo>
                <a:lnTo>
                  <a:pt x="362" y="621"/>
                </a:lnTo>
                <a:lnTo>
                  <a:pt x="362" y="622"/>
                </a:lnTo>
                <a:lnTo>
                  <a:pt x="362" y="623"/>
                </a:lnTo>
                <a:lnTo>
                  <a:pt x="362" y="624"/>
                </a:lnTo>
                <a:lnTo>
                  <a:pt x="362" y="625"/>
                </a:lnTo>
                <a:lnTo>
                  <a:pt x="361" y="626"/>
                </a:lnTo>
                <a:lnTo>
                  <a:pt x="360" y="626"/>
                </a:lnTo>
                <a:lnTo>
                  <a:pt x="359" y="626"/>
                </a:lnTo>
                <a:lnTo>
                  <a:pt x="359" y="625"/>
                </a:lnTo>
                <a:lnTo>
                  <a:pt x="358" y="625"/>
                </a:lnTo>
                <a:lnTo>
                  <a:pt x="357" y="625"/>
                </a:lnTo>
                <a:lnTo>
                  <a:pt x="356" y="625"/>
                </a:lnTo>
                <a:lnTo>
                  <a:pt x="355" y="624"/>
                </a:lnTo>
                <a:lnTo>
                  <a:pt x="354" y="625"/>
                </a:lnTo>
                <a:lnTo>
                  <a:pt x="353" y="625"/>
                </a:lnTo>
                <a:lnTo>
                  <a:pt x="352" y="625"/>
                </a:lnTo>
                <a:lnTo>
                  <a:pt x="351" y="626"/>
                </a:lnTo>
                <a:lnTo>
                  <a:pt x="351" y="627"/>
                </a:lnTo>
                <a:lnTo>
                  <a:pt x="351" y="628"/>
                </a:lnTo>
                <a:lnTo>
                  <a:pt x="350" y="628"/>
                </a:lnTo>
                <a:lnTo>
                  <a:pt x="351" y="628"/>
                </a:lnTo>
                <a:lnTo>
                  <a:pt x="350" y="629"/>
                </a:lnTo>
                <a:lnTo>
                  <a:pt x="349" y="629"/>
                </a:lnTo>
                <a:lnTo>
                  <a:pt x="349" y="628"/>
                </a:lnTo>
                <a:lnTo>
                  <a:pt x="349" y="627"/>
                </a:lnTo>
                <a:lnTo>
                  <a:pt x="348" y="628"/>
                </a:lnTo>
                <a:lnTo>
                  <a:pt x="347" y="627"/>
                </a:lnTo>
                <a:lnTo>
                  <a:pt x="346" y="627"/>
                </a:lnTo>
                <a:lnTo>
                  <a:pt x="345" y="627"/>
                </a:lnTo>
                <a:lnTo>
                  <a:pt x="344" y="627"/>
                </a:lnTo>
                <a:lnTo>
                  <a:pt x="344" y="626"/>
                </a:lnTo>
                <a:lnTo>
                  <a:pt x="343" y="626"/>
                </a:lnTo>
                <a:lnTo>
                  <a:pt x="343" y="625"/>
                </a:lnTo>
                <a:lnTo>
                  <a:pt x="342" y="624"/>
                </a:lnTo>
                <a:lnTo>
                  <a:pt x="343" y="624"/>
                </a:lnTo>
                <a:lnTo>
                  <a:pt x="342" y="623"/>
                </a:lnTo>
                <a:lnTo>
                  <a:pt x="343" y="623"/>
                </a:lnTo>
                <a:lnTo>
                  <a:pt x="343" y="622"/>
                </a:lnTo>
                <a:lnTo>
                  <a:pt x="343" y="621"/>
                </a:lnTo>
                <a:lnTo>
                  <a:pt x="343" y="620"/>
                </a:lnTo>
                <a:lnTo>
                  <a:pt x="342" y="620"/>
                </a:lnTo>
                <a:lnTo>
                  <a:pt x="342" y="619"/>
                </a:lnTo>
                <a:lnTo>
                  <a:pt x="343" y="618"/>
                </a:lnTo>
                <a:lnTo>
                  <a:pt x="344" y="618"/>
                </a:lnTo>
                <a:lnTo>
                  <a:pt x="344" y="617"/>
                </a:lnTo>
                <a:lnTo>
                  <a:pt x="343" y="616"/>
                </a:lnTo>
                <a:lnTo>
                  <a:pt x="343" y="615"/>
                </a:lnTo>
                <a:lnTo>
                  <a:pt x="342" y="615"/>
                </a:lnTo>
                <a:lnTo>
                  <a:pt x="341" y="614"/>
                </a:lnTo>
                <a:lnTo>
                  <a:pt x="340" y="614"/>
                </a:lnTo>
                <a:lnTo>
                  <a:pt x="340" y="613"/>
                </a:lnTo>
                <a:lnTo>
                  <a:pt x="340" y="612"/>
                </a:lnTo>
                <a:lnTo>
                  <a:pt x="339" y="612"/>
                </a:lnTo>
                <a:lnTo>
                  <a:pt x="338" y="612"/>
                </a:lnTo>
                <a:lnTo>
                  <a:pt x="337" y="612"/>
                </a:lnTo>
                <a:lnTo>
                  <a:pt x="336" y="612"/>
                </a:lnTo>
                <a:lnTo>
                  <a:pt x="335" y="612"/>
                </a:lnTo>
                <a:lnTo>
                  <a:pt x="334" y="611"/>
                </a:lnTo>
                <a:lnTo>
                  <a:pt x="334" y="610"/>
                </a:lnTo>
                <a:lnTo>
                  <a:pt x="334" y="609"/>
                </a:lnTo>
                <a:lnTo>
                  <a:pt x="333" y="609"/>
                </a:lnTo>
                <a:lnTo>
                  <a:pt x="333" y="608"/>
                </a:lnTo>
                <a:lnTo>
                  <a:pt x="332" y="608"/>
                </a:lnTo>
                <a:lnTo>
                  <a:pt x="332" y="607"/>
                </a:lnTo>
                <a:lnTo>
                  <a:pt x="331" y="607"/>
                </a:lnTo>
                <a:lnTo>
                  <a:pt x="329" y="607"/>
                </a:lnTo>
                <a:lnTo>
                  <a:pt x="328" y="608"/>
                </a:lnTo>
                <a:lnTo>
                  <a:pt x="327" y="609"/>
                </a:lnTo>
                <a:lnTo>
                  <a:pt x="326" y="609"/>
                </a:lnTo>
                <a:lnTo>
                  <a:pt x="326" y="608"/>
                </a:lnTo>
                <a:lnTo>
                  <a:pt x="324" y="608"/>
                </a:lnTo>
                <a:lnTo>
                  <a:pt x="324" y="609"/>
                </a:lnTo>
                <a:lnTo>
                  <a:pt x="323" y="609"/>
                </a:lnTo>
                <a:lnTo>
                  <a:pt x="323" y="610"/>
                </a:lnTo>
                <a:lnTo>
                  <a:pt x="322" y="609"/>
                </a:lnTo>
                <a:lnTo>
                  <a:pt x="320" y="610"/>
                </a:lnTo>
                <a:lnTo>
                  <a:pt x="319" y="610"/>
                </a:lnTo>
                <a:lnTo>
                  <a:pt x="318" y="610"/>
                </a:lnTo>
                <a:lnTo>
                  <a:pt x="318" y="611"/>
                </a:lnTo>
                <a:lnTo>
                  <a:pt x="317" y="611"/>
                </a:lnTo>
                <a:lnTo>
                  <a:pt x="316" y="611"/>
                </a:lnTo>
                <a:lnTo>
                  <a:pt x="316" y="610"/>
                </a:lnTo>
                <a:lnTo>
                  <a:pt x="316" y="609"/>
                </a:lnTo>
                <a:lnTo>
                  <a:pt x="315" y="610"/>
                </a:lnTo>
                <a:lnTo>
                  <a:pt x="315" y="609"/>
                </a:lnTo>
                <a:lnTo>
                  <a:pt x="314" y="608"/>
                </a:lnTo>
                <a:lnTo>
                  <a:pt x="314" y="609"/>
                </a:lnTo>
                <a:lnTo>
                  <a:pt x="312" y="609"/>
                </a:lnTo>
                <a:lnTo>
                  <a:pt x="311" y="609"/>
                </a:lnTo>
                <a:lnTo>
                  <a:pt x="311" y="608"/>
                </a:lnTo>
                <a:lnTo>
                  <a:pt x="310" y="608"/>
                </a:lnTo>
                <a:lnTo>
                  <a:pt x="310" y="607"/>
                </a:lnTo>
                <a:lnTo>
                  <a:pt x="309" y="607"/>
                </a:lnTo>
                <a:lnTo>
                  <a:pt x="308" y="608"/>
                </a:lnTo>
                <a:lnTo>
                  <a:pt x="307" y="608"/>
                </a:lnTo>
                <a:lnTo>
                  <a:pt x="307" y="609"/>
                </a:lnTo>
                <a:lnTo>
                  <a:pt x="306" y="609"/>
                </a:lnTo>
                <a:lnTo>
                  <a:pt x="305" y="609"/>
                </a:lnTo>
                <a:lnTo>
                  <a:pt x="306" y="608"/>
                </a:lnTo>
                <a:lnTo>
                  <a:pt x="305" y="608"/>
                </a:lnTo>
                <a:lnTo>
                  <a:pt x="304" y="609"/>
                </a:lnTo>
                <a:lnTo>
                  <a:pt x="305" y="609"/>
                </a:lnTo>
                <a:lnTo>
                  <a:pt x="304" y="609"/>
                </a:lnTo>
                <a:lnTo>
                  <a:pt x="303" y="609"/>
                </a:lnTo>
                <a:lnTo>
                  <a:pt x="302" y="609"/>
                </a:lnTo>
                <a:lnTo>
                  <a:pt x="302" y="610"/>
                </a:lnTo>
                <a:lnTo>
                  <a:pt x="301" y="610"/>
                </a:lnTo>
                <a:lnTo>
                  <a:pt x="300" y="611"/>
                </a:lnTo>
                <a:lnTo>
                  <a:pt x="300" y="610"/>
                </a:lnTo>
                <a:lnTo>
                  <a:pt x="299" y="609"/>
                </a:lnTo>
                <a:lnTo>
                  <a:pt x="298" y="609"/>
                </a:lnTo>
                <a:lnTo>
                  <a:pt x="298" y="610"/>
                </a:lnTo>
                <a:lnTo>
                  <a:pt x="297" y="610"/>
                </a:lnTo>
                <a:lnTo>
                  <a:pt x="296" y="610"/>
                </a:lnTo>
                <a:lnTo>
                  <a:pt x="296" y="609"/>
                </a:lnTo>
                <a:lnTo>
                  <a:pt x="295" y="609"/>
                </a:lnTo>
                <a:lnTo>
                  <a:pt x="295" y="608"/>
                </a:lnTo>
                <a:lnTo>
                  <a:pt x="296" y="608"/>
                </a:lnTo>
                <a:lnTo>
                  <a:pt x="296" y="607"/>
                </a:lnTo>
                <a:lnTo>
                  <a:pt x="296" y="606"/>
                </a:lnTo>
                <a:lnTo>
                  <a:pt x="295" y="605"/>
                </a:lnTo>
                <a:lnTo>
                  <a:pt x="294" y="605"/>
                </a:lnTo>
                <a:lnTo>
                  <a:pt x="294" y="604"/>
                </a:lnTo>
                <a:lnTo>
                  <a:pt x="293" y="603"/>
                </a:lnTo>
                <a:lnTo>
                  <a:pt x="292" y="603"/>
                </a:lnTo>
                <a:lnTo>
                  <a:pt x="292" y="602"/>
                </a:lnTo>
                <a:lnTo>
                  <a:pt x="291" y="603"/>
                </a:lnTo>
                <a:lnTo>
                  <a:pt x="290" y="603"/>
                </a:lnTo>
                <a:lnTo>
                  <a:pt x="289" y="604"/>
                </a:lnTo>
                <a:lnTo>
                  <a:pt x="288" y="605"/>
                </a:lnTo>
                <a:lnTo>
                  <a:pt x="287" y="605"/>
                </a:lnTo>
                <a:lnTo>
                  <a:pt x="287" y="606"/>
                </a:lnTo>
                <a:lnTo>
                  <a:pt x="286" y="606"/>
                </a:lnTo>
                <a:lnTo>
                  <a:pt x="285" y="606"/>
                </a:lnTo>
                <a:lnTo>
                  <a:pt x="285" y="605"/>
                </a:lnTo>
                <a:lnTo>
                  <a:pt x="284" y="605"/>
                </a:lnTo>
                <a:lnTo>
                  <a:pt x="283" y="605"/>
                </a:lnTo>
                <a:lnTo>
                  <a:pt x="282" y="605"/>
                </a:lnTo>
                <a:lnTo>
                  <a:pt x="281" y="605"/>
                </a:lnTo>
                <a:lnTo>
                  <a:pt x="281" y="606"/>
                </a:lnTo>
                <a:lnTo>
                  <a:pt x="280" y="605"/>
                </a:lnTo>
                <a:lnTo>
                  <a:pt x="280" y="604"/>
                </a:lnTo>
                <a:lnTo>
                  <a:pt x="279" y="604"/>
                </a:lnTo>
                <a:lnTo>
                  <a:pt x="279" y="603"/>
                </a:lnTo>
                <a:lnTo>
                  <a:pt x="279" y="602"/>
                </a:lnTo>
                <a:lnTo>
                  <a:pt x="279" y="601"/>
                </a:lnTo>
                <a:lnTo>
                  <a:pt x="279" y="599"/>
                </a:lnTo>
                <a:lnTo>
                  <a:pt x="279" y="598"/>
                </a:lnTo>
                <a:lnTo>
                  <a:pt x="279" y="597"/>
                </a:lnTo>
                <a:lnTo>
                  <a:pt x="278" y="597"/>
                </a:lnTo>
                <a:lnTo>
                  <a:pt x="278" y="596"/>
                </a:lnTo>
                <a:lnTo>
                  <a:pt x="277" y="596"/>
                </a:lnTo>
                <a:lnTo>
                  <a:pt x="276" y="596"/>
                </a:lnTo>
                <a:lnTo>
                  <a:pt x="276" y="597"/>
                </a:lnTo>
                <a:lnTo>
                  <a:pt x="275" y="597"/>
                </a:lnTo>
                <a:lnTo>
                  <a:pt x="275" y="596"/>
                </a:lnTo>
                <a:lnTo>
                  <a:pt x="274" y="596"/>
                </a:lnTo>
                <a:lnTo>
                  <a:pt x="274" y="597"/>
                </a:lnTo>
                <a:lnTo>
                  <a:pt x="273" y="597"/>
                </a:lnTo>
                <a:lnTo>
                  <a:pt x="273" y="596"/>
                </a:lnTo>
                <a:lnTo>
                  <a:pt x="273" y="595"/>
                </a:lnTo>
                <a:lnTo>
                  <a:pt x="273" y="594"/>
                </a:lnTo>
                <a:lnTo>
                  <a:pt x="272" y="595"/>
                </a:lnTo>
                <a:lnTo>
                  <a:pt x="272" y="594"/>
                </a:lnTo>
                <a:lnTo>
                  <a:pt x="271" y="594"/>
                </a:lnTo>
                <a:lnTo>
                  <a:pt x="271" y="593"/>
                </a:lnTo>
                <a:lnTo>
                  <a:pt x="271" y="592"/>
                </a:lnTo>
                <a:lnTo>
                  <a:pt x="272" y="591"/>
                </a:lnTo>
                <a:lnTo>
                  <a:pt x="272" y="590"/>
                </a:lnTo>
                <a:lnTo>
                  <a:pt x="271" y="590"/>
                </a:lnTo>
                <a:lnTo>
                  <a:pt x="271" y="588"/>
                </a:lnTo>
                <a:lnTo>
                  <a:pt x="272" y="588"/>
                </a:lnTo>
                <a:lnTo>
                  <a:pt x="272" y="587"/>
                </a:lnTo>
                <a:lnTo>
                  <a:pt x="271" y="587"/>
                </a:lnTo>
                <a:lnTo>
                  <a:pt x="270" y="586"/>
                </a:lnTo>
                <a:lnTo>
                  <a:pt x="270" y="585"/>
                </a:lnTo>
                <a:lnTo>
                  <a:pt x="271" y="585"/>
                </a:lnTo>
                <a:lnTo>
                  <a:pt x="271" y="584"/>
                </a:lnTo>
                <a:lnTo>
                  <a:pt x="270" y="584"/>
                </a:lnTo>
                <a:lnTo>
                  <a:pt x="269" y="584"/>
                </a:lnTo>
                <a:lnTo>
                  <a:pt x="269" y="583"/>
                </a:lnTo>
                <a:lnTo>
                  <a:pt x="268" y="583"/>
                </a:lnTo>
                <a:lnTo>
                  <a:pt x="268" y="582"/>
                </a:lnTo>
                <a:lnTo>
                  <a:pt x="268" y="581"/>
                </a:lnTo>
                <a:lnTo>
                  <a:pt x="267" y="581"/>
                </a:lnTo>
                <a:lnTo>
                  <a:pt x="267" y="580"/>
                </a:lnTo>
                <a:lnTo>
                  <a:pt x="266" y="580"/>
                </a:lnTo>
                <a:lnTo>
                  <a:pt x="267" y="579"/>
                </a:lnTo>
                <a:lnTo>
                  <a:pt x="267" y="578"/>
                </a:lnTo>
                <a:lnTo>
                  <a:pt x="268" y="578"/>
                </a:lnTo>
                <a:lnTo>
                  <a:pt x="267" y="577"/>
                </a:lnTo>
                <a:lnTo>
                  <a:pt x="268" y="576"/>
                </a:lnTo>
                <a:lnTo>
                  <a:pt x="268" y="575"/>
                </a:lnTo>
                <a:lnTo>
                  <a:pt x="269" y="575"/>
                </a:lnTo>
                <a:lnTo>
                  <a:pt x="269" y="574"/>
                </a:lnTo>
                <a:lnTo>
                  <a:pt x="268" y="574"/>
                </a:lnTo>
                <a:lnTo>
                  <a:pt x="268" y="573"/>
                </a:lnTo>
                <a:lnTo>
                  <a:pt x="267" y="573"/>
                </a:lnTo>
                <a:lnTo>
                  <a:pt x="266" y="573"/>
                </a:lnTo>
                <a:lnTo>
                  <a:pt x="265" y="574"/>
                </a:lnTo>
                <a:lnTo>
                  <a:pt x="264" y="574"/>
                </a:lnTo>
                <a:lnTo>
                  <a:pt x="264" y="576"/>
                </a:lnTo>
                <a:lnTo>
                  <a:pt x="264" y="577"/>
                </a:lnTo>
                <a:lnTo>
                  <a:pt x="263" y="577"/>
                </a:lnTo>
                <a:lnTo>
                  <a:pt x="261" y="578"/>
                </a:lnTo>
                <a:lnTo>
                  <a:pt x="260" y="577"/>
                </a:lnTo>
                <a:lnTo>
                  <a:pt x="259" y="577"/>
                </a:lnTo>
                <a:lnTo>
                  <a:pt x="259" y="576"/>
                </a:lnTo>
                <a:lnTo>
                  <a:pt x="259" y="575"/>
                </a:lnTo>
                <a:lnTo>
                  <a:pt x="259" y="574"/>
                </a:lnTo>
                <a:lnTo>
                  <a:pt x="259" y="573"/>
                </a:lnTo>
                <a:lnTo>
                  <a:pt x="258" y="573"/>
                </a:lnTo>
                <a:lnTo>
                  <a:pt x="257" y="573"/>
                </a:lnTo>
                <a:lnTo>
                  <a:pt x="256" y="574"/>
                </a:lnTo>
                <a:lnTo>
                  <a:pt x="256" y="575"/>
                </a:lnTo>
                <a:lnTo>
                  <a:pt x="255" y="575"/>
                </a:lnTo>
                <a:lnTo>
                  <a:pt x="254" y="575"/>
                </a:lnTo>
                <a:lnTo>
                  <a:pt x="253" y="575"/>
                </a:lnTo>
                <a:lnTo>
                  <a:pt x="253" y="576"/>
                </a:lnTo>
                <a:lnTo>
                  <a:pt x="254" y="576"/>
                </a:lnTo>
                <a:lnTo>
                  <a:pt x="253" y="576"/>
                </a:lnTo>
                <a:lnTo>
                  <a:pt x="253" y="577"/>
                </a:lnTo>
                <a:lnTo>
                  <a:pt x="253" y="576"/>
                </a:lnTo>
                <a:lnTo>
                  <a:pt x="252" y="577"/>
                </a:lnTo>
                <a:lnTo>
                  <a:pt x="252" y="576"/>
                </a:lnTo>
                <a:lnTo>
                  <a:pt x="251" y="576"/>
                </a:lnTo>
                <a:lnTo>
                  <a:pt x="250" y="575"/>
                </a:lnTo>
                <a:lnTo>
                  <a:pt x="250" y="576"/>
                </a:lnTo>
                <a:lnTo>
                  <a:pt x="250" y="575"/>
                </a:lnTo>
                <a:lnTo>
                  <a:pt x="249" y="575"/>
                </a:lnTo>
                <a:lnTo>
                  <a:pt x="248" y="574"/>
                </a:lnTo>
                <a:lnTo>
                  <a:pt x="248" y="573"/>
                </a:lnTo>
                <a:lnTo>
                  <a:pt x="249" y="573"/>
                </a:lnTo>
                <a:lnTo>
                  <a:pt x="249" y="572"/>
                </a:lnTo>
                <a:lnTo>
                  <a:pt x="250" y="571"/>
                </a:lnTo>
                <a:lnTo>
                  <a:pt x="250" y="570"/>
                </a:lnTo>
                <a:lnTo>
                  <a:pt x="251" y="570"/>
                </a:lnTo>
                <a:lnTo>
                  <a:pt x="250" y="569"/>
                </a:lnTo>
                <a:lnTo>
                  <a:pt x="250" y="568"/>
                </a:lnTo>
                <a:lnTo>
                  <a:pt x="250" y="567"/>
                </a:lnTo>
                <a:lnTo>
                  <a:pt x="249" y="566"/>
                </a:lnTo>
                <a:lnTo>
                  <a:pt x="248" y="565"/>
                </a:lnTo>
                <a:lnTo>
                  <a:pt x="247" y="565"/>
                </a:lnTo>
                <a:lnTo>
                  <a:pt x="247" y="566"/>
                </a:lnTo>
                <a:lnTo>
                  <a:pt x="246" y="565"/>
                </a:lnTo>
                <a:lnTo>
                  <a:pt x="245" y="564"/>
                </a:lnTo>
                <a:lnTo>
                  <a:pt x="244" y="564"/>
                </a:lnTo>
                <a:lnTo>
                  <a:pt x="243" y="565"/>
                </a:lnTo>
                <a:lnTo>
                  <a:pt x="243" y="564"/>
                </a:lnTo>
                <a:lnTo>
                  <a:pt x="242" y="564"/>
                </a:lnTo>
                <a:lnTo>
                  <a:pt x="242" y="565"/>
                </a:lnTo>
                <a:lnTo>
                  <a:pt x="241" y="565"/>
                </a:lnTo>
                <a:lnTo>
                  <a:pt x="240" y="565"/>
                </a:lnTo>
                <a:lnTo>
                  <a:pt x="239" y="565"/>
                </a:lnTo>
                <a:lnTo>
                  <a:pt x="238" y="566"/>
                </a:lnTo>
                <a:lnTo>
                  <a:pt x="237" y="566"/>
                </a:lnTo>
                <a:lnTo>
                  <a:pt x="237" y="567"/>
                </a:lnTo>
                <a:lnTo>
                  <a:pt x="236" y="567"/>
                </a:lnTo>
                <a:lnTo>
                  <a:pt x="236" y="568"/>
                </a:lnTo>
                <a:lnTo>
                  <a:pt x="236" y="569"/>
                </a:lnTo>
                <a:lnTo>
                  <a:pt x="236" y="570"/>
                </a:lnTo>
                <a:lnTo>
                  <a:pt x="237" y="570"/>
                </a:lnTo>
                <a:lnTo>
                  <a:pt x="236" y="571"/>
                </a:lnTo>
                <a:lnTo>
                  <a:pt x="236" y="572"/>
                </a:lnTo>
                <a:lnTo>
                  <a:pt x="235" y="572"/>
                </a:lnTo>
                <a:lnTo>
                  <a:pt x="234" y="573"/>
                </a:lnTo>
                <a:lnTo>
                  <a:pt x="233" y="573"/>
                </a:lnTo>
                <a:lnTo>
                  <a:pt x="233" y="574"/>
                </a:lnTo>
                <a:lnTo>
                  <a:pt x="232" y="575"/>
                </a:lnTo>
                <a:lnTo>
                  <a:pt x="231" y="575"/>
                </a:lnTo>
                <a:lnTo>
                  <a:pt x="230" y="576"/>
                </a:lnTo>
                <a:lnTo>
                  <a:pt x="230" y="577"/>
                </a:lnTo>
                <a:lnTo>
                  <a:pt x="231" y="577"/>
                </a:lnTo>
                <a:lnTo>
                  <a:pt x="232" y="577"/>
                </a:lnTo>
                <a:lnTo>
                  <a:pt x="232" y="578"/>
                </a:lnTo>
                <a:lnTo>
                  <a:pt x="233" y="577"/>
                </a:lnTo>
                <a:lnTo>
                  <a:pt x="233" y="578"/>
                </a:lnTo>
                <a:lnTo>
                  <a:pt x="233" y="579"/>
                </a:lnTo>
                <a:lnTo>
                  <a:pt x="234" y="579"/>
                </a:lnTo>
                <a:lnTo>
                  <a:pt x="234" y="580"/>
                </a:lnTo>
                <a:lnTo>
                  <a:pt x="235" y="579"/>
                </a:lnTo>
                <a:lnTo>
                  <a:pt x="236" y="580"/>
                </a:lnTo>
                <a:lnTo>
                  <a:pt x="236" y="581"/>
                </a:lnTo>
                <a:lnTo>
                  <a:pt x="237" y="581"/>
                </a:lnTo>
                <a:lnTo>
                  <a:pt x="237" y="582"/>
                </a:lnTo>
                <a:lnTo>
                  <a:pt x="236" y="583"/>
                </a:lnTo>
                <a:lnTo>
                  <a:pt x="235" y="584"/>
                </a:lnTo>
                <a:lnTo>
                  <a:pt x="235" y="583"/>
                </a:lnTo>
                <a:lnTo>
                  <a:pt x="235" y="584"/>
                </a:lnTo>
                <a:lnTo>
                  <a:pt x="234" y="584"/>
                </a:lnTo>
                <a:lnTo>
                  <a:pt x="234" y="585"/>
                </a:lnTo>
                <a:lnTo>
                  <a:pt x="233" y="585"/>
                </a:lnTo>
                <a:lnTo>
                  <a:pt x="234" y="585"/>
                </a:lnTo>
                <a:lnTo>
                  <a:pt x="234" y="587"/>
                </a:lnTo>
                <a:lnTo>
                  <a:pt x="235" y="587"/>
                </a:lnTo>
                <a:lnTo>
                  <a:pt x="235" y="588"/>
                </a:lnTo>
                <a:lnTo>
                  <a:pt x="235" y="590"/>
                </a:lnTo>
                <a:lnTo>
                  <a:pt x="235" y="591"/>
                </a:lnTo>
                <a:lnTo>
                  <a:pt x="234" y="592"/>
                </a:lnTo>
                <a:lnTo>
                  <a:pt x="233" y="592"/>
                </a:lnTo>
                <a:lnTo>
                  <a:pt x="232" y="592"/>
                </a:lnTo>
                <a:lnTo>
                  <a:pt x="232" y="593"/>
                </a:lnTo>
                <a:lnTo>
                  <a:pt x="232" y="592"/>
                </a:lnTo>
                <a:lnTo>
                  <a:pt x="230" y="592"/>
                </a:lnTo>
                <a:lnTo>
                  <a:pt x="230" y="593"/>
                </a:lnTo>
                <a:lnTo>
                  <a:pt x="229" y="593"/>
                </a:lnTo>
                <a:lnTo>
                  <a:pt x="229" y="594"/>
                </a:lnTo>
                <a:lnTo>
                  <a:pt x="229" y="593"/>
                </a:lnTo>
                <a:lnTo>
                  <a:pt x="229" y="594"/>
                </a:lnTo>
                <a:lnTo>
                  <a:pt x="228" y="594"/>
                </a:lnTo>
                <a:lnTo>
                  <a:pt x="228" y="593"/>
                </a:lnTo>
                <a:lnTo>
                  <a:pt x="227" y="594"/>
                </a:lnTo>
                <a:lnTo>
                  <a:pt x="227" y="595"/>
                </a:lnTo>
                <a:lnTo>
                  <a:pt x="226" y="595"/>
                </a:lnTo>
                <a:lnTo>
                  <a:pt x="226" y="594"/>
                </a:lnTo>
                <a:lnTo>
                  <a:pt x="225" y="594"/>
                </a:lnTo>
                <a:lnTo>
                  <a:pt x="224" y="594"/>
                </a:lnTo>
                <a:lnTo>
                  <a:pt x="223" y="594"/>
                </a:lnTo>
                <a:lnTo>
                  <a:pt x="222" y="594"/>
                </a:lnTo>
                <a:lnTo>
                  <a:pt x="221" y="595"/>
                </a:lnTo>
                <a:lnTo>
                  <a:pt x="221" y="596"/>
                </a:lnTo>
                <a:lnTo>
                  <a:pt x="221" y="597"/>
                </a:lnTo>
                <a:lnTo>
                  <a:pt x="220" y="597"/>
                </a:lnTo>
                <a:lnTo>
                  <a:pt x="220" y="598"/>
                </a:lnTo>
                <a:lnTo>
                  <a:pt x="219" y="598"/>
                </a:lnTo>
                <a:lnTo>
                  <a:pt x="218" y="598"/>
                </a:lnTo>
                <a:lnTo>
                  <a:pt x="217" y="598"/>
                </a:lnTo>
                <a:lnTo>
                  <a:pt x="216" y="599"/>
                </a:lnTo>
                <a:lnTo>
                  <a:pt x="215" y="599"/>
                </a:lnTo>
                <a:lnTo>
                  <a:pt x="215" y="600"/>
                </a:lnTo>
                <a:lnTo>
                  <a:pt x="214" y="600"/>
                </a:lnTo>
                <a:lnTo>
                  <a:pt x="213" y="600"/>
                </a:lnTo>
                <a:lnTo>
                  <a:pt x="213" y="601"/>
                </a:lnTo>
                <a:lnTo>
                  <a:pt x="212" y="601"/>
                </a:lnTo>
                <a:lnTo>
                  <a:pt x="212" y="602"/>
                </a:lnTo>
                <a:lnTo>
                  <a:pt x="211" y="602"/>
                </a:lnTo>
                <a:lnTo>
                  <a:pt x="210" y="602"/>
                </a:lnTo>
                <a:lnTo>
                  <a:pt x="210" y="603"/>
                </a:lnTo>
                <a:lnTo>
                  <a:pt x="209" y="603"/>
                </a:lnTo>
                <a:lnTo>
                  <a:pt x="209" y="604"/>
                </a:lnTo>
                <a:lnTo>
                  <a:pt x="208" y="604"/>
                </a:lnTo>
                <a:lnTo>
                  <a:pt x="208" y="605"/>
                </a:lnTo>
                <a:lnTo>
                  <a:pt x="207" y="605"/>
                </a:lnTo>
                <a:lnTo>
                  <a:pt x="207" y="606"/>
                </a:lnTo>
                <a:lnTo>
                  <a:pt x="207" y="607"/>
                </a:lnTo>
                <a:lnTo>
                  <a:pt x="206" y="607"/>
                </a:lnTo>
                <a:lnTo>
                  <a:pt x="206" y="608"/>
                </a:lnTo>
                <a:lnTo>
                  <a:pt x="205" y="608"/>
                </a:lnTo>
                <a:lnTo>
                  <a:pt x="203" y="608"/>
                </a:lnTo>
                <a:lnTo>
                  <a:pt x="202" y="608"/>
                </a:lnTo>
                <a:lnTo>
                  <a:pt x="202" y="609"/>
                </a:lnTo>
                <a:lnTo>
                  <a:pt x="201" y="609"/>
                </a:lnTo>
                <a:lnTo>
                  <a:pt x="201" y="608"/>
                </a:lnTo>
                <a:lnTo>
                  <a:pt x="200" y="608"/>
                </a:lnTo>
                <a:lnTo>
                  <a:pt x="199" y="608"/>
                </a:lnTo>
                <a:lnTo>
                  <a:pt x="199" y="607"/>
                </a:lnTo>
                <a:lnTo>
                  <a:pt x="200" y="606"/>
                </a:lnTo>
                <a:lnTo>
                  <a:pt x="200" y="605"/>
                </a:lnTo>
                <a:lnTo>
                  <a:pt x="199" y="605"/>
                </a:lnTo>
                <a:lnTo>
                  <a:pt x="198" y="605"/>
                </a:lnTo>
                <a:lnTo>
                  <a:pt x="198" y="604"/>
                </a:lnTo>
                <a:lnTo>
                  <a:pt x="197" y="604"/>
                </a:lnTo>
                <a:lnTo>
                  <a:pt x="198" y="605"/>
                </a:lnTo>
                <a:lnTo>
                  <a:pt x="197" y="605"/>
                </a:lnTo>
                <a:lnTo>
                  <a:pt x="196" y="605"/>
                </a:lnTo>
                <a:lnTo>
                  <a:pt x="195" y="605"/>
                </a:lnTo>
                <a:lnTo>
                  <a:pt x="195" y="606"/>
                </a:lnTo>
                <a:lnTo>
                  <a:pt x="194" y="607"/>
                </a:lnTo>
                <a:lnTo>
                  <a:pt x="194" y="608"/>
                </a:lnTo>
                <a:lnTo>
                  <a:pt x="194" y="609"/>
                </a:lnTo>
                <a:lnTo>
                  <a:pt x="193" y="608"/>
                </a:lnTo>
                <a:lnTo>
                  <a:pt x="193" y="607"/>
                </a:lnTo>
                <a:lnTo>
                  <a:pt x="193" y="606"/>
                </a:lnTo>
                <a:lnTo>
                  <a:pt x="193" y="605"/>
                </a:lnTo>
                <a:lnTo>
                  <a:pt x="192" y="605"/>
                </a:lnTo>
                <a:lnTo>
                  <a:pt x="191" y="604"/>
                </a:lnTo>
                <a:lnTo>
                  <a:pt x="190" y="604"/>
                </a:lnTo>
                <a:lnTo>
                  <a:pt x="189" y="604"/>
                </a:lnTo>
                <a:lnTo>
                  <a:pt x="189" y="602"/>
                </a:lnTo>
                <a:lnTo>
                  <a:pt x="188" y="601"/>
                </a:lnTo>
                <a:lnTo>
                  <a:pt x="187" y="600"/>
                </a:lnTo>
                <a:lnTo>
                  <a:pt x="186" y="600"/>
                </a:lnTo>
                <a:lnTo>
                  <a:pt x="186" y="599"/>
                </a:lnTo>
                <a:lnTo>
                  <a:pt x="187" y="597"/>
                </a:lnTo>
                <a:lnTo>
                  <a:pt x="188" y="597"/>
                </a:lnTo>
                <a:lnTo>
                  <a:pt x="188" y="596"/>
                </a:lnTo>
                <a:lnTo>
                  <a:pt x="189" y="596"/>
                </a:lnTo>
                <a:lnTo>
                  <a:pt x="190" y="596"/>
                </a:lnTo>
                <a:lnTo>
                  <a:pt x="190" y="595"/>
                </a:lnTo>
                <a:lnTo>
                  <a:pt x="189" y="594"/>
                </a:lnTo>
                <a:lnTo>
                  <a:pt x="188" y="594"/>
                </a:lnTo>
                <a:lnTo>
                  <a:pt x="186" y="594"/>
                </a:lnTo>
                <a:lnTo>
                  <a:pt x="186" y="593"/>
                </a:lnTo>
                <a:lnTo>
                  <a:pt x="186" y="592"/>
                </a:lnTo>
                <a:lnTo>
                  <a:pt x="187" y="592"/>
                </a:lnTo>
                <a:lnTo>
                  <a:pt x="188" y="592"/>
                </a:lnTo>
                <a:lnTo>
                  <a:pt x="188" y="591"/>
                </a:lnTo>
                <a:lnTo>
                  <a:pt x="189" y="590"/>
                </a:lnTo>
                <a:lnTo>
                  <a:pt x="188" y="588"/>
                </a:lnTo>
                <a:lnTo>
                  <a:pt x="189" y="588"/>
                </a:lnTo>
                <a:lnTo>
                  <a:pt x="189" y="587"/>
                </a:lnTo>
                <a:lnTo>
                  <a:pt x="190" y="586"/>
                </a:lnTo>
                <a:lnTo>
                  <a:pt x="191" y="586"/>
                </a:lnTo>
                <a:lnTo>
                  <a:pt x="192" y="586"/>
                </a:lnTo>
                <a:lnTo>
                  <a:pt x="192" y="585"/>
                </a:lnTo>
                <a:lnTo>
                  <a:pt x="193" y="584"/>
                </a:lnTo>
                <a:lnTo>
                  <a:pt x="194" y="583"/>
                </a:lnTo>
                <a:lnTo>
                  <a:pt x="195" y="582"/>
                </a:lnTo>
                <a:lnTo>
                  <a:pt x="195" y="581"/>
                </a:lnTo>
                <a:lnTo>
                  <a:pt x="196" y="581"/>
                </a:lnTo>
                <a:lnTo>
                  <a:pt x="195" y="581"/>
                </a:lnTo>
                <a:lnTo>
                  <a:pt x="196" y="580"/>
                </a:lnTo>
                <a:lnTo>
                  <a:pt x="197" y="580"/>
                </a:lnTo>
                <a:lnTo>
                  <a:pt x="197" y="579"/>
                </a:lnTo>
                <a:lnTo>
                  <a:pt x="198" y="579"/>
                </a:lnTo>
                <a:lnTo>
                  <a:pt x="199" y="580"/>
                </a:lnTo>
                <a:lnTo>
                  <a:pt x="200" y="580"/>
                </a:lnTo>
                <a:lnTo>
                  <a:pt x="201" y="580"/>
                </a:lnTo>
                <a:lnTo>
                  <a:pt x="201" y="579"/>
                </a:lnTo>
                <a:lnTo>
                  <a:pt x="202" y="579"/>
                </a:lnTo>
                <a:lnTo>
                  <a:pt x="202" y="578"/>
                </a:lnTo>
                <a:lnTo>
                  <a:pt x="202" y="577"/>
                </a:lnTo>
                <a:lnTo>
                  <a:pt x="203" y="577"/>
                </a:lnTo>
                <a:lnTo>
                  <a:pt x="204" y="577"/>
                </a:lnTo>
                <a:lnTo>
                  <a:pt x="205" y="577"/>
                </a:lnTo>
                <a:lnTo>
                  <a:pt x="205" y="576"/>
                </a:lnTo>
                <a:lnTo>
                  <a:pt x="204" y="576"/>
                </a:lnTo>
                <a:lnTo>
                  <a:pt x="204" y="575"/>
                </a:lnTo>
                <a:lnTo>
                  <a:pt x="205" y="575"/>
                </a:lnTo>
                <a:lnTo>
                  <a:pt x="206" y="574"/>
                </a:lnTo>
                <a:lnTo>
                  <a:pt x="206" y="573"/>
                </a:lnTo>
                <a:lnTo>
                  <a:pt x="207" y="572"/>
                </a:lnTo>
                <a:lnTo>
                  <a:pt x="208" y="572"/>
                </a:lnTo>
                <a:lnTo>
                  <a:pt x="209" y="571"/>
                </a:lnTo>
                <a:lnTo>
                  <a:pt x="209" y="570"/>
                </a:lnTo>
                <a:lnTo>
                  <a:pt x="210" y="570"/>
                </a:lnTo>
                <a:lnTo>
                  <a:pt x="210" y="569"/>
                </a:lnTo>
                <a:lnTo>
                  <a:pt x="211" y="568"/>
                </a:lnTo>
                <a:lnTo>
                  <a:pt x="211" y="567"/>
                </a:lnTo>
                <a:lnTo>
                  <a:pt x="211" y="566"/>
                </a:lnTo>
                <a:lnTo>
                  <a:pt x="212" y="566"/>
                </a:lnTo>
                <a:lnTo>
                  <a:pt x="212" y="565"/>
                </a:lnTo>
                <a:lnTo>
                  <a:pt x="211" y="565"/>
                </a:lnTo>
                <a:lnTo>
                  <a:pt x="211" y="564"/>
                </a:lnTo>
                <a:lnTo>
                  <a:pt x="211" y="563"/>
                </a:lnTo>
                <a:lnTo>
                  <a:pt x="212" y="563"/>
                </a:lnTo>
                <a:lnTo>
                  <a:pt x="212" y="562"/>
                </a:lnTo>
                <a:lnTo>
                  <a:pt x="212" y="561"/>
                </a:lnTo>
                <a:lnTo>
                  <a:pt x="212" y="560"/>
                </a:lnTo>
                <a:lnTo>
                  <a:pt x="212" y="559"/>
                </a:lnTo>
                <a:lnTo>
                  <a:pt x="211" y="559"/>
                </a:lnTo>
                <a:lnTo>
                  <a:pt x="210" y="558"/>
                </a:lnTo>
                <a:lnTo>
                  <a:pt x="210" y="559"/>
                </a:lnTo>
                <a:lnTo>
                  <a:pt x="210" y="558"/>
                </a:lnTo>
                <a:lnTo>
                  <a:pt x="209" y="558"/>
                </a:lnTo>
                <a:lnTo>
                  <a:pt x="208" y="558"/>
                </a:lnTo>
                <a:lnTo>
                  <a:pt x="207" y="559"/>
                </a:lnTo>
                <a:lnTo>
                  <a:pt x="206" y="559"/>
                </a:lnTo>
                <a:lnTo>
                  <a:pt x="205" y="559"/>
                </a:lnTo>
                <a:lnTo>
                  <a:pt x="205" y="560"/>
                </a:lnTo>
                <a:lnTo>
                  <a:pt x="205" y="561"/>
                </a:lnTo>
                <a:lnTo>
                  <a:pt x="205" y="560"/>
                </a:lnTo>
                <a:lnTo>
                  <a:pt x="204" y="558"/>
                </a:lnTo>
                <a:lnTo>
                  <a:pt x="205" y="557"/>
                </a:lnTo>
                <a:lnTo>
                  <a:pt x="205" y="556"/>
                </a:lnTo>
                <a:lnTo>
                  <a:pt x="204" y="556"/>
                </a:lnTo>
                <a:lnTo>
                  <a:pt x="205" y="555"/>
                </a:lnTo>
                <a:lnTo>
                  <a:pt x="205" y="554"/>
                </a:lnTo>
                <a:lnTo>
                  <a:pt x="204" y="554"/>
                </a:lnTo>
                <a:lnTo>
                  <a:pt x="204" y="555"/>
                </a:lnTo>
                <a:lnTo>
                  <a:pt x="203" y="556"/>
                </a:lnTo>
                <a:lnTo>
                  <a:pt x="203" y="555"/>
                </a:lnTo>
                <a:lnTo>
                  <a:pt x="202" y="556"/>
                </a:lnTo>
                <a:lnTo>
                  <a:pt x="201" y="556"/>
                </a:lnTo>
                <a:lnTo>
                  <a:pt x="201" y="555"/>
                </a:lnTo>
                <a:lnTo>
                  <a:pt x="200" y="555"/>
                </a:lnTo>
                <a:lnTo>
                  <a:pt x="201" y="555"/>
                </a:lnTo>
                <a:lnTo>
                  <a:pt x="201" y="554"/>
                </a:lnTo>
                <a:lnTo>
                  <a:pt x="200" y="554"/>
                </a:lnTo>
                <a:lnTo>
                  <a:pt x="201" y="554"/>
                </a:lnTo>
                <a:lnTo>
                  <a:pt x="201" y="553"/>
                </a:lnTo>
                <a:lnTo>
                  <a:pt x="200" y="553"/>
                </a:lnTo>
                <a:lnTo>
                  <a:pt x="200" y="552"/>
                </a:lnTo>
                <a:lnTo>
                  <a:pt x="199" y="551"/>
                </a:lnTo>
                <a:lnTo>
                  <a:pt x="198" y="550"/>
                </a:lnTo>
                <a:lnTo>
                  <a:pt x="197" y="550"/>
                </a:lnTo>
                <a:lnTo>
                  <a:pt x="197" y="549"/>
                </a:lnTo>
                <a:lnTo>
                  <a:pt x="196" y="549"/>
                </a:lnTo>
                <a:lnTo>
                  <a:pt x="195" y="549"/>
                </a:lnTo>
                <a:lnTo>
                  <a:pt x="194" y="549"/>
                </a:lnTo>
                <a:lnTo>
                  <a:pt x="192" y="549"/>
                </a:lnTo>
                <a:lnTo>
                  <a:pt x="192" y="548"/>
                </a:lnTo>
                <a:lnTo>
                  <a:pt x="191" y="548"/>
                </a:lnTo>
                <a:lnTo>
                  <a:pt x="190" y="547"/>
                </a:lnTo>
                <a:lnTo>
                  <a:pt x="189" y="547"/>
                </a:lnTo>
                <a:lnTo>
                  <a:pt x="188" y="546"/>
                </a:lnTo>
                <a:lnTo>
                  <a:pt x="187" y="546"/>
                </a:lnTo>
                <a:lnTo>
                  <a:pt x="185" y="546"/>
                </a:lnTo>
                <a:lnTo>
                  <a:pt x="183" y="547"/>
                </a:lnTo>
                <a:lnTo>
                  <a:pt x="182" y="547"/>
                </a:lnTo>
                <a:lnTo>
                  <a:pt x="181" y="547"/>
                </a:lnTo>
                <a:lnTo>
                  <a:pt x="181" y="548"/>
                </a:lnTo>
                <a:lnTo>
                  <a:pt x="180" y="548"/>
                </a:lnTo>
                <a:lnTo>
                  <a:pt x="180" y="549"/>
                </a:lnTo>
                <a:lnTo>
                  <a:pt x="179" y="550"/>
                </a:lnTo>
                <a:lnTo>
                  <a:pt x="178" y="552"/>
                </a:lnTo>
                <a:lnTo>
                  <a:pt x="177" y="554"/>
                </a:lnTo>
                <a:lnTo>
                  <a:pt x="177" y="556"/>
                </a:lnTo>
                <a:lnTo>
                  <a:pt x="177" y="557"/>
                </a:lnTo>
                <a:lnTo>
                  <a:pt x="177" y="561"/>
                </a:lnTo>
                <a:lnTo>
                  <a:pt x="176" y="563"/>
                </a:lnTo>
                <a:lnTo>
                  <a:pt x="176" y="564"/>
                </a:lnTo>
                <a:lnTo>
                  <a:pt x="176" y="565"/>
                </a:lnTo>
                <a:lnTo>
                  <a:pt x="175" y="566"/>
                </a:lnTo>
                <a:lnTo>
                  <a:pt x="175" y="567"/>
                </a:lnTo>
                <a:lnTo>
                  <a:pt x="174" y="567"/>
                </a:lnTo>
                <a:lnTo>
                  <a:pt x="174" y="568"/>
                </a:lnTo>
                <a:lnTo>
                  <a:pt x="172" y="568"/>
                </a:lnTo>
                <a:lnTo>
                  <a:pt x="171" y="567"/>
                </a:lnTo>
                <a:lnTo>
                  <a:pt x="170" y="567"/>
                </a:lnTo>
                <a:lnTo>
                  <a:pt x="168" y="567"/>
                </a:lnTo>
                <a:lnTo>
                  <a:pt x="167" y="568"/>
                </a:lnTo>
                <a:lnTo>
                  <a:pt x="166" y="568"/>
                </a:lnTo>
                <a:lnTo>
                  <a:pt x="165" y="568"/>
                </a:lnTo>
                <a:lnTo>
                  <a:pt x="165" y="569"/>
                </a:lnTo>
                <a:lnTo>
                  <a:pt x="164" y="570"/>
                </a:lnTo>
                <a:lnTo>
                  <a:pt x="163" y="570"/>
                </a:lnTo>
                <a:lnTo>
                  <a:pt x="163" y="571"/>
                </a:lnTo>
                <a:lnTo>
                  <a:pt x="162" y="571"/>
                </a:lnTo>
                <a:lnTo>
                  <a:pt x="161" y="571"/>
                </a:lnTo>
                <a:lnTo>
                  <a:pt x="161" y="572"/>
                </a:lnTo>
                <a:lnTo>
                  <a:pt x="160" y="572"/>
                </a:lnTo>
                <a:lnTo>
                  <a:pt x="159" y="572"/>
                </a:lnTo>
                <a:lnTo>
                  <a:pt x="159" y="573"/>
                </a:lnTo>
                <a:lnTo>
                  <a:pt x="158" y="573"/>
                </a:lnTo>
                <a:lnTo>
                  <a:pt x="157" y="573"/>
                </a:lnTo>
                <a:lnTo>
                  <a:pt x="157" y="574"/>
                </a:lnTo>
                <a:lnTo>
                  <a:pt x="156" y="574"/>
                </a:lnTo>
                <a:lnTo>
                  <a:pt x="155" y="574"/>
                </a:lnTo>
                <a:lnTo>
                  <a:pt x="155" y="575"/>
                </a:lnTo>
                <a:lnTo>
                  <a:pt x="154" y="575"/>
                </a:lnTo>
                <a:lnTo>
                  <a:pt x="153" y="575"/>
                </a:lnTo>
                <a:lnTo>
                  <a:pt x="153" y="576"/>
                </a:lnTo>
                <a:lnTo>
                  <a:pt x="152" y="576"/>
                </a:lnTo>
                <a:lnTo>
                  <a:pt x="152" y="577"/>
                </a:lnTo>
                <a:lnTo>
                  <a:pt x="151" y="577"/>
                </a:lnTo>
                <a:lnTo>
                  <a:pt x="151" y="578"/>
                </a:lnTo>
                <a:lnTo>
                  <a:pt x="150" y="578"/>
                </a:lnTo>
                <a:lnTo>
                  <a:pt x="149" y="579"/>
                </a:lnTo>
                <a:lnTo>
                  <a:pt x="148" y="580"/>
                </a:lnTo>
                <a:lnTo>
                  <a:pt x="147" y="580"/>
                </a:lnTo>
                <a:lnTo>
                  <a:pt x="147" y="581"/>
                </a:lnTo>
                <a:lnTo>
                  <a:pt x="145" y="581"/>
                </a:lnTo>
                <a:lnTo>
                  <a:pt x="145" y="582"/>
                </a:lnTo>
                <a:lnTo>
                  <a:pt x="145" y="581"/>
                </a:lnTo>
                <a:lnTo>
                  <a:pt x="144" y="581"/>
                </a:lnTo>
                <a:lnTo>
                  <a:pt x="143" y="580"/>
                </a:lnTo>
                <a:lnTo>
                  <a:pt x="143" y="579"/>
                </a:lnTo>
                <a:lnTo>
                  <a:pt x="142" y="579"/>
                </a:lnTo>
                <a:lnTo>
                  <a:pt x="142" y="578"/>
                </a:lnTo>
                <a:lnTo>
                  <a:pt x="142" y="577"/>
                </a:lnTo>
                <a:lnTo>
                  <a:pt x="141" y="577"/>
                </a:lnTo>
                <a:lnTo>
                  <a:pt x="141" y="576"/>
                </a:lnTo>
                <a:lnTo>
                  <a:pt x="140" y="576"/>
                </a:lnTo>
                <a:lnTo>
                  <a:pt x="139" y="576"/>
                </a:lnTo>
                <a:lnTo>
                  <a:pt x="134" y="576"/>
                </a:lnTo>
                <a:lnTo>
                  <a:pt x="133" y="576"/>
                </a:lnTo>
                <a:lnTo>
                  <a:pt x="132" y="576"/>
                </a:lnTo>
                <a:lnTo>
                  <a:pt x="132" y="575"/>
                </a:lnTo>
                <a:lnTo>
                  <a:pt x="131" y="574"/>
                </a:lnTo>
                <a:lnTo>
                  <a:pt x="131" y="573"/>
                </a:lnTo>
                <a:lnTo>
                  <a:pt x="131" y="572"/>
                </a:lnTo>
                <a:lnTo>
                  <a:pt x="132" y="571"/>
                </a:lnTo>
                <a:lnTo>
                  <a:pt x="132" y="570"/>
                </a:lnTo>
                <a:lnTo>
                  <a:pt x="131" y="570"/>
                </a:lnTo>
                <a:lnTo>
                  <a:pt x="131" y="569"/>
                </a:lnTo>
                <a:lnTo>
                  <a:pt x="131" y="568"/>
                </a:lnTo>
                <a:lnTo>
                  <a:pt x="131" y="569"/>
                </a:lnTo>
                <a:lnTo>
                  <a:pt x="131" y="568"/>
                </a:lnTo>
                <a:lnTo>
                  <a:pt x="131" y="567"/>
                </a:lnTo>
                <a:lnTo>
                  <a:pt x="131" y="568"/>
                </a:lnTo>
                <a:lnTo>
                  <a:pt x="126" y="560"/>
                </a:lnTo>
                <a:lnTo>
                  <a:pt x="125" y="560"/>
                </a:lnTo>
                <a:lnTo>
                  <a:pt x="125" y="559"/>
                </a:lnTo>
                <a:lnTo>
                  <a:pt x="126" y="558"/>
                </a:lnTo>
                <a:lnTo>
                  <a:pt x="126" y="557"/>
                </a:lnTo>
                <a:lnTo>
                  <a:pt x="126" y="556"/>
                </a:lnTo>
                <a:lnTo>
                  <a:pt x="126" y="555"/>
                </a:lnTo>
                <a:lnTo>
                  <a:pt x="126" y="554"/>
                </a:lnTo>
                <a:lnTo>
                  <a:pt x="126" y="553"/>
                </a:lnTo>
                <a:lnTo>
                  <a:pt x="126" y="552"/>
                </a:lnTo>
                <a:lnTo>
                  <a:pt x="127" y="552"/>
                </a:lnTo>
                <a:lnTo>
                  <a:pt x="127" y="551"/>
                </a:lnTo>
                <a:lnTo>
                  <a:pt x="126" y="550"/>
                </a:lnTo>
                <a:lnTo>
                  <a:pt x="126" y="549"/>
                </a:lnTo>
                <a:lnTo>
                  <a:pt x="125" y="549"/>
                </a:lnTo>
                <a:lnTo>
                  <a:pt x="125" y="548"/>
                </a:lnTo>
                <a:lnTo>
                  <a:pt x="126" y="547"/>
                </a:lnTo>
                <a:lnTo>
                  <a:pt x="127" y="546"/>
                </a:lnTo>
                <a:lnTo>
                  <a:pt x="126" y="546"/>
                </a:lnTo>
                <a:lnTo>
                  <a:pt x="126" y="545"/>
                </a:lnTo>
                <a:lnTo>
                  <a:pt x="126" y="544"/>
                </a:lnTo>
                <a:lnTo>
                  <a:pt x="126" y="543"/>
                </a:lnTo>
                <a:lnTo>
                  <a:pt x="127" y="543"/>
                </a:lnTo>
                <a:lnTo>
                  <a:pt x="127" y="542"/>
                </a:lnTo>
                <a:lnTo>
                  <a:pt x="126" y="542"/>
                </a:lnTo>
                <a:lnTo>
                  <a:pt x="126" y="541"/>
                </a:lnTo>
                <a:lnTo>
                  <a:pt x="127" y="541"/>
                </a:lnTo>
                <a:lnTo>
                  <a:pt x="127" y="540"/>
                </a:lnTo>
                <a:lnTo>
                  <a:pt x="126" y="540"/>
                </a:lnTo>
                <a:lnTo>
                  <a:pt x="125" y="540"/>
                </a:lnTo>
                <a:lnTo>
                  <a:pt x="125" y="539"/>
                </a:lnTo>
                <a:lnTo>
                  <a:pt x="124" y="538"/>
                </a:lnTo>
                <a:lnTo>
                  <a:pt x="124" y="537"/>
                </a:lnTo>
                <a:lnTo>
                  <a:pt x="124" y="536"/>
                </a:lnTo>
                <a:lnTo>
                  <a:pt x="124" y="535"/>
                </a:lnTo>
                <a:lnTo>
                  <a:pt x="123" y="535"/>
                </a:lnTo>
                <a:lnTo>
                  <a:pt x="123" y="534"/>
                </a:lnTo>
                <a:lnTo>
                  <a:pt x="123" y="533"/>
                </a:lnTo>
                <a:lnTo>
                  <a:pt x="124" y="533"/>
                </a:lnTo>
                <a:lnTo>
                  <a:pt x="124" y="532"/>
                </a:lnTo>
                <a:lnTo>
                  <a:pt x="124" y="531"/>
                </a:lnTo>
                <a:lnTo>
                  <a:pt x="124" y="530"/>
                </a:lnTo>
                <a:lnTo>
                  <a:pt x="123" y="530"/>
                </a:lnTo>
                <a:lnTo>
                  <a:pt x="122" y="529"/>
                </a:lnTo>
                <a:lnTo>
                  <a:pt x="122" y="528"/>
                </a:lnTo>
                <a:lnTo>
                  <a:pt x="122" y="529"/>
                </a:lnTo>
                <a:lnTo>
                  <a:pt x="121" y="529"/>
                </a:lnTo>
                <a:lnTo>
                  <a:pt x="121" y="528"/>
                </a:lnTo>
                <a:lnTo>
                  <a:pt x="120" y="527"/>
                </a:lnTo>
                <a:lnTo>
                  <a:pt x="119" y="527"/>
                </a:lnTo>
                <a:lnTo>
                  <a:pt x="119" y="526"/>
                </a:lnTo>
                <a:lnTo>
                  <a:pt x="119" y="525"/>
                </a:lnTo>
                <a:lnTo>
                  <a:pt x="118" y="525"/>
                </a:lnTo>
                <a:lnTo>
                  <a:pt x="117" y="525"/>
                </a:lnTo>
                <a:lnTo>
                  <a:pt x="117" y="524"/>
                </a:lnTo>
                <a:lnTo>
                  <a:pt x="116" y="524"/>
                </a:lnTo>
                <a:lnTo>
                  <a:pt x="116" y="523"/>
                </a:lnTo>
                <a:lnTo>
                  <a:pt x="116" y="522"/>
                </a:lnTo>
                <a:lnTo>
                  <a:pt x="116" y="521"/>
                </a:lnTo>
                <a:lnTo>
                  <a:pt x="115" y="520"/>
                </a:lnTo>
                <a:lnTo>
                  <a:pt x="114" y="520"/>
                </a:lnTo>
                <a:lnTo>
                  <a:pt x="113" y="520"/>
                </a:lnTo>
                <a:lnTo>
                  <a:pt x="113" y="519"/>
                </a:lnTo>
                <a:lnTo>
                  <a:pt x="112" y="519"/>
                </a:lnTo>
                <a:lnTo>
                  <a:pt x="111" y="519"/>
                </a:lnTo>
                <a:lnTo>
                  <a:pt x="111" y="518"/>
                </a:lnTo>
                <a:lnTo>
                  <a:pt x="111" y="519"/>
                </a:lnTo>
                <a:lnTo>
                  <a:pt x="110" y="520"/>
                </a:lnTo>
                <a:lnTo>
                  <a:pt x="110" y="519"/>
                </a:lnTo>
                <a:lnTo>
                  <a:pt x="109" y="520"/>
                </a:lnTo>
                <a:lnTo>
                  <a:pt x="109" y="519"/>
                </a:lnTo>
                <a:lnTo>
                  <a:pt x="108" y="519"/>
                </a:lnTo>
                <a:lnTo>
                  <a:pt x="107" y="519"/>
                </a:lnTo>
                <a:lnTo>
                  <a:pt x="107" y="518"/>
                </a:lnTo>
                <a:lnTo>
                  <a:pt x="108" y="518"/>
                </a:lnTo>
                <a:lnTo>
                  <a:pt x="108" y="517"/>
                </a:lnTo>
                <a:lnTo>
                  <a:pt x="109" y="517"/>
                </a:lnTo>
                <a:lnTo>
                  <a:pt x="109" y="515"/>
                </a:lnTo>
                <a:lnTo>
                  <a:pt x="108" y="515"/>
                </a:lnTo>
                <a:lnTo>
                  <a:pt x="107" y="515"/>
                </a:lnTo>
                <a:lnTo>
                  <a:pt x="107" y="514"/>
                </a:lnTo>
                <a:lnTo>
                  <a:pt x="107" y="513"/>
                </a:lnTo>
                <a:lnTo>
                  <a:pt x="106" y="513"/>
                </a:lnTo>
                <a:lnTo>
                  <a:pt x="106" y="512"/>
                </a:lnTo>
                <a:lnTo>
                  <a:pt x="106" y="511"/>
                </a:lnTo>
                <a:lnTo>
                  <a:pt x="105" y="510"/>
                </a:lnTo>
                <a:lnTo>
                  <a:pt x="105" y="509"/>
                </a:lnTo>
                <a:lnTo>
                  <a:pt x="106" y="509"/>
                </a:lnTo>
                <a:lnTo>
                  <a:pt x="107" y="509"/>
                </a:lnTo>
                <a:lnTo>
                  <a:pt x="107" y="508"/>
                </a:lnTo>
                <a:lnTo>
                  <a:pt x="108" y="508"/>
                </a:lnTo>
                <a:lnTo>
                  <a:pt x="109" y="507"/>
                </a:lnTo>
                <a:lnTo>
                  <a:pt x="109" y="506"/>
                </a:lnTo>
                <a:lnTo>
                  <a:pt x="110" y="505"/>
                </a:lnTo>
                <a:lnTo>
                  <a:pt x="111" y="506"/>
                </a:lnTo>
                <a:lnTo>
                  <a:pt x="111" y="505"/>
                </a:lnTo>
                <a:lnTo>
                  <a:pt x="112" y="505"/>
                </a:lnTo>
                <a:lnTo>
                  <a:pt x="112" y="504"/>
                </a:lnTo>
                <a:lnTo>
                  <a:pt x="111" y="504"/>
                </a:lnTo>
                <a:lnTo>
                  <a:pt x="109" y="504"/>
                </a:lnTo>
                <a:lnTo>
                  <a:pt x="109" y="503"/>
                </a:lnTo>
                <a:lnTo>
                  <a:pt x="109" y="502"/>
                </a:lnTo>
                <a:lnTo>
                  <a:pt x="108" y="502"/>
                </a:lnTo>
                <a:lnTo>
                  <a:pt x="107" y="502"/>
                </a:lnTo>
                <a:lnTo>
                  <a:pt x="106" y="502"/>
                </a:lnTo>
                <a:lnTo>
                  <a:pt x="106" y="501"/>
                </a:lnTo>
                <a:lnTo>
                  <a:pt x="106" y="500"/>
                </a:lnTo>
                <a:lnTo>
                  <a:pt x="107" y="500"/>
                </a:lnTo>
                <a:lnTo>
                  <a:pt x="107" y="499"/>
                </a:lnTo>
                <a:lnTo>
                  <a:pt x="107" y="498"/>
                </a:lnTo>
                <a:lnTo>
                  <a:pt x="107" y="497"/>
                </a:lnTo>
                <a:lnTo>
                  <a:pt x="107" y="496"/>
                </a:lnTo>
                <a:lnTo>
                  <a:pt x="108" y="496"/>
                </a:lnTo>
                <a:lnTo>
                  <a:pt x="107" y="496"/>
                </a:lnTo>
                <a:lnTo>
                  <a:pt x="108" y="495"/>
                </a:lnTo>
                <a:lnTo>
                  <a:pt x="109" y="494"/>
                </a:lnTo>
                <a:lnTo>
                  <a:pt x="108" y="494"/>
                </a:lnTo>
                <a:lnTo>
                  <a:pt x="107" y="493"/>
                </a:lnTo>
                <a:lnTo>
                  <a:pt x="107" y="492"/>
                </a:lnTo>
                <a:lnTo>
                  <a:pt x="107" y="491"/>
                </a:lnTo>
                <a:lnTo>
                  <a:pt x="106" y="491"/>
                </a:lnTo>
                <a:lnTo>
                  <a:pt x="106" y="490"/>
                </a:lnTo>
                <a:lnTo>
                  <a:pt x="105" y="489"/>
                </a:lnTo>
                <a:lnTo>
                  <a:pt x="105" y="488"/>
                </a:lnTo>
                <a:lnTo>
                  <a:pt x="104" y="488"/>
                </a:lnTo>
                <a:lnTo>
                  <a:pt x="104" y="487"/>
                </a:lnTo>
                <a:lnTo>
                  <a:pt x="105" y="487"/>
                </a:lnTo>
                <a:lnTo>
                  <a:pt x="105" y="486"/>
                </a:lnTo>
                <a:lnTo>
                  <a:pt x="103" y="485"/>
                </a:lnTo>
                <a:lnTo>
                  <a:pt x="102" y="485"/>
                </a:lnTo>
                <a:lnTo>
                  <a:pt x="102" y="484"/>
                </a:lnTo>
                <a:lnTo>
                  <a:pt x="101" y="484"/>
                </a:lnTo>
                <a:lnTo>
                  <a:pt x="100" y="484"/>
                </a:lnTo>
                <a:lnTo>
                  <a:pt x="100" y="483"/>
                </a:lnTo>
                <a:lnTo>
                  <a:pt x="99" y="483"/>
                </a:lnTo>
                <a:lnTo>
                  <a:pt x="99" y="484"/>
                </a:lnTo>
                <a:lnTo>
                  <a:pt x="98" y="484"/>
                </a:lnTo>
                <a:lnTo>
                  <a:pt x="98" y="483"/>
                </a:lnTo>
                <a:lnTo>
                  <a:pt x="97" y="483"/>
                </a:lnTo>
                <a:lnTo>
                  <a:pt x="97" y="482"/>
                </a:lnTo>
                <a:lnTo>
                  <a:pt x="98" y="481"/>
                </a:lnTo>
                <a:lnTo>
                  <a:pt x="98" y="480"/>
                </a:lnTo>
                <a:lnTo>
                  <a:pt x="97" y="479"/>
                </a:lnTo>
                <a:lnTo>
                  <a:pt x="96" y="479"/>
                </a:lnTo>
                <a:lnTo>
                  <a:pt x="96" y="478"/>
                </a:lnTo>
                <a:lnTo>
                  <a:pt x="96" y="477"/>
                </a:lnTo>
                <a:lnTo>
                  <a:pt x="95" y="476"/>
                </a:lnTo>
                <a:lnTo>
                  <a:pt x="94" y="476"/>
                </a:lnTo>
                <a:lnTo>
                  <a:pt x="94" y="475"/>
                </a:lnTo>
                <a:lnTo>
                  <a:pt x="93" y="474"/>
                </a:lnTo>
                <a:lnTo>
                  <a:pt x="92" y="474"/>
                </a:lnTo>
                <a:lnTo>
                  <a:pt x="92" y="473"/>
                </a:lnTo>
                <a:lnTo>
                  <a:pt x="93" y="473"/>
                </a:lnTo>
                <a:lnTo>
                  <a:pt x="93" y="472"/>
                </a:lnTo>
                <a:lnTo>
                  <a:pt x="93" y="471"/>
                </a:lnTo>
                <a:lnTo>
                  <a:pt x="93" y="470"/>
                </a:lnTo>
                <a:lnTo>
                  <a:pt x="93" y="469"/>
                </a:lnTo>
                <a:lnTo>
                  <a:pt x="94" y="469"/>
                </a:lnTo>
                <a:lnTo>
                  <a:pt x="94" y="468"/>
                </a:lnTo>
                <a:lnTo>
                  <a:pt x="94" y="467"/>
                </a:lnTo>
                <a:lnTo>
                  <a:pt x="94" y="466"/>
                </a:lnTo>
                <a:lnTo>
                  <a:pt x="95" y="465"/>
                </a:lnTo>
                <a:lnTo>
                  <a:pt x="97" y="465"/>
                </a:lnTo>
                <a:lnTo>
                  <a:pt x="98" y="466"/>
                </a:lnTo>
                <a:lnTo>
                  <a:pt x="99" y="466"/>
                </a:lnTo>
                <a:lnTo>
                  <a:pt x="99" y="465"/>
                </a:lnTo>
                <a:lnTo>
                  <a:pt x="100" y="465"/>
                </a:lnTo>
                <a:lnTo>
                  <a:pt x="101" y="465"/>
                </a:lnTo>
                <a:lnTo>
                  <a:pt x="102" y="465"/>
                </a:lnTo>
                <a:lnTo>
                  <a:pt x="102" y="464"/>
                </a:lnTo>
                <a:lnTo>
                  <a:pt x="103" y="464"/>
                </a:lnTo>
                <a:lnTo>
                  <a:pt x="103" y="463"/>
                </a:lnTo>
                <a:lnTo>
                  <a:pt x="104" y="463"/>
                </a:lnTo>
                <a:lnTo>
                  <a:pt x="104" y="462"/>
                </a:lnTo>
                <a:lnTo>
                  <a:pt x="103" y="462"/>
                </a:lnTo>
                <a:lnTo>
                  <a:pt x="102" y="462"/>
                </a:lnTo>
                <a:lnTo>
                  <a:pt x="102" y="461"/>
                </a:lnTo>
                <a:lnTo>
                  <a:pt x="102" y="460"/>
                </a:lnTo>
                <a:lnTo>
                  <a:pt x="103" y="460"/>
                </a:lnTo>
                <a:lnTo>
                  <a:pt x="103" y="459"/>
                </a:lnTo>
                <a:lnTo>
                  <a:pt x="103" y="458"/>
                </a:lnTo>
                <a:lnTo>
                  <a:pt x="102" y="457"/>
                </a:lnTo>
                <a:lnTo>
                  <a:pt x="101" y="456"/>
                </a:lnTo>
                <a:lnTo>
                  <a:pt x="101" y="455"/>
                </a:lnTo>
                <a:lnTo>
                  <a:pt x="102" y="455"/>
                </a:lnTo>
                <a:lnTo>
                  <a:pt x="102" y="454"/>
                </a:lnTo>
                <a:lnTo>
                  <a:pt x="103" y="454"/>
                </a:lnTo>
                <a:lnTo>
                  <a:pt x="103" y="453"/>
                </a:lnTo>
                <a:lnTo>
                  <a:pt x="103" y="452"/>
                </a:lnTo>
                <a:lnTo>
                  <a:pt x="104" y="452"/>
                </a:lnTo>
                <a:lnTo>
                  <a:pt x="105" y="451"/>
                </a:lnTo>
                <a:lnTo>
                  <a:pt x="106" y="450"/>
                </a:lnTo>
                <a:lnTo>
                  <a:pt x="108" y="450"/>
                </a:lnTo>
                <a:lnTo>
                  <a:pt x="107" y="450"/>
                </a:lnTo>
                <a:lnTo>
                  <a:pt x="108" y="449"/>
                </a:lnTo>
                <a:lnTo>
                  <a:pt x="109" y="449"/>
                </a:lnTo>
                <a:lnTo>
                  <a:pt x="109" y="450"/>
                </a:lnTo>
                <a:lnTo>
                  <a:pt x="110" y="450"/>
                </a:lnTo>
                <a:lnTo>
                  <a:pt x="110" y="449"/>
                </a:lnTo>
                <a:lnTo>
                  <a:pt x="110" y="448"/>
                </a:lnTo>
                <a:lnTo>
                  <a:pt x="111" y="448"/>
                </a:lnTo>
                <a:lnTo>
                  <a:pt x="111" y="447"/>
                </a:lnTo>
                <a:lnTo>
                  <a:pt x="111" y="448"/>
                </a:lnTo>
                <a:lnTo>
                  <a:pt x="112" y="448"/>
                </a:lnTo>
                <a:lnTo>
                  <a:pt x="112" y="447"/>
                </a:lnTo>
                <a:lnTo>
                  <a:pt x="112" y="446"/>
                </a:lnTo>
                <a:lnTo>
                  <a:pt x="114" y="446"/>
                </a:lnTo>
                <a:lnTo>
                  <a:pt x="114" y="445"/>
                </a:lnTo>
                <a:lnTo>
                  <a:pt x="115" y="445"/>
                </a:lnTo>
                <a:lnTo>
                  <a:pt x="114" y="445"/>
                </a:lnTo>
                <a:lnTo>
                  <a:pt x="115" y="444"/>
                </a:lnTo>
                <a:lnTo>
                  <a:pt x="116" y="444"/>
                </a:lnTo>
                <a:lnTo>
                  <a:pt x="117" y="444"/>
                </a:lnTo>
                <a:lnTo>
                  <a:pt x="117" y="443"/>
                </a:lnTo>
                <a:lnTo>
                  <a:pt x="118" y="443"/>
                </a:lnTo>
                <a:lnTo>
                  <a:pt x="118" y="442"/>
                </a:lnTo>
                <a:lnTo>
                  <a:pt x="119" y="442"/>
                </a:lnTo>
                <a:lnTo>
                  <a:pt x="120" y="442"/>
                </a:lnTo>
                <a:lnTo>
                  <a:pt x="121" y="442"/>
                </a:lnTo>
                <a:lnTo>
                  <a:pt x="121" y="441"/>
                </a:lnTo>
                <a:lnTo>
                  <a:pt x="122" y="441"/>
                </a:lnTo>
                <a:lnTo>
                  <a:pt x="123" y="441"/>
                </a:lnTo>
                <a:lnTo>
                  <a:pt x="124" y="441"/>
                </a:lnTo>
                <a:lnTo>
                  <a:pt x="125" y="441"/>
                </a:lnTo>
                <a:lnTo>
                  <a:pt x="125" y="440"/>
                </a:lnTo>
                <a:lnTo>
                  <a:pt x="124" y="440"/>
                </a:lnTo>
                <a:lnTo>
                  <a:pt x="124" y="439"/>
                </a:lnTo>
                <a:lnTo>
                  <a:pt x="124" y="438"/>
                </a:lnTo>
                <a:lnTo>
                  <a:pt x="124" y="436"/>
                </a:lnTo>
                <a:lnTo>
                  <a:pt x="123" y="435"/>
                </a:lnTo>
                <a:lnTo>
                  <a:pt x="124" y="435"/>
                </a:lnTo>
                <a:lnTo>
                  <a:pt x="123" y="434"/>
                </a:lnTo>
                <a:lnTo>
                  <a:pt x="122" y="434"/>
                </a:lnTo>
                <a:lnTo>
                  <a:pt x="121" y="434"/>
                </a:lnTo>
                <a:lnTo>
                  <a:pt x="121" y="435"/>
                </a:lnTo>
                <a:lnTo>
                  <a:pt x="120" y="435"/>
                </a:lnTo>
                <a:lnTo>
                  <a:pt x="120" y="434"/>
                </a:lnTo>
                <a:lnTo>
                  <a:pt x="119" y="434"/>
                </a:lnTo>
                <a:lnTo>
                  <a:pt x="119" y="435"/>
                </a:lnTo>
                <a:lnTo>
                  <a:pt x="118" y="434"/>
                </a:lnTo>
                <a:lnTo>
                  <a:pt x="118" y="433"/>
                </a:lnTo>
                <a:lnTo>
                  <a:pt x="118" y="432"/>
                </a:lnTo>
                <a:lnTo>
                  <a:pt x="117" y="432"/>
                </a:lnTo>
                <a:lnTo>
                  <a:pt x="116" y="432"/>
                </a:lnTo>
                <a:lnTo>
                  <a:pt x="116" y="431"/>
                </a:lnTo>
                <a:lnTo>
                  <a:pt x="115" y="431"/>
                </a:lnTo>
                <a:lnTo>
                  <a:pt x="114" y="432"/>
                </a:lnTo>
                <a:lnTo>
                  <a:pt x="113" y="432"/>
                </a:lnTo>
                <a:lnTo>
                  <a:pt x="113" y="431"/>
                </a:lnTo>
                <a:lnTo>
                  <a:pt x="112" y="431"/>
                </a:lnTo>
                <a:lnTo>
                  <a:pt x="111" y="431"/>
                </a:lnTo>
                <a:lnTo>
                  <a:pt x="111" y="430"/>
                </a:lnTo>
                <a:lnTo>
                  <a:pt x="112" y="429"/>
                </a:lnTo>
                <a:lnTo>
                  <a:pt x="112" y="428"/>
                </a:lnTo>
                <a:lnTo>
                  <a:pt x="111" y="428"/>
                </a:lnTo>
                <a:lnTo>
                  <a:pt x="110" y="427"/>
                </a:lnTo>
                <a:lnTo>
                  <a:pt x="109" y="427"/>
                </a:lnTo>
                <a:lnTo>
                  <a:pt x="109" y="426"/>
                </a:lnTo>
                <a:lnTo>
                  <a:pt x="108" y="425"/>
                </a:lnTo>
                <a:lnTo>
                  <a:pt x="107" y="425"/>
                </a:lnTo>
                <a:lnTo>
                  <a:pt x="106" y="424"/>
                </a:lnTo>
                <a:lnTo>
                  <a:pt x="106" y="423"/>
                </a:lnTo>
                <a:lnTo>
                  <a:pt x="106" y="422"/>
                </a:lnTo>
                <a:lnTo>
                  <a:pt x="106" y="421"/>
                </a:lnTo>
                <a:lnTo>
                  <a:pt x="106" y="420"/>
                </a:lnTo>
                <a:lnTo>
                  <a:pt x="105" y="420"/>
                </a:lnTo>
                <a:lnTo>
                  <a:pt x="105" y="419"/>
                </a:lnTo>
                <a:lnTo>
                  <a:pt x="105" y="418"/>
                </a:lnTo>
                <a:lnTo>
                  <a:pt x="104" y="418"/>
                </a:lnTo>
                <a:lnTo>
                  <a:pt x="103" y="419"/>
                </a:lnTo>
                <a:lnTo>
                  <a:pt x="102" y="419"/>
                </a:lnTo>
                <a:lnTo>
                  <a:pt x="102" y="420"/>
                </a:lnTo>
                <a:lnTo>
                  <a:pt x="101" y="420"/>
                </a:lnTo>
                <a:lnTo>
                  <a:pt x="101" y="421"/>
                </a:lnTo>
                <a:lnTo>
                  <a:pt x="99" y="421"/>
                </a:lnTo>
                <a:lnTo>
                  <a:pt x="98" y="421"/>
                </a:lnTo>
                <a:lnTo>
                  <a:pt x="97" y="421"/>
                </a:lnTo>
                <a:lnTo>
                  <a:pt x="96" y="421"/>
                </a:lnTo>
                <a:lnTo>
                  <a:pt x="95" y="422"/>
                </a:lnTo>
                <a:lnTo>
                  <a:pt x="95" y="423"/>
                </a:lnTo>
                <a:lnTo>
                  <a:pt x="94" y="423"/>
                </a:lnTo>
                <a:lnTo>
                  <a:pt x="94" y="424"/>
                </a:lnTo>
                <a:lnTo>
                  <a:pt x="93" y="423"/>
                </a:lnTo>
                <a:lnTo>
                  <a:pt x="93" y="422"/>
                </a:lnTo>
                <a:lnTo>
                  <a:pt x="93" y="421"/>
                </a:lnTo>
                <a:lnTo>
                  <a:pt x="92" y="420"/>
                </a:lnTo>
                <a:lnTo>
                  <a:pt x="92" y="419"/>
                </a:lnTo>
                <a:lnTo>
                  <a:pt x="91" y="419"/>
                </a:lnTo>
                <a:lnTo>
                  <a:pt x="91" y="418"/>
                </a:lnTo>
                <a:lnTo>
                  <a:pt x="90" y="417"/>
                </a:lnTo>
                <a:lnTo>
                  <a:pt x="90" y="418"/>
                </a:lnTo>
                <a:lnTo>
                  <a:pt x="89" y="417"/>
                </a:lnTo>
                <a:lnTo>
                  <a:pt x="90" y="417"/>
                </a:lnTo>
                <a:lnTo>
                  <a:pt x="90" y="416"/>
                </a:lnTo>
                <a:lnTo>
                  <a:pt x="89" y="416"/>
                </a:lnTo>
                <a:lnTo>
                  <a:pt x="89" y="415"/>
                </a:lnTo>
                <a:lnTo>
                  <a:pt x="88" y="414"/>
                </a:lnTo>
                <a:lnTo>
                  <a:pt x="87" y="414"/>
                </a:lnTo>
                <a:lnTo>
                  <a:pt x="87" y="413"/>
                </a:lnTo>
                <a:lnTo>
                  <a:pt x="87" y="412"/>
                </a:lnTo>
                <a:lnTo>
                  <a:pt x="86" y="412"/>
                </a:lnTo>
                <a:lnTo>
                  <a:pt x="85" y="412"/>
                </a:lnTo>
                <a:lnTo>
                  <a:pt x="84" y="412"/>
                </a:lnTo>
                <a:lnTo>
                  <a:pt x="84" y="411"/>
                </a:lnTo>
                <a:lnTo>
                  <a:pt x="83" y="411"/>
                </a:lnTo>
                <a:lnTo>
                  <a:pt x="82" y="411"/>
                </a:lnTo>
                <a:lnTo>
                  <a:pt x="82" y="410"/>
                </a:lnTo>
                <a:lnTo>
                  <a:pt x="81" y="410"/>
                </a:lnTo>
                <a:lnTo>
                  <a:pt x="80" y="410"/>
                </a:lnTo>
                <a:lnTo>
                  <a:pt x="80" y="412"/>
                </a:lnTo>
                <a:lnTo>
                  <a:pt x="79" y="413"/>
                </a:lnTo>
                <a:lnTo>
                  <a:pt x="79" y="414"/>
                </a:lnTo>
                <a:lnTo>
                  <a:pt x="78" y="414"/>
                </a:lnTo>
                <a:lnTo>
                  <a:pt x="77" y="414"/>
                </a:lnTo>
                <a:lnTo>
                  <a:pt x="77" y="415"/>
                </a:lnTo>
                <a:lnTo>
                  <a:pt x="76" y="415"/>
                </a:lnTo>
                <a:lnTo>
                  <a:pt x="76" y="416"/>
                </a:lnTo>
                <a:lnTo>
                  <a:pt x="76" y="417"/>
                </a:lnTo>
                <a:lnTo>
                  <a:pt x="75" y="417"/>
                </a:lnTo>
                <a:lnTo>
                  <a:pt x="75" y="418"/>
                </a:lnTo>
                <a:lnTo>
                  <a:pt x="75" y="419"/>
                </a:lnTo>
                <a:lnTo>
                  <a:pt x="74" y="419"/>
                </a:lnTo>
                <a:lnTo>
                  <a:pt x="73" y="419"/>
                </a:lnTo>
                <a:lnTo>
                  <a:pt x="73" y="418"/>
                </a:lnTo>
                <a:lnTo>
                  <a:pt x="72" y="417"/>
                </a:lnTo>
                <a:lnTo>
                  <a:pt x="71" y="417"/>
                </a:lnTo>
                <a:lnTo>
                  <a:pt x="70" y="417"/>
                </a:lnTo>
                <a:lnTo>
                  <a:pt x="71" y="416"/>
                </a:lnTo>
                <a:lnTo>
                  <a:pt x="71" y="415"/>
                </a:lnTo>
                <a:lnTo>
                  <a:pt x="70" y="414"/>
                </a:lnTo>
                <a:lnTo>
                  <a:pt x="70" y="413"/>
                </a:lnTo>
                <a:lnTo>
                  <a:pt x="69" y="413"/>
                </a:lnTo>
                <a:lnTo>
                  <a:pt x="68" y="412"/>
                </a:lnTo>
                <a:lnTo>
                  <a:pt x="69" y="411"/>
                </a:lnTo>
                <a:lnTo>
                  <a:pt x="69" y="410"/>
                </a:lnTo>
                <a:lnTo>
                  <a:pt x="69" y="409"/>
                </a:lnTo>
                <a:lnTo>
                  <a:pt x="69" y="408"/>
                </a:lnTo>
                <a:lnTo>
                  <a:pt x="69" y="407"/>
                </a:lnTo>
                <a:lnTo>
                  <a:pt x="68" y="407"/>
                </a:lnTo>
                <a:lnTo>
                  <a:pt x="68" y="406"/>
                </a:lnTo>
                <a:lnTo>
                  <a:pt x="67" y="405"/>
                </a:lnTo>
                <a:lnTo>
                  <a:pt x="67" y="404"/>
                </a:lnTo>
                <a:lnTo>
                  <a:pt x="66" y="404"/>
                </a:lnTo>
                <a:lnTo>
                  <a:pt x="65" y="405"/>
                </a:lnTo>
                <a:lnTo>
                  <a:pt x="65" y="404"/>
                </a:lnTo>
                <a:lnTo>
                  <a:pt x="64" y="404"/>
                </a:lnTo>
                <a:lnTo>
                  <a:pt x="63" y="404"/>
                </a:lnTo>
                <a:lnTo>
                  <a:pt x="62" y="405"/>
                </a:lnTo>
                <a:lnTo>
                  <a:pt x="62" y="404"/>
                </a:lnTo>
                <a:lnTo>
                  <a:pt x="61" y="404"/>
                </a:lnTo>
                <a:lnTo>
                  <a:pt x="62" y="404"/>
                </a:lnTo>
                <a:lnTo>
                  <a:pt x="61" y="404"/>
                </a:lnTo>
                <a:lnTo>
                  <a:pt x="61" y="403"/>
                </a:lnTo>
                <a:lnTo>
                  <a:pt x="60" y="403"/>
                </a:lnTo>
                <a:lnTo>
                  <a:pt x="60" y="402"/>
                </a:lnTo>
                <a:lnTo>
                  <a:pt x="61" y="401"/>
                </a:lnTo>
                <a:lnTo>
                  <a:pt x="61" y="400"/>
                </a:lnTo>
                <a:lnTo>
                  <a:pt x="61" y="399"/>
                </a:lnTo>
                <a:lnTo>
                  <a:pt x="61" y="398"/>
                </a:lnTo>
                <a:lnTo>
                  <a:pt x="60" y="399"/>
                </a:lnTo>
                <a:lnTo>
                  <a:pt x="59" y="398"/>
                </a:lnTo>
                <a:lnTo>
                  <a:pt x="59" y="397"/>
                </a:lnTo>
                <a:lnTo>
                  <a:pt x="59" y="396"/>
                </a:lnTo>
                <a:lnTo>
                  <a:pt x="59" y="395"/>
                </a:lnTo>
                <a:lnTo>
                  <a:pt x="58" y="395"/>
                </a:lnTo>
                <a:lnTo>
                  <a:pt x="58" y="394"/>
                </a:lnTo>
                <a:lnTo>
                  <a:pt x="57" y="394"/>
                </a:lnTo>
                <a:lnTo>
                  <a:pt x="57" y="395"/>
                </a:lnTo>
                <a:lnTo>
                  <a:pt x="56" y="394"/>
                </a:lnTo>
                <a:lnTo>
                  <a:pt x="56" y="395"/>
                </a:lnTo>
                <a:lnTo>
                  <a:pt x="55" y="396"/>
                </a:lnTo>
                <a:lnTo>
                  <a:pt x="54" y="395"/>
                </a:lnTo>
                <a:lnTo>
                  <a:pt x="53" y="395"/>
                </a:lnTo>
                <a:lnTo>
                  <a:pt x="52" y="395"/>
                </a:lnTo>
                <a:lnTo>
                  <a:pt x="52" y="394"/>
                </a:lnTo>
                <a:lnTo>
                  <a:pt x="52" y="395"/>
                </a:lnTo>
                <a:lnTo>
                  <a:pt x="51" y="394"/>
                </a:lnTo>
                <a:lnTo>
                  <a:pt x="52" y="394"/>
                </a:lnTo>
                <a:lnTo>
                  <a:pt x="52" y="393"/>
                </a:lnTo>
                <a:lnTo>
                  <a:pt x="52" y="392"/>
                </a:lnTo>
                <a:lnTo>
                  <a:pt x="52" y="391"/>
                </a:lnTo>
                <a:lnTo>
                  <a:pt x="53" y="391"/>
                </a:lnTo>
                <a:lnTo>
                  <a:pt x="53" y="390"/>
                </a:lnTo>
                <a:lnTo>
                  <a:pt x="53" y="389"/>
                </a:lnTo>
                <a:lnTo>
                  <a:pt x="52" y="389"/>
                </a:lnTo>
                <a:lnTo>
                  <a:pt x="52" y="388"/>
                </a:lnTo>
                <a:lnTo>
                  <a:pt x="52" y="387"/>
                </a:lnTo>
                <a:lnTo>
                  <a:pt x="53" y="386"/>
                </a:lnTo>
                <a:lnTo>
                  <a:pt x="53" y="385"/>
                </a:lnTo>
                <a:lnTo>
                  <a:pt x="53" y="384"/>
                </a:lnTo>
                <a:lnTo>
                  <a:pt x="53" y="383"/>
                </a:lnTo>
                <a:lnTo>
                  <a:pt x="53" y="382"/>
                </a:lnTo>
                <a:lnTo>
                  <a:pt x="53" y="381"/>
                </a:lnTo>
                <a:lnTo>
                  <a:pt x="52" y="381"/>
                </a:lnTo>
                <a:lnTo>
                  <a:pt x="52" y="380"/>
                </a:lnTo>
                <a:lnTo>
                  <a:pt x="52" y="379"/>
                </a:lnTo>
                <a:lnTo>
                  <a:pt x="51" y="379"/>
                </a:lnTo>
                <a:lnTo>
                  <a:pt x="52" y="379"/>
                </a:lnTo>
                <a:lnTo>
                  <a:pt x="52" y="378"/>
                </a:lnTo>
                <a:lnTo>
                  <a:pt x="51" y="378"/>
                </a:lnTo>
                <a:lnTo>
                  <a:pt x="51" y="377"/>
                </a:lnTo>
                <a:lnTo>
                  <a:pt x="52" y="376"/>
                </a:lnTo>
                <a:lnTo>
                  <a:pt x="53" y="376"/>
                </a:lnTo>
                <a:lnTo>
                  <a:pt x="53" y="375"/>
                </a:lnTo>
                <a:lnTo>
                  <a:pt x="54" y="375"/>
                </a:lnTo>
                <a:lnTo>
                  <a:pt x="54" y="374"/>
                </a:lnTo>
                <a:lnTo>
                  <a:pt x="55" y="374"/>
                </a:lnTo>
                <a:lnTo>
                  <a:pt x="56" y="374"/>
                </a:lnTo>
                <a:lnTo>
                  <a:pt x="56" y="373"/>
                </a:lnTo>
                <a:lnTo>
                  <a:pt x="57" y="372"/>
                </a:lnTo>
                <a:lnTo>
                  <a:pt x="57" y="371"/>
                </a:lnTo>
                <a:lnTo>
                  <a:pt x="57" y="370"/>
                </a:lnTo>
                <a:lnTo>
                  <a:pt x="57" y="369"/>
                </a:lnTo>
                <a:lnTo>
                  <a:pt x="58" y="369"/>
                </a:lnTo>
                <a:lnTo>
                  <a:pt x="57" y="369"/>
                </a:lnTo>
                <a:lnTo>
                  <a:pt x="57" y="368"/>
                </a:lnTo>
                <a:lnTo>
                  <a:pt x="58" y="368"/>
                </a:lnTo>
                <a:lnTo>
                  <a:pt x="58" y="367"/>
                </a:lnTo>
                <a:lnTo>
                  <a:pt x="58" y="366"/>
                </a:lnTo>
                <a:lnTo>
                  <a:pt x="59" y="366"/>
                </a:lnTo>
                <a:lnTo>
                  <a:pt x="59" y="365"/>
                </a:lnTo>
                <a:lnTo>
                  <a:pt x="60" y="365"/>
                </a:lnTo>
                <a:lnTo>
                  <a:pt x="61" y="365"/>
                </a:lnTo>
                <a:lnTo>
                  <a:pt x="61" y="364"/>
                </a:lnTo>
                <a:lnTo>
                  <a:pt x="62" y="364"/>
                </a:lnTo>
                <a:lnTo>
                  <a:pt x="63" y="364"/>
                </a:lnTo>
                <a:lnTo>
                  <a:pt x="63" y="363"/>
                </a:lnTo>
                <a:lnTo>
                  <a:pt x="64" y="363"/>
                </a:lnTo>
                <a:lnTo>
                  <a:pt x="64" y="362"/>
                </a:lnTo>
                <a:lnTo>
                  <a:pt x="63" y="361"/>
                </a:lnTo>
                <a:lnTo>
                  <a:pt x="63" y="360"/>
                </a:lnTo>
                <a:lnTo>
                  <a:pt x="62" y="360"/>
                </a:lnTo>
                <a:lnTo>
                  <a:pt x="63" y="359"/>
                </a:lnTo>
                <a:lnTo>
                  <a:pt x="62" y="359"/>
                </a:lnTo>
                <a:lnTo>
                  <a:pt x="63" y="359"/>
                </a:lnTo>
                <a:lnTo>
                  <a:pt x="63" y="358"/>
                </a:lnTo>
                <a:lnTo>
                  <a:pt x="63" y="357"/>
                </a:lnTo>
                <a:lnTo>
                  <a:pt x="64" y="357"/>
                </a:lnTo>
                <a:lnTo>
                  <a:pt x="64" y="356"/>
                </a:lnTo>
                <a:lnTo>
                  <a:pt x="65" y="356"/>
                </a:lnTo>
                <a:lnTo>
                  <a:pt x="65" y="355"/>
                </a:lnTo>
                <a:lnTo>
                  <a:pt x="66" y="355"/>
                </a:lnTo>
                <a:lnTo>
                  <a:pt x="66" y="354"/>
                </a:lnTo>
                <a:lnTo>
                  <a:pt x="67" y="354"/>
                </a:lnTo>
                <a:lnTo>
                  <a:pt x="66" y="354"/>
                </a:lnTo>
                <a:lnTo>
                  <a:pt x="67" y="354"/>
                </a:lnTo>
                <a:lnTo>
                  <a:pt x="67" y="353"/>
                </a:lnTo>
                <a:lnTo>
                  <a:pt x="68" y="353"/>
                </a:lnTo>
                <a:lnTo>
                  <a:pt x="69" y="353"/>
                </a:lnTo>
                <a:lnTo>
                  <a:pt x="70" y="353"/>
                </a:lnTo>
                <a:lnTo>
                  <a:pt x="71" y="353"/>
                </a:lnTo>
                <a:lnTo>
                  <a:pt x="71" y="352"/>
                </a:lnTo>
                <a:lnTo>
                  <a:pt x="72" y="352"/>
                </a:lnTo>
                <a:lnTo>
                  <a:pt x="72" y="351"/>
                </a:lnTo>
                <a:lnTo>
                  <a:pt x="73" y="351"/>
                </a:lnTo>
                <a:lnTo>
                  <a:pt x="74" y="351"/>
                </a:lnTo>
                <a:lnTo>
                  <a:pt x="74" y="350"/>
                </a:lnTo>
                <a:lnTo>
                  <a:pt x="75" y="350"/>
                </a:lnTo>
                <a:lnTo>
                  <a:pt x="75" y="349"/>
                </a:lnTo>
                <a:lnTo>
                  <a:pt x="76" y="349"/>
                </a:lnTo>
                <a:lnTo>
                  <a:pt x="76" y="348"/>
                </a:lnTo>
                <a:lnTo>
                  <a:pt x="77" y="348"/>
                </a:lnTo>
                <a:lnTo>
                  <a:pt x="78" y="348"/>
                </a:lnTo>
                <a:lnTo>
                  <a:pt x="78" y="347"/>
                </a:lnTo>
                <a:lnTo>
                  <a:pt x="79" y="347"/>
                </a:lnTo>
                <a:lnTo>
                  <a:pt x="79" y="346"/>
                </a:lnTo>
                <a:lnTo>
                  <a:pt x="80" y="346"/>
                </a:lnTo>
                <a:lnTo>
                  <a:pt x="81" y="345"/>
                </a:lnTo>
                <a:lnTo>
                  <a:pt x="82" y="345"/>
                </a:lnTo>
                <a:lnTo>
                  <a:pt x="82" y="344"/>
                </a:lnTo>
                <a:lnTo>
                  <a:pt x="83" y="344"/>
                </a:lnTo>
                <a:lnTo>
                  <a:pt x="83" y="343"/>
                </a:lnTo>
                <a:lnTo>
                  <a:pt x="84" y="343"/>
                </a:lnTo>
                <a:lnTo>
                  <a:pt x="85" y="343"/>
                </a:lnTo>
                <a:lnTo>
                  <a:pt x="85" y="344"/>
                </a:lnTo>
                <a:lnTo>
                  <a:pt x="86" y="344"/>
                </a:lnTo>
                <a:lnTo>
                  <a:pt x="87" y="344"/>
                </a:lnTo>
                <a:lnTo>
                  <a:pt x="87" y="345"/>
                </a:lnTo>
                <a:lnTo>
                  <a:pt x="88" y="345"/>
                </a:lnTo>
                <a:lnTo>
                  <a:pt x="89" y="345"/>
                </a:lnTo>
                <a:lnTo>
                  <a:pt x="90" y="345"/>
                </a:lnTo>
                <a:lnTo>
                  <a:pt x="89" y="345"/>
                </a:lnTo>
                <a:lnTo>
                  <a:pt x="89" y="344"/>
                </a:lnTo>
                <a:lnTo>
                  <a:pt x="90" y="343"/>
                </a:lnTo>
                <a:lnTo>
                  <a:pt x="92" y="343"/>
                </a:lnTo>
                <a:lnTo>
                  <a:pt x="92" y="342"/>
                </a:lnTo>
                <a:lnTo>
                  <a:pt x="93" y="342"/>
                </a:lnTo>
                <a:lnTo>
                  <a:pt x="94" y="342"/>
                </a:lnTo>
                <a:lnTo>
                  <a:pt x="94" y="343"/>
                </a:lnTo>
                <a:lnTo>
                  <a:pt x="95" y="343"/>
                </a:lnTo>
                <a:lnTo>
                  <a:pt x="96" y="344"/>
                </a:lnTo>
                <a:lnTo>
                  <a:pt x="97" y="344"/>
                </a:lnTo>
                <a:lnTo>
                  <a:pt x="97" y="345"/>
                </a:lnTo>
                <a:lnTo>
                  <a:pt x="98" y="345"/>
                </a:lnTo>
                <a:lnTo>
                  <a:pt x="98" y="344"/>
                </a:lnTo>
                <a:lnTo>
                  <a:pt x="99" y="344"/>
                </a:lnTo>
                <a:lnTo>
                  <a:pt x="100" y="343"/>
                </a:lnTo>
                <a:lnTo>
                  <a:pt x="100" y="344"/>
                </a:lnTo>
                <a:lnTo>
                  <a:pt x="100" y="343"/>
                </a:lnTo>
                <a:lnTo>
                  <a:pt x="101" y="343"/>
                </a:lnTo>
                <a:lnTo>
                  <a:pt x="101" y="342"/>
                </a:lnTo>
                <a:lnTo>
                  <a:pt x="102" y="342"/>
                </a:lnTo>
                <a:lnTo>
                  <a:pt x="102" y="343"/>
                </a:lnTo>
                <a:lnTo>
                  <a:pt x="102" y="344"/>
                </a:lnTo>
                <a:lnTo>
                  <a:pt x="103" y="344"/>
                </a:lnTo>
                <a:lnTo>
                  <a:pt x="103" y="343"/>
                </a:lnTo>
                <a:lnTo>
                  <a:pt x="104" y="343"/>
                </a:lnTo>
                <a:lnTo>
                  <a:pt x="105" y="343"/>
                </a:lnTo>
                <a:lnTo>
                  <a:pt x="106" y="343"/>
                </a:lnTo>
                <a:lnTo>
                  <a:pt x="106" y="342"/>
                </a:lnTo>
                <a:lnTo>
                  <a:pt x="107" y="342"/>
                </a:lnTo>
                <a:lnTo>
                  <a:pt x="107" y="341"/>
                </a:lnTo>
                <a:lnTo>
                  <a:pt x="107" y="342"/>
                </a:lnTo>
                <a:lnTo>
                  <a:pt x="108" y="342"/>
                </a:lnTo>
                <a:lnTo>
                  <a:pt x="108" y="341"/>
                </a:lnTo>
                <a:lnTo>
                  <a:pt x="108" y="340"/>
                </a:lnTo>
                <a:lnTo>
                  <a:pt x="108" y="339"/>
                </a:lnTo>
                <a:lnTo>
                  <a:pt x="108" y="338"/>
                </a:lnTo>
                <a:lnTo>
                  <a:pt x="107" y="337"/>
                </a:lnTo>
                <a:lnTo>
                  <a:pt x="106" y="337"/>
                </a:lnTo>
                <a:lnTo>
                  <a:pt x="106" y="336"/>
                </a:lnTo>
                <a:lnTo>
                  <a:pt x="106" y="335"/>
                </a:lnTo>
                <a:lnTo>
                  <a:pt x="106" y="334"/>
                </a:lnTo>
                <a:lnTo>
                  <a:pt x="106" y="333"/>
                </a:lnTo>
                <a:lnTo>
                  <a:pt x="106" y="332"/>
                </a:lnTo>
                <a:lnTo>
                  <a:pt x="106" y="331"/>
                </a:lnTo>
                <a:lnTo>
                  <a:pt x="107" y="331"/>
                </a:lnTo>
                <a:lnTo>
                  <a:pt x="108" y="331"/>
                </a:lnTo>
                <a:lnTo>
                  <a:pt x="108" y="330"/>
                </a:lnTo>
                <a:lnTo>
                  <a:pt x="108" y="329"/>
                </a:lnTo>
                <a:lnTo>
                  <a:pt x="108" y="328"/>
                </a:lnTo>
                <a:lnTo>
                  <a:pt x="109" y="328"/>
                </a:lnTo>
                <a:lnTo>
                  <a:pt x="109" y="327"/>
                </a:lnTo>
                <a:lnTo>
                  <a:pt x="109" y="326"/>
                </a:lnTo>
                <a:lnTo>
                  <a:pt x="109" y="325"/>
                </a:lnTo>
                <a:lnTo>
                  <a:pt x="109" y="324"/>
                </a:lnTo>
                <a:lnTo>
                  <a:pt x="108" y="324"/>
                </a:lnTo>
                <a:lnTo>
                  <a:pt x="108" y="323"/>
                </a:lnTo>
                <a:lnTo>
                  <a:pt x="108" y="322"/>
                </a:lnTo>
                <a:lnTo>
                  <a:pt x="108" y="321"/>
                </a:lnTo>
                <a:lnTo>
                  <a:pt x="109" y="321"/>
                </a:lnTo>
                <a:lnTo>
                  <a:pt x="109" y="320"/>
                </a:lnTo>
                <a:lnTo>
                  <a:pt x="109" y="319"/>
                </a:lnTo>
                <a:lnTo>
                  <a:pt x="109" y="318"/>
                </a:lnTo>
                <a:lnTo>
                  <a:pt x="109" y="317"/>
                </a:lnTo>
                <a:lnTo>
                  <a:pt x="110" y="317"/>
                </a:lnTo>
                <a:lnTo>
                  <a:pt x="110" y="316"/>
                </a:lnTo>
                <a:lnTo>
                  <a:pt x="110" y="315"/>
                </a:lnTo>
                <a:lnTo>
                  <a:pt x="110" y="314"/>
                </a:lnTo>
                <a:lnTo>
                  <a:pt x="109" y="314"/>
                </a:lnTo>
                <a:lnTo>
                  <a:pt x="109" y="313"/>
                </a:lnTo>
                <a:lnTo>
                  <a:pt x="109" y="312"/>
                </a:lnTo>
                <a:lnTo>
                  <a:pt x="110" y="312"/>
                </a:lnTo>
                <a:lnTo>
                  <a:pt x="109" y="312"/>
                </a:lnTo>
                <a:lnTo>
                  <a:pt x="109" y="311"/>
                </a:lnTo>
                <a:lnTo>
                  <a:pt x="109" y="310"/>
                </a:lnTo>
                <a:lnTo>
                  <a:pt x="110" y="310"/>
                </a:lnTo>
                <a:lnTo>
                  <a:pt x="111" y="308"/>
                </a:lnTo>
                <a:lnTo>
                  <a:pt x="111" y="307"/>
                </a:lnTo>
                <a:lnTo>
                  <a:pt x="110" y="307"/>
                </a:lnTo>
                <a:lnTo>
                  <a:pt x="110" y="306"/>
                </a:lnTo>
                <a:lnTo>
                  <a:pt x="110" y="304"/>
                </a:lnTo>
                <a:lnTo>
                  <a:pt x="110" y="303"/>
                </a:lnTo>
                <a:lnTo>
                  <a:pt x="110" y="302"/>
                </a:lnTo>
                <a:lnTo>
                  <a:pt x="111" y="301"/>
                </a:lnTo>
                <a:lnTo>
                  <a:pt x="111" y="300"/>
                </a:lnTo>
                <a:lnTo>
                  <a:pt x="111" y="299"/>
                </a:lnTo>
                <a:lnTo>
                  <a:pt x="111" y="297"/>
                </a:lnTo>
                <a:lnTo>
                  <a:pt x="110" y="296"/>
                </a:lnTo>
                <a:lnTo>
                  <a:pt x="110" y="295"/>
                </a:lnTo>
                <a:lnTo>
                  <a:pt x="110" y="294"/>
                </a:lnTo>
                <a:lnTo>
                  <a:pt x="109" y="294"/>
                </a:lnTo>
                <a:lnTo>
                  <a:pt x="109" y="292"/>
                </a:lnTo>
                <a:lnTo>
                  <a:pt x="109" y="290"/>
                </a:lnTo>
                <a:lnTo>
                  <a:pt x="108" y="289"/>
                </a:lnTo>
                <a:lnTo>
                  <a:pt x="108" y="288"/>
                </a:lnTo>
                <a:lnTo>
                  <a:pt x="108" y="287"/>
                </a:lnTo>
                <a:lnTo>
                  <a:pt x="109" y="286"/>
                </a:lnTo>
                <a:lnTo>
                  <a:pt x="109" y="285"/>
                </a:lnTo>
                <a:lnTo>
                  <a:pt x="109" y="284"/>
                </a:lnTo>
                <a:lnTo>
                  <a:pt x="108" y="283"/>
                </a:lnTo>
                <a:lnTo>
                  <a:pt x="108" y="282"/>
                </a:lnTo>
                <a:lnTo>
                  <a:pt x="108" y="281"/>
                </a:lnTo>
                <a:lnTo>
                  <a:pt x="107" y="278"/>
                </a:lnTo>
                <a:lnTo>
                  <a:pt x="108" y="278"/>
                </a:lnTo>
                <a:lnTo>
                  <a:pt x="107" y="276"/>
                </a:lnTo>
                <a:lnTo>
                  <a:pt x="107" y="275"/>
                </a:lnTo>
                <a:lnTo>
                  <a:pt x="107" y="274"/>
                </a:lnTo>
                <a:lnTo>
                  <a:pt x="107" y="273"/>
                </a:lnTo>
                <a:lnTo>
                  <a:pt x="107" y="272"/>
                </a:lnTo>
                <a:lnTo>
                  <a:pt x="107" y="270"/>
                </a:lnTo>
                <a:lnTo>
                  <a:pt x="107" y="269"/>
                </a:lnTo>
                <a:lnTo>
                  <a:pt x="106" y="267"/>
                </a:lnTo>
                <a:lnTo>
                  <a:pt x="105" y="265"/>
                </a:lnTo>
                <a:lnTo>
                  <a:pt x="105" y="264"/>
                </a:lnTo>
                <a:lnTo>
                  <a:pt x="105" y="263"/>
                </a:lnTo>
                <a:lnTo>
                  <a:pt x="105" y="262"/>
                </a:lnTo>
                <a:lnTo>
                  <a:pt x="104" y="262"/>
                </a:lnTo>
                <a:lnTo>
                  <a:pt x="103" y="262"/>
                </a:lnTo>
                <a:lnTo>
                  <a:pt x="103" y="261"/>
                </a:lnTo>
                <a:lnTo>
                  <a:pt x="104" y="261"/>
                </a:lnTo>
                <a:lnTo>
                  <a:pt x="104" y="260"/>
                </a:lnTo>
                <a:lnTo>
                  <a:pt x="105" y="260"/>
                </a:lnTo>
                <a:lnTo>
                  <a:pt x="105" y="259"/>
                </a:lnTo>
                <a:lnTo>
                  <a:pt x="105" y="258"/>
                </a:lnTo>
                <a:lnTo>
                  <a:pt x="105" y="257"/>
                </a:lnTo>
                <a:lnTo>
                  <a:pt x="104" y="257"/>
                </a:lnTo>
                <a:lnTo>
                  <a:pt x="104" y="256"/>
                </a:lnTo>
                <a:lnTo>
                  <a:pt x="103" y="256"/>
                </a:lnTo>
                <a:lnTo>
                  <a:pt x="102" y="256"/>
                </a:lnTo>
                <a:lnTo>
                  <a:pt x="101" y="256"/>
                </a:lnTo>
                <a:lnTo>
                  <a:pt x="101" y="257"/>
                </a:lnTo>
                <a:lnTo>
                  <a:pt x="101" y="256"/>
                </a:lnTo>
                <a:lnTo>
                  <a:pt x="102" y="256"/>
                </a:lnTo>
                <a:lnTo>
                  <a:pt x="102" y="255"/>
                </a:lnTo>
                <a:lnTo>
                  <a:pt x="103" y="254"/>
                </a:lnTo>
                <a:lnTo>
                  <a:pt x="104" y="254"/>
                </a:lnTo>
                <a:lnTo>
                  <a:pt x="104" y="253"/>
                </a:lnTo>
                <a:lnTo>
                  <a:pt x="104" y="252"/>
                </a:lnTo>
                <a:lnTo>
                  <a:pt x="105" y="251"/>
                </a:lnTo>
                <a:lnTo>
                  <a:pt x="106" y="251"/>
                </a:lnTo>
                <a:lnTo>
                  <a:pt x="106" y="250"/>
                </a:lnTo>
                <a:lnTo>
                  <a:pt x="107" y="250"/>
                </a:lnTo>
                <a:lnTo>
                  <a:pt x="108" y="249"/>
                </a:lnTo>
                <a:lnTo>
                  <a:pt x="109" y="249"/>
                </a:lnTo>
                <a:lnTo>
                  <a:pt x="110" y="249"/>
                </a:lnTo>
                <a:lnTo>
                  <a:pt x="109" y="248"/>
                </a:lnTo>
                <a:lnTo>
                  <a:pt x="108" y="248"/>
                </a:lnTo>
                <a:lnTo>
                  <a:pt x="107" y="248"/>
                </a:lnTo>
                <a:lnTo>
                  <a:pt x="106" y="248"/>
                </a:lnTo>
                <a:lnTo>
                  <a:pt x="106" y="249"/>
                </a:lnTo>
                <a:lnTo>
                  <a:pt x="105" y="249"/>
                </a:lnTo>
                <a:lnTo>
                  <a:pt x="105" y="250"/>
                </a:lnTo>
                <a:lnTo>
                  <a:pt x="103" y="252"/>
                </a:lnTo>
                <a:lnTo>
                  <a:pt x="102" y="253"/>
                </a:lnTo>
                <a:lnTo>
                  <a:pt x="101" y="253"/>
                </a:lnTo>
                <a:lnTo>
                  <a:pt x="101" y="254"/>
                </a:lnTo>
                <a:lnTo>
                  <a:pt x="100" y="254"/>
                </a:lnTo>
                <a:lnTo>
                  <a:pt x="100" y="255"/>
                </a:lnTo>
                <a:lnTo>
                  <a:pt x="100" y="256"/>
                </a:lnTo>
                <a:lnTo>
                  <a:pt x="101" y="257"/>
                </a:lnTo>
                <a:lnTo>
                  <a:pt x="100" y="257"/>
                </a:lnTo>
                <a:lnTo>
                  <a:pt x="99" y="257"/>
                </a:lnTo>
                <a:lnTo>
                  <a:pt x="98" y="257"/>
                </a:lnTo>
                <a:lnTo>
                  <a:pt x="98" y="258"/>
                </a:lnTo>
                <a:lnTo>
                  <a:pt x="97" y="258"/>
                </a:lnTo>
                <a:lnTo>
                  <a:pt x="97" y="259"/>
                </a:lnTo>
                <a:lnTo>
                  <a:pt x="96" y="260"/>
                </a:lnTo>
                <a:lnTo>
                  <a:pt x="95" y="261"/>
                </a:lnTo>
                <a:lnTo>
                  <a:pt x="94" y="261"/>
                </a:lnTo>
                <a:lnTo>
                  <a:pt x="95" y="260"/>
                </a:lnTo>
                <a:lnTo>
                  <a:pt x="95" y="259"/>
                </a:lnTo>
                <a:lnTo>
                  <a:pt x="95" y="258"/>
                </a:lnTo>
                <a:lnTo>
                  <a:pt x="94" y="258"/>
                </a:lnTo>
                <a:lnTo>
                  <a:pt x="94" y="257"/>
                </a:lnTo>
                <a:lnTo>
                  <a:pt x="93" y="256"/>
                </a:lnTo>
                <a:lnTo>
                  <a:pt x="93" y="257"/>
                </a:lnTo>
                <a:lnTo>
                  <a:pt x="93" y="258"/>
                </a:lnTo>
                <a:lnTo>
                  <a:pt x="92" y="259"/>
                </a:lnTo>
                <a:lnTo>
                  <a:pt x="91" y="259"/>
                </a:lnTo>
                <a:lnTo>
                  <a:pt x="91" y="260"/>
                </a:lnTo>
                <a:lnTo>
                  <a:pt x="90" y="260"/>
                </a:lnTo>
                <a:lnTo>
                  <a:pt x="89" y="259"/>
                </a:lnTo>
                <a:lnTo>
                  <a:pt x="88" y="259"/>
                </a:lnTo>
                <a:lnTo>
                  <a:pt x="87" y="258"/>
                </a:lnTo>
                <a:lnTo>
                  <a:pt x="86" y="258"/>
                </a:lnTo>
                <a:lnTo>
                  <a:pt x="86" y="257"/>
                </a:lnTo>
                <a:lnTo>
                  <a:pt x="86" y="258"/>
                </a:lnTo>
                <a:lnTo>
                  <a:pt x="85" y="258"/>
                </a:lnTo>
                <a:lnTo>
                  <a:pt x="85" y="259"/>
                </a:lnTo>
                <a:lnTo>
                  <a:pt x="86" y="260"/>
                </a:lnTo>
                <a:lnTo>
                  <a:pt x="86" y="261"/>
                </a:lnTo>
                <a:lnTo>
                  <a:pt x="85" y="261"/>
                </a:lnTo>
                <a:lnTo>
                  <a:pt x="83" y="261"/>
                </a:lnTo>
                <a:lnTo>
                  <a:pt x="83" y="262"/>
                </a:lnTo>
                <a:lnTo>
                  <a:pt x="84" y="262"/>
                </a:lnTo>
                <a:lnTo>
                  <a:pt x="84" y="263"/>
                </a:lnTo>
                <a:lnTo>
                  <a:pt x="84" y="264"/>
                </a:lnTo>
                <a:lnTo>
                  <a:pt x="83" y="267"/>
                </a:lnTo>
                <a:lnTo>
                  <a:pt x="82" y="268"/>
                </a:lnTo>
                <a:lnTo>
                  <a:pt x="81" y="268"/>
                </a:lnTo>
                <a:lnTo>
                  <a:pt x="81" y="267"/>
                </a:lnTo>
                <a:lnTo>
                  <a:pt x="81" y="266"/>
                </a:lnTo>
                <a:lnTo>
                  <a:pt x="80" y="266"/>
                </a:lnTo>
                <a:lnTo>
                  <a:pt x="80" y="267"/>
                </a:lnTo>
                <a:lnTo>
                  <a:pt x="78" y="268"/>
                </a:lnTo>
                <a:lnTo>
                  <a:pt x="77" y="268"/>
                </a:lnTo>
                <a:lnTo>
                  <a:pt x="77" y="267"/>
                </a:lnTo>
                <a:lnTo>
                  <a:pt x="76" y="266"/>
                </a:lnTo>
                <a:lnTo>
                  <a:pt x="75" y="266"/>
                </a:lnTo>
                <a:lnTo>
                  <a:pt x="74" y="266"/>
                </a:lnTo>
                <a:lnTo>
                  <a:pt x="73" y="267"/>
                </a:lnTo>
                <a:lnTo>
                  <a:pt x="73" y="268"/>
                </a:lnTo>
                <a:lnTo>
                  <a:pt x="72" y="268"/>
                </a:lnTo>
                <a:lnTo>
                  <a:pt x="71" y="268"/>
                </a:lnTo>
                <a:lnTo>
                  <a:pt x="70" y="268"/>
                </a:lnTo>
                <a:lnTo>
                  <a:pt x="70" y="267"/>
                </a:lnTo>
                <a:lnTo>
                  <a:pt x="71" y="267"/>
                </a:lnTo>
                <a:lnTo>
                  <a:pt x="71" y="268"/>
                </a:lnTo>
                <a:lnTo>
                  <a:pt x="72" y="268"/>
                </a:lnTo>
                <a:lnTo>
                  <a:pt x="72" y="267"/>
                </a:lnTo>
                <a:lnTo>
                  <a:pt x="72" y="266"/>
                </a:lnTo>
                <a:lnTo>
                  <a:pt x="71" y="266"/>
                </a:lnTo>
                <a:lnTo>
                  <a:pt x="70" y="266"/>
                </a:lnTo>
                <a:lnTo>
                  <a:pt x="69" y="266"/>
                </a:lnTo>
                <a:lnTo>
                  <a:pt x="69" y="265"/>
                </a:lnTo>
                <a:lnTo>
                  <a:pt x="69" y="264"/>
                </a:lnTo>
                <a:lnTo>
                  <a:pt x="68" y="264"/>
                </a:lnTo>
                <a:lnTo>
                  <a:pt x="67" y="264"/>
                </a:lnTo>
                <a:lnTo>
                  <a:pt x="67" y="263"/>
                </a:lnTo>
                <a:lnTo>
                  <a:pt x="66" y="263"/>
                </a:lnTo>
                <a:lnTo>
                  <a:pt x="66" y="262"/>
                </a:lnTo>
                <a:lnTo>
                  <a:pt x="66" y="261"/>
                </a:lnTo>
                <a:lnTo>
                  <a:pt x="66" y="260"/>
                </a:lnTo>
                <a:lnTo>
                  <a:pt x="65" y="259"/>
                </a:lnTo>
                <a:lnTo>
                  <a:pt x="65" y="258"/>
                </a:lnTo>
                <a:lnTo>
                  <a:pt x="64" y="258"/>
                </a:lnTo>
                <a:lnTo>
                  <a:pt x="64" y="257"/>
                </a:lnTo>
                <a:lnTo>
                  <a:pt x="63" y="256"/>
                </a:lnTo>
                <a:lnTo>
                  <a:pt x="62" y="256"/>
                </a:lnTo>
                <a:lnTo>
                  <a:pt x="62" y="254"/>
                </a:lnTo>
                <a:lnTo>
                  <a:pt x="62" y="255"/>
                </a:lnTo>
                <a:lnTo>
                  <a:pt x="61" y="255"/>
                </a:lnTo>
                <a:lnTo>
                  <a:pt x="61" y="254"/>
                </a:lnTo>
                <a:lnTo>
                  <a:pt x="60" y="254"/>
                </a:lnTo>
                <a:lnTo>
                  <a:pt x="58" y="253"/>
                </a:lnTo>
                <a:lnTo>
                  <a:pt x="59" y="252"/>
                </a:lnTo>
                <a:lnTo>
                  <a:pt x="59" y="251"/>
                </a:lnTo>
                <a:lnTo>
                  <a:pt x="58" y="251"/>
                </a:lnTo>
                <a:lnTo>
                  <a:pt x="57" y="251"/>
                </a:lnTo>
                <a:lnTo>
                  <a:pt x="56" y="251"/>
                </a:lnTo>
                <a:lnTo>
                  <a:pt x="55" y="250"/>
                </a:lnTo>
                <a:lnTo>
                  <a:pt x="56" y="250"/>
                </a:lnTo>
                <a:lnTo>
                  <a:pt x="56" y="249"/>
                </a:lnTo>
                <a:lnTo>
                  <a:pt x="55" y="248"/>
                </a:lnTo>
                <a:lnTo>
                  <a:pt x="54" y="248"/>
                </a:lnTo>
                <a:lnTo>
                  <a:pt x="54" y="249"/>
                </a:lnTo>
                <a:lnTo>
                  <a:pt x="53" y="249"/>
                </a:lnTo>
                <a:lnTo>
                  <a:pt x="52" y="249"/>
                </a:lnTo>
                <a:lnTo>
                  <a:pt x="48" y="249"/>
                </a:lnTo>
                <a:lnTo>
                  <a:pt x="47" y="250"/>
                </a:lnTo>
                <a:lnTo>
                  <a:pt x="46" y="250"/>
                </a:lnTo>
                <a:lnTo>
                  <a:pt x="45" y="251"/>
                </a:lnTo>
                <a:lnTo>
                  <a:pt x="44" y="251"/>
                </a:lnTo>
                <a:lnTo>
                  <a:pt x="43" y="250"/>
                </a:lnTo>
                <a:lnTo>
                  <a:pt x="43" y="249"/>
                </a:lnTo>
                <a:lnTo>
                  <a:pt x="44" y="249"/>
                </a:lnTo>
                <a:lnTo>
                  <a:pt x="44" y="247"/>
                </a:lnTo>
                <a:lnTo>
                  <a:pt x="44" y="246"/>
                </a:lnTo>
                <a:lnTo>
                  <a:pt x="42" y="246"/>
                </a:lnTo>
                <a:lnTo>
                  <a:pt x="42" y="247"/>
                </a:lnTo>
                <a:lnTo>
                  <a:pt x="41" y="247"/>
                </a:lnTo>
                <a:lnTo>
                  <a:pt x="40" y="248"/>
                </a:lnTo>
                <a:lnTo>
                  <a:pt x="40" y="247"/>
                </a:lnTo>
                <a:lnTo>
                  <a:pt x="39" y="247"/>
                </a:lnTo>
                <a:lnTo>
                  <a:pt x="39" y="246"/>
                </a:lnTo>
                <a:lnTo>
                  <a:pt x="40" y="246"/>
                </a:lnTo>
                <a:lnTo>
                  <a:pt x="39" y="246"/>
                </a:lnTo>
                <a:lnTo>
                  <a:pt x="39" y="245"/>
                </a:lnTo>
                <a:lnTo>
                  <a:pt x="39" y="246"/>
                </a:lnTo>
                <a:lnTo>
                  <a:pt x="38" y="246"/>
                </a:lnTo>
                <a:lnTo>
                  <a:pt x="37" y="246"/>
                </a:lnTo>
                <a:lnTo>
                  <a:pt x="36" y="246"/>
                </a:lnTo>
                <a:lnTo>
                  <a:pt x="35" y="246"/>
                </a:lnTo>
                <a:lnTo>
                  <a:pt x="35" y="247"/>
                </a:lnTo>
                <a:lnTo>
                  <a:pt x="34" y="246"/>
                </a:lnTo>
                <a:lnTo>
                  <a:pt x="33" y="246"/>
                </a:lnTo>
                <a:lnTo>
                  <a:pt x="33" y="245"/>
                </a:lnTo>
                <a:lnTo>
                  <a:pt x="32" y="245"/>
                </a:lnTo>
                <a:lnTo>
                  <a:pt x="33" y="244"/>
                </a:lnTo>
                <a:lnTo>
                  <a:pt x="34" y="243"/>
                </a:lnTo>
                <a:lnTo>
                  <a:pt x="33" y="243"/>
                </a:lnTo>
                <a:lnTo>
                  <a:pt x="33" y="242"/>
                </a:lnTo>
                <a:lnTo>
                  <a:pt x="34" y="242"/>
                </a:lnTo>
                <a:lnTo>
                  <a:pt x="33" y="241"/>
                </a:lnTo>
                <a:lnTo>
                  <a:pt x="33" y="240"/>
                </a:lnTo>
                <a:lnTo>
                  <a:pt x="33" y="239"/>
                </a:lnTo>
                <a:lnTo>
                  <a:pt x="34" y="238"/>
                </a:lnTo>
                <a:lnTo>
                  <a:pt x="34" y="237"/>
                </a:lnTo>
                <a:lnTo>
                  <a:pt x="33" y="237"/>
                </a:lnTo>
                <a:lnTo>
                  <a:pt x="33" y="236"/>
                </a:lnTo>
                <a:lnTo>
                  <a:pt x="33" y="237"/>
                </a:lnTo>
                <a:lnTo>
                  <a:pt x="32" y="237"/>
                </a:lnTo>
                <a:lnTo>
                  <a:pt x="31" y="238"/>
                </a:lnTo>
                <a:lnTo>
                  <a:pt x="31" y="237"/>
                </a:lnTo>
                <a:lnTo>
                  <a:pt x="32" y="237"/>
                </a:lnTo>
                <a:lnTo>
                  <a:pt x="32" y="236"/>
                </a:lnTo>
                <a:lnTo>
                  <a:pt x="31" y="236"/>
                </a:lnTo>
                <a:lnTo>
                  <a:pt x="31" y="233"/>
                </a:lnTo>
                <a:lnTo>
                  <a:pt x="31" y="230"/>
                </a:lnTo>
                <a:lnTo>
                  <a:pt x="31" y="229"/>
                </a:lnTo>
                <a:lnTo>
                  <a:pt x="31" y="228"/>
                </a:lnTo>
                <a:lnTo>
                  <a:pt x="32" y="226"/>
                </a:lnTo>
                <a:lnTo>
                  <a:pt x="32" y="225"/>
                </a:lnTo>
                <a:lnTo>
                  <a:pt x="32" y="224"/>
                </a:lnTo>
                <a:lnTo>
                  <a:pt x="31" y="224"/>
                </a:lnTo>
                <a:lnTo>
                  <a:pt x="31" y="223"/>
                </a:lnTo>
                <a:lnTo>
                  <a:pt x="32" y="222"/>
                </a:lnTo>
                <a:lnTo>
                  <a:pt x="33" y="223"/>
                </a:lnTo>
                <a:lnTo>
                  <a:pt x="34" y="223"/>
                </a:lnTo>
                <a:lnTo>
                  <a:pt x="34" y="222"/>
                </a:lnTo>
                <a:lnTo>
                  <a:pt x="34" y="221"/>
                </a:lnTo>
                <a:lnTo>
                  <a:pt x="33" y="221"/>
                </a:lnTo>
                <a:lnTo>
                  <a:pt x="32" y="220"/>
                </a:lnTo>
                <a:lnTo>
                  <a:pt x="32" y="219"/>
                </a:lnTo>
                <a:lnTo>
                  <a:pt x="33" y="218"/>
                </a:lnTo>
                <a:lnTo>
                  <a:pt x="32" y="218"/>
                </a:lnTo>
                <a:lnTo>
                  <a:pt x="32" y="217"/>
                </a:lnTo>
                <a:lnTo>
                  <a:pt x="32" y="216"/>
                </a:lnTo>
                <a:lnTo>
                  <a:pt x="33" y="216"/>
                </a:lnTo>
                <a:lnTo>
                  <a:pt x="34" y="216"/>
                </a:lnTo>
                <a:lnTo>
                  <a:pt x="33" y="214"/>
                </a:lnTo>
                <a:lnTo>
                  <a:pt x="32" y="214"/>
                </a:lnTo>
                <a:lnTo>
                  <a:pt x="31" y="214"/>
                </a:lnTo>
                <a:lnTo>
                  <a:pt x="30" y="214"/>
                </a:lnTo>
                <a:lnTo>
                  <a:pt x="29" y="214"/>
                </a:lnTo>
                <a:lnTo>
                  <a:pt x="28" y="213"/>
                </a:lnTo>
                <a:lnTo>
                  <a:pt x="29" y="213"/>
                </a:lnTo>
                <a:lnTo>
                  <a:pt x="28" y="212"/>
                </a:lnTo>
                <a:lnTo>
                  <a:pt x="28" y="211"/>
                </a:lnTo>
                <a:lnTo>
                  <a:pt x="27" y="211"/>
                </a:lnTo>
                <a:lnTo>
                  <a:pt x="27" y="210"/>
                </a:lnTo>
                <a:lnTo>
                  <a:pt x="26" y="209"/>
                </a:lnTo>
                <a:lnTo>
                  <a:pt x="25" y="209"/>
                </a:lnTo>
                <a:lnTo>
                  <a:pt x="24" y="209"/>
                </a:lnTo>
                <a:lnTo>
                  <a:pt x="24" y="210"/>
                </a:lnTo>
                <a:lnTo>
                  <a:pt x="23" y="210"/>
                </a:lnTo>
                <a:lnTo>
                  <a:pt x="22" y="209"/>
                </a:lnTo>
                <a:lnTo>
                  <a:pt x="21" y="209"/>
                </a:lnTo>
                <a:lnTo>
                  <a:pt x="19" y="209"/>
                </a:lnTo>
                <a:lnTo>
                  <a:pt x="17" y="208"/>
                </a:lnTo>
                <a:lnTo>
                  <a:pt x="16" y="209"/>
                </a:lnTo>
                <a:lnTo>
                  <a:pt x="15" y="209"/>
                </a:lnTo>
                <a:lnTo>
                  <a:pt x="14" y="208"/>
                </a:lnTo>
                <a:lnTo>
                  <a:pt x="15" y="207"/>
                </a:lnTo>
                <a:lnTo>
                  <a:pt x="16" y="207"/>
                </a:lnTo>
                <a:lnTo>
                  <a:pt x="17" y="206"/>
                </a:lnTo>
                <a:lnTo>
                  <a:pt x="17" y="205"/>
                </a:lnTo>
                <a:lnTo>
                  <a:pt x="16" y="205"/>
                </a:lnTo>
                <a:lnTo>
                  <a:pt x="15" y="205"/>
                </a:lnTo>
                <a:lnTo>
                  <a:pt x="14" y="205"/>
                </a:lnTo>
                <a:lnTo>
                  <a:pt x="13" y="204"/>
                </a:lnTo>
                <a:lnTo>
                  <a:pt x="10" y="204"/>
                </a:lnTo>
                <a:lnTo>
                  <a:pt x="9" y="205"/>
                </a:lnTo>
                <a:lnTo>
                  <a:pt x="7" y="205"/>
                </a:lnTo>
                <a:lnTo>
                  <a:pt x="6" y="205"/>
                </a:lnTo>
                <a:lnTo>
                  <a:pt x="6" y="204"/>
                </a:lnTo>
                <a:lnTo>
                  <a:pt x="5" y="203"/>
                </a:lnTo>
                <a:lnTo>
                  <a:pt x="4" y="201"/>
                </a:lnTo>
                <a:lnTo>
                  <a:pt x="3" y="201"/>
                </a:lnTo>
                <a:lnTo>
                  <a:pt x="2" y="201"/>
                </a:lnTo>
                <a:lnTo>
                  <a:pt x="1" y="201"/>
                </a:lnTo>
                <a:lnTo>
                  <a:pt x="0" y="200"/>
                </a:lnTo>
                <a:lnTo>
                  <a:pt x="0" y="199"/>
                </a:lnTo>
                <a:lnTo>
                  <a:pt x="0" y="198"/>
                </a:lnTo>
                <a:lnTo>
                  <a:pt x="1" y="198"/>
                </a:lnTo>
                <a:lnTo>
                  <a:pt x="2" y="198"/>
                </a:lnTo>
                <a:lnTo>
                  <a:pt x="2" y="197"/>
                </a:lnTo>
                <a:lnTo>
                  <a:pt x="2" y="196"/>
                </a:lnTo>
                <a:lnTo>
                  <a:pt x="1" y="195"/>
                </a:lnTo>
                <a:lnTo>
                  <a:pt x="2" y="195"/>
                </a:lnTo>
                <a:lnTo>
                  <a:pt x="3" y="195"/>
                </a:lnTo>
                <a:lnTo>
                  <a:pt x="4" y="195"/>
                </a:lnTo>
                <a:lnTo>
                  <a:pt x="5" y="195"/>
                </a:lnTo>
                <a:lnTo>
                  <a:pt x="5" y="194"/>
                </a:lnTo>
                <a:lnTo>
                  <a:pt x="4" y="193"/>
                </a:lnTo>
                <a:lnTo>
                  <a:pt x="4" y="192"/>
                </a:lnTo>
                <a:lnTo>
                  <a:pt x="4" y="191"/>
                </a:lnTo>
                <a:lnTo>
                  <a:pt x="4" y="189"/>
                </a:lnTo>
                <a:lnTo>
                  <a:pt x="3" y="188"/>
                </a:lnTo>
                <a:lnTo>
                  <a:pt x="3" y="187"/>
                </a:lnTo>
                <a:lnTo>
                  <a:pt x="1" y="187"/>
                </a:lnTo>
                <a:lnTo>
                  <a:pt x="1" y="186"/>
                </a:lnTo>
                <a:lnTo>
                  <a:pt x="1" y="185"/>
                </a:lnTo>
                <a:lnTo>
                  <a:pt x="2" y="185"/>
                </a:lnTo>
                <a:lnTo>
                  <a:pt x="2" y="184"/>
                </a:lnTo>
                <a:lnTo>
                  <a:pt x="2" y="183"/>
                </a:lnTo>
                <a:lnTo>
                  <a:pt x="2" y="182"/>
                </a:lnTo>
                <a:lnTo>
                  <a:pt x="2" y="181"/>
                </a:lnTo>
                <a:lnTo>
                  <a:pt x="3" y="181"/>
                </a:lnTo>
                <a:lnTo>
                  <a:pt x="4" y="181"/>
                </a:lnTo>
                <a:lnTo>
                  <a:pt x="5" y="180"/>
                </a:lnTo>
                <a:lnTo>
                  <a:pt x="5" y="179"/>
                </a:lnTo>
                <a:lnTo>
                  <a:pt x="8" y="179"/>
                </a:lnTo>
                <a:lnTo>
                  <a:pt x="9" y="179"/>
                </a:lnTo>
                <a:lnTo>
                  <a:pt x="10" y="180"/>
                </a:lnTo>
                <a:lnTo>
                  <a:pt x="9" y="180"/>
                </a:lnTo>
                <a:lnTo>
                  <a:pt x="9" y="181"/>
                </a:lnTo>
                <a:lnTo>
                  <a:pt x="10" y="182"/>
                </a:lnTo>
                <a:lnTo>
                  <a:pt x="10" y="183"/>
                </a:lnTo>
                <a:lnTo>
                  <a:pt x="11" y="183"/>
                </a:lnTo>
                <a:lnTo>
                  <a:pt x="11" y="184"/>
                </a:lnTo>
                <a:lnTo>
                  <a:pt x="11" y="185"/>
                </a:lnTo>
                <a:lnTo>
                  <a:pt x="12" y="186"/>
                </a:lnTo>
                <a:lnTo>
                  <a:pt x="14" y="186"/>
                </a:lnTo>
                <a:lnTo>
                  <a:pt x="14" y="187"/>
                </a:lnTo>
                <a:lnTo>
                  <a:pt x="15" y="187"/>
                </a:lnTo>
                <a:lnTo>
                  <a:pt x="16" y="187"/>
                </a:lnTo>
                <a:lnTo>
                  <a:pt x="17" y="186"/>
                </a:lnTo>
                <a:lnTo>
                  <a:pt x="18" y="186"/>
                </a:lnTo>
                <a:lnTo>
                  <a:pt x="18" y="187"/>
                </a:lnTo>
                <a:lnTo>
                  <a:pt x="19" y="188"/>
                </a:lnTo>
                <a:lnTo>
                  <a:pt x="19" y="187"/>
                </a:lnTo>
                <a:lnTo>
                  <a:pt x="20" y="187"/>
                </a:lnTo>
                <a:lnTo>
                  <a:pt x="21" y="187"/>
                </a:lnTo>
                <a:lnTo>
                  <a:pt x="22" y="187"/>
                </a:lnTo>
                <a:lnTo>
                  <a:pt x="25" y="188"/>
                </a:lnTo>
                <a:lnTo>
                  <a:pt x="27" y="188"/>
                </a:lnTo>
                <a:lnTo>
                  <a:pt x="28" y="188"/>
                </a:lnTo>
                <a:lnTo>
                  <a:pt x="30" y="187"/>
                </a:lnTo>
                <a:lnTo>
                  <a:pt x="30" y="186"/>
                </a:lnTo>
                <a:lnTo>
                  <a:pt x="30" y="185"/>
                </a:lnTo>
                <a:lnTo>
                  <a:pt x="30" y="184"/>
                </a:lnTo>
                <a:lnTo>
                  <a:pt x="31" y="184"/>
                </a:lnTo>
                <a:lnTo>
                  <a:pt x="32" y="183"/>
                </a:lnTo>
                <a:lnTo>
                  <a:pt x="33" y="183"/>
                </a:lnTo>
                <a:lnTo>
                  <a:pt x="34" y="183"/>
                </a:lnTo>
                <a:lnTo>
                  <a:pt x="37" y="182"/>
                </a:lnTo>
                <a:lnTo>
                  <a:pt x="38" y="181"/>
                </a:lnTo>
                <a:lnTo>
                  <a:pt x="40" y="181"/>
                </a:lnTo>
                <a:lnTo>
                  <a:pt x="41" y="181"/>
                </a:lnTo>
                <a:lnTo>
                  <a:pt x="42" y="181"/>
                </a:lnTo>
                <a:lnTo>
                  <a:pt x="43" y="181"/>
                </a:lnTo>
                <a:lnTo>
                  <a:pt x="42" y="181"/>
                </a:lnTo>
                <a:lnTo>
                  <a:pt x="42" y="180"/>
                </a:lnTo>
                <a:lnTo>
                  <a:pt x="43" y="180"/>
                </a:lnTo>
                <a:lnTo>
                  <a:pt x="44" y="180"/>
                </a:lnTo>
                <a:lnTo>
                  <a:pt x="44" y="179"/>
                </a:lnTo>
                <a:lnTo>
                  <a:pt x="44" y="178"/>
                </a:lnTo>
                <a:lnTo>
                  <a:pt x="44" y="177"/>
                </a:lnTo>
                <a:lnTo>
                  <a:pt x="43" y="175"/>
                </a:lnTo>
                <a:lnTo>
                  <a:pt x="43" y="174"/>
                </a:lnTo>
                <a:lnTo>
                  <a:pt x="43" y="173"/>
                </a:lnTo>
                <a:lnTo>
                  <a:pt x="44" y="173"/>
                </a:lnTo>
                <a:lnTo>
                  <a:pt x="45" y="173"/>
                </a:lnTo>
                <a:lnTo>
                  <a:pt x="46" y="172"/>
                </a:lnTo>
                <a:lnTo>
                  <a:pt x="47" y="172"/>
                </a:lnTo>
                <a:lnTo>
                  <a:pt x="47" y="171"/>
                </a:lnTo>
                <a:lnTo>
                  <a:pt x="45" y="171"/>
                </a:lnTo>
                <a:lnTo>
                  <a:pt x="46" y="170"/>
                </a:lnTo>
                <a:lnTo>
                  <a:pt x="47" y="169"/>
                </a:lnTo>
                <a:lnTo>
                  <a:pt x="47" y="168"/>
                </a:lnTo>
                <a:lnTo>
                  <a:pt x="47" y="167"/>
                </a:lnTo>
                <a:lnTo>
                  <a:pt x="48" y="167"/>
                </a:lnTo>
                <a:lnTo>
                  <a:pt x="48" y="166"/>
                </a:lnTo>
                <a:lnTo>
                  <a:pt x="48" y="165"/>
                </a:lnTo>
                <a:lnTo>
                  <a:pt x="48" y="164"/>
                </a:lnTo>
                <a:lnTo>
                  <a:pt x="47" y="163"/>
                </a:lnTo>
                <a:lnTo>
                  <a:pt x="47" y="162"/>
                </a:lnTo>
                <a:lnTo>
                  <a:pt x="48" y="161"/>
                </a:lnTo>
                <a:lnTo>
                  <a:pt x="49" y="161"/>
                </a:lnTo>
                <a:lnTo>
                  <a:pt x="49" y="162"/>
                </a:lnTo>
                <a:lnTo>
                  <a:pt x="50" y="162"/>
                </a:lnTo>
                <a:lnTo>
                  <a:pt x="50" y="161"/>
                </a:lnTo>
                <a:lnTo>
                  <a:pt x="50" y="160"/>
                </a:lnTo>
                <a:lnTo>
                  <a:pt x="50" y="158"/>
                </a:lnTo>
                <a:lnTo>
                  <a:pt x="51" y="158"/>
                </a:lnTo>
                <a:lnTo>
                  <a:pt x="50" y="157"/>
                </a:lnTo>
                <a:lnTo>
                  <a:pt x="49" y="156"/>
                </a:lnTo>
                <a:lnTo>
                  <a:pt x="49" y="155"/>
                </a:lnTo>
                <a:lnTo>
                  <a:pt x="48" y="154"/>
                </a:lnTo>
                <a:lnTo>
                  <a:pt x="48" y="153"/>
                </a:lnTo>
                <a:lnTo>
                  <a:pt x="47" y="153"/>
                </a:lnTo>
                <a:lnTo>
                  <a:pt x="46" y="154"/>
                </a:lnTo>
                <a:lnTo>
                  <a:pt x="45" y="153"/>
                </a:lnTo>
                <a:lnTo>
                  <a:pt x="45" y="151"/>
                </a:lnTo>
                <a:lnTo>
                  <a:pt x="46" y="151"/>
                </a:lnTo>
                <a:lnTo>
                  <a:pt x="46" y="150"/>
                </a:lnTo>
                <a:lnTo>
                  <a:pt x="47" y="150"/>
                </a:lnTo>
                <a:lnTo>
                  <a:pt x="47" y="149"/>
                </a:lnTo>
                <a:lnTo>
                  <a:pt x="46" y="149"/>
                </a:lnTo>
                <a:lnTo>
                  <a:pt x="46" y="148"/>
                </a:lnTo>
                <a:lnTo>
                  <a:pt x="45" y="147"/>
                </a:lnTo>
                <a:lnTo>
                  <a:pt x="45" y="146"/>
                </a:lnTo>
                <a:lnTo>
                  <a:pt x="46" y="145"/>
                </a:lnTo>
                <a:lnTo>
                  <a:pt x="46" y="144"/>
                </a:lnTo>
                <a:lnTo>
                  <a:pt x="46" y="143"/>
                </a:lnTo>
                <a:lnTo>
                  <a:pt x="47" y="143"/>
                </a:lnTo>
                <a:lnTo>
                  <a:pt x="47" y="144"/>
                </a:lnTo>
                <a:lnTo>
                  <a:pt x="48" y="144"/>
                </a:lnTo>
                <a:lnTo>
                  <a:pt x="49" y="144"/>
                </a:lnTo>
                <a:lnTo>
                  <a:pt x="49" y="143"/>
                </a:lnTo>
                <a:lnTo>
                  <a:pt x="49" y="142"/>
                </a:lnTo>
                <a:lnTo>
                  <a:pt x="48" y="142"/>
                </a:lnTo>
                <a:lnTo>
                  <a:pt x="49" y="141"/>
                </a:lnTo>
                <a:lnTo>
                  <a:pt x="49" y="140"/>
                </a:lnTo>
                <a:lnTo>
                  <a:pt x="49" y="139"/>
                </a:lnTo>
                <a:lnTo>
                  <a:pt x="48" y="138"/>
                </a:lnTo>
                <a:lnTo>
                  <a:pt x="48" y="137"/>
                </a:lnTo>
                <a:lnTo>
                  <a:pt x="49" y="137"/>
                </a:lnTo>
                <a:lnTo>
                  <a:pt x="50" y="136"/>
                </a:lnTo>
                <a:lnTo>
                  <a:pt x="50" y="135"/>
                </a:lnTo>
                <a:lnTo>
                  <a:pt x="51" y="135"/>
                </a:lnTo>
                <a:lnTo>
                  <a:pt x="52" y="136"/>
                </a:lnTo>
                <a:lnTo>
                  <a:pt x="53" y="136"/>
                </a:lnTo>
                <a:lnTo>
                  <a:pt x="54" y="137"/>
                </a:lnTo>
                <a:lnTo>
                  <a:pt x="54" y="136"/>
                </a:lnTo>
                <a:lnTo>
                  <a:pt x="55" y="136"/>
                </a:lnTo>
                <a:lnTo>
                  <a:pt x="55" y="134"/>
                </a:lnTo>
                <a:lnTo>
                  <a:pt x="55" y="133"/>
                </a:lnTo>
                <a:lnTo>
                  <a:pt x="55" y="132"/>
                </a:lnTo>
                <a:lnTo>
                  <a:pt x="56" y="131"/>
                </a:lnTo>
                <a:lnTo>
                  <a:pt x="59" y="130"/>
                </a:lnTo>
                <a:lnTo>
                  <a:pt x="60" y="129"/>
                </a:lnTo>
                <a:lnTo>
                  <a:pt x="61" y="129"/>
                </a:lnTo>
                <a:lnTo>
                  <a:pt x="61" y="130"/>
                </a:lnTo>
                <a:lnTo>
                  <a:pt x="61" y="131"/>
                </a:lnTo>
                <a:lnTo>
                  <a:pt x="62" y="131"/>
                </a:lnTo>
                <a:lnTo>
                  <a:pt x="63" y="130"/>
                </a:lnTo>
                <a:lnTo>
                  <a:pt x="65" y="130"/>
                </a:lnTo>
                <a:lnTo>
                  <a:pt x="65" y="131"/>
                </a:lnTo>
                <a:lnTo>
                  <a:pt x="66" y="131"/>
                </a:lnTo>
                <a:lnTo>
                  <a:pt x="68" y="130"/>
                </a:lnTo>
                <a:lnTo>
                  <a:pt x="68" y="129"/>
                </a:lnTo>
                <a:lnTo>
                  <a:pt x="69" y="129"/>
                </a:lnTo>
                <a:lnTo>
                  <a:pt x="70" y="129"/>
                </a:lnTo>
                <a:lnTo>
                  <a:pt x="70" y="130"/>
                </a:lnTo>
                <a:lnTo>
                  <a:pt x="71" y="130"/>
                </a:lnTo>
                <a:lnTo>
                  <a:pt x="71" y="129"/>
                </a:lnTo>
                <a:lnTo>
                  <a:pt x="71" y="128"/>
                </a:lnTo>
                <a:lnTo>
                  <a:pt x="74" y="128"/>
                </a:lnTo>
                <a:lnTo>
                  <a:pt x="75" y="128"/>
                </a:lnTo>
                <a:lnTo>
                  <a:pt x="76" y="128"/>
                </a:lnTo>
                <a:lnTo>
                  <a:pt x="77" y="129"/>
                </a:lnTo>
                <a:lnTo>
                  <a:pt x="77" y="128"/>
                </a:lnTo>
                <a:lnTo>
                  <a:pt x="78" y="128"/>
                </a:lnTo>
                <a:lnTo>
                  <a:pt x="79" y="128"/>
                </a:lnTo>
                <a:lnTo>
                  <a:pt x="80" y="128"/>
                </a:lnTo>
                <a:lnTo>
                  <a:pt x="79" y="127"/>
                </a:lnTo>
                <a:lnTo>
                  <a:pt x="79" y="125"/>
                </a:lnTo>
                <a:lnTo>
                  <a:pt x="78" y="123"/>
                </a:lnTo>
                <a:lnTo>
                  <a:pt x="78" y="122"/>
                </a:lnTo>
                <a:lnTo>
                  <a:pt x="77" y="122"/>
                </a:lnTo>
                <a:lnTo>
                  <a:pt x="77" y="121"/>
                </a:lnTo>
                <a:lnTo>
                  <a:pt x="76" y="120"/>
                </a:lnTo>
                <a:lnTo>
                  <a:pt x="75" y="118"/>
                </a:lnTo>
                <a:lnTo>
                  <a:pt x="76" y="117"/>
                </a:lnTo>
                <a:lnTo>
                  <a:pt x="75" y="117"/>
                </a:lnTo>
                <a:lnTo>
                  <a:pt x="75" y="115"/>
                </a:lnTo>
                <a:lnTo>
                  <a:pt x="76" y="115"/>
                </a:lnTo>
                <a:lnTo>
                  <a:pt x="75" y="114"/>
                </a:lnTo>
                <a:lnTo>
                  <a:pt x="75" y="113"/>
                </a:lnTo>
                <a:lnTo>
                  <a:pt x="75" y="112"/>
                </a:lnTo>
                <a:lnTo>
                  <a:pt x="76" y="112"/>
                </a:lnTo>
                <a:lnTo>
                  <a:pt x="75" y="111"/>
                </a:lnTo>
                <a:lnTo>
                  <a:pt x="75" y="110"/>
                </a:lnTo>
                <a:lnTo>
                  <a:pt x="73" y="108"/>
                </a:lnTo>
                <a:lnTo>
                  <a:pt x="73" y="107"/>
                </a:lnTo>
                <a:lnTo>
                  <a:pt x="72" y="106"/>
                </a:lnTo>
                <a:lnTo>
                  <a:pt x="72" y="105"/>
                </a:lnTo>
                <a:lnTo>
                  <a:pt x="72" y="106"/>
                </a:lnTo>
                <a:lnTo>
                  <a:pt x="71" y="105"/>
                </a:lnTo>
                <a:lnTo>
                  <a:pt x="72" y="105"/>
                </a:lnTo>
                <a:lnTo>
                  <a:pt x="72" y="104"/>
                </a:lnTo>
                <a:lnTo>
                  <a:pt x="73" y="103"/>
                </a:lnTo>
                <a:lnTo>
                  <a:pt x="74" y="103"/>
                </a:lnTo>
                <a:lnTo>
                  <a:pt x="74" y="104"/>
                </a:lnTo>
                <a:lnTo>
                  <a:pt x="75" y="104"/>
                </a:lnTo>
                <a:lnTo>
                  <a:pt x="76" y="104"/>
                </a:lnTo>
                <a:lnTo>
                  <a:pt x="76" y="105"/>
                </a:lnTo>
                <a:lnTo>
                  <a:pt x="77" y="105"/>
                </a:lnTo>
                <a:lnTo>
                  <a:pt x="77" y="104"/>
                </a:lnTo>
                <a:lnTo>
                  <a:pt x="77" y="100"/>
                </a:lnTo>
                <a:lnTo>
                  <a:pt x="77" y="99"/>
                </a:lnTo>
                <a:lnTo>
                  <a:pt x="78" y="97"/>
                </a:lnTo>
                <a:lnTo>
                  <a:pt x="79" y="97"/>
                </a:lnTo>
                <a:lnTo>
                  <a:pt x="79" y="96"/>
                </a:lnTo>
                <a:lnTo>
                  <a:pt x="79" y="94"/>
                </a:lnTo>
                <a:lnTo>
                  <a:pt x="78" y="93"/>
                </a:lnTo>
                <a:lnTo>
                  <a:pt x="77" y="93"/>
                </a:lnTo>
                <a:lnTo>
                  <a:pt x="76" y="94"/>
                </a:lnTo>
                <a:lnTo>
                  <a:pt x="75" y="94"/>
                </a:lnTo>
                <a:lnTo>
                  <a:pt x="74" y="94"/>
                </a:lnTo>
                <a:lnTo>
                  <a:pt x="74" y="93"/>
                </a:lnTo>
                <a:lnTo>
                  <a:pt x="73" y="93"/>
                </a:lnTo>
                <a:lnTo>
                  <a:pt x="72" y="93"/>
                </a:lnTo>
                <a:lnTo>
                  <a:pt x="71" y="93"/>
                </a:lnTo>
                <a:lnTo>
                  <a:pt x="70" y="93"/>
                </a:lnTo>
                <a:lnTo>
                  <a:pt x="69" y="92"/>
                </a:lnTo>
                <a:lnTo>
                  <a:pt x="69" y="91"/>
                </a:lnTo>
                <a:lnTo>
                  <a:pt x="70" y="91"/>
                </a:lnTo>
                <a:lnTo>
                  <a:pt x="70" y="90"/>
                </a:lnTo>
                <a:lnTo>
                  <a:pt x="70" y="89"/>
                </a:lnTo>
                <a:lnTo>
                  <a:pt x="72" y="89"/>
                </a:lnTo>
                <a:lnTo>
                  <a:pt x="71" y="88"/>
                </a:lnTo>
                <a:lnTo>
                  <a:pt x="71" y="87"/>
                </a:lnTo>
                <a:lnTo>
                  <a:pt x="71" y="86"/>
                </a:lnTo>
                <a:lnTo>
                  <a:pt x="72" y="86"/>
                </a:lnTo>
                <a:lnTo>
                  <a:pt x="72" y="85"/>
                </a:lnTo>
                <a:lnTo>
                  <a:pt x="72" y="84"/>
                </a:lnTo>
                <a:lnTo>
                  <a:pt x="73" y="84"/>
                </a:lnTo>
                <a:lnTo>
                  <a:pt x="73" y="82"/>
                </a:lnTo>
                <a:lnTo>
                  <a:pt x="73" y="81"/>
                </a:lnTo>
                <a:lnTo>
                  <a:pt x="74" y="81"/>
                </a:lnTo>
                <a:lnTo>
                  <a:pt x="74" y="80"/>
                </a:lnTo>
                <a:lnTo>
                  <a:pt x="74" y="79"/>
                </a:lnTo>
                <a:lnTo>
                  <a:pt x="73" y="79"/>
                </a:lnTo>
                <a:lnTo>
                  <a:pt x="74" y="76"/>
                </a:lnTo>
                <a:lnTo>
                  <a:pt x="75" y="76"/>
                </a:lnTo>
                <a:lnTo>
                  <a:pt x="76" y="77"/>
                </a:lnTo>
                <a:lnTo>
                  <a:pt x="76" y="76"/>
                </a:lnTo>
                <a:lnTo>
                  <a:pt x="76" y="75"/>
                </a:lnTo>
                <a:lnTo>
                  <a:pt x="76" y="74"/>
                </a:lnTo>
                <a:lnTo>
                  <a:pt x="77" y="74"/>
                </a:lnTo>
                <a:lnTo>
                  <a:pt x="79" y="74"/>
                </a:lnTo>
                <a:lnTo>
                  <a:pt x="80" y="74"/>
                </a:lnTo>
                <a:lnTo>
                  <a:pt x="81" y="74"/>
                </a:lnTo>
                <a:lnTo>
                  <a:pt x="81" y="71"/>
                </a:lnTo>
                <a:lnTo>
                  <a:pt x="81" y="70"/>
                </a:lnTo>
                <a:lnTo>
                  <a:pt x="82" y="70"/>
                </a:lnTo>
                <a:lnTo>
                  <a:pt x="82" y="71"/>
                </a:lnTo>
                <a:lnTo>
                  <a:pt x="83" y="71"/>
                </a:lnTo>
                <a:lnTo>
                  <a:pt x="84" y="70"/>
                </a:lnTo>
                <a:lnTo>
                  <a:pt x="86" y="70"/>
                </a:lnTo>
                <a:lnTo>
                  <a:pt x="87" y="70"/>
                </a:lnTo>
                <a:lnTo>
                  <a:pt x="88" y="70"/>
                </a:lnTo>
                <a:lnTo>
                  <a:pt x="89" y="69"/>
                </a:lnTo>
                <a:lnTo>
                  <a:pt x="89" y="68"/>
                </a:lnTo>
                <a:lnTo>
                  <a:pt x="90" y="69"/>
                </a:lnTo>
                <a:lnTo>
                  <a:pt x="91" y="70"/>
                </a:lnTo>
                <a:lnTo>
                  <a:pt x="92" y="70"/>
                </a:lnTo>
                <a:lnTo>
                  <a:pt x="92" y="71"/>
                </a:lnTo>
                <a:lnTo>
                  <a:pt x="93" y="71"/>
                </a:lnTo>
                <a:lnTo>
                  <a:pt x="94" y="70"/>
                </a:lnTo>
                <a:lnTo>
                  <a:pt x="95" y="70"/>
                </a:lnTo>
                <a:lnTo>
                  <a:pt x="97" y="70"/>
                </a:lnTo>
                <a:lnTo>
                  <a:pt x="98" y="70"/>
                </a:lnTo>
                <a:lnTo>
                  <a:pt x="98" y="71"/>
                </a:lnTo>
                <a:lnTo>
                  <a:pt x="98" y="72"/>
                </a:lnTo>
                <a:lnTo>
                  <a:pt x="99" y="73"/>
                </a:lnTo>
                <a:lnTo>
                  <a:pt x="100" y="74"/>
                </a:lnTo>
                <a:lnTo>
                  <a:pt x="101" y="74"/>
                </a:lnTo>
                <a:lnTo>
                  <a:pt x="102" y="74"/>
                </a:lnTo>
                <a:lnTo>
                  <a:pt x="102" y="75"/>
                </a:lnTo>
                <a:lnTo>
                  <a:pt x="102" y="76"/>
                </a:lnTo>
                <a:lnTo>
                  <a:pt x="102" y="77"/>
                </a:lnTo>
                <a:lnTo>
                  <a:pt x="104" y="77"/>
                </a:lnTo>
                <a:lnTo>
                  <a:pt x="104" y="76"/>
                </a:lnTo>
                <a:lnTo>
                  <a:pt x="104" y="75"/>
                </a:lnTo>
                <a:lnTo>
                  <a:pt x="105" y="74"/>
                </a:lnTo>
                <a:lnTo>
                  <a:pt x="107" y="74"/>
                </a:lnTo>
                <a:lnTo>
                  <a:pt x="107" y="75"/>
                </a:lnTo>
                <a:lnTo>
                  <a:pt x="106" y="75"/>
                </a:lnTo>
                <a:lnTo>
                  <a:pt x="106" y="76"/>
                </a:lnTo>
                <a:lnTo>
                  <a:pt x="107" y="77"/>
                </a:lnTo>
                <a:lnTo>
                  <a:pt x="107" y="78"/>
                </a:lnTo>
                <a:lnTo>
                  <a:pt x="108" y="78"/>
                </a:lnTo>
                <a:lnTo>
                  <a:pt x="109" y="77"/>
                </a:lnTo>
                <a:lnTo>
                  <a:pt x="110" y="77"/>
                </a:lnTo>
                <a:lnTo>
                  <a:pt x="111" y="77"/>
                </a:lnTo>
                <a:lnTo>
                  <a:pt x="112" y="77"/>
                </a:lnTo>
                <a:lnTo>
                  <a:pt x="114" y="78"/>
                </a:lnTo>
                <a:lnTo>
                  <a:pt x="115" y="79"/>
                </a:lnTo>
                <a:lnTo>
                  <a:pt x="116" y="79"/>
                </a:lnTo>
                <a:lnTo>
                  <a:pt x="116" y="80"/>
                </a:lnTo>
                <a:lnTo>
                  <a:pt x="116" y="81"/>
                </a:lnTo>
                <a:lnTo>
                  <a:pt x="117" y="82"/>
                </a:lnTo>
                <a:lnTo>
                  <a:pt x="118" y="82"/>
                </a:lnTo>
                <a:lnTo>
                  <a:pt x="118" y="83"/>
                </a:lnTo>
                <a:lnTo>
                  <a:pt x="117" y="84"/>
                </a:lnTo>
                <a:lnTo>
                  <a:pt x="117" y="85"/>
                </a:lnTo>
                <a:lnTo>
                  <a:pt x="116" y="86"/>
                </a:lnTo>
                <a:lnTo>
                  <a:pt x="115" y="86"/>
                </a:lnTo>
                <a:lnTo>
                  <a:pt x="115" y="88"/>
                </a:lnTo>
                <a:lnTo>
                  <a:pt x="116" y="90"/>
                </a:lnTo>
                <a:lnTo>
                  <a:pt x="117" y="90"/>
                </a:lnTo>
                <a:lnTo>
                  <a:pt x="118" y="90"/>
                </a:lnTo>
                <a:lnTo>
                  <a:pt x="119" y="90"/>
                </a:lnTo>
                <a:lnTo>
                  <a:pt x="119" y="91"/>
                </a:lnTo>
                <a:lnTo>
                  <a:pt x="120" y="92"/>
                </a:lnTo>
                <a:lnTo>
                  <a:pt x="121" y="92"/>
                </a:lnTo>
                <a:lnTo>
                  <a:pt x="121" y="93"/>
                </a:lnTo>
                <a:lnTo>
                  <a:pt x="122" y="93"/>
                </a:lnTo>
                <a:lnTo>
                  <a:pt x="123" y="94"/>
                </a:lnTo>
                <a:lnTo>
                  <a:pt x="123" y="96"/>
                </a:lnTo>
                <a:lnTo>
                  <a:pt x="124" y="96"/>
                </a:lnTo>
                <a:lnTo>
                  <a:pt x="124" y="97"/>
                </a:lnTo>
                <a:lnTo>
                  <a:pt x="124" y="99"/>
                </a:lnTo>
                <a:lnTo>
                  <a:pt x="123" y="98"/>
                </a:lnTo>
                <a:lnTo>
                  <a:pt x="122" y="98"/>
                </a:lnTo>
                <a:lnTo>
                  <a:pt x="122" y="99"/>
                </a:lnTo>
                <a:lnTo>
                  <a:pt x="123" y="99"/>
                </a:lnTo>
                <a:lnTo>
                  <a:pt x="124" y="99"/>
                </a:lnTo>
                <a:lnTo>
                  <a:pt x="124" y="100"/>
                </a:lnTo>
                <a:lnTo>
                  <a:pt x="124" y="101"/>
                </a:lnTo>
                <a:lnTo>
                  <a:pt x="124" y="102"/>
                </a:lnTo>
                <a:lnTo>
                  <a:pt x="125" y="103"/>
                </a:lnTo>
                <a:lnTo>
                  <a:pt x="125" y="104"/>
                </a:lnTo>
                <a:lnTo>
                  <a:pt x="126" y="104"/>
                </a:lnTo>
                <a:lnTo>
                  <a:pt x="128" y="104"/>
                </a:lnTo>
                <a:lnTo>
                  <a:pt x="128" y="105"/>
                </a:lnTo>
                <a:lnTo>
                  <a:pt x="128" y="106"/>
                </a:lnTo>
                <a:lnTo>
                  <a:pt x="129" y="107"/>
                </a:lnTo>
                <a:lnTo>
                  <a:pt x="130" y="107"/>
                </a:lnTo>
                <a:lnTo>
                  <a:pt x="131" y="108"/>
                </a:lnTo>
                <a:lnTo>
                  <a:pt x="132" y="109"/>
                </a:lnTo>
                <a:lnTo>
                  <a:pt x="133" y="111"/>
                </a:lnTo>
                <a:lnTo>
                  <a:pt x="134" y="112"/>
                </a:lnTo>
                <a:lnTo>
                  <a:pt x="134" y="113"/>
                </a:lnTo>
                <a:lnTo>
                  <a:pt x="136" y="113"/>
                </a:lnTo>
                <a:lnTo>
                  <a:pt x="137" y="113"/>
                </a:lnTo>
                <a:lnTo>
                  <a:pt x="137" y="112"/>
                </a:lnTo>
                <a:lnTo>
                  <a:pt x="138" y="112"/>
                </a:lnTo>
                <a:lnTo>
                  <a:pt x="138" y="111"/>
                </a:lnTo>
                <a:lnTo>
                  <a:pt x="139" y="110"/>
                </a:lnTo>
                <a:lnTo>
                  <a:pt x="139" y="111"/>
                </a:lnTo>
                <a:lnTo>
                  <a:pt x="139" y="112"/>
                </a:lnTo>
                <a:lnTo>
                  <a:pt x="141" y="111"/>
                </a:lnTo>
                <a:lnTo>
                  <a:pt x="141" y="110"/>
                </a:lnTo>
                <a:lnTo>
                  <a:pt x="141" y="109"/>
                </a:lnTo>
                <a:lnTo>
                  <a:pt x="142" y="109"/>
                </a:lnTo>
                <a:lnTo>
                  <a:pt x="142" y="108"/>
                </a:lnTo>
                <a:lnTo>
                  <a:pt x="143" y="108"/>
                </a:lnTo>
                <a:lnTo>
                  <a:pt x="143" y="109"/>
                </a:lnTo>
                <a:lnTo>
                  <a:pt x="143" y="110"/>
                </a:lnTo>
                <a:lnTo>
                  <a:pt x="144" y="111"/>
                </a:lnTo>
                <a:lnTo>
                  <a:pt x="145" y="111"/>
                </a:lnTo>
                <a:lnTo>
                  <a:pt x="145" y="110"/>
                </a:lnTo>
                <a:lnTo>
                  <a:pt x="145" y="109"/>
                </a:lnTo>
                <a:lnTo>
                  <a:pt x="146" y="108"/>
                </a:lnTo>
                <a:lnTo>
                  <a:pt x="147" y="107"/>
                </a:lnTo>
                <a:lnTo>
                  <a:pt x="148" y="107"/>
                </a:lnTo>
                <a:lnTo>
                  <a:pt x="149" y="108"/>
                </a:lnTo>
                <a:lnTo>
                  <a:pt x="150" y="106"/>
                </a:lnTo>
                <a:lnTo>
                  <a:pt x="151" y="106"/>
                </a:lnTo>
                <a:lnTo>
                  <a:pt x="152" y="106"/>
                </a:lnTo>
                <a:lnTo>
                  <a:pt x="152" y="105"/>
                </a:lnTo>
                <a:lnTo>
                  <a:pt x="153" y="104"/>
                </a:lnTo>
                <a:lnTo>
                  <a:pt x="154" y="104"/>
                </a:lnTo>
                <a:lnTo>
                  <a:pt x="154" y="105"/>
                </a:lnTo>
                <a:lnTo>
                  <a:pt x="155" y="105"/>
                </a:lnTo>
                <a:lnTo>
                  <a:pt x="156" y="105"/>
                </a:lnTo>
                <a:lnTo>
                  <a:pt x="157" y="104"/>
                </a:lnTo>
                <a:lnTo>
                  <a:pt x="158" y="104"/>
                </a:lnTo>
                <a:lnTo>
                  <a:pt x="159" y="104"/>
                </a:lnTo>
                <a:lnTo>
                  <a:pt x="159" y="103"/>
                </a:lnTo>
                <a:lnTo>
                  <a:pt x="159" y="102"/>
                </a:lnTo>
                <a:lnTo>
                  <a:pt x="160" y="101"/>
                </a:lnTo>
                <a:lnTo>
                  <a:pt x="161" y="101"/>
                </a:lnTo>
                <a:lnTo>
                  <a:pt x="161" y="102"/>
                </a:lnTo>
                <a:lnTo>
                  <a:pt x="162" y="102"/>
                </a:lnTo>
                <a:lnTo>
                  <a:pt x="163" y="102"/>
                </a:lnTo>
                <a:lnTo>
                  <a:pt x="163" y="101"/>
                </a:lnTo>
                <a:lnTo>
                  <a:pt x="163" y="100"/>
                </a:lnTo>
                <a:lnTo>
                  <a:pt x="163" y="97"/>
                </a:lnTo>
                <a:lnTo>
                  <a:pt x="164" y="96"/>
                </a:lnTo>
                <a:lnTo>
                  <a:pt x="165" y="96"/>
                </a:lnTo>
                <a:lnTo>
                  <a:pt x="166" y="95"/>
                </a:lnTo>
                <a:lnTo>
                  <a:pt x="166" y="94"/>
                </a:lnTo>
                <a:lnTo>
                  <a:pt x="167" y="94"/>
                </a:lnTo>
                <a:lnTo>
                  <a:pt x="168" y="94"/>
                </a:lnTo>
                <a:lnTo>
                  <a:pt x="168" y="93"/>
                </a:lnTo>
                <a:lnTo>
                  <a:pt x="169" y="94"/>
                </a:lnTo>
                <a:lnTo>
                  <a:pt x="170" y="94"/>
                </a:lnTo>
                <a:lnTo>
                  <a:pt x="172" y="94"/>
                </a:lnTo>
                <a:lnTo>
                  <a:pt x="172" y="93"/>
                </a:lnTo>
                <a:lnTo>
                  <a:pt x="172" y="92"/>
                </a:lnTo>
                <a:lnTo>
                  <a:pt x="173" y="92"/>
                </a:lnTo>
                <a:lnTo>
                  <a:pt x="174" y="92"/>
                </a:lnTo>
                <a:lnTo>
                  <a:pt x="174" y="93"/>
                </a:lnTo>
                <a:lnTo>
                  <a:pt x="176" y="92"/>
                </a:lnTo>
                <a:lnTo>
                  <a:pt x="176" y="91"/>
                </a:lnTo>
                <a:lnTo>
                  <a:pt x="176" y="90"/>
                </a:lnTo>
                <a:lnTo>
                  <a:pt x="176" y="89"/>
                </a:lnTo>
                <a:lnTo>
                  <a:pt x="178" y="88"/>
                </a:lnTo>
                <a:lnTo>
                  <a:pt x="178" y="89"/>
                </a:lnTo>
                <a:lnTo>
                  <a:pt x="178" y="90"/>
                </a:lnTo>
                <a:lnTo>
                  <a:pt x="179" y="90"/>
                </a:lnTo>
                <a:lnTo>
                  <a:pt x="181" y="90"/>
                </a:lnTo>
                <a:lnTo>
                  <a:pt x="181" y="91"/>
                </a:lnTo>
                <a:lnTo>
                  <a:pt x="182" y="91"/>
                </a:lnTo>
                <a:lnTo>
                  <a:pt x="184" y="92"/>
                </a:lnTo>
                <a:lnTo>
                  <a:pt x="185" y="92"/>
                </a:lnTo>
                <a:lnTo>
                  <a:pt x="186" y="90"/>
                </a:lnTo>
                <a:lnTo>
                  <a:pt x="185" y="90"/>
                </a:lnTo>
                <a:lnTo>
                  <a:pt x="185" y="89"/>
                </a:lnTo>
                <a:lnTo>
                  <a:pt x="185" y="88"/>
                </a:lnTo>
                <a:lnTo>
                  <a:pt x="185" y="87"/>
                </a:lnTo>
                <a:lnTo>
                  <a:pt x="185" y="86"/>
                </a:lnTo>
                <a:lnTo>
                  <a:pt x="185" y="85"/>
                </a:lnTo>
                <a:lnTo>
                  <a:pt x="185" y="84"/>
                </a:lnTo>
                <a:lnTo>
                  <a:pt x="186" y="84"/>
                </a:lnTo>
                <a:lnTo>
                  <a:pt x="186" y="83"/>
                </a:lnTo>
                <a:lnTo>
                  <a:pt x="186" y="81"/>
                </a:lnTo>
                <a:lnTo>
                  <a:pt x="185" y="81"/>
                </a:lnTo>
                <a:lnTo>
                  <a:pt x="185" y="80"/>
                </a:lnTo>
                <a:lnTo>
                  <a:pt x="184" y="81"/>
                </a:lnTo>
                <a:lnTo>
                  <a:pt x="184" y="80"/>
                </a:lnTo>
                <a:lnTo>
                  <a:pt x="183" y="80"/>
                </a:lnTo>
                <a:lnTo>
                  <a:pt x="182" y="79"/>
                </a:lnTo>
                <a:lnTo>
                  <a:pt x="182" y="78"/>
                </a:lnTo>
                <a:lnTo>
                  <a:pt x="181" y="78"/>
                </a:lnTo>
                <a:lnTo>
                  <a:pt x="181" y="77"/>
                </a:lnTo>
                <a:lnTo>
                  <a:pt x="181" y="76"/>
                </a:lnTo>
                <a:lnTo>
                  <a:pt x="181" y="75"/>
                </a:lnTo>
                <a:lnTo>
                  <a:pt x="181" y="74"/>
                </a:lnTo>
                <a:lnTo>
                  <a:pt x="180" y="74"/>
                </a:lnTo>
                <a:lnTo>
                  <a:pt x="180" y="73"/>
                </a:lnTo>
                <a:lnTo>
                  <a:pt x="179" y="73"/>
                </a:lnTo>
                <a:lnTo>
                  <a:pt x="179" y="72"/>
                </a:lnTo>
                <a:lnTo>
                  <a:pt x="179" y="71"/>
                </a:lnTo>
                <a:lnTo>
                  <a:pt x="178" y="71"/>
                </a:lnTo>
                <a:lnTo>
                  <a:pt x="178" y="70"/>
                </a:lnTo>
                <a:lnTo>
                  <a:pt x="177" y="69"/>
                </a:lnTo>
                <a:lnTo>
                  <a:pt x="177" y="68"/>
                </a:lnTo>
                <a:lnTo>
                  <a:pt x="176" y="66"/>
                </a:lnTo>
                <a:lnTo>
                  <a:pt x="174" y="66"/>
                </a:lnTo>
                <a:lnTo>
                  <a:pt x="174" y="65"/>
                </a:lnTo>
                <a:lnTo>
                  <a:pt x="174" y="64"/>
                </a:lnTo>
                <a:lnTo>
                  <a:pt x="173" y="63"/>
                </a:lnTo>
                <a:lnTo>
                  <a:pt x="174" y="61"/>
                </a:lnTo>
                <a:lnTo>
                  <a:pt x="175" y="59"/>
                </a:lnTo>
                <a:lnTo>
                  <a:pt x="175" y="58"/>
                </a:lnTo>
                <a:lnTo>
                  <a:pt x="176" y="58"/>
                </a:lnTo>
                <a:lnTo>
                  <a:pt x="177" y="58"/>
                </a:lnTo>
                <a:lnTo>
                  <a:pt x="177" y="57"/>
                </a:lnTo>
                <a:lnTo>
                  <a:pt x="176" y="57"/>
                </a:lnTo>
                <a:lnTo>
                  <a:pt x="176" y="56"/>
                </a:lnTo>
                <a:lnTo>
                  <a:pt x="175" y="55"/>
                </a:lnTo>
                <a:lnTo>
                  <a:pt x="175" y="53"/>
                </a:lnTo>
                <a:lnTo>
                  <a:pt x="174" y="52"/>
                </a:lnTo>
                <a:lnTo>
                  <a:pt x="175" y="51"/>
                </a:lnTo>
                <a:lnTo>
                  <a:pt x="175" y="50"/>
                </a:lnTo>
                <a:lnTo>
                  <a:pt x="175" y="49"/>
                </a:lnTo>
                <a:lnTo>
                  <a:pt x="176" y="49"/>
                </a:lnTo>
                <a:lnTo>
                  <a:pt x="176" y="48"/>
                </a:lnTo>
                <a:lnTo>
                  <a:pt x="177" y="48"/>
                </a:lnTo>
                <a:lnTo>
                  <a:pt x="178" y="47"/>
                </a:lnTo>
                <a:lnTo>
                  <a:pt x="179" y="46"/>
                </a:lnTo>
                <a:lnTo>
                  <a:pt x="179" y="45"/>
                </a:lnTo>
                <a:lnTo>
                  <a:pt x="177" y="45"/>
                </a:lnTo>
                <a:lnTo>
                  <a:pt x="177" y="44"/>
                </a:lnTo>
                <a:lnTo>
                  <a:pt x="176" y="43"/>
                </a:lnTo>
                <a:lnTo>
                  <a:pt x="174" y="43"/>
                </a:lnTo>
                <a:lnTo>
                  <a:pt x="173" y="43"/>
                </a:lnTo>
                <a:lnTo>
                  <a:pt x="172" y="43"/>
                </a:lnTo>
                <a:lnTo>
                  <a:pt x="171" y="43"/>
                </a:lnTo>
                <a:lnTo>
                  <a:pt x="170" y="43"/>
                </a:lnTo>
                <a:lnTo>
                  <a:pt x="168" y="46"/>
                </a:lnTo>
                <a:lnTo>
                  <a:pt x="167" y="46"/>
                </a:lnTo>
                <a:lnTo>
                  <a:pt x="165" y="46"/>
                </a:lnTo>
                <a:lnTo>
                  <a:pt x="165" y="44"/>
                </a:lnTo>
                <a:lnTo>
                  <a:pt x="164" y="44"/>
                </a:lnTo>
                <a:lnTo>
                  <a:pt x="165" y="44"/>
                </a:lnTo>
                <a:lnTo>
                  <a:pt x="165" y="43"/>
                </a:lnTo>
                <a:lnTo>
                  <a:pt x="164" y="43"/>
                </a:lnTo>
                <a:lnTo>
                  <a:pt x="164" y="44"/>
                </a:lnTo>
                <a:lnTo>
                  <a:pt x="163" y="44"/>
                </a:lnTo>
                <a:lnTo>
                  <a:pt x="163" y="45"/>
                </a:lnTo>
                <a:lnTo>
                  <a:pt x="163" y="46"/>
                </a:lnTo>
                <a:lnTo>
                  <a:pt x="162" y="46"/>
                </a:lnTo>
                <a:lnTo>
                  <a:pt x="161" y="46"/>
                </a:lnTo>
                <a:lnTo>
                  <a:pt x="161" y="45"/>
                </a:lnTo>
                <a:lnTo>
                  <a:pt x="160" y="45"/>
                </a:lnTo>
                <a:lnTo>
                  <a:pt x="158" y="45"/>
                </a:lnTo>
                <a:lnTo>
                  <a:pt x="157" y="45"/>
                </a:lnTo>
                <a:lnTo>
                  <a:pt x="157" y="46"/>
                </a:lnTo>
                <a:lnTo>
                  <a:pt x="156" y="46"/>
                </a:lnTo>
                <a:lnTo>
                  <a:pt x="155" y="45"/>
                </a:lnTo>
                <a:lnTo>
                  <a:pt x="156" y="44"/>
                </a:lnTo>
                <a:lnTo>
                  <a:pt x="156" y="43"/>
                </a:lnTo>
                <a:lnTo>
                  <a:pt x="157" y="43"/>
                </a:lnTo>
                <a:lnTo>
                  <a:pt x="157" y="42"/>
                </a:lnTo>
                <a:lnTo>
                  <a:pt x="156" y="41"/>
                </a:lnTo>
                <a:lnTo>
                  <a:pt x="155" y="40"/>
                </a:lnTo>
                <a:lnTo>
                  <a:pt x="154" y="39"/>
                </a:lnTo>
                <a:lnTo>
                  <a:pt x="152" y="39"/>
                </a:lnTo>
                <a:lnTo>
                  <a:pt x="152" y="38"/>
                </a:lnTo>
                <a:lnTo>
                  <a:pt x="151" y="38"/>
                </a:lnTo>
                <a:lnTo>
                  <a:pt x="150" y="38"/>
                </a:lnTo>
                <a:lnTo>
                  <a:pt x="149" y="37"/>
                </a:lnTo>
                <a:lnTo>
                  <a:pt x="149" y="36"/>
                </a:lnTo>
                <a:lnTo>
                  <a:pt x="148" y="36"/>
                </a:lnTo>
                <a:lnTo>
                  <a:pt x="149" y="36"/>
                </a:lnTo>
                <a:lnTo>
                  <a:pt x="149" y="35"/>
                </a:lnTo>
                <a:lnTo>
                  <a:pt x="148" y="35"/>
                </a:lnTo>
                <a:lnTo>
                  <a:pt x="147" y="35"/>
                </a:lnTo>
                <a:lnTo>
                  <a:pt x="146" y="35"/>
                </a:lnTo>
                <a:lnTo>
                  <a:pt x="146" y="34"/>
                </a:lnTo>
                <a:lnTo>
                  <a:pt x="144" y="33"/>
                </a:lnTo>
                <a:lnTo>
                  <a:pt x="143" y="33"/>
                </a:lnTo>
                <a:lnTo>
                  <a:pt x="142" y="33"/>
                </a:lnTo>
                <a:lnTo>
                  <a:pt x="140" y="33"/>
                </a:lnTo>
                <a:lnTo>
                  <a:pt x="139" y="33"/>
                </a:lnTo>
                <a:lnTo>
                  <a:pt x="139" y="32"/>
                </a:lnTo>
                <a:lnTo>
                  <a:pt x="139" y="31"/>
                </a:lnTo>
                <a:lnTo>
                  <a:pt x="139" y="30"/>
                </a:lnTo>
                <a:lnTo>
                  <a:pt x="140" y="30"/>
                </a:lnTo>
                <a:lnTo>
                  <a:pt x="140" y="29"/>
                </a:lnTo>
                <a:lnTo>
                  <a:pt x="139" y="28"/>
                </a:lnTo>
                <a:lnTo>
                  <a:pt x="139" y="29"/>
                </a:lnTo>
                <a:lnTo>
                  <a:pt x="138" y="28"/>
                </a:lnTo>
                <a:lnTo>
                  <a:pt x="138" y="27"/>
                </a:lnTo>
                <a:lnTo>
                  <a:pt x="137" y="27"/>
                </a:lnTo>
                <a:lnTo>
                  <a:pt x="136" y="27"/>
                </a:lnTo>
                <a:lnTo>
                  <a:pt x="137" y="27"/>
                </a:lnTo>
                <a:lnTo>
                  <a:pt x="137" y="26"/>
                </a:lnTo>
                <a:lnTo>
                  <a:pt x="136" y="25"/>
                </a:lnTo>
                <a:lnTo>
                  <a:pt x="135" y="25"/>
                </a:lnTo>
                <a:lnTo>
                  <a:pt x="134" y="24"/>
                </a:lnTo>
                <a:lnTo>
                  <a:pt x="134" y="23"/>
                </a:lnTo>
                <a:lnTo>
                  <a:pt x="135" y="23"/>
                </a:lnTo>
                <a:lnTo>
                  <a:pt x="135" y="22"/>
                </a:lnTo>
                <a:lnTo>
                  <a:pt x="135" y="21"/>
                </a:lnTo>
                <a:lnTo>
                  <a:pt x="136" y="21"/>
                </a:lnTo>
                <a:lnTo>
                  <a:pt x="136" y="20"/>
                </a:lnTo>
                <a:lnTo>
                  <a:pt x="136" y="19"/>
                </a:lnTo>
                <a:lnTo>
                  <a:pt x="138" y="18"/>
                </a:lnTo>
                <a:lnTo>
                  <a:pt x="139" y="18"/>
                </a:lnTo>
                <a:lnTo>
                  <a:pt x="139" y="17"/>
                </a:lnTo>
                <a:lnTo>
                  <a:pt x="138" y="15"/>
                </a:lnTo>
                <a:lnTo>
                  <a:pt x="138" y="14"/>
                </a:lnTo>
                <a:lnTo>
                  <a:pt x="138" y="13"/>
                </a:lnTo>
                <a:lnTo>
                  <a:pt x="138" y="12"/>
                </a:lnTo>
                <a:lnTo>
                  <a:pt x="139" y="11"/>
                </a:lnTo>
                <a:lnTo>
                  <a:pt x="139" y="10"/>
                </a:lnTo>
                <a:lnTo>
                  <a:pt x="138" y="10"/>
                </a:lnTo>
                <a:lnTo>
                  <a:pt x="138" y="9"/>
                </a:lnTo>
                <a:lnTo>
                  <a:pt x="139" y="9"/>
                </a:lnTo>
                <a:lnTo>
                  <a:pt x="140" y="9"/>
                </a:lnTo>
                <a:lnTo>
                  <a:pt x="141" y="10"/>
                </a:lnTo>
                <a:lnTo>
                  <a:pt x="141" y="11"/>
                </a:lnTo>
                <a:lnTo>
                  <a:pt x="142" y="12"/>
                </a:lnTo>
                <a:lnTo>
                  <a:pt x="143" y="12"/>
                </a:lnTo>
                <a:lnTo>
                  <a:pt x="144" y="12"/>
                </a:lnTo>
                <a:lnTo>
                  <a:pt x="144" y="11"/>
                </a:lnTo>
                <a:lnTo>
                  <a:pt x="144" y="10"/>
                </a:lnTo>
                <a:lnTo>
                  <a:pt x="145" y="10"/>
                </a:lnTo>
                <a:lnTo>
                  <a:pt x="145" y="9"/>
                </a:lnTo>
                <a:lnTo>
                  <a:pt x="146" y="9"/>
                </a:lnTo>
                <a:lnTo>
                  <a:pt x="147" y="8"/>
                </a:lnTo>
                <a:lnTo>
                  <a:pt x="147" y="7"/>
                </a:lnTo>
                <a:lnTo>
                  <a:pt x="147" y="6"/>
                </a:lnTo>
                <a:lnTo>
                  <a:pt x="148" y="6"/>
                </a:lnTo>
                <a:lnTo>
                  <a:pt x="149" y="6"/>
                </a:lnTo>
                <a:lnTo>
                  <a:pt x="150" y="6"/>
                </a:lnTo>
                <a:lnTo>
                  <a:pt x="150" y="7"/>
                </a:lnTo>
                <a:lnTo>
                  <a:pt x="151" y="7"/>
                </a:lnTo>
                <a:lnTo>
                  <a:pt x="151" y="6"/>
                </a:lnTo>
                <a:lnTo>
                  <a:pt x="152" y="6"/>
                </a:lnTo>
                <a:lnTo>
                  <a:pt x="152" y="5"/>
                </a:lnTo>
                <a:lnTo>
                  <a:pt x="153" y="4"/>
                </a:lnTo>
                <a:lnTo>
                  <a:pt x="154" y="4"/>
                </a:lnTo>
                <a:lnTo>
                  <a:pt x="156" y="3"/>
                </a:lnTo>
                <a:lnTo>
                  <a:pt x="156" y="2"/>
                </a:lnTo>
                <a:lnTo>
                  <a:pt x="157" y="2"/>
                </a:lnTo>
                <a:lnTo>
                  <a:pt x="158" y="2"/>
                </a:lnTo>
                <a:lnTo>
                  <a:pt x="159" y="1"/>
                </a:lnTo>
                <a:lnTo>
                  <a:pt x="160" y="1"/>
                </a:lnTo>
                <a:lnTo>
                  <a:pt x="161" y="1"/>
                </a:lnTo>
                <a:lnTo>
                  <a:pt x="161" y="0"/>
                </a:lnTo>
                <a:lnTo>
                  <a:pt x="162" y="0"/>
                </a:lnTo>
                <a:lnTo>
                  <a:pt x="163" y="0"/>
                </a:lnTo>
                <a:lnTo>
                  <a:pt x="163" y="1"/>
                </a:lnTo>
                <a:lnTo>
                  <a:pt x="163" y="2"/>
                </a:lnTo>
                <a:lnTo>
                  <a:pt x="163" y="3"/>
                </a:lnTo>
                <a:lnTo>
                  <a:pt x="164" y="4"/>
                </a:lnTo>
                <a:lnTo>
                  <a:pt x="165" y="3"/>
                </a:lnTo>
                <a:lnTo>
                  <a:pt x="165" y="4"/>
                </a:lnTo>
                <a:lnTo>
                  <a:pt x="166" y="4"/>
                </a:lnTo>
                <a:lnTo>
                  <a:pt x="166" y="5"/>
                </a:lnTo>
                <a:lnTo>
                  <a:pt x="168" y="5"/>
                </a:lnTo>
                <a:lnTo>
                  <a:pt x="168" y="6"/>
                </a:lnTo>
                <a:lnTo>
                  <a:pt x="168" y="7"/>
                </a:lnTo>
                <a:lnTo>
                  <a:pt x="169" y="7"/>
                </a:lnTo>
                <a:lnTo>
                  <a:pt x="170" y="7"/>
                </a:lnTo>
                <a:lnTo>
                  <a:pt x="170" y="8"/>
                </a:lnTo>
                <a:lnTo>
                  <a:pt x="169" y="8"/>
                </a:lnTo>
                <a:lnTo>
                  <a:pt x="169" y="9"/>
                </a:lnTo>
                <a:lnTo>
                  <a:pt x="169" y="10"/>
                </a:lnTo>
                <a:lnTo>
                  <a:pt x="171" y="11"/>
                </a:lnTo>
                <a:lnTo>
                  <a:pt x="172" y="11"/>
                </a:lnTo>
                <a:lnTo>
                  <a:pt x="173" y="12"/>
                </a:lnTo>
                <a:lnTo>
                  <a:pt x="172" y="12"/>
                </a:lnTo>
                <a:lnTo>
                  <a:pt x="172" y="13"/>
                </a:lnTo>
                <a:lnTo>
                  <a:pt x="173" y="13"/>
                </a:lnTo>
                <a:lnTo>
                  <a:pt x="175" y="13"/>
                </a:lnTo>
                <a:lnTo>
                  <a:pt x="176" y="14"/>
                </a:lnTo>
                <a:lnTo>
                  <a:pt x="178" y="15"/>
                </a:lnTo>
                <a:lnTo>
                  <a:pt x="178" y="16"/>
                </a:lnTo>
                <a:lnTo>
                  <a:pt x="179" y="16"/>
                </a:lnTo>
                <a:lnTo>
                  <a:pt x="179" y="17"/>
                </a:lnTo>
                <a:lnTo>
                  <a:pt x="180" y="17"/>
                </a:lnTo>
                <a:lnTo>
                  <a:pt x="181" y="18"/>
                </a:lnTo>
                <a:lnTo>
                  <a:pt x="180" y="18"/>
                </a:lnTo>
                <a:lnTo>
                  <a:pt x="180" y="19"/>
                </a:lnTo>
                <a:lnTo>
                  <a:pt x="179" y="19"/>
                </a:lnTo>
                <a:lnTo>
                  <a:pt x="178" y="19"/>
                </a:lnTo>
                <a:lnTo>
                  <a:pt x="178" y="18"/>
                </a:lnTo>
                <a:lnTo>
                  <a:pt x="177" y="19"/>
                </a:lnTo>
                <a:lnTo>
                  <a:pt x="178" y="20"/>
                </a:lnTo>
                <a:lnTo>
                  <a:pt x="179" y="20"/>
                </a:lnTo>
                <a:lnTo>
                  <a:pt x="181" y="20"/>
                </a:lnTo>
                <a:lnTo>
                  <a:pt x="182" y="20"/>
                </a:lnTo>
                <a:lnTo>
                  <a:pt x="183" y="20"/>
                </a:lnTo>
                <a:lnTo>
                  <a:pt x="184" y="20"/>
                </a:lnTo>
                <a:lnTo>
                  <a:pt x="183" y="20"/>
                </a:lnTo>
                <a:lnTo>
                  <a:pt x="184" y="20"/>
                </a:lnTo>
                <a:lnTo>
                  <a:pt x="185" y="20"/>
                </a:lnTo>
                <a:lnTo>
                  <a:pt x="186" y="21"/>
                </a:lnTo>
                <a:lnTo>
                  <a:pt x="187" y="21"/>
                </a:lnTo>
                <a:lnTo>
                  <a:pt x="192" y="21"/>
                </a:lnTo>
                <a:lnTo>
                  <a:pt x="193" y="21"/>
                </a:lnTo>
                <a:lnTo>
                  <a:pt x="194" y="22"/>
                </a:lnTo>
                <a:lnTo>
                  <a:pt x="195" y="22"/>
                </a:lnTo>
                <a:lnTo>
                  <a:pt x="196" y="22"/>
                </a:lnTo>
                <a:lnTo>
                  <a:pt x="197" y="23"/>
                </a:lnTo>
                <a:lnTo>
                  <a:pt x="199" y="24"/>
                </a:lnTo>
                <a:lnTo>
                  <a:pt x="200" y="26"/>
                </a:lnTo>
                <a:lnTo>
                  <a:pt x="200" y="27"/>
                </a:lnTo>
                <a:lnTo>
                  <a:pt x="201" y="28"/>
                </a:lnTo>
                <a:lnTo>
                  <a:pt x="202" y="29"/>
                </a:lnTo>
                <a:lnTo>
                  <a:pt x="203" y="29"/>
                </a:lnTo>
                <a:lnTo>
                  <a:pt x="204" y="30"/>
                </a:lnTo>
                <a:lnTo>
                  <a:pt x="205" y="32"/>
                </a:lnTo>
                <a:lnTo>
                  <a:pt x="206" y="31"/>
                </a:lnTo>
                <a:lnTo>
                  <a:pt x="207" y="30"/>
                </a:lnTo>
                <a:lnTo>
                  <a:pt x="208" y="30"/>
                </a:lnTo>
                <a:lnTo>
                  <a:pt x="209" y="31"/>
                </a:lnTo>
                <a:lnTo>
                  <a:pt x="209" y="29"/>
                </a:lnTo>
                <a:lnTo>
                  <a:pt x="210" y="29"/>
                </a:lnTo>
                <a:lnTo>
                  <a:pt x="211" y="30"/>
                </a:lnTo>
                <a:lnTo>
                  <a:pt x="212" y="30"/>
                </a:lnTo>
                <a:lnTo>
                  <a:pt x="214" y="30"/>
                </a:lnTo>
                <a:lnTo>
                  <a:pt x="215" y="30"/>
                </a:lnTo>
                <a:lnTo>
                  <a:pt x="218" y="31"/>
                </a:lnTo>
                <a:lnTo>
                  <a:pt x="219" y="31"/>
                </a:lnTo>
                <a:lnTo>
                  <a:pt x="220" y="31"/>
                </a:lnTo>
                <a:lnTo>
                  <a:pt x="219" y="31"/>
                </a:lnTo>
                <a:lnTo>
                  <a:pt x="219" y="32"/>
                </a:lnTo>
                <a:lnTo>
                  <a:pt x="219" y="33"/>
                </a:lnTo>
                <a:lnTo>
                  <a:pt x="218" y="33"/>
                </a:lnTo>
                <a:lnTo>
                  <a:pt x="218" y="34"/>
                </a:lnTo>
                <a:lnTo>
                  <a:pt x="219" y="35"/>
                </a:lnTo>
                <a:lnTo>
                  <a:pt x="220" y="35"/>
                </a:lnTo>
                <a:lnTo>
                  <a:pt x="221" y="35"/>
                </a:lnTo>
                <a:lnTo>
                  <a:pt x="221" y="36"/>
                </a:lnTo>
                <a:lnTo>
                  <a:pt x="221" y="37"/>
                </a:lnTo>
                <a:lnTo>
                  <a:pt x="220" y="37"/>
                </a:lnTo>
                <a:lnTo>
                  <a:pt x="220" y="38"/>
                </a:lnTo>
                <a:lnTo>
                  <a:pt x="220" y="39"/>
                </a:lnTo>
                <a:lnTo>
                  <a:pt x="219" y="39"/>
                </a:lnTo>
                <a:lnTo>
                  <a:pt x="219" y="40"/>
                </a:lnTo>
                <a:lnTo>
                  <a:pt x="220" y="40"/>
                </a:lnTo>
                <a:lnTo>
                  <a:pt x="220" y="42"/>
                </a:lnTo>
                <a:lnTo>
                  <a:pt x="220" y="43"/>
                </a:lnTo>
                <a:lnTo>
                  <a:pt x="220" y="44"/>
                </a:lnTo>
                <a:lnTo>
                  <a:pt x="221" y="45"/>
                </a:lnTo>
                <a:lnTo>
                  <a:pt x="221" y="46"/>
                </a:lnTo>
                <a:lnTo>
                  <a:pt x="222" y="46"/>
                </a:lnTo>
                <a:lnTo>
                  <a:pt x="223" y="46"/>
                </a:lnTo>
                <a:lnTo>
                  <a:pt x="223" y="47"/>
                </a:lnTo>
                <a:lnTo>
                  <a:pt x="222" y="47"/>
                </a:lnTo>
                <a:lnTo>
                  <a:pt x="223" y="47"/>
                </a:lnTo>
                <a:lnTo>
                  <a:pt x="224" y="47"/>
                </a:lnTo>
                <a:lnTo>
                  <a:pt x="225" y="47"/>
                </a:lnTo>
                <a:lnTo>
                  <a:pt x="225" y="48"/>
                </a:lnTo>
                <a:lnTo>
                  <a:pt x="225" y="49"/>
                </a:lnTo>
                <a:lnTo>
                  <a:pt x="226" y="49"/>
                </a:lnTo>
                <a:lnTo>
                  <a:pt x="227" y="48"/>
                </a:lnTo>
                <a:lnTo>
                  <a:pt x="228" y="49"/>
                </a:lnTo>
                <a:lnTo>
                  <a:pt x="228" y="50"/>
                </a:lnTo>
                <a:lnTo>
                  <a:pt x="227" y="50"/>
                </a:lnTo>
                <a:lnTo>
                  <a:pt x="227" y="51"/>
                </a:lnTo>
                <a:lnTo>
                  <a:pt x="228" y="53"/>
                </a:lnTo>
                <a:lnTo>
                  <a:pt x="226" y="55"/>
                </a:lnTo>
                <a:lnTo>
                  <a:pt x="226" y="56"/>
                </a:lnTo>
                <a:lnTo>
                  <a:pt x="225" y="56"/>
                </a:lnTo>
                <a:lnTo>
                  <a:pt x="225" y="58"/>
                </a:lnTo>
                <a:lnTo>
                  <a:pt x="226" y="58"/>
                </a:lnTo>
                <a:lnTo>
                  <a:pt x="227" y="58"/>
                </a:lnTo>
                <a:lnTo>
                  <a:pt x="228" y="59"/>
                </a:lnTo>
                <a:lnTo>
                  <a:pt x="229" y="60"/>
                </a:lnTo>
                <a:lnTo>
                  <a:pt x="230" y="60"/>
                </a:lnTo>
                <a:lnTo>
                  <a:pt x="230" y="61"/>
                </a:lnTo>
                <a:lnTo>
                  <a:pt x="233" y="61"/>
                </a:lnTo>
                <a:lnTo>
                  <a:pt x="233" y="62"/>
                </a:lnTo>
                <a:lnTo>
                  <a:pt x="234" y="62"/>
                </a:lnTo>
                <a:lnTo>
                  <a:pt x="235" y="62"/>
                </a:lnTo>
                <a:lnTo>
                  <a:pt x="235" y="63"/>
                </a:lnTo>
                <a:lnTo>
                  <a:pt x="236" y="63"/>
                </a:lnTo>
                <a:lnTo>
                  <a:pt x="237" y="64"/>
                </a:lnTo>
                <a:lnTo>
                  <a:pt x="237" y="65"/>
                </a:lnTo>
                <a:lnTo>
                  <a:pt x="235" y="65"/>
                </a:lnTo>
                <a:lnTo>
                  <a:pt x="235" y="66"/>
                </a:lnTo>
                <a:lnTo>
                  <a:pt x="237" y="66"/>
                </a:lnTo>
                <a:lnTo>
                  <a:pt x="238" y="66"/>
                </a:lnTo>
                <a:lnTo>
                  <a:pt x="239" y="66"/>
                </a:lnTo>
                <a:lnTo>
                  <a:pt x="239" y="67"/>
                </a:lnTo>
                <a:lnTo>
                  <a:pt x="238" y="69"/>
                </a:lnTo>
                <a:lnTo>
                  <a:pt x="240" y="69"/>
                </a:lnTo>
                <a:lnTo>
                  <a:pt x="241" y="69"/>
                </a:lnTo>
                <a:lnTo>
                  <a:pt x="241" y="70"/>
                </a:lnTo>
                <a:lnTo>
                  <a:pt x="243" y="70"/>
                </a:lnTo>
                <a:lnTo>
                  <a:pt x="244" y="70"/>
                </a:lnTo>
                <a:lnTo>
                  <a:pt x="245" y="69"/>
                </a:lnTo>
                <a:lnTo>
                  <a:pt x="245" y="70"/>
                </a:lnTo>
                <a:lnTo>
                  <a:pt x="246" y="70"/>
                </a:lnTo>
                <a:lnTo>
                  <a:pt x="247" y="70"/>
                </a:lnTo>
                <a:lnTo>
                  <a:pt x="248" y="70"/>
                </a:lnTo>
                <a:lnTo>
                  <a:pt x="250" y="69"/>
                </a:lnTo>
                <a:lnTo>
                  <a:pt x="251" y="69"/>
                </a:lnTo>
                <a:lnTo>
                  <a:pt x="253" y="69"/>
                </a:lnTo>
                <a:lnTo>
                  <a:pt x="253" y="70"/>
                </a:lnTo>
                <a:lnTo>
                  <a:pt x="254" y="70"/>
                </a:lnTo>
                <a:lnTo>
                  <a:pt x="255" y="70"/>
                </a:lnTo>
                <a:lnTo>
                  <a:pt x="256" y="70"/>
                </a:lnTo>
                <a:lnTo>
                  <a:pt x="256" y="69"/>
                </a:lnTo>
                <a:lnTo>
                  <a:pt x="256" y="68"/>
                </a:lnTo>
                <a:lnTo>
                  <a:pt x="260" y="67"/>
                </a:lnTo>
                <a:lnTo>
                  <a:pt x="260" y="68"/>
                </a:lnTo>
                <a:lnTo>
                  <a:pt x="261" y="68"/>
                </a:lnTo>
                <a:lnTo>
                  <a:pt x="263" y="68"/>
                </a:lnTo>
                <a:lnTo>
                  <a:pt x="263" y="69"/>
                </a:lnTo>
                <a:lnTo>
                  <a:pt x="263" y="70"/>
                </a:lnTo>
                <a:lnTo>
                  <a:pt x="261" y="71"/>
                </a:lnTo>
                <a:lnTo>
                  <a:pt x="263" y="71"/>
                </a:lnTo>
                <a:lnTo>
                  <a:pt x="264" y="71"/>
                </a:lnTo>
                <a:lnTo>
                  <a:pt x="265" y="72"/>
                </a:lnTo>
                <a:lnTo>
                  <a:pt x="266" y="73"/>
                </a:lnTo>
                <a:lnTo>
                  <a:pt x="265" y="74"/>
                </a:lnTo>
                <a:lnTo>
                  <a:pt x="265" y="75"/>
                </a:lnTo>
                <a:lnTo>
                  <a:pt x="266" y="75"/>
                </a:lnTo>
                <a:lnTo>
                  <a:pt x="267" y="75"/>
                </a:lnTo>
                <a:lnTo>
                  <a:pt x="268" y="75"/>
                </a:lnTo>
                <a:lnTo>
                  <a:pt x="269" y="75"/>
                </a:lnTo>
                <a:lnTo>
                  <a:pt x="270" y="75"/>
                </a:lnTo>
                <a:lnTo>
                  <a:pt x="272" y="75"/>
                </a:lnTo>
                <a:lnTo>
                  <a:pt x="271" y="75"/>
                </a:lnTo>
                <a:lnTo>
                  <a:pt x="271" y="74"/>
                </a:lnTo>
                <a:lnTo>
                  <a:pt x="273" y="73"/>
                </a:lnTo>
                <a:lnTo>
                  <a:pt x="274" y="72"/>
                </a:lnTo>
                <a:lnTo>
                  <a:pt x="275" y="72"/>
                </a:lnTo>
                <a:lnTo>
                  <a:pt x="276" y="72"/>
                </a:lnTo>
                <a:lnTo>
                  <a:pt x="277" y="71"/>
                </a:lnTo>
                <a:lnTo>
                  <a:pt x="278" y="71"/>
                </a:lnTo>
                <a:lnTo>
                  <a:pt x="279" y="71"/>
                </a:lnTo>
                <a:lnTo>
                  <a:pt x="280" y="72"/>
                </a:lnTo>
                <a:lnTo>
                  <a:pt x="281" y="73"/>
                </a:lnTo>
                <a:lnTo>
                  <a:pt x="280" y="75"/>
                </a:lnTo>
                <a:lnTo>
                  <a:pt x="281" y="77"/>
                </a:lnTo>
                <a:lnTo>
                  <a:pt x="282" y="77"/>
                </a:lnTo>
                <a:lnTo>
                  <a:pt x="283" y="78"/>
                </a:lnTo>
                <a:lnTo>
                  <a:pt x="283" y="79"/>
                </a:lnTo>
                <a:lnTo>
                  <a:pt x="283" y="81"/>
                </a:lnTo>
                <a:lnTo>
                  <a:pt x="284" y="80"/>
                </a:lnTo>
                <a:lnTo>
                  <a:pt x="285" y="80"/>
                </a:lnTo>
                <a:lnTo>
                  <a:pt x="285" y="79"/>
                </a:lnTo>
                <a:lnTo>
                  <a:pt x="286" y="78"/>
                </a:lnTo>
                <a:lnTo>
                  <a:pt x="287" y="78"/>
                </a:lnTo>
                <a:lnTo>
                  <a:pt x="288" y="78"/>
                </a:lnTo>
                <a:lnTo>
                  <a:pt x="288" y="77"/>
                </a:lnTo>
                <a:lnTo>
                  <a:pt x="288" y="76"/>
                </a:lnTo>
                <a:lnTo>
                  <a:pt x="289" y="76"/>
                </a:lnTo>
                <a:lnTo>
                  <a:pt x="288" y="75"/>
                </a:lnTo>
                <a:lnTo>
                  <a:pt x="287" y="75"/>
                </a:lnTo>
                <a:lnTo>
                  <a:pt x="287" y="74"/>
                </a:lnTo>
                <a:lnTo>
                  <a:pt x="288" y="74"/>
                </a:lnTo>
                <a:lnTo>
                  <a:pt x="289" y="74"/>
                </a:lnTo>
                <a:lnTo>
                  <a:pt x="289" y="75"/>
                </a:lnTo>
                <a:lnTo>
                  <a:pt x="291" y="77"/>
                </a:lnTo>
                <a:lnTo>
                  <a:pt x="292" y="77"/>
                </a:lnTo>
                <a:lnTo>
                  <a:pt x="293" y="77"/>
                </a:lnTo>
                <a:lnTo>
                  <a:pt x="293" y="78"/>
                </a:lnTo>
                <a:lnTo>
                  <a:pt x="294" y="78"/>
                </a:lnTo>
                <a:lnTo>
                  <a:pt x="294" y="79"/>
                </a:lnTo>
                <a:lnTo>
                  <a:pt x="294" y="80"/>
                </a:lnTo>
                <a:lnTo>
                  <a:pt x="293" y="80"/>
                </a:lnTo>
                <a:lnTo>
                  <a:pt x="293" y="81"/>
                </a:lnTo>
                <a:lnTo>
                  <a:pt x="293" y="82"/>
                </a:lnTo>
                <a:lnTo>
                  <a:pt x="293" y="83"/>
                </a:lnTo>
                <a:lnTo>
                  <a:pt x="294" y="84"/>
                </a:lnTo>
                <a:lnTo>
                  <a:pt x="295" y="84"/>
                </a:lnTo>
                <a:lnTo>
                  <a:pt x="295" y="85"/>
                </a:lnTo>
                <a:lnTo>
                  <a:pt x="294" y="85"/>
                </a:lnTo>
                <a:lnTo>
                  <a:pt x="294" y="86"/>
                </a:lnTo>
                <a:lnTo>
                  <a:pt x="295" y="86"/>
                </a:lnTo>
                <a:lnTo>
                  <a:pt x="296" y="87"/>
                </a:lnTo>
                <a:lnTo>
                  <a:pt x="297" y="88"/>
                </a:lnTo>
                <a:lnTo>
                  <a:pt x="297" y="90"/>
                </a:lnTo>
                <a:lnTo>
                  <a:pt x="297" y="91"/>
                </a:lnTo>
                <a:lnTo>
                  <a:pt x="298" y="91"/>
                </a:lnTo>
                <a:lnTo>
                  <a:pt x="298" y="92"/>
                </a:lnTo>
                <a:lnTo>
                  <a:pt x="299" y="92"/>
                </a:lnTo>
                <a:lnTo>
                  <a:pt x="300" y="92"/>
                </a:lnTo>
                <a:lnTo>
                  <a:pt x="300" y="91"/>
                </a:lnTo>
                <a:lnTo>
                  <a:pt x="301" y="91"/>
                </a:lnTo>
                <a:lnTo>
                  <a:pt x="303" y="91"/>
                </a:lnTo>
                <a:lnTo>
                  <a:pt x="303" y="92"/>
                </a:lnTo>
                <a:lnTo>
                  <a:pt x="304" y="93"/>
                </a:lnTo>
                <a:lnTo>
                  <a:pt x="303" y="93"/>
                </a:lnTo>
                <a:lnTo>
                  <a:pt x="303" y="94"/>
                </a:lnTo>
                <a:lnTo>
                  <a:pt x="303" y="96"/>
                </a:lnTo>
                <a:lnTo>
                  <a:pt x="303" y="97"/>
                </a:lnTo>
                <a:lnTo>
                  <a:pt x="302" y="98"/>
                </a:lnTo>
                <a:lnTo>
                  <a:pt x="302" y="99"/>
                </a:lnTo>
                <a:lnTo>
                  <a:pt x="303" y="100"/>
                </a:lnTo>
                <a:lnTo>
                  <a:pt x="303" y="102"/>
                </a:lnTo>
                <a:lnTo>
                  <a:pt x="301" y="105"/>
                </a:lnTo>
                <a:lnTo>
                  <a:pt x="302" y="105"/>
                </a:lnTo>
                <a:lnTo>
                  <a:pt x="302" y="106"/>
                </a:lnTo>
                <a:lnTo>
                  <a:pt x="301" y="108"/>
                </a:lnTo>
                <a:lnTo>
                  <a:pt x="300" y="108"/>
                </a:lnTo>
                <a:lnTo>
                  <a:pt x="300" y="109"/>
                </a:lnTo>
                <a:lnTo>
                  <a:pt x="301" y="110"/>
                </a:lnTo>
                <a:lnTo>
                  <a:pt x="301" y="111"/>
                </a:lnTo>
                <a:lnTo>
                  <a:pt x="303" y="111"/>
                </a:lnTo>
                <a:lnTo>
                  <a:pt x="303" y="112"/>
                </a:lnTo>
                <a:lnTo>
                  <a:pt x="304" y="112"/>
                </a:lnTo>
                <a:lnTo>
                  <a:pt x="304" y="111"/>
                </a:lnTo>
                <a:lnTo>
                  <a:pt x="305" y="111"/>
                </a:lnTo>
                <a:lnTo>
                  <a:pt x="306" y="111"/>
                </a:lnTo>
                <a:lnTo>
                  <a:pt x="306" y="110"/>
                </a:lnTo>
                <a:lnTo>
                  <a:pt x="307" y="110"/>
                </a:lnTo>
                <a:lnTo>
                  <a:pt x="308" y="109"/>
                </a:lnTo>
                <a:lnTo>
                  <a:pt x="309" y="109"/>
                </a:lnTo>
                <a:lnTo>
                  <a:pt x="309" y="110"/>
                </a:lnTo>
                <a:lnTo>
                  <a:pt x="310" y="110"/>
                </a:lnTo>
                <a:lnTo>
                  <a:pt x="310" y="109"/>
                </a:lnTo>
                <a:lnTo>
                  <a:pt x="311" y="109"/>
                </a:lnTo>
                <a:lnTo>
                  <a:pt x="311" y="110"/>
                </a:lnTo>
                <a:lnTo>
                  <a:pt x="312" y="110"/>
                </a:lnTo>
                <a:lnTo>
                  <a:pt x="312" y="109"/>
                </a:lnTo>
                <a:lnTo>
                  <a:pt x="313" y="109"/>
                </a:lnTo>
                <a:lnTo>
                  <a:pt x="315" y="110"/>
                </a:lnTo>
                <a:lnTo>
                  <a:pt x="316" y="110"/>
                </a:lnTo>
                <a:lnTo>
                  <a:pt x="317" y="110"/>
                </a:lnTo>
                <a:lnTo>
                  <a:pt x="318" y="111"/>
                </a:lnTo>
                <a:lnTo>
                  <a:pt x="318" y="110"/>
                </a:lnTo>
                <a:lnTo>
                  <a:pt x="318" y="109"/>
                </a:lnTo>
                <a:lnTo>
                  <a:pt x="319" y="109"/>
                </a:lnTo>
                <a:lnTo>
                  <a:pt x="320" y="109"/>
                </a:lnTo>
                <a:lnTo>
                  <a:pt x="320" y="110"/>
                </a:lnTo>
                <a:lnTo>
                  <a:pt x="321" y="110"/>
                </a:lnTo>
                <a:lnTo>
                  <a:pt x="322" y="111"/>
                </a:lnTo>
                <a:lnTo>
                  <a:pt x="324" y="110"/>
                </a:lnTo>
                <a:lnTo>
                  <a:pt x="324" y="109"/>
                </a:lnTo>
                <a:lnTo>
                  <a:pt x="324" y="108"/>
                </a:lnTo>
                <a:lnTo>
                  <a:pt x="324" y="107"/>
                </a:lnTo>
                <a:lnTo>
                  <a:pt x="325" y="106"/>
                </a:lnTo>
                <a:lnTo>
                  <a:pt x="325" y="107"/>
                </a:lnTo>
                <a:lnTo>
                  <a:pt x="326" y="107"/>
                </a:lnTo>
                <a:lnTo>
                  <a:pt x="326" y="108"/>
                </a:lnTo>
                <a:lnTo>
                  <a:pt x="329" y="108"/>
                </a:lnTo>
                <a:lnTo>
                  <a:pt x="330" y="108"/>
                </a:lnTo>
                <a:lnTo>
                  <a:pt x="331" y="108"/>
                </a:lnTo>
                <a:lnTo>
                  <a:pt x="331" y="109"/>
                </a:lnTo>
                <a:lnTo>
                  <a:pt x="332" y="109"/>
                </a:lnTo>
                <a:lnTo>
                  <a:pt x="332" y="108"/>
                </a:lnTo>
                <a:lnTo>
                  <a:pt x="333" y="108"/>
                </a:lnTo>
                <a:lnTo>
                  <a:pt x="334" y="108"/>
                </a:lnTo>
                <a:lnTo>
                  <a:pt x="334" y="107"/>
                </a:lnTo>
                <a:lnTo>
                  <a:pt x="335" y="107"/>
                </a:lnTo>
                <a:lnTo>
                  <a:pt x="335" y="106"/>
                </a:lnTo>
                <a:lnTo>
                  <a:pt x="336" y="106"/>
                </a:lnTo>
                <a:lnTo>
                  <a:pt x="340" y="106"/>
                </a:lnTo>
                <a:lnTo>
                  <a:pt x="340" y="105"/>
                </a:lnTo>
                <a:lnTo>
                  <a:pt x="341" y="105"/>
                </a:lnTo>
                <a:lnTo>
                  <a:pt x="341" y="106"/>
                </a:lnTo>
                <a:lnTo>
                  <a:pt x="342" y="107"/>
                </a:lnTo>
                <a:lnTo>
                  <a:pt x="343" y="107"/>
                </a:lnTo>
                <a:lnTo>
                  <a:pt x="343" y="108"/>
                </a:lnTo>
                <a:lnTo>
                  <a:pt x="344" y="108"/>
                </a:lnTo>
                <a:lnTo>
                  <a:pt x="345" y="108"/>
                </a:lnTo>
                <a:lnTo>
                  <a:pt x="346" y="108"/>
                </a:lnTo>
                <a:lnTo>
                  <a:pt x="347" y="108"/>
                </a:lnTo>
                <a:lnTo>
                  <a:pt x="348" y="108"/>
                </a:lnTo>
                <a:lnTo>
                  <a:pt x="348" y="109"/>
                </a:lnTo>
                <a:lnTo>
                  <a:pt x="348" y="110"/>
                </a:lnTo>
                <a:lnTo>
                  <a:pt x="347" y="110"/>
                </a:lnTo>
                <a:lnTo>
                  <a:pt x="346" y="110"/>
                </a:lnTo>
                <a:lnTo>
                  <a:pt x="345" y="111"/>
                </a:lnTo>
                <a:lnTo>
                  <a:pt x="346" y="113"/>
                </a:lnTo>
                <a:lnTo>
                  <a:pt x="346" y="114"/>
                </a:lnTo>
                <a:lnTo>
                  <a:pt x="346" y="115"/>
                </a:lnTo>
                <a:lnTo>
                  <a:pt x="346" y="117"/>
                </a:lnTo>
                <a:lnTo>
                  <a:pt x="346" y="118"/>
                </a:lnTo>
                <a:lnTo>
                  <a:pt x="343" y="122"/>
                </a:lnTo>
                <a:lnTo>
                  <a:pt x="342" y="122"/>
                </a:lnTo>
                <a:lnTo>
                  <a:pt x="341" y="123"/>
                </a:lnTo>
                <a:lnTo>
                  <a:pt x="341" y="124"/>
                </a:lnTo>
                <a:lnTo>
                  <a:pt x="340" y="124"/>
                </a:lnTo>
                <a:lnTo>
                  <a:pt x="341" y="124"/>
                </a:lnTo>
                <a:lnTo>
                  <a:pt x="341" y="125"/>
                </a:lnTo>
                <a:lnTo>
                  <a:pt x="341" y="126"/>
                </a:lnTo>
                <a:lnTo>
                  <a:pt x="341" y="127"/>
                </a:lnTo>
                <a:lnTo>
                  <a:pt x="341" y="128"/>
                </a:lnTo>
                <a:lnTo>
                  <a:pt x="341" y="131"/>
                </a:lnTo>
                <a:lnTo>
                  <a:pt x="340" y="133"/>
                </a:lnTo>
                <a:lnTo>
                  <a:pt x="340" y="135"/>
                </a:lnTo>
                <a:lnTo>
                  <a:pt x="340" y="136"/>
                </a:lnTo>
                <a:lnTo>
                  <a:pt x="340" y="137"/>
                </a:lnTo>
                <a:lnTo>
                  <a:pt x="340" y="140"/>
                </a:lnTo>
                <a:lnTo>
                  <a:pt x="339" y="140"/>
                </a:lnTo>
                <a:lnTo>
                  <a:pt x="338" y="140"/>
                </a:lnTo>
                <a:lnTo>
                  <a:pt x="337" y="140"/>
                </a:lnTo>
                <a:lnTo>
                  <a:pt x="337" y="139"/>
                </a:lnTo>
                <a:lnTo>
                  <a:pt x="336" y="139"/>
                </a:lnTo>
                <a:lnTo>
                  <a:pt x="335" y="139"/>
                </a:lnTo>
                <a:lnTo>
                  <a:pt x="334" y="139"/>
                </a:lnTo>
                <a:lnTo>
                  <a:pt x="334" y="140"/>
                </a:lnTo>
                <a:lnTo>
                  <a:pt x="333" y="141"/>
                </a:lnTo>
                <a:lnTo>
                  <a:pt x="332" y="142"/>
                </a:lnTo>
                <a:lnTo>
                  <a:pt x="332" y="143"/>
                </a:lnTo>
                <a:lnTo>
                  <a:pt x="331" y="144"/>
                </a:lnTo>
                <a:lnTo>
                  <a:pt x="331" y="145"/>
                </a:lnTo>
                <a:lnTo>
                  <a:pt x="331" y="146"/>
                </a:lnTo>
                <a:lnTo>
                  <a:pt x="331" y="147"/>
                </a:lnTo>
                <a:lnTo>
                  <a:pt x="331" y="148"/>
                </a:lnTo>
                <a:lnTo>
                  <a:pt x="330" y="149"/>
                </a:lnTo>
                <a:lnTo>
                  <a:pt x="331" y="149"/>
                </a:lnTo>
                <a:lnTo>
                  <a:pt x="331" y="150"/>
                </a:lnTo>
                <a:lnTo>
                  <a:pt x="332" y="151"/>
                </a:lnTo>
                <a:lnTo>
                  <a:pt x="331" y="153"/>
                </a:lnTo>
                <a:lnTo>
                  <a:pt x="331" y="154"/>
                </a:lnTo>
                <a:lnTo>
                  <a:pt x="330" y="155"/>
                </a:lnTo>
                <a:lnTo>
                  <a:pt x="328" y="156"/>
                </a:lnTo>
                <a:lnTo>
                  <a:pt x="327" y="156"/>
                </a:lnTo>
                <a:lnTo>
                  <a:pt x="326" y="155"/>
                </a:lnTo>
                <a:lnTo>
                  <a:pt x="326" y="157"/>
                </a:lnTo>
                <a:lnTo>
                  <a:pt x="328" y="157"/>
                </a:lnTo>
                <a:lnTo>
                  <a:pt x="327" y="159"/>
                </a:lnTo>
                <a:lnTo>
                  <a:pt x="327" y="160"/>
                </a:lnTo>
                <a:lnTo>
                  <a:pt x="327" y="161"/>
                </a:lnTo>
                <a:lnTo>
                  <a:pt x="327" y="162"/>
                </a:lnTo>
                <a:lnTo>
                  <a:pt x="326" y="163"/>
                </a:lnTo>
                <a:lnTo>
                  <a:pt x="326" y="164"/>
                </a:lnTo>
                <a:lnTo>
                  <a:pt x="325" y="164"/>
                </a:lnTo>
                <a:lnTo>
                  <a:pt x="324" y="165"/>
                </a:lnTo>
                <a:lnTo>
                  <a:pt x="323" y="165"/>
                </a:lnTo>
                <a:lnTo>
                  <a:pt x="323" y="166"/>
                </a:lnTo>
                <a:lnTo>
                  <a:pt x="323" y="167"/>
                </a:lnTo>
                <a:lnTo>
                  <a:pt x="323" y="168"/>
                </a:lnTo>
                <a:lnTo>
                  <a:pt x="323" y="169"/>
                </a:lnTo>
                <a:lnTo>
                  <a:pt x="322" y="169"/>
                </a:lnTo>
                <a:lnTo>
                  <a:pt x="322" y="170"/>
                </a:lnTo>
                <a:lnTo>
                  <a:pt x="323" y="170"/>
                </a:lnTo>
                <a:lnTo>
                  <a:pt x="323" y="171"/>
                </a:lnTo>
                <a:lnTo>
                  <a:pt x="324" y="171"/>
                </a:lnTo>
                <a:lnTo>
                  <a:pt x="325" y="171"/>
                </a:lnTo>
                <a:lnTo>
                  <a:pt x="325" y="170"/>
                </a:lnTo>
                <a:lnTo>
                  <a:pt x="326" y="170"/>
                </a:lnTo>
                <a:lnTo>
                  <a:pt x="327" y="170"/>
                </a:lnTo>
                <a:lnTo>
                  <a:pt x="327" y="171"/>
                </a:lnTo>
                <a:lnTo>
                  <a:pt x="327" y="172"/>
                </a:lnTo>
                <a:lnTo>
                  <a:pt x="327" y="173"/>
                </a:lnTo>
                <a:lnTo>
                  <a:pt x="327" y="174"/>
                </a:lnTo>
                <a:lnTo>
                  <a:pt x="328" y="176"/>
                </a:lnTo>
                <a:lnTo>
                  <a:pt x="329" y="176"/>
                </a:lnTo>
                <a:lnTo>
                  <a:pt x="329" y="177"/>
                </a:lnTo>
                <a:lnTo>
                  <a:pt x="330" y="177"/>
                </a:lnTo>
                <a:lnTo>
                  <a:pt x="331" y="178"/>
                </a:lnTo>
                <a:lnTo>
                  <a:pt x="331" y="179"/>
                </a:lnTo>
                <a:lnTo>
                  <a:pt x="332" y="179"/>
                </a:lnTo>
                <a:lnTo>
                  <a:pt x="332" y="180"/>
                </a:lnTo>
                <a:lnTo>
                  <a:pt x="333" y="180"/>
                </a:lnTo>
                <a:lnTo>
                  <a:pt x="333" y="181"/>
                </a:lnTo>
                <a:lnTo>
                  <a:pt x="333" y="180"/>
                </a:lnTo>
                <a:lnTo>
                  <a:pt x="333" y="179"/>
                </a:lnTo>
                <a:lnTo>
                  <a:pt x="334" y="179"/>
                </a:lnTo>
                <a:lnTo>
                  <a:pt x="335" y="180"/>
                </a:lnTo>
                <a:lnTo>
                  <a:pt x="335" y="181"/>
                </a:lnTo>
                <a:lnTo>
                  <a:pt x="336" y="181"/>
                </a:lnTo>
                <a:lnTo>
                  <a:pt x="336" y="180"/>
                </a:lnTo>
                <a:lnTo>
                  <a:pt x="337" y="180"/>
                </a:lnTo>
                <a:lnTo>
                  <a:pt x="338" y="180"/>
                </a:lnTo>
                <a:lnTo>
                  <a:pt x="338" y="179"/>
                </a:lnTo>
                <a:lnTo>
                  <a:pt x="339" y="179"/>
                </a:lnTo>
                <a:lnTo>
                  <a:pt x="341" y="178"/>
                </a:lnTo>
                <a:lnTo>
                  <a:pt x="342" y="178"/>
                </a:lnTo>
                <a:lnTo>
                  <a:pt x="343" y="178"/>
                </a:lnTo>
                <a:lnTo>
                  <a:pt x="344" y="177"/>
                </a:lnTo>
                <a:lnTo>
                  <a:pt x="345" y="177"/>
                </a:lnTo>
                <a:lnTo>
                  <a:pt x="345" y="176"/>
                </a:lnTo>
                <a:lnTo>
                  <a:pt x="346" y="176"/>
                </a:lnTo>
                <a:lnTo>
                  <a:pt x="346" y="175"/>
                </a:lnTo>
                <a:lnTo>
                  <a:pt x="345" y="175"/>
                </a:lnTo>
                <a:lnTo>
                  <a:pt x="345" y="174"/>
                </a:lnTo>
                <a:lnTo>
                  <a:pt x="345" y="173"/>
                </a:lnTo>
                <a:lnTo>
                  <a:pt x="346" y="173"/>
                </a:lnTo>
                <a:lnTo>
                  <a:pt x="346" y="172"/>
                </a:lnTo>
                <a:lnTo>
                  <a:pt x="347" y="171"/>
                </a:lnTo>
                <a:lnTo>
                  <a:pt x="348" y="171"/>
                </a:lnTo>
                <a:lnTo>
                  <a:pt x="349" y="172"/>
                </a:lnTo>
                <a:lnTo>
                  <a:pt x="350" y="172"/>
                </a:lnTo>
                <a:lnTo>
                  <a:pt x="351" y="173"/>
                </a:lnTo>
                <a:lnTo>
                  <a:pt x="351" y="174"/>
                </a:lnTo>
                <a:lnTo>
                  <a:pt x="352" y="175"/>
                </a:lnTo>
                <a:lnTo>
                  <a:pt x="352" y="176"/>
                </a:lnTo>
                <a:lnTo>
                  <a:pt x="352" y="178"/>
                </a:lnTo>
                <a:lnTo>
                  <a:pt x="352" y="181"/>
                </a:lnTo>
                <a:lnTo>
                  <a:pt x="352" y="183"/>
                </a:lnTo>
                <a:lnTo>
                  <a:pt x="352" y="184"/>
                </a:lnTo>
                <a:lnTo>
                  <a:pt x="351" y="184"/>
                </a:lnTo>
                <a:lnTo>
                  <a:pt x="350" y="184"/>
                </a:lnTo>
                <a:lnTo>
                  <a:pt x="351" y="185"/>
                </a:lnTo>
                <a:lnTo>
                  <a:pt x="352" y="185"/>
                </a:lnTo>
                <a:lnTo>
                  <a:pt x="352" y="186"/>
                </a:lnTo>
                <a:lnTo>
                  <a:pt x="352" y="187"/>
                </a:lnTo>
                <a:lnTo>
                  <a:pt x="351" y="186"/>
                </a:lnTo>
                <a:lnTo>
                  <a:pt x="350" y="186"/>
                </a:lnTo>
                <a:lnTo>
                  <a:pt x="350" y="187"/>
                </a:lnTo>
                <a:lnTo>
                  <a:pt x="351" y="187"/>
                </a:lnTo>
                <a:lnTo>
                  <a:pt x="352" y="187"/>
                </a:lnTo>
                <a:lnTo>
                  <a:pt x="352" y="188"/>
                </a:lnTo>
                <a:lnTo>
                  <a:pt x="353" y="189"/>
                </a:lnTo>
                <a:lnTo>
                  <a:pt x="352" y="189"/>
                </a:lnTo>
                <a:lnTo>
                  <a:pt x="351" y="189"/>
                </a:lnTo>
                <a:lnTo>
                  <a:pt x="351" y="190"/>
                </a:lnTo>
                <a:lnTo>
                  <a:pt x="352" y="190"/>
                </a:lnTo>
                <a:lnTo>
                  <a:pt x="353" y="190"/>
                </a:lnTo>
                <a:lnTo>
                  <a:pt x="354" y="191"/>
                </a:lnTo>
                <a:lnTo>
                  <a:pt x="354" y="192"/>
                </a:lnTo>
                <a:lnTo>
                  <a:pt x="354" y="193"/>
                </a:lnTo>
                <a:lnTo>
                  <a:pt x="354" y="194"/>
                </a:lnTo>
                <a:lnTo>
                  <a:pt x="354" y="197"/>
                </a:lnTo>
                <a:lnTo>
                  <a:pt x="355" y="198"/>
                </a:lnTo>
                <a:lnTo>
                  <a:pt x="355" y="199"/>
                </a:lnTo>
                <a:lnTo>
                  <a:pt x="356" y="200"/>
                </a:lnTo>
                <a:lnTo>
                  <a:pt x="356" y="201"/>
                </a:lnTo>
                <a:lnTo>
                  <a:pt x="357" y="201"/>
                </a:lnTo>
                <a:lnTo>
                  <a:pt x="360" y="201"/>
                </a:lnTo>
                <a:lnTo>
                  <a:pt x="361" y="201"/>
                </a:lnTo>
                <a:lnTo>
                  <a:pt x="361" y="202"/>
                </a:lnTo>
                <a:lnTo>
                  <a:pt x="360" y="203"/>
                </a:lnTo>
                <a:lnTo>
                  <a:pt x="359" y="203"/>
                </a:lnTo>
                <a:lnTo>
                  <a:pt x="359" y="204"/>
                </a:lnTo>
                <a:lnTo>
                  <a:pt x="358" y="204"/>
                </a:lnTo>
                <a:lnTo>
                  <a:pt x="357" y="204"/>
                </a:lnTo>
                <a:lnTo>
                  <a:pt x="356" y="204"/>
                </a:lnTo>
                <a:lnTo>
                  <a:pt x="355" y="205"/>
                </a:lnTo>
                <a:lnTo>
                  <a:pt x="354" y="205"/>
                </a:lnTo>
                <a:lnTo>
                  <a:pt x="353" y="206"/>
                </a:lnTo>
                <a:lnTo>
                  <a:pt x="353" y="207"/>
                </a:lnTo>
                <a:lnTo>
                  <a:pt x="353" y="208"/>
                </a:lnTo>
                <a:lnTo>
                  <a:pt x="354" y="210"/>
                </a:lnTo>
                <a:lnTo>
                  <a:pt x="354" y="211"/>
                </a:lnTo>
                <a:lnTo>
                  <a:pt x="354" y="212"/>
                </a:lnTo>
                <a:lnTo>
                  <a:pt x="355" y="212"/>
                </a:lnTo>
                <a:lnTo>
                  <a:pt x="354" y="214"/>
                </a:lnTo>
                <a:lnTo>
                  <a:pt x="354" y="215"/>
                </a:lnTo>
                <a:lnTo>
                  <a:pt x="355" y="215"/>
                </a:lnTo>
                <a:lnTo>
                  <a:pt x="355" y="216"/>
                </a:lnTo>
                <a:lnTo>
                  <a:pt x="356" y="215"/>
                </a:lnTo>
                <a:lnTo>
                  <a:pt x="357" y="214"/>
                </a:lnTo>
                <a:lnTo>
                  <a:pt x="358" y="214"/>
                </a:lnTo>
                <a:lnTo>
                  <a:pt x="359" y="214"/>
                </a:lnTo>
                <a:lnTo>
                  <a:pt x="359" y="215"/>
                </a:lnTo>
                <a:lnTo>
                  <a:pt x="359" y="216"/>
                </a:lnTo>
                <a:lnTo>
                  <a:pt x="360" y="216"/>
                </a:lnTo>
                <a:lnTo>
                  <a:pt x="361" y="217"/>
                </a:lnTo>
                <a:lnTo>
                  <a:pt x="361" y="219"/>
                </a:lnTo>
                <a:lnTo>
                  <a:pt x="361" y="221"/>
                </a:lnTo>
                <a:lnTo>
                  <a:pt x="360" y="221"/>
                </a:lnTo>
                <a:lnTo>
                  <a:pt x="360" y="223"/>
                </a:lnTo>
                <a:lnTo>
                  <a:pt x="361" y="223"/>
                </a:lnTo>
                <a:lnTo>
                  <a:pt x="362" y="224"/>
                </a:lnTo>
                <a:lnTo>
                  <a:pt x="363" y="224"/>
                </a:lnTo>
                <a:lnTo>
                  <a:pt x="363" y="225"/>
                </a:lnTo>
                <a:lnTo>
                  <a:pt x="363" y="226"/>
                </a:lnTo>
                <a:lnTo>
                  <a:pt x="364" y="226"/>
                </a:lnTo>
                <a:lnTo>
                  <a:pt x="364" y="225"/>
                </a:lnTo>
                <a:lnTo>
                  <a:pt x="365" y="225"/>
                </a:lnTo>
                <a:lnTo>
                  <a:pt x="365" y="224"/>
                </a:lnTo>
                <a:lnTo>
                  <a:pt x="366" y="224"/>
                </a:lnTo>
                <a:lnTo>
                  <a:pt x="367" y="224"/>
                </a:lnTo>
                <a:lnTo>
                  <a:pt x="367" y="225"/>
                </a:lnTo>
                <a:lnTo>
                  <a:pt x="368" y="226"/>
                </a:lnTo>
                <a:lnTo>
                  <a:pt x="368" y="228"/>
                </a:lnTo>
                <a:lnTo>
                  <a:pt x="367" y="228"/>
                </a:lnTo>
                <a:lnTo>
                  <a:pt x="367" y="229"/>
                </a:lnTo>
                <a:lnTo>
                  <a:pt x="367" y="230"/>
                </a:lnTo>
                <a:lnTo>
                  <a:pt x="368" y="231"/>
                </a:lnTo>
                <a:lnTo>
                  <a:pt x="369" y="231"/>
                </a:lnTo>
                <a:lnTo>
                  <a:pt x="370" y="231"/>
                </a:lnTo>
                <a:lnTo>
                  <a:pt x="371" y="231"/>
                </a:lnTo>
                <a:lnTo>
                  <a:pt x="372" y="231"/>
                </a:lnTo>
                <a:lnTo>
                  <a:pt x="373" y="231"/>
                </a:lnTo>
                <a:lnTo>
                  <a:pt x="374" y="231"/>
                </a:lnTo>
                <a:lnTo>
                  <a:pt x="374" y="230"/>
                </a:lnTo>
                <a:lnTo>
                  <a:pt x="375" y="230"/>
                </a:lnTo>
                <a:lnTo>
                  <a:pt x="375" y="229"/>
                </a:lnTo>
                <a:lnTo>
                  <a:pt x="375" y="228"/>
                </a:lnTo>
                <a:lnTo>
                  <a:pt x="376" y="228"/>
                </a:lnTo>
                <a:lnTo>
                  <a:pt x="377" y="228"/>
                </a:lnTo>
                <a:lnTo>
                  <a:pt x="377" y="229"/>
                </a:lnTo>
                <a:lnTo>
                  <a:pt x="377" y="230"/>
                </a:lnTo>
                <a:lnTo>
                  <a:pt x="378" y="230"/>
                </a:lnTo>
                <a:lnTo>
                  <a:pt x="378" y="231"/>
                </a:lnTo>
                <a:lnTo>
                  <a:pt x="380" y="231"/>
                </a:lnTo>
                <a:lnTo>
                  <a:pt x="381" y="230"/>
                </a:lnTo>
                <a:lnTo>
                  <a:pt x="383" y="230"/>
                </a:lnTo>
                <a:lnTo>
                  <a:pt x="385" y="230"/>
                </a:lnTo>
                <a:lnTo>
                  <a:pt x="386" y="229"/>
                </a:lnTo>
                <a:lnTo>
                  <a:pt x="387" y="229"/>
                </a:lnTo>
                <a:lnTo>
                  <a:pt x="389" y="230"/>
                </a:lnTo>
                <a:lnTo>
                  <a:pt x="390" y="230"/>
                </a:lnTo>
                <a:lnTo>
                  <a:pt x="393" y="230"/>
                </a:lnTo>
                <a:lnTo>
                  <a:pt x="393" y="229"/>
                </a:lnTo>
                <a:lnTo>
                  <a:pt x="393" y="228"/>
                </a:lnTo>
                <a:lnTo>
                  <a:pt x="394" y="228"/>
                </a:lnTo>
                <a:lnTo>
                  <a:pt x="396" y="228"/>
                </a:lnTo>
                <a:lnTo>
                  <a:pt x="397" y="228"/>
                </a:lnTo>
                <a:lnTo>
                  <a:pt x="398" y="228"/>
                </a:lnTo>
                <a:lnTo>
                  <a:pt x="398" y="229"/>
                </a:lnTo>
                <a:lnTo>
                  <a:pt x="402" y="230"/>
                </a:lnTo>
                <a:lnTo>
                  <a:pt x="403" y="231"/>
                </a:lnTo>
                <a:lnTo>
                  <a:pt x="405" y="230"/>
                </a:lnTo>
                <a:lnTo>
                  <a:pt x="406" y="229"/>
                </a:lnTo>
                <a:lnTo>
                  <a:pt x="407" y="229"/>
                </a:lnTo>
                <a:lnTo>
                  <a:pt x="408" y="229"/>
                </a:lnTo>
                <a:lnTo>
                  <a:pt x="409" y="229"/>
                </a:lnTo>
                <a:lnTo>
                  <a:pt x="408" y="228"/>
                </a:lnTo>
                <a:lnTo>
                  <a:pt x="408" y="227"/>
                </a:lnTo>
                <a:lnTo>
                  <a:pt x="408" y="226"/>
                </a:lnTo>
                <a:lnTo>
                  <a:pt x="407" y="226"/>
                </a:lnTo>
                <a:lnTo>
                  <a:pt x="407" y="225"/>
                </a:lnTo>
                <a:lnTo>
                  <a:pt x="406" y="225"/>
                </a:lnTo>
                <a:lnTo>
                  <a:pt x="406" y="224"/>
                </a:lnTo>
                <a:lnTo>
                  <a:pt x="406" y="222"/>
                </a:lnTo>
                <a:lnTo>
                  <a:pt x="407" y="221"/>
                </a:lnTo>
                <a:lnTo>
                  <a:pt x="407" y="220"/>
                </a:lnTo>
                <a:lnTo>
                  <a:pt x="407" y="219"/>
                </a:lnTo>
                <a:lnTo>
                  <a:pt x="407" y="218"/>
                </a:lnTo>
                <a:lnTo>
                  <a:pt x="407" y="216"/>
                </a:lnTo>
                <a:lnTo>
                  <a:pt x="407" y="215"/>
                </a:lnTo>
                <a:lnTo>
                  <a:pt x="406" y="215"/>
                </a:lnTo>
                <a:lnTo>
                  <a:pt x="407" y="215"/>
                </a:lnTo>
                <a:lnTo>
                  <a:pt x="407" y="214"/>
                </a:lnTo>
                <a:lnTo>
                  <a:pt x="408" y="214"/>
                </a:lnTo>
                <a:lnTo>
                  <a:pt x="409" y="214"/>
                </a:lnTo>
                <a:lnTo>
                  <a:pt x="409" y="215"/>
                </a:lnTo>
                <a:lnTo>
                  <a:pt x="410" y="215"/>
                </a:lnTo>
                <a:lnTo>
                  <a:pt x="411" y="215"/>
                </a:lnTo>
                <a:lnTo>
                  <a:pt x="412" y="215"/>
                </a:lnTo>
                <a:lnTo>
                  <a:pt x="413" y="215"/>
                </a:lnTo>
                <a:lnTo>
                  <a:pt x="414" y="215"/>
                </a:lnTo>
                <a:lnTo>
                  <a:pt x="414" y="214"/>
                </a:lnTo>
                <a:lnTo>
                  <a:pt x="414" y="212"/>
                </a:lnTo>
                <a:lnTo>
                  <a:pt x="414" y="211"/>
                </a:lnTo>
                <a:lnTo>
                  <a:pt x="414" y="209"/>
                </a:lnTo>
                <a:lnTo>
                  <a:pt x="414" y="208"/>
                </a:lnTo>
                <a:lnTo>
                  <a:pt x="414" y="207"/>
                </a:lnTo>
                <a:lnTo>
                  <a:pt x="415" y="207"/>
                </a:lnTo>
                <a:lnTo>
                  <a:pt x="416" y="207"/>
                </a:lnTo>
                <a:lnTo>
                  <a:pt x="417" y="207"/>
                </a:lnTo>
                <a:lnTo>
                  <a:pt x="418" y="206"/>
                </a:lnTo>
                <a:lnTo>
                  <a:pt x="418" y="205"/>
                </a:lnTo>
                <a:lnTo>
                  <a:pt x="417" y="205"/>
                </a:lnTo>
                <a:lnTo>
                  <a:pt x="417" y="204"/>
                </a:lnTo>
                <a:lnTo>
                  <a:pt x="418" y="202"/>
                </a:lnTo>
                <a:lnTo>
                  <a:pt x="420" y="202"/>
                </a:lnTo>
                <a:lnTo>
                  <a:pt x="423" y="202"/>
                </a:lnTo>
                <a:lnTo>
                  <a:pt x="422" y="203"/>
                </a:lnTo>
                <a:lnTo>
                  <a:pt x="422" y="204"/>
                </a:lnTo>
                <a:lnTo>
                  <a:pt x="423" y="204"/>
                </a:lnTo>
                <a:lnTo>
                  <a:pt x="424" y="204"/>
                </a:lnTo>
                <a:lnTo>
                  <a:pt x="427" y="205"/>
                </a:lnTo>
                <a:lnTo>
                  <a:pt x="428" y="204"/>
                </a:lnTo>
                <a:lnTo>
                  <a:pt x="430" y="204"/>
                </a:lnTo>
                <a:lnTo>
                  <a:pt x="430" y="203"/>
                </a:lnTo>
                <a:lnTo>
                  <a:pt x="431" y="203"/>
                </a:lnTo>
                <a:lnTo>
                  <a:pt x="432" y="203"/>
                </a:lnTo>
                <a:lnTo>
                  <a:pt x="433" y="202"/>
                </a:lnTo>
                <a:lnTo>
                  <a:pt x="434" y="202"/>
                </a:lnTo>
                <a:lnTo>
                  <a:pt x="435" y="202"/>
                </a:lnTo>
                <a:lnTo>
                  <a:pt x="436" y="203"/>
                </a:lnTo>
                <a:lnTo>
                  <a:pt x="436" y="204"/>
                </a:lnTo>
                <a:lnTo>
                  <a:pt x="437" y="204"/>
                </a:lnTo>
                <a:lnTo>
                  <a:pt x="437" y="206"/>
                </a:lnTo>
                <a:lnTo>
                  <a:pt x="436" y="206"/>
                </a:lnTo>
                <a:lnTo>
                  <a:pt x="435" y="208"/>
                </a:lnTo>
                <a:lnTo>
                  <a:pt x="436" y="208"/>
                </a:lnTo>
                <a:lnTo>
                  <a:pt x="438" y="208"/>
                </a:lnTo>
                <a:lnTo>
                  <a:pt x="439" y="208"/>
                </a:lnTo>
                <a:lnTo>
                  <a:pt x="439" y="209"/>
                </a:lnTo>
                <a:lnTo>
                  <a:pt x="439" y="210"/>
                </a:lnTo>
                <a:lnTo>
                  <a:pt x="439" y="211"/>
                </a:lnTo>
                <a:lnTo>
                  <a:pt x="440" y="211"/>
                </a:lnTo>
                <a:lnTo>
                  <a:pt x="440" y="213"/>
                </a:lnTo>
                <a:lnTo>
                  <a:pt x="441" y="213"/>
                </a:lnTo>
                <a:lnTo>
                  <a:pt x="441" y="214"/>
                </a:lnTo>
                <a:lnTo>
                  <a:pt x="442" y="214"/>
                </a:lnTo>
                <a:lnTo>
                  <a:pt x="443" y="215"/>
                </a:lnTo>
                <a:lnTo>
                  <a:pt x="443" y="216"/>
                </a:lnTo>
                <a:lnTo>
                  <a:pt x="444" y="216"/>
                </a:lnTo>
                <a:lnTo>
                  <a:pt x="444" y="217"/>
                </a:lnTo>
                <a:lnTo>
                  <a:pt x="445" y="217"/>
                </a:lnTo>
                <a:lnTo>
                  <a:pt x="446" y="218"/>
                </a:lnTo>
                <a:lnTo>
                  <a:pt x="447" y="218"/>
                </a:lnTo>
                <a:lnTo>
                  <a:pt x="450" y="218"/>
                </a:lnTo>
                <a:lnTo>
                  <a:pt x="452" y="218"/>
                </a:lnTo>
                <a:lnTo>
                  <a:pt x="453" y="218"/>
                </a:lnTo>
                <a:lnTo>
                  <a:pt x="453" y="219"/>
                </a:lnTo>
                <a:lnTo>
                  <a:pt x="454" y="219"/>
                </a:lnTo>
                <a:lnTo>
                  <a:pt x="454" y="220"/>
                </a:lnTo>
                <a:lnTo>
                  <a:pt x="454" y="221"/>
                </a:lnTo>
                <a:lnTo>
                  <a:pt x="454" y="222"/>
                </a:lnTo>
                <a:lnTo>
                  <a:pt x="454" y="223"/>
                </a:lnTo>
                <a:lnTo>
                  <a:pt x="455" y="223"/>
                </a:lnTo>
                <a:lnTo>
                  <a:pt x="455" y="224"/>
                </a:lnTo>
                <a:lnTo>
                  <a:pt x="455" y="225"/>
                </a:lnTo>
                <a:lnTo>
                  <a:pt x="455" y="226"/>
                </a:lnTo>
                <a:lnTo>
                  <a:pt x="455" y="227"/>
                </a:lnTo>
                <a:lnTo>
                  <a:pt x="456" y="228"/>
                </a:lnTo>
                <a:lnTo>
                  <a:pt x="456" y="230"/>
                </a:lnTo>
                <a:lnTo>
                  <a:pt x="456" y="232"/>
                </a:lnTo>
                <a:lnTo>
                  <a:pt x="456" y="234"/>
                </a:lnTo>
                <a:lnTo>
                  <a:pt x="456" y="235"/>
                </a:lnTo>
                <a:lnTo>
                  <a:pt x="456" y="237"/>
                </a:lnTo>
                <a:lnTo>
                  <a:pt x="456" y="240"/>
                </a:lnTo>
                <a:lnTo>
                  <a:pt x="456" y="241"/>
                </a:lnTo>
                <a:lnTo>
                  <a:pt x="457" y="241"/>
                </a:lnTo>
                <a:lnTo>
                  <a:pt x="457" y="242"/>
                </a:lnTo>
                <a:lnTo>
                  <a:pt x="456" y="243"/>
                </a:lnTo>
                <a:lnTo>
                  <a:pt x="457" y="244"/>
                </a:lnTo>
                <a:lnTo>
                  <a:pt x="458" y="244"/>
                </a:lnTo>
                <a:lnTo>
                  <a:pt x="458" y="245"/>
                </a:lnTo>
                <a:lnTo>
                  <a:pt x="457" y="246"/>
                </a:lnTo>
                <a:lnTo>
                  <a:pt x="457" y="247"/>
                </a:lnTo>
                <a:lnTo>
                  <a:pt x="457" y="248"/>
                </a:lnTo>
                <a:lnTo>
                  <a:pt x="456" y="249"/>
                </a:lnTo>
                <a:lnTo>
                  <a:pt x="454" y="247"/>
                </a:lnTo>
                <a:lnTo>
                  <a:pt x="454" y="246"/>
                </a:lnTo>
                <a:lnTo>
                  <a:pt x="454" y="245"/>
                </a:lnTo>
                <a:lnTo>
                  <a:pt x="453" y="245"/>
                </a:lnTo>
                <a:lnTo>
                  <a:pt x="453" y="246"/>
                </a:lnTo>
                <a:lnTo>
                  <a:pt x="452" y="246"/>
                </a:lnTo>
                <a:lnTo>
                  <a:pt x="452" y="247"/>
                </a:lnTo>
                <a:lnTo>
                  <a:pt x="453" y="247"/>
                </a:lnTo>
                <a:lnTo>
                  <a:pt x="452" y="248"/>
                </a:lnTo>
                <a:lnTo>
                  <a:pt x="451" y="249"/>
                </a:lnTo>
                <a:lnTo>
                  <a:pt x="450" y="250"/>
                </a:lnTo>
                <a:lnTo>
                  <a:pt x="451" y="251"/>
                </a:lnTo>
                <a:lnTo>
                  <a:pt x="451" y="252"/>
                </a:lnTo>
                <a:lnTo>
                  <a:pt x="452" y="253"/>
                </a:lnTo>
                <a:lnTo>
                  <a:pt x="451" y="253"/>
                </a:lnTo>
                <a:lnTo>
                  <a:pt x="450" y="253"/>
                </a:lnTo>
                <a:lnTo>
                  <a:pt x="450" y="254"/>
                </a:lnTo>
                <a:lnTo>
                  <a:pt x="450" y="255"/>
                </a:lnTo>
                <a:lnTo>
                  <a:pt x="450" y="256"/>
                </a:lnTo>
                <a:lnTo>
                  <a:pt x="449" y="257"/>
                </a:lnTo>
                <a:lnTo>
                  <a:pt x="448" y="258"/>
                </a:lnTo>
                <a:lnTo>
                  <a:pt x="447" y="259"/>
                </a:lnTo>
                <a:lnTo>
                  <a:pt x="445" y="260"/>
                </a:lnTo>
                <a:lnTo>
                  <a:pt x="444" y="260"/>
                </a:lnTo>
                <a:lnTo>
                  <a:pt x="444" y="261"/>
                </a:lnTo>
                <a:lnTo>
                  <a:pt x="443" y="261"/>
                </a:lnTo>
                <a:lnTo>
                  <a:pt x="444" y="261"/>
                </a:lnTo>
                <a:lnTo>
                  <a:pt x="444" y="262"/>
                </a:lnTo>
                <a:lnTo>
                  <a:pt x="443" y="263"/>
                </a:lnTo>
                <a:lnTo>
                  <a:pt x="442" y="263"/>
                </a:lnTo>
                <a:lnTo>
                  <a:pt x="442" y="262"/>
                </a:lnTo>
                <a:lnTo>
                  <a:pt x="441" y="262"/>
                </a:lnTo>
                <a:lnTo>
                  <a:pt x="440" y="262"/>
                </a:lnTo>
                <a:close/>
              </a:path>
            </a:pathLst>
          </a:custGeom>
          <a:solidFill>
            <a:srgbClr val="FFF3A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0" name=""/>
          <p:cNvSpPr/>
          <p:nvPr/>
        </p:nvSpPr>
        <p:spPr>
          <a:xfrm>
            <a:off x="6870240" y="1205640"/>
            <a:ext cx="79560" cy="69840"/>
          </a:xfrm>
          <a:custGeom>
            <a:avLst/>
            <a:gdLst/>
            <a:ahLst/>
            <a:rect l="0" t="0" r="r" b="b"/>
            <a:pathLst>
              <a:path w="221" h="194">
                <a:moveTo>
                  <a:pt x="132" y="2"/>
                </a:moveTo>
                <a:lnTo>
                  <a:pt x="133" y="2"/>
                </a:lnTo>
                <a:lnTo>
                  <a:pt x="133" y="3"/>
                </a:lnTo>
                <a:lnTo>
                  <a:pt x="133" y="4"/>
                </a:lnTo>
                <a:lnTo>
                  <a:pt x="134" y="5"/>
                </a:lnTo>
                <a:lnTo>
                  <a:pt x="133" y="6"/>
                </a:lnTo>
                <a:lnTo>
                  <a:pt x="132" y="7"/>
                </a:lnTo>
                <a:lnTo>
                  <a:pt x="132" y="9"/>
                </a:lnTo>
                <a:lnTo>
                  <a:pt x="132" y="10"/>
                </a:lnTo>
                <a:lnTo>
                  <a:pt x="132" y="11"/>
                </a:lnTo>
                <a:lnTo>
                  <a:pt x="132" y="12"/>
                </a:lnTo>
                <a:lnTo>
                  <a:pt x="133" y="12"/>
                </a:lnTo>
                <a:lnTo>
                  <a:pt x="133" y="13"/>
                </a:lnTo>
                <a:lnTo>
                  <a:pt x="134" y="14"/>
                </a:lnTo>
                <a:lnTo>
                  <a:pt x="134" y="15"/>
                </a:lnTo>
                <a:lnTo>
                  <a:pt x="135" y="16"/>
                </a:lnTo>
                <a:lnTo>
                  <a:pt x="136" y="16"/>
                </a:lnTo>
                <a:lnTo>
                  <a:pt x="136" y="17"/>
                </a:lnTo>
                <a:lnTo>
                  <a:pt x="135" y="18"/>
                </a:lnTo>
                <a:lnTo>
                  <a:pt x="136" y="18"/>
                </a:lnTo>
                <a:lnTo>
                  <a:pt x="137" y="19"/>
                </a:lnTo>
                <a:lnTo>
                  <a:pt x="138" y="20"/>
                </a:lnTo>
                <a:lnTo>
                  <a:pt x="139" y="20"/>
                </a:lnTo>
                <a:lnTo>
                  <a:pt x="140" y="21"/>
                </a:lnTo>
                <a:lnTo>
                  <a:pt x="141" y="21"/>
                </a:lnTo>
                <a:lnTo>
                  <a:pt x="142" y="22"/>
                </a:lnTo>
                <a:lnTo>
                  <a:pt x="144" y="24"/>
                </a:lnTo>
                <a:lnTo>
                  <a:pt x="144" y="25"/>
                </a:lnTo>
                <a:lnTo>
                  <a:pt x="144" y="26"/>
                </a:lnTo>
                <a:lnTo>
                  <a:pt x="145" y="26"/>
                </a:lnTo>
                <a:lnTo>
                  <a:pt x="146" y="25"/>
                </a:lnTo>
                <a:lnTo>
                  <a:pt x="147" y="25"/>
                </a:lnTo>
                <a:lnTo>
                  <a:pt x="147" y="26"/>
                </a:lnTo>
                <a:lnTo>
                  <a:pt x="148" y="26"/>
                </a:lnTo>
                <a:lnTo>
                  <a:pt x="149" y="27"/>
                </a:lnTo>
                <a:lnTo>
                  <a:pt x="150" y="27"/>
                </a:lnTo>
                <a:lnTo>
                  <a:pt x="151" y="27"/>
                </a:lnTo>
                <a:lnTo>
                  <a:pt x="151" y="28"/>
                </a:lnTo>
                <a:lnTo>
                  <a:pt x="152" y="28"/>
                </a:lnTo>
                <a:lnTo>
                  <a:pt x="152" y="30"/>
                </a:lnTo>
                <a:lnTo>
                  <a:pt x="153" y="30"/>
                </a:lnTo>
                <a:lnTo>
                  <a:pt x="153" y="31"/>
                </a:lnTo>
                <a:lnTo>
                  <a:pt x="153" y="32"/>
                </a:lnTo>
                <a:lnTo>
                  <a:pt x="154" y="32"/>
                </a:lnTo>
                <a:lnTo>
                  <a:pt x="155" y="32"/>
                </a:lnTo>
                <a:lnTo>
                  <a:pt x="155" y="34"/>
                </a:lnTo>
                <a:lnTo>
                  <a:pt x="154" y="34"/>
                </a:lnTo>
                <a:lnTo>
                  <a:pt x="155" y="35"/>
                </a:lnTo>
                <a:lnTo>
                  <a:pt x="156" y="35"/>
                </a:lnTo>
                <a:lnTo>
                  <a:pt x="157" y="35"/>
                </a:lnTo>
                <a:lnTo>
                  <a:pt x="158" y="35"/>
                </a:lnTo>
                <a:lnTo>
                  <a:pt x="157" y="36"/>
                </a:lnTo>
                <a:lnTo>
                  <a:pt x="158" y="37"/>
                </a:lnTo>
                <a:lnTo>
                  <a:pt x="157" y="38"/>
                </a:lnTo>
                <a:lnTo>
                  <a:pt x="158" y="39"/>
                </a:lnTo>
                <a:lnTo>
                  <a:pt x="159" y="39"/>
                </a:lnTo>
                <a:lnTo>
                  <a:pt x="159" y="40"/>
                </a:lnTo>
                <a:lnTo>
                  <a:pt x="160" y="41"/>
                </a:lnTo>
                <a:lnTo>
                  <a:pt x="161" y="41"/>
                </a:lnTo>
                <a:lnTo>
                  <a:pt x="162" y="42"/>
                </a:lnTo>
                <a:lnTo>
                  <a:pt x="162" y="43"/>
                </a:lnTo>
                <a:lnTo>
                  <a:pt x="163" y="44"/>
                </a:lnTo>
                <a:lnTo>
                  <a:pt x="164" y="44"/>
                </a:lnTo>
                <a:lnTo>
                  <a:pt x="167" y="44"/>
                </a:lnTo>
                <a:lnTo>
                  <a:pt x="169" y="45"/>
                </a:lnTo>
                <a:lnTo>
                  <a:pt x="170" y="45"/>
                </a:lnTo>
                <a:lnTo>
                  <a:pt x="170" y="44"/>
                </a:lnTo>
                <a:lnTo>
                  <a:pt x="171" y="44"/>
                </a:lnTo>
                <a:lnTo>
                  <a:pt x="174" y="44"/>
                </a:lnTo>
                <a:lnTo>
                  <a:pt x="175" y="44"/>
                </a:lnTo>
                <a:lnTo>
                  <a:pt x="177" y="43"/>
                </a:lnTo>
                <a:lnTo>
                  <a:pt x="178" y="43"/>
                </a:lnTo>
                <a:lnTo>
                  <a:pt x="178" y="44"/>
                </a:lnTo>
                <a:lnTo>
                  <a:pt x="179" y="44"/>
                </a:lnTo>
                <a:lnTo>
                  <a:pt x="180" y="44"/>
                </a:lnTo>
                <a:lnTo>
                  <a:pt x="181" y="44"/>
                </a:lnTo>
                <a:lnTo>
                  <a:pt x="183" y="45"/>
                </a:lnTo>
                <a:lnTo>
                  <a:pt x="184" y="44"/>
                </a:lnTo>
                <a:lnTo>
                  <a:pt x="186" y="45"/>
                </a:lnTo>
                <a:lnTo>
                  <a:pt x="188" y="45"/>
                </a:lnTo>
                <a:lnTo>
                  <a:pt x="189" y="45"/>
                </a:lnTo>
                <a:lnTo>
                  <a:pt x="190" y="46"/>
                </a:lnTo>
                <a:lnTo>
                  <a:pt x="191" y="46"/>
                </a:lnTo>
                <a:lnTo>
                  <a:pt x="192" y="47"/>
                </a:lnTo>
                <a:lnTo>
                  <a:pt x="193" y="47"/>
                </a:lnTo>
                <a:lnTo>
                  <a:pt x="194" y="46"/>
                </a:lnTo>
                <a:lnTo>
                  <a:pt x="195" y="47"/>
                </a:lnTo>
                <a:lnTo>
                  <a:pt x="196" y="48"/>
                </a:lnTo>
                <a:lnTo>
                  <a:pt x="196" y="49"/>
                </a:lnTo>
                <a:lnTo>
                  <a:pt x="197" y="49"/>
                </a:lnTo>
                <a:lnTo>
                  <a:pt x="200" y="49"/>
                </a:lnTo>
                <a:lnTo>
                  <a:pt x="202" y="49"/>
                </a:lnTo>
                <a:lnTo>
                  <a:pt x="202" y="48"/>
                </a:lnTo>
                <a:lnTo>
                  <a:pt x="202" y="47"/>
                </a:lnTo>
                <a:lnTo>
                  <a:pt x="203" y="47"/>
                </a:lnTo>
                <a:lnTo>
                  <a:pt x="204" y="47"/>
                </a:lnTo>
                <a:lnTo>
                  <a:pt x="205" y="47"/>
                </a:lnTo>
                <a:lnTo>
                  <a:pt x="206" y="47"/>
                </a:lnTo>
                <a:lnTo>
                  <a:pt x="208" y="46"/>
                </a:lnTo>
                <a:lnTo>
                  <a:pt x="209" y="46"/>
                </a:lnTo>
                <a:lnTo>
                  <a:pt x="210" y="46"/>
                </a:lnTo>
                <a:lnTo>
                  <a:pt x="211" y="46"/>
                </a:lnTo>
                <a:lnTo>
                  <a:pt x="213" y="47"/>
                </a:lnTo>
                <a:lnTo>
                  <a:pt x="215" y="47"/>
                </a:lnTo>
                <a:lnTo>
                  <a:pt x="216" y="47"/>
                </a:lnTo>
                <a:lnTo>
                  <a:pt x="217" y="47"/>
                </a:lnTo>
                <a:lnTo>
                  <a:pt x="219" y="47"/>
                </a:lnTo>
                <a:lnTo>
                  <a:pt x="219" y="48"/>
                </a:lnTo>
                <a:lnTo>
                  <a:pt x="220" y="48"/>
                </a:lnTo>
                <a:lnTo>
                  <a:pt x="220" y="49"/>
                </a:lnTo>
                <a:lnTo>
                  <a:pt x="221" y="49"/>
                </a:lnTo>
                <a:lnTo>
                  <a:pt x="220" y="49"/>
                </a:lnTo>
                <a:lnTo>
                  <a:pt x="220" y="50"/>
                </a:lnTo>
                <a:lnTo>
                  <a:pt x="219" y="50"/>
                </a:lnTo>
                <a:lnTo>
                  <a:pt x="220" y="50"/>
                </a:lnTo>
                <a:lnTo>
                  <a:pt x="219" y="52"/>
                </a:lnTo>
                <a:lnTo>
                  <a:pt x="218" y="52"/>
                </a:lnTo>
                <a:lnTo>
                  <a:pt x="217" y="52"/>
                </a:lnTo>
                <a:lnTo>
                  <a:pt x="216" y="52"/>
                </a:lnTo>
                <a:lnTo>
                  <a:pt x="216" y="51"/>
                </a:lnTo>
                <a:lnTo>
                  <a:pt x="216" y="50"/>
                </a:lnTo>
                <a:lnTo>
                  <a:pt x="215" y="50"/>
                </a:lnTo>
                <a:lnTo>
                  <a:pt x="214" y="50"/>
                </a:lnTo>
                <a:lnTo>
                  <a:pt x="214" y="52"/>
                </a:lnTo>
                <a:lnTo>
                  <a:pt x="213" y="53"/>
                </a:lnTo>
                <a:lnTo>
                  <a:pt x="212" y="53"/>
                </a:lnTo>
                <a:lnTo>
                  <a:pt x="212" y="52"/>
                </a:lnTo>
                <a:lnTo>
                  <a:pt x="211" y="52"/>
                </a:lnTo>
                <a:lnTo>
                  <a:pt x="211" y="51"/>
                </a:lnTo>
                <a:lnTo>
                  <a:pt x="211" y="52"/>
                </a:lnTo>
                <a:lnTo>
                  <a:pt x="211" y="53"/>
                </a:lnTo>
                <a:lnTo>
                  <a:pt x="211" y="54"/>
                </a:lnTo>
                <a:lnTo>
                  <a:pt x="210" y="54"/>
                </a:lnTo>
                <a:lnTo>
                  <a:pt x="210" y="55"/>
                </a:lnTo>
                <a:lnTo>
                  <a:pt x="210" y="56"/>
                </a:lnTo>
                <a:lnTo>
                  <a:pt x="211" y="58"/>
                </a:lnTo>
                <a:lnTo>
                  <a:pt x="212" y="58"/>
                </a:lnTo>
                <a:lnTo>
                  <a:pt x="212" y="59"/>
                </a:lnTo>
                <a:lnTo>
                  <a:pt x="211" y="59"/>
                </a:lnTo>
                <a:lnTo>
                  <a:pt x="211" y="60"/>
                </a:lnTo>
                <a:lnTo>
                  <a:pt x="210" y="60"/>
                </a:lnTo>
                <a:lnTo>
                  <a:pt x="209" y="59"/>
                </a:lnTo>
                <a:lnTo>
                  <a:pt x="208" y="60"/>
                </a:lnTo>
                <a:lnTo>
                  <a:pt x="207" y="60"/>
                </a:lnTo>
                <a:lnTo>
                  <a:pt x="207" y="61"/>
                </a:lnTo>
                <a:lnTo>
                  <a:pt x="206" y="60"/>
                </a:lnTo>
                <a:lnTo>
                  <a:pt x="204" y="59"/>
                </a:lnTo>
                <a:lnTo>
                  <a:pt x="203" y="58"/>
                </a:lnTo>
                <a:lnTo>
                  <a:pt x="202" y="58"/>
                </a:lnTo>
                <a:lnTo>
                  <a:pt x="202" y="59"/>
                </a:lnTo>
                <a:lnTo>
                  <a:pt x="201" y="59"/>
                </a:lnTo>
                <a:lnTo>
                  <a:pt x="200" y="59"/>
                </a:lnTo>
                <a:lnTo>
                  <a:pt x="199" y="59"/>
                </a:lnTo>
                <a:lnTo>
                  <a:pt x="198" y="60"/>
                </a:lnTo>
                <a:lnTo>
                  <a:pt x="197" y="60"/>
                </a:lnTo>
                <a:lnTo>
                  <a:pt x="196" y="60"/>
                </a:lnTo>
                <a:lnTo>
                  <a:pt x="196" y="61"/>
                </a:lnTo>
                <a:lnTo>
                  <a:pt x="195" y="61"/>
                </a:lnTo>
                <a:lnTo>
                  <a:pt x="193" y="62"/>
                </a:lnTo>
                <a:lnTo>
                  <a:pt x="192" y="63"/>
                </a:lnTo>
                <a:lnTo>
                  <a:pt x="193" y="65"/>
                </a:lnTo>
                <a:lnTo>
                  <a:pt x="194" y="66"/>
                </a:lnTo>
                <a:lnTo>
                  <a:pt x="192" y="66"/>
                </a:lnTo>
                <a:lnTo>
                  <a:pt x="191" y="66"/>
                </a:lnTo>
                <a:lnTo>
                  <a:pt x="191" y="67"/>
                </a:lnTo>
                <a:lnTo>
                  <a:pt x="190" y="67"/>
                </a:lnTo>
                <a:lnTo>
                  <a:pt x="190" y="66"/>
                </a:lnTo>
                <a:lnTo>
                  <a:pt x="189" y="66"/>
                </a:lnTo>
                <a:lnTo>
                  <a:pt x="189" y="67"/>
                </a:lnTo>
                <a:lnTo>
                  <a:pt x="188" y="68"/>
                </a:lnTo>
                <a:lnTo>
                  <a:pt x="189" y="69"/>
                </a:lnTo>
                <a:lnTo>
                  <a:pt x="189" y="68"/>
                </a:lnTo>
                <a:lnTo>
                  <a:pt x="189" y="69"/>
                </a:lnTo>
                <a:lnTo>
                  <a:pt x="190" y="70"/>
                </a:lnTo>
                <a:lnTo>
                  <a:pt x="190" y="71"/>
                </a:lnTo>
                <a:lnTo>
                  <a:pt x="191" y="72"/>
                </a:lnTo>
                <a:lnTo>
                  <a:pt x="191" y="73"/>
                </a:lnTo>
                <a:lnTo>
                  <a:pt x="192" y="74"/>
                </a:lnTo>
                <a:lnTo>
                  <a:pt x="194" y="75"/>
                </a:lnTo>
                <a:lnTo>
                  <a:pt x="193" y="76"/>
                </a:lnTo>
                <a:lnTo>
                  <a:pt x="192" y="77"/>
                </a:lnTo>
                <a:lnTo>
                  <a:pt x="191" y="78"/>
                </a:lnTo>
                <a:lnTo>
                  <a:pt x="191" y="80"/>
                </a:lnTo>
                <a:lnTo>
                  <a:pt x="192" y="81"/>
                </a:lnTo>
                <a:lnTo>
                  <a:pt x="191" y="81"/>
                </a:lnTo>
                <a:lnTo>
                  <a:pt x="190" y="81"/>
                </a:lnTo>
                <a:lnTo>
                  <a:pt x="190" y="82"/>
                </a:lnTo>
                <a:lnTo>
                  <a:pt x="190" y="83"/>
                </a:lnTo>
                <a:lnTo>
                  <a:pt x="191" y="83"/>
                </a:lnTo>
                <a:lnTo>
                  <a:pt x="192" y="83"/>
                </a:lnTo>
                <a:lnTo>
                  <a:pt x="192" y="84"/>
                </a:lnTo>
                <a:lnTo>
                  <a:pt x="193" y="85"/>
                </a:lnTo>
                <a:lnTo>
                  <a:pt x="193" y="86"/>
                </a:lnTo>
                <a:lnTo>
                  <a:pt x="194" y="87"/>
                </a:lnTo>
                <a:lnTo>
                  <a:pt x="194" y="88"/>
                </a:lnTo>
                <a:lnTo>
                  <a:pt x="194" y="87"/>
                </a:lnTo>
                <a:lnTo>
                  <a:pt x="195" y="87"/>
                </a:lnTo>
                <a:lnTo>
                  <a:pt x="195" y="88"/>
                </a:lnTo>
                <a:lnTo>
                  <a:pt x="195" y="89"/>
                </a:lnTo>
                <a:lnTo>
                  <a:pt x="195" y="90"/>
                </a:lnTo>
                <a:lnTo>
                  <a:pt x="195" y="91"/>
                </a:lnTo>
                <a:lnTo>
                  <a:pt x="196" y="91"/>
                </a:lnTo>
                <a:lnTo>
                  <a:pt x="197" y="92"/>
                </a:lnTo>
                <a:lnTo>
                  <a:pt x="197" y="93"/>
                </a:lnTo>
                <a:lnTo>
                  <a:pt x="197" y="94"/>
                </a:lnTo>
                <a:lnTo>
                  <a:pt x="199" y="94"/>
                </a:lnTo>
                <a:lnTo>
                  <a:pt x="200" y="94"/>
                </a:lnTo>
                <a:lnTo>
                  <a:pt x="201" y="93"/>
                </a:lnTo>
                <a:lnTo>
                  <a:pt x="201" y="94"/>
                </a:lnTo>
                <a:lnTo>
                  <a:pt x="202" y="95"/>
                </a:lnTo>
                <a:lnTo>
                  <a:pt x="202" y="97"/>
                </a:lnTo>
                <a:lnTo>
                  <a:pt x="202" y="98"/>
                </a:lnTo>
                <a:lnTo>
                  <a:pt x="203" y="99"/>
                </a:lnTo>
                <a:lnTo>
                  <a:pt x="203" y="100"/>
                </a:lnTo>
                <a:lnTo>
                  <a:pt x="204" y="100"/>
                </a:lnTo>
                <a:lnTo>
                  <a:pt x="205" y="100"/>
                </a:lnTo>
                <a:lnTo>
                  <a:pt x="206" y="100"/>
                </a:lnTo>
                <a:lnTo>
                  <a:pt x="207" y="100"/>
                </a:lnTo>
                <a:lnTo>
                  <a:pt x="207" y="101"/>
                </a:lnTo>
                <a:lnTo>
                  <a:pt x="207" y="100"/>
                </a:lnTo>
                <a:lnTo>
                  <a:pt x="208" y="101"/>
                </a:lnTo>
                <a:lnTo>
                  <a:pt x="207" y="101"/>
                </a:lnTo>
                <a:lnTo>
                  <a:pt x="206" y="102"/>
                </a:lnTo>
                <a:lnTo>
                  <a:pt x="206" y="103"/>
                </a:lnTo>
                <a:lnTo>
                  <a:pt x="207" y="103"/>
                </a:lnTo>
                <a:lnTo>
                  <a:pt x="208" y="103"/>
                </a:lnTo>
                <a:lnTo>
                  <a:pt x="207" y="103"/>
                </a:lnTo>
                <a:lnTo>
                  <a:pt x="207" y="104"/>
                </a:lnTo>
                <a:lnTo>
                  <a:pt x="207" y="103"/>
                </a:lnTo>
                <a:lnTo>
                  <a:pt x="206" y="103"/>
                </a:lnTo>
                <a:lnTo>
                  <a:pt x="206" y="104"/>
                </a:lnTo>
                <a:lnTo>
                  <a:pt x="207" y="105"/>
                </a:lnTo>
                <a:lnTo>
                  <a:pt x="208" y="105"/>
                </a:lnTo>
                <a:lnTo>
                  <a:pt x="209" y="105"/>
                </a:lnTo>
                <a:lnTo>
                  <a:pt x="209" y="106"/>
                </a:lnTo>
                <a:lnTo>
                  <a:pt x="208" y="106"/>
                </a:lnTo>
                <a:lnTo>
                  <a:pt x="207" y="107"/>
                </a:lnTo>
                <a:lnTo>
                  <a:pt x="205" y="107"/>
                </a:lnTo>
                <a:lnTo>
                  <a:pt x="204" y="107"/>
                </a:lnTo>
                <a:lnTo>
                  <a:pt x="203" y="107"/>
                </a:lnTo>
                <a:lnTo>
                  <a:pt x="204" y="108"/>
                </a:lnTo>
                <a:lnTo>
                  <a:pt x="204" y="109"/>
                </a:lnTo>
                <a:lnTo>
                  <a:pt x="204" y="110"/>
                </a:lnTo>
                <a:lnTo>
                  <a:pt x="204" y="111"/>
                </a:lnTo>
                <a:lnTo>
                  <a:pt x="203" y="111"/>
                </a:lnTo>
                <a:lnTo>
                  <a:pt x="203" y="112"/>
                </a:lnTo>
                <a:lnTo>
                  <a:pt x="201" y="112"/>
                </a:lnTo>
                <a:lnTo>
                  <a:pt x="201" y="111"/>
                </a:lnTo>
                <a:lnTo>
                  <a:pt x="200" y="111"/>
                </a:lnTo>
                <a:lnTo>
                  <a:pt x="199" y="111"/>
                </a:lnTo>
                <a:lnTo>
                  <a:pt x="199" y="112"/>
                </a:lnTo>
                <a:lnTo>
                  <a:pt x="198" y="112"/>
                </a:lnTo>
                <a:lnTo>
                  <a:pt x="198" y="113"/>
                </a:lnTo>
                <a:lnTo>
                  <a:pt x="197" y="113"/>
                </a:lnTo>
                <a:lnTo>
                  <a:pt x="196" y="113"/>
                </a:lnTo>
                <a:lnTo>
                  <a:pt x="195" y="114"/>
                </a:lnTo>
                <a:lnTo>
                  <a:pt x="194" y="114"/>
                </a:lnTo>
                <a:lnTo>
                  <a:pt x="193" y="114"/>
                </a:lnTo>
                <a:lnTo>
                  <a:pt x="192" y="114"/>
                </a:lnTo>
                <a:lnTo>
                  <a:pt x="190" y="115"/>
                </a:lnTo>
                <a:lnTo>
                  <a:pt x="190" y="116"/>
                </a:lnTo>
                <a:lnTo>
                  <a:pt x="189" y="116"/>
                </a:lnTo>
                <a:lnTo>
                  <a:pt x="189" y="117"/>
                </a:lnTo>
                <a:lnTo>
                  <a:pt x="189" y="118"/>
                </a:lnTo>
                <a:lnTo>
                  <a:pt x="188" y="118"/>
                </a:lnTo>
                <a:lnTo>
                  <a:pt x="188" y="119"/>
                </a:lnTo>
                <a:lnTo>
                  <a:pt x="187" y="119"/>
                </a:lnTo>
                <a:lnTo>
                  <a:pt x="186" y="118"/>
                </a:lnTo>
                <a:lnTo>
                  <a:pt x="185" y="118"/>
                </a:lnTo>
                <a:lnTo>
                  <a:pt x="186" y="118"/>
                </a:lnTo>
                <a:lnTo>
                  <a:pt x="186" y="119"/>
                </a:lnTo>
                <a:lnTo>
                  <a:pt x="185" y="119"/>
                </a:lnTo>
                <a:lnTo>
                  <a:pt x="184" y="119"/>
                </a:lnTo>
                <a:lnTo>
                  <a:pt x="184" y="118"/>
                </a:lnTo>
                <a:lnTo>
                  <a:pt x="183" y="118"/>
                </a:lnTo>
                <a:lnTo>
                  <a:pt x="183" y="119"/>
                </a:lnTo>
                <a:lnTo>
                  <a:pt x="181" y="120"/>
                </a:lnTo>
                <a:lnTo>
                  <a:pt x="180" y="120"/>
                </a:lnTo>
                <a:lnTo>
                  <a:pt x="180" y="119"/>
                </a:lnTo>
                <a:lnTo>
                  <a:pt x="179" y="119"/>
                </a:lnTo>
                <a:lnTo>
                  <a:pt x="177" y="119"/>
                </a:lnTo>
                <a:lnTo>
                  <a:pt x="175" y="119"/>
                </a:lnTo>
                <a:lnTo>
                  <a:pt x="174" y="119"/>
                </a:lnTo>
                <a:lnTo>
                  <a:pt x="174" y="120"/>
                </a:lnTo>
                <a:lnTo>
                  <a:pt x="173" y="120"/>
                </a:lnTo>
                <a:lnTo>
                  <a:pt x="172" y="121"/>
                </a:lnTo>
                <a:lnTo>
                  <a:pt x="171" y="122"/>
                </a:lnTo>
                <a:lnTo>
                  <a:pt x="170" y="122"/>
                </a:lnTo>
                <a:lnTo>
                  <a:pt x="169" y="123"/>
                </a:lnTo>
                <a:lnTo>
                  <a:pt x="169" y="124"/>
                </a:lnTo>
                <a:lnTo>
                  <a:pt x="165" y="124"/>
                </a:lnTo>
                <a:lnTo>
                  <a:pt x="165" y="123"/>
                </a:lnTo>
                <a:lnTo>
                  <a:pt x="164" y="123"/>
                </a:lnTo>
                <a:lnTo>
                  <a:pt x="163" y="123"/>
                </a:lnTo>
                <a:lnTo>
                  <a:pt x="162" y="122"/>
                </a:lnTo>
                <a:lnTo>
                  <a:pt x="161" y="122"/>
                </a:lnTo>
                <a:lnTo>
                  <a:pt x="160" y="122"/>
                </a:lnTo>
                <a:lnTo>
                  <a:pt x="160" y="123"/>
                </a:lnTo>
                <a:lnTo>
                  <a:pt x="159" y="122"/>
                </a:lnTo>
                <a:lnTo>
                  <a:pt x="158" y="121"/>
                </a:lnTo>
                <a:lnTo>
                  <a:pt x="158" y="122"/>
                </a:lnTo>
                <a:lnTo>
                  <a:pt x="157" y="122"/>
                </a:lnTo>
                <a:lnTo>
                  <a:pt x="156" y="121"/>
                </a:lnTo>
                <a:lnTo>
                  <a:pt x="155" y="122"/>
                </a:lnTo>
                <a:lnTo>
                  <a:pt x="154" y="122"/>
                </a:lnTo>
                <a:lnTo>
                  <a:pt x="153" y="122"/>
                </a:lnTo>
                <a:lnTo>
                  <a:pt x="153" y="123"/>
                </a:lnTo>
                <a:lnTo>
                  <a:pt x="152" y="123"/>
                </a:lnTo>
                <a:lnTo>
                  <a:pt x="151" y="122"/>
                </a:lnTo>
                <a:lnTo>
                  <a:pt x="150" y="121"/>
                </a:lnTo>
                <a:lnTo>
                  <a:pt x="148" y="122"/>
                </a:lnTo>
                <a:lnTo>
                  <a:pt x="147" y="122"/>
                </a:lnTo>
                <a:lnTo>
                  <a:pt x="147" y="123"/>
                </a:lnTo>
                <a:lnTo>
                  <a:pt x="147" y="124"/>
                </a:lnTo>
                <a:lnTo>
                  <a:pt x="146" y="124"/>
                </a:lnTo>
                <a:lnTo>
                  <a:pt x="144" y="124"/>
                </a:lnTo>
                <a:lnTo>
                  <a:pt x="143" y="124"/>
                </a:lnTo>
                <a:lnTo>
                  <a:pt x="143" y="123"/>
                </a:lnTo>
                <a:lnTo>
                  <a:pt x="142" y="123"/>
                </a:lnTo>
                <a:lnTo>
                  <a:pt x="142" y="124"/>
                </a:lnTo>
                <a:lnTo>
                  <a:pt x="141" y="126"/>
                </a:lnTo>
                <a:lnTo>
                  <a:pt x="142" y="127"/>
                </a:lnTo>
                <a:lnTo>
                  <a:pt x="142" y="128"/>
                </a:lnTo>
                <a:lnTo>
                  <a:pt x="142" y="129"/>
                </a:lnTo>
                <a:lnTo>
                  <a:pt x="141" y="129"/>
                </a:lnTo>
                <a:lnTo>
                  <a:pt x="141" y="130"/>
                </a:lnTo>
                <a:lnTo>
                  <a:pt x="141" y="131"/>
                </a:lnTo>
                <a:lnTo>
                  <a:pt x="140" y="131"/>
                </a:lnTo>
                <a:lnTo>
                  <a:pt x="140" y="132"/>
                </a:lnTo>
                <a:lnTo>
                  <a:pt x="140" y="133"/>
                </a:lnTo>
                <a:lnTo>
                  <a:pt x="141" y="133"/>
                </a:lnTo>
                <a:lnTo>
                  <a:pt x="142" y="133"/>
                </a:lnTo>
                <a:lnTo>
                  <a:pt x="142" y="134"/>
                </a:lnTo>
                <a:lnTo>
                  <a:pt x="143" y="134"/>
                </a:lnTo>
                <a:lnTo>
                  <a:pt x="143" y="135"/>
                </a:lnTo>
                <a:lnTo>
                  <a:pt x="143" y="136"/>
                </a:lnTo>
                <a:lnTo>
                  <a:pt x="142" y="136"/>
                </a:lnTo>
                <a:lnTo>
                  <a:pt x="143" y="137"/>
                </a:lnTo>
                <a:lnTo>
                  <a:pt x="143" y="138"/>
                </a:lnTo>
                <a:lnTo>
                  <a:pt x="143" y="139"/>
                </a:lnTo>
                <a:lnTo>
                  <a:pt x="143" y="140"/>
                </a:lnTo>
                <a:lnTo>
                  <a:pt x="143" y="141"/>
                </a:lnTo>
                <a:lnTo>
                  <a:pt x="144" y="142"/>
                </a:lnTo>
                <a:lnTo>
                  <a:pt x="145" y="142"/>
                </a:lnTo>
                <a:lnTo>
                  <a:pt x="145" y="141"/>
                </a:lnTo>
                <a:lnTo>
                  <a:pt x="146" y="141"/>
                </a:lnTo>
                <a:lnTo>
                  <a:pt x="146" y="142"/>
                </a:lnTo>
                <a:lnTo>
                  <a:pt x="147" y="142"/>
                </a:lnTo>
                <a:lnTo>
                  <a:pt x="148" y="143"/>
                </a:lnTo>
                <a:lnTo>
                  <a:pt x="148" y="144"/>
                </a:lnTo>
                <a:lnTo>
                  <a:pt x="149" y="144"/>
                </a:lnTo>
                <a:lnTo>
                  <a:pt x="149" y="145"/>
                </a:lnTo>
                <a:lnTo>
                  <a:pt x="150" y="146"/>
                </a:lnTo>
                <a:lnTo>
                  <a:pt x="151" y="146"/>
                </a:lnTo>
                <a:lnTo>
                  <a:pt x="152" y="146"/>
                </a:lnTo>
                <a:lnTo>
                  <a:pt x="153" y="146"/>
                </a:lnTo>
                <a:lnTo>
                  <a:pt x="154" y="146"/>
                </a:lnTo>
                <a:lnTo>
                  <a:pt x="154" y="147"/>
                </a:lnTo>
                <a:lnTo>
                  <a:pt x="155" y="148"/>
                </a:lnTo>
                <a:lnTo>
                  <a:pt x="156" y="148"/>
                </a:lnTo>
                <a:lnTo>
                  <a:pt x="156" y="147"/>
                </a:lnTo>
                <a:lnTo>
                  <a:pt x="155" y="147"/>
                </a:lnTo>
                <a:lnTo>
                  <a:pt x="155" y="146"/>
                </a:lnTo>
                <a:lnTo>
                  <a:pt x="155" y="145"/>
                </a:lnTo>
                <a:lnTo>
                  <a:pt x="156" y="145"/>
                </a:lnTo>
                <a:lnTo>
                  <a:pt x="156" y="146"/>
                </a:lnTo>
                <a:lnTo>
                  <a:pt x="157" y="146"/>
                </a:lnTo>
                <a:lnTo>
                  <a:pt x="158" y="147"/>
                </a:lnTo>
                <a:lnTo>
                  <a:pt x="158" y="148"/>
                </a:lnTo>
                <a:lnTo>
                  <a:pt x="158" y="149"/>
                </a:lnTo>
                <a:lnTo>
                  <a:pt x="158" y="150"/>
                </a:lnTo>
                <a:lnTo>
                  <a:pt x="159" y="151"/>
                </a:lnTo>
                <a:lnTo>
                  <a:pt x="159" y="152"/>
                </a:lnTo>
                <a:lnTo>
                  <a:pt x="159" y="153"/>
                </a:lnTo>
                <a:lnTo>
                  <a:pt x="160" y="153"/>
                </a:lnTo>
                <a:lnTo>
                  <a:pt x="160" y="154"/>
                </a:lnTo>
                <a:lnTo>
                  <a:pt x="159" y="154"/>
                </a:lnTo>
                <a:lnTo>
                  <a:pt x="158" y="154"/>
                </a:lnTo>
                <a:lnTo>
                  <a:pt x="157" y="154"/>
                </a:lnTo>
                <a:lnTo>
                  <a:pt x="156" y="155"/>
                </a:lnTo>
                <a:lnTo>
                  <a:pt x="156" y="156"/>
                </a:lnTo>
                <a:lnTo>
                  <a:pt x="155" y="156"/>
                </a:lnTo>
                <a:lnTo>
                  <a:pt x="155" y="157"/>
                </a:lnTo>
                <a:lnTo>
                  <a:pt x="156" y="157"/>
                </a:lnTo>
                <a:lnTo>
                  <a:pt x="156" y="158"/>
                </a:lnTo>
                <a:lnTo>
                  <a:pt x="156" y="159"/>
                </a:lnTo>
                <a:lnTo>
                  <a:pt x="157" y="159"/>
                </a:lnTo>
                <a:lnTo>
                  <a:pt x="156" y="160"/>
                </a:lnTo>
                <a:lnTo>
                  <a:pt x="155" y="160"/>
                </a:lnTo>
                <a:lnTo>
                  <a:pt x="154" y="160"/>
                </a:lnTo>
                <a:lnTo>
                  <a:pt x="153" y="161"/>
                </a:lnTo>
                <a:lnTo>
                  <a:pt x="154" y="161"/>
                </a:lnTo>
                <a:lnTo>
                  <a:pt x="153" y="162"/>
                </a:lnTo>
                <a:lnTo>
                  <a:pt x="154" y="162"/>
                </a:lnTo>
                <a:lnTo>
                  <a:pt x="154" y="163"/>
                </a:lnTo>
                <a:lnTo>
                  <a:pt x="154" y="164"/>
                </a:lnTo>
                <a:lnTo>
                  <a:pt x="154" y="165"/>
                </a:lnTo>
                <a:lnTo>
                  <a:pt x="155" y="165"/>
                </a:lnTo>
                <a:lnTo>
                  <a:pt x="156" y="165"/>
                </a:lnTo>
                <a:lnTo>
                  <a:pt x="156" y="166"/>
                </a:lnTo>
                <a:lnTo>
                  <a:pt x="155" y="166"/>
                </a:lnTo>
                <a:lnTo>
                  <a:pt x="154" y="166"/>
                </a:lnTo>
                <a:lnTo>
                  <a:pt x="153" y="166"/>
                </a:lnTo>
                <a:lnTo>
                  <a:pt x="153" y="167"/>
                </a:lnTo>
                <a:lnTo>
                  <a:pt x="152" y="167"/>
                </a:lnTo>
                <a:lnTo>
                  <a:pt x="151" y="167"/>
                </a:lnTo>
                <a:lnTo>
                  <a:pt x="150" y="167"/>
                </a:lnTo>
                <a:lnTo>
                  <a:pt x="150" y="168"/>
                </a:lnTo>
                <a:lnTo>
                  <a:pt x="150" y="169"/>
                </a:lnTo>
                <a:lnTo>
                  <a:pt x="149" y="169"/>
                </a:lnTo>
                <a:lnTo>
                  <a:pt x="149" y="170"/>
                </a:lnTo>
                <a:lnTo>
                  <a:pt x="148" y="170"/>
                </a:lnTo>
                <a:lnTo>
                  <a:pt x="147" y="171"/>
                </a:lnTo>
                <a:lnTo>
                  <a:pt x="147" y="172"/>
                </a:lnTo>
                <a:lnTo>
                  <a:pt x="148" y="172"/>
                </a:lnTo>
                <a:lnTo>
                  <a:pt x="148" y="173"/>
                </a:lnTo>
                <a:lnTo>
                  <a:pt x="149" y="173"/>
                </a:lnTo>
                <a:lnTo>
                  <a:pt x="148" y="173"/>
                </a:lnTo>
                <a:lnTo>
                  <a:pt x="147" y="174"/>
                </a:lnTo>
                <a:lnTo>
                  <a:pt x="147" y="173"/>
                </a:lnTo>
                <a:lnTo>
                  <a:pt x="146" y="173"/>
                </a:lnTo>
                <a:lnTo>
                  <a:pt x="146" y="174"/>
                </a:lnTo>
                <a:lnTo>
                  <a:pt x="145" y="174"/>
                </a:lnTo>
                <a:lnTo>
                  <a:pt x="143" y="174"/>
                </a:lnTo>
                <a:lnTo>
                  <a:pt x="144" y="175"/>
                </a:lnTo>
                <a:lnTo>
                  <a:pt x="143" y="176"/>
                </a:lnTo>
                <a:lnTo>
                  <a:pt x="142" y="176"/>
                </a:lnTo>
                <a:lnTo>
                  <a:pt x="142" y="175"/>
                </a:lnTo>
                <a:lnTo>
                  <a:pt x="141" y="175"/>
                </a:lnTo>
                <a:lnTo>
                  <a:pt x="141" y="174"/>
                </a:lnTo>
                <a:lnTo>
                  <a:pt x="140" y="173"/>
                </a:lnTo>
                <a:lnTo>
                  <a:pt x="139" y="173"/>
                </a:lnTo>
                <a:lnTo>
                  <a:pt x="138" y="173"/>
                </a:lnTo>
                <a:lnTo>
                  <a:pt x="139" y="173"/>
                </a:lnTo>
                <a:lnTo>
                  <a:pt x="138" y="173"/>
                </a:lnTo>
                <a:lnTo>
                  <a:pt x="137" y="173"/>
                </a:lnTo>
                <a:lnTo>
                  <a:pt x="136" y="173"/>
                </a:lnTo>
                <a:lnTo>
                  <a:pt x="135" y="173"/>
                </a:lnTo>
                <a:lnTo>
                  <a:pt x="134" y="173"/>
                </a:lnTo>
                <a:lnTo>
                  <a:pt x="134" y="174"/>
                </a:lnTo>
                <a:lnTo>
                  <a:pt x="135" y="174"/>
                </a:lnTo>
                <a:lnTo>
                  <a:pt x="136" y="175"/>
                </a:lnTo>
                <a:lnTo>
                  <a:pt x="137" y="176"/>
                </a:lnTo>
                <a:lnTo>
                  <a:pt x="136" y="176"/>
                </a:lnTo>
                <a:lnTo>
                  <a:pt x="136" y="177"/>
                </a:lnTo>
                <a:lnTo>
                  <a:pt x="135" y="177"/>
                </a:lnTo>
                <a:lnTo>
                  <a:pt x="134" y="177"/>
                </a:lnTo>
                <a:lnTo>
                  <a:pt x="134" y="176"/>
                </a:lnTo>
                <a:lnTo>
                  <a:pt x="133" y="175"/>
                </a:lnTo>
                <a:lnTo>
                  <a:pt x="131" y="175"/>
                </a:lnTo>
                <a:lnTo>
                  <a:pt x="130" y="175"/>
                </a:lnTo>
                <a:lnTo>
                  <a:pt x="129" y="175"/>
                </a:lnTo>
                <a:lnTo>
                  <a:pt x="128" y="175"/>
                </a:lnTo>
                <a:lnTo>
                  <a:pt x="127" y="175"/>
                </a:lnTo>
                <a:lnTo>
                  <a:pt x="126" y="175"/>
                </a:lnTo>
                <a:lnTo>
                  <a:pt x="125" y="175"/>
                </a:lnTo>
                <a:lnTo>
                  <a:pt x="125" y="174"/>
                </a:lnTo>
                <a:lnTo>
                  <a:pt x="125" y="173"/>
                </a:lnTo>
                <a:lnTo>
                  <a:pt x="124" y="173"/>
                </a:lnTo>
                <a:lnTo>
                  <a:pt x="124" y="172"/>
                </a:lnTo>
                <a:lnTo>
                  <a:pt x="124" y="173"/>
                </a:lnTo>
                <a:lnTo>
                  <a:pt x="123" y="173"/>
                </a:lnTo>
                <a:lnTo>
                  <a:pt x="122" y="173"/>
                </a:lnTo>
                <a:lnTo>
                  <a:pt x="121" y="173"/>
                </a:lnTo>
                <a:lnTo>
                  <a:pt x="120" y="173"/>
                </a:lnTo>
                <a:lnTo>
                  <a:pt x="120" y="174"/>
                </a:lnTo>
                <a:lnTo>
                  <a:pt x="120" y="175"/>
                </a:lnTo>
                <a:lnTo>
                  <a:pt x="119" y="175"/>
                </a:lnTo>
                <a:lnTo>
                  <a:pt x="118" y="176"/>
                </a:lnTo>
                <a:lnTo>
                  <a:pt x="118" y="175"/>
                </a:lnTo>
                <a:lnTo>
                  <a:pt x="117" y="175"/>
                </a:lnTo>
                <a:lnTo>
                  <a:pt x="117" y="176"/>
                </a:lnTo>
                <a:lnTo>
                  <a:pt x="116" y="176"/>
                </a:lnTo>
                <a:lnTo>
                  <a:pt x="115" y="176"/>
                </a:lnTo>
                <a:lnTo>
                  <a:pt x="115" y="177"/>
                </a:lnTo>
                <a:lnTo>
                  <a:pt x="115" y="178"/>
                </a:lnTo>
                <a:lnTo>
                  <a:pt x="116" y="178"/>
                </a:lnTo>
                <a:lnTo>
                  <a:pt x="116" y="179"/>
                </a:lnTo>
                <a:lnTo>
                  <a:pt x="115" y="179"/>
                </a:lnTo>
                <a:lnTo>
                  <a:pt x="114" y="180"/>
                </a:lnTo>
                <a:lnTo>
                  <a:pt x="114" y="181"/>
                </a:lnTo>
                <a:lnTo>
                  <a:pt x="113" y="181"/>
                </a:lnTo>
                <a:lnTo>
                  <a:pt x="112" y="181"/>
                </a:lnTo>
                <a:lnTo>
                  <a:pt x="111" y="181"/>
                </a:lnTo>
                <a:lnTo>
                  <a:pt x="110" y="181"/>
                </a:lnTo>
                <a:lnTo>
                  <a:pt x="110" y="182"/>
                </a:lnTo>
                <a:lnTo>
                  <a:pt x="111" y="182"/>
                </a:lnTo>
                <a:lnTo>
                  <a:pt x="111" y="183"/>
                </a:lnTo>
                <a:lnTo>
                  <a:pt x="110" y="183"/>
                </a:lnTo>
                <a:lnTo>
                  <a:pt x="109" y="184"/>
                </a:lnTo>
                <a:lnTo>
                  <a:pt x="108" y="184"/>
                </a:lnTo>
                <a:lnTo>
                  <a:pt x="107" y="184"/>
                </a:lnTo>
                <a:lnTo>
                  <a:pt x="106" y="184"/>
                </a:lnTo>
                <a:lnTo>
                  <a:pt x="107" y="185"/>
                </a:lnTo>
                <a:lnTo>
                  <a:pt x="107" y="186"/>
                </a:lnTo>
                <a:lnTo>
                  <a:pt x="106" y="186"/>
                </a:lnTo>
                <a:lnTo>
                  <a:pt x="105" y="186"/>
                </a:lnTo>
                <a:lnTo>
                  <a:pt x="105" y="185"/>
                </a:lnTo>
                <a:lnTo>
                  <a:pt x="105" y="184"/>
                </a:lnTo>
                <a:lnTo>
                  <a:pt x="104" y="184"/>
                </a:lnTo>
                <a:lnTo>
                  <a:pt x="103" y="184"/>
                </a:lnTo>
                <a:lnTo>
                  <a:pt x="103" y="185"/>
                </a:lnTo>
                <a:lnTo>
                  <a:pt x="103" y="186"/>
                </a:lnTo>
                <a:lnTo>
                  <a:pt x="104" y="186"/>
                </a:lnTo>
                <a:lnTo>
                  <a:pt x="104" y="187"/>
                </a:lnTo>
                <a:lnTo>
                  <a:pt x="105" y="188"/>
                </a:lnTo>
                <a:lnTo>
                  <a:pt x="104" y="188"/>
                </a:lnTo>
                <a:lnTo>
                  <a:pt x="104" y="189"/>
                </a:lnTo>
                <a:lnTo>
                  <a:pt x="103" y="189"/>
                </a:lnTo>
                <a:lnTo>
                  <a:pt x="104" y="189"/>
                </a:lnTo>
                <a:lnTo>
                  <a:pt x="105" y="189"/>
                </a:lnTo>
                <a:lnTo>
                  <a:pt x="106" y="189"/>
                </a:lnTo>
                <a:lnTo>
                  <a:pt x="106" y="190"/>
                </a:lnTo>
                <a:lnTo>
                  <a:pt x="105" y="190"/>
                </a:lnTo>
                <a:lnTo>
                  <a:pt x="106" y="190"/>
                </a:lnTo>
                <a:lnTo>
                  <a:pt x="106" y="189"/>
                </a:lnTo>
                <a:lnTo>
                  <a:pt x="107" y="189"/>
                </a:lnTo>
                <a:lnTo>
                  <a:pt x="107" y="190"/>
                </a:lnTo>
                <a:lnTo>
                  <a:pt x="107" y="192"/>
                </a:lnTo>
                <a:lnTo>
                  <a:pt x="108" y="192"/>
                </a:lnTo>
                <a:lnTo>
                  <a:pt x="108" y="193"/>
                </a:lnTo>
                <a:lnTo>
                  <a:pt x="107" y="194"/>
                </a:lnTo>
                <a:lnTo>
                  <a:pt x="106" y="194"/>
                </a:lnTo>
                <a:lnTo>
                  <a:pt x="105" y="194"/>
                </a:lnTo>
                <a:lnTo>
                  <a:pt x="104" y="193"/>
                </a:lnTo>
                <a:lnTo>
                  <a:pt x="103" y="193"/>
                </a:lnTo>
                <a:lnTo>
                  <a:pt x="102" y="193"/>
                </a:lnTo>
                <a:lnTo>
                  <a:pt x="101" y="193"/>
                </a:lnTo>
                <a:lnTo>
                  <a:pt x="100" y="193"/>
                </a:lnTo>
                <a:lnTo>
                  <a:pt x="99" y="193"/>
                </a:lnTo>
                <a:lnTo>
                  <a:pt x="98" y="193"/>
                </a:lnTo>
                <a:lnTo>
                  <a:pt x="97" y="193"/>
                </a:lnTo>
                <a:lnTo>
                  <a:pt x="95" y="193"/>
                </a:lnTo>
                <a:lnTo>
                  <a:pt x="94" y="191"/>
                </a:lnTo>
                <a:lnTo>
                  <a:pt x="93" y="190"/>
                </a:lnTo>
                <a:lnTo>
                  <a:pt x="93" y="189"/>
                </a:lnTo>
                <a:lnTo>
                  <a:pt x="92" y="189"/>
                </a:lnTo>
                <a:lnTo>
                  <a:pt x="91" y="188"/>
                </a:lnTo>
                <a:lnTo>
                  <a:pt x="90" y="188"/>
                </a:lnTo>
                <a:lnTo>
                  <a:pt x="89" y="188"/>
                </a:lnTo>
                <a:lnTo>
                  <a:pt x="87" y="187"/>
                </a:lnTo>
                <a:lnTo>
                  <a:pt x="87" y="186"/>
                </a:lnTo>
                <a:lnTo>
                  <a:pt x="86" y="185"/>
                </a:lnTo>
                <a:lnTo>
                  <a:pt x="86" y="184"/>
                </a:lnTo>
                <a:lnTo>
                  <a:pt x="86" y="183"/>
                </a:lnTo>
                <a:lnTo>
                  <a:pt x="86" y="182"/>
                </a:lnTo>
                <a:lnTo>
                  <a:pt x="86" y="181"/>
                </a:lnTo>
                <a:lnTo>
                  <a:pt x="86" y="180"/>
                </a:lnTo>
                <a:lnTo>
                  <a:pt x="85" y="180"/>
                </a:lnTo>
                <a:lnTo>
                  <a:pt x="84" y="180"/>
                </a:lnTo>
                <a:lnTo>
                  <a:pt x="84" y="179"/>
                </a:lnTo>
                <a:lnTo>
                  <a:pt x="84" y="178"/>
                </a:lnTo>
                <a:lnTo>
                  <a:pt x="83" y="178"/>
                </a:lnTo>
                <a:lnTo>
                  <a:pt x="82" y="178"/>
                </a:lnTo>
                <a:lnTo>
                  <a:pt x="82" y="177"/>
                </a:lnTo>
                <a:lnTo>
                  <a:pt x="81" y="177"/>
                </a:lnTo>
                <a:lnTo>
                  <a:pt x="80" y="177"/>
                </a:lnTo>
                <a:lnTo>
                  <a:pt x="79" y="177"/>
                </a:lnTo>
                <a:lnTo>
                  <a:pt x="77" y="177"/>
                </a:lnTo>
                <a:lnTo>
                  <a:pt x="76" y="178"/>
                </a:lnTo>
                <a:lnTo>
                  <a:pt x="76" y="179"/>
                </a:lnTo>
                <a:lnTo>
                  <a:pt x="76" y="178"/>
                </a:lnTo>
                <a:lnTo>
                  <a:pt x="75" y="179"/>
                </a:lnTo>
                <a:lnTo>
                  <a:pt x="74" y="179"/>
                </a:lnTo>
                <a:lnTo>
                  <a:pt x="73" y="179"/>
                </a:lnTo>
                <a:lnTo>
                  <a:pt x="73" y="178"/>
                </a:lnTo>
                <a:lnTo>
                  <a:pt x="72" y="179"/>
                </a:lnTo>
                <a:lnTo>
                  <a:pt x="71" y="179"/>
                </a:lnTo>
                <a:lnTo>
                  <a:pt x="71" y="178"/>
                </a:lnTo>
                <a:lnTo>
                  <a:pt x="70" y="178"/>
                </a:lnTo>
                <a:lnTo>
                  <a:pt x="69" y="178"/>
                </a:lnTo>
                <a:lnTo>
                  <a:pt x="67" y="179"/>
                </a:lnTo>
                <a:lnTo>
                  <a:pt x="64" y="179"/>
                </a:lnTo>
                <a:lnTo>
                  <a:pt x="64" y="178"/>
                </a:lnTo>
                <a:lnTo>
                  <a:pt x="63" y="178"/>
                </a:lnTo>
                <a:lnTo>
                  <a:pt x="63" y="177"/>
                </a:lnTo>
                <a:lnTo>
                  <a:pt x="62" y="177"/>
                </a:lnTo>
                <a:lnTo>
                  <a:pt x="61" y="178"/>
                </a:lnTo>
                <a:lnTo>
                  <a:pt x="60" y="178"/>
                </a:lnTo>
                <a:lnTo>
                  <a:pt x="60" y="177"/>
                </a:lnTo>
                <a:lnTo>
                  <a:pt x="59" y="177"/>
                </a:lnTo>
                <a:lnTo>
                  <a:pt x="59" y="176"/>
                </a:lnTo>
                <a:lnTo>
                  <a:pt x="58" y="176"/>
                </a:lnTo>
                <a:lnTo>
                  <a:pt x="58" y="177"/>
                </a:lnTo>
                <a:lnTo>
                  <a:pt x="58" y="178"/>
                </a:lnTo>
                <a:lnTo>
                  <a:pt x="58" y="179"/>
                </a:lnTo>
                <a:lnTo>
                  <a:pt x="57" y="179"/>
                </a:lnTo>
                <a:lnTo>
                  <a:pt x="57" y="180"/>
                </a:lnTo>
                <a:lnTo>
                  <a:pt x="56" y="180"/>
                </a:lnTo>
                <a:lnTo>
                  <a:pt x="55" y="179"/>
                </a:lnTo>
                <a:lnTo>
                  <a:pt x="54" y="178"/>
                </a:lnTo>
                <a:lnTo>
                  <a:pt x="53" y="177"/>
                </a:lnTo>
                <a:lnTo>
                  <a:pt x="53" y="176"/>
                </a:lnTo>
                <a:lnTo>
                  <a:pt x="52" y="176"/>
                </a:lnTo>
                <a:lnTo>
                  <a:pt x="51" y="175"/>
                </a:lnTo>
                <a:lnTo>
                  <a:pt x="50" y="177"/>
                </a:lnTo>
                <a:lnTo>
                  <a:pt x="51" y="177"/>
                </a:lnTo>
                <a:lnTo>
                  <a:pt x="51" y="178"/>
                </a:lnTo>
                <a:lnTo>
                  <a:pt x="51" y="179"/>
                </a:lnTo>
                <a:lnTo>
                  <a:pt x="50" y="179"/>
                </a:lnTo>
                <a:lnTo>
                  <a:pt x="49" y="179"/>
                </a:lnTo>
                <a:lnTo>
                  <a:pt x="49" y="180"/>
                </a:lnTo>
                <a:lnTo>
                  <a:pt x="49" y="181"/>
                </a:lnTo>
                <a:lnTo>
                  <a:pt x="48" y="181"/>
                </a:lnTo>
                <a:lnTo>
                  <a:pt x="48" y="182"/>
                </a:lnTo>
                <a:lnTo>
                  <a:pt x="47" y="181"/>
                </a:lnTo>
                <a:lnTo>
                  <a:pt x="47" y="182"/>
                </a:lnTo>
                <a:lnTo>
                  <a:pt x="46" y="182"/>
                </a:lnTo>
                <a:lnTo>
                  <a:pt x="46" y="181"/>
                </a:lnTo>
                <a:lnTo>
                  <a:pt x="45" y="181"/>
                </a:lnTo>
                <a:lnTo>
                  <a:pt x="44" y="181"/>
                </a:lnTo>
                <a:lnTo>
                  <a:pt x="44" y="182"/>
                </a:lnTo>
                <a:lnTo>
                  <a:pt x="43" y="182"/>
                </a:lnTo>
                <a:lnTo>
                  <a:pt x="42" y="182"/>
                </a:lnTo>
                <a:lnTo>
                  <a:pt x="42" y="183"/>
                </a:lnTo>
                <a:lnTo>
                  <a:pt x="41" y="184"/>
                </a:lnTo>
                <a:lnTo>
                  <a:pt x="41" y="185"/>
                </a:lnTo>
                <a:lnTo>
                  <a:pt x="42" y="186"/>
                </a:lnTo>
                <a:lnTo>
                  <a:pt x="41" y="186"/>
                </a:lnTo>
                <a:lnTo>
                  <a:pt x="40" y="186"/>
                </a:lnTo>
                <a:lnTo>
                  <a:pt x="39" y="186"/>
                </a:lnTo>
                <a:lnTo>
                  <a:pt x="38" y="186"/>
                </a:lnTo>
                <a:lnTo>
                  <a:pt x="37" y="186"/>
                </a:lnTo>
                <a:lnTo>
                  <a:pt x="36" y="185"/>
                </a:lnTo>
                <a:lnTo>
                  <a:pt x="36" y="186"/>
                </a:lnTo>
                <a:lnTo>
                  <a:pt x="35" y="186"/>
                </a:lnTo>
                <a:lnTo>
                  <a:pt x="35" y="185"/>
                </a:lnTo>
                <a:lnTo>
                  <a:pt x="35" y="186"/>
                </a:lnTo>
                <a:lnTo>
                  <a:pt x="34" y="186"/>
                </a:lnTo>
                <a:lnTo>
                  <a:pt x="34" y="185"/>
                </a:lnTo>
                <a:lnTo>
                  <a:pt x="33" y="184"/>
                </a:lnTo>
                <a:lnTo>
                  <a:pt x="33" y="183"/>
                </a:lnTo>
                <a:lnTo>
                  <a:pt x="33" y="182"/>
                </a:lnTo>
                <a:lnTo>
                  <a:pt x="32" y="182"/>
                </a:lnTo>
                <a:lnTo>
                  <a:pt x="31" y="182"/>
                </a:lnTo>
                <a:lnTo>
                  <a:pt x="31" y="181"/>
                </a:lnTo>
                <a:lnTo>
                  <a:pt x="31" y="180"/>
                </a:lnTo>
                <a:lnTo>
                  <a:pt x="30" y="180"/>
                </a:lnTo>
                <a:lnTo>
                  <a:pt x="28" y="180"/>
                </a:lnTo>
                <a:lnTo>
                  <a:pt x="28" y="179"/>
                </a:lnTo>
                <a:lnTo>
                  <a:pt x="29" y="178"/>
                </a:lnTo>
                <a:lnTo>
                  <a:pt x="28" y="178"/>
                </a:lnTo>
                <a:lnTo>
                  <a:pt x="28" y="177"/>
                </a:lnTo>
                <a:lnTo>
                  <a:pt x="28" y="176"/>
                </a:lnTo>
                <a:lnTo>
                  <a:pt x="27" y="175"/>
                </a:lnTo>
                <a:lnTo>
                  <a:pt x="26" y="175"/>
                </a:lnTo>
                <a:lnTo>
                  <a:pt x="26" y="174"/>
                </a:lnTo>
                <a:lnTo>
                  <a:pt x="25" y="174"/>
                </a:lnTo>
                <a:lnTo>
                  <a:pt x="25" y="173"/>
                </a:lnTo>
                <a:lnTo>
                  <a:pt x="25" y="174"/>
                </a:lnTo>
                <a:lnTo>
                  <a:pt x="25" y="175"/>
                </a:lnTo>
                <a:lnTo>
                  <a:pt x="24" y="175"/>
                </a:lnTo>
                <a:lnTo>
                  <a:pt x="23" y="176"/>
                </a:lnTo>
                <a:lnTo>
                  <a:pt x="23" y="175"/>
                </a:lnTo>
                <a:lnTo>
                  <a:pt x="22" y="175"/>
                </a:lnTo>
                <a:lnTo>
                  <a:pt x="22" y="176"/>
                </a:lnTo>
                <a:lnTo>
                  <a:pt x="21" y="175"/>
                </a:lnTo>
                <a:lnTo>
                  <a:pt x="20" y="175"/>
                </a:lnTo>
                <a:lnTo>
                  <a:pt x="19" y="175"/>
                </a:lnTo>
                <a:lnTo>
                  <a:pt x="18" y="175"/>
                </a:lnTo>
                <a:lnTo>
                  <a:pt x="17" y="176"/>
                </a:lnTo>
                <a:lnTo>
                  <a:pt x="17" y="177"/>
                </a:lnTo>
                <a:lnTo>
                  <a:pt x="16" y="177"/>
                </a:lnTo>
                <a:lnTo>
                  <a:pt x="15" y="176"/>
                </a:lnTo>
                <a:lnTo>
                  <a:pt x="15" y="175"/>
                </a:lnTo>
                <a:lnTo>
                  <a:pt x="14" y="175"/>
                </a:lnTo>
                <a:lnTo>
                  <a:pt x="14" y="174"/>
                </a:lnTo>
                <a:lnTo>
                  <a:pt x="13" y="173"/>
                </a:lnTo>
                <a:lnTo>
                  <a:pt x="12" y="173"/>
                </a:lnTo>
                <a:lnTo>
                  <a:pt x="11" y="174"/>
                </a:lnTo>
                <a:lnTo>
                  <a:pt x="11" y="175"/>
                </a:lnTo>
                <a:lnTo>
                  <a:pt x="10" y="176"/>
                </a:lnTo>
                <a:lnTo>
                  <a:pt x="9" y="176"/>
                </a:lnTo>
                <a:lnTo>
                  <a:pt x="9" y="175"/>
                </a:lnTo>
                <a:lnTo>
                  <a:pt x="9" y="174"/>
                </a:lnTo>
                <a:lnTo>
                  <a:pt x="10" y="173"/>
                </a:lnTo>
                <a:lnTo>
                  <a:pt x="10" y="172"/>
                </a:lnTo>
                <a:lnTo>
                  <a:pt x="10" y="171"/>
                </a:lnTo>
                <a:lnTo>
                  <a:pt x="10" y="170"/>
                </a:lnTo>
                <a:lnTo>
                  <a:pt x="9" y="170"/>
                </a:lnTo>
                <a:lnTo>
                  <a:pt x="8" y="169"/>
                </a:lnTo>
                <a:lnTo>
                  <a:pt x="7" y="169"/>
                </a:lnTo>
                <a:lnTo>
                  <a:pt x="7" y="170"/>
                </a:lnTo>
                <a:lnTo>
                  <a:pt x="5" y="169"/>
                </a:lnTo>
                <a:lnTo>
                  <a:pt x="5" y="168"/>
                </a:lnTo>
                <a:lnTo>
                  <a:pt x="6" y="168"/>
                </a:lnTo>
                <a:lnTo>
                  <a:pt x="7" y="167"/>
                </a:lnTo>
                <a:lnTo>
                  <a:pt x="6" y="167"/>
                </a:lnTo>
                <a:lnTo>
                  <a:pt x="6" y="166"/>
                </a:lnTo>
                <a:lnTo>
                  <a:pt x="7" y="166"/>
                </a:lnTo>
                <a:lnTo>
                  <a:pt x="7" y="165"/>
                </a:lnTo>
                <a:lnTo>
                  <a:pt x="8" y="165"/>
                </a:lnTo>
                <a:lnTo>
                  <a:pt x="8" y="164"/>
                </a:lnTo>
                <a:lnTo>
                  <a:pt x="7" y="164"/>
                </a:lnTo>
                <a:lnTo>
                  <a:pt x="7" y="163"/>
                </a:lnTo>
                <a:lnTo>
                  <a:pt x="7" y="162"/>
                </a:lnTo>
                <a:lnTo>
                  <a:pt x="7" y="161"/>
                </a:lnTo>
                <a:lnTo>
                  <a:pt x="7" y="160"/>
                </a:lnTo>
                <a:lnTo>
                  <a:pt x="6" y="160"/>
                </a:lnTo>
                <a:lnTo>
                  <a:pt x="6" y="159"/>
                </a:lnTo>
                <a:lnTo>
                  <a:pt x="7" y="159"/>
                </a:lnTo>
                <a:lnTo>
                  <a:pt x="6" y="158"/>
                </a:lnTo>
                <a:lnTo>
                  <a:pt x="5" y="158"/>
                </a:lnTo>
                <a:lnTo>
                  <a:pt x="4" y="158"/>
                </a:lnTo>
                <a:lnTo>
                  <a:pt x="4" y="159"/>
                </a:lnTo>
                <a:lnTo>
                  <a:pt x="3" y="158"/>
                </a:lnTo>
                <a:lnTo>
                  <a:pt x="2" y="158"/>
                </a:lnTo>
                <a:lnTo>
                  <a:pt x="1" y="157"/>
                </a:lnTo>
                <a:lnTo>
                  <a:pt x="1" y="156"/>
                </a:lnTo>
                <a:lnTo>
                  <a:pt x="1" y="155"/>
                </a:lnTo>
                <a:lnTo>
                  <a:pt x="0" y="155"/>
                </a:lnTo>
                <a:lnTo>
                  <a:pt x="0" y="154"/>
                </a:lnTo>
                <a:lnTo>
                  <a:pt x="1" y="154"/>
                </a:lnTo>
                <a:lnTo>
                  <a:pt x="2" y="153"/>
                </a:lnTo>
                <a:lnTo>
                  <a:pt x="2" y="154"/>
                </a:lnTo>
                <a:lnTo>
                  <a:pt x="3" y="154"/>
                </a:lnTo>
                <a:lnTo>
                  <a:pt x="4" y="153"/>
                </a:lnTo>
                <a:lnTo>
                  <a:pt x="5" y="152"/>
                </a:lnTo>
                <a:lnTo>
                  <a:pt x="6" y="152"/>
                </a:lnTo>
                <a:lnTo>
                  <a:pt x="7" y="152"/>
                </a:lnTo>
                <a:lnTo>
                  <a:pt x="8" y="153"/>
                </a:lnTo>
                <a:lnTo>
                  <a:pt x="8" y="154"/>
                </a:lnTo>
                <a:lnTo>
                  <a:pt x="9" y="154"/>
                </a:lnTo>
                <a:lnTo>
                  <a:pt x="9" y="153"/>
                </a:lnTo>
                <a:lnTo>
                  <a:pt x="10" y="153"/>
                </a:lnTo>
                <a:lnTo>
                  <a:pt x="11" y="152"/>
                </a:lnTo>
                <a:lnTo>
                  <a:pt x="12" y="152"/>
                </a:lnTo>
                <a:lnTo>
                  <a:pt x="13" y="152"/>
                </a:lnTo>
                <a:lnTo>
                  <a:pt x="14" y="151"/>
                </a:lnTo>
                <a:lnTo>
                  <a:pt x="15" y="150"/>
                </a:lnTo>
                <a:lnTo>
                  <a:pt x="14" y="150"/>
                </a:lnTo>
                <a:lnTo>
                  <a:pt x="13" y="149"/>
                </a:lnTo>
                <a:lnTo>
                  <a:pt x="12" y="148"/>
                </a:lnTo>
                <a:lnTo>
                  <a:pt x="11" y="148"/>
                </a:lnTo>
                <a:lnTo>
                  <a:pt x="11" y="147"/>
                </a:lnTo>
                <a:lnTo>
                  <a:pt x="10" y="147"/>
                </a:lnTo>
                <a:lnTo>
                  <a:pt x="9" y="147"/>
                </a:lnTo>
                <a:lnTo>
                  <a:pt x="9" y="146"/>
                </a:lnTo>
                <a:lnTo>
                  <a:pt x="10" y="144"/>
                </a:lnTo>
                <a:lnTo>
                  <a:pt x="10" y="143"/>
                </a:lnTo>
                <a:lnTo>
                  <a:pt x="11" y="143"/>
                </a:lnTo>
                <a:lnTo>
                  <a:pt x="11" y="142"/>
                </a:lnTo>
                <a:lnTo>
                  <a:pt x="10" y="142"/>
                </a:lnTo>
                <a:lnTo>
                  <a:pt x="9" y="142"/>
                </a:lnTo>
                <a:lnTo>
                  <a:pt x="9" y="141"/>
                </a:lnTo>
                <a:lnTo>
                  <a:pt x="9" y="140"/>
                </a:lnTo>
                <a:lnTo>
                  <a:pt x="10" y="140"/>
                </a:lnTo>
                <a:lnTo>
                  <a:pt x="10" y="139"/>
                </a:lnTo>
                <a:lnTo>
                  <a:pt x="9" y="139"/>
                </a:lnTo>
                <a:lnTo>
                  <a:pt x="9" y="138"/>
                </a:lnTo>
                <a:lnTo>
                  <a:pt x="8" y="138"/>
                </a:lnTo>
                <a:lnTo>
                  <a:pt x="8" y="137"/>
                </a:lnTo>
                <a:lnTo>
                  <a:pt x="7" y="137"/>
                </a:lnTo>
                <a:lnTo>
                  <a:pt x="6" y="137"/>
                </a:lnTo>
                <a:lnTo>
                  <a:pt x="6" y="136"/>
                </a:lnTo>
                <a:lnTo>
                  <a:pt x="6" y="135"/>
                </a:lnTo>
                <a:lnTo>
                  <a:pt x="5" y="135"/>
                </a:lnTo>
                <a:lnTo>
                  <a:pt x="4" y="135"/>
                </a:lnTo>
                <a:lnTo>
                  <a:pt x="3" y="134"/>
                </a:lnTo>
                <a:lnTo>
                  <a:pt x="2" y="134"/>
                </a:lnTo>
                <a:lnTo>
                  <a:pt x="2" y="133"/>
                </a:lnTo>
                <a:lnTo>
                  <a:pt x="1" y="133"/>
                </a:lnTo>
                <a:lnTo>
                  <a:pt x="1" y="134"/>
                </a:lnTo>
                <a:lnTo>
                  <a:pt x="0" y="134"/>
                </a:lnTo>
                <a:lnTo>
                  <a:pt x="0" y="133"/>
                </a:lnTo>
                <a:lnTo>
                  <a:pt x="0" y="132"/>
                </a:lnTo>
                <a:lnTo>
                  <a:pt x="0" y="131"/>
                </a:lnTo>
                <a:lnTo>
                  <a:pt x="0" y="130"/>
                </a:lnTo>
                <a:lnTo>
                  <a:pt x="0" y="129"/>
                </a:lnTo>
                <a:lnTo>
                  <a:pt x="1" y="129"/>
                </a:lnTo>
                <a:lnTo>
                  <a:pt x="1" y="128"/>
                </a:lnTo>
                <a:lnTo>
                  <a:pt x="2" y="128"/>
                </a:lnTo>
                <a:lnTo>
                  <a:pt x="2" y="127"/>
                </a:lnTo>
                <a:lnTo>
                  <a:pt x="1" y="126"/>
                </a:lnTo>
                <a:lnTo>
                  <a:pt x="2" y="126"/>
                </a:lnTo>
                <a:lnTo>
                  <a:pt x="2" y="125"/>
                </a:lnTo>
                <a:lnTo>
                  <a:pt x="3" y="125"/>
                </a:lnTo>
                <a:lnTo>
                  <a:pt x="3" y="124"/>
                </a:lnTo>
                <a:lnTo>
                  <a:pt x="4" y="124"/>
                </a:lnTo>
                <a:lnTo>
                  <a:pt x="5" y="124"/>
                </a:lnTo>
                <a:lnTo>
                  <a:pt x="5" y="123"/>
                </a:lnTo>
                <a:lnTo>
                  <a:pt x="6" y="123"/>
                </a:lnTo>
                <a:lnTo>
                  <a:pt x="6" y="122"/>
                </a:lnTo>
                <a:lnTo>
                  <a:pt x="7" y="122"/>
                </a:lnTo>
                <a:lnTo>
                  <a:pt x="8" y="121"/>
                </a:lnTo>
                <a:lnTo>
                  <a:pt x="9" y="120"/>
                </a:lnTo>
                <a:lnTo>
                  <a:pt x="10" y="119"/>
                </a:lnTo>
                <a:lnTo>
                  <a:pt x="10" y="118"/>
                </a:lnTo>
                <a:lnTo>
                  <a:pt x="11" y="118"/>
                </a:lnTo>
                <a:lnTo>
                  <a:pt x="12" y="118"/>
                </a:lnTo>
                <a:lnTo>
                  <a:pt x="13" y="118"/>
                </a:lnTo>
                <a:lnTo>
                  <a:pt x="13" y="117"/>
                </a:lnTo>
                <a:lnTo>
                  <a:pt x="14" y="116"/>
                </a:lnTo>
                <a:lnTo>
                  <a:pt x="16" y="116"/>
                </a:lnTo>
                <a:lnTo>
                  <a:pt x="17" y="116"/>
                </a:lnTo>
                <a:lnTo>
                  <a:pt x="17" y="115"/>
                </a:lnTo>
                <a:lnTo>
                  <a:pt x="18" y="114"/>
                </a:lnTo>
                <a:lnTo>
                  <a:pt x="18" y="113"/>
                </a:lnTo>
                <a:lnTo>
                  <a:pt x="19" y="113"/>
                </a:lnTo>
                <a:lnTo>
                  <a:pt x="20" y="113"/>
                </a:lnTo>
                <a:lnTo>
                  <a:pt x="22" y="114"/>
                </a:lnTo>
                <a:lnTo>
                  <a:pt x="23" y="114"/>
                </a:lnTo>
                <a:lnTo>
                  <a:pt x="23" y="113"/>
                </a:lnTo>
                <a:lnTo>
                  <a:pt x="23" y="112"/>
                </a:lnTo>
                <a:lnTo>
                  <a:pt x="24" y="112"/>
                </a:lnTo>
                <a:lnTo>
                  <a:pt x="26" y="112"/>
                </a:lnTo>
                <a:lnTo>
                  <a:pt x="27" y="112"/>
                </a:lnTo>
                <a:lnTo>
                  <a:pt x="28" y="112"/>
                </a:lnTo>
                <a:lnTo>
                  <a:pt x="29" y="112"/>
                </a:lnTo>
                <a:lnTo>
                  <a:pt x="30" y="112"/>
                </a:lnTo>
                <a:lnTo>
                  <a:pt x="31" y="112"/>
                </a:lnTo>
                <a:lnTo>
                  <a:pt x="32" y="112"/>
                </a:lnTo>
                <a:lnTo>
                  <a:pt x="33" y="111"/>
                </a:lnTo>
                <a:lnTo>
                  <a:pt x="34" y="111"/>
                </a:lnTo>
                <a:lnTo>
                  <a:pt x="34" y="110"/>
                </a:lnTo>
                <a:lnTo>
                  <a:pt x="34" y="109"/>
                </a:lnTo>
                <a:lnTo>
                  <a:pt x="34" y="108"/>
                </a:lnTo>
                <a:lnTo>
                  <a:pt x="35" y="108"/>
                </a:lnTo>
                <a:lnTo>
                  <a:pt x="36" y="107"/>
                </a:lnTo>
                <a:lnTo>
                  <a:pt x="37" y="106"/>
                </a:lnTo>
                <a:lnTo>
                  <a:pt x="38" y="106"/>
                </a:lnTo>
                <a:lnTo>
                  <a:pt x="38" y="107"/>
                </a:lnTo>
                <a:lnTo>
                  <a:pt x="38" y="108"/>
                </a:lnTo>
                <a:lnTo>
                  <a:pt x="39" y="108"/>
                </a:lnTo>
                <a:lnTo>
                  <a:pt x="39" y="109"/>
                </a:lnTo>
                <a:lnTo>
                  <a:pt x="40" y="109"/>
                </a:lnTo>
                <a:lnTo>
                  <a:pt x="41" y="109"/>
                </a:lnTo>
                <a:lnTo>
                  <a:pt x="42" y="109"/>
                </a:lnTo>
                <a:lnTo>
                  <a:pt x="42" y="110"/>
                </a:lnTo>
                <a:lnTo>
                  <a:pt x="43" y="110"/>
                </a:lnTo>
                <a:lnTo>
                  <a:pt x="44" y="110"/>
                </a:lnTo>
                <a:lnTo>
                  <a:pt x="45" y="110"/>
                </a:lnTo>
                <a:lnTo>
                  <a:pt x="45" y="109"/>
                </a:lnTo>
                <a:lnTo>
                  <a:pt x="44" y="108"/>
                </a:lnTo>
                <a:lnTo>
                  <a:pt x="44" y="107"/>
                </a:lnTo>
                <a:lnTo>
                  <a:pt x="45" y="106"/>
                </a:lnTo>
                <a:lnTo>
                  <a:pt x="44" y="106"/>
                </a:lnTo>
                <a:lnTo>
                  <a:pt x="45" y="105"/>
                </a:lnTo>
                <a:lnTo>
                  <a:pt x="46" y="105"/>
                </a:lnTo>
                <a:lnTo>
                  <a:pt x="47" y="105"/>
                </a:lnTo>
                <a:lnTo>
                  <a:pt x="48" y="103"/>
                </a:lnTo>
                <a:lnTo>
                  <a:pt x="48" y="102"/>
                </a:lnTo>
                <a:lnTo>
                  <a:pt x="49" y="100"/>
                </a:lnTo>
                <a:lnTo>
                  <a:pt x="50" y="100"/>
                </a:lnTo>
                <a:lnTo>
                  <a:pt x="51" y="100"/>
                </a:lnTo>
                <a:lnTo>
                  <a:pt x="51" y="99"/>
                </a:lnTo>
                <a:lnTo>
                  <a:pt x="51" y="98"/>
                </a:lnTo>
                <a:lnTo>
                  <a:pt x="52" y="98"/>
                </a:lnTo>
                <a:lnTo>
                  <a:pt x="53" y="97"/>
                </a:lnTo>
                <a:lnTo>
                  <a:pt x="54" y="97"/>
                </a:lnTo>
                <a:lnTo>
                  <a:pt x="56" y="97"/>
                </a:lnTo>
                <a:lnTo>
                  <a:pt x="57" y="97"/>
                </a:lnTo>
                <a:lnTo>
                  <a:pt x="57" y="96"/>
                </a:lnTo>
                <a:lnTo>
                  <a:pt x="56" y="95"/>
                </a:lnTo>
                <a:lnTo>
                  <a:pt x="55" y="94"/>
                </a:lnTo>
                <a:lnTo>
                  <a:pt x="55" y="93"/>
                </a:lnTo>
                <a:lnTo>
                  <a:pt x="54" y="92"/>
                </a:lnTo>
                <a:lnTo>
                  <a:pt x="54" y="91"/>
                </a:lnTo>
                <a:lnTo>
                  <a:pt x="54" y="90"/>
                </a:lnTo>
                <a:lnTo>
                  <a:pt x="53" y="89"/>
                </a:lnTo>
                <a:lnTo>
                  <a:pt x="52" y="89"/>
                </a:lnTo>
                <a:lnTo>
                  <a:pt x="52" y="87"/>
                </a:lnTo>
                <a:lnTo>
                  <a:pt x="52" y="86"/>
                </a:lnTo>
                <a:lnTo>
                  <a:pt x="52" y="85"/>
                </a:lnTo>
                <a:lnTo>
                  <a:pt x="51" y="85"/>
                </a:lnTo>
                <a:lnTo>
                  <a:pt x="50" y="85"/>
                </a:lnTo>
                <a:lnTo>
                  <a:pt x="49" y="85"/>
                </a:lnTo>
                <a:lnTo>
                  <a:pt x="47" y="85"/>
                </a:lnTo>
                <a:lnTo>
                  <a:pt x="46" y="85"/>
                </a:lnTo>
                <a:lnTo>
                  <a:pt x="45" y="84"/>
                </a:lnTo>
                <a:lnTo>
                  <a:pt x="46" y="84"/>
                </a:lnTo>
                <a:lnTo>
                  <a:pt x="46" y="83"/>
                </a:lnTo>
                <a:lnTo>
                  <a:pt x="45" y="83"/>
                </a:lnTo>
                <a:lnTo>
                  <a:pt x="44" y="83"/>
                </a:lnTo>
                <a:lnTo>
                  <a:pt x="43" y="83"/>
                </a:lnTo>
                <a:lnTo>
                  <a:pt x="43" y="82"/>
                </a:lnTo>
                <a:lnTo>
                  <a:pt x="43" y="81"/>
                </a:lnTo>
                <a:lnTo>
                  <a:pt x="39" y="77"/>
                </a:lnTo>
                <a:lnTo>
                  <a:pt x="37" y="75"/>
                </a:lnTo>
                <a:lnTo>
                  <a:pt x="36" y="75"/>
                </a:lnTo>
                <a:lnTo>
                  <a:pt x="36" y="74"/>
                </a:lnTo>
                <a:lnTo>
                  <a:pt x="36" y="73"/>
                </a:lnTo>
                <a:lnTo>
                  <a:pt x="36" y="72"/>
                </a:lnTo>
                <a:lnTo>
                  <a:pt x="36" y="71"/>
                </a:lnTo>
                <a:lnTo>
                  <a:pt x="37" y="69"/>
                </a:lnTo>
                <a:lnTo>
                  <a:pt x="36" y="68"/>
                </a:lnTo>
                <a:lnTo>
                  <a:pt x="35" y="68"/>
                </a:lnTo>
                <a:lnTo>
                  <a:pt x="33" y="68"/>
                </a:lnTo>
                <a:lnTo>
                  <a:pt x="32" y="67"/>
                </a:lnTo>
                <a:lnTo>
                  <a:pt x="33" y="67"/>
                </a:lnTo>
                <a:lnTo>
                  <a:pt x="33" y="66"/>
                </a:lnTo>
                <a:lnTo>
                  <a:pt x="34" y="65"/>
                </a:lnTo>
                <a:lnTo>
                  <a:pt x="34" y="64"/>
                </a:lnTo>
                <a:lnTo>
                  <a:pt x="35" y="63"/>
                </a:lnTo>
                <a:lnTo>
                  <a:pt x="36" y="62"/>
                </a:lnTo>
                <a:lnTo>
                  <a:pt x="37" y="61"/>
                </a:lnTo>
                <a:lnTo>
                  <a:pt x="38" y="61"/>
                </a:lnTo>
                <a:lnTo>
                  <a:pt x="39" y="61"/>
                </a:lnTo>
                <a:lnTo>
                  <a:pt x="41" y="61"/>
                </a:lnTo>
                <a:lnTo>
                  <a:pt x="41" y="60"/>
                </a:lnTo>
                <a:lnTo>
                  <a:pt x="42" y="58"/>
                </a:lnTo>
                <a:lnTo>
                  <a:pt x="42" y="57"/>
                </a:lnTo>
                <a:lnTo>
                  <a:pt x="43" y="57"/>
                </a:lnTo>
                <a:lnTo>
                  <a:pt x="44" y="57"/>
                </a:lnTo>
                <a:lnTo>
                  <a:pt x="45" y="57"/>
                </a:lnTo>
                <a:lnTo>
                  <a:pt x="46" y="57"/>
                </a:lnTo>
                <a:lnTo>
                  <a:pt x="48" y="57"/>
                </a:lnTo>
                <a:lnTo>
                  <a:pt x="48" y="56"/>
                </a:lnTo>
                <a:lnTo>
                  <a:pt x="49" y="56"/>
                </a:lnTo>
                <a:lnTo>
                  <a:pt x="49" y="55"/>
                </a:lnTo>
                <a:lnTo>
                  <a:pt x="50" y="54"/>
                </a:lnTo>
                <a:lnTo>
                  <a:pt x="51" y="54"/>
                </a:lnTo>
                <a:lnTo>
                  <a:pt x="52" y="54"/>
                </a:lnTo>
                <a:lnTo>
                  <a:pt x="53" y="54"/>
                </a:lnTo>
                <a:lnTo>
                  <a:pt x="56" y="55"/>
                </a:lnTo>
                <a:lnTo>
                  <a:pt x="57" y="55"/>
                </a:lnTo>
                <a:lnTo>
                  <a:pt x="57" y="56"/>
                </a:lnTo>
                <a:lnTo>
                  <a:pt x="58" y="56"/>
                </a:lnTo>
                <a:lnTo>
                  <a:pt x="58" y="57"/>
                </a:lnTo>
                <a:lnTo>
                  <a:pt x="58" y="58"/>
                </a:lnTo>
                <a:lnTo>
                  <a:pt x="58" y="59"/>
                </a:lnTo>
                <a:lnTo>
                  <a:pt x="59" y="59"/>
                </a:lnTo>
                <a:lnTo>
                  <a:pt x="60" y="58"/>
                </a:lnTo>
                <a:lnTo>
                  <a:pt x="61" y="57"/>
                </a:lnTo>
                <a:lnTo>
                  <a:pt x="62" y="57"/>
                </a:lnTo>
                <a:lnTo>
                  <a:pt x="62" y="56"/>
                </a:lnTo>
                <a:lnTo>
                  <a:pt x="63" y="55"/>
                </a:lnTo>
                <a:lnTo>
                  <a:pt x="63" y="56"/>
                </a:lnTo>
                <a:lnTo>
                  <a:pt x="64" y="56"/>
                </a:lnTo>
                <a:lnTo>
                  <a:pt x="65" y="56"/>
                </a:lnTo>
                <a:lnTo>
                  <a:pt x="66" y="55"/>
                </a:lnTo>
                <a:lnTo>
                  <a:pt x="67" y="55"/>
                </a:lnTo>
                <a:lnTo>
                  <a:pt x="68" y="54"/>
                </a:lnTo>
                <a:lnTo>
                  <a:pt x="69" y="54"/>
                </a:lnTo>
                <a:lnTo>
                  <a:pt x="70" y="53"/>
                </a:lnTo>
                <a:lnTo>
                  <a:pt x="71" y="52"/>
                </a:lnTo>
                <a:lnTo>
                  <a:pt x="71" y="53"/>
                </a:lnTo>
                <a:lnTo>
                  <a:pt x="72" y="53"/>
                </a:lnTo>
                <a:lnTo>
                  <a:pt x="73" y="53"/>
                </a:lnTo>
                <a:lnTo>
                  <a:pt x="73" y="52"/>
                </a:lnTo>
                <a:lnTo>
                  <a:pt x="72" y="52"/>
                </a:lnTo>
                <a:lnTo>
                  <a:pt x="72" y="51"/>
                </a:lnTo>
                <a:lnTo>
                  <a:pt x="72" y="50"/>
                </a:lnTo>
                <a:lnTo>
                  <a:pt x="73" y="50"/>
                </a:lnTo>
                <a:lnTo>
                  <a:pt x="74" y="49"/>
                </a:lnTo>
                <a:lnTo>
                  <a:pt x="74" y="48"/>
                </a:lnTo>
                <a:lnTo>
                  <a:pt x="75" y="48"/>
                </a:lnTo>
                <a:lnTo>
                  <a:pt x="76" y="49"/>
                </a:lnTo>
                <a:lnTo>
                  <a:pt x="78" y="49"/>
                </a:lnTo>
                <a:lnTo>
                  <a:pt x="78" y="48"/>
                </a:lnTo>
                <a:lnTo>
                  <a:pt x="78" y="46"/>
                </a:lnTo>
                <a:lnTo>
                  <a:pt x="78" y="45"/>
                </a:lnTo>
                <a:lnTo>
                  <a:pt x="79" y="44"/>
                </a:lnTo>
                <a:lnTo>
                  <a:pt x="79" y="43"/>
                </a:lnTo>
                <a:lnTo>
                  <a:pt x="80" y="41"/>
                </a:lnTo>
                <a:lnTo>
                  <a:pt x="81" y="41"/>
                </a:lnTo>
                <a:lnTo>
                  <a:pt x="82" y="40"/>
                </a:lnTo>
                <a:lnTo>
                  <a:pt x="83" y="39"/>
                </a:lnTo>
                <a:lnTo>
                  <a:pt x="83" y="38"/>
                </a:lnTo>
                <a:lnTo>
                  <a:pt x="84" y="38"/>
                </a:lnTo>
                <a:lnTo>
                  <a:pt x="84" y="37"/>
                </a:lnTo>
                <a:lnTo>
                  <a:pt x="84" y="36"/>
                </a:lnTo>
                <a:lnTo>
                  <a:pt x="85" y="36"/>
                </a:lnTo>
                <a:lnTo>
                  <a:pt x="85" y="34"/>
                </a:lnTo>
                <a:lnTo>
                  <a:pt x="86" y="33"/>
                </a:lnTo>
                <a:lnTo>
                  <a:pt x="87" y="33"/>
                </a:lnTo>
                <a:lnTo>
                  <a:pt x="87" y="34"/>
                </a:lnTo>
                <a:lnTo>
                  <a:pt x="88" y="35"/>
                </a:lnTo>
                <a:lnTo>
                  <a:pt x="89" y="35"/>
                </a:lnTo>
                <a:lnTo>
                  <a:pt x="89" y="36"/>
                </a:lnTo>
                <a:lnTo>
                  <a:pt x="90" y="37"/>
                </a:lnTo>
                <a:lnTo>
                  <a:pt x="90" y="36"/>
                </a:lnTo>
                <a:lnTo>
                  <a:pt x="91" y="36"/>
                </a:lnTo>
                <a:lnTo>
                  <a:pt x="91" y="37"/>
                </a:lnTo>
                <a:lnTo>
                  <a:pt x="92" y="37"/>
                </a:lnTo>
                <a:lnTo>
                  <a:pt x="93" y="38"/>
                </a:lnTo>
                <a:lnTo>
                  <a:pt x="93" y="37"/>
                </a:lnTo>
                <a:lnTo>
                  <a:pt x="93" y="36"/>
                </a:lnTo>
                <a:lnTo>
                  <a:pt x="94" y="35"/>
                </a:lnTo>
                <a:lnTo>
                  <a:pt x="95" y="35"/>
                </a:lnTo>
                <a:lnTo>
                  <a:pt x="96" y="35"/>
                </a:lnTo>
                <a:lnTo>
                  <a:pt x="97" y="35"/>
                </a:lnTo>
                <a:lnTo>
                  <a:pt x="97" y="36"/>
                </a:lnTo>
                <a:lnTo>
                  <a:pt x="98" y="36"/>
                </a:lnTo>
                <a:lnTo>
                  <a:pt x="100" y="35"/>
                </a:lnTo>
                <a:lnTo>
                  <a:pt x="101" y="35"/>
                </a:lnTo>
                <a:lnTo>
                  <a:pt x="103" y="34"/>
                </a:lnTo>
                <a:lnTo>
                  <a:pt x="104" y="35"/>
                </a:lnTo>
                <a:lnTo>
                  <a:pt x="104" y="36"/>
                </a:lnTo>
                <a:lnTo>
                  <a:pt x="105" y="36"/>
                </a:lnTo>
                <a:lnTo>
                  <a:pt x="106" y="36"/>
                </a:lnTo>
                <a:lnTo>
                  <a:pt x="107" y="36"/>
                </a:lnTo>
                <a:lnTo>
                  <a:pt x="108" y="36"/>
                </a:lnTo>
                <a:lnTo>
                  <a:pt x="109" y="36"/>
                </a:lnTo>
                <a:lnTo>
                  <a:pt x="109" y="35"/>
                </a:lnTo>
                <a:lnTo>
                  <a:pt x="109" y="34"/>
                </a:lnTo>
                <a:lnTo>
                  <a:pt x="109" y="33"/>
                </a:lnTo>
                <a:lnTo>
                  <a:pt x="108" y="32"/>
                </a:lnTo>
                <a:lnTo>
                  <a:pt x="107" y="31"/>
                </a:lnTo>
                <a:lnTo>
                  <a:pt x="106" y="30"/>
                </a:lnTo>
                <a:lnTo>
                  <a:pt x="105" y="28"/>
                </a:lnTo>
                <a:lnTo>
                  <a:pt x="103" y="28"/>
                </a:lnTo>
                <a:lnTo>
                  <a:pt x="103" y="27"/>
                </a:lnTo>
                <a:lnTo>
                  <a:pt x="103" y="26"/>
                </a:lnTo>
                <a:lnTo>
                  <a:pt x="102" y="25"/>
                </a:lnTo>
                <a:lnTo>
                  <a:pt x="101" y="24"/>
                </a:lnTo>
                <a:lnTo>
                  <a:pt x="100" y="23"/>
                </a:lnTo>
                <a:lnTo>
                  <a:pt x="99" y="22"/>
                </a:lnTo>
                <a:lnTo>
                  <a:pt x="98" y="21"/>
                </a:lnTo>
                <a:lnTo>
                  <a:pt x="95" y="19"/>
                </a:lnTo>
                <a:lnTo>
                  <a:pt x="95" y="18"/>
                </a:lnTo>
                <a:lnTo>
                  <a:pt x="95" y="17"/>
                </a:lnTo>
                <a:lnTo>
                  <a:pt x="96" y="16"/>
                </a:lnTo>
                <a:lnTo>
                  <a:pt x="96" y="15"/>
                </a:lnTo>
                <a:lnTo>
                  <a:pt x="97" y="15"/>
                </a:lnTo>
                <a:lnTo>
                  <a:pt x="98" y="15"/>
                </a:lnTo>
                <a:lnTo>
                  <a:pt x="98" y="14"/>
                </a:lnTo>
                <a:lnTo>
                  <a:pt x="99" y="14"/>
                </a:lnTo>
                <a:lnTo>
                  <a:pt x="100" y="14"/>
                </a:lnTo>
                <a:lnTo>
                  <a:pt x="100" y="15"/>
                </a:lnTo>
                <a:lnTo>
                  <a:pt x="100" y="16"/>
                </a:lnTo>
                <a:lnTo>
                  <a:pt x="101" y="16"/>
                </a:lnTo>
                <a:lnTo>
                  <a:pt x="101" y="17"/>
                </a:lnTo>
                <a:lnTo>
                  <a:pt x="102" y="19"/>
                </a:lnTo>
                <a:lnTo>
                  <a:pt x="104" y="19"/>
                </a:lnTo>
                <a:lnTo>
                  <a:pt x="105" y="19"/>
                </a:lnTo>
                <a:lnTo>
                  <a:pt x="106" y="19"/>
                </a:lnTo>
                <a:lnTo>
                  <a:pt x="107" y="19"/>
                </a:lnTo>
                <a:lnTo>
                  <a:pt x="108" y="19"/>
                </a:lnTo>
                <a:lnTo>
                  <a:pt x="109" y="19"/>
                </a:lnTo>
                <a:lnTo>
                  <a:pt x="109" y="20"/>
                </a:lnTo>
                <a:lnTo>
                  <a:pt x="110" y="20"/>
                </a:lnTo>
                <a:lnTo>
                  <a:pt x="110" y="19"/>
                </a:lnTo>
                <a:lnTo>
                  <a:pt x="110" y="17"/>
                </a:lnTo>
                <a:lnTo>
                  <a:pt x="110" y="16"/>
                </a:lnTo>
                <a:lnTo>
                  <a:pt x="109" y="15"/>
                </a:lnTo>
                <a:lnTo>
                  <a:pt x="108" y="13"/>
                </a:lnTo>
                <a:lnTo>
                  <a:pt x="108" y="12"/>
                </a:lnTo>
                <a:lnTo>
                  <a:pt x="108" y="11"/>
                </a:lnTo>
                <a:lnTo>
                  <a:pt x="108" y="10"/>
                </a:lnTo>
                <a:lnTo>
                  <a:pt x="109" y="9"/>
                </a:lnTo>
                <a:lnTo>
                  <a:pt x="110" y="10"/>
                </a:lnTo>
                <a:lnTo>
                  <a:pt x="112" y="10"/>
                </a:lnTo>
                <a:lnTo>
                  <a:pt x="113" y="10"/>
                </a:lnTo>
                <a:lnTo>
                  <a:pt x="114" y="10"/>
                </a:lnTo>
                <a:lnTo>
                  <a:pt x="115" y="10"/>
                </a:lnTo>
                <a:lnTo>
                  <a:pt x="116" y="9"/>
                </a:lnTo>
                <a:lnTo>
                  <a:pt x="118" y="9"/>
                </a:lnTo>
                <a:lnTo>
                  <a:pt x="119" y="9"/>
                </a:lnTo>
                <a:lnTo>
                  <a:pt x="119" y="8"/>
                </a:lnTo>
                <a:lnTo>
                  <a:pt x="120" y="8"/>
                </a:lnTo>
                <a:lnTo>
                  <a:pt x="121" y="9"/>
                </a:lnTo>
                <a:lnTo>
                  <a:pt x="121" y="10"/>
                </a:lnTo>
                <a:lnTo>
                  <a:pt x="122" y="10"/>
                </a:lnTo>
                <a:lnTo>
                  <a:pt x="123" y="10"/>
                </a:lnTo>
                <a:lnTo>
                  <a:pt x="124" y="10"/>
                </a:lnTo>
                <a:lnTo>
                  <a:pt x="125" y="9"/>
                </a:lnTo>
                <a:lnTo>
                  <a:pt x="125" y="8"/>
                </a:lnTo>
                <a:lnTo>
                  <a:pt x="125" y="7"/>
                </a:lnTo>
                <a:lnTo>
                  <a:pt x="125" y="6"/>
                </a:lnTo>
                <a:lnTo>
                  <a:pt x="126" y="5"/>
                </a:lnTo>
                <a:lnTo>
                  <a:pt x="126" y="4"/>
                </a:lnTo>
                <a:lnTo>
                  <a:pt x="125" y="3"/>
                </a:lnTo>
                <a:lnTo>
                  <a:pt x="125" y="2"/>
                </a:lnTo>
                <a:lnTo>
                  <a:pt x="125" y="1"/>
                </a:lnTo>
                <a:lnTo>
                  <a:pt x="127" y="0"/>
                </a:lnTo>
                <a:lnTo>
                  <a:pt x="128" y="0"/>
                </a:lnTo>
                <a:lnTo>
                  <a:pt x="129" y="0"/>
                </a:lnTo>
                <a:lnTo>
                  <a:pt x="129" y="1"/>
                </a:lnTo>
                <a:lnTo>
                  <a:pt x="130" y="1"/>
                </a:lnTo>
                <a:lnTo>
                  <a:pt x="131" y="2"/>
                </a:lnTo>
                <a:lnTo>
                  <a:pt x="132" y="2"/>
                </a:lnTo>
                <a:close/>
              </a:path>
            </a:pathLst>
          </a:custGeom>
          <a:solidFill>
            <a:srgbClr val="E4F4F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1" name=""/>
          <p:cNvSpPr/>
          <p:nvPr/>
        </p:nvSpPr>
        <p:spPr>
          <a:xfrm>
            <a:off x="6486480" y="1586160"/>
            <a:ext cx="186120" cy="174240"/>
          </a:xfrm>
          <a:custGeom>
            <a:avLst/>
            <a:gdLst/>
            <a:ahLst/>
            <a:rect l="0" t="0" r="r" b="b"/>
            <a:pathLst>
              <a:path w="517" h="484">
                <a:moveTo>
                  <a:pt x="342" y="3"/>
                </a:moveTo>
                <a:lnTo>
                  <a:pt x="343" y="3"/>
                </a:lnTo>
                <a:lnTo>
                  <a:pt x="343" y="4"/>
                </a:lnTo>
                <a:lnTo>
                  <a:pt x="344" y="4"/>
                </a:lnTo>
                <a:lnTo>
                  <a:pt x="344" y="3"/>
                </a:lnTo>
                <a:lnTo>
                  <a:pt x="345" y="4"/>
                </a:lnTo>
                <a:lnTo>
                  <a:pt x="346" y="4"/>
                </a:lnTo>
                <a:lnTo>
                  <a:pt x="347" y="4"/>
                </a:lnTo>
                <a:lnTo>
                  <a:pt x="348" y="4"/>
                </a:lnTo>
                <a:lnTo>
                  <a:pt x="348" y="5"/>
                </a:lnTo>
                <a:lnTo>
                  <a:pt x="348" y="6"/>
                </a:lnTo>
                <a:lnTo>
                  <a:pt x="349" y="6"/>
                </a:lnTo>
                <a:lnTo>
                  <a:pt x="350" y="6"/>
                </a:lnTo>
                <a:lnTo>
                  <a:pt x="351" y="7"/>
                </a:lnTo>
                <a:lnTo>
                  <a:pt x="351" y="8"/>
                </a:lnTo>
                <a:lnTo>
                  <a:pt x="352" y="8"/>
                </a:lnTo>
                <a:lnTo>
                  <a:pt x="352" y="9"/>
                </a:lnTo>
                <a:lnTo>
                  <a:pt x="353" y="9"/>
                </a:lnTo>
                <a:lnTo>
                  <a:pt x="354" y="9"/>
                </a:lnTo>
                <a:lnTo>
                  <a:pt x="354" y="10"/>
                </a:lnTo>
                <a:lnTo>
                  <a:pt x="354" y="11"/>
                </a:lnTo>
                <a:lnTo>
                  <a:pt x="355" y="11"/>
                </a:lnTo>
                <a:lnTo>
                  <a:pt x="356" y="11"/>
                </a:lnTo>
                <a:lnTo>
                  <a:pt x="356" y="12"/>
                </a:lnTo>
                <a:lnTo>
                  <a:pt x="357" y="12"/>
                </a:lnTo>
                <a:lnTo>
                  <a:pt x="359" y="12"/>
                </a:lnTo>
                <a:lnTo>
                  <a:pt x="361" y="12"/>
                </a:lnTo>
                <a:lnTo>
                  <a:pt x="362" y="12"/>
                </a:lnTo>
                <a:lnTo>
                  <a:pt x="363" y="12"/>
                </a:lnTo>
                <a:lnTo>
                  <a:pt x="364" y="12"/>
                </a:lnTo>
                <a:lnTo>
                  <a:pt x="364" y="13"/>
                </a:lnTo>
                <a:lnTo>
                  <a:pt x="365" y="13"/>
                </a:lnTo>
                <a:lnTo>
                  <a:pt x="365" y="14"/>
                </a:lnTo>
                <a:lnTo>
                  <a:pt x="365" y="15"/>
                </a:lnTo>
                <a:lnTo>
                  <a:pt x="365" y="16"/>
                </a:lnTo>
                <a:lnTo>
                  <a:pt x="366" y="16"/>
                </a:lnTo>
                <a:lnTo>
                  <a:pt x="366" y="17"/>
                </a:lnTo>
                <a:lnTo>
                  <a:pt x="367" y="17"/>
                </a:lnTo>
                <a:lnTo>
                  <a:pt x="367" y="18"/>
                </a:lnTo>
                <a:lnTo>
                  <a:pt x="368" y="18"/>
                </a:lnTo>
                <a:lnTo>
                  <a:pt x="369" y="19"/>
                </a:lnTo>
                <a:lnTo>
                  <a:pt x="370" y="19"/>
                </a:lnTo>
                <a:lnTo>
                  <a:pt x="371" y="19"/>
                </a:lnTo>
                <a:lnTo>
                  <a:pt x="372" y="19"/>
                </a:lnTo>
                <a:lnTo>
                  <a:pt x="373" y="20"/>
                </a:lnTo>
                <a:lnTo>
                  <a:pt x="374" y="20"/>
                </a:lnTo>
                <a:lnTo>
                  <a:pt x="375" y="21"/>
                </a:lnTo>
                <a:lnTo>
                  <a:pt x="375" y="22"/>
                </a:lnTo>
                <a:lnTo>
                  <a:pt x="376" y="22"/>
                </a:lnTo>
                <a:lnTo>
                  <a:pt x="376" y="23"/>
                </a:lnTo>
                <a:lnTo>
                  <a:pt x="377" y="23"/>
                </a:lnTo>
                <a:lnTo>
                  <a:pt x="377" y="24"/>
                </a:lnTo>
                <a:lnTo>
                  <a:pt x="378" y="25"/>
                </a:lnTo>
                <a:lnTo>
                  <a:pt x="379" y="25"/>
                </a:lnTo>
                <a:lnTo>
                  <a:pt x="379" y="26"/>
                </a:lnTo>
                <a:lnTo>
                  <a:pt x="380" y="26"/>
                </a:lnTo>
                <a:lnTo>
                  <a:pt x="381" y="26"/>
                </a:lnTo>
                <a:lnTo>
                  <a:pt x="382" y="26"/>
                </a:lnTo>
                <a:lnTo>
                  <a:pt x="384" y="26"/>
                </a:lnTo>
                <a:lnTo>
                  <a:pt x="386" y="27"/>
                </a:lnTo>
                <a:lnTo>
                  <a:pt x="387" y="27"/>
                </a:lnTo>
                <a:lnTo>
                  <a:pt x="389" y="27"/>
                </a:lnTo>
                <a:lnTo>
                  <a:pt x="390" y="27"/>
                </a:lnTo>
                <a:lnTo>
                  <a:pt x="391" y="28"/>
                </a:lnTo>
                <a:lnTo>
                  <a:pt x="392" y="28"/>
                </a:lnTo>
                <a:lnTo>
                  <a:pt x="393" y="28"/>
                </a:lnTo>
                <a:lnTo>
                  <a:pt x="393" y="29"/>
                </a:lnTo>
                <a:lnTo>
                  <a:pt x="394" y="29"/>
                </a:lnTo>
                <a:lnTo>
                  <a:pt x="395" y="29"/>
                </a:lnTo>
                <a:lnTo>
                  <a:pt x="395" y="30"/>
                </a:lnTo>
                <a:lnTo>
                  <a:pt x="396" y="30"/>
                </a:lnTo>
                <a:lnTo>
                  <a:pt x="396" y="31"/>
                </a:lnTo>
                <a:lnTo>
                  <a:pt x="397" y="31"/>
                </a:lnTo>
                <a:lnTo>
                  <a:pt x="397" y="32"/>
                </a:lnTo>
                <a:lnTo>
                  <a:pt x="398" y="32"/>
                </a:lnTo>
                <a:lnTo>
                  <a:pt x="399" y="32"/>
                </a:lnTo>
                <a:lnTo>
                  <a:pt x="399" y="33"/>
                </a:lnTo>
                <a:lnTo>
                  <a:pt x="400" y="33"/>
                </a:lnTo>
                <a:lnTo>
                  <a:pt x="401" y="35"/>
                </a:lnTo>
                <a:lnTo>
                  <a:pt x="402" y="35"/>
                </a:lnTo>
                <a:lnTo>
                  <a:pt x="403" y="36"/>
                </a:lnTo>
                <a:lnTo>
                  <a:pt x="403" y="37"/>
                </a:lnTo>
                <a:lnTo>
                  <a:pt x="404" y="37"/>
                </a:lnTo>
                <a:lnTo>
                  <a:pt x="404" y="38"/>
                </a:lnTo>
                <a:lnTo>
                  <a:pt x="405" y="38"/>
                </a:lnTo>
                <a:lnTo>
                  <a:pt x="407" y="39"/>
                </a:lnTo>
                <a:lnTo>
                  <a:pt x="408" y="39"/>
                </a:lnTo>
                <a:lnTo>
                  <a:pt x="409" y="39"/>
                </a:lnTo>
                <a:lnTo>
                  <a:pt x="409" y="40"/>
                </a:lnTo>
                <a:lnTo>
                  <a:pt x="410" y="41"/>
                </a:lnTo>
                <a:lnTo>
                  <a:pt x="411" y="42"/>
                </a:lnTo>
                <a:lnTo>
                  <a:pt x="411" y="43"/>
                </a:lnTo>
                <a:lnTo>
                  <a:pt x="412" y="43"/>
                </a:lnTo>
                <a:lnTo>
                  <a:pt x="412" y="44"/>
                </a:lnTo>
                <a:lnTo>
                  <a:pt x="411" y="45"/>
                </a:lnTo>
                <a:lnTo>
                  <a:pt x="411" y="46"/>
                </a:lnTo>
                <a:lnTo>
                  <a:pt x="412" y="46"/>
                </a:lnTo>
                <a:lnTo>
                  <a:pt x="413" y="46"/>
                </a:lnTo>
                <a:lnTo>
                  <a:pt x="414" y="47"/>
                </a:lnTo>
                <a:lnTo>
                  <a:pt x="415" y="47"/>
                </a:lnTo>
                <a:lnTo>
                  <a:pt x="416" y="47"/>
                </a:lnTo>
                <a:lnTo>
                  <a:pt x="417" y="47"/>
                </a:lnTo>
                <a:lnTo>
                  <a:pt x="418" y="48"/>
                </a:lnTo>
                <a:lnTo>
                  <a:pt x="419" y="48"/>
                </a:lnTo>
                <a:lnTo>
                  <a:pt x="420" y="49"/>
                </a:lnTo>
                <a:lnTo>
                  <a:pt x="420" y="50"/>
                </a:lnTo>
                <a:lnTo>
                  <a:pt x="420" y="51"/>
                </a:lnTo>
                <a:lnTo>
                  <a:pt x="419" y="52"/>
                </a:lnTo>
                <a:lnTo>
                  <a:pt x="418" y="52"/>
                </a:lnTo>
                <a:lnTo>
                  <a:pt x="418" y="53"/>
                </a:lnTo>
                <a:lnTo>
                  <a:pt x="418" y="54"/>
                </a:lnTo>
                <a:lnTo>
                  <a:pt x="419" y="54"/>
                </a:lnTo>
                <a:lnTo>
                  <a:pt x="420" y="54"/>
                </a:lnTo>
                <a:lnTo>
                  <a:pt x="419" y="54"/>
                </a:lnTo>
                <a:lnTo>
                  <a:pt x="420" y="55"/>
                </a:lnTo>
                <a:lnTo>
                  <a:pt x="421" y="56"/>
                </a:lnTo>
                <a:lnTo>
                  <a:pt x="420" y="57"/>
                </a:lnTo>
                <a:lnTo>
                  <a:pt x="420" y="58"/>
                </a:lnTo>
                <a:lnTo>
                  <a:pt x="421" y="58"/>
                </a:lnTo>
                <a:lnTo>
                  <a:pt x="421" y="59"/>
                </a:lnTo>
                <a:lnTo>
                  <a:pt x="422" y="59"/>
                </a:lnTo>
                <a:lnTo>
                  <a:pt x="423" y="59"/>
                </a:lnTo>
                <a:lnTo>
                  <a:pt x="424" y="59"/>
                </a:lnTo>
                <a:lnTo>
                  <a:pt x="425" y="59"/>
                </a:lnTo>
                <a:lnTo>
                  <a:pt x="429" y="59"/>
                </a:lnTo>
                <a:lnTo>
                  <a:pt x="430" y="60"/>
                </a:lnTo>
                <a:lnTo>
                  <a:pt x="431" y="60"/>
                </a:lnTo>
                <a:lnTo>
                  <a:pt x="432" y="60"/>
                </a:lnTo>
                <a:lnTo>
                  <a:pt x="434" y="60"/>
                </a:lnTo>
                <a:lnTo>
                  <a:pt x="434" y="59"/>
                </a:lnTo>
                <a:lnTo>
                  <a:pt x="435" y="59"/>
                </a:lnTo>
                <a:lnTo>
                  <a:pt x="435" y="58"/>
                </a:lnTo>
                <a:lnTo>
                  <a:pt x="437" y="58"/>
                </a:lnTo>
                <a:lnTo>
                  <a:pt x="438" y="58"/>
                </a:lnTo>
                <a:lnTo>
                  <a:pt x="439" y="58"/>
                </a:lnTo>
                <a:lnTo>
                  <a:pt x="439" y="59"/>
                </a:lnTo>
                <a:lnTo>
                  <a:pt x="440" y="59"/>
                </a:lnTo>
                <a:lnTo>
                  <a:pt x="441" y="59"/>
                </a:lnTo>
                <a:lnTo>
                  <a:pt x="441" y="58"/>
                </a:lnTo>
                <a:lnTo>
                  <a:pt x="442" y="58"/>
                </a:lnTo>
                <a:lnTo>
                  <a:pt x="443" y="58"/>
                </a:lnTo>
                <a:lnTo>
                  <a:pt x="444" y="58"/>
                </a:lnTo>
                <a:lnTo>
                  <a:pt x="445" y="58"/>
                </a:lnTo>
                <a:lnTo>
                  <a:pt x="446" y="58"/>
                </a:lnTo>
                <a:lnTo>
                  <a:pt x="447" y="58"/>
                </a:lnTo>
                <a:lnTo>
                  <a:pt x="449" y="57"/>
                </a:lnTo>
                <a:lnTo>
                  <a:pt x="449" y="58"/>
                </a:lnTo>
                <a:lnTo>
                  <a:pt x="450" y="57"/>
                </a:lnTo>
                <a:lnTo>
                  <a:pt x="451" y="57"/>
                </a:lnTo>
                <a:lnTo>
                  <a:pt x="452" y="57"/>
                </a:lnTo>
                <a:lnTo>
                  <a:pt x="453" y="58"/>
                </a:lnTo>
                <a:lnTo>
                  <a:pt x="454" y="58"/>
                </a:lnTo>
                <a:lnTo>
                  <a:pt x="454" y="59"/>
                </a:lnTo>
                <a:lnTo>
                  <a:pt x="455" y="59"/>
                </a:lnTo>
                <a:lnTo>
                  <a:pt x="456" y="59"/>
                </a:lnTo>
                <a:lnTo>
                  <a:pt x="457" y="59"/>
                </a:lnTo>
                <a:lnTo>
                  <a:pt x="459" y="58"/>
                </a:lnTo>
                <a:lnTo>
                  <a:pt x="460" y="58"/>
                </a:lnTo>
                <a:lnTo>
                  <a:pt x="461" y="59"/>
                </a:lnTo>
                <a:lnTo>
                  <a:pt x="461" y="58"/>
                </a:lnTo>
                <a:lnTo>
                  <a:pt x="462" y="58"/>
                </a:lnTo>
                <a:lnTo>
                  <a:pt x="463" y="58"/>
                </a:lnTo>
                <a:lnTo>
                  <a:pt x="464" y="58"/>
                </a:lnTo>
                <a:lnTo>
                  <a:pt x="464" y="59"/>
                </a:lnTo>
                <a:lnTo>
                  <a:pt x="464" y="60"/>
                </a:lnTo>
                <a:lnTo>
                  <a:pt x="465" y="60"/>
                </a:lnTo>
                <a:lnTo>
                  <a:pt x="466" y="61"/>
                </a:lnTo>
                <a:lnTo>
                  <a:pt x="468" y="61"/>
                </a:lnTo>
                <a:lnTo>
                  <a:pt x="468" y="62"/>
                </a:lnTo>
                <a:lnTo>
                  <a:pt x="468" y="64"/>
                </a:lnTo>
                <a:lnTo>
                  <a:pt x="469" y="65"/>
                </a:lnTo>
                <a:lnTo>
                  <a:pt x="469" y="66"/>
                </a:lnTo>
                <a:lnTo>
                  <a:pt x="469" y="67"/>
                </a:lnTo>
                <a:lnTo>
                  <a:pt x="469" y="68"/>
                </a:lnTo>
                <a:lnTo>
                  <a:pt x="469" y="69"/>
                </a:lnTo>
                <a:lnTo>
                  <a:pt x="469" y="70"/>
                </a:lnTo>
                <a:lnTo>
                  <a:pt x="470" y="70"/>
                </a:lnTo>
                <a:lnTo>
                  <a:pt x="470" y="71"/>
                </a:lnTo>
                <a:lnTo>
                  <a:pt x="471" y="71"/>
                </a:lnTo>
                <a:lnTo>
                  <a:pt x="471" y="72"/>
                </a:lnTo>
                <a:lnTo>
                  <a:pt x="471" y="71"/>
                </a:lnTo>
                <a:lnTo>
                  <a:pt x="471" y="72"/>
                </a:lnTo>
                <a:lnTo>
                  <a:pt x="470" y="72"/>
                </a:lnTo>
                <a:lnTo>
                  <a:pt x="469" y="73"/>
                </a:lnTo>
                <a:lnTo>
                  <a:pt x="469" y="74"/>
                </a:lnTo>
                <a:lnTo>
                  <a:pt x="470" y="74"/>
                </a:lnTo>
                <a:lnTo>
                  <a:pt x="470" y="75"/>
                </a:lnTo>
                <a:lnTo>
                  <a:pt x="469" y="75"/>
                </a:lnTo>
                <a:lnTo>
                  <a:pt x="468" y="75"/>
                </a:lnTo>
                <a:lnTo>
                  <a:pt x="467" y="76"/>
                </a:lnTo>
                <a:lnTo>
                  <a:pt x="467" y="77"/>
                </a:lnTo>
                <a:lnTo>
                  <a:pt x="467" y="78"/>
                </a:lnTo>
                <a:lnTo>
                  <a:pt x="468" y="79"/>
                </a:lnTo>
                <a:lnTo>
                  <a:pt x="469" y="79"/>
                </a:lnTo>
                <a:lnTo>
                  <a:pt x="470" y="79"/>
                </a:lnTo>
                <a:lnTo>
                  <a:pt x="470" y="78"/>
                </a:lnTo>
                <a:lnTo>
                  <a:pt x="471" y="78"/>
                </a:lnTo>
                <a:lnTo>
                  <a:pt x="471" y="79"/>
                </a:lnTo>
                <a:lnTo>
                  <a:pt x="471" y="78"/>
                </a:lnTo>
                <a:lnTo>
                  <a:pt x="472" y="78"/>
                </a:lnTo>
                <a:lnTo>
                  <a:pt x="472" y="79"/>
                </a:lnTo>
                <a:lnTo>
                  <a:pt x="472" y="78"/>
                </a:lnTo>
                <a:lnTo>
                  <a:pt x="473" y="78"/>
                </a:lnTo>
                <a:lnTo>
                  <a:pt x="474" y="78"/>
                </a:lnTo>
                <a:lnTo>
                  <a:pt x="474" y="79"/>
                </a:lnTo>
                <a:lnTo>
                  <a:pt x="475" y="79"/>
                </a:lnTo>
                <a:lnTo>
                  <a:pt x="475" y="80"/>
                </a:lnTo>
                <a:lnTo>
                  <a:pt x="475" y="79"/>
                </a:lnTo>
                <a:lnTo>
                  <a:pt x="477" y="78"/>
                </a:lnTo>
                <a:lnTo>
                  <a:pt x="478" y="78"/>
                </a:lnTo>
                <a:lnTo>
                  <a:pt x="479" y="78"/>
                </a:lnTo>
                <a:lnTo>
                  <a:pt x="480" y="78"/>
                </a:lnTo>
                <a:lnTo>
                  <a:pt x="481" y="79"/>
                </a:lnTo>
                <a:lnTo>
                  <a:pt x="482" y="79"/>
                </a:lnTo>
                <a:lnTo>
                  <a:pt x="482" y="81"/>
                </a:lnTo>
                <a:lnTo>
                  <a:pt x="483" y="81"/>
                </a:lnTo>
                <a:lnTo>
                  <a:pt x="484" y="81"/>
                </a:lnTo>
                <a:lnTo>
                  <a:pt x="485" y="82"/>
                </a:lnTo>
                <a:lnTo>
                  <a:pt x="487" y="82"/>
                </a:lnTo>
                <a:lnTo>
                  <a:pt x="488" y="82"/>
                </a:lnTo>
                <a:lnTo>
                  <a:pt x="489" y="82"/>
                </a:lnTo>
                <a:lnTo>
                  <a:pt x="490" y="83"/>
                </a:lnTo>
                <a:lnTo>
                  <a:pt x="489" y="83"/>
                </a:lnTo>
                <a:lnTo>
                  <a:pt x="490" y="83"/>
                </a:lnTo>
                <a:lnTo>
                  <a:pt x="490" y="84"/>
                </a:lnTo>
                <a:lnTo>
                  <a:pt x="491" y="84"/>
                </a:lnTo>
                <a:lnTo>
                  <a:pt x="491" y="83"/>
                </a:lnTo>
                <a:lnTo>
                  <a:pt x="492" y="83"/>
                </a:lnTo>
                <a:lnTo>
                  <a:pt x="493" y="83"/>
                </a:lnTo>
                <a:lnTo>
                  <a:pt x="494" y="83"/>
                </a:lnTo>
                <a:lnTo>
                  <a:pt x="493" y="84"/>
                </a:lnTo>
                <a:lnTo>
                  <a:pt x="492" y="84"/>
                </a:lnTo>
                <a:lnTo>
                  <a:pt x="492" y="85"/>
                </a:lnTo>
                <a:lnTo>
                  <a:pt x="492" y="86"/>
                </a:lnTo>
                <a:lnTo>
                  <a:pt x="491" y="86"/>
                </a:lnTo>
                <a:lnTo>
                  <a:pt x="490" y="86"/>
                </a:lnTo>
                <a:lnTo>
                  <a:pt x="490" y="87"/>
                </a:lnTo>
                <a:lnTo>
                  <a:pt x="490" y="88"/>
                </a:lnTo>
                <a:lnTo>
                  <a:pt x="491" y="88"/>
                </a:lnTo>
                <a:lnTo>
                  <a:pt x="492" y="88"/>
                </a:lnTo>
                <a:lnTo>
                  <a:pt x="493" y="88"/>
                </a:lnTo>
                <a:lnTo>
                  <a:pt x="493" y="87"/>
                </a:lnTo>
                <a:lnTo>
                  <a:pt x="493" y="88"/>
                </a:lnTo>
                <a:lnTo>
                  <a:pt x="493" y="87"/>
                </a:lnTo>
                <a:lnTo>
                  <a:pt x="494" y="87"/>
                </a:lnTo>
                <a:lnTo>
                  <a:pt x="494" y="88"/>
                </a:lnTo>
                <a:lnTo>
                  <a:pt x="495" y="88"/>
                </a:lnTo>
                <a:lnTo>
                  <a:pt x="495" y="87"/>
                </a:lnTo>
                <a:lnTo>
                  <a:pt x="495" y="88"/>
                </a:lnTo>
                <a:lnTo>
                  <a:pt x="496" y="88"/>
                </a:lnTo>
                <a:lnTo>
                  <a:pt x="496" y="89"/>
                </a:lnTo>
                <a:lnTo>
                  <a:pt x="497" y="89"/>
                </a:lnTo>
                <a:lnTo>
                  <a:pt x="497" y="90"/>
                </a:lnTo>
                <a:lnTo>
                  <a:pt x="496" y="90"/>
                </a:lnTo>
                <a:lnTo>
                  <a:pt x="497" y="91"/>
                </a:lnTo>
                <a:lnTo>
                  <a:pt x="498" y="91"/>
                </a:lnTo>
                <a:lnTo>
                  <a:pt x="499" y="91"/>
                </a:lnTo>
                <a:lnTo>
                  <a:pt x="500" y="92"/>
                </a:lnTo>
                <a:lnTo>
                  <a:pt x="500" y="93"/>
                </a:lnTo>
                <a:lnTo>
                  <a:pt x="501" y="93"/>
                </a:lnTo>
                <a:lnTo>
                  <a:pt x="501" y="94"/>
                </a:lnTo>
                <a:lnTo>
                  <a:pt x="502" y="95"/>
                </a:lnTo>
                <a:lnTo>
                  <a:pt x="504" y="95"/>
                </a:lnTo>
                <a:lnTo>
                  <a:pt x="505" y="95"/>
                </a:lnTo>
                <a:lnTo>
                  <a:pt x="506" y="95"/>
                </a:lnTo>
                <a:lnTo>
                  <a:pt x="507" y="95"/>
                </a:lnTo>
                <a:lnTo>
                  <a:pt x="508" y="95"/>
                </a:lnTo>
                <a:lnTo>
                  <a:pt x="509" y="95"/>
                </a:lnTo>
                <a:lnTo>
                  <a:pt x="508" y="95"/>
                </a:lnTo>
                <a:lnTo>
                  <a:pt x="508" y="96"/>
                </a:lnTo>
                <a:lnTo>
                  <a:pt x="509" y="96"/>
                </a:lnTo>
                <a:lnTo>
                  <a:pt x="509" y="97"/>
                </a:lnTo>
                <a:lnTo>
                  <a:pt x="510" y="97"/>
                </a:lnTo>
                <a:lnTo>
                  <a:pt x="511" y="97"/>
                </a:lnTo>
                <a:lnTo>
                  <a:pt x="511" y="98"/>
                </a:lnTo>
                <a:lnTo>
                  <a:pt x="511" y="99"/>
                </a:lnTo>
                <a:lnTo>
                  <a:pt x="511" y="100"/>
                </a:lnTo>
                <a:lnTo>
                  <a:pt x="511" y="101"/>
                </a:lnTo>
                <a:lnTo>
                  <a:pt x="512" y="101"/>
                </a:lnTo>
                <a:lnTo>
                  <a:pt x="512" y="102"/>
                </a:lnTo>
                <a:lnTo>
                  <a:pt x="512" y="103"/>
                </a:lnTo>
                <a:lnTo>
                  <a:pt x="512" y="104"/>
                </a:lnTo>
                <a:lnTo>
                  <a:pt x="513" y="105"/>
                </a:lnTo>
                <a:lnTo>
                  <a:pt x="512" y="105"/>
                </a:lnTo>
                <a:lnTo>
                  <a:pt x="512" y="106"/>
                </a:lnTo>
                <a:lnTo>
                  <a:pt x="513" y="107"/>
                </a:lnTo>
                <a:lnTo>
                  <a:pt x="513" y="108"/>
                </a:lnTo>
                <a:lnTo>
                  <a:pt x="513" y="109"/>
                </a:lnTo>
                <a:lnTo>
                  <a:pt x="513" y="110"/>
                </a:lnTo>
                <a:lnTo>
                  <a:pt x="512" y="111"/>
                </a:lnTo>
                <a:lnTo>
                  <a:pt x="513" y="112"/>
                </a:lnTo>
                <a:lnTo>
                  <a:pt x="513" y="113"/>
                </a:lnTo>
                <a:lnTo>
                  <a:pt x="513" y="114"/>
                </a:lnTo>
                <a:lnTo>
                  <a:pt x="514" y="114"/>
                </a:lnTo>
                <a:lnTo>
                  <a:pt x="514" y="115"/>
                </a:lnTo>
                <a:lnTo>
                  <a:pt x="514" y="116"/>
                </a:lnTo>
                <a:lnTo>
                  <a:pt x="514" y="117"/>
                </a:lnTo>
                <a:lnTo>
                  <a:pt x="514" y="118"/>
                </a:lnTo>
                <a:lnTo>
                  <a:pt x="515" y="118"/>
                </a:lnTo>
                <a:lnTo>
                  <a:pt x="515" y="119"/>
                </a:lnTo>
                <a:lnTo>
                  <a:pt x="515" y="120"/>
                </a:lnTo>
                <a:lnTo>
                  <a:pt x="515" y="121"/>
                </a:lnTo>
                <a:lnTo>
                  <a:pt x="515" y="122"/>
                </a:lnTo>
                <a:lnTo>
                  <a:pt x="515" y="123"/>
                </a:lnTo>
                <a:lnTo>
                  <a:pt x="516" y="124"/>
                </a:lnTo>
                <a:lnTo>
                  <a:pt x="517" y="125"/>
                </a:lnTo>
                <a:lnTo>
                  <a:pt x="517" y="126"/>
                </a:lnTo>
                <a:lnTo>
                  <a:pt x="516" y="126"/>
                </a:lnTo>
                <a:lnTo>
                  <a:pt x="516" y="127"/>
                </a:lnTo>
                <a:lnTo>
                  <a:pt x="516" y="128"/>
                </a:lnTo>
                <a:lnTo>
                  <a:pt x="516" y="129"/>
                </a:lnTo>
                <a:lnTo>
                  <a:pt x="515" y="129"/>
                </a:lnTo>
                <a:lnTo>
                  <a:pt x="514" y="129"/>
                </a:lnTo>
                <a:lnTo>
                  <a:pt x="514" y="130"/>
                </a:lnTo>
                <a:lnTo>
                  <a:pt x="513" y="130"/>
                </a:lnTo>
                <a:lnTo>
                  <a:pt x="512" y="130"/>
                </a:lnTo>
                <a:lnTo>
                  <a:pt x="511" y="130"/>
                </a:lnTo>
                <a:lnTo>
                  <a:pt x="511" y="131"/>
                </a:lnTo>
                <a:lnTo>
                  <a:pt x="512" y="131"/>
                </a:lnTo>
                <a:lnTo>
                  <a:pt x="511" y="131"/>
                </a:lnTo>
                <a:lnTo>
                  <a:pt x="510" y="131"/>
                </a:lnTo>
                <a:lnTo>
                  <a:pt x="510" y="132"/>
                </a:lnTo>
                <a:lnTo>
                  <a:pt x="510" y="133"/>
                </a:lnTo>
                <a:lnTo>
                  <a:pt x="509" y="134"/>
                </a:lnTo>
                <a:lnTo>
                  <a:pt x="509" y="136"/>
                </a:lnTo>
                <a:lnTo>
                  <a:pt x="510" y="136"/>
                </a:lnTo>
                <a:lnTo>
                  <a:pt x="510" y="137"/>
                </a:lnTo>
                <a:lnTo>
                  <a:pt x="509" y="138"/>
                </a:lnTo>
                <a:lnTo>
                  <a:pt x="509" y="139"/>
                </a:lnTo>
                <a:lnTo>
                  <a:pt x="509" y="140"/>
                </a:lnTo>
                <a:lnTo>
                  <a:pt x="510" y="140"/>
                </a:lnTo>
                <a:lnTo>
                  <a:pt x="511" y="140"/>
                </a:lnTo>
                <a:lnTo>
                  <a:pt x="511" y="141"/>
                </a:lnTo>
                <a:lnTo>
                  <a:pt x="511" y="142"/>
                </a:lnTo>
                <a:lnTo>
                  <a:pt x="511" y="144"/>
                </a:lnTo>
                <a:lnTo>
                  <a:pt x="510" y="144"/>
                </a:lnTo>
                <a:lnTo>
                  <a:pt x="511" y="145"/>
                </a:lnTo>
                <a:lnTo>
                  <a:pt x="510" y="146"/>
                </a:lnTo>
                <a:lnTo>
                  <a:pt x="511" y="146"/>
                </a:lnTo>
                <a:lnTo>
                  <a:pt x="512" y="145"/>
                </a:lnTo>
                <a:lnTo>
                  <a:pt x="513" y="145"/>
                </a:lnTo>
                <a:lnTo>
                  <a:pt x="514" y="145"/>
                </a:lnTo>
                <a:lnTo>
                  <a:pt x="514" y="146"/>
                </a:lnTo>
                <a:lnTo>
                  <a:pt x="514" y="147"/>
                </a:lnTo>
                <a:lnTo>
                  <a:pt x="513" y="148"/>
                </a:lnTo>
                <a:lnTo>
                  <a:pt x="513" y="149"/>
                </a:lnTo>
                <a:lnTo>
                  <a:pt x="512" y="150"/>
                </a:lnTo>
                <a:lnTo>
                  <a:pt x="512" y="151"/>
                </a:lnTo>
                <a:lnTo>
                  <a:pt x="511" y="153"/>
                </a:lnTo>
                <a:lnTo>
                  <a:pt x="512" y="154"/>
                </a:lnTo>
                <a:lnTo>
                  <a:pt x="512" y="155"/>
                </a:lnTo>
                <a:lnTo>
                  <a:pt x="511" y="156"/>
                </a:lnTo>
                <a:lnTo>
                  <a:pt x="510" y="157"/>
                </a:lnTo>
                <a:lnTo>
                  <a:pt x="510" y="158"/>
                </a:lnTo>
                <a:lnTo>
                  <a:pt x="510" y="159"/>
                </a:lnTo>
                <a:lnTo>
                  <a:pt x="509" y="160"/>
                </a:lnTo>
                <a:lnTo>
                  <a:pt x="509" y="161"/>
                </a:lnTo>
                <a:lnTo>
                  <a:pt x="509" y="162"/>
                </a:lnTo>
                <a:lnTo>
                  <a:pt x="508" y="162"/>
                </a:lnTo>
                <a:lnTo>
                  <a:pt x="508" y="163"/>
                </a:lnTo>
                <a:lnTo>
                  <a:pt x="507" y="163"/>
                </a:lnTo>
                <a:lnTo>
                  <a:pt x="506" y="164"/>
                </a:lnTo>
                <a:lnTo>
                  <a:pt x="505" y="166"/>
                </a:lnTo>
                <a:lnTo>
                  <a:pt x="505" y="167"/>
                </a:lnTo>
                <a:lnTo>
                  <a:pt x="505" y="168"/>
                </a:lnTo>
                <a:lnTo>
                  <a:pt x="503" y="168"/>
                </a:lnTo>
                <a:lnTo>
                  <a:pt x="502" y="168"/>
                </a:lnTo>
                <a:lnTo>
                  <a:pt x="501" y="168"/>
                </a:lnTo>
                <a:lnTo>
                  <a:pt x="501" y="167"/>
                </a:lnTo>
                <a:lnTo>
                  <a:pt x="500" y="166"/>
                </a:lnTo>
                <a:lnTo>
                  <a:pt x="499" y="165"/>
                </a:lnTo>
                <a:lnTo>
                  <a:pt x="498" y="165"/>
                </a:lnTo>
                <a:lnTo>
                  <a:pt x="498" y="164"/>
                </a:lnTo>
                <a:lnTo>
                  <a:pt x="498" y="163"/>
                </a:lnTo>
                <a:lnTo>
                  <a:pt x="498" y="162"/>
                </a:lnTo>
                <a:lnTo>
                  <a:pt x="498" y="161"/>
                </a:lnTo>
                <a:lnTo>
                  <a:pt x="497" y="160"/>
                </a:lnTo>
                <a:lnTo>
                  <a:pt x="497" y="159"/>
                </a:lnTo>
                <a:lnTo>
                  <a:pt x="497" y="158"/>
                </a:lnTo>
                <a:lnTo>
                  <a:pt x="496" y="158"/>
                </a:lnTo>
                <a:lnTo>
                  <a:pt x="496" y="157"/>
                </a:lnTo>
                <a:lnTo>
                  <a:pt x="495" y="157"/>
                </a:lnTo>
                <a:lnTo>
                  <a:pt x="494" y="158"/>
                </a:lnTo>
                <a:lnTo>
                  <a:pt x="494" y="157"/>
                </a:lnTo>
                <a:lnTo>
                  <a:pt x="493" y="157"/>
                </a:lnTo>
                <a:lnTo>
                  <a:pt x="493" y="158"/>
                </a:lnTo>
                <a:lnTo>
                  <a:pt x="492" y="158"/>
                </a:lnTo>
                <a:lnTo>
                  <a:pt x="492" y="159"/>
                </a:lnTo>
                <a:lnTo>
                  <a:pt x="491" y="159"/>
                </a:lnTo>
                <a:lnTo>
                  <a:pt x="490" y="159"/>
                </a:lnTo>
                <a:lnTo>
                  <a:pt x="490" y="158"/>
                </a:lnTo>
                <a:lnTo>
                  <a:pt x="490" y="157"/>
                </a:lnTo>
                <a:lnTo>
                  <a:pt x="489" y="157"/>
                </a:lnTo>
                <a:lnTo>
                  <a:pt x="489" y="158"/>
                </a:lnTo>
                <a:lnTo>
                  <a:pt x="489" y="157"/>
                </a:lnTo>
                <a:lnTo>
                  <a:pt x="488" y="157"/>
                </a:lnTo>
                <a:lnTo>
                  <a:pt x="487" y="157"/>
                </a:lnTo>
                <a:lnTo>
                  <a:pt x="487" y="156"/>
                </a:lnTo>
                <a:lnTo>
                  <a:pt x="486" y="156"/>
                </a:lnTo>
                <a:lnTo>
                  <a:pt x="485" y="156"/>
                </a:lnTo>
                <a:lnTo>
                  <a:pt x="484" y="156"/>
                </a:lnTo>
                <a:lnTo>
                  <a:pt x="484" y="157"/>
                </a:lnTo>
                <a:lnTo>
                  <a:pt x="483" y="158"/>
                </a:lnTo>
                <a:lnTo>
                  <a:pt x="482" y="158"/>
                </a:lnTo>
                <a:lnTo>
                  <a:pt x="481" y="158"/>
                </a:lnTo>
                <a:lnTo>
                  <a:pt x="480" y="159"/>
                </a:lnTo>
                <a:lnTo>
                  <a:pt x="479" y="159"/>
                </a:lnTo>
                <a:lnTo>
                  <a:pt x="479" y="160"/>
                </a:lnTo>
                <a:lnTo>
                  <a:pt x="478" y="160"/>
                </a:lnTo>
                <a:lnTo>
                  <a:pt x="478" y="161"/>
                </a:lnTo>
                <a:lnTo>
                  <a:pt x="477" y="161"/>
                </a:lnTo>
                <a:lnTo>
                  <a:pt x="476" y="161"/>
                </a:lnTo>
                <a:lnTo>
                  <a:pt x="475" y="161"/>
                </a:lnTo>
                <a:lnTo>
                  <a:pt x="474" y="162"/>
                </a:lnTo>
                <a:lnTo>
                  <a:pt x="473" y="162"/>
                </a:lnTo>
                <a:lnTo>
                  <a:pt x="472" y="162"/>
                </a:lnTo>
                <a:lnTo>
                  <a:pt x="472" y="163"/>
                </a:lnTo>
                <a:lnTo>
                  <a:pt x="471" y="163"/>
                </a:lnTo>
                <a:lnTo>
                  <a:pt x="471" y="164"/>
                </a:lnTo>
                <a:lnTo>
                  <a:pt x="470" y="165"/>
                </a:lnTo>
                <a:lnTo>
                  <a:pt x="469" y="165"/>
                </a:lnTo>
                <a:lnTo>
                  <a:pt x="469" y="166"/>
                </a:lnTo>
                <a:lnTo>
                  <a:pt x="467" y="167"/>
                </a:lnTo>
                <a:lnTo>
                  <a:pt x="466" y="168"/>
                </a:lnTo>
                <a:lnTo>
                  <a:pt x="466" y="169"/>
                </a:lnTo>
                <a:lnTo>
                  <a:pt x="466" y="170"/>
                </a:lnTo>
                <a:lnTo>
                  <a:pt x="467" y="170"/>
                </a:lnTo>
                <a:lnTo>
                  <a:pt x="467" y="171"/>
                </a:lnTo>
                <a:lnTo>
                  <a:pt x="466" y="171"/>
                </a:lnTo>
                <a:lnTo>
                  <a:pt x="465" y="171"/>
                </a:lnTo>
                <a:lnTo>
                  <a:pt x="465" y="172"/>
                </a:lnTo>
                <a:lnTo>
                  <a:pt x="464" y="171"/>
                </a:lnTo>
                <a:lnTo>
                  <a:pt x="465" y="171"/>
                </a:lnTo>
                <a:lnTo>
                  <a:pt x="465" y="170"/>
                </a:lnTo>
                <a:lnTo>
                  <a:pt x="464" y="171"/>
                </a:lnTo>
                <a:lnTo>
                  <a:pt x="463" y="171"/>
                </a:lnTo>
                <a:lnTo>
                  <a:pt x="463" y="172"/>
                </a:lnTo>
                <a:lnTo>
                  <a:pt x="462" y="172"/>
                </a:lnTo>
                <a:lnTo>
                  <a:pt x="461" y="172"/>
                </a:lnTo>
                <a:lnTo>
                  <a:pt x="460" y="172"/>
                </a:lnTo>
                <a:lnTo>
                  <a:pt x="460" y="174"/>
                </a:lnTo>
                <a:lnTo>
                  <a:pt x="460" y="175"/>
                </a:lnTo>
                <a:lnTo>
                  <a:pt x="461" y="176"/>
                </a:lnTo>
                <a:lnTo>
                  <a:pt x="461" y="177"/>
                </a:lnTo>
                <a:lnTo>
                  <a:pt x="460" y="178"/>
                </a:lnTo>
                <a:lnTo>
                  <a:pt x="459" y="179"/>
                </a:lnTo>
                <a:lnTo>
                  <a:pt x="458" y="179"/>
                </a:lnTo>
                <a:lnTo>
                  <a:pt x="458" y="180"/>
                </a:lnTo>
                <a:lnTo>
                  <a:pt x="457" y="180"/>
                </a:lnTo>
                <a:lnTo>
                  <a:pt x="456" y="181"/>
                </a:lnTo>
                <a:lnTo>
                  <a:pt x="455" y="181"/>
                </a:lnTo>
                <a:lnTo>
                  <a:pt x="454" y="181"/>
                </a:lnTo>
                <a:lnTo>
                  <a:pt x="453" y="182"/>
                </a:lnTo>
                <a:lnTo>
                  <a:pt x="452" y="182"/>
                </a:lnTo>
                <a:lnTo>
                  <a:pt x="452" y="183"/>
                </a:lnTo>
                <a:lnTo>
                  <a:pt x="453" y="183"/>
                </a:lnTo>
                <a:lnTo>
                  <a:pt x="452" y="183"/>
                </a:lnTo>
                <a:lnTo>
                  <a:pt x="452" y="184"/>
                </a:lnTo>
                <a:lnTo>
                  <a:pt x="452" y="185"/>
                </a:lnTo>
                <a:lnTo>
                  <a:pt x="453" y="185"/>
                </a:lnTo>
                <a:lnTo>
                  <a:pt x="452" y="185"/>
                </a:lnTo>
                <a:lnTo>
                  <a:pt x="452" y="186"/>
                </a:lnTo>
                <a:lnTo>
                  <a:pt x="452" y="187"/>
                </a:lnTo>
                <a:lnTo>
                  <a:pt x="451" y="187"/>
                </a:lnTo>
                <a:lnTo>
                  <a:pt x="450" y="187"/>
                </a:lnTo>
                <a:lnTo>
                  <a:pt x="449" y="188"/>
                </a:lnTo>
                <a:lnTo>
                  <a:pt x="448" y="188"/>
                </a:lnTo>
                <a:lnTo>
                  <a:pt x="447" y="188"/>
                </a:lnTo>
                <a:lnTo>
                  <a:pt x="447" y="187"/>
                </a:lnTo>
                <a:lnTo>
                  <a:pt x="448" y="187"/>
                </a:lnTo>
                <a:lnTo>
                  <a:pt x="448" y="186"/>
                </a:lnTo>
                <a:lnTo>
                  <a:pt x="447" y="185"/>
                </a:lnTo>
                <a:lnTo>
                  <a:pt x="446" y="185"/>
                </a:lnTo>
                <a:lnTo>
                  <a:pt x="446" y="186"/>
                </a:lnTo>
                <a:lnTo>
                  <a:pt x="445" y="186"/>
                </a:lnTo>
                <a:lnTo>
                  <a:pt x="445" y="187"/>
                </a:lnTo>
                <a:lnTo>
                  <a:pt x="444" y="187"/>
                </a:lnTo>
                <a:lnTo>
                  <a:pt x="443" y="188"/>
                </a:lnTo>
                <a:lnTo>
                  <a:pt x="442" y="189"/>
                </a:lnTo>
                <a:lnTo>
                  <a:pt x="442" y="190"/>
                </a:lnTo>
                <a:lnTo>
                  <a:pt x="441" y="190"/>
                </a:lnTo>
                <a:lnTo>
                  <a:pt x="440" y="190"/>
                </a:lnTo>
                <a:lnTo>
                  <a:pt x="440" y="191"/>
                </a:lnTo>
                <a:lnTo>
                  <a:pt x="439" y="191"/>
                </a:lnTo>
                <a:lnTo>
                  <a:pt x="438" y="192"/>
                </a:lnTo>
                <a:lnTo>
                  <a:pt x="439" y="192"/>
                </a:lnTo>
                <a:lnTo>
                  <a:pt x="438" y="192"/>
                </a:lnTo>
                <a:lnTo>
                  <a:pt x="438" y="193"/>
                </a:lnTo>
                <a:lnTo>
                  <a:pt x="437" y="193"/>
                </a:lnTo>
                <a:lnTo>
                  <a:pt x="436" y="195"/>
                </a:lnTo>
                <a:lnTo>
                  <a:pt x="436" y="196"/>
                </a:lnTo>
                <a:lnTo>
                  <a:pt x="435" y="196"/>
                </a:lnTo>
                <a:lnTo>
                  <a:pt x="435" y="197"/>
                </a:lnTo>
                <a:lnTo>
                  <a:pt x="435" y="198"/>
                </a:lnTo>
                <a:lnTo>
                  <a:pt x="434" y="198"/>
                </a:lnTo>
                <a:lnTo>
                  <a:pt x="434" y="199"/>
                </a:lnTo>
                <a:lnTo>
                  <a:pt x="433" y="200"/>
                </a:lnTo>
                <a:lnTo>
                  <a:pt x="433" y="201"/>
                </a:lnTo>
                <a:lnTo>
                  <a:pt x="432" y="201"/>
                </a:lnTo>
                <a:lnTo>
                  <a:pt x="432" y="202"/>
                </a:lnTo>
                <a:lnTo>
                  <a:pt x="431" y="203"/>
                </a:lnTo>
                <a:lnTo>
                  <a:pt x="430" y="204"/>
                </a:lnTo>
                <a:lnTo>
                  <a:pt x="429" y="205"/>
                </a:lnTo>
                <a:lnTo>
                  <a:pt x="429" y="206"/>
                </a:lnTo>
                <a:lnTo>
                  <a:pt x="428" y="206"/>
                </a:lnTo>
                <a:lnTo>
                  <a:pt x="427" y="205"/>
                </a:lnTo>
                <a:lnTo>
                  <a:pt x="427" y="204"/>
                </a:lnTo>
                <a:lnTo>
                  <a:pt x="426" y="204"/>
                </a:lnTo>
                <a:lnTo>
                  <a:pt x="427" y="203"/>
                </a:lnTo>
                <a:lnTo>
                  <a:pt x="426" y="202"/>
                </a:lnTo>
                <a:lnTo>
                  <a:pt x="427" y="202"/>
                </a:lnTo>
                <a:lnTo>
                  <a:pt x="427" y="201"/>
                </a:lnTo>
                <a:lnTo>
                  <a:pt x="428" y="200"/>
                </a:lnTo>
                <a:lnTo>
                  <a:pt x="427" y="200"/>
                </a:lnTo>
                <a:lnTo>
                  <a:pt x="428" y="200"/>
                </a:lnTo>
                <a:lnTo>
                  <a:pt x="428" y="199"/>
                </a:lnTo>
                <a:lnTo>
                  <a:pt x="429" y="199"/>
                </a:lnTo>
                <a:lnTo>
                  <a:pt x="429" y="198"/>
                </a:lnTo>
                <a:lnTo>
                  <a:pt x="429" y="197"/>
                </a:lnTo>
                <a:lnTo>
                  <a:pt x="428" y="197"/>
                </a:lnTo>
                <a:lnTo>
                  <a:pt x="428" y="196"/>
                </a:lnTo>
                <a:lnTo>
                  <a:pt x="427" y="195"/>
                </a:lnTo>
                <a:lnTo>
                  <a:pt x="426" y="194"/>
                </a:lnTo>
                <a:lnTo>
                  <a:pt x="425" y="194"/>
                </a:lnTo>
                <a:lnTo>
                  <a:pt x="425" y="193"/>
                </a:lnTo>
                <a:lnTo>
                  <a:pt x="424" y="193"/>
                </a:lnTo>
                <a:lnTo>
                  <a:pt x="424" y="192"/>
                </a:lnTo>
                <a:lnTo>
                  <a:pt x="425" y="193"/>
                </a:lnTo>
                <a:lnTo>
                  <a:pt x="425" y="192"/>
                </a:lnTo>
                <a:lnTo>
                  <a:pt x="425" y="191"/>
                </a:lnTo>
                <a:lnTo>
                  <a:pt x="425" y="190"/>
                </a:lnTo>
                <a:lnTo>
                  <a:pt x="424" y="191"/>
                </a:lnTo>
                <a:lnTo>
                  <a:pt x="424" y="192"/>
                </a:lnTo>
                <a:lnTo>
                  <a:pt x="424" y="191"/>
                </a:lnTo>
                <a:lnTo>
                  <a:pt x="423" y="191"/>
                </a:lnTo>
                <a:lnTo>
                  <a:pt x="423" y="190"/>
                </a:lnTo>
                <a:lnTo>
                  <a:pt x="422" y="190"/>
                </a:lnTo>
                <a:lnTo>
                  <a:pt x="422" y="189"/>
                </a:lnTo>
                <a:lnTo>
                  <a:pt x="423" y="189"/>
                </a:lnTo>
                <a:lnTo>
                  <a:pt x="422" y="189"/>
                </a:lnTo>
                <a:lnTo>
                  <a:pt x="422" y="190"/>
                </a:lnTo>
                <a:lnTo>
                  <a:pt x="421" y="191"/>
                </a:lnTo>
                <a:lnTo>
                  <a:pt x="420" y="192"/>
                </a:lnTo>
                <a:lnTo>
                  <a:pt x="419" y="193"/>
                </a:lnTo>
                <a:lnTo>
                  <a:pt x="418" y="193"/>
                </a:lnTo>
                <a:lnTo>
                  <a:pt x="417" y="194"/>
                </a:lnTo>
                <a:lnTo>
                  <a:pt x="416" y="194"/>
                </a:lnTo>
                <a:lnTo>
                  <a:pt x="415" y="194"/>
                </a:lnTo>
                <a:lnTo>
                  <a:pt x="415" y="195"/>
                </a:lnTo>
                <a:lnTo>
                  <a:pt x="416" y="195"/>
                </a:lnTo>
                <a:lnTo>
                  <a:pt x="417" y="194"/>
                </a:lnTo>
                <a:lnTo>
                  <a:pt x="417" y="195"/>
                </a:lnTo>
                <a:lnTo>
                  <a:pt x="416" y="195"/>
                </a:lnTo>
                <a:lnTo>
                  <a:pt x="416" y="196"/>
                </a:lnTo>
                <a:lnTo>
                  <a:pt x="415" y="196"/>
                </a:lnTo>
                <a:lnTo>
                  <a:pt x="414" y="197"/>
                </a:lnTo>
                <a:lnTo>
                  <a:pt x="413" y="198"/>
                </a:lnTo>
                <a:lnTo>
                  <a:pt x="413" y="197"/>
                </a:lnTo>
                <a:lnTo>
                  <a:pt x="412" y="198"/>
                </a:lnTo>
                <a:lnTo>
                  <a:pt x="412" y="199"/>
                </a:lnTo>
                <a:lnTo>
                  <a:pt x="411" y="199"/>
                </a:lnTo>
                <a:lnTo>
                  <a:pt x="409" y="199"/>
                </a:lnTo>
                <a:lnTo>
                  <a:pt x="408" y="199"/>
                </a:lnTo>
                <a:lnTo>
                  <a:pt x="409" y="199"/>
                </a:lnTo>
                <a:lnTo>
                  <a:pt x="408" y="200"/>
                </a:lnTo>
                <a:lnTo>
                  <a:pt x="407" y="201"/>
                </a:lnTo>
                <a:lnTo>
                  <a:pt x="407" y="202"/>
                </a:lnTo>
                <a:lnTo>
                  <a:pt x="406" y="202"/>
                </a:lnTo>
                <a:lnTo>
                  <a:pt x="406" y="201"/>
                </a:lnTo>
                <a:lnTo>
                  <a:pt x="405" y="201"/>
                </a:lnTo>
                <a:lnTo>
                  <a:pt x="404" y="201"/>
                </a:lnTo>
                <a:lnTo>
                  <a:pt x="404" y="200"/>
                </a:lnTo>
                <a:lnTo>
                  <a:pt x="403" y="199"/>
                </a:lnTo>
                <a:lnTo>
                  <a:pt x="403" y="198"/>
                </a:lnTo>
                <a:lnTo>
                  <a:pt x="402" y="198"/>
                </a:lnTo>
                <a:lnTo>
                  <a:pt x="402" y="197"/>
                </a:lnTo>
                <a:lnTo>
                  <a:pt x="402" y="196"/>
                </a:lnTo>
                <a:lnTo>
                  <a:pt x="401" y="196"/>
                </a:lnTo>
                <a:lnTo>
                  <a:pt x="401" y="194"/>
                </a:lnTo>
                <a:lnTo>
                  <a:pt x="400" y="194"/>
                </a:lnTo>
                <a:lnTo>
                  <a:pt x="400" y="193"/>
                </a:lnTo>
                <a:lnTo>
                  <a:pt x="399" y="193"/>
                </a:lnTo>
                <a:lnTo>
                  <a:pt x="400" y="192"/>
                </a:lnTo>
                <a:lnTo>
                  <a:pt x="401" y="192"/>
                </a:lnTo>
                <a:lnTo>
                  <a:pt x="402" y="192"/>
                </a:lnTo>
                <a:lnTo>
                  <a:pt x="403" y="191"/>
                </a:lnTo>
                <a:lnTo>
                  <a:pt x="403" y="190"/>
                </a:lnTo>
                <a:lnTo>
                  <a:pt x="404" y="189"/>
                </a:lnTo>
                <a:lnTo>
                  <a:pt x="403" y="188"/>
                </a:lnTo>
                <a:lnTo>
                  <a:pt x="401" y="187"/>
                </a:lnTo>
                <a:lnTo>
                  <a:pt x="400" y="187"/>
                </a:lnTo>
                <a:lnTo>
                  <a:pt x="398" y="188"/>
                </a:lnTo>
                <a:lnTo>
                  <a:pt x="397" y="188"/>
                </a:lnTo>
                <a:lnTo>
                  <a:pt x="396" y="187"/>
                </a:lnTo>
                <a:lnTo>
                  <a:pt x="396" y="186"/>
                </a:lnTo>
                <a:lnTo>
                  <a:pt x="395" y="186"/>
                </a:lnTo>
                <a:lnTo>
                  <a:pt x="395" y="187"/>
                </a:lnTo>
                <a:lnTo>
                  <a:pt x="394" y="188"/>
                </a:lnTo>
                <a:lnTo>
                  <a:pt x="393" y="188"/>
                </a:lnTo>
                <a:lnTo>
                  <a:pt x="392" y="189"/>
                </a:lnTo>
                <a:lnTo>
                  <a:pt x="392" y="190"/>
                </a:lnTo>
                <a:lnTo>
                  <a:pt x="391" y="190"/>
                </a:lnTo>
                <a:lnTo>
                  <a:pt x="391" y="189"/>
                </a:lnTo>
                <a:lnTo>
                  <a:pt x="390" y="189"/>
                </a:lnTo>
                <a:lnTo>
                  <a:pt x="390" y="190"/>
                </a:lnTo>
                <a:lnTo>
                  <a:pt x="389" y="190"/>
                </a:lnTo>
                <a:lnTo>
                  <a:pt x="389" y="189"/>
                </a:lnTo>
                <a:lnTo>
                  <a:pt x="388" y="189"/>
                </a:lnTo>
                <a:lnTo>
                  <a:pt x="388" y="190"/>
                </a:lnTo>
                <a:lnTo>
                  <a:pt x="387" y="190"/>
                </a:lnTo>
                <a:lnTo>
                  <a:pt x="387" y="191"/>
                </a:lnTo>
                <a:lnTo>
                  <a:pt x="386" y="191"/>
                </a:lnTo>
                <a:lnTo>
                  <a:pt x="386" y="192"/>
                </a:lnTo>
                <a:lnTo>
                  <a:pt x="385" y="192"/>
                </a:lnTo>
                <a:lnTo>
                  <a:pt x="385" y="193"/>
                </a:lnTo>
                <a:lnTo>
                  <a:pt x="384" y="193"/>
                </a:lnTo>
                <a:lnTo>
                  <a:pt x="383" y="194"/>
                </a:lnTo>
                <a:lnTo>
                  <a:pt x="382" y="195"/>
                </a:lnTo>
                <a:lnTo>
                  <a:pt x="382" y="196"/>
                </a:lnTo>
                <a:lnTo>
                  <a:pt x="381" y="196"/>
                </a:lnTo>
                <a:lnTo>
                  <a:pt x="380" y="197"/>
                </a:lnTo>
                <a:lnTo>
                  <a:pt x="380" y="198"/>
                </a:lnTo>
                <a:lnTo>
                  <a:pt x="379" y="199"/>
                </a:lnTo>
                <a:lnTo>
                  <a:pt x="378" y="199"/>
                </a:lnTo>
                <a:lnTo>
                  <a:pt x="378" y="200"/>
                </a:lnTo>
                <a:lnTo>
                  <a:pt x="378" y="201"/>
                </a:lnTo>
                <a:lnTo>
                  <a:pt x="377" y="201"/>
                </a:lnTo>
                <a:lnTo>
                  <a:pt x="376" y="203"/>
                </a:lnTo>
                <a:lnTo>
                  <a:pt x="375" y="203"/>
                </a:lnTo>
                <a:lnTo>
                  <a:pt x="374" y="204"/>
                </a:lnTo>
                <a:lnTo>
                  <a:pt x="374" y="205"/>
                </a:lnTo>
                <a:lnTo>
                  <a:pt x="373" y="205"/>
                </a:lnTo>
                <a:lnTo>
                  <a:pt x="372" y="205"/>
                </a:lnTo>
                <a:lnTo>
                  <a:pt x="371" y="206"/>
                </a:lnTo>
                <a:lnTo>
                  <a:pt x="370" y="206"/>
                </a:lnTo>
                <a:lnTo>
                  <a:pt x="370" y="205"/>
                </a:lnTo>
                <a:lnTo>
                  <a:pt x="371" y="205"/>
                </a:lnTo>
                <a:lnTo>
                  <a:pt x="370" y="204"/>
                </a:lnTo>
                <a:lnTo>
                  <a:pt x="369" y="204"/>
                </a:lnTo>
                <a:lnTo>
                  <a:pt x="369" y="203"/>
                </a:lnTo>
                <a:lnTo>
                  <a:pt x="368" y="203"/>
                </a:lnTo>
                <a:lnTo>
                  <a:pt x="368" y="204"/>
                </a:lnTo>
                <a:lnTo>
                  <a:pt x="367" y="204"/>
                </a:lnTo>
                <a:lnTo>
                  <a:pt x="366" y="204"/>
                </a:lnTo>
                <a:lnTo>
                  <a:pt x="365" y="204"/>
                </a:lnTo>
                <a:lnTo>
                  <a:pt x="365" y="205"/>
                </a:lnTo>
                <a:lnTo>
                  <a:pt x="364" y="205"/>
                </a:lnTo>
                <a:lnTo>
                  <a:pt x="362" y="204"/>
                </a:lnTo>
                <a:lnTo>
                  <a:pt x="362" y="203"/>
                </a:lnTo>
                <a:lnTo>
                  <a:pt x="361" y="202"/>
                </a:lnTo>
                <a:lnTo>
                  <a:pt x="361" y="201"/>
                </a:lnTo>
                <a:lnTo>
                  <a:pt x="361" y="200"/>
                </a:lnTo>
                <a:lnTo>
                  <a:pt x="360" y="200"/>
                </a:lnTo>
                <a:lnTo>
                  <a:pt x="359" y="200"/>
                </a:lnTo>
                <a:lnTo>
                  <a:pt x="359" y="199"/>
                </a:lnTo>
                <a:lnTo>
                  <a:pt x="359" y="198"/>
                </a:lnTo>
                <a:lnTo>
                  <a:pt x="359" y="197"/>
                </a:lnTo>
                <a:lnTo>
                  <a:pt x="359" y="196"/>
                </a:lnTo>
                <a:lnTo>
                  <a:pt x="359" y="195"/>
                </a:lnTo>
                <a:lnTo>
                  <a:pt x="359" y="194"/>
                </a:lnTo>
                <a:lnTo>
                  <a:pt x="358" y="194"/>
                </a:lnTo>
                <a:lnTo>
                  <a:pt x="356" y="194"/>
                </a:lnTo>
                <a:lnTo>
                  <a:pt x="355" y="194"/>
                </a:lnTo>
                <a:lnTo>
                  <a:pt x="354" y="195"/>
                </a:lnTo>
                <a:lnTo>
                  <a:pt x="353" y="195"/>
                </a:lnTo>
                <a:lnTo>
                  <a:pt x="353" y="196"/>
                </a:lnTo>
                <a:lnTo>
                  <a:pt x="354" y="197"/>
                </a:lnTo>
                <a:lnTo>
                  <a:pt x="354" y="198"/>
                </a:lnTo>
                <a:lnTo>
                  <a:pt x="354" y="199"/>
                </a:lnTo>
                <a:lnTo>
                  <a:pt x="354" y="200"/>
                </a:lnTo>
                <a:lnTo>
                  <a:pt x="354" y="201"/>
                </a:lnTo>
                <a:lnTo>
                  <a:pt x="353" y="201"/>
                </a:lnTo>
                <a:lnTo>
                  <a:pt x="353" y="202"/>
                </a:lnTo>
                <a:lnTo>
                  <a:pt x="354" y="202"/>
                </a:lnTo>
                <a:lnTo>
                  <a:pt x="354" y="203"/>
                </a:lnTo>
                <a:lnTo>
                  <a:pt x="353" y="202"/>
                </a:lnTo>
                <a:lnTo>
                  <a:pt x="353" y="201"/>
                </a:lnTo>
                <a:lnTo>
                  <a:pt x="352" y="201"/>
                </a:lnTo>
                <a:lnTo>
                  <a:pt x="351" y="202"/>
                </a:lnTo>
                <a:lnTo>
                  <a:pt x="351" y="203"/>
                </a:lnTo>
                <a:lnTo>
                  <a:pt x="350" y="203"/>
                </a:lnTo>
                <a:lnTo>
                  <a:pt x="349" y="203"/>
                </a:lnTo>
                <a:lnTo>
                  <a:pt x="349" y="204"/>
                </a:lnTo>
                <a:lnTo>
                  <a:pt x="350" y="204"/>
                </a:lnTo>
                <a:lnTo>
                  <a:pt x="350" y="205"/>
                </a:lnTo>
                <a:lnTo>
                  <a:pt x="349" y="205"/>
                </a:lnTo>
                <a:lnTo>
                  <a:pt x="348" y="205"/>
                </a:lnTo>
                <a:lnTo>
                  <a:pt x="348" y="206"/>
                </a:lnTo>
                <a:lnTo>
                  <a:pt x="347" y="206"/>
                </a:lnTo>
                <a:lnTo>
                  <a:pt x="347" y="207"/>
                </a:lnTo>
                <a:lnTo>
                  <a:pt x="346" y="208"/>
                </a:lnTo>
                <a:lnTo>
                  <a:pt x="345" y="208"/>
                </a:lnTo>
                <a:lnTo>
                  <a:pt x="345" y="209"/>
                </a:lnTo>
                <a:lnTo>
                  <a:pt x="345" y="208"/>
                </a:lnTo>
                <a:lnTo>
                  <a:pt x="345" y="207"/>
                </a:lnTo>
                <a:lnTo>
                  <a:pt x="344" y="207"/>
                </a:lnTo>
                <a:lnTo>
                  <a:pt x="343" y="206"/>
                </a:lnTo>
                <a:lnTo>
                  <a:pt x="342" y="206"/>
                </a:lnTo>
                <a:lnTo>
                  <a:pt x="343" y="206"/>
                </a:lnTo>
                <a:lnTo>
                  <a:pt x="343" y="207"/>
                </a:lnTo>
                <a:lnTo>
                  <a:pt x="343" y="206"/>
                </a:lnTo>
                <a:lnTo>
                  <a:pt x="341" y="206"/>
                </a:lnTo>
                <a:lnTo>
                  <a:pt x="340" y="205"/>
                </a:lnTo>
                <a:lnTo>
                  <a:pt x="339" y="204"/>
                </a:lnTo>
                <a:lnTo>
                  <a:pt x="338" y="204"/>
                </a:lnTo>
                <a:lnTo>
                  <a:pt x="337" y="205"/>
                </a:lnTo>
                <a:lnTo>
                  <a:pt x="337" y="204"/>
                </a:lnTo>
                <a:lnTo>
                  <a:pt x="337" y="205"/>
                </a:lnTo>
                <a:lnTo>
                  <a:pt x="337" y="206"/>
                </a:lnTo>
                <a:lnTo>
                  <a:pt x="336" y="206"/>
                </a:lnTo>
                <a:lnTo>
                  <a:pt x="335" y="207"/>
                </a:lnTo>
                <a:lnTo>
                  <a:pt x="335" y="206"/>
                </a:lnTo>
                <a:lnTo>
                  <a:pt x="334" y="206"/>
                </a:lnTo>
                <a:lnTo>
                  <a:pt x="334" y="205"/>
                </a:lnTo>
                <a:lnTo>
                  <a:pt x="333" y="205"/>
                </a:lnTo>
                <a:lnTo>
                  <a:pt x="333" y="206"/>
                </a:lnTo>
                <a:lnTo>
                  <a:pt x="332" y="206"/>
                </a:lnTo>
                <a:lnTo>
                  <a:pt x="332" y="207"/>
                </a:lnTo>
                <a:lnTo>
                  <a:pt x="332" y="206"/>
                </a:lnTo>
                <a:lnTo>
                  <a:pt x="331" y="206"/>
                </a:lnTo>
                <a:lnTo>
                  <a:pt x="330" y="206"/>
                </a:lnTo>
                <a:lnTo>
                  <a:pt x="330" y="207"/>
                </a:lnTo>
                <a:lnTo>
                  <a:pt x="329" y="208"/>
                </a:lnTo>
                <a:lnTo>
                  <a:pt x="330" y="208"/>
                </a:lnTo>
                <a:lnTo>
                  <a:pt x="330" y="209"/>
                </a:lnTo>
                <a:lnTo>
                  <a:pt x="330" y="210"/>
                </a:lnTo>
                <a:lnTo>
                  <a:pt x="330" y="211"/>
                </a:lnTo>
                <a:lnTo>
                  <a:pt x="329" y="211"/>
                </a:lnTo>
                <a:lnTo>
                  <a:pt x="329" y="212"/>
                </a:lnTo>
                <a:lnTo>
                  <a:pt x="329" y="213"/>
                </a:lnTo>
                <a:lnTo>
                  <a:pt x="330" y="213"/>
                </a:lnTo>
                <a:lnTo>
                  <a:pt x="331" y="215"/>
                </a:lnTo>
                <a:lnTo>
                  <a:pt x="330" y="215"/>
                </a:lnTo>
                <a:lnTo>
                  <a:pt x="330" y="216"/>
                </a:lnTo>
                <a:lnTo>
                  <a:pt x="330" y="217"/>
                </a:lnTo>
                <a:lnTo>
                  <a:pt x="329" y="218"/>
                </a:lnTo>
                <a:lnTo>
                  <a:pt x="328" y="218"/>
                </a:lnTo>
                <a:lnTo>
                  <a:pt x="328" y="219"/>
                </a:lnTo>
                <a:lnTo>
                  <a:pt x="328" y="220"/>
                </a:lnTo>
                <a:lnTo>
                  <a:pt x="330" y="221"/>
                </a:lnTo>
                <a:lnTo>
                  <a:pt x="331" y="221"/>
                </a:lnTo>
                <a:lnTo>
                  <a:pt x="331" y="222"/>
                </a:lnTo>
                <a:lnTo>
                  <a:pt x="332" y="222"/>
                </a:lnTo>
                <a:lnTo>
                  <a:pt x="333" y="222"/>
                </a:lnTo>
                <a:lnTo>
                  <a:pt x="334" y="222"/>
                </a:lnTo>
                <a:lnTo>
                  <a:pt x="335" y="222"/>
                </a:lnTo>
                <a:lnTo>
                  <a:pt x="335" y="223"/>
                </a:lnTo>
                <a:lnTo>
                  <a:pt x="335" y="224"/>
                </a:lnTo>
                <a:lnTo>
                  <a:pt x="336" y="224"/>
                </a:lnTo>
                <a:lnTo>
                  <a:pt x="337" y="225"/>
                </a:lnTo>
                <a:lnTo>
                  <a:pt x="338" y="226"/>
                </a:lnTo>
                <a:lnTo>
                  <a:pt x="338" y="227"/>
                </a:lnTo>
                <a:lnTo>
                  <a:pt x="339" y="227"/>
                </a:lnTo>
                <a:lnTo>
                  <a:pt x="340" y="227"/>
                </a:lnTo>
                <a:lnTo>
                  <a:pt x="341" y="227"/>
                </a:lnTo>
                <a:lnTo>
                  <a:pt x="341" y="228"/>
                </a:lnTo>
                <a:lnTo>
                  <a:pt x="341" y="229"/>
                </a:lnTo>
                <a:lnTo>
                  <a:pt x="342" y="229"/>
                </a:lnTo>
                <a:lnTo>
                  <a:pt x="342" y="230"/>
                </a:lnTo>
                <a:lnTo>
                  <a:pt x="342" y="231"/>
                </a:lnTo>
                <a:lnTo>
                  <a:pt x="343" y="231"/>
                </a:lnTo>
                <a:lnTo>
                  <a:pt x="343" y="232"/>
                </a:lnTo>
                <a:lnTo>
                  <a:pt x="344" y="233"/>
                </a:lnTo>
                <a:lnTo>
                  <a:pt x="345" y="233"/>
                </a:lnTo>
                <a:lnTo>
                  <a:pt x="345" y="234"/>
                </a:lnTo>
                <a:lnTo>
                  <a:pt x="346" y="234"/>
                </a:lnTo>
                <a:lnTo>
                  <a:pt x="347" y="234"/>
                </a:lnTo>
                <a:lnTo>
                  <a:pt x="347" y="236"/>
                </a:lnTo>
                <a:lnTo>
                  <a:pt x="346" y="236"/>
                </a:lnTo>
                <a:lnTo>
                  <a:pt x="345" y="237"/>
                </a:lnTo>
                <a:lnTo>
                  <a:pt x="346" y="238"/>
                </a:lnTo>
                <a:lnTo>
                  <a:pt x="345" y="238"/>
                </a:lnTo>
                <a:lnTo>
                  <a:pt x="345" y="239"/>
                </a:lnTo>
                <a:lnTo>
                  <a:pt x="345" y="240"/>
                </a:lnTo>
                <a:lnTo>
                  <a:pt x="345" y="241"/>
                </a:lnTo>
                <a:lnTo>
                  <a:pt x="344" y="242"/>
                </a:lnTo>
                <a:lnTo>
                  <a:pt x="344" y="243"/>
                </a:lnTo>
                <a:lnTo>
                  <a:pt x="344" y="244"/>
                </a:lnTo>
                <a:lnTo>
                  <a:pt x="344" y="245"/>
                </a:lnTo>
                <a:lnTo>
                  <a:pt x="345" y="245"/>
                </a:lnTo>
                <a:lnTo>
                  <a:pt x="345" y="246"/>
                </a:lnTo>
                <a:lnTo>
                  <a:pt x="346" y="246"/>
                </a:lnTo>
                <a:lnTo>
                  <a:pt x="345" y="246"/>
                </a:lnTo>
                <a:lnTo>
                  <a:pt x="345" y="247"/>
                </a:lnTo>
                <a:lnTo>
                  <a:pt x="344" y="249"/>
                </a:lnTo>
                <a:lnTo>
                  <a:pt x="344" y="250"/>
                </a:lnTo>
                <a:lnTo>
                  <a:pt x="343" y="251"/>
                </a:lnTo>
                <a:lnTo>
                  <a:pt x="343" y="252"/>
                </a:lnTo>
                <a:lnTo>
                  <a:pt x="343" y="253"/>
                </a:lnTo>
                <a:lnTo>
                  <a:pt x="342" y="254"/>
                </a:lnTo>
                <a:lnTo>
                  <a:pt x="342" y="255"/>
                </a:lnTo>
                <a:lnTo>
                  <a:pt x="341" y="256"/>
                </a:lnTo>
                <a:lnTo>
                  <a:pt x="340" y="256"/>
                </a:lnTo>
                <a:lnTo>
                  <a:pt x="340" y="258"/>
                </a:lnTo>
                <a:lnTo>
                  <a:pt x="341" y="258"/>
                </a:lnTo>
                <a:lnTo>
                  <a:pt x="341" y="257"/>
                </a:lnTo>
                <a:lnTo>
                  <a:pt x="342" y="258"/>
                </a:lnTo>
                <a:lnTo>
                  <a:pt x="342" y="259"/>
                </a:lnTo>
                <a:lnTo>
                  <a:pt x="341" y="261"/>
                </a:lnTo>
                <a:lnTo>
                  <a:pt x="341" y="263"/>
                </a:lnTo>
                <a:lnTo>
                  <a:pt x="341" y="264"/>
                </a:lnTo>
                <a:lnTo>
                  <a:pt x="342" y="264"/>
                </a:lnTo>
                <a:lnTo>
                  <a:pt x="343" y="265"/>
                </a:lnTo>
                <a:lnTo>
                  <a:pt x="343" y="266"/>
                </a:lnTo>
                <a:lnTo>
                  <a:pt x="344" y="267"/>
                </a:lnTo>
                <a:lnTo>
                  <a:pt x="343" y="267"/>
                </a:lnTo>
                <a:lnTo>
                  <a:pt x="343" y="266"/>
                </a:lnTo>
                <a:lnTo>
                  <a:pt x="342" y="266"/>
                </a:lnTo>
                <a:lnTo>
                  <a:pt x="342" y="267"/>
                </a:lnTo>
                <a:lnTo>
                  <a:pt x="342" y="268"/>
                </a:lnTo>
                <a:lnTo>
                  <a:pt x="342" y="269"/>
                </a:lnTo>
                <a:lnTo>
                  <a:pt x="341" y="269"/>
                </a:lnTo>
                <a:lnTo>
                  <a:pt x="341" y="270"/>
                </a:lnTo>
                <a:lnTo>
                  <a:pt x="341" y="271"/>
                </a:lnTo>
                <a:lnTo>
                  <a:pt x="340" y="272"/>
                </a:lnTo>
                <a:lnTo>
                  <a:pt x="340" y="273"/>
                </a:lnTo>
                <a:lnTo>
                  <a:pt x="340" y="274"/>
                </a:lnTo>
                <a:lnTo>
                  <a:pt x="341" y="274"/>
                </a:lnTo>
                <a:lnTo>
                  <a:pt x="341" y="275"/>
                </a:lnTo>
                <a:lnTo>
                  <a:pt x="341" y="276"/>
                </a:lnTo>
                <a:lnTo>
                  <a:pt x="341" y="277"/>
                </a:lnTo>
                <a:lnTo>
                  <a:pt x="341" y="278"/>
                </a:lnTo>
                <a:lnTo>
                  <a:pt x="340" y="278"/>
                </a:lnTo>
                <a:lnTo>
                  <a:pt x="340" y="279"/>
                </a:lnTo>
                <a:lnTo>
                  <a:pt x="340" y="280"/>
                </a:lnTo>
                <a:lnTo>
                  <a:pt x="341" y="280"/>
                </a:lnTo>
                <a:lnTo>
                  <a:pt x="340" y="280"/>
                </a:lnTo>
                <a:lnTo>
                  <a:pt x="339" y="280"/>
                </a:lnTo>
                <a:lnTo>
                  <a:pt x="339" y="278"/>
                </a:lnTo>
                <a:lnTo>
                  <a:pt x="339" y="279"/>
                </a:lnTo>
                <a:lnTo>
                  <a:pt x="338" y="279"/>
                </a:lnTo>
                <a:lnTo>
                  <a:pt x="338" y="280"/>
                </a:lnTo>
                <a:lnTo>
                  <a:pt x="337" y="280"/>
                </a:lnTo>
                <a:lnTo>
                  <a:pt x="336" y="280"/>
                </a:lnTo>
                <a:lnTo>
                  <a:pt x="336" y="281"/>
                </a:lnTo>
                <a:lnTo>
                  <a:pt x="335" y="281"/>
                </a:lnTo>
                <a:lnTo>
                  <a:pt x="334" y="281"/>
                </a:lnTo>
                <a:lnTo>
                  <a:pt x="334" y="280"/>
                </a:lnTo>
                <a:lnTo>
                  <a:pt x="333" y="280"/>
                </a:lnTo>
                <a:lnTo>
                  <a:pt x="333" y="279"/>
                </a:lnTo>
                <a:lnTo>
                  <a:pt x="332" y="279"/>
                </a:lnTo>
                <a:lnTo>
                  <a:pt x="331" y="279"/>
                </a:lnTo>
                <a:lnTo>
                  <a:pt x="330" y="279"/>
                </a:lnTo>
                <a:lnTo>
                  <a:pt x="331" y="279"/>
                </a:lnTo>
                <a:lnTo>
                  <a:pt x="331" y="280"/>
                </a:lnTo>
                <a:lnTo>
                  <a:pt x="330" y="281"/>
                </a:lnTo>
                <a:lnTo>
                  <a:pt x="329" y="281"/>
                </a:lnTo>
                <a:lnTo>
                  <a:pt x="328" y="282"/>
                </a:lnTo>
                <a:lnTo>
                  <a:pt x="328" y="281"/>
                </a:lnTo>
                <a:lnTo>
                  <a:pt x="327" y="281"/>
                </a:lnTo>
                <a:lnTo>
                  <a:pt x="326" y="282"/>
                </a:lnTo>
                <a:lnTo>
                  <a:pt x="326" y="283"/>
                </a:lnTo>
                <a:lnTo>
                  <a:pt x="325" y="283"/>
                </a:lnTo>
                <a:lnTo>
                  <a:pt x="325" y="284"/>
                </a:lnTo>
                <a:lnTo>
                  <a:pt x="324" y="285"/>
                </a:lnTo>
                <a:lnTo>
                  <a:pt x="324" y="286"/>
                </a:lnTo>
                <a:lnTo>
                  <a:pt x="325" y="286"/>
                </a:lnTo>
                <a:lnTo>
                  <a:pt x="326" y="286"/>
                </a:lnTo>
                <a:lnTo>
                  <a:pt x="326" y="287"/>
                </a:lnTo>
                <a:lnTo>
                  <a:pt x="327" y="287"/>
                </a:lnTo>
                <a:lnTo>
                  <a:pt x="327" y="286"/>
                </a:lnTo>
                <a:lnTo>
                  <a:pt x="328" y="286"/>
                </a:lnTo>
                <a:lnTo>
                  <a:pt x="328" y="285"/>
                </a:lnTo>
                <a:lnTo>
                  <a:pt x="327" y="285"/>
                </a:lnTo>
                <a:lnTo>
                  <a:pt x="327" y="284"/>
                </a:lnTo>
                <a:lnTo>
                  <a:pt x="328" y="284"/>
                </a:lnTo>
                <a:lnTo>
                  <a:pt x="328" y="285"/>
                </a:lnTo>
                <a:lnTo>
                  <a:pt x="329" y="286"/>
                </a:lnTo>
                <a:lnTo>
                  <a:pt x="330" y="286"/>
                </a:lnTo>
                <a:lnTo>
                  <a:pt x="331" y="287"/>
                </a:lnTo>
                <a:lnTo>
                  <a:pt x="330" y="288"/>
                </a:lnTo>
                <a:lnTo>
                  <a:pt x="330" y="289"/>
                </a:lnTo>
                <a:lnTo>
                  <a:pt x="330" y="290"/>
                </a:lnTo>
                <a:lnTo>
                  <a:pt x="330" y="291"/>
                </a:lnTo>
                <a:lnTo>
                  <a:pt x="330" y="292"/>
                </a:lnTo>
                <a:lnTo>
                  <a:pt x="331" y="292"/>
                </a:lnTo>
                <a:lnTo>
                  <a:pt x="331" y="291"/>
                </a:lnTo>
                <a:lnTo>
                  <a:pt x="332" y="291"/>
                </a:lnTo>
                <a:lnTo>
                  <a:pt x="333" y="291"/>
                </a:lnTo>
                <a:lnTo>
                  <a:pt x="333" y="292"/>
                </a:lnTo>
                <a:lnTo>
                  <a:pt x="332" y="293"/>
                </a:lnTo>
                <a:lnTo>
                  <a:pt x="332" y="294"/>
                </a:lnTo>
                <a:lnTo>
                  <a:pt x="332" y="295"/>
                </a:lnTo>
                <a:lnTo>
                  <a:pt x="332" y="296"/>
                </a:lnTo>
                <a:lnTo>
                  <a:pt x="333" y="296"/>
                </a:lnTo>
                <a:lnTo>
                  <a:pt x="334" y="296"/>
                </a:lnTo>
                <a:lnTo>
                  <a:pt x="335" y="296"/>
                </a:lnTo>
                <a:lnTo>
                  <a:pt x="335" y="297"/>
                </a:lnTo>
                <a:lnTo>
                  <a:pt x="336" y="297"/>
                </a:lnTo>
                <a:lnTo>
                  <a:pt x="337" y="297"/>
                </a:lnTo>
                <a:lnTo>
                  <a:pt x="337" y="298"/>
                </a:lnTo>
                <a:lnTo>
                  <a:pt x="338" y="299"/>
                </a:lnTo>
                <a:lnTo>
                  <a:pt x="339" y="299"/>
                </a:lnTo>
                <a:lnTo>
                  <a:pt x="339" y="298"/>
                </a:lnTo>
                <a:lnTo>
                  <a:pt x="340" y="297"/>
                </a:lnTo>
                <a:lnTo>
                  <a:pt x="339" y="297"/>
                </a:lnTo>
                <a:lnTo>
                  <a:pt x="338" y="297"/>
                </a:lnTo>
                <a:lnTo>
                  <a:pt x="338" y="296"/>
                </a:lnTo>
                <a:lnTo>
                  <a:pt x="339" y="296"/>
                </a:lnTo>
                <a:lnTo>
                  <a:pt x="340" y="296"/>
                </a:lnTo>
                <a:lnTo>
                  <a:pt x="341" y="296"/>
                </a:lnTo>
                <a:lnTo>
                  <a:pt x="342" y="296"/>
                </a:lnTo>
                <a:lnTo>
                  <a:pt x="342" y="295"/>
                </a:lnTo>
                <a:lnTo>
                  <a:pt x="343" y="295"/>
                </a:lnTo>
                <a:lnTo>
                  <a:pt x="343" y="296"/>
                </a:lnTo>
                <a:lnTo>
                  <a:pt x="343" y="295"/>
                </a:lnTo>
                <a:lnTo>
                  <a:pt x="344" y="295"/>
                </a:lnTo>
                <a:lnTo>
                  <a:pt x="344" y="294"/>
                </a:lnTo>
                <a:lnTo>
                  <a:pt x="343" y="294"/>
                </a:lnTo>
                <a:lnTo>
                  <a:pt x="341" y="294"/>
                </a:lnTo>
                <a:lnTo>
                  <a:pt x="341" y="293"/>
                </a:lnTo>
                <a:lnTo>
                  <a:pt x="341" y="292"/>
                </a:lnTo>
                <a:lnTo>
                  <a:pt x="342" y="290"/>
                </a:lnTo>
                <a:lnTo>
                  <a:pt x="343" y="290"/>
                </a:lnTo>
                <a:lnTo>
                  <a:pt x="342" y="290"/>
                </a:lnTo>
                <a:lnTo>
                  <a:pt x="342" y="289"/>
                </a:lnTo>
                <a:lnTo>
                  <a:pt x="343" y="288"/>
                </a:lnTo>
                <a:lnTo>
                  <a:pt x="344" y="287"/>
                </a:lnTo>
                <a:lnTo>
                  <a:pt x="344" y="286"/>
                </a:lnTo>
                <a:lnTo>
                  <a:pt x="345" y="286"/>
                </a:lnTo>
                <a:lnTo>
                  <a:pt x="346" y="285"/>
                </a:lnTo>
                <a:lnTo>
                  <a:pt x="347" y="285"/>
                </a:lnTo>
                <a:lnTo>
                  <a:pt x="347" y="284"/>
                </a:lnTo>
                <a:lnTo>
                  <a:pt x="347" y="283"/>
                </a:lnTo>
                <a:lnTo>
                  <a:pt x="348" y="282"/>
                </a:lnTo>
                <a:lnTo>
                  <a:pt x="348" y="281"/>
                </a:lnTo>
                <a:lnTo>
                  <a:pt x="349" y="281"/>
                </a:lnTo>
                <a:lnTo>
                  <a:pt x="350" y="281"/>
                </a:lnTo>
                <a:lnTo>
                  <a:pt x="351" y="281"/>
                </a:lnTo>
                <a:lnTo>
                  <a:pt x="351" y="280"/>
                </a:lnTo>
                <a:lnTo>
                  <a:pt x="352" y="280"/>
                </a:lnTo>
                <a:lnTo>
                  <a:pt x="352" y="281"/>
                </a:lnTo>
                <a:lnTo>
                  <a:pt x="353" y="281"/>
                </a:lnTo>
                <a:lnTo>
                  <a:pt x="352" y="281"/>
                </a:lnTo>
                <a:lnTo>
                  <a:pt x="352" y="282"/>
                </a:lnTo>
                <a:lnTo>
                  <a:pt x="353" y="282"/>
                </a:lnTo>
                <a:lnTo>
                  <a:pt x="353" y="281"/>
                </a:lnTo>
                <a:lnTo>
                  <a:pt x="354" y="282"/>
                </a:lnTo>
                <a:lnTo>
                  <a:pt x="355" y="282"/>
                </a:lnTo>
                <a:lnTo>
                  <a:pt x="355" y="283"/>
                </a:lnTo>
                <a:lnTo>
                  <a:pt x="356" y="283"/>
                </a:lnTo>
                <a:lnTo>
                  <a:pt x="356" y="284"/>
                </a:lnTo>
                <a:lnTo>
                  <a:pt x="356" y="285"/>
                </a:lnTo>
                <a:lnTo>
                  <a:pt x="356" y="286"/>
                </a:lnTo>
                <a:lnTo>
                  <a:pt x="355" y="286"/>
                </a:lnTo>
                <a:lnTo>
                  <a:pt x="355" y="287"/>
                </a:lnTo>
                <a:lnTo>
                  <a:pt x="356" y="287"/>
                </a:lnTo>
                <a:lnTo>
                  <a:pt x="357" y="287"/>
                </a:lnTo>
                <a:lnTo>
                  <a:pt x="357" y="288"/>
                </a:lnTo>
                <a:lnTo>
                  <a:pt x="357" y="289"/>
                </a:lnTo>
                <a:lnTo>
                  <a:pt x="357" y="290"/>
                </a:lnTo>
                <a:lnTo>
                  <a:pt x="357" y="291"/>
                </a:lnTo>
                <a:lnTo>
                  <a:pt x="357" y="292"/>
                </a:lnTo>
                <a:lnTo>
                  <a:pt x="357" y="293"/>
                </a:lnTo>
                <a:lnTo>
                  <a:pt x="357" y="294"/>
                </a:lnTo>
                <a:lnTo>
                  <a:pt x="358" y="295"/>
                </a:lnTo>
                <a:lnTo>
                  <a:pt x="358" y="296"/>
                </a:lnTo>
                <a:lnTo>
                  <a:pt x="357" y="297"/>
                </a:lnTo>
                <a:lnTo>
                  <a:pt x="357" y="298"/>
                </a:lnTo>
                <a:lnTo>
                  <a:pt x="358" y="298"/>
                </a:lnTo>
                <a:lnTo>
                  <a:pt x="358" y="299"/>
                </a:lnTo>
                <a:lnTo>
                  <a:pt x="359" y="300"/>
                </a:lnTo>
                <a:lnTo>
                  <a:pt x="358" y="301"/>
                </a:lnTo>
                <a:lnTo>
                  <a:pt x="359" y="301"/>
                </a:lnTo>
                <a:lnTo>
                  <a:pt x="360" y="301"/>
                </a:lnTo>
                <a:lnTo>
                  <a:pt x="361" y="300"/>
                </a:lnTo>
                <a:lnTo>
                  <a:pt x="361" y="301"/>
                </a:lnTo>
                <a:lnTo>
                  <a:pt x="361" y="302"/>
                </a:lnTo>
                <a:lnTo>
                  <a:pt x="360" y="302"/>
                </a:lnTo>
                <a:lnTo>
                  <a:pt x="360" y="303"/>
                </a:lnTo>
                <a:lnTo>
                  <a:pt x="361" y="303"/>
                </a:lnTo>
                <a:lnTo>
                  <a:pt x="362" y="303"/>
                </a:lnTo>
                <a:lnTo>
                  <a:pt x="363" y="303"/>
                </a:lnTo>
                <a:lnTo>
                  <a:pt x="364" y="304"/>
                </a:lnTo>
                <a:lnTo>
                  <a:pt x="364" y="305"/>
                </a:lnTo>
                <a:lnTo>
                  <a:pt x="364" y="306"/>
                </a:lnTo>
                <a:lnTo>
                  <a:pt x="365" y="306"/>
                </a:lnTo>
                <a:lnTo>
                  <a:pt x="365" y="307"/>
                </a:lnTo>
                <a:lnTo>
                  <a:pt x="366" y="307"/>
                </a:lnTo>
                <a:lnTo>
                  <a:pt x="366" y="308"/>
                </a:lnTo>
                <a:lnTo>
                  <a:pt x="367" y="307"/>
                </a:lnTo>
                <a:lnTo>
                  <a:pt x="366" y="306"/>
                </a:lnTo>
                <a:lnTo>
                  <a:pt x="366" y="305"/>
                </a:lnTo>
                <a:lnTo>
                  <a:pt x="367" y="305"/>
                </a:lnTo>
                <a:lnTo>
                  <a:pt x="367" y="306"/>
                </a:lnTo>
                <a:lnTo>
                  <a:pt x="368" y="306"/>
                </a:lnTo>
                <a:lnTo>
                  <a:pt x="368" y="305"/>
                </a:lnTo>
                <a:lnTo>
                  <a:pt x="367" y="305"/>
                </a:lnTo>
                <a:lnTo>
                  <a:pt x="367" y="304"/>
                </a:lnTo>
                <a:lnTo>
                  <a:pt x="368" y="304"/>
                </a:lnTo>
                <a:lnTo>
                  <a:pt x="367" y="303"/>
                </a:lnTo>
                <a:lnTo>
                  <a:pt x="367" y="302"/>
                </a:lnTo>
                <a:lnTo>
                  <a:pt x="366" y="302"/>
                </a:lnTo>
                <a:lnTo>
                  <a:pt x="366" y="303"/>
                </a:lnTo>
                <a:lnTo>
                  <a:pt x="365" y="303"/>
                </a:lnTo>
                <a:lnTo>
                  <a:pt x="365" y="302"/>
                </a:lnTo>
                <a:lnTo>
                  <a:pt x="365" y="301"/>
                </a:lnTo>
                <a:lnTo>
                  <a:pt x="366" y="301"/>
                </a:lnTo>
                <a:lnTo>
                  <a:pt x="367" y="301"/>
                </a:lnTo>
                <a:lnTo>
                  <a:pt x="368" y="301"/>
                </a:lnTo>
                <a:lnTo>
                  <a:pt x="369" y="301"/>
                </a:lnTo>
                <a:lnTo>
                  <a:pt x="369" y="302"/>
                </a:lnTo>
                <a:lnTo>
                  <a:pt x="369" y="303"/>
                </a:lnTo>
                <a:lnTo>
                  <a:pt x="368" y="303"/>
                </a:lnTo>
                <a:lnTo>
                  <a:pt x="369" y="304"/>
                </a:lnTo>
                <a:lnTo>
                  <a:pt x="370" y="304"/>
                </a:lnTo>
                <a:lnTo>
                  <a:pt x="370" y="305"/>
                </a:lnTo>
                <a:lnTo>
                  <a:pt x="369" y="306"/>
                </a:lnTo>
                <a:lnTo>
                  <a:pt x="369" y="307"/>
                </a:lnTo>
                <a:lnTo>
                  <a:pt x="368" y="307"/>
                </a:lnTo>
                <a:lnTo>
                  <a:pt x="368" y="308"/>
                </a:lnTo>
                <a:lnTo>
                  <a:pt x="369" y="308"/>
                </a:lnTo>
                <a:lnTo>
                  <a:pt x="370" y="308"/>
                </a:lnTo>
                <a:lnTo>
                  <a:pt x="370" y="307"/>
                </a:lnTo>
                <a:lnTo>
                  <a:pt x="371" y="308"/>
                </a:lnTo>
                <a:lnTo>
                  <a:pt x="372" y="308"/>
                </a:lnTo>
                <a:lnTo>
                  <a:pt x="372" y="307"/>
                </a:lnTo>
                <a:lnTo>
                  <a:pt x="372" y="306"/>
                </a:lnTo>
                <a:lnTo>
                  <a:pt x="373" y="306"/>
                </a:lnTo>
                <a:lnTo>
                  <a:pt x="373" y="305"/>
                </a:lnTo>
                <a:lnTo>
                  <a:pt x="373" y="304"/>
                </a:lnTo>
                <a:lnTo>
                  <a:pt x="374" y="304"/>
                </a:lnTo>
                <a:lnTo>
                  <a:pt x="374" y="305"/>
                </a:lnTo>
                <a:lnTo>
                  <a:pt x="373" y="306"/>
                </a:lnTo>
                <a:lnTo>
                  <a:pt x="374" y="306"/>
                </a:lnTo>
                <a:lnTo>
                  <a:pt x="374" y="305"/>
                </a:lnTo>
                <a:lnTo>
                  <a:pt x="375" y="305"/>
                </a:lnTo>
                <a:lnTo>
                  <a:pt x="375" y="306"/>
                </a:lnTo>
                <a:lnTo>
                  <a:pt x="375" y="307"/>
                </a:lnTo>
                <a:lnTo>
                  <a:pt x="376" y="308"/>
                </a:lnTo>
                <a:lnTo>
                  <a:pt x="377" y="308"/>
                </a:lnTo>
                <a:lnTo>
                  <a:pt x="377" y="307"/>
                </a:lnTo>
                <a:lnTo>
                  <a:pt x="378" y="307"/>
                </a:lnTo>
                <a:lnTo>
                  <a:pt x="378" y="308"/>
                </a:lnTo>
                <a:lnTo>
                  <a:pt x="379" y="308"/>
                </a:lnTo>
                <a:lnTo>
                  <a:pt x="379" y="309"/>
                </a:lnTo>
                <a:lnTo>
                  <a:pt x="379" y="310"/>
                </a:lnTo>
                <a:lnTo>
                  <a:pt x="378" y="311"/>
                </a:lnTo>
                <a:lnTo>
                  <a:pt x="378" y="312"/>
                </a:lnTo>
                <a:lnTo>
                  <a:pt x="377" y="312"/>
                </a:lnTo>
                <a:lnTo>
                  <a:pt x="378" y="313"/>
                </a:lnTo>
                <a:lnTo>
                  <a:pt x="379" y="314"/>
                </a:lnTo>
                <a:lnTo>
                  <a:pt x="379" y="313"/>
                </a:lnTo>
                <a:lnTo>
                  <a:pt x="380" y="313"/>
                </a:lnTo>
                <a:lnTo>
                  <a:pt x="380" y="312"/>
                </a:lnTo>
                <a:lnTo>
                  <a:pt x="381" y="312"/>
                </a:lnTo>
                <a:lnTo>
                  <a:pt x="381" y="313"/>
                </a:lnTo>
                <a:lnTo>
                  <a:pt x="381" y="314"/>
                </a:lnTo>
                <a:lnTo>
                  <a:pt x="380" y="314"/>
                </a:lnTo>
                <a:lnTo>
                  <a:pt x="381" y="315"/>
                </a:lnTo>
                <a:lnTo>
                  <a:pt x="381" y="314"/>
                </a:lnTo>
                <a:lnTo>
                  <a:pt x="381" y="315"/>
                </a:lnTo>
                <a:lnTo>
                  <a:pt x="382" y="315"/>
                </a:lnTo>
                <a:lnTo>
                  <a:pt x="382" y="316"/>
                </a:lnTo>
                <a:lnTo>
                  <a:pt x="380" y="317"/>
                </a:lnTo>
                <a:lnTo>
                  <a:pt x="379" y="317"/>
                </a:lnTo>
                <a:lnTo>
                  <a:pt x="379" y="318"/>
                </a:lnTo>
                <a:lnTo>
                  <a:pt x="379" y="319"/>
                </a:lnTo>
                <a:lnTo>
                  <a:pt x="378" y="319"/>
                </a:lnTo>
                <a:lnTo>
                  <a:pt x="378" y="320"/>
                </a:lnTo>
                <a:lnTo>
                  <a:pt x="379" y="320"/>
                </a:lnTo>
                <a:lnTo>
                  <a:pt x="380" y="321"/>
                </a:lnTo>
                <a:lnTo>
                  <a:pt x="379" y="321"/>
                </a:lnTo>
                <a:lnTo>
                  <a:pt x="379" y="322"/>
                </a:lnTo>
                <a:lnTo>
                  <a:pt x="379" y="323"/>
                </a:lnTo>
                <a:lnTo>
                  <a:pt x="379" y="324"/>
                </a:lnTo>
                <a:lnTo>
                  <a:pt x="379" y="325"/>
                </a:lnTo>
                <a:lnTo>
                  <a:pt x="378" y="325"/>
                </a:lnTo>
                <a:lnTo>
                  <a:pt x="377" y="325"/>
                </a:lnTo>
                <a:lnTo>
                  <a:pt x="377" y="326"/>
                </a:lnTo>
                <a:lnTo>
                  <a:pt x="377" y="327"/>
                </a:lnTo>
                <a:lnTo>
                  <a:pt x="377" y="328"/>
                </a:lnTo>
                <a:lnTo>
                  <a:pt x="378" y="328"/>
                </a:lnTo>
                <a:lnTo>
                  <a:pt x="378" y="329"/>
                </a:lnTo>
                <a:lnTo>
                  <a:pt x="378" y="330"/>
                </a:lnTo>
                <a:lnTo>
                  <a:pt x="379" y="331"/>
                </a:lnTo>
                <a:lnTo>
                  <a:pt x="380" y="332"/>
                </a:lnTo>
                <a:lnTo>
                  <a:pt x="380" y="331"/>
                </a:lnTo>
                <a:lnTo>
                  <a:pt x="381" y="331"/>
                </a:lnTo>
                <a:lnTo>
                  <a:pt x="381" y="332"/>
                </a:lnTo>
                <a:lnTo>
                  <a:pt x="382" y="332"/>
                </a:lnTo>
                <a:lnTo>
                  <a:pt x="384" y="332"/>
                </a:lnTo>
                <a:lnTo>
                  <a:pt x="384" y="333"/>
                </a:lnTo>
                <a:lnTo>
                  <a:pt x="385" y="334"/>
                </a:lnTo>
                <a:lnTo>
                  <a:pt x="385" y="335"/>
                </a:lnTo>
                <a:lnTo>
                  <a:pt x="384" y="336"/>
                </a:lnTo>
                <a:lnTo>
                  <a:pt x="384" y="337"/>
                </a:lnTo>
                <a:lnTo>
                  <a:pt x="384" y="338"/>
                </a:lnTo>
                <a:lnTo>
                  <a:pt x="384" y="339"/>
                </a:lnTo>
                <a:lnTo>
                  <a:pt x="384" y="340"/>
                </a:lnTo>
                <a:lnTo>
                  <a:pt x="383" y="341"/>
                </a:lnTo>
                <a:lnTo>
                  <a:pt x="383" y="342"/>
                </a:lnTo>
                <a:lnTo>
                  <a:pt x="383" y="343"/>
                </a:lnTo>
                <a:lnTo>
                  <a:pt x="382" y="344"/>
                </a:lnTo>
                <a:lnTo>
                  <a:pt x="382" y="345"/>
                </a:lnTo>
                <a:lnTo>
                  <a:pt x="383" y="345"/>
                </a:lnTo>
                <a:lnTo>
                  <a:pt x="384" y="345"/>
                </a:lnTo>
                <a:lnTo>
                  <a:pt x="385" y="345"/>
                </a:lnTo>
                <a:lnTo>
                  <a:pt x="386" y="344"/>
                </a:lnTo>
                <a:lnTo>
                  <a:pt x="387" y="344"/>
                </a:lnTo>
                <a:lnTo>
                  <a:pt x="388" y="345"/>
                </a:lnTo>
                <a:lnTo>
                  <a:pt x="389" y="344"/>
                </a:lnTo>
                <a:lnTo>
                  <a:pt x="390" y="344"/>
                </a:lnTo>
                <a:lnTo>
                  <a:pt x="390" y="343"/>
                </a:lnTo>
                <a:lnTo>
                  <a:pt x="389" y="342"/>
                </a:lnTo>
                <a:lnTo>
                  <a:pt x="390" y="341"/>
                </a:lnTo>
                <a:lnTo>
                  <a:pt x="390" y="342"/>
                </a:lnTo>
                <a:lnTo>
                  <a:pt x="391" y="341"/>
                </a:lnTo>
                <a:lnTo>
                  <a:pt x="391" y="340"/>
                </a:lnTo>
                <a:lnTo>
                  <a:pt x="391" y="341"/>
                </a:lnTo>
                <a:lnTo>
                  <a:pt x="392" y="341"/>
                </a:lnTo>
                <a:lnTo>
                  <a:pt x="393" y="341"/>
                </a:lnTo>
                <a:lnTo>
                  <a:pt x="395" y="341"/>
                </a:lnTo>
                <a:lnTo>
                  <a:pt x="395" y="340"/>
                </a:lnTo>
                <a:lnTo>
                  <a:pt x="394" y="339"/>
                </a:lnTo>
                <a:lnTo>
                  <a:pt x="394" y="338"/>
                </a:lnTo>
                <a:lnTo>
                  <a:pt x="395" y="339"/>
                </a:lnTo>
                <a:lnTo>
                  <a:pt x="395" y="338"/>
                </a:lnTo>
                <a:lnTo>
                  <a:pt x="395" y="337"/>
                </a:lnTo>
                <a:lnTo>
                  <a:pt x="396" y="337"/>
                </a:lnTo>
                <a:lnTo>
                  <a:pt x="396" y="336"/>
                </a:lnTo>
                <a:lnTo>
                  <a:pt x="397" y="336"/>
                </a:lnTo>
                <a:lnTo>
                  <a:pt x="398" y="336"/>
                </a:lnTo>
                <a:lnTo>
                  <a:pt x="399" y="337"/>
                </a:lnTo>
                <a:lnTo>
                  <a:pt x="400" y="338"/>
                </a:lnTo>
                <a:lnTo>
                  <a:pt x="401" y="339"/>
                </a:lnTo>
                <a:lnTo>
                  <a:pt x="402" y="340"/>
                </a:lnTo>
                <a:lnTo>
                  <a:pt x="403" y="340"/>
                </a:lnTo>
                <a:lnTo>
                  <a:pt x="403" y="341"/>
                </a:lnTo>
                <a:lnTo>
                  <a:pt x="403" y="342"/>
                </a:lnTo>
                <a:lnTo>
                  <a:pt x="402" y="343"/>
                </a:lnTo>
                <a:lnTo>
                  <a:pt x="403" y="343"/>
                </a:lnTo>
                <a:lnTo>
                  <a:pt x="403" y="344"/>
                </a:lnTo>
                <a:lnTo>
                  <a:pt x="402" y="346"/>
                </a:lnTo>
                <a:lnTo>
                  <a:pt x="403" y="346"/>
                </a:lnTo>
                <a:lnTo>
                  <a:pt x="403" y="347"/>
                </a:lnTo>
                <a:lnTo>
                  <a:pt x="402" y="349"/>
                </a:lnTo>
                <a:lnTo>
                  <a:pt x="402" y="350"/>
                </a:lnTo>
                <a:lnTo>
                  <a:pt x="403" y="350"/>
                </a:lnTo>
                <a:lnTo>
                  <a:pt x="403" y="349"/>
                </a:lnTo>
                <a:lnTo>
                  <a:pt x="404" y="349"/>
                </a:lnTo>
                <a:lnTo>
                  <a:pt x="404" y="350"/>
                </a:lnTo>
                <a:lnTo>
                  <a:pt x="405" y="351"/>
                </a:lnTo>
                <a:lnTo>
                  <a:pt x="406" y="351"/>
                </a:lnTo>
                <a:lnTo>
                  <a:pt x="406" y="352"/>
                </a:lnTo>
                <a:lnTo>
                  <a:pt x="405" y="352"/>
                </a:lnTo>
                <a:lnTo>
                  <a:pt x="405" y="353"/>
                </a:lnTo>
                <a:lnTo>
                  <a:pt x="405" y="354"/>
                </a:lnTo>
                <a:lnTo>
                  <a:pt x="404" y="354"/>
                </a:lnTo>
                <a:lnTo>
                  <a:pt x="404" y="355"/>
                </a:lnTo>
                <a:lnTo>
                  <a:pt x="403" y="355"/>
                </a:lnTo>
                <a:lnTo>
                  <a:pt x="403" y="356"/>
                </a:lnTo>
                <a:lnTo>
                  <a:pt x="404" y="356"/>
                </a:lnTo>
                <a:lnTo>
                  <a:pt x="403" y="356"/>
                </a:lnTo>
                <a:lnTo>
                  <a:pt x="403" y="357"/>
                </a:lnTo>
                <a:lnTo>
                  <a:pt x="403" y="358"/>
                </a:lnTo>
                <a:lnTo>
                  <a:pt x="403" y="359"/>
                </a:lnTo>
                <a:lnTo>
                  <a:pt x="404" y="360"/>
                </a:lnTo>
                <a:lnTo>
                  <a:pt x="404" y="361"/>
                </a:lnTo>
                <a:lnTo>
                  <a:pt x="404" y="362"/>
                </a:lnTo>
                <a:lnTo>
                  <a:pt x="405" y="362"/>
                </a:lnTo>
                <a:lnTo>
                  <a:pt x="405" y="363"/>
                </a:lnTo>
                <a:lnTo>
                  <a:pt x="406" y="363"/>
                </a:lnTo>
                <a:lnTo>
                  <a:pt x="406" y="364"/>
                </a:lnTo>
                <a:lnTo>
                  <a:pt x="407" y="364"/>
                </a:lnTo>
                <a:lnTo>
                  <a:pt x="408" y="363"/>
                </a:lnTo>
                <a:lnTo>
                  <a:pt x="407" y="363"/>
                </a:lnTo>
                <a:lnTo>
                  <a:pt x="408" y="363"/>
                </a:lnTo>
                <a:lnTo>
                  <a:pt x="408" y="362"/>
                </a:lnTo>
                <a:lnTo>
                  <a:pt x="409" y="363"/>
                </a:lnTo>
                <a:lnTo>
                  <a:pt x="410" y="363"/>
                </a:lnTo>
                <a:lnTo>
                  <a:pt x="410" y="364"/>
                </a:lnTo>
                <a:lnTo>
                  <a:pt x="411" y="365"/>
                </a:lnTo>
                <a:lnTo>
                  <a:pt x="412" y="365"/>
                </a:lnTo>
                <a:lnTo>
                  <a:pt x="413" y="366"/>
                </a:lnTo>
                <a:lnTo>
                  <a:pt x="414" y="366"/>
                </a:lnTo>
                <a:lnTo>
                  <a:pt x="414" y="367"/>
                </a:lnTo>
                <a:lnTo>
                  <a:pt x="415" y="368"/>
                </a:lnTo>
                <a:lnTo>
                  <a:pt x="415" y="369"/>
                </a:lnTo>
                <a:lnTo>
                  <a:pt x="415" y="370"/>
                </a:lnTo>
                <a:lnTo>
                  <a:pt x="415" y="371"/>
                </a:lnTo>
                <a:lnTo>
                  <a:pt x="415" y="372"/>
                </a:lnTo>
                <a:lnTo>
                  <a:pt x="416" y="373"/>
                </a:lnTo>
                <a:lnTo>
                  <a:pt x="416" y="374"/>
                </a:lnTo>
                <a:lnTo>
                  <a:pt x="417" y="374"/>
                </a:lnTo>
                <a:lnTo>
                  <a:pt x="418" y="373"/>
                </a:lnTo>
                <a:lnTo>
                  <a:pt x="418" y="374"/>
                </a:lnTo>
                <a:lnTo>
                  <a:pt x="419" y="374"/>
                </a:lnTo>
                <a:lnTo>
                  <a:pt x="420" y="374"/>
                </a:lnTo>
                <a:lnTo>
                  <a:pt x="420" y="375"/>
                </a:lnTo>
                <a:lnTo>
                  <a:pt x="421" y="375"/>
                </a:lnTo>
                <a:lnTo>
                  <a:pt x="422" y="376"/>
                </a:lnTo>
                <a:lnTo>
                  <a:pt x="422" y="375"/>
                </a:lnTo>
                <a:lnTo>
                  <a:pt x="423" y="375"/>
                </a:lnTo>
                <a:lnTo>
                  <a:pt x="423" y="376"/>
                </a:lnTo>
                <a:lnTo>
                  <a:pt x="424" y="377"/>
                </a:lnTo>
                <a:lnTo>
                  <a:pt x="424" y="378"/>
                </a:lnTo>
                <a:lnTo>
                  <a:pt x="425" y="378"/>
                </a:lnTo>
                <a:lnTo>
                  <a:pt x="424" y="379"/>
                </a:lnTo>
                <a:lnTo>
                  <a:pt x="424" y="380"/>
                </a:lnTo>
                <a:lnTo>
                  <a:pt x="424" y="381"/>
                </a:lnTo>
                <a:lnTo>
                  <a:pt x="423" y="382"/>
                </a:lnTo>
                <a:lnTo>
                  <a:pt x="422" y="382"/>
                </a:lnTo>
                <a:lnTo>
                  <a:pt x="422" y="384"/>
                </a:lnTo>
                <a:lnTo>
                  <a:pt x="422" y="385"/>
                </a:lnTo>
                <a:lnTo>
                  <a:pt x="422" y="386"/>
                </a:lnTo>
                <a:lnTo>
                  <a:pt x="421" y="386"/>
                </a:lnTo>
                <a:lnTo>
                  <a:pt x="421" y="387"/>
                </a:lnTo>
                <a:lnTo>
                  <a:pt x="420" y="387"/>
                </a:lnTo>
                <a:lnTo>
                  <a:pt x="419" y="388"/>
                </a:lnTo>
                <a:lnTo>
                  <a:pt x="419" y="389"/>
                </a:lnTo>
                <a:lnTo>
                  <a:pt x="418" y="392"/>
                </a:lnTo>
                <a:lnTo>
                  <a:pt x="418" y="393"/>
                </a:lnTo>
                <a:lnTo>
                  <a:pt x="418" y="395"/>
                </a:lnTo>
                <a:lnTo>
                  <a:pt x="417" y="395"/>
                </a:lnTo>
                <a:lnTo>
                  <a:pt x="417" y="396"/>
                </a:lnTo>
                <a:lnTo>
                  <a:pt x="417" y="397"/>
                </a:lnTo>
                <a:lnTo>
                  <a:pt x="416" y="397"/>
                </a:lnTo>
                <a:lnTo>
                  <a:pt x="416" y="398"/>
                </a:lnTo>
                <a:lnTo>
                  <a:pt x="416" y="400"/>
                </a:lnTo>
                <a:lnTo>
                  <a:pt x="417" y="401"/>
                </a:lnTo>
                <a:lnTo>
                  <a:pt x="416" y="402"/>
                </a:lnTo>
                <a:lnTo>
                  <a:pt x="416" y="403"/>
                </a:lnTo>
                <a:lnTo>
                  <a:pt x="417" y="404"/>
                </a:lnTo>
                <a:lnTo>
                  <a:pt x="416" y="404"/>
                </a:lnTo>
                <a:lnTo>
                  <a:pt x="416" y="405"/>
                </a:lnTo>
                <a:lnTo>
                  <a:pt x="417" y="406"/>
                </a:lnTo>
                <a:lnTo>
                  <a:pt x="417" y="407"/>
                </a:lnTo>
                <a:lnTo>
                  <a:pt x="417" y="408"/>
                </a:lnTo>
                <a:lnTo>
                  <a:pt x="416" y="408"/>
                </a:lnTo>
                <a:lnTo>
                  <a:pt x="416" y="409"/>
                </a:lnTo>
                <a:lnTo>
                  <a:pt x="416" y="410"/>
                </a:lnTo>
                <a:lnTo>
                  <a:pt x="417" y="410"/>
                </a:lnTo>
                <a:lnTo>
                  <a:pt x="417" y="411"/>
                </a:lnTo>
                <a:lnTo>
                  <a:pt x="418" y="411"/>
                </a:lnTo>
                <a:lnTo>
                  <a:pt x="419" y="411"/>
                </a:lnTo>
                <a:lnTo>
                  <a:pt x="418" y="411"/>
                </a:lnTo>
                <a:lnTo>
                  <a:pt x="418" y="412"/>
                </a:lnTo>
                <a:lnTo>
                  <a:pt x="419" y="412"/>
                </a:lnTo>
                <a:lnTo>
                  <a:pt x="420" y="412"/>
                </a:lnTo>
                <a:lnTo>
                  <a:pt x="420" y="413"/>
                </a:lnTo>
                <a:lnTo>
                  <a:pt x="420" y="414"/>
                </a:lnTo>
                <a:lnTo>
                  <a:pt x="422" y="414"/>
                </a:lnTo>
                <a:lnTo>
                  <a:pt x="423" y="414"/>
                </a:lnTo>
                <a:lnTo>
                  <a:pt x="423" y="415"/>
                </a:lnTo>
                <a:lnTo>
                  <a:pt x="422" y="415"/>
                </a:lnTo>
                <a:lnTo>
                  <a:pt x="422" y="416"/>
                </a:lnTo>
                <a:lnTo>
                  <a:pt x="421" y="416"/>
                </a:lnTo>
                <a:lnTo>
                  <a:pt x="421" y="417"/>
                </a:lnTo>
                <a:lnTo>
                  <a:pt x="422" y="417"/>
                </a:lnTo>
                <a:lnTo>
                  <a:pt x="421" y="418"/>
                </a:lnTo>
                <a:lnTo>
                  <a:pt x="420" y="419"/>
                </a:lnTo>
                <a:lnTo>
                  <a:pt x="420" y="420"/>
                </a:lnTo>
                <a:lnTo>
                  <a:pt x="419" y="420"/>
                </a:lnTo>
                <a:lnTo>
                  <a:pt x="418" y="420"/>
                </a:lnTo>
                <a:lnTo>
                  <a:pt x="418" y="421"/>
                </a:lnTo>
                <a:lnTo>
                  <a:pt x="418" y="422"/>
                </a:lnTo>
                <a:lnTo>
                  <a:pt x="419" y="422"/>
                </a:lnTo>
                <a:lnTo>
                  <a:pt x="419" y="423"/>
                </a:lnTo>
                <a:lnTo>
                  <a:pt x="420" y="423"/>
                </a:lnTo>
                <a:lnTo>
                  <a:pt x="419" y="424"/>
                </a:lnTo>
                <a:lnTo>
                  <a:pt x="418" y="424"/>
                </a:lnTo>
                <a:lnTo>
                  <a:pt x="417" y="424"/>
                </a:lnTo>
                <a:lnTo>
                  <a:pt x="417" y="425"/>
                </a:lnTo>
                <a:lnTo>
                  <a:pt x="416" y="425"/>
                </a:lnTo>
                <a:lnTo>
                  <a:pt x="415" y="425"/>
                </a:lnTo>
                <a:lnTo>
                  <a:pt x="415" y="426"/>
                </a:lnTo>
                <a:lnTo>
                  <a:pt x="414" y="426"/>
                </a:lnTo>
                <a:lnTo>
                  <a:pt x="413" y="427"/>
                </a:lnTo>
                <a:lnTo>
                  <a:pt x="412" y="427"/>
                </a:lnTo>
                <a:lnTo>
                  <a:pt x="411" y="427"/>
                </a:lnTo>
                <a:lnTo>
                  <a:pt x="411" y="428"/>
                </a:lnTo>
                <a:lnTo>
                  <a:pt x="410" y="429"/>
                </a:lnTo>
                <a:lnTo>
                  <a:pt x="410" y="430"/>
                </a:lnTo>
                <a:lnTo>
                  <a:pt x="411" y="430"/>
                </a:lnTo>
                <a:lnTo>
                  <a:pt x="411" y="431"/>
                </a:lnTo>
                <a:lnTo>
                  <a:pt x="412" y="431"/>
                </a:lnTo>
                <a:lnTo>
                  <a:pt x="412" y="432"/>
                </a:lnTo>
                <a:lnTo>
                  <a:pt x="413" y="431"/>
                </a:lnTo>
                <a:lnTo>
                  <a:pt x="414" y="430"/>
                </a:lnTo>
                <a:lnTo>
                  <a:pt x="415" y="430"/>
                </a:lnTo>
                <a:lnTo>
                  <a:pt x="415" y="429"/>
                </a:lnTo>
                <a:lnTo>
                  <a:pt x="416" y="429"/>
                </a:lnTo>
                <a:lnTo>
                  <a:pt x="416" y="430"/>
                </a:lnTo>
                <a:lnTo>
                  <a:pt x="417" y="431"/>
                </a:lnTo>
                <a:lnTo>
                  <a:pt x="418" y="431"/>
                </a:lnTo>
                <a:lnTo>
                  <a:pt x="419" y="430"/>
                </a:lnTo>
                <a:lnTo>
                  <a:pt x="420" y="430"/>
                </a:lnTo>
                <a:lnTo>
                  <a:pt x="420" y="429"/>
                </a:lnTo>
                <a:lnTo>
                  <a:pt x="421" y="429"/>
                </a:lnTo>
                <a:lnTo>
                  <a:pt x="421" y="428"/>
                </a:lnTo>
                <a:lnTo>
                  <a:pt x="422" y="428"/>
                </a:lnTo>
                <a:lnTo>
                  <a:pt x="423" y="429"/>
                </a:lnTo>
                <a:lnTo>
                  <a:pt x="423" y="430"/>
                </a:lnTo>
                <a:lnTo>
                  <a:pt x="424" y="431"/>
                </a:lnTo>
                <a:lnTo>
                  <a:pt x="423" y="431"/>
                </a:lnTo>
                <a:lnTo>
                  <a:pt x="423" y="432"/>
                </a:lnTo>
                <a:lnTo>
                  <a:pt x="424" y="432"/>
                </a:lnTo>
                <a:lnTo>
                  <a:pt x="424" y="433"/>
                </a:lnTo>
                <a:lnTo>
                  <a:pt x="425" y="433"/>
                </a:lnTo>
                <a:lnTo>
                  <a:pt x="425" y="434"/>
                </a:lnTo>
                <a:lnTo>
                  <a:pt x="424" y="434"/>
                </a:lnTo>
                <a:lnTo>
                  <a:pt x="423" y="434"/>
                </a:lnTo>
                <a:lnTo>
                  <a:pt x="423" y="435"/>
                </a:lnTo>
                <a:lnTo>
                  <a:pt x="422" y="435"/>
                </a:lnTo>
                <a:lnTo>
                  <a:pt x="422" y="437"/>
                </a:lnTo>
                <a:lnTo>
                  <a:pt x="421" y="438"/>
                </a:lnTo>
                <a:lnTo>
                  <a:pt x="420" y="439"/>
                </a:lnTo>
                <a:lnTo>
                  <a:pt x="420" y="440"/>
                </a:lnTo>
                <a:lnTo>
                  <a:pt x="420" y="441"/>
                </a:lnTo>
                <a:lnTo>
                  <a:pt x="421" y="441"/>
                </a:lnTo>
                <a:lnTo>
                  <a:pt x="420" y="441"/>
                </a:lnTo>
                <a:lnTo>
                  <a:pt x="420" y="442"/>
                </a:lnTo>
                <a:lnTo>
                  <a:pt x="420" y="443"/>
                </a:lnTo>
                <a:lnTo>
                  <a:pt x="420" y="444"/>
                </a:lnTo>
                <a:lnTo>
                  <a:pt x="419" y="444"/>
                </a:lnTo>
                <a:lnTo>
                  <a:pt x="418" y="445"/>
                </a:lnTo>
                <a:lnTo>
                  <a:pt x="417" y="446"/>
                </a:lnTo>
                <a:lnTo>
                  <a:pt x="415" y="447"/>
                </a:lnTo>
                <a:lnTo>
                  <a:pt x="415" y="446"/>
                </a:lnTo>
                <a:lnTo>
                  <a:pt x="414" y="446"/>
                </a:lnTo>
                <a:lnTo>
                  <a:pt x="413" y="446"/>
                </a:lnTo>
                <a:lnTo>
                  <a:pt x="412" y="447"/>
                </a:lnTo>
                <a:lnTo>
                  <a:pt x="411" y="447"/>
                </a:lnTo>
                <a:lnTo>
                  <a:pt x="411" y="448"/>
                </a:lnTo>
                <a:lnTo>
                  <a:pt x="411" y="449"/>
                </a:lnTo>
                <a:lnTo>
                  <a:pt x="410" y="449"/>
                </a:lnTo>
                <a:lnTo>
                  <a:pt x="409" y="449"/>
                </a:lnTo>
                <a:lnTo>
                  <a:pt x="409" y="450"/>
                </a:lnTo>
                <a:lnTo>
                  <a:pt x="410" y="450"/>
                </a:lnTo>
                <a:lnTo>
                  <a:pt x="410" y="451"/>
                </a:lnTo>
                <a:lnTo>
                  <a:pt x="410" y="452"/>
                </a:lnTo>
                <a:lnTo>
                  <a:pt x="409" y="452"/>
                </a:lnTo>
                <a:lnTo>
                  <a:pt x="408" y="452"/>
                </a:lnTo>
                <a:lnTo>
                  <a:pt x="409" y="452"/>
                </a:lnTo>
                <a:lnTo>
                  <a:pt x="409" y="453"/>
                </a:lnTo>
                <a:lnTo>
                  <a:pt x="408" y="454"/>
                </a:lnTo>
                <a:lnTo>
                  <a:pt x="407" y="453"/>
                </a:lnTo>
                <a:lnTo>
                  <a:pt x="407" y="454"/>
                </a:lnTo>
                <a:lnTo>
                  <a:pt x="407" y="455"/>
                </a:lnTo>
                <a:lnTo>
                  <a:pt x="407" y="456"/>
                </a:lnTo>
                <a:lnTo>
                  <a:pt x="407" y="458"/>
                </a:lnTo>
                <a:lnTo>
                  <a:pt x="407" y="459"/>
                </a:lnTo>
                <a:lnTo>
                  <a:pt x="406" y="460"/>
                </a:lnTo>
                <a:lnTo>
                  <a:pt x="406" y="461"/>
                </a:lnTo>
                <a:lnTo>
                  <a:pt x="407" y="461"/>
                </a:lnTo>
                <a:lnTo>
                  <a:pt x="407" y="462"/>
                </a:lnTo>
                <a:lnTo>
                  <a:pt x="406" y="462"/>
                </a:lnTo>
                <a:lnTo>
                  <a:pt x="406" y="463"/>
                </a:lnTo>
                <a:lnTo>
                  <a:pt x="405" y="463"/>
                </a:lnTo>
                <a:lnTo>
                  <a:pt x="405" y="464"/>
                </a:lnTo>
                <a:lnTo>
                  <a:pt x="406" y="464"/>
                </a:lnTo>
                <a:lnTo>
                  <a:pt x="406" y="465"/>
                </a:lnTo>
                <a:lnTo>
                  <a:pt x="405" y="465"/>
                </a:lnTo>
                <a:lnTo>
                  <a:pt x="405" y="466"/>
                </a:lnTo>
                <a:lnTo>
                  <a:pt x="405" y="467"/>
                </a:lnTo>
                <a:lnTo>
                  <a:pt x="404" y="467"/>
                </a:lnTo>
                <a:lnTo>
                  <a:pt x="404" y="468"/>
                </a:lnTo>
                <a:lnTo>
                  <a:pt x="403" y="469"/>
                </a:lnTo>
                <a:lnTo>
                  <a:pt x="404" y="469"/>
                </a:lnTo>
                <a:lnTo>
                  <a:pt x="403" y="470"/>
                </a:lnTo>
                <a:lnTo>
                  <a:pt x="403" y="471"/>
                </a:lnTo>
                <a:lnTo>
                  <a:pt x="402" y="471"/>
                </a:lnTo>
                <a:lnTo>
                  <a:pt x="401" y="472"/>
                </a:lnTo>
                <a:lnTo>
                  <a:pt x="400" y="472"/>
                </a:lnTo>
                <a:lnTo>
                  <a:pt x="400" y="473"/>
                </a:lnTo>
                <a:lnTo>
                  <a:pt x="399" y="473"/>
                </a:lnTo>
                <a:lnTo>
                  <a:pt x="399" y="474"/>
                </a:lnTo>
                <a:lnTo>
                  <a:pt x="400" y="474"/>
                </a:lnTo>
                <a:lnTo>
                  <a:pt x="400" y="475"/>
                </a:lnTo>
                <a:lnTo>
                  <a:pt x="400" y="476"/>
                </a:lnTo>
                <a:lnTo>
                  <a:pt x="401" y="476"/>
                </a:lnTo>
                <a:lnTo>
                  <a:pt x="401" y="477"/>
                </a:lnTo>
                <a:lnTo>
                  <a:pt x="402" y="478"/>
                </a:lnTo>
                <a:lnTo>
                  <a:pt x="402" y="479"/>
                </a:lnTo>
                <a:lnTo>
                  <a:pt x="401" y="480"/>
                </a:lnTo>
                <a:lnTo>
                  <a:pt x="400" y="480"/>
                </a:lnTo>
                <a:lnTo>
                  <a:pt x="400" y="481"/>
                </a:lnTo>
                <a:lnTo>
                  <a:pt x="399" y="481"/>
                </a:lnTo>
                <a:lnTo>
                  <a:pt x="398" y="480"/>
                </a:lnTo>
                <a:lnTo>
                  <a:pt x="397" y="479"/>
                </a:lnTo>
                <a:lnTo>
                  <a:pt x="395" y="479"/>
                </a:lnTo>
                <a:lnTo>
                  <a:pt x="395" y="478"/>
                </a:lnTo>
                <a:lnTo>
                  <a:pt x="395" y="477"/>
                </a:lnTo>
                <a:lnTo>
                  <a:pt x="394" y="477"/>
                </a:lnTo>
                <a:lnTo>
                  <a:pt x="394" y="478"/>
                </a:lnTo>
                <a:lnTo>
                  <a:pt x="393" y="479"/>
                </a:lnTo>
                <a:lnTo>
                  <a:pt x="392" y="479"/>
                </a:lnTo>
                <a:lnTo>
                  <a:pt x="392" y="480"/>
                </a:lnTo>
                <a:lnTo>
                  <a:pt x="392" y="481"/>
                </a:lnTo>
                <a:lnTo>
                  <a:pt x="393" y="482"/>
                </a:lnTo>
                <a:lnTo>
                  <a:pt x="392" y="483"/>
                </a:lnTo>
                <a:lnTo>
                  <a:pt x="392" y="484"/>
                </a:lnTo>
                <a:lnTo>
                  <a:pt x="390" y="484"/>
                </a:lnTo>
                <a:lnTo>
                  <a:pt x="389" y="484"/>
                </a:lnTo>
                <a:lnTo>
                  <a:pt x="389" y="483"/>
                </a:lnTo>
                <a:lnTo>
                  <a:pt x="388" y="482"/>
                </a:lnTo>
                <a:lnTo>
                  <a:pt x="387" y="482"/>
                </a:lnTo>
                <a:lnTo>
                  <a:pt x="386" y="481"/>
                </a:lnTo>
                <a:lnTo>
                  <a:pt x="385" y="481"/>
                </a:lnTo>
                <a:lnTo>
                  <a:pt x="384" y="481"/>
                </a:lnTo>
                <a:lnTo>
                  <a:pt x="384" y="480"/>
                </a:lnTo>
                <a:lnTo>
                  <a:pt x="383" y="480"/>
                </a:lnTo>
                <a:lnTo>
                  <a:pt x="383" y="479"/>
                </a:lnTo>
                <a:lnTo>
                  <a:pt x="384" y="479"/>
                </a:lnTo>
                <a:lnTo>
                  <a:pt x="384" y="478"/>
                </a:lnTo>
                <a:lnTo>
                  <a:pt x="383" y="478"/>
                </a:lnTo>
                <a:lnTo>
                  <a:pt x="383" y="477"/>
                </a:lnTo>
                <a:lnTo>
                  <a:pt x="382" y="477"/>
                </a:lnTo>
                <a:lnTo>
                  <a:pt x="381" y="477"/>
                </a:lnTo>
                <a:lnTo>
                  <a:pt x="380" y="477"/>
                </a:lnTo>
                <a:lnTo>
                  <a:pt x="379" y="477"/>
                </a:lnTo>
                <a:lnTo>
                  <a:pt x="378" y="478"/>
                </a:lnTo>
                <a:lnTo>
                  <a:pt x="377" y="479"/>
                </a:lnTo>
                <a:lnTo>
                  <a:pt x="376" y="479"/>
                </a:lnTo>
                <a:lnTo>
                  <a:pt x="376" y="480"/>
                </a:lnTo>
                <a:lnTo>
                  <a:pt x="375" y="479"/>
                </a:lnTo>
                <a:lnTo>
                  <a:pt x="374" y="479"/>
                </a:lnTo>
                <a:lnTo>
                  <a:pt x="374" y="478"/>
                </a:lnTo>
                <a:lnTo>
                  <a:pt x="374" y="477"/>
                </a:lnTo>
                <a:lnTo>
                  <a:pt x="373" y="477"/>
                </a:lnTo>
                <a:lnTo>
                  <a:pt x="373" y="476"/>
                </a:lnTo>
                <a:lnTo>
                  <a:pt x="372" y="475"/>
                </a:lnTo>
                <a:lnTo>
                  <a:pt x="372" y="474"/>
                </a:lnTo>
                <a:lnTo>
                  <a:pt x="371" y="474"/>
                </a:lnTo>
                <a:lnTo>
                  <a:pt x="370" y="474"/>
                </a:lnTo>
                <a:lnTo>
                  <a:pt x="370" y="475"/>
                </a:lnTo>
                <a:lnTo>
                  <a:pt x="370" y="476"/>
                </a:lnTo>
                <a:lnTo>
                  <a:pt x="369" y="477"/>
                </a:lnTo>
                <a:lnTo>
                  <a:pt x="367" y="477"/>
                </a:lnTo>
                <a:lnTo>
                  <a:pt x="367" y="478"/>
                </a:lnTo>
                <a:lnTo>
                  <a:pt x="367" y="479"/>
                </a:lnTo>
                <a:lnTo>
                  <a:pt x="366" y="480"/>
                </a:lnTo>
                <a:lnTo>
                  <a:pt x="366" y="478"/>
                </a:lnTo>
                <a:lnTo>
                  <a:pt x="366" y="477"/>
                </a:lnTo>
                <a:lnTo>
                  <a:pt x="366" y="476"/>
                </a:lnTo>
                <a:lnTo>
                  <a:pt x="365" y="476"/>
                </a:lnTo>
                <a:lnTo>
                  <a:pt x="364" y="476"/>
                </a:lnTo>
                <a:lnTo>
                  <a:pt x="363" y="476"/>
                </a:lnTo>
                <a:lnTo>
                  <a:pt x="363" y="475"/>
                </a:lnTo>
                <a:lnTo>
                  <a:pt x="363" y="474"/>
                </a:lnTo>
                <a:lnTo>
                  <a:pt x="363" y="473"/>
                </a:lnTo>
                <a:lnTo>
                  <a:pt x="362" y="472"/>
                </a:lnTo>
                <a:lnTo>
                  <a:pt x="362" y="470"/>
                </a:lnTo>
                <a:lnTo>
                  <a:pt x="362" y="469"/>
                </a:lnTo>
                <a:lnTo>
                  <a:pt x="363" y="469"/>
                </a:lnTo>
                <a:lnTo>
                  <a:pt x="363" y="468"/>
                </a:lnTo>
                <a:lnTo>
                  <a:pt x="364" y="468"/>
                </a:lnTo>
                <a:lnTo>
                  <a:pt x="365" y="468"/>
                </a:lnTo>
                <a:lnTo>
                  <a:pt x="366" y="467"/>
                </a:lnTo>
                <a:lnTo>
                  <a:pt x="367" y="466"/>
                </a:lnTo>
                <a:lnTo>
                  <a:pt x="367" y="465"/>
                </a:lnTo>
                <a:lnTo>
                  <a:pt x="366" y="465"/>
                </a:lnTo>
                <a:lnTo>
                  <a:pt x="366" y="464"/>
                </a:lnTo>
                <a:lnTo>
                  <a:pt x="367" y="463"/>
                </a:lnTo>
                <a:lnTo>
                  <a:pt x="368" y="461"/>
                </a:lnTo>
                <a:lnTo>
                  <a:pt x="367" y="461"/>
                </a:lnTo>
                <a:lnTo>
                  <a:pt x="367" y="460"/>
                </a:lnTo>
                <a:lnTo>
                  <a:pt x="368" y="459"/>
                </a:lnTo>
                <a:lnTo>
                  <a:pt x="368" y="458"/>
                </a:lnTo>
                <a:lnTo>
                  <a:pt x="367" y="458"/>
                </a:lnTo>
                <a:lnTo>
                  <a:pt x="366" y="457"/>
                </a:lnTo>
                <a:lnTo>
                  <a:pt x="366" y="456"/>
                </a:lnTo>
                <a:lnTo>
                  <a:pt x="367" y="455"/>
                </a:lnTo>
                <a:lnTo>
                  <a:pt x="367" y="454"/>
                </a:lnTo>
                <a:lnTo>
                  <a:pt x="367" y="453"/>
                </a:lnTo>
                <a:lnTo>
                  <a:pt x="368" y="452"/>
                </a:lnTo>
                <a:lnTo>
                  <a:pt x="367" y="451"/>
                </a:lnTo>
                <a:lnTo>
                  <a:pt x="366" y="451"/>
                </a:lnTo>
                <a:lnTo>
                  <a:pt x="365" y="450"/>
                </a:lnTo>
                <a:lnTo>
                  <a:pt x="364" y="449"/>
                </a:lnTo>
                <a:lnTo>
                  <a:pt x="365" y="449"/>
                </a:lnTo>
                <a:lnTo>
                  <a:pt x="364" y="449"/>
                </a:lnTo>
                <a:lnTo>
                  <a:pt x="364" y="447"/>
                </a:lnTo>
                <a:lnTo>
                  <a:pt x="363" y="447"/>
                </a:lnTo>
                <a:lnTo>
                  <a:pt x="362" y="447"/>
                </a:lnTo>
                <a:lnTo>
                  <a:pt x="362" y="446"/>
                </a:lnTo>
                <a:lnTo>
                  <a:pt x="362" y="445"/>
                </a:lnTo>
                <a:lnTo>
                  <a:pt x="362" y="444"/>
                </a:lnTo>
                <a:lnTo>
                  <a:pt x="361" y="444"/>
                </a:lnTo>
                <a:lnTo>
                  <a:pt x="360" y="444"/>
                </a:lnTo>
                <a:lnTo>
                  <a:pt x="360" y="445"/>
                </a:lnTo>
                <a:lnTo>
                  <a:pt x="359" y="445"/>
                </a:lnTo>
                <a:lnTo>
                  <a:pt x="359" y="446"/>
                </a:lnTo>
                <a:lnTo>
                  <a:pt x="358" y="446"/>
                </a:lnTo>
                <a:lnTo>
                  <a:pt x="357" y="446"/>
                </a:lnTo>
                <a:lnTo>
                  <a:pt x="356" y="446"/>
                </a:lnTo>
                <a:lnTo>
                  <a:pt x="355" y="446"/>
                </a:lnTo>
                <a:lnTo>
                  <a:pt x="354" y="447"/>
                </a:lnTo>
                <a:lnTo>
                  <a:pt x="353" y="449"/>
                </a:lnTo>
                <a:lnTo>
                  <a:pt x="355" y="450"/>
                </a:lnTo>
                <a:lnTo>
                  <a:pt x="356" y="450"/>
                </a:lnTo>
                <a:lnTo>
                  <a:pt x="356" y="451"/>
                </a:lnTo>
                <a:lnTo>
                  <a:pt x="357" y="452"/>
                </a:lnTo>
                <a:lnTo>
                  <a:pt x="358" y="452"/>
                </a:lnTo>
                <a:lnTo>
                  <a:pt x="358" y="453"/>
                </a:lnTo>
                <a:lnTo>
                  <a:pt x="359" y="454"/>
                </a:lnTo>
                <a:lnTo>
                  <a:pt x="359" y="455"/>
                </a:lnTo>
                <a:lnTo>
                  <a:pt x="359" y="456"/>
                </a:lnTo>
                <a:lnTo>
                  <a:pt x="358" y="456"/>
                </a:lnTo>
                <a:lnTo>
                  <a:pt x="357" y="457"/>
                </a:lnTo>
                <a:lnTo>
                  <a:pt x="356" y="457"/>
                </a:lnTo>
                <a:lnTo>
                  <a:pt x="356" y="458"/>
                </a:lnTo>
                <a:lnTo>
                  <a:pt x="355" y="459"/>
                </a:lnTo>
                <a:lnTo>
                  <a:pt x="355" y="460"/>
                </a:lnTo>
                <a:lnTo>
                  <a:pt x="355" y="461"/>
                </a:lnTo>
                <a:lnTo>
                  <a:pt x="356" y="461"/>
                </a:lnTo>
                <a:lnTo>
                  <a:pt x="357" y="461"/>
                </a:lnTo>
                <a:lnTo>
                  <a:pt x="357" y="462"/>
                </a:lnTo>
                <a:lnTo>
                  <a:pt x="356" y="463"/>
                </a:lnTo>
                <a:lnTo>
                  <a:pt x="355" y="463"/>
                </a:lnTo>
                <a:lnTo>
                  <a:pt x="354" y="463"/>
                </a:lnTo>
                <a:lnTo>
                  <a:pt x="354" y="464"/>
                </a:lnTo>
                <a:lnTo>
                  <a:pt x="353" y="464"/>
                </a:lnTo>
                <a:lnTo>
                  <a:pt x="353" y="463"/>
                </a:lnTo>
                <a:lnTo>
                  <a:pt x="351" y="464"/>
                </a:lnTo>
                <a:lnTo>
                  <a:pt x="350" y="464"/>
                </a:lnTo>
                <a:lnTo>
                  <a:pt x="350" y="463"/>
                </a:lnTo>
                <a:lnTo>
                  <a:pt x="349" y="463"/>
                </a:lnTo>
                <a:lnTo>
                  <a:pt x="349" y="462"/>
                </a:lnTo>
                <a:lnTo>
                  <a:pt x="348" y="462"/>
                </a:lnTo>
                <a:lnTo>
                  <a:pt x="347" y="462"/>
                </a:lnTo>
                <a:lnTo>
                  <a:pt x="347" y="460"/>
                </a:lnTo>
                <a:lnTo>
                  <a:pt x="347" y="459"/>
                </a:lnTo>
                <a:lnTo>
                  <a:pt x="347" y="457"/>
                </a:lnTo>
                <a:lnTo>
                  <a:pt x="347" y="456"/>
                </a:lnTo>
                <a:lnTo>
                  <a:pt x="347" y="455"/>
                </a:lnTo>
                <a:lnTo>
                  <a:pt x="348" y="455"/>
                </a:lnTo>
                <a:lnTo>
                  <a:pt x="349" y="455"/>
                </a:lnTo>
                <a:lnTo>
                  <a:pt x="350" y="455"/>
                </a:lnTo>
                <a:lnTo>
                  <a:pt x="350" y="454"/>
                </a:lnTo>
                <a:lnTo>
                  <a:pt x="350" y="453"/>
                </a:lnTo>
                <a:lnTo>
                  <a:pt x="350" y="452"/>
                </a:lnTo>
                <a:lnTo>
                  <a:pt x="350" y="451"/>
                </a:lnTo>
                <a:lnTo>
                  <a:pt x="349" y="451"/>
                </a:lnTo>
                <a:lnTo>
                  <a:pt x="349" y="450"/>
                </a:lnTo>
                <a:lnTo>
                  <a:pt x="349" y="449"/>
                </a:lnTo>
                <a:lnTo>
                  <a:pt x="348" y="449"/>
                </a:lnTo>
                <a:lnTo>
                  <a:pt x="348" y="448"/>
                </a:lnTo>
                <a:lnTo>
                  <a:pt x="348" y="447"/>
                </a:lnTo>
                <a:lnTo>
                  <a:pt x="348" y="446"/>
                </a:lnTo>
                <a:lnTo>
                  <a:pt x="347" y="445"/>
                </a:lnTo>
                <a:lnTo>
                  <a:pt x="347" y="444"/>
                </a:lnTo>
                <a:lnTo>
                  <a:pt x="347" y="443"/>
                </a:lnTo>
                <a:lnTo>
                  <a:pt x="347" y="442"/>
                </a:lnTo>
                <a:lnTo>
                  <a:pt x="346" y="440"/>
                </a:lnTo>
                <a:lnTo>
                  <a:pt x="347" y="439"/>
                </a:lnTo>
                <a:lnTo>
                  <a:pt x="349" y="439"/>
                </a:lnTo>
                <a:lnTo>
                  <a:pt x="350" y="439"/>
                </a:lnTo>
                <a:lnTo>
                  <a:pt x="350" y="438"/>
                </a:lnTo>
                <a:lnTo>
                  <a:pt x="350" y="437"/>
                </a:lnTo>
                <a:lnTo>
                  <a:pt x="350" y="436"/>
                </a:lnTo>
                <a:lnTo>
                  <a:pt x="350" y="434"/>
                </a:lnTo>
                <a:lnTo>
                  <a:pt x="350" y="433"/>
                </a:lnTo>
                <a:lnTo>
                  <a:pt x="349" y="433"/>
                </a:lnTo>
                <a:lnTo>
                  <a:pt x="350" y="433"/>
                </a:lnTo>
                <a:lnTo>
                  <a:pt x="350" y="432"/>
                </a:lnTo>
                <a:lnTo>
                  <a:pt x="351" y="431"/>
                </a:lnTo>
                <a:lnTo>
                  <a:pt x="353" y="429"/>
                </a:lnTo>
                <a:lnTo>
                  <a:pt x="352" y="429"/>
                </a:lnTo>
                <a:lnTo>
                  <a:pt x="352" y="428"/>
                </a:lnTo>
                <a:lnTo>
                  <a:pt x="353" y="428"/>
                </a:lnTo>
                <a:lnTo>
                  <a:pt x="353" y="427"/>
                </a:lnTo>
                <a:lnTo>
                  <a:pt x="352" y="427"/>
                </a:lnTo>
                <a:lnTo>
                  <a:pt x="351" y="427"/>
                </a:lnTo>
                <a:lnTo>
                  <a:pt x="350" y="427"/>
                </a:lnTo>
                <a:lnTo>
                  <a:pt x="349" y="427"/>
                </a:lnTo>
                <a:lnTo>
                  <a:pt x="348" y="427"/>
                </a:lnTo>
                <a:lnTo>
                  <a:pt x="347" y="427"/>
                </a:lnTo>
                <a:lnTo>
                  <a:pt x="347" y="426"/>
                </a:lnTo>
                <a:lnTo>
                  <a:pt x="348" y="426"/>
                </a:lnTo>
                <a:lnTo>
                  <a:pt x="347" y="425"/>
                </a:lnTo>
                <a:lnTo>
                  <a:pt x="346" y="424"/>
                </a:lnTo>
                <a:lnTo>
                  <a:pt x="345" y="424"/>
                </a:lnTo>
                <a:lnTo>
                  <a:pt x="345" y="425"/>
                </a:lnTo>
                <a:lnTo>
                  <a:pt x="345" y="426"/>
                </a:lnTo>
                <a:lnTo>
                  <a:pt x="343" y="426"/>
                </a:lnTo>
                <a:lnTo>
                  <a:pt x="343" y="425"/>
                </a:lnTo>
                <a:lnTo>
                  <a:pt x="342" y="425"/>
                </a:lnTo>
                <a:lnTo>
                  <a:pt x="342" y="426"/>
                </a:lnTo>
                <a:lnTo>
                  <a:pt x="340" y="427"/>
                </a:lnTo>
                <a:lnTo>
                  <a:pt x="339" y="427"/>
                </a:lnTo>
                <a:lnTo>
                  <a:pt x="339" y="428"/>
                </a:lnTo>
                <a:lnTo>
                  <a:pt x="338" y="428"/>
                </a:lnTo>
                <a:lnTo>
                  <a:pt x="337" y="428"/>
                </a:lnTo>
                <a:lnTo>
                  <a:pt x="336" y="428"/>
                </a:lnTo>
                <a:lnTo>
                  <a:pt x="335" y="428"/>
                </a:lnTo>
                <a:lnTo>
                  <a:pt x="334" y="427"/>
                </a:lnTo>
                <a:lnTo>
                  <a:pt x="333" y="428"/>
                </a:lnTo>
                <a:lnTo>
                  <a:pt x="332" y="428"/>
                </a:lnTo>
                <a:lnTo>
                  <a:pt x="331" y="427"/>
                </a:lnTo>
                <a:lnTo>
                  <a:pt x="330" y="426"/>
                </a:lnTo>
                <a:lnTo>
                  <a:pt x="329" y="426"/>
                </a:lnTo>
                <a:lnTo>
                  <a:pt x="328" y="426"/>
                </a:lnTo>
                <a:lnTo>
                  <a:pt x="327" y="425"/>
                </a:lnTo>
                <a:lnTo>
                  <a:pt x="326" y="425"/>
                </a:lnTo>
                <a:lnTo>
                  <a:pt x="325" y="424"/>
                </a:lnTo>
                <a:lnTo>
                  <a:pt x="324" y="423"/>
                </a:lnTo>
                <a:lnTo>
                  <a:pt x="323" y="423"/>
                </a:lnTo>
                <a:lnTo>
                  <a:pt x="323" y="422"/>
                </a:lnTo>
                <a:lnTo>
                  <a:pt x="322" y="422"/>
                </a:lnTo>
                <a:lnTo>
                  <a:pt x="322" y="423"/>
                </a:lnTo>
                <a:lnTo>
                  <a:pt x="321" y="422"/>
                </a:lnTo>
                <a:lnTo>
                  <a:pt x="321" y="421"/>
                </a:lnTo>
                <a:lnTo>
                  <a:pt x="322" y="420"/>
                </a:lnTo>
                <a:lnTo>
                  <a:pt x="322" y="419"/>
                </a:lnTo>
                <a:lnTo>
                  <a:pt x="322" y="418"/>
                </a:lnTo>
                <a:lnTo>
                  <a:pt x="322" y="416"/>
                </a:lnTo>
                <a:lnTo>
                  <a:pt x="323" y="415"/>
                </a:lnTo>
                <a:lnTo>
                  <a:pt x="323" y="414"/>
                </a:lnTo>
                <a:lnTo>
                  <a:pt x="325" y="412"/>
                </a:lnTo>
                <a:lnTo>
                  <a:pt x="326" y="411"/>
                </a:lnTo>
                <a:lnTo>
                  <a:pt x="327" y="410"/>
                </a:lnTo>
                <a:lnTo>
                  <a:pt x="327" y="409"/>
                </a:lnTo>
                <a:lnTo>
                  <a:pt x="327" y="408"/>
                </a:lnTo>
                <a:lnTo>
                  <a:pt x="327" y="407"/>
                </a:lnTo>
                <a:lnTo>
                  <a:pt x="326" y="407"/>
                </a:lnTo>
                <a:lnTo>
                  <a:pt x="324" y="406"/>
                </a:lnTo>
                <a:lnTo>
                  <a:pt x="323" y="406"/>
                </a:lnTo>
                <a:lnTo>
                  <a:pt x="323" y="405"/>
                </a:lnTo>
                <a:lnTo>
                  <a:pt x="323" y="404"/>
                </a:lnTo>
                <a:lnTo>
                  <a:pt x="323" y="403"/>
                </a:lnTo>
                <a:lnTo>
                  <a:pt x="323" y="402"/>
                </a:lnTo>
                <a:lnTo>
                  <a:pt x="322" y="402"/>
                </a:lnTo>
                <a:lnTo>
                  <a:pt x="322" y="401"/>
                </a:lnTo>
                <a:lnTo>
                  <a:pt x="322" y="400"/>
                </a:lnTo>
                <a:lnTo>
                  <a:pt x="323" y="400"/>
                </a:lnTo>
                <a:lnTo>
                  <a:pt x="323" y="399"/>
                </a:lnTo>
                <a:lnTo>
                  <a:pt x="323" y="397"/>
                </a:lnTo>
                <a:lnTo>
                  <a:pt x="323" y="396"/>
                </a:lnTo>
                <a:lnTo>
                  <a:pt x="323" y="395"/>
                </a:lnTo>
                <a:lnTo>
                  <a:pt x="323" y="392"/>
                </a:lnTo>
                <a:lnTo>
                  <a:pt x="323" y="391"/>
                </a:lnTo>
                <a:lnTo>
                  <a:pt x="322" y="391"/>
                </a:lnTo>
                <a:lnTo>
                  <a:pt x="322" y="390"/>
                </a:lnTo>
                <a:lnTo>
                  <a:pt x="321" y="390"/>
                </a:lnTo>
                <a:lnTo>
                  <a:pt x="320" y="390"/>
                </a:lnTo>
                <a:lnTo>
                  <a:pt x="320" y="389"/>
                </a:lnTo>
                <a:lnTo>
                  <a:pt x="319" y="388"/>
                </a:lnTo>
                <a:lnTo>
                  <a:pt x="319" y="387"/>
                </a:lnTo>
                <a:lnTo>
                  <a:pt x="319" y="385"/>
                </a:lnTo>
                <a:lnTo>
                  <a:pt x="319" y="384"/>
                </a:lnTo>
                <a:lnTo>
                  <a:pt x="318" y="383"/>
                </a:lnTo>
                <a:lnTo>
                  <a:pt x="318" y="382"/>
                </a:lnTo>
                <a:lnTo>
                  <a:pt x="318" y="381"/>
                </a:lnTo>
                <a:lnTo>
                  <a:pt x="317" y="379"/>
                </a:lnTo>
                <a:lnTo>
                  <a:pt x="317" y="378"/>
                </a:lnTo>
                <a:lnTo>
                  <a:pt x="317" y="377"/>
                </a:lnTo>
                <a:lnTo>
                  <a:pt x="318" y="375"/>
                </a:lnTo>
                <a:lnTo>
                  <a:pt x="318" y="374"/>
                </a:lnTo>
                <a:lnTo>
                  <a:pt x="317" y="374"/>
                </a:lnTo>
                <a:lnTo>
                  <a:pt x="316" y="374"/>
                </a:lnTo>
                <a:lnTo>
                  <a:pt x="316" y="373"/>
                </a:lnTo>
                <a:lnTo>
                  <a:pt x="315" y="373"/>
                </a:lnTo>
                <a:lnTo>
                  <a:pt x="314" y="373"/>
                </a:lnTo>
                <a:lnTo>
                  <a:pt x="314" y="374"/>
                </a:lnTo>
                <a:lnTo>
                  <a:pt x="314" y="375"/>
                </a:lnTo>
                <a:lnTo>
                  <a:pt x="313" y="375"/>
                </a:lnTo>
                <a:lnTo>
                  <a:pt x="313" y="376"/>
                </a:lnTo>
                <a:lnTo>
                  <a:pt x="313" y="377"/>
                </a:lnTo>
                <a:lnTo>
                  <a:pt x="313" y="378"/>
                </a:lnTo>
                <a:lnTo>
                  <a:pt x="313" y="379"/>
                </a:lnTo>
                <a:lnTo>
                  <a:pt x="312" y="379"/>
                </a:lnTo>
                <a:lnTo>
                  <a:pt x="312" y="380"/>
                </a:lnTo>
                <a:lnTo>
                  <a:pt x="311" y="380"/>
                </a:lnTo>
                <a:lnTo>
                  <a:pt x="310" y="381"/>
                </a:lnTo>
                <a:lnTo>
                  <a:pt x="310" y="380"/>
                </a:lnTo>
                <a:lnTo>
                  <a:pt x="309" y="380"/>
                </a:lnTo>
                <a:lnTo>
                  <a:pt x="309" y="379"/>
                </a:lnTo>
                <a:lnTo>
                  <a:pt x="310" y="379"/>
                </a:lnTo>
                <a:lnTo>
                  <a:pt x="310" y="378"/>
                </a:lnTo>
                <a:lnTo>
                  <a:pt x="309" y="378"/>
                </a:lnTo>
                <a:lnTo>
                  <a:pt x="308" y="377"/>
                </a:lnTo>
                <a:lnTo>
                  <a:pt x="307" y="377"/>
                </a:lnTo>
                <a:lnTo>
                  <a:pt x="307" y="376"/>
                </a:lnTo>
                <a:lnTo>
                  <a:pt x="307" y="375"/>
                </a:lnTo>
                <a:lnTo>
                  <a:pt x="306" y="375"/>
                </a:lnTo>
                <a:lnTo>
                  <a:pt x="305" y="375"/>
                </a:lnTo>
                <a:lnTo>
                  <a:pt x="305" y="376"/>
                </a:lnTo>
                <a:lnTo>
                  <a:pt x="304" y="376"/>
                </a:lnTo>
                <a:lnTo>
                  <a:pt x="303" y="377"/>
                </a:lnTo>
                <a:lnTo>
                  <a:pt x="302" y="377"/>
                </a:lnTo>
                <a:lnTo>
                  <a:pt x="302" y="378"/>
                </a:lnTo>
                <a:lnTo>
                  <a:pt x="299" y="378"/>
                </a:lnTo>
                <a:lnTo>
                  <a:pt x="299" y="376"/>
                </a:lnTo>
                <a:lnTo>
                  <a:pt x="298" y="376"/>
                </a:lnTo>
                <a:lnTo>
                  <a:pt x="298" y="375"/>
                </a:lnTo>
                <a:lnTo>
                  <a:pt x="296" y="375"/>
                </a:lnTo>
                <a:lnTo>
                  <a:pt x="295" y="374"/>
                </a:lnTo>
                <a:lnTo>
                  <a:pt x="293" y="374"/>
                </a:lnTo>
                <a:lnTo>
                  <a:pt x="292" y="374"/>
                </a:lnTo>
                <a:lnTo>
                  <a:pt x="291" y="374"/>
                </a:lnTo>
                <a:lnTo>
                  <a:pt x="291" y="375"/>
                </a:lnTo>
                <a:lnTo>
                  <a:pt x="290" y="376"/>
                </a:lnTo>
                <a:lnTo>
                  <a:pt x="289" y="376"/>
                </a:lnTo>
                <a:lnTo>
                  <a:pt x="289" y="377"/>
                </a:lnTo>
                <a:lnTo>
                  <a:pt x="288" y="378"/>
                </a:lnTo>
                <a:lnTo>
                  <a:pt x="289" y="378"/>
                </a:lnTo>
                <a:lnTo>
                  <a:pt x="288" y="378"/>
                </a:lnTo>
                <a:lnTo>
                  <a:pt x="287" y="379"/>
                </a:lnTo>
                <a:lnTo>
                  <a:pt x="286" y="380"/>
                </a:lnTo>
                <a:lnTo>
                  <a:pt x="284" y="380"/>
                </a:lnTo>
                <a:lnTo>
                  <a:pt x="283" y="380"/>
                </a:lnTo>
                <a:lnTo>
                  <a:pt x="280" y="380"/>
                </a:lnTo>
                <a:lnTo>
                  <a:pt x="279" y="379"/>
                </a:lnTo>
                <a:lnTo>
                  <a:pt x="278" y="379"/>
                </a:lnTo>
                <a:lnTo>
                  <a:pt x="277" y="379"/>
                </a:lnTo>
                <a:lnTo>
                  <a:pt x="277" y="380"/>
                </a:lnTo>
                <a:lnTo>
                  <a:pt x="277" y="381"/>
                </a:lnTo>
                <a:lnTo>
                  <a:pt x="275" y="383"/>
                </a:lnTo>
                <a:lnTo>
                  <a:pt x="274" y="383"/>
                </a:lnTo>
                <a:lnTo>
                  <a:pt x="273" y="383"/>
                </a:lnTo>
                <a:lnTo>
                  <a:pt x="272" y="383"/>
                </a:lnTo>
                <a:lnTo>
                  <a:pt x="273" y="383"/>
                </a:lnTo>
                <a:lnTo>
                  <a:pt x="273" y="384"/>
                </a:lnTo>
                <a:lnTo>
                  <a:pt x="273" y="385"/>
                </a:lnTo>
                <a:lnTo>
                  <a:pt x="273" y="386"/>
                </a:lnTo>
                <a:lnTo>
                  <a:pt x="272" y="386"/>
                </a:lnTo>
                <a:lnTo>
                  <a:pt x="271" y="386"/>
                </a:lnTo>
                <a:lnTo>
                  <a:pt x="271" y="387"/>
                </a:lnTo>
                <a:lnTo>
                  <a:pt x="271" y="388"/>
                </a:lnTo>
                <a:lnTo>
                  <a:pt x="271" y="389"/>
                </a:lnTo>
                <a:lnTo>
                  <a:pt x="271" y="388"/>
                </a:lnTo>
                <a:lnTo>
                  <a:pt x="270" y="388"/>
                </a:lnTo>
                <a:lnTo>
                  <a:pt x="269" y="388"/>
                </a:lnTo>
                <a:lnTo>
                  <a:pt x="268" y="388"/>
                </a:lnTo>
                <a:lnTo>
                  <a:pt x="268" y="387"/>
                </a:lnTo>
                <a:lnTo>
                  <a:pt x="267" y="387"/>
                </a:lnTo>
                <a:lnTo>
                  <a:pt x="266" y="386"/>
                </a:lnTo>
                <a:lnTo>
                  <a:pt x="265" y="386"/>
                </a:lnTo>
                <a:lnTo>
                  <a:pt x="265" y="385"/>
                </a:lnTo>
                <a:lnTo>
                  <a:pt x="266" y="384"/>
                </a:lnTo>
                <a:lnTo>
                  <a:pt x="266" y="383"/>
                </a:lnTo>
                <a:lnTo>
                  <a:pt x="266" y="382"/>
                </a:lnTo>
                <a:lnTo>
                  <a:pt x="266" y="380"/>
                </a:lnTo>
                <a:lnTo>
                  <a:pt x="265" y="380"/>
                </a:lnTo>
                <a:lnTo>
                  <a:pt x="265" y="379"/>
                </a:lnTo>
                <a:lnTo>
                  <a:pt x="264" y="379"/>
                </a:lnTo>
                <a:lnTo>
                  <a:pt x="263" y="378"/>
                </a:lnTo>
                <a:lnTo>
                  <a:pt x="262" y="378"/>
                </a:lnTo>
                <a:lnTo>
                  <a:pt x="262" y="377"/>
                </a:lnTo>
                <a:lnTo>
                  <a:pt x="263" y="374"/>
                </a:lnTo>
                <a:lnTo>
                  <a:pt x="263" y="373"/>
                </a:lnTo>
                <a:lnTo>
                  <a:pt x="263" y="372"/>
                </a:lnTo>
                <a:lnTo>
                  <a:pt x="264" y="371"/>
                </a:lnTo>
                <a:lnTo>
                  <a:pt x="264" y="370"/>
                </a:lnTo>
                <a:lnTo>
                  <a:pt x="264" y="369"/>
                </a:lnTo>
                <a:lnTo>
                  <a:pt x="264" y="368"/>
                </a:lnTo>
                <a:lnTo>
                  <a:pt x="265" y="368"/>
                </a:lnTo>
                <a:lnTo>
                  <a:pt x="265" y="367"/>
                </a:lnTo>
                <a:lnTo>
                  <a:pt x="264" y="367"/>
                </a:lnTo>
                <a:lnTo>
                  <a:pt x="263" y="366"/>
                </a:lnTo>
                <a:lnTo>
                  <a:pt x="263" y="365"/>
                </a:lnTo>
                <a:lnTo>
                  <a:pt x="262" y="365"/>
                </a:lnTo>
                <a:lnTo>
                  <a:pt x="262" y="364"/>
                </a:lnTo>
                <a:lnTo>
                  <a:pt x="261" y="364"/>
                </a:lnTo>
                <a:lnTo>
                  <a:pt x="260" y="363"/>
                </a:lnTo>
                <a:lnTo>
                  <a:pt x="260" y="362"/>
                </a:lnTo>
                <a:lnTo>
                  <a:pt x="260" y="361"/>
                </a:lnTo>
                <a:lnTo>
                  <a:pt x="259" y="360"/>
                </a:lnTo>
                <a:lnTo>
                  <a:pt x="258" y="360"/>
                </a:lnTo>
                <a:lnTo>
                  <a:pt x="257" y="361"/>
                </a:lnTo>
                <a:lnTo>
                  <a:pt x="257" y="362"/>
                </a:lnTo>
                <a:lnTo>
                  <a:pt x="256" y="362"/>
                </a:lnTo>
                <a:lnTo>
                  <a:pt x="256" y="363"/>
                </a:lnTo>
                <a:lnTo>
                  <a:pt x="256" y="364"/>
                </a:lnTo>
                <a:lnTo>
                  <a:pt x="255" y="365"/>
                </a:lnTo>
                <a:lnTo>
                  <a:pt x="254" y="365"/>
                </a:lnTo>
                <a:lnTo>
                  <a:pt x="255" y="365"/>
                </a:lnTo>
                <a:lnTo>
                  <a:pt x="255" y="364"/>
                </a:lnTo>
                <a:lnTo>
                  <a:pt x="254" y="364"/>
                </a:lnTo>
                <a:lnTo>
                  <a:pt x="254" y="365"/>
                </a:lnTo>
                <a:lnTo>
                  <a:pt x="254" y="366"/>
                </a:lnTo>
                <a:lnTo>
                  <a:pt x="253" y="366"/>
                </a:lnTo>
                <a:lnTo>
                  <a:pt x="253" y="367"/>
                </a:lnTo>
                <a:lnTo>
                  <a:pt x="252" y="367"/>
                </a:lnTo>
                <a:lnTo>
                  <a:pt x="251" y="367"/>
                </a:lnTo>
                <a:lnTo>
                  <a:pt x="250" y="366"/>
                </a:lnTo>
                <a:lnTo>
                  <a:pt x="249" y="366"/>
                </a:lnTo>
                <a:lnTo>
                  <a:pt x="249" y="365"/>
                </a:lnTo>
                <a:lnTo>
                  <a:pt x="249" y="364"/>
                </a:lnTo>
                <a:lnTo>
                  <a:pt x="248" y="364"/>
                </a:lnTo>
                <a:lnTo>
                  <a:pt x="248" y="365"/>
                </a:lnTo>
                <a:lnTo>
                  <a:pt x="247" y="365"/>
                </a:lnTo>
                <a:lnTo>
                  <a:pt x="246" y="365"/>
                </a:lnTo>
                <a:lnTo>
                  <a:pt x="246" y="364"/>
                </a:lnTo>
                <a:lnTo>
                  <a:pt x="245" y="363"/>
                </a:lnTo>
                <a:lnTo>
                  <a:pt x="243" y="364"/>
                </a:lnTo>
                <a:lnTo>
                  <a:pt x="243" y="365"/>
                </a:lnTo>
                <a:lnTo>
                  <a:pt x="243" y="366"/>
                </a:lnTo>
                <a:lnTo>
                  <a:pt x="242" y="367"/>
                </a:lnTo>
                <a:lnTo>
                  <a:pt x="241" y="366"/>
                </a:lnTo>
                <a:lnTo>
                  <a:pt x="241" y="365"/>
                </a:lnTo>
                <a:lnTo>
                  <a:pt x="241" y="364"/>
                </a:lnTo>
                <a:lnTo>
                  <a:pt x="241" y="363"/>
                </a:lnTo>
                <a:lnTo>
                  <a:pt x="241" y="362"/>
                </a:lnTo>
                <a:lnTo>
                  <a:pt x="240" y="362"/>
                </a:lnTo>
                <a:lnTo>
                  <a:pt x="240" y="360"/>
                </a:lnTo>
                <a:lnTo>
                  <a:pt x="240" y="359"/>
                </a:lnTo>
                <a:lnTo>
                  <a:pt x="240" y="358"/>
                </a:lnTo>
                <a:lnTo>
                  <a:pt x="239" y="358"/>
                </a:lnTo>
                <a:lnTo>
                  <a:pt x="239" y="357"/>
                </a:lnTo>
                <a:lnTo>
                  <a:pt x="238" y="357"/>
                </a:lnTo>
                <a:lnTo>
                  <a:pt x="238" y="358"/>
                </a:lnTo>
                <a:lnTo>
                  <a:pt x="237" y="358"/>
                </a:lnTo>
                <a:lnTo>
                  <a:pt x="237" y="359"/>
                </a:lnTo>
                <a:lnTo>
                  <a:pt x="235" y="361"/>
                </a:lnTo>
                <a:lnTo>
                  <a:pt x="235" y="360"/>
                </a:lnTo>
                <a:lnTo>
                  <a:pt x="234" y="361"/>
                </a:lnTo>
                <a:lnTo>
                  <a:pt x="232" y="362"/>
                </a:lnTo>
                <a:lnTo>
                  <a:pt x="232" y="363"/>
                </a:lnTo>
                <a:lnTo>
                  <a:pt x="231" y="363"/>
                </a:lnTo>
                <a:lnTo>
                  <a:pt x="229" y="363"/>
                </a:lnTo>
                <a:lnTo>
                  <a:pt x="228" y="363"/>
                </a:lnTo>
                <a:lnTo>
                  <a:pt x="228" y="362"/>
                </a:lnTo>
                <a:lnTo>
                  <a:pt x="229" y="362"/>
                </a:lnTo>
                <a:lnTo>
                  <a:pt x="228" y="361"/>
                </a:lnTo>
                <a:lnTo>
                  <a:pt x="228" y="360"/>
                </a:lnTo>
                <a:lnTo>
                  <a:pt x="227" y="360"/>
                </a:lnTo>
                <a:lnTo>
                  <a:pt x="226" y="360"/>
                </a:lnTo>
                <a:lnTo>
                  <a:pt x="226" y="359"/>
                </a:lnTo>
                <a:lnTo>
                  <a:pt x="226" y="360"/>
                </a:lnTo>
                <a:lnTo>
                  <a:pt x="225" y="360"/>
                </a:lnTo>
                <a:lnTo>
                  <a:pt x="225" y="361"/>
                </a:lnTo>
                <a:lnTo>
                  <a:pt x="224" y="361"/>
                </a:lnTo>
                <a:lnTo>
                  <a:pt x="223" y="361"/>
                </a:lnTo>
                <a:lnTo>
                  <a:pt x="222" y="361"/>
                </a:lnTo>
                <a:lnTo>
                  <a:pt x="222" y="362"/>
                </a:lnTo>
                <a:lnTo>
                  <a:pt x="222" y="363"/>
                </a:lnTo>
                <a:lnTo>
                  <a:pt x="223" y="364"/>
                </a:lnTo>
                <a:lnTo>
                  <a:pt x="222" y="366"/>
                </a:lnTo>
                <a:lnTo>
                  <a:pt x="222" y="367"/>
                </a:lnTo>
                <a:lnTo>
                  <a:pt x="223" y="367"/>
                </a:lnTo>
                <a:lnTo>
                  <a:pt x="223" y="368"/>
                </a:lnTo>
                <a:lnTo>
                  <a:pt x="224" y="368"/>
                </a:lnTo>
                <a:lnTo>
                  <a:pt x="225" y="368"/>
                </a:lnTo>
                <a:lnTo>
                  <a:pt x="225" y="369"/>
                </a:lnTo>
                <a:lnTo>
                  <a:pt x="224" y="369"/>
                </a:lnTo>
                <a:lnTo>
                  <a:pt x="224" y="370"/>
                </a:lnTo>
                <a:lnTo>
                  <a:pt x="224" y="371"/>
                </a:lnTo>
                <a:lnTo>
                  <a:pt x="223" y="372"/>
                </a:lnTo>
                <a:lnTo>
                  <a:pt x="223" y="373"/>
                </a:lnTo>
                <a:lnTo>
                  <a:pt x="223" y="372"/>
                </a:lnTo>
                <a:lnTo>
                  <a:pt x="222" y="372"/>
                </a:lnTo>
                <a:lnTo>
                  <a:pt x="222" y="373"/>
                </a:lnTo>
                <a:lnTo>
                  <a:pt x="221" y="373"/>
                </a:lnTo>
                <a:lnTo>
                  <a:pt x="220" y="372"/>
                </a:lnTo>
                <a:lnTo>
                  <a:pt x="219" y="372"/>
                </a:lnTo>
                <a:lnTo>
                  <a:pt x="219" y="371"/>
                </a:lnTo>
                <a:lnTo>
                  <a:pt x="219" y="372"/>
                </a:lnTo>
                <a:lnTo>
                  <a:pt x="218" y="373"/>
                </a:lnTo>
                <a:lnTo>
                  <a:pt x="219" y="374"/>
                </a:lnTo>
                <a:lnTo>
                  <a:pt x="219" y="375"/>
                </a:lnTo>
                <a:lnTo>
                  <a:pt x="219" y="376"/>
                </a:lnTo>
                <a:lnTo>
                  <a:pt x="220" y="377"/>
                </a:lnTo>
                <a:lnTo>
                  <a:pt x="221" y="377"/>
                </a:lnTo>
                <a:lnTo>
                  <a:pt x="221" y="378"/>
                </a:lnTo>
                <a:lnTo>
                  <a:pt x="221" y="379"/>
                </a:lnTo>
                <a:lnTo>
                  <a:pt x="221" y="380"/>
                </a:lnTo>
                <a:lnTo>
                  <a:pt x="220" y="380"/>
                </a:lnTo>
                <a:lnTo>
                  <a:pt x="219" y="381"/>
                </a:lnTo>
                <a:lnTo>
                  <a:pt x="218" y="383"/>
                </a:lnTo>
                <a:lnTo>
                  <a:pt x="218" y="384"/>
                </a:lnTo>
                <a:lnTo>
                  <a:pt x="219" y="385"/>
                </a:lnTo>
                <a:lnTo>
                  <a:pt x="220" y="385"/>
                </a:lnTo>
                <a:lnTo>
                  <a:pt x="221" y="384"/>
                </a:lnTo>
                <a:lnTo>
                  <a:pt x="221" y="385"/>
                </a:lnTo>
                <a:lnTo>
                  <a:pt x="222" y="385"/>
                </a:lnTo>
                <a:lnTo>
                  <a:pt x="222" y="386"/>
                </a:lnTo>
                <a:lnTo>
                  <a:pt x="222" y="387"/>
                </a:lnTo>
                <a:lnTo>
                  <a:pt x="223" y="388"/>
                </a:lnTo>
                <a:lnTo>
                  <a:pt x="223" y="389"/>
                </a:lnTo>
                <a:lnTo>
                  <a:pt x="224" y="389"/>
                </a:lnTo>
                <a:lnTo>
                  <a:pt x="225" y="389"/>
                </a:lnTo>
                <a:lnTo>
                  <a:pt x="226" y="389"/>
                </a:lnTo>
                <a:lnTo>
                  <a:pt x="226" y="390"/>
                </a:lnTo>
                <a:lnTo>
                  <a:pt x="225" y="391"/>
                </a:lnTo>
                <a:lnTo>
                  <a:pt x="224" y="393"/>
                </a:lnTo>
                <a:lnTo>
                  <a:pt x="223" y="394"/>
                </a:lnTo>
                <a:lnTo>
                  <a:pt x="223" y="395"/>
                </a:lnTo>
                <a:lnTo>
                  <a:pt x="223" y="396"/>
                </a:lnTo>
                <a:lnTo>
                  <a:pt x="224" y="397"/>
                </a:lnTo>
                <a:lnTo>
                  <a:pt x="223" y="397"/>
                </a:lnTo>
                <a:lnTo>
                  <a:pt x="222" y="397"/>
                </a:lnTo>
                <a:lnTo>
                  <a:pt x="222" y="398"/>
                </a:lnTo>
                <a:lnTo>
                  <a:pt x="221" y="398"/>
                </a:lnTo>
                <a:lnTo>
                  <a:pt x="221" y="399"/>
                </a:lnTo>
                <a:lnTo>
                  <a:pt x="221" y="400"/>
                </a:lnTo>
                <a:lnTo>
                  <a:pt x="221" y="401"/>
                </a:lnTo>
                <a:lnTo>
                  <a:pt x="220" y="401"/>
                </a:lnTo>
                <a:lnTo>
                  <a:pt x="220" y="402"/>
                </a:lnTo>
                <a:lnTo>
                  <a:pt x="219" y="402"/>
                </a:lnTo>
                <a:lnTo>
                  <a:pt x="218" y="402"/>
                </a:lnTo>
                <a:lnTo>
                  <a:pt x="217" y="402"/>
                </a:lnTo>
                <a:lnTo>
                  <a:pt x="215" y="402"/>
                </a:lnTo>
                <a:lnTo>
                  <a:pt x="214" y="402"/>
                </a:lnTo>
                <a:lnTo>
                  <a:pt x="214" y="403"/>
                </a:lnTo>
                <a:lnTo>
                  <a:pt x="215" y="403"/>
                </a:lnTo>
                <a:lnTo>
                  <a:pt x="215" y="404"/>
                </a:lnTo>
                <a:lnTo>
                  <a:pt x="216" y="404"/>
                </a:lnTo>
                <a:lnTo>
                  <a:pt x="216" y="405"/>
                </a:lnTo>
                <a:lnTo>
                  <a:pt x="215" y="405"/>
                </a:lnTo>
                <a:lnTo>
                  <a:pt x="215" y="406"/>
                </a:lnTo>
                <a:lnTo>
                  <a:pt x="214" y="407"/>
                </a:lnTo>
                <a:lnTo>
                  <a:pt x="213" y="407"/>
                </a:lnTo>
                <a:lnTo>
                  <a:pt x="212" y="407"/>
                </a:lnTo>
                <a:lnTo>
                  <a:pt x="211" y="407"/>
                </a:lnTo>
                <a:lnTo>
                  <a:pt x="210" y="408"/>
                </a:lnTo>
                <a:lnTo>
                  <a:pt x="209" y="408"/>
                </a:lnTo>
                <a:lnTo>
                  <a:pt x="208" y="408"/>
                </a:lnTo>
                <a:lnTo>
                  <a:pt x="208" y="409"/>
                </a:lnTo>
                <a:lnTo>
                  <a:pt x="207" y="409"/>
                </a:lnTo>
                <a:lnTo>
                  <a:pt x="206" y="408"/>
                </a:lnTo>
                <a:lnTo>
                  <a:pt x="206" y="409"/>
                </a:lnTo>
                <a:lnTo>
                  <a:pt x="206" y="410"/>
                </a:lnTo>
                <a:lnTo>
                  <a:pt x="206" y="411"/>
                </a:lnTo>
                <a:lnTo>
                  <a:pt x="206" y="412"/>
                </a:lnTo>
                <a:lnTo>
                  <a:pt x="205" y="412"/>
                </a:lnTo>
                <a:lnTo>
                  <a:pt x="204" y="411"/>
                </a:lnTo>
                <a:lnTo>
                  <a:pt x="203" y="411"/>
                </a:lnTo>
                <a:lnTo>
                  <a:pt x="202" y="411"/>
                </a:lnTo>
                <a:lnTo>
                  <a:pt x="202" y="410"/>
                </a:lnTo>
                <a:lnTo>
                  <a:pt x="203" y="409"/>
                </a:lnTo>
                <a:lnTo>
                  <a:pt x="202" y="409"/>
                </a:lnTo>
                <a:lnTo>
                  <a:pt x="202" y="407"/>
                </a:lnTo>
                <a:lnTo>
                  <a:pt x="202" y="406"/>
                </a:lnTo>
                <a:lnTo>
                  <a:pt x="202" y="405"/>
                </a:lnTo>
                <a:lnTo>
                  <a:pt x="202" y="404"/>
                </a:lnTo>
                <a:lnTo>
                  <a:pt x="203" y="404"/>
                </a:lnTo>
                <a:lnTo>
                  <a:pt x="203" y="403"/>
                </a:lnTo>
                <a:lnTo>
                  <a:pt x="201" y="403"/>
                </a:lnTo>
                <a:lnTo>
                  <a:pt x="200" y="403"/>
                </a:lnTo>
                <a:lnTo>
                  <a:pt x="200" y="402"/>
                </a:lnTo>
                <a:lnTo>
                  <a:pt x="200" y="401"/>
                </a:lnTo>
                <a:lnTo>
                  <a:pt x="201" y="401"/>
                </a:lnTo>
                <a:lnTo>
                  <a:pt x="201" y="400"/>
                </a:lnTo>
                <a:lnTo>
                  <a:pt x="201" y="399"/>
                </a:lnTo>
                <a:lnTo>
                  <a:pt x="200" y="398"/>
                </a:lnTo>
                <a:lnTo>
                  <a:pt x="200" y="397"/>
                </a:lnTo>
                <a:lnTo>
                  <a:pt x="199" y="397"/>
                </a:lnTo>
                <a:lnTo>
                  <a:pt x="198" y="398"/>
                </a:lnTo>
                <a:lnTo>
                  <a:pt x="197" y="398"/>
                </a:lnTo>
                <a:lnTo>
                  <a:pt x="196" y="398"/>
                </a:lnTo>
                <a:lnTo>
                  <a:pt x="195" y="398"/>
                </a:lnTo>
                <a:lnTo>
                  <a:pt x="196" y="398"/>
                </a:lnTo>
                <a:lnTo>
                  <a:pt x="195" y="399"/>
                </a:lnTo>
                <a:lnTo>
                  <a:pt x="195" y="398"/>
                </a:lnTo>
                <a:lnTo>
                  <a:pt x="195" y="397"/>
                </a:lnTo>
                <a:lnTo>
                  <a:pt x="194" y="397"/>
                </a:lnTo>
                <a:lnTo>
                  <a:pt x="193" y="397"/>
                </a:lnTo>
                <a:lnTo>
                  <a:pt x="192" y="397"/>
                </a:lnTo>
                <a:lnTo>
                  <a:pt x="191" y="397"/>
                </a:lnTo>
                <a:lnTo>
                  <a:pt x="190" y="397"/>
                </a:lnTo>
                <a:lnTo>
                  <a:pt x="189" y="397"/>
                </a:lnTo>
                <a:lnTo>
                  <a:pt x="189" y="399"/>
                </a:lnTo>
                <a:lnTo>
                  <a:pt x="187" y="400"/>
                </a:lnTo>
                <a:lnTo>
                  <a:pt x="186" y="400"/>
                </a:lnTo>
                <a:lnTo>
                  <a:pt x="186" y="399"/>
                </a:lnTo>
                <a:lnTo>
                  <a:pt x="186" y="398"/>
                </a:lnTo>
                <a:lnTo>
                  <a:pt x="187" y="398"/>
                </a:lnTo>
                <a:lnTo>
                  <a:pt x="187" y="397"/>
                </a:lnTo>
                <a:lnTo>
                  <a:pt x="187" y="396"/>
                </a:lnTo>
                <a:lnTo>
                  <a:pt x="186" y="396"/>
                </a:lnTo>
                <a:lnTo>
                  <a:pt x="185" y="397"/>
                </a:lnTo>
                <a:lnTo>
                  <a:pt x="185" y="398"/>
                </a:lnTo>
                <a:lnTo>
                  <a:pt x="184" y="399"/>
                </a:lnTo>
                <a:lnTo>
                  <a:pt x="185" y="399"/>
                </a:lnTo>
                <a:lnTo>
                  <a:pt x="185" y="400"/>
                </a:lnTo>
                <a:lnTo>
                  <a:pt x="184" y="400"/>
                </a:lnTo>
                <a:lnTo>
                  <a:pt x="183" y="399"/>
                </a:lnTo>
                <a:lnTo>
                  <a:pt x="184" y="399"/>
                </a:lnTo>
                <a:lnTo>
                  <a:pt x="184" y="398"/>
                </a:lnTo>
                <a:lnTo>
                  <a:pt x="182" y="397"/>
                </a:lnTo>
                <a:lnTo>
                  <a:pt x="181" y="397"/>
                </a:lnTo>
                <a:lnTo>
                  <a:pt x="181" y="398"/>
                </a:lnTo>
                <a:lnTo>
                  <a:pt x="181" y="399"/>
                </a:lnTo>
                <a:lnTo>
                  <a:pt x="182" y="399"/>
                </a:lnTo>
                <a:lnTo>
                  <a:pt x="182" y="400"/>
                </a:lnTo>
                <a:lnTo>
                  <a:pt x="181" y="401"/>
                </a:lnTo>
                <a:lnTo>
                  <a:pt x="180" y="401"/>
                </a:lnTo>
                <a:lnTo>
                  <a:pt x="179" y="401"/>
                </a:lnTo>
                <a:lnTo>
                  <a:pt x="178" y="401"/>
                </a:lnTo>
                <a:lnTo>
                  <a:pt x="178" y="402"/>
                </a:lnTo>
                <a:lnTo>
                  <a:pt x="178" y="403"/>
                </a:lnTo>
                <a:lnTo>
                  <a:pt x="178" y="404"/>
                </a:lnTo>
                <a:lnTo>
                  <a:pt x="178" y="405"/>
                </a:lnTo>
                <a:lnTo>
                  <a:pt x="178" y="406"/>
                </a:lnTo>
                <a:lnTo>
                  <a:pt x="178" y="407"/>
                </a:lnTo>
                <a:lnTo>
                  <a:pt x="178" y="408"/>
                </a:lnTo>
                <a:lnTo>
                  <a:pt x="178" y="409"/>
                </a:lnTo>
                <a:lnTo>
                  <a:pt x="178" y="410"/>
                </a:lnTo>
                <a:lnTo>
                  <a:pt x="179" y="411"/>
                </a:lnTo>
                <a:lnTo>
                  <a:pt x="178" y="411"/>
                </a:lnTo>
                <a:lnTo>
                  <a:pt x="177" y="411"/>
                </a:lnTo>
                <a:lnTo>
                  <a:pt x="177" y="410"/>
                </a:lnTo>
                <a:lnTo>
                  <a:pt x="177" y="411"/>
                </a:lnTo>
                <a:lnTo>
                  <a:pt x="176" y="411"/>
                </a:lnTo>
                <a:lnTo>
                  <a:pt x="174" y="412"/>
                </a:lnTo>
                <a:lnTo>
                  <a:pt x="174" y="410"/>
                </a:lnTo>
                <a:lnTo>
                  <a:pt x="173" y="410"/>
                </a:lnTo>
                <a:lnTo>
                  <a:pt x="173" y="409"/>
                </a:lnTo>
                <a:lnTo>
                  <a:pt x="173" y="408"/>
                </a:lnTo>
                <a:lnTo>
                  <a:pt x="172" y="406"/>
                </a:lnTo>
                <a:lnTo>
                  <a:pt x="171" y="407"/>
                </a:lnTo>
                <a:lnTo>
                  <a:pt x="170" y="408"/>
                </a:lnTo>
                <a:lnTo>
                  <a:pt x="169" y="408"/>
                </a:lnTo>
                <a:lnTo>
                  <a:pt x="168" y="408"/>
                </a:lnTo>
                <a:lnTo>
                  <a:pt x="167" y="409"/>
                </a:lnTo>
                <a:lnTo>
                  <a:pt x="167" y="410"/>
                </a:lnTo>
                <a:lnTo>
                  <a:pt x="166" y="410"/>
                </a:lnTo>
                <a:lnTo>
                  <a:pt x="165" y="411"/>
                </a:lnTo>
                <a:lnTo>
                  <a:pt x="165" y="410"/>
                </a:lnTo>
                <a:lnTo>
                  <a:pt x="163" y="410"/>
                </a:lnTo>
                <a:lnTo>
                  <a:pt x="162" y="411"/>
                </a:lnTo>
                <a:lnTo>
                  <a:pt x="162" y="412"/>
                </a:lnTo>
                <a:lnTo>
                  <a:pt x="161" y="412"/>
                </a:lnTo>
                <a:lnTo>
                  <a:pt x="161" y="414"/>
                </a:lnTo>
                <a:lnTo>
                  <a:pt x="161" y="415"/>
                </a:lnTo>
                <a:lnTo>
                  <a:pt x="162" y="416"/>
                </a:lnTo>
                <a:lnTo>
                  <a:pt x="163" y="416"/>
                </a:lnTo>
                <a:lnTo>
                  <a:pt x="164" y="416"/>
                </a:lnTo>
                <a:lnTo>
                  <a:pt x="164" y="417"/>
                </a:lnTo>
                <a:lnTo>
                  <a:pt x="165" y="418"/>
                </a:lnTo>
                <a:lnTo>
                  <a:pt x="165" y="419"/>
                </a:lnTo>
                <a:lnTo>
                  <a:pt x="164" y="419"/>
                </a:lnTo>
                <a:lnTo>
                  <a:pt x="164" y="420"/>
                </a:lnTo>
                <a:lnTo>
                  <a:pt x="165" y="421"/>
                </a:lnTo>
                <a:lnTo>
                  <a:pt x="166" y="421"/>
                </a:lnTo>
                <a:lnTo>
                  <a:pt x="166" y="420"/>
                </a:lnTo>
                <a:lnTo>
                  <a:pt x="168" y="420"/>
                </a:lnTo>
                <a:lnTo>
                  <a:pt x="168" y="421"/>
                </a:lnTo>
                <a:lnTo>
                  <a:pt x="166" y="423"/>
                </a:lnTo>
                <a:lnTo>
                  <a:pt x="166" y="424"/>
                </a:lnTo>
                <a:lnTo>
                  <a:pt x="166" y="425"/>
                </a:lnTo>
                <a:lnTo>
                  <a:pt x="165" y="425"/>
                </a:lnTo>
                <a:lnTo>
                  <a:pt x="166" y="426"/>
                </a:lnTo>
                <a:lnTo>
                  <a:pt x="166" y="427"/>
                </a:lnTo>
                <a:lnTo>
                  <a:pt x="166" y="428"/>
                </a:lnTo>
                <a:lnTo>
                  <a:pt x="165" y="429"/>
                </a:lnTo>
                <a:lnTo>
                  <a:pt x="162" y="429"/>
                </a:lnTo>
                <a:lnTo>
                  <a:pt x="161" y="429"/>
                </a:lnTo>
                <a:lnTo>
                  <a:pt x="162" y="429"/>
                </a:lnTo>
                <a:lnTo>
                  <a:pt x="162" y="430"/>
                </a:lnTo>
                <a:lnTo>
                  <a:pt x="162" y="431"/>
                </a:lnTo>
                <a:lnTo>
                  <a:pt x="161" y="432"/>
                </a:lnTo>
                <a:lnTo>
                  <a:pt x="160" y="432"/>
                </a:lnTo>
                <a:lnTo>
                  <a:pt x="160" y="433"/>
                </a:lnTo>
                <a:lnTo>
                  <a:pt x="159" y="433"/>
                </a:lnTo>
                <a:lnTo>
                  <a:pt x="158" y="432"/>
                </a:lnTo>
                <a:lnTo>
                  <a:pt x="158" y="431"/>
                </a:lnTo>
                <a:lnTo>
                  <a:pt x="158" y="430"/>
                </a:lnTo>
                <a:lnTo>
                  <a:pt x="158" y="429"/>
                </a:lnTo>
                <a:lnTo>
                  <a:pt x="157" y="429"/>
                </a:lnTo>
                <a:lnTo>
                  <a:pt x="156" y="429"/>
                </a:lnTo>
                <a:lnTo>
                  <a:pt x="155" y="430"/>
                </a:lnTo>
                <a:lnTo>
                  <a:pt x="154" y="430"/>
                </a:lnTo>
                <a:lnTo>
                  <a:pt x="154" y="431"/>
                </a:lnTo>
                <a:lnTo>
                  <a:pt x="154" y="433"/>
                </a:lnTo>
                <a:lnTo>
                  <a:pt x="155" y="434"/>
                </a:lnTo>
                <a:lnTo>
                  <a:pt x="156" y="434"/>
                </a:lnTo>
                <a:lnTo>
                  <a:pt x="157" y="435"/>
                </a:lnTo>
                <a:lnTo>
                  <a:pt x="157" y="436"/>
                </a:lnTo>
                <a:lnTo>
                  <a:pt x="156" y="436"/>
                </a:lnTo>
                <a:lnTo>
                  <a:pt x="155" y="436"/>
                </a:lnTo>
                <a:lnTo>
                  <a:pt x="154" y="437"/>
                </a:lnTo>
                <a:lnTo>
                  <a:pt x="152" y="437"/>
                </a:lnTo>
                <a:lnTo>
                  <a:pt x="151" y="438"/>
                </a:lnTo>
                <a:lnTo>
                  <a:pt x="151" y="440"/>
                </a:lnTo>
                <a:lnTo>
                  <a:pt x="151" y="441"/>
                </a:lnTo>
                <a:lnTo>
                  <a:pt x="152" y="443"/>
                </a:lnTo>
                <a:lnTo>
                  <a:pt x="152" y="444"/>
                </a:lnTo>
                <a:lnTo>
                  <a:pt x="153" y="444"/>
                </a:lnTo>
                <a:lnTo>
                  <a:pt x="153" y="445"/>
                </a:lnTo>
                <a:lnTo>
                  <a:pt x="153" y="447"/>
                </a:lnTo>
                <a:lnTo>
                  <a:pt x="152" y="448"/>
                </a:lnTo>
                <a:lnTo>
                  <a:pt x="151" y="448"/>
                </a:lnTo>
                <a:lnTo>
                  <a:pt x="150" y="449"/>
                </a:lnTo>
                <a:lnTo>
                  <a:pt x="149" y="449"/>
                </a:lnTo>
                <a:lnTo>
                  <a:pt x="148" y="449"/>
                </a:lnTo>
                <a:lnTo>
                  <a:pt x="147" y="448"/>
                </a:lnTo>
                <a:lnTo>
                  <a:pt x="147" y="447"/>
                </a:lnTo>
                <a:lnTo>
                  <a:pt x="148" y="446"/>
                </a:lnTo>
                <a:lnTo>
                  <a:pt x="147" y="445"/>
                </a:lnTo>
                <a:lnTo>
                  <a:pt x="146" y="446"/>
                </a:lnTo>
                <a:lnTo>
                  <a:pt x="145" y="446"/>
                </a:lnTo>
                <a:lnTo>
                  <a:pt x="145" y="445"/>
                </a:lnTo>
                <a:lnTo>
                  <a:pt x="144" y="444"/>
                </a:lnTo>
                <a:lnTo>
                  <a:pt x="144" y="445"/>
                </a:lnTo>
                <a:lnTo>
                  <a:pt x="143" y="445"/>
                </a:lnTo>
                <a:lnTo>
                  <a:pt x="143" y="446"/>
                </a:lnTo>
                <a:lnTo>
                  <a:pt x="142" y="446"/>
                </a:lnTo>
                <a:lnTo>
                  <a:pt x="141" y="445"/>
                </a:lnTo>
                <a:lnTo>
                  <a:pt x="141" y="444"/>
                </a:lnTo>
                <a:lnTo>
                  <a:pt x="141" y="443"/>
                </a:lnTo>
                <a:lnTo>
                  <a:pt x="140" y="443"/>
                </a:lnTo>
                <a:lnTo>
                  <a:pt x="139" y="443"/>
                </a:lnTo>
                <a:lnTo>
                  <a:pt x="138" y="443"/>
                </a:lnTo>
                <a:lnTo>
                  <a:pt x="137" y="442"/>
                </a:lnTo>
                <a:lnTo>
                  <a:pt x="136" y="442"/>
                </a:lnTo>
                <a:lnTo>
                  <a:pt x="136" y="443"/>
                </a:lnTo>
                <a:lnTo>
                  <a:pt x="137" y="444"/>
                </a:lnTo>
                <a:lnTo>
                  <a:pt x="137" y="445"/>
                </a:lnTo>
                <a:lnTo>
                  <a:pt x="136" y="445"/>
                </a:lnTo>
                <a:lnTo>
                  <a:pt x="135" y="445"/>
                </a:lnTo>
                <a:lnTo>
                  <a:pt x="134" y="445"/>
                </a:lnTo>
                <a:lnTo>
                  <a:pt x="134" y="444"/>
                </a:lnTo>
                <a:lnTo>
                  <a:pt x="133" y="442"/>
                </a:lnTo>
                <a:lnTo>
                  <a:pt x="134" y="441"/>
                </a:lnTo>
                <a:lnTo>
                  <a:pt x="135" y="441"/>
                </a:lnTo>
                <a:lnTo>
                  <a:pt x="136" y="441"/>
                </a:lnTo>
                <a:lnTo>
                  <a:pt x="136" y="440"/>
                </a:lnTo>
                <a:lnTo>
                  <a:pt x="137" y="440"/>
                </a:lnTo>
                <a:lnTo>
                  <a:pt x="137" y="439"/>
                </a:lnTo>
                <a:lnTo>
                  <a:pt x="138" y="439"/>
                </a:lnTo>
                <a:lnTo>
                  <a:pt x="139" y="437"/>
                </a:lnTo>
                <a:lnTo>
                  <a:pt x="139" y="436"/>
                </a:lnTo>
                <a:lnTo>
                  <a:pt x="139" y="434"/>
                </a:lnTo>
                <a:lnTo>
                  <a:pt x="139" y="433"/>
                </a:lnTo>
                <a:lnTo>
                  <a:pt x="138" y="433"/>
                </a:lnTo>
                <a:lnTo>
                  <a:pt x="138" y="432"/>
                </a:lnTo>
                <a:lnTo>
                  <a:pt x="139" y="431"/>
                </a:lnTo>
                <a:lnTo>
                  <a:pt x="139" y="430"/>
                </a:lnTo>
                <a:lnTo>
                  <a:pt x="140" y="431"/>
                </a:lnTo>
                <a:lnTo>
                  <a:pt x="141" y="430"/>
                </a:lnTo>
                <a:lnTo>
                  <a:pt x="141" y="429"/>
                </a:lnTo>
                <a:lnTo>
                  <a:pt x="141" y="428"/>
                </a:lnTo>
                <a:lnTo>
                  <a:pt x="140" y="427"/>
                </a:lnTo>
                <a:lnTo>
                  <a:pt x="139" y="427"/>
                </a:lnTo>
                <a:lnTo>
                  <a:pt x="140" y="426"/>
                </a:lnTo>
                <a:lnTo>
                  <a:pt x="141" y="426"/>
                </a:lnTo>
                <a:lnTo>
                  <a:pt x="142" y="426"/>
                </a:lnTo>
                <a:lnTo>
                  <a:pt x="143" y="426"/>
                </a:lnTo>
                <a:lnTo>
                  <a:pt x="143" y="425"/>
                </a:lnTo>
                <a:lnTo>
                  <a:pt x="143" y="424"/>
                </a:lnTo>
                <a:lnTo>
                  <a:pt x="142" y="424"/>
                </a:lnTo>
                <a:lnTo>
                  <a:pt x="141" y="425"/>
                </a:lnTo>
                <a:lnTo>
                  <a:pt x="140" y="424"/>
                </a:lnTo>
                <a:lnTo>
                  <a:pt x="139" y="422"/>
                </a:lnTo>
                <a:lnTo>
                  <a:pt x="139" y="421"/>
                </a:lnTo>
                <a:lnTo>
                  <a:pt x="137" y="420"/>
                </a:lnTo>
                <a:lnTo>
                  <a:pt x="136" y="420"/>
                </a:lnTo>
                <a:lnTo>
                  <a:pt x="135" y="419"/>
                </a:lnTo>
                <a:lnTo>
                  <a:pt x="134" y="418"/>
                </a:lnTo>
                <a:lnTo>
                  <a:pt x="134" y="417"/>
                </a:lnTo>
                <a:lnTo>
                  <a:pt x="133" y="417"/>
                </a:lnTo>
                <a:lnTo>
                  <a:pt x="133" y="416"/>
                </a:lnTo>
                <a:lnTo>
                  <a:pt x="133" y="415"/>
                </a:lnTo>
                <a:lnTo>
                  <a:pt x="134" y="415"/>
                </a:lnTo>
                <a:lnTo>
                  <a:pt x="134" y="414"/>
                </a:lnTo>
                <a:lnTo>
                  <a:pt x="134" y="413"/>
                </a:lnTo>
                <a:lnTo>
                  <a:pt x="133" y="413"/>
                </a:lnTo>
                <a:lnTo>
                  <a:pt x="133" y="412"/>
                </a:lnTo>
                <a:lnTo>
                  <a:pt x="133" y="411"/>
                </a:lnTo>
                <a:lnTo>
                  <a:pt x="132" y="411"/>
                </a:lnTo>
                <a:lnTo>
                  <a:pt x="131" y="412"/>
                </a:lnTo>
                <a:lnTo>
                  <a:pt x="131" y="410"/>
                </a:lnTo>
                <a:lnTo>
                  <a:pt x="130" y="410"/>
                </a:lnTo>
                <a:lnTo>
                  <a:pt x="129" y="410"/>
                </a:lnTo>
                <a:lnTo>
                  <a:pt x="129" y="409"/>
                </a:lnTo>
                <a:lnTo>
                  <a:pt x="129" y="408"/>
                </a:lnTo>
                <a:lnTo>
                  <a:pt x="128" y="408"/>
                </a:lnTo>
                <a:lnTo>
                  <a:pt x="126" y="407"/>
                </a:lnTo>
                <a:lnTo>
                  <a:pt x="125" y="406"/>
                </a:lnTo>
                <a:lnTo>
                  <a:pt x="125" y="405"/>
                </a:lnTo>
                <a:lnTo>
                  <a:pt x="124" y="404"/>
                </a:lnTo>
                <a:lnTo>
                  <a:pt x="123" y="404"/>
                </a:lnTo>
                <a:lnTo>
                  <a:pt x="124" y="404"/>
                </a:lnTo>
                <a:lnTo>
                  <a:pt x="124" y="405"/>
                </a:lnTo>
                <a:lnTo>
                  <a:pt x="123" y="405"/>
                </a:lnTo>
                <a:lnTo>
                  <a:pt x="122" y="406"/>
                </a:lnTo>
                <a:lnTo>
                  <a:pt x="122" y="407"/>
                </a:lnTo>
                <a:lnTo>
                  <a:pt x="123" y="407"/>
                </a:lnTo>
                <a:lnTo>
                  <a:pt x="123" y="408"/>
                </a:lnTo>
                <a:lnTo>
                  <a:pt x="124" y="408"/>
                </a:lnTo>
                <a:lnTo>
                  <a:pt x="124" y="409"/>
                </a:lnTo>
                <a:lnTo>
                  <a:pt x="123" y="409"/>
                </a:lnTo>
                <a:lnTo>
                  <a:pt x="123" y="408"/>
                </a:lnTo>
                <a:lnTo>
                  <a:pt x="122" y="408"/>
                </a:lnTo>
                <a:lnTo>
                  <a:pt x="122" y="409"/>
                </a:lnTo>
                <a:lnTo>
                  <a:pt x="122" y="410"/>
                </a:lnTo>
                <a:lnTo>
                  <a:pt x="123" y="411"/>
                </a:lnTo>
                <a:lnTo>
                  <a:pt x="123" y="412"/>
                </a:lnTo>
                <a:lnTo>
                  <a:pt x="124" y="413"/>
                </a:lnTo>
                <a:lnTo>
                  <a:pt x="125" y="414"/>
                </a:lnTo>
                <a:lnTo>
                  <a:pt x="126" y="414"/>
                </a:lnTo>
                <a:lnTo>
                  <a:pt x="126" y="415"/>
                </a:lnTo>
                <a:lnTo>
                  <a:pt x="127" y="416"/>
                </a:lnTo>
                <a:lnTo>
                  <a:pt x="127" y="417"/>
                </a:lnTo>
                <a:lnTo>
                  <a:pt x="127" y="418"/>
                </a:lnTo>
                <a:lnTo>
                  <a:pt x="128" y="418"/>
                </a:lnTo>
                <a:lnTo>
                  <a:pt x="128" y="419"/>
                </a:lnTo>
                <a:lnTo>
                  <a:pt x="129" y="419"/>
                </a:lnTo>
                <a:lnTo>
                  <a:pt x="129" y="420"/>
                </a:lnTo>
                <a:lnTo>
                  <a:pt x="128" y="420"/>
                </a:lnTo>
                <a:lnTo>
                  <a:pt x="129" y="421"/>
                </a:lnTo>
                <a:lnTo>
                  <a:pt x="129" y="422"/>
                </a:lnTo>
                <a:lnTo>
                  <a:pt x="130" y="422"/>
                </a:lnTo>
                <a:lnTo>
                  <a:pt x="130" y="423"/>
                </a:lnTo>
                <a:lnTo>
                  <a:pt x="129" y="424"/>
                </a:lnTo>
                <a:lnTo>
                  <a:pt x="128" y="425"/>
                </a:lnTo>
                <a:lnTo>
                  <a:pt x="128" y="424"/>
                </a:lnTo>
                <a:lnTo>
                  <a:pt x="127" y="424"/>
                </a:lnTo>
                <a:lnTo>
                  <a:pt x="128" y="425"/>
                </a:lnTo>
                <a:lnTo>
                  <a:pt x="128" y="426"/>
                </a:lnTo>
                <a:lnTo>
                  <a:pt x="128" y="427"/>
                </a:lnTo>
                <a:lnTo>
                  <a:pt x="127" y="429"/>
                </a:lnTo>
                <a:lnTo>
                  <a:pt x="127" y="430"/>
                </a:lnTo>
                <a:lnTo>
                  <a:pt x="126" y="431"/>
                </a:lnTo>
                <a:lnTo>
                  <a:pt x="127" y="432"/>
                </a:lnTo>
                <a:lnTo>
                  <a:pt x="127" y="433"/>
                </a:lnTo>
                <a:lnTo>
                  <a:pt x="128" y="433"/>
                </a:lnTo>
                <a:lnTo>
                  <a:pt x="128" y="434"/>
                </a:lnTo>
                <a:lnTo>
                  <a:pt x="129" y="434"/>
                </a:lnTo>
                <a:lnTo>
                  <a:pt x="130" y="434"/>
                </a:lnTo>
                <a:lnTo>
                  <a:pt x="130" y="435"/>
                </a:lnTo>
                <a:lnTo>
                  <a:pt x="129" y="436"/>
                </a:lnTo>
                <a:lnTo>
                  <a:pt x="128" y="436"/>
                </a:lnTo>
                <a:lnTo>
                  <a:pt x="128" y="435"/>
                </a:lnTo>
                <a:lnTo>
                  <a:pt x="127" y="435"/>
                </a:lnTo>
                <a:lnTo>
                  <a:pt x="127" y="434"/>
                </a:lnTo>
                <a:lnTo>
                  <a:pt x="127" y="433"/>
                </a:lnTo>
                <a:lnTo>
                  <a:pt x="126" y="433"/>
                </a:lnTo>
                <a:lnTo>
                  <a:pt x="125" y="432"/>
                </a:lnTo>
                <a:lnTo>
                  <a:pt x="124" y="432"/>
                </a:lnTo>
                <a:lnTo>
                  <a:pt x="124" y="433"/>
                </a:lnTo>
                <a:lnTo>
                  <a:pt x="124" y="434"/>
                </a:lnTo>
                <a:lnTo>
                  <a:pt x="125" y="435"/>
                </a:lnTo>
                <a:lnTo>
                  <a:pt x="125" y="436"/>
                </a:lnTo>
                <a:lnTo>
                  <a:pt x="126" y="436"/>
                </a:lnTo>
                <a:lnTo>
                  <a:pt x="125" y="436"/>
                </a:lnTo>
                <a:lnTo>
                  <a:pt x="126" y="436"/>
                </a:lnTo>
                <a:lnTo>
                  <a:pt x="126" y="437"/>
                </a:lnTo>
                <a:lnTo>
                  <a:pt x="127" y="437"/>
                </a:lnTo>
                <a:lnTo>
                  <a:pt x="128" y="438"/>
                </a:lnTo>
                <a:lnTo>
                  <a:pt x="128" y="439"/>
                </a:lnTo>
                <a:lnTo>
                  <a:pt x="127" y="439"/>
                </a:lnTo>
                <a:lnTo>
                  <a:pt x="126" y="439"/>
                </a:lnTo>
                <a:lnTo>
                  <a:pt x="126" y="440"/>
                </a:lnTo>
                <a:lnTo>
                  <a:pt x="125" y="440"/>
                </a:lnTo>
                <a:lnTo>
                  <a:pt x="124" y="440"/>
                </a:lnTo>
                <a:lnTo>
                  <a:pt x="124" y="439"/>
                </a:lnTo>
                <a:lnTo>
                  <a:pt x="121" y="437"/>
                </a:lnTo>
                <a:lnTo>
                  <a:pt x="121" y="436"/>
                </a:lnTo>
                <a:lnTo>
                  <a:pt x="120" y="437"/>
                </a:lnTo>
                <a:lnTo>
                  <a:pt x="119" y="436"/>
                </a:lnTo>
                <a:lnTo>
                  <a:pt x="118" y="436"/>
                </a:lnTo>
                <a:lnTo>
                  <a:pt x="117" y="436"/>
                </a:lnTo>
                <a:lnTo>
                  <a:pt x="117" y="435"/>
                </a:lnTo>
                <a:lnTo>
                  <a:pt x="116" y="435"/>
                </a:lnTo>
                <a:lnTo>
                  <a:pt x="115" y="436"/>
                </a:lnTo>
                <a:lnTo>
                  <a:pt x="115" y="437"/>
                </a:lnTo>
                <a:lnTo>
                  <a:pt x="115" y="438"/>
                </a:lnTo>
                <a:lnTo>
                  <a:pt x="115" y="439"/>
                </a:lnTo>
                <a:lnTo>
                  <a:pt x="114" y="440"/>
                </a:lnTo>
                <a:lnTo>
                  <a:pt x="113" y="441"/>
                </a:lnTo>
                <a:lnTo>
                  <a:pt x="112" y="440"/>
                </a:lnTo>
                <a:lnTo>
                  <a:pt x="112" y="439"/>
                </a:lnTo>
                <a:lnTo>
                  <a:pt x="111" y="439"/>
                </a:lnTo>
                <a:lnTo>
                  <a:pt x="111" y="440"/>
                </a:lnTo>
                <a:lnTo>
                  <a:pt x="110" y="440"/>
                </a:lnTo>
                <a:lnTo>
                  <a:pt x="110" y="439"/>
                </a:lnTo>
                <a:lnTo>
                  <a:pt x="110" y="437"/>
                </a:lnTo>
                <a:lnTo>
                  <a:pt x="109" y="437"/>
                </a:lnTo>
                <a:lnTo>
                  <a:pt x="110" y="437"/>
                </a:lnTo>
                <a:lnTo>
                  <a:pt x="111" y="436"/>
                </a:lnTo>
                <a:lnTo>
                  <a:pt x="111" y="434"/>
                </a:lnTo>
                <a:lnTo>
                  <a:pt x="111" y="433"/>
                </a:lnTo>
                <a:lnTo>
                  <a:pt x="110" y="432"/>
                </a:lnTo>
                <a:lnTo>
                  <a:pt x="110" y="431"/>
                </a:lnTo>
                <a:lnTo>
                  <a:pt x="109" y="431"/>
                </a:lnTo>
                <a:lnTo>
                  <a:pt x="109" y="430"/>
                </a:lnTo>
                <a:lnTo>
                  <a:pt x="108" y="430"/>
                </a:lnTo>
                <a:lnTo>
                  <a:pt x="108" y="429"/>
                </a:lnTo>
                <a:lnTo>
                  <a:pt x="109" y="429"/>
                </a:lnTo>
                <a:lnTo>
                  <a:pt x="109" y="428"/>
                </a:lnTo>
                <a:lnTo>
                  <a:pt x="109" y="427"/>
                </a:lnTo>
                <a:lnTo>
                  <a:pt x="108" y="427"/>
                </a:lnTo>
                <a:lnTo>
                  <a:pt x="107" y="427"/>
                </a:lnTo>
                <a:lnTo>
                  <a:pt x="107" y="426"/>
                </a:lnTo>
                <a:lnTo>
                  <a:pt x="107" y="425"/>
                </a:lnTo>
                <a:lnTo>
                  <a:pt x="107" y="424"/>
                </a:lnTo>
                <a:lnTo>
                  <a:pt x="108" y="424"/>
                </a:lnTo>
                <a:lnTo>
                  <a:pt x="108" y="423"/>
                </a:lnTo>
                <a:lnTo>
                  <a:pt x="107" y="423"/>
                </a:lnTo>
                <a:lnTo>
                  <a:pt x="106" y="420"/>
                </a:lnTo>
                <a:lnTo>
                  <a:pt x="107" y="419"/>
                </a:lnTo>
                <a:lnTo>
                  <a:pt x="106" y="418"/>
                </a:lnTo>
                <a:lnTo>
                  <a:pt x="105" y="418"/>
                </a:lnTo>
                <a:lnTo>
                  <a:pt x="104" y="417"/>
                </a:lnTo>
                <a:lnTo>
                  <a:pt x="105" y="417"/>
                </a:lnTo>
                <a:lnTo>
                  <a:pt x="105" y="416"/>
                </a:lnTo>
                <a:lnTo>
                  <a:pt x="104" y="416"/>
                </a:lnTo>
                <a:lnTo>
                  <a:pt x="104" y="415"/>
                </a:lnTo>
                <a:lnTo>
                  <a:pt x="103" y="415"/>
                </a:lnTo>
                <a:lnTo>
                  <a:pt x="103" y="413"/>
                </a:lnTo>
                <a:lnTo>
                  <a:pt x="103" y="412"/>
                </a:lnTo>
                <a:lnTo>
                  <a:pt x="104" y="412"/>
                </a:lnTo>
                <a:lnTo>
                  <a:pt x="104" y="411"/>
                </a:lnTo>
                <a:lnTo>
                  <a:pt x="102" y="410"/>
                </a:lnTo>
                <a:lnTo>
                  <a:pt x="102" y="409"/>
                </a:lnTo>
                <a:lnTo>
                  <a:pt x="101" y="409"/>
                </a:lnTo>
                <a:lnTo>
                  <a:pt x="101" y="408"/>
                </a:lnTo>
                <a:lnTo>
                  <a:pt x="100" y="408"/>
                </a:lnTo>
                <a:lnTo>
                  <a:pt x="100" y="407"/>
                </a:lnTo>
                <a:lnTo>
                  <a:pt x="101" y="406"/>
                </a:lnTo>
                <a:lnTo>
                  <a:pt x="101" y="404"/>
                </a:lnTo>
                <a:lnTo>
                  <a:pt x="101" y="403"/>
                </a:lnTo>
                <a:lnTo>
                  <a:pt x="102" y="403"/>
                </a:lnTo>
                <a:lnTo>
                  <a:pt x="102" y="402"/>
                </a:lnTo>
                <a:lnTo>
                  <a:pt x="102" y="401"/>
                </a:lnTo>
                <a:lnTo>
                  <a:pt x="101" y="400"/>
                </a:lnTo>
                <a:lnTo>
                  <a:pt x="100" y="400"/>
                </a:lnTo>
                <a:lnTo>
                  <a:pt x="100" y="399"/>
                </a:lnTo>
                <a:lnTo>
                  <a:pt x="99" y="399"/>
                </a:lnTo>
                <a:lnTo>
                  <a:pt x="99" y="398"/>
                </a:lnTo>
                <a:lnTo>
                  <a:pt x="98" y="397"/>
                </a:lnTo>
                <a:lnTo>
                  <a:pt x="97" y="397"/>
                </a:lnTo>
                <a:lnTo>
                  <a:pt x="97" y="396"/>
                </a:lnTo>
                <a:lnTo>
                  <a:pt x="96" y="396"/>
                </a:lnTo>
                <a:lnTo>
                  <a:pt x="96" y="395"/>
                </a:lnTo>
                <a:lnTo>
                  <a:pt x="95" y="395"/>
                </a:lnTo>
                <a:lnTo>
                  <a:pt x="94" y="394"/>
                </a:lnTo>
                <a:lnTo>
                  <a:pt x="93" y="394"/>
                </a:lnTo>
                <a:lnTo>
                  <a:pt x="93" y="393"/>
                </a:lnTo>
                <a:lnTo>
                  <a:pt x="93" y="394"/>
                </a:lnTo>
                <a:lnTo>
                  <a:pt x="92" y="394"/>
                </a:lnTo>
                <a:lnTo>
                  <a:pt x="92" y="395"/>
                </a:lnTo>
                <a:lnTo>
                  <a:pt x="90" y="395"/>
                </a:lnTo>
                <a:lnTo>
                  <a:pt x="89" y="395"/>
                </a:lnTo>
                <a:lnTo>
                  <a:pt x="87" y="395"/>
                </a:lnTo>
                <a:lnTo>
                  <a:pt x="86" y="396"/>
                </a:lnTo>
                <a:lnTo>
                  <a:pt x="85" y="396"/>
                </a:lnTo>
                <a:lnTo>
                  <a:pt x="84" y="396"/>
                </a:lnTo>
                <a:lnTo>
                  <a:pt x="84" y="395"/>
                </a:lnTo>
                <a:lnTo>
                  <a:pt x="82" y="394"/>
                </a:lnTo>
                <a:lnTo>
                  <a:pt x="82" y="393"/>
                </a:lnTo>
                <a:lnTo>
                  <a:pt x="81" y="394"/>
                </a:lnTo>
                <a:lnTo>
                  <a:pt x="80" y="395"/>
                </a:lnTo>
                <a:lnTo>
                  <a:pt x="78" y="394"/>
                </a:lnTo>
                <a:lnTo>
                  <a:pt x="79" y="394"/>
                </a:lnTo>
                <a:lnTo>
                  <a:pt x="79" y="393"/>
                </a:lnTo>
                <a:lnTo>
                  <a:pt x="79" y="392"/>
                </a:lnTo>
                <a:lnTo>
                  <a:pt x="78" y="392"/>
                </a:lnTo>
                <a:lnTo>
                  <a:pt x="78" y="391"/>
                </a:lnTo>
                <a:lnTo>
                  <a:pt x="79" y="391"/>
                </a:lnTo>
                <a:lnTo>
                  <a:pt x="79" y="390"/>
                </a:lnTo>
                <a:lnTo>
                  <a:pt x="79" y="389"/>
                </a:lnTo>
                <a:lnTo>
                  <a:pt x="78" y="389"/>
                </a:lnTo>
                <a:lnTo>
                  <a:pt x="77" y="390"/>
                </a:lnTo>
                <a:lnTo>
                  <a:pt x="76" y="389"/>
                </a:lnTo>
                <a:lnTo>
                  <a:pt x="75" y="388"/>
                </a:lnTo>
                <a:lnTo>
                  <a:pt x="75" y="387"/>
                </a:lnTo>
                <a:lnTo>
                  <a:pt x="74" y="387"/>
                </a:lnTo>
                <a:lnTo>
                  <a:pt x="73" y="386"/>
                </a:lnTo>
                <a:lnTo>
                  <a:pt x="72" y="387"/>
                </a:lnTo>
                <a:lnTo>
                  <a:pt x="73" y="387"/>
                </a:lnTo>
                <a:lnTo>
                  <a:pt x="73" y="388"/>
                </a:lnTo>
                <a:lnTo>
                  <a:pt x="72" y="388"/>
                </a:lnTo>
                <a:lnTo>
                  <a:pt x="71" y="388"/>
                </a:lnTo>
                <a:lnTo>
                  <a:pt x="71" y="389"/>
                </a:lnTo>
                <a:lnTo>
                  <a:pt x="70" y="389"/>
                </a:lnTo>
                <a:lnTo>
                  <a:pt x="70" y="390"/>
                </a:lnTo>
                <a:lnTo>
                  <a:pt x="69" y="391"/>
                </a:lnTo>
                <a:lnTo>
                  <a:pt x="68" y="391"/>
                </a:lnTo>
                <a:lnTo>
                  <a:pt x="67" y="391"/>
                </a:lnTo>
                <a:lnTo>
                  <a:pt x="67" y="392"/>
                </a:lnTo>
                <a:lnTo>
                  <a:pt x="66" y="392"/>
                </a:lnTo>
                <a:lnTo>
                  <a:pt x="65" y="393"/>
                </a:lnTo>
                <a:lnTo>
                  <a:pt x="65" y="394"/>
                </a:lnTo>
                <a:lnTo>
                  <a:pt x="66" y="395"/>
                </a:lnTo>
                <a:lnTo>
                  <a:pt x="65" y="396"/>
                </a:lnTo>
                <a:lnTo>
                  <a:pt x="64" y="395"/>
                </a:lnTo>
                <a:lnTo>
                  <a:pt x="65" y="395"/>
                </a:lnTo>
                <a:lnTo>
                  <a:pt x="64" y="395"/>
                </a:lnTo>
                <a:lnTo>
                  <a:pt x="63" y="395"/>
                </a:lnTo>
                <a:lnTo>
                  <a:pt x="62" y="394"/>
                </a:lnTo>
                <a:lnTo>
                  <a:pt x="63" y="394"/>
                </a:lnTo>
                <a:lnTo>
                  <a:pt x="63" y="393"/>
                </a:lnTo>
                <a:lnTo>
                  <a:pt x="63" y="392"/>
                </a:lnTo>
                <a:lnTo>
                  <a:pt x="62" y="392"/>
                </a:lnTo>
                <a:lnTo>
                  <a:pt x="61" y="391"/>
                </a:lnTo>
                <a:lnTo>
                  <a:pt x="61" y="392"/>
                </a:lnTo>
                <a:lnTo>
                  <a:pt x="60" y="392"/>
                </a:lnTo>
                <a:lnTo>
                  <a:pt x="59" y="392"/>
                </a:lnTo>
                <a:lnTo>
                  <a:pt x="58" y="392"/>
                </a:lnTo>
                <a:lnTo>
                  <a:pt x="58" y="391"/>
                </a:lnTo>
                <a:lnTo>
                  <a:pt x="57" y="391"/>
                </a:lnTo>
                <a:lnTo>
                  <a:pt x="57" y="390"/>
                </a:lnTo>
                <a:lnTo>
                  <a:pt x="56" y="390"/>
                </a:lnTo>
                <a:lnTo>
                  <a:pt x="56" y="391"/>
                </a:lnTo>
                <a:lnTo>
                  <a:pt x="54" y="391"/>
                </a:lnTo>
                <a:lnTo>
                  <a:pt x="54" y="392"/>
                </a:lnTo>
                <a:lnTo>
                  <a:pt x="53" y="392"/>
                </a:lnTo>
                <a:lnTo>
                  <a:pt x="53" y="391"/>
                </a:lnTo>
                <a:lnTo>
                  <a:pt x="53" y="390"/>
                </a:lnTo>
                <a:lnTo>
                  <a:pt x="54" y="390"/>
                </a:lnTo>
                <a:lnTo>
                  <a:pt x="54" y="389"/>
                </a:lnTo>
                <a:lnTo>
                  <a:pt x="53" y="389"/>
                </a:lnTo>
                <a:lnTo>
                  <a:pt x="53" y="388"/>
                </a:lnTo>
                <a:lnTo>
                  <a:pt x="52" y="386"/>
                </a:lnTo>
                <a:lnTo>
                  <a:pt x="51" y="386"/>
                </a:lnTo>
                <a:lnTo>
                  <a:pt x="50" y="386"/>
                </a:lnTo>
                <a:lnTo>
                  <a:pt x="49" y="385"/>
                </a:lnTo>
                <a:lnTo>
                  <a:pt x="49" y="383"/>
                </a:lnTo>
                <a:lnTo>
                  <a:pt x="50" y="383"/>
                </a:lnTo>
                <a:lnTo>
                  <a:pt x="50" y="382"/>
                </a:lnTo>
                <a:lnTo>
                  <a:pt x="49" y="382"/>
                </a:lnTo>
                <a:lnTo>
                  <a:pt x="49" y="381"/>
                </a:lnTo>
                <a:lnTo>
                  <a:pt x="48" y="380"/>
                </a:lnTo>
                <a:lnTo>
                  <a:pt x="47" y="379"/>
                </a:lnTo>
                <a:lnTo>
                  <a:pt x="48" y="378"/>
                </a:lnTo>
                <a:lnTo>
                  <a:pt x="49" y="377"/>
                </a:lnTo>
                <a:lnTo>
                  <a:pt x="49" y="376"/>
                </a:lnTo>
                <a:lnTo>
                  <a:pt x="49" y="375"/>
                </a:lnTo>
                <a:lnTo>
                  <a:pt x="48" y="375"/>
                </a:lnTo>
                <a:lnTo>
                  <a:pt x="47" y="374"/>
                </a:lnTo>
                <a:lnTo>
                  <a:pt x="47" y="373"/>
                </a:lnTo>
                <a:lnTo>
                  <a:pt x="47" y="372"/>
                </a:lnTo>
                <a:lnTo>
                  <a:pt x="46" y="372"/>
                </a:lnTo>
                <a:lnTo>
                  <a:pt x="46" y="371"/>
                </a:lnTo>
                <a:lnTo>
                  <a:pt x="46" y="370"/>
                </a:lnTo>
                <a:lnTo>
                  <a:pt x="47" y="368"/>
                </a:lnTo>
                <a:lnTo>
                  <a:pt x="47" y="369"/>
                </a:lnTo>
                <a:lnTo>
                  <a:pt x="48" y="369"/>
                </a:lnTo>
                <a:lnTo>
                  <a:pt x="48" y="368"/>
                </a:lnTo>
                <a:lnTo>
                  <a:pt x="49" y="368"/>
                </a:lnTo>
                <a:lnTo>
                  <a:pt x="48" y="368"/>
                </a:lnTo>
                <a:lnTo>
                  <a:pt x="48" y="367"/>
                </a:lnTo>
                <a:lnTo>
                  <a:pt x="47" y="368"/>
                </a:lnTo>
                <a:lnTo>
                  <a:pt x="46" y="368"/>
                </a:lnTo>
                <a:lnTo>
                  <a:pt x="46" y="367"/>
                </a:lnTo>
                <a:lnTo>
                  <a:pt x="46" y="366"/>
                </a:lnTo>
                <a:lnTo>
                  <a:pt x="46" y="365"/>
                </a:lnTo>
                <a:lnTo>
                  <a:pt x="45" y="363"/>
                </a:lnTo>
                <a:lnTo>
                  <a:pt x="44" y="363"/>
                </a:lnTo>
                <a:lnTo>
                  <a:pt x="44" y="362"/>
                </a:lnTo>
                <a:lnTo>
                  <a:pt x="45" y="361"/>
                </a:lnTo>
                <a:lnTo>
                  <a:pt x="45" y="362"/>
                </a:lnTo>
                <a:lnTo>
                  <a:pt x="45" y="361"/>
                </a:lnTo>
                <a:lnTo>
                  <a:pt x="45" y="360"/>
                </a:lnTo>
                <a:lnTo>
                  <a:pt x="45" y="359"/>
                </a:lnTo>
                <a:lnTo>
                  <a:pt x="44" y="359"/>
                </a:lnTo>
                <a:lnTo>
                  <a:pt x="44" y="358"/>
                </a:lnTo>
                <a:lnTo>
                  <a:pt x="44" y="357"/>
                </a:lnTo>
                <a:lnTo>
                  <a:pt x="43" y="357"/>
                </a:lnTo>
                <a:lnTo>
                  <a:pt x="44" y="356"/>
                </a:lnTo>
                <a:lnTo>
                  <a:pt x="44" y="355"/>
                </a:lnTo>
                <a:lnTo>
                  <a:pt x="43" y="355"/>
                </a:lnTo>
                <a:lnTo>
                  <a:pt x="43" y="354"/>
                </a:lnTo>
                <a:lnTo>
                  <a:pt x="43" y="353"/>
                </a:lnTo>
                <a:lnTo>
                  <a:pt x="43" y="352"/>
                </a:lnTo>
                <a:lnTo>
                  <a:pt x="42" y="352"/>
                </a:lnTo>
                <a:lnTo>
                  <a:pt x="42" y="351"/>
                </a:lnTo>
                <a:lnTo>
                  <a:pt x="42" y="350"/>
                </a:lnTo>
                <a:lnTo>
                  <a:pt x="43" y="349"/>
                </a:lnTo>
                <a:lnTo>
                  <a:pt x="44" y="349"/>
                </a:lnTo>
                <a:lnTo>
                  <a:pt x="45" y="349"/>
                </a:lnTo>
                <a:lnTo>
                  <a:pt x="45" y="348"/>
                </a:lnTo>
                <a:lnTo>
                  <a:pt x="44" y="348"/>
                </a:lnTo>
                <a:lnTo>
                  <a:pt x="43" y="348"/>
                </a:lnTo>
                <a:lnTo>
                  <a:pt x="42" y="349"/>
                </a:lnTo>
                <a:lnTo>
                  <a:pt x="41" y="350"/>
                </a:lnTo>
                <a:lnTo>
                  <a:pt x="41" y="351"/>
                </a:lnTo>
                <a:lnTo>
                  <a:pt x="40" y="351"/>
                </a:lnTo>
                <a:lnTo>
                  <a:pt x="39" y="351"/>
                </a:lnTo>
                <a:lnTo>
                  <a:pt x="39" y="352"/>
                </a:lnTo>
                <a:lnTo>
                  <a:pt x="40" y="352"/>
                </a:lnTo>
                <a:lnTo>
                  <a:pt x="40" y="353"/>
                </a:lnTo>
                <a:lnTo>
                  <a:pt x="40" y="354"/>
                </a:lnTo>
                <a:lnTo>
                  <a:pt x="39" y="354"/>
                </a:lnTo>
                <a:lnTo>
                  <a:pt x="38" y="354"/>
                </a:lnTo>
                <a:lnTo>
                  <a:pt x="37" y="353"/>
                </a:lnTo>
                <a:lnTo>
                  <a:pt x="36" y="352"/>
                </a:lnTo>
                <a:lnTo>
                  <a:pt x="37" y="352"/>
                </a:lnTo>
                <a:lnTo>
                  <a:pt x="37" y="351"/>
                </a:lnTo>
                <a:lnTo>
                  <a:pt x="36" y="350"/>
                </a:lnTo>
                <a:lnTo>
                  <a:pt x="35" y="351"/>
                </a:lnTo>
                <a:lnTo>
                  <a:pt x="34" y="351"/>
                </a:lnTo>
                <a:lnTo>
                  <a:pt x="34" y="352"/>
                </a:lnTo>
                <a:lnTo>
                  <a:pt x="34" y="353"/>
                </a:lnTo>
                <a:lnTo>
                  <a:pt x="33" y="353"/>
                </a:lnTo>
                <a:lnTo>
                  <a:pt x="34" y="351"/>
                </a:lnTo>
                <a:lnTo>
                  <a:pt x="33" y="351"/>
                </a:lnTo>
                <a:lnTo>
                  <a:pt x="32" y="351"/>
                </a:lnTo>
                <a:lnTo>
                  <a:pt x="30" y="351"/>
                </a:lnTo>
                <a:lnTo>
                  <a:pt x="29" y="351"/>
                </a:lnTo>
                <a:lnTo>
                  <a:pt x="28" y="351"/>
                </a:lnTo>
                <a:lnTo>
                  <a:pt x="26" y="351"/>
                </a:lnTo>
                <a:lnTo>
                  <a:pt x="25" y="351"/>
                </a:lnTo>
                <a:lnTo>
                  <a:pt x="25" y="352"/>
                </a:lnTo>
                <a:lnTo>
                  <a:pt x="24" y="352"/>
                </a:lnTo>
                <a:lnTo>
                  <a:pt x="23" y="352"/>
                </a:lnTo>
                <a:lnTo>
                  <a:pt x="23" y="351"/>
                </a:lnTo>
                <a:lnTo>
                  <a:pt x="23" y="350"/>
                </a:lnTo>
                <a:lnTo>
                  <a:pt x="22" y="350"/>
                </a:lnTo>
                <a:lnTo>
                  <a:pt x="21" y="350"/>
                </a:lnTo>
                <a:lnTo>
                  <a:pt x="21" y="351"/>
                </a:lnTo>
                <a:lnTo>
                  <a:pt x="20" y="351"/>
                </a:lnTo>
                <a:lnTo>
                  <a:pt x="19" y="351"/>
                </a:lnTo>
                <a:lnTo>
                  <a:pt x="19" y="350"/>
                </a:lnTo>
                <a:lnTo>
                  <a:pt x="18" y="350"/>
                </a:lnTo>
                <a:lnTo>
                  <a:pt x="18" y="349"/>
                </a:lnTo>
                <a:lnTo>
                  <a:pt x="18" y="346"/>
                </a:lnTo>
                <a:lnTo>
                  <a:pt x="18" y="345"/>
                </a:lnTo>
                <a:lnTo>
                  <a:pt x="17" y="345"/>
                </a:lnTo>
                <a:lnTo>
                  <a:pt x="17" y="344"/>
                </a:lnTo>
                <a:lnTo>
                  <a:pt x="17" y="345"/>
                </a:lnTo>
                <a:lnTo>
                  <a:pt x="16" y="346"/>
                </a:lnTo>
                <a:lnTo>
                  <a:pt x="15" y="346"/>
                </a:lnTo>
                <a:lnTo>
                  <a:pt x="14" y="346"/>
                </a:lnTo>
                <a:lnTo>
                  <a:pt x="14" y="347"/>
                </a:lnTo>
                <a:lnTo>
                  <a:pt x="13" y="347"/>
                </a:lnTo>
                <a:lnTo>
                  <a:pt x="13" y="346"/>
                </a:lnTo>
                <a:lnTo>
                  <a:pt x="14" y="346"/>
                </a:lnTo>
                <a:lnTo>
                  <a:pt x="14" y="344"/>
                </a:lnTo>
                <a:lnTo>
                  <a:pt x="13" y="343"/>
                </a:lnTo>
                <a:lnTo>
                  <a:pt x="13" y="342"/>
                </a:lnTo>
                <a:lnTo>
                  <a:pt x="14" y="341"/>
                </a:lnTo>
                <a:lnTo>
                  <a:pt x="15" y="341"/>
                </a:lnTo>
                <a:lnTo>
                  <a:pt x="15" y="340"/>
                </a:lnTo>
                <a:lnTo>
                  <a:pt x="16" y="340"/>
                </a:lnTo>
                <a:lnTo>
                  <a:pt x="15" y="339"/>
                </a:lnTo>
                <a:lnTo>
                  <a:pt x="15" y="338"/>
                </a:lnTo>
                <a:lnTo>
                  <a:pt x="16" y="338"/>
                </a:lnTo>
                <a:lnTo>
                  <a:pt x="16" y="337"/>
                </a:lnTo>
                <a:lnTo>
                  <a:pt x="16" y="336"/>
                </a:lnTo>
                <a:lnTo>
                  <a:pt x="15" y="335"/>
                </a:lnTo>
                <a:lnTo>
                  <a:pt x="14" y="334"/>
                </a:lnTo>
                <a:lnTo>
                  <a:pt x="13" y="334"/>
                </a:lnTo>
                <a:lnTo>
                  <a:pt x="11" y="333"/>
                </a:lnTo>
                <a:lnTo>
                  <a:pt x="10" y="333"/>
                </a:lnTo>
                <a:lnTo>
                  <a:pt x="10" y="334"/>
                </a:lnTo>
                <a:lnTo>
                  <a:pt x="9" y="334"/>
                </a:lnTo>
                <a:lnTo>
                  <a:pt x="8" y="334"/>
                </a:lnTo>
                <a:lnTo>
                  <a:pt x="9" y="333"/>
                </a:lnTo>
                <a:lnTo>
                  <a:pt x="10" y="333"/>
                </a:lnTo>
                <a:lnTo>
                  <a:pt x="10" y="332"/>
                </a:lnTo>
                <a:lnTo>
                  <a:pt x="11" y="332"/>
                </a:lnTo>
                <a:lnTo>
                  <a:pt x="11" y="331"/>
                </a:lnTo>
                <a:lnTo>
                  <a:pt x="10" y="330"/>
                </a:lnTo>
                <a:lnTo>
                  <a:pt x="10" y="329"/>
                </a:lnTo>
                <a:lnTo>
                  <a:pt x="9" y="329"/>
                </a:lnTo>
                <a:lnTo>
                  <a:pt x="8" y="329"/>
                </a:lnTo>
                <a:lnTo>
                  <a:pt x="7" y="329"/>
                </a:lnTo>
                <a:lnTo>
                  <a:pt x="7" y="330"/>
                </a:lnTo>
                <a:lnTo>
                  <a:pt x="7" y="331"/>
                </a:lnTo>
                <a:lnTo>
                  <a:pt x="6" y="330"/>
                </a:lnTo>
                <a:lnTo>
                  <a:pt x="5" y="330"/>
                </a:lnTo>
                <a:lnTo>
                  <a:pt x="5" y="331"/>
                </a:lnTo>
                <a:lnTo>
                  <a:pt x="4" y="331"/>
                </a:lnTo>
                <a:lnTo>
                  <a:pt x="3" y="330"/>
                </a:lnTo>
                <a:lnTo>
                  <a:pt x="4" y="330"/>
                </a:lnTo>
                <a:lnTo>
                  <a:pt x="5" y="330"/>
                </a:lnTo>
                <a:lnTo>
                  <a:pt x="5" y="329"/>
                </a:lnTo>
                <a:lnTo>
                  <a:pt x="5" y="328"/>
                </a:lnTo>
                <a:lnTo>
                  <a:pt x="4" y="328"/>
                </a:lnTo>
                <a:lnTo>
                  <a:pt x="4" y="327"/>
                </a:lnTo>
                <a:lnTo>
                  <a:pt x="3" y="327"/>
                </a:lnTo>
                <a:lnTo>
                  <a:pt x="3" y="326"/>
                </a:lnTo>
                <a:lnTo>
                  <a:pt x="3" y="325"/>
                </a:lnTo>
                <a:lnTo>
                  <a:pt x="3" y="324"/>
                </a:lnTo>
                <a:lnTo>
                  <a:pt x="3" y="323"/>
                </a:lnTo>
                <a:lnTo>
                  <a:pt x="3" y="322"/>
                </a:lnTo>
                <a:lnTo>
                  <a:pt x="2" y="322"/>
                </a:lnTo>
                <a:lnTo>
                  <a:pt x="2" y="321"/>
                </a:lnTo>
                <a:lnTo>
                  <a:pt x="1" y="321"/>
                </a:lnTo>
                <a:lnTo>
                  <a:pt x="1" y="320"/>
                </a:lnTo>
                <a:lnTo>
                  <a:pt x="0" y="320"/>
                </a:lnTo>
                <a:lnTo>
                  <a:pt x="0" y="318"/>
                </a:lnTo>
                <a:lnTo>
                  <a:pt x="0" y="317"/>
                </a:lnTo>
                <a:lnTo>
                  <a:pt x="1" y="316"/>
                </a:lnTo>
                <a:lnTo>
                  <a:pt x="1" y="315"/>
                </a:lnTo>
                <a:lnTo>
                  <a:pt x="2" y="315"/>
                </a:lnTo>
                <a:lnTo>
                  <a:pt x="3" y="315"/>
                </a:lnTo>
                <a:lnTo>
                  <a:pt x="3" y="314"/>
                </a:lnTo>
                <a:lnTo>
                  <a:pt x="2" y="314"/>
                </a:lnTo>
                <a:lnTo>
                  <a:pt x="2" y="313"/>
                </a:lnTo>
                <a:lnTo>
                  <a:pt x="3" y="311"/>
                </a:lnTo>
                <a:lnTo>
                  <a:pt x="4" y="311"/>
                </a:lnTo>
                <a:lnTo>
                  <a:pt x="4" y="312"/>
                </a:lnTo>
                <a:lnTo>
                  <a:pt x="3" y="312"/>
                </a:lnTo>
                <a:lnTo>
                  <a:pt x="3" y="313"/>
                </a:lnTo>
                <a:lnTo>
                  <a:pt x="5" y="313"/>
                </a:lnTo>
                <a:lnTo>
                  <a:pt x="5" y="312"/>
                </a:lnTo>
                <a:lnTo>
                  <a:pt x="5" y="311"/>
                </a:lnTo>
                <a:lnTo>
                  <a:pt x="6" y="310"/>
                </a:lnTo>
                <a:lnTo>
                  <a:pt x="7" y="309"/>
                </a:lnTo>
                <a:lnTo>
                  <a:pt x="8" y="309"/>
                </a:lnTo>
                <a:lnTo>
                  <a:pt x="8" y="310"/>
                </a:lnTo>
                <a:lnTo>
                  <a:pt x="9" y="310"/>
                </a:lnTo>
                <a:lnTo>
                  <a:pt x="9" y="309"/>
                </a:lnTo>
                <a:lnTo>
                  <a:pt x="9" y="308"/>
                </a:lnTo>
                <a:lnTo>
                  <a:pt x="9" y="307"/>
                </a:lnTo>
                <a:lnTo>
                  <a:pt x="10" y="306"/>
                </a:lnTo>
                <a:lnTo>
                  <a:pt x="11" y="306"/>
                </a:lnTo>
                <a:lnTo>
                  <a:pt x="10" y="305"/>
                </a:lnTo>
                <a:lnTo>
                  <a:pt x="10" y="304"/>
                </a:lnTo>
                <a:lnTo>
                  <a:pt x="10" y="303"/>
                </a:lnTo>
                <a:lnTo>
                  <a:pt x="11" y="303"/>
                </a:lnTo>
                <a:lnTo>
                  <a:pt x="11" y="304"/>
                </a:lnTo>
                <a:lnTo>
                  <a:pt x="12" y="303"/>
                </a:lnTo>
                <a:lnTo>
                  <a:pt x="13" y="302"/>
                </a:lnTo>
                <a:lnTo>
                  <a:pt x="14" y="302"/>
                </a:lnTo>
                <a:lnTo>
                  <a:pt x="15" y="303"/>
                </a:lnTo>
                <a:lnTo>
                  <a:pt x="16" y="303"/>
                </a:lnTo>
                <a:lnTo>
                  <a:pt x="18" y="303"/>
                </a:lnTo>
                <a:lnTo>
                  <a:pt x="19" y="303"/>
                </a:lnTo>
                <a:lnTo>
                  <a:pt x="20" y="303"/>
                </a:lnTo>
                <a:lnTo>
                  <a:pt x="20" y="302"/>
                </a:lnTo>
                <a:lnTo>
                  <a:pt x="19" y="301"/>
                </a:lnTo>
                <a:lnTo>
                  <a:pt x="19" y="300"/>
                </a:lnTo>
                <a:lnTo>
                  <a:pt x="19" y="299"/>
                </a:lnTo>
                <a:lnTo>
                  <a:pt x="20" y="298"/>
                </a:lnTo>
                <a:lnTo>
                  <a:pt x="21" y="298"/>
                </a:lnTo>
                <a:lnTo>
                  <a:pt x="22" y="299"/>
                </a:lnTo>
                <a:lnTo>
                  <a:pt x="23" y="300"/>
                </a:lnTo>
                <a:lnTo>
                  <a:pt x="24" y="300"/>
                </a:lnTo>
                <a:lnTo>
                  <a:pt x="25" y="300"/>
                </a:lnTo>
                <a:lnTo>
                  <a:pt x="25" y="301"/>
                </a:lnTo>
                <a:lnTo>
                  <a:pt x="26" y="301"/>
                </a:lnTo>
                <a:lnTo>
                  <a:pt x="26" y="300"/>
                </a:lnTo>
                <a:lnTo>
                  <a:pt x="25" y="300"/>
                </a:lnTo>
                <a:lnTo>
                  <a:pt x="25" y="299"/>
                </a:lnTo>
                <a:lnTo>
                  <a:pt x="26" y="298"/>
                </a:lnTo>
                <a:lnTo>
                  <a:pt x="27" y="298"/>
                </a:lnTo>
                <a:lnTo>
                  <a:pt x="27" y="297"/>
                </a:lnTo>
                <a:lnTo>
                  <a:pt x="26" y="297"/>
                </a:lnTo>
                <a:lnTo>
                  <a:pt x="26" y="296"/>
                </a:lnTo>
                <a:lnTo>
                  <a:pt x="27" y="296"/>
                </a:lnTo>
                <a:lnTo>
                  <a:pt x="28" y="296"/>
                </a:lnTo>
                <a:lnTo>
                  <a:pt x="28" y="297"/>
                </a:lnTo>
                <a:lnTo>
                  <a:pt x="29" y="297"/>
                </a:lnTo>
                <a:lnTo>
                  <a:pt x="29" y="296"/>
                </a:lnTo>
                <a:lnTo>
                  <a:pt x="29" y="295"/>
                </a:lnTo>
                <a:lnTo>
                  <a:pt x="30" y="295"/>
                </a:lnTo>
                <a:lnTo>
                  <a:pt x="30" y="293"/>
                </a:lnTo>
                <a:lnTo>
                  <a:pt x="29" y="293"/>
                </a:lnTo>
                <a:lnTo>
                  <a:pt x="29" y="292"/>
                </a:lnTo>
                <a:lnTo>
                  <a:pt x="30" y="292"/>
                </a:lnTo>
                <a:lnTo>
                  <a:pt x="30" y="291"/>
                </a:lnTo>
                <a:lnTo>
                  <a:pt x="31" y="290"/>
                </a:lnTo>
                <a:lnTo>
                  <a:pt x="30" y="290"/>
                </a:lnTo>
                <a:lnTo>
                  <a:pt x="30" y="289"/>
                </a:lnTo>
                <a:lnTo>
                  <a:pt x="30" y="288"/>
                </a:lnTo>
                <a:lnTo>
                  <a:pt x="31" y="288"/>
                </a:lnTo>
                <a:lnTo>
                  <a:pt x="31" y="287"/>
                </a:lnTo>
                <a:lnTo>
                  <a:pt x="31" y="286"/>
                </a:lnTo>
                <a:lnTo>
                  <a:pt x="30" y="286"/>
                </a:lnTo>
                <a:lnTo>
                  <a:pt x="31" y="285"/>
                </a:lnTo>
                <a:lnTo>
                  <a:pt x="31" y="286"/>
                </a:lnTo>
                <a:lnTo>
                  <a:pt x="32" y="286"/>
                </a:lnTo>
                <a:lnTo>
                  <a:pt x="33" y="286"/>
                </a:lnTo>
                <a:lnTo>
                  <a:pt x="33" y="285"/>
                </a:lnTo>
                <a:lnTo>
                  <a:pt x="33" y="284"/>
                </a:lnTo>
                <a:lnTo>
                  <a:pt x="34" y="284"/>
                </a:lnTo>
                <a:lnTo>
                  <a:pt x="34" y="283"/>
                </a:lnTo>
                <a:lnTo>
                  <a:pt x="35" y="283"/>
                </a:lnTo>
                <a:lnTo>
                  <a:pt x="34" y="283"/>
                </a:lnTo>
                <a:lnTo>
                  <a:pt x="35" y="284"/>
                </a:lnTo>
                <a:lnTo>
                  <a:pt x="37" y="284"/>
                </a:lnTo>
                <a:lnTo>
                  <a:pt x="38" y="283"/>
                </a:lnTo>
                <a:lnTo>
                  <a:pt x="39" y="283"/>
                </a:lnTo>
                <a:lnTo>
                  <a:pt x="40" y="283"/>
                </a:lnTo>
                <a:lnTo>
                  <a:pt x="40" y="282"/>
                </a:lnTo>
                <a:lnTo>
                  <a:pt x="41" y="282"/>
                </a:lnTo>
                <a:lnTo>
                  <a:pt x="42" y="282"/>
                </a:lnTo>
                <a:lnTo>
                  <a:pt x="42" y="283"/>
                </a:lnTo>
                <a:lnTo>
                  <a:pt x="43" y="283"/>
                </a:lnTo>
                <a:lnTo>
                  <a:pt x="44" y="283"/>
                </a:lnTo>
                <a:lnTo>
                  <a:pt x="45" y="283"/>
                </a:lnTo>
                <a:lnTo>
                  <a:pt x="45" y="282"/>
                </a:lnTo>
                <a:lnTo>
                  <a:pt x="45" y="281"/>
                </a:lnTo>
                <a:lnTo>
                  <a:pt x="46" y="281"/>
                </a:lnTo>
                <a:lnTo>
                  <a:pt x="47" y="281"/>
                </a:lnTo>
                <a:lnTo>
                  <a:pt x="46" y="281"/>
                </a:lnTo>
                <a:lnTo>
                  <a:pt x="46" y="280"/>
                </a:lnTo>
                <a:lnTo>
                  <a:pt x="46" y="279"/>
                </a:lnTo>
                <a:lnTo>
                  <a:pt x="47" y="278"/>
                </a:lnTo>
                <a:lnTo>
                  <a:pt x="46" y="278"/>
                </a:lnTo>
                <a:lnTo>
                  <a:pt x="46" y="277"/>
                </a:lnTo>
                <a:lnTo>
                  <a:pt x="45" y="277"/>
                </a:lnTo>
                <a:lnTo>
                  <a:pt x="44" y="276"/>
                </a:lnTo>
                <a:lnTo>
                  <a:pt x="45" y="276"/>
                </a:lnTo>
                <a:lnTo>
                  <a:pt x="45" y="275"/>
                </a:lnTo>
                <a:lnTo>
                  <a:pt x="44" y="275"/>
                </a:lnTo>
                <a:lnTo>
                  <a:pt x="44" y="274"/>
                </a:lnTo>
                <a:lnTo>
                  <a:pt x="43" y="274"/>
                </a:lnTo>
                <a:lnTo>
                  <a:pt x="43" y="273"/>
                </a:lnTo>
                <a:lnTo>
                  <a:pt x="44" y="273"/>
                </a:lnTo>
                <a:lnTo>
                  <a:pt x="45" y="272"/>
                </a:lnTo>
                <a:lnTo>
                  <a:pt x="45" y="271"/>
                </a:lnTo>
                <a:lnTo>
                  <a:pt x="46" y="270"/>
                </a:lnTo>
                <a:lnTo>
                  <a:pt x="46" y="269"/>
                </a:lnTo>
                <a:lnTo>
                  <a:pt x="46" y="268"/>
                </a:lnTo>
                <a:lnTo>
                  <a:pt x="45" y="267"/>
                </a:lnTo>
                <a:lnTo>
                  <a:pt x="45" y="266"/>
                </a:lnTo>
                <a:lnTo>
                  <a:pt x="46" y="265"/>
                </a:lnTo>
                <a:lnTo>
                  <a:pt x="47" y="264"/>
                </a:lnTo>
                <a:lnTo>
                  <a:pt x="48" y="264"/>
                </a:lnTo>
                <a:lnTo>
                  <a:pt x="49" y="263"/>
                </a:lnTo>
                <a:lnTo>
                  <a:pt x="49" y="262"/>
                </a:lnTo>
                <a:lnTo>
                  <a:pt x="48" y="260"/>
                </a:lnTo>
                <a:lnTo>
                  <a:pt x="47" y="260"/>
                </a:lnTo>
                <a:lnTo>
                  <a:pt x="47" y="261"/>
                </a:lnTo>
                <a:lnTo>
                  <a:pt x="46" y="261"/>
                </a:lnTo>
                <a:lnTo>
                  <a:pt x="46" y="260"/>
                </a:lnTo>
                <a:lnTo>
                  <a:pt x="45" y="260"/>
                </a:lnTo>
                <a:lnTo>
                  <a:pt x="45" y="259"/>
                </a:lnTo>
                <a:lnTo>
                  <a:pt x="45" y="260"/>
                </a:lnTo>
                <a:lnTo>
                  <a:pt x="44" y="260"/>
                </a:lnTo>
                <a:lnTo>
                  <a:pt x="42" y="260"/>
                </a:lnTo>
                <a:lnTo>
                  <a:pt x="42" y="259"/>
                </a:lnTo>
                <a:lnTo>
                  <a:pt x="41" y="259"/>
                </a:lnTo>
                <a:lnTo>
                  <a:pt x="40" y="258"/>
                </a:lnTo>
                <a:lnTo>
                  <a:pt x="40" y="257"/>
                </a:lnTo>
                <a:lnTo>
                  <a:pt x="41" y="257"/>
                </a:lnTo>
                <a:lnTo>
                  <a:pt x="40" y="257"/>
                </a:lnTo>
                <a:lnTo>
                  <a:pt x="40" y="256"/>
                </a:lnTo>
                <a:lnTo>
                  <a:pt x="39" y="256"/>
                </a:lnTo>
                <a:lnTo>
                  <a:pt x="37" y="256"/>
                </a:lnTo>
                <a:lnTo>
                  <a:pt x="36" y="255"/>
                </a:lnTo>
                <a:lnTo>
                  <a:pt x="36" y="253"/>
                </a:lnTo>
                <a:lnTo>
                  <a:pt x="37" y="253"/>
                </a:lnTo>
                <a:lnTo>
                  <a:pt x="37" y="252"/>
                </a:lnTo>
                <a:lnTo>
                  <a:pt x="36" y="252"/>
                </a:lnTo>
                <a:lnTo>
                  <a:pt x="35" y="252"/>
                </a:lnTo>
                <a:lnTo>
                  <a:pt x="34" y="251"/>
                </a:lnTo>
                <a:lnTo>
                  <a:pt x="33" y="251"/>
                </a:lnTo>
                <a:lnTo>
                  <a:pt x="32" y="251"/>
                </a:lnTo>
                <a:lnTo>
                  <a:pt x="31" y="251"/>
                </a:lnTo>
                <a:lnTo>
                  <a:pt x="31" y="250"/>
                </a:lnTo>
                <a:lnTo>
                  <a:pt x="30" y="250"/>
                </a:lnTo>
                <a:lnTo>
                  <a:pt x="30" y="249"/>
                </a:lnTo>
                <a:lnTo>
                  <a:pt x="30" y="250"/>
                </a:lnTo>
                <a:lnTo>
                  <a:pt x="30" y="249"/>
                </a:lnTo>
                <a:lnTo>
                  <a:pt x="30" y="248"/>
                </a:lnTo>
                <a:lnTo>
                  <a:pt x="31" y="247"/>
                </a:lnTo>
                <a:lnTo>
                  <a:pt x="32" y="247"/>
                </a:lnTo>
                <a:lnTo>
                  <a:pt x="32" y="246"/>
                </a:lnTo>
                <a:lnTo>
                  <a:pt x="31" y="245"/>
                </a:lnTo>
                <a:lnTo>
                  <a:pt x="30" y="245"/>
                </a:lnTo>
                <a:lnTo>
                  <a:pt x="29" y="245"/>
                </a:lnTo>
                <a:lnTo>
                  <a:pt x="29" y="246"/>
                </a:lnTo>
                <a:lnTo>
                  <a:pt x="28" y="246"/>
                </a:lnTo>
                <a:lnTo>
                  <a:pt x="28" y="247"/>
                </a:lnTo>
                <a:lnTo>
                  <a:pt x="27" y="247"/>
                </a:lnTo>
                <a:lnTo>
                  <a:pt x="26" y="246"/>
                </a:lnTo>
                <a:lnTo>
                  <a:pt x="26" y="245"/>
                </a:lnTo>
                <a:lnTo>
                  <a:pt x="26" y="244"/>
                </a:lnTo>
                <a:lnTo>
                  <a:pt x="27" y="244"/>
                </a:lnTo>
                <a:lnTo>
                  <a:pt x="27" y="243"/>
                </a:lnTo>
                <a:lnTo>
                  <a:pt x="28" y="243"/>
                </a:lnTo>
                <a:lnTo>
                  <a:pt x="28" y="242"/>
                </a:lnTo>
                <a:lnTo>
                  <a:pt x="29" y="242"/>
                </a:lnTo>
                <a:lnTo>
                  <a:pt x="29" y="243"/>
                </a:lnTo>
                <a:lnTo>
                  <a:pt x="30" y="243"/>
                </a:lnTo>
                <a:lnTo>
                  <a:pt x="29" y="243"/>
                </a:lnTo>
                <a:lnTo>
                  <a:pt x="30" y="243"/>
                </a:lnTo>
                <a:lnTo>
                  <a:pt x="30" y="244"/>
                </a:lnTo>
                <a:lnTo>
                  <a:pt x="31" y="244"/>
                </a:lnTo>
                <a:lnTo>
                  <a:pt x="31" y="243"/>
                </a:lnTo>
                <a:lnTo>
                  <a:pt x="31" y="242"/>
                </a:lnTo>
                <a:lnTo>
                  <a:pt x="32" y="242"/>
                </a:lnTo>
                <a:lnTo>
                  <a:pt x="32" y="243"/>
                </a:lnTo>
                <a:lnTo>
                  <a:pt x="33" y="243"/>
                </a:lnTo>
                <a:lnTo>
                  <a:pt x="34" y="243"/>
                </a:lnTo>
                <a:lnTo>
                  <a:pt x="34" y="242"/>
                </a:lnTo>
                <a:lnTo>
                  <a:pt x="35" y="242"/>
                </a:lnTo>
                <a:lnTo>
                  <a:pt x="36" y="242"/>
                </a:lnTo>
                <a:lnTo>
                  <a:pt x="37" y="242"/>
                </a:lnTo>
                <a:lnTo>
                  <a:pt x="37" y="241"/>
                </a:lnTo>
                <a:lnTo>
                  <a:pt x="37" y="240"/>
                </a:lnTo>
                <a:lnTo>
                  <a:pt x="37" y="239"/>
                </a:lnTo>
                <a:lnTo>
                  <a:pt x="38" y="240"/>
                </a:lnTo>
                <a:lnTo>
                  <a:pt x="39" y="240"/>
                </a:lnTo>
                <a:lnTo>
                  <a:pt x="39" y="239"/>
                </a:lnTo>
                <a:lnTo>
                  <a:pt x="38" y="238"/>
                </a:lnTo>
                <a:lnTo>
                  <a:pt x="36" y="238"/>
                </a:lnTo>
                <a:lnTo>
                  <a:pt x="34" y="236"/>
                </a:lnTo>
                <a:lnTo>
                  <a:pt x="35" y="236"/>
                </a:lnTo>
                <a:lnTo>
                  <a:pt x="35" y="235"/>
                </a:lnTo>
                <a:lnTo>
                  <a:pt x="34" y="235"/>
                </a:lnTo>
                <a:lnTo>
                  <a:pt x="34" y="234"/>
                </a:lnTo>
                <a:lnTo>
                  <a:pt x="35" y="232"/>
                </a:lnTo>
                <a:lnTo>
                  <a:pt x="35" y="231"/>
                </a:lnTo>
                <a:lnTo>
                  <a:pt x="37" y="232"/>
                </a:lnTo>
                <a:lnTo>
                  <a:pt x="38" y="232"/>
                </a:lnTo>
                <a:lnTo>
                  <a:pt x="38" y="233"/>
                </a:lnTo>
                <a:lnTo>
                  <a:pt x="39" y="233"/>
                </a:lnTo>
                <a:lnTo>
                  <a:pt x="40" y="233"/>
                </a:lnTo>
                <a:lnTo>
                  <a:pt x="40" y="234"/>
                </a:lnTo>
                <a:lnTo>
                  <a:pt x="41" y="234"/>
                </a:lnTo>
                <a:lnTo>
                  <a:pt x="42" y="234"/>
                </a:lnTo>
                <a:lnTo>
                  <a:pt x="43" y="234"/>
                </a:lnTo>
                <a:lnTo>
                  <a:pt x="44" y="234"/>
                </a:lnTo>
                <a:lnTo>
                  <a:pt x="45" y="234"/>
                </a:lnTo>
                <a:lnTo>
                  <a:pt x="46" y="234"/>
                </a:lnTo>
                <a:lnTo>
                  <a:pt x="45" y="234"/>
                </a:lnTo>
                <a:lnTo>
                  <a:pt x="45" y="233"/>
                </a:lnTo>
                <a:lnTo>
                  <a:pt x="46" y="233"/>
                </a:lnTo>
                <a:lnTo>
                  <a:pt x="46" y="232"/>
                </a:lnTo>
                <a:lnTo>
                  <a:pt x="47" y="232"/>
                </a:lnTo>
                <a:lnTo>
                  <a:pt x="47" y="231"/>
                </a:lnTo>
                <a:lnTo>
                  <a:pt x="46" y="231"/>
                </a:lnTo>
                <a:lnTo>
                  <a:pt x="45" y="231"/>
                </a:lnTo>
                <a:lnTo>
                  <a:pt x="45" y="232"/>
                </a:lnTo>
                <a:lnTo>
                  <a:pt x="45" y="231"/>
                </a:lnTo>
                <a:lnTo>
                  <a:pt x="44" y="230"/>
                </a:lnTo>
                <a:lnTo>
                  <a:pt x="44" y="229"/>
                </a:lnTo>
                <a:lnTo>
                  <a:pt x="44" y="228"/>
                </a:lnTo>
                <a:lnTo>
                  <a:pt x="44" y="227"/>
                </a:lnTo>
                <a:lnTo>
                  <a:pt x="44" y="226"/>
                </a:lnTo>
                <a:lnTo>
                  <a:pt x="45" y="226"/>
                </a:lnTo>
                <a:lnTo>
                  <a:pt x="46" y="226"/>
                </a:lnTo>
                <a:lnTo>
                  <a:pt x="46" y="227"/>
                </a:lnTo>
                <a:lnTo>
                  <a:pt x="46" y="226"/>
                </a:lnTo>
                <a:lnTo>
                  <a:pt x="47" y="226"/>
                </a:lnTo>
                <a:lnTo>
                  <a:pt x="46" y="225"/>
                </a:lnTo>
                <a:lnTo>
                  <a:pt x="46" y="224"/>
                </a:lnTo>
                <a:lnTo>
                  <a:pt x="47" y="224"/>
                </a:lnTo>
                <a:lnTo>
                  <a:pt x="48" y="224"/>
                </a:lnTo>
                <a:lnTo>
                  <a:pt x="49" y="223"/>
                </a:lnTo>
                <a:lnTo>
                  <a:pt x="49" y="222"/>
                </a:lnTo>
                <a:lnTo>
                  <a:pt x="48" y="222"/>
                </a:lnTo>
                <a:lnTo>
                  <a:pt x="48" y="221"/>
                </a:lnTo>
                <a:lnTo>
                  <a:pt x="49" y="221"/>
                </a:lnTo>
                <a:lnTo>
                  <a:pt x="50" y="220"/>
                </a:lnTo>
                <a:lnTo>
                  <a:pt x="50" y="219"/>
                </a:lnTo>
                <a:lnTo>
                  <a:pt x="49" y="218"/>
                </a:lnTo>
                <a:lnTo>
                  <a:pt x="50" y="218"/>
                </a:lnTo>
                <a:lnTo>
                  <a:pt x="50" y="217"/>
                </a:lnTo>
                <a:lnTo>
                  <a:pt x="50" y="216"/>
                </a:lnTo>
                <a:lnTo>
                  <a:pt x="51" y="216"/>
                </a:lnTo>
                <a:lnTo>
                  <a:pt x="52" y="216"/>
                </a:lnTo>
                <a:lnTo>
                  <a:pt x="53" y="215"/>
                </a:lnTo>
                <a:lnTo>
                  <a:pt x="53" y="214"/>
                </a:lnTo>
                <a:lnTo>
                  <a:pt x="52" y="214"/>
                </a:lnTo>
                <a:lnTo>
                  <a:pt x="52" y="213"/>
                </a:lnTo>
                <a:lnTo>
                  <a:pt x="53" y="213"/>
                </a:lnTo>
                <a:lnTo>
                  <a:pt x="54" y="213"/>
                </a:lnTo>
                <a:lnTo>
                  <a:pt x="55" y="212"/>
                </a:lnTo>
                <a:lnTo>
                  <a:pt x="56" y="212"/>
                </a:lnTo>
                <a:lnTo>
                  <a:pt x="57" y="213"/>
                </a:lnTo>
                <a:lnTo>
                  <a:pt x="57" y="214"/>
                </a:lnTo>
                <a:lnTo>
                  <a:pt x="57" y="215"/>
                </a:lnTo>
                <a:lnTo>
                  <a:pt x="58" y="215"/>
                </a:lnTo>
                <a:lnTo>
                  <a:pt x="58" y="216"/>
                </a:lnTo>
                <a:lnTo>
                  <a:pt x="57" y="216"/>
                </a:lnTo>
                <a:lnTo>
                  <a:pt x="58" y="216"/>
                </a:lnTo>
                <a:lnTo>
                  <a:pt x="58" y="217"/>
                </a:lnTo>
                <a:lnTo>
                  <a:pt x="58" y="218"/>
                </a:lnTo>
                <a:lnTo>
                  <a:pt x="59" y="218"/>
                </a:lnTo>
                <a:lnTo>
                  <a:pt x="59" y="217"/>
                </a:lnTo>
                <a:lnTo>
                  <a:pt x="59" y="216"/>
                </a:lnTo>
                <a:lnTo>
                  <a:pt x="60" y="215"/>
                </a:lnTo>
                <a:lnTo>
                  <a:pt x="61" y="216"/>
                </a:lnTo>
                <a:lnTo>
                  <a:pt x="61" y="217"/>
                </a:lnTo>
                <a:lnTo>
                  <a:pt x="61" y="218"/>
                </a:lnTo>
                <a:lnTo>
                  <a:pt x="62" y="218"/>
                </a:lnTo>
                <a:lnTo>
                  <a:pt x="63" y="218"/>
                </a:lnTo>
                <a:lnTo>
                  <a:pt x="63" y="217"/>
                </a:lnTo>
                <a:lnTo>
                  <a:pt x="63" y="216"/>
                </a:lnTo>
                <a:lnTo>
                  <a:pt x="62" y="216"/>
                </a:lnTo>
                <a:lnTo>
                  <a:pt x="63" y="215"/>
                </a:lnTo>
                <a:lnTo>
                  <a:pt x="64" y="216"/>
                </a:lnTo>
                <a:lnTo>
                  <a:pt x="65" y="216"/>
                </a:lnTo>
                <a:lnTo>
                  <a:pt x="64" y="217"/>
                </a:lnTo>
                <a:lnTo>
                  <a:pt x="64" y="218"/>
                </a:lnTo>
                <a:lnTo>
                  <a:pt x="65" y="218"/>
                </a:lnTo>
                <a:lnTo>
                  <a:pt x="65" y="217"/>
                </a:lnTo>
                <a:lnTo>
                  <a:pt x="66" y="217"/>
                </a:lnTo>
                <a:lnTo>
                  <a:pt x="66" y="218"/>
                </a:lnTo>
                <a:lnTo>
                  <a:pt x="67" y="218"/>
                </a:lnTo>
                <a:lnTo>
                  <a:pt x="68" y="219"/>
                </a:lnTo>
                <a:lnTo>
                  <a:pt x="68" y="220"/>
                </a:lnTo>
                <a:lnTo>
                  <a:pt x="69" y="220"/>
                </a:lnTo>
                <a:lnTo>
                  <a:pt x="70" y="220"/>
                </a:lnTo>
                <a:lnTo>
                  <a:pt x="70" y="219"/>
                </a:lnTo>
                <a:lnTo>
                  <a:pt x="71" y="219"/>
                </a:lnTo>
                <a:lnTo>
                  <a:pt x="71" y="220"/>
                </a:lnTo>
                <a:lnTo>
                  <a:pt x="72" y="220"/>
                </a:lnTo>
                <a:lnTo>
                  <a:pt x="73" y="220"/>
                </a:lnTo>
                <a:lnTo>
                  <a:pt x="73" y="219"/>
                </a:lnTo>
                <a:lnTo>
                  <a:pt x="73" y="220"/>
                </a:lnTo>
                <a:lnTo>
                  <a:pt x="73" y="219"/>
                </a:lnTo>
                <a:lnTo>
                  <a:pt x="74" y="219"/>
                </a:lnTo>
                <a:lnTo>
                  <a:pt x="73" y="219"/>
                </a:lnTo>
                <a:lnTo>
                  <a:pt x="73" y="220"/>
                </a:lnTo>
                <a:lnTo>
                  <a:pt x="73" y="221"/>
                </a:lnTo>
                <a:lnTo>
                  <a:pt x="74" y="221"/>
                </a:lnTo>
                <a:lnTo>
                  <a:pt x="74" y="220"/>
                </a:lnTo>
                <a:lnTo>
                  <a:pt x="74" y="221"/>
                </a:lnTo>
                <a:lnTo>
                  <a:pt x="74" y="220"/>
                </a:lnTo>
                <a:lnTo>
                  <a:pt x="74" y="219"/>
                </a:lnTo>
                <a:lnTo>
                  <a:pt x="75" y="219"/>
                </a:lnTo>
                <a:lnTo>
                  <a:pt x="75" y="220"/>
                </a:lnTo>
                <a:lnTo>
                  <a:pt x="77" y="220"/>
                </a:lnTo>
                <a:lnTo>
                  <a:pt x="78" y="220"/>
                </a:lnTo>
                <a:lnTo>
                  <a:pt x="79" y="221"/>
                </a:lnTo>
                <a:lnTo>
                  <a:pt x="79" y="222"/>
                </a:lnTo>
                <a:lnTo>
                  <a:pt x="80" y="223"/>
                </a:lnTo>
                <a:lnTo>
                  <a:pt x="81" y="223"/>
                </a:lnTo>
                <a:lnTo>
                  <a:pt x="81" y="224"/>
                </a:lnTo>
                <a:lnTo>
                  <a:pt x="82" y="224"/>
                </a:lnTo>
                <a:lnTo>
                  <a:pt x="83" y="224"/>
                </a:lnTo>
                <a:lnTo>
                  <a:pt x="83" y="223"/>
                </a:lnTo>
                <a:lnTo>
                  <a:pt x="84" y="223"/>
                </a:lnTo>
                <a:lnTo>
                  <a:pt x="84" y="224"/>
                </a:lnTo>
                <a:lnTo>
                  <a:pt x="84" y="225"/>
                </a:lnTo>
                <a:lnTo>
                  <a:pt x="84" y="226"/>
                </a:lnTo>
                <a:lnTo>
                  <a:pt x="85" y="226"/>
                </a:lnTo>
                <a:lnTo>
                  <a:pt x="85" y="227"/>
                </a:lnTo>
                <a:lnTo>
                  <a:pt x="86" y="227"/>
                </a:lnTo>
                <a:lnTo>
                  <a:pt x="87" y="227"/>
                </a:lnTo>
                <a:lnTo>
                  <a:pt x="88" y="227"/>
                </a:lnTo>
                <a:lnTo>
                  <a:pt x="87" y="227"/>
                </a:lnTo>
                <a:lnTo>
                  <a:pt x="87" y="228"/>
                </a:lnTo>
                <a:lnTo>
                  <a:pt x="88" y="228"/>
                </a:lnTo>
                <a:lnTo>
                  <a:pt x="89" y="228"/>
                </a:lnTo>
                <a:lnTo>
                  <a:pt x="89" y="227"/>
                </a:lnTo>
                <a:lnTo>
                  <a:pt x="88" y="227"/>
                </a:lnTo>
                <a:lnTo>
                  <a:pt x="88" y="226"/>
                </a:lnTo>
                <a:lnTo>
                  <a:pt x="87" y="226"/>
                </a:lnTo>
                <a:lnTo>
                  <a:pt x="88" y="226"/>
                </a:lnTo>
                <a:lnTo>
                  <a:pt x="89" y="226"/>
                </a:lnTo>
                <a:lnTo>
                  <a:pt x="89" y="227"/>
                </a:lnTo>
                <a:lnTo>
                  <a:pt x="88" y="227"/>
                </a:lnTo>
                <a:lnTo>
                  <a:pt x="89" y="227"/>
                </a:lnTo>
                <a:lnTo>
                  <a:pt x="91" y="227"/>
                </a:lnTo>
                <a:lnTo>
                  <a:pt x="92" y="227"/>
                </a:lnTo>
                <a:lnTo>
                  <a:pt x="92" y="228"/>
                </a:lnTo>
                <a:lnTo>
                  <a:pt x="93" y="229"/>
                </a:lnTo>
                <a:lnTo>
                  <a:pt x="93" y="230"/>
                </a:lnTo>
                <a:lnTo>
                  <a:pt x="93" y="231"/>
                </a:lnTo>
                <a:lnTo>
                  <a:pt x="93" y="232"/>
                </a:lnTo>
                <a:lnTo>
                  <a:pt x="93" y="233"/>
                </a:lnTo>
                <a:lnTo>
                  <a:pt x="93" y="234"/>
                </a:lnTo>
                <a:lnTo>
                  <a:pt x="92" y="234"/>
                </a:lnTo>
                <a:lnTo>
                  <a:pt x="92" y="235"/>
                </a:lnTo>
                <a:lnTo>
                  <a:pt x="93" y="235"/>
                </a:lnTo>
                <a:lnTo>
                  <a:pt x="93" y="236"/>
                </a:lnTo>
                <a:lnTo>
                  <a:pt x="94" y="236"/>
                </a:lnTo>
                <a:lnTo>
                  <a:pt x="93" y="237"/>
                </a:lnTo>
                <a:lnTo>
                  <a:pt x="94" y="237"/>
                </a:lnTo>
                <a:lnTo>
                  <a:pt x="95" y="237"/>
                </a:lnTo>
                <a:lnTo>
                  <a:pt x="96" y="236"/>
                </a:lnTo>
                <a:lnTo>
                  <a:pt x="96" y="237"/>
                </a:lnTo>
                <a:lnTo>
                  <a:pt x="95" y="238"/>
                </a:lnTo>
                <a:lnTo>
                  <a:pt x="95" y="239"/>
                </a:lnTo>
                <a:lnTo>
                  <a:pt x="96" y="240"/>
                </a:lnTo>
                <a:lnTo>
                  <a:pt x="97" y="240"/>
                </a:lnTo>
                <a:lnTo>
                  <a:pt x="98" y="240"/>
                </a:lnTo>
                <a:lnTo>
                  <a:pt x="98" y="239"/>
                </a:lnTo>
                <a:lnTo>
                  <a:pt x="99" y="239"/>
                </a:lnTo>
                <a:lnTo>
                  <a:pt x="100" y="240"/>
                </a:lnTo>
                <a:lnTo>
                  <a:pt x="100" y="241"/>
                </a:lnTo>
                <a:lnTo>
                  <a:pt x="99" y="241"/>
                </a:lnTo>
                <a:lnTo>
                  <a:pt x="99" y="242"/>
                </a:lnTo>
                <a:lnTo>
                  <a:pt x="100" y="243"/>
                </a:lnTo>
                <a:lnTo>
                  <a:pt x="101" y="242"/>
                </a:lnTo>
                <a:lnTo>
                  <a:pt x="100" y="242"/>
                </a:lnTo>
                <a:lnTo>
                  <a:pt x="100" y="241"/>
                </a:lnTo>
                <a:lnTo>
                  <a:pt x="101" y="241"/>
                </a:lnTo>
                <a:lnTo>
                  <a:pt x="102" y="241"/>
                </a:lnTo>
                <a:lnTo>
                  <a:pt x="102" y="242"/>
                </a:lnTo>
                <a:lnTo>
                  <a:pt x="103" y="242"/>
                </a:lnTo>
                <a:lnTo>
                  <a:pt x="103" y="240"/>
                </a:lnTo>
                <a:lnTo>
                  <a:pt x="102" y="239"/>
                </a:lnTo>
                <a:lnTo>
                  <a:pt x="103" y="239"/>
                </a:lnTo>
                <a:lnTo>
                  <a:pt x="104" y="239"/>
                </a:lnTo>
                <a:lnTo>
                  <a:pt x="104" y="240"/>
                </a:lnTo>
                <a:lnTo>
                  <a:pt x="104" y="241"/>
                </a:lnTo>
                <a:lnTo>
                  <a:pt x="105" y="240"/>
                </a:lnTo>
                <a:lnTo>
                  <a:pt x="105" y="239"/>
                </a:lnTo>
                <a:lnTo>
                  <a:pt x="105" y="238"/>
                </a:lnTo>
                <a:lnTo>
                  <a:pt x="106" y="238"/>
                </a:lnTo>
                <a:lnTo>
                  <a:pt x="107" y="238"/>
                </a:lnTo>
                <a:lnTo>
                  <a:pt x="107" y="237"/>
                </a:lnTo>
                <a:lnTo>
                  <a:pt x="106" y="237"/>
                </a:lnTo>
                <a:lnTo>
                  <a:pt x="106" y="236"/>
                </a:lnTo>
                <a:lnTo>
                  <a:pt x="107" y="236"/>
                </a:lnTo>
                <a:lnTo>
                  <a:pt x="108" y="236"/>
                </a:lnTo>
                <a:lnTo>
                  <a:pt x="108" y="237"/>
                </a:lnTo>
                <a:lnTo>
                  <a:pt x="109" y="237"/>
                </a:lnTo>
                <a:lnTo>
                  <a:pt x="109" y="238"/>
                </a:lnTo>
                <a:lnTo>
                  <a:pt x="110" y="238"/>
                </a:lnTo>
                <a:lnTo>
                  <a:pt x="110" y="237"/>
                </a:lnTo>
                <a:lnTo>
                  <a:pt x="110" y="236"/>
                </a:lnTo>
                <a:lnTo>
                  <a:pt x="111" y="236"/>
                </a:lnTo>
                <a:lnTo>
                  <a:pt x="112" y="235"/>
                </a:lnTo>
                <a:lnTo>
                  <a:pt x="113" y="235"/>
                </a:lnTo>
                <a:lnTo>
                  <a:pt x="114" y="235"/>
                </a:lnTo>
                <a:lnTo>
                  <a:pt x="115" y="235"/>
                </a:lnTo>
                <a:lnTo>
                  <a:pt x="116" y="235"/>
                </a:lnTo>
                <a:lnTo>
                  <a:pt x="115" y="235"/>
                </a:lnTo>
                <a:lnTo>
                  <a:pt x="115" y="234"/>
                </a:lnTo>
                <a:lnTo>
                  <a:pt x="115" y="235"/>
                </a:lnTo>
                <a:lnTo>
                  <a:pt x="115" y="234"/>
                </a:lnTo>
                <a:lnTo>
                  <a:pt x="116" y="234"/>
                </a:lnTo>
                <a:lnTo>
                  <a:pt x="116" y="235"/>
                </a:lnTo>
                <a:lnTo>
                  <a:pt x="117" y="236"/>
                </a:lnTo>
                <a:lnTo>
                  <a:pt x="117" y="235"/>
                </a:lnTo>
                <a:lnTo>
                  <a:pt x="118" y="235"/>
                </a:lnTo>
                <a:lnTo>
                  <a:pt x="119" y="234"/>
                </a:lnTo>
                <a:lnTo>
                  <a:pt x="120" y="234"/>
                </a:lnTo>
                <a:lnTo>
                  <a:pt x="120" y="233"/>
                </a:lnTo>
                <a:lnTo>
                  <a:pt x="119" y="233"/>
                </a:lnTo>
                <a:lnTo>
                  <a:pt x="118" y="232"/>
                </a:lnTo>
                <a:lnTo>
                  <a:pt x="117" y="232"/>
                </a:lnTo>
                <a:lnTo>
                  <a:pt x="117" y="231"/>
                </a:lnTo>
                <a:lnTo>
                  <a:pt x="118" y="231"/>
                </a:lnTo>
                <a:lnTo>
                  <a:pt x="119" y="231"/>
                </a:lnTo>
                <a:lnTo>
                  <a:pt x="120" y="231"/>
                </a:lnTo>
                <a:lnTo>
                  <a:pt x="120" y="230"/>
                </a:lnTo>
                <a:lnTo>
                  <a:pt x="119" y="230"/>
                </a:lnTo>
                <a:lnTo>
                  <a:pt x="120" y="229"/>
                </a:lnTo>
                <a:lnTo>
                  <a:pt x="120" y="230"/>
                </a:lnTo>
                <a:lnTo>
                  <a:pt x="121" y="230"/>
                </a:lnTo>
                <a:lnTo>
                  <a:pt x="121" y="229"/>
                </a:lnTo>
                <a:lnTo>
                  <a:pt x="121" y="228"/>
                </a:lnTo>
                <a:lnTo>
                  <a:pt x="120" y="228"/>
                </a:lnTo>
                <a:lnTo>
                  <a:pt x="121" y="228"/>
                </a:lnTo>
                <a:lnTo>
                  <a:pt x="121" y="227"/>
                </a:lnTo>
                <a:lnTo>
                  <a:pt x="122" y="228"/>
                </a:lnTo>
                <a:lnTo>
                  <a:pt x="122" y="229"/>
                </a:lnTo>
                <a:lnTo>
                  <a:pt x="122" y="228"/>
                </a:lnTo>
                <a:lnTo>
                  <a:pt x="123" y="228"/>
                </a:lnTo>
                <a:lnTo>
                  <a:pt x="123" y="229"/>
                </a:lnTo>
                <a:lnTo>
                  <a:pt x="124" y="229"/>
                </a:lnTo>
                <a:lnTo>
                  <a:pt x="124" y="228"/>
                </a:lnTo>
                <a:lnTo>
                  <a:pt x="125" y="228"/>
                </a:lnTo>
                <a:lnTo>
                  <a:pt x="126" y="229"/>
                </a:lnTo>
                <a:lnTo>
                  <a:pt x="127" y="229"/>
                </a:lnTo>
                <a:lnTo>
                  <a:pt x="127" y="230"/>
                </a:lnTo>
                <a:lnTo>
                  <a:pt x="128" y="230"/>
                </a:lnTo>
                <a:lnTo>
                  <a:pt x="128" y="229"/>
                </a:lnTo>
                <a:lnTo>
                  <a:pt x="129" y="229"/>
                </a:lnTo>
                <a:lnTo>
                  <a:pt x="130" y="228"/>
                </a:lnTo>
                <a:lnTo>
                  <a:pt x="130" y="229"/>
                </a:lnTo>
                <a:lnTo>
                  <a:pt x="131" y="229"/>
                </a:lnTo>
                <a:lnTo>
                  <a:pt x="132" y="229"/>
                </a:lnTo>
                <a:lnTo>
                  <a:pt x="132" y="228"/>
                </a:lnTo>
                <a:lnTo>
                  <a:pt x="132" y="227"/>
                </a:lnTo>
                <a:lnTo>
                  <a:pt x="133" y="227"/>
                </a:lnTo>
                <a:lnTo>
                  <a:pt x="134" y="227"/>
                </a:lnTo>
                <a:lnTo>
                  <a:pt x="135" y="228"/>
                </a:lnTo>
                <a:lnTo>
                  <a:pt x="136" y="228"/>
                </a:lnTo>
                <a:lnTo>
                  <a:pt x="136" y="229"/>
                </a:lnTo>
                <a:lnTo>
                  <a:pt x="137" y="229"/>
                </a:lnTo>
                <a:lnTo>
                  <a:pt x="137" y="230"/>
                </a:lnTo>
                <a:lnTo>
                  <a:pt x="138" y="230"/>
                </a:lnTo>
                <a:lnTo>
                  <a:pt x="139" y="229"/>
                </a:lnTo>
                <a:lnTo>
                  <a:pt x="140" y="230"/>
                </a:lnTo>
                <a:lnTo>
                  <a:pt x="140" y="231"/>
                </a:lnTo>
                <a:lnTo>
                  <a:pt x="140" y="232"/>
                </a:lnTo>
                <a:lnTo>
                  <a:pt x="140" y="233"/>
                </a:lnTo>
                <a:lnTo>
                  <a:pt x="141" y="233"/>
                </a:lnTo>
                <a:lnTo>
                  <a:pt x="142" y="234"/>
                </a:lnTo>
                <a:lnTo>
                  <a:pt x="142" y="235"/>
                </a:lnTo>
                <a:lnTo>
                  <a:pt x="141" y="235"/>
                </a:lnTo>
                <a:lnTo>
                  <a:pt x="140" y="236"/>
                </a:lnTo>
                <a:lnTo>
                  <a:pt x="139" y="236"/>
                </a:lnTo>
                <a:lnTo>
                  <a:pt x="139" y="237"/>
                </a:lnTo>
                <a:lnTo>
                  <a:pt x="138" y="237"/>
                </a:lnTo>
                <a:lnTo>
                  <a:pt x="139" y="237"/>
                </a:lnTo>
                <a:lnTo>
                  <a:pt x="140" y="237"/>
                </a:lnTo>
                <a:lnTo>
                  <a:pt x="140" y="238"/>
                </a:lnTo>
                <a:lnTo>
                  <a:pt x="141" y="238"/>
                </a:lnTo>
                <a:lnTo>
                  <a:pt x="141" y="239"/>
                </a:lnTo>
                <a:lnTo>
                  <a:pt x="140" y="239"/>
                </a:lnTo>
                <a:lnTo>
                  <a:pt x="140" y="240"/>
                </a:lnTo>
                <a:lnTo>
                  <a:pt x="140" y="241"/>
                </a:lnTo>
                <a:lnTo>
                  <a:pt x="141" y="241"/>
                </a:lnTo>
                <a:lnTo>
                  <a:pt x="143" y="242"/>
                </a:lnTo>
                <a:lnTo>
                  <a:pt x="142" y="242"/>
                </a:lnTo>
                <a:lnTo>
                  <a:pt x="142" y="243"/>
                </a:lnTo>
                <a:lnTo>
                  <a:pt x="143" y="243"/>
                </a:lnTo>
                <a:lnTo>
                  <a:pt x="144" y="244"/>
                </a:lnTo>
                <a:lnTo>
                  <a:pt x="144" y="245"/>
                </a:lnTo>
                <a:lnTo>
                  <a:pt x="144" y="246"/>
                </a:lnTo>
                <a:lnTo>
                  <a:pt x="145" y="246"/>
                </a:lnTo>
                <a:lnTo>
                  <a:pt x="145" y="245"/>
                </a:lnTo>
                <a:lnTo>
                  <a:pt x="146" y="245"/>
                </a:lnTo>
                <a:lnTo>
                  <a:pt x="146" y="246"/>
                </a:lnTo>
                <a:lnTo>
                  <a:pt x="145" y="247"/>
                </a:lnTo>
                <a:lnTo>
                  <a:pt x="145" y="249"/>
                </a:lnTo>
                <a:lnTo>
                  <a:pt x="145" y="250"/>
                </a:lnTo>
                <a:lnTo>
                  <a:pt x="146" y="250"/>
                </a:lnTo>
                <a:lnTo>
                  <a:pt x="147" y="250"/>
                </a:lnTo>
                <a:lnTo>
                  <a:pt x="147" y="249"/>
                </a:lnTo>
                <a:lnTo>
                  <a:pt x="147" y="250"/>
                </a:lnTo>
                <a:lnTo>
                  <a:pt x="148" y="251"/>
                </a:lnTo>
                <a:lnTo>
                  <a:pt x="148" y="253"/>
                </a:lnTo>
                <a:lnTo>
                  <a:pt x="148" y="254"/>
                </a:lnTo>
                <a:lnTo>
                  <a:pt x="148" y="255"/>
                </a:lnTo>
                <a:lnTo>
                  <a:pt x="148" y="256"/>
                </a:lnTo>
                <a:lnTo>
                  <a:pt x="149" y="256"/>
                </a:lnTo>
                <a:lnTo>
                  <a:pt x="151" y="258"/>
                </a:lnTo>
                <a:lnTo>
                  <a:pt x="151" y="259"/>
                </a:lnTo>
                <a:lnTo>
                  <a:pt x="151" y="260"/>
                </a:lnTo>
                <a:lnTo>
                  <a:pt x="151" y="261"/>
                </a:lnTo>
                <a:lnTo>
                  <a:pt x="152" y="261"/>
                </a:lnTo>
                <a:lnTo>
                  <a:pt x="153" y="261"/>
                </a:lnTo>
                <a:lnTo>
                  <a:pt x="153" y="262"/>
                </a:lnTo>
                <a:lnTo>
                  <a:pt x="154" y="262"/>
                </a:lnTo>
                <a:lnTo>
                  <a:pt x="155" y="262"/>
                </a:lnTo>
                <a:lnTo>
                  <a:pt x="156" y="263"/>
                </a:lnTo>
                <a:lnTo>
                  <a:pt x="157" y="262"/>
                </a:lnTo>
                <a:lnTo>
                  <a:pt x="158" y="262"/>
                </a:lnTo>
                <a:lnTo>
                  <a:pt x="159" y="261"/>
                </a:lnTo>
                <a:lnTo>
                  <a:pt x="161" y="261"/>
                </a:lnTo>
                <a:lnTo>
                  <a:pt x="162" y="260"/>
                </a:lnTo>
                <a:lnTo>
                  <a:pt x="162" y="259"/>
                </a:lnTo>
                <a:lnTo>
                  <a:pt x="163" y="258"/>
                </a:lnTo>
                <a:lnTo>
                  <a:pt x="163" y="259"/>
                </a:lnTo>
                <a:lnTo>
                  <a:pt x="164" y="259"/>
                </a:lnTo>
                <a:lnTo>
                  <a:pt x="164" y="260"/>
                </a:lnTo>
                <a:lnTo>
                  <a:pt x="165" y="261"/>
                </a:lnTo>
                <a:lnTo>
                  <a:pt x="167" y="261"/>
                </a:lnTo>
                <a:lnTo>
                  <a:pt x="168" y="260"/>
                </a:lnTo>
                <a:lnTo>
                  <a:pt x="168" y="261"/>
                </a:lnTo>
                <a:lnTo>
                  <a:pt x="169" y="261"/>
                </a:lnTo>
                <a:lnTo>
                  <a:pt x="170" y="261"/>
                </a:lnTo>
                <a:lnTo>
                  <a:pt x="170" y="262"/>
                </a:lnTo>
                <a:lnTo>
                  <a:pt x="171" y="262"/>
                </a:lnTo>
                <a:lnTo>
                  <a:pt x="171" y="261"/>
                </a:lnTo>
                <a:lnTo>
                  <a:pt x="172" y="260"/>
                </a:lnTo>
                <a:lnTo>
                  <a:pt x="173" y="260"/>
                </a:lnTo>
                <a:lnTo>
                  <a:pt x="174" y="260"/>
                </a:lnTo>
                <a:lnTo>
                  <a:pt x="174" y="259"/>
                </a:lnTo>
                <a:lnTo>
                  <a:pt x="175" y="258"/>
                </a:lnTo>
                <a:lnTo>
                  <a:pt x="175" y="257"/>
                </a:lnTo>
                <a:lnTo>
                  <a:pt x="175" y="256"/>
                </a:lnTo>
                <a:lnTo>
                  <a:pt x="176" y="256"/>
                </a:lnTo>
                <a:lnTo>
                  <a:pt x="176" y="255"/>
                </a:lnTo>
                <a:lnTo>
                  <a:pt x="177" y="254"/>
                </a:lnTo>
                <a:lnTo>
                  <a:pt x="178" y="254"/>
                </a:lnTo>
                <a:lnTo>
                  <a:pt x="178" y="255"/>
                </a:lnTo>
                <a:lnTo>
                  <a:pt x="179" y="256"/>
                </a:lnTo>
                <a:lnTo>
                  <a:pt x="179" y="257"/>
                </a:lnTo>
                <a:lnTo>
                  <a:pt x="179" y="258"/>
                </a:lnTo>
                <a:lnTo>
                  <a:pt x="180" y="258"/>
                </a:lnTo>
                <a:lnTo>
                  <a:pt x="181" y="258"/>
                </a:lnTo>
                <a:lnTo>
                  <a:pt x="181" y="259"/>
                </a:lnTo>
                <a:lnTo>
                  <a:pt x="182" y="259"/>
                </a:lnTo>
                <a:lnTo>
                  <a:pt x="182" y="260"/>
                </a:lnTo>
                <a:lnTo>
                  <a:pt x="183" y="261"/>
                </a:lnTo>
                <a:lnTo>
                  <a:pt x="184" y="260"/>
                </a:lnTo>
                <a:lnTo>
                  <a:pt x="183" y="259"/>
                </a:lnTo>
                <a:lnTo>
                  <a:pt x="184" y="259"/>
                </a:lnTo>
                <a:lnTo>
                  <a:pt x="184" y="258"/>
                </a:lnTo>
                <a:lnTo>
                  <a:pt x="185" y="258"/>
                </a:lnTo>
                <a:lnTo>
                  <a:pt x="185" y="259"/>
                </a:lnTo>
                <a:lnTo>
                  <a:pt x="186" y="259"/>
                </a:lnTo>
                <a:lnTo>
                  <a:pt x="187" y="259"/>
                </a:lnTo>
                <a:lnTo>
                  <a:pt x="188" y="258"/>
                </a:lnTo>
                <a:lnTo>
                  <a:pt x="189" y="257"/>
                </a:lnTo>
                <a:lnTo>
                  <a:pt x="188" y="257"/>
                </a:lnTo>
                <a:lnTo>
                  <a:pt x="188" y="256"/>
                </a:lnTo>
                <a:lnTo>
                  <a:pt x="187" y="256"/>
                </a:lnTo>
                <a:lnTo>
                  <a:pt x="187" y="255"/>
                </a:lnTo>
                <a:lnTo>
                  <a:pt x="188" y="253"/>
                </a:lnTo>
                <a:lnTo>
                  <a:pt x="189" y="253"/>
                </a:lnTo>
                <a:lnTo>
                  <a:pt x="190" y="253"/>
                </a:lnTo>
                <a:lnTo>
                  <a:pt x="191" y="253"/>
                </a:lnTo>
                <a:lnTo>
                  <a:pt x="191" y="252"/>
                </a:lnTo>
                <a:lnTo>
                  <a:pt x="191" y="251"/>
                </a:lnTo>
                <a:lnTo>
                  <a:pt x="191" y="250"/>
                </a:lnTo>
                <a:lnTo>
                  <a:pt x="192" y="250"/>
                </a:lnTo>
                <a:lnTo>
                  <a:pt x="192" y="251"/>
                </a:lnTo>
                <a:lnTo>
                  <a:pt x="193" y="250"/>
                </a:lnTo>
                <a:lnTo>
                  <a:pt x="194" y="250"/>
                </a:lnTo>
                <a:lnTo>
                  <a:pt x="194" y="249"/>
                </a:lnTo>
                <a:lnTo>
                  <a:pt x="195" y="248"/>
                </a:lnTo>
                <a:lnTo>
                  <a:pt x="195" y="247"/>
                </a:lnTo>
                <a:lnTo>
                  <a:pt x="198" y="244"/>
                </a:lnTo>
                <a:lnTo>
                  <a:pt x="199" y="243"/>
                </a:lnTo>
                <a:lnTo>
                  <a:pt x="200" y="242"/>
                </a:lnTo>
                <a:lnTo>
                  <a:pt x="201" y="242"/>
                </a:lnTo>
                <a:lnTo>
                  <a:pt x="201" y="241"/>
                </a:lnTo>
                <a:lnTo>
                  <a:pt x="203" y="239"/>
                </a:lnTo>
                <a:lnTo>
                  <a:pt x="203" y="238"/>
                </a:lnTo>
                <a:lnTo>
                  <a:pt x="204" y="238"/>
                </a:lnTo>
                <a:lnTo>
                  <a:pt x="205" y="236"/>
                </a:lnTo>
                <a:lnTo>
                  <a:pt x="207" y="233"/>
                </a:lnTo>
                <a:lnTo>
                  <a:pt x="207" y="232"/>
                </a:lnTo>
                <a:lnTo>
                  <a:pt x="207" y="231"/>
                </a:lnTo>
                <a:lnTo>
                  <a:pt x="207" y="230"/>
                </a:lnTo>
                <a:lnTo>
                  <a:pt x="208" y="230"/>
                </a:lnTo>
                <a:lnTo>
                  <a:pt x="208" y="229"/>
                </a:lnTo>
                <a:lnTo>
                  <a:pt x="208" y="228"/>
                </a:lnTo>
                <a:lnTo>
                  <a:pt x="209" y="227"/>
                </a:lnTo>
                <a:lnTo>
                  <a:pt x="209" y="226"/>
                </a:lnTo>
                <a:lnTo>
                  <a:pt x="209" y="225"/>
                </a:lnTo>
                <a:lnTo>
                  <a:pt x="210" y="225"/>
                </a:lnTo>
                <a:lnTo>
                  <a:pt x="210" y="224"/>
                </a:lnTo>
                <a:lnTo>
                  <a:pt x="211" y="223"/>
                </a:lnTo>
                <a:lnTo>
                  <a:pt x="211" y="222"/>
                </a:lnTo>
                <a:lnTo>
                  <a:pt x="212" y="222"/>
                </a:lnTo>
                <a:lnTo>
                  <a:pt x="213" y="222"/>
                </a:lnTo>
                <a:lnTo>
                  <a:pt x="214" y="220"/>
                </a:lnTo>
                <a:lnTo>
                  <a:pt x="215" y="220"/>
                </a:lnTo>
                <a:lnTo>
                  <a:pt x="215" y="219"/>
                </a:lnTo>
                <a:lnTo>
                  <a:pt x="215" y="217"/>
                </a:lnTo>
                <a:lnTo>
                  <a:pt x="216" y="216"/>
                </a:lnTo>
                <a:lnTo>
                  <a:pt x="216" y="215"/>
                </a:lnTo>
                <a:lnTo>
                  <a:pt x="216" y="214"/>
                </a:lnTo>
                <a:lnTo>
                  <a:pt x="217" y="210"/>
                </a:lnTo>
                <a:lnTo>
                  <a:pt x="218" y="209"/>
                </a:lnTo>
                <a:lnTo>
                  <a:pt x="219" y="208"/>
                </a:lnTo>
                <a:lnTo>
                  <a:pt x="220" y="207"/>
                </a:lnTo>
                <a:lnTo>
                  <a:pt x="220" y="206"/>
                </a:lnTo>
                <a:lnTo>
                  <a:pt x="221" y="205"/>
                </a:lnTo>
                <a:lnTo>
                  <a:pt x="221" y="204"/>
                </a:lnTo>
                <a:lnTo>
                  <a:pt x="222" y="204"/>
                </a:lnTo>
                <a:lnTo>
                  <a:pt x="222" y="203"/>
                </a:lnTo>
                <a:lnTo>
                  <a:pt x="222" y="202"/>
                </a:lnTo>
                <a:lnTo>
                  <a:pt x="223" y="202"/>
                </a:lnTo>
                <a:lnTo>
                  <a:pt x="223" y="203"/>
                </a:lnTo>
                <a:lnTo>
                  <a:pt x="224" y="203"/>
                </a:lnTo>
                <a:lnTo>
                  <a:pt x="225" y="202"/>
                </a:lnTo>
                <a:lnTo>
                  <a:pt x="226" y="201"/>
                </a:lnTo>
                <a:lnTo>
                  <a:pt x="226" y="200"/>
                </a:lnTo>
                <a:lnTo>
                  <a:pt x="225" y="200"/>
                </a:lnTo>
                <a:lnTo>
                  <a:pt x="225" y="199"/>
                </a:lnTo>
                <a:lnTo>
                  <a:pt x="226" y="198"/>
                </a:lnTo>
                <a:lnTo>
                  <a:pt x="228" y="196"/>
                </a:lnTo>
                <a:lnTo>
                  <a:pt x="229" y="195"/>
                </a:lnTo>
                <a:lnTo>
                  <a:pt x="229" y="194"/>
                </a:lnTo>
                <a:lnTo>
                  <a:pt x="230" y="194"/>
                </a:lnTo>
                <a:lnTo>
                  <a:pt x="230" y="193"/>
                </a:lnTo>
                <a:lnTo>
                  <a:pt x="231" y="193"/>
                </a:lnTo>
                <a:lnTo>
                  <a:pt x="231" y="192"/>
                </a:lnTo>
                <a:lnTo>
                  <a:pt x="231" y="191"/>
                </a:lnTo>
                <a:lnTo>
                  <a:pt x="232" y="191"/>
                </a:lnTo>
                <a:lnTo>
                  <a:pt x="232" y="190"/>
                </a:lnTo>
                <a:lnTo>
                  <a:pt x="233" y="188"/>
                </a:lnTo>
                <a:lnTo>
                  <a:pt x="234" y="188"/>
                </a:lnTo>
                <a:lnTo>
                  <a:pt x="234" y="187"/>
                </a:lnTo>
                <a:lnTo>
                  <a:pt x="233" y="187"/>
                </a:lnTo>
                <a:lnTo>
                  <a:pt x="232" y="185"/>
                </a:lnTo>
                <a:lnTo>
                  <a:pt x="231" y="185"/>
                </a:lnTo>
                <a:lnTo>
                  <a:pt x="230" y="185"/>
                </a:lnTo>
                <a:lnTo>
                  <a:pt x="229" y="185"/>
                </a:lnTo>
                <a:lnTo>
                  <a:pt x="228" y="183"/>
                </a:lnTo>
                <a:lnTo>
                  <a:pt x="228" y="182"/>
                </a:lnTo>
                <a:lnTo>
                  <a:pt x="228" y="181"/>
                </a:lnTo>
                <a:lnTo>
                  <a:pt x="227" y="179"/>
                </a:lnTo>
                <a:lnTo>
                  <a:pt x="226" y="179"/>
                </a:lnTo>
                <a:lnTo>
                  <a:pt x="225" y="179"/>
                </a:lnTo>
                <a:lnTo>
                  <a:pt x="225" y="178"/>
                </a:lnTo>
                <a:lnTo>
                  <a:pt x="224" y="176"/>
                </a:lnTo>
                <a:lnTo>
                  <a:pt x="224" y="175"/>
                </a:lnTo>
                <a:lnTo>
                  <a:pt x="225" y="175"/>
                </a:lnTo>
                <a:lnTo>
                  <a:pt x="226" y="175"/>
                </a:lnTo>
                <a:lnTo>
                  <a:pt x="227" y="175"/>
                </a:lnTo>
                <a:lnTo>
                  <a:pt x="226" y="174"/>
                </a:lnTo>
                <a:lnTo>
                  <a:pt x="226" y="172"/>
                </a:lnTo>
                <a:lnTo>
                  <a:pt x="226" y="171"/>
                </a:lnTo>
                <a:lnTo>
                  <a:pt x="227" y="171"/>
                </a:lnTo>
                <a:lnTo>
                  <a:pt x="228" y="171"/>
                </a:lnTo>
                <a:lnTo>
                  <a:pt x="229" y="171"/>
                </a:lnTo>
                <a:lnTo>
                  <a:pt x="228" y="170"/>
                </a:lnTo>
                <a:lnTo>
                  <a:pt x="229" y="170"/>
                </a:lnTo>
                <a:lnTo>
                  <a:pt x="230" y="169"/>
                </a:lnTo>
                <a:lnTo>
                  <a:pt x="230" y="168"/>
                </a:lnTo>
                <a:lnTo>
                  <a:pt x="231" y="168"/>
                </a:lnTo>
                <a:lnTo>
                  <a:pt x="231" y="167"/>
                </a:lnTo>
                <a:lnTo>
                  <a:pt x="232" y="167"/>
                </a:lnTo>
                <a:lnTo>
                  <a:pt x="232" y="166"/>
                </a:lnTo>
                <a:lnTo>
                  <a:pt x="231" y="166"/>
                </a:lnTo>
                <a:lnTo>
                  <a:pt x="231" y="165"/>
                </a:lnTo>
                <a:lnTo>
                  <a:pt x="231" y="164"/>
                </a:lnTo>
                <a:lnTo>
                  <a:pt x="231" y="163"/>
                </a:lnTo>
                <a:lnTo>
                  <a:pt x="233" y="162"/>
                </a:lnTo>
                <a:lnTo>
                  <a:pt x="234" y="161"/>
                </a:lnTo>
                <a:lnTo>
                  <a:pt x="234" y="162"/>
                </a:lnTo>
                <a:lnTo>
                  <a:pt x="235" y="163"/>
                </a:lnTo>
                <a:lnTo>
                  <a:pt x="236" y="162"/>
                </a:lnTo>
                <a:lnTo>
                  <a:pt x="237" y="162"/>
                </a:lnTo>
                <a:lnTo>
                  <a:pt x="238" y="162"/>
                </a:lnTo>
                <a:lnTo>
                  <a:pt x="239" y="162"/>
                </a:lnTo>
                <a:lnTo>
                  <a:pt x="240" y="162"/>
                </a:lnTo>
                <a:lnTo>
                  <a:pt x="241" y="163"/>
                </a:lnTo>
                <a:lnTo>
                  <a:pt x="242" y="163"/>
                </a:lnTo>
                <a:lnTo>
                  <a:pt x="242" y="164"/>
                </a:lnTo>
                <a:lnTo>
                  <a:pt x="243" y="163"/>
                </a:lnTo>
                <a:lnTo>
                  <a:pt x="244" y="163"/>
                </a:lnTo>
                <a:lnTo>
                  <a:pt x="244" y="164"/>
                </a:lnTo>
                <a:lnTo>
                  <a:pt x="245" y="165"/>
                </a:lnTo>
                <a:lnTo>
                  <a:pt x="246" y="166"/>
                </a:lnTo>
                <a:lnTo>
                  <a:pt x="247" y="167"/>
                </a:lnTo>
                <a:lnTo>
                  <a:pt x="247" y="166"/>
                </a:lnTo>
                <a:lnTo>
                  <a:pt x="248" y="165"/>
                </a:lnTo>
                <a:lnTo>
                  <a:pt x="249" y="164"/>
                </a:lnTo>
                <a:lnTo>
                  <a:pt x="250" y="163"/>
                </a:lnTo>
                <a:lnTo>
                  <a:pt x="250" y="162"/>
                </a:lnTo>
                <a:lnTo>
                  <a:pt x="251" y="161"/>
                </a:lnTo>
                <a:lnTo>
                  <a:pt x="251" y="160"/>
                </a:lnTo>
                <a:lnTo>
                  <a:pt x="252" y="160"/>
                </a:lnTo>
                <a:lnTo>
                  <a:pt x="252" y="159"/>
                </a:lnTo>
                <a:lnTo>
                  <a:pt x="253" y="159"/>
                </a:lnTo>
                <a:lnTo>
                  <a:pt x="254" y="160"/>
                </a:lnTo>
                <a:lnTo>
                  <a:pt x="254" y="159"/>
                </a:lnTo>
                <a:lnTo>
                  <a:pt x="255" y="158"/>
                </a:lnTo>
                <a:lnTo>
                  <a:pt x="255" y="157"/>
                </a:lnTo>
                <a:lnTo>
                  <a:pt x="257" y="158"/>
                </a:lnTo>
                <a:lnTo>
                  <a:pt x="258" y="158"/>
                </a:lnTo>
                <a:lnTo>
                  <a:pt x="258" y="159"/>
                </a:lnTo>
                <a:lnTo>
                  <a:pt x="259" y="159"/>
                </a:lnTo>
                <a:lnTo>
                  <a:pt x="259" y="160"/>
                </a:lnTo>
                <a:lnTo>
                  <a:pt x="259" y="161"/>
                </a:lnTo>
                <a:lnTo>
                  <a:pt x="259" y="162"/>
                </a:lnTo>
                <a:lnTo>
                  <a:pt x="259" y="163"/>
                </a:lnTo>
                <a:lnTo>
                  <a:pt x="259" y="164"/>
                </a:lnTo>
                <a:lnTo>
                  <a:pt x="259" y="165"/>
                </a:lnTo>
                <a:lnTo>
                  <a:pt x="260" y="165"/>
                </a:lnTo>
                <a:lnTo>
                  <a:pt x="260" y="166"/>
                </a:lnTo>
                <a:lnTo>
                  <a:pt x="261" y="166"/>
                </a:lnTo>
                <a:lnTo>
                  <a:pt x="262" y="166"/>
                </a:lnTo>
                <a:lnTo>
                  <a:pt x="263" y="166"/>
                </a:lnTo>
                <a:lnTo>
                  <a:pt x="264" y="167"/>
                </a:lnTo>
                <a:lnTo>
                  <a:pt x="265" y="167"/>
                </a:lnTo>
                <a:lnTo>
                  <a:pt x="265" y="168"/>
                </a:lnTo>
                <a:lnTo>
                  <a:pt x="266" y="168"/>
                </a:lnTo>
                <a:lnTo>
                  <a:pt x="268" y="168"/>
                </a:lnTo>
                <a:lnTo>
                  <a:pt x="268" y="169"/>
                </a:lnTo>
                <a:lnTo>
                  <a:pt x="269" y="169"/>
                </a:lnTo>
                <a:lnTo>
                  <a:pt x="270" y="168"/>
                </a:lnTo>
                <a:lnTo>
                  <a:pt x="270" y="167"/>
                </a:lnTo>
                <a:lnTo>
                  <a:pt x="271" y="167"/>
                </a:lnTo>
                <a:lnTo>
                  <a:pt x="272" y="167"/>
                </a:lnTo>
                <a:lnTo>
                  <a:pt x="272" y="166"/>
                </a:lnTo>
                <a:lnTo>
                  <a:pt x="273" y="166"/>
                </a:lnTo>
                <a:lnTo>
                  <a:pt x="273" y="165"/>
                </a:lnTo>
                <a:lnTo>
                  <a:pt x="273" y="164"/>
                </a:lnTo>
                <a:lnTo>
                  <a:pt x="274" y="164"/>
                </a:lnTo>
                <a:lnTo>
                  <a:pt x="274" y="163"/>
                </a:lnTo>
                <a:lnTo>
                  <a:pt x="275" y="163"/>
                </a:lnTo>
                <a:lnTo>
                  <a:pt x="276" y="162"/>
                </a:lnTo>
                <a:lnTo>
                  <a:pt x="277" y="161"/>
                </a:lnTo>
                <a:lnTo>
                  <a:pt x="278" y="161"/>
                </a:lnTo>
                <a:lnTo>
                  <a:pt x="279" y="160"/>
                </a:lnTo>
                <a:lnTo>
                  <a:pt x="280" y="160"/>
                </a:lnTo>
                <a:lnTo>
                  <a:pt x="280" y="159"/>
                </a:lnTo>
                <a:lnTo>
                  <a:pt x="280" y="158"/>
                </a:lnTo>
                <a:lnTo>
                  <a:pt x="282" y="157"/>
                </a:lnTo>
                <a:lnTo>
                  <a:pt x="283" y="156"/>
                </a:lnTo>
                <a:lnTo>
                  <a:pt x="284" y="156"/>
                </a:lnTo>
                <a:lnTo>
                  <a:pt x="284" y="155"/>
                </a:lnTo>
                <a:lnTo>
                  <a:pt x="283" y="155"/>
                </a:lnTo>
                <a:lnTo>
                  <a:pt x="281" y="154"/>
                </a:lnTo>
                <a:lnTo>
                  <a:pt x="280" y="154"/>
                </a:lnTo>
                <a:lnTo>
                  <a:pt x="278" y="153"/>
                </a:lnTo>
                <a:lnTo>
                  <a:pt x="278" y="152"/>
                </a:lnTo>
                <a:lnTo>
                  <a:pt x="278" y="151"/>
                </a:lnTo>
                <a:lnTo>
                  <a:pt x="278" y="150"/>
                </a:lnTo>
                <a:lnTo>
                  <a:pt x="278" y="149"/>
                </a:lnTo>
                <a:lnTo>
                  <a:pt x="278" y="148"/>
                </a:lnTo>
                <a:lnTo>
                  <a:pt x="279" y="146"/>
                </a:lnTo>
                <a:lnTo>
                  <a:pt x="279" y="145"/>
                </a:lnTo>
                <a:lnTo>
                  <a:pt x="280" y="146"/>
                </a:lnTo>
                <a:lnTo>
                  <a:pt x="282" y="146"/>
                </a:lnTo>
                <a:lnTo>
                  <a:pt x="283" y="146"/>
                </a:lnTo>
                <a:lnTo>
                  <a:pt x="284" y="143"/>
                </a:lnTo>
                <a:lnTo>
                  <a:pt x="285" y="142"/>
                </a:lnTo>
                <a:lnTo>
                  <a:pt x="285" y="141"/>
                </a:lnTo>
                <a:lnTo>
                  <a:pt x="286" y="141"/>
                </a:lnTo>
                <a:lnTo>
                  <a:pt x="287" y="141"/>
                </a:lnTo>
                <a:lnTo>
                  <a:pt x="287" y="140"/>
                </a:lnTo>
                <a:lnTo>
                  <a:pt x="289" y="140"/>
                </a:lnTo>
                <a:lnTo>
                  <a:pt x="289" y="139"/>
                </a:lnTo>
                <a:lnTo>
                  <a:pt x="290" y="139"/>
                </a:lnTo>
                <a:lnTo>
                  <a:pt x="291" y="138"/>
                </a:lnTo>
                <a:lnTo>
                  <a:pt x="291" y="137"/>
                </a:lnTo>
                <a:lnTo>
                  <a:pt x="290" y="137"/>
                </a:lnTo>
                <a:lnTo>
                  <a:pt x="287" y="137"/>
                </a:lnTo>
                <a:lnTo>
                  <a:pt x="287" y="136"/>
                </a:lnTo>
                <a:lnTo>
                  <a:pt x="288" y="136"/>
                </a:lnTo>
                <a:lnTo>
                  <a:pt x="288" y="135"/>
                </a:lnTo>
                <a:lnTo>
                  <a:pt x="287" y="135"/>
                </a:lnTo>
                <a:lnTo>
                  <a:pt x="287" y="133"/>
                </a:lnTo>
                <a:lnTo>
                  <a:pt x="286" y="133"/>
                </a:lnTo>
                <a:lnTo>
                  <a:pt x="286" y="132"/>
                </a:lnTo>
                <a:lnTo>
                  <a:pt x="286" y="131"/>
                </a:lnTo>
                <a:lnTo>
                  <a:pt x="286" y="130"/>
                </a:lnTo>
                <a:lnTo>
                  <a:pt x="286" y="131"/>
                </a:lnTo>
                <a:lnTo>
                  <a:pt x="287" y="131"/>
                </a:lnTo>
                <a:lnTo>
                  <a:pt x="287" y="130"/>
                </a:lnTo>
                <a:lnTo>
                  <a:pt x="288" y="130"/>
                </a:lnTo>
                <a:lnTo>
                  <a:pt x="288" y="129"/>
                </a:lnTo>
                <a:lnTo>
                  <a:pt x="288" y="128"/>
                </a:lnTo>
                <a:lnTo>
                  <a:pt x="289" y="127"/>
                </a:lnTo>
                <a:lnTo>
                  <a:pt x="290" y="127"/>
                </a:lnTo>
                <a:lnTo>
                  <a:pt x="291" y="127"/>
                </a:lnTo>
                <a:lnTo>
                  <a:pt x="291" y="126"/>
                </a:lnTo>
                <a:lnTo>
                  <a:pt x="291" y="125"/>
                </a:lnTo>
                <a:lnTo>
                  <a:pt x="292" y="124"/>
                </a:lnTo>
                <a:lnTo>
                  <a:pt x="292" y="123"/>
                </a:lnTo>
                <a:lnTo>
                  <a:pt x="292" y="124"/>
                </a:lnTo>
                <a:lnTo>
                  <a:pt x="292" y="123"/>
                </a:lnTo>
                <a:lnTo>
                  <a:pt x="293" y="122"/>
                </a:lnTo>
                <a:lnTo>
                  <a:pt x="295" y="121"/>
                </a:lnTo>
                <a:lnTo>
                  <a:pt x="294" y="120"/>
                </a:lnTo>
                <a:lnTo>
                  <a:pt x="294" y="118"/>
                </a:lnTo>
                <a:lnTo>
                  <a:pt x="293" y="118"/>
                </a:lnTo>
                <a:lnTo>
                  <a:pt x="292" y="118"/>
                </a:lnTo>
                <a:lnTo>
                  <a:pt x="292" y="117"/>
                </a:lnTo>
                <a:lnTo>
                  <a:pt x="293" y="117"/>
                </a:lnTo>
                <a:lnTo>
                  <a:pt x="293" y="116"/>
                </a:lnTo>
                <a:lnTo>
                  <a:pt x="292" y="116"/>
                </a:lnTo>
                <a:lnTo>
                  <a:pt x="292" y="117"/>
                </a:lnTo>
                <a:lnTo>
                  <a:pt x="291" y="117"/>
                </a:lnTo>
                <a:lnTo>
                  <a:pt x="290" y="117"/>
                </a:lnTo>
                <a:lnTo>
                  <a:pt x="290" y="118"/>
                </a:lnTo>
                <a:lnTo>
                  <a:pt x="289" y="118"/>
                </a:lnTo>
                <a:lnTo>
                  <a:pt x="288" y="118"/>
                </a:lnTo>
                <a:lnTo>
                  <a:pt x="288" y="117"/>
                </a:lnTo>
                <a:lnTo>
                  <a:pt x="288" y="116"/>
                </a:lnTo>
                <a:lnTo>
                  <a:pt x="288" y="115"/>
                </a:lnTo>
                <a:lnTo>
                  <a:pt x="287" y="115"/>
                </a:lnTo>
                <a:lnTo>
                  <a:pt x="288" y="114"/>
                </a:lnTo>
                <a:lnTo>
                  <a:pt x="290" y="114"/>
                </a:lnTo>
                <a:lnTo>
                  <a:pt x="291" y="114"/>
                </a:lnTo>
                <a:lnTo>
                  <a:pt x="291" y="113"/>
                </a:lnTo>
                <a:lnTo>
                  <a:pt x="292" y="113"/>
                </a:lnTo>
                <a:lnTo>
                  <a:pt x="293" y="113"/>
                </a:lnTo>
                <a:lnTo>
                  <a:pt x="294" y="113"/>
                </a:lnTo>
                <a:lnTo>
                  <a:pt x="294" y="112"/>
                </a:lnTo>
                <a:lnTo>
                  <a:pt x="295" y="112"/>
                </a:lnTo>
                <a:lnTo>
                  <a:pt x="295" y="111"/>
                </a:lnTo>
                <a:lnTo>
                  <a:pt x="296" y="110"/>
                </a:lnTo>
                <a:lnTo>
                  <a:pt x="298" y="109"/>
                </a:lnTo>
                <a:lnTo>
                  <a:pt x="299" y="108"/>
                </a:lnTo>
                <a:lnTo>
                  <a:pt x="301" y="108"/>
                </a:lnTo>
                <a:lnTo>
                  <a:pt x="302" y="107"/>
                </a:lnTo>
                <a:lnTo>
                  <a:pt x="303" y="107"/>
                </a:lnTo>
                <a:lnTo>
                  <a:pt x="303" y="106"/>
                </a:lnTo>
                <a:lnTo>
                  <a:pt x="304" y="105"/>
                </a:lnTo>
                <a:lnTo>
                  <a:pt x="305" y="105"/>
                </a:lnTo>
                <a:lnTo>
                  <a:pt x="305" y="104"/>
                </a:lnTo>
                <a:lnTo>
                  <a:pt x="305" y="103"/>
                </a:lnTo>
                <a:lnTo>
                  <a:pt x="305" y="102"/>
                </a:lnTo>
                <a:lnTo>
                  <a:pt x="304" y="102"/>
                </a:lnTo>
                <a:lnTo>
                  <a:pt x="304" y="101"/>
                </a:lnTo>
                <a:lnTo>
                  <a:pt x="303" y="101"/>
                </a:lnTo>
                <a:lnTo>
                  <a:pt x="302" y="101"/>
                </a:lnTo>
                <a:lnTo>
                  <a:pt x="303" y="101"/>
                </a:lnTo>
                <a:lnTo>
                  <a:pt x="303" y="100"/>
                </a:lnTo>
                <a:lnTo>
                  <a:pt x="302" y="100"/>
                </a:lnTo>
                <a:lnTo>
                  <a:pt x="302" y="99"/>
                </a:lnTo>
                <a:lnTo>
                  <a:pt x="303" y="99"/>
                </a:lnTo>
                <a:lnTo>
                  <a:pt x="304" y="99"/>
                </a:lnTo>
                <a:lnTo>
                  <a:pt x="304" y="98"/>
                </a:lnTo>
                <a:lnTo>
                  <a:pt x="305" y="97"/>
                </a:lnTo>
                <a:lnTo>
                  <a:pt x="306" y="97"/>
                </a:lnTo>
                <a:lnTo>
                  <a:pt x="307" y="97"/>
                </a:lnTo>
                <a:lnTo>
                  <a:pt x="308" y="97"/>
                </a:lnTo>
                <a:lnTo>
                  <a:pt x="308" y="96"/>
                </a:lnTo>
                <a:lnTo>
                  <a:pt x="308" y="95"/>
                </a:lnTo>
                <a:lnTo>
                  <a:pt x="309" y="93"/>
                </a:lnTo>
                <a:lnTo>
                  <a:pt x="308" y="92"/>
                </a:lnTo>
                <a:lnTo>
                  <a:pt x="309" y="91"/>
                </a:lnTo>
                <a:lnTo>
                  <a:pt x="309" y="90"/>
                </a:lnTo>
                <a:lnTo>
                  <a:pt x="310" y="90"/>
                </a:lnTo>
                <a:lnTo>
                  <a:pt x="310" y="89"/>
                </a:lnTo>
                <a:lnTo>
                  <a:pt x="309" y="89"/>
                </a:lnTo>
                <a:lnTo>
                  <a:pt x="309" y="88"/>
                </a:lnTo>
                <a:lnTo>
                  <a:pt x="308" y="88"/>
                </a:lnTo>
                <a:lnTo>
                  <a:pt x="308" y="89"/>
                </a:lnTo>
                <a:lnTo>
                  <a:pt x="307" y="89"/>
                </a:lnTo>
                <a:lnTo>
                  <a:pt x="306" y="88"/>
                </a:lnTo>
                <a:lnTo>
                  <a:pt x="306" y="87"/>
                </a:lnTo>
                <a:lnTo>
                  <a:pt x="306" y="86"/>
                </a:lnTo>
                <a:lnTo>
                  <a:pt x="306" y="85"/>
                </a:lnTo>
                <a:lnTo>
                  <a:pt x="307" y="85"/>
                </a:lnTo>
                <a:lnTo>
                  <a:pt x="308" y="85"/>
                </a:lnTo>
                <a:lnTo>
                  <a:pt x="309" y="85"/>
                </a:lnTo>
                <a:lnTo>
                  <a:pt x="309" y="84"/>
                </a:lnTo>
                <a:lnTo>
                  <a:pt x="310" y="84"/>
                </a:lnTo>
                <a:lnTo>
                  <a:pt x="311" y="83"/>
                </a:lnTo>
                <a:lnTo>
                  <a:pt x="311" y="84"/>
                </a:lnTo>
                <a:lnTo>
                  <a:pt x="312" y="84"/>
                </a:lnTo>
                <a:lnTo>
                  <a:pt x="312" y="85"/>
                </a:lnTo>
                <a:lnTo>
                  <a:pt x="313" y="85"/>
                </a:lnTo>
                <a:lnTo>
                  <a:pt x="313" y="84"/>
                </a:lnTo>
                <a:lnTo>
                  <a:pt x="314" y="84"/>
                </a:lnTo>
                <a:lnTo>
                  <a:pt x="315" y="84"/>
                </a:lnTo>
                <a:lnTo>
                  <a:pt x="316" y="84"/>
                </a:lnTo>
                <a:lnTo>
                  <a:pt x="316" y="83"/>
                </a:lnTo>
                <a:lnTo>
                  <a:pt x="316" y="84"/>
                </a:lnTo>
                <a:lnTo>
                  <a:pt x="317" y="84"/>
                </a:lnTo>
                <a:lnTo>
                  <a:pt x="319" y="84"/>
                </a:lnTo>
                <a:lnTo>
                  <a:pt x="320" y="84"/>
                </a:lnTo>
                <a:lnTo>
                  <a:pt x="321" y="83"/>
                </a:lnTo>
                <a:lnTo>
                  <a:pt x="322" y="83"/>
                </a:lnTo>
                <a:lnTo>
                  <a:pt x="322" y="82"/>
                </a:lnTo>
                <a:lnTo>
                  <a:pt x="323" y="82"/>
                </a:lnTo>
                <a:lnTo>
                  <a:pt x="322" y="81"/>
                </a:lnTo>
                <a:lnTo>
                  <a:pt x="322" y="80"/>
                </a:lnTo>
                <a:lnTo>
                  <a:pt x="323" y="79"/>
                </a:lnTo>
                <a:lnTo>
                  <a:pt x="324" y="79"/>
                </a:lnTo>
                <a:lnTo>
                  <a:pt x="325" y="79"/>
                </a:lnTo>
                <a:lnTo>
                  <a:pt x="326" y="79"/>
                </a:lnTo>
                <a:lnTo>
                  <a:pt x="327" y="79"/>
                </a:lnTo>
                <a:lnTo>
                  <a:pt x="327" y="77"/>
                </a:lnTo>
                <a:lnTo>
                  <a:pt x="326" y="76"/>
                </a:lnTo>
                <a:lnTo>
                  <a:pt x="327" y="75"/>
                </a:lnTo>
                <a:lnTo>
                  <a:pt x="327" y="74"/>
                </a:lnTo>
                <a:lnTo>
                  <a:pt x="327" y="73"/>
                </a:lnTo>
                <a:lnTo>
                  <a:pt x="328" y="72"/>
                </a:lnTo>
                <a:lnTo>
                  <a:pt x="329" y="72"/>
                </a:lnTo>
                <a:lnTo>
                  <a:pt x="329" y="71"/>
                </a:lnTo>
                <a:lnTo>
                  <a:pt x="330" y="71"/>
                </a:lnTo>
                <a:lnTo>
                  <a:pt x="330" y="70"/>
                </a:lnTo>
                <a:lnTo>
                  <a:pt x="331" y="70"/>
                </a:lnTo>
                <a:lnTo>
                  <a:pt x="331" y="69"/>
                </a:lnTo>
                <a:lnTo>
                  <a:pt x="332" y="69"/>
                </a:lnTo>
                <a:lnTo>
                  <a:pt x="333" y="68"/>
                </a:lnTo>
                <a:lnTo>
                  <a:pt x="333" y="69"/>
                </a:lnTo>
                <a:lnTo>
                  <a:pt x="334" y="69"/>
                </a:lnTo>
                <a:lnTo>
                  <a:pt x="334" y="70"/>
                </a:lnTo>
                <a:lnTo>
                  <a:pt x="335" y="70"/>
                </a:lnTo>
                <a:lnTo>
                  <a:pt x="335" y="69"/>
                </a:lnTo>
                <a:lnTo>
                  <a:pt x="335" y="68"/>
                </a:lnTo>
                <a:lnTo>
                  <a:pt x="336" y="68"/>
                </a:lnTo>
                <a:lnTo>
                  <a:pt x="337" y="68"/>
                </a:lnTo>
                <a:lnTo>
                  <a:pt x="338" y="67"/>
                </a:lnTo>
                <a:lnTo>
                  <a:pt x="338" y="66"/>
                </a:lnTo>
                <a:lnTo>
                  <a:pt x="339" y="66"/>
                </a:lnTo>
                <a:lnTo>
                  <a:pt x="340" y="66"/>
                </a:lnTo>
                <a:lnTo>
                  <a:pt x="340" y="65"/>
                </a:lnTo>
                <a:lnTo>
                  <a:pt x="341" y="65"/>
                </a:lnTo>
                <a:lnTo>
                  <a:pt x="341" y="64"/>
                </a:lnTo>
                <a:lnTo>
                  <a:pt x="341" y="65"/>
                </a:lnTo>
                <a:lnTo>
                  <a:pt x="342" y="64"/>
                </a:lnTo>
                <a:lnTo>
                  <a:pt x="343" y="64"/>
                </a:lnTo>
                <a:lnTo>
                  <a:pt x="343" y="65"/>
                </a:lnTo>
                <a:lnTo>
                  <a:pt x="343" y="64"/>
                </a:lnTo>
                <a:lnTo>
                  <a:pt x="342" y="63"/>
                </a:lnTo>
                <a:lnTo>
                  <a:pt x="341" y="62"/>
                </a:lnTo>
                <a:lnTo>
                  <a:pt x="340" y="61"/>
                </a:lnTo>
                <a:lnTo>
                  <a:pt x="341" y="60"/>
                </a:lnTo>
                <a:lnTo>
                  <a:pt x="341" y="59"/>
                </a:lnTo>
                <a:lnTo>
                  <a:pt x="341" y="57"/>
                </a:lnTo>
                <a:lnTo>
                  <a:pt x="340" y="57"/>
                </a:lnTo>
                <a:lnTo>
                  <a:pt x="339" y="57"/>
                </a:lnTo>
                <a:lnTo>
                  <a:pt x="339" y="56"/>
                </a:lnTo>
                <a:lnTo>
                  <a:pt x="341" y="55"/>
                </a:lnTo>
                <a:lnTo>
                  <a:pt x="341" y="54"/>
                </a:lnTo>
                <a:lnTo>
                  <a:pt x="342" y="54"/>
                </a:lnTo>
                <a:lnTo>
                  <a:pt x="340" y="53"/>
                </a:lnTo>
                <a:lnTo>
                  <a:pt x="339" y="52"/>
                </a:lnTo>
                <a:lnTo>
                  <a:pt x="338" y="52"/>
                </a:lnTo>
                <a:lnTo>
                  <a:pt x="337" y="52"/>
                </a:lnTo>
                <a:lnTo>
                  <a:pt x="337" y="51"/>
                </a:lnTo>
                <a:lnTo>
                  <a:pt x="336" y="51"/>
                </a:lnTo>
                <a:lnTo>
                  <a:pt x="335" y="51"/>
                </a:lnTo>
                <a:lnTo>
                  <a:pt x="334" y="51"/>
                </a:lnTo>
                <a:lnTo>
                  <a:pt x="334" y="50"/>
                </a:lnTo>
                <a:lnTo>
                  <a:pt x="333" y="50"/>
                </a:lnTo>
                <a:lnTo>
                  <a:pt x="334" y="50"/>
                </a:lnTo>
                <a:lnTo>
                  <a:pt x="335" y="48"/>
                </a:lnTo>
                <a:lnTo>
                  <a:pt x="335" y="47"/>
                </a:lnTo>
                <a:lnTo>
                  <a:pt x="334" y="47"/>
                </a:lnTo>
                <a:lnTo>
                  <a:pt x="333" y="47"/>
                </a:lnTo>
                <a:lnTo>
                  <a:pt x="332" y="47"/>
                </a:lnTo>
                <a:lnTo>
                  <a:pt x="331" y="47"/>
                </a:lnTo>
                <a:lnTo>
                  <a:pt x="330" y="47"/>
                </a:lnTo>
                <a:lnTo>
                  <a:pt x="329" y="47"/>
                </a:lnTo>
                <a:lnTo>
                  <a:pt x="328" y="46"/>
                </a:lnTo>
                <a:lnTo>
                  <a:pt x="327" y="45"/>
                </a:lnTo>
                <a:lnTo>
                  <a:pt x="327" y="44"/>
                </a:lnTo>
                <a:lnTo>
                  <a:pt x="327" y="43"/>
                </a:lnTo>
                <a:lnTo>
                  <a:pt x="326" y="42"/>
                </a:lnTo>
                <a:lnTo>
                  <a:pt x="325" y="42"/>
                </a:lnTo>
                <a:lnTo>
                  <a:pt x="324" y="42"/>
                </a:lnTo>
                <a:lnTo>
                  <a:pt x="323" y="42"/>
                </a:lnTo>
                <a:lnTo>
                  <a:pt x="322" y="41"/>
                </a:lnTo>
                <a:lnTo>
                  <a:pt x="321" y="41"/>
                </a:lnTo>
                <a:lnTo>
                  <a:pt x="321" y="40"/>
                </a:lnTo>
                <a:lnTo>
                  <a:pt x="320" y="39"/>
                </a:lnTo>
                <a:lnTo>
                  <a:pt x="320" y="38"/>
                </a:lnTo>
                <a:lnTo>
                  <a:pt x="319" y="38"/>
                </a:lnTo>
                <a:lnTo>
                  <a:pt x="319" y="37"/>
                </a:lnTo>
                <a:lnTo>
                  <a:pt x="318" y="36"/>
                </a:lnTo>
                <a:lnTo>
                  <a:pt x="317" y="35"/>
                </a:lnTo>
                <a:lnTo>
                  <a:pt x="316" y="35"/>
                </a:lnTo>
                <a:lnTo>
                  <a:pt x="316" y="34"/>
                </a:lnTo>
                <a:lnTo>
                  <a:pt x="316" y="33"/>
                </a:lnTo>
                <a:lnTo>
                  <a:pt x="316" y="32"/>
                </a:lnTo>
                <a:lnTo>
                  <a:pt x="315" y="30"/>
                </a:lnTo>
                <a:lnTo>
                  <a:pt x="314" y="29"/>
                </a:lnTo>
                <a:lnTo>
                  <a:pt x="313" y="29"/>
                </a:lnTo>
                <a:lnTo>
                  <a:pt x="313" y="28"/>
                </a:lnTo>
                <a:lnTo>
                  <a:pt x="314" y="27"/>
                </a:lnTo>
                <a:lnTo>
                  <a:pt x="315" y="27"/>
                </a:lnTo>
                <a:lnTo>
                  <a:pt x="316" y="27"/>
                </a:lnTo>
                <a:lnTo>
                  <a:pt x="316" y="26"/>
                </a:lnTo>
                <a:lnTo>
                  <a:pt x="317" y="26"/>
                </a:lnTo>
                <a:lnTo>
                  <a:pt x="318" y="25"/>
                </a:lnTo>
                <a:lnTo>
                  <a:pt x="319" y="25"/>
                </a:lnTo>
                <a:lnTo>
                  <a:pt x="319" y="26"/>
                </a:lnTo>
                <a:lnTo>
                  <a:pt x="320" y="26"/>
                </a:lnTo>
                <a:lnTo>
                  <a:pt x="320" y="27"/>
                </a:lnTo>
                <a:lnTo>
                  <a:pt x="321" y="27"/>
                </a:lnTo>
                <a:lnTo>
                  <a:pt x="322" y="27"/>
                </a:lnTo>
                <a:lnTo>
                  <a:pt x="323" y="28"/>
                </a:lnTo>
                <a:lnTo>
                  <a:pt x="323" y="27"/>
                </a:lnTo>
                <a:lnTo>
                  <a:pt x="324" y="27"/>
                </a:lnTo>
                <a:lnTo>
                  <a:pt x="325" y="26"/>
                </a:lnTo>
                <a:lnTo>
                  <a:pt x="324" y="25"/>
                </a:lnTo>
                <a:lnTo>
                  <a:pt x="323" y="25"/>
                </a:lnTo>
                <a:lnTo>
                  <a:pt x="323" y="24"/>
                </a:lnTo>
                <a:lnTo>
                  <a:pt x="322" y="24"/>
                </a:lnTo>
                <a:lnTo>
                  <a:pt x="321" y="23"/>
                </a:lnTo>
                <a:lnTo>
                  <a:pt x="320" y="23"/>
                </a:lnTo>
                <a:lnTo>
                  <a:pt x="322" y="21"/>
                </a:lnTo>
                <a:lnTo>
                  <a:pt x="323" y="21"/>
                </a:lnTo>
                <a:lnTo>
                  <a:pt x="324" y="21"/>
                </a:lnTo>
                <a:lnTo>
                  <a:pt x="324" y="20"/>
                </a:lnTo>
                <a:lnTo>
                  <a:pt x="324" y="19"/>
                </a:lnTo>
                <a:lnTo>
                  <a:pt x="323" y="19"/>
                </a:lnTo>
                <a:lnTo>
                  <a:pt x="323" y="18"/>
                </a:lnTo>
                <a:lnTo>
                  <a:pt x="322" y="18"/>
                </a:lnTo>
                <a:lnTo>
                  <a:pt x="322" y="17"/>
                </a:lnTo>
                <a:lnTo>
                  <a:pt x="323" y="16"/>
                </a:lnTo>
                <a:lnTo>
                  <a:pt x="324" y="16"/>
                </a:lnTo>
                <a:lnTo>
                  <a:pt x="325" y="15"/>
                </a:lnTo>
                <a:lnTo>
                  <a:pt x="326" y="16"/>
                </a:lnTo>
                <a:lnTo>
                  <a:pt x="327" y="16"/>
                </a:lnTo>
                <a:lnTo>
                  <a:pt x="328" y="16"/>
                </a:lnTo>
                <a:lnTo>
                  <a:pt x="328" y="17"/>
                </a:lnTo>
                <a:lnTo>
                  <a:pt x="329" y="17"/>
                </a:lnTo>
                <a:lnTo>
                  <a:pt x="329" y="16"/>
                </a:lnTo>
                <a:lnTo>
                  <a:pt x="330" y="17"/>
                </a:lnTo>
                <a:lnTo>
                  <a:pt x="331" y="17"/>
                </a:lnTo>
                <a:lnTo>
                  <a:pt x="332" y="17"/>
                </a:lnTo>
                <a:lnTo>
                  <a:pt x="333" y="16"/>
                </a:lnTo>
                <a:lnTo>
                  <a:pt x="333" y="14"/>
                </a:lnTo>
                <a:lnTo>
                  <a:pt x="332" y="14"/>
                </a:lnTo>
                <a:lnTo>
                  <a:pt x="332" y="13"/>
                </a:lnTo>
                <a:lnTo>
                  <a:pt x="331" y="12"/>
                </a:lnTo>
                <a:lnTo>
                  <a:pt x="331" y="11"/>
                </a:lnTo>
                <a:lnTo>
                  <a:pt x="330" y="11"/>
                </a:lnTo>
                <a:lnTo>
                  <a:pt x="330" y="10"/>
                </a:lnTo>
                <a:lnTo>
                  <a:pt x="329" y="9"/>
                </a:lnTo>
                <a:lnTo>
                  <a:pt x="329" y="8"/>
                </a:lnTo>
                <a:lnTo>
                  <a:pt x="328" y="7"/>
                </a:lnTo>
                <a:lnTo>
                  <a:pt x="326" y="6"/>
                </a:lnTo>
                <a:lnTo>
                  <a:pt x="327" y="6"/>
                </a:lnTo>
                <a:lnTo>
                  <a:pt x="326" y="5"/>
                </a:lnTo>
                <a:lnTo>
                  <a:pt x="325" y="4"/>
                </a:lnTo>
                <a:lnTo>
                  <a:pt x="326" y="3"/>
                </a:lnTo>
                <a:lnTo>
                  <a:pt x="328" y="2"/>
                </a:lnTo>
                <a:lnTo>
                  <a:pt x="328" y="1"/>
                </a:lnTo>
                <a:lnTo>
                  <a:pt x="329" y="1"/>
                </a:lnTo>
                <a:lnTo>
                  <a:pt x="329" y="2"/>
                </a:lnTo>
                <a:lnTo>
                  <a:pt x="330" y="2"/>
                </a:lnTo>
                <a:lnTo>
                  <a:pt x="331" y="2"/>
                </a:lnTo>
                <a:lnTo>
                  <a:pt x="332" y="2"/>
                </a:lnTo>
                <a:lnTo>
                  <a:pt x="333" y="2"/>
                </a:lnTo>
                <a:lnTo>
                  <a:pt x="334" y="3"/>
                </a:lnTo>
                <a:lnTo>
                  <a:pt x="335" y="3"/>
                </a:lnTo>
                <a:lnTo>
                  <a:pt x="336" y="3"/>
                </a:lnTo>
                <a:lnTo>
                  <a:pt x="337" y="3"/>
                </a:lnTo>
                <a:lnTo>
                  <a:pt x="337" y="2"/>
                </a:lnTo>
                <a:lnTo>
                  <a:pt x="338" y="2"/>
                </a:lnTo>
                <a:lnTo>
                  <a:pt x="338" y="1"/>
                </a:lnTo>
                <a:lnTo>
                  <a:pt x="339" y="1"/>
                </a:lnTo>
                <a:lnTo>
                  <a:pt x="339" y="0"/>
                </a:lnTo>
                <a:lnTo>
                  <a:pt x="339" y="1"/>
                </a:lnTo>
                <a:lnTo>
                  <a:pt x="340" y="1"/>
                </a:lnTo>
                <a:lnTo>
                  <a:pt x="341" y="1"/>
                </a:lnTo>
                <a:lnTo>
                  <a:pt x="341" y="2"/>
                </a:lnTo>
                <a:lnTo>
                  <a:pt x="342" y="2"/>
                </a:lnTo>
                <a:lnTo>
                  <a:pt x="342" y="3"/>
                </a:lnTo>
                <a:close/>
              </a:path>
            </a:pathLst>
          </a:custGeom>
          <a:solidFill>
            <a:srgbClr val="BEDCEB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2" name=""/>
          <p:cNvSpPr/>
          <p:nvPr/>
        </p:nvSpPr>
        <p:spPr>
          <a:xfrm>
            <a:off x="6940800" y="19562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3" name=""/>
          <p:cNvSpPr/>
          <p:nvPr/>
        </p:nvSpPr>
        <p:spPr>
          <a:xfrm>
            <a:off x="6941880" y="19555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4" name=""/>
          <p:cNvSpPr/>
          <p:nvPr/>
        </p:nvSpPr>
        <p:spPr>
          <a:xfrm>
            <a:off x="6950520" y="1950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5" name=""/>
          <p:cNvSpPr/>
          <p:nvPr/>
        </p:nvSpPr>
        <p:spPr>
          <a:xfrm>
            <a:off x="6956640" y="19483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6" name=""/>
          <p:cNvSpPr/>
          <p:nvPr/>
        </p:nvSpPr>
        <p:spPr>
          <a:xfrm>
            <a:off x="6955560" y="19483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7" name=""/>
          <p:cNvSpPr/>
          <p:nvPr/>
        </p:nvSpPr>
        <p:spPr>
          <a:xfrm>
            <a:off x="6957360" y="1947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8" name=""/>
          <p:cNvSpPr/>
          <p:nvPr/>
        </p:nvSpPr>
        <p:spPr>
          <a:xfrm>
            <a:off x="6955200" y="1947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39" name=""/>
          <p:cNvSpPr/>
          <p:nvPr/>
        </p:nvSpPr>
        <p:spPr>
          <a:xfrm>
            <a:off x="6958440" y="1946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0" name=""/>
          <p:cNvSpPr/>
          <p:nvPr/>
        </p:nvSpPr>
        <p:spPr>
          <a:xfrm>
            <a:off x="6946200" y="19422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1" name=""/>
          <p:cNvSpPr/>
          <p:nvPr/>
        </p:nvSpPr>
        <p:spPr>
          <a:xfrm>
            <a:off x="6973200" y="19245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2" name=""/>
          <p:cNvSpPr/>
          <p:nvPr/>
        </p:nvSpPr>
        <p:spPr>
          <a:xfrm>
            <a:off x="6970320" y="19224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3" name=""/>
          <p:cNvSpPr/>
          <p:nvPr/>
        </p:nvSpPr>
        <p:spPr>
          <a:xfrm>
            <a:off x="6973920" y="19220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4" name=""/>
          <p:cNvSpPr/>
          <p:nvPr/>
        </p:nvSpPr>
        <p:spPr>
          <a:xfrm>
            <a:off x="6964200" y="1921680"/>
            <a:ext cx="1080" cy="0"/>
          </a:xfrm>
          <a:custGeom>
            <a:avLst/>
            <a:gdLst/>
            <a:ahLst/>
            <a:rect l="0" t="0" r="r" b="b"/>
            <a:pathLst>
              <a:path w="3" h="0">
                <a:moveTo>
                  <a:pt x="1" y="0"/>
                </a:move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5" name=""/>
          <p:cNvSpPr/>
          <p:nvPr/>
        </p:nvSpPr>
        <p:spPr>
          <a:xfrm>
            <a:off x="6965640" y="19209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0"/>
                </a:move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0" y="4"/>
                </a:lnTo>
                <a:lnTo>
                  <a:pt x="0" y="2"/>
                </a:lnTo>
                <a:lnTo>
                  <a:pt x="3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6" name=""/>
          <p:cNvSpPr/>
          <p:nvPr/>
        </p:nvSpPr>
        <p:spPr>
          <a:xfrm>
            <a:off x="6976080" y="1919520"/>
            <a:ext cx="2160" cy="2880"/>
          </a:xfrm>
          <a:custGeom>
            <a:avLst/>
            <a:gdLst/>
            <a:ahLst/>
            <a:rect l="0" t="0" r="r" b="b"/>
            <a:pathLst>
              <a:path w="6" h="8">
                <a:moveTo>
                  <a:pt x="3" y="5"/>
                </a:moveTo>
                <a:lnTo>
                  <a:pt x="1" y="6"/>
                </a:lnTo>
                <a:lnTo>
                  <a:pt x="1" y="8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  <a:lnTo>
                  <a:pt x="6" y="3"/>
                </a:lnTo>
                <a:lnTo>
                  <a:pt x="6" y="5"/>
                </a:lnTo>
                <a:lnTo>
                  <a:pt x="4" y="5"/>
                </a:lnTo>
                <a:lnTo>
                  <a:pt x="3" y="5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7" name=""/>
          <p:cNvSpPr/>
          <p:nvPr/>
        </p:nvSpPr>
        <p:spPr>
          <a:xfrm>
            <a:off x="6969960" y="19195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8" name=""/>
          <p:cNvSpPr/>
          <p:nvPr/>
        </p:nvSpPr>
        <p:spPr>
          <a:xfrm>
            <a:off x="6978240" y="1916280"/>
            <a:ext cx="7920" cy="6480"/>
          </a:xfrm>
          <a:custGeom>
            <a:avLst/>
            <a:gdLst/>
            <a:ahLst/>
            <a:rect l="0" t="0" r="r" b="b"/>
            <a:pathLst>
              <a:path w="22" h="18">
                <a:moveTo>
                  <a:pt x="20" y="3"/>
                </a:moveTo>
                <a:lnTo>
                  <a:pt x="19" y="3"/>
                </a:lnTo>
                <a:lnTo>
                  <a:pt x="19" y="4"/>
                </a:lnTo>
                <a:lnTo>
                  <a:pt x="20" y="4"/>
                </a:lnTo>
                <a:lnTo>
                  <a:pt x="20" y="6"/>
                </a:lnTo>
                <a:lnTo>
                  <a:pt x="21" y="6"/>
                </a:lnTo>
                <a:lnTo>
                  <a:pt x="21" y="8"/>
                </a:lnTo>
                <a:lnTo>
                  <a:pt x="21" y="9"/>
                </a:lnTo>
                <a:lnTo>
                  <a:pt x="21" y="10"/>
                </a:lnTo>
                <a:lnTo>
                  <a:pt x="22" y="10"/>
                </a:lnTo>
                <a:lnTo>
                  <a:pt x="22" y="9"/>
                </a:lnTo>
                <a:lnTo>
                  <a:pt x="22" y="10"/>
                </a:lnTo>
                <a:lnTo>
                  <a:pt x="22" y="11"/>
                </a:lnTo>
                <a:lnTo>
                  <a:pt x="21" y="10"/>
                </a:lnTo>
                <a:lnTo>
                  <a:pt x="21" y="11"/>
                </a:lnTo>
                <a:lnTo>
                  <a:pt x="21" y="12"/>
                </a:lnTo>
                <a:lnTo>
                  <a:pt x="20" y="14"/>
                </a:lnTo>
                <a:lnTo>
                  <a:pt x="20" y="15"/>
                </a:lnTo>
                <a:lnTo>
                  <a:pt x="19" y="15"/>
                </a:lnTo>
                <a:lnTo>
                  <a:pt x="18" y="15"/>
                </a:lnTo>
                <a:lnTo>
                  <a:pt x="18" y="16"/>
                </a:lnTo>
                <a:lnTo>
                  <a:pt x="17" y="16"/>
                </a:lnTo>
                <a:lnTo>
                  <a:pt x="18" y="15"/>
                </a:lnTo>
                <a:lnTo>
                  <a:pt x="18" y="14"/>
                </a:lnTo>
                <a:lnTo>
                  <a:pt x="17" y="14"/>
                </a:lnTo>
                <a:lnTo>
                  <a:pt x="17" y="12"/>
                </a:lnTo>
                <a:lnTo>
                  <a:pt x="16" y="12"/>
                </a:lnTo>
                <a:lnTo>
                  <a:pt x="15" y="12"/>
                </a:lnTo>
                <a:lnTo>
                  <a:pt x="15" y="11"/>
                </a:lnTo>
                <a:lnTo>
                  <a:pt x="13" y="11"/>
                </a:lnTo>
                <a:lnTo>
                  <a:pt x="12" y="12"/>
                </a:lnTo>
                <a:lnTo>
                  <a:pt x="10" y="14"/>
                </a:lnTo>
                <a:lnTo>
                  <a:pt x="9" y="14"/>
                </a:lnTo>
                <a:lnTo>
                  <a:pt x="8" y="15"/>
                </a:lnTo>
                <a:lnTo>
                  <a:pt x="8" y="16"/>
                </a:lnTo>
                <a:lnTo>
                  <a:pt x="7" y="17"/>
                </a:lnTo>
                <a:lnTo>
                  <a:pt x="7" y="18"/>
                </a:lnTo>
                <a:lnTo>
                  <a:pt x="5" y="18"/>
                </a:lnTo>
                <a:lnTo>
                  <a:pt x="4" y="18"/>
                </a:lnTo>
                <a:lnTo>
                  <a:pt x="4" y="17"/>
                </a:lnTo>
                <a:lnTo>
                  <a:pt x="3" y="17"/>
                </a:lnTo>
                <a:lnTo>
                  <a:pt x="2" y="16"/>
                </a:lnTo>
                <a:lnTo>
                  <a:pt x="1" y="15"/>
                </a:lnTo>
                <a:lnTo>
                  <a:pt x="0" y="15"/>
                </a:lnTo>
                <a:lnTo>
                  <a:pt x="1" y="15"/>
                </a:lnTo>
                <a:lnTo>
                  <a:pt x="2" y="15"/>
                </a:lnTo>
                <a:lnTo>
                  <a:pt x="3" y="14"/>
                </a:lnTo>
                <a:lnTo>
                  <a:pt x="4" y="12"/>
                </a:lnTo>
                <a:lnTo>
                  <a:pt x="4" y="11"/>
                </a:lnTo>
                <a:lnTo>
                  <a:pt x="3" y="9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2" y="6"/>
                </a:lnTo>
                <a:lnTo>
                  <a:pt x="4" y="5"/>
                </a:lnTo>
                <a:lnTo>
                  <a:pt x="5" y="5"/>
                </a:lnTo>
                <a:lnTo>
                  <a:pt x="7" y="6"/>
                </a:lnTo>
                <a:lnTo>
                  <a:pt x="8" y="7"/>
                </a:lnTo>
                <a:lnTo>
                  <a:pt x="9" y="8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3" y="7"/>
                </a:lnTo>
                <a:lnTo>
                  <a:pt x="13" y="6"/>
                </a:lnTo>
                <a:lnTo>
                  <a:pt x="14" y="5"/>
                </a:lnTo>
                <a:lnTo>
                  <a:pt x="14" y="4"/>
                </a:lnTo>
                <a:lnTo>
                  <a:pt x="14" y="3"/>
                </a:lnTo>
                <a:lnTo>
                  <a:pt x="15" y="2"/>
                </a:lnTo>
                <a:lnTo>
                  <a:pt x="16" y="2"/>
                </a:lnTo>
                <a:lnTo>
                  <a:pt x="16" y="1"/>
                </a:lnTo>
                <a:lnTo>
                  <a:pt x="16" y="0"/>
                </a:lnTo>
                <a:lnTo>
                  <a:pt x="17" y="0"/>
                </a:lnTo>
                <a:lnTo>
                  <a:pt x="17" y="1"/>
                </a:lnTo>
                <a:lnTo>
                  <a:pt x="17" y="2"/>
                </a:lnTo>
                <a:lnTo>
                  <a:pt x="18" y="2"/>
                </a:lnTo>
                <a:lnTo>
                  <a:pt x="18" y="3"/>
                </a:lnTo>
                <a:lnTo>
                  <a:pt x="18" y="2"/>
                </a:lnTo>
                <a:lnTo>
                  <a:pt x="20" y="2"/>
                </a:lnTo>
                <a:lnTo>
                  <a:pt x="20" y="3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9" name=""/>
          <p:cNvSpPr/>
          <p:nvPr/>
        </p:nvSpPr>
        <p:spPr>
          <a:xfrm>
            <a:off x="6964200" y="19184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1" y="2"/>
                </a:lnTo>
                <a:lnTo>
                  <a:pt x="3" y="2"/>
                </a:lnTo>
                <a:lnTo>
                  <a:pt x="3" y="4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0" name=""/>
          <p:cNvSpPr/>
          <p:nvPr/>
        </p:nvSpPr>
        <p:spPr>
          <a:xfrm>
            <a:off x="6970320" y="1914840"/>
            <a:ext cx="5400" cy="6840"/>
          </a:xfrm>
          <a:custGeom>
            <a:avLst/>
            <a:gdLst/>
            <a:ahLst/>
            <a:rect l="0" t="0" r="r" b="b"/>
            <a:pathLst>
              <a:path w="15" h="19">
                <a:moveTo>
                  <a:pt x="13" y="4"/>
                </a:moveTo>
                <a:lnTo>
                  <a:pt x="14" y="4"/>
                </a:lnTo>
                <a:lnTo>
                  <a:pt x="14" y="5"/>
                </a:lnTo>
                <a:lnTo>
                  <a:pt x="15" y="5"/>
                </a:lnTo>
                <a:lnTo>
                  <a:pt x="15" y="6"/>
                </a:lnTo>
                <a:lnTo>
                  <a:pt x="15" y="7"/>
                </a:lnTo>
                <a:lnTo>
                  <a:pt x="15" y="9"/>
                </a:lnTo>
                <a:lnTo>
                  <a:pt x="15" y="10"/>
                </a:lnTo>
                <a:lnTo>
                  <a:pt x="15" y="11"/>
                </a:lnTo>
                <a:lnTo>
                  <a:pt x="15" y="12"/>
                </a:lnTo>
                <a:lnTo>
                  <a:pt x="14" y="12"/>
                </a:lnTo>
                <a:lnTo>
                  <a:pt x="13" y="13"/>
                </a:lnTo>
                <a:lnTo>
                  <a:pt x="12" y="14"/>
                </a:lnTo>
                <a:lnTo>
                  <a:pt x="10" y="16"/>
                </a:lnTo>
                <a:lnTo>
                  <a:pt x="9" y="17"/>
                </a:lnTo>
                <a:lnTo>
                  <a:pt x="8" y="17"/>
                </a:lnTo>
                <a:lnTo>
                  <a:pt x="8" y="19"/>
                </a:lnTo>
                <a:lnTo>
                  <a:pt x="7" y="17"/>
                </a:lnTo>
                <a:lnTo>
                  <a:pt x="6" y="17"/>
                </a:lnTo>
                <a:lnTo>
                  <a:pt x="5" y="17"/>
                </a:lnTo>
                <a:lnTo>
                  <a:pt x="4" y="16"/>
                </a:lnTo>
                <a:lnTo>
                  <a:pt x="3" y="16"/>
                </a:lnTo>
                <a:lnTo>
                  <a:pt x="1" y="14"/>
                </a:lnTo>
                <a:lnTo>
                  <a:pt x="0" y="14"/>
                </a:lnTo>
                <a:lnTo>
                  <a:pt x="0" y="13"/>
                </a:lnTo>
                <a:lnTo>
                  <a:pt x="1" y="11"/>
                </a:lnTo>
                <a:lnTo>
                  <a:pt x="1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3" y="6"/>
                </a:lnTo>
                <a:lnTo>
                  <a:pt x="4" y="4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8" y="2"/>
                </a:lnTo>
                <a:lnTo>
                  <a:pt x="9" y="0"/>
                </a:lnTo>
                <a:lnTo>
                  <a:pt x="9" y="2"/>
                </a:lnTo>
                <a:lnTo>
                  <a:pt x="10" y="2"/>
                </a:lnTo>
                <a:lnTo>
                  <a:pt x="11" y="3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2" y="7"/>
                </a:lnTo>
                <a:lnTo>
                  <a:pt x="12" y="6"/>
                </a:lnTo>
                <a:lnTo>
                  <a:pt x="13" y="5"/>
                </a:lnTo>
                <a:lnTo>
                  <a:pt x="13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1" name=""/>
          <p:cNvSpPr/>
          <p:nvPr/>
        </p:nvSpPr>
        <p:spPr>
          <a:xfrm>
            <a:off x="6978960" y="1914120"/>
            <a:ext cx="3600" cy="2520"/>
          </a:xfrm>
          <a:custGeom>
            <a:avLst/>
            <a:gdLst/>
            <a:ahLst/>
            <a:rect l="0" t="0" r="r" b="b"/>
            <a:pathLst>
              <a:path w="10" h="7">
                <a:moveTo>
                  <a:pt x="6" y="2"/>
                </a:move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8" y="4"/>
                </a:lnTo>
                <a:lnTo>
                  <a:pt x="7" y="4"/>
                </a:lnTo>
                <a:lnTo>
                  <a:pt x="8" y="4"/>
                </a:lnTo>
                <a:lnTo>
                  <a:pt x="9" y="4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2" name=""/>
          <p:cNvSpPr/>
          <p:nvPr/>
        </p:nvSpPr>
        <p:spPr>
          <a:xfrm>
            <a:off x="6996960" y="19033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3" name=""/>
          <p:cNvSpPr/>
          <p:nvPr/>
        </p:nvSpPr>
        <p:spPr>
          <a:xfrm>
            <a:off x="7006680" y="1894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4" name=""/>
          <p:cNvSpPr/>
          <p:nvPr/>
        </p:nvSpPr>
        <p:spPr>
          <a:xfrm>
            <a:off x="7007040" y="1892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5" name=""/>
          <p:cNvSpPr/>
          <p:nvPr/>
        </p:nvSpPr>
        <p:spPr>
          <a:xfrm>
            <a:off x="7006320" y="18882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6" name=""/>
          <p:cNvSpPr/>
          <p:nvPr/>
        </p:nvSpPr>
        <p:spPr>
          <a:xfrm>
            <a:off x="7005240" y="18878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7" name=""/>
          <p:cNvSpPr/>
          <p:nvPr/>
        </p:nvSpPr>
        <p:spPr>
          <a:xfrm>
            <a:off x="6886440" y="1753560"/>
            <a:ext cx="174240" cy="204480"/>
          </a:xfrm>
          <a:custGeom>
            <a:avLst/>
            <a:gdLst/>
            <a:ahLst/>
            <a:rect l="0" t="0" r="r" b="b"/>
            <a:pathLst>
              <a:path w="484" h="568">
                <a:moveTo>
                  <a:pt x="302" y="1"/>
                </a:moveTo>
                <a:lnTo>
                  <a:pt x="302" y="2"/>
                </a:lnTo>
                <a:lnTo>
                  <a:pt x="302" y="3"/>
                </a:lnTo>
                <a:lnTo>
                  <a:pt x="302" y="4"/>
                </a:lnTo>
                <a:lnTo>
                  <a:pt x="303" y="4"/>
                </a:lnTo>
                <a:lnTo>
                  <a:pt x="304" y="4"/>
                </a:lnTo>
                <a:lnTo>
                  <a:pt x="304" y="5"/>
                </a:lnTo>
                <a:lnTo>
                  <a:pt x="303" y="6"/>
                </a:lnTo>
                <a:lnTo>
                  <a:pt x="303" y="7"/>
                </a:lnTo>
                <a:lnTo>
                  <a:pt x="302" y="7"/>
                </a:lnTo>
                <a:lnTo>
                  <a:pt x="303" y="7"/>
                </a:lnTo>
                <a:lnTo>
                  <a:pt x="304" y="7"/>
                </a:lnTo>
                <a:lnTo>
                  <a:pt x="305" y="7"/>
                </a:lnTo>
                <a:lnTo>
                  <a:pt x="305" y="8"/>
                </a:lnTo>
                <a:lnTo>
                  <a:pt x="306" y="9"/>
                </a:lnTo>
                <a:lnTo>
                  <a:pt x="307" y="9"/>
                </a:lnTo>
                <a:lnTo>
                  <a:pt x="309" y="8"/>
                </a:lnTo>
                <a:lnTo>
                  <a:pt x="310" y="8"/>
                </a:lnTo>
                <a:lnTo>
                  <a:pt x="310" y="9"/>
                </a:lnTo>
                <a:lnTo>
                  <a:pt x="311" y="10"/>
                </a:lnTo>
                <a:lnTo>
                  <a:pt x="311" y="11"/>
                </a:lnTo>
                <a:lnTo>
                  <a:pt x="310" y="12"/>
                </a:lnTo>
                <a:lnTo>
                  <a:pt x="310" y="13"/>
                </a:lnTo>
                <a:lnTo>
                  <a:pt x="309" y="13"/>
                </a:lnTo>
                <a:lnTo>
                  <a:pt x="309" y="14"/>
                </a:lnTo>
                <a:lnTo>
                  <a:pt x="308" y="14"/>
                </a:lnTo>
                <a:lnTo>
                  <a:pt x="307" y="14"/>
                </a:lnTo>
                <a:lnTo>
                  <a:pt x="307" y="15"/>
                </a:lnTo>
                <a:lnTo>
                  <a:pt x="306" y="16"/>
                </a:lnTo>
                <a:lnTo>
                  <a:pt x="306" y="17"/>
                </a:lnTo>
                <a:lnTo>
                  <a:pt x="307" y="17"/>
                </a:lnTo>
                <a:lnTo>
                  <a:pt x="308" y="17"/>
                </a:lnTo>
                <a:lnTo>
                  <a:pt x="309" y="17"/>
                </a:lnTo>
                <a:lnTo>
                  <a:pt x="310" y="17"/>
                </a:lnTo>
                <a:lnTo>
                  <a:pt x="310" y="18"/>
                </a:lnTo>
                <a:lnTo>
                  <a:pt x="310" y="19"/>
                </a:lnTo>
                <a:lnTo>
                  <a:pt x="311" y="19"/>
                </a:lnTo>
                <a:lnTo>
                  <a:pt x="310" y="19"/>
                </a:lnTo>
                <a:lnTo>
                  <a:pt x="311" y="19"/>
                </a:lnTo>
                <a:lnTo>
                  <a:pt x="311" y="20"/>
                </a:lnTo>
                <a:lnTo>
                  <a:pt x="311" y="21"/>
                </a:lnTo>
                <a:lnTo>
                  <a:pt x="310" y="21"/>
                </a:lnTo>
                <a:lnTo>
                  <a:pt x="310" y="22"/>
                </a:lnTo>
                <a:lnTo>
                  <a:pt x="310" y="23"/>
                </a:lnTo>
                <a:lnTo>
                  <a:pt x="310" y="24"/>
                </a:lnTo>
                <a:lnTo>
                  <a:pt x="309" y="24"/>
                </a:lnTo>
                <a:lnTo>
                  <a:pt x="308" y="23"/>
                </a:lnTo>
                <a:lnTo>
                  <a:pt x="308" y="24"/>
                </a:lnTo>
                <a:lnTo>
                  <a:pt x="307" y="24"/>
                </a:lnTo>
                <a:lnTo>
                  <a:pt x="307" y="25"/>
                </a:lnTo>
                <a:lnTo>
                  <a:pt x="306" y="25"/>
                </a:lnTo>
                <a:lnTo>
                  <a:pt x="306" y="26"/>
                </a:lnTo>
                <a:lnTo>
                  <a:pt x="305" y="26"/>
                </a:lnTo>
                <a:lnTo>
                  <a:pt x="304" y="27"/>
                </a:lnTo>
                <a:lnTo>
                  <a:pt x="303" y="27"/>
                </a:lnTo>
                <a:lnTo>
                  <a:pt x="303" y="28"/>
                </a:lnTo>
                <a:lnTo>
                  <a:pt x="302" y="29"/>
                </a:lnTo>
                <a:lnTo>
                  <a:pt x="302" y="30"/>
                </a:lnTo>
                <a:lnTo>
                  <a:pt x="302" y="29"/>
                </a:lnTo>
                <a:lnTo>
                  <a:pt x="301" y="30"/>
                </a:lnTo>
                <a:lnTo>
                  <a:pt x="301" y="31"/>
                </a:lnTo>
                <a:lnTo>
                  <a:pt x="302" y="31"/>
                </a:lnTo>
                <a:lnTo>
                  <a:pt x="301" y="33"/>
                </a:lnTo>
                <a:lnTo>
                  <a:pt x="302" y="33"/>
                </a:lnTo>
                <a:lnTo>
                  <a:pt x="303" y="33"/>
                </a:lnTo>
                <a:lnTo>
                  <a:pt x="303" y="34"/>
                </a:lnTo>
                <a:lnTo>
                  <a:pt x="302" y="35"/>
                </a:lnTo>
                <a:lnTo>
                  <a:pt x="302" y="36"/>
                </a:lnTo>
                <a:lnTo>
                  <a:pt x="302" y="37"/>
                </a:lnTo>
                <a:lnTo>
                  <a:pt x="302" y="38"/>
                </a:lnTo>
                <a:lnTo>
                  <a:pt x="303" y="38"/>
                </a:lnTo>
                <a:lnTo>
                  <a:pt x="303" y="40"/>
                </a:lnTo>
                <a:lnTo>
                  <a:pt x="302" y="40"/>
                </a:lnTo>
                <a:lnTo>
                  <a:pt x="302" y="41"/>
                </a:lnTo>
                <a:lnTo>
                  <a:pt x="303" y="41"/>
                </a:lnTo>
                <a:lnTo>
                  <a:pt x="304" y="42"/>
                </a:lnTo>
                <a:lnTo>
                  <a:pt x="305" y="43"/>
                </a:lnTo>
                <a:lnTo>
                  <a:pt x="305" y="44"/>
                </a:lnTo>
                <a:lnTo>
                  <a:pt x="306" y="44"/>
                </a:lnTo>
                <a:lnTo>
                  <a:pt x="307" y="44"/>
                </a:lnTo>
                <a:lnTo>
                  <a:pt x="307" y="45"/>
                </a:lnTo>
                <a:lnTo>
                  <a:pt x="308" y="45"/>
                </a:lnTo>
                <a:lnTo>
                  <a:pt x="309" y="45"/>
                </a:lnTo>
                <a:lnTo>
                  <a:pt x="310" y="45"/>
                </a:lnTo>
                <a:lnTo>
                  <a:pt x="311" y="46"/>
                </a:lnTo>
                <a:lnTo>
                  <a:pt x="310" y="46"/>
                </a:lnTo>
                <a:lnTo>
                  <a:pt x="310" y="47"/>
                </a:lnTo>
                <a:lnTo>
                  <a:pt x="311" y="47"/>
                </a:lnTo>
                <a:lnTo>
                  <a:pt x="312" y="47"/>
                </a:lnTo>
                <a:lnTo>
                  <a:pt x="312" y="48"/>
                </a:lnTo>
                <a:lnTo>
                  <a:pt x="312" y="49"/>
                </a:lnTo>
                <a:lnTo>
                  <a:pt x="312" y="50"/>
                </a:lnTo>
                <a:lnTo>
                  <a:pt x="313" y="50"/>
                </a:lnTo>
                <a:lnTo>
                  <a:pt x="313" y="51"/>
                </a:lnTo>
                <a:lnTo>
                  <a:pt x="313" y="52"/>
                </a:lnTo>
                <a:lnTo>
                  <a:pt x="314" y="53"/>
                </a:lnTo>
                <a:lnTo>
                  <a:pt x="314" y="54"/>
                </a:lnTo>
                <a:lnTo>
                  <a:pt x="313" y="55"/>
                </a:lnTo>
                <a:lnTo>
                  <a:pt x="313" y="56"/>
                </a:lnTo>
                <a:lnTo>
                  <a:pt x="314" y="56"/>
                </a:lnTo>
                <a:lnTo>
                  <a:pt x="314" y="57"/>
                </a:lnTo>
                <a:lnTo>
                  <a:pt x="314" y="58"/>
                </a:lnTo>
                <a:lnTo>
                  <a:pt x="314" y="59"/>
                </a:lnTo>
                <a:lnTo>
                  <a:pt x="315" y="59"/>
                </a:lnTo>
                <a:lnTo>
                  <a:pt x="315" y="60"/>
                </a:lnTo>
                <a:lnTo>
                  <a:pt x="315" y="61"/>
                </a:lnTo>
                <a:lnTo>
                  <a:pt x="315" y="62"/>
                </a:lnTo>
                <a:lnTo>
                  <a:pt x="314" y="62"/>
                </a:lnTo>
                <a:lnTo>
                  <a:pt x="314" y="63"/>
                </a:lnTo>
                <a:lnTo>
                  <a:pt x="314" y="64"/>
                </a:lnTo>
                <a:lnTo>
                  <a:pt x="315" y="64"/>
                </a:lnTo>
                <a:lnTo>
                  <a:pt x="316" y="64"/>
                </a:lnTo>
                <a:lnTo>
                  <a:pt x="316" y="65"/>
                </a:lnTo>
                <a:lnTo>
                  <a:pt x="316" y="66"/>
                </a:lnTo>
                <a:lnTo>
                  <a:pt x="317" y="66"/>
                </a:lnTo>
                <a:lnTo>
                  <a:pt x="317" y="67"/>
                </a:lnTo>
                <a:lnTo>
                  <a:pt x="317" y="68"/>
                </a:lnTo>
                <a:lnTo>
                  <a:pt x="317" y="69"/>
                </a:lnTo>
                <a:lnTo>
                  <a:pt x="318" y="69"/>
                </a:lnTo>
                <a:lnTo>
                  <a:pt x="319" y="69"/>
                </a:lnTo>
                <a:lnTo>
                  <a:pt x="319" y="70"/>
                </a:lnTo>
                <a:lnTo>
                  <a:pt x="320" y="71"/>
                </a:lnTo>
                <a:lnTo>
                  <a:pt x="320" y="72"/>
                </a:lnTo>
                <a:lnTo>
                  <a:pt x="321" y="72"/>
                </a:lnTo>
                <a:lnTo>
                  <a:pt x="320" y="73"/>
                </a:lnTo>
                <a:lnTo>
                  <a:pt x="319" y="72"/>
                </a:lnTo>
                <a:lnTo>
                  <a:pt x="318" y="73"/>
                </a:lnTo>
                <a:lnTo>
                  <a:pt x="318" y="74"/>
                </a:lnTo>
                <a:lnTo>
                  <a:pt x="318" y="75"/>
                </a:lnTo>
                <a:lnTo>
                  <a:pt x="318" y="76"/>
                </a:lnTo>
                <a:lnTo>
                  <a:pt x="319" y="78"/>
                </a:lnTo>
                <a:lnTo>
                  <a:pt x="320" y="78"/>
                </a:lnTo>
                <a:lnTo>
                  <a:pt x="320" y="79"/>
                </a:lnTo>
                <a:lnTo>
                  <a:pt x="321" y="79"/>
                </a:lnTo>
                <a:lnTo>
                  <a:pt x="321" y="80"/>
                </a:lnTo>
                <a:lnTo>
                  <a:pt x="321" y="81"/>
                </a:lnTo>
                <a:lnTo>
                  <a:pt x="321" y="82"/>
                </a:lnTo>
                <a:lnTo>
                  <a:pt x="322" y="82"/>
                </a:lnTo>
                <a:lnTo>
                  <a:pt x="322" y="83"/>
                </a:lnTo>
                <a:lnTo>
                  <a:pt x="322" y="84"/>
                </a:lnTo>
                <a:lnTo>
                  <a:pt x="321" y="84"/>
                </a:lnTo>
                <a:lnTo>
                  <a:pt x="321" y="85"/>
                </a:lnTo>
                <a:lnTo>
                  <a:pt x="321" y="86"/>
                </a:lnTo>
                <a:lnTo>
                  <a:pt x="321" y="87"/>
                </a:lnTo>
                <a:lnTo>
                  <a:pt x="321" y="88"/>
                </a:lnTo>
                <a:lnTo>
                  <a:pt x="322" y="88"/>
                </a:lnTo>
                <a:lnTo>
                  <a:pt x="322" y="89"/>
                </a:lnTo>
                <a:lnTo>
                  <a:pt x="321" y="89"/>
                </a:lnTo>
                <a:lnTo>
                  <a:pt x="320" y="89"/>
                </a:lnTo>
                <a:lnTo>
                  <a:pt x="320" y="90"/>
                </a:lnTo>
                <a:lnTo>
                  <a:pt x="320" y="91"/>
                </a:lnTo>
                <a:lnTo>
                  <a:pt x="319" y="92"/>
                </a:lnTo>
                <a:lnTo>
                  <a:pt x="318" y="92"/>
                </a:lnTo>
                <a:lnTo>
                  <a:pt x="317" y="92"/>
                </a:lnTo>
                <a:lnTo>
                  <a:pt x="317" y="93"/>
                </a:lnTo>
                <a:lnTo>
                  <a:pt x="317" y="94"/>
                </a:lnTo>
                <a:lnTo>
                  <a:pt x="316" y="94"/>
                </a:lnTo>
                <a:lnTo>
                  <a:pt x="316" y="95"/>
                </a:lnTo>
                <a:lnTo>
                  <a:pt x="316" y="96"/>
                </a:lnTo>
                <a:lnTo>
                  <a:pt x="316" y="95"/>
                </a:lnTo>
                <a:lnTo>
                  <a:pt x="317" y="95"/>
                </a:lnTo>
                <a:lnTo>
                  <a:pt x="318" y="95"/>
                </a:lnTo>
                <a:lnTo>
                  <a:pt x="318" y="96"/>
                </a:lnTo>
                <a:lnTo>
                  <a:pt x="318" y="97"/>
                </a:lnTo>
                <a:lnTo>
                  <a:pt x="319" y="97"/>
                </a:lnTo>
                <a:lnTo>
                  <a:pt x="319" y="98"/>
                </a:lnTo>
                <a:lnTo>
                  <a:pt x="320" y="98"/>
                </a:lnTo>
                <a:lnTo>
                  <a:pt x="319" y="98"/>
                </a:lnTo>
                <a:lnTo>
                  <a:pt x="319" y="99"/>
                </a:lnTo>
                <a:lnTo>
                  <a:pt x="320" y="99"/>
                </a:lnTo>
                <a:lnTo>
                  <a:pt x="321" y="100"/>
                </a:lnTo>
                <a:lnTo>
                  <a:pt x="321" y="101"/>
                </a:lnTo>
                <a:lnTo>
                  <a:pt x="322" y="102"/>
                </a:lnTo>
                <a:lnTo>
                  <a:pt x="322" y="101"/>
                </a:lnTo>
                <a:lnTo>
                  <a:pt x="324" y="101"/>
                </a:lnTo>
                <a:lnTo>
                  <a:pt x="325" y="101"/>
                </a:lnTo>
                <a:lnTo>
                  <a:pt x="325" y="102"/>
                </a:lnTo>
                <a:lnTo>
                  <a:pt x="326" y="102"/>
                </a:lnTo>
                <a:lnTo>
                  <a:pt x="326" y="103"/>
                </a:lnTo>
                <a:lnTo>
                  <a:pt x="327" y="103"/>
                </a:lnTo>
                <a:lnTo>
                  <a:pt x="327" y="102"/>
                </a:lnTo>
                <a:lnTo>
                  <a:pt x="327" y="101"/>
                </a:lnTo>
                <a:lnTo>
                  <a:pt x="327" y="100"/>
                </a:lnTo>
                <a:lnTo>
                  <a:pt x="329" y="100"/>
                </a:lnTo>
                <a:lnTo>
                  <a:pt x="330" y="100"/>
                </a:lnTo>
                <a:lnTo>
                  <a:pt x="330" y="99"/>
                </a:lnTo>
                <a:lnTo>
                  <a:pt x="330" y="98"/>
                </a:lnTo>
                <a:lnTo>
                  <a:pt x="329" y="98"/>
                </a:lnTo>
                <a:lnTo>
                  <a:pt x="329" y="97"/>
                </a:lnTo>
                <a:lnTo>
                  <a:pt x="330" y="97"/>
                </a:lnTo>
                <a:lnTo>
                  <a:pt x="331" y="97"/>
                </a:lnTo>
                <a:lnTo>
                  <a:pt x="331" y="98"/>
                </a:lnTo>
                <a:lnTo>
                  <a:pt x="331" y="97"/>
                </a:lnTo>
                <a:lnTo>
                  <a:pt x="332" y="97"/>
                </a:lnTo>
                <a:lnTo>
                  <a:pt x="333" y="97"/>
                </a:lnTo>
                <a:lnTo>
                  <a:pt x="333" y="98"/>
                </a:lnTo>
                <a:lnTo>
                  <a:pt x="334" y="98"/>
                </a:lnTo>
                <a:lnTo>
                  <a:pt x="334" y="99"/>
                </a:lnTo>
                <a:lnTo>
                  <a:pt x="335" y="99"/>
                </a:lnTo>
                <a:lnTo>
                  <a:pt x="336" y="99"/>
                </a:lnTo>
                <a:lnTo>
                  <a:pt x="337" y="99"/>
                </a:lnTo>
                <a:lnTo>
                  <a:pt x="337" y="100"/>
                </a:lnTo>
                <a:lnTo>
                  <a:pt x="337" y="101"/>
                </a:lnTo>
                <a:lnTo>
                  <a:pt x="338" y="101"/>
                </a:lnTo>
                <a:lnTo>
                  <a:pt x="339" y="100"/>
                </a:lnTo>
                <a:lnTo>
                  <a:pt x="339" y="101"/>
                </a:lnTo>
                <a:lnTo>
                  <a:pt x="340" y="101"/>
                </a:lnTo>
                <a:lnTo>
                  <a:pt x="341" y="101"/>
                </a:lnTo>
                <a:lnTo>
                  <a:pt x="341" y="100"/>
                </a:lnTo>
                <a:lnTo>
                  <a:pt x="342" y="100"/>
                </a:lnTo>
                <a:lnTo>
                  <a:pt x="342" y="99"/>
                </a:lnTo>
                <a:lnTo>
                  <a:pt x="343" y="99"/>
                </a:lnTo>
                <a:lnTo>
                  <a:pt x="344" y="99"/>
                </a:lnTo>
                <a:lnTo>
                  <a:pt x="345" y="100"/>
                </a:lnTo>
                <a:lnTo>
                  <a:pt x="345" y="101"/>
                </a:lnTo>
                <a:lnTo>
                  <a:pt x="344" y="101"/>
                </a:lnTo>
                <a:lnTo>
                  <a:pt x="343" y="102"/>
                </a:lnTo>
                <a:lnTo>
                  <a:pt x="344" y="102"/>
                </a:lnTo>
                <a:lnTo>
                  <a:pt x="344" y="103"/>
                </a:lnTo>
                <a:lnTo>
                  <a:pt x="344" y="105"/>
                </a:lnTo>
                <a:lnTo>
                  <a:pt x="345" y="105"/>
                </a:lnTo>
                <a:lnTo>
                  <a:pt x="346" y="105"/>
                </a:lnTo>
                <a:lnTo>
                  <a:pt x="346" y="106"/>
                </a:lnTo>
                <a:lnTo>
                  <a:pt x="347" y="106"/>
                </a:lnTo>
                <a:lnTo>
                  <a:pt x="347" y="105"/>
                </a:lnTo>
                <a:lnTo>
                  <a:pt x="347" y="106"/>
                </a:lnTo>
                <a:lnTo>
                  <a:pt x="348" y="106"/>
                </a:lnTo>
                <a:lnTo>
                  <a:pt x="349" y="106"/>
                </a:lnTo>
                <a:lnTo>
                  <a:pt x="350" y="106"/>
                </a:lnTo>
                <a:lnTo>
                  <a:pt x="351" y="106"/>
                </a:lnTo>
                <a:lnTo>
                  <a:pt x="352" y="107"/>
                </a:lnTo>
                <a:lnTo>
                  <a:pt x="352" y="106"/>
                </a:lnTo>
                <a:lnTo>
                  <a:pt x="353" y="106"/>
                </a:lnTo>
                <a:lnTo>
                  <a:pt x="354" y="107"/>
                </a:lnTo>
                <a:lnTo>
                  <a:pt x="355" y="107"/>
                </a:lnTo>
                <a:lnTo>
                  <a:pt x="356" y="106"/>
                </a:lnTo>
                <a:lnTo>
                  <a:pt x="356" y="107"/>
                </a:lnTo>
                <a:lnTo>
                  <a:pt x="357" y="107"/>
                </a:lnTo>
                <a:lnTo>
                  <a:pt x="357" y="106"/>
                </a:lnTo>
                <a:lnTo>
                  <a:pt x="356" y="106"/>
                </a:lnTo>
                <a:lnTo>
                  <a:pt x="356" y="105"/>
                </a:lnTo>
                <a:lnTo>
                  <a:pt x="357" y="105"/>
                </a:lnTo>
                <a:lnTo>
                  <a:pt x="357" y="106"/>
                </a:lnTo>
                <a:lnTo>
                  <a:pt x="357" y="107"/>
                </a:lnTo>
                <a:lnTo>
                  <a:pt x="357" y="106"/>
                </a:lnTo>
                <a:lnTo>
                  <a:pt x="359" y="106"/>
                </a:lnTo>
                <a:lnTo>
                  <a:pt x="360" y="105"/>
                </a:lnTo>
                <a:lnTo>
                  <a:pt x="360" y="104"/>
                </a:lnTo>
                <a:lnTo>
                  <a:pt x="360" y="103"/>
                </a:lnTo>
                <a:lnTo>
                  <a:pt x="360" y="102"/>
                </a:lnTo>
                <a:lnTo>
                  <a:pt x="361" y="102"/>
                </a:lnTo>
                <a:lnTo>
                  <a:pt x="361" y="103"/>
                </a:lnTo>
                <a:lnTo>
                  <a:pt x="361" y="102"/>
                </a:lnTo>
                <a:lnTo>
                  <a:pt x="362" y="101"/>
                </a:lnTo>
                <a:lnTo>
                  <a:pt x="363" y="101"/>
                </a:lnTo>
                <a:lnTo>
                  <a:pt x="364" y="101"/>
                </a:lnTo>
                <a:lnTo>
                  <a:pt x="365" y="100"/>
                </a:lnTo>
                <a:lnTo>
                  <a:pt x="365" y="99"/>
                </a:lnTo>
                <a:lnTo>
                  <a:pt x="366" y="99"/>
                </a:lnTo>
                <a:lnTo>
                  <a:pt x="367" y="99"/>
                </a:lnTo>
                <a:lnTo>
                  <a:pt x="367" y="98"/>
                </a:lnTo>
                <a:lnTo>
                  <a:pt x="368" y="98"/>
                </a:lnTo>
                <a:lnTo>
                  <a:pt x="368" y="97"/>
                </a:lnTo>
                <a:lnTo>
                  <a:pt x="367" y="97"/>
                </a:lnTo>
                <a:lnTo>
                  <a:pt x="367" y="96"/>
                </a:lnTo>
                <a:lnTo>
                  <a:pt x="367" y="95"/>
                </a:lnTo>
                <a:lnTo>
                  <a:pt x="367" y="94"/>
                </a:lnTo>
                <a:lnTo>
                  <a:pt x="368" y="95"/>
                </a:lnTo>
                <a:lnTo>
                  <a:pt x="368" y="94"/>
                </a:lnTo>
                <a:lnTo>
                  <a:pt x="368" y="95"/>
                </a:lnTo>
                <a:lnTo>
                  <a:pt x="369" y="94"/>
                </a:lnTo>
                <a:lnTo>
                  <a:pt x="370" y="93"/>
                </a:lnTo>
                <a:lnTo>
                  <a:pt x="371" y="93"/>
                </a:lnTo>
                <a:lnTo>
                  <a:pt x="372" y="93"/>
                </a:lnTo>
                <a:lnTo>
                  <a:pt x="373" y="93"/>
                </a:lnTo>
                <a:lnTo>
                  <a:pt x="374" y="93"/>
                </a:lnTo>
                <a:lnTo>
                  <a:pt x="375" y="93"/>
                </a:lnTo>
                <a:lnTo>
                  <a:pt x="377" y="94"/>
                </a:lnTo>
                <a:lnTo>
                  <a:pt x="376" y="95"/>
                </a:lnTo>
                <a:lnTo>
                  <a:pt x="376" y="96"/>
                </a:lnTo>
                <a:lnTo>
                  <a:pt x="377" y="96"/>
                </a:lnTo>
                <a:lnTo>
                  <a:pt x="378" y="96"/>
                </a:lnTo>
                <a:lnTo>
                  <a:pt x="379" y="95"/>
                </a:lnTo>
                <a:lnTo>
                  <a:pt x="380" y="94"/>
                </a:lnTo>
                <a:lnTo>
                  <a:pt x="380" y="93"/>
                </a:lnTo>
                <a:lnTo>
                  <a:pt x="381" y="93"/>
                </a:lnTo>
                <a:lnTo>
                  <a:pt x="381" y="92"/>
                </a:lnTo>
                <a:lnTo>
                  <a:pt x="382" y="91"/>
                </a:lnTo>
                <a:lnTo>
                  <a:pt x="382" y="90"/>
                </a:lnTo>
                <a:lnTo>
                  <a:pt x="383" y="90"/>
                </a:lnTo>
                <a:lnTo>
                  <a:pt x="383" y="89"/>
                </a:lnTo>
                <a:lnTo>
                  <a:pt x="382" y="88"/>
                </a:lnTo>
                <a:lnTo>
                  <a:pt x="382" y="87"/>
                </a:lnTo>
                <a:lnTo>
                  <a:pt x="383" y="87"/>
                </a:lnTo>
                <a:lnTo>
                  <a:pt x="383" y="86"/>
                </a:lnTo>
                <a:lnTo>
                  <a:pt x="382" y="86"/>
                </a:lnTo>
                <a:lnTo>
                  <a:pt x="382" y="85"/>
                </a:lnTo>
                <a:lnTo>
                  <a:pt x="383" y="85"/>
                </a:lnTo>
                <a:lnTo>
                  <a:pt x="383" y="84"/>
                </a:lnTo>
                <a:lnTo>
                  <a:pt x="384" y="84"/>
                </a:lnTo>
                <a:lnTo>
                  <a:pt x="384" y="83"/>
                </a:lnTo>
                <a:lnTo>
                  <a:pt x="383" y="82"/>
                </a:lnTo>
                <a:lnTo>
                  <a:pt x="384" y="81"/>
                </a:lnTo>
                <a:lnTo>
                  <a:pt x="384" y="79"/>
                </a:lnTo>
                <a:lnTo>
                  <a:pt x="385" y="79"/>
                </a:lnTo>
                <a:lnTo>
                  <a:pt x="386" y="79"/>
                </a:lnTo>
                <a:lnTo>
                  <a:pt x="386" y="78"/>
                </a:lnTo>
                <a:lnTo>
                  <a:pt x="387" y="78"/>
                </a:lnTo>
                <a:lnTo>
                  <a:pt x="388" y="78"/>
                </a:lnTo>
                <a:lnTo>
                  <a:pt x="388" y="77"/>
                </a:lnTo>
                <a:lnTo>
                  <a:pt x="388" y="76"/>
                </a:lnTo>
                <a:lnTo>
                  <a:pt x="389" y="77"/>
                </a:lnTo>
                <a:lnTo>
                  <a:pt x="390" y="78"/>
                </a:lnTo>
                <a:lnTo>
                  <a:pt x="390" y="77"/>
                </a:lnTo>
                <a:lnTo>
                  <a:pt x="391" y="77"/>
                </a:lnTo>
                <a:lnTo>
                  <a:pt x="392" y="77"/>
                </a:lnTo>
                <a:lnTo>
                  <a:pt x="391" y="77"/>
                </a:lnTo>
                <a:lnTo>
                  <a:pt x="391" y="76"/>
                </a:lnTo>
                <a:lnTo>
                  <a:pt x="392" y="76"/>
                </a:lnTo>
                <a:lnTo>
                  <a:pt x="392" y="77"/>
                </a:lnTo>
                <a:lnTo>
                  <a:pt x="393" y="77"/>
                </a:lnTo>
                <a:lnTo>
                  <a:pt x="394" y="77"/>
                </a:lnTo>
                <a:lnTo>
                  <a:pt x="394" y="76"/>
                </a:lnTo>
                <a:lnTo>
                  <a:pt x="395" y="76"/>
                </a:lnTo>
                <a:lnTo>
                  <a:pt x="396" y="76"/>
                </a:lnTo>
                <a:lnTo>
                  <a:pt x="396" y="77"/>
                </a:lnTo>
                <a:lnTo>
                  <a:pt x="397" y="77"/>
                </a:lnTo>
                <a:lnTo>
                  <a:pt x="398" y="77"/>
                </a:lnTo>
                <a:lnTo>
                  <a:pt x="399" y="77"/>
                </a:lnTo>
                <a:lnTo>
                  <a:pt x="399" y="78"/>
                </a:lnTo>
                <a:lnTo>
                  <a:pt x="398" y="79"/>
                </a:lnTo>
                <a:lnTo>
                  <a:pt x="399" y="80"/>
                </a:lnTo>
                <a:lnTo>
                  <a:pt x="399" y="81"/>
                </a:lnTo>
                <a:lnTo>
                  <a:pt x="399" y="82"/>
                </a:lnTo>
                <a:lnTo>
                  <a:pt x="398" y="82"/>
                </a:lnTo>
                <a:lnTo>
                  <a:pt x="397" y="82"/>
                </a:lnTo>
                <a:lnTo>
                  <a:pt x="397" y="83"/>
                </a:lnTo>
                <a:lnTo>
                  <a:pt x="397" y="84"/>
                </a:lnTo>
                <a:lnTo>
                  <a:pt x="397" y="85"/>
                </a:lnTo>
                <a:lnTo>
                  <a:pt x="397" y="86"/>
                </a:lnTo>
                <a:lnTo>
                  <a:pt x="397" y="87"/>
                </a:lnTo>
                <a:lnTo>
                  <a:pt x="398" y="87"/>
                </a:lnTo>
                <a:lnTo>
                  <a:pt x="399" y="87"/>
                </a:lnTo>
                <a:lnTo>
                  <a:pt x="400" y="88"/>
                </a:lnTo>
                <a:lnTo>
                  <a:pt x="401" y="88"/>
                </a:lnTo>
                <a:lnTo>
                  <a:pt x="402" y="88"/>
                </a:lnTo>
                <a:lnTo>
                  <a:pt x="402" y="89"/>
                </a:lnTo>
                <a:lnTo>
                  <a:pt x="402" y="90"/>
                </a:lnTo>
                <a:lnTo>
                  <a:pt x="401" y="90"/>
                </a:lnTo>
                <a:lnTo>
                  <a:pt x="401" y="91"/>
                </a:lnTo>
                <a:lnTo>
                  <a:pt x="400" y="92"/>
                </a:lnTo>
                <a:lnTo>
                  <a:pt x="401" y="93"/>
                </a:lnTo>
                <a:lnTo>
                  <a:pt x="402" y="92"/>
                </a:lnTo>
                <a:lnTo>
                  <a:pt x="403" y="92"/>
                </a:lnTo>
                <a:lnTo>
                  <a:pt x="403" y="93"/>
                </a:lnTo>
                <a:lnTo>
                  <a:pt x="405" y="94"/>
                </a:lnTo>
                <a:lnTo>
                  <a:pt x="405" y="95"/>
                </a:lnTo>
                <a:lnTo>
                  <a:pt x="406" y="95"/>
                </a:lnTo>
                <a:lnTo>
                  <a:pt x="406" y="96"/>
                </a:lnTo>
                <a:lnTo>
                  <a:pt x="405" y="96"/>
                </a:lnTo>
                <a:lnTo>
                  <a:pt x="405" y="97"/>
                </a:lnTo>
                <a:lnTo>
                  <a:pt x="406" y="97"/>
                </a:lnTo>
                <a:lnTo>
                  <a:pt x="406" y="98"/>
                </a:lnTo>
                <a:lnTo>
                  <a:pt x="405" y="98"/>
                </a:lnTo>
                <a:lnTo>
                  <a:pt x="405" y="99"/>
                </a:lnTo>
                <a:lnTo>
                  <a:pt x="406" y="100"/>
                </a:lnTo>
                <a:lnTo>
                  <a:pt x="405" y="100"/>
                </a:lnTo>
                <a:lnTo>
                  <a:pt x="406" y="101"/>
                </a:lnTo>
                <a:lnTo>
                  <a:pt x="405" y="102"/>
                </a:lnTo>
                <a:lnTo>
                  <a:pt x="405" y="103"/>
                </a:lnTo>
                <a:lnTo>
                  <a:pt x="404" y="104"/>
                </a:lnTo>
                <a:lnTo>
                  <a:pt x="403" y="104"/>
                </a:lnTo>
                <a:lnTo>
                  <a:pt x="403" y="105"/>
                </a:lnTo>
                <a:lnTo>
                  <a:pt x="404" y="105"/>
                </a:lnTo>
                <a:lnTo>
                  <a:pt x="404" y="106"/>
                </a:lnTo>
                <a:lnTo>
                  <a:pt x="405" y="106"/>
                </a:lnTo>
                <a:lnTo>
                  <a:pt x="405" y="107"/>
                </a:lnTo>
                <a:lnTo>
                  <a:pt x="406" y="108"/>
                </a:lnTo>
                <a:lnTo>
                  <a:pt x="407" y="108"/>
                </a:lnTo>
                <a:lnTo>
                  <a:pt x="407" y="109"/>
                </a:lnTo>
                <a:lnTo>
                  <a:pt x="408" y="109"/>
                </a:lnTo>
                <a:lnTo>
                  <a:pt x="408" y="110"/>
                </a:lnTo>
                <a:lnTo>
                  <a:pt x="409" y="110"/>
                </a:lnTo>
                <a:lnTo>
                  <a:pt x="409" y="111"/>
                </a:lnTo>
                <a:lnTo>
                  <a:pt x="409" y="112"/>
                </a:lnTo>
                <a:lnTo>
                  <a:pt x="409" y="111"/>
                </a:lnTo>
                <a:lnTo>
                  <a:pt x="410" y="111"/>
                </a:lnTo>
                <a:lnTo>
                  <a:pt x="410" y="112"/>
                </a:lnTo>
                <a:lnTo>
                  <a:pt x="409" y="112"/>
                </a:lnTo>
                <a:lnTo>
                  <a:pt x="409" y="113"/>
                </a:lnTo>
                <a:lnTo>
                  <a:pt x="410" y="114"/>
                </a:lnTo>
                <a:lnTo>
                  <a:pt x="410" y="115"/>
                </a:lnTo>
                <a:lnTo>
                  <a:pt x="411" y="115"/>
                </a:lnTo>
                <a:lnTo>
                  <a:pt x="412" y="115"/>
                </a:lnTo>
                <a:lnTo>
                  <a:pt x="412" y="116"/>
                </a:lnTo>
                <a:lnTo>
                  <a:pt x="412" y="117"/>
                </a:lnTo>
                <a:lnTo>
                  <a:pt x="413" y="117"/>
                </a:lnTo>
                <a:lnTo>
                  <a:pt x="414" y="118"/>
                </a:lnTo>
                <a:lnTo>
                  <a:pt x="413" y="118"/>
                </a:lnTo>
                <a:lnTo>
                  <a:pt x="412" y="118"/>
                </a:lnTo>
                <a:lnTo>
                  <a:pt x="412" y="119"/>
                </a:lnTo>
                <a:lnTo>
                  <a:pt x="412" y="120"/>
                </a:lnTo>
                <a:lnTo>
                  <a:pt x="413" y="120"/>
                </a:lnTo>
                <a:lnTo>
                  <a:pt x="414" y="121"/>
                </a:lnTo>
                <a:lnTo>
                  <a:pt x="414" y="120"/>
                </a:lnTo>
                <a:lnTo>
                  <a:pt x="415" y="120"/>
                </a:lnTo>
                <a:lnTo>
                  <a:pt x="416" y="120"/>
                </a:lnTo>
                <a:lnTo>
                  <a:pt x="416" y="121"/>
                </a:lnTo>
                <a:lnTo>
                  <a:pt x="417" y="121"/>
                </a:lnTo>
                <a:lnTo>
                  <a:pt x="418" y="121"/>
                </a:lnTo>
                <a:lnTo>
                  <a:pt x="419" y="121"/>
                </a:lnTo>
                <a:lnTo>
                  <a:pt x="420" y="121"/>
                </a:lnTo>
                <a:lnTo>
                  <a:pt x="420" y="120"/>
                </a:lnTo>
                <a:lnTo>
                  <a:pt x="419" y="120"/>
                </a:lnTo>
                <a:lnTo>
                  <a:pt x="419" y="119"/>
                </a:lnTo>
                <a:lnTo>
                  <a:pt x="420" y="118"/>
                </a:lnTo>
                <a:lnTo>
                  <a:pt x="420" y="119"/>
                </a:lnTo>
                <a:lnTo>
                  <a:pt x="421" y="119"/>
                </a:lnTo>
                <a:lnTo>
                  <a:pt x="423" y="119"/>
                </a:lnTo>
                <a:lnTo>
                  <a:pt x="422" y="120"/>
                </a:lnTo>
                <a:lnTo>
                  <a:pt x="423" y="121"/>
                </a:lnTo>
                <a:lnTo>
                  <a:pt x="423" y="120"/>
                </a:lnTo>
                <a:lnTo>
                  <a:pt x="424" y="119"/>
                </a:lnTo>
                <a:lnTo>
                  <a:pt x="425" y="119"/>
                </a:lnTo>
                <a:lnTo>
                  <a:pt x="426" y="119"/>
                </a:lnTo>
                <a:lnTo>
                  <a:pt x="427" y="119"/>
                </a:lnTo>
                <a:lnTo>
                  <a:pt x="428" y="119"/>
                </a:lnTo>
                <a:lnTo>
                  <a:pt x="430" y="119"/>
                </a:lnTo>
                <a:lnTo>
                  <a:pt x="431" y="119"/>
                </a:lnTo>
                <a:lnTo>
                  <a:pt x="430" y="118"/>
                </a:lnTo>
                <a:lnTo>
                  <a:pt x="430" y="117"/>
                </a:lnTo>
                <a:lnTo>
                  <a:pt x="430" y="116"/>
                </a:lnTo>
                <a:lnTo>
                  <a:pt x="431" y="116"/>
                </a:lnTo>
                <a:lnTo>
                  <a:pt x="431" y="115"/>
                </a:lnTo>
                <a:lnTo>
                  <a:pt x="432" y="115"/>
                </a:lnTo>
                <a:lnTo>
                  <a:pt x="434" y="114"/>
                </a:lnTo>
                <a:lnTo>
                  <a:pt x="432" y="114"/>
                </a:lnTo>
                <a:lnTo>
                  <a:pt x="431" y="114"/>
                </a:lnTo>
                <a:lnTo>
                  <a:pt x="432" y="113"/>
                </a:lnTo>
                <a:lnTo>
                  <a:pt x="434" y="113"/>
                </a:lnTo>
                <a:lnTo>
                  <a:pt x="435" y="112"/>
                </a:lnTo>
                <a:lnTo>
                  <a:pt x="436" y="112"/>
                </a:lnTo>
                <a:lnTo>
                  <a:pt x="437" y="111"/>
                </a:lnTo>
                <a:lnTo>
                  <a:pt x="438" y="112"/>
                </a:lnTo>
                <a:lnTo>
                  <a:pt x="438" y="113"/>
                </a:lnTo>
                <a:lnTo>
                  <a:pt x="439" y="113"/>
                </a:lnTo>
                <a:lnTo>
                  <a:pt x="440" y="115"/>
                </a:lnTo>
                <a:lnTo>
                  <a:pt x="441" y="116"/>
                </a:lnTo>
                <a:lnTo>
                  <a:pt x="442" y="116"/>
                </a:lnTo>
                <a:lnTo>
                  <a:pt x="443" y="116"/>
                </a:lnTo>
                <a:lnTo>
                  <a:pt x="443" y="115"/>
                </a:lnTo>
                <a:lnTo>
                  <a:pt x="444" y="115"/>
                </a:lnTo>
                <a:lnTo>
                  <a:pt x="445" y="114"/>
                </a:lnTo>
                <a:lnTo>
                  <a:pt x="445" y="113"/>
                </a:lnTo>
                <a:lnTo>
                  <a:pt x="446" y="112"/>
                </a:lnTo>
                <a:lnTo>
                  <a:pt x="447" y="112"/>
                </a:lnTo>
                <a:lnTo>
                  <a:pt x="447" y="111"/>
                </a:lnTo>
                <a:lnTo>
                  <a:pt x="447" y="110"/>
                </a:lnTo>
                <a:lnTo>
                  <a:pt x="448" y="109"/>
                </a:lnTo>
                <a:lnTo>
                  <a:pt x="450" y="109"/>
                </a:lnTo>
                <a:lnTo>
                  <a:pt x="450" y="110"/>
                </a:lnTo>
                <a:lnTo>
                  <a:pt x="451" y="110"/>
                </a:lnTo>
                <a:lnTo>
                  <a:pt x="452" y="109"/>
                </a:lnTo>
                <a:lnTo>
                  <a:pt x="452" y="108"/>
                </a:lnTo>
                <a:lnTo>
                  <a:pt x="451" y="108"/>
                </a:lnTo>
                <a:lnTo>
                  <a:pt x="451" y="107"/>
                </a:lnTo>
                <a:lnTo>
                  <a:pt x="451" y="106"/>
                </a:lnTo>
                <a:lnTo>
                  <a:pt x="453" y="106"/>
                </a:lnTo>
                <a:lnTo>
                  <a:pt x="454" y="106"/>
                </a:lnTo>
                <a:lnTo>
                  <a:pt x="455" y="106"/>
                </a:lnTo>
                <a:lnTo>
                  <a:pt x="456" y="106"/>
                </a:lnTo>
                <a:lnTo>
                  <a:pt x="457" y="106"/>
                </a:lnTo>
                <a:lnTo>
                  <a:pt x="458" y="106"/>
                </a:lnTo>
                <a:lnTo>
                  <a:pt x="459" y="105"/>
                </a:lnTo>
                <a:lnTo>
                  <a:pt x="459" y="106"/>
                </a:lnTo>
                <a:lnTo>
                  <a:pt x="459" y="107"/>
                </a:lnTo>
                <a:lnTo>
                  <a:pt x="460" y="107"/>
                </a:lnTo>
                <a:lnTo>
                  <a:pt x="461" y="106"/>
                </a:lnTo>
                <a:lnTo>
                  <a:pt x="462" y="106"/>
                </a:lnTo>
                <a:lnTo>
                  <a:pt x="463" y="105"/>
                </a:lnTo>
                <a:lnTo>
                  <a:pt x="463" y="104"/>
                </a:lnTo>
                <a:lnTo>
                  <a:pt x="464" y="104"/>
                </a:lnTo>
                <a:lnTo>
                  <a:pt x="465" y="105"/>
                </a:lnTo>
                <a:lnTo>
                  <a:pt x="465" y="106"/>
                </a:lnTo>
                <a:lnTo>
                  <a:pt x="465" y="107"/>
                </a:lnTo>
                <a:lnTo>
                  <a:pt x="464" y="107"/>
                </a:lnTo>
                <a:lnTo>
                  <a:pt x="464" y="108"/>
                </a:lnTo>
                <a:lnTo>
                  <a:pt x="465" y="108"/>
                </a:lnTo>
                <a:lnTo>
                  <a:pt x="465" y="109"/>
                </a:lnTo>
                <a:lnTo>
                  <a:pt x="466" y="110"/>
                </a:lnTo>
                <a:lnTo>
                  <a:pt x="467" y="110"/>
                </a:lnTo>
                <a:lnTo>
                  <a:pt x="468" y="109"/>
                </a:lnTo>
                <a:lnTo>
                  <a:pt x="469" y="109"/>
                </a:lnTo>
                <a:lnTo>
                  <a:pt x="469" y="110"/>
                </a:lnTo>
                <a:lnTo>
                  <a:pt x="470" y="110"/>
                </a:lnTo>
                <a:lnTo>
                  <a:pt x="470" y="109"/>
                </a:lnTo>
                <a:lnTo>
                  <a:pt x="471" y="108"/>
                </a:lnTo>
                <a:lnTo>
                  <a:pt x="471" y="109"/>
                </a:lnTo>
                <a:lnTo>
                  <a:pt x="472" y="109"/>
                </a:lnTo>
                <a:lnTo>
                  <a:pt x="473" y="109"/>
                </a:lnTo>
                <a:lnTo>
                  <a:pt x="474" y="109"/>
                </a:lnTo>
                <a:lnTo>
                  <a:pt x="474" y="111"/>
                </a:lnTo>
                <a:lnTo>
                  <a:pt x="474" y="112"/>
                </a:lnTo>
                <a:lnTo>
                  <a:pt x="473" y="113"/>
                </a:lnTo>
                <a:lnTo>
                  <a:pt x="474" y="113"/>
                </a:lnTo>
                <a:lnTo>
                  <a:pt x="474" y="114"/>
                </a:lnTo>
                <a:lnTo>
                  <a:pt x="475" y="114"/>
                </a:lnTo>
                <a:lnTo>
                  <a:pt x="475" y="115"/>
                </a:lnTo>
                <a:lnTo>
                  <a:pt x="474" y="115"/>
                </a:lnTo>
                <a:lnTo>
                  <a:pt x="474" y="116"/>
                </a:lnTo>
                <a:lnTo>
                  <a:pt x="475" y="116"/>
                </a:lnTo>
                <a:lnTo>
                  <a:pt x="476" y="117"/>
                </a:lnTo>
                <a:lnTo>
                  <a:pt x="477" y="118"/>
                </a:lnTo>
                <a:lnTo>
                  <a:pt x="477" y="119"/>
                </a:lnTo>
                <a:lnTo>
                  <a:pt x="478" y="119"/>
                </a:lnTo>
                <a:lnTo>
                  <a:pt x="478" y="120"/>
                </a:lnTo>
                <a:lnTo>
                  <a:pt x="479" y="120"/>
                </a:lnTo>
                <a:lnTo>
                  <a:pt x="479" y="121"/>
                </a:lnTo>
                <a:lnTo>
                  <a:pt x="480" y="121"/>
                </a:lnTo>
                <a:lnTo>
                  <a:pt x="480" y="122"/>
                </a:lnTo>
                <a:lnTo>
                  <a:pt x="480" y="123"/>
                </a:lnTo>
                <a:lnTo>
                  <a:pt x="480" y="124"/>
                </a:lnTo>
                <a:lnTo>
                  <a:pt x="481" y="125"/>
                </a:lnTo>
                <a:lnTo>
                  <a:pt x="482" y="125"/>
                </a:lnTo>
                <a:lnTo>
                  <a:pt x="482" y="126"/>
                </a:lnTo>
                <a:lnTo>
                  <a:pt x="482" y="127"/>
                </a:lnTo>
                <a:lnTo>
                  <a:pt x="481" y="127"/>
                </a:lnTo>
                <a:lnTo>
                  <a:pt x="481" y="126"/>
                </a:lnTo>
                <a:lnTo>
                  <a:pt x="479" y="127"/>
                </a:lnTo>
                <a:lnTo>
                  <a:pt x="479" y="128"/>
                </a:lnTo>
                <a:lnTo>
                  <a:pt x="480" y="128"/>
                </a:lnTo>
                <a:lnTo>
                  <a:pt x="481" y="129"/>
                </a:lnTo>
                <a:lnTo>
                  <a:pt x="480" y="130"/>
                </a:lnTo>
                <a:lnTo>
                  <a:pt x="480" y="131"/>
                </a:lnTo>
                <a:lnTo>
                  <a:pt x="479" y="131"/>
                </a:lnTo>
                <a:lnTo>
                  <a:pt x="480" y="130"/>
                </a:lnTo>
                <a:lnTo>
                  <a:pt x="479" y="129"/>
                </a:lnTo>
                <a:lnTo>
                  <a:pt x="478" y="129"/>
                </a:lnTo>
                <a:lnTo>
                  <a:pt x="477" y="129"/>
                </a:lnTo>
                <a:lnTo>
                  <a:pt x="478" y="129"/>
                </a:lnTo>
                <a:lnTo>
                  <a:pt x="478" y="128"/>
                </a:lnTo>
                <a:lnTo>
                  <a:pt x="477" y="128"/>
                </a:lnTo>
                <a:lnTo>
                  <a:pt x="476" y="128"/>
                </a:lnTo>
                <a:lnTo>
                  <a:pt x="477" y="128"/>
                </a:lnTo>
                <a:lnTo>
                  <a:pt x="477" y="127"/>
                </a:lnTo>
                <a:lnTo>
                  <a:pt x="476" y="127"/>
                </a:lnTo>
                <a:lnTo>
                  <a:pt x="475" y="127"/>
                </a:lnTo>
                <a:lnTo>
                  <a:pt x="475" y="128"/>
                </a:lnTo>
                <a:lnTo>
                  <a:pt x="474" y="128"/>
                </a:lnTo>
                <a:lnTo>
                  <a:pt x="474" y="129"/>
                </a:lnTo>
                <a:lnTo>
                  <a:pt x="473" y="129"/>
                </a:lnTo>
                <a:lnTo>
                  <a:pt x="473" y="128"/>
                </a:lnTo>
                <a:lnTo>
                  <a:pt x="472" y="128"/>
                </a:lnTo>
                <a:lnTo>
                  <a:pt x="472" y="129"/>
                </a:lnTo>
                <a:lnTo>
                  <a:pt x="471" y="129"/>
                </a:lnTo>
                <a:lnTo>
                  <a:pt x="470" y="130"/>
                </a:lnTo>
                <a:lnTo>
                  <a:pt x="469" y="128"/>
                </a:lnTo>
                <a:lnTo>
                  <a:pt x="469" y="127"/>
                </a:lnTo>
                <a:lnTo>
                  <a:pt x="469" y="126"/>
                </a:lnTo>
                <a:lnTo>
                  <a:pt x="469" y="125"/>
                </a:lnTo>
                <a:lnTo>
                  <a:pt x="470" y="125"/>
                </a:lnTo>
                <a:lnTo>
                  <a:pt x="470" y="124"/>
                </a:lnTo>
                <a:lnTo>
                  <a:pt x="471" y="124"/>
                </a:lnTo>
                <a:lnTo>
                  <a:pt x="471" y="123"/>
                </a:lnTo>
                <a:lnTo>
                  <a:pt x="472" y="123"/>
                </a:lnTo>
                <a:lnTo>
                  <a:pt x="472" y="122"/>
                </a:lnTo>
                <a:lnTo>
                  <a:pt x="471" y="123"/>
                </a:lnTo>
                <a:lnTo>
                  <a:pt x="470" y="123"/>
                </a:lnTo>
                <a:lnTo>
                  <a:pt x="470" y="124"/>
                </a:lnTo>
                <a:lnTo>
                  <a:pt x="469" y="124"/>
                </a:lnTo>
                <a:lnTo>
                  <a:pt x="468" y="124"/>
                </a:lnTo>
                <a:lnTo>
                  <a:pt x="469" y="124"/>
                </a:lnTo>
                <a:lnTo>
                  <a:pt x="469" y="123"/>
                </a:lnTo>
                <a:lnTo>
                  <a:pt x="469" y="122"/>
                </a:lnTo>
                <a:lnTo>
                  <a:pt x="468" y="122"/>
                </a:lnTo>
                <a:lnTo>
                  <a:pt x="467" y="122"/>
                </a:lnTo>
                <a:lnTo>
                  <a:pt x="467" y="123"/>
                </a:lnTo>
                <a:lnTo>
                  <a:pt x="467" y="124"/>
                </a:lnTo>
                <a:lnTo>
                  <a:pt x="468" y="124"/>
                </a:lnTo>
                <a:lnTo>
                  <a:pt x="468" y="125"/>
                </a:lnTo>
                <a:lnTo>
                  <a:pt x="467" y="126"/>
                </a:lnTo>
                <a:lnTo>
                  <a:pt x="467" y="127"/>
                </a:lnTo>
                <a:lnTo>
                  <a:pt x="466" y="127"/>
                </a:lnTo>
                <a:lnTo>
                  <a:pt x="466" y="126"/>
                </a:lnTo>
                <a:lnTo>
                  <a:pt x="466" y="125"/>
                </a:lnTo>
                <a:lnTo>
                  <a:pt x="465" y="125"/>
                </a:lnTo>
                <a:lnTo>
                  <a:pt x="466" y="124"/>
                </a:lnTo>
                <a:lnTo>
                  <a:pt x="465" y="123"/>
                </a:lnTo>
                <a:lnTo>
                  <a:pt x="465" y="122"/>
                </a:lnTo>
                <a:lnTo>
                  <a:pt x="464" y="121"/>
                </a:lnTo>
                <a:lnTo>
                  <a:pt x="463" y="120"/>
                </a:lnTo>
                <a:lnTo>
                  <a:pt x="462" y="120"/>
                </a:lnTo>
                <a:lnTo>
                  <a:pt x="463" y="120"/>
                </a:lnTo>
                <a:lnTo>
                  <a:pt x="462" y="120"/>
                </a:lnTo>
                <a:lnTo>
                  <a:pt x="462" y="121"/>
                </a:lnTo>
                <a:lnTo>
                  <a:pt x="463" y="121"/>
                </a:lnTo>
                <a:lnTo>
                  <a:pt x="464" y="121"/>
                </a:lnTo>
                <a:lnTo>
                  <a:pt x="464" y="122"/>
                </a:lnTo>
                <a:lnTo>
                  <a:pt x="463" y="122"/>
                </a:lnTo>
                <a:lnTo>
                  <a:pt x="464" y="122"/>
                </a:lnTo>
                <a:lnTo>
                  <a:pt x="464" y="123"/>
                </a:lnTo>
                <a:lnTo>
                  <a:pt x="464" y="122"/>
                </a:lnTo>
                <a:lnTo>
                  <a:pt x="464" y="123"/>
                </a:lnTo>
                <a:lnTo>
                  <a:pt x="465" y="123"/>
                </a:lnTo>
                <a:lnTo>
                  <a:pt x="464" y="124"/>
                </a:lnTo>
                <a:lnTo>
                  <a:pt x="465" y="125"/>
                </a:lnTo>
                <a:lnTo>
                  <a:pt x="464" y="126"/>
                </a:lnTo>
                <a:lnTo>
                  <a:pt x="463" y="126"/>
                </a:lnTo>
                <a:lnTo>
                  <a:pt x="463" y="127"/>
                </a:lnTo>
                <a:lnTo>
                  <a:pt x="462" y="127"/>
                </a:lnTo>
                <a:lnTo>
                  <a:pt x="461" y="127"/>
                </a:lnTo>
                <a:lnTo>
                  <a:pt x="461" y="126"/>
                </a:lnTo>
                <a:lnTo>
                  <a:pt x="462" y="126"/>
                </a:lnTo>
                <a:lnTo>
                  <a:pt x="462" y="125"/>
                </a:lnTo>
                <a:lnTo>
                  <a:pt x="461" y="125"/>
                </a:lnTo>
                <a:lnTo>
                  <a:pt x="460" y="124"/>
                </a:lnTo>
                <a:lnTo>
                  <a:pt x="460" y="123"/>
                </a:lnTo>
                <a:lnTo>
                  <a:pt x="460" y="122"/>
                </a:lnTo>
                <a:lnTo>
                  <a:pt x="459" y="122"/>
                </a:lnTo>
                <a:lnTo>
                  <a:pt x="459" y="123"/>
                </a:lnTo>
                <a:lnTo>
                  <a:pt x="459" y="124"/>
                </a:lnTo>
                <a:lnTo>
                  <a:pt x="458" y="124"/>
                </a:lnTo>
                <a:lnTo>
                  <a:pt x="457" y="124"/>
                </a:lnTo>
                <a:lnTo>
                  <a:pt x="457" y="125"/>
                </a:lnTo>
                <a:lnTo>
                  <a:pt x="458" y="125"/>
                </a:lnTo>
                <a:lnTo>
                  <a:pt x="458" y="126"/>
                </a:lnTo>
                <a:lnTo>
                  <a:pt x="459" y="127"/>
                </a:lnTo>
                <a:lnTo>
                  <a:pt x="459" y="128"/>
                </a:lnTo>
                <a:lnTo>
                  <a:pt x="458" y="127"/>
                </a:lnTo>
                <a:lnTo>
                  <a:pt x="458" y="128"/>
                </a:lnTo>
                <a:lnTo>
                  <a:pt x="458" y="130"/>
                </a:lnTo>
                <a:lnTo>
                  <a:pt x="457" y="130"/>
                </a:lnTo>
                <a:lnTo>
                  <a:pt x="457" y="131"/>
                </a:lnTo>
                <a:lnTo>
                  <a:pt x="457" y="132"/>
                </a:lnTo>
                <a:lnTo>
                  <a:pt x="458" y="132"/>
                </a:lnTo>
                <a:lnTo>
                  <a:pt x="458" y="133"/>
                </a:lnTo>
                <a:lnTo>
                  <a:pt x="459" y="133"/>
                </a:lnTo>
                <a:lnTo>
                  <a:pt x="459" y="132"/>
                </a:lnTo>
                <a:lnTo>
                  <a:pt x="459" y="130"/>
                </a:lnTo>
                <a:lnTo>
                  <a:pt x="460" y="128"/>
                </a:lnTo>
                <a:lnTo>
                  <a:pt x="461" y="127"/>
                </a:lnTo>
                <a:lnTo>
                  <a:pt x="462" y="127"/>
                </a:lnTo>
                <a:lnTo>
                  <a:pt x="462" y="128"/>
                </a:lnTo>
                <a:lnTo>
                  <a:pt x="463" y="128"/>
                </a:lnTo>
                <a:lnTo>
                  <a:pt x="464" y="127"/>
                </a:lnTo>
                <a:lnTo>
                  <a:pt x="465" y="127"/>
                </a:lnTo>
                <a:lnTo>
                  <a:pt x="466" y="127"/>
                </a:lnTo>
                <a:lnTo>
                  <a:pt x="466" y="128"/>
                </a:lnTo>
                <a:lnTo>
                  <a:pt x="467" y="128"/>
                </a:lnTo>
                <a:lnTo>
                  <a:pt x="466" y="128"/>
                </a:lnTo>
                <a:lnTo>
                  <a:pt x="467" y="128"/>
                </a:lnTo>
                <a:lnTo>
                  <a:pt x="467" y="129"/>
                </a:lnTo>
                <a:lnTo>
                  <a:pt x="468" y="129"/>
                </a:lnTo>
                <a:lnTo>
                  <a:pt x="469" y="129"/>
                </a:lnTo>
                <a:lnTo>
                  <a:pt x="469" y="130"/>
                </a:lnTo>
                <a:lnTo>
                  <a:pt x="468" y="130"/>
                </a:lnTo>
                <a:lnTo>
                  <a:pt x="469" y="131"/>
                </a:lnTo>
                <a:lnTo>
                  <a:pt x="469" y="132"/>
                </a:lnTo>
                <a:lnTo>
                  <a:pt x="470" y="132"/>
                </a:lnTo>
                <a:lnTo>
                  <a:pt x="471" y="132"/>
                </a:lnTo>
                <a:lnTo>
                  <a:pt x="471" y="131"/>
                </a:lnTo>
                <a:lnTo>
                  <a:pt x="472" y="131"/>
                </a:lnTo>
                <a:lnTo>
                  <a:pt x="472" y="130"/>
                </a:lnTo>
                <a:lnTo>
                  <a:pt x="473" y="130"/>
                </a:lnTo>
                <a:lnTo>
                  <a:pt x="474" y="130"/>
                </a:lnTo>
                <a:lnTo>
                  <a:pt x="474" y="129"/>
                </a:lnTo>
                <a:lnTo>
                  <a:pt x="475" y="129"/>
                </a:lnTo>
                <a:lnTo>
                  <a:pt x="475" y="128"/>
                </a:lnTo>
                <a:lnTo>
                  <a:pt x="476" y="129"/>
                </a:lnTo>
                <a:lnTo>
                  <a:pt x="476" y="130"/>
                </a:lnTo>
                <a:lnTo>
                  <a:pt x="477" y="130"/>
                </a:lnTo>
                <a:lnTo>
                  <a:pt x="477" y="131"/>
                </a:lnTo>
                <a:lnTo>
                  <a:pt x="477" y="134"/>
                </a:lnTo>
                <a:lnTo>
                  <a:pt x="478" y="135"/>
                </a:lnTo>
                <a:lnTo>
                  <a:pt x="479" y="135"/>
                </a:lnTo>
                <a:lnTo>
                  <a:pt x="479" y="136"/>
                </a:lnTo>
                <a:lnTo>
                  <a:pt x="478" y="136"/>
                </a:lnTo>
                <a:lnTo>
                  <a:pt x="478" y="137"/>
                </a:lnTo>
                <a:lnTo>
                  <a:pt x="479" y="137"/>
                </a:lnTo>
                <a:lnTo>
                  <a:pt x="479" y="136"/>
                </a:lnTo>
                <a:lnTo>
                  <a:pt x="479" y="137"/>
                </a:lnTo>
                <a:lnTo>
                  <a:pt x="480" y="137"/>
                </a:lnTo>
                <a:lnTo>
                  <a:pt x="480" y="138"/>
                </a:lnTo>
                <a:lnTo>
                  <a:pt x="480" y="139"/>
                </a:lnTo>
                <a:lnTo>
                  <a:pt x="481" y="139"/>
                </a:lnTo>
                <a:lnTo>
                  <a:pt x="482" y="139"/>
                </a:lnTo>
                <a:lnTo>
                  <a:pt x="483" y="139"/>
                </a:lnTo>
                <a:lnTo>
                  <a:pt x="484" y="139"/>
                </a:lnTo>
                <a:lnTo>
                  <a:pt x="484" y="140"/>
                </a:lnTo>
                <a:lnTo>
                  <a:pt x="483" y="140"/>
                </a:lnTo>
                <a:lnTo>
                  <a:pt x="483" y="141"/>
                </a:lnTo>
                <a:lnTo>
                  <a:pt x="482" y="141"/>
                </a:lnTo>
                <a:lnTo>
                  <a:pt x="482" y="140"/>
                </a:lnTo>
                <a:lnTo>
                  <a:pt x="481" y="140"/>
                </a:lnTo>
                <a:lnTo>
                  <a:pt x="480" y="141"/>
                </a:lnTo>
                <a:lnTo>
                  <a:pt x="479" y="141"/>
                </a:lnTo>
                <a:lnTo>
                  <a:pt x="478" y="140"/>
                </a:lnTo>
                <a:lnTo>
                  <a:pt x="478" y="141"/>
                </a:lnTo>
                <a:lnTo>
                  <a:pt x="479" y="141"/>
                </a:lnTo>
                <a:lnTo>
                  <a:pt x="480" y="142"/>
                </a:lnTo>
                <a:lnTo>
                  <a:pt x="481" y="142"/>
                </a:lnTo>
                <a:lnTo>
                  <a:pt x="482" y="142"/>
                </a:lnTo>
                <a:lnTo>
                  <a:pt x="482" y="143"/>
                </a:lnTo>
                <a:lnTo>
                  <a:pt x="480" y="143"/>
                </a:lnTo>
                <a:lnTo>
                  <a:pt x="479" y="143"/>
                </a:lnTo>
                <a:lnTo>
                  <a:pt x="478" y="143"/>
                </a:lnTo>
                <a:lnTo>
                  <a:pt x="477" y="142"/>
                </a:lnTo>
                <a:lnTo>
                  <a:pt x="477" y="143"/>
                </a:lnTo>
                <a:lnTo>
                  <a:pt x="476" y="143"/>
                </a:lnTo>
                <a:lnTo>
                  <a:pt x="476" y="144"/>
                </a:lnTo>
                <a:lnTo>
                  <a:pt x="477" y="144"/>
                </a:lnTo>
                <a:lnTo>
                  <a:pt x="478" y="144"/>
                </a:lnTo>
                <a:lnTo>
                  <a:pt x="477" y="145"/>
                </a:lnTo>
                <a:lnTo>
                  <a:pt x="477" y="146"/>
                </a:lnTo>
                <a:lnTo>
                  <a:pt x="478" y="146"/>
                </a:lnTo>
                <a:lnTo>
                  <a:pt x="479" y="146"/>
                </a:lnTo>
                <a:lnTo>
                  <a:pt x="478" y="147"/>
                </a:lnTo>
                <a:lnTo>
                  <a:pt x="478" y="146"/>
                </a:lnTo>
                <a:lnTo>
                  <a:pt x="477" y="146"/>
                </a:lnTo>
                <a:lnTo>
                  <a:pt x="476" y="146"/>
                </a:lnTo>
                <a:lnTo>
                  <a:pt x="475" y="146"/>
                </a:lnTo>
                <a:lnTo>
                  <a:pt x="472" y="146"/>
                </a:lnTo>
                <a:lnTo>
                  <a:pt x="472" y="145"/>
                </a:lnTo>
                <a:lnTo>
                  <a:pt x="471" y="145"/>
                </a:lnTo>
                <a:lnTo>
                  <a:pt x="470" y="145"/>
                </a:lnTo>
                <a:lnTo>
                  <a:pt x="470" y="146"/>
                </a:lnTo>
                <a:lnTo>
                  <a:pt x="469" y="146"/>
                </a:lnTo>
                <a:lnTo>
                  <a:pt x="469" y="145"/>
                </a:lnTo>
                <a:lnTo>
                  <a:pt x="468" y="145"/>
                </a:lnTo>
                <a:lnTo>
                  <a:pt x="468" y="144"/>
                </a:lnTo>
                <a:lnTo>
                  <a:pt x="467" y="144"/>
                </a:lnTo>
                <a:lnTo>
                  <a:pt x="467" y="145"/>
                </a:lnTo>
                <a:lnTo>
                  <a:pt x="466" y="145"/>
                </a:lnTo>
                <a:lnTo>
                  <a:pt x="466" y="144"/>
                </a:lnTo>
                <a:lnTo>
                  <a:pt x="467" y="144"/>
                </a:lnTo>
                <a:lnTo>
                  <a:pt x="466" y="144"/>
                </a:lnTo>
                <a:lnTo>
                  <a:pt x="466" y="143"/>
                </a:lnTo>
                <a:lnTo>
                  <a:pt x="465" y="143"/>
                </a:lnTo>
                <a:lnTo>
                  <a:pt x="465" y="144"/>
                </a:lnTo>
                <a:lnTo>
                  <a:pt x="465" y="145"/>
                </a:lnTo>
                <a:lnTo>
                  <a:pt x="465" y="146"/>
                </a:lnTo>
                <a:lnTo>
                  <a:pt x="466" y="146"/>
                </a:lnTo>
                <a:lnTo>
                  <a:pt x="467" y="146"/>
                </a:lnTo>
                <a:lnTo>
                  <a:pt x="467" y="147"/>
                </a:lnTo>
                <a:lnTo>
                  <a:pt x="467" y="148"/>
                </a:lnTo>
                <a:lnTo>
                  <a:pt x="467" y="149"/>
                </a:lnTo>
                <a:lnTo>
                  <a:pt x="467" y="150"/>
                </a:lnTo>
                <a:lnTo>
                  <a:pt x="467" y="151"/>
                </a:lnTo>
                <a:lnTo>
                  <a:pt x="468" y="151"/>
                </a:lnTo>
                <a:lnTo>
                  <a:pt x="468" y="152"/>
                </a:lnTo>
                <a:lnTo>
                  <a:pt x="469" y="152"/>
                </a:lnTo>
                <a:lnTo>
                  <a:pt x="468" y="152"/>
                </a:lnTo>
                <a:lnTo>
                  <a:pt x="467" y="152"/>
                </a:lnTo>
                <a:lnTo>
                  <a:pt x="466" y="152"/>
                </a:lnTo>
                <a:lnTo>
                  <a:pt x="466" y="151"/>
                </a:lnTo>
                <a:lnTo>
                  <a:pt x="466" y="150"/>
                </a:lnTo>
                <a:lnTo>
                  <a:pt x="465" y="149"/>
                </a:lnTo>
                <a:lnTo>
                  <a:pt x="465" y="150"/>
                </a:lnTo>
                <a:lnTo>
                  <a:pt x="465" y="151"/>
                </a:lnTo>
                <a:lnTo>
                  <a:pt x="464" y="151"/>
                </a:lnTo>
                <a:lnTo>
                  <a:pt x="464" y="152"/>
                </a:lnTo>
                <a:lnTo>
                  <a:pt x="465" y="152"/>
                </a:lnTo>
                <a:lnTo>
                  <a:pt x="464" y="152"/>
                </a:lnTo>
                <a:lnTo>
                  <a:pt x="463" y="152"/>
                </a:lnTo>
                <a:lnTo>
                  <a:pt x="464" y="152"/>
                </a:lnTo>
                <a:lnTo>
                  <a:pt x="464" y="153"/>
                </a:lnTo>
                <a:lnTo>
                  <a:pt x="463" y="153"/>
                </a:lnTo>
                <a:lnTo>
                  <a:pt x="463" y="154"/>
                </a:lnTo>
                <a:lnTo>
                  <a:pt x="464" y="154"/>
                </a:lnTo>
                <a:lnTo>
                  <a:pt x="464" y="153"/>
                </a:lnTo>
                <a:lnTo>
                  <a:pt x="464" y="154"/>
                </a:lnTo>
                <a:lnTo>
                  <a:pt x="465" y="154"/>
                </a:lnTo>
                <a:lnTo>
                  <a:pt x="465" y="153"/>
                </a:lnTo>
                <a:lnTo>
                  <a:pt x="465" y="154"/>
                </a:lnTo>
                <a:lnTo>
                  <a:pt x="466" y="154"/>
                </a:lnTo>
                <a:lnTo>
                  <a:pt x="466" y="155"/>
                </a:lnTo>
                <a:lnTo>
                  <a:pt x="466" y="156"/>
                </a:lnTo>
                <a:lnTo>
                  <a:pt x="465" y="156"/>
                </a:lnTo>
                <a:lnTo>
                  <a:pt x="465" y="157"/>
                </a:lnTo>
                <a:lnTo>
                  <a:pt x="466" y="157"/>
                </a:lnTo>
                <a:lnTo>
                  <a:pt x="465" y="158"/>
                </a:lnTo>
                <a:lnTo>
                  <a:pt x="464" y="158"/>
                </a:lnTo>
                <a:lnTo>
                  <a:pt x="464" y="159"/>
                </a:lnTo>
                <a:lnTo>
                  <a:pt x="463" y="159"/>
                </a:lnTo>
                <a:lnTo>
                  <a:pt x="462" y="159"/>
                </a:lnTo>
                <a:lnTo>
                  <a:pt x="462" y="160"/>
                </a:lnTo>
                <a:lnTo>
                  <a:pt x="461" y="160"/>
                </a:lnTo>
                <a:lnTo>
                  <a:pt x="460" y="160"/>
                </a:lnTo>
                <a:lnTo>
                  <a:pt x="459" y="160"/>
                </a:lnTo>
                <a:lnTo>
                  <a:pt x="459" y="159"/>
                </a:lnTo>
                <a:lnTo>
                  <a:pt x="459" y="160"/>
                </a:lnTo>
                <a:lnTo>
                  <a:pt x="458" y="160"/>
                </a:lnTo>
                <a:lnTo>
                  <a:pt x="457" y="160"/>
                </a:lnTo>
                <a:lnTo>
                  <a:pt x="457" y="159"/>
                </a:lnTo>
                <a:lnTo>
                  <a:pt x="457" y="160"/>
                </a:lnTo>
                <a:lnTo>
                  <a:pt x="458" y="160"/>
                </a:lnTo>
                <a:lnTo>
                  <a:pt x="459" y="161"/>
                </a:lnTo>
                <a:lnTo>
                  <a:pt x="458" y="161"/>
                </a:lnTo>
                <a:lnTo>
                  <a:pt x="458" y="162"/>
                </a:lnTo>
                <a:lnTo>
                  <a:pt x="457" y="162"/>
                </a:lnTo>
                <a:lnTo>
                  <a:pt x="458" y="162"/>
                </a:lnTo>
                <a:lnTo>
                  <a:pt x="459" y="162"/>
                </a:lnTo>
                <a:lnTo>
                  <a:pt x="460" y="162"/>
                </a:lnTo>
                <a:lnTo>
                  <a:pt x="460" y="161"/>
                </a:lnTo>
                <a:lnTo>
                  <a:pt x="461" y="161"/>
                </a:lnTo>
                <a:lnTo>
                  <a:pt x="462" y="161"/>
                </a:lnTo>
                <a:lnTo>
                  <a:pt x="463" y="161"/>
                </a:lnTo>
                <a:lnTo>
                  <a:pt x="463" y="162"/>
                </a:lnTo>
                <a:lnTo>
                  <a:pt x="462" y="162"/>
                </a:lnTo>
                <a:lnTo>
                  <a:pt x="462" y="164"/>
                </a:lnTo>
                <a:lnTo>
                  <a:pt x="463" y="164"/>
                </a:lnTo>
                <a:lnTo>
                  <a:pt x="463" y="166"/>
                </a:lnTo>
                <a:lnTo>
                  <a:pt x="462" y="166"/>
                </a:lnTo>
                <a:lnTo>
                  <a:pt x="462" y="167"/>
                </a:lnTo>
                <a:lnTo>
                  <a:pt x="461" y="167"/>
                </a:lnTo>
                <a:lnTo>
                  <a:pt x="461" y="168"/>
                </a:lnTo>
                <a:lnTo>
                  <a:pt x="461" y="167"/>
                </a:lnTo>
                <a:lnTo>
                  <a:pt x="461" y="166"/>
                </a:lnTo>
                <a:lnTo>
                  <a:pt x="460" y="167"/>
                </a:lnTo>
                <a:lnTo>
                  <a:pt x="459" y="167"/>
                </a:lnTo>
                <a:lnTo>
                  <a:pt x="459" y="166"/>
                </a:lnTo>
                <a:lnTo>
                  <a:pt x="458" y="166"/>
                </a:lnTo>
                <a:lnTo>
                  <a:pt x="457" y="167"/>
                </a:lnTo>
                <a:lnTo>
                  <a:pt x="457" y="166"/>
                </a:lnTo>
                <a:lnTo>
                  <a:pt x="456" y="166"/>
                </a:lnTo>
                <a:lnTo>
                  <a:pt x="456" y="165"/>
                </a:lnTo>
                <a:lnTo>
                  <a:pt x="456" y="166"/>
                </a:lnTo>
                <a:lnTo>
                  <a:pt x="455" y="165"/>
                </a:lnTo>
                <a:lnTo>
                  <a:pt x="454" y="166"/>
                </a:lnTo>
                <a:lnTo>
                  <a:pt x="453" y="166"/>
                </a:lnTo>
                <a:lnTo>
                  <a:pt x="452" y="166"/>
                </a:lnTo>
                <a:lnTo>
                  <a:pt x="451" y="167"/>
                </a:lnTo>
                <a:lnTo>
                  <a:pt x="451" y="166"/>
                </a:lnTo>
                <a:lnTo>
                  <a:pt x="451" y="165"/>
                </a:lnTo>
                <a:lnTo>
                  <a:pt x="451" y="166"/>
                </a:lnTo>
                <a:lnTo>
                  <a:pt x="450" y="165"/>
                </a:lnTo>
                <a:lnTo>
                  <a:pt x="449" y="166"/>
                </a:lnTo>
                <a:lnTo>
                  <a:pt x="449" y="167"/>
                </a:lnTo>
                <a:lnTo>
                  <a:pt x="449" y="168"/>
                </a:lnTo>
                <a:lnTo>
                  <a:pt x="450" y="169"/>
                </a:lnTo>
                <a:lnTo>
                  <a:pt x="449" y="169"/>
                </a:lnTo>
                <a:lnTo>
                  <a:pt x="450" y="169"/>
                </a:lnTo>
                <a:lnTo>
                  <a:pt x="450" y="170"/>
                </a:lnTo>
                <a:lnTo>
                  <a:pt x="449" y="170"/>
                </a:lnTo>
                <a:lnTo>
                  <a:pt x="448" y="172"/>
                </a:lnTo>
                <a:lnTo>
                  <a:pt x="447" y="172"/>
                </a:lnTo>
                <a:lnTo>
                  <a:pt x="447" y="171"/>
                </a:lnTo>
                <a:lnTo>
                  <a:pt x="446" y="171"/>
                </a:lnTo>
                <a:lnTo>
                  <a:pt x="446" y="170"/>
                </a:lnTo>
                <a:lnTo>
                  <a:pt x="445" y="170"/>
                </a:lnTo>
                <a:lnTo>
                  <a:pt x="444" y="170"/>
                </a:lnTo>
                <a:lnTo>
                  <a:pt x="443" y="170"/>
                </a:lnTo>
                <a:lnTo>
                  <a:pt x="443" y="171"/>
                </a:lnTo>
                <a:lnTo>
                  <a:pt x="444" y="171"/>
                </a:lnTo>
                <a:lnTo>
                  <a:pt x="445" y="172"/>
                </a:lnTo>
                <a:lnTo>
                  <a:pt x="444" y="172"/>
                </a:lnTo>
                <a:lnTo>
                  <a:pt x="444" y="173"/>
                </a:lnTo>
                <a:lnTo>
                  <a:pt x="445" y="178"/>
                </a:lnTo>
                <a:lnTo>
                  <a:pt x="446" y="178"/>
                </a:lnTo>
                <a:lnTo>
                  <a:pt x="447" y="179"/>
                </a:lnTo>
                <a:lnTo>
                  <a:pt x="446" y="179"/>
                </a:lnTo>
                <a:lnTo>
                  <a:pt x="447" y="179"/>
                </a:lnTo>
                <a:lnTo>
                  <a:pt x="447" y="180"/>
                </a:lnTo>
                <a:lnTo>
                  <a:pt x="447" y="181"/>
                </a:lnTo>
                <a:lnTo>
                  <a:pt x="447" y="182"/>
                </a:lnTo>
                <a:lnTo>
                  <a:pt x="448" y="182"/>
                </a:lnTo>
                <a:lnTo>
                  <a:pt x="448" y="181"/>
                </a:lnTo>
                <a:lnTo>
                  <a:pt x="450" y="181"/>
                </a:lnTo>
                <a:lnTo>
                  <a:pt x="449" y="181"/>
                </a:lnTo>
                <a:lnTo>
                  <a:pt x="449" y="182"/>
                </a:lnTo>
                <a:lnTo>
                  <a:pt x="450" y="182"/>
                </a:lnTo>
                <a:lnTo>
                  <a:pt x="451" y="181"/>
                </a:lnTo>
                <a:lnTo>
                  <a:pt x="452" y="181"/>
                </a:lnTo>
                <a:lnTo>
                  <a:pt x="452" y="182"/>
                </a:lnTo>
                <a:lnTo>
                  <a:pt x="451" y="182"/>
                </a:lnTo>
                <a:lnTo>
                  <a:pt x="450" y="183"/>
                </a:lnTo>
                <a:lnTo>
                  <a:pt x="449" y="184"/>
                </a:lnTo>
                <a:lnTo>
                  <a:pt x="449" y="185"/>
                </a:lnTo>
                <a:lnTo>
                  <a:pt x="448" y="185"/>
                </a:lnTo>
                <a:lnTo>
                  <a:pt x="447" y="185"/>
                </a:lnTo>
                <a:lnTo>
                  <a:pt x="447" y="187"/>
                </a:lnTo>
                <a:lnTo>
                  <a:pt x="448" y="187"/>
                </a:lnTo>
                <a:lnTo>
                  <a:pt x="448" y="188"/>
                </a:lnTo>
                <a:lnTo>
                  <a:pt x="449" y="188"/>
                </a:lnTo>
                <a:lnTo>
                  <a:pt x="449" y="189"/>
                </a:lnTo>
                <a:lnTo>
                  <a:pt x="450" y="189"/>
                </a:lnTo>
                <a:lnTo>
                  <a:pt x="451" y="188"/>
                </a:lnTo>
                <a:lnTo>
                  <a:pt x="452" y="188"/>
                </a:lnTo>
                <a:lnTo>
                  <a:pt x="453" y="188"/>
                </a:lnTo>
                <a:lnTo>
                  <a:pt x="452" y="189"/>
                </a:lnTo>
                <a:lnTo>
                  <a:pt x="451" y="189"/>
                </a:lnTo>
                <a:lnTo>
                  <a:pt x="451" y="190"/>
                </a:lnTo>
                <a:lnTo>
                  <a:pt x="452" y="190"/>
                </a:lnTo>
                <a:lnTo>
                  <a:pt x="453" y="189"/>
                </a:lnTo>
                <a:lnTo>
                  <a:pt x="454" y="190"/>
                </a:lnTo>
                <a:lnTo>
                  <a:pt x="453" y="191"/>
                </a:lnTo>
                <a:lnTo>
                  <a:pt x="452" y="191"/>
                </a:lnTo>
                <a:lnTo>
                  <a:pt x="451" y="191"/>
                </a:lnTo>
                <a:lnTo>
                  <a:pt x="451" y="192"/>
                </a:lnTo>
                <a:lnTo>
                  <a:pt x="450" y="192"/>
                </a:lnTo>
                <a:lnTo>
                  <a:pt x="449" y="192"/>
                </a:lnTo>
                <a:lnTo>
                  <a:pt x="449" y="193"/>
                </a:lnTo>
                <a:lnTo>
                  <a:pt x="448" y="193"/>
                </a:lnTo>
                <a:lnTo>
                  <a:pt x="448" y="194"/>
                </a:lnTo>
                <a:lnTo>
                  <a:pt x="449" y="194"/>
                </a:lnTo>
                <a:lnTo>
                  <a:pt x="449" y="195"/>
                </a:lnTo>
                <a:lnTo>
                  <a:pt x="449" y="196"/>
                </a:lnTo>
                <a:lnTo>
                  <a:pt x="448" y="196"/>
                </a:lnTo>
                <a:lnTo>
                  <a:pt x="449" y="196"/>
                </a:lnTo>
                <a:lnTo>
                  <a:pt x="449" y="197"/>
                </a:lnTo>
                <a:lnTo>
                  <a:pt x="449" y="198"/>
                </a:lnTo>
                <a:lnTo>
                  <a:pt x="449" y="199"/>
                </a:lnTo>
                <a:lnTo>
                  <a:pt x="448" y="199"/>
                </a:lnTo>
                <a:lnTo>
                  <a:pt x="449" y="199"/>
                </a:lnTo>
                <a:lnTo>
                  <a:pt x="449" y="200"/>
                </a:lnTo>
                <a:lnTo>
                  <a:pt x="450" y="200"/>
                </a:lnTo>
                <a:lnTo>
                  <a:pt x="450" y="199"/>
                </a:lnTo>
                <a:lnTo>
                  <a:pt x="451" y="199"/>
                </a:lnTo>
                <a:lnTo>
                  <a:pt x="452" y="199"/>
                </a:lnTo>
                <a:lnTo>
                  <a:pt x="451" y="200"/>
                </a:lnTo>
                <a:lnTo>
                  <a:pt x="450" y="200"/>
                </a:lnTo>
                <a:lnTo>
                  <a:pt x="450" y="201"/>
                </a:lnTo>
                <a:lnTo>
                  <a:pt x="449" y="201"/>
                </a:lnTo>
                <a:lnTo>
                  <a:pt x="448" y="202"/>
                </a:lnTo>
                <a:lnTo>
                  <a:pt x="447" y="203"/>
                </a:lnTo>
                <a:lnTo>
                  <a:pt x="446" y="202"/>
                </a:lnTo>
                <a:lnTo>
                  <a:pt x="446" y="201"/>
                </a:lnTo>
                <a:lnTo>
                  <a:pt x="447" y="200"/>
                </a:lnTo>
                <a:lnTo>
                  <a:pt x="447" y="199"/>
                </a:lnTo>
                <a:lnTo>
                  <a:pt x="446" y="199"/>
                </a:lnTo>
                <a:lnTo>
                  <a:pt x="445" y="200"/>
                </a:lnTo>
                <a:lnTo>
                  <a:pt x="444" y="200"/>
                </a:lnTo>
                <a:lnTo>
                  <a:pt x="444" y="201"/>
                </a:lnTo>
                <a:lnTo>
                  <a:pt x="442" y="202"/>
                </a:lnTo>
                <a:lnTo>
                  <a:pt x="441" y="202"/>
                </a:lnTo>
                <a:lnTo>
                  <a:pt x="439" y="203"/>
                </a:lnTo>
                <a:lnTo>
                  <a:pt x="439" y="204"/>
                </a:lnTo>
                <a:lnTo>
                  <a:pt x="438" y="204"/>
                </a:lnTo>
                <a:lnTo>
                  <a:pt x="437" y="204"/>
                </a:lnTo>
                <a:lnTo>
                  <a:pt x="436" y="205"/>
                </a:lnTo>
                <a:lnTo>
                  <a:pt x="435" y="204"/>
                </a:lnTo>
                <a:lnTo>
                  <a:pt x="434" y="204"/>
                </a:lnTo>
                <a:lnTo>
                  <a:pt x="432" y="204"/>
                </a:lnTo>
                <a:lnTo>
                  <a:pt x="431" y="204"/>
                </a:lnTo>
                <a:lnTo>
                  <a:pt x="431" y="205"/>
                </a:lnTo>
                <a:lnTo>
                  <a:pt x="430" y="205"/>
                </a:lnTo>
                <a:lnTo>
                  <a:pt x="430" y="206"/>
                </a:lnTo>
                <a:lnTo>
                  <a:pt x="430" y="207"/>
                </a:lnTo>
                <a:lnTo>
                  <a:pt x="429" y="207"/>
                </a:lnTo>
                <a:lnTo>
                  <a:pt x="430" y="208"/>
                </a:lnTo>
                <a:lnTo>
                  <a:pt x="431" y="209"/>
                </a:lnTo>
                <a:lnTo>
                  <a:pt x="430" y="209"/>
                </a:lnTo>
                <a:lnTo>
                  <a:pt x="429" y="209"/>
                </a:lnTo>
                <a:lnTo>
                  <a:pt x="430" y="210"/>
                </a:lnTo>
                <a:lnTo>
                  <a:pt x="430" y="211"/>
                </a:lnTo>
                <a:lnTo>
                  <a:pt x="429" y="211"/>
                </a:lnTo>
                <a:lnTo>
                  <a:pt x="428" y="211"/>
                </a:lnTo>
                <a:lnTo>
                  <a:pt x="427" y="211"/>
                </a:lnTo>
                <a:lnTo>
                  <a:pt x="426" y="212"/>
                </a:lnTo>
                <a:lnTo>
                  <a:pt x="426" y="213"/>
                </a:lnTo>
                <a:lnTo>
                  <a:pt x="425" y="214"/>
                </a:lnTo>
                <a:lnTo>
                  <a:pt x="424" y="215"/>
                </a:lnTo>
                <a:lnTo>
                  <a:pt x="423" y="214"/>
                </a:lnTo>
                <a:lnTo>
                  <a:pt x="423" y="215"/>
                </a:lnTo>
                <a:lnTo>
                  <a:pt x="422" y="215"/>
                </a:lnTo>
                <a:lnTo>
                  <a:pt x="422" y="214"/>
                </a:lnTo>
                <a:lnTo>
                  <a:pt x="421" y="214"/>
                </a:lnTo>
                <a:lnTo>
                  <a:pt x="420" y="214"/>
                </a:lnTo>
                <a:lnTo>
                  <a:pt x="419" y="214"/>
                </a:lnTo>
                <a:lnTo>
                  <a:pt x="420" y="214"/>
                </a:lnTo>
                <a:lnTo>
                  <a:pt x="420" y="213"/>
                </a:lnTo>
                <a:lnTo>
                  <a:pt x="419" y="213"/>
                </a:lnTo>
                <a:lnTo>
                  <a:pt x="419" y="212"/>
                </a:lnTo>
                <a:lnTo>
                  <a:pt x="420" y="212"/>
                </a:lnTo>
                <a:lnTo>
                  <a:pt x="420" y="211"/>
                </a:lnTo>
                <a:lnTo>
                  <a:pt x="419" y="211"/>
                </a:lnTo>
                <a:lnTo>
                  <a:pt x="420" y="211"/>
                </a:lnTo>
                <a:lnTo>
                  <a:pt x="420" y="210"/>
                </a:lnTo>
                <a:lnTo>
                  <a:pt x="420" y="209"/>
                </a:lnTo>
                <a:lnTo>
                  <a:pt x="419" y="210"/>
                </a:lnTo>
                <a:lnTo>
                  <a:pt x="419" y="209"/>
                </a:lnTo>
                <a:lnTo>
                  <a:pt x="420" y="209"/>
                </a:lnTo>
                <a:lnTo>
                  <a:pt x="421" y="209"/>
                </a:lnTo>
                <a:lnTo>
                  <a:pt x="421" y="208"/>
                </a:lnTo>
                <a:lnTo>
                  <a:pt x="420" y="208"/>
                </a:lnTo>
                <a:lnTo>
                  <a:pt x="420" y="207"/>
                </a:lnTo>
                <a:lnTo>
                  <a:pt x="421" y="207"/>
                </a:lnTo>
                <a:lnTo>
                  <a:pt x="422" y="207"/>
                </a:lnTo>
                <a:lnTo>
                  <a:pt x="421" y="207"/>
                </a:lnTo>
                <a:lnTo>
                  <a:pt x="420" y="206"/>
                </a:lnTo>
                <a:lnTo>
                  <a:pt x="421" y="206"/>
                </a:lnTo>
                <a:lnTo>
                  <a:pt x="421" y="205"/>
                </a:lnTo>
                <a:lnTo>
                  <a:pt x="422" y="205"/>
                </a:lnTo>
                <a:lnTo>
                  <a:pt x="423" y="205"/>
                </a:lnTo>
                <a:lnTo>
                  <a:pt x="423" y="204"/>
                </a:lnTo>
                <a:lnTo>
                  <a:pt x="424" y="203"/>
                </a:lnTo>
                <a:lnTo>
                  <a:pt x="426" y="202"/>
                </a:lnTo>
                <a:lnTo>
                  <a:pt x="427" y="202"/>
                </a:lnTo>
                <a:lnTo>
                  <a:pt x="427" y="203"/>
                </a:lnTo>
                <a:lnTo>
                  <a:pt x="428" y="202"/>
                </a:lnTo>
                <a:lnTo>
                  <a:pt x="429" y="202"/>
                </a:lnTo>
                <a:lnTo>
                  <a:pt x="429" y="203"/>
                </a:lnTo>
                <a:lnTo>
                  <a:pt x="430" y="203"/>
                </a:lnTo>
                <a:lnTo>
                  <a:pt x="430" y="202"/>
                </a:lnTo>
                <a:lnTo>
                  <a:pt x="429" y="202"/>
                </a:lnTo>
                <a:lnTo>
                  <a:pt x="430" y="202"/>
                </a:lnTo>
                <a:lnTo>
                  <a:pt x="430" y="203"/>
                </a:lnTo>
                <a:lnTo>
                  <a:pt x="431" y="203"/>
                </a:lnTo>
                <a:lnTo>
                  <a:pt x="431" y="202"/>
                </a:lnTo>
                <a:lnTo>
                  <a:pt x="431" y="201"/>
                </a:lnTo>
                <a:lnTo>
                  <a:pt x="432" y="201"/>
                </a:lnTo>
                <a:lnTo>
                  <a:pt x="434" y="200"/>
                </a:lnTo>
                <a:lnTo>
                  <a:pt x="434" y="199"/>
                </a:lnTo>
                <a:lnTo>
                  <a:pt x="432" y="199"/>
                </a:lnTo>
                <a:lnTo>
                  <a:pt x="432" y="198"/>
                </a:lnTo>
                <a:lnTo>
                  <a:pt x="434" y="198"/>
                </a:lnTo>
                <a:lnTo>
                  <a:pt x="434" y="199"/>
                </a:lnTo>
                <a:lnTo>
                  <a:pt x="435" y="198"/>
                </a:lnTo>
                <a:lnTo>
                  <a:pt x="435" y="197"/>
                </a:lnTo>
                <a:lnTo>
                  <a:pt x="435" y="196"/>
                </a:lnTo>
                <a:lnTo>
                  <a:pt x="436" y="196"/>
                </a:lnTo>
                <a:lnTo>
                  <a:pt x="437" y="195"/>
                </a:lnTo>
                <a:lnTo>
                  <a:pt x="436" y="195"/>
                </a:lnTo>
                <a:lnTo>
                  <a:pt x="435" y="195"/>
                </a:lnTo>
                <a:lnTo>
                  <a:pt x="435" y="194"/>
                </a:lnTo>
                <a:lnTo>
                  <a:pt x="436" y="193"/>
                </a:lnTo>
                <a:lnTo>
                  <a:pt x="436" y="192"/>
                </a:lnTo>
                <a:lnTo>
                  <a:pt x="437" y="192"/>
                </a:lnTo>
                <a:lnTo>
                  <a:pt x="438" y="192"/>
                </a:lnTo>
                <a:lnTo>
                  <a:pt x="438" y="191"/>
                </a:lnTo>
                <a:lnTo>
                  <a:pt x="437" y="191"/>
                </a:lnTo>
                <a:lnTo>
                  <a:pt x="437" y="190"/>
                </a:lnTo>
                <a:lnTo>
                  <a:pt x="438" y="190"/>
                </a:lnTo>
                <a:lnTo>
                  <a:pt x="439" y="190"/>
                </a:lnTo>
                <a:lnTo>
                  <a:pt x="440" y="189"/>
                </a:lnTo>
                <a:lnTo>
                  <a:pt x="441" y="188"/>
                </a:lnTo>
                <a:lnTo>
                  <a:pt x="442" y="188"/>
                </a:lnTo>
                <a:lnTo>
                  <a:pt x="443" y="187"/>
                </a:lnTo>
                <a:lnTo>
                  <a:pt x="443" y="186"/>
                </a:lnTo>
                <a:lnTo>
                  <a:pt x="444" y="185"/>
                </a:lnTo>
                <a:lnTo>
                  <a:pt x="445" y="185"/>
                </a:lnTo>
                <a:lnTo>
                  <a:pt x="445" y="184"/>
                </a:lnTo>
                <a:lnTo>
                  <a:pt x="446" y="182"/>
                </a:lnTo>
                <a:lnTo>
                  <a:pt x="446" y="181"/>
                </a:lnTo>
                <a:lnTo>
                  <a:pt x="445" y="181"/>
                </a:lnTo>
                <a:lnTo>
                  <a:pt x="444" y="181"/>
                </a:lnTo>
                <a:lnTo>
                  <a:pt x="443" y="182"/>
                </a:lnTo>
                <a:lnTo>
                  <a:pt x="441" y="182"/>
                </a:lnTo>
                <a:lnTo>
                  <a:pt x="440" y="182"/>
                </a:lnTo>
                <a:lnTo>
                  <a:pt x="439" y="182"/>
                </a:lnTo>
                <a:lnTo>
                  <a:pt x="438" y="182"/>
                </a:lnTo>
                <a:lnTo>
                  <a:pt x="437" y="182"/>
                </a:lnTo>
                <a:lnTo>
                  <a:pt x="435" y="183"/>
                </a:lnTo>
                <a:lnTo>
                  <a:pt x="434" y="183"/>
                </a:lnTo>
                <a:lnTo>
                  <a:pt x="435" y="182"/>
                </a:lnTo>
                <a:lnTo>
                  <a:pt x="434" y="181"/>
                </a:lnTo>
                <a:lnTo>
                  <a:pt x="432" y="182"/>
                </a:lnTo>
                <a:lnTo>
                  <a:pt x="431" y="182"/>
                </a:lnTo>
                <a:lnTo>
                  <a:pt x="431" y="181"/>
                </a:lnTo>
                <a:lnTo>
                  <a:pt x="430" y="181"/>
                </a:lnTo>
                <a:lnTo>
                  <a:pt x="430" y="182"/>
                </a:lnTo>
                <a:lnTo>
                  <a:pt x="429" y="183"/>
                </a:lnTo>
                <a:lnTo>
                  <a:pt x="428" y="184"/>
                </a:lnTo>
                <a:lnTo>
                  <a:pt x="428" y="185"/>
                </a:lnTo>
                <a:lnTo>
                  <a:pt x="429" y="185"/>
                </a:lnTo>
                <a:lnTo>
                  <a:pt x="429" y="186"/>
                </a:lnTo>
                <a:lnTo>
                  <a:pt x="429" y="187"/>
                </a:lnTo>
                <a:lnTo>
                  <a:pt x="429" y="188"/>
                </a:lnTo>
                <a:lnTo>
                  <a:pt x="429" y="189"/>
                </a:lnTo>
                <a:lnTo>
                  <a:pt x="428" y="189"/>
                </a:lnTo>
                <a:lnTo>
                  <a:pt x="427" y="190"/>
                </a:lnTo>
                <a:lnTo>
                  <a:pt x="427" y="191"/>
                </a:lnTo>
                <a:lnTo>
                  <a:pt x="426" y="192"/>
                </a:lnTo>
                <a:lnTo>
                  <a:pt x="426" y="193"/>
                </a:lnTo>
                <a:lnTo>
                  <a:pt x="425" y="194"/>
                </a:lnTo>
                <a:lnTo>
                  <a:pt x="426" y="195"/>
                </a:lnTo>
                <a:lnTo>
                  <a:pt x="425" y="195"/>
                </a:lnTo>
                <a:lnTo>
                  <a:pt x="425" y="196"/>
                </a:lnTo>
                <a:lnTo>
                  <a:pt x="425" y="197"/>
                </a:lnTo>
                <a:lnTo>
                  <a:pt x="426" y="197"/>
                </a:lnTo>
                <a:lnTo>
                  <a:pt x="427" y="197"/>
                </a:lnTo>
                <a:lnTo>
                  <a:pt x="426" y="197"/>
                </a:lnTo>
                <a:lnTo>
                  <a:pt x="425" y="197"/>
                </a:lnTo>
                <a:lnTo>
                  <a:pt x="424" y="198"/>
                </a:lnTo>
                <a:lnTo>
                  <a:pt x="423" y="199"/>
                </a:lnTo>
                <a:lnTo>
                  <a:pt x="422" y="199"/>
                </a:lnTo>
                <a:lnTo>
                  <a:pt x="422" y="197"/>
                </a:lnTo>
                <a:lnTo>
                  <a:pt x="423" y="197"/>
                </a:lnTo>
                <a:lnTo>
                  <a:pt x="423" y="196"/>
                </a:lnTo>
                <a:lnTo>
                  <a:pt x="423" y="195"/>
                </a:lnTo>
                <a:lnTo>
                  <a:pt x="422" y="195"/>
                </a:lnTo>
                <a:lnTo>
                  <a:pt x="422" y="194"/>
                </a:lnTo>
                <a:lnTo>
                  <a:pt x="421" y="194"/>
                </a:lnTo>
                <a:lnTo>
                  <a:pt x="420" y="193"/>
                </a:lnTo>
                <a:lnTo>
                  <a:pt x="420" y="192"/>
                </a:lnTo>
                <a:lnTo>
                  <a:pt x="419" y="192"/>
                </a:lnTo>
                <a:lnTo>
                  <a:pt x="418" y="192"/>
                </a:lnTo>
                <a:lnTo>
                  <a:pt x="418" y="193"/>
                </a:lnTo>
                <a:lnTo>
                  <a:pt x="417" y="193"/>
                </a:lnTo>
                <a:lnTo>
                  <a:pt x="416" y="194"/>
                </a:lnTo>
                <a:lnTo>
                  <a:pt x="415" y="193"/>
                </a:lnTo>
                <a:lnTo>
                  <a:pt x="414" y="192"/>
                </a:lnTo>
                <a:lnTo>
                  <a:pt x="415" y="191"/>
                </a:lnTo>
                <a:lnTo>
                  <a:pt x="416" y="190"/>
                </a:lnTo>
                <a:lnTo>
                  <a:pt x="416" y="189"/>
                </a:lnTo>
                <a:lnTo>
                  <a:pt x="416" y="187"/>
                </a:lnTo>
                <a:lnTo>
                  <a:pt x="415" y="187"/>
                </a:lnTo>
                <a:lnTo>
                  <a:pt x="415" y="186"/>
                </a:lnTo>
                <a:lnTo>
                  <a:pt x="416" y="186"/>
                </a:lnTo>
                <a:lnTo>
                  <a:pt x="416" y="185"/>
                </a:lnTo>
                <a:lnTo>
                  <a:pt x="416" y="184"/>
                </a:lnTo>
                <a:lnTo>
                  <a:pt x="417" y="183"/>
                </a:lnTo>
                <a:lnTo>
                  <a:pt x="418" y="183"/>
                </a:lnTo>
                <a:lnTo>
                  <a:pt x="419" y="183"/>
                </a:lnTo>
                <a:lnTo>
                  <a:pt x="420" y="183"/>
                </a:lnTo>
                <a:lnTo>
                  <a:pt x="420" y="184"/>
                </a:lnTo>
                <a:lnTo>
                  <a:pt x="421" y="184"/>
                </a:lnTo>
                <a:lnTo>
                  <a:pt x="421" y="183"/>
                </a:lnTo>
                <a:lnTo>
                  <a:pt x="421" y="182"/>
                </a:lnTo>
                <a:lnTo>
                  <a:pt x="420" y="182"/>
                </a:lnTo>
                <a:lnTo>
                  <a:pt x="421" y="181"/>
                </a:lnTo>
                <a:lnTo>
                  <a:pt x="421" y="180"/>
                </a:lnTo>
                <a:lnTo>
                  <a:pt x="421" y="179"/>
                </a:lnTo>
                <a:lnTo>
                  <a:pt x="420" y="179"/>
                </a:lnTo>
                <a:lnTo>
                  <a:pt x="420" y="180"/>
                </a:lnTo>
                <a:lnTo>
                  <a:pt x="419" y="181"/>
                </a:lnTo>
                <a:lnTo>
                  <a:pt x="418" y="181"/>
                </a:lnTo>
                <a:lnTo>
                  <a:pt x="417" y="182"/>
                </a:lnTo>
                <a:lnTo>
                  <a:pt x="415" y="182"/>
                </a:lnTo>
                <a:lnTo>
                  <a:pt x="415" y="183"/>
                </a:lnTo>
                <a:lnTo>
                  <a:pt x="414" y="182"/>
                </a:lnTo>
                <a:lnTo>
                  <a:pt x="414" y="181"/>
                </a:lnTo>
                <a:lnTo>
                  <a:pt x="414" y="179"/>
                </a:lnTo>
                <a:lnTo>
                  <a:pt x="415" y="178"/>
                </a:lnTo>
                <a:lnTo>
                  <a:pt x="416" y="177"/>
                </a:lnTo>
                <a:lnTo>
                  <a:pt x="418" y="177"/>
                </a:lnTo>
                <a:lnTo>
                  <a:pt x="420" y="176"/>
                </a:lnTo>
                <a:lnTo>
                  <a:pt x="422" y="175"/>
                </a:lnTo>
                <a:lnTo>
                  <a:pt x="421" y="175"/>
                </a:lnTo>
                <a:lnTo>
                  <a:pt x="420" y="174"/>
                </a:lnTo>
                <a:lnTo>
                  <a:pt x="420" y="175"/>
                </a:lnTo>
                <a:lnTo>
                  <a:pt x="417" y="176"/>
                </a:lnTo>
                <a:lnTo>
                  <a:pt x="417" y="177"/>
                </a:lnTo>
                <a:lnTo>
                  <a:pt x="416" y="176"/>
                </a:lnTo>
                <a:lnTo>
                  <a:pt x="415" y="175"/>
                </a:lnTo>
                <a:lnTo>
                  <a:pt x="416" y="175"/>
                </a:lnTo>
                <a:lnTo>
                  <a:pt x="416" y="174"/>
                </a:lnTo>
                <a:lnTo>
                  <a:pt x="415" y="174"/>
                </a:lnTo>
                <a:lnTo>
                  <a:pt x="415" y="175"/>
                </a:lnTo>
                <a:lnTo>
                  <a:pt x="415" y="176"/>
                </a:lnTo>
                <a:lnTo>
                  <a:pt x="414" y="177"/>
                </a:lnTo>
                <a:lnTo>
                  <a:pt x="414" y="178"/>
                </a:lnTo>
                <a:lnTo>
                  <a:pt x="413" y="179"/>
                </a:lnTo>
                <a:lnTo>
                  <a:pt x="412" y="180"/>
                </a:lnTo>
                <a:lnTo>
                  <a:pt x="411" y="181"/>
                </a:lnTo>
                <a:lnTo>
                  <a:pt x="411" y="182"/>
                </a:lnTo>
                <a:lnTo>
                  <a:pt x="412" y="184"/>
                </a:lnTo>
                <a:lnTo>
                  <a:pt x="413" y="184"/>
                </a:lnTo>
                <a:lnTo>
                  <a:pt x="413" y="185"/>
                </a:lnTo>
                <a:lnTo>
                  <a:pt x="412" y="185"/>
                </a:lnTo>
                <a:lnTo>
                  <a:pt x="412" y="186"/>
                </a:lnTo>
                <a:lnTo>
                  <a:pt x="412" y="187"/>
                </a:lnTo>
                <a:lnTo>
                  <a:pt x="411" y="188"/>
                </a:lnTo>
                <a:lnTo>
                  <a:pt x="410" y="189"/>
                </a:lnTo>
                <a:lnTo>
                  <a:pt x="409" y="189"/>
                </a:lnTo>
                <a:lnTo>
                  <a:pt x="408" y="188"/>
                </a:lnTo>
                <a:lnTo>
                  <a:pt x="408" y="187"/>
                </a:lnTo>
                <a:lnTo>
                  <a:pt x="408" y="186"/>
                </a:lnTo>
                <a:lnTo>
                  <a:pt x="408" y="185"/>
                </a:lnTo>
                <a:lnTo>
                  <a:pt x="407" y="182"/>
                </a:lnTo>
                <a:lnTo>
                  <a:pt x="406" y="181"/>
                </a:lnTo>
                <a:lnTo>
                  <a:pt x="406" y="180"/>
                </a:lnTo>
                <a:lnTo>
                  <a:pt x="405" y="180"/>
                </a:lnTo>
                <a:lnTo>
                  <a:pt x="405" y="179"/>
                </a:lnTo>
                <a:lnTo>
                  <a:pt x="404" y="178"/>
                </a:lnTo>
                <a:lnTo>
                  <a:pt x="403" y="179"/>
                </a:lnTo>
                <a:lnTo>
                  <a:pt x="404" y="180"/>
                </a:lnTo>
                <a:lnTo>
                  <a:pt x="404" y="181"/>
                </a:lnTo>
                <a:lnTo>
                  <a:pt x="404" y="183"/>
                </a:lnTo>
                <a:lnTo>
                  <a:pt x="404" y="184"/>
                </a:lnTo>
                <a:lnTo>
                  <a:pt x="403" y="184"/>
                </a:lnTo>
                <a:lnTo>
                  <a:pt x="403" y="186"/>
                </a:lnTo>
                <a:lnTo>
                  <a:pt x="404" y="186"/>
                </a:lnTo>
                <a:lnTo>
                  <a:pt x="404" y="187"/>
                </a:lnTo>
                <a:lnTo>
                  <a:pt x="403" y="187"/>
                </a:lnTo>
                <a:lnTo>
                  <a:pt x="404" y="187"/>
                </a:lnTo>
                <a:lnTo>
                  <a:pt x="405" y="188"/>
                </a:lnTo>
                <a:lnTo>
                  <a:pt x="405" y="187"/>
                </a:lnTo>
                <a:lnTo>
                  <a:pt x="405" y="188"/>
                </a:lnTo>
                <a:lnTo>
                  <a:pt x="406" y="188"/>
                </a:lnTo>
                <a:lnTo>
                  <a:pt x="406" y="189"/>
                </a:lnTo>
                <a:lnTo>
                  <a:pt x="406" y="188"/>
                </a:lnTo>
                <a:lnTo>
                  <a:pt x="407" y="188"/>
                </a:lnTo>
                <a:lnTo>
                  <a:pt x="408" y="189"/>
                </a:lnTo>
                <a:lnTo>
                  <a:pt x="409" y="189"/>
                </a:lnTo>
                <a:lnTo>
                  <a:pt x="409" y="190"/>
                </a:lnTo>
                <a:lnTo>
                  <a:pt x="408" y="191"/>
                </a:lnTo>
                <a:lnTo>
                  <a:pt x="408" y="192"/>
                </a:lnTo>
                <a:lnTo>
                  <a:pt x="407" y="192"/>
                </a:lnTo>
                <a:lnTo>
                  <a:pt x="406" y="192"/>
                </a:lnTo>
                <a:lnTo>
                  <a:pt x="405" y="192"/>
                </a:lnTo>
                <a:lnTo>
                  <a:pt x="404" y="191"/>
                </a:lnTo>
                <a:lnTo>
                  <a:pt x="403" y="190"/>
                </a:lnTo>
                <a:lnTo>
                  <a:pt x="403" y="189"/>
                </a:lnTo>
                <a:lnTo>
                  <a:pt x="402" y="189"/>
                </a:lnTo>
                <a:lnTo>
                  <a:pt x="401" y="189"/>
                </a:lnTo>
                <a:lnTo>
                  <a:pt x="401" y="188"/>
                </a:lnTo>
                <a:lnTo>
                  <a:pt x="401" y="187"/>
                </a:lnTo>
                <a:lnTo>
                  <a:pt x="401" y="186"/>
                </a:lnTo>
                <a:lnTo>
                  <a:pt x="400" y="186"/>
                </a:lnTo>
                <a:lnTo>
                  <a:pt x="399" y="186"/>
                </a:lnTo>
                <a:lnTo>
                  <a:pt x="397" y="186"/>
                </a:lnTo>
                <a:lnTo>
                  <a:pt x="396" y="186"/>
                </a:lnTo>
                <a:lnTo>
                  <a:pt x="396" y="185"/>
                </a:lnTo>
                <a:lnTo>
                  <a:pt x="397" y="184"/>
                </a:lnTo>
                <a:lnTo>
                  <a:pt x="397" y="183"/>
                </a:lnTo>
                <a:lnTo>
                  <a:pt x="397" y="181"/>
                </a:lnTo>
                <a:lnTo>
                  <a:pt x="396" y="181"/>
                </a:lnTo>
                <a:lnTo>
                  <a:pt x="395" y="182"/>
                </a:lnTo>
                <a:lnTo>
                  <a:pt x="394" y="183"/>
                </a:lnTo>
                <a:lnTo>
                  <a:pt x="393" y="183"/>
                </a:lnTo>
                <a:lnTo>
                  <a:pt x="393" y="182"/>
                </a:lnTo>
                <a:lnTo>
                  <a:pt x="392" y="182"/>
                </a:lnTo>
                <a:lnTo>
                  <a:pt x="392" y="181"/>
                </a:lnTo>
                <a:lnTo>
                  <a:pt x="391" y="181"/>
                </a:lnTo>
                <a:lnTo>
                  <a:pt x="392" y="182"/>
                </a:lnTo>
                <a:lnTo>
                  <a:pt x="392" y="183"/>
                </a:lnTo>
                <a:lnTo>
                  <a:pt x="392" y="184"/>
                </a:lnTo>
                <a:lnTo>
                  <a:pt x="391" y="185"/>
                </a:lnTo>
                <a:lnTo>
                  <a:pt x="390" y="186"/>
                </a:lnTo>
                <a:lnTo>
                  <a:pt x="390" y="185"/>
                </a:lnTo>
                <a:lnTo>
                  <a:pt x="390" y="187"/>
                </a:lnTo>
                <a:lnTo>
                  <a:pt x="391" y="187"/>
                </a:lnTo>
                <a:lnTo>
                  <a:pt x="390" y="187"/>
                </a:lnTo>
                <a:lnTo>
                  <a:pt x="390" y="188"/>
                </a:lnTo>
                <a:lnTo>
                  <a:pt x="391" y="188"/>
                </a:lnTo>
                <a:lnTo>
                  <a:pt x="392" y="188"/>
                </a:lnTo>
                <a:lnTo>
                  <a:pt x="394" y="187"/>
                </a:lnTo>
                <a:lnTo>
                  <a:pt x="395" y="187"/>
                </a:lnTo>
                <a:lnTo>
                  <a:pt x="395" y="188"/>
                </a:lnTo>
                <a:lnTo>
                  <a:pt x="396" y="187"/>
                </a:lnTo>
                <a:lnTo>
                  <a:pt x="397" y="187"/>
                </a:lnTo>
                <a:lnTo>
                  <a:pt x="398" y="187"/>
                </a:lnTo>
                <a:lnTo>
                  <a:pt x="398" y="188"/>
                </a:lnTo>
                <a:lnTo>
                  <a:pt x="398" y="189"/>
                </a:lnTo>
                <a:lnTo>
                  <a:pt x="399" y="189"/>
                </a:lnTo>
                <a:lnTo>
                  <a:pt x="398" y="189"/>
                </a:lnTo>
                <a:lnTo>
                  <a:pt x="398" y="190"/>
                </a:lnTo>
                <a:lnTo>
                  <a:pt x="397" y="190"/>
                </a:lnTo>
                <a:lnTo>
                  <a:pt x="397" y="191"/>
                </a:lnTo>
                <a:lnTo>
                  <a:pt x="397" y="190"/>
                </a:lnTo>
                <a:lnTo>
                  <a:pt x="397" y="189"/>
                </a:lnTo>
                <a:lnTo>
                  <a:pt x="397" y="190"/>
                </a:lnTo>
                <a:lnTo>
                  <a:pt x="397" y="191"/>
                </a:lnTo>
                <a:lnTo>
                  <a:pt x="397" y="192"/>
                </a:lnTo>
                <a:lnTo>
                  <a:pt x="396" y="191"/>
                </a:lnTo>
                <a:lnTo>
                  <a:pt x="395" y="191"/>
                </a:lnTo>
                <a:lnTo>
                  <a:pt x="395" y="190"/>
                </a:lnTo>
                <a:lnTo>
                  <a:pt x="394" y="190"/>
                </a:lnTo>
                <a:lnTo>
                  <a:pt x="394" y="191"/>
                </a:lnTo>
                <a:lnTo>
                  <a:pt x="395" y="191"/>
                </a:lnTo>
                <a:lnTo>
                  <a:pt x="396" y="191"/>
                </a:lnTo>
                <a:lnTo>
                  <a:pt x="396" y="192"/>
                </a:lnTo>
                <a:lnTo>
                  <a:pt x="397" y="192"/>
                </a:lnTo>
                <a:lnTo>
                  <a:pt x="397" y="193"/>
                </a:lnTo>
                <a:lnTo>
                  <a:pt x="398" y="193"/>
                </a:lnTo>
                <a:lnTo>
                  <a:pt x="398" y="194"/>
                </a:lnTo>
                <a:lnTo>
                  <a:pt x="398" y="195"/>
                </a:lnTo>
                <a:lnTo>
                  <a:pt x="397" y="195"/>
                </a:lnTo>
                <a:lnTo>
                  <a:pt x="397" y="194"/>
                </a:lnTo>
                <a:lnTo>
                  <a:pt x="396" y="194"/>
                </a:lnTo>
                <a:lnTo>
                  <a:pt x="396" y="195"/>
                </a:lnTo>
                <a:lnTo>
                  <a:pt x="396" y="194"/>
                </a:lnTo>
                <a:lnTo>
                  <a:pt x="395" y="194"/>
                </a:lnTo>
                <a:lnTo>
                  <a:pt x="396" y="195"/>
                </a:lnTo>
                <a:lnTo>
                  <a:pt x="395" y="195"/>
                </a:lnTo>
                <a:lnTo>
                  <a:pt x="395" y="196"/>
                </a:lnTo>
                <a:lnTo>
                  <a:pt x="396" y="196"/>
                </a:lnTo>
                <a:lnTo>
                  <a:pt x="397" y="196"/>
                </a:lnTo>
                <a:lnTo>
                  <a:pt x="396" y="198"/>
                </a:lnTo>
                <a:lnTo>
                  <a:pt x="395" y="199"/>
                </a:lnTo>
                <a:lnTo>
                  <a:pt x="394" y="198"/>
                </a:lnTo>
                <a:lnTo>
                  <a:pt x="393" y="198"/>
                </a:lnTo>
                <a:lnTo>
                  <a:pt x="392" y="199"/>
                </a:lnTo>
                <a:lnTo>
                  <a:pt x="392" y="200"/>
                </a:lnTo>
                <a:lnTo>
                  <a:pt x="391" y="200"/>
                </a:lnTo>
                <a:lnTo>
                  <a:pt x="390" y="201"/>
                </a:lnTo>
                <a:lnTo>
                  <a:pt x="390" y="203"/>
                </a:lnTo>
                <a:lnTo>
                  <a:pt x="391" y="203"/>
                </a:lnTo>
                <a:lnTo>
                  <a:pt x="392" y="204"/>
                </a:lnTo>
                <a:lnTo>
                  <a:pt x="393" y="204"/>
                </a:lnTo>
                <a:lnTo>
                  <a:pt x="394" y="205"/>
                </a:lnTo>
                <a:lnTo>
                  <a:pt x="394" y="206"/>
                </a:lnTo>
                <a:lnTo>
                  <a:pt x="395" y="207"/>
                </a:lnTo>
                <a:lnTo>
                  <a:pt x="395" y="208"/>
                </a:lnTo>
                <a:lnTo>
                  <a:pt x="394" y="208"/>
                </a:lnTo>
                <a:lnTo>
                  <a:pt x="394" y="209"/>
                </a:lnTo>
                <a:lnTo>
                  <a:pt x="395" y="209"/>
                </a:lnTo>
                <a:lnTo>
                  <a:pt x="395" y="210"/>
                </a:lnTo>
                <a:lnTo>
                  <a:pt x="395" y="209"/>
                </a:lnTo>
                <a:lnTo>
                  <a:pt x="394" y="209"/>
                </a:lnTo>
                <a:lnTo>
                  <a:pt x="395" y="208"/>
                </a:lnTo>
                <a:lnTo>
                  <a:pt x="395" y="207"/>
                </a:lnTo>
                <a:lnTo>
                  <a:pt x="396" y="206"/>
                </a:lnTo>
                <a:lnTo>
                  <a:pt x="397" y="205"/>
                </a:lnTo>
                <a:lnTo>
                  <a:pt x="398" y="205"/>
                </a:lnTo>
                <a:lnTo>
                  <a:pt x="400" y="204"/>
                </a:lnTo>
                <a:lnTo>
                  <a:pt x="401" y="204"/>
                </a:lnTo>
                <a:lnTo>
                  <a:pt x="401" y="203"/>
                </a:lnTo>
                <a:lnTo>
                  <a:pt x="402" y="202"/>
                </a:lnTo>
                <a:lnTo>
                  <a:pt x="402" y="203"/>
                </a:lnTo>
                <a:lnTo>
                  <a:pt x="403" y="203"/>
                </a:lnTo>
                <a:lnTo>
                  <a:pt x="405" y="203"/>
                </a:lnTo>
                <a:lnTo>
                  <a:pt x="406" y="203"/>
                </a:lnTo>
                <a:lnTo>
                  <a:pt x="407" y="203"/>
                </a:lnTo>
                <a:lnTo>
                  <a:pt x="408" y="203"/>
                </a:lnTo>
                <a:lnTo>
                  <a:pt x="409" y="203"/>
                </a:lnTo>
                <a:lnTo>
                  <a:pt x="409" y="204"/>
                </a:lnTo>
                <a:lnTo>
                  <a:pt x="410" y="205"/>
                </a:lnTo>
                <a:lnTo>
                  <a:pt x="411" y="205"/>
                </a:lnTo>
                <a:lnTo>
                  <a:pt x="412" y="206"/>
                </a:lnTo>
                <a:lnTo>
                  <a:pt x="413" y="207"/>
                </a:lnTo>
                <a:lnTo>
                  <a:pt x="414" y="207"/>
                </a:lnTo>
                <a:lnTo>
                  <a:pt x="414" y="208"/>
                </a:lnTo>
                <a:lnTo>
                  <a:pt x="414" y="209"/>
                </a:lnTo>
                <a:lnTo>
                  <a:pt x="415" y="210"/>
                </a:lnTo>
                <a:lnTo>
                  <a:pt x="415" y="211"/>
                </a:lnTo>
                <a:lnTo>
                  <a:pt x="415" y="210"/>
                </a:lnTo>
                <a:lnTo>
                  <a:pt x="414" y="210"/>
                </a:lnTo>
                <a:lnTo>
                  <a:pt x="413" y="209"/>
                </a:lnTo>
                <a:lnTo>
                  <a:pt x="412" y="210"/>
                </a:lnTo>
                <a:lnTo>
                  <a:pt x="411" y="211"/>
                </a:lnTo>
                <a:lnTo>
                  <a:pt x="412" y="211"/>
                </a:lnTo>
                <a:lnTo>
                  <a:pt x="413" y="211"/>
                </a:lnTo>
                <a:lnTo>
                  <a:pt x="414" y="212"/>
                </a:lnTo>
                <a:lnTo>
                  <a:pt x="413" y="213"/>
                </a:lnTo>
                <a:lnTo>
                  <a:pt x="413" y="214"/>
                </a:lnTo>
                <a:lnTo>
                  <a:pt x="414" y="214"/>
                </a:lnTo>
                <a:lnTo>
                  <a:pt x="413" y="214"/>
                </a:lnTo>
                <a:lnTo>
                  <a:pt x="412" y="215"/>
                </a:lnTo>
                <a:lnTo>
                  <a:pt x="413" y="215"/>
                </a:lnTo>
                <a:lnTo>
                  <a:pt x="415" y="214"/>
                </a:lnTo>
                <a:lnTo>
                  <a:pt x="415" y="215"/>
                </a:lnTo>
                <a:lnTo>
                  <a:pt x="414" y="215"/>
                </a:lnTo>
                <a:lnTo>
                  <a:pt x="415" y="215"/>
                </a:lnTo>
                <a:lnTo>
                  <a:pt x="416" y="215"/>
                </a:lnTo>
                <a:lnTo>
                  <a:pt x="416" y="216"/>
                </a:lnTo>
                <a:lnTo>
                  <a:pt x="415" y="216"/>
                </a:lnTo>
                <a:lnTo>
                  <a:pt x="414" y="216"/>
                </a:lnTo>
                <a:lnTo>
                  <a:pt x="413" y="217"/>
                </a:lnTo>
                <a:lnTo>
                  <a:pt x="415" y="217"/>
                </a:lnTo>
                <a:lnTo>
                  <a:pt x="415" y="218"/>
                </a:lnTo>
                <a:lnTo>
                  <a:pt x="416" y="217"/>
                </a:lnTo>
                <a:lnTo>
                  <a:pt x="416" y="218"/>
                </a:lnTo>
                <a:lnTo>
                  <a:pt x="416" y="219"/>
                </a:lnTo>
                <a:lnTo>
                  <a:pt x="415" y="220"/>
                </a:lnTo>
                <a:lnTo>
                  <a:pt x="416" y="220"/>
                </a:lnTo>
                <a:lnTo>
                  <a:pt x="417" y="219"/>
                </a:lnTo>
                <a:lnTo>
                  <a:pt x="417" y="220"/>
                </a:lnTo>
                <a:lnTo>
                  <a:pt x="416" y="221"/>
                </a:lnTo>
                <a:lnTo>
                  <a:pt x="416" y="222"/>
                </a:lnTo>
                <a:lnTo>
                  <a:pt x="417" y="222"/>
                </a:lnTo>
                <a:lnTo>
                  <a:pt x="417" y="221"/>
                </a:lnTo>
                <a:lnTo>
                  <a:pt x="417" y="222"/>
                </a:lnTo>
                <a:lnTo>
                  <a:pt x="418" y="222"/>
                </a:lnTo>
                <a:lnTo>
                  <a:pt x="417" y="223"/>
                </a:lnTo>
                <a:lnTo>
                  <a:pt x="418" y="223"/>
                </a:lnTo>
                <a:lnTo>
                  <a:pt x="418" y="222"/>
                </a:lnTo>
                <a:lnTo>
                  <a:pt x="419" y="223"/>
                </a:lnTo>
                <a:lnTo>
                  <a:pt x="418" y="223"/>
                </a:lnTo>
                <a:lnTo>
                  <a:pt x="417" y="224"/>
                </a:lnTo>
                <a:lnTo>
                  <a:pt x="416" y="224"/>
                </a:lnTo>
                <a:lnTo>
                  <a:pt x="415" y="224"/>
                </a:lnTo>
                <a:lnTo>
                  <a:pt x="415" y="225"/>
                </a:lnTo>
                <a:lnTo>
                  <a:pt x="415" y="226"/>
                </a:lnTo>
                <a:lnTo>
                  <a:pt x="414" y="226"/>
                </a:lnTo>
                <a:lnTo>
                  <a:pt x="415" y="226"/>
                </a:lnTo>
                <a:lnTo>
                  <a:pt x="415" y="227"/>
                </a:lnTo>
                <a:lnTo>
                  <a:pt x="414" y="227"/>
                </a:lnTo>
                <a:lnTo>
                  <a:pt x="413" y="227"/>
                </a:lnTo>
                <a:lnTo>
                  <a:pt x="412" y="227"/>
                </a:lnTo>
                <a:lnTo>
                  <a:pt x="412" y="228"/>
                </a:lnTo>
                <a:lnTo>
                  <a:pt x="411" y="227"/>
                </a:lnTo>
                <a:lnTo>
                  <a:pt x="412" y="226"/>
                </a:lnTo>
                <a:lnTo>
                  <a:pt x="413" y="225"/>
                </a:lnTo>
                <a:lnTo>
                  <a:pt x="413" y="224"/>
                </a:lnTo>
                <a:lnTo>
                  <a:pt x="411" y="223"/>
                </a:lnTo>
                <a:lnTo>
                  <a:pt x="410" y="222"/>
                </a:lnTo>
                <a:lnTo>
                  <a:pt x="409" y="222"/>
                </a:lnTo>
                <a:lnTo>
                  <a:pt x="409" y="223"/>
                </a:lnTo>
                <a:lnTo>
                  <a:pt x="408" y="223"/>
                </a:lnTo>
                <a:lnTo>
                  <a:pt x="407" y="223"/>
                </a:lnTo>
                <a:lnTo>
                  <a:pt x="405" y="222"/>
                </a:lnTo>
                <a:lnTo>
                  <a:pt x="404" y="221"/>
                </a:lnTo>
                <a:lnTo>
                  <a:pt x="403" y="220"/>
                </a:lnTo>
                <a:lnTo>
                  <a:pt x="402" y="220"/>
                </a:lnTo>
                <a:lnTo>
                  <a:pt x="400" y="219"/>
                </a:lnTo>
                <a:lnTo>
                  <a:pt x="399" y="219"/>
                </a:lnTo>
                <a:lnTo>
                  <a:pt x="398" y="219"/>
                </a:lnTo>
                <a:lnTo>
                  <a:pt x="397" y="220"/>
                </a:lnTo>
                <a:lnTo>
                  <a:pt x="396" y="221"/>
                </a:lnTo>
                <a:lnTo>
                  <a:pt x="397" y="223"/>
                </a:lnTo>
                <a:lnTo>
                  <a:pt x="397" y="224"/>
                </a:lnTo>
                <a:lnTo>
                  <a:pt x="398" y="224"/>
                </a:lnTo>
                <a:lnTo>
                  <a:pt x="399" y="223"/>
                </a:lnTo>
                <a:lnTo>
                  <a:pt x="400" y="223"/>
                </a:lnTo>
                <a:lnTo>
                  <a:pt x="400" y="224"/>
                </a:lnTo>
                <a:lnTo>
                  <a:pt x="401" y="226"/>
                </a:lnTo>
                <a:lnTo>
                  <a:pt x="401" y="227"/>
                </a:lnTo>
                <a:lnTo>
                  <a:pt x="401" y="228"/>
                </a:lnTo>
                <a:lnTo>
                  <a:pt x="401" y="229"/>
                </a:lnTo>
                <a:lnTo>
                  <a:pt x="400" y="229"/>
                </a:lnTo>
                <a:lnTo>
                  <a:pt x="400" y="231"/>
                </a:lnTo>
                <a:lnTo>
                  <a:pt x="401" y="231"/>
                </a:lnTo>
                <a:lnTo>
                  <a:pt x="402" y="231"/>
                </a:lnTo>
                <a:lnTo>
                  <a:pt x="401" y="233"/>
                </a:lnTo>
                <a:lnTo>
                  <a:pt x="402" y="234"/>
                </a:lnTo>
                <a:lnTo>
                  <a:pt x="402" y="235"/>
                </a:lnTo>
                <a:lnTo>
                  <a:pt x="404" y="235"/>
                </a:lnTo>
                <a:lnTo>
                  <a:pt x="405" y="235"/>
                </a:lnTo>
                <a:lnTo>
                  <a:pt x="406" y="234"/>
                </a:lnTo>
                <a:lnTo>
                  <a:pt x="407" y="234"/>
                </a:lnTo>
                <a:lnTo>
                  <a:pt x="408" y="234"/>
                </a:lnTo>
                <a:lnTo>
                  <a:pt x="408" y="233"/>
                </a:lnTo>
                <a:lnTo>
                  <a:pt x="409" y="233"/>
                </a:lnTo>
                <a:lnTo>
                  <a:pt x="409" y="234"/>
                </a:lnTo>
                <a:lnTo>
                  <a:pt x="408" y="234"/>
                </a:lnTo>
                <a:lnTo>
                  <a:pt x="409" y="234"/>
                </a:lnTo>
                <a:lnTo>
                  <a:pt x="410" y="234"/>
                </a:lnTo>
                <a:lnTo>
                  <a:pt x="410" y="233"/>
                </a:lnTo>
                <a:lnTo>
                  <a:pt x="410" y="232"/>
                </a:lnTo>
                <a:lnTo>
                  <a:pt x="411" y="231"/>
                </a:lnTo>
                <a:lnTo>
                  <a:pt x="412" y="231"/>
                </a:lnTo>
                <a:lnTo>
                  <a:pt x="413" y="231"/>
                </a:lnTo>
                <a:lnTo>
                  <a:pt x="413" y="232"/>
                </a:lnTo>
                <a:lnTo>
                  <a:pt x="414" y="231"/>
                </a:lnTo>
                <a:lnTo>
                  <a:pt x="413" y="230"/>
                </a:lnTo>
                <a:lnTo>
                  <a:pt x="414" y="230"/>
                </a:lnTo>
                <a:lnTo>
                  <a:pt x="414" y="229"/>
                </a:lnTo>
                <a:lnTo>
                  <a:pt x="415" y="229"/>
                </a:lnTo>
                <a:lnTo>
                  <a:pt x="415" y="228"/>
                </a:lnTo>
                <a:lnTo>
                  <a:pt x="416" y="228"/>
                </a:lnTo>
                <a:lnTo>
                  <a:pt x="417" y="227"/>
                </a:lnTo>
                <a:lnTo>
                  <a:pt x="417" y="226"/>
                </a:lnTo>
                <a:lnTo>
                  <a:pt x="418" y="226"/>
                </a:lnTo>
                <a:lnTo>
                  <a:pt x="419" y="226"/>
                </a:lnTo>
                <a:lnTo>
                  <a:pt x="419" y="227"/>
                </a:lnTo>
                <a:lnTo>
                  <a:pt x="420" y="227"/>
                </a:lnTo>
                <a:lnTo>
                  <a:pt x="420" y="228"/>
                </a:lnTo>
                <a:lnTo>
                  <a:pt x="421" y="228"/>
                </a:lnTo>
                <a:lnTo>
                  <a:pt x="422" y="229"/>
                </a:lnTo>
                <a:lnTo>
                  <a:pt x="421" y="229"/>
                </a:lnTo>
                <a:lnTo>
                  <a:pt x="420" y="230"/>
                </a:lnTo>
                <a:lnTo>
                  <a:pt x="420" y="231"/>
                </a:lnTo>
                <a:lnTo>
                  <a:pt x="421" y="231"/>
                </a:lnTo>
                <a:lnTo>
                  <a:pt x="422" y="230"/>
                </a:lnTo>
                <a:lnTo>
                  <a:pt x="422" y="231"/>
                </a:lnTo>
                <a:lnTo>
                  <a:pt x="423" y="232"/>
                </a:lnTo>
                <a:lnTo>
                  <a:pt x="423" y="233"/>
                </a:lnTo>
                <a:lnTo>
                  <a:pt x="422" y="233"/>
                </a:lnTo>
                <a:lnTo>
                  <a:pt x="421" y="233"/>
                </a:lnTo>
                <a:lnTo>
                  <a:pt x="421" y="234"/>
                </a:lnTo>
                <a:lnTo>
                  <a:pt x="422" y="234"/>
                </a:lnTo>
                <a:lnTo>
                  <a:pt x="422" y="235"/>
                </a:lnTo>
                <a:lnTo>
                  <a:pt x="423" y="235"/>
                </a:lnTo>
                <a:lnTo>
                  <a:pt x="424" y="235"/>
                </a:lnTo>
                <a:lnTo>
                  <a:pt x="425" y="234"/>
                </a:lnTo>
                <a:lnTo>
                  <a:pt x="426" y="234"/>
                </a:lnTo>
                <a:lnTo>
                  <a:pt x="426" y="235"/>
                </a:lnTo>
                <a:lnTo>
                  <a:pt x="425" y="235"/>
                </a:lnTo>
                <a:lnTo>
                  <a:pt x="426" y="235"/>
                </a:lnTo>
                <a:lnTo>
                  <a:pt x="427" y="235"/>
                </a:lnTo>
                <a:lnTo>
                  <a:pt x="427" y="234"/>
                </a:lnTo>
                <a:lnTo>
                  <a:pt x="428" y="234"/>
                </a:lnTo>
                <a:lnTo>
                  <a:pt x="429" y="233"/>
                </a:lnTo>
                <a:lnTo>
                  <a:pt x="431" y="232"/>
                </a:lnTo>
                <a:lnTo>
                  <a:pt x="432" y="232"/>
                </a:lnTo>
                <a:lnTo>
                  <a:pt x="431" y="232"/>
                </a:lnTo>
                <a:lnTo>
                  <a:pt x="431" y="233"/>
                </a:lnTo>
                <a:lnTo>
                  <a:pt x="431" y="234"/>
                </a:lnTo>
                <a:lnTo>
                  <a:pt x="430" y="234"/>
                </a:lnTo>
                <a:lnTo>
                  <a:pt x="429" y="236"/>
                </a:lnTo>
                <a:lnTo>
                  <a:pt x="428" y="236"/>
                </a:lnTo>
                <a:lnTo>
                  <a:pt x="427" y="236"/>
                </a:lnTo>
                <a:lnTo>
                  <a:pt x="427" y="237"/>
                </a:lnTo>
                <a:lnTo>
                  <a:pt x="426" y="237"/>
                </a:lnTo>
                <a:lnTo>
                  <a:pt x="426" y="238"/>
                </a:lnTo>
                <a:lnTo>
                  <a:pt x="427" y="238"/>
                </a:lnTo>
                <a:lnTo>
                  <a:pt x="427" y="239"/>
                </a:lnTo>
                <a:lnTo>
                  <a:pt x="426" y="239"/>
                </a:lnTo>
                <a:lnTo>
                  <a:pt x="425" y="239"/>
                </a:lnTo>
                <a:lnTo>
                  <a:pt x="424" y="239"/>
                </a:lnTo>
                <a:lnTo>
                  <a:pt x="424" y="238"/>
                </a:lnTo>
                <a:lnTo>
                  <a:pt x="423" y="239"/>
                </a:lnTo>
                <a:lnTo>
                  <a:pt x="422" y="239"/>
                </a:lnTo>
                <a:lnTo>
                  <a:pt x="422" y="238"/>
                </a:lnTo>
                <a:lnTo>
                  <a:pt x="422" y="237"/>
                </a:lnTo>
                <a:lnTo>
                  <a:pt x="421" y="238"/>
                </a:lnTo>
                <a:lnTo>
                  <a:pt x="421" y="237"/>
                </a:lnTo>
                <a:lnTo>
                  <a:pt x="420" y="236"/>
                </a:lnTo>
                <a:lnTo>
                  <a:pt x="420" y="237"/>
                </a:lnTo>
                <a:lnTo>
                  <a:pt x="419" y="237"/>
                </a:lnTo>
                <a:lnTo>
                  <a:pt x="418" y="237"/>
                </a:lnTo>
                <a:lnTo>
                  <a:pt x="417" y="238"/>
                </a:lnTo>
                <a:lnTo>
                  <a:pt x="415" y="239"/>
                </a:lnTo>
                <a:lnTo>
                  <a:pt x="414" y="239"/>
                </a:lnTo>
                <a:lnTo>
                  <a:pt x="414" y="240"/>
                </a:lnTo>
                <a:lnTo>
                  <a:pt x="415" y="241"/>
                </a:lnTo>
                <a:lnTo>
                  <a:pt x="416" y="241"/>
                </a:lnTo>
                <a:lnTo>
                  <a:pt x="417" y="241"/>
                </a:lnTo>
                <a:lnTo>
                  <a:pt x="417" y="242"/>
                </a:lnTo>
                <a:lnTo>
                  <a:pt x="415" y="243"/>
                </a:lnTo>
                <a:lnTo>
                  <a:pt x="414" y="243"/>
                </a:lnTo>
                <a:lnTo>
                  <a:pt x="414" y="242"/>
                </a:lnTo>
                <a:lnTo>
                  <a:pt x="414" y="241"/>
                </a:lnTo>
                <a:lnTo>
                  <a:pt x="412" y="240"/>
                </a:lnTo>
                <a:lnTo>
                  <a:pt x="411" y="241"/>
                </a:lnTo>
                <a:lnTo>
                  <a:pt x="410" y="241"/>
                </a:lnTo>
                <a:lnTo>
                  <a:pt x="411" y="242"/>
                </a:lnTo>
                <a:lnTo>
                  <a:pt x="410" y="242"/>
                </a:lnTo>
                <a:lnTo>
                  <a:pt x="408" y="243"/>
                </a:lnTo>
                <a:lnTo>
                  <a:pt x="407" y="243"/>
                </a:lnTo>
                <a:lnTo>
                  <a:pt x="406" y="243"/>
                </a:lnTo>
                <a:lnTo>
                  <a:pt x="404" y="243"/>
                </a:lnTo>
                <a:lnTo>
                  <a:pt x="403" y="243"/>
                </a:lnTo>
                <a:lnTo>
                  <a:pt x="402" y="244"/>
                </a:lnTo>
                <a:lnTo>
                  <a:pt x="400" y="244"/>
                </a:lnTo>
                <a:lnTo>
                  <a:pt x="399" y="244"/>
                </a:lnTo>
                <a:lnTo>
                  <a:pt x="398" y="244"/>
                </a:lnTo>
                <a:lnTo>
                  <a:pt x="397" y="245"/>
                </a:lnTo>
                <a:lnTo>
                  <a:pt x="398" y="246"/>
                </a:lnTo>
                <a:lnTo>
                  <a:pt x="399" y="246"/>
                </a:lnTo>
                <a:lnTo>
                  <a:pt x="399" y="245"/>
                </a:lnTo>
                <a:lnTo>
                  <a:pt x="400" y="246"/>
                </a:lnTo>
                <a:lnTo>
                  <a:pt x="401" y="246"/>
                </a:lnTo>
                <a:lnTo>
                  <a:pt x="400" y="247"/>
                </a:lnTo>
                <a:lnTo>
                  <a:pt x="401" y="247"/>
                </a:lnTo>
                <a:lnTo>
                  <a:pt x="402" y="248"/>
                </a:lnTo>
                <a:lnTo>
                  <a:pt x="402" y="249"/>
                </a:lnTo>
                <a:lnTo>
                  <a:pt x="401" y="249"/>
                </a:lnTo>
                <a:lnTo>
                  <a:pt x="400" y="250"/>
                </a:lnTo>
                <a:lnTo>
                  <a:pt x="400" y="251"/>
                </a:lnTo>
                <a:lnTo>
                  <a:pt x="401" y="251"/>
                </a:lnTo>
                <a:lnTo>
                  <a:pt x="400" y="252"/>
                </a:lnTo>
                <a:lnTo>
                  <a:pt x="399" y="252"/>
                </a:lnTo>
                <a:lnTo>
                  <a:pt x="398" y="252"/>
                </a:lnTo>
                <a:lnTo>
                  <a:pt x="398" y="253"/>
                </a:lnTo>
                <a:lnTo>
                  <a:pt x="397" y="254"/>
                </a:lnTo>
                <a:lnTo>
                  <a:pt x="397" y="255"/>
                </a:lnTo>
                <a:lnTo>
                  <a:pt x="396" y="255"/>
                </a:lnTo>
                <a:lnTo>
                  <a:pt x="395" y="255"/>
                </a:lnTo>
                <a:lnTo>
                  <a:pt x="395" y="256"/>
                </a:lnTo>
                <a:lnTo>
                  <a:pt x="394" y="256"/>
                </a:lnTo>
                <a:lnTo>
                  <a:pt x="394" y="258"/>
                </a:lnTo>
                <a:lnTo>
                  <a:pt x="395" y="259"/>
                </a:lnTo>
                <a:lnTo>
                  <a:pt x="395" y="260"/>
                </a:lnTo>
                <a:lnTo>
                  <a:pt x="394" y="260"/>
                </a:lnTo>
                <a:lnTo>
                  <a:pt x="393" y="260"/>
                </a:lnTo>
                <a:lnTo>
                  <a:pt x="392" y="260"/>
                </a:lnTo>
                <a:lnTo>
                  <a:pt x="391" y="260"/>
                </a:lnTo>
                <a:lnTo>
                  <a:pt x="390" y="261"/>
                </a:lnTo>
                <a:lnTo>
                  <a:pt x="389" y="262"/>
                </a:lnTo>
                <a:lnTo>
                  <a:pt x="389" y="263"/>
                </a:lnTo>
                <a:lnTo>
                  <a:pt x="387" y="266"/>
                </a:lnTo>
                <a:lnTo>
                  <a:pt x="386" y="267"/>
                </a:lnTo>
                <a:lnTo>
                  <a:pt x="385" y="268"/>
                </a:lnTo>
                <a:lnTo>
                  <a:pt x="385" y="269"/>
                </a:lnTo>
                <a:lnTo>
                  <a:pt x="384" y="271"/>
                </a:lnTo>
                <a:lnTo>
                  <a:pt x="384" y="273"/>
                </a:lnTo>
                <a:lnTo>
                  <a:pt x="382" y="274"/>
                </a:lnTo>
                <a:lnTo>
                  <a:pt x="382" y="275"/>
                </a:lnTo>
                <a:lnTo>
                  <a:pt x="383" y="275"/>
                </a:lnTo>
                <a:lnTo>
                  <a:pt x="384" y="275"/>
                </a:lnTo>
                <a:lnTo>
                  <a:pt x="384" y="274"/>
                </a:lnTo>
                <a:lnTo>
                  <a:pt x="384" y="273"/>
                </a:lnTo>
                <a:lnTo>
                  <a:pt x="385" y="273"/>
                </a:lnTo>
                <a:lnTo>
                  <a:pt x="385" y="272"/>
                </a:lnTo>
                <a:lnTo>
                  <a:pt x="385" y="271"/>
                </a:lnTo>
                <a:lnTo>
                  <a:pt x="386" y="270"/>
                </a:lnTo>
                <a:lnTo>
                  <a:pt x="386" y="269"/>
                </a:lnTo>
                <a:lnTo>
                  <a:pt x="387" y="268"/>
                </a:lnTo>
                <a:lnTo>
                  <a:pt x="388" y="268"/>
                </a:lnTo>
                <a:lnTo>
                  <a:pt x="389" y="268"/>
                </a:lnTo>
                <a:lnTo>
                  <a:pt x="390" y="270"/>
                </a:lnTo>
                <a:lnTo>
                  <a:pt x="392" y="271"/>
                </a:lnTo>
                <a:lnTo>
                  <a:pt x="393" y="271"/>
                </a:lnTo>
                <a:lnTo>
                  <a:pt x="394" y="271"/>
                </a:lnTo>
                <a:lnTo>
                  <a:pt x="395" y="271"/>
                </a:lnTo>
                <a:lnTo>
                  <a:pt x="396" y="271"/>
                </a:lnTo>
                <a:lnTo>
                  <a:pt x="396" y="272"/>
                </a:lnTo>
                <a:lnTo>
                  <a:pt x="396" y="273"/>
                </a:lnTo>
                <a:lnTo>
                  <a:pt x="397" y="273"/>
                </a:lnTo>
                <a:lnTo>
                  <a:pt x="402" y="275"/>
                </a:lnTo>
                <a:lnTo>
                  <a:pt x="402" y="274"/>
                </a:lnTo>
                <a:lnTo>
                  <a:pt x="403" y="274"/>
                </a:lnTo>
                <a:lnTo>
                  <a:pt x="404" y="273"/>
                </a:lnTo>
                <a:lnTo>
                  <a:pt x="405" y="273"/>
                </a:lnTo>
                <a:lnTo>
                  <a:pt x="405" y="274"/>
                </a:lnTo>
                <a:lnTo>
                  <a:pt x="406" y="274"/>
                </a:lnTo>
                <a:lnTo>
                  <a:pt x="407" y="275"/>
                </a:lnTo>
                <a:lnTo>
                  <a:pt x="407" y="276"/>
                </a:lnTo>
                <a:lnTo>
                  <a:pt x="406" y="279"/>
                </a:lnTo>
                <a:lnTo>
                  <a:pt x="405" y="281"/>
                </a:lnTo>
                <a:lnTo>
                  <a:pt x="404" y="282"/>
                </a:lnTo>
                <a:lnTo>
                  <a:pt x="404" y="283"/>
                </a:lnTo>
                <a:lnTo>
                  <a:pt x="403" y="286"/>
                </a:lnTo>
                <a:lnTo>
                  <a:pt x="403" y="287"/>
                </a:lnTo>
                <a:lnTo>
                  <a:pt x="402" y="287"/>
                </a:lnTo>
                <a:lnTo>
                  <a:pt x="400" y="287"/>
                </a:lnTo>
                <a:lnTo>
                  <a:pt x="399" y="288"/>
                </a:lnTo>
                <a:lnTo>
                  <a:pt x="398" y="288"/>
                </a:lnTo>
                <a:lnTo>
                  <a:pt x="397" y="288"/>
                </a:lnTo>
                <a:lnTo>
                  <a:pt x="397" y="290"/>
                </a:lnTo>
                <a:lnTo>
                  <a:pt x="396" y="291"/>
                </a:lnTo>
                <a:lnTo>
                  <a:pt x="396" y="293"/>
                </a:lnTo>
                <a:lnTo>
                  <a:pt x="396" y="294"/>
                </a:lnTo>
                <a:lnTo>
                  <a:pt x="396" y="295"/>
                </a:lnTo>
                <a:lnTo>
                  <a:pt x="395" y="297"/>
                </a:lnTo>
                <a:lnTo>
                  <a:pt x="396" y="299"/>
                </a:lnTo>
                <a:lnTo>
                  <a:pt x="396" y="300"/>
                </a:lnTo>
                <a:lnTo>
                  <a:pt x="396" y="302"/>
                </a:lnTo>
                <a:lnTo>
                  <a:pt x="396" y="303"/>
                </a:lnTo>
                <a:lnTo>
                  <a:pt x="396" y="304"/>
                </a:lnTo>
                <a:lnTo>
                  <a:pt x="397" y="305"/>
                </a:lnTo>
                <a:lnTo>
                  <a:pt x="398" y="305"/>
                </a:lnTo>
                <a:lnTo>
                  <a:pt x="398" y="306"/>
                </a:lnTo>
                <a:lnTo>
                  <a:pt x="397" y="307"/>
                </a:lnTo>
                <a:lnTo>
                  <a:pt x="396" y="308"/>
                </a:lnTo>
                <a:lnTo>
                  <a:pt x="395" y="308"/>
                </a:lnTo>
                <a:lnTo>
                  <a:pt x="395" y="309"/>
                </a:lnTo>
                <a:lnTo>
                  <a:pt x="395" y="310"/>
                </a:lnTo>
                <a:lnTo>
                  <a:pt x="394" y="311"/>
                </a:lnTo>
                <a:lnTo>
                  <a:pt x="395" y="312"/>
                </a:lnTo>
                <a:lnTo>
                  <a:pt x="394" y="313"/>
                </a:lnTo>
                <a:lnTo>
                  <a:pt x="394" y="314"/>
                </a:lnTo>
                <a:lnTo>
                  <a:pt x="393" y="314"/>
                </a:lnTo>
                <a:lnTo>
                  <a:pt x="392" y="314"/>
                </a:lnTo>
                <a:lnTo>
                  <a:pt x="390" y="313"/>
                </a:lnTo>
                <a:lnTo>
                  <a:pt x="389" y="313"/>
                </a:lnTo>
                <a:lnTo>
                  <a:pt x="386" y="314"/>
                </a:lnTo>
                <a:lnTo>
                  <a:pt x="385" y="314"/>
                </a:lnTo>
                <a:lnTo>
                  <a:pt x="384" y="315"/>
                </a:lnTo>
                <a:lnTo>
                  <a:pt x="383" y="314"/>
                </a:lnTo>
                <a:lnTo>
                  <a:pt x="382" y="314"/>
                </a:lnTo>
                <a:lnTo>
                  <a:pt x="382" y="315"/>
                </a:lnTo>
                <a:lnTo>
                  <a:pt x="382" y="316"/>
                </a:lnTo>
                <a:lnTo>
                  <a:pt x="381" y="316"/>
                </a:lnTo>
                <a:lnTo>
                  <a:pt x="381" y="315"/>
                </a:lnTo>
                <a:lnTo>
                  <a:pt x="380" y="315"/>
                </a:lnTo>
                <a:lnTo>
                  <a:pt x="380" y="316"/>
                </a:lnTo>
                <a:lnTo>
                  <a:pt x="380" y="319"/>
                </a:lnTo>
                <a:lnTo>
                  <a:pt x="381" y="318"/>
                </a:lnTo>
                <a:lnTo>
                  <a:pt x="381" y="319"/>
                </a:lnTo>
                <a:lnTo>
                  <a:pt x="381" y="320"/>
                </a:lnTo>
                <a:lnTo>
                  <a:pt x="380" y="320"/>
                </a:lnTo>
                <a:lnTo>
                  <a:pt x="382" y="321"/>
                </a:lnTo>
                <a:lnTo>
                  <a:pt x="383" y="321"/>
                </a:lnTo>
                <a:lnTo>
                  <a:pt x="384" y="321"/>
                </a:lnTo>
                <a:lnTo>
                  <a:pt x="385" y="321"/>
                </a:lnTo>
                <a:lnTo>
                  <a:pt x="387" y="321"/>
                </a:lnTo>
                <a:lnTo>
                  <a:pt x="388" y="320"/>
                </a:lnTo>
                <a:lnTo>
                  <a:pt x="388" y="321"/>
                </a:lnTo>
                <a:lnTo>
                  <a:pt x="388" y="322"/>
                </a:lnTo>
                <a:lnTo>
                  <a:pt x="388" y="323"/>
                </a:lnTo>
                <a:lnTo>
                  <a:pt x="388" y="324"/>
                </a:lnTo>
                <a:lnTo>
                  <a:pt x="387" y="325"/>
                </a:lnTo>
                <a:lnTo>
                  <a:pt x="387" y="326"/>
                </a:lnTo>
                <a:lnTo>
                  <a:pt x="388" y="326"/>
                </a:lnTo>
                <a:lnTo>
                  <a:pt x="389" y="326"/>
                </a:lnTo>
                <a:lnTo>
                  <a:pt x="390" y="326"/>
                </a:lnTo>
                <a:lnTo>
                  <a:pt x="391" y="327"/>
                </a:lnTo>
                <a:lnTo>
                  <a:pt x="392" y="327"/>
                </a:lnTo>
                <a:lnTo>
                  <a:pt x="393" y="326"/>
                </a:lnTo>
                <a:lnTo>
                  <a:pt x="393" y="325"/>
                </a:lnTo>
                <a:lnTo>
                  <a:pt x="394" y="325"/>
                </a:lnTo>
                <a:lnTo>
                  <a:pt x="393" y="326"/>
                </a:lnTo>
                <a:lnTo>
                  <a:pt x="393" y="328"/>
                </a:lnTo>
                <a:lnTo>
                  <a:pt x="394" y="328"/>
                </a:lnTo>
                <a:lnTo>
                  <a:pt x="395" y="328"/>
                </a:lnTo>
                <a:lnTo>
                  <a:pt x="396" y="329"/>
                </a:lnTo>
                <a:lnTo>
                  <a:pt x="395" y="330"/>
                </a:lnTo>
                <a:lnTo>
                  <a:pt x="396" y="331"/>
                </a:lnTo>
                <a:lnTo>
                  <a:pt x="396" y="332"/>
                </a:lnTo>
                <a:lnTo>
                  <a:pt x="395" y="332"/>
                </a:lnTo>
                <a:lnTo>
                  <a:pt x="394" y="333"/>
                </a:lnTo>
                <a:lnTo>
                  <a:pt x="394" y="334"/>
                </a:lnTo>
                <a:lnTo>
                  <a:pt x="395" y="335"/>
                </a:lnTo>
                <a:lnTo>
                  <a:pt x="395" y="336"/>
                </a:lnTo>
                <a:lnTo>
                  <a:pt x="394" y="336"/>
                </a:lnTo>
                <a:lnTo>
                  <a:pt x="395" y="337"/>
                </a:lnTo>
                <a:lnTo>
                  <a:pt x="396" y="337"/>
                </a:lnTo>
                <a:lnTo>
                  <a:pt x="396" y="338"/>
                </a:lnTo>
                <a:lnTo>
                  <a:pt x="395" y="338"/>
                </a:lnTo>
                <a:lnTo>
                  <a:pt x="395" y="340"/>
                </a:lnTo>
                <a:lnTo>
                  <a:pt x="396" y="341"/>
                </a:lnTo>
                <a:lnTo>
                  <a:pt x="397" y="340"/>
                </a:lnTo>
                <a:lnTo>
                  <a:pt x="398" y="340"/>
                </a:lnTo>
                <a:lnTo>
                  <a:pt x="398" y="341"/>
                </a:lnTo>
                <a:lnTo>
                  <a:pt x="399" y="340"/>
                </a:lnTo>
                <a:lnTo>
                  <a:pt x="399" y="339"/>
                </a:lnTo>
                <a:lnTo>
                  <a:pt x="399" y="340"/>
                </a:lnTo>
                <a:lnTo>
                  <a:pt x="399" y="341"/>
                </a:lnTo>
                <a:lnTo>
                  <a:pt x="398" y="342"/>
                </a:lnTo>
                <a:lnTo>
                  <a:pt x="397" y="343"/>
                </a:lnTo>
                <a:lnTo>
                  <a:pt x="396" y="343"/>
                </a:lnTo>
                <a:lnTo>
                  <a:pt x="396" y="344"/>
                </a:lnTo>
                <a:lnTo>
                  <a:pt x="395" y="344"/>
                </a:lnTo>
                <a:lnTo>
                  <a:pt x="396" y="344"/>
                </a:lnTo>
                <a:lnTo>
                  <a:pt x="397" y="345"/>
                </a:lnTo>
                <a:lnTo>
                  <a:pt x="398" y="344"/>
                </a:lnTo>
                <a:lnTo>
                  <a:pt x="399" y="344"/>
                </a:lnTo>
                <a:lnTo>
                  <a:pt x="400" y="345"/>
                </a:lnTo>
                <a:lnTo>
                  <a:pt x="400" y="346"/>
                </a:lnTo>
                <a:lnTo>
                  <a:pt x="400" y="347"/>
                </a:lnTo>
                <a:lnTo>
                  <a:pt x="400" y="348"/>
                </a:lnTo>
                <a:lnTo>
                  <a:pt x="400" y="349"/>
                </a:lnTo>
                <a:lnTo>
                  <a:pt x="400" y="350"/>
                </a:lnTo>
                <a:lnTo>
                  <a:pt x="400" y="351"/>
                </a:lnTo>
                <a:lnTo>
                  <a:pt x="400" y="350"/>
                </a:lnTo>
                <a:lnTo>
                  <a:pt x="401" y="350"/>
                </a:lnTo>
                <a:lnTo>
                  <a:pt x="401" y="351"/>
                </a:lnTo>
                <a:lnTo>
                  <a:pt x="400" y="351"/>
                </a:lnTo>
                <a:lnTo>
                  <a:pt x="401" y="351"/>
                </a:lnTo>
                <a:lnTo>
                  <a:pt x="400" y="351"/>
                </a:lnTo>
                <a:lnTo>
                  <a:pt x="400" y="352"/>
                </a:lnTo>
                <a:lnTo>
                  <a:pt x="401" y="352"/>
                </a:lnTo>
                <a:lnTo>
                  <a:pt x="400" y="352"/>
                </a:lnTo>
                <a:lnTo>
                  <a:pt x="400" y="351"/>
                </a:lnTo>
                <a:lnTo>
                  <a:pt x="399" y="352"/>
                </a:lnTo>
                <a:lnTo>
                  <a:pt x="398" y="352"/>
                </a:lnTo>
                <a:lnTo>
                  <a:pt x="397" y="353"/>
                </a:lnTo>
                <a:lnTo>
                  <a:pt x="399" y="353"/>
                </a:lnTo>
                <a:lnTo>
                  <a:pt x="400" y="353"/>
                </a:lnTo>
                <a:lnTo>
                  <a:pt x="400" y="352"/>
                </a:lnTo>
                <a:lnTo>
                  <a:pt x="400" y="353"/>
                </a:lnTo>
                <a:lnTo>
                  <a:pt x="400" y="354"/>
                </a:lnTo>
                <a:lnTo>
                  <a:pt x="399" y="354"/>
                </a:lnTo>
                <a:lnTo>
                  <a:pt x="398" y="355"/>
                </a:lnTo>
                <a:lnTo>
                  <a:pt x="396" y="355"/>
                </a:lnTo>
                <a:lnTo>
                  <a:pt x="395" y="355"/>
                </a:lnTo>
                <a:lnTo>
                  <a:pt x="394" y="355"/>
                </a:lnTo>
                <a:lnTo>
                  <a:pt x="394" y="354"/>
                </a:lnTo>
                <a:lnTo>
                  <a:pt x="394" y="353"/>
                </a:lnTo>
                <a:lnTo>
                  <a:pt x="394" y="352"/>
                </a:lnTo>
                <a:lnTo>
                  <a:pt x="393" y="351"/>
                </a:lnTo>
                <a:lnTo>
                  <a:pt x="392" y="351"/>
                </a:lnTo>
                <a:lnTo>
                  <a:pt x="392" y="350"/>
                </a:lnTo>
                <a:lnTo>
                  <a:pt x="393" y="350"/>
                </a:lnTo>
                <a:lnTo>
                  <a:pt x="394" y="350"/>
                </a:lnTo>
                <a:lnTo>
                  <a:pt x="394" y="349"/>
                </a:lnTo>
                <a:lnTo>
                  <a:pt x="393" y="349"/>
                </a:lnTo>
                <a:lnTo>
                  <a:pt x="393" y="348"/>
                </a:lnTo>
                <a:lnTo>
                  <a:pt x="393" y="347"/>
                </a:lnTo>
                <a:lnTo>
                  <a:pt x="392" y="346"/>
                </a:lnTo>
                <a:lnTo>
                  <a:pt x="393" y="345"/>
                </a:lnTo>
                <a:lnTo>
                  <a:pt x="392" y="344"/>
                </a:lnTo>
                <a:lnTo>
                  <a:pt x="393" y="342"/>
                </a:lnTo>
                <a:lnTo>
                  <a:pt x="392" y="341"/>
                </a:lnTo>
                <a:lnTo>
                  <a:pt x="391" y="341"/>
                </a:lnTo>
                <a:lnTo>
                  <a:pt x="390" y="341"/>
                </a:lnTo>
                <a:lnTo>
                  <a:pt x="390" y="343"/>
                </a:lnTo>
                <a:lnTo>
                  <a:pt x="390" y="344"/>
                </a:lnTo>
                <a:lnTo>
                  <a:pt x="389" y="344"/>
                </a:lnTo>
                <a:lnTo>
                  <a:pt x="389" y="343"/>
                </a:lnTo>
                <a:lnTo>
                  <a:pt x="388" y="343"/>
                </a:lnTo>
                <a:lnTo>
                  <a:pt x="388" y="344"/>
                </a:lnTo>
                <a:lnTo>
                  <a:pt x="387" y="344"/>
                </a:lnTo>
                <a:lnTo>
                  <a:pt x="387" y="345"/>
                </a:lnTo>
                <a:lnTo>
                  <a:pt x="388" y="345"/>
                </a:lnTo>
                <a:lnTo>
                  <a:pt x="389" y="346"/>
                </a:lnTo>
                <a:lnTo>
                  <a:pt x="388" y="346"/>
                </a:lnTo>
                <a:lnTo>
                  <a:pt x="389" y="346"/>
                </a:lnTo>
                <a:lnTo>
                  <a:pt x="390" y="345"/>
                </a:lnTo>
                <a:lnTo>
                  <a:pt x="390" y="346"/>
                </a:lnTo>
                <a:lnTo>
                  <a:pt x="390" y="347"/>
                </a:lnTo>
                <a:lnTo>
                  <a:pt x="391" y="347"/>
                </a:lnTo>
                <a:lnTo>
                  <a:pt x="391" y="346"/>
                </a:lnTo>
                <a:lnTo>
                  <a:pt x="392" y="347"/>
                </a:lnTo>
                <a:lnTo>
                  <a:pt x="391" y="348"/>
                </a:lnTo>
                <a:lnTo>
                  <a:pt x="391" y="349"/>
                </a:lnTo>
                <a:lnTo>
                  <a:pt x="390" y="349"/>
                </a:lnTo>
                <a:lnTo>
                  <a:pt x="390" y="350"/>
                </a:lnTo>
                <a:lnTo>
                  <a:pt x="389" y="350"/>
                </a:lnTo>
                <a:lnTo>
                  <a:pt x="388" y="351"/>
                </a:lnTo>
                <a:lnTo>
                  <a:pt x="389" y="351"/>
                </a:lnTo>
                <a:lnTo>
                  <a:pt x="389" y="352"/>
                </a:lnTo>
                <a:lnTo>
                  <a:pt x="388" y="352"/>
                </a:lnTo>
                <a:lnTo>
                  <a:pt x="387" y="353"/>
                </a:lnTo>
                <a:lnTo>
                  <a:pt x="387" y="352"/>
                </a:lnTo>
                <a:lnTo>
                  <a:pt x="388" y="352"/>
                </a:lnTo>
                <a:lnTo>
                  <a:pt x="387" y="351"/>
                </a:lnTo>
                <a:lnTo>
                  <a:pt x="386" y="350"/>
                </a:lnTo>
                <a:lnTo>
                  <a:pt x="385" y="350"/>
                </a:lnTo>
                <a:lnTo>
                  <a:pt x="384" y="351"/>
                </a:lnTo>
                <a:lnTo>
                  <a:pt x="383" y="352"/>
                </a:lnTo>
                <a:lnTo>
                  <a:pt x="382" y="352"/>
                </a:lnTo>
                <a:lnTo>
                  <a:pt x="384" y="350"/>
                </a:lnTo>
                <a:lnTo>
                  <a:pt x="385" y="350"/>
                </a:lnTo>
                <a:lnTo>
                  <a:pt x="385" y="349"/>
                </a:lnTo>
                <a:lnTo>
                  <a:pt x="385" y="347"/>
                </a:lnTo>
                <a:lnTo>
                  <a:pt x="384" y="346"/>
                </a:lnTo>
                <a:lnTo>
                  <a:pt x="383" y="345"/>
                </a:lnTo>
                <a:lnTo>
                  <a:pt x="382" y="344"/>
                </a:lnTo>
                <a:lnTo>
                  <a:pt x="383" y="343"/>
                </a:lnTo>
                <a:lnTo>
                  <a:pt x="384" y="342"/>
                </a:lnTo>
                <a:lnTo>
                  <a:pt x="384" y="341"/>
                </a:lnTo>
                <a:lnTo>
                  <a:pt x="383" y="341"/>
                </a:lnTo>
                <a:lnTo>
                  <a:pt x="382" y="341"/>
                </a:lnTo>
                <a:lnTo>
                  <a:pt x="382" y="342"/>
                </a:lnTo>
                <a:lnTo>
                  <a:pt x="381" y="342"/>
                </a:lnTo>
                <a:lnTo>
                  <a:pt x="381" y="341"/>
                </a:lnTo>
                <a:lnTo>
                  <a:pt x="380" y="341"/>
                </a:lnTo>
                <a:lnTo>
                  <a:pt x="380" y="342"/>
                </a:lnTo>
                <a:lnTo>
                  <a:pt x="379" y="342"/>
                </a:lnTo>
                <a:lnTo>
                  <a:pt x="379" y="343"/>
                </a:lnTo>
                <a:lnTo>
                  <a:pt x="378" y="344"/>
                </a:lnTo>
                <a:lnTo>
                  <a:pt x="377" y="344"/>
                </a:lnTo>
                <a:lnTo>
                  <a:pt x="377" y="343"/>
                </a:lnTo>
                <a:lnTo>
                  <a:pt x="378" y="343"/>
                </a:lnTo>
                <a:lnTo>
                  <a:pt x="378" y="341"/>
                </a:lnTo>
                <a:lnTo>
                  <a:pt x="378" y="340"/>
                </a:lnTo>
                <a:lnTo>
                  <a:pt x="378" y="339"/>
                </a:lnTo>
                <a:lnTo>
                  <a:pt x="379" y="338"/>
                </a:lnTo>
                <a:lnTo>
                  <a:pt x="379" y="339"/>
                </a:lnTo>
                <a:lnTo>
                  <a:pt x="379" y="337"/>
                </a:lnTo>
                <a:lnTo>
                  <a:pt x="379" y="336"/>
                </a:lnTo>
                <a:lnTo>
                  <a:pt x="379" y="335"/>
                </a:lnTo>
                <a:lnTo>
                  <a:pt x="379" y="336"/>
                </a:lnTo>
                <a:lnTo>
                  <a:pt x="378" y="336"/>
                </a:lnTo>
                <a:lnTo>
                  <a:pt x="377" y="335"/>
                </a:lnTo>
                <a:lnTo>
                  <a:pt x="376" y="335"/>
                </a:lnTo>
                <a:lnTo>
                  <a:pt x="376" y="337"/>
                </a:lnTo>
                <a:lnTo>
                  <a:pt x="373" y="336"/>
                </a:lnTo>
                <a:lnTo>
                  <a:pt x="374" y="334"/>
                </a:lnTo>
                <a:lnTo>
                  <a:pt x="372" y="334"/>
                </a:lnTo>
                <a:lnTo>
                  <a:pt x="372" y="333"/>
                </a:lnTo>
                <a:lnTo>
                  <a:pt x="371" y="333"/>
                </a:lnTo>
                <a:lnTo>
                  <a:pt x="370" y="333"/>
                </a:lnTo>
                <a:lnTo>
                  <a:pt x="369" y="333"/>
                </a:lnTo>
                <a:lnTo>
                  <a:pt x="369" y="332"/>
                </a:lnTo>
                <a:lnTo>
                  <a:pt x="369" y="331"/>
                </a:lnTo>
                <a:lnTo>
                  <a:pt x="369" y="330"/>
                </a:lnTo>
                <a:lnTo>
                  <a:pt x="369" y="329"/>
                </a:lnTo>
                <a:lnTo>
                  <a:pt x="368" y="330"/>
                </a:lnTo>
                <a:lnTo>
                  <a:pt x="369" y="330"/>
                </a:lnTo>
                <a:lnTo>
                  <a:pt x="368" y="331"/>
                </a:lnTo>
                <a:lnTo>
                  <a:pt x="368" y="332"/>
                </a:lnTo>
                <a:lnTo>
                  <a:pt x="368" y="333"/>
                </a:lnTo>
                <a:lnTo>
                  <a:pt x="368" y="334"/>
                </a:lnTo>
                <a:lnTo>
                  <a:pt x="368" y="335"/>
                </a:lnTo>
                <a:lnTo>
                  <a:pt x="367" y="336"/>
                </a:lnTo>
                <a:lnTo>
                  <a:pt x="366" y="336"/>
                </a:lnTo>
                <a:lnTo>
                  <a:pt x="366" y="338"/>
                </a:lnTo>
                <a:lnTo>
                  <a:pt x="366" y="339"/>
                </a:lnTo>
                <a:lnTo>
                  <a:pt x="366" y="340"/>
                </a:lnTo>
                <a:lnTo>
                  <a:pt x="366" y="341"/>
                </a:lnTo>
                <a:lnTo>
                  <a:pt x="366" y="342"/>
                </a:lnTo>
                <a:lnTo>
                  <a:pt x="367" y="342"/>
                </a:lnTo>
                <a:lnTo>
                  <a:pt x="367" y="343"/>
                </a:lnTo>
                <a:lnTo>
                  <a:pt x="368" y="344"/>
                </a:lnTo>
                <a:lnTo>
                  <a:pt x="367" y="344"/>
                </a:lnTo>
                <a:lnTo>
                  <a:pt x="366" y="344"/>
                </a:lnTo>
                <a:lnTo>
                  <a:pt x="365" y="343"/>
                </a:lnTo>
                <a:lnTo>
                  <a:pt x="364" y="346"/>
                </a:lnTo>
                <a:lnTo>
                  <a:pt x="363" y="346"/>
                </a:lnTo>
                <a:lnTo>
                  <a:pt x="362" y="347"/>
                </a:lnTo>
                <a:lnTo>
                  <a:pt x="361" y="346"/>
                </a:lnTo>
                <a:lnTo>
                  <a:pt x="361" y="344"/>
                </a:lnTo>
                <a:lnTo>
                  <a:pt x="360" y="344"/>
                </a:lnTo>
                <a:lnTo>
                  <a:pt x="360" y="343"/>
                </a:lnTo>
                <a:lnTo>
                  <a:pt x="359" y="343"/>
                </a:lnTo>
                <a:lnTo>
                  <a:pt x="359" y="341"/>
                </a:lnTo>
                <a:lnTo>
                  <a:pt x="359" y="340"/>
                </a:lnTo>
                <a:lnTo>
                  <a:pt x="360" y="340"/>
                </a:lnTo>
                <a:lnTo>
                  <a:pt x="360" y="339"/>
                </a:lnTo>
                <a:lnTo>
                  <a:pt x="361" y="338"/>
                </a:lnTo>
                <a:lnTo>
                  <a:pt x="360" y="338"/>
                </a:lnTo>
                <a:lnTo>
                  <a:pt x="360" y="337"/>
                </a:lnTo>
                <a:lnTo>
                  <a:pt x="359" y="338"/>
                </a:lnTo>
                <a:lnTo>
                  <a:pt x="359" y="336"/>
                </a:lnTo>
                <a:lnTo>
                  <a:pt x="358" y="336"/>
                </a:lnTo>
                <a:lnTo>
                  <a:pt x="359" y="336"/>
                </a:lnTo>
                <a:lnTo>
                  <a:pt x="358" y="337"/>
                </a:lnTo>
                <a:lnTo>
                  <a:pt x="356" y="338"/>
                </a:lnTo>
                <a:lnTo>
                  <a:pt x="355" y="339"/>
                </a:lnTo>
                <a:lnTo>
                  <a:pt x="354" y="339"/>
                </a:lnTo>
                <a:lnTo>
                  <a:pt x="354" y="340"/>
                </a:lnTo>
                <a:lnTo>
                  <a:pt x="353" y="340"/>
                </a:lnTo>
                <a:lnTo>
                  <a:pt x="351" y="341"/>
                </a:lnTo>
                <a:lnTo>
                  <a:pt x="350" y="341"/>
                </a:lnTo>
                <a:lnTo>
                  <a:pt x="349" y="342"/>
                </a:lnTo>
                <a:lnTo>
                  <a:pt x="348" y="342"/>
                </a:lnTo>
                <a:lnTo>
                  <a:pt x="347" y="343"/>
                </a:lnTo>
                <a:lnTo>
                  <a:pt x="347" y="344"/>
                </a:lnTo>
                <a:lnTo>
                  <a:pt x="346" y="344"/>
                </a:lnTo>
                <a:lnTo>
                  <a:pt x="346" y="345"/>
                </a:lnTo>
                <a:lnTo>
                  <a:pt x="346" y="346"/>
                </a:lnTo>
                <a:lnTo>
                  <a:pt x="345" y="347"/>
                </a:lnTo>
                <a:lnTo>
                  <a:pt x="344" y="347"/>
                </a:lnTo>
                <a:lnTo>
                  <a:pt x="344" y="348"/>
                </a:lnTo>
                <a:lnTo>
                  <a:pt x="345" y="348"/>
                </a:lnTo>
                <a:lnTo>
                  <a:pt x="345" y="349"/>
                </a:lnTo>
                <a:lnTo>
                  <a:pt x="345" y="350"/>
                </a:lnTo>
                <a:lnTo>
                  <a:pt x="346" y="350"/>
                </a:lnTo>
                <a:lnTo>
                  <a:pt x="347" y="351"/>
                </a:lnTo>
                <a:lnTo>
                  <a:pt x="348" y="350"/>
                </a:lnTo>
                <a:lnTo>
                  <a:pt x="349" y="351"/>
                </a:lnTo>
                <a:lnTo>
                  <a:pt x="350" y="351"/>
                </a:lnTo>
                <a:lnTo>
                  <a:pt x="352" y="352"/>
                </a:lnTo>
                <a:lnTo>
                  <a:pt x="353" y="353"/>
                </a:lnTo>
                <a:lnTo>
                  <a:pt x="353" y="352"/>
                </a:lnTo>
                <a:lnTo>
                  <a:pt x="354" y="353"/>
                </a:lnTo>
                <a:lnTo>
                  <a:pt x="354" y="354"/>
                </a:lnTo>
                <a:lnTo>
                  <a:pt x="354" y="355"/>
                </a:lnTo>
                <a:lnTo>
                  <a:pt x="355" y="355"/>
                </a:lnTo>
                <a:lnTo>
                  <a:pt x="355" y="356"/>
                </a:lnTo>
                <a:lnTo>
                  <a:pt x="355" y="357"/>
                </a:lnTo>
                <a:lnTo>
                  <a:pt x="356" y="357"/>
                </a:lnTo>
                <a:lnTo>
                  <a:pt x="356" y="358"/>
                </a:lnTo>
                <a:lnTo>
                  <a:pt x="356" y="359"/>
                </a:lnTo>
                <a:lnTo>
                  <a:pt x="357" y="360"/>
                </a:lnTo>
                <a:lnTo>
                  <a:pt x="358" y="360"/>
                </a:lnTo>
                <a:lnTo>
                  <a:pt x="358" y="359"/>
                </a:lnTo>
                <a:lnTo>
                  <a:pt x="358" y="358"/>
                </a:lnTo>
                <a:lnTo>
                  <a:pt x="358" y="357"/>
                </a:lnTo>
                <a:lnTo>
                  <a:pt x="358" y="356"/>
                </a:lnTo>
                <a:lnTo>
                  <a:pt x="358" y="357"/>
                </a:lnTo>
                <a:lnTo>
                  <a:pt x="359" y="357"/>
                </a:lnTo>
                <a:lnTo>
                  <a:pt x="360" y="358"/>
                </a:lnTo>
                <a:lnTo>
                  <a:pt x="361" y="359"/>
                </a:lnTo>
                <a:lnTo>
                  <a:pt x="362" y="358"/>
                </a:lnTo>
                <a:lnTo>
                  <a:pt x="362" y="357"/>
                </a:lnTo>
                <a:lnTo>
                  <a:pt x="361" y="357"/>
                </a:lnTo>
                <a:lnTo>
                  <a:pt x="362" y="357"/>
                </a:lnTo>
                <a:lnTo>
                  <a:pt x="363" y="357"/>
                </a:lnTo>
                <a:lnTo>
                  <a:pt x="363" y="358"/>
                </a:lnTo>
                <a:lnTo>
                  <a:pt x="363" y="359"/>
                </a:lnTo>
                <a:lnTo>
                  <a:pt x="363" y="360"/>
                </a:lnTo>
                <a:lnTo>
                  <a:pt x="365" y="361"/>
                </a:lnTo>
                <a:lnTo>
                  <a:pt x="366" y="361"/>
                </a:lnTo>
                <a:lnTo>
                  <a:pt x="366" y="362"/>
                </a:lnTo>
                <a:lnTo>
                  <a:pt x="367" y="362"/>
                </a:lnTo>
                <a:lnTo>
                  <a:pt x="366" y="362"/>
                </a:lnTo>
                <a:lnTo>
                  <a:pt x="367" y="362"/>
                </a:lnTo>
                <a:lnTo>
                  <a:pt x="368" y="363"/>
                </a:lnTo>
                <a:lnTo>
                  <a:pt x="369" y="363"/>
                </a:lnTo>
                <a:lnTo>
                  <a:pt x="370" y="364"/>
                </a:lnTo>
                <a:lnTo>
                  <a:pt x="371" y="364"/>
                </a:lnTo>
                <a:lnTo>
                  <a:pt x="370" y="365"/>
                </a:lnTo>
                <a:lnTo>
                  <a:pt x="370" y="366"/>
                </a:lnTo>
                <a:lnTo>
                  <a:pt x="368" y="366"/>
                </a:lnTo>
                <a:lnTo>
                  <a:pt x="366" y="367"/>
                </a:lnTo>
                <a:lnTo>
                  <a:pt x="366" y="368"/>
                </a:lnTo>
                <a:lnTo>
                  <a:pt x="365" y="367"/>
                </a:lnTo>
                <a:lnTo>
                  <a:pt x="364" y="367"/>
                </a:lnTo>
                <a:lnTo>
                  <a:pt x="363" y="367"/>
                </a:lnTo>
                <a:lnTo>
                  <a:pt x="362" y="367"/>
                </a:lnTo>
                <a:lnTo>
                  <a:pt x="362" y="368"/>
                </a:lnTo>
                <a:lnTo>
                  <a:pt x="362" y="370"/>
                </a:lnTo>
                <a:lnTo>
                  <a:pt x="362" y="372"/>
                </a:lnTo>
                <a:lnTo>
                  <a:pt x="363" y="372"/>
                </a:lnTo>
                <a:lnTo>
                  <a:pt x="363" y="373"/>
                </a:lnTo>
                <a:lnTo>
                  <a:pt x="362" y="374"/>
                </a:lnTo>
                <a:lnTo>
                  <a:pt x="361" y="374"/>
                </a:lnTo>
                <a:lnTo>
                  <a:pt x="361" y="375"/>
                </a:lnTo>
                <a:lnTo>
                  <a:pt x="360" y="376"/>
                </a:lnTo>
                <a:lnTo>
                  <a:pt x="360" y="375"/>
                </a:lnTo>
                <a:lnTo>
                  <a:pt x="360" y="374"/>
                </a:lnTo>
                <a:lnTo>
                  <a:pt x="359" y="374"/>
                </a:lnTo>
                <a:lnTo>
                  <a:pt x="358" y="374"/>
                </a:lnTo>
                <a:lnTo>
                  <a:pt x="357" y="374"/>
                </a:lnTo>
                <a:lnTo>
                  <a:pt x="356" y="373"/>
                </a:lnTo>
                <a:lnTo>
                  <a:pt x="354" y="373"/>
                </a:lnTo>
                <a:lnTo>
                  <a:pt x="353" y="373"/>
                </a:lnTo>
                <a:lnTo>
                  <a:pt x="352" y="374"/>
                </a:lnTo>
                <a:lnTo>
                  <a:pt x="351" y="374"/>
                </a:lnTo>
                <a:lnTo>
                  <a:pt x="350" y="374"/>
                </a:lnTo>
                <a:lnTo>
                  <a:pt x="349" y="373"/>
                </a:lnTo>
                <a:lnTo>
                  <a:pt x="349" y="372"/>
                </a:lnTo>
                <a:lnTo>
                  <a:pt x="348" y="372"/>
                </a:lnTo>
                <a:lnTo>
                  <a:pt x="347" y="371"/>
                </a:lnTo>
                <a:lnTo>
                  <a:pt x="346" y="369"/>
                </a:lnTo>
                <a:lnTo>
                  <a:pt x="347" y="368"/>
                </a:lnTo>
                <a:lnTo>
                  <a:pt x="346" y="368"/>
                </a:lnTo>
                <a:lnTo>
                  <a:pt x="345" y="368"/>
                </a:lnTo>
                <a:lnTo>
                  <a:pt x="345" y="367"/>
                </a:lnTo>
                <a:lnTo>
                  <a:pt x="345" y="368"/>
                </a:lnTo>
                <a:lnTo>
                  <a:pt x="345" y="369"/>
                </a:lnTo>
                <a:lnTo>
                  <a:pt x="344" y="370"/>
                </a:lnTo>
                <a:lnTo>
                  <a:pt x="343" y="370"/>
                </a:lnTo>
                <a:lnTo>
                  <a:pt x="343" y="371"/>
                </a:lnTo>
                <a:lnTo>
                  <a:pt x="342" y="372"/>
                </a:lnTo>
                <a:lnTo>
                  <a:pt x="343" y="375"/>
                </a:lnTo>
                <a:lnTo>
                  <a:pt x="344" y="375"/>
                </a:lnTo>
                <a:lnTo>
                  <a:pt x="345" y="375"/>
                </a:lnTo>
                <a:lnTo>
                  <a:pt x="345" y="376"/>
                </a:lnTo>
                <a:lnTo>
                  <a:pt x="346" y="376"/>
                </a:lnTo>
                <a:lnTo>
                  <a:pt x="346" y="375"/>
                </a:lnTo>
                <a:lnTo>
                  <a:pt x="346" y="376"/>
                </a:lnTo>
                <a:lnTo>
                  <a:pt x="346" y="377"/>
                </a:lnTo>
                <a:lnTo>
                  <a:pt x="345" y="377"/>
                </a:lnTo>
                <a:lnTo>
                  <a:pt x="345" y="378"/>
                </a:lnTo>
                <a:lnTo>
                  <a:pt x="346" y="378"/>
                </a:lnTo>
                <a:lnTo>
                  <a:pt x="347" y="379"/>
                </a:lnTo>
                <a:lnTo>
                  <a:pt x="347" y="378"/>
                </a:lnTo>
                <a:lnTo>
                  <a:pt x="348" y="378"/>
                </a:lnTo>
                <a:lnTo>
                  <a:pt x="348" y="379"/>
                </a:lnTo>
                <a:lnTo>
                  <a:pt x="348" y="380"/>
                </a:lnTo>
                <a:lnTo>
                  <a:pt x="348" y="381"/>
                </a:lnTo>
                <a:lnTo>
                  <a:pt x="347" y="381"/>
                </a:lnTo>
                <a:lnTo>
                  <a:pt x="347" y="380"/>
                </a:lnTo>
                <a:lnTo>
                  <a:pt x="343" y="382"/>
                </a:lnTo>
                <a:lnTo>
                  <a:pt x="342" y="382"/>
                </a:lnTo>
                <a:lnTo>
                  <a:pt x="342" y="383"/>
                </a:lnTo>
                <a:lnTo>
                  <a:pt x="342" y="382"/>
                </a:lnTo>
                <a:lnTo>
                  <a:pt x="342" y="383"/>
                </a:lnTo>
                <a:lnTo>
                  <a:pt x="342" y="382"/>
                </a:lnTo>
                <a:lnTo>
                  <a:pt x="341" y="382"/>
                </a:lnTo>
                <a:lnTo>
                  <a:pt x="340" y="382"/>
                </a:lnTo>
                <a:lnTo>
                  <a:pt x="339" y="383"/>
                </a:lnTo>
                <a:lnTo>
                  <a:pt x="339" y="384"/>
                </a:lnTo>
                <a:lnTo>
                  <a:pt x="338" y="383"/>
                </a:lnTo>
                <a:lnTo>
                  <a:pt x="339" y="383"/>
                </a:lnTo>
                <a:lnTo>
                  <a:pt x="339" y="382"/>
                </a:lnTo>
                <a:lnTo>
                  <a:pt x="338" y="382"/>
                </a:lnTo>
                <a:lnTo>
                  <a:pt x="337" y="382"/>
                </a:lnTo>
                <a:lnTo>
                  <a:pt x="337" y="383"/>
                </a:lnTo>
                <a:lnTo>
                  <a:pt x="337" y="382"/>
                </a:lnTo>
                <a:lnTo>
                  <a:pt x="337" y="381"/>
                </a:lnTo>
                <a:lnTo>
                  <a:pt x="336" y="381"/>
                </a:lnTo>
                <a:lnTo>
                  <a:pt x="335" y="381"/>
                </a:lnTo>
                <a:lnTo>
                  <a:pt x="335" y="380"/>
                </a:lnTo>
                <a:lnTo>
                  <a:pt x="334" y="379"/>
                </a:lnTo>
                <a:lnTo>
                  <a:pt x="334" y="377"/>
                </a:lnTo>
                <a:lnTo>
                  <a:pt x="335" y="376"/>
                </a:lnTo>
                <a:lnTo>
                  <a:pt x="335" y="375"/>
                </a:lnTo>
                <a:lnTo>
                  <a:pt x="336" y="376"/>
                </a:lnTo>
                <a:lnTo>
                  <a:pt x="337" y="376"/>
                </a:lnTo>
                <a:lnTo>
                  <a:pt x="338" y="375"/>
                </a:lnTo>
                <a:lnTo>
                  <a:pt x="338" y="374"/>
                </a:lnTo>
                <a:lnTo>
                  <a:pt x="339" y="374"/>
                </a:lnTo>
                <a:lnTo>
                  <a:pt x="339" y="373"/>
                </a:lnTo>
                <a:lnTo>
                  <a:pt x="339" y="372"/>
                </a:lnTo>
                <a:lnTo>
                  <a:pt x="339" y="371"/>
                </a:lnTo>
                <a:lnTo>
                  <a:pt x="340" y="370"/>
                </a:lnTo>
                <a:lnTo>
                  <a:pt x="340" y="369"/>
                </a:lnTo>
                <a:lnTo>
                  <a:pt x="340" y="370"/>
                </a:lnTo>
                <a:lnTo>
                  <a:pt x="339" y="370"/>
                </a:lnTo>
                <a:lnTo>
                  <a:pt x="338" y="371"/>
                </a:lnTo>
                <a:lnTo>
                  <a:pt x="337" y="370"/>
                </a:lnTo>
                <a:lnTo>
                  <a:pt x="338" y="369"/>
                </a:lnTo>
                <a:lnTo>
                  <a:pt x="339" y="369"/>
                </a:lnTo>
                <a:lnTo>
                  <a:pt x="338" y="368"/>
                </a:lnTo>
                <a:lnTo>
                  <a:pt x="337" y="369"/>
                </a:lnTo>
                <a:lnTo>
                  <a:pt x="335" y="370"/>
                </a:lnTo>
                <a:lnTo>
                  <a:pt x="333" y="370"/>
                </a:lnTo>
                <a:lnTo>
                  <a:pt x="332" y="369"/>
                </a:lnTo>
                <a:lnTo>
                  <a:pt x="333" y="369"/>
                </a:lnTo>
                <a:lnTo>
                  <a:pt x="333" y="368"/>
                </a:lnTo>
                <a:lnTo>
                  <a:pt x="335" y="368"/>
                </a:lnTo>
                <a:lnTo>
                  <a:pt x="338" y="368"/>
                </a:lnTo>
                <a:lnTo>
                  <a:pt x="338" y="367"/>
                </a:lnTo>
                <a:lnTo>
                  <a:pt x="338" y="368"/>
                </a:lnTo>
                <a:lnTo>
                  <a:pt x="337" y="368"/>
                </a:lnTo>
                <a:lnTo>
                  <a:pt x="337" y="367"/>
                </a:lnTo>
                <a:lnTo>
                  <a:pt x="337" y="368"/>
                </a:lnTo>
                <a:lnTo>
                  <a:pt x="336" y="367"/>
                </a:lnTo>
                <a:lnTo>
                  <a:pt x="335" y="368"/>
                </a:lnTo>
                <a:lnTo>
                  <a:pt x="334" y="368"/>
                </a:lnTo>
                <a:lnTo>
                  <a:pt x="333" y="369"/>
                </a:lnTo>
                <a:lnTo>
                  <a:pt x="332" y="369"/>
                </a:lnTo>
                <a:lnTo>
                  <a:pt x="332" y="370"/>
                </a:lnTo>
                <a:lnTo>
                  <a:pt x="332" y="371"/>
                </a:lnTo>
                <a:lnTo>
                  <a:pt x="331" y="371"/>
                </a:lnTo>
                <a:lnTo>
                  <a:pt x="330" y="370"/>
                </a:lnTo>
                <a:lnTo>
                  <a:pt x="329" y="369"/>
                </a:lnTo>
                <a:lnTo>
                  <a:pt x="329" y="368"/>
                </a:lnTo>
                <a:lnTo>
                  <a:pt x="330" y="368"/>
                </a:lnTo>
                <a:lnTo>
                  <a:pt x="330" y="367"/>
                </a:lnTo>
                <a:lnTo>
                  <a:pt x="330" y="365"/>
                </a:lnTo>
                <a:lnTo>
                  <a:pt x="330" y="364"/>
                </a:lnTo>
                <a:lnTo>
                  <a:pt x="331" y="364"/>
                </a:lnTo>
                <a:lnTo>
                  <a:pt x="331" y="365"/>
                </a:lnTo>
                <a:lnTo>
                  <a:pt x="332" y="365"/>
                </a:lnTo>
                <a:lnTo>
                  <a:pt x="333" y="365"/>
                </a:lnTo>
                <a:lnTo>
                  <a:pt x="334" y="364"/>
                </a:lnTo>
                <a:lnTo>
                  <a:pt x="335" y="363"/>
                </a:lnTo>
                <a:lnTo>
                  <a:pt x="333" y="362"/>
                </a:lnTo>
                <a:lnTo>
                  <a:pt x="332" y="362"/>
                </a:lnTo>
                <a:lnTo>
                  <a:pt x="331" y="362"/>
                </a:lnTo>
                <a:lnTo>
                  <a:pt x="331" y="361"/>
                </a:lnTo>
                <a:lnTo>
                  <a:pt x="330" y="361"/>
                </a:lnTo>
                <a:lnTo>
                  <a:pt x="330" y="362"/>
                </a:lnTo>
                <a:lnTo>
                  <a:pt x="329" y="363"/>
                </a:lnTo>
                <a:lnTo>
                  <a:pt x="328" y="363"/>
                </a:lnTo>
                <a:lnTo>
                  <a:pt x="328" y="362"/>
                </a:lnTo>
                <a:lnTo>
                  <a:pt x="327" y="363"/>
                </a:lnTo>
                <a:lnTo>
                  <a:pt x="326" y="363"/>
                </a:lnTo>
                <a:lnTo>
                  <a:pt x="325" y="363"/>
                </a:lnTo>
                <a:lnTo>
                  <a:pt x="323" y="365"/>
                </a:lnTo>
                <a:lnTo>
                  <a:pt x="323" y="364"/>
                </a:lnTo>
                <a:lnTo>
                  <a:pt x="322" y="364"/>
                </a:lnTo>
                <a:lnTo>
                  <a:pt x="322" y="365"/>
                </a:lnTo>
                <a:lnTo>
                  <a:pt x="322" y="366"/>
                </a:lnTo>
                <a:lnTo>
                  <a:pt x="321" y="366"/>
                </a:lnTo>
                <a:lnTo>
                  <a:pt x="320" y="367"/>
                </a:lnTo>
                <a:lnTo>
                  <a:pt x="319" y="367"/>
                </a:lnTo>
                <a:lnTo>
                  <a:pt x="318" y="366"/>
                </a:lnTo>
                <a:lnTo>
                  <a:pt x="318" y="367"/>
                </a:lnTo>
                <a:lnTo>
                  <a:pt x="319" y="367"/>
                </a:lnTo>
                <a:lnTo>
                  <a:pt x="320" y="367"/>
                </a:lnTo>
                <a:lnTo>
                  <a:pt x="321" y="367"/>
                </a:lnTo>
                <a:lnTo>
                  <a:pt x="322" y="367"/>
                </a:lnTo>
                <a:lnTo>
                  <a:pt x="322" y="368"/>
                </a:lnTo>
                <a:lnTo>
                  <a:pt x="323" y="368"/>
                </a:lnTo>
                <a:lnTo>
                  <a:pt x="324" y="369"/>
                </a:lnTo>
                <a:lnTo>
                  <a:pt x="325" y="369"/>
                </a:lnTo>
                <a:lnTo>
                  <a:pt x="325" y="370"/>
                </a:lnTo>
                <a:lnTo>
                  <a:pt x="325" y="371"/>
                </a:lnTo>
                <a:lnTo>
                  <a:pt x="326" y="371"/>
                </a:lnTo>
                <a:lnTo>
                  <a:pt x="326" y="372"/>
                </a:lnTo>
                <a:lnTo>
                  <a:pt x="327" y="371"/>
                </a:lnTo>
                <a:lnTo>
                  <a:pt x="328" y="371"/>
                </a:lnTo>
                <a:lnTo>
                  <a:pt x="328" y="372"/>
                </a:lnTo>
                <a:lnTo>
                  <a:pt x="329" y="372"/>
                </a:lnTo>
                <a:lnTo>
                  <a:pt x="330" y="372"/>
                </a:lnTo>
                <a:lnTo>
                  <a:pt x="329" y="372"/>
                </a:lnTo>
                <a:lnTo>
                  <a:pt x="329" y="374"/>
                </a:lnTo>
                <a:lnTo>
                  <a:pt x="329" y="375"/>
                </a:lnTo>
                <a:lnTo>
                  <a:pt x="329" y="376"/>
                </a:lnTo>
                <a:lnTo>
                  <a:pt x="328" y="376"/>
                </a:lnTo>
                <a:lnTo>
                  <a:pt x="327" y="377"/>
                </a:lnTo>
                <a:lnTo>
                  <a:pt x="326" y="377"/>
                </a:lnTo>
                <a:lnTo>
                  <a:pt x="325" y="379"/>
                </a:lnTo>
                <a:lnTo>
                  <a:pt x="325" y="380"/>
                </a:lnTo>
                <a:lnTo>
                  <a:pt x="326" y="381"/>
                </a:lnTo>
                <a:lnTo>
                  <a:pt x="327" y="381"/>
                </a:lnTo>
                <a:lnTo>
                  <a:pt x="328" y="381"/>
                </a:lnTo>
                <a:lnTo>
                  <a:pt x="328" y="382"/>
                </a:lnTo>
                <a:lnTo>
                  <a:pt x="327" y="382"/>
                </a:lnTo>
                <a:lnTo>
                  <a:pt x="326" y="382"/>
                </a:lnTo>
                <a:lnTo>
                  <a:pt x="326" y="383"/>
                </a:lnTo>
                <a:lnTo>
                  <a:pt x="325" y="383"/>
                </a:lnTo>
                <a:lnTo>
                  <a:pt x="324" y="383"/>
                </a:lnTo>
                <a:lnTo>
                  <a:pt x="322" y="383"/>
                </a:lnTo>
                <a:lnTo>
                  <a:pt x="322" y="384"/>
                </a:lnTo>
                <a:lnTo>
                  <a:pt x="320" y="384"/>
                </a:lnTo>
                <a:lnTo>
                  <a:pt x="319" y="384"/>
                </a:lnTo>
                <a:lnTo>
                  <a:pt x="318" y="385"/>
                </a:lnTo>
                <a:lnTo>
                  <a:pt x="317" y="385"/>
                </a:lnTo>
                <a:lnTo>
                  <a:pt x="316" y="385"/>
                </a:lnTo>
                <a:lnTo>
                  <a:pt x="317" y="386"/>
                </a:lnTo>
                <a:lnTo>
                  <a:pt x="319" y="386"/>
                </a:lnTo>
                <a:lnTo>
                  <a:pt x="320" y="386"/>
                </a:lnTo>
                <a:lnTo>
                  <a:pt x="319" y="386"/>
                </a:lnTo>
                <a:lnTo>
                  <a:pt x="321" y="387"/>
                </a:lnTo>
                <a:lnTo>
                  <a:pt x="321" y="388"/>
                </a:lnTo>
                <a:lnTo>
                  <a:pt x="323" y="390"/>
                </a:lnTo>
                <a:lnTo>
                  <a:pt x="324" y="390"/>
                </a:lnTo>
                <a:lnTo>
                  <a:pt x="325" y="390"/>
                </a:lnTo>
                <a:lnTo>
                  <a:pt x="325" y="391"/>
                </a:lnTo>
                <a:lnTo>
                  <a:pt x="325" y="390"/>
                </a:lnTo>
                <a:lnTo>
                  <a:pt x="325" y="391"/>
                </a:lnTo>
                <a:lnTo>
                  <a:pt x="326" y="392"/>
                </a:lnTo>
                <a:lnTo>
                  <a:pt x="327" y="392"/>
                </a:lnTo>
                <a:lnTo>
                  <a:pt x="328" y="393"/>
                </a:lnTo>
                <a:lnTo>
                  <a:pt x="329" y="393"/>
                </a:lnTo>
                <a:lnTo>
                  <a:pt x="329" y="394"/>
                </a:lnTo>
                <a:lnTo>
                  <a:pt x="330" y="393"/>
                </a:lnTo>
                <a:lnTo>
                  <a:pt x="330" y="392"/>
                </a:lnTo>
                <a:lnTo>
                  <a:pt x="330" y="391"/>
                </a:lnTo>
                <a:lnTo>
                  <a:pt x="331" y="391"/>
                </a:lnTo>
                <a:lnTo>
                  <a:pt x="331" y="390"/>
                </a:lnTo>
                <a:lnTo>
                  <a:pt x="331" y="389"/>
                </a:lnTo>
                <a:lnTo>
                  <a:pt x="332" y="389"/>
                </a:lnTo>
                <a:lnTo>
                  <a:pt x="333" y="389"/>
                </a:lnTo>
                <a:lnTo>
                  <a:pt x="333" y="390"/>
                </a:lnTo>
                <a:lnTo>
                  <a:pt x="333" y="391"/>
                </a:lnTo>
                <a:lnTo>
                  <a:pt x="332" y="391"/>
                </a:lnTo>
                <a:lnTo>
                  <a:pt x="332" y="392"/>
                </a:lnTo>
                <a:lnTo>
                  <a:pt x="331" y="392"/>
                </a:lnTo>
                <a:lnTo>
                  <a:pt x="331" y="395"/>
                </a:lnTo>
                <a:lnTo>
                  <a:pt x="330" y="395"/>
                </a:lnTo>
                <a:lnTo>
                  <a:pt x="330" y="396"/>
                </a:lnTo>
                <a:lnTo>
                  <a:pt x="329" y="396"/>
                </a:lnTo>
                <a:lnTo>
                  <a:pt x="329" y="397"/>
                </a:lnTo>
                <a:lnTo>
                  <a:pt x="330" y="399"/>
                </a:lnTo>
                <a:lnTo>
                  <a:pt x="330" y="400"/>
                </a:lnTo>
                <a:lnTo>
                  <a:pt x="331" y="400"/>
                </a:lnTo>
                <a:lnTo>
                  <a:pt x="332" y="399"/>
                </a:lnTo>
                <a:lnTo>
                  <a:pt x="331" y="400"/>
                </a:lnTo>
                <a:lnTo>
                  <a:pt x="331" y="401"/>
                </a:lnTo>
                <a:lnTo>
                  <a:pt x="332" y="401"/>
                </a:lnTo>
                <a:lnTo>
                  <a:pt x="333" y="400"/>
                </a:lnTo>
                <a:lnTo>
                  <a:pt x="334" y="400"/>
                </a:lnTo>
                <a:lnTo>
                  <a:pt x="334" y="401"/>
                </a:lnTo>
                <a:lnTo>
                  <a:pt x="333" y="401"/>
                </a:lnTo>
                <a:lnTo>
                  <a:pt x="333" y="402"/>
                </a:lnTo>
                <a:lnTo>
                  <a:pt x="332" y="402"/>
                </a:lnTo>
                <a:lnTo>
                  <a:pt x="330" y="402"/>
                </a:lnTo>
                <a:lnTo>
                  <a:pt x="329" y="402"/>
                </a:lnTo>
                <a:lnTo>
                  <a:pt x="330" y="401"/>
                </a:lnTo>
                <a:lnTo>
                  <a:pt x="329" y="400"/>
                </a:lnTo>
                <a:lnTo>
                  <a:pt x="328" y="400"/>
                </a:lnTo>
                <a:lnTo>
                  <a:pt x="326" y="400"/>
                </a:lnTo>
                <a:lnTo>
                  <a:pt x="326" y="401"/>
                </a:lnTo>
                <a:lnTo>
                  <a:pt x="325" y="401"/>
                </a:lnTo>
                <a:lnTo>
                  <a:pt x="324" y="401"/>
                </a:lnTo>
                <a:lnTo>
                  <a:pt x="324" y="400"/>
                </a:lnTo>
                <a:lnTo>
                  <a:pt x="322" y="401"/>
                </a:lnTo>
                <a:lnTo>
                  <a:pt x="321" y="402"/>
                </a:lnTo>
                <a:lnTo>
                  <a:pt x="321" y="403"/>
                </a:lnTo>
                <a:lnTo>
                  <a:pt x="322" y="403"/>
                </a:lnTo>
                <a:lnTo>
                  <a:pt x="322" y="404"/>
                </a:lnTo>
                <a:lnTo>
                  <a:pt x="322" y="406"/>
                </a:lnTo>
                <a:lnTo>
                  <a:pt x="323" y="407"/>
                </a:lnTo>
                <a:lnTo>
                  <a:pt x="324" y="408"/>
                </a:lnTo>
                <a:lnTo>
                  <a:pt x="325" y="408"/>
                </a:lnTo>
                <a:lnTo>
                  <a:pt x="328" y="408"/>
                </a:lnTo>
                <a:lnTo>
                  <a:pt x="329" y="408"/>
                </a:lnTo>
                <a:lnTo>
                  <a:pt x="330" y="409"/>
                </a:lnTo>
                <a:lnTo>
                  <a:pt x="330" y="410"/>
                </a:lnTo>
                <a:lnTo>
                  <a:pt x="329" y="410"/>
                </a:lnTo>
                <a:lnTo>
                  <a:pt x="328" y="410"/>
                </a:lnTo>
                <a:lnTo>
                  <a:pt x="327" y="410"/>
                </a:lnTo>
                <a:lnTo>
                  <a:pt x="326" y="410"/>
                </a:lnTo>
                <a:lnTo>
                  <a:pt x="325" y="410"/>
                </a:lnTo>
                <a:lnTo>
                  <a:pt x="324" y="411"/>
                </a:lnTo>
                <a:lnTo>
                  <a:pt x="322" y="410"/>
                </a:lnTo>
                <a:lnTo>
                  <a:pt x="321" y="410"/>
                </a:lnTo>
                <a:lnTo>
                  <a:pt x="321" y="409"/>
                </a:lnTo>
                <a:lnTo>
                  <a:pt x="320" y="408"/>
                </a:lnTo>
                <a:lnTo>
                  <a:pt x="318" y="408"/>
                </a:lnTo>
                <a:lnTo>
                  <a:pt x="317" y="409"/>
                </a:lnTo>
                <a:lnTo>
                  <a:pt x="316" y="409"/>
                </a:lnTo>
                <a:lnTo>
                  <a:pt x="316" y="410"/>
                </a:lnTo>
                <a:lnTo>
                  <a:pt x="315" y="410"/>
                </a:lnTo>
                <a:lnTo>
                  <a:pt x="314" y="410"/>
                </a:lnTo>
                <a:lnTo>
                  <a:pt x="313" y="411"/>
                </a:lnTo>
                <a:lnTo>
                  <a:pt x="312" y="411"/>
                </a:lnTo>
                <a:lnTo>
                  <a:pt x="311" y="411"/>
                </a:lnTo>
                <a:lnTo>
                  <a:pt x="310" y="411"/>
                </a:lnTo>
                <a:lnTo>
                  <a:pt x="309" y="412"/>
                </a:lnTo>
                <a:lnTo>
                  <a:pt x="308" y="413"/>
                </a:lnTo>
                <a:lnTo>
                  <a:pt x="307" y="413"/>
                </a:lnTo>
                <a:lnTo>
                  <a:pt x="306" y="413"/>
                </a:lnTo>
                <a:lnTo>
                  <a:pt x="305" y="413"/>
                </a:lnTo>
                <a:lnTo>
                  <a:pt x="304" y="414"/>
                </a:lnTo>
                <a:lnTo>
                  <a:pt x="303" y="414"/>
                </a:lnTo>
                <a:lnTo>
                  <a:pt x="302" y="414"/>
                </a:lnTo>
                <a:lnTo>
                  <a:pt x="301" y="414"/>
                </a:lnTo>
                <a:lnTo>
                  <a:pt x="300" y="414"/>
                </a:lnTo>
                <a:lnTo>
                  <a:pt x="300" y="413"/>
                </a:lnTo>
                <a:lnTo>
                  <a:pt x="300" y="412"/>
                </a:lnTo>
                <a:lnTo>
                  <a:pt x="300" y="411"/>
                </a:lnTo>
                <a:lnTo>
                  <a:pt x="300" y="410"/>
                </a:lnTo>
                <a:lnTo>
                  <a:pt x="300" y="409"/>
                </a:lnTo>
                <a:lnTo>
                  <a:pt x="299" y="409"/>
                </a:lnTo>
                <a:lnTo>
                  <a:pt x="299" y="408"/>
                </a:lnTo>
                <a:lnTo>
                  <a:pt x="298" y="408"/>
                </a:lnTo>
                <a:lnTo>
                  <a:pt x="298" y="407"/>
                </a:lnTo>
                <a:lnTo>
                  <a:pt x="299" y="406"/>
                </a:lnTo>
                <a:lnTo>
                  <a:pt x="299" y="405"/>
                </a:lnTo>
                <a:lnTo>
                  <a:pt x="300" y="405"/>
                </a:lnTo>
                <a:lnTo>
                  <a:pt x="300" y="404"/>
                </a:lnTo>
                <a:lnTo>
                  <a:pt x="300" y="403"/>
                </a:lnTo>
                <a:lnTo>
                  <a:pt x="299" y="403"/>
                </a:lnTo>
                <a:lnTo>
                  <a:pt x="299" y="402"/>
                </a:lnTo>
                <a:lnTo>
                  <a:pt x="299" y="401"/>
                </a:lnTo>
                <a:lnTo>
                  <a:pt x="298" y="401"/>
                </a:lnTo>
                <a:lnTo>
                  <a:pt x="297" y="401"/>
                </a:lnTo>
                <a:lnTo>
                  <a:pt x="297" y="402"/>
                </a:lnTo>
                <a:lnTo>
                  <a:pt x="298" y="402"/>
                </a:lnTo>
                <a:lnTo>
                  <a:pt x="297" y="402"/>
                </a:lnTo>
                <a:lnTo>
                  <a:pt x="297" y="403"/>
                </a:lnTo>
                <a:lnTo>
                  <a:pt x="297" y="404"/>
                </a:lnTo>
                <a:lnTo>
                  <a:pt x="298" y="404"/>
                </a:lnTo>
                <a:lnTo>
                  <a:pt x="298" y="405"/>
                </a:lnTo>
                <a:lnTo>
                  <a:pt x="297" y="405"/>
                </a:lnTo>
                <a:lnTo>
                  <a:pt x="296" y="405"/>
                </a:lnTo>
                <a:lnTo>
                  <a:pt x="295" y="406"/>
                </a:lnTo>
                <a:lnTo>
                  <a:pt x="295" y="407"/>
                </a:lnTo>
                <a:lnTo>
                  <a:pt x="295" y="408"/>
                </a:lnTo>
                <a:lnTo>
                  <a:pt x="296" y="408"/>
                </a:lnTo>
                <a:lnTo>
                  <a:pt x="297" y="408"/>
                </a:lnTo>
                <a:lnTo>
                  <a:pt x="298" y="409"/>
                </a:lnTo>
                <a:lnTo>
                  <a:pt x="298" y="410"/>
                </a:lnTo>
                <a:lnTo>
                  <a:pt x="298" y="412"/>
                </a:lnTo>
                <a:lnTo>
                  <a:pt x="298" y="413"/>
                </a:lnTo>
                <a:lnTo>
                  <a:pt x="297" y="413"/>
                </a:lnTo>
                <a:lnTo>
                  <a:pt x="296" y="413"/>
                </a:lnTo>
                <a:lnTo>
                  <a:pt x="295" y="413"/>
                </a:lnTo>
                <a:lnTo>
                  <a:pt x="294" y="413"/>
                </a:lnTo>
                <a:lnTo>
                  <a:pt x="294" y="414"/>
                </a:lnTo>
                <a:lnTo>
                  <a:pt x="294" y="415"/>
                </a:lnTo>
                <a:lnTo>
                  <a:pt x="293" y="416"/>
                </a:lnTo>
                <a:lnTo>
                  <a:pt x="294" y="418"/>
                </a:lnTo>
                <a:lnTo>
                  <a:pt x="294" y="419"/>
                </a:lnTo>
                <a:lnTo>
                  <a:pt x="295" y="419"/>
                </a:lnTo>
                <a:lnTo>
                  <a:pt x="296" y="420"/>
                </a:lnTo>
                <a:lnTo>
                  <a:pt x="295" y="420"/>
                </a:lnTo>
                <a:lnTo>
                  <a:pt x="295" y="421"/>
                </a:lnTo>
                <a:lnTo>
                  <a:pt x="298" y="420"/>
                </a:lnTo>
                <a:lnTo>
                  <a:pt x="299" y="420"/>
                </a:lnTo>
                <a:lnTo>
                  <a:pt x="300" y="420"/>
                </a:lnTo>
                <a:lnTo>
                  <a:pt x="301" y="420"/>
                </a:lnTo>
                <a:lnTo>
                  <a:pt x="301" y="419"/>
                </a:lnTo>
                <a:lnTo>
                  <a:pt x="302" y="418"/>
                </a:lnTo>
                <a:lnTo>
                  <a:pt x="303" y="418"/>
                </a:lnTo>
                <a:lnTo>
                  <a:pt x="303" y="419"/>
                </a:lnTo>
                <a:lnTo>
                  <a:pt x="302" y="419"/>
                </a:lnTo>
                <a:lnTo>
                  <a:pt x="302" y="420"/>
                </a:lnTo>
                <a:lnTo>
                  <a:pt x="302" y="421"/>
                </a:lnTo>
                <a:lnTo>
                  <a:pt x="303" y="422"/>
                </a:lnTo>
                <a:lnTo>
                  <a:pt x="303" y="423"/>
                </a:lnTo>
                <a:lnTo>
                  <a:pt x="304" y="423"/>
                </a:lnTo>
                <a:lnTo>
                  <a:pt x="305" y="423"/>
                </a:lnTo>
                <a:lnTo>
                  <a:pt x="305" y="422"/>
                </a:lnTo>
                <a:lnTo>
                  <a:pt x="306" y="422"/>
                </a:lnTo>
                <a:lnTo>
                  <a:pt x="306" y="423"/>
                </a:lnTo>
                <a:lnTo>
                  <a:pt x="307" y="423"/>
                </a:lnTo>
                <a:lnTo>
                  <a:pt x="307" y="422"/>
                </a:lnTo>
                <a:lnTo>
                  <a:pt x="308" y="423"/>
                </a:lnTo>
                <a:lnTo>
                  <a:pt x="308" y="424"/>
                </a:lnTo>
                <a:lnTo>
                  <a:pt x="308" y="425"/>
                </a:lnTo>
                <a:lnTo>
                  <a:pt x="308" y="426"/>
                </a:lnTo>
                <a:lnTo>
                  <a:pt x="307" y="426"/>
                </a:lnTo>
                <a:lnTo>
                  <a:pt x="306" y="427"/>
                </a:lnTo>
                <a:lnTo>
                  <a:pt x="306" y="428"/>
                </a:lnTo>
                <a:lnTo>
                  <a:pt x="306" y="429"/>
                </a:lnTo>
                <a:lnTo>
                  <a:pt x="305" y="429"/>
                </a:lnTo>
                <a:lnTo>
                  <a:pt x="305" y="428"/>
                </a:lnTo>
                <a:lnTo>
                  <a:pt x="304" y="428"/>
                </a:lnTo>
                <a:lnTo>
                  <a:pt x="304" y="429"/>
                </a:lnTo>
                <a:lnTo>
                  <a:pt x="303" y="429"/>
                </a:lnTo>
                <a:lnTo>
                  <a:pt x="303" y="431"/>
                </a:lnTo>
                <a:lnTo>
                  <a:pt x="303" y="432"/>
                </a:lnTo>
                <a:lnTo>
                  <a:pt x="302" y="432"/>
                </a:lnTo>
                <a:lnTo>
                  <a:pt x="301" y="433"/>
                </a:lnTo>
                <a:lnTo>
                  <a:pt x="302" y="434"/>
                </a:lnTo>
                <a:lnTo>
                  <a:pt x="300" y="435"/>
                </a:lnTo>
                <a:lnTo>
                  <a:pt x="299" y="435"/>
                </a:lnTo>
                <a:lnTo>
                  <a:pt x="298" y="436"/>
                </a:lnTo>
                <a:lnTo>
                  <a:pt x="297" y="434"/>
                </a:lnTo>
                <a:lnTo>
                  <a:pt x="298" y="434"/>
                </a:lnTo>
                <a:lnTo>
                  <a:pt x="297" y="433"/>
                </a:lnTo>
                <a:lnTo>
                  <a:pt x="296" y="433"/>
                </a:lnTo>
                <a:lnTo>
                  <a:pt x="295" y="433"/>
                </a:lnTo>
                <a:lnTo>
                  <a:pt x="295" y="434"/>
                </a:lnTo>
                <a:lnTo>
                  <a:pt x="294" y="437"/>
                </a:lnTo>
                <a:lnTo>
                  <a:pt x="294" y="438"/>
                </a:lnTo>
                <a:lnTo>
                  <a:pt x="294" y="439"/>
                </a:lnTo>
                <a:lnTo>
                  <a:pt x="295" y="440"/>
                </a:lnTo>
                <a:lnTo>
                  <a:pt x="295" y="441"/>
                </a:lnTo>
                <a:lnTo>
                  <a:pt x="295" y="442"/>
                </a:lnTo>
                <a:lnTo>
                  <a:pt x="296" y="442"/>
                </a:lnTo>
                <a:lnTo>
                  <a:pt x="296" y="441"/>
                </a:lnTo>
                <a:lnTo>
                  <a:pt x="297" y="440"/>
                </a:lnTo>
                <a:lnTo>
                  <a:pt x="298" y="440"/>
                </a:lnTo>
                <a:lnTo>
                  <a:pt x="298" y="441"/>
                </a:lnTo>
                <a:lnTo>
                  <a:pt x="298" y="443"/>
                </a:lnTo>
                <a:lnTo>
                  <a:pt x="297" y="444"/>
                </a:lnTo>
                <a:lnTo>
                  <a:pt x="297" y="445"/>
                </a:lnTo>
                <a:lnTo>
                  <a:pt x="296" y="446"/>
                </a:lnTo>
                <a:lnTo>
                  <a:pt x="295" y="446"/>
                </a:lnTo>
                <a:lnTo>
                  <a:pt x="294" y="448"/>
                </a:lnTo>
                <a:lnTo>
                  <a:pt x="295" y="448"/>
                </a:lnTo>
                <a:lnTo>
                  <a:pt x="295" y="449"/>
                </a:lnTo>
                <a:lnTo>
                  <a:pt x="294" y="449"/>
                </a:lnTo>
                <a:lnTo>
                  <a:pt x="294" y="448"/>
                </a:lnTo>
                <a:lnTo>
                  <a:pt x="293" y="449"/>
                </a:lnTo>
                <a:lnTo>
                  <a:pt x="293" y="450"/>
                </a:lnTo>
                <a:lnTo>
                  <a:pt x="292" y="450"/>
                </a:lnTo>
                <a:lnTo>
                  <a:pt x="291" y="451"/>
                </a:lnTo>
                <a:lnTo>
                  <a:pt x="290" y="451"/>
                </a:lnTo>
                <a:lnTo>
                  <a:pt x="290" y="452"/>
                </a:lnTo>
                <a:lnTo>
                  <a:pt x="289" y="452"/>
                </a:lnTo>
                <a:lnTo>
                  <a:pt x="288" y="452"/>
                </a:lnTo>
                <a:lnTo>
                  <a:pt x="287" y="453"/>
                </a:lnTo>
                <a:lnTo>
                  <a:pt x="287" y="454"/>
                </a:lnTo>
                <a:lnTo>
                  <a:pt x="286" y="454"/>
                </a:lnTo>
                <a:lnTo>
                  <a:pt x="286" y="452"/>
                </a:lnTo>
                <a:lnTo>
                  <a:pt x="287" y="451"/>
                </a:lnTo>
                <a:lnTo>
                  <a:pt x="287" y="450"/>
                </a:lnTo>
                <a:lnTo>
                  <a:pt x="287" y="449"/>
                </a:lnTo>
                <a:lnTo>
                  <a:pt x="286" y="446"/>
                </a:lnTo>
                <a:lnTo>
                  <a:pt x="284" y="444"/>
                </a:lnTo>
                <a:lnTo>
                  <a:pt x="283" y="443"/>
                </a:lnTo>
                <a:lnTo>
                  <a:pt x="282" y="442"/>
                </a:lnTo>
                <a:lnTo>
                  <a:pt x="280" y="442"/>
                </a:lnTo>
                <a:lnTo>
                  <a:pt x="279" y="442"/>
                </a:lnTo>
                <a:lnTo>
                  <a:pt x="279" y="441"/>
                </a:lnTo>
                <a:lnTo>
                  <a:pt x="278" y="440"/>
                </a:lnTo>
                <a:lnTo>
                  <a:pt x="276" y="440"/>
                </a:lnTo>
                <a:lnTo>
                  <a:pt x="275" y="440"/>
                </a:lnTo>
                <a:lnTo>
                  <a:pt x="273" y="440"/>
                </a:lnTo>
                <a:lnTo>
                  <a:pt x="273" y="439"/>
                </a:lnTo>
                <a:lnTo>
                  <a:pt x="273" y="438"/>
                </a:lnTo>
                <a:lnTo>
                  <a:pt x="273" y="437"/>
                </a:lnTo>
                <a:lnTo>
                  <a:pt x="273" y="436"/>
                </a:lnTo>
                <a:lnTo>
                  <a:pt x="274" y="436"/>
                </a:lnTo>
                <a:lnTo>
                  <a:pt x="273" y="435"/>
                </a:lnTo>
                <a:lnTo>
                  <a:pt x="274" y="435"/>
                </a:lnTo>
                <a:lnTo>
                  <a:pt x="274" y="434"/>
                </a:lnTo>
                <a:lnTo>
                  <a:pt x="273" y="434"/>
                </a:lnTo>
                <a:lnTo>
                  <a:pt x="273" y="433"/>
                </a:lnTo>
                <a:lnTo>
                  <a:pt x="273" y="432"/>
                </a:lnTo>
                <a:lnTo>
                  <a:pt x="272" y="431"/>
                </a:lnTo>
                <a:lnTo>
                  <a:pt x="272" y="432"/>
                </a:lnTo>
                <a:lnTo>
                  <a:pt x="272" y="433"/>
                </a:lnTo>
                <a:lnTo>
                  <a:pt x="272" y="434"/>
                </a:lnTo>
                <a:lnTo>
                  <a:pt x="272" y="435"/>
                </a:lnTo>
                <a:lnTo>
                  <a:pt x="272" y="436"/>
                </a:lnTo>
                <a:lnTo>
                  <a:pt x="271" y="436"/>
                </a:lnTo>
                <a:lnTo>
                  <a:pt x="271" y="437"/>
                </a:lnTo>
                <a:lnTo>
                  <a:pt x="271" y="438"/>
                </a:lnTo>
                <a:lnTo>
                  <a:pt x="271" y="439"/>
                </a:lnTo>
                <a:lnTo>
                  <a:pt x="272" y="440"/>
                </a:lnTo>
                <a:lnTo>
                  <a:pt x="272" y="442"/>
                </a:lnTo>
                <a:lnTo>
                  <a:pt x="271" y="443"/>
                </a:lnTo>
                <a:lnTo>
                  <a:pt x="270" y="443"/>
                </a:lnTo>
                <a:lnTo>
                  <a:pt x="268" y="444"/>
                </a:lnTo>
                <a:lnTo>
                  <a:pt x="267" y="444"/>
                </a:lnTo>
                <a:lnTo>
                  <a:pt x="267" y="445"/>
                </a:lnTo>
                <a:lnTo>
                  <a:pt x="266" y="446"/>
                </a:lnTo>
                <a:lnTo>
                  <a:pt x="265" y="446"/>
                </a:lnTo>
                <a:lnTo>
                  <a:pt x="264" y="446"/>
                </a:lnTo>
                <a:lnTo>
                  <a:pt x="263" y="446"/>
                </a:lnTo>
                <a:lnTo>
                  <a:pt x="262" y="446"/>
                </a:lnTo>
                <a:lnTo>
                  <a:pt x="261" y="446"/>
                </a:lnTo>
                <a:lnTo>
                  <a:pt x="260" y="446"/>
                </a:lnTo>
                <a:lnTo>
                  <a:pt x="259" y="446"/>
                </a:lnTo>
                <a:lnTo>
                  <a:pt x="258" y="446"/>
                </a:lnTo>
                <a:lnTo>
                  <a:pt x="257" y="446"/>
                </a:lnTo>
                <a:lnTo>
                  <a:pt x="257" y="445"/>
                </a:lnTo>
                <a:lnTo>
                  <a:pt x="256" y="446"/>
                </a:lnTo>
                <a:lnTo>
                  <a:pt x="257" y="446"/>
                </a:lnTo>
                <a:lnTo>
                  <a:pt x="257" y="447"/>
                </a:lnTo>
                <a:lnTo>
                  <a:pt x="256" y="447"/>
                </a:lnTo>
                <a:lnTo>
                  <a:pt x="255" y="448"/>
                </a:lnTo>
                <a:lnTo>
                  <a:pt x="254" y="449"/>
                </a:lnTo>
                <a:lnTo>
                  <a:pt x="253" y="449"/>
                </a:lnTo>
                <a:lnTo>
                  <a:pt x="253" y="450"/>
                </a:lnTo>
                <a:lnTo>
                  <a:pt x="252" y="451"/>
                </a:lnTo>
                <a:lnTo>
                  <a:pt x="250" y="451"/>
                </a:lnTo>
                <a:lnTo>
                  <a:pt x="250" y="450"/>
                </a:lnTo>
                <a:lnTo>
                  <a:pt x="248" y="450"/>
                </a:lnTo>
                <a:lnTo>
                  <a:pt x="247" y="448"/>
                </a:lnTo>
                <a:lnTo>
                  <a:pt x="246" y="447"/>
                </a:lnTo>
                <a:lnTo>
                  <a:pt x="246" y="446"/>
                </a:lnTo>
                <a:lnTo>
                  <a:pt x="246" y="444"/>
                </a:lnTo>
                <a:lnTo>
                  <a:pt x="246" y="443"/>
                </a:lnTo>
                <a:lnTo>
                  <a:pt x="246" y="441"/>
                </a:lnTo>
                <a:lnTo>
                  <a:pt x="245" y="441"/>
                </a:lnTo>
                <a:lnTo>
                  <a:pt x="245" y="440"/>
                </a:lnTo>
                <a:lnTo>
                  <a:pt x="247" y="439"/>
                </a:lnTo>
                <a:lnTo>
                  <a:pt x="247" y="438"/>
                </a:lnTo>
                <a:lnTo>
                  <a:pt x="248" y="438"/>
                </a:lnTo>
                <a:lnTo>
                  <a:pt x="247" y="438"/>
                </a:lnTo>
                <a:lnTo>
                  <a:pt x="246" y="437"/>
                </a:lnTo>
                <a:lnTo>
                  <a:pt x="246" y="436"/>
                </a:lnTo>
                <a:lnTo>
                  <a:pt x="245" y="436"/>
                </a:lnTo>
                <a:lnTo>
                  <a:pt x="245" y="437"/>
                </a:lnTo>
                <a:lnTo>
                  <a:pt x="245" y="438"/>
                </a:lnTo>
                <a:lnTo>
                  <a:pt x="245" y="439"/>
                </a:lnTo>
                <a:lnTo>
                  <a:pt x="244" y="440"/>
                </a:lnTo>
                <a:lnTo>
                  <a:pt x="244" y="439"/>
                </a:lnTo>
                <a:lnTo>
                  <a:pt x="242" y="438"/>
                </a:lnTo>
                <a:lnTo>
                  <a:pt x="242" y="439"/>
                </a:lnTo>
                <a:lnTo>
                  <a:pt x="242" y="440"/>
                </a:lnTo>
                <a:lnTo>
                  <a:pt x="241" y="441"/>
                </a:lnTo>
                <a:lnTo>
                  <a:pt x="241" y="442"/>
                </a:lnTo>
                <a:lnTo>
                  <a:pt x="240" y="443"/>
                </a:lnTo>
                <a:lnTo>
                  <a:pt x="240" y="444"/>
                </a:lnTo>
                <a:lnTo>
                  <a:pt x="238" y="445"/>
                </a:lnTo>
                <a:lnTo>
                  <a:pt x="238" y="446"/>
                </a:lnTo>
                <a:lnTo>
                  <a:pt x="237" y="447"/>
                </a:lnTo>
                <a:lnTo>
                  <a:pt x="236" y="448"/>
                </a:lnTo>
                <a:lnTo>
                  <a:pt x="235" y="448"/>
                </a:lnTo>
                <a:lnTo>
                  <a:pt x="235" y="447"/>
                </a:lnTo>
                <a:lnTo>
                  <a:pt x="233" y="447"/>
                </a:lnTo>
                <a:lnTo>
                  <a:pt x="233" y="448"/>
                </a:lnTo>
                <a:lnTo>
                  <a:pt x="232" y="449"/>
                </a:lnTo>
                <a:lnTo>
                  <a:pt x="229" y="449"/>
                </a:lnTo>
                <a:lnTo>
                  <a:pt x="229" y="451"/>
                </a:lnTo>
                <a:lnTo>
                  <a:pt x="230" y="451"/>
                </a:lnTo>
                <a:lnTo>
                  <a:pt x="230" y="452"/>
                </a:lnTo>
                <a:lnTo>
                  <a:pt x="231" y="452"/>
                </a:lnTo>
                <a:lnTo>
                  <a:pt x="231" y="451"/>
                </a:lnTo>
                <a:lnTo>
                  <a:pt x="231" y="452"/>
                </a:lnTo>
                <a:lnTo>
                  <a:pt x="233" y="455"/>
                </a:lnTo>
                <a:lnTo>
                  <a:pt x="234" y="455"/>
                </a:lnTo>
                <a:lnTo>
                  <a:pt x="233" y="455"/>
                </a:lnTo>
                <a:lnTo>
                  <a:pt x="232" y="456"/>
                </a:lnTo>
                <a:lnTo>
                  <a:pt x="231" y="457"/>
                </a:lnTo>
                <a:lnTo>
                  <a:pt x="230" y="458"/>
                </a:lnTo>
                <a:lnTo>
                  <a:pt x="230" y="459"/>
                </a:lnTo>
                <a:lnTo>
                  <a:pt x="230" y="460"/>
                </a:lnTo>
                <a:lnTo>
                  <a:pt x="230" y="461"/>
                </a:lnTo>
                <a:lnTo>
                  <a:pt x="231" y="462"/>
                </a:lnTo>
                <a:lnTo>
                  <a:pt x="231" y="463"/>
                </a:lnTo>
                <a:lnTo>
                  <a:pt x="229" y="463"/>
                </a:lnTo>
                <a:lnTo>
                  <a:pt x="228" y="462"/>
                </a:lnTo>
                <a:lnTo>
                  <a:pt x="224" y="461"/>
                </a:lnTo>
                <a:lnTo>
                  <a:pt x="222" y="461"/>
                </a:lnTo>
                <a:lnTo>
                  <a:pt x="221" y="460"/>
                </a:lnTo>
                <a:lnTo>
                  <a:pt x="218" y="459"/>
                </a:lnTo>
                <a:lnTo>
                  <a:pt x="218" y="458"/>
                </a:lnTo>
                <a:lnTo>
                  <a:pt x="217" y="458"/>
                </a:lnTo>
                <a:lnTo>
                  <a:pt x="216" y="459"/>
                </a:lnTo>
                <a:lnTo>
                  <a:pt x="217" y="460"/>
                </a:lnTo>
                <a:lnTo>
                  <a:pt x="217" y="461"/>
                </a:lnTo>
                <a:lnTo>
                  <a:pt x="217" y="462"/>
                </a:lnTo>
                <a:lnTo>
                  <a:pt x="216" y="463"/>
                </a:lnTo>
                <a:lnTo>
                  <a:pt x="215" y="464"/>
                </a:lnTo>
                <a:lnTo>
                  <a:pt x="214" y="464"/>
                </a:lnTo>
                <a:lnTo>
                  <a:pt x="215" y="465"/>
                </a:lnTo>
                <a:lnTo>
                  <a:pt x="216" y="466"/>
                </a:lnTo>
                <a:lnTo>
                  <a:pt x="215" y="466"/>
                </a:lnTo>
                <a:lnTo>
                  <a:pt x="215" y="467"/>
                </a:lnTo>
                <a:lnTo>
                  <a:pt x="216" y="467"/>
                </a:lnTo>
                <a:lnTo>
                  <a:pt x="216" y="468"/>
                </a:lnTo>
                <a:lnTo>
                  <a:pt x="218" y="468"/>
                </a:lnTo>
                <a:lnTo>
                  <a:pt x="219" y="468"/>
                </a:lnTo>
                <a:lnTo>
                  <a:pt x="220" y="468"/>
                </a:lnTo>
                <a:lnTo>
                  <a:pt x="221" y="468"/>
                </a:lnTo>
                <a:lnTo>
                  <a:pt x="222" y="468"/>
                </a:lnTo>
                <a:lnTo>
                  <a:pt x="224" y="467"/>
                </a:lnTo>
                <a:lnTo>
                  <a:pt x="225" y="467"/>
                </a:lnTo>
                <a:lnTo>
                  <a:pt x="226" y="466"/>
                </a:lnTo>
                <a:lnTo>
                  <a:pt x="227" y="466"/>
                </a:lnTo>
                <a:lnTo>
                  <a:pt x="228" y="466"/>
                </a:lnTo>
                <a:lnTo>
                  <a:pt x="230" y="466"/>
                </a:lnTo>
                <a:lnTo>
                  <a:pt x="232" y="466"/>
                </a:lnTo>
                <a:lnTo>
                  <a:pt x="233" y="466"/>
                </a:lnTo>
                <a:lnTo>
                  <a:pt x="233" y="467"/>
                </a:lnTo>
                <a:lnTo>
                  <a:pt x="234" y="467"/>
                </a:lnTo>
                <a:lnTo>
                  <a:pt x="233" y="468"/>
                </a:lnTo>
                <a:lnTo>
                  <a:pt x="233" y="469"/>
                </a:lnTo>
                <a:lnTo>
                  <a:pt x="232" y="469"/>
                </a:lnTo>
                <a:lnTo>
                  <a:pt x="232" y="470"/>
                </a:lnTo>
                <a:lnTo>
                  <a:pt x="232" y="471"/>
                </a:lnTo>
                <a:lnTo>
                  <a:pt x="232" y="472"/>
                </a:lnTo>
                <a:lnTo>
                  <a:pt x="231" y="472"/>
                </a:lnTo>
                <a:lnTo>
                  <a:pt x="231" y="473"/>
                </a:lnTo>
                <a:lnTo>
                  <a:pt x="230" y="473"/>
                </a:lnTo>
                <a:lnTo>
                  <a:pt x="230" y="474"/>
                </a:lnTo>
                <a:lnTo>
                  <a:pt x="231" y="474"/>
                </a:lnTo>
                <a:lnTo>
                  <a:pt x="231" y="473"/>
                </a:lnTo>
                <a:lnTo>
                  <a:pt x="232" y="473"/>
                </a:lnTo>
                <a:lnTo>
                  <a:pt x="234" y="473"/>
                </a:lnTo>
                <a:lnTo>
                  <a:pt x="235" y="472"/>
                </a:lnTo>
                <a:lnTo>
                  <a:pt x="236" y="472"/>
                </a:lnTo>
                <a:lnTo>
                  <a:pt x="237" y="473"/>
                </a:lnTo>
                <a:lnTo>
                  <a:pt x="237" y="474"/>
                </a:lnTo>
                <a:lnTo>
                  <a:pt x="238" y="475"/>
                </a:lnTo>
                <a:lnTo>
                  <a:pt x="238" y="476"/>
                </a:lnTo>
                <a:lnTo>
                  <a:pt x="238" y="477"/>
                </a:lnTo>
                <a:lnTo>
                  <a:pt x="238" y="478"/>
                </a:lnTo>
                <a:lnTo>
                  <a:pt x="240" y="478"/>
                </a:lnTo>
                <a:lnTo>
                  <a:pt x="240" y="479"/>
                </a:lnTo>
                <a:lnTo>
                  <a:pt x="239" y="480"/>
                </a:lnTo>
                <a:lnTo>
                  <a:pt x="239" y="481"/>
                </a:lnTo>
                <a:lnTo>
                  <a:pt x="240" y="481"/>
                </a:lnTo>
                <a:lnTo>
                  <a:pt x="240" y="482"/>
                </a:lnTo>
                <a:lnTo>
                  <a:pt x="241" y="483"/>
                </a:lnTo>
                <a:lnTo>
                  <a:pt x="240" y="484"/>
                </a:lnTo>
                <a:lnTo>
                  <a:pt x="240" y="483"/>
                </a:lnTo>
                <a:lnTo>
                  <a:pt x="239" y="483"/>
                </a:lnTo>
                <a:lnTo>
                  <a:pt x="238" y="484"/>
                </a:lnTo>
                <a:lnTo>
                  <a:pt x="237" y="484"/>
                </a:lnTo>
                <a:lnTo>
                  <a:pt x="237" y="485"/>
                </a:lnTo>
                <a:lnTo>
                  <a:pt x="236" y="486"/>
                </a:lnTo>
                <a:lnTo>
                  <a:pt x="236" y="485"/>
                </a:lnTo>
                <a:lnTo>
                  <a:pt x="235" y="485"/>
                </a:lnTo>
                <a:lnTo>
                  <a:pt x="234" y="485"/>
                </a:lnTo>
                <a:lnTo>
                  <a:pt x="233" y="486"/>
                </a:lnTo>
                <a:lnTo>
                  <a:pt x="232" y="487"/>
                </a:lnTo>
                <a:lnTo>
                  <a:pt x="231" y="487"/>
                </a:lnTo>
                <a:lnTo>
                  <a:pt x="231" y="488"/>
                </a:lnTo>
                <a:lnTo>
                  <a:pt x="231" y="489"/>
                </a:lnTo>
                <a:lnTo>
                  <a:pt x="230" y="490"/>
                </a:lnTo>
                <a:lnTo>
                  <a:pt x="230" y="489"/>
                </a:lnTo>
                <a:lnTo>
                  <a:pt x="229" y="490"/>
                </a:lnTo>
                <a:lnTo>
                  <a:pt x="229" y="491"/>
                </a:lnTo>
                <a:lnTo>
                  <a:pt x="228" y="491"/>
                </a:lnTo>
                <a:lnTo>
                  <a:pt x="228" y="490"/>
                </a:lnTo>
                <a:lnTo>
                  <a:pt x="227" y="491"/>
                </a:lnTo>
                <a:lnTo>
                  <a:pt x="226" y="492"/>
                </a:lnTo>
                <a:lnTo>
                  <a:pt x="226" y="493"/>
                </a:lnTo>
                <a:lnTo>
                  <a:pt x="225" y="493"/>
                </a:lnTo>
                <a:lnTo>
                  <a:pt x="225" y="494"/>
                </a:lnTo>
                <a:lnTo>
                  <a:pt x="224" y="494"/>
                </a:lnTo>
                <a:lnTo>
                  <a:pt x="224" y="496"/>
                </a:lnTo>
                <a:lnTo>
                  <a:pt x="223" y="497"/>
                </a:lnTo>
                <a:lnTo>
                  <a:pt x="223" y="496"/>
                </a:lnTo>
                <a:lnTo>
                  <a:pt x="223" y="495"/>
                </a:lnTo>
                <a:lnTo>
                  <a:pt x="223" y="494"/>
                </a:lnTo>
                <a:lnTo>
                  <a:pt x="223" y="493"/>
                </a:lnTo>
                <a:lnTo>
                  <a:pt x="224" y="493"/>
                </a:lnTo>
                <a:lnTo>
                  <a:pt x="223" y="493"/>
                </a:lnTo>
                <a:lnTo>
                  <a:pt x="223" y="494"/>
                </a:lnTo>
                <a:lnTo>
                  <a:pt x="222" y="494"/>
                </a:lnTo>
                <a:lnTo>
                  <a:pt x="222" y="493"/>
                </a:lnTo>
                <a:lnTo>
                  <a:pt x="222" y="492"/>
                </a:lnTo>
                <a:lnTo>
                  <a:pt x="222" y="491"/>
                </a:lnTo>
                <a:lnTo>
                  <a:pt x="221" y="491"/>
                </a:lnTo>
                <a:lnTo>
                  <a:pt x="221" y="492"/>
                </a:lnTo>
                <a:lnTo>
                  <a:pt x="221" y="493"/>
                </a:lnTo>
                <a:lnTo>
                  <a:pt x="222" y="494"/>
                </a:lnTo>
                <a:lnTo>
                  <a:pt x="222" y="495"/>
                </a:lnTo>
                <a:lnTo>
                  <a:pt x="221" y="495"/>
                </a:lnTo>
                <a:lnTo>
                  <a:pt x="221" y="494"/>
                </a:lnTo>
                <a:lnTo>
                  <a:pt x="221" y="493"/>
                </a:lnTo>
                <a:lnTo>
                  <a:pt x="220" y="493"/>
                </a:lnTo>
                <a:lnTo>
                  <a:pt x="220" y="494"/>
                </a:lnTo>
                <a:lnTo>
                  <a:pt x="219" y="494"/>
                </a:lnTo>
                <a:lnTo>
                  <a:pt x="221" y="495"/>
                </a:lnTo>
                <a:lnTo>
                  <a:pt x="221" y="496"/>
                </a:lnTo>
                <a:lnTo>
                  <a:pt x="222" y="496"/>
                </a:lnTo>
                <a:lnTo>
                  <a:pt x="221" y="496"/>
                </a:lnTo>
                <a:lnTo>
                  <a:pt x="221" y="497"/>
                </a:lnTo>
                <a:lnTo>
                  <a:pt x="220" y="498"/>
                </a:lnTo>
                <a:lnTo>
                  <a:pt x="219" y="499"/>
                </a:lnTo>
                <a:lnTo>
                  <a:pt x="219" y="500"/>
                </a:lnTo>
                <a:lnTo>
                  <a:pt x="218" y="501"/>
                </a:lnTo>
                <a:lnTo>
                  <a:pt x="217" y="501"/>
                </a:lnTo>
                <a:lnTo>
                  <a:pt x="217" y="502"/>
                </a:lnTo>
                <a:lnTo>
                  <a:pt x="216" y="503"/>
                </a:lnTo>
                <a:lnTo>
                  <a:pt x="216" y="504"/>
                </a:lnTo>
                <a:lnTo>
                  <a:pt x="215" y="505"/>
                </a:lnTo>
                <a:lnTo>
                  <a:pt x="215" y="509"/>
                </a:lnTo>
                <a:lnTo>
                  <a:pt x="216" y="510"/>
                </a:lnTo>
                <a:lnTo>
                  <a:pt x="216" y="511"/>
                </a:lnTo>
                <a:lnTo>
                  <a:pt x="215" y="512"/>
                </a:lnTo>
                <a:lnTo>
                  <a:pt x="214" y="511"/>
                </a:lnTo>
                <a:lnTo>
                  <a:pt x="213" y="512"/>
                </a:lnTo>
                <a:lnTo>
                  <a:pt x="213" y="511"/>
                </a:lnTo>
                <a:lnTo>
                  <a:pt x="212" y="511"/>
                </a:lnTo>
                <a:lnTo>
                  <a:pt x="210" y="512"/>
                </a:lnTo>
                <a:lnTo>
                  <a:pt x="209" y="513"/>
                </a:lnTo>
                <a:lnTo>
                  <a:pt x="208" y="513"/>
                </a:lnTo>
                <a:lnTo>
                  <a:pt x="208" y="514"/>
                </a:lnTo>
                <a:lnTo>
                  <a:pt x="208" y="515"/>
                </a:lnTo>
                <a:lnTo>
                  <a:pt x="208" y="517"/>
                </a:lnTo>
                <a:lnTo>
                  <a:pt x="208" y="515"/>
                </a:lnTo>
                <a:lnTo>
                  <a:pt x="207" y="517"/>
                </a:lnTo>
                <a:lnTo>
                  <a:pt x="207" y="515"/>
                </a:lnTo>
                <a:lnTo>
                  <a:pt x="206" y="515"/>
                </a:lnTo>
                <a:lnTo>
                  <a:pt x="206" y="517"/>
                </a:lnTo>
                <a:lnTo>
                  <a:pt x="205" y="518"/>
                </a:lnTo>
                <a:lnTo>
                  <a:pt x="205" y="519"/>
                </a:lnTo>
                <a:lnTo>
                  <a:pt x="205" y="520"/>
                </a:lnTo>
                <a:lnTo>
                  <a:pt x="205" y="521"/>
                </a:lnTo>
                <a:lnTo>
                  <a:pt x="204" y="521"/>
                </a:lnTo>
                <a:lnTo>
                  <a:pt x="203" y="521"/>
                </a:lnTo>
                <a:lnTo>
                  <a:pt x="202" y="521"/>
                </a:lnTo>
                <a:lnTo>
                  <a:pt x="202" y="522"/>
                </a:lnTo>
                <a:lnTo>
                  <a:pt x="202" y="523"/>
                </a:lnTo>
                <a:lnTo>
                  <a:pt x="202" y="524"/>
                </a:lnTo>
                <a:lnTo>
                  <a:pt x="202" y="525"/>
                </a:lnTo>
                <a:lnTo>
                  <a:pt x="202" y="526"/>
                </a:lnTo>
                <a:lnTo>
                  <a:pt x="201" y="526"/>
                </a:lnTo>
                <a:lnTo>
                  <a:pt x="200" y="527"/>
                </a:lnTo>
                <a:lnTo>
                  <a:pt x="199" y="528"/>
                </a:lnTo>
                <a:lnTo>
                  <a:pt x="199" y="527"/>
                </a:lnTo>
                <a:lnTo>
                  <a:pt x="199" y="526"/>
                </a:lnTo>
                <a:lnTo>
                  <a:pt x="198" y="525"/>
                </a:lnTo>
                <a:lnTo>
                  <a:pt x="198" y="524"/>
                </a:lnTo>
                <a:lnTo>
                  <a:pt x="199" y="523"/>
                </a:lnTo>
                <a:lnTo>
                  <a:pt x="201" y="522"/>
                </a:lnTo>
                <a:lnTo>
                  <a:pt x="201" y="521"/>
                </a:lnTo>
                <a:lnTo>
                  <a:pt x="201" y="520"/>
                </a:lnTo>
                <a:lnTo>
                  <a:pt x="202" y="520"/>
                </a:lnTo>
                <a:lnTo>
                  <a:pt x="202" y="519"/>
                </a:lnTo>
                <a:lnTo>
                  <a:pt x="202" y="518"/>
                </a:lnTo>
                <a:lnTo>
                  <a:pt x="202" y="517"/>
                </a:lnTo>
                <a:lnTo>
                  <a:pt x="203" y="517"/>
                </a:lnTo>
                <a:lnTo>
                  <a:pt x="203" y="518"/>
                </a:lnTo>
                <a:lnTo>
                  <a:pt x="204" y="517"/>
                </a:lnTo>
                <a:lnTo>
                  <a:pt x="204" y="515"/>
                </a:lnTo>
                <a:lnTo>
                  <a:pt x="204" y="517"/>
                </a:lnTo>
                <a:lnTo>
                  <a:pt x="203" y="517"/>
                </a:lnTo>
                <a:lnTo>
                  <a:pt x="203" y="515"/>
                </a:lnTo>
                <a:lnTo>
                  <a:pt x="202" y="515"/>
                </a:lnTo>
                <a:lnTo>
                  <a:pt x="202" y="517"/>
                </a:lnTo>
                <a:lnTo>
                  <a:pt x="202" y="515"/>
                </a:lnTo>
                <a:lnTo>
                  <a:pt x="201" y="514"/>
                </a:lnTo>
                <a:lnTo>
                  <a:pt x="201" y="513"/>
                </a:lnTo>
                <a:lnTo>
                  <a:pt x="201" y="512"/>
                </a:lnTo>
                <a:lnTo>
                  <a:pt x="202" y="511"/>
                </a:lnTo>
                <a:lnTo>
                  <a:pt x="201" y="511"/>
                </a:lnTo>
                <a:lnTo>
                  <a:pt x="201" y="512"/>
                </a:lnTo>
                <a:lnTo>
                  <a:pt x="200" y="512"/>
                </a:lnTo>
                <a:lnTo>
                  <a:pt x="200" y="513"/>
                </a:lnTo>
                <a:lnTo>
                  <a:pt x="199" y="514"/>
                </a:lnTo>
                <a:lnTo>
                  <a:pt x="199" y="513"/>
                </a:lnTo>
                <a:lnTo>
                  <a:pt x="198" y="512"/>
                </a:lnTo>
                <a:lnTo>
                  <a:pt x="197" y="512"/>
                </a:lnTo>
                <a:lnTo>
                  <a:pt x="196" y="512"/>
                </a:lnTo>
                <a:lnTo>
                  <a:pt x="196" y="511"/>
                </a:lnTo>
                <a:lnTo>
                  <a:pt x="196" y="510"/>
                </a:lnTo>
                <a:lnTo>
                  <a:pt x="195" y="510"/>
                </a:lnTo>
                <a:lnTo>
                  <a:pt x="194" y="510"/>
                </a:lnTo>
                <a:lnTo>
                  <a:pt x="195" y="510"/>
                </a:lnTo>
                <a:lnTo>
                  <a:pt x="196" y="511"/>
                </a:lnTo>
                <a:lnTo>
                  <a:pt x="196" y="512"/>
                </a:lnTo>
                <a:lnTo>
                  <a:pt x="196" y="513"/>
                </a:lnTo>
                <a:lnTo>
                  <a:pt x="195" y="513"/>
                </a:lnTo>
                <a:lnTo>
                  <a:pt x="194" y="515"/>
                </a:lnTo>
                <a:lnTo>
                  <a:pt x="194" y="517"/>
                </a:lnTo>
                <a:lnTo>
                  <a:pt x="194" y="518"/>
                </a:lnTo>
                <a:lnTo>
                  <a:pt x="194" y="519"/>
                </a:lnTo>
                <a:lnTo>
                  <a:pt x="195" y="520"/>
                </a:lnTo>
                <a:lnTo>
                  <a:pt x="195" y="521"/>
                </a:lnTo>
                <a:lnTo>
                  <a:pt x="195" y="522"/>
                </a:lnTo>
                <a:lnTo>
                  <a:pt x="194" y="523"/>
                </a:lnTo>
                <a:lnTo>
                  <a:pt x="193" y="523"/>
                </a:lnTo>
                <a:lnTo>
                  <a:pt x="193" y="524"/>
                </a:lnTo>
                <a:lnTo>
                  <a:pt x="191" y="525"/>
                </a:lnTo>
                <a:lnTo>
                  <a:pt x="190" y="525"/>
                </a:lnTo>
                <a:lnTo>
                  <a:pt x="190" y="526"/>
                </a:lnTo>
                <a:lnTo>
                  <a:pt x="189" y="526"/>
                </a:lnTo>
                <a:lnTo>
                  <a:pt x="189" y="527"/>
                </a:lnTo>
                <a:lnTo>
                  <a:pt x="189" y="528"/>
                </a:lnTo>
                <a:lnTo>
                  <a:pt x="188" y="529"/>
                </a:lnTo>
                <a:lnTo>
                  <a:pt x="187" y="532"/>
                </a:lnTo>
                <a:lnTo>
                  <a:pt x="187" y="533"/>
                </a:lnTo>
                <a:lnTo>
                  <a:pt x="187" y="537"/>
                </a:lnTo>
                <a:lnTo>
                  <a:pt x="187" y="538"/>
                </a:lnTo>
                <a:lnTo>
                  <a:pt x="187" y="539"/>
                </a:lnTo>
                <a:lnTo>
                  <a:pt x="187" y="540"/>
                </a:lnTo>
                <a:lnTo>
                  <a:pt x="188" y="541"/>
                </a:lnTo>
                <a:lnTo>
                  <a:pt x="189" y="541"/>
                </a:lnTo>
                <a:lnTo>
                  <a:pt x="188" y="541"/>
                </a:lnTo>
                <a:lnTo>
                  <a:pt x="187" y="542"/>
                </a:lnTo>
                <a:lnTo>
                  <a:pt x="187" y="543"/>
                </a:lnTo>
                <a:lnTo>
                  <a:pt x="187" y="544"/>
                </a:lnTo>
                <a:lnTo>
                  <a:pt x="186" y="544"/>
                </a:lnTo>
                <a:lnTo>
                  <a:pt x="186" y="545"/>
                </a:lnTo>
                <a:lnTo>
                  <a:pt x="185" y="545"/>
                </a:lnTo>
                <a:lnTo>
                  <a:pt x="186" y="545"/>
                </a:lnTo>
                <a:lnTo>
                  <a:pt x="185" y="546"/>
                </a:lnTo>
                <a:lnTo>
                  <a:pt x="185" y="547"/>
                </a:lnTo>
                <a:lnTo>
                  <a:pt x="184" y="547"/>
                </a:lnTo>
                <a:lnTo>
                  <a:pt x="183" y="548"/>
                </a:lnTo>
                <a:lnTo>
                  <a:pt x="183" y="549"/>
                </a:lnTo>
                <a:lnTo>
                  <a:pt x="183" y="550"/>
                </a:lnTo>
                <a:lnTo>
                  <a:pt x="182" y="550"/>
                </a:lnTo>
                <a:lnTo>
                  <a:pt x="182" y="548"/>
                </a:lnTo>
                <a:lnTo>
                  <a:pt x="183" y="548"/>
                </a:lnTo>
                <a:lnTo>
                  <a:pt x="183" y="547"/>
                </a:lnTo>
                <a:lnTo>
                  <a:pt x="184" y="547"/>
                </a:lnTo>
                <a:lnTo>
                  <a:pt x="184" y="546"/>
                </a:lnTo>
                <a:lnTo>
                  <a:pt x="184" y="545"/>
                </a:lnTo>
                <a:lnTo>
                  <a:pt x="183" y="544"/>
                </a:lnTo>
                <a:lnTo>
                  <a:pt x="183" y="543"/>
                </a:lnTo>
                <a:lnTo>
                  <a:pt x="183" y="542"/>
                </a:lnTo>
                <a:lnTo>
                  <a:pt x="184" y="542"/>
                </a:lnTo>
                <a:lnTo>
                  <a:pt x="184" y="541"/>
                </a:lnTo>
                <a:lnTo>
                  <a:pt x="185" y="541"/>
                </a:lnTo>
                <a:lnTo>
                  <a:pt x="185" y="540"/>
                </a:lnTo>
                <a:lnTo>
                  <a:pt x="186" y="540"/>
                </a:lnTo>
                <a:lnTo>
                  <a:pt x="186" y="538"/>
                </a:lnTo>
                <a:lnTo>
                  <a:pt x="186" y="537"/>
                </a:lnTo>
                <a:lnTo>
                  <a:pt x="185" y="536"/>
                </a:lnTo>
                <a:lnTo>
                  <a:pt x="185" y="535"/>
                </a:lnTo>
                <a:lnTo>
                  <a:pt x="184" y="534"/>
                </a:lnTo>
                <a:lnTo>
                  <a:pt x="184" y="533"/>
                </a:lnTo>
                <a:lnTo>
                  <a:pt x="185" y="533"/>
                </a:lnTo>
                <a:lnTo>
                  <a:pt x="184" y="532"/>
                </a:lnTo>
                <a:lnTo>
                  <a:pt x="184" y="531"/>
                </a:lnTo>
                <a:lnTo>
                  <a:pt x="183" y="531"/>
                </a:lnTo>
                <a:lnTo>
                  <a:pt x="183" y="530"/>
                </a:lnTo>
                <a:lnTo>
                  <a:pt x="182" y="530"/>
                </a:lnTo>
                <a:lnTo>
                  <a:pt x="182" y="531"/>
                </a:lnTo>
                <a:lnTo>
                  <a:pt x="181" y="530"/>
                </a:lnTo>
                <a:lnTo>
                  <a:pt x="181" y="529"/>
                </a:lnTo>
                <a:lnTo>
                  <a:pt x="181" y="528"/>
                </a:lnTo>
                <a:lnTo>
                  <a:pt x="181" y="529"/>
                </a:lnTo>
                <a:lnTo>
                  <a:pt x="180" y="529"/>
                </a:lnTo>
                <a:lnTo>
                  <a:pt x="179" y="528"/>
                </a:lnTo>
                <a:lnTo>
                  <a:pt x="178" y="528"/>
                </a:lnTo>
                <a:lnTo>
                  <a:pt x="178" y="527"/>
                </a:lnTo>
                <a:lnTo>
                  <a:pt x="177" y="527"/>
                </a:lnTo>
                <a:lnTo>
                  <a:pt x="176" y="527"/>
                </a:lnTo>
                <a:lnTo>
                  <a:pt x="175" y="526"/>
                </a:lnTo>
                <a:lnTo>
                  <a:pt x="174" y="526"/>
                </a:lnTo>
                <a:lnTo>
                  <a:pt x="173" y="526"/>
                </a:lnTo>
                <a:lnTo>
                  <a:pt x="172" y="526"/>
                </a:lnTo>
                <a:lnTo>
                  <a:pt x="171" y="526"/>
                </a:lnTo>
                <a:lnTo>
                  <a:pt x="170" y="526"/>
                </a:lnTo>
                <a:lnTo>
                  <a:pt x="170" y="525"/>
                </a:lnTo>
                <a:lnTo>
                  <a:pt x="169" y="525"/>
                </a:lnTo>
                <a:lnTo>
                  <a:pt x="168" y="525"/>
                </a:lnTo>
                <a:lnTo>
                  <a:pt x="168" y="524"/>
                </a:lnTo>
                <a:lnTo>
                  <a:pt x="167" y="523"/>
                </a:lnTo>
                <a:lnTo>
                  <a:pt x="166" y="523"/>
                </a:lnTo>
                <a:lnTo>
                  <a:pt x="165" y="523"/>
                </a:lnTo>
                <a:lnTo>
                  <a:pt x="164" y="523"/>
                </a:lnTo>
                <a:lnTo>
                  <a:pt x="163" y="524"/>
                </a:lnTo>
                <a:lnTo>
                  <a:pt x="164" y="524"/>
                </a:lnTo>
                <a:lnTo>
                  <a:pt x="165" y="524"/>
                </a:lnTo>
                <a:lnTo>
                  <a:pt x="165" y="525"/>
                </a:lnTo>
                <a:lnTo>
                  <a:pt x="165" y="526"/>
                </a:lnTo>
                <a:lnTo>
                  <a:pt x="166" y="526"/>
                </a:lnTo>
                <a:lnTo>
                  <a:pt x="167" y="527"/>
                </a:lnTo>
                <a:lnTo>
                  <a:pt x="168" y="527"/>
                </a:lnTo>
                <a:lnTo>
                  <a:pt x="169" y="527"/>
                </a:lnTo>
                <a:lnTo>
                  <a:pt x="170" y="527"/>
                </a:lnTo>
                <a:lnTo>
                  <a:pt x="171" y="527"/>
                </a:lnTo>
                <a:lnTo>
                  <a:pt x="172" y="527"/>
                </a:lnTo>
                <a:lnTo>
                  <a:pt x="172" y="528"/>
                </a:lnTo>
                <a:lnTo>
                  <a:pt x="173" y="529"/>
                </a:lnTo>
                <a:lnTo>
                  <a:pt x="172" y="529"/>
                </a:lnTo>
                <a:lnTo>
                  <a:pt x="172" y="530"/>
                </a:lnTo>
                <a:lnTo>
                  <a:pt x="173" y="531"/>
                </a:lnTo>
                <a:lnTo>
                  <a:pt x="173" y="532"/>
                </a:lnTo>
                <a:lnTo>
                  <a:pt x="174" y="532"/>
                </a:lnTo>
                <a:lnTo>
                  <a:pt x="173" y="534"/>
                </a:lnTo>
                <a:lnTo>
                  <a:pt x="172" y="535"/>
                </a:lnTo>
                <a:lnTo>
                  <a:pt x="172" y="536"/>
                </a:lnTo>
                <a:lnTo>
                  <a:pt x="173" y="536"/>
                </a:lnTo>
                <a:lnTo>
                  <a:pt x="173" y="537"/>
                </a:lnTo>
                <a:lnTo>
                  <a:pt x="172" y="537"/>
                </a:lnTo>
                <a:lnTo>
                  <a:pt x="171" y="538"/>
                </a:lnTo>
                <a:lnTo>
                  <a:pt x="170" y="538"/>
                </a:lnTo>
                <a:lnTo>
                  <a:pt x="170" y="539"/>
                </a:lnTo>
                <a:lnTo>
                  <a:pt x="171" y="540"/>
                </a:lnTo>
                <a:lnTo>
                  <a:pt x="171" y="541"/>
                </a:lnTo>
                <a:lnTo>
                  <a:pt x="170" y="541"/>
                </a:lnTo>
                <a:lnTo>
                  <a:pt x="169" y="541"/>
                </a:lnTo>
                <a:lnTo>
                  <a:pt x="169" y="542"/>
                </a:lnTo>
                <a:lnTo>
                  <a:pt x="168" y="543"/>
                </a:lnTo>
                <a:lnTo>
                  <a:pt x="168" y="544"/>
                </a:lnTo>
                <a:lnTo>
                  <a:pt x="167" y="544"/>
                </a:lnTo>
                <a:lnTo>
                  <a:pt x="167" y="545"/>
                </a:lnTo>
                <a:lnTo>
                  <a:pt x="168" y="545"/>
                </a:lnTo>
                <a:lnTo>
                  <a:pt x="167" y="545"/>
                </a:lnTo>
                <a:lnTo>
                  <a:pt x="166" y="544"/>
                </a:lnTo>
                <a:lnTo>
                  <a:pt x="165" y="543"/>
                </a:lnTo>
                <a:lnTo>
                  <a:pt x="164" y="543"/>
                </a:lnTo>
                <a:lnTo>
                  <a:pt x="164" y="544"/>
                </a:lnTo>
                <a:lnTo>
                  <a:pt x="165" y="544"/>
                </a:lnTo>
                <a:lnTo>
                  <a:pt x="166" y="545"/>
                </a:lnTo>
                <a:lnTo>
                  <a:pt x="166" y="546"/>
                </a:lnTo>
                <a:lnTo>
                  <a:pt x="167" y="547"/>
                </a:lnTo>
                <a:lnTo>
                  <a:pt x="167" y="548"/>
                </a:lnTo>
                <a:lnTo>
                  <a:pt x="168" y="547"/>
                </a:lnTo>
                <a:lnTo>
                  <a:pt x="169" y="547"/>
                </a:lnTo>
                <a:lnTo>
                  <a:pt x="170" y="547"/>
                </a:lnTo>
                <a:lnTo>
                  <a:pt x="170" y="546"/>
                </a:lnTo>
                <a:lnTo>
                  <a:pt x="171" y="546"/>
                </a:lnTo>
                <a:lnTo>
                  <a:pt x="172" y="546"/>
                </a:lnTo>
                <a:lnTo>
                  <a:pt x="172" y="545"/>
                </a:lnTo>
                <a:lnTo>
                  <a:pt x="173" y="545"/>
                </a:lnTo>
                <a:lnTo>
                  <a:pt x="174" y="545"/>
                </a:lnTo>
                <a:lnTo>
                  <a:pt x="173" y="546"/>
                </a:lnTo>
                <a:lnTo>
                  <a:pt x="174" y="546"/>
                </a:lnTo>
                <a:lnTo>
                  <a:pt x="175" y="546"/>
                </a:lnTo>
                <a:lnTo>
                  <a:pt x="176" y="547"/>
                </a:lnTo>
                <a:lnTo>
                  <a:pt x="177" y="547"/>
                </a:lnTo>
                <a:lnTo>
                  <a:pt x="177" y="548"/>
                </a:lnTo>
                <a:lnTo>
                  <a:pt x="176" y="548"/>
                </a:lnTo>
                <a:lnTo>
                  <a:pt x="176" y="549"/>
                </a:lnTo>
                <a:lnTo>
                  <a:pt x="175" y="550"/>
                </a:lnTo>
                <a:lnTo>
                  <a:pt x="174" y="550"/>
                </a:lnTo>
                <a:lnTo>
                  <a:pt x="174" y="549"/>
                </a:lnTo>
                <a:lnTo>
                  <a:pt x="173" y="549"/>
                </a:lnTo>
                <a:lnTo>
                  <a:pt x="172" y="549"/>
                </a:lnTo>
                <a:lnTo>
                  <a:pt x="172" y="550"/>
                </a:lnTo>
                <a:lnTo>
                  <a:pt x="172" y="551"/>
                </a:lnTo>
                <a:lnTo>
                  <a:pt x="171" y="552"/>
                </a:lnTo>
                <a:lnTo>
                  <a:pt x="171" y="553"/>
                </a:lnTo>
                <a:lnTo>
                  <a:pt x="171" y="555"/>
                </a:lnTo>
                <a:lnTo>
                  <a:pt x="171" y="556"/>
                </a:lnTo>
                <a:lnTo>
                  <a:pt x="172" y="556"/>
                </a:lnTo>
                <a:lnTo>
                  <a:pt x="173" y="557"/>
                </a:lnTo>
                <a:lnTo>
                  <a:pt x="172" y="557"/>
                </a:lnTo>
                <a:lnTo>
                  <a:pt x="171" y="557"/>
                </a:lnTo>
                <a:lnTo>
                  <a:pt x="170" y="557"/>
                </a:lnTo>
                <a:lnTo>
                  <a:pt x="170" y="558"/>
                </a:lnTo>
                <a:lnTo>
                  <a:pt x="169" y="558"/>
                </a:lnTo>
                <a:lnTo>
                  <a:pt x="169" y="557"/>
                </a:lnTo>
                <a:lnTo>
                  <a:pt x="168" y="557"/>
                </a:lnTo>
                <a:lnTo>
                  <a:pt x="168" y="556"/>
                </a:lnTo>
                <a:lnTo>
                  <a:pt x="167" y="556"/>
                </a:lnTo>
                <a:lnTo>
                  <a:pt x="166" y="557"/>
                </a:lnTo>
                <a:lnTo>
                  <a:pt x="166" y="558"/>
                </a:lnTo>
                <a:lnTo>
                  <a:pt x="165" y="559"/>
                </a:lnTo>
                <a:lnTo>
                  <a:pt x="165" y="560"/>
                </a:lnTo>
                <a:lnTo>
                  <a:pt x="165" y="563"/>
                </a:lnTo>
                <a:lnTo>
                  <a:pt x="165" y="564"/>
                </a:lnTo>
                <a:lnTo>
                  <a:pt x="165" y="565"/>
                </a:lnTo>
                <a:lnTo>
                  <a:pt x="166" y="565"/>
                </a:lnTo>
                <a:lnTo>
                  <a:pt x="166" y="564"/>
                </a:lnTo>
                <a:lnTo>
                  <a:pt x="167" y="564"/>
                </a:lnTo>
                <a:lnTo>
                  <a:pt x="167" y="565"/>
                </a:lnTo>
                <a:lnTo>
                  <a:pt x="168" y="565"/>
                </a:lnTo>
                <a:lnTo>
                  <a:pt x="167" y="566"/>
                </a:lnTo>
                <a:lnTo>
                  <a:pt x="166" y="566"/>
                </a:lnTo>
                <a:lnTo>
                  <a:pt x="166" y="565"/>
                </a:lnTo>
                <a:lnTo>
                  <a:pt x="165" y="566"/>
                </a:lnTo>
                <a:lnTo>
                  <a:pt x="164" y="566"/>
                </a:lnTo>
                <a:lnTo>
                  <a:pt x="163" y="566"/>
                </a:lnTo>
                <a:lnTo>
                  <a:pt x="161" y="567"/>
                </a:lnTo>
                <a:lnTo>
                  <a:pt x="160" y="568"/>
                </a:lnTo>
                <a:lnTo>
                  <a:pt x="160" y="567"/>
                </a:lnTo>
                <a:lnTo>
                  <a:pt x="159" y="566"/>
                </a:lnTo>
                <a:lnTo>
                  <a:pt x="158" y="566"/>
                </a:lnTo>
                <a:lnTo>
                  <a:pt x="156" y="567"/>
                </a:lnTo>
                <a:lnTo>
                  <a:pt x="155" y="567"/>
                </a:lnTo>
                <a:lnTo>
                  <a:pt x="154" y="567"/>
                </a:lnTo>
                <a:lnTo>
                  <a:pt x="155" y="566"/>
                </a:lnTo>
                <a:lnTo>
                  <a:pt x="156" y="565"/>
                </a:lnTo>
                <a:lnTo>
                  <a:pt x="157" y="564"/>
                </a:lnTo>
                <a:lnTo>
                  <a:pt x="158" y="563"/>
                </a:lnTo>
                <a:lnTo>
                  <a:pt x="159" y="563"/>
                </a:lnTo>
                <a:lnTo>
                  <a:pt x="159" y="562"/>
                </a:lnTo>
                <a:lnTo>
                  <a:pt x="161" y="560"/>
                </a:lnTo>
                <a:lnTo>
                  <a:pt x="160" y="559"/>
                </a:lnTo>
                <a:lnTo>
                  <a:pt x="159" y="556"/>
                </a:lnTo>
                <a:lnTo>
                  <a:pt x="159" y="555"/>
                </a:lnTo>
                <a:lnTo>
                  <a:pt x="158" y="555"/>
                </a:lnTo>
                <a:lnTo>
                  <a:pt x="157" y="554"/>
                </a:lnTo>
                <a:lnTo>
                  <a:pt x="157" y="553"/>
                </a:lnTo>
                <a:lnTo>
                  <a:pt x="158" y="552"/>
                </a:lnTo>
                <a:lnTo>
                  <a:pt x="158" y="551"/>
                </a:lnTo>
                <a:lnTo>
                  <a:pt x="159" y="551"/>
                </a:lnTo>
                <a:lnTo>
                  <a:pt x="159" y="550"/>
                </a:lnTo>
                <a:lnTo>
                  <a:pt x="159" y="549"/>
                </a:lnTo>
                <a:lnTo>
                  <a:pt x="158" y="548"/>
                </a:lnTo>
                <a:lnTo>
                  <a:pt x="158" y="547"/>
                </a:lnTo>
                <a:lnTo>
                  <a:pt x="158" y="546"/>
                </a:lnTo>
                <a:lnTo>
                  <a:pt x="159" y="545"/>
                </a:lnTo>
                <a:lnTo>
                  <a:pt x="160" y="544"/>
                </a:lnTo>
                <a:lnTo>
                  <a:pt x="161" y="543"/>
                </a:lnTo>
                <a:lnTo>
                  <a:pt x="162" y="542"/>
                </a:lnTo>
                <a:lnTo>
                  <a:pt x="163" y="542"/>
                </a:lnTo>
                <a:lnTo>
                  <a:pt x="163" y="543"/>
                </a:lnTo>
                <a:lnTo>
                  <a:pt x="164" y="543"/>
                </a:lnTo>
                <a:lnTo>
                  <a:pt x="163" y="542"/>
                </a:lnTo>
                <a:lnTo>
                  <a:pt x="162" y="542"/>
                </a:lnTo>
                <a:lnTo>
                  <a:pt x="161" y="542"/>
                </a:lnTo>
                <a:lnTo>
                  <a:pt x="160" y="543"/>
                </a:lnTo>
                <a:lnTo>
                  <a:pt x="159" y="544"/>
                </a:lnTo>
                <a:lnTo>
                  <a:pt x="157" y="546"/>
                </a:lnTo>
                <a:lnTo>
                  <a:pt x="156" y="546"/>
                </a:lnTo>
                <a:lnTo>
                  <a:pt x="155" y="546"/>
                </a:lnTo>
                <a:lnTo>
                  <a:pt x="155" y="545"/>
                </a:lnTo>
                <a:lnTo>
                  <a:pt x="154" y="545"/>
                </a:lnTo>
                <a:lnTo>
                  <a:pt x="154" y="546"/>
                </a:lnTo>
                <a:lnTo>
                  <a:pt x="154" y="547"/>
                </a:lnTo>
                <a:lnTo>
                  <a:pt x="153" y="547"/>
                </a:lnTo>
                <a:lnTo>
                  <a:pt x="151" y="547"/>
                </a:lnTo>
                <a:lnTo>
                  <a:pt x="150" y="548"/>
                </a:lnTo>
                <a:lnTo>
                  <a:pt x="150" y="549"/>
                </a:lnTo>
                <a:lnTo>
                  <a:pt x="149" y="550"/>
                </a:lnTo>
                <a:lnTo>
                  <a:pt x="149" y="551"/>
                </a:lnTo>
                <a:lnTo>
                  <a:pt x="150" y="551"/>
                </a:lnTo>
                <a:lnTo>
                  <a:pt x="150" y="552"/>
                </a:lnTo>
                <a:lnTo>
                  <a:pt x="150" y="553"/>
                </a:lnTo>
                <a:lnTo>
                  <a:pt x="150" y="554"/>
                </a:lnTo>
                <a:lnTo>
                  <a:pt x="150" y="555"/>
                </a:lnTo>
                <a:lnTo>
                  <a:pt x="149" y="555"/>
                </a:lnTo>
                <a:lnTo>
                  <a:pt x="149" y="556"/>
                </a:lnTo>
                <a:lnTo>
                  <a:pt x="149" y="557"/>
                </a:lnTo>
                <a:lnTo>
                  <a:pt x="149" y="558"/>
                </a:lnTo>
                <a:lnTo>
                  <a:pt x="150" y="559"/>
                </a:lnTo>
                <a:lnTo>
                  <a:pt x="151" y="559"/>
                </a:lnTo>
                <a:lnTo>
                  <a:pt x="151" y="560"/>
                </a:lnTo>
                <a:lnTo>
                  <a:pt x="150" y="561"/>
                </a:lnTo>
                <a:lnTo>
                  <a:pt x="149" y="561"/>
                </a:lnTo>
                <a:lnTo>
                  <a:pt x="148" y="561"/>
                </a:lnTo>
                <a:lnTo>
                  <a:pt x="148" y="562"/>
                </a:lnTo>
                <a:lnTo>
                  <a:pt x="148" y="563"/>
                </a:lnTo>
                <a:lnTo>
                  <a:pt x="147" y="563"/>
                </a:lnTo>
                <a:lnTo>
                  <a:pt x="146" y="564"/>
                </a:lnTo>
                <a:lnTo>
                  <a:pt x="145" y="563"/>
                </a:lnTo>
                <a:lnTo>
                  <a:pt x="146" y="562"/>
                </a:lnTo>
                <a:lnTo>
                  <a:pt x="145" y="562"/>
                </a:lnTo>
                <a:lnTo>
                  <a:pt x="145" y="561"/>
                </a:lnTo>
                <a:lnTo>
                  <a:pt x="145" y="560"/>
                </a:lnTo>
                <a:lnTo>
                  <a:pt x="146" y="559"/>
                </a:lnTo>
                <a:lnTo>
                  <a:pt x="146" y="558"/>
                </a:lnTo>
                <a:lnTo>
                  <a:pt x="146" y="557"/>
                </a:lnTo>
                <a:lnTo>
                  <a:pt x="147" y="556"/>
                </a:lnTo>
                <a:lnTo>
                  <a:pt x="147" y="555"/>
                </a:lnTo>
                <a:lnTo>
                  <a:pt x="146" y="554"/>
                </a:lnTo>
                <a:lnTo>
                  <a:pt x="146" y="553"/>
                </a:lnTo>
                <a:lnTo>
                  <a:pt x="145" y="553"/>
                </a:lnTo>
                <a:lnTo>
                  <a:pt x="145" y="554"/>
                </a:lnTo>
                <a:lnTo>
                  <a:pt x="146" y="554"/>
                </a:lnTo>
                <a:lnTo>
                  <a:pt x="146" y="555"/>
                </a:lnTo>
                <a:lnTo>
                  <a:pt x="146" y="556"/>
                </a:lnTo>
                <a:lnTo>
                  <a:pt x="145" y="557"/>
                </a:lnTo>
                <a:lnTo>
                  <a:pt x="145" y="556"/>
                </a:lnTo>
                <a:lnTo>
                  <a:pt x="145" y="555"/>
                </a:lnTo>
                <a:lnTo>
                  <a:pt x="144" y="555"/>
                </a:lnTo>
                <a:lnTo>
                  <a:pt x="143" y="554"/>
                </a:lnTo>
                <a:lnTo>
                  <a:pt x="143" y="555"/>
                </a:lnTo>
                <a:lnTo>
                  <a:pt x="144" y="556"/>
                </a:lnTo>
                <a:lnTo>
                  <a:pt x="144" y="557"/>
                </a:lnTo>
                <a:lnTo>
                  <a:pt x="143" y="557"/>
                </a:lnTo>
                <a:lnTo>
                  <a:pt x="144" y="558"/>
                </a:lnTo>
                <a:lnTo>
                  <a:pt x="144" y="557"/>
                </a:lnTo>
                <a:lnTo>
                  <a:pt x="144" y="558"/>
                </a:lnTo>
                <a:lnTo>
                  <a:pt x="145" y="559"/>
                </a:lnTo>
                <a:lnTo>
                  <a:pt x="145" y="560"/>
                </a:lnTo>
                <a:lnTo>
                  <a:pt x="145" y="561"/>
                </a:lnTo>
                <a:lnTo>
                  <a:pt x="143" y="561"/>
                </a:lnTo>
                <a:lnTo>
                  <a:pt x="142" y="561"/>
                </a:lnTo>
                <a:lnTo>
                  <a:pt x="141" y="562"/>
                </a:lnTo>
                <a:lnTo>
                  <a:pt x="141" y="561"/>
                </a:lnTo>
                <a:lnTo>
                  <a:pt x="140" y="560"/>
                </a:lnTo>
                <a:lnTo>
                  <a:pt x="139" y="559"/>
                </a:lnTo>
                <a:lnTo>
                  <a:pt x="138" y="559"/>
                </a:lnTo>
                <a:lnTo>
                  <a:pt x="137" y="559"/>
                </a:lnTo>
                <a:lnTo>
                  <a:pt x="136" y="558"/>
                </a:lnTo>
                <a:lnTo>
                  <a:pt x="136" y="557"/>
                </a:lnTo>
                <a:lnTo>
                  <a:pt x="135" y="557"/>
                </a:lnTo>
                <a:lnTo>
                  <a:pt x="134" y="558"/>
                </a:lnTo>
                <a:lnTo>
                  <a:pt x="133" y="558"/>
                </a:lnTo>
                <a:lnTo>
                  <a:pt x="133" y="557"/>
                </a:lnTo>
                <a:lnTo>
                  <a:pt x="131" y="556"/>
                </a:lnTo>
                <a:lnTo>
                  <a:pt x="130" y="556"/>
                </a:lnTo>
                <a:lnTo>
                  <a:pt x="129" y="555"/>
                </a:lnTo>
                <a:lnTo>
                  <a:pt x="129" y="554"/>
                </a:lnTo>
                <a:lnTo>
                  <a:pt x="128" y="554"/>
                </a:lnTo>
                <a:lnTo>
                  <a:pt x="127" y="553"/>
                </a:lnTo>
                <a:lnTo>
                  <a:pt x="126" y="552"/>
                </a:lnTo>
                <a:lnTo>
                  <a:pt x="126" y="550"/>
                </a:lnTo>
                <a:lnTo>
                  <a:pt x="126" y="549"/>
                </a:lnTo>
                <a:lnTo>
                  <a:pt x="126" y="548"/>
                </a:lnTo>
                <a:lnTo>
                  <a:pt x="126" y="546"/>
                </a:lnTo>
                <a:lnTo>
                  <a:pt x="125" y="545"/>
                </a:lnTo>
                <a:lnTo>
                  <a:pt x="125" y="544"/>
                </a:lnTo>
                <a:lnTo>
                  <a:pt x="124" y="542"/>
                </a:lnTo>
                <a:lnTo>
                  <a:pt x="124" y="541"/>
                </a:lnTo>
                <a:lnTo>
                  <a:pt x="124" y="540"/>
                </a:lnTo>
                <a:lnTo>
                  <a:pt x="123" y="540"/>
                </a:lnTo>
                <a:lnTo>
                  <a:pt x="123" y="539"/>
                </a:lnTo>
                <a:lnTo>
                  <a:pt x="124" y="538"/>
                </a:lnTo>
                <a:lnTo>
                  <a:pt x="124" y="537"/>
                </a:lnTo>
                <a:lnTo>
                  <a:pt x="123" y="537"/>
                </a:lnTo>
                <a:lnTo>
                  <a:pt x="123" y="536"/>
                </a:lnTo>
                <a:lnTo>
                  <a:pt x="123" y="535"/>
                </a:lnTo>
                <a:lnTo>
                  <a:pt x="121" y="533"/>
                </a:lnTo>
                <a:lnTo>
                  <a:pt x="120" y="532"/>
                </a:lnTo>
                <a:lnTo>
                  <a:pt x="119" y="532"/>
                </a:lnTo>
                <a:lnTo>
                  <a:pt x="119" y="533"/>
                </a:lnTo>
                <a:lnTo>
                  <a:pt x="118" y="533"/>
                </a:lnTo>
                <a:lnTo>
                  <a:pt x="117" y="533"/>
                </a:lnTo>
                <a:lnTo>
                  <a:pt x="116" y="532"/>
                </a:lnTo>
                <a:lnTo>
                  <a:pt x="117" y="532"/>
                </a:lnTo>
                <a:lnTo>
                  <a:pt x="118" y="532"/>
                </a:lnTo>
                <a:lnTo>
                  <a:pt x="118" y="530"/>
                </a:lnTo>
                <a:lnTo>
                  <a:pt x="118" y="529"/>
                </a:lnTo>
                <a:lnTo>
                  <a:pt x="118" y="528"/>
                </a:lnTo>
                <a:lnTo>
                  <a:pt x="117" y="528"/>
                </a:lnTo>
                <a:lnTo>
                  <a:pt x="116" y="527"/>
                </a:lnTo>
                <a:lnTo>
                  <a:pt x="116" y="526"/>
                </a:lnTo>
                <a:lnTo>
                  <a:pt x="116" y="525"/>
                </a:lnTo>
                <a:lnTo>
                  <a:pt x="117" y="525"/>
                </a:lnTo>
                <a:lnTo>
                  <a:pt x="118" y="525"/>
                </a:lnTo>
                <a:lnTo>
                  <a:pt x="118" y="524"/>
                </a:lnTo>
                <a:lnTo>
                  <a:pt x="119" y="523"/>
                </a:lnTo>
                <a:lnTo>
                  <a:pt x="119" y="522"/>
                </a:lnTo>
                <a:lnTo>
                  <a:pt x="119" y="521"/>
                </a:lnTo>
                <a:lnTo>
                  <a:pt x="118" y="520"/>
                </a:lnTo>
                <a:lnTo>
                  <a:pt x="118" y="519"/>
                </a:lnTo>
                <a:lnTo>
                  <a:pt x="118" y="518"/>
                </a:lnTo>
                <a:lnTo>
                  <a:pt x="118" y="517"/>
                </a:lnTo>
                <a:lnTo>
                  <a:pt x="119" y="517"/>
                </a:lnTo>
                <a:lnTo>
                  <a:pt x="119" y="515"/>
                </a:lnTo>
                <a:lnTo>
                  <a:pt x="118" y="514"/>
                </a:lnTo>
                <a:lnTo>
                  <a:pt x="117" y="514"/>
                </a:lnTo>
                <a:lnTo>
                  <a:pt x="116" y="514"/>
                </a:lnTo>
                <a:lnTo>
                  <a:pt x="116" y="515"/>
                </a:lnTo>
                <a:lnTo>
                  <a:pt x="116" y="514"/>
                </a:lnTo>
                <a:lnTo>
                  <a:pt x="116" y="513"/>
                </a:lnTo>
                <a:lnTo>
                  <a:pt x="115" y="512"/>
                </a:lnTo>
                <a:lnTo>
                  <a:pt x="115" y="511"/>
                </a:lnTo>
                <a:lnTo>
                  <a:pt x="115" y="510"/>
                </a:lnTo>
                <a:lnTo>
                  <a:pt x="116" y="510"/>
                </a:lnTo>
                <a:lnTo>
                  <a:pt x="116" y="509"/>
                </a:lnTo>
                <a:lnTo>
                  <a:pt x="115" y="509"/>
                </a:lnTo>
                <a:lnTo>
                  <a:pt x="114" y="509"/>
                </a:lnTo>
                <a:lnTo>
                  <a:pt x="114" y="508"/>
                </a:lnTo>
                <a:lnTo>
                  <a:pt x="113" y="507"/>
                </a:lnTo>
                <a:lnTo>
                  <a:pt x="113" y="506"/>
                </a:lnTo>
                <a:lnTo>
                  <a:pt x="113" y="505"/>
                </a:lnTo>
                <a:lnTo>
                  <a:pt x="113" y="504"/>
                </a:lnTo>
                <a:lnTo>
                  <a:pt x="113" y="503"/>
                </a:lnTo>
                <a:lnTo>
                  <a:pt x="113" y="502"/>
                </a:lnTo>
                <a:lnTo>
                  <a:pt x="114" y="501"/>
                </a:lnTo>
                <a:lnTo>
                  <a:pt x="114" y="500"/>
                </a:lnTo>
                <a:lnTo>
                  <a:pt x="114" y="499"/>
                </a:lnTo>
                <a:lnTo>
                  <a:pt x="115" y="499"/>
                </a:lnTo>
                <a:lnTo>
                  <a:pt x="115" y="498"/>
                </a:lnTo>
                <a:lnTo>
                  <a:pt x="116" y="498"/>
                </a:lnTo>
                <a:lnTo>
                  <a:pt x="116" y="497"/>
                </a:lnTo>
                <a:lnTo>
                  <a:pt x="117" y="497"/>
                </a:lnTo>
                <a:lnTo>
                  <a:pt x="118" y="497"/>
                </a:lnTo>
                <a:lnTo>
                  <a:pt x="118" y="496"/>
                </a:lnTo>
                <a:lnTo>
                  <a:pt x="119" y="495"/>
                </a:lnTo>
                <a:lnTo>
                  <a:pt x="120" y="494"/>
                </a:lnTo>
                <a:lnTo>
                  <a:pt x="120" y="493"/>
                </a:lnTo>
                <a:lnTo>
                  <a:pt x="120" y="492"/>
                </a:lnTo>
                <a:lnTo>
                  <a:pt x="119" y="492"/>
                </a:lnTo>
                <a:lnTo>
                  <a:pt x="118" y="491"/>
                </a:lnTo>
                <a:lnTo>
                  <a:pt x="117" y="491"/>
                </a:lnTo>
                <a:lnTo>
                  <a:pt x="117" y="490"/>
                </a:lnTo>
                <a:lnTo>
                  <a:pt x="116" y="490"/>
                </a:lnTo>
                <a:lnTo>
                  <a:pt x="116" y="489"/>
                </a:lnTo>
                <a:lnTo>
                  <a:pt x="114" y="489"/>
                </a:lnTo>
                <a:lnTo>
                  <a:pt x="114" y="488"/>
                </a:lnTo>
                <a:lnTo>
                  <a:pt x="114" y="487"/>
                </a:lnTo>
                <a:lnTo>
                  <a:pt x="114" y="486"/>
                </a:lnTo>
                <a:lnTo>
                  <a:pt x="114" y="485"/>
                </a:lnTo>
                <a:lnTo>
                  <a:pt x="114" y="484"/>
                </a:lnTo>
                <a:lnTo>
                  <a:pt x="114" y="483"/>
                </a:lnTo>
                <a:lnTo>
                  <a:pt x="114" y="482"/>
                </a:lnTo>
                <a:lnTo>
                  <a:pt x="114" y="481"/>
                </a:lnTo>
                <a:lnTo>
                  <a:pt x="113" y="481"/>
                </a:lnTo>
                <a:lnTo>
                  <a:pt x="112" y="481"/>
                </a:lnTo>
                <a:lnTo>
                  <a:pt x="111" y="481"/>
                </a:lnTo>
                <a:lnTo>
                  <a:pt x="112" y="481"/>
                </a:lnTo>
                <a:lnTo>
                  <a:pt x="112" y="480"/>
                </a:lnTo>
                <a:lnTo>
                  <a:pt x="111" y="479"/>
                </a:lnTo>
                <a:lnTo>
                  <a:pt x="111" y="478"/>
                </a:lnTo>
                <a:lnTo>
                  <a:pt x="112" y="477"/>
                </a:lnTo>
                <a:lnTo>
                  <a:pt x="112" y="476"/>
                </a:lnTo>
                <a:lnTo>
                  <a:pt x="111" y="475"/>
                </a:lnTo>
                <a:lnTo>
                  <a:pt x="111" y="474"/>
                </a:lnTo>
                <a:lnTo>
                  <a:pt x="110" y="473"/>
                </a:lnTo>
                <a:lnTo>
                  <a:pt x="110" y="472"/>
                </a:lnTo>
                <a:lnTo>
                  <a:pt x="110" y="471"/>
                </a:lnTo>
                <a:lnTo>
                  <a:pt x="111" y="471"/>
                </a:lnTo>
                <a:lnTo>
                  <a:pt x="110" y="470"/>
                </a:lnTo>
                <a:lnTo>
                  <a:pt x="109" y="469"/>
                </a:lnTo>
                <a:lnTo>
                  <a:pt x="109" y="468"/>
                </a:lnTo>
                <a:lnTo>
                  <a:pt x="108" y="468"/>
                </a:lnTo>
                <a:lnTo>
                  <a:pt x="107" y="468"/>
                </a:lnTo>
                <a:lnTo>
                  <a:pt x="107" y="467"/>
                </a:lnTo>
                <a:lnTo>
                  <a:pt x="107" y="466"/>
                </a:lnTo>
                <a:lnTo>
                  <a:pt x="106" y="466"/>
                </a:lnTo>
                <a:lnTo>
                  <a:pt x="106" y="465"/>
                </a:lnTo>
                <a:lnTo>
                  <a:pt x="105" y="464"/>
                </a:lnTo>
                <a:lnTo>
                  <a:pt x="104" y="464"/>
                </a:lnTo>
                <a:lnTo>
                  <a:pt x="104" y="463"/>
                </a:lnTo>
                <a:lnTo>
                  <a:pt x="104" y="462"/>
                </a:lnTo>
                <a:lnTo>
                  <a:pt x="104" y="461"/>
                </a:lnTo>
                <a:lnTo>
                  <a:pt x="105" y="461"/>
                </a:lnTo>
                <a:lnTo>
                  <a:pt x="106" y="460"/>
                </a:lnTo>
                <a:lnTo>
                  <a:pt x="105" y="459"/>
                </a:lnTo>
                <a:lnTo>
                  <a:pt x="105" y="458"/>
                </a:lnTo>
                <a:lnTo>
                  <a:pt x="104" y="457"/>
                </a:lnTo>
                <a:lnTo>
                  <a:pt x="104" y="456"/>
                </a:lnTo>
                <a:lnTo>
                  <a:pt x="103" y="456"/>
                </a:lnTo>
                <a:lnTo>
                  <a:pt x="102" y="456"/>
                </a:lnTo>
                <a:lnTo>
                  <a:pt x="102" y="457"/>
                </a:lnTo>
                <a:lnTo>
                  <a:pt x="101" y="457"/>
                </a:lnTo>
                <a:lnTo>
                  <a:pt x="101" y="456"/>
                </a:lnTo>
                <a:lnTo>
                  <a:pt x="100" y="456"/>
                </a:lnTo>
                <a:lnTo>
                  <a:pt x="99" y="455"/>
                </a:lnTo>
                <a:lnTo>
                  <a:pt x="98" y="454"/>
                </a:lnTo>
                <a:lnTo>
                  <a:pt x="98" y="453"/>
                </a:lnTo>
                <a:lnTo>
                  <a:pt x="97" y="452"/>
                </a:lnTo>
                <a:lnTo>
                  <a:pt x="97" y="451"/>
                </a:lnTo>
                <a:lnTo>
                  <a:pt x="96" y="451"/>
                </a:lnTo>
                <a:lnTo>
                  <a:pt x="96" y="450"/>
                </a:lnTo>
                <a:lnTo>
                  <a:pt x="95" y="450"/>
                </a:lnTo>
                <a:lnTo>
                  <a:pt x="95" y="449"/>
                </a:lnTo>
                <a:lnTo>
                  <a:pt x="95" y="448"/>
                </a:lnTo>
                <a:lnTo>
                  <a:pt x="96" y="448"/>
                </a:lnTo>
                <a:lnTo>
                  <a:pt x="96" y="447"/>
                </a:lnTo>
                <a:lnTo>
                  <a:pt x="96" y="446"/>
                </a:lnTo>
                <a:lnTo>
                  <a:pt x="95" y="446"/>
                </a:lnTo>
                <a:lnTo>
                  <a:pt x="96" y="445"/>
                </a:lnTo>
                <a:lnTo>
                  <a:pt x="96" y="444"/>
                </a:lnTo>
                <a:lnTo>
                  <a:pt x="97" y="444"/>
                </a:lnTo>
                <a:lnTo>
                  <a:pt x="97" y="443"/>
                </a:lnTo>
                <a:lnTo>
                  <a:pt x="98" y="442"/>
                </a:lnTo>
                <a:lnTo>
                  <a:pt x="99" y="441"/>
                </a:lnTo>
                <a:lnTo>
                  <a:pt x="99" y="440"/>
                </a:lnTo>
                <a:lnTo>
                  <a:pt x="99" y="439"/>
                </a:lnTo>
                <a:lnTo>
                  <a:pt x="100" y="439"/>
                </a:lnTo>
                <a:lnTo>
                  <a:pt x="101" y="438"/>
                </a:lnTo>
                <a:lnTo>
                  <a:pt x="101" y="437"/>
                </a:lnTo>
                <a:lnTo>
                  <a:pt x="101" y="436"/>
                </a:lnTo>
                <a:lnTo>
                  <a:pt x="101" y="435"/>
                </a:lnTo>
                <a:lnTo>
                  <a:pt x="100" y="434"/>
                </a:lnTo>
                <a:lnTo>
                  <a:pt x="99" y="434"/>
                </a:lnTo>
                <a:lnTo>
                  <a:pt x="98" y="434"/>
                </a:lnTo>
                <a:lnTo>
                  <a:pt x="97" y="434"/>
                </a:lnTo>
                <a:lnTo>
                  <a:pt x="96" y="435"/>
                </a:lnTo>
                <a:lnTo>
                  <a:pt x="95" y="436"/>
                </a:lnTo>
                <a:lnTo>
                  <a:pt x="95" y="437"/>
                </a:lnTo>
                <a:lnTo>
                  <a:pt x="94" y="437"/>
                </a:lnTo>
                <a:lnTo>
                  <a:pt x="93" y="436"/>
                </a:lnTo>
                <a:lnTo>
                  <a:pt x="93" y="435"/>
                </a:lnTo>
                <a:lnTo>
                  <a:pt x="92" y="435"/>
                </a:lnTo>
                <a:lnTo>
                  <a:pt x="91" y="436"/>
                </a:lnTo>
                <a:lnTo>
                  <a:pt x="90" y="436"/>
                </a:lnTo>
                <a:lnTo>
                  <a:pt x="89" y="436"/>
                </a:lnTo>
                <a:lnTo>
                  <a:pt x="89" y="437"/>
                </a:lnTo>
                <a:lnTo>
                  <a:pt x="88" y="436"/>
                </a:lnTo>
                <a:lnTo>
                  <a:pt x="87" y="436"/>
                </a:lnTo>
                <a:lnTo>
                  <a:pt x="86" y="436"/>
                </a:lnTo>
                <a:lnTo>
                  <a:pt x="85" y="437"/>
                </a:lnTo>
                <a:lnTo>
                  <a:pt x="84" y="437"/>
                </a:lnTo>
                <a:lnTo>
                  <a:pt x="83" y="437"/>
                </a:lnTo>
                <a:lnTo>
                  <a:pt x="82" y="438"/>
                </a:lnTo>
                <a:lnTo>
                  <a:pt x="81" y="438"/>
                </a:lnTo>
                <a:lnTo>
                  <a:pt x="80" y="438"/>
                </a:lnTo>
                <a:lnTo>
                  <a:pt x="79" y="438"/>
                </a:lnTo>
                <a:lnTo>
                  <a:pt x="79" y="437"/>
                </a:lnTo>
                <a:lnTo>
                  <a:pt x="78" y="437"/>
                </a:lnTo>
                <a:lnTo>
                  <a:pt x="78" y="438"/>
                </a:lnTo>
                <a:lnTo>
                  <a:pt x="77" y="439"/>
                </a:lnTo>
                <a:lnTo>
                  <a:pt x="76" y="439"/>
                </a:lnTo>
                <a:lnTo>
                  <a:pt x="75" y="440"/>
                </a:lnTo>
                <a:lnTo>
                  <a:pt x="75" y="441"/>
                </a:lnTo>
                <a:lnTo>
                  <a:pt x="74" y="441"/>
                </a:lnTo>
                <a:lnTo>
                  <a:pt x="74" y="442"/>
                </a:lnTo>
                <a:lnTo>
                  <a:pt x="73" y="443"/>
                </a:lnTo>
                <a:lnTo>
                  <a:pt x="73" y="442"/>
                </a:lnTo>
                <a:lnTo>
                  <a:pt x="72" y="442"/>
                </a:lnTo>
                <a:lnTo>
                  <a:pt x="71" y="443"/>
                </a:lnTo>
                <a:lnTo>
                  <a:pt x="71" y="442"/>
                </a:lnTo>
                <a:lnTo>
                  <a:pt x="70" y="442"/>
                </a:lnTo>
                <a:lnTo>
                  <a:pt x="69" y="442"/>
                </a:lnTo>
                <a:lnTo>
                  <a:pt x="68" y="441"/>
                </a:lnTo>
                <a:lnTo>
                  <a:pt x="69" y="441"/>
                </a:lnTo>
                <a:lnTo>
                  <a:pt x="69" y="440"/>
                </a:lnTo>
                <a:lnTo>
                  <a:pt x="69" y="439"/>
                </a:lnTo>
                <a:lnTo>
                  <a:pt x="69" y="438"/>
                </a:lnTo>
                <a:lnTo>
                  <a:pt x="70" y="437"/>
                </a:lnTo>
                <a:lnTo>
                  <a:pt x="69" y="437"/>
                </a:lnTo>
                <a:lnTo>
                  <a:pt x="69" y="436"/>
                </a:lnTo>
                <a:lnTo>
                  <a:pt x="68" y="435"/>
                </a:lnTo>
                <a:lnTo>
                  <a:pt x="68" y="434"/>
                </a:lnTo>
                <a:lnTo>
                  <a:pt x="68" y="433"/>
                </a:lnTo>
                <a:lnTo>
                  <a:pt x="68" y="432"/>
                </a:lnTo>
                <a:lnTo>
                  <a:pt x="67" y="431"/>
                </a:lnTo>
                <a:lnTo>
                  <a:pt x="67" y="430"/>
                </a:lnTo>
                <a:lnTo>
                  <a:pt x="67" y="429"/>
                </a:lnTo>
                <a:lnTo>
                  <a:pt x="66" y="429"/>
                </a:lnTo>
                <a:lnTo>
                  <a:pt x="65" y="429"/>
                </a:lnTo>
                <a:lnTo>
                  <a:pt x="64" y="429"/>
                </a:lnTo>
                <a:lnTo>
                  <a:pt x="64" y="430"/>
                </a:lnTo>
                <a:lnTo>
                  <a:pt x="63" y="430"/>
                </a:lnTo>
                <a:lnTo>
                  <a:pt x="62" y="430"/>
                </a:lnTo>
                <a:lnTo>
                  <a:pt x="62" y="429"/>
                </a:lnTo>
                <a:lnTo>
                  <a:pt x="62" y="428"/>
                </a:lnTo>
                <a:lnTo>
                  <a:pt x="61" y="427"/>
                </a:lnTo>
                <a:lnTo>
                  <a:pt x="60" y="427"/>
                </a:lnTo>
                <a:lnTo>
                  <a:pt x="60" y="426"/>
                </a:lnTo>
                <a:lnTo>
                  <a:pt x="60" y="427"/>
                </a:lnTo>
                <a:lnTo>
                  <a:pt x="59" y="426"/>
                </a:lnTo>
                <a:lnTo>
                  <a:pt x="59" y="425"/>
                </a:lnTo>
                <a:lnTo>
                  <a:pt x="59" y="424"/>
                </a:lnTo>
                <a:lnTo>
                  <a:pt x="60" y="424"/>
                </a:lnTo>
                <a:lnTo>
                  <a:pt x="60" y="423"/>
                </a:lnTo>
                <a:lnTo>
                  <a:pt x="59" y="423"/>
                </a:lnTo>
                <a:lnTo>
                  <a:pt x="59" y="422"/>
                </a:lnTo>
                <a:lnTo>
                  <a:pt x="58" y="422"/>
                </a:lnTo>
                <a:lnTo>
                  <a:pt x="58" y="421"/>
                </a:lnTo>
                <a:lnTo>
                  <a:pt x="58" y="420"/>
                </a:lnTo>
                <a:lnTo>
                  <a:pt x="57" y="420"/>
                </a:lnTo>
                <a:lnTo>
                  <a:pt x="56" y="421"/>
                </a:lnTo>
                <a:lnTo>
                  <a:pt x="56" y="420"/>
                </a:lnTo>
                <a:lnTo>
                  <a:pt x="55" y="419"/>
                </a:lnTo>
                <a:lnTo>
                  <a:pt x="55" y="417"/>
                </a:lnTo>
                <a:lnTo>
                  <a:pt x="56" y="416"/>
                </a:lnTo>
                <a:lnTo>
                  <a:pt x="57" y="416"/>
                </a:lnTo>
                <a:lnTo>
                  <a:pt x="58" y="415"/>
                </a:lnTo>
                <a:lnTo>
                  <a:pt x="59" y="415"/>
                </a:lnTo>
                <a:lnTo>
                  <a:pt x="59" y="414"/>
                </a:lnTo>
                <a:lnTo>
                  <a:pt x="58" y="413"/>
                </a:lnTo>
                <a:lnTo>
                  <a:pt x="57" y="413"/>
                </a:lnTo>
                <a:lnTo>
                  <a:pt x="57" y="412"/>
                </a:lnTo>
                <a:lnTo>
                  <a:pt x="56" y="411"/>
                </a:lnTo>
                <a:lnTo>
                  <a:pt x="57" y="411"/>
                </a:lnTo>
                <a:lnTo>
                  <a:pt x="57" y="410"/>
                </a:lnTo>
                <a:lnTo>
                  <a:pt x="56" y="410"/>
                </a:lnTo>
                <a:lnTo>
                  <a:pt x="55" y="410"/>
                </a:lnTo>
                <a:lnTo>
                  <a:pt x="55" y="411"/>
                </a:lnTo>
                <a:lnTo>
                  <a:pt x="54" y="411"/>
                </a:lnTo>
                <a:lnTo>
                  <a:pt x="53" y="411"/>
                </a:lnTo>
                <a:lnTo>
                  <a:pt x="53" y="412"/>
                </a:lnTo>
                <a:lnTo>
                  <a:pt x="53" y="413"/>
                </a:lnTo>
                <a:lnTo>
                  <a:pt x="52" y="413"/>
                </a:lnTo>
                <a:lnTo>
                  <a:pt x="52" y="414"/>
                </a:lnTo>
                <a:lnTo>
                  <a:pt x="52" y="415"/>
                </a:lnTo>
                <a:lnTo>
                  <a:pt x="52" y="416"/>
                </a:lnTo>
                <a:lnTo>
                  <a:pt x="51" y="416"/>
                </a:lnTo>
                <a:lnTo>
                  <a:pt x="51" y="417"/>
                </a:lnTo>
                <a:lnTo>
                  <a:pt x="50" y="417"/>
                </a:lnTo>
                <a:lnTo>
                  <a:pt x="49" y="417"/>
                </a:lnTo>
                <a:lnTo>
                  <a:pt x="48" y="418"/>
                </a:lnTo>
                <a:lnTo>
                  <a:pt x="47" y="419"/>
                </a:lnTo>
                <a:lnTo>
                  <a:pt x="46" y="419"/>
                </a:lnTo>
                <a:lnTo>
                  <a:pt x="45" y="420"/>
                </a:lnTo>
                <a:lnTo>
                  <a:pt x="44" y="420"/>
                </a:lnTo>
                <a:lnTo>
                  <a:pt x="44" y="419"/>
                </a:lnTo>
                <a:lnTo>
                  <a:pt x="43" y="419"/>
                </a:lnTo>
                <a:lnTo>
                  <a:pt x="43" y="420"/>
                </a:lnTo>
                <a:lnTo>
                  <a:pt x="42" y="420"/>
                </a:lnTo>
                <a:lnTo>
                  <a:pt x="41" y="420"/>
                </a:lnTo>
                <a:lnTo>
                  <a:pt x="40" y="419"/>
                </a:lnTo>
                <a:lnTo>
                  <a:pt x="41" y="418"/>
                </a:lnTo>
                <a:lnTo>
                  <a:pt x="41" y="417"/>
                </a:lnTo>
                <a:lnTo>
                  <a:pt x="42" y="417"/>
                </a:lnTo>
                <a:lnTo>
                  <a:pt x="42" y="416"/>
                </a:lnTo>
                <a:lnTo>
                  <a:pt x="41" y="416"/>
                </a:lnTo>
                <a:lnTo>
                  <a:pt x="40" y="416"/>
                </a:lnTo>
                <a:lnTo>
                  <a:pt x="39" y="416"/>
                </a:lnTo>
                <a:lnTo>
                  <a:pt x="38" y="415"/>
                </a:lnTo>
                <a:lnTo>
                  <a:pt x="39" y="415"/>
                </a:lnTo>
                <a:lnTo>
                  <a:pt x="39" y="414"/>
                </a:lnTo>
                <a:lnTo>
                  <a:pt x="38" y="414"/>
                </a:lnTo>
                <a:lnTo>
                  <a:pt x="38" y="413"/>
                </a:lnTo>
                <a:lnTo>
                  <a:pt x="37" y="413"/>
                </a:lnTo>
                <a:lnTo>
                  <a:pt x="36" y="412"/>
                </a:lnTo>
                <a:lnTo>
                  <a:pt x="36" y="411"/>
                </a:lnTo>
                <a:lnTo>
                  <a:pt x="35" y="411"/>
                </a:lnTo>
                <a:lnTo>
                  <a:pt x="36" y="410"/>
                </a:lnTo>
                <a:lnTo>
                  <a:pt x="35" y="410"/>
                </a:lnTo>
                <a:lnTo>
                  <a:pt x="34" y="410"/>
                </a:lnTo>
                <a:lnTo>
                  <a:pt x="34" y="411"/>
                </a:lnTo>
                <a:lnTo>
                  <a:pt x="33" y="412"/>
                </a:lnTo>
                <a:lnTo>
                  <a:pt x="33" y="413"/>
                </a:lnTo>
                <a:lnTo>
                  <a:pt x="32" y="413"/>
                </a:lnTo>
                <a:lnTo>
                  <a:pt x="32" y="414"/>
                </a:lnTo>
                <a:lnTo>
                  <a:pt x="31" y="414"/>
                </a:lnTo>
                <a:lnTo>
                  <a:pt x="30" y="414"/>
                </a:lnTo>
                <a:lnTo>
                  <a:pt x="29" y="414"/>
                </a:lnTo>
                <a:lnTo>
                  <a:pt x="28" y="414"/>
                </a:lnTo>
                <a:lnTo>
                  <a:pt x="27" y="413"/>
                </a:lnTo>
                <a:lnTo>
                  <a:pt x="26" y="413"/>
                </a:lnTo>
                <a:lnTo>
                  <a:pt x="25" y="414"/>
                </a:lnTo>
                <a:lnTo>
                  <a:pt x="25" y="415"/>
                </a:lnTo>
                <a:lnTo>
                  <a:pt x="24" y="415"/>
                </a:lnTo>
                <a:lnTo>
                  <a:pt x="24" y="414"/>
                </a:lnTo>
                <a:lnTo>
                  <a:pt x="25" y="414"/>
                </a:lnTo>
                <a:lnTo>
                  <a:pt x="24" y="413"/>
                </a:lnTo>
                <a:lnTo>
                  <a:pt x="23" y="413"/>
                </a:lnTo>
                <a:lnTo>
                  <a:pt x="23" y="414"/>
                </a:lnTo>
                <a:lnTo>
                  <a:pt x="22" y="413"/>
                </a:lnTo>
                <a:lnTo>
                  <a:pt x="22" y="412"/>
                </a:lnTo>
                <a:lnTo>
                  <a:pt x="21" y="412"/>
                </a:lnTo>
                <a:lnTo>
                  <a:pt x="20" y="411"/>
                </a:lnTo>
                <a:lnTo>
                  <a:pt x="21" y="411"/>
                </a:lnTo>
                <a:lnTo>
                  <a:pt x="20" y="411"/>
                </a:lnTo>
                <a:lnTo>
                  <a:pt x="20" y="410"/>
                </a:lnTo>
                <a:lnTo>
                  <a:pt x="20" y="409"/>
                </a:lnTo>
                <a:lnTo>
                  <a:pt x="19" y="409"/>
                </a:lnTo>
                <a:lnTo>
                  <a:pt x="19" y="408"/>
                </a:lnTo>
                <a:lnTo>
                  <a:pt x="18" y="408"/>
                </a:lnTo>
                <a:lnTo>
                  <a:pt x="17" y="407"/>
                </a:lnTo>
                <a:lnTo>
                  <a:pt x="16" y="408"/>
                </a:lnTo>
                <a:lnTo>
                  <a:pt x="15" y="408"/>
                </a:lnTo>
                <a:lnTo>
                  <a:pt x="14" y="408"/>
                </a:lnTo>
                <a:lnTo>
                  <a:pt x="14" y="407"/>
                </a:lnTo>
                <a:lnTo>
                  <a:pt x="13" y="406"/>
                </a:lnTo>
                <a:lnTo>
                  <a:pt x="12" y="406"/>
                </a:lnTo>
                <a:lnTo>
                  <a:pt x="10" y="406"/>
                </a:lnTo>
                <a:lnTo>
                  <a:pt x="9" y="405"/>
                </a:lnTo>
                <a:lnTo>
                  <a:pt x="8" y="405"/>
                </a:lnTo>
                <a:lnTo>
                  <a:pt x="7" y="405"/>
                </a:lnTo>
                <a:lnTo>
                  <a:pt x="6" y="404"/>
                </a:lnTo>
                <a:lnTo>
                  <a:pt x="6" y="405"/>
                </a:lnTo>
                <a:lnTo>
                  <a:pt x="5" y="404"/>
                </a:lnTo>
                <a:lnTo>
                  <a:pt x="5" y="403"/>
                </a:lnTo>
                <a:lnTo>
                  <a:pt x="4" y="403"/>
                </a:lnTo>
                <a:lnTo>
                  <a:pt x="4" y="402"/>
                </a:lnTo>
                <a:lnTo>
                  <a:pt x="3" y="401"/>
                </a:lnTo>
                <a:lnTo>
                  <a:pt x="2" y="401"/>
                </a:lnTo>
                <a:lnTo>
                  <a:pt x="2" y="400"/>
                </a:lnTo>
                <a:lnTo>
                  <a:pt x="2" y="399"/>
                </a:lnTo>
                <a:lnTo>
                  <a:pt x="3" y="398"/>
                </a:lnTo>
                <a:lnTo>
                  <a:pt x="4" y="399"/>
                </a:lnTo>
                <a:lnTo>
                  <a:pt x="4" y="400"/>
                </a:lnTo>
                <a:lnTo>
                  <a:pt x="5" y="400"/>
                </a:lnTo>
                <a:lnTo>
                  <a:pt x="6" y="400"/>
                </a:lnTo>
                <a:lnTo>
                  <a:pt x="7" y="401"/>
                </a:lnTo>
                <a:lnTo>
                  <a:pt x="7" y="400"/>
                </a:lnTo>
                <a:lnTo>
                  <a:pt x="7" y="399"/>
                </a:lnTo>
                <a:lnTo>
                  <a:pt x="7" y="398"/>
                </a:lnTo>
                <a:lnTo>
                  <a:pt x="6" y="398"/>
                </a:lnTo>
                <a:lnTo>
                  <a:pt x="5" y="397"/>
                </a:lnTo>
                <a:lnTo>
                  <a:pt x="5" y="396"/>
                </a:lnTo>
                <a:lnTo>
                  <a:pt x="4" y="396"/>
                </a:lnTo>
                <a:lnTo>
                  <a:pt x="3" y="396"/>
                </a:lnTo>
                <a:lnTo>
                  <a:pt x="2" y="395"/>
                </a:lnTo>
                <a:lnTo>
                  <a:pt x="2" y="394"/>
                </a:lnTo>
                <a:lnTo>
                  <a:pt x="2" y="393"/>
                </a:lnTo>
                <a:lnTo>
                  <a:pt x="3" y="392"/>
                </a:lnTo>
                <a:lnTo>
                  <a:pt x="4" y="393"/>
                </a:lnTo>
                <a:lnTo>
                  <a:pt x="4" y="392"/>
                </a:lnTo>
                <a:lnTo>
                  <a:pt x="5" y="392"/>
                </a:lnTo>
                <a:lnTo>
                  <a:pt x="5" y="391"/>
                </a:lnTo>
                <a:lnTo>
                  <a:pt x="6" y="390"/>
                </a:lnTo>
                <a:lnTo>
                  <a:pt x="7" y="390"/>
                </a:lnTo>
                <a:lnTo>
                  <a:pt x="7" y="391"/>
                </a:lnTo>
                <a:lnTo>
                  <a:pt x="7" y="390"/>
                </a:lnTo>
                <a:lnTo>
                  <a:pt x="8" y="390"/>
                </a:lnTo>
                <a:lnTo>
                  <a:pt x="8" y="389"/>
                </a:lnTo>
                <a:lnTo>
                  <a:pt x="7" y="389"/>
                </a:lnTo>
                <a:lnTo>
                  <a:pt x="7" y="388"/>
                </a:lnTo>
                <a:lnTo>
                  <a:pt x="6" y="388"/>
                </a:lnTo>
                <a:lnTo>
                  <a:pt x="7" y="387"/>
                </a:lnTo>
                <a:lnTo>
                  <a:pt x="6" y="386"/>
                </a:lnTo>
                <a:lnTo>
                  <a:pt x="6" y="385"/>
                </a:lnTo>
                <a:lnTo>
                  <a:pt x="5" y="385"/>
                </a:lnTo>
                <a:lnTo>
                  <a:pt x="4" y="385"/>
                </a:lnTo>
                <a:lnTo>
                  <a:pt x="3" y="385"/>
                </a:lnTo>
                <a:lnTo>
                  <a:pt x="3" y="384"/>
                </a:lnTo>
                <a:lnTo>
                  <a:pt x="3" y="383"/>
                </a:lnTo>
                <a:lnTo>
                  <a:pt x="2" y="382"/>
                </a:lnTo>
                <a:lnTo>
                  <a:pt x="2" y="381"/>
                </a:lnTo>
                <a:lnTo>
                  <a:pt x="3" y="381"/>
                </a:lnTo>
                <a:lnTo>
                  <a:pt x="4" y="380"/>
                </a:lnTo>
                <a:lnTo>
                  <a:pt x="3" y="379"/>
                </a:lnTo>
                <a:lnTo>
                  <a:pt x="3" y="378"/>
                </a:lnTo>
                <a:lnTo>
                  <a:pt x="2" y="377"/>
                </a:lnTo>
                <a:lnTo>
                  <a:pt x="2" y="378"/>
                </a:lnTo>
                <a:lnTo>
                  <a:pt x="1" y="378"/>
                </a:lnTo>
                <a:lnTo>
                  <a:pt x="1" y="377"/>
                </a:lnTo>
                <a:lnTo>
                  <a:pt x="0" y="377"/>
                </a:lnTo>
                <a:lnTo>
                  <a:pt x="0" y="376"/>
                </a:lnTo>
                <a:lnTo>
                  <a:pt x="1" y="376"/>
                </a:lnTo>
                <a:lnTo>
                  <a:pt x="1" y="375"/>
                </a:lnTo>
                <a:lnTo>
                  <a:pt x="0" y="375"/>
                </a:lnTo>
                <a:lnTo>
                  <a:pt x="0" y="374"/>
                </a:lnTo>
                <a:lnTo>
                  <a:pt x="0" y="373"/>
                </a:lnTo>
                <a:lnTo>
                  <a:pt x="0" y="372"/>
                </a:lnTo>
                <a:lnTo>
                  <a:pt x="0" y="371"/>
                </a:lnTo>
                <a:lnTo>
                  <a:pt x="0" y="370"/>
                </a:lnTo>
                <a:lnTo>
                  <a:pt x="1" y="370"/>
                </a:lnTo>
                <a:lnTo>
                  <a:pt x="1" y="369"/>
                </a:lnTo>
                <a:lnTo>
                  <a:pt x="2" y="369"/>
                </a:lnTo>
                <a:lnTo>
                  <a:pt x="2" y="370"/>
                </a:lnTo>
                <a:lnTo>
                  <a:pt x="3" y="370"/>
                </a:lnTo>
                <a:lnTo>
                  <a:pt x="4" y="370"/>
                </a:lnTo>
                <a:lnTo>
                  <a:pt x="5" y="368"/>
                </a:lnTo>
                <a:lnTo>
                  <a:pt x="6" y="368"/>
                </a:lnTo>
                <a:lnTo>
                  <a:pt x="7" y="368"/>
                </a:lnTo>
                <a:lnTo>
                  <a:pt x="8" y="367"/>
                </a:lnTo>
                <a:lnTo>
                  <a:pt x="9" y="367"/>
                </a:lnTo>
                <a:lnTo>
                  <a:pt x="9" y="366"/>
                </a:lnTo>
                <a:lnTo>
                  <a:pt x="9" y="365"/>
                </a:lnTo>
                <a:lnTo>
                  <a:pt x="10" y="363"/>
                </a:lnTo>
                <a:lnTo>
                  <a:pt x="10" y="362"/>
                </a:lnTo>
                <a:lnTo>
                  <a:pt x="10" y="361"/>
                </a:lnTo>
                <a:lnTo>
                  <a:pt x="11" y="361"/>
                </a:lnTo>
                <a:lnTo>
                  <a:pt x="12" y="361"/>
                </a:lnTo>
                <a:lnTo>
                  <a:pt x="13" y="361"/>
                </a:lnTo>
                <a:lnTo>
                  <a:pt x="13" y="360"/>
                </a:lnTo>
                <a:lnTo>
                  <a:pt x="14" y="360"/>
                </a:lnTo>
                <a:lnTo>
                  <a:pt x="14" y="361"/>
                </a:lnTo>
                <a:lnTo>
                  <a:pt x="15" y="360"/>
                </a:lnTo>
                <a:lnTo>
                  <a:pt x="16" y="359"/>
                </a:lnTo>
                <a:lnTo>
                  <a:pt x="16" y="358"/>
                </a:lnTo>
                <a:lnTo>
                  <a:pt x="16" y="357"/>
                </a:lnTo>
                <a:lnTo>
                  <a:pt x="15" y="357"/>
                </a:lnTo>
                <a:lnTo>
                  <a:pt x="16" y="356"/>
                </a:lnTo>
                <a:lnTo>
                  <a:pt x="16" y="355"/>
                </a:lnTo>
                <a:lnTo>
                  <a:pt x="15" y="354"/>
                </a:lnTo>
                <a:lnTo>
                  <a:pt x="14" y="354"/>
                </a:lnTo>
                <a:lnTo>
                  <a:pt x="15" y="354"/>
                </a:lnTo>
                <a:lnTo>
                  <a:pt x="16" y="353"/>
                </a:lnTo>
                <a:lnTo>
                  <a:pt x="15" y="353"/>
                </a:lnTo>
                <a:lnTo>
                  <a:pt x="15" y="352"/>
                </a:lnTo>
                <a:lnTo>
                  <a:pt x="15" y="351"/>
                </a:lnTo>
                <a:lnTo>
                  <a:pt x="14" y="351"/>
                </a:lnTo>
                <a:lnTo>
                  <a:pt x="15" y="349"/>
                </a:lnTo>
                <a:lnTo>
                  <a:pt x="16" y="349"/>
                </a:lnTo>
                <a:lnTo>
                  <a:pt x="16" y="348"/>
                </a:lnTo>
                <a:lnTo>
                  <a:pt x="16" y="347"/>
                </a:lnTo>
                <a:lnTo>
                  <a:pt x="16" y="346"/>
                </a:lnTo>
                <a:lnTo>
                  <a:pt x="17" y="346"/>
                </a:lnTo>
                <a:lnTo>
                  <a:pt x="18" y="345"/>
                </a:lnTo>
                <a:lnTo>
                  <a:pt x="18" y="344"/>
                </a:lnTo>
                <a:lnTo>
                  <a:pt x="18" y="343"/>
                </a:lnTo>
                <a:lnTo>
                  <a:pt x="17" y="342"/>
                </a:lnTo>
                <a:lnTo>
                  <a:pt x="17" y="341"/>
                </a:lnTo>
                <a:lnTo>
                  <a:pt x="16" y="341"/>
                </a:lnTo>
                <a:lnTo>
                  <a:pt x="17" y="339"/>
                </a:lnTo>
                <a:lnTo>
                  <a:pt x="16" y="339"/>
                </a:lnTo>
                <a:lnTo>
                  <a:pt x="16" y="338"/>
                </a:lnTo>
                <a:lnTo>
                  <a:pt x="16" y="337"/>
                </a:lnTo>
                <a:lnTo>
                  <a:pt x="16" y="336"/>
                </a:lnTo>
                <a:lnTo>
                  <a:pt x="17" y="336"/>
                </a:lnTo>
                <a:lnTo>
                  <a:pt x="17" y="335"/>
                </a:lnTo>
                <a:lnTo>
                  <a:pt x="18" y="335"/>
                </a:lnTo>
                <a:lnTo>
                  <a:pt x="19" y="334"/>
                </a:lnTo>
                <a:lnTo>
                  <a:pt x="19" y="332"/>
                </a:lnTo>
                <a:lnTo>
                  <a:pt x="19" y="331"/>
                </a:lnTo>
                <a:lnTo>
                  <a:pt x="19" y="330"/>
                </a:lnTo>
                <a:lnTo>
                  <a:pt x="20" y="330"/>
                </a:lnTo>
                <a:lnTo>
                  <a:pt x="21" y="330"/>
                </a:lnTo>
                <a:lnTo>
                  <a:pt x="22" y="330"/>
                </a:lnTo>
                <a:lnTo>
                  <a:pt x="22" y="329"/>
                </a:lnTo>
                <a:lnTo>
                  <a:pt x="22" y="328"/>
                </a:lnTo>
                <a:lnTo>
                  <a:pt x="21" y="327"/>
                </a:lnTo>
                <a:lnTo>
                  <a:pt x="22" y="327"/>
                </a:lnTo>
                <a:lnTo>
                  <a:pt x="21" y="327"/>
                </a:lnTo>
                <a:lnTo>
                  <a:pt x="21" y="326"/>
                </a:lnTo>
                <a:lnTo>
                  <a:pt x="21" y="325"/>
                </a:lnTo>
                <a:lnTo>
                  <a:pt x="21" y="324"/>
                </a:lnTo>
                <a:lnTo>
                  <a:pt x="20" y="324"/>
                </a:lnTo>
                <a:lnTo>
                  <a:pt x="20" y="323"/>
                </a:lnTo>
                <a:lnTo>
                  <a:pt x="20" y="322"/>
                </a:lnTo>
                <a:lnTo>
                  <a:pt x="20" y="321"/>
                </a:lnTo>
                <a:lnTo>
                  <a:pt x="21" y="321"/>
                </a:lnTo>
                <a:lnTo>
                  <a:pt x="21" y="320"/>
                </a:lnTo>
                <a:lnTo>
                  <a:pt x="21" y="319"/>
                </a:lnTo>
                <a:lnTo>
                  <a:pt x="22" y="319"/>
                </a:lnTo>
                <a:lnTo>
                  <a:pt x="22" y="320"/>
                </a:lnTo>
                <a:lnTo>
                  <a:pt x="23" y="319"/>
                </a:lnTo>
                <a:lnTo>
                  <a:pt x="23" y="318"/>
                </a:lnTo>
                <a:lnTo>
                  <a:pt x="22" y="318"/>
                </a:lnTo>
                <a:lnTo>
                  <a:pt x="22" y="317"/>
                </a:lnTo>
                <a:lnTo>
                  <a:pt x="21" y="317"/>
                </a:lnTo>
                <a:lnTo>
                  <a:pt x="22" y="316"/>
                </a:lnTo>
                <a:lnTo>
                  <a:pt x="22" y="315"/>
                </a:lnTo>
                <a:lnTo>
                  <a:pt x="22" y="314"/>
                </a:lnTo>
                <a:lnTo>
                  <a:pt x="21" y="314"/>
                </a:lnTo>
                <a:lnTo>
                  <a:pt x="22" y="314"/>
                </a:lnTo>
                <a:lnTo>
                  <a:pt x="22" y="313"/>
                </a:lnTo>
                <a:lnTo>
                  <a:pt x="23" y="313"/>
                </a:lnTo>
                <a:lnTo>
                  <a:pt x="22" y="312"/>
                </a:lnTo>
                <a:lnTo>
                  <a:pt x="22" y="311"/>
                </a:lnTo>
                <a:lnTo>
                  <a:pt x="23" y="311"/>
                </a:lnTo>
                <a:lnTo>
                  <a:pt x="23" y="312"/>
                </a:lnTo>
                <a:lnTo>
                  <a:pt x="24" y="312"/>
                </a:lnTo>
                <a:lnTo>
                  <a:pt x="25" y="312"/>
                </a:lnTo>
                <a:lnTo>
                  <a:pt x="26" y="312"/>
                </a:lnTo>
                <a:lnTo>
                  <a:pt x="27" y="312"/>
                </a:lnTo>
                <a:lnTo>
                  <a:pt x="27" y="311"/>
                </a:lnTo>
                <a:lnTo>
                  <a:pt x="27" y="310"/>
                </a:lnTo>
                <a:lnTo>
                  <a:pt x="27" y="309"/>
                </a:lnTo>
                <a:lnTo>
                  <a:pt x="27" y="308"/>
                </a:lnTo>
                <a:lnTo>
                  <a:pt x="28" y="308"/>
                </a:lnTo>
                <a:lnTo>
                  <a:pt x="28" y="307"/>
                </a:lnTo>
                <a:lnTo>
                  <a:pt x="28" y="306"/>
                </a:lnTo>
                <a:lnTo>
                  <a:pt x="29" y="306"/>
                </a:lnTo>
                <a:lnTo>
                  <a:pt x="29" y="305"/>
                </a:lnTo>
                <a:lnTo>
                  <a:pt x="30" y="305"/>
                </a:lnTo>
                <a:lnTo>
                  <a:pt x="31" y="305"/>
                </a:lnTo>
                <a:lnTo>
                  <a:pt x="31" y="304"/>
                </a:lnTo>
                <a:lnTo>
                  <a:pt x="32" y="304"/>
                </a:lnTo>
                <a:lnTo>
                  <a:pt x="33" y="304"/>
                </a:lnTo>
                <a:lnTo>
                  <a:pt x="33" y="305"/>
                </a:lnTo>
                <a:lnTo>
                  <a:pt x="33" y="306"/>
                </a:lnTo>
                <a:lnTo>
                  <a:pt x="34" y="306"/>
                </a:lnTo>
                <a:lnTo>
                  <a:pt x="34" y="304"/>
                </a:lnTo>
                <a:lnTo>
                  <a:pt x="34" y="303"/>
                </a:lnTo>
                <a:lnTo>
                  <a:pt x="35" y="303"/>
                </a:lnTo>
                <a:lnTo>
                  <a:pt x="34" y="301"/>
                </a:lnTo>
                <a:lnTo>
                  <a:pt x="33" y="301"/>
                </a:lnTo>
                <a:lnTo>
                  <a:pt x="33" y="300"/>
                </a:lnTo>
                <a:lnTo>
                  <a:pt x="32" y="300"/>
                </a:lnTo>
                <a:lnTo>
                  <a:pt x="32" y="299"/>
                </a:lnTo>
                <a:lnTo>
                  <a:pt x="32" y="298"/>
                </a:lnTo>
                <a:lnTo>
                  <a:pt x="31" y="298"/>
                </a:lnTo>
                <a:lnTo>
                  <a:pt x="30" y="298"/>
                </a:lnTo>
                <a:lnTo>
                  <a:pt x="30" y="297"/>
                </a:lnTo>
                <a:lnTo>
                  <a:pt x="29" y="297"/>
                </a:lnTo>
                <a:lnTo>
                  <a:pt x="29" y="296"/>
                </a:lnTo>
                <a:lnTo>
                  <a:pt x="29" y="294"/>
                </a:lnTo>
                <a:lnTo>
                  <a:pt x="29" y="293"/>
                </a:lnTo>
                <a:lnTo>
                  <a:pt x="30" y="293"/>
                </a:lnTo>
                <a:lnTo>
                  <a:pt x="30" y="292"/>
                </a:lnTo>
                <a:lnTo>
                  <a:pt x="31" y="291"/>
                </a:lnTo>
                <a:lnTo>
                  <a:pt x="32" y="291"/>
                </a:lnTo>
                <a:lnTo>
                  <a:pt x="33" y="290"/>
                </a:lnTo>
                <a:lnTo>
                  <a:pt x="33" y="291"/>
                </a:lnTo>
                <a:lnTo>
                  <a:pt x="33" y="290"/>
                </a:lnTo>
                <a:lnTo>
                  <a:pt x="34" y="289"/>
                </a:lnTo>
                <a:lnTo>
                  <a:pt x="34" y="288"/>
                </a:lnTo>
                <a:lnTo>
                  <a:pt x="35" y="288"/>
                </a:lnTo>
                <a:lnTo>
                  <a:pt x="36" y="288"/>
                </a:lnTo>
                <a:lnTo>
                  <a:pt x="37" y="288"/>
                </a:lnTo>
                <a:lnTo>
                  <a:pt x="37" y="287"/>
                </a:lnTo>
                <a:lnTo>
                  <a:pt x="38" y="287"/>
                </a:lnTo>
                <a:lnTo>
                  <a:pt x="39" y="287"/>
                </a:lnTo>
                <a:lnTo>
                  <a:pt x="40" y="287"/>
                </a:lnTo>
                <a:lnTo>
                  <a:pt x="40" y="288"/>
                </a:lnTo>
                <a:lnTo>
                  <a:pt x="41" y="288"/>
                </a:lnTo>
                <a:lnTo>
                  <a:pt x="42" y="288"/>
                </a:lnTo>
                <a:lnTo>
                  <a:pt x="43" y="288"/>
                </a:lnTo>
                <a:lnTo>
                  <a:pt x="43" y="287"/>
                </a:lnTo>
                <a:lnTo>
                  <a:pt x="43" y="286"/>
                </a:lnTo>
                <a:lnTo>
                  <a:pt x="44" y="286"/>
                </a:lnTo>
                <a:lnTo>
                  <a:pt x="45" y="286"/>
                </a:lnTo>
                <a:lnTo>
                  <a:pt x="46" y="286"/>
                </a:lnTo>
                <a:lnTo>
                  <a:pt x="47" y="285"/>
                </a:lnTo>
                <a:lnTo>
                  <a:pt x="47" y="284"/>
                </a:lnTo>
                <a:lnTo>
                  <a:pt x="48" y="283"/>
                </a:lnTo>
                <a:lnTo>
                  <a:pt x="49" y="283"/>
                </a:lnTo>
                <a:lnTo>
                  <a:pt x="49" y="282"/>
                </a:lnTo>
                <a:lnTo>
                  <a:pt x="49" y="281"/>
                </a:lnTo>
                <a:lnTo>
                  <a:pt x="50" y="281"/>
                </a:lnTo>
                <a:lnTo>
                  <a:pt x="51" y="281"/>
                </a:lnTo>
                <a:lnTo>
                  <a:pt x="52" y="281"/>
                </a:lnTo>
                <a:lnTo>
                  <a:pt x="53" y="281"/>
                </a:lnTo>
                <a:lnTo>
                  <a:pt x="54" y="281"/>
                </a:lnTo>
                <a:lnTo>
                  <a:pt x="54" y="280"/>
                </a:lnTo>
                <a:lnTo>
                  <a:pt x="54" y="279"/>
                </a:lnTo>
                <a:lnTo>
                  <a:pt x="54" y="278"/>
                </a:lnTo>
                <a:lnTo>
                  <a:pt x="53" y="277"/>
                </a:lnTo>
                <a:lnTo>
                  <a:pt x="53" y="276"/>
                </a:lnTo>
                <a:lnTo>
                  <a:pt x="54" y="275"/>
                </a:lnTo>
                <a:lnTo>
                  <a:pt x="55" y="274"/>
                </a:lnTo>
                <a:lnTo>
                  <a:pt x="56" y="273"/>
                </a:lnTo>
                <a:lnTo>
                  <a:pt x="56" y="272"/>
                </a:lnTo>
                <a:lnTo>
                  <a:pt x="57" y="272"/>
                </a:lnTo>
                <a:lnTo>
                  <a:pt x="57" y="271"/>
                </a:lnTo>
                <a:lnTo>
                  <a:pt x="57" y="272"/>
                </a:lnTo>
                <a:lnTo>
                  <a:pt x="58" y="271"/>
                </a:lnTo>
                <a:lnTo>
                  <a:pt x="58" y="270"/>
                </a:lnTo>
                <a:lnTo>
                  <a:pt x="59" y="270"/>
                </a:lnTo>
                <a:lnTo>
                  <a:pt x="60" y="270"/>
                </a:lnTo>
                <a:lnTo>
                  <a:pt x="60" y="269"/>
                </a:lnTo>
                <a:lnTo>
                  <a:pt x="60" y="268"/>
                </a:lnTo>
                <a:lnTo>
                  <a:pt x="60" y="267"/>
                </a:lnTo>
                <a:lnTo>
                  <a:pt x="61" y="267"/>
                </a:lnTo>
                <a:lnTo>
                  <a:pt x="61" y="268"/>
                </a:lnTo>
                <a:lnTo>
                  <a:pt x="61" y="267"/>
                </a:lnTo>
                <a:lnTo>
                  <a:pt x="62" y="267"/>
                </a:lnTo>
                <a:lnTo>
                  <a:pt x="63" y="267"/>
                </a:lnTo>
                <a:lnTo>
                  <a:pt x="63" y="265"/>
                </a:lnTo>
                <a:lnTo>
                  <a:pt x="64" y="265"/>
                </a:lnTo>
                <a:lnTo>
                  <a:pt x="65" y="264"/>
                </a:lnTo>
                <a:lnTo>
                  <a:pt x="66" y="263"/>
                </a:lnTo>
                <a:lnTo>
                  <a:pt x="67" y="263"/>
                </a:lnTo>
                <a:lnTo>
                  <a:pt x="67" y="262"/>
                </a:lnTo>
                <a:lnTo>
                  <a:pt x="67" y="260"/>
                </a:lnTo>
                <a:lnTo>
                  <a:pt x="66" y="260"/>
                </a:lnTo>
                <a:lnTo>
                  <a:pt x="66" y="259"/>
                </a:lnTo>
                <a:lnTo>
                  <a:pt x="66" y="258"/>
                </a:lnTo>
                <a:lnTo>
                  <a:pt x="66" y="257"/>
                </a:lnTo>
                <a:lnTo>
                  <a:pt x="66" y="256"/>
                </a:lnTo>
                <a:lnTo>
                  <a:pt x="65" y="256"/>
                </a:lnTo>
                <a:lnTo>
                  <a:pt x="65" y="255"/>
                </a:lnTo>
                <a:lnTo>
                  <a:pt x="64" y="255"/>
                </a:lnTo>
                <a:lnTo>
                  <a:pt x="64" y="256"/>
                </a:lnTo>
                <a:lnTo>
                  <a:pt x="63" y="256"/>
                </a:lnTo>
                <a:lnTo>
                  <a:pt x="62" y="256"/>
                </a:lnTo>
                <a:lnTo>
                  <a:pt x="62" y="257"/>
                </a:lnTo>
                <a:lnTo>
                  <a:pt x="61" y="257"/>
                </a:lnTo>
                <a:lnTo>
                  <a:pt x="60" y="257"/>
                </a:lnTo>
                <a:lnTo>
                  <a:pt x="60" y="256"/>
                </a:lnTo>
                <a:lnTo>
                  <a:pt x="59" y="256"/>
                </a:lnTo>
                <a:lnTo>
                  <a:pt x="59" y="257"/>
                </a:lnTo>
                <a:lnTo>
                  <a:pt x="58" y="257"/>
                </a:lnTo>
                <a:lnTo>
                  <a:pt x="58" y="256"/>
                </a:lnTo>
                <a:lnTo>
                  <a:pt x="57" y="256"/>
                </a:lnTo>
                <a:lnTo>
                  <a:pt x="56" y="255"/>
                </a:lnTo>
                <a:lnTo>
                  <a:pt x="57" y="255"/>
                </a:lnTo>
                <a:lnTo>
                  <a:pt x="57" y="254"/>
                </a:lnTo>
                <a:lnTo>
                  <a:pt x="57" y="253"/>
                </a:lnTo>
                <a:lnTo>
                  <a:pt x="58" y="253"/>
                </a:lnTo>
                <a:lnTo>
                  <a:pt x="57" y="253"/>
                </a:lnTo>
                <a:lnTo>
                  <a:pt x="57" y="252"/>
                </a:lnTo>
                <a:lnTo>
                  <a:pt x="57" y="251"/>
                </a:lnTo>
                <a:lnTo>
                  <a:pt x="56" y="251"/>
                </a:lnTo>
                <a:lnTo>
                  <a:pt x="57" y="251"/>
                </a:lnTo>
                <a:lnTo>
                  <a:pt x="57" y="252"/>
                </a:lnTo>
                <a:lnTo>
                  <a:pt x="56" y="252"/>
                </a:lnTo>
                <a:lnTo>
                  <a:pt x="55" y="251"/>
                </a:lnTo>
                <a:lnTo>
                  <a:pt x="56" y="251"/>
                </a:lnTo>
                <a:lnTo>
                  <a:pt x="56" y="250"/>
                </a:lnTo>
                <a:lnTo>
                  <a:pt x="56" y="249"/>
                </a:lnTo>
                <a:lnTo>
                  <a:pt x="56" y="248"/>
                </a:lnTo>
                <a:lnTo>
                  <a:pt x="56" y="247"/>
                </a:lnTo>
                <a:lnTo>
                  <a:pt x="57" y="247"/>
                </a:lnTo>
                <a:lnTo>
                  <a:pt x="57" y="246"/>
                </a:lnTo>
                <a:lnTo>
                  <a:pt x="56" y="246"/>
                </a:lnTo>
                <a:lnTo>
                  <a:pt x="56" y="245"/>
                </a:lnTo>
                <a:lnTo>
                  <a:pt x="57" y="245"/>
                </a:lnTo>
                <a:lnTo>
                  <a:pt x="57" y="244"/>
                </a:lnTo>
                <a:lnTo>
                  <a:pt x="57" y="243"/>
                </a:lnTo>
                <a:lnTo>
                  <a:pt x="58" y="243"/>
                </a:lnTo>
                <a:lnTo>
                  <a:pt x="59" y="243"/>
                </a:lnTo>
                <a:lnTo>
                  <a:pt x="60" y="243"/>
                </a:lnTo>
                <a:lnTo>
                  <a:pt x="60" y="241"/>
                </a:lnTo>
                <a:lnTo>
                  <a:pt x="59" y="241"/>
                </a:lnTo>
                <a:lnTo>
                  <a:pt x="59" y="240"/>
                </a:lnTo>
                <a:lnTo>
                  <a:pt x="60" y="240"/>
                </a:lnTo>
                <a:lnTo>
                  <a:pt x="61" y="240"/>
                </a:lnTo>
                <a:lnTo>
                  <a:pt x="61" y="239"/>
                </a:lnTo>
                <a:lnTo>
                  <a:pt x="62" y="239"/>
                </a:lnTo>
                <a:lnTo>
                  <a:pt x="61" y="239"/>
                </a:lnTo>
                <a:lnTo>
                  <a:pt x="61" y="238"/>
                </a:lnTo>
                <a:lnTo>
                  <a:pt x="62" y="237"/>
                </a:lnTo>
                <a:lnTo>
                  <a:pt x="63" y="237"/>
                </a:lnTo>
                <a:lnTo>
                  <a:pt x="63" y="236"/>
                </a:lnTo>
                <a:lnTo>
                  <a:pt x="64" y="235"/>
                </a:lnTo>
                <a:lnTo>
                  <a:pt x="64" y="234"/>
                </a:lnTo>
                <a:lnTo>
                  <a:pt x="65" y="235"/>
                </a:lnTo>
                <a:lnTo>
                  <a:pt x="65" y="234"/>
                </a:lnTo>
                <a:lnTo>
                  <a:pt x="66" y="234"/>
                </a:lnTo>
                <a:lnTo>
                  <a:pt x="67" y="233"/>
                </a:lnTo>
                <a:lnTo>
                  <a:pt x="68" y="233"/>
                </a:lnTo>
                <a:lnTo>
                  <a:pt x="68" y="232"/>
                </a:lnTo>
                <a:lnTo>
                  <a:pt x="67" y="232"/>
                </a:lnTo>
                <a:lnTo>
                  <a:pt x="68" y="232"/>
                </a:lnTo>
                <a:lnTo>
                  <a:pt x="68" y="230"/>
                </a:lnTo>
                <a:lnTo>
                  <a:pt x="69" y="230"/>
                </a:lnTo>
                <a:lnTo>
                  <a:pt x="69" y="229"/>
                </a:lnTo>
                <a:lnTo>
                  <a:pt x="69" y="228"/>
                </a:lnTo>
                <a:lnTo>
                  <a:pt x="70" y="227"/>
                </a:lnTo>
                <a:lnTo>
                  <a:pt x="71" y="227"/>
                </a:lnTo>
                <a:lnTo>
                  <a:pt x="71" y="228"/>
                </a:lnTo>
                <a:lnTo>
                  <a:pt x="71" y="227"/>
                </a:lnTo>
                <a:lnTo>
                  <a:pt x="72" y="227"/>
                </a:lnTo>
                <a:lnTo>
                  <a:pt x="72" y="228"/>
                </a:lnTo>
                <a:lnTo>
                  <a:pt x="73" y="228"/>
                </a:lnTo>
                <a:lnTo>
                  <a:pt x="74" y="228"/>
                </a:lnTo>
                <a:lnTo>
                  <a:pt x="74" y="229"/>
                </a:lnTo>
                <a:lnTo>
                  <a:pt x="74" y="230"/>
                </a:lnTo>
                <a:lnTo>
                  <a:pt x="74" y="231"/>
                </a:lnTo>
                <a:lnTo>
                  <a:pt x="74" y="232"/>
                </a:lnTo>
                <a:lnTo>
                  <a:pt x="73" y="232"/>
                </a:lnTo>
                <a:lnTo>
                  <a:pt x="74" y="233"/>
                </a:lnTo>
                <a:lnTo>
                  <a:pt x="75" y="232"/>
                </a:lnTo>
                <a:lnTo>
                  <a:pt x="76" y="232"/>
                </a:lnTo>
                <a:lnTo>
                  <a:pt x="77" y="232"/>
                </a:lnTo>
                <a:lnTo>
                  <a:pt x="78" y="232"/>
                </a:lnTo>
                <a:lnTo>
                  <a:pt x="79" y="231"/>
                </a:lnTo>
                <a:lnTo>
                  <a:pt x="80" y="230"/>
                </a:lnTo>
                <a:lnTo>
                  <a:pt x="80" y="229"/>
                </a:lnTo>
                <a:lnTo>
                  <a:pt x="79" y="229"/>
                </a:lnTo>
                <a:lnTo>
                  <a:pt x="79" y="228"/>
                </a:lnTo>
                <a:lnTo>
                  <a:pt x="79" y="227"/>
                </a:lnTo>
                <a:lnTo>
                  <a:pt x="79" y="226"/>
                </a:lnTo>
                <a:lnTo>
                  <a:pt x="79" y="225"/>
                </a:lnTo>
                <a:lnTo>
                  <a:pt x="80" y="224"/>
                </a:lnTo>
                <a:lnTo>
                  <a:pt x="81" y="223"/>
                </a:lnTo>
                <a:lnTo>
                  <a:pt x="81" y="224"/>
                </a:lnTo>
                <a:lnTo>
                  <a:pt x="81" y="223"/>
                </a:lnTo>
                <a:lnTo>
                  <a:pt x="82" y="223"/>
                </a:lnTo>
                <a:lnTo>
                  <a:pt x="82" y="222"/>
                </a:lnTo>
                <a:lnTo>
                  <a:pt x="81" y="222"/>
                </a:lnTo>
                <a:lnTo>
                  <a:pt x="82" y="221"/>
                </a:lnTo>
                <a:lnTo>
                  <a:pt x="83" y="220"/>
                </a:lnTo>
                <a:lnTo>
                  <a:pt x="82" y="220"/>
                </a:lnTo>
                <a:lnTo>
                  <a:pt x="83" y="220"/>
                </a:lnTo>
                <a:lnTo>
                  <a:pt x="84" y="220"/>
                </a:lnTo>
                <a:lnTo>
                  <a:pt x="83" y="220"/>
                </a:lnTo>
                <a:lnTo>
                  <a:pt x="82" y="220"/>
                </a:lnTo>
                <a:lnTo>
                  <a:pt x="82" y="219"/>
                </a:lnTo>
                <a:lnTo>
                  <a:pt x="83" y="219"/>
                </a:lnTo>
                <a:lnTo>
                  <a:pt x="82" y="219"/>
                </a:lnTo>
                <a:lnTo>
                  <a:pt x="81" y="219"/>
                </a:lnTo>
                <a:lnTo>
                  <a:pt x="80" y="219"/>
                </a:lnTo>
                <a:lnTo>
                  <a:pt x="79" y="218"/>
                </a:lnTo>
                <a:lnTo>
                  <a:pt x="78" y="218"/>
                </a:lnTo>
                <a:lnTo>
                  <a:pt x="79" y="217"/>
                </a:lnTo>
                <a:lnTo>
                  <a:pt x="78" y="217"/>
                </a:lnTo>
                <a:lnTo>
                  <a:pt x="77" y="217"/>
                </a:lnTo>
                <a:lnTo>
                  <a:pt x="78" y="216"/>
                </a:lnTo>
                <a:lnTo>
                  <a:pt x="78" y="215"/>
                </a:lnTo>
                <a:lnTo>
                  <a:pt x="77" y="216"/>
                </a:lnTo>
                <a:lnTo>
                  <a:pt x="77" y="215"/>
                </a:lnTo>
                <a:lnTo>
                  <a:pt x="77" y="214"/>
                </a:lnTo>
                <a:lnTo>
                  <a:pt x="76" y="214"/>
                </a:lnTo>
                <a:lnTo>
                  <a:pt x="76" y="213"/>
                </a:lnTo>
                <a:lnTo>
                  <a:pt x="76" y="212"/>
                </a:lnTo>
                <a:lnTo>
                  <a:pt x="75" y="212"/>
                </a:lnTo>
                <a:lnTo>
                  <a:pt x="75" y="211"/>
                </a:lnTo>
                <a:lnTo>
                  <a:pt x="74" y="210"/>
                </a:lnTo>
                <a:lnTo>
                  <a:pt x="73" y="210"/>
                </a:lnTo>
                <a:lnTo>
                  <a:pt x="72" y="209"/>
                </a:lnTo>
                <a:lnTo>
                  <a:pt x="73" y="208"/>
                </a:lnTo>
                <a:lnTo>
                  <a:pt x="73" y="207"/>
                </a:lnTo>
                <a:lnTo>
                  <a:pt x="74" y="206"/>
                </a:lnTo>
                <a:lnTo>
                  <a:pt x="75" y="204"/>
                </a:lnTo>
                <a:lnTo>
                  <a:pt x="74" y="203"/>
                </a:lnTo>
                <a:lnTo>
                  <a:pt x="75" y="203"/>
                </a:lnTo>
                <a:lnTo>
                  <a:pt x="75" y="202"/>
                </a:lnTo>
                <a:lnTo>
                  <a:pt x="75" y="201"/>
                </a:lnTo>
                <a:lnTo>
                  <a:pt x="75" y="200"/>
                </a:lnTo>
                <a:lnTo>
                  <a:pt x="74" y="199"/>
                </a:lnTo>
                <a:lnTo>
                  <a:pt x="73" y="199"/>
                </a:lnTo>
                <a:lnTo>
                  <a:pt x="73" y="198"/>
                </a:lnTo>
                <a:lnTo>
                  <a:pt x="74" y="198"/>
                </a:lnTo>
                <a:lnTo>
                  <a:pt x="73" y="197"/>
                </a:lnTo>
                <a:lnTo>
                  <a:pt x="72" y="197"/>
                </a:lnTo>
                <a:lnTo>
                  <a:pt x="71" y="196"/>
                </a:lnTo>
                <a:lnTo>
                  <a:pt x="72" y="196"/>
                </a:lnTo>
                <a:lnTo>
                  <a:pt x="71" y="196"/>
                </a:lnTo>
                <a:lnTo>
                  <a:pt x="70" y="194"/>
                </a:lnTo>
                <a:lnTo>
                  <a:pt x="69" y="194"/>
                </a:lnTo>
                <a:lnTo>
                  <a:pt x="69" y="193"/>
                </a:lnTo>
                <a:lnTo>
                  <a:pt x="69" y="192"/>
                </a:lnTo>
                <a:lnTo>
                  <a:pt x="70" y="192"/>
                </a:lnTo>
                <a:lnTo>
                  <a:pt x="70" y="191"/>
                </a:lnTo>
                <a:lnTo>
                  <a:pt x="69" y="191"/>
                </a:lnTo>
                <a:lnTo>
                  <a:pt x="70" y="190"/>
                </a:lnTo>
                <a:lnTo>
                  <a:pt x="71" y="189"/>
                </a:lnTo>
                <a:lnTo>
                  <a:pt x="72" y="189"/>
                </a:lnTo>
                <a:lnTo>
                  <a:pt x="72" y="188"/>
                </a:lnTo>
                <a:lnTo>
                  <a:pt x="73" y="187"/>
                </a:lnTo>
                <a:lnTo>
                  <a:pt x="74" y="186"/>
                </a:lnTo>
                <a:lnTo>
                  <a:pt x="75" y="186"/>
                </a:lnTo>
                <a:lnTo>
                  <a:pt x="75" y="185"/>
                </a:lnTo>
                <a:lnTo>
                  <a:pt x="74" y="185"/>
                </a:lnTo>
                <a:lnTo>
                  <a:pt x="74" y="184"/>
                </a:lnTo>
                <a:lnTo>
                  <a:pt x="74" y="183"/>
                </a:lnTo>
                <a:lnTo>
                  <a:pt x="74" y="182"/>
                </a:lnTo>
                <a:lnTo>
                  <a:pt x="73" y="182"/>
                </a:lnTo>
                <a:lnTo>
                  <a:pt x="73" y="181"/>
                </a:lnTo>
                <a:lnTo>
                  <a:pt x="73" y="180"/>
                </a:lnTo>
                <a:lnTo>
                  <a:pt x="72" y="179"/>
                </a:lnTo>
                <a:lnTo>
                  <a:pt x="73" y="179"/>
                </a:lnTo>
                <a:lnTo>
                  <a:pt x="73" y="178"/>
                </a:lnTo>
                <a:lnTo>
                  <a:pt x="73" y="176"/>
                </a:lnTo>
                <a:lnTo>
                  <a:pt x="74" y="175"/>
                </a:lnTo>
                <a:lnTo>
                  <a:pt x="74" y="174"/>
                </a:lnTo>
                <a:lnTo>
                  <a:pt x="75" y="174"/>
                </a:lnTo>
                <a:lnTo>
                  <a:pt x="75" y="173"/>
                </a:lnTo>
                <a:lnTo>
                  <a:pt x="75" y="172"/>
                </a:lnTo>
                <a:lnTo>
                  <a:pt x="76" y="172"/>
                </a:lnTo>
                <a:lnTo>
                  <a:pt x="76" y="173"/>
                </a:lnTo>
                <a:lnTo>
                  <a:pt x="77" y="172"/>
                </a:lnTo>
                <a:lnTo>
                  <a:pt x="78" y="171"/>
                </a:lnTo>
                <a:lnTo>
                  <a:pt x="77" y="171"/>
                </a:lnTo>
                <a:lnTo>
                  <a:pt x="77" y="170"/>
                </a:lnTo>
                <a:lnTo>
                  <a:pt x="78" y="170"/>
                </a:lnTo>
                <a:lnTo>
                  <a:pt x="78" y="169"/>
                </a:lnTo>
                <a:lnTo>
                  <a:pt x="79" y="170"/>
                </a:lnTo>
                <a:lnTo>
                  <a:pt x="80" y="169"/>
                </a:lnTo>
                <a:lnTo>
                  <a:pt x="79" y="169"/>
                </a:lnTo>
                <a:lnTo>
                  <a:pt x="80" y="168"/>
                </a:lnTo>
                <a:lnTo>
                  <a:pt x="81" y="167"/>
                </a:lnTo>
                <a:lnTo>
                  <a:pt x="81" y="166"/>
                </a:lnTo>
                <a:lnTo>
                  <a:pt x="81" y="165"/>
                </a:lnTo>
                <a:lnTo>
                  <a:pt x="82" y="165"/>
                </a:lnTo>
                <a:lnTo>
                  <a:pt x="83" y="164"/>
                </a:lnTo>
                <a:lnTo>
                  <a:pt x="84" y="163"/>
                </a:lnTo>
                <a:lnTo>
                  <a:pt x="84" y="162"/>
                </a:lnTo>
                <a:lnTo>
                  <a:pt x="84" y="161"/>
                </a:lnTo>
                <a:lnTo>
                  <a:pt x="85" y="161"/>
                </a:lnTo>
                <a:lnTo>
                  <a:pt x="86" y="161"/>
                </a:lnTo>
                <a:lnTo>
                  <a:pt x="86" y="160"/>
                </a:lnTo>
                <a:lnTo>
                  <a:pt x="87" y="160"/>
                </a:lnTo>
                <a:lnTo>
                  <a:pt x="87" y="159"/>
                </a:lnTo>
                <a:lnTo>
                  <a:pt x="88" y="159"/>
                </a:lnTo>
                <a:lnTo>
                  <a:pt x="88" y="158"/>
                </a:lnTo>
                <a:lnTo>
                  <a:pt x="89" y="158"/>
                </a:lnTo>
                <a:lnTo>
                  <a:pt x="90" y="158"/>
                </a:lnTo>
                <a:lnTo>
                  <a:pt x="91" y="158"/>
                </a:lnTo>
                <a:lnTo>
                  <a:pt x="92" y="158"/>
                </a:lnTo>
                <a:lnTo>
                  <a:pt x="92" y="157"/>
                </a:lnTo>
                <a:lnTo>
                  <a:pt x="93" y="157"/>
                </a:lnTo>
                <a:lnTo>
                  <a:pt x="94" y="158"/>
                </a:lnTo>
                <a:lnTo>
                  <a:pt x="95" y="159"/>
                </a:lnTo>
                <a:lnTo>
                  <a:pt x="96" y="159"/>
                </a:lnTo>
                <a:lnTo>
                  <a:pt x="96" y="158"/>
                </a:lnTo>
                <a:lnTo>
                  <a:pt x="96" y="157"/>
                </a:lnTo>
                <a:lnTo>
                  <a:pt x="97" y="157"/>
                </a:lnTo>
                <a:lnTo>
                  <a:pt x="98" y="157"/>
                </a:lnTo>
                <a:lnTo>
                  <a:pt x="98" y="156"/>
                </a:lnTo>
                <a:lnTo>
                  <a:pt x="99" y="156"/>
                </a:lnTo>
                <a:lnTo>
                  <a:pt x="99" y="155"/>
                </a:lnTo>
                <a:lnTo>
                  <a:pt x="100" y="155"/>
                </a:lnTo>
                <a:lnTo>
                  <a:pt x="101" y="156"/>
                </a:lnTo>
                <a:lnTo>
                  <a:pt x="101" y="155"/>
                </a:lnTo>
                <a:lnTo>
                  <a:pt x="102" y="155"/>
                </a:lnTo>
                <a:lnTo>
                  <a:pt x="102" y="154"/>
                </a:lnTo>
                <a:lnTo>
                  <a:pt x="103" y="154"/>
                </a:lnTo>
                <a:lnTo>
                  <a:pt x="104" y="155"/>
                </a:lnTo>
                <a:lnTo>
                  <a:pt x="104" y="156"/>
                </a:lnTo>
                <a:lnTo>
                  <a:pt x="105" y="156"/>
                </a:lnTo>
                <a:lnTo>
                  <a:pt x="106" y="156"/>
                </a:lnTo>
                <a:lnTo>
                  <a:pt x="107" y="154"/>
                </a:lnTo>
                <a:lnTo>
                  <a:pt x="108" y="154"/>
                </a:lnTo>
                <a:lnTo>
                  <a:pt x="108" y="153"/>
                </a:lnTo>
                <a:lnTo>
                  <a:pt x="109" y="153"/>
                </a:lnTo>
                <a:lnTo>
                  <a:pt x="110" y="152"/>
                </a:lnTo>
                <a:lnTo>
                  <a:pt x="110" y="153"/>
                </a:lnTo>
                <a:lnTo>
                  <a:pt x="111" y="153"/>
                </a:lnTo>
                <a:lnTo>
                  <a:pt x="112" y="153"/>
                </a:lnTo>
                <a:lnTo>
                  <a:pt x="112" y="152"/>
                </a:lnTo>
                <a:lnTo>
                  <a:pt x="112" y="153"/>
                </a:lnTo>
                <a:lnTo>
                  <a:pt x="112" y="154"/>
                </a:lnTo>
                <a:lnTo>
                  <a:pt x="113" y="154"/>
                </a:lnTo>
                <a:lnTo>
                  <a:pt x="114" y="154"/>
                </a:lnTo>
                <a:lnTo>
                  <a:pt x="115" y="153"/>
                </a:lnTo>
                <a:lnTo>
                  <a:pt x="115" y="152"/>
                </a:lnTo>
                <a:lnTo>
                  <a:pt x="116" y="152"/>
                </a:lnTo>
                <a:lnTo>
                  <a:pt x="116" y="151"/>
                </a:lnTo>
                <a:lnTo>
                  <a:pt x="117" y="150"/>
                </a:lnTo>
                <a:lnTo>
                  <a:pt x="118" y="150"/>
                </a:lnTo>
                <a:lnTo>
                  <a:pt x="119" y="149"/>
                </a:lnTo>
                <a:lnTo>
                  <a:pt x="120" y="148"/>
                </a:lnTo>
                <a:lnTo>
                  <a:pt x="121" y="147"/>
                </a:lnTo>
                <a:lnTo>
                  <a:pt x="122" y="147"/>
                </a:lnTo>
                <a:lnTo>
                  <a:pt x="122" y="146"/>
                </a:lnTo>
                <a:lnTo>
                  <a:pt x="123" y="146"/>
                </a:lnTo>
                <a:lnTo>
                  <a:pt x="124" y="146"/>
                </a:lnTo>
                <a:lnTo>
                  <a:pt x="125" y="145"/>
                </a:lnTo>
                <a:lnTo>
                  <a:pt x="126" y="145"/>
                </a:lnTo>
                <a:lnTo>
                  <a:pt x="126" y="144"/>
                </a:lnTo>
                <a:lnTo>
                  <a:pt x="126" y="143"/>
                </a:lnTo>
                <a:lnTo>
                  <a:pt x="125" y="141"/>
                </a:lnTo>
                <a:lnTo>
                  <a:pt x="125" y="140"/>
                </a:lnTo>
                <a:lnTo>
                  <a:pt x="125" y="139"/>
                </a:lnTo>
                <a:lnTo>
                  <a:pt x="126" y="139"/>
                </a:lnTo>
                <a:lnTo>
                  <a:pt x="126" y="138"/>
                </a:lnTo>
                <a:lnTo>
                  <a:pt x="127" y="137"/>
                </a:lnTo>
                <a:lnTo>
                  <a:pt x="127" y="136"/>
                </a:lnTo>
                <a:lnTo>
                  <a:pt x="128" y="135"/>
                </a:lnTo>
                <a:lnTo>
                  <a:pt x="129" y="135"/>
                </a:lnTo>
                <a:lnTo>
                  <a:pt x="130" y="135"/>
                </a:lnTo>
                <a:lnTo>
                  <a:pt x="130" y="134"/>
                </a:lnTo>
                <a:lnTo>
                  <a:pt x="130" y="133"/>
                </a:lnTo>
                <a:lnTo>
                  <a:pt x="131" y="132"/>
                </a:lnTo>
                <a:lnTo>
                  <a:pt x="132" y="132"/>
                </a:lnTo>
                <a:lnTo>
                  <a:pt x="133" y="132"/>
                </a:lnTo>
                <a:lnTo>
                  <a:pt x="133" y="131"/>
                </a:lnTo>
                <a:lnTo>
                  <a:pt x="134" y="130"/>
                </a:lnTo>
                <a:lnTo>
                  <a:pt x="135" y="129"/>
                </a:lnTo>
                <a:lnTo>
                  <a:pt x="136" y="128"/>
                </a:lnTo>
                <a:lnTo>
                  <a:pt x="136" y="127"/>
                </a:lnTo>
                <a:lnTo>
                  <a:pt x="137" y="127"/>
                </a:lnTo>
                <a:lnTo>
                  <a:pt x="137" y="126"/>
                </a:lnTo>
                <a:lnTo>
                  <a:pt x="137" y="125"/>
                </a:lnTo>
                <a:lnTo>
                  <a:pt x="138" y="125"/>
                </a:lnTo>
                <a:lnTo>
                  <a:pt x="138" y="124"/>
                </a:lnTo>
                <a:lnTo>
                  <a:pt x="138" y="123"/>
                </a:lnTo>
                <a:lnTo>
                  <a:pt x="138" y="122"/>
                </a:lnTo>
                <a:lnTo>
                  <a:pt x="139" y="122"/>
                </a:lnTo>
                <a:lnTo>
                  <a:pt x="138" y="122"/>
                </a:lnTo>
                <a:lnTo>
                  <a:pt x="137" y="122"/>
                </a:lnTo>
                <a:lnTo>
                  <a:pt x="137" y="121"/>
                </a:lnTo>
                <a:lnTo>
                  <a:pt x="136" y="120"/>
                </a:lnTo>
                <a:lnTo>
                  <a:pt x="136" y="121"/>
                </a:lnTo>
                <a:lnTo>
                  <a:pt x="135" y="121"/>
                </a:lnTo>
                <a:lnTo>
                  <a:pt x="135" y="120"/>
                </a:lnTo>
                <a:lnTo>
                  <a:pt x="135" y="119"/>
                </a:lnTo>
                <a:lnTo>
                  <a:pt x="135" y="118"/>
                </a:lnTo>
                <a:lnTo>
                  <a:pt x="134" y="118"/>
                </a:lnTo>
                <a:lnTo>
                  <a:pt x="133" y="118"/>
                </a:lnTo>
                <a:lnTo>
                  <a:pt x="133" y="117"/>
                </a:lnTo>
                <a:lnTo>
                  <a:pt x="132" y="118"/>
                </a:lnTo>
                <a:lnTo>
                  <a:pt x="131" y="117"/>
                </a:lnTo>
                <a:lnTo>
                  <a:pt x="131" y="116"/>
                </a:lnTo>
                <a:lnTo>
                  <a:pt x="131" y="115"/>
                </a:lnTo>
                <a:lnTo>
                  <a:pt x="131" y="114"/>
                </a:lnTo>
                <a:lnTo>
                  <a:pt x="131" y="113"/>
                </a:lnTo>
                <a:lnTo>
                  <a:pt x="131" y="112"/>
                </a:lnTo>
                <a:lnTo>
                  <a:pt x="131" y="111"/>
                </a:lnTo>
                <a:lnTo>
                  <a:pt x="132" y="111"/>
                </a:lnTo>
                <a:lnTo>
                  <a:pt x="132" y="110"/>
                </a:lnTo>
                <a:lnTo>
                  <a:pt x="132" y="109"/>
                </a:lnTo>
                <a:lnTo>
                  <a:pt x="133" y="109"/>
                </a:lnTo>
                <a:lnTo>
                  <a:pt x="134" y="108"/>
                </a:lnTo>
                <a:lnTo>
                  <a:pt x="134" y="107"/>
                </a:lnTo>
                <a:lnTo>
                  <a:pt x="134" y="106"/>
                </a:lnTo>
                <a:lnTo>
                  <a:pt x="134" y="105"/>
                </a:lnTo>
                <a:lnTo>
                  <a:pt x="134" y="104"/>
                </a:lnTo>
                <a:lnTo>
                  <a:pt x="134" y="103"/>
                </a:lnTo>
                <a:lnTo>
                  <a:pt x="133" y="103"/>
                </a:lnTo>
                <a:lnTo>
                  <a:pt x="132" y="102"/>
                </a:lnTo>
                <a:lnTo>
                  <a:pt x="132" y="100"/>
                </a:lnTo>
                <a:lnTo>
                  <a:pt x="132" y="99"/>
                </a:lnTo>
                <a:lnTo>
                  <a:pt x="131" y="99"/>
                </a:lnTo>
                <a:lnTo>
                  <a:pt x="132" y="98"/>
                </a:lnTo>
                <a:lnTo>
                  <a:pt x="132" y="97"/>
                </a:lnTo>
                <a:lnTo>
                  <a:pt x="132" y="96"/>
                </a:lnTo>
                <a:lnTo>
                  <a:pt x="131" y="96"/>
                </a:lnTo>
                <a:lnTo>
                  <a:pt x="131" y="94"/>
                </a:lnTo>
                <a:lnTo>
                  <a:pt x="131" y="93"/>
                </a:lnTo>
                <a:lnTo>
                  <a:pt x="131" y="92"/>
                </a:lnTo>
                <a:lnTo>
                  <a:pt x="130" y="92"/>
                </a:lnTo>
                <a:lnTo>
                  <a:pt x="130" y="91"/>
                </a:lnTo>
                <a:lnTo>
                  <a:pt x="130" y="90"/>
                </a:lnTo>
                <a:lnTo>
                  <a:pt x="129" y="89"/>
                </a:lnTo>
                <a:lnTo>
                  <a:pt x="128" y="89"/>
                </a:lnTo>
                <a:lnTo>
                  <a:pt x="128" y="90"/>
                </a:lnTo>
                <a:lnTo>
                  <a:pt x="127" y="91"/>
                </a:lnTo>
                <a:lnTo>
                  <a:pt x="127" y="92"/>
                </a:lnTo>
                <a:lnTo>
                  <a:pt x="126" y="92"/>
                </a:lnTo>
                <a:lnTo>
                  <a:pt x="126" y="91"/>
                </a:lnTo>
                <a:lnTo>
                  <a:pt x="125" y="91"/>
                </a:lnTo>
                <a:lnTo>
                  <a:pt x="124" y="91"/>
                </a:lnTo>
                <a:lnTo>
                  <a:pt x="123" y="91"/>
                </a:lnTo>
                <a:lnTo>
                  <a:pt x="123" y="90"/>
                </a:lnTo>
                <a:lnTo>
                  <a:pt x="122" y="90"/>
                </a:lnTo>
                <a:lnTo>
                  <a:pt x="123" y="89"/>
                </a:lnTo>
                <a:lnTo>
                  <a:pt x="122" y="88"/>
                </a:lnTo>
                <a:lnTo>
                  <a:pt x="123" y="88"/>
                </a:lnTo>
                <a:lnTo>
                  <a:pt x="123" y="87"/>
                </a:lnTo>
                <a:lnTo>
                  <a:pt x="123" y="86"/>
                </a:lnTo>
                <a:lnTo>
                  <a:pt x="123" y="85"/>
                </a:lnTo>
                <a:lnTo>
                  <a:pt x="123" y="84"/>
                </a:lnTo>
                <a:lnTo>
                  <a:pt x="122" y="85"/>
                </a:lnTo>
                <a:lnTo>
                  <a:pt x="122" y="84"/>
                </a:lnTo>
                <a:lnTo>
                  <a:pt x="122" y="83"/>
                </a:lnTo>
                <a:lnTo>
                  <a:pt x="121" y="83"/>
                </a:lnTo>
                <a:lnTo>
                  <a:pt x="121" y="82"/>
                </a:lnTo>
                <a:lnTo>
                  <a:pt x="121" y="81"/>
                </a:lnTo>
                <a:lnTo>
                  <a:pt x="122" y="81"/>
                </a:lnTo>
                <a:lnTo>
                  <a:pt x="123" y="80"/>
                </a:lnTo>
                <a:lnTo>
                  <a:pt x="123" y="79"/>
                </a:lnTo>
                <a:lnTo>
                  <a:pt x="123" y="78"/>
                </a:lnTo>
                <a:lnTo>
                  <a:pt x="124" y="78"/>
                </a:lnTo>
                <a:lnTo>
                  <a:pt x="124" y="77"/>
                </a:lnTo>
                <a:lnTo>
                  <a:pt x="125" y="77"/>
                </a:lnTo>
                <a:lnTo>
                  <a:pt x="126" y="76"/>
                </a:lnTo>
                <a:lnTo>
                  <a:pt x="127" y="77"/>
                </a:lnTo>
                <a:lnTo>
                  <a:pt x="128" y="78"/>
                </a:lnTo>
                <a:lnTo>
                  <a:pt x="128" y="79"/>
                </a:lnTo>
                <a:lnTo>
                  <a:pt x="129" y="79"/>
                </a:lnTo>
                <a:lnTo>
                  <a:pt x="129" y="80"/>
                </a:lnTo>
                <a:lnTo>
                  <a:pt x="130" y="81"/>
                </a:lnTo>
                <a:lnTo>
                  <a:pt x="131" y="82"/>
                </a:lnTo>
                <a:lnTo>
                  <a:pt x="132" y="81"/>
                </a:lnTo>
                <a:lnTo>
                  <a:pt x="131" y="80"/>
                </a:lnTo>
                <a:lnTo>
                  <a:pt x="132" y="80"/>
                </a:lnTo>
                <a:lnTo>
                  <a:pt x="132" y="79"/>
                </a:lnTo>
                <a:lnTo>
                  <a:pt x="131" y="78"/>
                </a:lnTo>
                <a:lnTo>
                  <a:pt x="131" y="77"/>
                </a:lnTo>
                <a:lnTo>
                  <a:pt x="131" y="76"/>
                </a:lnTo>
                <a:lnTo>
                  <a:pt x="132" y="75"/>
                </a:lnTo>
                <a:lnTo>
                  <a:pt x="133" y="74"/>
                </a:lnTo>
                <a:lnTo>
                  <a:pt x="134" y="74"/>
                </a:lnTo>
                <a:lnTo>
                  <a:pt x="134" y="75"/>
                </a:lnTo>
                <a:lnTo>
                  <a:pt x="135" y="74"/>
                </a:lnTo>
                <a:lnTo>
                  <a:pt x="136" y="74"/>
                </a:lnTo>
                <a:lnTo>
                  <a:pt x="136" y="75"/>
                </a:lnTo>
                <a:lnTo>
                  <a:pt x="137" y="75"/>
                </a:lnTo>
                <a:lnTo>
                  <a:pt x="138" y="76"/>
                </a:lnTo>
                <a:lnTo>
                  <a:pt x="139" y="76"/>
                </a:lnTo>
                <a:lnTo>
                  <a:pt x="140" y="76"/>
                </a:lnTo>
                <a:lnTo>
                  <a:pt x="140" y="75"/>
                </a:lnTo>
                <a:lnTo>
                  <a:pt x="141" y="75"/>
                </a:lnTo>
                <a:lnTo>
                  <a:pt x="142" y="75"/>
                </a:lnTo>
                <a:lnTo>
                  <a:pt x="142" y="74"/>
                </a:lnTo>
                <a:lnTo>
                  <a:pt x="142" y="73"/>
                </a:lnTo>
                <a:lnTo>
                  <a:pt x="142" y="72"/>
                </a:lnTo>
                <a:lnTo>
                  <a:pt x="142" y="71"/>
                </a:lnTo>
                <a:lnTo>
                  <a:pt x="143" y="71"/>
                </a:lnTo>
                <a:lnTo>
                  <a:pt x="144" y="71"/>
                </a:lnTo>
                <a:lnTo>
                  <a:pt x="145" y="71"/>
                </a:lnTo>
                <a:lnTo>
                  <a:pt x="146" y="71"/>
                </a:lnTo>
                <a:lnTo>
                  <a:pt x="146" y="70"/>
                </a:lnTo>
                <a:lnTo>
                  <a:pt x="147" y="70"/>
                </a:lnTo>
                <a:lnTo>
                  <a:pt x="148" y="70"/>
                </a:lnTo>
                <a:lnTo>
                  <a:pt x="148" y="68"/>
                </a:lnTo>
                <a:lnTo>
                  <a:pt x="149" y="68"/>
                </a:lnTo>
                <a:lnTo>
                  <a:pt x="150" y="68"/>
                </a:lnTo>
                <a:lnTo>
                  <a:pt x="150" y="67"/>
                </a:lnTo>
                <a:lnTo>
                  <a:pt x="150" y="66"/>
                </a:lnTo>
                <a:lnTo>
                  <a:pt x="150" y="65"/>
                </a:lnTo>
                <a:lnTo>
                  <a:pt x="151" y="65"/>
                </a:lnTo>
                <a:lnTo>
                  <a:pt x="152" y="65"/>
                </a:lnTo>
                <a:lnTo>
                  <a:pt x="152" y="64"/>
                </a:lnTo>
                <a:lnTo>
                  <a:pt x="153" y="64"/>
                </a:lnTo>
                <a:lnTo>
                  <a:pt x="153" y="63"/>
                </a:lnTo>
                <a:lnTo>
                  <a:pt x="153" y="62"/>
                </a:lnTo>
                <a:lnTo>
                  <a:pt x="152" y="62"/>
                </a:lnTo>
                <a:lnTo>
                  <a:pt x="152" y="61"/>
                </a:lnTo>
                <a:lnTo>
                  <a:pt x="152" y="60"/>
                </a:lnTo>
                <a:lnTo>
                  <a:pt x="152" y="59"/>
                </a:lnTo>
                <a:lnTo>
                  <a:pt x="152" y="58"/>
                </a:lnTo>
                <a:lnTo>
                  <a:pt x="152" y="57"/>
                </a:lnTo>
                <a:lnTo>
                  <a:pt x="151" y="56"/>
                </a:lnTo>
                <a:lnTo>
                  <a:pt x="150" y="56"/>
                </a:lnTo>
                <a:lnTo>
                  <a:pt x="150" y="55"/>
                </a:lnTo>
                <a:lnTo>
                  <a:pt x="150" y="54"/>
                </a:lnTo>
                <a:lnTo>
                  <a:pt x="150" y="53"/>
                </a:lnTo>
                <a:lnTo>
                  <a:pt x="151" y="53"/>
                </a:lnTo>
                <a:lnTo>
                  <a:pt x="152" y="53"/>
                </a:lnTo>
                <a:lnTo>
                  <a:pt x="152" y="52"/>
                </a:lnTo>
                <a:lnTo>
                  <a:pt x="153" y="52"/>
                </a:lnTo>
                <a:lnTo>
                  <a:pt x="153" y="51"/>
                </a:lnTo>
                <a:lnTo>
                  <a:pt x="154" y="50"/>
                </a:lnTo>
                <a:lnTo>
                  <a:pt x="155" y="50"/>
                </a:lnTo>
                <a:lnTo>
                  <a:pt x="156" y="51"/>
                </a:lnTo>
                <a:lnTo>
                  <a:pt x="156" y="52"/>
                </a:lnTo>
                <a:lnTo>
                  <a:pt x="156" y="53"/>
                </a:lnTo>
                <a:lnTo>
                  <a:pt x="156" y="54"/>
                </a:lnTo>
                <a:lnTo>
                  <a:pt x="157" y="54"/>
                </a:lnTo>
                <a:lnTo>
                  <a:pt x="158" y="54"/>
                </a:lnTo>
                <a:lnTo>
                  <a:pt x="158" y="53"/>
                </a:lnTo>
                <a:lnTo>
                  <a:pt x="159" y="52"/>
                </a:lnTo>
                <a:lnTo>
                  <a:pt x="159" y="51"/>
                </a:lnTo>
                <a:lnTo>
                  <a:pt x="160" y="51"/>
                </a:lnTo>
                <a:lnTo>
                  <a:pt x="161" y="51"/>
                </a:lnTo>
                <a:lnTo>
                  <a:pt x="162" y="50"/>
                </a:lnTo>
                <a:lnTo>
                  <a:pt x="163" y="50"/>
                </a:lnTo>
                <a:lnTo>
                  <a:pt x="164" y="50"/>
                </a:lnTo>
                <a:lnTo>
                  <a:pt x="164" y="49"/>
                </a:lnTo>
                <a:lnTo>
                  <a:pt x="165" y="49"/>
                </a:lnTo>
                <a:lnTo>
                  <a:pt x="166" y="48"/>
                </a:lnTo>
                <a:lnTo>
                  <a:pt x="166" y="47"/>
                </a:lnTo>
                <a:lnTo>
                  <a:pt x="167" y="46"/>
                </a:lnTo>
                <a:lnTo>
                  <a:pt x="168" y="45"/>
                </a:lnTo>
                <a:lnTo>
                  <a:pt x="168" y="44"/>
                </a:lnTo>
                <a:lnTo>
                  <a:pt x="169" y="44"/>
                </a:lnTo>
                <a:lnTo>
                  <a:pt x="169" y="45"/>
                </a:lnTo>
                <a:lnTo>
                  <a:pt x="170" y="45"/>
                </a:lnTo>
                <a:lnTo>
                  <a:pt x="171" y="46"/>
                </a:lnTo>
                <a:lnTo>
                  <a:pt x="171" y="45"/>
                </a:lnTo>
                <a:lnTo>
                  <a:pt x="171" y="44"/>
                </a:lnTo>
                <a:lnTo>
                  <a:pt x="173" y="43"/>
                </a:lnTo>
                <a:lnTo>
                  <a:pt x="174" y="42"/>
                </a:lnTo>
                <a:lnTo>
                  <a:pt x="174" y="41"/>
                </a:lnTo>
                <a:lnTo>
                  <a:pt x="174" y="40"/>
                </a:lnTo>
                <a:lnTo>
                  <a:pt x="175" y="40"/>
                </a:lnTo>
                <a:lnTo>
                  <a:pt x="175" y="39"/>
                </a:lnTo>
                <a:lnTo>
                  <a:pt x="176" y="39"/>
                </a:lnTo>
                <a:lnTo>
                  <a:pt x="176" y="40"/>
                </a:lnTo>
                <a:lnTo>
                  <a:pt x="177" y="41"/>
                </a:lnTo>
                <a:lnTo>
                  <a:pt x="178" y="41"/>
                </a:lnTo>
                <a:lnTo>
                  <a:pt x="179" y="41"/>
                </a:lnTo>
                <a:lnTo>
                  <a:pt x="179" y="42"/>
                </a:lnTo>
                <a:lnTo>
                  <a:pt x="180" y="42"/>
                </a:lnTo>
                <a:lnTo>
                  <a:pt x="180" y="43"/>
                </a:lnTo>
                <a:lnTo>
                  <a:pt x="179" y="43"/>
                </a:lnTo>
                <a:lnTo>
                  <a:pt x="179" y="44"/>
                </a:lnTo>
                <a:lnTo>
                  <a:pt x="180" y="45"/>
                </a:lnTo>
                <a:lnTo>
                  <a:pt x="181" y="45"/>
                </a:lnTo>
                <a:lnTo>
                  <a:pt x="181" y="44"/>
                </a:lnTo>
                <a:lnTo>
                  <a:pt x="182" y="44"/>
                </a:lnTo>
                <a:lnTo>
                  <a:pt x="182" y="45"/>
                </a:lnTo>
                <a:lnTo>
                  <a:pt x="182" y="46"/>
                </a:lnTo>
                <a:lnTo>
                  <a:pt x="182" y="47"/>
                </a:lnTo>
                <a:lnTo>
                  <a:pt x="183" y="47"/>
                </a:lnTo>
                <a:lnTo>
                  <a:pt x="182" y="47"/>
                </a:lnTo>
                <a:lnTo>
                  <a:pt x="182" y="48"/>
                </a:lnTo>
                <a:lnTo>
                  <a:pt x="182" y="49"/>
                </a:lnTo>
                <a:lnTo>
                  <a:pt x="183" y="49"/>
                </a:lnTo>
                <a:lnTo>
                  <a:pt x="183" y="50"/>
                </a:lnTo>
                <a:lnTo>
                  <a:pt x="184" y="50"/>
                </a:lnTo>
                <a:lnTo>
                  <a:pt x="184" y="51"/>
                </a:lnTo>
                <a:lnTo>
                  <a:pt x="184" y="52"/>
                </a:lnTo>
                <a:lnTo>
                  <a:pt x="184" y="53"/>
                </a:lnTo>
                <a:lnTo>
                  <a:pt x="185" y="53"/>
                </a:lnTo>
                <a:lnTo>
                  <a:pt x="185" y="54"/>
                </a:lnTo>
                <a:lnTo>
                  <a:pt x="186" y="54"/>
                </a:lnTo>
                <a:lnTo>
                  <a:pt x="186" y="53"/>
                </a:lnTo>
                <a:lnTo>
                  <a:pt x="186" y="54"/>
                </a:lnTo>
                <a:lnTo>
                  <a:pt x="187" y="54"/>
                </a:lnTo>
                <a:lnTo>
                  <a:pt x="188" y="54"/>
                </a:lnTo>
                <a:lnTo>
                  <a:pt x="188" y="55"/>
                </a:lnTo>
                <a:lnTo>
                  <a:pt x="189" y="55"/>
                </a:lnTo>
                <a:lnTo>
                  <a:pt x="190" y="56"/>
                </a:lnTo>
                <a:lnTo>
                  <a:pt x="191" y="56"/>
                </a:lnTo>
                <a:lnTo>
                  <a:pt x="191" y="57"/>
                </a:lnTo>
                <a:lnTo>
                  <a:pt x="191" y="58"/>
                </a:lnTo>
                <a:lnTo>
                  <a:pt x="192" y="58"/>
                </a:lnTo>
                <a:lnTo>
                  <a:pt x="193" y="58"/>
                </a:lnTo>
                <a:lnTo>
                  <a:pt x="194" y="58"/>
                </a:lnTo>
                <a:lnTo>
                  <a:pt x="194" y="57"/>
                </a:lnTo>
                <a:lnTo>
                  <a:pt x="195" y="57"/>
                </a:lnTo>
                <a:lnTo>
                  <a:pt x="195" y="58"/>
                </a:lnTo>
                <a:lnTo>
                  <a:pt x="196" y="59"/>
                </a:lnTo>
                <a:lnTo>
                  <a:pt x="196" y="60"/>
                </a:lnTo>
                <a:lnTo>
                  <a:pt x="197" y="60"/>
                </a:lnTo>
                <a:lnTo>
                  <a:pt x="198" y="61"/>
                </a:lnTo>
                <a:lnTo>
                  <a:pt x="199" y="61"/>
                </a:lnTo>
                <a:lnTo>
                  <a:pt x="199" y="60"/>
                </a:lnTo>
                <a:lnTo>
                  <a:pt x="200" y="60"/>
                </a:lnTo>
                <a:lnTo>
                  <a:pt x="200" y="59"/>
                </a:lnTo>
                <a:lnTo>
                  <a:pt x="201" y="57"/>
                </a:lnTo>
                <a:lnTo>
                  <a:pt x="202" y="57"/>
                </a:lnTo>
                <a:lnTo>
                  <a:pt x="203" y="56"/>
                </a:lnTo>
                <a:lnTo>
                  <a:pt x="202" y="56"/>
                </a:lnTo>
                <a:lnTo>
                  <a:pt x="203" y="56"/>
                </a:lnTo>
                <a:lnTo>
                  <a:pt x="203" y="55"/>
                </a:lnTo>
                <a:lnTo>
                  <a:pt x="203" y="54"/>
                </a:lnTo>
                <a:lnTo>
                  <a:pt x="203" y="53"/>
                </a:lnTo>
                <a:lnTo>
                  <a:pt x="203" y="52"/>
                </a:lnTo>
                <a:lnTo>
                  <a:pt x="204" y="52"/>
                </a:lnTo>
                <a:lnTo>
                  <a:pt x="204" y="51"/>
                </a:lnTo>
                <a:lnTo>
                  <a:pt x="203" y="51"/>
                </a:lnTo>
                <a:lnTo>
                  <a:pt x="203" y="49"/>
                </a:lnTo>
                <a:lnTo>
                  <a:pt x="204" y="49"/>
                </a:lnTo>
                <a:lnTo>
                  <a:pt x="205" y="49"/>
                </a:lnTo>
                <a:lnTo>
                  <a:pt x="205" y="48"/>
                </a:lnTo>
                <a:lnTo>
                  <a:pt x="206" y="48"/>
                </a:lnTo>
                <a:lnTo>
                  <a:pt x="206" y="47"/>
                </a:lnTo>
                <a:lnTo>
                  <a:pt x="207" y="46"/>
                </a:lnTo>
                <a:lnTo>
                  <a:pt x="208" y="46"/>
                </a:lnTo>
                <a:lnTo>
                  <a:pt x="209" y="46"/>
                </a:lnTo>
                <a:lnTo>
                  <a:pt x="209" y="45"/>
                </a:lnTo>
                <a:lnTo>
                  <a:pt x="210" y="45"/>
                </a:lnTo>
                <a:lnTo>
                  <a:pt x="210" y="44"/>
                </a:lnTo>
                <a:lnTo>
                  <a:pt x="211" y="44"/>
                </a:lnTo>
                <a:lnTo>
                  <a:pt x="212" y="45"/>
                </a:lnTo>
                <a:lnTo>
                  <a:pt x="213" y="44"/>
                </a:lnTo>
                <a:lnTo>
                  <a:pt x="214" y="44"/>
                </a:lnTo>
                <a:lnTo>
                  <a:pt x="214" y="43"/>
                </a:lnTo>
                <a:lnTo>
                  <a:pt x="215" y="43"/>
                </a:lnTo>
                <a:lnTo>
                  <a:pt x="215" y="44"/>
                </a:lnTo>
                <a:lnTo>
                  <a:pt x="216" y="43"/>
                </a:lnTo>
                <a:lnTo>
                  <a:pt x="217" y="42"/>
                </a:lnTo>
                <a:lnTo>
                  <a:pt x="218" y="41"/>
                </a:lnTo>
                <a:lnTo>
                  <a:pt x="219" y="41"/>
                </a:lnTo>
                <a:lnTo>
                  <a:pt x="219" y="40"/>
                </a:lnTo>
                <a:lnTo>
                  <a:pt x="220" y="40"/>
                </a:lnTo>
                <a:lnTo>
                  <a:pt x="221" y="41"/>
                </a:lnTo>
                <a:lnTo>
                  <a:pt x="222" y="42"/>
                </a:lnTo>
                <a:lnTo>
                  <a:pt x="223" y="41"/>
                </a:lnTo>
                <a:lnTo>
                  <a:pt x="224" y="41"/>
                </a:lnTo>
                <a:lnTo>
                  <a:pt x="224" y="40"/>
                </a:lnTo>
                <a:lnTo>
                  <a:pt x="225" y="39"/>
                </a:lnTo>
                <a:lnTo>
                  <a:pt x="225" y="38"/>
                </a:lnTo>
                <a:lnTo>
                  <a:pt x="226" y="39"/>
                </a:lnTo>
                <a:lnTo>
                  <a:pt x="226" y="40"/>
                </a:lnTo>
                <a:lnTo>
                  <a:pt x="227" y="39"/>
                </a:lnTo>
                <a:lnTo>
                  <a:pt x="228" y="40"/>
                </a:lnTo>
                <a:lnTo>
                  <a:pt x="228" y="39"/>
                </a:lnTo>
                <a:lnTo>
                  <a:pt x="229" y="39"/>
                </a:lnTo>
                <a:lnTo>
                  <a:pt x="230" y="39"/>
                </a:lnTo>
                <a:lnTo>
                  <a:pt x="230" y="40"/>
                </a:lnTo>
                <a:lnTo>
                  <a:pt x="231" y="40"/>
                </a:lnTo>
                <a:lnTo>
                  <a:pt x="231" y="39"/>
                </a:lnTo>
                <a:lnTo>
                  <a:pt x="232" y="40"/>
                </a:lnTo>
                <a:lnTo>
                  <a:pt x="232" y="39"/>
                </a:lnTo>
                <a:lnTo>
                  <a:pt x="233" y="40"/>
                </a:lnTo>
                <a:lnTo>
                  <a:pt x="233" y="41"/>
                </a:lnTo>
                <a:lnTo>
                  <a:pt x="234" y="41"/>
                </a:lnTo>
                <a:lnTo>
                  <a:pt x="235" y="41"/>
                </a:lnTo>
                <a:lnTo>
                  <a:pt x="236" y="41"/>
                </a:lnTo>
                <a:lnTo>
                  <a:pt x="236" y="40"/>
                </a:lnTo>
                <a:lnTo>
                  <a:pt x="235" y="40"/>
                </a:lnTo>
                <a:lnTo>
                  <a:pt x="235" y="39"/>
                </a:lnTo>
                <a:lnTo>
                  <a:pt x="236" y="39"/>
                </a:lnTo>
                <a:lnTo>
                  <a:pt x="236" y="38"/>
                </a:lnTo>
                <a:lnTo>
                  <a:pt x="235" y="38"/>
                </a:lnTo>
                <a:lnTo>
                  <a:pt x="236" y="37"/>
                </a:lnTo>
                <a:lnTo>
                  <a:pt x="236" y="36"/>
                </a:lnTo>
                <a:lnTo>
                  <a:pt x="237" y="36"/>
                </a:lnTo>
                <a:lnTo>
                  <a:pt x="237" y="35"/>
                </a:lnTo>
                <a:lnTo>
                  <a:pt x="237" y="36"/>
                </a:lnTo>
                <a:lnTo>
                  <a:pt x="239" y="36"/>
                </a:lnTo>
                <a:lnTo>
                  <a:pt x="239" y="35"/>
                </a:lnTo>
                <a:lnTo>
                  <a:pt x="239" y="34"/>
                </a:lnTo>
                <a:lnTo>
                  <a:pt x="239" y="33"/>
                </a:lnTo>
                <a:lnTo>
                  <a:pt x="238" y="33"/>
                </a:lnTo>
                <a:lnTo>
                  <a:pt x="238" y="32"/>
                </a:lnTo>
                <a:lnTo>
                  <a:pt x="239" y="32"/>
                </a:lnTo>
                <a:lnTo>
                  <a:pt x="239" y="31"/>
                </a:lnTo>
                <a:lnTo>
                  <a:pt x="240" y="31"/>
                </a:lnTo>
                <a:lnTo>
                  <a:pt x="240" y="30"/>
                </a:lnTo>
                <a:lnTo>
                  <a:pt x="241" y="30"/>
                </a:lnTo>
                <a:lnTo>
                  <a:pt x="242" y="30"/>
                </a:lnTo>
                <a:lnTo>
                  <a:pt x="243" y="30"/>
                </a:lnTo>
                <a:lnTo>
                  <a:pt x="244" y="30"/>
                </a:lnTo>
                <a:lnTo>
                  <a:pt x="244" y="31"/>
                </a:lnTo>
                <a:lnTo>
                  <a:pt x="245" y="31"/>
                </a:lnTo>
                <a:lnTo>
                  <a:pt x="246" y="31"/>
                </a:lnTo>
                <a:lnTo>
                  <a:pt x="247" y="31"/>
                </a:lnTo>
                <a:lnTo>
                  <a:pt x="248" y="31"/>
                </a:lnTo>
                <a:lnTo>
                  <a:pt x="248" y="30"/>
                </a:lnTo>
                <a:lnTo>
                  <a:pt x="249" y="30"/>
                </a:lnTo>
                <a:lnTo>
                  <a:pt x="250" y="30"/>
                </a:lnTo>
                <a:lnTo>
                  <a:pt x="250" y="29"/>
                </a:lnTo>
                <a:lnTo>
                  <a:pt x="251" y="29"/>
                </a:lnTo>
                <a:lnTo>
                  <a:pt x="251" y="28"/>
                </a:lnTo>
                <a:lnTo>
                  <a:pt x="252" y="28"/>
                </a:lnTo>
                <a:lnTo>
                  <a:pt x="252" y="29"/>
                </a:lnTo>
                <a:lnTo>
                  <a:pt x="253" y="29"/>
                </a:lnTo>
                <a:lnTo>
                  <a:pt x="253" y="28"/>
                </a:lnTo>
                <a:lnTo>
                  <a:pt x="254" y="28"/>
                </a:lnTo>
                <a:lnTo>
                  <a:pt x="255" y="27"/>
                </a:lnTo>
                <a:lnTo>
                  <a:pt x="255" y="28"/>
                </a:lnTo>
                <a:lnTo>
                  <a:pt x="255" y="27"/>
                </a:lnTo>
                <a:lnTo>
                  <a:pt x="256" y="27"/>
                </a:lnTo>
                <a:lnTo>
                  <a:pt x="257" y="27"/>
                </a:lnTo>
                <a:lnTo>
                  <a:pt x="258" y="26"/>
                </a:lnTo>
                <a:lnTo>
                  <a:pt x="259" y="26"/>
                </a:lnTo>
                <a:lnTo>
                  <a:pt x="259" y="27"/>
                </a:lnTo>
                <a:lnTo>
                  <a:pt x="260" y="27"/>
                </a:lnTo>
                <a:lnTo>
                  <a:pt x="260" y="26"/>
                </a:lnTo>
                <a:lnTo>
                  <a:pt x="261" y="27"/>
                </a:lnTo>
                <a:lnTo>
                  <a:pt x="262" y="27"/>
                </a:lnTo>
                <a:lnTo>
                  <a:pt x="263" y="27"/>
                </a:lnTo>
                <a:lnTo>
                  <a:pt x="263" y="26"/>
                </a:lnTo>
                <a:lnTo>
                  <a:pt x="263" y="25"/>
                </a:lnTo>
                <a:lnTo>
                  <a:pt x="264" y="24"/>
                </a:lnTo>
                <a:lnTo>
                  <a:pt x="263" y="23"/>
                </a:lnTo>
                <a:lnTo>
                  <a:pt x="263" y="22"/>
                </a:lnTo>
                <a:lnTo>
                  <a:pt x="264" y="22"/>
                </a:lnTo>
                <a:lnTo>
                  <a:pt x="265" y="22"/>
                </a:lnTo>
                <a:lnTo>
                  <a:pt x="264" y="21"/>
                </a:lnTo>
                <a:lnTo>
                  <a:pt x="264" y="20"/>
                </a:lnTo>
                <a:lnTo>
                  <a:pt x="264" y="19"/>
                </a:lnTo>
                <a:lnTo>
                  <a:pt x="264" y="18"/>
                </a:lnTo>
                <a:lnTo>
                  <a:pt x="265" y="18"/>
                </a:lnTo>
                <a:lnTo>
                  <a:pt x="266" y="17"/>
                </a:lnTo>
                <a:lnTo>
                  <a:pt x="265" y="17"/>
                </a:lnTo>
                <a:lnTo>
                  <a:pt x="265" y="16"/>
                </a:lnTo>
                <a:lnTo>
                  <a:pt x="265" y="15"/>
                </a:lnTo>
                <a:lnTo>
                  <a:pt x="264" y="14"/>
                </a:lnTo>
                <a:lnTo>
                  <a:pt x="263" y="14"/>
                </a:lnTo>
                <a:lnTo>
                  <a:pt x="262" y="14"/>
                </a:lnTo>
                <a:lnTo>
                  <a:pt x="261" y="14"/>
                </a:lnTo>
                <a:lnTo>
                  <a:pt x="261" y="13"/>
                </a:lnTo>
                <a:lnTo>
                  <a:pt x="260" y="12"/>
                </a:lnTo>
                <a:lnTo>
                  <a:pt x="259" y="12"/>
                </a:lnTo>
                <a:lnTo>
                  <a:pt x="259" y="11"/>
                </a:lnTo>
                <a:lnTo>
                  <a:pt x="259" y="10"/>
                </a:lnTo>
                <a:lnTo>
                  <a:pt x="260" y="10"/>
                </a:lnTo>
                <a:lnTo>
                  <a:pt x="261" y="9"/>
                </a:lnTo>
                <a:lnTo>
                  <a:pt x="262" y="9"/>
                </a:lnTo>
                <a:lnTo>
                  <a:pt x="262" y="8"/>
                </a:lnTo>
                <a:lnTo>
                  <a:pt x="263" y="8"/>
                </a:lnTo>
                <a:lnTo>
                  <a:pt x="263" y="7"/>
                </a:lnTo>
                <a:lnTo>
                  <a:pt x="264" y="7"/>
                </a:lnTo>
                <a:lnTo>
                  <a:pt x="264" y="6"/>
                </a:lnTo>
                <a:lnTo>
                  <a:pt x="265" y="6"/>
                </a:lnTo>
                <a:lnTo>
                  <a:pt x="265" y="5"/>
                </a:lnTo>
                <a:lnTo>
                  <a:pt x="266" y="5"/>
                </a:lnTo>
                <a:lnTo>
                  <a:pt x="266" y="6"/>
                </a:lnTo>
                <a:lnTo>
                  <a:pt x="267" y="5"/>
                </a:lnTo>
                <a:lnTo>
                  <a:pt x="267" y="4"/>
                </a:lnTo>
                <a:lnTo>
                  <a:pt x="268" y="4"/>
                </a:lnTo>
                <a:lnTo>
                  <a:pt x="269" y="3"/>
                </a:lnTo>
                <a:lnTo>
                  <a:pt x="270" y="3"/>
                </a:lnTo>
                <a:lnTo>
                  <a:pt x="270" y="2"/>
                </a:lnTo>
                <a:lnTo>
                  <a:pt x="271" y="2"/>
                </a:lnTo>
                <a:lnTo>
                  <a:pt x="271" y="3"/>
                </a:lnTo>
                <a:lnTo>
                  <a:pt x="271" y="4"/>
                </a:lnTo>
                <a:lnTo>
                  <a:pt x="271" y="5"/>
                </a:lnTo>
                <a:lnTo>
                  <a:pt x="272" y="5"/>
                </a:lnTo>
                <a:lnTo>
                  <a:pt x="272" y="6"/>
                </a:lnTo>
                <a:lnTo>
                  <a:pt x="273" y="6"/>
                </a:lnTo>
                <a:lnTo>
                  <a:pt x="273" y="7"/>
                </a:lnTo>
                <a:lnTo>
                  <a:pt x="272" y="7"/>
                </a:lnTo>
                <a:lnTo>
                  <a:pt x="273" y="7"/>
                </a:lnTo>
                <a:lnTo>
                  <a:pt x="273" y="8"/>
                </a:lnTo>
                <a:lnTo>
                  <a:pt x="274" y="8"/>
                </a:lnTo>
                <a:lnTo>
                  <a:pt x="275" y="8"/>
                </a:lnTo>
                <a:lnTo>
                  <a:pt x="276" y="8"/>
                </a:lnTo>
                <a:lnTo>
                  <a:pt x="277" y="8"/>
                </a:lnTo>
                <a:lnTo>
                  <a:pt x="277" y="9"/>
                </a:lnTo>
                <a:lnTo>
                  <a:pt x="278" y="9"/>
                </a:lnTo>
                <a:lnTo>
                  <a:pt x="278" y="8"/>
                </a:lnTo>
                <a:lnTo>
                  <a:pt x="279" y="8"/>
                </a:lnTo>
                <a:lnTo>
                  <a:pt x="279" y="7"/>
                </a:lnTo>
                <a:lnTo>
                  <a:pt x="278" y="7"/>
                </a:lnTo>
                <a:lnTo>
                  <a:pt x="278" y="6"/>
                </a:lnTo>
                <a:lnTo>
                  <a:pt x="278" y="5"/>
                </a:lnTo>
                <a:lnTo>
                  <a:pt x="278" y="4"/>
                </a:lnTo>
                <a:lnTo>
                  <a:pt x="279" y="4"/>
                </a:lnTo>
                <a:lnTo>
                  <a:pt x="280" y="4"/>
                </a:lnTo>
                <a:lnTo>
                  <a:pt x="280" y="5"/>
                </a:lnTo>
                <a:lnTo>
                  <a:pt x="281" y="5"/>
                </a:lnTo>
                <a:lnTo>
                  <a:pt x="280" y="4"/>
                </a:lnTo>
                <a:lnTo>
                  <a:pt x="281" y="4"/>
                </a:lnTo>
                <a:lnTo>
                  <a:pt x="282" y="5"/>
                </a:lnTo>
                <a:lnTo>
                  <a:pt x="283" y="5"/>
                </a:lnTo>
                <a:lnTo>
                  <a:pt x="283" y="4"/>
                </a:lnTo>
                <a:lnTo>
                  <a:pt x="284" y="4"/>
                </a:lnTo>
                <a:lnTo>
                  <a:pt x="285" y="4"/>
                </a:lnTo>
                <a:lnTo>
                  <a:pt x="285" y="3"/>
                </a:lnTo>
                <a:lnTo>
                  <a:pt x="286" y="3"/>
                </a:lnTo>
                <a:lnTo>
                  <a:pt x="287" y="3"/>
                </a:lnTo>
                <a:lnTo>
                  <a:pt x="288" y="4"/>
                </a:lnTo>
                <a:lnTo>
                  <a:pt x="289" y="5"/>
                </a:lnTo>
                <a:lnTo>
                  <a:pt x="288" y="6"/>
                </a:lnTo>
                <a:lnTo>
                  <a:pt x="289" y="7"/>
                </a:lnTo>
                <a:lnTo>
                  <a:pt x="290" y="6"/>
                </a:lnTo>
                <a:lnTo>
                  <a:pt x="290" y="5"/>
                </a:lnTo>
                <a:lnTo>
                  <a:pt x="290" y="6"/>
                </a:lnTo>
                <a:lnTo>
                  <a:pt x="291" y="7"/>
                </a:lnTo>
                <a:lnTo>
                  <a:pt x="291" y="6"/>
                </a:lnTo>
                <a:lnTo>
                  <a:pt x="292" y="6"/>
                </a:lnTo>
                <a:lnTo>
                  <a:pt x="293" y="6"/>
                </a:lnTo>
                <a:lnTo>
                  <a:pt x="293" y="5"/>
                </a:lnTo>
                <a:lnTo>
                  <a:pt x="294" y="4"/>
                </a:lnTo>
                <a:lnTo>
                  <a:pt x="294" y="5"/>
                </a:lnTo>
                <a:lnTo>
                  <a:pt x="294" y="4"/>
                </a:lnTo>
                <a:lnTo>
                  <a:pt x="295" y="4"/>
                </a:lnTo>
                <a:lnTo>
                  <a:pt x="295" y="5"/>
                </a:lnTo>
                <a:lnTo>
                  <a:pt x="296" y="5"/>
                </a:lnTo>
                <a:lnTo>
                  <a:pt x="297" y="5"/>
                </a:lnTo>
                <a:lnTo>
                  <a:pt x="298" y="4"/>
                </a:lnTo>
                <a:lnTo>
                  <a:pt x="298" y="3"/>
                </a:lnTo>
                <a:lnTo>
                  <a:pt x="299" y="3"/>
                </a:lnTo>
                <a:lnTo>
                  <a:pt x="299" y="2"/>
                </a:lnTo>
                <a:lnTo>
                  <a:pt x="299" y="1"/>
                </a:lnTo>
                <a:lnTo>
                  <a:pt x="300" y="0"/>
                </a:lnTo>
                <a:lnTo>
                  <a:pt x="301" y="0"/>
                </a:lnTo>
                <a:lnTo>
                  <a:pt x="302" y="0"/>
                </a:lnTo>
                <a:lnTo>
                  <a:pt x="302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8" name=""/>
          <p:cNvSpPr/>
          <p:nvPr/>
        </p:nvSpPr>
        <p:spPr>
          <a:xfrm>
            <a:off x="7022520" y="18961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59" name=""/>
          <p:cNvSpPr/>
          <p:nvPr/>
        </p:nvSpPr>
        <p:spPr>
          <a:xfrm>
            <a:off x="7009200" y="1891440"/>
            <a:ext cx="2880" cy="3960"/>
          </a:xfrm>
          <a:custGeom>
            <a:avLst/>
            <a:gdLst/>
            <a:ahLst/>
            <a:rect l="0" t="0" r="r" b="b"/>
            <a:pathLst>
              <a:path w="8" h="11">
                <a:moveTo>
                  <a:pt x="7" y="1"/>
                </a:move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6" y="2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5" y="6"/>
                </a:lnTo>
                <a:lnTo>
                  <a:pt x="6" y="6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4" y="10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0" y="6"/>
                </a:lnTo>
                <a:lnTo>
                  <a:pt x="1" y="8"/>
                </a:lnTo>
                <a:lnTo>
                  <a:pt x="2" y="8"/>
                </a:lnTo>
                <a:lnTo>
                  <a:pt x="4" y="8"/>
                </a:lnTo>
                <a:lnTo>
                  <a:pt x="4" y="6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  <a:lnTo>
                  <a:pt x="6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lnTo>
                  <a:pt x="8" y="1"/>
                </a:lnTo>
                <a:lnTo>
                  <a:pt x="7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0" name=""/>
          <p:cNvSpPr/>
          <p:nvPr/>
        </p:nvSpPr>
        <p:spPr>
          <a:xfrm>
            <a:off x="7019640" y="18903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1" name=""/>
          <p:cNvSpPr/>
          <p:nvPr/>
        </p:nvSpPr>
        <p:spPr>
          <a:xfrm>
            <a:off x="7027920" y="1887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2" name=""/>
          <p:cNvSpPr/>
          <p:nvPr/>
        </p:nvSpPr>
        <p:spPr>
          <a:xfrm>
            <a:off x="7022160" y="1884960"/>
            <a:ext cx="5760" cy="4320"/>
          </a:xfrm>
          <a:custGeom>
            <a:avLst/>
            <a:gdLst/>
            <a:ahLst/>
            <a:rect l="0" t="0" r="r" b="b"/>
            <a:pathLst>
              <a:path w="16" h="12">
                <a:moveTo>
                  <a:pt x="7" y="2"/>
                </a:moveTo>
                <a:lnTo>
                  <a:pt x="6" y="2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10" y="7"/>
                </a:lnTo>
                <a:lnTo>
                  <a:pt x="11" y="8"/>
                </a:lnTo>
                <a:lnTo>
                  <a:pt x="12" y="8"/>
                </a:lnTo>
                <a:lnTo>
                  <a:pt x="12" y="7"/>
                </a:lnTo>
                <a:lnTo>
                  <a:pt x="13" y="7"/>
                </a:lnTo>
                <a:lnTo>
                  <a:pt x="13" y="8"/>
                </a:lnTo>
                <a:lnTo>
                  <a:pt x="14" y="8"/>
                </a:lnTo>
                <a:lnTo>
                  <a:pt x="14" y="7"/>
                </a:lnTo>
                <a:lnTo>
                  <a:pt x="15" y="7"/>
                </a:lnTo>
                <a:lnTo>
                  <a:pt x="16" y="7"/>
                </a:lnTo>
                <a:lnTo>
                  <a:pt x="15" y="7"/>
                </a:lnTo>
                <a:lnTo>
                  <a:pt x="15" y="8"/>
                </a:lnTo>
                <a:lnTo>
                  <a:pt x="16" y="8"/>
                </a:lnTo>
                <a:lnTo>
                  <a:pt x="15" y="8"/>
                </a:lnTo>
                <a:lnTo>
                  <a:pt x="14" y="8"/>
                </a:lnTo>
                <a:lnTo>
                  <a:pt x="13" y="8"/>
                </a:lnTo>
                <a:lnTo>
                  <a:pt x="12" y="10"/>
                </a:lnTo>
                <a:lnTo>
                  <a:pt x="13" y="11"/>
                </a:lnTo>
                <a:lnTo>
                  <a:pt x="13" y="12"/>
                </a:lnTo>
                <a:lnTo>
                  <a:pt x="12" y="12"/>
                </a:lnTo>
                <a:lnTo>
                  <a:pt x="10" y="12"/>
                </a:lnTo>
                <a:lnTo>
                  <a:pt x="9" y="11"/>
                </a:lnTo>
                <a:lnTo>
                  <a:pt x="9" y="10"/>
                </a:lnTo>
                <a:lnTo>
                  <a:pt x="6" y="9"/>
                </a:lnTo>
                <a:lnTo>
                  <a:pt x="5" y="8"/>
                </a:lnTo>
                <a:lnTo>
                  <a:pt x="4" y="8"/>
                </a:lnTo>
                <a:lnTo>
                  <a:pt x="4" y="7"/>
                </a:lnTo>
                <a:lnTo>
                  <a:pt x="2" y="7"/>
                </a:lnTo>
                <a:lnTo>
                  <a:pt x="2" y="8"/>
                </a:lnTo>
                <a:lnTo>
                  <a:pt x="1" y="7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3"/>
                </a:lnTo>
                <a:lnTo>
                  <a:pt x="2" y="3"/>
                </a:lnTo>
                <a:lnTo>
                  <a:pt x="4" y="2"/>
                </a:lnTo>
                <a:lnTo>
                  <a:pt x="4" y="1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3" name=""/>
          <p:cNvSpPr/>
          <p:nvPr/>
        </p:nvSpPr>
        <p:spPr>
          <a:xfrm>
            <a:off x="7029720" y="18860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4" name=""/>
          <p:cNvSpPr/>
          <p:nvPr/>
        </p:nvSpPr>
        <p:spPr>
          <a:xfrm>
            <a:off x="7027920" y="18856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5" name=""/>
          <p:cNvSpPr/>
          <p:nvPr/>
        </p:nvSpPr>
        <p:spPr>
          <a:xfrm>
            <a:off x="7027560" y="18849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1" y="1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6" name=""/>
          <p:cNvSpPr/>
          <p:nvPr/>
        </p:nvSpPr>
        <p:spPr>
          <a:xfrm>
            <a:off x="7029360" y="18849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7" name=""/>
          <p:cNvSpPr/>
          <p:nvPr/>
        </p:nvSpPr>
        <p:spPr>
          <a:xfrm>
            <a:off x="7027200" y="18846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8" name=""/>
          <p:cNvSpPr/>
          <p:nvPr/>
        </p:nvSpPr>
        <p:spPr>
          <a:xfrm>
            <a:off x="7025040" y="18838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9" name=""/>
          <p:cNvSpPr/>
          <p:nvPr/>
        </p:nvSpPr>
        <p:spPr>
          <a:xfrm>
            <a:off x="7019280" y="18817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0" name=""/>
          <p:cNvSpPr/>
          <p:nvPr/>
        </p:nvSpPr>
        <p:spPr>
          <a:xfrm>
            <a:off x="7023240" y="18810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1" name=""/>
          <p:cNvSpPr/>
          <p:nvPr/>
        </p:nvSpPr>
        <p:spPr>
          <a:xfrm>
            <a:off x="7015320" y="18806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2" name=""/>
          <p:cNvSpPr/>
          <p:nvPr/>
        </p:nvSpPr>
        <p:spPr>
          <a:xfrm>
            <a:off x="7020360" y="18770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3" name=""/>
          <p:cNvSpPr/>
          <p:nvPr/>
        </p:nvSpPr>
        <p:spPr>
          <a:xfrm>
            <a:off x="7026840" y="186660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4" y="7"/>
                </a:moveTo>
                <a:lnTo>
                  <a:pt x="3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3" y="6"/>
                </a:lnTo>
                <a:lnTo>
                  <a:pt x="3" y="5"/>
                </a:lnTo>
                <a:lnTo>
                  <a:pt x="4" y="4"/>
                </a:lnTo>
                <a:lnTo>
                  <a:pt x="5" y="3"/>
                </a:lnTo>
                <a:lnTo>
                  <a:pt x="6" y="3"/>
                </a:lnTo>
                <a:lnTo>
                  <a:pt x="7" y="1"/>
                </a:lnTo>
                <a:lnTo>
                  <a:pt x="7" y="0"/>
                </a:lnTo>
                <a:lnTo>
                  <a:pt x="7" y="1"/>
                </a:ln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5" y="6"/>
                </a:lnTo>
                <a:lnTo>
                  <a:pt x="4" y="7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4" name=""/>
          <p:cNvSpPr/>
          <p:nvPr/>
        </p:nvSpPr>
        <p:spPr>
          <a:xfrm>
            <a:off x="7030080" y="18669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2" y="3"/>
                </a:move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5" name=""/>
          <p:cNvSpPr/>
          <p:nvPr/>
        </p:nvSpPr>
        <p:spPr>
          <a:xfrm>
            <a:off x="7027560" y="18669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6" name=""/>
          <p:cNvSpPr/>
          <p:nvPr/>
        </p:nvSpPr>
        <p:spPr>
          <a:xfrm>
            <a:off x="7029720" y="1866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7" name=""/>
          <p:cNvSpPr/>
          <p:nvPr/>
        </p:nvSpPr>
        <p:spPr>
          <a:xfrm>
            <a:off x="7026120" y="1847520"/>
            <a:ext cx="4680" cy="3600"/>
          </a:xfrm>
          <a:custGeom>
            <a:avLst/>
            <a:gdLst/>
            <a:ahLst/>
            <a:rect l="0" t="0" r="r" b="b"/>
            <a:pathLst>
              <a:path w="13" h="10">
                <a:moveTo>
                  <a:pt x="11" y="3"/>
                </a:moveTo>
                <a:lnTo>
                  <a:pt x="12" y="4"/>
                </a:lnTo>
                <a:lnTo>
                  <a:pt x="12" y="5"/>
                </a:lnTo>
                <a:lnTo>
                  <a:pt x="13" y="4"/>
                </a:lnTo>
                <a:lnTo>
                  <a:pt x="13" y="6"/>
                </a:lnTo>
                <a:lnTo>
                  <a:pt x="13" y="7"/>
                </a:lnTo>
                <a:lnTo>
                  <a:pt x="12" y="9"/>
                </a:lnTo>
                <a:lnTo>
                  <a:pt x="10" y="9"/>
                </a:lnTo>
                <a:lnTo>
                  <a:pt x="9" y="9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5" y="10"/>
                </a:lnTo>
                <a:lnTo>
                  <a:pt x="4" y="9"/>
                </a:lnTo>
                <a:lnTo>
                  <a:pt x="2" y="9"/>
                </a:lnTo>
                <a:lnTo>
                  <a:pt x="2" y="7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2" y="3"/>
                </a:lnTo>
                <a:lnTo>
                  <a:pt x="4" y="1"/>
                </a:lnTo>
                <a:lnTo>
                  <a:pt x="5" y="1"/>
                </a:lnTo>
                <a:lnTo>
                  <a:pt x="6" y="0"/>
                </a:lnTo>
                <a:lnTo>
                  <a:pt x="7" y="0"/>
                </a:lnTo>
                <a:lnTo>
                  <a:pt x="8" y="1"/>
                </a:lnTo>
                <a:lnTo>
                  <a:pt x="10" y="1"/>
                </a:lnTo>
                <a:lnTo>
                  <a:pt x="11" y="2"/>
                </a:lnTo>
                <a:lnTo>
                  <a:pt x="11" y="3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8" name=""/>
          <p:cNvSpPr/>
          <p:nvPr/>
        </p:nvSpPr>
        <p:spPr>
          <a:xfrm>
            <a:off x="7029720" y="18478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79" name=""/>
          <p:cNvSpPr/>
          <p:nvPr/>
        </p:nvSpPr>
        <p:spPr>
          <a:xfrm>
            <a:off x="7028640" y="184572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7" y="2"/>
                </a:moveTo>
                <a:lnTo>
                  <a:pt x="6" y="2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2" y="4"/>
                </a:lnTo>
                <a:lnTo>
                  <a:pt x="1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0" name=""/>
          <p:cNvSpPr/>
          <p:nvPr/>
        </p:nvSpPr>
        <p:spPr>
          <a:xfrm>
            <a:off x="7029360" y="18216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2"/>
                </a:move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5" y="1"/>
                </a:lnTo>
                <a:lnTo>
                  <a:pt x="4" y="1"/>
                </a:lnTo>
                <a:lnTo>
                  <a:pt x="2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1" name=""/>
          <p:cNvSpPr/>
          <p:nvPr/>
        </p:nvSpPr>
        <p:spPr>
          <a:xfrm>
            <a:off x="7029720" y="18208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2" name=""/>
          <p:cNvSpPr/>
          <p:nvPr/>
        </p:nvSpPr>
        <p:spPr>
          <a:xfrm>
            <a:off x="7030080" y="1820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3" name=""/>
          <p:cNvSpPr/>
          <p:nvPr/>
        </p:nvSpPr>
        <p:spPr>
          <a:xfrm>
            <a:off x="7027560" y="181944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4" y="2"/>
                </a:move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4" name=""/>
          <p:cNvSpPr/>
          <p:nvPr/>
        </p:nvSpPr>
        <p:spPr>
          <a:xfrm>
            <a:off x="7034400" y="18828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5" name=""/>
          <p:cNvSpPr/>
          <p:nvPr/>
        </p:nvSpPr>
        <p:spPr>
          <a:xfrm>
            <a:off x="7031520" y="18813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2" y="1"/>
                </a:moveTo>
                <a:lnTo>
                  <a:pt x="2" y="2"/>
                </a:lnTo>
                <a:lnTo>
                  <a:pt x="3" y="2"/>
                </a:lnTo>
                <a:lnTo>
                  <a:pt x="3" y="3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6" name=""/>
          <p:cNvSpPr/>
          <p:nvPr/>
        </p:nvSpPr>
        <p:spPr>
          <a:xfrm>
            <a:off x="7031880" y="18795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1"/>
                </a:move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3" y="3"/>
                </a:lnTo>
                <a:lnTo>
                  <a:pt x="3" y="1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4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7" name=""/>
          <p:cNvSpPr/>
          <p:nvPr/>
        </p:nvSpPr>
        <p:spPr>
          <a:xfrm>
            <a:off x="7030800" y="18777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8" name=""/>
          <p:cNvSpPr/>
          <p:nvPr/>
        </p:nvSpPr>
        <p:spPr>
          <a:xfrm>
            <a:off x="7036200" y="18766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89" name=""/>
          <p:cNvSpPr/>
          <p:nvPr/>
        </p:nvSpPr>
        <p:spPr>
          <a:xfrm>
            <a:off x="7031160" y="1867320"/>
            <a:ext cx="8640" cy="11880"/>
          </a:xfrm>
          <a:custGeom>
            <a:avLst/>
            <a:gdLst/>
            <a:ahLst/>
            <a:rect l="0" t="0" r="r" b="b"/>
            <a:pathLst>
              <a:path w="24" h="33">
                <a:moveTo>
                  <a:pt x="10" y="4"/>
                </a:moveTo>
                <a:lnTo>
                  <a:pt x="11" y="5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6"/>
                </a:lnTo>
                <a:lnTo>
                  <a:pt x="15" y="7"/>
                </a:lnTo>
                <a:lnTo>
                  <a:pt x="18" y="8"/>
                </a:lnTo>
                <a:lnTo>
                  <a:pt x="19" y="8"/>
                </a:lnTo>
                <a:lnTo>
                  <a:pt x="19" y="9"/>
                </a:lnTo>
                <a:lnTo>
                  <a:pt x="18" y="9"/>
                </a:lnTo>
                <a:lnTo>
                  <a:pt x="17" y="10"/>
                </a:lnTo>
                <a:lnTo>
                  <a:pt x="18" y="11"/>
                </a:lnTo>
                <a:lnTo>
                  <a:pt x="19" y="12"/>
                </a:lnTo>
                <a:lnTo>
                  <a:pt x="20" y="14"/>
                </a:lnTo>
                <a:lnTo>
                  <a:pt x="21" y="14"/>
                </a:lnTo>
                <a:lnTo>
                  <a:pt x="22" y="14"/>
                </a:lnTo>
                <a:lnTo>
                  <a:pt x="22" y="12"/>
                </a:lnTo>
                <a:lnTo>
                  <a:pt x="23" y="12"/>
                </a:lnTo>
                <a:lnTo>
                  <a:pt x="24" y="12"/>
                </a:lnTo>
                <a:lnTo>
                  <a:pt x="22" y="15"/>
                </a:lnTo>
                <a:lnTo>
                  <a:pt x="22" y="16"/>
                </a:lnTo>
                <a:lnTo>
                  <a:pt x="21" y="16"/>
                </a:lnTo>
                <a:lnTo>
                  <a:pt x="21" y="17"/>
                </a:lnTo>
                <a:lnTo>
                  <a:pt x="20" y="17"/>
                </a:lnTo>
                <a:lnTo>
                  <a:pt x="21" y="16"/>
                </a:lnTo>
                <a:lnTo>
                  <a:pt x="21" y="15"/>
                </a:lnTo>
                <a:lnTo>
                  <a:pt x="20" y="15"/>
                </a:lnTo>
                <a:lnTo>
                  <a:pt x="19" y="15"/>
                </a:lnTo>
                <a:lnTo>
                  <a:pt x="18" y="15"/>
                </a:lnTo>
                <a:lnTo>
                  <a:pt x="17" y="16"/>
                </a:lnTo>
                <a:lnTo>
                  <a:pt x="15" y="16"/>
                </a:lnTo>
                <a:lnTo>
                  <a:pt x="14" y="17"/>
                </a:lnTo>
                <a:lnTo>
                  <a:pt x="14" y="18"/>
                </a:lnTo>
                <a:lnTo>
                  <a:pt x="14" y="19"/>
                </a:lnTo>
                <a:lnTo>
                  <a:pt x="14" y="20"/>
                </a:lnTo>
                <a:lnTo>
                  <a:pt x="14" y="21"/>
                </a:lnTo>
                <a:lnTo>
                  <a:pt x="14" y="22"/>
                </a:lnTo>
                <a:lnTo>
                  <a:pt x="15" y="22"/>
                </a:lnTo>
                <a:lnTo>
                  <a:pt x="17" y="22"/>
                </a:lnTo>
                <a:lnTo>
                  <a:pt x="17" y="23"/>
                </a:lnTo>
                <a:lnTo>
                  <a:pt x="18" y="23"/>
                </a:lnTo>
                <a:lnTo>
                  <a:pt x="19" y="23"/>
                </a:lnTo>
                <a:lnTo>
                  <a:pt x="20" y="23"/>
                </a:lnTo>
                <a:lnTo>
                  <a:pt x="21" y="23"/>
                </a:lnTo>
                <a:lnTo>
                  <a:pt x="21" y="24"/>
                </a:lnTo>
                <a:lnTo>
                  <a:pt x="20" y="25"/>
                </a:lnTo>
                <a:lnTo>
                  <a:pt x="20" y="26"/>
                </a:lnTo>
                <a:lnTo>
                  <a:pt x="19" y="26"/>
                </a:lnTo>
                <a:lnTo>
                  <a:pt x="19" y="25"/>
                </a:lnTo>
                <a:lnTo>
                  <a:pt x="18" y="25"/>
                </a:lnTo>
                <a:lnTo>
                  <a:pt x="17" y="25"/>
                </a:lnTo>
                <a:lnTo>
                  <a:pt x="15" y="25"/>
                </a:lnTo>
                <a:lnTo>
                  <a:pt x="15" y="26"/>
                </a:lnTo>
                <a:lnTo>
                  <a:pt x="14" y="26"/>
                </a:lnTo>
                <a:lnTo>
                  <a:pt x="13" y="26"/>
                </a:lnTo>
                <a:lnTo>
                  <a:pt x="11" y="27"/>
                </a:lnTo>
                <a:lnTo>
                  <a:pt x="11" y="28"/>
                </a:lnTo>
                <a:lnTo>
                  <a:pt x="10" y="28"/>
                </a:lnTo>
                <a:lnTo>
                  <a:pt x="9" y="28"/>
                </a:lnTo>
                <a:lnTo>
                  <a:pt x="8" y="30"/>
                </a:lnTo>
                <a:lnTo>
                  <a:pt x="9" y="31"/>
                </a:lnTo>
                <a:lnTo>
                  <a:pt x="9" y="32"/>
                </a:lnTo>
                <a:lnTo>
                  <a:pt x="10" y="31"/>
                </a:lnTo>
                <a:lnTo>
                  <a:pt x="11" y="31"/>
                </a:lnTo>
                <a:lnTo>
                  <a:pt x="11" y="32"/>
                </a:lnTo>
                <a:lnTo>
                  <a:pt x="11" y="33"/>
                </a:lnTo>
                <a:lnTo>
                  <a:pt x="10" y="33"/>
                </a:lnTo>
                <a:lnTo>
                  <a:pt x="8" y="33"/>
                </a:lnTo>
                <a:lnTo>
                  <a:pt x="8" y="32"/>
                </a:lnTo>
                <a:lnTo>
                  <a:pt x="8" y="31"/>
                </a:lnTo>
                <a:lnTo>
                  <a:pt x="7" y="31"/>
                </a:lnTo>
                <a:lnTo>
                  <a:pt x="5" y="30"/>
                </a:lnTo>
                <a:lnTo>
                  <a:pt x="4" y="30"/>
                </a:lnTo>
                <a:lnTo>
                  <a:pt x="4" y="29"/>
                </a:lnTo>
                <a:lnTo>
                  <a:pt x="3" y="29"/>
                </a:lnTo>
                <a:lnTo>
                  <a:pt x="3" y="28"/>
                </a:lnTo>
                <a:lnTo>
                  <a:pt x="4" y="28"/>
                </a:lnTo>
                <a:lnTo>
                  <a:pt x="4" y="27"/>
                </a:lnTo>
                <a:lnTo>
                  <a:pt x="3" y="27"/>
                </a:lnTo>
                <a:lnTo>
                  <a:pt x="2" y="28"/>
                </a:lnTo>
                <a:lnTo>
                  <a:pt x="1" y="27"/>
                </a:lnTo>
                <a:lnTo>
                  <a:pt x="1" y="26"/>
                </a:lnTo>
                <a:lnTo>
                  <a:pt x="1" y="25"/>
                </a:lnTo>
                <a:lnTo>
                  <a:pt x="2" y="25"/>
                </a:lnTo>
                <a:lnTo>
                  <a:pt x="2" y="24"/>
                </a:lnTo>
                <a:lnTo>
                  <a:pt x="3" y="24"/>
                </a:lnTo>
                <a:lnTo>
                  <a:pt x="3" y="23"/>
                </a:lnTo>
                <a:lnTo>
                  <a:pt x="2" y="24"/>
                </a:lnTo>
                <a:lnTo>
                  <a:pt x="1" y="24"/>
                </a:lnTo>
                <a:lnTo>
                  <a:pt x="1" y="25"/>
                </a:lnTo>
                <a:lnTo>
                  <a:pt x="1" y="26"/>
                </a:lnTo>
                <a:lnTo>
                  <a:pt x="1" y="25"/>
                </a:lnTo>
                <a:lnTo>
                  <a:pt x="0" y="25"/>
                </a:lnTo>
                <a:lnTo>
                  <a:pt x="1" y="24"/>
                </a:lnTo>
                <a:lnTo>
                  <a:pt x="0" y="24"/>
                </a:lnTo>
                <a:lnTo>
                  <a:pt x="1" y="23"/>
                </a:lnTo>
                <a:lnTo>
                  <a:pt x="1" y="22"/>
                </a:lnTo>
                <a:lnTo>
                  <a:pt x="1" y="21"/>
                </a:lnTo>
                <a:lnTo>
                  <a:pt x="2" y="21"/>
                </a:lnTo>
                <a:lnTo>
                  <a:pt x="3" y="21"/>
                </a:lnTo>
                <a:lnTo>
                  <a:pt x="3" y="20"/>
                </a:lnTo>
                <a:lnTo>
                  <a:pt x="4" y="20"/>
                </a:lnTo>
                <a:lnTo>
                  <a:pt x="5" y="20"/>
                </a:lnTo>
                <a:lnTo>
                  <a:pt x="6" y="20"/>
                </a:lnTo>
                <a:lnTo>
                  <a:pt x="7" y="20"/>
                </a:lnTo>
                <a:lnTo>
                  <a:pt x="7" y="21"/>
                </a:lnTo>
                <a:lnTo>
                  <a:pt x="8" y="20"/>
                </a:lnTo>
                <a:lnTo>
                  <a:pt x="7" y="20"/>
                </a:lnTo>
                <a:lnTo>
                  <a:pt x="7" y="19"/>
                </a:lnTo>
                <a:lnTo>
                  <a:pt x="6" y="19"/>
                </a:lnTo>
                <a:lnTo>
                  <a:pt x="4" y="18"/>
                </a:lnTo>
                <a:lnTo>
                  <a:pt x="5" y="17"/>
                </a:lnTo>
                <a:lnTo>
                  <a:pt x="5" y="14"/>
                </a:lnTo>
                <a:lnTo>
                  <a:pt x="4" y="12"/>
                </a:lnTo>
                <a:lnTo>
                  <a:pt x="4" y="11"/>
                </a:lnTo>
                <a:lnTo>
                  <a:pt x="3" y="11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1" y="8"/>
                </a:lnTo>
                <a:lnTo>
                  <a:pt x="2" y="8"/>
                </a:lnTo>
                <a:lnTo>
                  <a:pt x="3" y="6"/>
                </a:lnTo>
                <a:lnTo>
                  <a:pt x="4" y="5"/>
                </a:lnTo>
                <a:lnTo>
                  <a:pt x="4" y="6"/>
                </a:lnTo>
                <a:lnTo>
                  <a:pt x="5" y="6"/>
                </a:lnTo>
                <a:lnTo>
                  <a:pt x="5" y="5"/>
                </a:lnTo>
                <a:lnTo>
                  <a:pt x="6" y="5"/>
                </a:lnTo>
                <a:lnTo>
                  <a:pt x="6" y="4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4"/>
                </a:lnTo>
                <a:lnTo>
                  <a:pt x="8" y="3"/>
                </a:lnTo>
                <a:lnTo>
                  <a:pt x="10" y="1"/>
                </a:lnTo>
                <a:lnTo>
                  <a:pt x="12" y="0"/>
                </a:lnTo>
                <a:lnTo>
                  <a:pt x="12" y="1"/>
                </a:lnTo>
                <a:lnTo>
                  <a:pt x="11" y="2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0" name=""/>
          <p:cNvSpPr/>
          <p:nvPr/>
        </p:nvSpPr>
        <p:spPr>
          <a:xfrm>
            <a:off x="7038720" y="186984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2" y="5"/>
                </a:moveTo>
                <a:lnTo>
                  <a:pt x="0" y="3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3"/>
                </a:lnTo>
                <a:lnTo>
                  <a:pt x="6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1" name=""/>
          <p:cNvSpPr/>
          <p:nvPr/>
        </p:nvSpPr>
        <p:spPr>
          <a:xfrm>
            <a:off x="7030800" y="186732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6" y="5"/>
                </a:move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1" y="3"/>
                </a:lnTo>
                <a:lnTo>
                  <a:pt x="2" y="3"/>
                </a:lnTo>
                <a:lnTo>
                  <a:pt x="4" y="3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2" name=""/>
          <p:cNvSpPr/>
          <p:nvPr/>
        </p:nvSpPr>
        <p:spPr>
          <a:xfrm>
            <a:off x="7031160" y="18630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3" name=""/>
          <p:cNvSpPr/>
          <p:nvPr/>
        </p:nvSpPr>
        <p:spPr>
          <a:xfrm>
            <a:off x="7041960" y="18540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1"/>
                </a:moveTo>
                <a:lnTo>
                  <a:pt x="4" y="2"/>
                </a:lnTo>
                <a:lnTo>
                  <a:pt x="3" y="4"/>
                </a:lnTo>
                <a:lnTo>
                  <a:pt x="2" y="5"/>
                </a:lnTo>
                <a:lnTo>
                  <a:pt x="0" y="5"/>
                </a:lnTo>
                <a:lnTo>
                  <a:pt x="2" y="5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4" name=""/>
          <p:cNvSpPr/>
          <p:nvPr/>
        </p:nvSpPr>
        <p:spPr>
          <a:xfrm>
            <a:off x="7040880" y="18540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5" name=""/>
          <p:cNvSpPr/>
          <p:nvPr/>
        </p:nvSpPr>
        <p:spPr>
          <a:xfrm>
            <a:off x="7030800" y="184680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2" y="3"/>
                </a:move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6" name=""/>
          <p:cNvSpPr/>
          <p:nvPr/>
        </p:nvSpPr>
        <p:spPr>
          <a:xfrm>
            <a:off x="7040160" y="184536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3" y="2"/>
                </a:move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7" y="3"/>
                </a:lnTo>
                <a:lnTo>
                  <a:pt x="6" y="3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  <a:lnTo>
                  <a:pt x="3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7" name=""/>
          <p:cNvSpPr/>
          <p:nvPr/>
        </p:nvSpPr>
        <p:spPr>
          <a:xfrm>
            <a:off x="7042320" y="184284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5" y="1"/>
                </a:move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4" y="3"/>
                </a:lnTo>
                <a:lnTo>
                  <a:pt x="3" y="2"/>
                </a:lnTo>
                <a:lnTo>
                  <a:pt x="2" y="3"/>
                </a:lnTo>
                <a:lnTo>
                  <a:pt x="2" y="5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3" y="2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8" name=""/>
          <p:cNvSpPr/>
          <p:nvPr/>
        </p:nvSpPr>
        <p:spPr>
          <a:xfrm>
            <a:off x="7042680" y="18410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3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99" name=""/>
          <p:cNvSpPr/>
          <p:nvPr/>
        </p:nvSpPr>
        <p:spPr>
          <a:xfrm>
            <a:off x="7040160" y="18349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0" name=""/>
          <p:cNvSpPr/>
          <p:nvPr/>
        </p:nvSpPr>
        <p:spPr>
          <a:xfrm>
            <a:off x="7039080" y="1834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1" name=""/>
          <p:cNvSpPr/>
          <p:nvPr/>
        </p:nvSpPr>
        <p:spPr>
          <a:xfrm>
            <a:off x="7043400" y="18291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3"/>
                </a:move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2" name=""/>
          <p:cNvSpPr/>
          <p:nvPr/>
        </p:nvSpPr>
        <p:spPr>
          <a:xfrm>
            <a:off x="7035840" y="18284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3" name=""/>
          <p:cNvSpPr/>
          <p:nvPr/>
        </p:nvSpPr>
        <p:spPr>
          <a:xfrm>
            <a:off x="7035840" y="18270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4" name=""/>
          <p:cNvSpPr/>
          <p:nvPr/>
        </p:nvSpPr>
        <p:spPr>
          <a:xfrm>
            <a:off x="7034400" y="182592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2" y="4"/>
                </a:moveTo>
                <a:lnTo>
                  <a:pt x="1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4" y="0"/>
                </a:lnTo>
                <a:lnTo>
                  <a:pt x="6" y="0"/>
                </a:lnTo>
                <a:lnTo>
                  <a:pt x="7" y="1"/>
                </a:lnTo>
                <a:lnTo>
                  <a:pt x="6" y="2"/>
                </a:lnTo>
                <a:lnTo>
                  <a:pt x="4" y="2"/>
                </a:lnTo>
                <a:lnTo>
                  <a:pt x="3" y="4"/>
                </a:lnTo>
                <a:lnTo>
                  <a:pt x="2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5" name=""/>
          <p:cNvSpPr/>
          <p:nvPr/>
        </p:nvSpPr>
        <p:spPr>
          <a:xfrm>
            <a:off x="7040520" y="1825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6" name=""/>
          <p:cNvSpPr/>
          <p:nvPr/>
        </p:nvSpPr>
        <p:spPr>
          <a:xfrm>
            <a:off x="7030440" y="1823760"/>
            <a:ext cx="4320" cy="2160"/>
          </a:xfrm>
          <a:custGeom>
            <a:avLst/>
            <a:gdLst/>
            <a:ahLst/>
            <a:rect l="0" t="0" r="r" b="b"/>
            <a:pathLst>
              <a:path w="12" h="6">
                <a:moveTo>
                  <a:pt x="9" y="4"/>
                </a:move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5" y="3"/>
                </a:lnTo>
                <a:lnTo>
                  <a:pt x="8" y="3"/>
                </a:lnTo>
                <a:lnTo>
                  <a:pt x="9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  <a:lnTo>
                  <a:pt x="12" y="3"/>
                </a:lnTo>
                <a:lnTo>
                  <a:pt x="11" y="3"/>
                </a:lnTo>
                <a:lnTo>
                  <a:pt x="10" y="4"/>
                </a:lnTo>
                <a:lnTo>
                  <a:pt x="10" y="3"/>
                </a:lnTo>
                <a:lnTo>
                  <a:pt x="9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7" name=""/>
          <p:cNvSpPr/>
          <p:nvPr/>
        </p:nvSpPr>
        <p:spPr>
          <a:xfrm>
            <a:off x="7035840" y="1823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3"/>
                </a:moveTo>
                <a:lnTo>
                  <a:pt x="1" y="1"/>
                </a:lnTo>
                <a:lnTo>
                  <a:pt x="1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4" y="1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8" name=""/>
          <p:cNvSpPr/>
          <p:nvPr/>
        </p:nvSpPr>
        <p:spPr>
          <a:xfrm>
            <a:off x="7039800" y="182304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1"/>
                </a:moveTo>
                <a:lnTo>
                  <a:pt x="5" y="3"/>
                </a:lnTo>
                <a:lnTo>
                  <a:pt x="5" y="4"/>
                </a:lnTo>
                <a:lnTo>
                  <a:pt x="6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9" name=""/>
          <p:cNvSpPr/>
          <p:nvPr/>
        </p:nvSpPr>
        <p:spPr>
          <a:xfrm>
            <a:off x="7035120" y="18234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0" name=""/>
          <p:cNvSpPr/>
          <p:nvPr/>
        </p:nvSpPr>
        <p:spPr>
          <a:xfrm>
            <a:off x="7043400" y="1842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1" name=""/>
          <p:cNvSpPr/>
          <p:nvPr/>
        </p:nvSpPr>
        <p:spPr>
          <a:xfrm>
            <a:off x="7061400" y="18367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1"/>
                </a:move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lnTo>
                  <a:pt x="2" y="4"/>
                </a:lnTo>
                <a:lnTo>
                  <a:pt x="1" y="4"/>
                </a:lnTo>
                <a:lnTo>
                  <a:pt x="2" y="2"/>
                </a:lnTo>
                <a:lnTo>
                  <a:pt x="2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lnTo>
                  <a:pt x="2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2" name=""/>
          <p:cNvSpPr/>
          <p:nvPr/>
        </p:nvSpPr>
        <p:spPr>
          <a:xfrm>
            <a:off x="7048440" y="18316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3" name=""/>
          <p:cNvSpPr/>
          <p:nvPr/>
        </p:nvSpPr>
        <p:spPr>
          <a:xfrm>
            <a:off x="7044480" y="18306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4"/>
                </a:move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5" y="4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4" name=""/>
          <p:cNvSpPr/>
          <p:nvPr/>
        </p:nvSpPr>
        <p:spPr>
          <a:xfrm>
            <a:off x="7048440" y="18295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4"/>
                </a:lnTo>
                <a:lnTo>
                  <a:pt x="2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5" name=""/>
          <p:cNvSpPr/>
          <p:nvPr/>
        </p:nvSpPr>
        <p:spPr>
          <a:xfrm>
            <a:off x="7049160" y="18288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6" name=""/>
          <p:cNvSpPr/>
          <p:nvPr/>
        </p:nvSpPr>
        <p:spPr>
          <a:xfrm>
            <a:off x="7048080" y="182700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3" y="5"/>
                </a:moveTo>
                <a:lnTo>
                  <a:pt x="3" y="6"/>
                </a:lnTo>
                <a:lnTo>
                  <a:pt x="2" y="7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3"/>
                </a:lnTo>
                <a:lnTo>
                  <a:pt x="1" y="5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7" name=""/>
          <p:cNvSpPr/>
          <p:nvPr/>
        </p:nvSpPr>
        <p:spPr>
          <a:xfrm>
            <a:off x="7056720" y="18252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8" name=""/>
          <p:cNvSpPr/>
          <p:nvPr/>
        </p:nvSpPr>
        <p:spPr>
          <a:xfrm>
            <a:off x="7055640" y="1824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9" name=""/>
          <p:cNvSpPr/>
          <p:nvPr/>
        </p:nvSpPr>
        <p:spPr>
          <a:xfrm>
            <a:off x="7058160" y="18237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0" name=""/>
          <p:cNvSpPr/>
          <p:nvPr/>
        </p:nvSpPr>
        <p:spPr>
          <a:xfrm>
            <a:off x="7048080" y="182304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1" name=""/>
          <p:cNvSpPr/>
          <p:nvPr/>
        </p:nvSpPr>
        <p:spPr>
          <a:xfrm>
            <a:off x="7056720" y="182268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2" name=""/>
          <p:cNvSpPr/>
          <p:nvPr/>
        </p:nvSpPr>
        <p:spPr>
          <a:xfrm>
            <a:off x="7048800" y="18183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2"/>
                </a:move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lnTo>
                  <a:pt x="0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3" name=""/>
          <p:cNvSpPr/>
          <p:nvPr/>
        </p:nvSpPr>
        <p:spPr>
          <a:xfrm>
            <a:off x="7048080" y="18172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4" name=""/>
          <p:cNvSpPr/>
          <p:nvPr/>
        </p:nvSpPr>
        <p:spPr>
          <a:xfrm>
            <a:off x="7051680" y="18147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5" name=""/>
          <p:cNvSpPr/>
          <p:nvPr/>
        </p:nvSpPr>
        <p:spPr>
          <a:xfrm>
            <a:off x="7052760" y="1812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1"/>
                </a:moveTo>
                <a:lnTo>
                  <a:pt x="1" y="1"/>
                </a:ln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6" name=""/>
          <p:cNvSpPr/>
          <p:nvPr/>
        </p:nvSpPr>
        <p:spPr>
          <a:xfrm>
            <a:off x="7054200" y="181260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2"/>
                </a:move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7" name=""/>
          <p:cNvSpPr/>
          <p:nvPr/>
        </p:nvSpPr>
        <p:spPr>
          <a:xfrm>
            <a:off x="7055640" y="1811160"/>
            <a:ext cx="3240" cy="2520"/>
          </a:xfrm>
          <a:custGeom>
            <a:avLst/>
            <a:gdLst/>
            <a:ahLst/>
            <a:rect l="0" t="0" r="r" b="b"/>
            <a:pathLst>
              <a:path w="9" h="7">
                <a:moveTo>
                  <a:pt x="4" y="1"/>
                </a:moveTo>
                <a:lnTo>
                  <a:pt x="4" y="3"/>
                </a:lnTo>
                <a:lnTo>
                  <a:pt x="4" y="1"/>
                </a:lnTo>
                <a:lnTo>
                  <a:pt x="6" y="1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7" y="6"/>
                </a:lnTo>
                <a:lnTo>
                  <a:pt x="8" y="6"/>
                </a:lnTo>
                <a:lnTo>
                  <a:pt x="9" y="6"/>
                </a:lnTo>
                <a:lnTo>
                  <a:pt x="8" y="6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4" y="7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2" y="1"/>
                </a:lnTo>
                <a:lnTo>
                  <a:pt x="3" y="1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8" name=""/>
          <p:cNvSpPr/>
          <p:nvPr/>
        </p:nvSpPr>
        <p:spPr>
          <a:xfrm>
            <a:off x="7057800" y="181188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9" name=""/>
          <p:cNvSpPr/>
          <p:nvPr/>
        </p:nvSpPr>
        <p:spPr>
          <a:xfrm>
            <a:off x="7070400" y="18104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1"/>
                </a:move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0" name=""/>
          <p:cNvSpPr/>
          <p:nvPr/>
        </p:nvSpPr>
        <p:spPr>
          <a:xfrm>
            <a:off x="7069680" y="1809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1" name=""/>
          <p:cNvSpPr/>
          <p:nvPr/>
        </p:nvSpPr>
        <p:spPr>
          <a:xfrm>
            <a:off x="7058880" y="18054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2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2" name=""/>
          <p:cNvSpPr/>
          <p:nvPr/>
        </p:nvSpPr>
        <p:spPr>
          <a:xfrm>
            <a:off x="7058160" y="1800720"/>
            <a:ext cx="2160" cy="2880"/>
          </a:xfrm>
          <a:custGeom>
            <a:avLst/>
            <a:gdLst/>
            <a:ahLst/>
            <a:rect l="0" t="0" r="r" b="b"/>
            <a:pathLst>
              <a:path w="6" h="8">
                <a:moveTo>
                  <a:pt x="2" y="1"/>
                </a:moveTo>
                <a:lnTo>
                  <a:pt x="2" y="2"/>
                </a:lnTo>
                <a:lnTo>
                  <a:pt x="3" y="3"/>
                </a:lnTo>
                <a:lnTo>
                  <a:pt x="5" y="3"/>
                </a:lnTo>
                <a:lnTo>
                  <a:pt x="5" y="6"/>
                </a:ln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lnTo>
                  <a:pt x="5" y="8"/>
                </a:lnTo>
                <a:lnTo>
                  <a:pt x="3" y="8"/>
                </a:lnTo>
                <a:lnTo>
                  <a:pt x="3" y="7"/>
                </a:lnTo>
                <a:lnTo>
                  <a:pt x="5" y="6"/>
                </a:lnTo>
                <a:lnTo>
                  <a:pt x="3" y="6"/>
                </a:lnTo>
                <a:lnTo>
                  <a:pt x="3" y="4"/>
                </a:lnTo>
                <a:lnTo>
                  <a:pt x="2" y="3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3" name=""/>
          <p:cNvSpPr/>
          <p:nvPr/>
        </p:nvSpPr>
        <p:spPr>
          <a:xfrm>
            <a:off x="7054200" y="17992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4" name=""/>
          <p:cNvSpPr/>
          <p:nvPr/>
        </p:nvSpPr>
        <p:spPr>
          <a:xfrm>
            <a:off x="5996160" y="1131120"/>
            <a:ext cx="620280" cy="438840"/>
          </a:xfrm>
          <a:custGeom>
            <a:avLst/>
            <a:gdLst/>
            <a:ahLst/>
            <a:rect l="0" t="0" r="r" b="b"/>
            <a:pathLst>
              <a:path w="1723" h="1219">
                <a:moveTo>
                  <a:pt x="515" y="14"/>
                </a:moveTo>
                <a:lnTo>
                  <a:pt x="515" y="15"/>
                </a:lnTo>
                <a:lnTo>
                  <a:pt x="516" y="17"/>
                </a:lnTo>
                <a:lnTo>
                  <a:pt x="526" y="35"/>
                </a:lnTo>
                <a:lnTo>
                  <a:pt x="536" y="54"/>
                </a:lnTo>
                <a:lnTo>
                  <a:pt x="537" y="55"/>
                </a:lnTo>
                <a:lnTo>
                  <a:pt x="538" y="57"/>
                </a:lnTo>
                <a:lnTo>
                  <a:pt x="539" y="59"/>
                </a:lnTo>
                <a:lnTo>
                  <a:pt x="539" y="60"/>
                </a:lnTo>
                <a:lnTo>
                  <a:pt x="541" y="63"/>
                </a:lnTo>
                <a:lnTo>
                  <a:pt x="541" y="64"/>
                </a:lnTo>
                <a:lnTo>
                  <a:pt x="542" y="65"/>
                </a:lnTo>
                <a:lnTo>
                  <a:pt x="543" y="66"/>
                </a:lnTo>
                <a:lnTo>
                  <a:pt x="543" y="67"/>
                </a:lnTo>
                <a:lnTo>
                  <a:pt x="546" y="73"/>
                </a:lnTo>
                <a:lnTo>
                  <a:pt x="547" y="74"/>
                </a:lnTo>
                <a:lnTo>
                  <a:pt x="547" y="75"/>
                </a:lnTo>
                <a:lnTo>
                  <a:pt x="548" y="76"/>
                </a:lnTo>
                <a:lnTo>
                  <a:pt x="550" y="79"/>
                </a:lnTo>
                <a:lnTo>
                  <a:pt x="551" y="81"/>
                </a:lnTo>
                <a:lnTo>
                  <a:pt x="552" y="83"/>
                </a:lnTo>
                <a:lnTo>
                  <a:pt x="552" y="84"/>
                </a:lnTo>
                <a:lnTo>
                  <a:pt x="554" y="86"/>
                </a:lnTo>
                <a:lnTo>
                  <a:pt x="554" y="88"/>
                </a:lnTo>
                <a:lnTo>
                  <a:pt x="555" y="90"/>
                </a:lnTo>
                <a:lnTo>
                  <a:pt x="556" y="91"/>
                </a:lnTo>
                <a:lnTo>
                  <a:pt x="556" y="92"/>
                </a:lnTo>
                <a:lnTo>
                  <a:pt x="557" y="93"/>
                </a:lnTo>
                <a:lnTo>
                  <a:pt x="558" y="95"/>
                </a:lnTo>
                <a:lnTo>
                  <a:pt x="560" y="100"/>
                </a:lnTo>
                <a:lnTo>
                  <a:pt x="561" y="101"/>
                </a:lnTo>
                <a:lnTo>
                  <a:pt x="562" y="103"/>
                </a:lnTo>
                <a:lnTo>
                  <a:pt x="563" y="104"/>
                </a:lnTo>
                <a:lnTo>
                  <a:pt x="564" y="106"/>
                </a:lnTo>
                <a:lnTo>
                  <a:pt x="564" y="107"/>
                </a:lnTo>
                <a:lnTo>
                  <a:pt x="565" y="108"/>
                </a:lnTo>
                <a:lnTo>
                  <a:pt x="565" y="109"/>
                </a:lnTo>
                <a:lnTo>
                  <a:pt x="566" y="111"/>
                </a:lnTo>
                <a:lnTo>
                  <a:pt x="567" y="112"/>
                </a:lnTo>
                <a:lnTo>
                  <a:pt x="567" y="113"/>
                </a:lnTo>
                <a:lnTo>
                  <a:pt x="568" y="114"/>
                </a:lnTo>
                <a:lnTo>
                  <a:pt x="568" y="115"/>
                </a:lnTo>
                <a:lnTo>
                  <a:pt x="569" y="116"/>
                </a:lnTo>
                <a:lnTo>
                  <a:pt x="569" y="117"/>
                </a:lnTo>
                <a:lnTo>
                  <a:pt x="570" y="118"/>
                </a:lnTo>
                <a:lnTo>
                  <a:pt x="570" y="119"/>
                </a:lnTo>
                <a:lnTo>
                  <a:pt x="571" y="120"/>
                </a:lnTo>
                <a:lnTo>
                  <a:pt x="572" y="122"/>
                </a:lnTo>
                <a:lnTo>
                  <a:pt x="572" y="123"/>
                </a:lnTo>
                <a:lnTo>
                  <a:pt x="573" y="124"/>
                </a:lnTo>
                <a:lnTo>
                  <a:pt x="573" y="125"/>
                </a:lnTo>
                <a:lnTo>
                  <a:pt x="575" y="127"/>
                </a:lnTo>
                <a:lnTo>
                  <a:pt x="575" y="128"/>
                </a:lnTo>
                <a:lnTo>
                  <a:pt x="576" y="129"/>
                </a:lnTo>
                <a:lnTo>
                  <a:pt x="576" y="130"/>
                </a:lnTo>
                <a:lnTo>
                  <a:pt x="577" y="131"/>
                </a:lnTo>
                <a:lnTo>
                  <a:pt x="577" y="132"/>
                </a:lnTo>
                <a:lnTo>
                  <a:pt x="578" y="133"/>
                </a:lnTo>
                <a:lnTo>
                  <a:pt x="578" y="134"/>
                </a:lnTo>
                <a:lnTo>
                  <a:pt x="578" y="135"/>
                </a:lnTo>
                <a:lnTo>
                  <a:pt x="579" y="135"/>
                </a:lnTo>
                <a:lnTo>
                  <a:pt x="579" y="136"/>
                </a:lnTo>
                <a:lnTo>
                  <a:pt x="576" y="139"/>
                </a:lnTo>
                <a:lnTo>
                  <a:pt x="575" y="139"/>
                </a:lnTo>
                <a:lnTo>
                  <a:pt x="574" y="140"/>
                </a:lnTo>
                <a:lnTo>
                  <a:pt x="573" y="141"/>
                </a:lnTo>
                <a:lnTo>
                  <a:pt x="572" y="142"/>
                </a:lnTo>
                <a:lnTo>
                  <a:pt x="571" y="142"/>
                </a:lnTo>
                <a:lnTo>
                  <a:pt x="571" y="143"/>
                </a:lnTo>
                <a:lnTo>
                  <a:pt x="569" y="144"/>
                </a:lnTo>
                <a:lnTo>
                  <a:pt x="569" y="145"/>
                </a:lnTo>
                <a:lnTo>
                  <a:pt x="568" y="145"/>
                </a:lnTo>
                <a:lnTo>
                  <a:pt x="568" y="146"/>
                </a:lnTo>
                <a:lnTo>
                  <a:pt x="567" y="146"/>
                </a:lnTo>
                <a:lnTo>
                  <a:pt x="566" y="147"/>
                </a:lnTo>
                <a:lnTo>
                  <a:pt x="564" y="149"/>
                </a:lnTo>
                <a:lnTo>
                  <a:pt x="563" y="149"/>
                </a:lnTo>
                <a:lnTo>
                  <a:pt x="563" y="150"/>
                </a:lnTo>
                <a:lnTo>
                  <a:pt x="562" y="151"/>
                </a:lnTo>
                <a:lnTo>
                  <a:pt x="561" y="151"/>
                </a:lnTo>
                <a:lnTo>
                  <a:pt x="561" y="152"/>
                </a:lnTo>
                <a:lnTo>
                  <a:pt x="560" y="152"/>
                </a:lnTo>
                <a:lnTo>
                  <a:pt x="558" y="154"/>
                </a:lnTo>
                <a:lnTo>
                  <a:pt x="558" y="155"/>
                </a:lnTo>
                <a:lnTo>
                  <a:pt x="557" y="155"/>
                </a:lnTo>
                <a:lnTo>
                  <a:pt x="556" y="156"/>
                </a:lnTo>
                <a:lnTo>
                  <a:pt x="555" y="156"/>
                </a:lnTo>
                <a:lnTo>
                  <a:pt x="555" y="157"/>
                </a:lnTo>
                <a:lnTo>
                  <a:pt x="555" y="159"/>
                </a:lnTo>
                <a:lnTo>
                  <a:pt x="556" y="160"/>
                </a:lnTo>
                <a:lnTo>
                  <a:pt x="556" y="161"/>
                </a:lnTo>
                <a:lnTo>
                  <a:pt x="556" y="162"/>
                </a:lnTo>
                <a:lnTo>
                  <a:pt x="567" y="174"/>
                </a:lnTo>
                <a:lnTo>
                  <a:pt x="569" y="176"/>
                </a:lnTo>
                <a:lnTo>
                  <a:pt x="585" y="194"/>
                </a:lnTo>
                <a:lnTo>
                  <a:pt x="586" y="195"/>
                </a:lnTo>
                <a:lnTo>
                  <a:pt x="592" y="203"/>
                </a:lnTo>
                <a:lnTo>
                  <a:pt x="595" y="204"/>
                </a:lnTo>
                <a:lnTo>
                  <a:pt x="600" y="207"/>
                </a:lnTo>
                <a:lnTo>
                  <a:pt x="601" y="208"/>
                </a:lnTo>
                <a:lnTo>
                  <a:pt x="605" y="211"/>
                </a:lnTo>
                <a:lnTo>
                  <a:pt x="607" y="212"/>
                </a:lnTo>
                <a:lnTo>
                  <a:pt x="608" y="213"/>
                </a:lnTo>
                <a:lnTo>
                  <a:pt x="610" y="214"/>
                </a:lnTo>
                <a:lnTo>
                  <a:pt x="611" y="214"/>
                </a:lnTo>
                <a:lnTo>
                  <a:pt x="613" y="215"/>
                </a:lnTo>
                <a:lnTo>
                  <a:pt x="614" y="216"/>
                </a:lnTo>
                <a:lnTo>
                  <a:pt x="615" y="216"/>
                </a:lnTo>
                <a:lnTo>
                  <a:pt x="616" y="216"/>
                </a:lnTo>
                <a:lnTo>
                  <a:pt x="617" y="217"/>
                </a:lnTo>
                <a:lnTo>
                  <a:pt x="617" y="218"/>
                </a:lnTo>
                <a:lnTo>
                  <a:pt x="618" y="218"/>
                </a:lnTo>
                <a:lnTo>
                  <a:pt x="618" y="219"/>
                </a:lnTo>
                <a:lnTo>
                  <a:pt x="619" y="220"/>
                </a:lnTo>
                <a:lnTo>
                  <a:pt x="620" y="220"/>
                </a:lnTo>
                <a:lnTo>
                  <a:pt x="621" y="221"/>
                </a:lnTo>
                <a:lnTo>
                  <a:pt x="622" y="222"/>
                </a:lnTo>
                <a:lnTo>
                  <a:pt x="623" y="222"/>
                </a:lnTo>
                <a:lnTo>
                  <a:pt x="624" y="222"/>
                </a:lnTo>
                <a:lnTo>
                  <a:pt x="625" y="222"/>
                </a:lnTo>
                <a:lnTo>
                  <a:pt x="626" y="222"/>
                </a:lnTo>
                <a:lnTo>
                  <a:pt x="627" y="222"/>
                </a:lnTo>
                <a:lnTo>
                  <a:pt x="628" y="223"/>
                </a:lnTo>
                <a:lnTo>
                  <a:pt x="630" y="224"/>
                </a:lnTo>
                <a:lnTo>
                  <a:pt x="630" y="226"/>
                </a:lnTo>
                <a:lnTo>
                  <a:pt x="630" y="227"/>
                </a:lnTo>
                <a:lnTo>
                  <a:pt x="630" y="230"/>
                </a:lnTo>
                <a:lnTo>
                  <a:pt x="630" y="231"/>
                </a:lnTo>
                <a:lnTo>
                  <a:pt x="630" y="235"/>
                </a:lnTo>
                <a:lnTo>
                  <a:pt x="631" y="236"/>
                </a:lnTo>
                <a:lnTo>
                  <a:pt x="631" y="240"/>
                </a:lnTo>
                <a:lnTo>
                  <a:pt x="631" y="241"/>
                </a:lnTo>
                <a:lnTo>
                  <a:pt x="631" y="245"/>
                </a:lnTo>
                <a:lnTo>
                  <a:pt x="631" y="246"/>
                </a:lnTo>
                <a:lnTo>
                  <a:pt x="631" y="251"/>
                </a:lnTo>
                <a:lnTo>
                  <a:pt x="631" y="252"/>
                </a:lnTo>
                <a:lnTo>
                  <a:pt x="631" y="254"/>
                </a:lnTo>
                <a:lnTo>
                  <a:pt x="631" y="255"/>
                </a:lnTo>
                <a:lnTo>
                  <a:pt x="631" y="258"/>
                </a:lnTo>
                <a:lnTo>
                  <a:pt x="631" y="262"/>
                </a:lnTo>
                <a:lnTo>
                  <a:pt x="631" y="266"/>
                </a:lnTo>
                <a:lnTo>
                  <a:pt x="640" y="262"/>
                </a:lnTo>
                <a:lnTo>
                  <a:pt x="648" y="258"/>
                </a:lnTo>
                <a:lnTo>
                  <a:pt x="650" y="258"/>
                </a:lnTo>
                <a:lnTo>
                  <a:pt x="652" y="257"/>
                </a:lnTo>
                <a:lnTo>
                  <a:pt x="654" y="256"/>
                </a:lnTo>
                <a:lnTo>
                  <a:pt x="656" y="255"/>
                </a:lnTo>
                <a:lnTo>
                  <a:pt x="657" y="254"/>
                </a:lnTo>
                <a:lnTo>
                  <a:pt x="658" y="254"/>
                </a:lnTo>
                <a:lnTo>
                  <a:pt x="659" y="254"/>
                </a:lnTo>
                <a:lnTo>
                  <a:pt x="660" y="253"/>
                </a:lnTo>
                <a:lnTo>
                  <a:pt x="661" y="253"/>
                </a:lnTo>
                <a:lnTo>
                  <a:pt x="661" y="252"/>
                </a:lnTo>
                <a:lnTo>
                  <a:pt x="660" y="251"/>
                </a:lnTo>
                <a:lnTo>
                  <a:pt x="660" y="250"/>
                </a:lnTo>
                <a:lnTo>
                  <a:pt x="659" y="250"/>
                </a:lnTo>
                <a:lnTo>
                  <a:pt x="659" y="249"/>
                </a:lnTo>
                <a:lnTo>
                  <a:pt x="658" y="248"/>
                </a:lnTo>
                <a:lnTo>
                  <a:pt x="657" y="247"/>
                </a:lnTo>
                <a:lnTo>
                  <a:pt x="657" y="246"/>
                </a:lnTo>
                <a:lnTo>
                  <a:pt x="656" y="245"/>
                </a:lnTo>
                <a:lnTo>
                  <a:pt x="655" y="244"/>
                </a:lnTo>
                <a:lnTo>
                  <a:pt x="658" y="244"/>
                </a:lnTo>
                <a:lnTo>
                  <a:pt x="661" y="243"/>
                </a:lnTo>
                <a:lnTo>
                  <a:pt x="663" y="242"/>
                </a:lnTo>
                <a:lnTo>
                  <a:pt x="664" y="242"/>
                </a:lnTo>
                <a:lnTo>
                  <a:pt x="665" y="241"/>
                </a:lnTo>
                <a:lnTo>
                  <a:pt x="666" y="243"/>
                </a:lnTo>
                <a:lnTo>
                  <a:pt x="667" y="250"/>
                </a:lnTo>
                <a:lnTo>
                  <a:pt x="668" y="251"/>
                </a:lnTo>
                <a:lnTo>
                  <a:pt x="668" y="252"/>
                </a:lnTo>
                <a:lnTo>
                  <a:pt x="669" y="253"/>
                </a:lnTo>
                <a:lnTo>
                  <a:pt x="670" y="255"/>
                </a:lnTo>
                <a:lnTo>
                  <a:pt x="671" y="255"/>
                </a:lnTo>
                <a:lnTo>
                  <a:pt x="672" y="255"/>
                </a:lnTo>
                <a:lnTo>
                  <a:pt x="674" y="257"/>
                </a:lnTo>
                <a:lnTo>
                  <a:pt x="676" y="257"/>
                </a:lnTo>
                <a:lnTo>
                  <a:pt x="676" y="258"/>
                </a:lnTo>
                <a:lnTo>
                  <a:pt x="677" y="259"/>
                </a:lnTo>
                <a:lnTo>
                  <a:pt x="679" y="260"/>
                </a:lnTo>
                <a:lnTo>
                  <a:pt x="679" y="261"/>
                </a:lnTo>
                <a:lnTo>
                  <a:pt x="680" y="261"/>
                </a:lnTo>
                <a:lnTo>
                  <a:pt x="680" y="260"/>
                </a:lnTo>
                <a:lnTo>
                  <a:pt x="679" y="260"/>
                </a:lnTo>
                <a:lnTo>
                  <a:pt x="679" y="259"/>
                </a:lnTo>
                <a:lnTo>
                  <a:pt x="679" y="258"/>
                </a:lnTo>
                <a:lnTo>
                  <a:pt x="679" y="257"/>
                </a:lnTo>
                <a:lnTo>
                  <a:pt x="679" y="255"/>
                </a:lnTo>
                <a:lnTo>
                  <a:pt x="680" y="255"/>
                </a:lnTo>
                <a:lnTo>
                  <a:pt x="680" y="254"/>
                </a:lnTo>
                <a:lnTo>
                  <a:pt x="679" y="254"/>
                </a:lnTo>
                <a:lnTo>
                  <a:pt x="679" y="253"/>
                </a:lnTo>
                <a:lnTo>
                  <a:pt x="678" y="253"/>
                </a:lnTo>
                <a:lnTo>
                  <a:pt x="678" y="251"/>
                </a:lnTo>
                <a:lnTo>
                  <a:pt x="678" y="249"/>
                </a:lnTo>
                <a:lnTo>
                  <a:pt x="680" y="248"/>
                </a:lnTo>
                <a:lnTo>
                  <a:pt x="682" y="248"/>
                </a:lnTo>
                <a:lnTo>
                  <a:pt x="682" y="247"/>
                </a:lnTo>
                <a:lnTo>
                  <a:pt x="684" y="247"/>
                </a:lnTo>
                <a:lnTo>
                  <a:pt x="689" y="245"/>
                </a:lnTo>
                <a:lnTo>
                  <a:pt x="690" y="244"/>
                </a:lnTo>
                <a:lnTo>
                  <a:pt x="691" y="244"/>
                </a:lnTo>
                <a:lnTo>
                  <a:pt x="691" y="243"/>
                </a:lnTo>
                <a:lnTo>
                  <a:pt x="693" y="243"/>
                </a:lnTo>
                <a:lnTo>
                  <a:pt x="695" y="242"/>
                </a:lnTo>
                <a:lnTo>
                  <a:pt x="697" y="241"/>
                </a:lnTo>
                <a:lnTo>
                  <a:pt x="699" y="240"/>
                </a:lnTo>
                <a:lnTo>
                  <a:pt x="700" y="243"/>
                </a:lnTo>
                <a:lnTo>
                  <a:pt x="701" y="243"/>
                </a:lnTo>
                <a:lnTo>
                  <a:pt x="701" y="245"/>
                </a:lnTo>
                <a:lnTo>
                  <a:pt x="702" y="246"/>
                </a:lnTo>
                <a:lnTo>
                  <a:pt x="702" y="247"/>
                </a:lnTo>
                <a:lnTo>
                  <a:pt x="703" y="248"/>
                </a:lnTo>
                <a:lnTo>
                  <a:pt x="703" y="249"/>
                </a:lnTo>
                <a:lnTo>
                  <a:pt x="704" y="249"/>
                </a:lnTo>
                <a:lnTo>
                  <a:pt x="704" y="250"/>
                </a:lnTo>
                <a:lnTo>
                  <a:pt x="705" y="251"/>
                </a:lnTo>
                <a:lnTo>
                  <a:pt x="706" y="251"/>
                </a:lnTo>
                <a:lnTo>
                  <a:pt x="707" y="251"/>
                </a:lnTo>
                <a:lnTo>
                  <a:pt x="707" y="252"/>
                </a:lnTo>
                <a:lnTo>
                  <a:pt x="708" y="252"/>
                </a:lnTo>
                <a:lnTo>
                  <a:pt x="709" y="252"/>
                </a:lnTo>
                <a:lnTo>
                  <a:pt x="710" y="252"/>
                </a:lnTo>
                <a:lnTo>
                  <a:pt x="711" y="253"/>
                </a:lnTo>
                <a:lnTo>
                  <a:pt x="712" y="252"/>
                </a:lnTo>
                <a:lnTo>
                  <a:pt x="712" y="251"/>
                </a:lnTo>
                <a:lnTo>
                  <a:pt x="713" y="249"/>
                </a:lnTo>
                <a:lnTo>
                  <a:pt x="713" y="248"/>
                </a:lnTo>
                <a:lnTo>
                  <a:pt x="714" y="248"/>
                </a:lnTo>
                <a:lnTo>
                  <a:pt x="718" y="245"/>
                </a:lnTo>
                <a:lnTo>
                  <a:pt x="719" y="244"/>
                </a:lnTo>
                <a:lnTo>
                  <a:pt x="719" y="234"/>
                </a:lnTo>
                <a:lnTo>
                  <a:pt x="719" y="231"/>
                </a:lnTo>
                <a:lnTo>
                  <a:pt x="727" y="231"/>
                </a:lnTo>
                <a:lnTo>
                  <a:pt x="730" y="232"/>
                </a:lnTo>
                <a:lnTo>
                  <a:pt x="738" y="232"/>
                </a:lnTo>
                <a:lnTo>
                  <a:pt x="746" y="232"/>
                </a:lnTo>
                <a:lnTo>
                  <a:pt x="753" y="232"/>
                </a:lnTo>
                <a:lnTo>
                  <a:pt x="760" y="232"/>
                </a:lnTo>
                <a:lnTo>
                  <a:pt x="771" y="222"/>
                </a:lnTo>
                <a:lnTo>
                  <a:pt x="779" y="223"/>
                </a:lnTo>
                <a:lnTo>
                  <a:pt x="787" y="223"/>
                </a:lnTo>
                <a:lnTo>
                  <a:pt x="804" y="225"/>
                </a:lnTo>
                <a:lnTo>
                  <a:pt x="806" y="225"/>
                </a:lnTo>
                <a:lnTo>
                  <a:pt x="812" y="225"/>
                </a:lnTo>
                <a:lnTo>
                  <a:pt x="817" y="229"/>
                </a:lnTo>
                <a:lnTo>
                  <a:pt x="820" y="234"/>
                </a:lnTo>
                <a:lnTo>
                  <a:pt x="822" y="236"/>
                </a:lnTo>
                <a:lnTo>
                  <a:pt x="829" y="247"/>
                </a:lnTo>
                <a:lnTo>
                  <a:pt x="830" y="248"/>
                </a:lnTo>
                <a:lnTo>
                  <a:pt x="831" y="254"/>
                </a:lnTo>
                <a:lnTo>
                  <a:pt x="831" y="260"/>
                </a:lnTo>
                <a:lnTo>
                  <a:pt x="823" y="269"/>
                </a:lnTo>
                <a:lnTo>
                  <a:pt x="823" y="300"/>
                </a:lnTo>
                <a:lnTo>
                  <a:pt x="822" y="301"/>
                </a:lnTo>
                <a:lnTo>
                  <a:pt x="821" y="302"/>
                </a:lnTo>
                <a:lnTo>
                  <a:pt x="819" y="303"/>
                </a:lnTo>
                <a:lnTo>
                  <a:pt x="818" y="304"/>
                </a:lnTo>
                <a:lnTo>
                  <a:pt x="817" y="304"/>
                </a:lnTo>
                <a:lnTo>
                  <a:pt x="816" y="304"/>
                </a:lnTo>
                <a:lnTo>
                  <a:pt x="814" y="305"/>
                </a:lnTo>
                <a:lnTo>
                  <a:pt x="813" y="306"/>
                </a:lnTo>
                <a:lnTo>
                  <a:pt x="811" y="307"/>
                </a:lnTo>
                <a:lnTo>
                  <a:pt x="810" y="308"/>
                </a:lnTo>
                <a:lnTo>
                  <a:pt x="808" y="309"/>
                </a:lnTo>
                <a:lnTo>
                  <a:pt x="806" y="310"/>
                </a:lnTo>
                <a:lnTo>
                  <a:pt x="805" y="310"/>
                </a:lnTo>
                <a:lnTo>
                  <a:pt x="805" y="311"/>
                </a:lnTo>
                <a:lnTo>
                  <a:pt x="804" y="311"/>
                </a:lnTo>
                <a:lnTo>
                  <a:pt x="804" y="312"/>
                </a:lnTo>
                <a:lnTo>
                  <a:pt x="803" y="313"/>
                </a:lnTo>
                <a:lnTo>
                  <a:pt x="802" y="313"/>
                </a:lnTo>
                <a:lnTo>
                  <a:pt x="802" y="314"/>
                </a:lnTo>
                <a:lnTo>
                  <a:pt x="801" y="314"/>
                </a:lnTo>
                <a:lnTo>
                  <a:pt x="801" y="315"/>
                </a:lnTo>
                <a:lnTo>
                  <a:pt x="801" y="316"/>
                </a:lnTo>
                <a:lnTo>
                  <a:pt x="800" y="317"/>
                </a:lnTo>
                <a:lnTo>
                  <a:pt x="800" y="318"/>
                </a:lnTo>
                <a:lnTo>
                  <a:pt x="800" y="319"/>
                </a:lnTo>
                <a:lnTo>
                  <a:pt x="800" y="320"/>
                </a:lnTo>
                <a:lnTo>
                  <a:pt x="799" y="321"/>
                </a:lnTo>
                <a:lnTo>
                  <a:pt x="799" y="322"/>
                </a:lnTo>
                <a:lnTo>
                  <a:pt x="799" y="323"/>
                </a:lnTo>
                <a:lnTo>
                  <a:pt x="798" y="325"/>
                </a:lnTo>
                <a:lnTo>
                  <a:pt x="798" y="326"/>
                </a:lnTo>
                <a:lnTo>
                  <a:pt x="797" y="326"/>
                </a:lnTo>
                <a:lnTo>
                  <a:pt x="797" y="327"/>
                </a:lnTo>
                <a:lnTo>
                  <a:pt x="796" y="328"/>
                </a:lnTo>
                <a:lnTo>
                  <a:pt x="795" y="328"/>
                </a:lnTo>
                <a:lnTo>
                  <a:pt x="795" y="329"/>
                </a:lnTo>
                <a:lnTo>
                  <a:pt x="794" y="329"/>
                </a:lnTo>
                <a:lnTo>
                  <a:pt x="793" y="330"/>
                </a:lnTo>
                <a:lnTo>
                  <a:pt x="792" y="330"/>
                </a:lnTo>
                <a:lnTo>
                  <a:pt x="792" y="331"/>
                </a:lnTo>
                <a:lnTo>
                  <a:pt x="791" y="331"/>
                </a:lnTo>
                <a:lnTo>
                  <a:pt x="790" y="332"/>
                </a:lnTo>
                <a:lnTo>
                  <a:pt x="789" y="332"/>
                </a:lnTo>
                <a:lnTo>
                  <a:pt x="788" y="332"/>
                </a:lnTo>
                <a:lnTo>
                  <a:pt x="787" y="332"/>
                </a:lnTo>
                <a:lnTo>
                  <a:pt x="786" y="332"/>
                </a:lnTo>
                <a:lnTo>
                  <a:pt x="784" y="332"/>
                </a:lnTo>
                <a:lnTo>
                  <a:pt x="784" y="333"/>
                </a:lnTo>
                <a:lnTo>
                  <a:pt x="782" y="333"/>
                </a:lnTo>
                <a:lnTo>
                  <a:pt x="780" y="333"/>
                </a:lnTo>
                <a:lnTo>
                  <a:pt x="779" y="333"/>
                </a:lnTo>
                <a:lnTo>
                  <a:pt x="779" y="334"/>
                </a:lnTo>
                <a:lnTo>
                  <a:pt x="778" y="335"/>
                </a:lnTo>
                <a:lnTo>
                  <a:pt x="777" y="335"/>
                </a:lnTo>
                <a:lnTo>
                  <a:pt x="777" y="336"/>
                </a:lnTo>
                <a:lnTo>
                  <a:pt x="776" y="336"/>
                </a:lnTo>
                <a:lnTo>
                  <a:pt x="775" y="337"/>
                </a:lnTo>
                <a:lnTo>
                  <a:pt x="773" y="338"/>
                </a:lnTo>
                <a:lnTo>
                  <a:pt x="772" y="339"/>
                </a:lnTo>
                <a:lnTo>
                  <a:pt x="771" y="339"/>
                </a:lnTo>
                <a:lnTo>
                  <a:pt x="770" y="340"/>
                </a:lnTo>
                <a:lnTo>
                  <a:pt x="767" y="341"/>
                </a:lnTo>
                <a:lnTo>
                  <a:pt x="766" y="342"/>
                </a:lnTo>
                <a:lnTo>
                  <a:pt x="765" y="343"/>
                </a:lnTo>
                <a:lnTo>
                  <a:pt x="764" y="343"/>
                </a:lnTo>
                <a:lnTo>
                  <a:pt x="762" y="344"/>
                </a:lnTo>
                <a:lnTo>
                  <a:pt x="760" y="345"/>
                </a:lnTo>
                <a:lnTo>
                  <a:pt x="759" y="345"/>
                </a:lnTo>
                <a:lnTo>
                  <a:pt x="758" y="345"/>
                </a:lnTo>
                <a:lnTo>
                  <a:pt x="757" y="346"/>
                </a:lnTo>
                <a:lnTo>
                  <a:pt x="757" y="347"/>
                </a:lnTo>
                <a:lnTo>
                  <a:pt x="756" y="347"/>
                </a:lnTo>
                <a:lnTo>
                  <a:pt x="755" y="347"/>
                </a:lnTo>
                <a:lnTo>
                  <a:pt x="754" y="348"/>
                </a:lnTo>
                <a:lnTo>
                  <a:pt x="752" y="348"/>
                </a:lnTo>
                <a:lnTo>
                  <a:pt x="752" y="347"/>
                </a:lnTo>
                <a:lnTo>
                  <a:pt x="751" y="347"/>
                </a:lnTo>
                <a:lnTo>
                  <a:pt x="750" y="347"/>
                </a:lnTo>
                <a:lnTo>
                  <a:pt x="750" y="346"/>
                </a:lnTo>
                <a:lnTo>
                  <a:pt x="749" y="346"/>
                </a:lnTo>
                <a:lnTo>
                  <a:pt x="748" y="346"/>
                </a:lnTo>
                <a:lnTo>
                  <a:pt x="747" y="346"/>
                </a:lnTo>
                <a:lnTo>
                  <a:pt x="747" y="347"/>
                </a:lnTo>
                <a:lnTo>
                  <a:pt x="747" y="348"/>
                </a:lnTo>
                <a:lnTo>
                  <a:pt x="748" y="348"/>
                </a:lnTo>
                <a:lnTo>
                  <a:pt x="769" y="347"/>
                </a:lnTo>
                <a:lnTo>
                  <a:pt x="770" y="347"/>
                </a:lnTo>
                <a:lnTo>
                  <a:pt x="772" y="347"/>
                </a:lnTo>
                <a:lnTo>
                  <a:pt x="773" y="347"/>
                </a:lnTo>
                <a:lnTo>
                  <a:pt x="774" y="347"/>
                </a:lnTo>
                <a:lnTo>
                  <a:pt x="775" y="348"/>
                </a:lnTo>
                <a:lnTo>
                  <a:pt x="777" y="348"/>
                </a:lnTo>
                <a:lnTo>
                  <a:pt x="778" y="348"/>
                </a:lnTo>
                <a:lnTo>
                  <a:pt x="780" y="349"/>
                </a:lnTo>
                <a:lnTo>
                  <a:pt x="781" y="349"/>
                </a:lnTo>
                <a:lnTo>
                  <a:pt x="785" y="350"/>
                </a:lnTo>
                <a:lnTo>
                  <a:pt x="786" y="350"/>
                </a:lnTo>
                <a:lnTo>
                  <a:pt x="787" y="350"/>
                </a:lnTo>
                <a:lnTo>
                  <a:pt x="796" y="359"/>
                </a:lnTo>
                <a:lnTo>
                  <a:pt x="802" y="361"/>
                </a:lnTo>
                <a:lnTo>
                  <a:pt x="809" y="363"/>
                </a:lnTo>
                <a:lnTo>
                  <a:pt x="818" y="369"/>
                </a:lnTo>
                <a:lnTo>
                  <a:pt x="831" y="371"/>
                </a:lnTo>
                <a:lnTo>
                  <a:pt x="833" y="373"/>
                </a:lnTo>
                <a:lnTo>
                  <a:pt x="838" y="380"/>
                </a:lnTo>
                <a:lnTo>
                  <a:pt x="837" y="385"/>
                </a:lnTo>
                <a:lnTo>
                  <a:pt x="840" y="392"/>
                </a:lnTo>
                <a:lnTo>
                  <a:pt x="852" y="395"/>
                </a:lnTo>
                <a:lnTo>
                  <a:pt x="858" y="396"/>
                </a:lnTo>
                <a:lnTo>
                  <a:pt x="858" y="405"/>
                </a:lnTo>
                <a:lnTo>
                  <a:pt x="860" y="405"/>
                </a:lnTo>
                <a:lnTo>
                  <a:pt x="861" y="405"/>
                </a:lnTo>
                <a:lnTo>
                  <a:pt x="862" y="405"/>
                </a:lnTo>
                <a:lnTo>
                  <a:pt x="863" y="405"/>
                </a:lnTo>
                <a:lnTo>
                  <a:pt x="864" y="406"/>
                </a:lnTo>
                <a:lnTo>
                  <a:pt x="865" y="406"/>
                </a:lnTo>
                <a:lnTo>
                  <a:pt x="866" y="406"/>
                </a:lnTo>
                <a:lnTo>
                  <a:pt x="867" y="406"/>
                </a:lnTo>
                <a:lnTo>
                  <a:pt x="868" y="406"/>
                </a:lnTo>
                <a:lnTo>
                  <a:pt x="868" y="407"/>
                </a:lnTo>
                <a:lnTo>
                  <a:pt x="870" y="407"/>
                </a:lnTo>
                <a:lnTo>
                  <a:pt x="871" y="407"/>
                </a:lnTo>
                <a:lnTo>
                  <a:pt x="872" y="406"/>
                </a:lnTo>
                <a:lnTo>
                  <a:pt x="873" y="406"/>
                </a:lnTo>
                <a:lnTo>
                  <a:pt x="874" y="406"/>
                </a:lnTo>
                <a:lnTo>
                  <a:pt x="875" y="406"/>
                </a:lnTo>
                <a:lnTo>
                  <a:pt x="877" y="406"/>
                </a:lnTo>
                <a:lnTo>
                  <a:pt x="878" y="405"/>
                </a:lnTo>
                <a:lnTo>
                  <a:pt x="879" y="405"/>
                </a:lnTo>
                <a:lnTo>
                  <a:pt x="880" y="405"/>
                </a:lnTo>
                <a:lnTo>
                  <a:pt x="881" y="405"/>
                </a:lnTo>
                <a:lnTo>
                  <a:pt x="882" y="405"/>
                </a:lnTo>
                <a:lnTo>
                  <a:pt x="884" y="405"/>
                </a:lnTo>
                <a:lnTo>
                  <a:pt x="885" y="405"/>
                </a:lnTo>
                <a:lnTo>
                  <a:pt x="893" y="405"/>
                </a:lnTo>
                <a:lnTo>
                  <a:pt x="893" y="411"/>
                </a:lnTo>
                <a:lnTo>
                  <a:pt x="893" y="418"/>
                </a:lnTo>
                <a:lnTo>
                  <a:pt x="894" y="423"/>
                </a:lnTo>
                <a:lnTo>
                  <a:pt x="894" y="428"/>
                </a:lnTo>
                <a:lnTo>
                  <a:pt x="894" y="429"/>
                </a:lnTo>
                <a:lnTo>
                  <a:pt x="894" y="430"/>
                </a:lnTo>
                <a:lnTo>
                  <a:pt x="895" y="430"/>
                </a:lnTo>
                <a:lnTo>
                  <a:pt x="895" y="431"/>
                </a:lnTo>
                <a:lnTo>
                  <a:pt x="894" y="431"/>
                </a:lnTo>
                <a:lnTo>
                  <a:pt x="894" y="432"/>
                </a:lnTo>
                <a:lnTo>
                  <a:pt x="895" y="432"/>
                </a:lnTo>
                <a:lnTo>
                  <a:pt x="895" y="433"/>
                </a:lnTo>
                <a:lnTo>
                  <a:pt x="895" y="434"/>
                </a:lnTo>
                <a:lnTo>
                  <a:pt x="895" y="435"/>
                </a:lnTo>
                <a:lnTo>
                  <a:pt x="896" y="435"/>
                </a:lnTo>
                <a:lnTo>
                  <a:pt x="896" y="436"/>
                </a:lnTo>
                <a:lnTo>
                  <a:pt x="896" y="437"/>
                </a:lnTo>
                <a:lnTo>
                  <a:pt x="896" y="438"/>
                </a:lnTo>
                <a:lnTo>
                  <a:pt x="897" y="438"/>
                </a:lnTo>
                <a:lnTo>
                  <a:pt x="896" y="439"/>
                </a:lnTo>
                <a:lnTo>
                  <a:pt x="897" y="439"/>
                </a:lnTo>
                <a:lnTo>
                  <a:pt x="897" y="440"/>
                </a:lnTo>
                <a:lnTo>
                  <a:pt x="896" y="440"/>
                </a:lnTo>
                <a:lnTo>
                  <a:pt x="893" y="444"/>
                </a:lnTo>
                <a:lnTo>
                  <a:pt x="893" y="445"/>
                </a:lnTo>
                <a:lnTo>
                  <a:pt x="893" y="448"/>
                </a:lnTo>
                <a:lnTo>
                  <a:pt x="893" y="450"/>
                </a:lnTo>
                <a:lnTo>
                  <a:pt x="894" y="451"/>
                </a:lnTo>
                <a:lnTo>
                  <a:pt x="895" y="451"/>
                </a:lnTo>
                <a:lnTo>
                  <a:pt x="896" y="452"/>
                </a:lnTo>
                <a:lnTo>
                  <a:pt x="897" y="453"/>
                </a:lnTo>
                <a:lnTo>
                  <a:pt x="898" y="453"/>
                </a:lnTo>
                <a:lnTo>
                  <a:pt x="899" y="453"/>
                </a:lnTo>
                <a:lnTo>
                  <a:pt x="900" y="449"/>
                </a:lnTo>
                <a:lnTo>
                  <a:pt x="904" y="451"/>
                </a:lnTo>
                <a:lnTo>
                  <a:pt x="906" y="452"/>
                </a:lnTo>
                <a:lnTo>
                  <a:pt x="907" y="453"/>
                </a:lnTo>
                <a:lnTo>
                  <a:pt x="907" y="455"/>
                </a:lnTo>
                <a:lnTo>
                  <a:pt x="907" y="456"/>
                </a:lnTo>
                <a:lnTo>
                  <a:pt x="908" y="457"/>
                </a:lnTo>
                <a:lnTo>
                  <a:pt x="907" y="457"/>
                </a:lnTo>
                <a:lnTo>
                  <a:pt x="907" y="458"/>
                </a:lnTo>
                <a:lnTo>
                  <a:pt x="907" y="459"/>
                </a:lnTo>
                <a:lnTo>
                  <a:pt x="907" y="460"/>
                </a:lnTo>
                <a:lnTo>
                  <a:pt x="908" y="459"/>
                </a:lnTo>
                <a:lnTo>
                  <a:pt x="914" y="458"/>
                </a:lnTo>
                <a:lnTo>
                  <a:pt x="923" y="456"/>
                </a:lnTo>
                <a:lnTo>
                  <a:pt x="924" y="456"/>
                </a:lnTo>
                <a:lnTo>
                  <a:pt x="928" y="454"/>
                </a:lnTo>
                <a:lnTo>
                  <a:pt x="930" y="453"/>
                </a:lnTo>
                <a:lnTo>
                  <a:pt x="935" y="450"/>
                </a:lnTo>
                <a:lnTo>
                  <a:pt x="934" y="453"/>
                </a:lnTo>
                <a:lnTo>
                  <a:pt x="933" y="454"/>
                </a:lnTo>
                <a:lnTo>
                  <a:pt x="933" y="457"/>
                </a:lnTo>
                <a:lnTo>
                  <a:pt x="932" y="458"/>
                </a:lnTo>
                <a:lnTo>
                  <a:pt x="932" y="459"/>
                </a:lnTo>
                <a:lnTo>
                  <a:pt x="934" y="462"/>
                </a:lnTo>
                <a:lnTo>
                  <a:pt x="936" y="464"/>
                </a:lnTo>
                <a:lnTo>
                  <a:pt x="935" y="464"/>
                </a:lnTo>
                <a:lnTo>
                  <a:pt x="935" y="465"/>
                </a:lnTo>
                <a:lnTo>
                  <a:pt x="936" y="465"/>
                </a:lnTo>
                <a:lnTo>
                  <a:pt x="936" y="466"/>
                </a:lnTo>
                <a:lnTo>
                  <a:pt x="936" y="470"/>
                </a:lnTo>
                <a:lnTo>
                  <a:pt x="938" y="470"/>
                </a:lnTo>
                <a:lnTo>
                  <a:pt x="940" y="471"/>
                </a:lnTo>
                <a:lnTo>
                  <a:pt x="943" y="471"/>
                </a:lnTo>
                <a:lnTo>
                  <a:pt x="946" y="471"/>
                </a:lnTo>
                <a:lnTo>
                  <a:pt x="946" y="472"/>
                </a:lnTo>
                <a:lnTo>
                  <a:pt x="946" y="473"/>
                </a:lnTo>
                <a:lnTo>
                  <a:pt x="946" y="474"/>
                </a:lnTo>
                <a:lnTo>
                  <a:pt x="947" y="474"/>
                </a:lnTo>
                <a:lnTo>
                  <a:pt x="946" y="474"/>
                </a:lnTo>
                <a:lnTo>
                  <a:pt x="947" y="474"/>
                </a:lnTo>
                <a:lnTo>
                  <a:pt x="946" y="474"/>
                </a:lnTo>
                <a:lnTo>
                  <a:pt x="946" y="475"/>
                </a:lnTo>
                <a:lnTo>
                  <a:pt x="946" y="476"/>
                </a:lnTo>
                <a:lnTo>
                  <a:pt x="945" y="476"/>
                </a:lnTo>
                <a:lnTo>
                  <a:pt x="944" y="476"/>
                </a:lnTo>
                <a:lnTo>
                  <a:pt x="944" y="477"/>
                </a:lnTo>
                <a:lnTo>
                  <a:pt x="943" y="477"/>
                </a:lnTo>
                <a:lnTo>
                  <a:pt x="943" y="478"/>
                </a:lnTo>
                <a:lnTo>
                  <a:pt x="943" y="479"/>
                </a:lnTo>
                <a:lnTo>
                  <a:pt x="944" y="479"/>
                </a:lnTo>
                <a:lnTo>
                  <a:pt x="945" y="479"/>
                </a:lnTo>
                <a:lnTo>
                  <a:pt x="945" y="480"/>
                </a:lnTo>
                <a:lnTo>
                  <a:pt x="946" y="480"/>
                </a:lnTo>
                <a:lnTo>
                  <a:pt x="946" y="479"/>
                </a:lnTo>
                <a:lnTo>
                  <a:pt x="947" y="480"/>
                </a:lnTo>
                <a:lnTo>
                  <a:pt x="948" y="480"/>
                </a:lnTo>
                <a:lnTo>
                  <a:pt x="949" y="480"/>
                </a:lnTo>
                <a:lnTo>
                  <a:pt x="950" y="480"/>
                </a:lnTo>
                <a:lnTo>
                  <a:pt x="951" y="480"/>
                </a:lnTo>
                <a:lnTo>
                  <a:pt x="952" y="480"/>
                </a:lnTo>
                <a:lnTo>
                  <a:pt x="953" y="480"/>
                </a:lnTo>
                <a:lnTo>
                  <a:pt x="953" y="481"/>
                </a:lnTo>
                <a:lnTo>
                  <a:pt x="954" y="481"/>
                </a:lnTo>
                <a:lnTo>
                  <a:pt x="955" y="481"/>
                </a:lnTo>
                <a:lnTo>
                  <a:pt x="955" y="482"/>
                </a:lnTo>
                <a:lnTo>
                  <a:pt x="956" y="482"/>
                </a:lnTo>
                <a:lnTo>
                  <a:pt x="957" y="482"/>
                </a:lnTo>
                <a:lnTo>
                  <a:pt x="957" y="483"/>
                </a:lnTo>
                <a:lnTo>
                  <a:pt x="958" y="482"/>
                </a:lnTo>
                <a:lnTo>
                  <a:pt x="958" y="483"/>
                </a:lnTo>
                <a:lnTo>
                  <a:pt x="959" y="483"/>
                </a:lnTo>
                <a:lnTo>
                  <a:pt x="960" y="484"/>
                </a:lnTo>
                <a:lnTo>
                  <a:pt x="961" y="484"/>
                </a:lnTo>
                <a:lnTo>
                  <a:pt x="962" y="484"/>
                </a:lnTo>
                <a:lnTo>
                  <a:pt x="962" y="485"/>
                </a:lnTo>
                <a:lnTo>
                  <a:pt x="963" y="485"/>
                </a:lnTo>
                <a:lnTo>
                  <a:pt x="964" y="485"/>
                </a:lnTo>
                <a:lnTo>
                  <a:pt x="970" y="487"/>
                </a:lnTo>
                <a:lnTo>
                  <a:pt x="971" y="489"/>
                </a:lnTo>
                <a:lnTo>
                  <a:pt x="971" y="490"/>
                </a:lnTo>
                <a:lnTo>
                  <a:pt x="973" y="492"/>
                </a:lnTo>
                <a:lnTo>
                  <a:pt x="973" y="493"/>
                </a:lnTo>
                <a:lnTo>
                  <a:pt x="974" y="495"/>
                </a:lnTo>
                <a:lnTo>
                  <a:pt x="975" y="495"/>
                </a:lnTo>
                <a:lnTo>
                  <a:pt x="975" y="494"/>
                </a:lnTo>
                <a:lnTo>
                  <a:pt x="976" y="494"/>
                </a:lnTo>
                <a:lnTo>
                  <a:pt x="976" y="493"/>
                </a:lnTo>
                <a:lnTo>
                  <a:pt x="978" y="492"/>
                </a:lnTo>
                <a:lnTo>
                  <a:pt x="978" y="491"/>
                </a:lnTo>
                <a:lnTo>
                  <a:pt x="979" y="491"/>
                </a:lnTo>
                <a:lnTo>
                  <a:pt x="979" y="490"/>
                </a:lnTo>
                <a:lnTo>
                  <a:pt x="980" y="490"/>
                </a:lnTo>
                <a:lnTo>
                  <a:pt x="981" y="490"/>
                </a:lnTo>
                <a:lnTo>
                  <a:pt x="982" y="490"/>
                </a:lnTo>
                <a:lnTo>
                  <a:pt x="983" y="490"/>
                </a:lnTo>
                <a:lnTo>
                  <a:pt x="984" y="491"/>
                </a:lnTo>
                <a:lnTo>
                  <a:pt x="985" y="491"/>
                </a:lnTo>
                <a:lnTo>
                  <a:pt x="986" y="491"/>
                </a:lnTo>
                <a:lnTo>
                  <a:pt x="989" y="491"/>
                </a:lnTo>
                <a:lnTo>
                  <a:pt x="989" y="492"/>
                </a:lnTo>
                <a:lnTo>
                  <a:pt x="990" y="492"/>
                </a:lnTo>
                <a:lnTo>
                  <a:pt x="991" y="492"/>
                </a:lnTo>
                <a:lnTo>
                  <a:pt x="992" y="494"/>
                </a:lnTo>
                <a:lnTo>
                  <a:pt x="993" y="493"/>
                </a:lnTo>
                <a:lnTo>
                  <a:pt x="994" y="492"/>
                </a:lnTo>
                <a:lnTo>
                  <a:pt x="1001" y="487"/>
                </a:lnTo>
                <a:lnTo>
                  <a:pt x="1009" y="475"/>
                </a:lnTo>
                <a:lnTo>
                  <a:pt x="1016" y="471"/>
                </a:lnTo>
                <a:lnTo>
                  <a:pt x="1024" y="466"/>
                </a:lnTo>
                <a:lnTo>
                  <a:pt x="1016" y="459"/>
                </a:lnTo>
                <a:lnTo>
                  <a:pt x="1014" y="457"/>
                </a:lnTo>
                <a:lnTo>
                  <a:pt x="1010" y="454"/>
                </a:lnTo>
                <a:lnTo>
                  <a:pt x="1009" y="452"/>
                </a:lnTo>
                <a:lnTo>
                  <a:pt x="998" y="442"/>
                </a:lnTo>
                <a:lnTo>
                  <a:pt x="1000" y="441"/>
                </a:lnTo>
                <a:lnTo>
                  <a:pt x="1016" y="437"/>
                </a:lnTo>
                <a:lnTo>
                  <a:pt x="1032" y="434"/>
                </a:lnTo>
                <a:lnTo>
                  <a:pt x="1046" y="430"/>
                </a:lnTo>
                <a:lnTo>
                  <a:pt x="1053" y="425"/>
                </a:lnTo>
                <a:lnTo>
                  <a:pt x="1064" y="422"/>
                </a:lnTo>
                <a:lnTo>
                  <a:pt x="1066" y="424"/>
                </a:lnTo>
                <a:lnTo>
                  <a:pt x="1070" y="426"/>
                </a:lnTo>
                <a:lnTo>
                  <a:pt x="1079" y="432"/>
                </a:lnTo>
                <a:lnTo>
                  <a:pt x="1100" y="436"/>
                </a:lnTo>
                <a:lnTo>
                  <a:pt x="1110" y="438"/>
                </a:lnTo>
                <a:lnTo>
                  <a:pt x="1121" y="441"/>
                </a:lnTo>
                <a:lnTo>
                  <a:pt x="1122" y="441"/>
                </a:lnTo>
                <a:lnTo>
                  <a:pt x="1135" y="429"/>
                </a:lnTo>
                <a:lnTo>
                  <a:pt x="1139" y="428"/>
                </a:lnTo>
                <a:lnTo>
                  <a:pt x="1144" y="424"/>
                </a:lnTo>
                <a:lnTo>
                  <a:pt x="1149" y="421"/>
                </a:lnTo>
                <a:lnTo>
                  <a:pt x="1157" y="414"/>
                </a:lnTo>
                <a:lnTo>
                  <a:pt x="1159" y="413"/>
                </a:lnTo>
                <a:lnTo>
                  <a:pt x="1172" y="409"/>
                </a:lnTo>
                <a:lnTo>
                  <a:pt x="1210" y="398"/>
                </a:lnTo>
                <a:lnTo>
                  <a:pt x="1221" y="398"/>
                </a:lnTo>
                <a:lnTo>
                  <a:pt x="1226" y="400"/>
                </a:lnTo>
                <a:lnTo>
                  <a:pt x="1236" y="403"/>
                </a:lnTo>
                <a:lnTo>
                  <a:pt x="1233" y="413"/>
                </a:lnTo>
                <a:lnTo>
                  <a:pt x="1231" y="418"/>
                </a:lnTo>
                <a:lnTo>
                  <a:pt x="1236" y="424"/>
                </a:lnTo>
                <a:lnTo>
                  <a:pt x="1245" y="434"/>
                </a:lnTo>
                <a:lnTo>
                  <a:pt x="1248" y="443"/>
                </a:lnTo>
                <a:lnTo>
                  <a:pt x="1247" y="445"/>
                </a:lnTo>
                <a:lnTo>
                  <a:pt x="1246" y="447"/>
                </a:lnTo>
                <a:lnTo>
                  <a:pt x="1247" y="452"/>
                </a:lnTo>
                <a:lnTo>
                  <a:pt x="1247" y="453"/>
                </a:lnTo>
                <a:lnTo>
                  <a:pt x="1247" y="454"/>
                </a:lnTo>
                <a:lnTo>
                  <a:pt x="1244" y="460"/>
                </a:lnTo>
                <a:lnTo>
                  <a:pt x="1230" y="466"/>
                </a:lnTo>
                <a:lnTo>
                  <a:pt x="1227" y="471"/>
                </a:lnTo>
                <a:lnTo>
                  <a:pt x="1219" y="483"/>
                </a:lnTo>
                <a:lnTo>
                  <a:pt x="1218" y="485"/>
                </a:lnTo>
                <a:lnTo>
                  <a:pt x="1218" y="486"/>
                </a:lnTo>
                <a:lnTo>
                  <a:pt x="1217" y="486"/>
                </a:lnTo>
                <a:lnTo>
                  <a:pt x="1216" y="489"/>
                </a:lnTo>
                <a:lnTo>
                  <a:pt x="1212" y="495"/>
                </a:lnTo>
                <a:lnTo>
                  <a:pt x="1182" y="513"/>
                </a:lnTo>
                <a:lnTo>
                  <a:pt x="1174" y="518"/>
                </a:lnTo>
                <a:lnTo>
                  <a:pt x="1174" y="519"/>
                </a:lnTo>
                <a:lnTo>
                  <a:pt x="1165" y="524"/>
                </a:lnTo>
                <a:lnTo>
                  <a:pt x="1166" y="525"/>
                </a:lnTo>
                <a:lnTo>
                  <a:pt x="1167" y="527"/>
                </a:lnTo>
                <a:lnTo>
                  <a:pt x="1170" y="530"/>
                </a:lnTo>
                <a:lnTo>
                  <a:pt x="1171" y="532"/>
                </a:lnTo>
                <a:lnTo>
                  <a:pt x="1179" y="553"/>
                </a:lnTo>
                <a:lnTo>
                  <a:pt x="1173" y="556"/>
                </a:lnTo>
                <a:lnTo>
                  <a:pt x="1160" y="562"/>
                </a:lnTo>
                <a:lnTo>
                  <a:pt x="1159" y="564"/>
                </a:lnTo>
                <a:lnTo>
                  <a:pt x="1159" y="566"/>
                </a:lnTo>
                <a:lnTo>
                  <a:pt x="1159" y="568"/>
                </a:lnTo>
                <a:lnTo>
                  <a:pt x="1158" y="568"/>
                </a:lnTo>
                <a:lnTo>
                  <a:pt x="1158" y="569"/>
                </a:lnTo>
                <a:lnTo>
                  <a:pt x="1159" y="570"/>
                </a:lnTo>
                <a:lnTo>
                  <a:pt x="1159" y="572"/>
                </a:lnTo>
                <a:lnTo>
                  <a:pt x="1160" y="575"/>
                </a:lnTo>
                <a:lnTo>
                  <a:pt x="1160" y="576"/>
                </a:lnTo>
                <a:lnTo>
                  <a:pt x="1161" y="576"/>
                </a:lnTo>
                <a:lnTo>
                  <a:pt x="1161" y="577"/>
                </a:lnTo>
                <a:lnTo>
                  <a:pt x="1162" y="579"/>
                </a:lnTo>
                <a:lnTo>
                  <a:pt x="1162" y="580"/>
                </a:lnTo>
                <a:lnTo>
                  <a:pt x="1162" y="582"/>
                </a:lnTo>
                <a:lnTo>
                  <a:pt x="1162" y="583"/>
                </a:lnTo>
                <a:lnTo>
                  <a:pt x="1162" y="584"/>
                </a:lnTo>
                <a:lnTo>
                  <a:pt x="1163" y="585"/>
                </a:lnTo>
                <a:lnTo>
                  <a:pt x="1163" y="586"/>
                </a:lnTo>
                <a:lnTo>
                  <a:pt x="1163" y="589"/>
                </a:lnTo>
                <a:lnTo>
                  <a:pt x="1164" y="589"/>
                </a:lnTo>
                <a:lnTo>
                  <a:pt x="1174" y="592"/>
                </a:lnTo>
                <a:lnTo>
                  <a:pt x="1175" y="593"/>
                </a:lnTo>
                <a:lnTo>
                  <a:pt x="1192" y="598"/>
                </a:lnTo>
                <a:lnTo>
                  <a:pt x="1207" y="612"/>
                </a:lnTo>
                <a:lnTo>
                  <a:pt x="1209" y="614"/>
                </a:lnTo>
                <a:lnTo>
                  <a:pt x="1210" y="615"/>
                </a:lnTo>
                <a:lnTo>
                  <a:pt x="1213" y="619"/>
                </a:lnTo>
                <a:lnTo>
                  <a:pt x="1220" y="624"/>
                </a:lnTo>
                <a:lnTo>
                  <a:pt x="1226" y="629"/>
                </a:lnTo>
                <a:lnTo>
                  <a:pt x="1234" y="635"/>
                </a:lnTo>
                <a:lnTo>
                  <a:pt x="1245" y="643"/>
                </a:lnTo>
                <a:lnTo>
                  <a:pt x="1251" y="643"/>
                </a:lnTo>
                <a:lnTo>
                  <a:pt x="1256" y="640"/>
                </a:lnTo>
                <a:lnTo>
                  <a:pt x="1256" y="641"/>
                </a:lnTo>
                <a:lnTo>
                  <a:pt x="1257" y="642"/>
                </a:lnTo>
                <a:lnTo>
                  <a:pt x="1259" y="642"/>
                </a:lnTo>
                <a:lnTo>
                  <a:pt x="1263" y="642"/>
                </a:lnTo>
                <a:lnTo>
                  <a:pt x="1264" y="642"/>
                </a:lnTo>
                <a:lnTo>
                  <a:pt x="1265" y="642"/>
                </a:lnTo>
                <a:lnTo>
                  <a:pt x="1265" y="641"/>
                </a:lnTo>
                <a:lnTo>
                  <a:pt x="1266" y="641"/>
                </a:lnTo>
                <a:lnTo>
                  <a:pt x="1269" y="640"/>
                </a:lnTo>
                <a:lnTo>
                  <a:pt x="1271" y="639"/>
                </a:lnTo>
                <a:lnTo>
                  <a:pt x="1272" y="639"/>
                </a:lnTo>
                <a:lnTo>
                  <a:pt x="1273" y="640"/>
                </a:lnTo>
                <a:lnTo>
                  <a:pt x="1273" y="641"/>
                </a:lnTo>
                <a:lnTo>
                  <a:pt x="1275" y="642"/>
                </a:lnTo>
                <a:lnTo>
                  <a:pt x="1278" y="642"/>
                </a:lnTo>
                <a:lnTo>
                  <a:pt x="1279" y="641"/>
                </a:lnTo>
                <a:lnTo>
                  <a:pt x="1280" y="641"/>
                </a:lnTo>
                <a:lnTo>
                  <a:pt x="1281" y="640"/>
                </a:lnTo>
                <a:lnTo>
                  <a:pt x="1282" y="640"/>
                </a:lnTo>
                <a:lnTo>
                  <a:pt x="1283" y="640"/>
                </a:lnTo>
                <a:lnTo>
                  <a:pt x="1283" y="641"/>
                </a:lnTo>
                <a:lnTo>
                  <a:pt x="1285" y="641"/>
                </a:lnTo>
                <a:lnTo>
                  <a:pt x="1288" y="641"/>
                </a:lnTo>
                <a:lnTo>
                  <a:pt x="1289" y="641"/>
                </a:lnTo>
                <a:lnTo>
                  <a:pt x="1290" y="642"/>
                </a:lnTo>
                <a:lnTo>
                  <a:pt x="1291" y="642"/>
                </a:lnTo>
                <a:lnTo>
                  <a:pt x="1292" y="642"/>
                </a:lnTo>
                <a:lnTo>
                  <a:pt x="1293" y="642"/>
                </a:lnTo>
                <a:lnTo>
                  <a:pt x="1295" y="642"/>
                </a:lnTo>
                <a:lnTo>
                  <a:pt x="1297" y="643"/>
                </a:lnTo>
                <a:lnTo>
                  <a:pt x="1298" y="643"/>
                </a:lnTo>
                <a:lnTo>
                  <a:pt x="1298" y="644"/>
                </a:lnTo>
                <a:lnTo>
                  <a:pt x="1297" y="644"/>
                </a:lnTo>
                <a:lnTo>
                  <a:pt x="1297" y="645"/>
                </a:lnTo>
                <a:lnTo>
                  <a:pt x="1296" y="646"/>
                </a:lnTo>
                <a:lnTo>
                  <a:pt x="1296" y="647"/>
                </a:lnTo>
                <a:lnTo>
                  <a:pt x="1296" y="648"/>
                </a:lnTo>
                <a:lnTo>
                  <a:pt x="1296" y="649"/>
                </a:lnTo>
                <a:lnTo>
                  <a:pt x="1297" y="649"/>
                </a:lnTo>
                <a:lnTo>
                  <a:pt x="1299" y="651"/>
                </a:lnTo>
                <a:lnTo>
                  <a:pt x="1302" y="651"/>
                </a:lnTo>
                <a:lnTo>
                  <a:pt x="1302" y="652"/>
                </a:lnTo>
                <a:lnTo>
                  <a:pt x="1301" y="652"/>
                </a:lnTo>
                <a:lnTo>
                  <a:pt x="1300" y="652"/>
                </a:lnTo>
                <a:lnTo>
                  <a:pt x="1300" y="653"/>
                </a:lnTo>
                <a:lnTo>
                  <a:pt x="1299" y="653"/>
                </a:lnTo>
                <a:lnTo>
                  <a:pt x="1299" y="654"/>
                </a:lnTo>
                <a:lnTo>
                  <a:pt x="1297" y="654"/>
                </a:lnTo>
                <a:lnTo>
                  <a:pt x="1296" y="655"/>
                </a:lnTo>
                <a:lnTo>
                  <a:pt x="1296" y="656"/>
                </a:lnTo>
                <a:lnTo>
                  <a:pt x="1295" y="656"/>
                </a:lnTo>
                <a:lnTo>
                  <a:pt x="1295" y="657"/>
                </a:lnTo>
                <a:lnTo>
                  <a:pt x="1294" y="657"/>
                </a:lnTo>
                <a:lnTo>
                  <a:pt x="1293" y="656"/>
                </a:lnTo>
                <a:lnTo>
                  <a:pt x="1292" y="656"/>
                </a:lnTo>
                <a:lnTo>
                  <a:pt x="1291" y="656"/>
                </a:lnTo>
                <a:lnTo>
                  <a:pt x="1291" y="657"/>
                </a:lnTo>
                <a:lnTo>
                  <a:pt x="1292" y="657"/>
                </a:lnTo>
                <a:lnTo>
                  <a:pt x="1292" y="658"/>
                </a:lnTo>
                <a:lnTo>
                  <a:pt x="1292" y="659"/>
                </a:lnTo>
                <a:lnTo>
                  <a:pt x="1291" y="659"/>
                </a:lnTo>
                <a:lnTo>
                  <a:pt x="1290" y="659"/>
                </a:lnTo>
                <a:lnTo>
                  <a:pt x="1289" y="659"/>
                </a:lnTo>
                <a:lnTo>
                  <a:pt x="1290" y="660"/>
                </a:lnTo>
                <a:lnTo>
                  <a:pt x="1289" y="661"/>
                </a:lnTo>
                <a:lnTo>
                  <a:pt x="1289" y="663"/>
                </a:lnTo>
                <a:lnTo>
                  <a:pt x="1290" y="663"/>
                </a:lnTo>
                <a:lnTo>
                  <a:pt x="1290" y="664"/>
                </a:lnTo>
                <a:lnTo>
                  <a:pt x="1291" y="665"/>
                </a:lnTo>
                <a:lnTo>
                  <a:pt x="1291" y="666"/>
                </a:lnTo>
                <a:lnTo>
                  <a:pt x="1292" y="666"/>
                </a:lnTo>
                <a:lnTo>
                  <a:pt x="1292" y="667"/>
                </a:lnTo>
                <a:lnTo>
                  <a:pt x="1293" y="667"/>
                </a:lnTo>
                <a:lnTo>
                  <a:pt x="1293" y="668"/>
                </a:lnTo>
                <a:lnTo>
                  <a:pt x="1295" y="667"/>
                </a:lnTo>
                <a:lnTo>
                  <a:pt x="1296" y="667"/>
                </a:lnTo>
                <a:lnTo>
                  <a:pt x="1298" y="668"/>
                </a:lnTo>
                <a:lnTo>
                  <a:pt x="1299" y="667"/>
                </a:lnTo>
                <a:lnTo>
                  <a:pt x="1302" y="667"/>
                </a:lnTo>
                <a:lnTo>
                  <a:pt x="1303" y="666"/>
                </a:lnTo>
                <a:lnTo>
                  <a:pt x="1304" y="665"/>
                </a:lnTo>
                <a:lnTo>
                  <a:pt x="1305" y="664"/>
                </a:lnTo>
                <a:lnTo>
                  <a:pt x="1306" y="664"/>
                </a:lnTo>
                <a:lnTo>
                  <a:pt x="1307" y="663"/>
                </a:lnTo>
                <a:lnTo>
                  <a:pt x="1308" y="662"/>
                </a:lnTo>
                <a:lnTo>
                  <a:pt x="1309" y="663"/>
                </a:lnTo>
                <a:lnTo>
                  <a:pt x="1309" y="664"/>
                </a:lnTo>
                <a:lnTo>
                  <a:pt x="1310" y="664"/>
                </a:lnTo>
                <a:lnTo>
                  <a:pt x="1311" y="664"/>
                </a:lnTo>
                <a:lnTo>
                  <a:pt x="1311" y="665"/>
                </a:lnTo>
                <a:lnTo>
                  <a:pt x="1312" y="664"/>
                </a:lnTo>
                <a:lnTo>
                  <a:pt x="1313" y="664"/>
                </a:lnTo>
                <a:lnTo>
                  <a:pt x="1313" y="665"/>
                </a:lnTo>
                <a:lnTo>
                  <a:pt x="1314" y="665"/>
                </a:lnTo>
                <a:lnTo>
                  <a:pt x="1314" y="666"/>
                </a:lnTo>
                <a:lnTo>
                  <a:pt x="1315" y="666"/>
                </a:lnTo>
                <a:lnTo>
                  <a:pt x="1316" y="666"/>
                </a:lnTo>
                <a:lnTo>
                  <a:pt x="1316" y="667"/>
                </a:lnTo>
                <a:lnTo>
                  <a:pt x="1316" y="668"/>
                </a:lnTo>
                <a:lnTo>
                  <a:pt x="1316" y="670"/>
                </a:lnTo>
                <a:lnTo>
                  <a:pt x="1317" y="670"/>
                </a:lnTo>
                <a:lnTo>
                  <a:pt x="1317" y="671"/>
                </a:lnTo>
                <a:lnTo>
                  <a:pt x="1318" y="672"/>
                </a:lnTo>
                <a:lnTo>
                  <a:pt x="1319" y="672"/>
                </a:lnTo>
                <a:lnTo>
                  <a:pt x="1320" y="673"/>
                </a:lnTo>
                <a:lnTo>
                  <a:pt x="1321" y="675"/>
                </a:lnTo>
                <a:lnTo>
                  <a:pt x="1321" y="677"/>
                </a:lnTo>
                <a:lnTo>
                  <a:pt x="1322" y="677"/>
                </a:lnTo>
                <a:lnTo>
                  <a:pt x="1323" y="678"/>
                </a:lnTo>
                <a:lnTo>
                  <a:pt x="1323" y="679"/>
                </a:lnTo>
                <a:lnTo>
                  <a:pt x="1322" y="680"/>
                </a:lnTo>
                <a:lnTo>
                  <a:pt x="1323" y="680"/>
                </a:lnTo>
                <a:lnTo>
                  <a:pt x="1323" y="681"/>
                </a:lnTo>
                <a:lnTo>
                  <a:pt x="1324" y="681"/>
                </a:lnTo>
                <a:lnTo>
                  <a:pt x="1326" y="682"/>
                </a:lnTo>
                <a:lnTo>
                  <a:pt x="1326" y="687"/>
                </a:lnTo>
                <a:lnTo>
                  <a:pt x="1328" y="688"/>
                </a:lnTo>
                <a:lnTo>
                  <a:pt x="1330" y="688"/>
                </a:lnTo>
                <a:lnTo>
                  <a:pt x="1332" y="688"/>
                </a:lnTo>
                <a:lnTo>
                  <a:pt x="1333" y="688"/>
                </a:lnTo>
                <a:lnTo>
                  <a:pt x="1332" y="690"/>
                </a:lnTo>
                <a:lnTo>
                  <a:pt x="1334" y="690"/>
                </a:lnTo>
                <a:lnTo>
                  <a:pt x="1334" y="691"/>
                </a:lnTo>
                <a:lnTo>
                  <a:pt x="1335" y="691"/>
                </a:lnTo>
                <a:lnTo>
                  <a:pt x="1336" y="690"/>
                </a:lnTo>
                <a:lnTo>
                  <a:pt x="1336" y="689"/>
                </a:lnTo>
                <a:lnTo>
                  <a:pt x="1337" y="689"/>
                </a:lnTo>
                <a:lnTo>
                  <a:pt x="1338" y="689"/>
                </a:lnTo>
                <a:lnTo>
                  <a:pt x="1339" y="690"/>
                </a:lnTo>
                <a:lnTo>
                  <a:pt x="1342" y="692"/>
                </a:lnTo>
                <a:lnTo>
                  <a:pt x="1343" y="692"/>
                </a:lnTo>
                <a:lnTo>
                  <a:pt x="1345" y="692"/>
                </a:lnTo>
                <a:lnTo>
                  <a:pt x="1346" y="692"/>
                </a:lnTo>
                <a:lnTo>
                  <a:pt x="1347" y="692"/>
                </a:lnTo>
                <a:lnTo>
                  <a:pt x="1348" y="692"/>
                </a:lnTo>
                <a:lnTo>
                  <a:pt x="1349" y="692"/>
                </a:lnTo>
                <a:lnTo>
                  <a:pt x="1349" y="693"/>
                </a:lnTo>
                <a:lnTo>
                  <a:pt x="1349" y="694"/>
                </a:lnTo>
                <a:lnTo>
                  <a:pt x="1349" y="695"/>
                </a:lnTo>
                <a:lnTo>
                  <a:pt x="1349" y="696"/>
                </a:lnTo>
                <a:lnTo>
                  <a:pt x="1350" y="696"/>
                </a:lnTo>
                <a:lnTo>
                  <a:pt x="1350" y="697"/>
                </a:lnTo>
                <a:lnTo>
                  <a:pt x="1350" y="698"/>
                </a:lnTo>
                <a:lnTo>
                  <a:pt x="1350" y="699"/>
                </a:lnTo>
                <a:lnTo>
                  <a:pt x="1351" y="699"/>
                </a:lnTo>
                <a:lnTo>
                  <a:pt x="1351" y="700"/>
                </a:lnTo>
                <a:lnTo>
                  <a:pt x="1351" y="701"/>
                </a:lnTo>
                <a:lnTo>
                  <a:pt x="1350" y="700"/>
                </a:lnTo>
                <a:lnTo>
                  <a:pt x="1350" y="702"/>
                </a:lnTo>
                <a:lnTo>
                  <a:pt x="1351" y="702"/>
                </a:lnTo>
                <a:lnTo>
                  <a:pt x="1351" y="704"/>
                </a:lnTo>
                <a:lnTo>
                  <a:pt x="1350" y="704"/>
                </a:lnTo>
                <a:lnTo>
                  <a:pt x="1350" y="705"/>
                </a:lnTo>
                <a:lnTo>
                  <a:pt x="1351" y="705"/>
                </a:lnTo>
                <a:lnTo>
                  <a:pt x="1352" y="705"/>
                </a:lnTo>
                <a:lnTo>
                  <a:pt x="1351" y="705"/>
                </a:lnTo>
                <a:lnTo>
                  <a:pt x="1352" y="704"/>
                </a:lnTo>
                <a:lnTo>
                  <a:pt x="1353" y="704"/>
                </a:lnTo>
                <a:lnTo>
                  <a:pt x="1354" y="704"/>
                </a:lnTo>
                <a:lnTo>
                  <a:pt x="1354" y="705"/>
                </a:lnTo>
                <a:lnTo>
                  <a:pt x="1355" y="705"/>
                </a:lnTo>
                <a:lnTo>
                  <a:pt x="1356" y="704"/>
                </a:lnTo>
                <a:lnTo>
                  <a:pt x="1357" y="704"/>
                </a:lnTo>
                <a:lnTo>
                  <a:pt x="1357" y="705"/>
                </a:lnTo>
                <a:lnTo>
                  <a:pt x="1358" y="705"/>
                </a:lnTo>
                <a:lnTo>
                  <a:pt x="1359" y="706"/>
                </a:lnTo>
                <a:lnTo>
                  <a:pt x="1360" y="707"/>
                </a:lnTo>
                <a:lnTo>
                  <a:pt x="1361" y="707"/>
                </a:lnTo>
                <a:lnTo>
                  <a:pt x="1361" y="708"/>
                </a:lnTo>
                <a:lnTo>
                  <a:pt x="1361" y="709"/>
                </a:lnTo>
                <a:lnTo>
                  <a:pt x="1363" y="711"/>
                </a:lnTo>
                <a:lnTo>
                  <a:pt x="1362" y="711"/>
                </a:lnTo>
                <a:lnTo>
                  <a:pt x="1363" y="713"/>
                </a:lnTo>
                <a:lnTo>
                  <a:pt x="1365" y="714"/>
                </a:lnTo>
                <a:lnTo>
                  <a:pt x="1366" y="715"/>
                </a:lnTo>
                <a:lnTo>
                  <a:pt x="1366" y="716"/>
                </a:lnTo>
                <a:lnTo>
                  <a:pt x="1367" y="717"/>
                </a:lnTo>
                <a:lnTo>
                  <a:pt x="1366" y="718"/>
                </a:lnTo>
                <a:lnTo>
                  <a:pt x="1367" y="718"/>
                </a:lnTo>
                <a:lnTo>
                  <a:pt x="1367" y="719"/>
                </a:lnTo>
                <a:lnTo>
                  <a:pt x="1367" y="720"/>
                </a:lnTo>
                <a:lnTo>
                  <a:pt x="1366" y="720"/>
                </a:lnTo>
                <a:lnTo>
                  <a:pt x="1366" y="721"/>
                </a:lnTo>
                <a:lnTo>
                  <a:pt x="1366" y="722"/>
                </a:lnTo>
                <a:lnTo>
                  <a:pt x="1365" y="722"/>
                </a:lnTo>
                <a:lnTo>
                  <a:pt x="1364" y="723"/>
                </a:lnTo>
                <a:lnTo>
                  <a:pt x="1363" y="722"/>
                </a:lnTo>
                <a:lnTo>
                  <a:pt x="1362" y="722"/>
                </a:lnTo>
                <a:lnTo>
                  <a:pt x="1361" y="722"/>
                </a:lnTo>
                <a:lnTo>
                  <a:pt x="1360" y="722"/>
                </a:lnTo>
                <a:lnTo>
                  <a:pt x="1360" y="723"/>
                </a:lnTo>
                <a:lnTo>
                  <a:pt x="1359" y="723"/>
                </a:lnTo>
                <a:lnTo>
                  <a:pt x="1358" y="723"/>
                </a:lnTo>
                <a:lnTo>
                  <a:pt x="1357" y="723"/>
                </a:lnTo>
                <a:lnTo>
                  <a:pt x="1356" y="723"/>
                </a:lnTo>
                <a:lnTo>
                  <a:pt x="1357" y="723"/>
                </a:lnTo>
                <a:lnTo>
                  <a:pt x="1357" y="724"/>
                </a:lnTo>
                <a:lnTo>
                  <a:pt x="1356" y="724"/>
                </a:lnTo>
                <a:lnTo>
                  <a:pt x="1355" y="724"/>
                </a:lnTo>
                <a:lnTo>
                  <a:pt x="1354" y="724"/>
                </a:lnTo>
                <a:lnTo>
                  <a:pt x="1353" y="726"/>
                </a:lnTo>
                <a:lnTo>
                  <a:pt x="1353" y="727"/>
                </a:lnTo>
                <a:lnTo>
                  <a:pt x="1353" y="729"/>
                </a:lnTo>
                <a:lnTo>
                  <a:pt x="1353" y="730"/>
                </a:lnTo>
                <a:lnTo>
                  <a:pt x="1355" y="732"/>
                </a:lnTo>
                <a:lnTo>
                  <a:pt x="1355" y="733"/>
                </a:lnTo>
                <a:lnTo>
                  <a:pt x="1354" y="735"/>
                </a:lnTo>
                <a:lnTo>
                  <a:pt x="1354" y="736"/>
                </a:lnTo>
                <a:lnTo>
                  <a:pt x="1355" y="736"/>
                </a:lnTo>
                <a:lnTo>
                  <a:pt x="1356" y="736"/>
                </a:lnTo>
                <a:lnTo>
                  <a:pt x="1357" y="737"/>
                </a:lnTo>
                <a:lnTo>
                  <a:pt x="1357" y="738"/>
                </a:lnTo>
                <a:lnTo>
                  <a:pt x="1357" y="739"/>
                </a:lnTo>
                <a:lnTo>
                  <a:pt x="1358" y="739"/>
                </a:lnTo>
                <a:lnTo>
                  <a:pt x="1359" y="739"/>
                </a:lnTo>
                <a:lnTo>
                  <a:pt x="1360" y="740"/>
                </a:lnTo>
                <a:lnTo>
                  <a:pt x="1359" y="741"/>
                </a:lnTo>
                <a:lnTo>
                  <a:pt x="1360" y="742"/>
                </a:lnTo>
                <a:lnTo>
                  <a:pt x="1360" y="744"/>
                </a:lnTo>
                <a:lnTo>
                  <a:pt x="1359" y="744"/>
                </a:lnTo>
                <a:lnTo>
                  <a:pt x="1359" y="745"/>
                </a:lnTo>
                <a:lnTo>
                  <a:pt x="1358" y="745"/>
                </a:lnTo>
                <a:lnTo>
                  <a:pt x="1357" y="745"/>
                </a:lnTo>
                <a:lnTo>
                  <a:pt x="1357" y="746"/>
                </a:lnTo>
                <a:lnTo>
                  <a:pt x="1359" y="747"/>
                </a:lnTo>
                <a:lnTo>
                  <a:pt x="1359" y="748"/>
                </a:lnTo>
                <a:lnTo>
                  <a:pt x="1361" y="749"/>
                </a:lnTo>
                <a:lnTo>
                  <a:pt x="1362" y="748"/>
                </a:lnTo>
                <a:lnTo>
                  <a:pt x="1364" y="748"/>
                </a:lnTo>
                <a:lnTo>
                  <a:pt x="1364" y="747"/>
                </a:lnTo>
                <a:lnTo>
                  <a:pt x="1365" y="747"/>
                </a:lnTo>
                <a:lnTo>
                  <a:pt x="1366" y="748"/>
                </a:lnTo>
                <a:lnTo>
                  <a:pt x="1367" y="749"/>
                </a:lnTo>
                <a:lnTo>
                  <a:pt x="1367" y="750"/>
                </a:lnTo>
                <a:lnTo>
                  <a:pt x="1369" y="751"/>
                </a:lnTo>
                <a:lnTo>
                  <a:pt x="1369" y="752"/>
                </a:lnTo>
                <a:lnTo>
                  <a:pt x="1370" y="753"/>
                </a:lnTo>
                <a:lnTo>
                  <a:pt x="1370" y="754"/>
                </a:lnTo>
                <a:lnTo>
                  <a:pt x="1370" y="756"/>
                </a:lnTo>
                <a:lnTo>
                  <a:pt x="1370" y="757"/>
                </a:lnTo>
                <a:lnTo>
                  <a:pt x="1370" y="758"/>
                </a:lnTo>
                <a:lnTo>
                  <a:pt x="1369" y="758"/>
                </a:lnTo>
                <a:lnTo>
                  <a:pt x="1369" y="759"/>
                </a:lnTo>
                <a:lnTo>
                  <a:pt x="1370" y="759"/>
                </a:lnTo>
                <a:lnTo>
                  <a:pt x="1370" y="760"/>
                </a:lnTo>
                <a:lnTo>
                  <a:pt x="1370" y="759"/>
                </a:lnTo>
                <a:lnTo>
                  <a:pt x="1371" y="759"/>
                </a:lnTo>
                <a:lnTo>
                  <a:pt x="1372" y="758"/>
                </a:lnTo>
                <a:lnTo>
                  <a:pt x="1372" y="759"/>
                </a:lnTo>
                <a:lnTo>
                  <a:pt x="1373" y="760"/>
                </a:lnTo>
                <a:lnTo>
                  <a:pt x="1373" y="761"/>
                </a:lnTo>
                <a:lnTo>
                  <a:pt x="1373" y="762"/>
                </a:lnTo>
                <a:lnTo>
                  <a:pt x="1373" y="765"/>
                </a:lnTo>
                <a:lnTo>
                  <a:pt x="1374" y="765"/>
                </a:lnTo>
                <a:lnTo>
                  <a:pt x="1375" y="765"/>
                </a:lnTo>
                <a:lnTo>
                  <a:pt x="1375" y="766"/>
                </a:lnTo>
                <a:lnTo>
                  <a:pt x="1375" y="767"/>
                </a:lnTo>
                <a:lnTo>
                  <a:pt x="1374" y="767"/>
                </a:lnTo>
                <a:lnTo>
                  <a:pt x="1373" y="767"/>
                </a:lnTo>
                <a:lnTo>
                  <a:pt x="1374" y="768"/>
                </a:lnTo>
                <a:lnTo>
                  <a:pt x="1374" y="769"/>
                </a:lnTo>
                <a:lnTo>
                  <a:pt x="1375" y="769"/>
                </a:lnTo>
                <a:lnTo>
                  <a:pt x="1375" y="770"/>
                </a:lnTo>
                <a:lnTo>
                  <a:pt x="1376" y="771"/>
                </a:lnTo>
                <a:lnTo>
                  <a:pt x="1376" y="772"/>
                </a:lnTo>
                <a:lnTo>
                  <a:pt x="1377" y="772"/>
                </a:lnTo>
                <a:lnTo>
                  <a:pt x="1378" y="772"/>
                </a:lnTo>
                <a:lnTo>
                  <a:pt x="1379" y="773"/>
                </a:lnTo>
                <a:lnTo>
                  <a:pt x="1379" y="774"/>
                </a:lnTo>
                <a:lnTo>
                  <a:pt x="1380" y="774"/>
                </a:lnTo>
                <a:lnTo>
                  <a:pt x="1380" y="775"/>
                </a:lnTo>
                <a:lnTo>
                  <a:pt x="1381" y="775"/>
                </a:lnTo>
                <a:lnTo>
                  <a:pt x="1381" y="776"/>
                </a:lnTo>
                <a:lnTo>
                  <a:pt x="1381" y="777"/>
                </a:lnTo>
                <a:lnTo>
                  <a:pt x="1381" y="778"/>
                </a:lnTo>
                <a:lnTo>
                  <a:pt x="1380" y="778"/>
                </a:lnTo>
                <a:lnTo>
                  <a:pt x="1380" y="779"/>
                </a:lnTo>
                <a:lnTo>
                  <a:pt x="1380" y="780"/>
                </a:lnTo>
                <a:lnTo>
                  <a:pt x="1380" y="781"/>
                </a:lnTo>
                <a:lnTo>
                  <a:pt x="1380" y="782"/>
                </a:lnTo>
                <a:lnTo>
                  <a:pt x="1379" y="782"/>
                </a:lnTo>
                <a:lnTo>
                  <a:pt x="1379" y="783"/>
                </a:lnTo>
                <a:lnTo>
                  <a:pt x="1380" y="784"/>
                </a:lnTo>
                <a:lnTo>
                  <a:pt x="1380" y="785"/>
                </a:lnTo>
                <a:lnTo>
                  <a:pt x="1381" y="785"/>
                </a:lnTo>
                <a:lnTo>
                  <a:pt x="1382" y="786"/>
                </a:lnTo>
                <a:lnTo>
                  <a:pt x="1382" y="788"/>
                </a:lnTo>
                <a:lnTo>
                  <a:pt x="1383" y="789"/>
                </a:lnTo>
                <a:lnTo>
                  <a:pt x="1383" y="790"/>
                </a:lnTo>
                <a:lnTo>
                  <a:pt x="1384" y="792"/>
                </a:lnTo>
                <a:lnTo>
                  <a:pt x="1385" y="793"/>
                </a:lnTo>
                <a:lnTo>
                  <a:pt x="1385" y="794"/>
                </a:lnTo>
                <a:lnTo>
                  <a:pt x="1385" y="795"/>
                </a:lnTo>
                <a:lnTo>
                  <a:pt x="1384" y="797"/>
                </a:lnTo>
                <a:lnTo>
                  <a:pt x="1383" y="798"/>
                </a:lnTo>
                <a:lnTo>
                  <a:pt x="1383" y="799"/>
                </a:lnTo>
                <a:lnTo>
                  <a:pt x="1382" y="799"/>
                </a:lnTo>
                <a:lnTo>
                  <a:pt x="1381" y="799"/>
                </a:lnTo>
                <a:lnTo>
                  <a:pt x="1380" y="799"/>
                </a:lnTo>
                <a:lnTo>
                  <a:pt x="1380" y="798"/>
                </a:lnTo>
                <a:lnTo>
                  <a:pt x="1379" y="798"/>
                </a:lnTo>
                <a:lnTo>
                  <a:pt x="1378" y="799"/>
                </a:lnTo>
                <a:lnTo>
                  <a:pt x="1377" y="799"/>
                </a:lnTo>
                <a:lnTo>
                  <a:pt x="1376" y="799"/>
                </a:lnTo>
                <a:lnTo>
                  <a:pt x="1374" y="802"/>
                </a:lnTo>
                <a:lnTo>
                  <a:pt x="1373" y="802"/>
                </a:lnTo>
                <a:lnTo>
                  <a:pt x="1372" y="802"/>
                </a:lnTo>
                <a:lnTo>
                  <a:pt x="1372" y="803"/>
                </a:lnTo>
                <a:lnTo>
                  <a:pt x="1372" y="804"/>
                </a:lnTo>
                <a:lnTo>
                  <a:pt x="1371" y="804"/>
                </a:lnTo>
                <a:lnTo>
                  <a:pt x="1369" y="805"/>
                </a:lnTo>
                <a:lnTo>
                  <a:pt x="1369" y="806"/>
                </a:lnTo>
                <a:lnTo>
                  <a:pt x="1370" y="807"/>
                </a:lnTo>
                <a:lnTo>
                  <a:pt x="1368" y="807"/>
                </a:lnTo>
                <a:lnTo>
                  <a:pt x="1367" y="807"/>
                </a:lnTo>
                <a:lnTo>
                  <a:pt x="1367" y="808"/>
                </a:lnTo>
                <a:lnTo>
                  <a:pt x="1367" y="809"/>
                </a:lnTo>
                <a:lnTo>
                  <a:pt x="1367" y="811"/>
                </a:lnTo>
                <a:lnTo>
                  <a:pt x="1366" y="811"/>
                </a:lnTo>
                <a:lnTo>
                  <a:pt x="1366" y="812"/>
                </a:lnTo>
                <a:lnTo>
                  <a:pt x="1366" y="813"/>
                </a:lnTo>
                <a:lnTo>
                  <a:pt x="1366" y="815"/>
                </a:lnTo>
                <a:lnTo>
                  <a:pt x="1366" y="816"/>
                </a:lnTo>
                <a:lnTo>
                  <a:pt x="1366" y="817"/>
                </a:lnTo>
                <a:lnTo>
                  <a:pt x="1365" y="818"/>
                </a:lnTo>
                <a:lnTo>
                  <a:pt x="1366" y="819"/>
                </a:lnTo>
                <a:lnTo>
                  <a:pt x="1366" y="820"/>
                </a:lnTo>
                <a:lnTo>
                  <a:pt x="1367" y="820"/>
                </a:lnTo>
                <a:lnTo>
                  <a:pt x="1367" y="821"/>
                </a:lnTo>
                <a:lnTo>
                  <a:pt x="1367" y="822"/>
                </a:lnTo>
                <a:lnTo>
                  <a:pt x="1366" y="822"/>
                </a:lnTo>
                <a:lnTo>
                  <a:pt x="1365" y="822"/>
                </a:lnTo>
                <a:lnTo>
                  <a:pt x="1365" y="823"/>
                </a:lnTo>
                <a:lnTo>
                  <a:pt x="1366" y="823"/>
                </a:lnTo>
                <a:lnTo>
                  <a:pt x="1366" y="824"/>
                </a:lnTo>
                <a:lnTo>
                  <a:pt x="1367" y="825"/>
                </a:lnTo>
                <a:lnTo>
                  <a:pt x="1368" y="826"/>
                </a:lnTo>
                <a:lnTo>
                  <a:pt x="1369" y="826"/>
                </a:lnTo>
                <a:lnTo>
                  <a:pt x="1370" y="826"/>
                </a:lnTo>
                <a:lnTo>
                  <a:pt x="1370" y="827"/>
                </a:lnTo>
                <a:lnTo>
                  <a:pt x="1371" y="827"/>
                </a:lnTo>
                <a:lnTo>
                  <a:pt x="1371" y="826"/>
                </a:lnTo>
                <a:lnTo>
                  <a:pt x="1372" y="827"/>
                </a:lnTo>
                <a:lnTo>
                  <a:pt x="1373" y="827"/>
                </a:lnTo>
                <a:lnTo>
                  <a:pt x="1373" y="828"/>
                </a:lnTo>
                <a:lnTo>
                  <a:pt x="1373" y="829"/>
                </a:lnTo>
                <a:lnTo>
                  <a:pt x="1372" y="829"/>
                </a:lnTo>
                <a:lnTo>
                  <a:pt x="1371" y="829"/>
                </a:lnTo>
                <a:lnTo>
                  <a:pt x="1370" y="830"/>
                </a:lnTo>
                <a:lnTo>
                  <a:pt x="1371" y="830"/>
                </a:lnTo>
                <a:lnTo>
                  <a:pt x="1371" y="831"/>
                </a:lnTo>
                <a:lnTo>
                  <a:pt x="1371" y="832"/>
                </a:lnTo>
                <a:lnTo>
                  <a:pt x="1371" y="833"/>
                </a:lnTo>
                <a:lnTo>
                  <a:pt x="1371" y="834"/>
                </a:lnTo>
                <a:lnTo>
                  <a:pt x="1371" y="835"/>
                </a:lnTo>
                <a:lnTo>
                  <a:pt x="1371" y="836"/>
                </a:lnTo>
                <a:lnTo>
                  <a:pt x="1372" y="836"/>
                </a:lnTo>
                <a:lnTo>
                  <a:pt x="1372" y="835"/>
                </a:lnTo>
                <a:lnTo>
                  <a:pt x="1373" y="835"/>
                </a:lnTo>
                <a:lnTo>
                  <a:pt x="1373" y="834"/>
                </a:lnTo>
                <a:lnTo>
                  <a:pt x="1373" y="833"/>
                </a:lnTo>
                <a:lnTo>
                  <a:pt x="1374" y="833"/>
                </a:lnTo>
                <a:lnTo>
                  <a:pt x="1374" y="832"/>
                </a:lnTo>
                <a:lnTo>
                  <a:pt x="1375" y="832"/>
                </a:lnTo>
                <a:lnTo>
                  <a:pt x="1375" y="833"/>
                </a:lnTo>
                <a:lnTo>
                  <a:pt x="1376" y="833"/>
                </a:lnTo>
                <a:lnTo>
                  <a:pt x="1376" y="832"/>
                </a:lnTo>
                <a:lnTo>
                  <a:pt x="1376" y="833"/>
                </a:lnTo>
                <a:lnTo>
                  <a:pt x="1377" y="833"/>
                </a:lnTo>
                <a:lnTo>
                  <a:pt x="1377" y="834"/>
                </a:lnTo>
                <a:lnTo>
                  <a:pt x="1377" y="835"/>
                </a:lnTo>
                <a:lnTo>
                  <a:pt x="1377" y="836"/>
                </a:lnTo>
                <a:lnTo>
                  <a:pt x="1377" y="837"/>
                </a:lnTo>
                <a:lnTo>
                  <a:pt x="1378" y="837"/>
                </a:lnTo>
                <a:lnTo>
                  <a:pt x="1379" y="838"/>
                </a:lnTo>
                <a:lnTo>
                  <a:pt x="1379" y="839"/>
                </a:lnTo>
                <a:lnTo>
                  <a:pt x="1379" y="840"/>
                </a:lnTo>
                <a:lnTo>
                  <a:pt x="1379" y="841"/>
                </a:lnTo>
                <a:lnTo>
                  <a:pt x="1380" y="841"/>
                </a:lnTo>
                <a:lnTo>
                  <a:pt x="1381" y="841"/>
                </a:lnTo>
                <a:lnTo>
                  <a:pt x="1381" y="842"/>
                </a:lnTo>
                <a:lnTo>
                  <a:pt x="1381" y="843"/>
                </a:lnTo>
                <a:lnTo>
                  <a:pt x="1382" y="844"/>
                </a:lnTo>
                <a:lnTo>
                  <a:pt x="1383" y="844"/>
                </a:lnTo>
                <a:lnTo>
                  <a:pt x="1384" y="844"/>
                </a:lnTo>
                <a:lnTo>
                  <a:pt x="1384" y="845"/>
                </a:lnTo>
                <a:lnTo>
                  <a:pt x="1385" y="845"/>
                </a:lnTo>
                <a:lnTo>
                  <a:pt x="1385" y="844"/>
                </a:lnTo>
                <a:lnTo>
                  <a:pt x="1386" y="844"/>
                </a:lnTo>
                <a:lnTo>
                  <a:pt x="1387" y="844"/>
                </a:lnTo>
                <a:lnTo>
                  <a:pt x="1388" y="844"/>
                </a:lnTo>
                <a:lnTo>
                  <a:pt x="1389" y="843"/>
                </a:lnTo>
                <a:lnTo>
                  <a:pt x="1390" y="844"/>
                </a:lnTo>
                <a:lnTo>
                  <a:pt x="1391" y="845"/>
                </a:lnTo>
                <a:lnTo>
                  <a:pt x="1391" y="846"/>
                </a:lnTo>
                <a:lnTo>
                  <a:pt x="1390" y="847"/>
                </a:lnTo>
                <a:lnTo>
                  <a:pt x="1390" y="848"/>
                </a:lnTo>
                <a:lnTo>
                  <a:pt x="1391" y="848"/>
                </a:lnTo>
                <a:lnTo>
                  <a:pt x="1392" y="848"/>
                </a:lnTo>
                <a:lnTo>
                  <a:pt x="1392" y="847"/>
                </a:lnTo>
                <a:lnTo>
                  <a:pt x="1392" y="846"/>
                </a:lnTo>
                <a:lnTo>
                  <a:pt x="1392" y="845"/>
                </a:lnTo>
                <a:lnTo>
                  <a:pt x="1393" y="845"/>
                </a:lnTo>
                <a:lnTo>
                  <a:pt x="1394" y="844"/>
                </a:lnTo>
                <a:lnTo>
                  <a:pt x="1395" y="844"/>
                </a:lnTo>
                <a:lnTo>
                  <a:pt x="1396" y="844"/>
                </a:lnTo>
                <a:lnTo>
                  <a:pt x="1396" y="843"/>
                </a:lnTo>
                <a:lnTo>
                  <a:pt x="1397" y="843"/>
                </a:lnTo>
                <a:lnTo>
                  <a:pt x="1398" y="843"/>
                </a:lnTo>
                <a:lnTo>
                  <a:pt x="1398" y="842"/>
                </a:lnTo>
                <a:lnTo>
                  <a:pt x="1400" y="842"/>
                </a:lnTo>
                <a:lnTo>
                  <a:pt x="1402" y="841"/>
                </a:lnTo>
                <a:lnTo>
                  <a:pt x="1402" y="842"/>
                </a:lnTo>
                <a:lnTo>
                  <a:pt x="1403" y="843"/>
                </a:lnTo>
                <a:lnTo>
                  <a:pt x="1403" y="842"/>
                </a:lnTo>
                <a:lnTo>
                  <a:pt x="1403" y="841"/>
                </a:lnTo>
                <a:lnTo>
                  <a:pt x="1404" y="841"/>
                </a:lnTo>
                <a:lnTo>
                  <a:pt x="1404" y="842"/>
                </a:lnTo>
                <a:lnTo>
                  <a:pt x="1404" y="843"/>
                </a:lnTo>
                <a:lnTo>
                  <a:pt x="1405" y="843"/>
                </a:lnTo>
                <a:lnTo>
                  <a:pt x="1406" y="842"/>
                </a:lnTo>
                <a:lnTo>
                  <a:pt x="1408" y="843"/>
                </a:lnTo>
                <a:lnTo>
                  <a:pt x="1408" y="844"/>
                </a:lnTo>
                <a:lnTo>
                  <a:pt x="1409" y="844"/>
                </a:lnTo>
                <a:lnTo>
                  <a:pt x="1409" y="843"/>
                </a:lnTo>
                <a:lnTo>
                  <a:pt x="1410" y="843"/>
                </a:lnTo>
                <a:lnTo>
                  <a:pt x="1411" y="843"/>
                </a:lnTo>
                <a:lnTo>
                  <a:pt x="1411" y="844"/>
                </a:lnTo>
                <a:lnTo>
                  <a:pt x="1411" y="845"/>
                </a:lnTo>
                <a:lnTo>
                  <a:pt x="1410" y="846"/>
                </a:lnTo>
                <a:lnTo>
                  <a:pt x="1409" y="847"/>
                </a:lnTo>
                <a:lnTo>
                  <a:pt x="1408" y="847"/>
                </a:lnTo>
                <a:lnTo>
                  <a:pt x="1408" y="846"/>
                </a:lnTo>
                <a:lnTo>
                  <a:pt x="1408" y="845"/>
                </a:lnTo>
                <a:lnTo>
                  <a:pt x="1408" y="844"/>
                </a:lnTo>
                <a:lnTo>
                  <a:pt x="1407" y="844"/>
                </a:lnTo>
                <a:lnTo>
                  <a:pt x="1406" y="845"/>
                </a:lnTo>
                <a:lnTo>
                  <a:pt x="1406" y="846"/>
                </a:lnTo>
                <a:lnTo>
                  <a:pt x="1405" y="846"/>
                </a:lnTo>
                <a:lnTo>
                  <a:pt x="1404" y="847"/>
                </a:lnTo>
                <a:lnTo>
                  <a:pt x="1404" y="849"/>
                </a:lnTo>
                <a:lnTo>
                  <a:pt x="1405" y="849"/>
                </a:lnTo>
                <a:lnTo>
                  <a:pt x="1406" y="849"/>
                </a:lnTo>
                <a:lnTo>
                  <a:pt x="1406" y="850"/>
                </a:lnTo>
                <a:lnTo>
                  <a:pt x="1407" y="850"/>
                </a:lnTo>
                <a:lnTo>
                  <a:pt x="1407" y="849"/>
                </a:lnTo>
                <a:lnTo>
                  <a:pt x="1407" y="850"/>
                </a:lnTo>
                <a:lnTo>
                  <a:pt x="1407" y="851"/>
                </a:lnTo>
                <a:lnTo>
                  <a:pt x="1407" y="852"/>
                </a:lnTo>
                <a:lnTo>
                  <a:pt x="1406" y="852"/>
                </a:lnTo>
                <a:lnTo>
                  <a:pt x="1406" y="853"/>
                </a:lnTo>
                <a:lnTo>
                  <a:pt x="1407" y="853"/>
                </a:lnTo>
                <a:lnTo>
                  <a:pt x="1408" y="854"/>
                </a:lnTo>
                <a:lnTo>
                  <a:pt x="1408" y="855"/>
                </a:lnTo>
                <a:lnTo>
                  <a:pt x="1408" y="854"/>
                </a:lnTo>
                <a:lnTo>
                  <a:pt x="1409" y="854"/>
                </a:lnTo>
                <a:lnTo>
                  <a:pt x="1409" y="855"/>
                </a:lnTo>
                <a:lnTo>
                  <a:pt x="1410" y="856"/>
                </a:lnTo>
                <a:lnTo>
                  <a:pt x="1411" y="856"/>
                </a:lnTo>
                <a:lnTo>
                  <a:pt x="1411" y="855"/>
                </a:lnTo>
                <a:lnTo>
                  <a:pt x="1412" y="855"/>
                </a:lnTo>
                <a:lnTo>
                  <a:pt x="1411" y="857"/>
                </a:lnTo>
                <a:lnTo>
                  <a:pt x="1410" y="857"/>
                </a:lnTo>
                <a:lnTo>
                  <a:pt x="1410" y="858"/>
                </a:lnTo>
                <a:lnTo>
                  <a:pt x="1411" y="858"/>
                </a:lnTo>
                <a:lnTo>
                  <a:pt x="1412" y="859"/>
                </a:lnTo>
                <a:lnTo>
                  <a:pt x="1412" y="858"/>
                </a:lnTo>
                <a:lnTo>
                  <a:pt x="1413" y="859"/>
                </a:lnTo>
                <a:lnTo>
                  <a:pt x="1414" y="860"/>
                </a:lnTo>
                <a:lnTo>
                  <a:pt x="1413" y="860"/>
                </a:lnTo>
                <a:lnTo>
                  <a:pt x="1413" y="861"/>
                </a:lnTo>
                <a:lnTo>
                  <a:pt x="1414" y="861"/>
                </a:lnTo>
                <a:lnTo>
                  <a:pt x="1414" y="862"/>
                </a:lnTo>
                <a:lnTo>
                  <a:pt x="1415" y="862"/>
                </a:lnTo>
                <a:lnTo>
                  <a:pt x="1415" y="863"/>
                </a:lnTo>
                <a:lnTo>
                  <a:pt x="1416" y="863"/>
                </a:lnTo>
                <a:lnTo>
                  <a:pt x="1417" y="862"/>
                </a:lnTo>
                <a:lnTo>
                  <a:pt x="1417" y="863"/>
                </a:lnTo>
                <a:lnTo>
                  <a:pt x="1418" y="863"/>
                </a:lnTo>
                <a:lnTo>
                  <a:pt x="1418" y="864"/>
                </a:lnTo>
                <a:lnTo>
                  <a:pt x="1418" y="866"/>
                </a:lnTo>
                <a:lnTo>
                  <a:pt x="1419" y="866"/>
                </a:lnTo>
                <a:lnTo>
                  <a:pt x="1419" y="868"/>
                </a:lnTo>
                <a:lnTo>
                  <a:pt x="1419" y="869"/>
                </a:lnTo>
                <a:lnTo>
                  <a:pt x="1419" y="870"/>
                </a:lnTo>
                <a:lnTo>
                  <a:pt x="1419" y="871"/>
                </a:lnTo>
                <a:lnTo>
                  <a:pt x="1420" y="872"/>
                </a:lnTo>
                <a:lnTo>
                  <a:pt x="1421" y="872"/>
                </a:lnTo>
                <a:lnTo>
                  <a:pt x="1421" y="871"/>
                </a:lnTo>
                <a:lnTo>
                  <a:pt x="1421" y="870"/>
                </a:lnTo>
                <a:lnTo>
                  <a:pt x="1422" y="869"/>
                </a:lnTo>
                <a:lnTo>
                  <a:pt x="1422" y="868"/>
                </a:lnTo>
                <a:lnTo>
                  <a:pt x="1422" y="867"/>
                </a:lnTo>
                <a:lnTo>
                  <a:pt x="1423" y="866"/>
                </a:lnTo>
                <a:lnTo>
                  <a:pt x="1424" y="866"/>
                </a:lnTo>
                <a:lnTo>
                  <a:pt x="1424" y="865"/>
                </a:lnTo>
                <a:lnTo>
                  <a:pt x="1426" y="865"/>
                </a:lnTo>
                <a:lnTo>
                  <a:pt x="1427" y="865"/>
                </a:lnTo>
                <a:lnTo>
                  <a:pt x="1428" y="865"/>
                </a:lnTo>
                <a:lnTo>
                  <a:pt x="1428" y="866"/>
                </a:lnTo>
                <a:lnTo>
                  <a:pt x="1430" y="867"/>
                </a:lnTo>
                <a:lnTo>
                  <a:pt x="1431" y="866"/>
                </a:lnTo>
                <a:lnTo>
                  <a:pt x="1432" y="867"/>
                </a:lnTo>
                <a:lnTo>
                  <a:pt x="1433" y="866"/>
                </a:lnTo>
                <a:lnTo>
                  <a:pt x="1434" y="867"/>
                </a:lnTo>
                <a:lnTo>
                  <a:pt x="1435" y="867"/>
                </a:lnTo>
                <a:lnTo>
                  <a:pt x="1436" y="867"/>
                </a:lnTo>
                <a:lnTo>
                  <a:pt x="1437" y="867"/>
                </a:lnTo>
                <a:lnTo>
                  <a:pt x="1437" y="868"/>
                </a:lnTo>
                <a:lnTo>
                  <a:pt x="1438" y="868"/>
                </a:lnTo>
                <a:lnTo>
                  <a:pt x="1439" y="868"/>
                </a:lnTo>
                <a:lnTo>
                  <a:pt x="1439" y="870"/>
                </a:lnTo>
                <a:lnTo>
                  <a:pt x="1439" y="871"/>
                </a:lnTo>
                <a:lnTo>
                  <a:pt x="1440" y="871"/>
                </a:lnTo>
                <a:lnTo>
                  <a:pt x="1440" y="872"/>
                </a:lnTo>
                <a:lnTo>
                  <a:pt x="1440" y="871"/>
                </a:lnTo>
                <a:lnTo>
                  <a:pt x="1441" y="871"/>
                </a:lnTo>
                <a:lnTo>
                  <a:pt x="1442" y="871"/>
                </a:lnTo>
                <a:lnTo>
                  <a:pt x="1443" y="871"/>
                </a:lnTo>
                <a:lnTo>
                  <a:pt x="1444" y="871"/>
                </a:lnTo>
                <a:lnTo>
                  <a:pt x="1444" y="870"/>
                </a:lnTo>
                <a:lnTo>
                  <a:pt x="1445" y="870"/>
                </a:lnTo>
                <a:lnTo>
                  <a:pt x="1445" y="871"/>
                </a:lnTo>
                <a:lnTo>
                  <a:pt x="1445" y="872"/>
                </a:lnTo>
                <a:lnTo>
                  <a:pt x="1446" y="871"/>
                </a:lnTo>
                <a:lnTo>
                  <a:pt x="1446" y="870"/>
                </a:lnTo>
                <a:lnTo>
                  <a:pt x="1445" y="870"/>
                </a:lnTo>
                <a:lnTo>
                  <a:pt x="1446" y="869"/>
                </a:lnTo>
                <a:lnTo>
                  <a:pt x="1447" y="870"/>
                </a:lnTo>
                <a:lnTo>
                  <a:pt x="1448" y="870"/>
                </a:lnTo>
                <a:lnTo>
                  <a:pt x="1448" y="871"/>
                </a:lnTo>
                <a:lnTo>
                  <a:pt x="1447" y="871"/>
                </a:lnTo>
                <a:lnTo>
                  <a:pt x="1447" y="872"/>
                </a:lnTo>
                <a:lnTo>
                  <a:pt x="1445" y="872"/>
                </a:lnTo>
                <a:lnTo>
                  <a:pt x="1444" y="872"/>
                </a:lnTo>
                <a:lnTo>
                  <a:pt x="1445" y="873"/>
                </a:lnTo>
                <a:lnTo>
                  <a:pt x="1445" y="874"/>
                </a:lnTo>
                <a:lnTo>
                  <a:pt x="1445" y="875"/>
                </a:lnTo>
                <a:lnTo>
                  <a:pt x="1445" y="876"/>
                </a:lnTo>
                <a:lnTo>
                  <a:pt x="1445" y="877"/>
                </a:lnTo>
                <a:lnTo>
                  <a:pt x="1446" y="877"/>
                </a:lnTo>
                <a:lnTo>
                  <a:pt x="1446" y="878"/>
                </a:lnTo>
                <a:lnTo>
                  <a:pt x="1446" y="880"/>
                </a:lnTo>
                <a:lnTo>
                  <a:pt x="1446" y="881"/>
                </a:lnTo>
                <a:lnTo>
                  <a:pt x="1447" y="882"/>
                </a:lnTo>
                <a:lnTo>
                  <a:pt x="1448" y="882"/>
                </a:lnTo>
                <a:lnTo>
                  <a:pt x="1448" y="883"/>
                </a:lnTo>
                <a:lnTo>
                  <a:pt x="1448" y="884"/>
                </a:lnTo>
                <a:lnTo>
                  <a:pt x="1449" y="884"/>
                </a:lnTo>
                <a:lnTo>
                  <a:pt x="1448" y="884"/>
                </a:lnTo>
                <a:lnTo>
                  <a:pt x="1448" y="885"/>
                </a:lnTo>
                <a:lnTo>
                  <a:pt x="1449" y="887"/>
                </a:lnTo>
                <a:lnTo>
                  <a:pt x="1450" y="887"/>
                </a:lnTo>
                <a:lnTo>
                  <a:pt x="1449" y="887"/>
                </a:lnTo>
                <a:lnTo>
                  <a:pt x="1449" y="886"/>
                </a:lnTo>
                <a:lnTo>
                  <a:pt x="1450" y="886"/>
                </a:lnTo>
                <a:lnTo>
                  <a:pt x="1451" y="885"/>
                </a:lnTo>
                <a:lnTo>
                  <a:pt x="1451" y="884"/>
                </a:lnTo>
                <a:lnTo>
                  <a:pt x="1451" y="883"/>
                </a:lnTo>
                <a:lnTo>
                  <a:pt x="1452" y="882"/>
                </a:lnTo>
                <a:lnTo>
                  <a:pt x="1453" y="882"/>
                </a:lnTo>
                <a:lnTo>
                  <a:pt x="1454" y="881"/>
                </a:lnTo>
                <a:lnTo>
                  <a:pt x="1454" y="880"/>
                </a:lnTo>
                <a:lnTo>
                  <a:pt x="1455" y="880"/>
                </a:lnTo>
                <a:lnTo>
                  <a:pt x="1455" y="879"/>
                </a:lnTo>
                <a:lnTo>
                  <a:pt x="1456" y="878"/>
                </a:lnTo>
                <a:lnTo>
                  <a:pt x="1456" y="879"/>
                </a:lnTo>
                <a:lnTo>
                  <a:pt x="1456" y="880"/>
                </a:lnTo>
                <a:lnTo>
                  <a:pt x="1457" y="880"/>
                </a:lnTo>
                <a:lnTo>
                  <a:pt x="1457" y="881"/>
                </a:lnTo>
                <a:lnTo>
                  <a:pt x="1458" y="881"/>
                </a:lnTo>
                <a:lnTo>
                  <a:pt x="1458" y="882"/>
                </a:lnTo>
                <a:lnTo>
                  <a:pt x="1460" y="882"/>
                </a:lnTo>
                <a:lnTo>
                  <a:pt x="1460" y="881"/>
                </a:lnTo>
                <a:lnTo>
                  <a:pt x="1461" y="881"/>
                </a:lnTo>
                <a:lnTo>
                  <a:pt x="1461" y="882"/>
                </a:lnTo>
                <a:lnTo>
                  <a:pt x="1462" y="882"/>
                </a:lnTo>
                <a:lnTo>
                  <a:pt x="1463" y="881"/>
                </a:lnTo>
                <a:lnTo>
                  <a:pt x="1463" y="882"/>
                </a:lnTo>
                <a:lnTo>
                  <a:pt x="1463" y="884"/>
                </a:lnTo>
                <a:lnTo>
                  <a:pt x="1463" y="885"/>
                </a:lnTo>
                <a:lnTo>
                  <a:pt x="1463" y="886"/>
                </a:lnTo>
                <a:lnTo>
                  <a:pt x="1464" y="886"/>
                </a:lnTo>
                <a:lnTo>
                  <a:pt x="1464" y="887"/>
                </a:lnTo>
                <a:lnTo>
                  <a:pt x="1463" y="887"/>
                </a:lnTo>
                <a:lnTo>
                  <a:pt x="1463" y="888"/>
                </a:lnTo>
                <a:lnTo>
                  <a:pt x="1463" y="889"/>
                </a:lnTo>
                <a:lnTo>
                  <a:pt x="1464" y="889"/>
                </a:lnTo>
                <a:lnTo>
                  <a:pt x="1464" y="890"/>
                </a:lnTo>
                <a:lnTo>
                  <a:pt x="1464" y="891"/>
                </a:lnTo>
                <a:lnTo>
                  <a:pt x="1465" y="891"/>
                </a:lnTo>
                <a:lnTo>
                  <a:pt x="1466" y="891"/>
                </a:lnTo>
                <a:lnTo>
                  <a:pt x="1468" y="893"/>
                </a:lnTo>
                <a:lnTo>
                  <a:pt x="1468" y="894"/>
                </a:lnTo>
                <a:lnTo>
                  <a:pt x="1467" y="894"/>
                </a:lnTo>
                <a:lnTo>
                  <a:pt x="1468" y="894"/>
                </a:lnTo>
                <a:lnTo>
                  <a:pt x="1468" y="895"/>
                </a:lnTo>
                <a:lnTo>
                  <a:pt x="1469" y="896"/>
                </a:lnTo>
                <a:lnTo>
                  <a:pt x="1470" y="896"/>
                </a:lnTo>
                <a:lnTo>
                  <a:pt x="1471" y="897"/>
                </a:lnTo>
                <a:lnTo>
                  <a:pt x="1471" y="898"/>
                </a:lnTo>
                <a:lnTo>
                  <a:pt x="1471" y="899"/>
                </a:lnTo>
                <a:lnTo>
                  <a:pt x="1472" y="900"/>
                </a:lnTo>
                <a:lnTo>
                  <a:pt x="1472" y="901"/>
                </a:lnTo>
                <a:lnTo>
                  <a:pt x="1474" y="901"/>
                </a:lnTo>
                <a:lnTo>
                  <a:pt x="1475" y="901"/>
                </a:lnTo>
                <a:lnTo>
                  <a:pt x="1475" y="902"/>
                </a:lnTo>
                <a:lnTo>
                  <a:pt x="1476" y="902"/>
                </a:lnTo>
                <a:lnTo>
                  <a:pt x="1476" y="901"/>
                </a:lnTo>
                <a:lnTo>
                  <a:pt x="1477" y="901"/>
                </a:lnTo>
                <a:lnTo>
                  <a:pt x="1477" y="900"/>
                </a:lnTo>
                <a:lnTo>
                  <a:pt x="1476" y="899"/>
                </a:lnTo>
                <a:lnTo>
                  <a:pt x="1476" y="898"/>
                </a:lnTo>
                <a:lnTo>
                  <a:pt x="1477" y="898"/>
                </a:lnTo>
                <a:lnTo>
                  <a:pt x="1478" y="898"/>
                </a:lnTo>
                <a:lnTo>
                  <a:pt x="1479" y="898"/>
                </a:lnTo>
                <a:lnTo>
                  <a:pt x="1480" y="898"/>
                </a:lnTo>
                <a:lnTo>
                  <a:pt x="1481" y="897"/>
                </a:lnTo>
                <a:lnTo>
                  <a:pt x="1482" y="897"/>
                </a:lnTo>
                <a:lnTo>
                  <a:pt x="1482" y="896"/>
                </a:lnTo>
                <a:lnTo>
                  <a:pt x="1483" y="896"/>
                </a:lnTo>
                <a:lnTo>
                  <a:pt x="1483" y="895"/>
                </a:lnTo>
                <a:lnTo>
                  <a:pt x="1484" y="895"/>
                </a:lnTo>
                <a:lnTo>
                  <a:pt x="1485" y="894"/>
                </a:lnTo>
                <a:lnTo>
                  <a:pt x="1486" y="894"/>
                </a:lnTo>
                <a:lnTo>
                  <a:pt x="1487" y="893"/>
                </a:lnTo>
                <a:lnTo>
                  <a:pt x="1489" y="891"/>
                </a:lnTo>
                <a:lnTo>
                  <a:pt x="1489" y="890"/>
                </a:lnTo>
                <a:lnTo>
                  <a:pt x="1489" y="889"/>
                </a:lnTo>
                <a:lnTo>
                  <a:pt x="1490" y="888"/>
                </a:lnTo>
                <a:lnTo>
                  <a:pt x="1491" y="888"/>
                </a:lnTo>
                <a:lnTo>
                  <a:pt x="1491" y="887"/>
                </a:lnTo>
                <a:lnTo>
                  <a:pt x="1490" y="887"/>
                </a:lnTo>
                <a:lnTo>
                  <a:pt x="1490" y="886"/>
                </a:lnTo>
                <a:lnTo>
                  <a:pt x="1490" y="885"/>
                </a:lnTo>
                <a:lnTo>
                  <a:pt x="1490" y="884"/>
                </a:lnTo>
                <a:lnTo>
                  <a:pt x="1489" y="884"/>
                </a:lnTo>
                <a:lnTo>
                  <a:pt x="1489" y="883"/>
                </a:lnTo>
                <a:lnTo>
                  <a:pt x="1490" y="882"/>
                </a:lnTo>
                <a:lnTo>
                  <a:pt x="1491" y="881"/>
                </a:lnTo>
                <a:lnTo>
                  <a:pt x="1490" y="880"/>
                </a:lnTo>
                <a:lnTo>
                  <a:pt x="1490" y="879"/>
                </a:lnTo>
                <a:lnTo>
                  <a:pt x="1489" y="878"/>
                </a:lnTo>
                <a:lnTo>
                  <a:pt x="1488" y="877"/>
                </a:lnTo>
                <a:lnTo>
                  <a:pt x="1488" y="875"/>
                </a:lnTo>
                <a:lnTo>
                  <a:pt x="1489" y="874"/>
                </a:lnTo>
                <a:lnTo>
                  <a:pt x="1489" y="873"/>
                </a:lnTo>
                <a:lnTo>
                  <a:pt x="1488" y="873"/>
                </a:lnTo>
                <a:lnTo>
                  <a:pt x="1487" y="873"/>
                </a:lnTo>
                <a:lnTo>
                  <a:pt x="1486" y="873"/>
                </a:lnTo>
                <a:lnTo>
                  <a:pt x="1486" y="871"/>
                </a:lnTo>
                <a:lnTo>
                  <a:pt x="1486" y="870"/>
                </a:lnTo>
                <a:lnTo>
                  <a:pt x="1485" y="870"/>
                </a:lnTo>
                <a:lnTo>
                  <a:pt x="1485" y="869"/>
                </a:lnTo>
                <a:lnTo>
                  <a:pt x="1484" y="869"/>
                </a:lnTo>
                <a:lnTo>
                  <a:pt x="1484" y="868"/>
                </a:lnTo>
                <a:lnTo>
                  <a:pt x="1484" y="867"/>
                </a:lnTo>
                <a:lnTo>
                  <a:pt x="1485" y="867"/>
                </a:lnTo>
                <a:lnTo>
                  <a:pt x="1485" y="866"/>
                </a:lnTo>
                <a:lnTo>
                  <a:pt x="1485" y="865"/>
                </a:lnTo>
                <a:lnTo>
                  <a:pt x="1485" y="864"/>
                </a:lnTo>
                <a:lnTo>
                  <a:pt x="1485" y="863"/>
                </a:lnTo>
                <a:lnTo>
                  <a:pt x="1485" y="862"/>
                </a:lnTo>
                <a:lnTo>
                  <a:pt x="1486" y="861"/>
                </a:lnTo>
                <a:lnTo>
                  <a:pt x="1487" y="861"/>
                </a:lnTo>
                <a:lnTo>
                  <a:pt x="1487" y="862"/>
                </a:lnTo>
                <a:lnTo>
                  <a:pt x="1488" y="862"/>
                </a:lnTo>
                <a:lnTo>
                  <a:pt x="1488" y="861"/>
                </a:lnTo>
                <a:lnTo>
                  <a:pt x="1487" y="861"/>
                </a:lnTo>
                <a:lnTo>
                  <a:pt x="1487" y="860"/>
                </a:lnTo>
                <a:lnTo>
                  <a:pt x="1487" y="859"/>
                </a:lnTo>
                <a:lnTo>
                  <a:pt x="1487" y="858"/>
                </a:lnTo>
                <a:lnTo>
                  <a:pt x="1486" y="858"/>
                </a:lnTo>
                <a:lnTo>
                  <a:pt x="1486" y="857"/>
                </a:lnTo>
                <a:lnTo>
                  <a:pt x="1486" y="856"/>
                </a:lnTo>
                <a:lnTo>
                  <a:pt x="1485" y="855"/>
                </a:lnTo>
                <a:lnTo>
                  <a:pt x="1486" y="854"/>
                </a:lnTo>
                <a:lnTo>
                  <a:pt x="1485" y="854"/>
                </a:lnTo>
                <a:lnTo>
                  <a:pt x="1485" y="853"/>
                </a:lnTo>
                <a:lnTo>
                  <a:pt x="1484" y="853"/>
                </a:lnTo>
                <a:lnTo>
                  <a:pt x="1484" y="852"/>
                </a:lnTo>
                <a:lnTo>
                  <a:pt x="1483" y="852"/>
                </a:lnTo>
                <a:lnTo>
                  <a:pt x="1483" y="851"/>
                </a:lnTo>
                <a:lnTo>
                  <a:pt x="1483" y="850"/>
                </a:lnTo>
                <a:lnTo>
                  <a:pt x="1483" y="848"/>
                </a:lnTo>
                <a:lnTo>
                  <a:pt x="1484" y="848"/>
                </a:lnTo>
                <a:lnTo>
                  <a:pt x="1485" y="847"/>
                </a:lnTo>
                <a:lnTo>
                  <a:pt x="1486" y="846"/>
                </a:lnTo>
                <a:lnTo>
                  <a:pt x="1486" y="845"/>
                </a:lnTo>
                <a:lnTo>
                  <a:pt x="1487" y="845"/>
                </a:lnTo>
                <a:lnTo>
                  <a:pt x="1488" y="844"/>
                </a:lnTo>
                <a:lnTo>
                  <a:pt x="1489" y="844"/>
                </a:lnTo>
                <a:lnTo>
                  <a:pt x="1489" y="843"/>
                </a:lnTo>
                <a:lnTo>
                  <a:pt x="1490" y="843"/>
                </a:lnTo>
                <a:lnTo>
                  <a:pt x="1490" y="842"/>
                </a:lnTo>
                <a:lnTo>
                  <a:pt x="1491" y="842"/>
                </a:lnTo>
                <a:lnTo>
                  <a:pt x="1491" y="843"/>
                </a:lnTo>
                <a:lnTo>
                  <a:pt x="1492" y="843"/>
                </a:lnTo>
                <a:lnTo>
                  <a:pt x="1492" y="844"/>
                </a:lnTo>
                <a:lnTo>
                  <a:pt x="1492" y="843"/>
                </a:lnTo>
                <a:lnTo>
                  <a:pt x="1492" y="842"/>
                </a:lnTo>
                <a:lnTo>
                  <a:pt x="1493" y="842"/>
                </a:lnTo>
                <a:lnTo>
                  <a:pt x="1494" y="842"/>
                </a:lnTo>
                <a:lnTo>
                  <a:pt x="1495" y="842"/>
                </a:lnTo>
                <a:lnTo>
                  <a:pt x="1496" y="842"/>
                </a:lnTo>
                <a:lnTo>
                  <a:pt x="1497" y="842"/>
                </a:lnTo>
                <a:lnTo>
                  <a:pt x="1498" y="843"/>
                </a:lnTo>
                <a:lnTo>
                  <a:pt x="1499" y="844"/>
                </a:lnTo>
                <a:lnTo>
                  <a:pt x="1500" y="844"/>
                </a:lnTo>
                <a:lnTo>
                  <a:pt x="1501" y="843"/>
                </a:lnTo>
                <a:lnTo>
                  <a:pt x="1500" y="842"/>
                </a:lnTo>
                <a:lnTo>
                  <a:pt x="1500" y="841"/>
                </a:lnTo>
                <a:lnTo>
                  <a:pt x="1501" y="841"/>
                </a:lnTo>
                <a:lnTo>
                  <a:pt x="1501" y="842"/>
                </a:lnTo>
                <a:lnTo>
                  <a:pt x="1502" y="842"/>
                </a:lnTo>
                <a:lnTo>
                  <a:pt x="1503" y="842"/>
                </a:lnTo>
                <a:lnTo>
                  <a:pt x="1503" y="843"/>
                </a:lnTo>
                <a:lnTo>
                  <a:pt x="1503" y="844"/>
                </a:lnTo>
                <a:lnTo>
                  <a:pt x="1504" y="845"/>
                </a:lnTo>
                <a:lnTo>
                  <a:pt x="1505" y="846"/>
                </a:lnTo>
                <a:lnTo>
                  <a:pt x="1506" y="846"/>
                </a:lnTo>
                <a:lnTo>
                  <a:pt x="1507" y="846"/>
                </a:lnTo>
                <a:lnTo>
                  <a:pt x="1507" y="847"/>
                </a:lnTo>
                <a:lnTo>
                  <a:pt x="1508" y="847"/>
                </a:lnTo>
                <a:lnTo>
                  <a:pt x="1508" y="846"/>
                </a:lnTo>
                <a:lnTo>
                  <a:pt x="1508" y="845"/>
                </a:lnTo>
                <a:lnTo>
                  <a:pt x="1508" y="844"/>
                </a:lnTo>
                <a:lnTo>
                  <a:pt x="1509" y="844"/>
                </a:lnTo>
                <a:lnTo>
                  <a:pt x="1509" y="843"/>
                </a:lnTo>
                <a:lnTo>
                  <a:pt x="1511" y="844"/>
                </a:lnTo>
                <a:lnTo>
                  <a:pt x="1510" y="844"/>
                </a:lnTo>
                <a:lnTo>
                  <a:pt x="1511" y="845"/>
                </a:lnTo>
                <a:lnTo>
                  <a:pt x="1512" y="846"/>
                </a:lnTo>
                <a:lnTo>
                  <a:pt x="1513" y="846"/>
                </a:lnTo>
                <a:lnTo>
                  <a:pt x="1512" y="846"/>
                </a:lnTo>
                <a:lnTo>
                  <a:pt x="1512" y="847"/>
                </a:lnTo>
                <a:lnTo>
                  <a:pt x="1513" y="847"/>
                </a:lnTo>
                <a:lnTo>
                  <a:pt x="1514" y="847"/>
                </a:lnTo>
                <a:lnTo>
                  <a:pt x="1514" y="848"/>
                </a:lnTo>
                <a:lnTo>
                  <a:pt x="1515" y="848"/>
                </a:lnTo>
                <a:lnTo>
                  <a:pt x="1516" y="848"/>
                </a:lnTo>
                <a:lnTo>
                  <a:pt x="1517" y="848"/>
                </a:lnTo>
                <a:lnTo>
                  <a:pt x="1516" y="847"/>
                </a:lnTo>
                <a:lnTo>
                  <a:pt x="1516" y="848"/>
                </a:lnTo>
                <a:lnTo>
                  <a:pt x="1515" y="847"/>
                </a:lnTo>
                <a:lnTo>
                  <a:pt x="1515" y="846"/>
                </a:lnTo>
                <a:lnTo>
                  <a:pt x="1516" y="846"/>
                </a:lnTo>
                <a:lnTo>
                  <a:pt x="1517" y="844"/>
                </a:lnTo>
                <a:lnTo>
                  <a:pt x="1518" y="843"/>
                </a:lnTo>
                <a:lnTo>
                  <a:pt x="1518" y="844"/>
                </a:lnTo>
                <a:lnTo>
                  <a:pt x="1519" y="844"/>
                </a:lnTo>
                <a:lnTo>
                  <a:pt x="1520" y="844"/>
                </a:lnTo>
                <a:lnTo>
                  <a:pt x="1521" y="845"/>
                </a:lnTo>
                <a:lnTo>
                  <a:pt x="1522" y="846"/>
                </a:lnTo>
                <a:lnTo>
                  <a:pt x="1523" y="846"/>
                </a:lnTo>
                <a:lnTo>
                  <a:pt x="1523" y="845"/>
                </a:lnTo>
                <a:lnTo>
                  <a:pt x="1524" y="845"/>
                </a:lnTo>
                <a:lnTo>
                  <a:pt x="1524" y="844"/>
                </a:lnTo>
                <a:lnTo>
                  <a:pt x="1523" y="844"/>
                </a:lnTo>
                <a:lnTo>
                  <a:pt x="1524" y="843"/>
                </a:lnTo>
                <a:lnTo>
                  <a:pt x="1524" y="842"/>
                </a:lnTo>
                <a:lnTo>
                  <a:pt x="1527" y="842"/>
                </a:lnTo>
                <a:lnTo>
                  <a:pt x="1528" y="842"/>
                </a:lnTo>
                <a:lnTo>
                  <a:pt x="1528" y="843"/>
                </a:lnTo>
                <a:lnTo>
                  <a:pt x="1529" y="842"/>
                </a:lnTo>
                <a:lnTo>
                  <a:pt x="1529" y="841"/>
                </a:lnTo>
                <a:lnTo>
                  <a:pt x="1528" y="841"/>
                </a:lnTo>
                <a:lnTo>
                  <a:pt x="1528" y="840"/>
                </a:lnTo>
                <a:lnTo>
                  <a:pt x="1529" y="839"/>
                </a:lnTo>
                <a:lnTo>
                  <a:pt x="1529" y="838"/>
                </a:lnTo>
                <a:lnTo>
                  <a:pt x="1531" y="838"/>
                </a:lnTo>
                <a:lnTo>
                  <a:pt x="1531" y="839"/>
                </a:lnTo>
                <a:lnTo>
                  <a:pt x="1531" y="840"/>
                </a:lnTo>
                <a:lnTo>
                  <a:pt x="1532" y="839"/>
                </a:lnTo>
                <a:lnTo>
                  <a:pt x="1532" y="838"/>
                </a:lnTo>
                <a:lnTo>
                  <a:pt x="1533" y="838"/>
                </a:lnTo>
                <a:lnTo>
                  <a:pt x="1533" y="839"/>
                </a:lnTo>
                <a:lnTo>
                  <a:pt x="1534" y="839"/>
                </a:lnTo>
                <a:lnTo>
                  <a:pt x="1534" y="838"/>
                </a:lnTo>
                <a:lnTo>
                  <a:pt x="1534" y="837"/>
                </a:lnTo>
                <a:lnTo>
                  <a:pt x="1534" y="836"/>
                </a:lnTo>
                <a:lnTo>
                  <a:pt x="1533" y="836"/>
                </a:lnTo>
                <a:lnTo>
                  <a:pt x="1533" y="835"/>
                </a:lnTo>
                <a:lnTo>
                  <a:pt x="1532" y="835"/>
                </a:lnTo>
                <a:lnTo>
                  <a:pt x="1532" y="834"/>
                </a:lnTo>
                <a:lnTo>
                  <a:pt x="1531" y="834"/>
                </a:lnTo>
                <a:lnTo>
                  <a:pt x="1534" y="834"/>
                </a:lnTo>
                <a:lnTo>
                  <a:pt x="1534" y="835"/>
                </a:lnTo>
                <a:lnTo>
                  <a:pt x="1535" y="835"/>
                </a:lnTo>
                <a:lnTo>
                  <a:pt x="1535" y="834"/>
                </a:lnTo>
                <a:lnTo>
                  <a:pt x="1534" y="833"/>
                </a:lnTo>
                <a:lnTo>
                  <a:pt x="1534" y="832"/>
                </a:lnTo>
                <a:lnTo>
                  <a:pt x="1534" y="831"/>
                </a:lnTo>
                <a:lnTo>
                  <a:pt x="1533" y="831"/>
                </a:lnTo>
                <a:lnTo>
                  <a:pt x="1532" y="832"/>
                </a:lnTo>
                <a:lnTo>
                  <a:pt x="1531" y="831"/>
                </a:lnTo>
                <a:lnTo>
                  <a:pt x="1531" y="830"/>
                </a:lnTo>
                <a:lnTo>
                  <a:pt x="1530" y="829"/>
                </a:lnTo>
                <a:lnTo>
                  <a:pt x="1529" y="828"/>
                </a:lnTo>
                <a:lnTo>
                  <a:pt x="1529" y="827"/>
                </a:lnTo>
                <a:lnTo>
                  <a:pt x="1529" y="826"/>
                </a:lnTo>
                <a:lnTo>
                  <a:pt x="1530" y="827"/>
                </a:lnTo>
                <a:lnTo>
                  <a:pt x="1530" y="826"/>
                </a:lnTo>
                <a:lnTo>
                  <a:pt x="1530" y="825"/>
                </a:lnTo>
                <a:lnTo>
                  <a:pt x="1529" y="825"/>
                </a:lnTo>
                <a:lnTo>
                  <a:pt x="1529" y="826"/>
                </a:lnTo>
                <a:lnTo>
                  <a:pt x="1528" y="825"/>
                </a:lnTo>
                <a:lnTo>
                  <a:pt x="1527" y="825"/>
                </a:lnTo>
                <a:lnTo>
                  <a:pt x="1527" y="824"/>
                </a:lnTo>
                <a:lnTo>
                  <a:pt x="1528" y="824"/>
                </a:lnTo>
                <a:lnTo>
                  <a:pt x="1529" y="823"/>
                </a:lnTo>
                <a:lnTo>
                  <a:pt x="1529" y="822"/>
                </a:lnTo>
                <a:lnTo>
                  <a:pt x="1530" y="822"/>
                </a:lnTo>
                <a:lnTo>
                  <a:pt x="1530" y="821"/>
                </a:lnTo>
                <a:lnTo>
                  <a:pt x="1531" y="821"/>
                </a:lnTo>
                <a:lnTo>
                  <a:pt x="1532" y="821"/>
                </a:lnTo>
                <a:lnTo>
                  <a:pt x="1533" y="822"/>
                </a:lnTo>
                <a:lnTo>
                  <a:pt x="1533" y="821"/>
                </a:lnTo>
                <a:lnTo>
                  <a:pt x="1533" y="820"/>
                </a:lnTo>
                <a:lnTo>
                  <a:pt x="1533" y="819"/>
                </a:lnTo>
                <a:lnTo>
                  <a:pt x="1534" y="819"/>
                </a:lnTo>
                <a:lnTo>
                  <a:pt x="1534" y="820"/>
                </a:lnTo>
                <a:lnTo>
                  <a:pt x="1535" y="820"/>
                </a:lnTo>
                <a:lnTo>
                  <a:pt x="1536" y="820"/>
                </a:lnTo>
                <a:lnTo>
                  <a:pt x="1536" y="819"/>
                </a:lnTo>
                <a:lnTo>
                  <a:pt x="1537" y="818"/>
                </a:lnTo>
                <a:lnTo>
                  <a:pt x="1537" y="817"/>
                </a:lnTo>
                <a:lnTo>
                  <a:pt x="1536" y="817"/>
                </a:lnTo>
                <a:lnTo>
                  <a:pt x="1535" y="817"/>
                </a:lnTo>
                <a:lnTo>
                  <a:pt x="1534" y="818"/>
                </a:lnTo>
                <a:lnTo>
                  <a:pt x="1534" y="819"/>
                </a:lnTo>
                <a:lnTo>
                  <a:pt x="1533" y="819"/>
                </a:lnTo>
                <a:lnTo>
                  <a:pt x="1533" y="818"/>
                </a:lnTo>
                <a:lnTo>
                  <a:pt x="1532" y="818"/>
                </a:lnTo>
                <a:lnTo>
                  <a:pt x="1531" y="816"/>
                </a:lnTo>
                <a:lnTo>
                  <a:pt x="1531" y="815"/>
                </a:lnTo>
                <a:lnTo>
                  <a:pt x="1532" y="815"/>
                </a:lnTo>
                <a:lnTo>
                  <a:pt x="1531" y="815"/>
                </a:lnTo>
                <a:lnTo>
                  <a:pt x="1532" y="815"/>
                </a:lnTo>
                <a:lnTo>
                  <a:pt x="1532" y="816"/>
                </a:lnTo>
                <a:lnTo>
                  <a:pt x="1533" y="815"/>
                </a:lnTo>
                <a:lnTo>
                  <a:pt x="1534" y="815"/>
                </a:lnTo>
                <a:lnTo>
                  <a:pt x="1534" y="816"/>
                </a:lnTo>
                <a:lnTo>
                  <a:pt x="1533" y="816"/>
                </a:lnTo>
                <a:lnTo>
                  <a:pt x="1533" y="817"/>
                </a:lnTo>
                <a:lnTo>
                  <a:pt x="1532" y="817"/>
                </a:lnTo>
                <a:lnTo>
                  <a:pt x="1533" y="817"/>
                </a:lnTo>
                <a:lnTo>
                  <a:pt x="1533" y="818"/>
                </a:lnTo>
                <a:lnTo>
                  <a:pt x="1534" y="818"/>
                </a:lnTo>
                <a:lnTo>
                  <a:pt x="1534" y="817"/>
                </a:lnTo>
                <a:lnTo>
                  <a:pt x="1533" y="817"/>
                </a:lnTo>
                <a:lnTo>
                  <a:pt x="1534" y="815"/>
                </a:lnTo>
                <a:lnTo>
                  <a:pt x="1535" y="814"/>
                </a:lnTo>
                <a:lnTo>
                  <a:pt x="1536" y="813"/>
                </a:lnTo>
                <a:lnTo>
                  <a:pt x="1537" y="813"/>
                </a:lnTo>
                <a:lnTo>
                  <a:pt x="1537" y="812"/>
                </a:lnTo>
                <a:lnTo>
                  <a:pt x="1537" y="811"/>
                </a:lnTo>
                <a:lnTo>
                  <a:pt x="1536" y="810"/>
                </a:lnTo>
                <a:lnTo>
                  <a:pt x="1535" y="810"/>
                </a:lnTo>
                <a:lnTo>
                  <a:pt x="1535" y="809"/>
                </a:lnTo>
                <a:lnTo>
                  <a:pt x="1535" y="808"/>
                </a:lnTo>
                <a:lnTo>
                  <a:pt x="1536" y="808"/>
                </a:lnTo>
                <a:lnTo>
                  <a:pt x="1537" y="807"/>
                </a:lnTo>
                <a:lnTo>
                  <a:pt x="1536" y="806"/>
                </a:lnTo>
                <a:lnTo>
                  <a:pt x="1536" y="805"/>
                </a:lnTo>
                <a:lnTo>
                  <a:pt x="1536" y="804"/>
                </a:lnTo>
                <a:lnTo>
                  <a:pt x="1536" y="803"/>
                </a:lnTo>
                <a:lnTo>
                  <a:pt x="1537" y="803"/>
                </a:lnTo>
                <a:lnTo>
                  <a:pt x="1538" y="802"/>
                </a:lnTo>
                <a:lnTo>
                  <a:pt x="1538" y="800"/>
                </a:lnTo>
                <a:lnTo>
                  <a:pt x="1537" y="799"/>
                </a:lnTo>
                <a:lnTo>
                  <a:pt x="1536" y="798"/>
                </a:lnTo>
                <a:lnTo>
                  <a:pt x="1537" y="797"/>
                </a:lnTo>
                <a:lnTo>
                  <a:pt x="1537" y="796"/>
                </a:lnTo>
                <a:lnTo>
                  <a:pt x="1536" y="796"/>
                </a:lnTo>
                <a:lnTo>
                  <a:pt x="1536" y="797"/>
                </a:lnTo>
                <a:lnTo>
                  <a:pt x="1535" y="798"/>
                </a:lnTo>
                <a:lnTo>
                  <a:pt x="1535" y="797"/>
                </a:lnTo>
                <a:lnTo>
                  <a:pt x="1535" y="796"/>
                </a:lnTo>
                <a:lnTo>
                  <a:pt x="1535" y="795"/>
                </a:lnTo>
                <a:lnTo>
                  <a:pt x="1534" y="796"/>
                </a:lnTo>
                <a:lnTo>
                  <a:pt x="1533" y="796"/>
                </a:lnTo>
                <a:lnTo>
                  <a:pt x="1533" y="795"/>
                </a:lnTo>
                <a:lnTo>
                  <a:pt x="1533" y="794"/>
                </a:lnTo>
                <a:lnTo>
                  <a:pt x="1533" y="793"/>
                </a:lnTo>
                <a:lnTo>
                  <a:pt x="1532" y="791"/>
                </a:lnTo>
                <a:lnTo>
                  <a:pt x="1531" y="791"/>
                </a:lnTo>
                <a:lnTo>
                  <a:pt x="1530" y="790"/>
                </a:lnTo>
                <a:lnTo>
                  <a:pt x="1529" y="790"/>
                </a:lnTo>
                <a:lnTo>
                  <a:pt x="1529" y="789"/>
                </a:lnTo>
                <a:lnTo>
                  <a:pt x="1528" y="788"/>
                </a:lnTo>
                <a:lnTo>
                  <a:pt x="1528" y="786"/>
                </a:lnTo>
                <a:lnTo>
                  <a:pt x="1527" y="786"/>
                </a:lnTo>
                <a:lnTo>
                  <a:pt x="1527" y="787"/>
                </a:lnTo>
                <a:lnTo>
                  <a:pt x="1526" y="787"/>
                </a:lnTo>
                <a:lnTo>
                  <a:pt x="1526" y="786"/>
                </a:lnTo>
                <a:lnTo>
                  <a:pt x="1526" y="785"/>
                </a:lnTo>
                <a:lnTo>
                  <a:pt x="1525" y="784"/>
                </a:lnTo>
                <a:lnTo>
                  <a:pt x="1525" y="785"/>
                </a:lnTo>
                <a:lnTo>
                  <a:pt x="1524" y="785"/>
                </a:lnTo>
                <a:lnTo>
                  <a:pt x="1523" y="785"/>
                </a:lnTo>
                <a:lnTo>
                  <a:pt x="1522" y="785"/>
                </a:lnTo>
                <a:lnTo>
                  <a:pt x="1522" y="786"/>
                </a:lnTo>
                <a:lnTo>
                  <a:pt x="1522" y="785"/>
                </a:lnTo>
                <a:lnTo>
                  <a:pt x="1521" y="785"/>
                </a:lnTo>
                <a:lnTo>
                  <a:pt x="1521" y="784"/>
                </a:lnTo>
                <a:lnTo>
                  <a:pt x="1520" y="784"/>
                </a:lnTo>
                <a:lnTo>
                  <a:pt x="1519" y="784"/>
                </a:lnTo>
                <a:lnTo>
                  <a:pt x="1519" y="785"/>
                </a:lnTo>
                <a:lnTo>
                  <a:pt x="1519" y="786"/>
                </a:lnTo>
                <a:lnTo>
                  <a:pt x="1518" y="785"/>
                </a:lnTo>
                <a:lnTo>
                  <a:pt x="1517" y="785"/>
                </a:lnTo>
                <a:lnTo>
                  <a:pt x="1516" y="784"/>
                </a:lnTo>
                <a:lnTo>
                  <a:pt x="1515" y="783"/>
                </a:lnTo>
                <a:lnTo>
                  <a:pt x="1514" y="783"/>
                </a:lnTo>
                <a:lnTo>
                  <a:pt x="1513" y="784"/>
                </a:lnTo>
                <a:lnTo>
                  <a:pt x="1513" y="783"/>
                </a:lnTo>
                <a:lnTo>
                  <a:pt x="1511" y="783"/>
                </a:lnTo>
                <a:lnTo>
                  <a:pt x="1511" y="782"/>
                </a:lnTo>
                <a:lnTo>
                  <a:pt x="1510" y="781"/>
                </a:lnTo>
                <a:lnTo>
                  <a:pt x="1510" y="779"/>
                </a:lnTo>
                <a:lnTo>
                  <a:pt x="1509" y="778"/>
                </a:lnTo>
                <a:lnTo>
                  <a:pt x="1508" y="779"/>
                </a:lnTo>
                <a:lnTo>
                  <a:pt x="1506" y="779"/>
                </a:lnTo>
                <a:lnTo>
                  <a:pt x="1506" y="780"/>
                </a:lnTo>
                <a:lnTo>
                  <a:pt x="1505" y="780"/>
                </a:lnTo>
                <a:lnTo>
                  <a:pt x="1505" y="778"/>
                </a:lnTo>
                <a:lnTo>
                  <a:pt x="1506" y="778"/>
                </a:lnTo>
                <a:lnTo>
                  <a:pt x="1506" y="777"/>
                </a:lnTo>
                <a:lnTo>
                  <a:pt x="1505" y="777"/>
                </a:lnTo>
                <a:lnTo>
                  <a:pt x="1505" y="778"/>
                </a:lnTo>
                <a:lnTo>
                  <a:pt x="1505" y="779"/>
                </a:lnTo>
                <a:lnTo>
                  <a:pt x="1504" y="779"/>
                </a:lnTo>
                <a:lnTo>
                  <a:pt x="1502" y="779"/>
                </a:lnTo>
                <a:lnTo>
                  <a:pt x="1502" y="778"/>
                </a:lnTo>
                <a:lnTo>
                  <a:pt x="1502" y="777"/>
                </a:lnTo>
                <a:lnTo>
                  <a:pt x="1501" y="776"/>
                </a:lnTo>
                <a:lnTo>
                  <a:pt x="1500" y="777"/>
                </a:lnTo>
                <a:lnTo>
                  <a:pt x="1501" y="778"/>
                </a:lnTo>
                <a:lnTo>
                  <a:pt x="1500" y="778"/>
                </a:lnTo>
                <a:lnTo>
                  <a:pt x="1500" y="779"/>
                </a:lnTo>
                <a:lnTo>
                  <a:pt x="1499" y="778"/>
                </a:lnTo>
                <a:lnTo>
                  <a:pt x="1499" y="777"/>
                </a:lnTo>
                <a:lnTo>
                  <a:pt x="1497" y="777"/>
                </a:lnTo>
                <a:lnTo>
                  <a:pt x="1496" y="776"/>
                </a:lnTo>
                <a:lnTo>
                  <a:pt x="1496" y="777"/>
                </a:lnTo>
                <a:lnTo>
                  <a:pt x="1496" y="778"/>
                </a:lnTo>
                <a:lnTo>
                  <a:pt x="1496" y="779"/>
                </a:lnTo>
                <a:lnTo>
                  <a:pt x="1496" y="780"/>
                </a:lnTo>
                <a:lnTo>
                  <a:pt x="1494" y="781"/>
                </a:lnTo>
                <a:lnTo>
                  <a:pt x="1494" y="780"/>
                </a:lnTo>
                <a:lnTo>
                  <a:pt x="1492" y="779"/>
                </a:lnTo>
                <a:lnTo>
                  <a:pt x="1491" y="779"/>
                </a:lnTo>
                <a:lnTo>
                  <a:pt x="1490" y="779"/>
                </a:lnTo>
                <a:lnTo>
                  <a:pt x="1489" y="777"/>
                </a:lnTo>
                <a:lnTo>
                  <a:pt x="1488" y="777"/>
                </a:lnTo>
                <a:lnTo>
                  <a:pt x="1488" y="776"/>
                </a:lnTo>
                <a:lnTo>
                  <a:pt x="1487" y="775"/>
                </a:lnTo>
                <a:lnTo>
                  <a:pt x="1487" y="774"/>
                </a:lnTo>
                <a:lnTo>
                  <a:pt x="1488" y="774"/>
                </a:lnTo>
                <a:lnTo>
                  <a:pt x="1488" y="773"/>
                </a:lnTo>
                <a:lnTo>
                  <a:pt x="1489" y="774"/>
                </a:lnTo>
                <a:lnTo>
                  <a:pt x="1490" y="774"/>
                </a:lnTo>
                <a:lnTo>
                  <a:pt x="1490" y="773"/>
                </a:lnTo>
                <a:lnTo>
                  <a:pt x="1491" y="772"/>
                </a:lnTo>
                <a:lnTo>
                  <a:pt x="1491" y="770"/>
                </a:lnTo>
                <a:lnTo>
                  <a:pt x="1491" y="769"/>
                </a:lnTo>
                <a:lnTo>
                  <a:pt x="1491" y="768"/>
                </a:lnTo>
                <a:lnTo>
                  <a:pt x="1491" y="767"/>
                </a:lnTo>
                <a:lnTo>
                  <a:pt x="1492" y="767"/>
                </a:lnTo>
                <a:lnTo>
                  <a:pt x="1493" y="767"/>
                </a:lnTo>
                <a:lnTo>
                  <a:pt x="1493" y="766"/>
                </a:lnTo>
                <a:lnTo>
                  <a:pt x="1493" y="765"/>
                </a:lnTo>
                <a:lnTo>
                  <a:pt x="1492" y="764"/>
                </a:lnTo>
                <a:lnTo>
                  <a:pt x="1491" y="763"/>
                </a:lnTo>
                <a:lnTo>
                  <a:pt x="1490" y="763"/>
                </a:lnTo>
                <a:lnTo>
                  <a:pt x="1489" y="764"/>
                </a:lnTo>
                <a:lnTo>
                  <a:pt x="1489" y="763"/>
                </a:lnTo>
                <a:lnTo>
                  <a:pt x="1489" y="762"/>
                </a:lnTo>
                <a:lnTo>
                  <a:pt x="1489" y="761"/>
                </a:lnTo>
                <a:lnTo>
                  <a:pt x="1490" y="761"/>
                </a:lnTo>
                <a:lnTo>
                  <a:pt x="1491" y="762"/>
                </a:lnTo>
                <a:lnTo>
                  <a:pt x="1491" y="761"/>
                </a:lnTo>
                <a:lnTo>
                  <a:pt x="1491" y="760"/>
                </a:lnTo>
                <a:lnTo>
                  <a:pt x="1490" y="760"/>
                </a:lnTo>
                <a:lnTo>
                  <a:pt x="1490" y="759"/>
                </a:lnTo>
                <a:lnTo>
                  <a:pt x="1490" y="758"/>
                </a:lnTo>
                <a:lnTo>
                  <a:pt x="1491" y="758"/>
                </a:lnTo>
                <a:lnTo>
                  <a:pt x="1492" y="757"/>
                </a:lnTo>
                <a:lnTo>
                  <a:pt x="1492" y="756"/>
                </a:lnTo>
                <a:lnTo>
                  <a:pt x="1492" y="755"/>
                </a:lnTo>
                <a:lnTo>
                  <a:pt x="1492" y="754"/>
                </a:lnTo>
                <a:lnTo>
                  <a:pt x="1491" y="753"/>
                </a:lnTo>
                <a:lnTo>
                  <a:pt x="1490" y="753"/>
                </a:lnTo>
                <a:lnTo>
                  <a:pt x="1490" y="752"/>
                </a:lnTo>
                <a:lnTo>
                  <a:pt x="1489" y="752"/>
                </a:lnTo>
                <a:lnTo>
                  <a:pt x="1489" y="753"/>
                </a:lnTo>
                <a:lnTo>
                  <a:pt x="1489" y="754"/>
                </a:lnTo>
                <a:lnTo>
                  <a:pt x="1488" y="754"/>
                </a:lnTo>
                <a:lnTo>
                  <a:pt x="1488" y="753"/>
                </a:lnTo>
                <a:lnTo>
                  <a:pt x="1488" y="752"/>
                </a:lnTo>
                <a:lnTo>
                  <a:pt x="1487" y="752"/>
                </a:lnTo>
                <a:lnTo>
                  <a:pt x="1486" y="752"/>
                </a:lnTo>
                <a:lnTo>
                  <a:pt x="1485" y="752"/>
                </a:lnTo>
                <a:lnTo>
                  <a:pt x="1485" y="751"/>
                </a:lnTo>
                <a:lnTo>
                  <a:pt x="1484" y="751"/>
                </a:lnTo>
                <a:lnTo>
                  <a:pt x="1484" y="750"/>
                </a:lnTo>
                <a:lnTo>
                  <a:pt x="1483" y="750"/>
                </a:lnTo>
                <a:lnTo>
                  <a:pt x="1483" y="749"/>
                </a:lnTo>
                <a:lnTo>
                  <a:pt x="1482" y="749"/>
                </a:lnTo>
                <a:lnTo>
                  <a:pt x="1482" y="750"/>
                </a:lnTo>
                <a:lnTo>
                  <a:pt x="1481" y="749"/>
                </a:lnTo>
                <a:lnTo>
                  <a:pt x="1481" y="748"/>
                </a:lnTo>
                <a:lnTo>
                  <a:pt x="1480" y="746"/>
                </a:lnTo>
                <a:lnTo>
                  <a:pt x="1479" y="746"/>
                </a:lnTo>
                <a:lnTo>
                  <a:pt x="1478" y="746"/>
                </a:lnTo>
                <a:lnTo>
                  <a:pt x="1477" y="746"/>
                </a:lnTo>
                <a:lnTo>
                  <a:pt x="1476" y="746"/>
                </a:lnTo>
                <a:lnTo>
                  <a:pt x="1476" y="745"/>
                </a:lnTo>
                <a:lnTo>
                  <a:pt x="1476" y="744"/>
                </a:lnTo>
                <a:lnTo>
                  <a:pt x="1475" y="743"/>
                </a:lnTo>
                <a:lnTo>
                  <a:pt x="1476" y="742"/>
                </a:lnTo>
                <a:lnTo>
                  <a:pt x="1477" y="743"/>
                </a:lnTo>
                <a:lnTo>
                  <a:pt x="1478" y="744"/>
                </a:lnTo>
                <a:lnTo>
                  <a:pt x="1478" y="745"/>
                </a:lnTo>
                <a:lnTo>
                  <a:pt x="1479" y="745"/>
                </a:lnTo>
                <a:lnTo>
                  <a:pt x="1479" y="744"/>
                </a:lnTo>
                <a:lnTo>
                  <a:pt x="1479" y="743"/>
                </a:lnTo>
                <a:lnTo>
                  <a:pt x="1479" y="742"/>
                </a:lnTo>
                <a:lnTo>
                  <a:pt x="1480" y="743"/>
                </a:lnTo>
                <a:lnTo>
                  <a:pt x="1481" y="744"/>
                </a:lnTo>
                <a:lnTo>
                  <a:pt x="1482" y="744"/>
                </a:lnTo>
                <a:lnTo>
                  <a:pt x="1483" y="744"/>
                </a:lnTo>
                <a:lnTo>
                  <a:pt x="1485" y="744"/>
                </a:lnTo>
                <a:lnTo>
                  <a:pt x="1486" y="744"/>
                </a:lnTo>
                <a:lnTo>
                  <a:pt x="1486" y="743"/>
                </a:lnTo>
                <a:lnTo>
                  <a:pt x="1485" y="743"/>
                </a:lnTo>
                <a:lnTo>
                  <a:pt x="1486" y="742"/>
                </a:lnTo>
                <a:lnTo>
                  <a:pt x="1487" y="742"/>
                </a:lnTo>
                <a:lnTo>
                  <a:pt x="1486" y="741"/>
                </a:lnTo>
                <a:lnTo>
                  <a:pt x="1485" y="740"/>
                </a:lnTo>
                <a:lnTo>
                  <a:pt x="1484" y="740"/>
                </a:lnTo>
                <a:lnTo>
                  <a:pt x="1484" y="739"/>
                </a:lnTo>
                <a:lnTo>
                  <a:pt x="1484" y="738"/>
                </a:lnTo>
                <a:lnTo>
                  <a:pt x="1484" y="737"/>
                </a:lnTo>
                <a:lnTo>
                  <a:pt x="1485" y="737"/>
                </a:lnTo>
                <a:lnTo>
                  <a:pt x="1486" y="737"/>
                </a:lnTo>
                <a:lnTo>
                  <a:pt x="1487" y="737"/>
                </a:lnTo>
                <a:lnTo>
                  <a:pt x="1488" y="736"/>
                </a:lnTo>
                <a:lnTo>
                  <a:pt x="1489" y="736"/>
                </a:lnTo>
                <a:lnTo>
                  <a:pt x="1489" y="734"/>
                </a:lnTo>
                <a:lnTo>
                  <a:pt x="1489" y="732"/>
                </a:lnTo>
                <a:lnTo>
                  <a:pt x="1489" y="731"/>
                </a:lnTo>
                <a:lnTo>
                  <a:pt x="1489" y="729"/>
                </a:lnTo>
                <a:lnTo>
                  <a:pt x="1490" y="729"/>
                </a:lnTo>
                <a:lnTo>
                  <a:pt x="1491" y="728"/>
                </a:lnTo>
                <a:lnTo>
                  <a:pt x="1492" y="729"/>
                </a:lnTo>
                <a:lnTo>
                  <a:pt x="1493" y="729"/>
                </a:lnTo>
                <a:lnTo>
                  <a:pt x="1493" y="727"/>
                </a:lnTo>
                <a:lnTo>
                  <a:pt x="1492" y="727"/>
                </a:lnTo>
                <a:lnTo>
                  <a:pt x="1492" y="726"/>
                </a:lnTo>
                <a:lnTo>
                  <a:pt x="1491" y="726"/>
                </a:lnTo>
                <a:lnTo>
                  <a:pt x="1492" y="726"/>
                </a:lnTo>
                <a:lnTo>
                  <a:pt x="1492" y="725"/>
                </a:lnTo>
                <a:lnTo>
                  <a:pt x="1493" y="725"/>
                </a:lnTo>
                <a:lnTo>
                  <a:pt x="1494" y="724"/>
                </a:lnTo>
                <a:lnTo>
                  <a:pt x="1495" y="724"/>
                </a:lnTo>
                <a:lnTo>
                  <a:pt x="1496" y="723"/>
                </a:lnTo>
                <a:lnTo>
                  <a:pt x="1497" y="724"/>
                </a:lnTo>
                <a:lnTo>
                  <a:pt x="1498" y="724"/>
                </a:lnTo>
                <a:lnTo>
                  <a:pt x="1498" y="723"/>
                </a:lnTo>
                <a:lnTo>
                  <a:pt x="1498" y="722"/>
                </a:lnTo>
                <a:lnTo>
                  <a:pt x="1500" y="722"/>
                </a:lnTo>
                <a:lnTo>
                  <a:pt x="1501" y="723"/>
                </a:lnTo>
                <a:lnTo>
                  <a:pt x="1502" y="724"/>
                </a:lnTo>
                <a:lnTo>
                  <a:pt x="1502" y="723"/>
                </a:lnTo>
                <a:lnTo>
                  <a:pt x="1503" y="724"/>
                </a:lnTo>
                <a:lnTo>
                  <a:pt x="1504" y="725"/>
                </a:lnTo>
                <a:lnTo>
                  <a:pt x="1505" y="725"/>
                </a:lnTo>
                <a:lnTo>
                  <a:pt x="1505" y="724"/>
                </a:lnTo>
                <a:lnTo>
                  <a:pt x="1504" y="724"/>
                </a:lnTo>
                <a:lnTo>
                  <a:pt x="1504" y="723"/>
                </a:lnTo>
                <a:lnTo>
                  <a:pt x="1503" y="721"/>
                </a:lnTo>
                <a:lnTo>
                  <a:pt x="1504" y="721"/>
                </a:lnTo>
                <a:lnTo>
                  <a:pt x="1504" y="720"/>
                </a:lnTo>
                <a:lnTo>
                  <a:pt x="1505" y="719"/>
                </a:lnTo>
                <a:lnTo>
                  <a:pt x="1505" y="717"/>
                </a:lnTo>
                <a:lnTo>
                  <a:pt x="1505" y="716"/>
                </a:lnTo>
                <a:lnTo>
                  <a:pt x="1505" y="715"/>
                </a:lnTo>
                <a:lnTo>
                  <a:pt x="1506" y="714"/>
                </a:lnTo>
                <a:lnTo>
                  <a:pt x="1506" y="715"/>
                </a:lnTo>
                <a:lnTo>
                  <a:pt x="1506" y="714"/>
                </a:lnTo>
                <a:lnTo>
                  <a:pt x="1507" y="714"/>
                </a:lnTo>
                <a:lnTo>
                  <a:pt x="1506" y="713"/>
                </a:lnTo>
                <a:lnTo>
                  <a:pt x="1506" y="712"/>
                </a:lnTo>
                <a:lnTo>
                  <a:pt x="1505" y="712"/>
                </a:lnTo>
                <a:lnTo>
                  <a:pt x="1505" y="711"/>
                </a:lnTo>
                <a:lnTo>
                  <a:pt x="1505" y="709"/>
                </a:lnTo>
                <a:lnTo>
                  <a:pt x="1503" y="708"/>
                </a:lnTo>
                <a:lnTo>
                  <a:pt x="1505" y="708"/>
                </a:lnTo>
                <a:lnTo>
                  <a:pt x="1505" y="706"/>
                </a:lnTo>
                <a:lnTo>
                  <a:pt x="1504" y="705"/>
                </a:lnTo>
                <a:lnTo>
                  <a:pt x="1503" y="705"/>
                </a:lnTo>
                <a:lnTo>
                  <a:pt x="1502" y="706"/>
                </a:lnTo>
                <a:lnTo>
                  <a:pt x="1501" y="705"/>
                </a:lnTo>
                <a:lnTo>
                  <a:pt x="1501" y="704"/>
                </a:lnTo>
                <a:lnTo>
                  <a:pt x="1501" y="703"/>
                </a:lnTo>
                <a:lnTo>
                  <a:pt x="1502" y="703"/>
                </a:lnTo>
                <a:lnTo>
                  <a:pt x="1501" y="702"/>
                </a:lnTo>
                <a:lnTo>
                  <a:pt x="1498" y="700"/>
                </a:lnTo>
                <a:lnTo>
                  <a:pt x="1497" y="700"/>
                </a:lnTo>
                <a:lnTo>
                  <a:pt x="1496" y="700"/>
                </a:lnTo>
                <a:lnTo>
                  <a:pt x="1495" y="699"/>
                </a:lnTo>
                <a:lnTo>
                  <a:pt x="1495" y="698"/>
                </a:lnTo>
                <a:lnTo>
                  <a:pt x="1495" y="697"/>
                </a:lnTo>
                <a:lnTo>
                  <a:pt x="1495" y="696"/>
                </a:lnTo>
                <a:lnTo>
                  <a:pt x="1494" y="695"/>
                </a:lnTo>
                <a:lnTo>
                  <a:pt x="1494" y="694"/>
                </a:lnTo>
                <a:lnTo>
                  <a:pt x="1495" y="694"/>
                </a:lnTo>
                <a:lnTo>
                  <a:pt x="1495" y="695"/>
                </a:lnTo>
                <a:lnTo>
                  <a:pt x="1496" y="696"/>
                </a:lnTo>
                <a:lnTo>
                  <a:pt x="1497" y="696"/>
                </a:lnTo>
                <a:lnTo>
                  <a:pt x="1497" y="697"/>
                </a:lnTo>
                <a:lnTo>
                  <a:pt x="1498" y="697"/>
                </a:lnTo>
                <a:lnTo>
                  <a:pt x="1498" y="698"/>
                </a:lnTo>
                <a:lnTo>
                  <a:pt x="1497" y="698"/>
                </a:lnTo>
                <a:lnTo>
                  <a:pt x="1498" y="699"/>
                </a:lnTo>
                <a:lnTo>
                  <a:pt x="1498" y="700"/>
                </a:lnTo>
                <a:lnTo>
                  <a:pt x="1499" y="699"/>
                </a:lnTo>
                <a:lnTo>
                  <a:pt x="1500" y="699"/>
                </a:lnTo>
                <a:lnTo>
                  <a:pt x="1500" y="698"/>
                </a:lnTo>
                <a:lnTo>
                  <a:pt x="1500" y="697"/>
                </a:lnTo>
                <a:lnTo>
                  <a:pt x="1499" y="697"/>
                </a:lnTo>
                <a:lnTo>
                  <a:pt x="1499" y="696"/>
                </a:lnTo>
                <a:lnTo>
                  <a:pt x="1500" y="695"/>
                </a:lnTo>
                <a:lnTo>
                  <a:pt x="1500" y="696"/>
                </a:lnTo>
                <a:lnTo>
                  <a:pt x="1501" y="696"/>
                </a:lnTo>
                <a:lnTo>
                  <a:pt x="1502" y="696"/>
                </a:lnTo>
                <a:lnTo>
                  <a:pt x="1503" y="697"/>
                </a:lnTo>
                <a:lnTo>
                  <a:pt x="1505" y="696"/>
                </a:lnTo>
                <a:lnTo>
                  <a:pt x="1505" y="695"/>
                </a:lnTo>
                <a:lnTo>
                  <a:pt x="1505" y="693"/>
                </a:lnTo>
                <a:lnTo>
                  <a:pt x="1505" y="692"/>
                </a:lnTo>
                <a:lnTo>
                  <a:pt x="1505" y="691"/>
                </a:lnTo>
                <a:lnTo>
                  <a:pt x="1505" y="690"/>
                </a:lnTo>
                <a:lnTo>
                  <a:pt x="1506" y="691"/>
                </a:lnTo>
                <a:lnTo>
                  <a:pt x="1507" y="691"/>
                </a:lnTo>
                <a:lnTo>
                  <a:pt x="1507" y="690"/>
                </a:lnTo>
                <a:lnTo>
                  <a:pt x="1508" y="690"/>
                </a:lnTo>
                <a:lnTo>
                  <a:pt x="1507" y="689"/>
                </a:lnTo>
                <a:lnTo>
                  <a:pt x="1506" y="687"/>
                </a:lnTo>
                <a:lnTo>
                  <a:pt x="1506" y="685"/>
                </a:lnTo>
                <a:lnTo>
                  <a:pt x="1505" y="684"/>
                </a:lnTo>
                <a:lnTo>
                  <a:pt x="1505" y="683"/>
                </a:lnTo>
                <a:lnTo>
                  <a:pt x="1504" y="682"/>
                </a:lnTo>
                <a:lnTo>
                  <a:pt x="1503" y="681"/>
                </a:lnTo>
                <a:lnTo>
                  <a:pt x="1503" y="680"/>
                </a:lnTo>
                <a:lnTo>
                  <a:pt x="1502" y="679"/>
                </a:lnTo>
                <a:lnTo>
                  <a:pt x="1502" y="677"/>
                </a:lnTo>
                <a:lnTo>
                  <a:pt x="1501" y="677"/>
                </a:lnTo>
                <a:lnTo>
                  <a:pt x="1501" y="676"/>
                </a:lnTo>
                <a:lnTo>
                  <a:pt x="1502" y="676"/>
                </a:lnTo>
                <a:lnTo>
                  <a:pt x="1503" y="676"/>
                </a:lnTo>
                <a:lnTo>
                  <a:pt x="1504" y="676"/>
                </a:lnTo>
                <a:lnTo>
                  <a:pt x="1505" y="678"/>
                </a:lnTo>
                <a:lnTo>
                  <a:pt x="1505" y="677"/>
                </a:lnTo>
                <a:lnTo>
                  <a:pt x="1506" y="677"/>
                </a:lnTo>
                <a:lnTo>
                  <a:pt x="1507" y="677"/>
                </a:lnTo>
                <a:lnTo>
                  <a:pt x="1508" y="678"/>
                </a:lnTo>
                <a:lnTo>
                  <a:pt x="1508" y="679"/>
                </a:lnTo>
                <a:lnTo>
                  <a:pt x="1509" y="678"/>
                </a:lnTo>
                <a:lnTo>
                  <a:pt x="1509" y="677"/>
                </a:lnTo>
                <a:lnTo>
                  <a:pt x="1510" y="676"/>
                </a:lnTo>
                <a:lnTo>
                  <a:pt x="1510" y="677"/>
                </a:lnTo>
                <a:lnTo>
                  <a:pt x="1511" y="678"/>
                </a:lnTo>
                <a:lnTo>
                  <a:pt x="1513" y="678"/>
                </a:lnTo>
                <a:lnTo>
                  <a:pt x="1514" y="677"/>
                </a:lnTo>
                <a:lnTo>
                  <a:pt x="1514" y="678"/>
                </a:lnTo>
                <a:lnTo>
                  <a:pt x="1514" y="679"/>
                </a:lnTo>
                <a:lnTo>
                  <a:pt x="1515" y="680"/>
                </a:lnTo>
                <a:lnTo>
                  <a:pt x="1516" y="680"/>
                </a:lnTo>
                <a:lnTo>
                  <a:pt x="1516" y="681"/>
                </a:lnTo>
                <a:lnTo>
                  <a:pt x="1517" y="682"/>
                </a:lnTo>
                <a:lnTo>
                  <a:pt x="1518" y="682"/>
                </a:lnTo>
                <a:lnTo>
                  <a:pt x="1518" y="681"/>
                </a:lnTo>
                <a:lnTo>
                  <a:pt x="1517" y="680"/>
                </a:lnTo>
                <a:lnTo>
                  <a:pt x="1517" y="679"/>
                </a:lnTo>
                <a:lnTo>
                  <a:pt x="1518" y="679"/>
                </a:lnTo>
                <a:lnTo>
                  <a:pt x="1518" y="678"/>
                </a:lnTo>
                <a:lnTo>
                  <a:pt x="1519" y="677"/>
                </a:lnTo>
                <a:lnTo>
                  <a:pt x="1518" y="677"/>
                </a:lnTo>
                <a:lnTo>
                  <a:pt x="1518" y="676"/>
                </a:lnTo>
                <a:lnTo>
                  <a:pt x="1519" y="674"/>
                </a:lnTo>
                <a:lnTo>
                  <a:pt x="1519" y="673"/>
                </a:lnTo>
                <a:lnTo>
                  <a:pt x="1520" y="673"/>
                </a:lnTo>
                <a:lnTo>
                  <a:pt x="1521" y="673"/>
                </a:lnTo>
                <a:lnTo>
                  <a:pt x="1521" y="674"/>
                </a:lnTo>
                <a:lnTo>
                  <a:pt x="1522" y="674"/>
                </a:lnTo>
                <a:lnTo>
                  <a:pt x="1522" y="675"/>
                </a:lnTo>
                <a:lnTo>
                  <a:pt x="1523" y="674"/>
                </a:lnTo>
                <a:lnTo>
                  <a:pt x="1523" y="675"/>
                </a:lnTo>
                <a:lnTo>
                  <a:pt x="1524" y="675"/>
                </a:lnTo>
                <a:lnTo>
                  <a:pt x="1524" y="676"/>
                </a:lnTo>
                <a:lnTo>
                  <a:pt x="1525" y="676"/>
                </a:lnTo>
                <a:lnTo>
                  <a:pt x="1526" y="677"/>
                </a:lnTo>
                <a:lnTo>
                  <a:pt x="1527" y="678"/>
                </a:lnTo>
                <a:lnTo>
                  <a:pt x="1528" y="678"/>
                </a:lnTo>
                <a:lnTo>
                  <a:pt x="1529" y="678"/>
                </a:lnTo>
                <a:lnTo>
                  <a:pt x="1530" y="679"/>
                </a:lnTo>
                <a:lnTo>
                  <a:pt x="1532" y="680"/>
                </a:lnTo>
                <a:lnTo>
                  <a:pt x="1533" y="678"/>
                </a:lnTo>
                <a:lnTo>
                  <a:pt x="1534" y="677"/>
                </a:lnTo>
                <a:lnTo>
                  <a:pt x="1534" y="676"/>
                </a:lnTo>
                <a:lnTo>
                  <a:pt x="1533" y="676"/>
                </a:lnTo>
                <a:lnTo>
                  <a:pt x="1532" y="676"/>
                </a:lnTo>
                <a:lnTo>
                  <a:pt x="1531" y="675"/>
                </a:lnTo>
                <a:lnTo>
                  <a:pt x="1532" y="674"/>
                </a:lnTo>
                <a:lnTo>
                  <a:pt x="1533" y="674"/>
                </a:lnTo>
                <a:lnTo>
                  <a:pt x="1534" y="674"/>
                </a:lnTo>
                <a:lnTo>
                  <a:pt x="1535" y="675"/>
                </a:lnTo>
                <a:lnTo>
                  <a:pt x="1537" y="676"/>
                </a:lnTo>
                <a:lnTo>
                  <a:pt x="1538" y="677"/>
                </a:lnTo>
                <a:lnTo>
                  <a:pt x="1538" y="678"/>
                </a:lnTo>
                <a:lnTo>
                  <a:pt x="1539" y="678"/>
                </a:lnTo>
                <a:lnTo>
                  <a:pt x="1539" y="679"/>
                </a:lnTo>
                <a:lnTo>
                  <a:pt x="1541" y="679"/>
                </a:lnTo>
                <a:lnTo>
                  <a:pt x="1542" y="679"/>
                </a:lnTo>
                <a:lnTo>
                  <a:pt x="1543" y="679"/>
                </a:lnTo>
                <a:lnTo>
                  <a:pt x="1542" y="679"/>
                </a:lnTo>
                <a:lnTo>
                  <a:pt x="1541" y="678"/>
                </a:lnTo>
                <a:lnTo>
                  <a:pt x="1542" y="677"/>
                </a:lnTo>
                <a:lnTo>
                  <a:pt x="1545" y="678"/>
                </a:lnTo>
                <a:lnTo>
                  <a:pt x="1546" y="679"/>
                </a:lnTo>
                <a:lnTo>
                  <a:pt x="1546" y="678"/>
                </a:lnTo>
                <a:lnTo>
                  <a:pt x="1546" y="677"/>
                </a:lnTo>
                <a:lnTo>
                  <a:pt x="1545" y="676"/>
                </a:lnTo>
                <a:lnTo>
                  <a:pt x="1546" y="675"/>
                </a:lnTo>
                <a:lnTo>
                  <a:pt x="1547" y="676"/>
                </a:lnTo>
                <a:lnTo>
                  <a:pt x="1549" y="677"/>
                </a:lnTo>
                <a:lnTo>
                  <a:pt x="1550" y="676"/>
                </a:lnTo>
                <a:lnTo>
                  <a:pt x="1551" y="676"/>
                </a:lnTo>
                <a:lnTo>
                  <a:pt x="1552" y="677"/>
                </a:lnTo>
                <a:lnTo>
                  <a:pt x="1552" y="678"/>
                </a:lnTo>
                <a:lnTo>
                  <a:pt x="1553" y="678"/>
                </a:lnTo>
                <a:lnTo>
                  <a:pt x="1554" y="677"/>
                </a:lnTo>
                <a:lnTo>
                  <a:pt x="1557" y="676"/>
                </a:lnTo>
                <a:lnTo>
                  <a:pt x="1559" y="675"/>
                </a:lnTo>
                <a:lnTo>
                  <a:pt x="1560" y="675"/>
                </a:lnTo>
                <a:lnTo>
                  <a:pt x="1562" y="675"/>
                </a:lnTo>
                <a:lnTo>
                  <a:pt x="1564" y="677"/>
                </a:lnTo>
                <a:lnTo>
                  <a:pt x="1567" y="680"/>
                </a:lnTo>
                <a:lnTo>
                  <a:pt x="1568" y="680"/>
                </a:lnTo>
                <a:lnTo>
                  <a:pt x="1569" y="679"/>
                </a:lnTo>
                <a:lnTo>
                  <a:pt x="1571" y="680"/>
                </a:lnTo>
                <a:lnTo>
                  <a:pt x="1571" y="681"/>
                </a:lnTo>
                <a:lnTo>
                  <a:pt x="1572" y="683"/>
                </a:lnTo>
                <a:lnTo>
                  <a:pt x="1572" y="684"/>
                </a:lnTo>
                <a:lnTo>
                  <a:pt x="1572" y="685"/>
                </a:lnTo>
                <a:lnTo>
                  <a:pt x="1572" y="686"/>
                </a:lnTo>
                <a:lnTo>
                  <a:pt x="1572" y="687"/>
                </a:lnTo>
                <a:lnTo>
                  <a:pt x="1571" y="687"/>
                </a:lnTo>
                <a:lnTo>
                  <a:pt x="1572" y="687"/>
                </a:lnTo>
                <a:lnTo>
                  <a:pt x="1572" y="688"/>
                </a:lnTo>
                <a:lnTo>
                  <a:pt x="1572" y="689"/>
                </a:lnTo>
                <a:lnTo>
                  <a:pt x="1573" y="689"/>
                </a:lnTo>
                <a:lnTo>
                  <a:pt x="1573" y="690"/>
                </a:lnTo>
                <a:lnTo>
                  <a:pt x="1573" y="691"/>
                </a:lnTo>
                <a:lnTo>
                  <a:pt x="1573" y="693"/>
                </a:lnTo>
                <a:lnTo>
                  <a:pt x="1573" y="694"/>
                </a:lnTo>
                <a:lnTo>
                  <a:pt x="1573" y="695"/>
                </a:lnTo>
                <a:lnTo>
                  <a:pt x="1574" y="695"/>
                </a:lnTo>
                <a:lnTo>
                  <a:pt x="1575" y="698"/>
                </a:lnTo>
                <a:lnTo>
                  <a:pt x="1574" y="699"/>
                </a:lnTo>
                <a:lnTo>
                  <a:pt x="1574" y="700"/>
                </a:lnTo>
                <a:lnTo>
                  <a:pt x="1575" y="701"/>
                </a:lnTo>
                <a:lnTo>
                  <a:pt x="1575" y="702"/>
                </a:lnTo>
                <a:lnTo>
                  <a:pt x="1576" y="702"/>
                </a:lnTo>
                <a:lnTo>
                  <a:pt x="1577" y="701"/>
                </a:lnTo>
                <a:lnTo>
                  <a:pt x="1578" y="700"/>
                </a:lnTo>
                <a:lnTo>
                  <a:pt x="1578" y="701"/>
                </a:lnTo>
                <a:lnTo>
                  <a:pt x="1579" y="702"/>
                </a:lnTo>
                <a:lnTo>
                  <a:pt x="1580" y="702"/>
                </a:lnTo>
                <a:lnTo>
                  <a:pt x="1580" y="703"/>
                </a:lnTo>
                <a:lnTo>
                  <a:pt x="1581" y="703"/>
                </a:lnTo>
                <a:lnTo>
                  <a:pt x="1582" y="703"/>
                </a:lnTo>
                <a:lnTo>
                  <a:pt x="1584" y="703"/>
                </a:lnTo>
                <a:lnTo>
                  <a:pt x="1586" y="703"/>
                </a:lnTo>
                <a:lnTo>
                  <a:pt x="1587" y="704"/>
                </a:lnTo>
                <a:lnTo>
                  <a:pt x="1587" y="703"/>
                </a:lnTo>
                <a:lnTo>
                  <a:pt x="1588" y="703"/>
                </a:lnTo>
                <a:lnTo>
                  <a:pt x="1589" y="703"/>
                </a:lnTo>
                <a:lnTo>
                  <a:pt x="1589" y="705"/>
                </a:lnTo>
                <a:lnTo>
                  <a:pt x="1590" y="704"/>
                </a:lnTo>
                <a:lnTo>
                  <a:pt x="1591" y="703"/>
                </a:lnTo>
                <a:lnTo>
                  <a:pt x="1592" y="703"/>
                </a:lnTo>
                <a:lnTo>
                  <a:pt x="1593" y="702"/>
                </a:lnTo>
                <a:lnTo>
                  <a:pt x="1594" y="702"/>
                </a:lnTo>
                <a:lnTo>
                  <a:pt x="1594" y="703"/>
                </a:lnTo>
                <a:lnTo>
                  <a:pt x="1594" y="704"/>
                </a:lnTo>
                <a:lnTo>
                  <a:pt x="1596" y="705"/>
                </a:lnTo>
                <a:lnTo>
                  <a:pt x="1596" y="706"/>
                </a:lnTo>
                <a:lnTo>
                  <a:pt x="1597" y="706"/>
                </a:lnTo>
                <a:lnTo>
                  <a:pt x="1598" y="707"/>
                </a:lnTo>
                <a:lnTo>
                  <a:pt x="1599" y="708"/>
                </a:lnTo>
                <a:lnTo>
                  <a:pt x="1599" y="709"/>
                </a:lnTo>
                <a:lnTo>
                  <a:pt x="1598" y="709"/>
                </a:lnTo>
                <a:lnTo>
                  <a:pt x="1598" y="710"/>
                </a:lnTo>
                <a:lnTo>
                  <a:pt x="1599" y="710"/>
                </a:lnTo>
                <a:lnTo>
                  <a:pt x="1599" y="711"/>
                </a:lnTo>
                <a:lnTo>
                  <a:pt x="1599" y="710"/>
                </a:lnTo>
                <a:lnTo>
                  <a:pt x="1598" y="711"/>
                </a:lnTo>
                <a:lnTo>
                  <a:pt x="1599" y="712"/>
                </a:lnTo>
                <a:lnTo>
                  <a:pt x="1599" y="713"/>
                </a:lnTo>
                <a:lnTo>
                  <a:pt x="1600" y="713"/>
                </a:lnTo>
                <a:lnTo>
                  <a:pt x="1600" y="712"/>
                </a:lnTo>
                <a:lnTo>
                  <a:pt x="1600" y="711"/>
                </a:lnTo>
                <a:lnTo>
                  <a:pt x="1601" y="712"/>
                </a:lnTo>
                <a:lnTo>
                  <a:pt x="1602" y="712"/>
                </a:lnTo>
                <a:lnTo>
                  <a:pt x="1603" y="712"/>
                </a:lnTo>
                <a:lnTo>
                  <a:pt x="1603" y="711"/>
                </a:lnTo>
                <a:lnTo>
                  <a:pt x="1604" y="711"/>
                </a:lnTo>
                <a:lnTo>
                  <a:pt x="1605" y="711"/>
                </a:lnTo>
                <a:lnTo>
                  <a:pt x="1606" y="712"/>
                </a:lnTo>
                <a:lnTo>
                  <a:pt x="1606" y="713"/>
                </a:lnTo>
                <a:lnTo>
                  <a:pt x="1609" y="713"/>
                </a:lnTo>
                <a:lnTo>
                  <a:pt x="1609" y="714"/>
                </a:lnTo>
                <a:lnTo>
                  <a:pt x="1610" y="713"/>
                </a:lnTo>
                <a:lnTo>
                  <a:pt x="1611" y="713"/>
                </a:lnTo>
                <a:lnTo>
                  <a:pt x="1612" y="712"/>
                </a:lnTo>
                <a:lnTo>
                  <a:pt x="1613" y="712"/>
                </a:lnTo>
                <a:lnTo>
                  <a:pt x="1614" y="712"/>
                </a:lnTo>
                <a:lnTo>
                  <a:pt x="1615" y="713"/>
                </a:lnTo>
                <a:lnTo>
                  <a:pt x="1615" y="714"/>
                </a:lnTo>
                <a:lnTo>
                  <a:pt x="1616" y="715"/>
                </a:lnTo>
                <a:lnTo>
                  <a:pt x="1617" y="715"/>
                </a:lnTo>
                <a:lnTo>
                  <a:pt x="1618" y="715"/>
                </a:lnTo>
                <a:lnTo>
                  <a:pt x="1619" y="715"/>
                </a:lnTo>
                <a:lnTo>
                  <a:pt x="1619" y="714"/>
                </a:lnTo>
                <a:lnTo>
                  <a:pt x="1620" y="714"/>
                </a:lnTo>
                <a:lnTo>
                  <a:pt x="1621" y="714"/>
                </a:lnTo>
                <a:lnTo>
                  <a:pt x="1622" y="715"/>
                </a:lnTo>
                <a:lnTo>
                  <a:pt x="1623" y="717"/>
                </a:lnTo>
                <a:lnTo>
                  <a:pt x="1623" y="716"/>
                </a:lnTo>
                <a:lnTo>
                  <a:pt x="1624" y="716"/>
                </a:lnTo>
                <a:lnTo>
                  <a:pt x="1624" y="717"/>
                </a:lnTo>
                <a:lnTo>
                  <a:pt x="1627" y="718"/>
                </a:lnTo>
                <a:lnTo>
                  <a:pt x="1629" y="718"/>
                </a:lnTo>
                <a:lnTo>
                  <a:pt x="1630" y="717"/>
                </a:lnTo>
                <a:lnTo>
                  <a:pt x="1630" y="718"/>
                </a:lnTo>
                <a:lnTo>
                  <a:pt x="1631" y="718"/>
                </a:lnTo>
                <a:lnTo>
                  <a:pt x="1631" y="719"/>
                </a:lnTo>
                <a:lnTo>
                  <a:pt x="1632" y="719"/>
                </a:lnTo>
                <a:lnTo>
                  <a:pt x="1633" y="719"/>
                </a:lnTo>
                <a:lnTo>
                  <a:pt x="1634" y="720"/>
                </a:lnTo>
                <a:lnTo>
                  <a:pt x="1635" y="722"/>
                </a:lnTo>
                <a:lnTo>
                  <a:pt x="1636" y="722"/>
                </a:lnTo>
                <a:lnTo>
                  <a:pt x="1637" y="722"/>
                </a:lnTo>
                <a:lnTo>
                  <a:pt x="1638" y="722"/>
                </a:lnTo>
                <a:lnTo>
                  <a:pt x="1638" y="723"/>
                </a:lnTo>
                <a:lnTo>
                  <a:pt x="1639" y="724"/>
                </a:lnTo>
                <a:lnTo>
                  <a:pt x="1640" y="725"/>
                </a:lnTo>
                <a:lnTo>
                  <a:pt x="1640" y="726"/>
                </a:lnTo>
                <a:lnTo>
                  <a:pt x="1641" y="726"/>
                </a:lnTo>
                <a:lnTo>
                  <a:pt x="1642" y="727"/>
                </a:lnTo>
                <a:lnTo>
                  <a:pt x="1642" y="730"/>
                </a:lnTo>
                <a:lnTo>
                  <a:pt x="1641" y="731"/>
                </a:lnTo>
                <a:lnTo>
                  <a:pt x="1641" y="733"/>
                </a:lnTo>
                <a:lnTo>
                  <a:pt x="1642" y="733"/>
                </a:lnTo>
                <a:lnTo>
                  <a:pt x="1643" y="732"/>
                </a:lnTo>
                <a:lnTo>
                  <a:pt x="1644" y="732"/>
                </a:lnTo>
                <a:lnTo>
                  <a:pt x="1645" y="732"/>
                </a:lnTo>
                <a:lnTo>
                  <a:pt x="1645" y="733"/>
                </a:lnTo>
                <a:lnTo>
                  <a:pt x="1646" y="733"/>
                </a:lnTo>
                <a:lnTo>
                  <a:pt x="1647" y="732"/>
                </a:lnTo>
                <a:lnTo>
                  <a:pt x="1646" y="731"/>
                </a:lnTo>
                <a:lnTo>
                  <a:pt x="1647" y="730"/>
                </a:lnTo>
                <a:lnTo>
                  <a:pt x="1648" y="730"/>
                </a:lnTo>
                <a:lnTo>
                  <a:pt x="1649" y="730"/>
                </a:lnTo>
                <a:lnTo>
                  <a:pt x="1650" y="731"/>
                </a:lnTo>
                <a:lnTo>
                  <a:pt x="1650" y="732"/>
                </a:lnTo>
                <a:lnTo>
                  <a:pt x="1650" y="734"/>
                </a:lnTo>
                <a:lnTo>
                  <a:pt x="1649" y="734"/>
                </a:lnTo>
                <a:lnTo>
                  <a:pt x="1648" y="734"/>
                </a:lnTo>
                <a:lnTo>
                  <a:pt x="1648" y="735"/>
                </a:lnTo>
                <a:lnTo>
                  <a:pt x="1648" y="736"/>
                </a:lnTo>
                <a:lnTo>
                  <a:pt x="1648" y="735"/>
                </a:lnTo>
                <a:lnTo>
                  <a:pt x="1649" y="735"/>
                </a:lnTo>
                <a:lnTo>
                  <a:pt x="1649" y="736"/>
                </a:lnTo>
                <a:lnTo>
                  <a:pt x="1651" y="737"/>
                </a:lnTo>
                <a:lnTo>
                  <a:pt x="1652" y="739"/>
                </a:lnTo>
                <a:lnTo>
                  <a:pt x="1654" y="740"/>
                </a:lnTo>
                <a:lnTo>
                  <a:pt x="1655" y="739"/>
                </a:lnTo>
                <a:lnTo>
                  <a:pt x="1656" y="738"/>
                </a:lnTo>
                <a:lnTo>
                  <a:pt x="1657" y="738"/>
                </a:lnTo>
                <a:lnTo>
                  <a:pt x="1658" y="739"/>
                </a:lnTo>
                <a:lnTo>
                  <a:pt x="1657" y="740"/>
                </a:lnTo>
                <a:lnTo>
                  <a:pt x="1657" y="741"/>
                </a:lnTo>
                <a:lnTo>
                  <a:pt x="1658" y="741"/>
                </a:lnTo>
                <a:lnTo>
                  <a:pt x="1658" y="742"/>
                </a:lnTo>
                <a:lnTo>
                  <a:pt x="1658" y="741"/>
                </a:lnTo>
                <a:lnTo>
                  <a:pt x="1660" y="740"/>
                </a:lnTo>
                <a:lnTo>
                  <a:pt x="1662" y="741"/>
                </a:lnTo>
                <a:lnTo>
                  <a:pt x="1662" y="742"/>
                </a:lnTo>
                <a:lnTo>
                  <a:pt x="1662" y="743"/>
                </a:lnTo>
                <a:lnTo>
                  <a:pt x="1662" y="744"/>
                </a:lnTo>
                <a:lnTo>
                  <a:pt x="1663" y="744"/>
                </a:lnTo>
                <a:lnTo>
                  <a:pt x="1664" y="744"/>
                </a:lnTo>
                <a:lnTo>
                  <a:pt x="1666" y="743"/>
                </a:lnTo>
                <a:lnTo>
                  <a:pt x="1666" y="742"/>
                </a:lnTo>
                <a:lnTo>
                  <a:pt x="1667" y="741"/>
                </a:lnTo>
                <a:lnTo>
                  <a:pt x="1667" y="740"/>
                </a:lnTo>
                <a:lnTo>
                  <a:pt x="1667" y="739"/>
                </a:lnTo>
                <a:lnTo>
                  <a:pt x="1667" y="738"/>
                </a:lnTo>
                <a:lnTo>
                  <a:pt x="1669" y="736"/>
                </a:lnTo>
                <a:lnTo>
                  <a:pt x="1670" y="736"/>
                </a:lnTo>
                <a:lnTo>
                  <a:pt x="1671" y="736"/>
                </a:lnTo>
                <a:lnTo>
                  <a:pt x="1670" y="739"/>
                </a:lnTo>
                <a:lnTo>
                  <a:pt x="1669" y="740"/>
                </a:lnTo>
                <a:lnTo>
                  <a:pt x="1670" y="742"/>
                </a:lnTo>
                <a:lnTo>
                  <a:pt x="1670" y="743"/>
                </a:lnTo>
                <a:lnTo>
                  <a:pt x="1671" y="743"/>
                </a:lnTo>
                <a:lnTo>
                  <a:pt x="1673" y="743"/>
                </a:lnTo>
                <a:lnTo>
                  <a:pt x="1674" y="743"/>
                </a:lnTo>
                <a:lnTo>
                  <a:pt x="1674" y="745"/>
                </a:lnTo>
                <a:lnTo>
                  <a:pt x="1675" y="746"/>
                </a:lnTo>
                <a:lnTo>
                  <a:pt x="1675" y="745"/>
                </a:lnTo>
                <a:lnTo>
                  <a:pt x="1675" y="744"/>
                </a:lnTo>
                <a:lnTo>
                  <a:pt x="1676" y="743"/>
                </a:lnTo>
                <a:lnTo>
                  <a:pt x="1678" y="745"/>
                </a:lnTo>
                <a:lnTo>
                  <a:pt x="1679" y="745"/>
                </a:lnTo>
                <a:lnTo>
                  <a:pt x="1679" y="744"/>
                </a:lnTo>
                <a:lnTo>
                  <a:pt x="1679" y="743"/>
                </a:lnTo>
                <a:lnTo>
                  <a:pt x="1682" y="745"/>
                </a:lnTo>
                <a:lnTo>
                  <a:pt x="1685" y="745"/>
                </a:lnTo>
                <a:lnTo>
                  <a:pt x="1685" y="746"/>
                </a:lnTo>
                <a:lnTo>
                  <a:pt x="1686" y="748"/>
                </a:lnTo>
                <a:lnTo>
                  <a:pt x="1687" y="750"/>
                </a:lnTo>
                <a:lnTo>
                  <a:pt x="1688" y="750"/>
                </a:lnTo>
                <a:lnTo>
                  <a:pt x="1689" y="752"/>
                </a:lnTo>
                <a:lnTo>
                  <a:pt x="1690" y="754"/>
                </a:lnTo>
                <a:lnTo>
                  <a:pt x="1690" y="756"/>
                </a:lnTo>
                <a:lnTo>
                  <a:pt x="1690" y="757"/>
                </a:lnTo>
                <a:lnTo>
                  <a:pt x="1690" y="758"/>
                </a:lnTo>
                <a:lnTo>
                  <a:pt x="1694" y="759"/>
                </a:lnTo>
                <a:lnTo>
                  <a:pt x="1698" y="761"/>
                </a:lnTo>
                <a:lnTo>
                  <a:pt x="1700" y="761"/>
                </a:lnTo>
                <a:lnTo>
                  <a:pt x="1700" y="760"/>
                </a:lnTo>
                <a:lnTo>
                  <a:pt x="1701" y="759"/>
                </a:lnTo>
                <a:lnTo>
                  <a:pt x="1702" y="758"/>
                </a:lnTo>
                <a:lnTo>
                  <a:pt x="1702" y="757"/>
                </a:lnTo>
                <a:lnTo>
                  <a:pt x="1701" y="757"/>
                </a:lnTo>
                <a:lnTo>
                  <a:pt x="1701" y="756"/>
                </a:lnTo>
                <a:lnTo>
                  <a:pt x="1701" y="755"/>
                </a:lnTo>
                <a:lnTo>
                  <a:pt x="1701" y="754"/>
                </a:lnTo>
                <a:lnTo>
                  <a:pt x="1702" y="754"/>
                </a:lnTo>
                <a:lnTo>
                  <a:pt x="1702" y="755"/>
                </a:lnTo>
                <a:lnTo>
                  <a:pt x="1703" y="756"/>
                </a:lnTo>
                <a:lnTo>
                  <a:pt x="1705" y="757"/>
                </a:lnTo>
                <a:lnTo>
                  <a:pt x="1707" y="759"/>
                </a:lnTo>
                <a:lnTo>
                  <a:pt x="1708" y="759"/>
                </a:lnTo>
                <a:lnTo>
                  <a:pt x="1709" y="760"/>
                </a:lnTo>
                <a:lnTo>
                  <a:pt x="1711" y="760"/>
                </a:lnTo>
                <a:lnTo>
                  <a:pt x="1712" y="759"/>
                </a:lnTo>
                <a:lnTo>
                  <a:pt x="1713" y="759"/>
                </a:lnTo>
                <a:lnTo>
                  <a:pt x="1714" y="761"/>
                </a:lnTo>
                <a:lnTo>
                  <a:pt x="1715" y="763"/>
                </a:lnTo>
                <a:lnTo>
                  <a:pt x="1716" y="765"/>
                </a:lnTo>
                <a:lnTo>
                  <a:pt x="1715" y="768"/>
                </a:lnTo>
                <a:lnTo>
                  <a:pt x="1715" y="773"/>
                </a:lnTo>
                <a:lnTo>
                  <a:pt x="1715" y="774"/>
                </a:lnTo>
                <a:lnTo>
                  <a:pt x="1716" y="776"/>
                </a:lnTo>
                <a:lnTo>
                  <a:pt x="1717" y="778"/>
                </a:lnTo>
                <a:lnTo>
                  <a:pt x="1717" y="779"/>
                </a:lnTo>
                <a:lnTo>
                  <a:pt x="1716" y="780"/>
                </a:lnTo>
                <a:lnTo>
                  <a:pt x="1716" y="782"/>
                </a:lnTo>
                <a:lnTo>
                  <a:pt x="1717" y="785"/>
                </a:lnTo>
                <a:lnTo>
                  <a:pt x="1717" y="786"/>
                </a:lnTo>
                <a:lnTo>
                  <a:pt x="1718" y="787"/>
                </a:lnTo>
                <a:lnTo>
                  <a:pt x="1720" y="789"/>
                </a:lnTo>
                <a:lnTo>
                  <a:pt x="1721" y="792"/>
                </a:lnTo>
                <a:lnTo>
                  <a:pt x="1723" y="793"/>
                </a:lnTo>
                <a:lnTo>
                  <a:pt x="1723" y="794"/>
                </a:lnTo>
                <a:lnTo>
                  <a:pt x="1723" y="795"/>
                </a:lnTo>
                <a:lnTo>
                  <a:pt x="1722" y="795"/>
                </a:lnTo>
                <a:lnTo>
                  <a:pt x="1721" y="797"/>
                </a:lnTo>
                <a:lnTo>
                  <a:pt x="1722" y="797"/>
                </a:lnTo>
                <a:lnTo>
                  <a:pt x="1722" y="798"/>
                </a:lnTo>
                <a:lnTo>
                  <a:pt x="1721" y="799"/>
                </a:lnTo>
                <a:lnTo>
                  <a:pt x="1721" y="800"/>
                </a:lnTo>
                <a:lnTo>
                  <a:pt x="1721" y="801"/>
                </a:lnTo>
                <a:lnTo>
                  <a:pt x="1720" y="801"/>
                </a:lnTo>
                <a:lnTo>
                  <a:pt x="1719" y="805"/>
                </a:lnTo>
                <a:lnTo>
                  <a:pt x="1719" y="806"/>
                </a:lnTo>
                <a:lnTo>
                  <a:pt x="1720" y="807"/>
                </a:lnTo>
                <a:lnTo>
                  <a:pt x="1720" y="808"/>
                </a:lnTo>
                <a:lnTo>
                  <a:pt x="1720" y="809"/>
                </a:lnTo>
                <a:lnTo>
                  <a:pt x="1719" y="810"/>
                </a:lnTo>
                <a:lnTo>
                  <a:pt x="1719" y="811"/>
                </a:lnTo>
                <a:lnTo>
                  <a:pt x="1718" y="811"/>
                </a:lnTo>
                <a:lnTo>
                  <a:pt x="1718" y="812"/>
                </a:lnTo>
                <a:lnTo>
                  <a:pt x="1717" y="812"/>
                </a:lnTo>
                <a:lnTo>
                  <a:pt x="1717" y="813"/>
                </a:lnTo>
                <a:lnTo>
                  <a:pt x="1717" y="814"/>
                </a:lnTo>
                <a:lnTo>
                  <a:pt x="1717" y="815"/>
                </a:lnTo>
                <a:lnTo>
                  <a:pt x="1717" y="816"/>
                </a:lnTo>
                <a:lnTo>
                  <a:pt x="1717" y="817"/>
                </a:lnTo>
                <a:lnTo>
                  <a:pt x="1716" y="818"/>
                </a:lnTo>
                <a:lnTo>
                  <a:pt x="1715" y="818"/>
                </a:lnTo>
                <a:lnTo>
                  <a:pt x="1715" y="817"/>
                </a:lnTo>
                <a:lnTo>
                  <a:pt x="1715" y="818"/>
                </a:lnTo>
                <a:lnTo>
                  <a:pt x="1714" y="818"/>
                </a:lnTo>
                <a:lnTo>
                  <a:pt x="1715" y="818"/>
                </a:lnTo>
                <a:lnTo>
                  <a:pt x="1714" y="819"/>
                </a:lnTo>
                <a:lnTo>
                  <a:pt x="1713" y="818"/>
                </a:lnTo>
                <a:lnTo>
                  <a:pt x="1712" y="818"/>
                </a:lnTo>
                <a:lnTo>
                  <a:pt x="1711" y="818"/>
                </a:lnTo>
                <a:lnTo>
                  <a:pt x="1710" y="818"/>
                </a:lnTo>
                <a:lnTo>
                  <a:pt x="1709" y="817"/>
                </a:lnTo>
                <a:lnTo>
                  <a:pt x="1709" y="818"/>
                </a:lnTo>
                <a:lnTo>
                  <a:pt x="1708" y="818"/>
                </a:lnTo>
                <a:lnTo>
                  <a:pt x="1707" y="819"/>
                </a:lnTo>
                <a:lnTo>
                  <a:pt x="1707" y="820"/>
                </a:lnTo>
                <a:lnTo>
                  <a:pt x="1707" y="821"/>
                </a:lnTo>
                <a:lnTo>
                  <a:pt x="1705" y="822"/>
                </a:lnTo>
                <a:lnTo>
                  <a:pt x="1704" y="822"/>
                </a:lnTo>
                <a:lnTo>
                  <a:pt x="1703" y="822"/>
                </a:lnTo>
                <a:lnTo>
                  <a:pt x="1701" y="824"/>
                </a:lnTo>
                <a:lnTo>
                  <a:pt x="1701" y="825"/>
                </a:lnTo>
                <a:lnTo>
                  <a:pt x="1700" y="826"/>
                </a:lnTo>
                <a:lnTo>
                  <a:pt x="1700" y="827"/>
                </a:lnTo>
                <a:lnTo>
                  <a:pt x="1701" y="827"/>
                </a:lnTo>
                <a:lnTo>
                  <a:pt x="1701" y="828"/>
                </a:lnTo>
                <a:lnTo>
                  <a:pt x="1701" y="829"/>
                </a:lnTo>
                <a:lnTo>
                  <a:pt x="1702" y="829"/>
                </a:lnTo>
                <a:lnTo>
                  <a:pt x="1702" y="830"/>
                </a:lnTo>
                <a:lnTo>
                  <a:pt x="1703" y="831"/>
                </a:lnTo>
                <a:lnTo>
                  <a:pt x="1703" y="832"/>
                </a:lnTo>
                <a:lnTo>
                  <a:pt x="1703" y="835"/>
                </a:lnTo>
                <a:lnTo>
                  <a:pt x="1703" y="836"/>
                </a:lnTo>
                <a:lnTo>
                  <a:pt x="1703" y="837"/>
                </a:lnTo>
                <a:lnTo>
                  <a:pt x="1704" y="837"/>
                </a:lnTo>
                <a:lnTo>
                  <a:pt x="1703" y="838"/>
                </a:lnTo>
                <a:lnTo>
                  <a:pt x="1703" y="839"/>
                </a:lnTo>
                <a:lnTo>
                  <a:pt x="1703" y="840"/>
                </a:lnTo>
                <a:lnTo>
                  <a:pt x="1704" y="841"/>
                </a:lnTo>
                <a:lnTo>
                  <a:pt x="1704" y="843"/>
                </a:lnTo>
                <a:lnTo>
                  <a:pt x="1703" y="844"/>
                </a:lnTo>
                <a:lnTo>
                  <a:pt x="1702" y="844"/>
                </a:lnTo>
                <a:lnTo>
                  <a:pt x="1702" y="845"/>
                </a:lnTo>
                <a:lnTo>
                  <a:pt x="1703" y="845"/>
                </a:lnTo>
                <a:lnTo>
                  <a:pt x="1703" y="846"/>
                </a:lnTo>
                <a:lnTo>
                  <a:pt x="1703" y="847"/>
                </a:lnTo>
                <a:lnTo>
                  <a:pt x="1702" y="847"/>
                </a:lnTo>
                <a:lnTo>
                  <a:pt x="1702" y="848"/>
                </a:lnTo>
                <a:lnTo>
                  <a:pt x="1703" y="849"/>
                </a:lnTo>
                <a:lnTo>
                  <a:pt x="1704" y="849"/>
                </a:lnTo>
                <a:lnTo>
                  <a:pt x="1703" y="851"/>
                </a:lnTo>
                <a:lnTo>
                  <a:pt x="1702" y="853"/>
                </a:lnTo>
                <a:lnTo>
                  <a:pt x="1703" y="853"/>
                </a:lnTo>
                <a:lnTo>
                  <a:pt x="1703" y="854"/>
                </a:lnTo>
                <a:lnTo>
                  <a:pt x="1704" y="855"/>
                </a:lnTo>
                <a:lnTo>
                  <a:pt x="1704" y="856"/>
                </a:lnTo>
                <a:lnTo>
                  <a:pt x="1704" y="857"/>
                </a:lnTo>
                <a:lnTo>
                  <a:pt x="1704" y="858"/>
                </a:lnTo>
                <a:lnTo>
                  <a:pt x="1705" y="858"/>
                </a:lnTo>
                <a:lnTo>
                  <a:pt x="1705" y="859"/>
                </a:lnTo>
                <a:lnTo>
                  <a:pt x="1706" y="859"/>
                </a:lnTo>
                <a:lnTo>
                  <a:pt x="1707" y="859"/>
                </a:lnTo>
                <a:lnTo>
                  <a:pt x="1707" y="860"/>
                </a:lnTo>
                <a:lnTo>
                  <a:pt x="1708" y="861"/>
                </a:lnTo>
                <a:lnTo>
                  <a:pt x="1709" y="861"/>
                </a:lnTo>
                <a:lnTo>
                  <a:pt x="1709" y="862"/>
                </a:lnTo>
                <a:lnTo>
                  <a:pt x="1710" y="862"/>
                </a:lnTo>
                <a:lnTo>
                  <a:pt x="1711" y="863"/>
                </a:lnTo>
                <a:lnTo>
                  <a:pt x="1712" y="863"/>
                </a:lnTo>
                <a:lnTo>
                  <a:pt x="1713" y="864"/>
                </a:lnTo>
                <a:lnTo>
                  <a:pt x="1713" y="865"/>
                </a:lnTo>
                <a:lnTo>
                  <a:pt x="1713" y="866"/>
                </a:lnTo>
                <a:lnTo>
                  <a:pt x="1713" y="867"/>
                </a:lnTo>
                <a:lnTo>
                  <a:pt x="1713" y="868"/>
                </a:lnTo>
                <a:lnTo>
                  <a:pt x="1713" y="869"/>
                </a:lnTo>
                <a:lnTo>
                  <a:pt x="1712" y="869"/>
                </a:lnTo>
                <a:lnTo>
                  <a:pt x="1711" y="870"/>
                </a:lnTo>
                <a:lnTo>
                  <a:pt x="1711" y="871"/>
                </a:lnTo>
                <a:lnTo>
                  <a:pt x="1712" y="871"/>
                </a:lnTo>
                <a:lnTo>
                  <a:pt x="1712" y="872"/>
                </a:lnTo>
                <a:lnTo>
                  <a:pt x="1712" y="873"/>
                </a:lnTo>
                <a:lnTo>
                  <a:pt x="1713" y="873"/>
                </a:lnTo>
                <a:lnTo>
                  <a:pt x="1713" y="875"/>
                </a:lnTo>
                <a:lnTo>
                  <a:pt x="1713" y="877"/>
                </a:lnTo>
                <a:lnTo>
                  <a:pt x="1714" y="877"/>
                </a:lnTo>
                <a:lnTo>
                  <a:pt x="1714" y="879"/>
                </a:lnTo>
                <a:lnTo>
                  <a:pt x="1714" y="880"/>
                </a:lnTo>
                <a:lnTo>
                  <a:pt x="1714" y="881"/>
                </a:lnTo>
                <a:lnTo>
                  <a:pt x="1715" y="881"/>
                </a:lnTo>
                <a:lnTo>
                  <a:pt x="1715" y="882"/>
                </a:lnTo>
                <a:lnTo>
                  <a:pt x="1715" y="883"/>
                </a:lnTo>
                <a:lnTo>
                  <a:pt x="1714" y="884"/>
                </a:lnTo>
                <a:lnTo>
                  <a:pt x="1713" y="884"/>
                </a:lnTo>
                <a:lnTo>
                  <a:pt x="1713" y="885"/>
                </a:lnTo>
                <a:lnTo>
                  <a:pt x="1713" y="886"/>
                </a:lnTo>
                <a:lnTo>
                  <a:pt x="1712" y="887"/>
                </a:lnTo>
                <a:lnTo>
                  <a:pt x="1712" y="888"/>
                </a:lnTo>
                <a:lnTo>
                  <a:pt x="1712" y="889"/>
                </a:lnTo>
                <a:lnTo>
                  <a:pt x="1712" y="890"/>
                </a:lnTo>
                <a:lnTo>
                  <a:pt x="1712" y="891"/>
                </a:lnTo>
                <a:lnTo>
                  <a:pt x="1713" y="891"/>
                </a:lnTo>
                <a:lnTo>
                  <a:pt x="1713" y="892"/>
                </a:lnTo>
                <a:lnTo>
                  <a:pt x="1712" y="892"/>
                </a:lnTo>
                <a:lnTo>
                  <a:pt x="1712" y="893"/>
                </a:lnTo>
                <a:lnTo>
                  <a:pt x="1711" y="893"/>
                </a:lnTo>
                <a:lnTo>
                  <a:pt x="1711" y="894"/>
                </a:lnTo>
                <a:lnTo>
                  <a:pt x="1710" y="894"/>
                </a:lnTo>
                <a:lnTo>
                  <a:pt x="1709" y="894"/>
                </a:lnTo>
                <a:lnTo>
                  <a:pt x="1709" y="895"/>
                </a:lnTo>
                <a:lnTo>
                  <a:pt x="1709" y="896"/>
                </a:lnTo>
                <a:lnTo>
                  <a:pt x="1707" y="896"/>
                </a:lnTo>
                <a:lnTo>
                  <a:pt x="1707" y="895"/>
                </a:lnTo>
                <a:lnTo>
                  <a:pt x="1705" y="895"/>
                </a:lnTo>
                <a:lnTo>
                  <a:pt x="1705" y="894"/>
                </a:lnTo>
                <a:lnTo>
                  <a:pt x="1704" y="895"/>
                </a:lnTo>
                <a:lnTo>
                  <a:pt x="1703" y="896"/>
                </a:lnTo>
                <a:lnTo>
                  <a:pt x="1702" y="896"/>
                </a:lnTo>
                <a:lnTo>
                  <a:pt x="1700" y="897"/>
                </a:lnTo>
                <a:lnTo>
                  <a:pt x="1699" y="897"/>
                </a:lnTo>
                <a:lnTo>
                  <a:pt x="1698" y="897"/>
                </a:lnTo>
                <a:lnTo>
                  <a:pt x="1698" y="898"/>
                </a:lnTo>
                <a:lnTo>
                  <a:pt x="1697" y="898"/>
                </a:lnTo>
                <a:lnTo>
                  <a:pt x="1696" y="898"/>
                </a:lnTo>
                <a:lnTo>
                  <a:pt x="1695" y="898"/>
                </a:lnTo>
                <a:lnTo>
                  <a:pt x="1694" y="898"/>
                </a:lnTo>
                <a:lnTo>
                  <a:pt x="1693" y="898"/>
                </a:lnTo>
                <a:lnTo>
                  <a:pt x="1692" y="897"/>
                </a:lnTo>
                <a:lnTo>
                  <a:pt x="1692" y="898"/>
                </a:lnTo>
                <a:lnTo>
                  <a:pt x="1691" y="898"/>
                </a:lnTo>
                <a:lnTo>
                  <a:pt x="1690" y="897"/>
                </a:lnTo>
                <a:lnTo>
                  <a:pt x="1689" y="897"/>
                </a:lnTo>
                <a:lnTo>
                  <a:pt x="1690" y="897"/>
                </a:lnTo>
                <a:lnTo>
                  <a:pt x="1689" y="897"/>
                </a:lnTo>
                <a:lnTo>
                  <a:pt x="1689" y="896"/>
                </a:lnTo>
                <a:lnTo>
                  <a:pt x="1688" y="896"/>
                </a:lnTo>
                <a:lnTo>
                  <a:pt x="1687" y="896"/>
                </a:lnTo>
                <a:lnTo>
                  <a:pt x="1686" y="897"/>
                </a:lnTo>
                <a:lnTo>
                  <a:pt x="1685" y="897"/>
                </a:lnTo>
                <a:lnTo>
                  <a:pt x="1685" y="896"/>
                </a:lnTo>
                <a:lnTo>
                  <a:pt x="1685" y="895"/>
                </a:lnTo>
                <a:lnTo>
                  <a:pt x="1684" y="895"/>
                </a:lnTo>
                <a:lnTo>
                  <a:pt x="1683" y="895"/>
                </a:lnTo>
                <a:lnTo>
                  <a:pt x="1683" y="896"/>
                </a:lnTo>
                <a:lnTo>
                  <a:pt x="1682" y="896"/>
                </a:lnTo>
                <a:lnTo>
                  <a:pt x="1681" y="896"/>
                </a:lnTo>
                <a:lnTo>
                  <a:pt x="1680" y="896"/>
                </a:lnTo>
                <a:lnTo>
                  <a:pt x="1680" y="895"/>
                </a:lnTo>
                <a:lnTo>
                  <a:pt x="1680" y="896"/>
                </a:lnTo>
                <a:lnTo>
                  <a:pt x="1680" y="897"/>
                </a:lnTo>
                <a:lnTo>
                  <a:pt x="1680" y="898"/>
                </a:lnTo>
                <a:lnTo>
                  <a:pt x="1679" y="898"/>
                </a:lnTo>
                <a:lnTo>
                  <a:pt x="1677" y="899"/>
                </a:lnTo>
                <a:lnTo>
                  <a:pt x="1676" y="899"/>
                </a:lnTo>
                <a:lnTo>
                  <a:pt x="1676" y="898"/>
                </a:lnTo>
                <a:lnTo>
                  <a:pt x="1675" y="898"/>
                </a:lnTo>
                <a:lnTo>
                  <a:pt x="1675" y="899"/>
                </a:lnTo>
                <a:lnTo>
                  <a:pt x="1674" y="899"/>
                </a:lnTo>
                <a:lnTo>
                  <a:pt x="1675" y="899"/>
                </a:lnTo>
                <a:lnTo>
                  <a:pt x="1675" y="900"/>
                </a:lnTo>
                <a:lnTo>
                  <a:pt x="1674" y="900"/>
                </a:lnTo>
                <a:lnTo>
                  <a:pt x="1673" y="899"/>
                </a:lnTo>
                <a:lnTo>
                  <a:pt x="1672" y="898"/>
                </a:lnTo>
                <a:lnTo>
                  <a:pt x="1672" y="897"/>
                </a:lnTo>
                <a:lnTo>
                  <a:pt x="1672" y="896"/>
                </a:lnTo>
                <a:lnTo>
                  <a:pt x="1671" y="896"/>
                </a:lnTo>
                <a:lnTo>
                  <a:pt x="1671" y="895"/>
                </a:lnTo>
                <a:lnTo>
                  <a:pt x="1670" y="895"/>
                </a:lnTo>
                <a:lnTo>
                  <a:pt x="1669" y="895"/>
                </a:lnTo>
                <a:lnTo>
                  <a:pt x="1668" y="895"/>
                </a:lnTo>
                <a:lnTo>
                  <a:pt x="1667" y="895"/>
                </a:lnTo>
                <a:lnTo>
                  <a:pt x="1666" y="895"/>
                </a:lnTo>
                <a:lnTo>
                  <a:pt x="1666" y="894"/>
                </a:lnTo>
                <a:lnTo>
                  <a:pt x="1665" y="895"/>
                </a:lnTo>
                <a:lnTo>
                  <a:pt x="1664" y="895"/>
                </a:lnTo>
                <a:lnTo>
                  <a:pt x="1664" y="896"/>
                </a:lnTo>
                <a:lnTo>
                  <a:pt x="1663" y="897"/>
                </a:lnTo>
                <a:lnTo>
                  <a:pt x="1663" y="896"/>
                </a:lnTo>
                <a:lnTo>
                  <a:pt x="1662" y="896"/>
                </a:lnTo>
                <a:lnTo>
                  <a:pt x="1661" y="897"/>
                </a:lnTo>
                <a:lnTo>
                  <a:pt x="1660" y="897"/>
                </a:lnTo>
                <a:lnTo>
                  <a:pt x="1659" y="897"/>
                </a:lnTo>
                <a:lnTo>
                  <a:pt x="1658" y="897"/>
                </a:lnTo>
                <a:lnTo>
                  <a:pt x="1658" y="898"/>
                </a:lnTo>
                <a:lnTo>
                  <a:pt x="1657" y="898"/>
                </a:lnTo>
                <a:lnTo>
                  <a:pt x="1656" y="898"/>
                </a:lnTo>
                <a:lnTo>
                  <a:pt x="1656" y="899"/>
                </a:lnTo>
                <a:lnTo>
                  <a:pt x="1655" y="899"/>
                </a:lnTo>
                <a:lnTo>
                  <a:pt x="1654" y="900"/>
                </a:lnTo>
                <a:lnTo>
                  <a:pt x="1653" y="900"/>
                </a:lnTo>
                <a:lnTo>
                  <a:pt x="1652" y="900"/>
                </a:lnTo>
                <a:lnTo>
                  <a:pt x="1651" y="900"/>
                </a:lnTo>
                <a:lnTo>
                  <a:pt x="1651" y="901"/>
                </a:lnTo>
                <a:lnTo>
                  <a:pt x="1650" y="901"/>
                </a:lnTo>
                <a:lnTo>
                  <a:pt x="1649" y="901"/>
                </a:lnTo>
                <a:lnTo>
                  <a:pt x="1648" y="901"/>
                </a:lnTo>
                <a:lnTo>
                  <a:pt x="1647" y="901"/>
                </a:lnTo>
                <a:lnTo>
                  <a:pt x="1646" y="901"/>
                </a:lnTo>
                <a:lnTo>
                  <a:pt x="1645" y="901"/>
                </a:lnTo>
                <a:lnTo>
                  <a:pt x="1644" y="902"/>
                </a:lnTo>
                <a:lnTo>
                  <a:pt x="1643" y="901"/>
                </a:lnTo>
                <a:lnTo>
                  <a:pt x="1643" y="900"/>
                </a:lnTo>
                <a:lnTo>
                  <a:pt x="1644" y="899"/>
                </a:lnTo>
                <a:lnTo>
                  <a:pt x="1643" y="899"/>
                </a:lnTo>
                <a:lnTo>
                  <a:pt x="1643" y="898"/>
                </a:lnTo>
                <a:lnTo>
                  <a:pt x="1642" y="899"/>
                </a:lnTo>
                <a:lnTo>
                  <a:pt x="1641" y="898"/>
                </a:lnTo>
                <a:lnTo>
                  <a:pt x="1641" y="899"/>
                </a:lnTo>
                <a:lnTo>
                  <a:pt x="1641" y="900"/>
                </a:lnTo>
                <a:lnTo>
                  <a:pt x="1641" y="901"/>
                </a:lnTo>
                <a:lnTo>
                  <a:pt x="1640" y="901"/>
                </a:lnTo>
                <a:lnTo>
                  <a:pt x="1640" y="900"/>
                </a:lnTo>
                <a:lnTo>
                  <a:pt x="1639" y="900"/>
                </a:lnTo>
                <a:lnTo>
                  <a:pt x="1638" y="900"/>
                </a:lnTo>
                <a:lnTo>
                  <a:pt x="1638" y="899"/>
                </a:lnTo>
                <a:lnTo>
                  <a:pt x="1637" y="899"/>
                </a:lnTo>
                <a:lnTo>
                  <a:pt x="1635" y="899"/>
                </a:lnTo>
                <a:lnTo>
                  <a:pt x="1634" y="900"/>
                </a:lnTo>
                <a:lnTo>
                  <a:pt x="1633" y="900"/>
                </a:lnTo>
                <a:lnTo>
                  <a:pt x="1633" y="899"/>
                </a:lnTo>
                <a:lnTo>
                  <a:pt x="1632" y="898"/>
                </a:lnTo>
                <a:lnTo>
                  <a:pt x="1631" y="898"/>
                </a:lnTo>
                <a:lnTo>
                  <a:pt x="1630" y="898"/>
                </a:lnTo>
                <a:lnTo>
                  <a:pt x="1629" y="898"/>
                </a:lnTo>
                <a:lnTo>
                  <a:pt x="1628" y="897"/>
                </a:lnTo>
                <a:lnTo>
                  <a:pt x="1628" y="896"/>
                </a:lnTo>
                <a:lnTo>
                  <a:pt x="1627" y="896"/>
                </a:lnTo>
                <a:lnTo>
                  <a:pt x="1627" y="897"/>
                </a:lnTo>
                <a:lnTo>
                  <a:pt x="1626" y="896"/>
                </a:lnTo>
                <a:lnTo>
                  <a:pt x="1626" y="895"/>
                </a:lnTo>
                <a:lnTo>
                  <a:pt x="1625" y="895"/>
                </a:lnTo>
                <a:lnTo>
                  <a:pt x="1624" y="895"/>
                </a:lnTo>
                <a:lnTo>
                  <a:pt x="1624" y="894"/>
                </a:lnTo>
                <a:lnTo>
                  <a:pt x="1623" y="894"/>
                </a:lnTo>
                <a:lnTo>
                  <a:pt x="1622" y="894"/>
                </a:lnTo>
                <a:lnTo>
                  <a:pt x="1621" y="893"/>
                </a:lnTo>
                <a:lnTo>
                  <a:pt x="1620" y="893"/>
                </a:lnTo>
                <a:lnTo>
                  <a:pt x="1619" y="894"/>
                </a:lnTo>
                <a:lnTo>
                  <a:pt x="1618" y="894"/>
                </a:lnTo>
                <a:lnTo>
                  <a:pt x="1617" y="895"/>
                </a:lnTo>
                <a:lnTo>
                  <a:pt x="1617" y="896"/>
                </a:lnTo>
                <a:lnTo>
                  <a:pt x="1618" y="896"/>
                </a:lnTo>
                <a:lnTo>
                  <a:pt x="1618" y="895"/>
                </a:lnTo>
                <a:lnTo>
                  <a:pt x="1619" y="895"/>
                </a:lnTo>
                <a:lnTo>
                  <a:pt x="1620" y="895"/>
                </a:lnTo>
                <a:lnTo>
                  <a:pt x="1621" y="895"/>
                </a:lnTo>
                <a:lnTo>
                  <a:pt x="1621" y="896"/>
                </a:lnTo>
                <a:lnTo>
                  <a:pt x="1620" y="896"/>
                </a:lnTo>
                <a:lnTo>
                  <a:pt x="1620" y="897"/>
                </a:lnTo>
                <a:lnTo>
                  <a:pt x="1620" y="898"/>
                </a:lnTo>
                <a:lnTo>
                  <a:pt x="1620" y="897"/>
                </a:lnTo>
                <a:lnTo>
                  <a:pt x="1621" y="897"/>
                </a:lnTo>
                <a:lnTo>
                  <a:pt x="1621" y="898"/>
                </a:lnTo>
                <a:lnTo>
                  <a:pt x="1620" y="899"/>
                </a:lnTo>
                <a:lnTo>
                  <a:pt x="1619" y="899"/>
                </a:lnTo>
                <a:lnTo>
                  <a:pt x="1619" y="898"/>
                </a:lnTo>
                <a:lnTo>
                  <a:pt x="1618" y="898"/>
                </a:lnTo>
                <a:lnTo>
                  <a:pt x="1618" y="899"/>
                </a:lnTo>
                <a:lnTo>
                  <a:pt x="1619" y="899"/>
                </a:lnTo>
                <a:lnTo>
                  <a:pt x="1619" y="900"/>
                </a:lnTo>
                <a:lnTo>
                  <a:pt x="1618" y="900"/>
                </a:lnTo>
                <a:lnTo>
                  <a:pt x="1618" y="899"/>
                </a:lnTo>
                <a:lnTo>
                  <a:pt x="1617" y="900"/>
                </a:lnTo>
                <a:lnTo>
                  <a:pt x="1618" y="900"/>
                </a:lnTo>
                <a:lnTo>
                  <a:pt x="1618" y="901"/>
                </a:lnTo>
                <a:lnTo>
                  <a:pt x="1619" y="901"/>
                </a:lnTo>
                <a:lnTo>
                  <a:pt x="1618" y="901"/>
                </a:lnTo>
                <a:lnTo>
                  <a:pt x="1618" y="902"/>
                </a:lnTo>
                <a:lnTo>
                  <a:pt x="1617" y="901"/>
                </a:lnTo>
                <a:lnTo>
                  <a:pt x="1617" y="900"/>
                </a:lnTo>
                <a:lnTo>
                  <a:pt x="1616" y="900"/>
                </a:lnTo>
                <a:lnTo>
                  <a:pt x="1616" y="901"/>
                </a:lnTo>
                <a:lnTo>
                  <a:pt x="1615" y="900"/>
                </a:lnTo>
                <a:lnTo>
                  <a:pt x="1614" y="900"/>
                </a:lnTo>
                <a:lnTo>
                  <a:pt x="1613" y="900"/>
                </a:lnTo>
                <a:lnTo>
                  <a:pt x="1612" y="900"/>
                </a:lnTo>
                <a:lnTo>
                  <a:pt x="1612" y="901"/>
                </a:lnTo>
                <a:lnTo>
                  <a:pt x="1611" y="901"/>
                </a:lnTo>
                <a:lnTo>
                  <a:pt x="1611" y="902"/>
                </a:lnTo>
                <a:lnTo>
                  <a:pt x="1612" y="902"/>
                </a:lnTo>
                <a:lnTo>
                  <a:pt x="1612" y="903"/>
                </a:lnTo>
                <a:lnTo>
                  <a:pt x="1612" y="904"/>
                </a:lnTo>
                <a:lnTo>
                  <a:pt x="1613" y="904"/>
                </a:lnTo>
                <a:lnTo>
                  <a:pt x="1613" y="905"/>
                </a:lnTo>
                <a:lnTo>
                  <a:pt x="1615" y="904"/>
                </a:lnTo>
                <a:lnTo>
                  <a:pt x="1615" y="905"/>
                </a:lnTo>
                <a:lnTo>
                  <a:pt x="1615" y="906"/>
                </a:lnTo>
                <a:lnTo>
                  <a:pt x="1615" y="907"/>
                </a:lnTo>
                <a:lnTo>
                  <a:pt x="1616" y="907"/>
                </a:lnTo>
                <a:lnTo>
                  <a:pt x="1616" y="908"/>
                </a:lnTo>
                <a:lnTo>
                  <a:pt x="1617" y="908"/>
                </a:lnTo>
                <a:lnTo>
                  <a:pt x="1618" y="909"/>
                </a:lnTo>
                <a:lnTo>
                  <a:pt x="1618" y="910"/>
                </a:lnTo>
                <a:lnTo>
                  <a:pt x="1618" y="912"/>
                </a:lnTo>
                <a:lnTo>
                  <a:pt x="1618" y="913"/>
                </a:lnTo>
                <a:lnTo>
                  <a:pt x="1619" y="913"/>
                </a:lnTo>
                <a:lnTo>
                  <a:pt x="1619" y="915"/>
                </a:lnTo>
                <a:lnTo>
                  <a:pt x="1619" y="916"/>
                </a:lnTo>
                <a:lnTo>
                  <a:pt x="1618" y="917"/>
                </a:lnTo>
                <a:lnTo>
                  <a:pt x="1619" y="917"/>
                </a:lnTo>
                <a:lnTo>
                  <a:pt x="1619" y="918"/>
                </a:lnTo>
                <a:lnTo>
                  <a:pt x="1620" y="918"/>
                </a:lnTo>
                <a:lnTo>
                  <a:pt x="1622" y="919"/>
                </a:lnTo>
                <a:lnTo>
                  <a:pt x="1623" y="920"/>
                </a:lnTo>
                <a:lnTo>
                  <a:pt x="1623" y="921"/>
                </a:lnTo>
                <a:lnTo>
                  <a:pt x="1622" y="921"/>
                </a:lnTo>
                <a:lnTo>
                  <a:pt x="1622" y="922"/>
                </a:lnTo>
                <a:lnTo>
                  <a:pt x="1623" y="922"/>
                </a:lnTo>
                <a:lnTo>
                  <a:pt x="1624" y="923"/>
                </a:lnTo>
                <a:lnTo>
                  <a:pt x="1625" y="924"/>
                </a:lnTo>
                <a:lnTo>
                  <a:pt x="1627" y="926"/>
                </a:lnTo>
                <a:lnTo>
                  <a:pt x="1628" y="927"/>
                </a:lnTo>
                <a:lnTo>
                  <a:pt x="1628" y="928"/>
                </a:lnTo>
                <a:lnTo>
                  <a:pt x="1629" y="928"/>
                </a:lnTo>
                <a:lnTo>
                  <a:pt x="1630" y="928"/>
                </a:lnTo>
                <a:lnTo>
                  <a:pt x="1631" y="928"/>
                </a:lnTo>
                <a:lnTo>
                  <a:pt x="1632" y="928"/>
                </a:lnTo>
                <a:lnTo>
                  <a:pt x="1631" y="928"/>
                </a:lnTo>
                <a:lnTo>
                  <a:pt x="1631" y="929"/>
                </a:lnTo>
                <a:lnTo>
                  <a:pt x="1631" y="930"/>
                </a:lnTo>
                <a:lnTo>
                  <a:pt x="1632" y="931"/>
                </a:lnTo>
                <a:lnTo>
                  <a:pt x="1633" y="930"/>
                </a:lnTo>
                <a:lnTo>
                  <a:pt x="1633" y="931"/>
                </a:lnTo>
                <a:lnTo>
                  <a:pt x="1633" y="932"/>
                </a:lnTo>
                <a:lnTo>
                  <a:pt x="1632" y="933"/>
                </a:lnTo>
                <a:lnTo>
                  <a:pt x="1631" y="933"/>
                </a:lnTo>
                <a:lnTo>
                  <a:pt x="1630" y="933"/>
                </a:lnTo>
                <a:lnTo>
                  <a:pt x="1629" y="933"/>
                </a:lnTo>
                <a:lnTo>
                  <a:pt x="1629" y="934"/>
                </a:lnTo>
                <a:lnTo>
                  <a:pt x="1629" y="933"/>
                </a:lnTo>
                <a:lnTo>
                  <a:pt x="1628" y="934"/>
                </a:lnTo>
                <a:lnTo>
                  <a:pt x="1627" y="934"/>
                </a:lnTo>
                <a:lnTo>
                  <a:pt x="1627" y="935"/>
                </a:lnTo>
                <a:lnTo>
                  <a:pt x="1627" y="936"/>
                </a:lnTo>
                <a:lnTo>
                  <a:pt x="1627" y="935"/>
                </a:lnTo>
                <a:lnTo>
                  <a:pt x="1626" y="935"/>
                </a:lnTo>
                <a:lnTo>
                  <a:pt x="1626" y="936"/>
                </a:lnTo>
                <a:lnTo>
                  <a:pt x="1625" y="936"/>
                </a:lnTo>
                <a:lnTo>
                  <a:pt x="1624" y="935"/>
                </a:lnTo>
                <a:lnTo>
                  <a:pt x="1622" y="935"/>
                </a:lnTo>
                <a:lnTo>
                  <a:pt x="1621" y="935"/>
                </a:lnTo>
                <a:lnTo>
                  <a:pt x="1621" y="936"/>
                </a:lnTo>
                <a:lnTo>
                  <a:pt x="1620" y="936"/>
                </a:lnTo>
                <a:lnTo>
                  <a:pt x="1619" y="936"/>
                </a:lnTo>
                <a:lnTo>
                  <a:pt x="1618" y="936"/>
                </a:lnTo>
                <a:lnTo>
                  <a:pt x="1618" y="935"/>
                </a:lnTo>
                <a:lnTo>
                  <a:pt x="1617" y="935"/>
                </a:lnTo>
                <a:lnTo>
                  <a:pt x="1617" y="936"/>
                </a:lnTo>
                <a:lnTo>
                  <a:pt x="1616" y="936"/>
                </a:lnTo>
                <a:lnTo>
                  <a:pt x="1614" y="936"/>
                </a:lnTo>
                <a:lnTo>
                  <a:pt x="1613" y="937"/>
                </a:lnTo>
                <a:lnTo>
                  <a:pt x="1612" y="937"/>
                </a:lnTo>
                <a:lnTo>
                  <a:pt x="1612" y="938"/>
                </a:lnTo>
                <a:lnTo>
                  <a:pt x="1611" y="939"/>
                </a:lnTo>
                <a:lnTo>
                  <a:pt x="1611" y="938"/>
                </a:lnTo>
                <a:lnTo>
                  <a:pt x="1610" y="938"/>
                </a:lnTo>
                <a:lnTo>
                  <a:pt x="1610" y="939"/>
                </a:lnTo>
                <a:lnTo>
                  <a:pt x="1610" y="940"/>
                </a:lnTo>
                <a:lnTo>
                  <a:pt x="1609" y="940"/>
                </a:lnTo>
                <a:lnTo>
                  <a:pt x="1608" y="940"/>
                </a:lnTo>
                <a:lnTo>
                  <a:pt x="1609" y="940"/>
                </a:lnTo>
                <a:lnTo>
                  <a:pt x="1609" y="939"/>
                </a:lnTo>
                <a:lnTo>
                  <a:pt x="1609" y="938"/>
                </a:lnTo>
                <a:lnTo>
                  <a:pt x="1609" y="937"/>
                </a:lnTo>
                <a:lnTo>
                  <a:pt x="1609" y="936"/>
                </a:lnTo>
                <a:lnTo>
                  <a:pt x="1609" y="935"/>
                </a:lnTo>
                <a:lnTo>
                  <a:pt x="1608" y="935"/>
                </a:lnTo>
                <a:lnTo>
                  <a:pt x="1607" y="934"/>
                </a:lnTo>
                <a:lnTo>
                  <a:pt x="1607" y="935"/>
                </a:lnTo>
                <a:lnTo>
                  <a:pt x="1606" y="935"/>
                </a:lnTo>
                <a:lnTo>
                  <a:pt x="1606" y="936"/>
                </a:lnTo>
                <a:lnTo>
                  <a:pt x="1605" y="936"/>
                </a:lnTo>
                <a:lnTo>
                  <a:pt x="1605" y="935"/>
                </a:lnTo>
                <a:lnTo>
                  <a:pt x="1604" y="935"/>
                </a:lnTo>
                <a:lnTo>
                  <a:pt x="1603" y="934"/>
                </a:lnTo>
                <a:lnTo>
                  <a:pt x="1602" y="935"/>
                </a:lnTo>
                <a:lnTo>
                  <a:pt x="1601" y="936"/>
                </a:lnTo>
                <a:lnTo>
                  <a:pt x="1601" y="937"/>
                </a:lnTo>
                <a:lnTo>
                  <a:pt x="1600" y="937"/>
                </a:lnTo>
                <a:lnTo>
                  <a:pt x="1600" y="938"/>
                </a:lnTo>
                <a:lnTo>
                  <a:pt x="1599" y="939"/>
                </a:lnTo>
                <a:lnTo>
                  <a:pt x="1598" y="939"/>
                </a:lnTo>
                <a:lnTo>
                  <a:pt x="1598" y="940"/>
                </a:lnTo>
                <a:lnTo>
                  <a:pt x="1598" y="941"/>
                </a:lnTo>
                <a:lnTo>
                  <a:pt x="1596" y="941"/>
                </a:lnTo>
                <a:lnTo>
                  <a:pt x="1595" y="942"/>
                </a:lnTo>
                <a:lnTo>
                  <a:pt x="1594" y="941"/>
                </a:lnTo>
                <a:lnTo>
                  <a:pt x="1593" y="940"/>
                </a:lnTo>
                <a:lnTo>
                  <a:pt x="1592" y="941"/>
                </a:lnTo>
                <a:lnTo>
                  <a:pt x="1591" y="941"/>
                </a:lnTo>
                <a:lnTo>
                  <a:pt x="1590" y="941"/>
                </a:lnTo>
                <a:lnTo>
                  <a:pt x="1589" y="940"/>
                </a:lnTo>
                <a:lnTo>
                  <a:pt x="1588" y="940"/>
                </a:lnTo>
                <a:lnTo>
                  <a:pt x="1587" y="939"/>
                </a:lnTo>
                <a:lnTo>
                  <a:pt x="1586" y="938"/>
                </a:lnTo>
                <a:lnTo>
                  <a:pt x="1585" y="938"/>
                </a:lnTo>
                <a:lnTo>
                  <a:pt x="1585" y="939"/>
                </a:lnTo>
                <a:lnTo>
                  <a:pt x="1584" y="939"/>
                </a:lnTo>
                <a:lnTo>
                  <a:pt x="1584" y="938"/>
                </a:lnTo>
                <a:lnTo>
                  <a:pt x="1583" y="939"/>
                </a:lnTo>
                <a:lnTo>
                  <a:pt x="1582" y="939"/>
                </a:lnTo>
                <a:lnTo>
                  <a:pt x="1581" y="940"/>
                </a:lnTo>
                <a:lnTo>
                  <a:pt x="1581" y="941"/>
                </a:lnTo>
                <a:lnTo>
                  <a:pt x="1581" y="940"/>
                </a:lnTo>
                <a:lnTo>
                  <a:pt x="1580" y="939"/>
                </a:lnTo>
                <a:lnTo>
                  <a:pt x="1579" y="938"/>
                </a:lnTo>
                <a:lnTo>
                  <a:pt x="1577" y="938"/>
                </a:lnTo>
                <a:lnTo>
                  <a:pt x="1576" y="938"/>
                </a:lnTo>
                <a:lnTo>
                  <a:pt x="1575" y="938"/>
                </a:lnTo>
                <a:lnTo>
                  <a:pt x="1574" y="938"/>
                </a:lnTo>
                <a:lnTo>
                  <a:pt x="1574" y="937"/>
                </a:lnTo>
                <a:lnTo>
                  <a:pt x="1573" y="937"/>
                </a:lnTo>
                <a:lnTo>
                  <a:pt x="1573" y="938"/>
                </a:lnTo>
                <a:lnTo>
                  <a:pt x="1573" y="939"/>
                </a:lnTo>
                <a:lnTo>
                  <a:pt x="1573" y="940"/>
                </a:lnTo>
                <a:lnTo>
                  <a:pt x="1572" y="940"/>
                </a:lnTo>
                <a:lnTo>
                  <a:pt x="1572" y="941"/>
                </a:lnTo>
                <a:lnTo>
                  <a:pt x="1572" y="942"/>
                </a:lnTo>
                <a:lnTo>
                  <a:pt x="1571" y="942"/>
                </a:lnTo>
                <a:lnTo>
                  <a:pt x="1571" y="941"/>
                </a:lnTo>
                <a:lnTo>
                  <a:pt x="1570" y="941"/>
                </a:lnTo>
                <a:lnTo>
                  <a:pt x="1570" y="942"/>
                </a:lnTo>
                <a:lnTo>
                  <a:pt x="1570" y="943"/>
                </a:lnTo>
                <a:lnTo>
                  <a:pt x="1569" y="944"/>
                </a:lnTo>
                <a:lnTo>
                  <a:pt x="1569" y="945"/>
                </a:lnTo>
                <a:lnTo>
                  <a:pt x="1568" y="944"/>
                </a:lnTo>
                <a:lnTo>
                  <a:pt x="1567" y="944"/>
                </a:lnTo>
                <a:lnTo>
                  <a:pt x="1566" y="945"/>
                </a:lnTo>
                <a:lnTo>
                  <a:pt x="1565" y="945"/>
                </a:lnTo>
                <a:lnTo>
                  <a:pt x="1565" y="944"/>
                </a:lnTo>
                <a:lnTo>
                  <a:pt x="1564" y="944"/>
                </a:lnTo>
                <a:lnTo>
                  <a:pt x="1563" y="945"/>
                </a:lnTo>
                <a:lnTo>
                  <a:pt x="1563" y="944"/>
                </a:lnTo>
                <a:lnTo>
                  <a:pt x="1562" y="944"/>
                </a:lnTo>
                <a:lnTo>
                  <a:pt x="1562" y="943"/>
                </a:lnTo>
                <a:lnTo>
                  <a:pt x="1562" y="942"/>
                </a:lnTo>
                <a:lnTo>
                  <a:pt x="1562" y="941"/>
                </a:lnTo>
                <a:lnTo>
                  <a:pt x="1562" y="940"/>
                </a:lnTo>
                <a:lnTo>
                  <a:pt x="1561" y="939"/>
                </a:lnTo>
                <a:lnTo>
                  <a:pt x="1561" y="938"/>
                </a:lnTo>
                <a:lnTo>
                  <a:pt x="1560" y="938"/>
                </a:lnTo>
                <a:lnTo>
                  <a:pt x="1559" y="938"/>
                </a:lnTo>
                <a:lnTo>
                  <a:pt x="1558" y="938"/>
                </a:lnTo>
                <a:lnTo>
                  <a:pt x="1558" y="937"/>
                </a:lnTo>
                <a:lnTo>
                  <a:pt x="1557" y="937"/>
                </a:lnTo>
                <a:lnTo>
                  <a:pt x="1556" y="937"/>
                </a:lnTo>
                <a:lnTo>
                  <a:pt x="1555" y="937"/>
                </a:lnTo>
                <a:lnTo>
                  <a:pt x="1555" y="936"/>
                </a:lnTo>
                <a:lnTo>
                  <a:pt x="1554" y="936"/>
                </a:lnTo>
                <a:lnTo>
                  <a:pt x="1553" y="935"/>
                </a:lnTo>
                <a:lnTo>
                  <a:pt x="1553" y="934"/>
                </a:lnTo>
                <a:lnTo>
                  <a:pt x="1552" y="934"/>
                </a:lnTo>
                <a:lnTo>
                  <a:pt x="1552" y="933"/>
                </a:lnTo>
                <a:lnTo>
                  <a:pt x="1552" y="932"/>
                </a:lnTo>
                <a:lnTo>
                  <a:pt x="1553" y="932"/>
                </a:lnTo>
                <a:lnTo>
                  <a:pt x="1553" y="931"/>
                </a:lnTo>
                <a:lnTo>
                  <a:pt x="1553" y="930"/>
                </a:lnTo>
                <a:lnTo>
                  <a:pt x="1552" y="929"/>
                </a:lnTo>
                <a:lnTo>
                  <a:pt x="1552" y="928"/>
                </a:lnTo>
                <a:lnTo>
                  <a:pt x="1551" y="928"/>
                </a:lnTo>
                <a:lnTo>
                  <a:pt x="1550" y="928"/>
                </a:lnTo>
                <a:lnTo>
                  <a:pt x="1549" y="928"/>
                </a:lnTo>
                <a:lnTo>
                  <a:pt x="1549" y="927"/>
                </a:lnTo>
                <a:lnTo>
                  <a:pt x="1548" y="927"/>
                </a:lnTo>
                <a:lnTo>
                  <a:pt x="1548" y="926"/>
                </a:lnTo>
                <a:lnTo>
                  <a:pt x="1547" y="925"/>
                </a:lnTo>
                <a:lnTo>
                  <a:pt x="1546" y="926"/>
                </a:lnTo>
                <a:lnTo>
                  <a:pt x="1546" y="927"/>
                </a:lnTo>
                <a:lnTo>
                  <a:pt x="1545" y="927"/>
                </a:lnTo>
                <a:lnTo>
                  <a:pt x="1544" y="927"/>
                </a:lnTo>
                <a:lnTo>
                  <a:pt x="1544" y="926"/>
                </a:lnTo>
                <a:lnTo>
                  <a:pt x="1543" y="924"/>
                </a:lnTo>
                <a:lnTo>
                  <a:pt x="1542" y="923"/>
                </a:lnTo>
                <a:lnTo>
                  <a:pt x="1541" y="923"/>
                </a:lnTo>
                <a:lnTo>
                  <a:pt x="1541" y="922"/>
                </a:lnTo>
                <a:lnTo>
                  <a:pt x="1542" y="922"/>
                </a:lnTo>
                <a:lnTo>
                  <a:pt x="1541" y="922"/>
                </a:lnTo>
                <a:lnTo>
                  <a:pt x="1540" y="922"/>
                </a:lnTo>
                <a:lnTo>
                  <a:pt x="1540" y="923"/>
                </a:lnTo>
                <a:lnTo>
                  <a:pt x="1539" y="923"/>
                </a:lnTo>
                <a:lnTo>
                  <a:pt x="1537" y="922"/>
                </a:lnTo>
                <a:lnTo>
                  <a:pt x="1537" y="921"/>
                </a:lnTo>
                <a:lnTo>
                  <a:pt x="1536" y="921"/>
                </a:lnTo>
                <a:lnTo>
                  <a:pt x="1535" y="921"/>
                </a:lnTo>
                <a:lnTo>
                  <a:pt x="1534" y="921"/>
                </a:lnTo>
                <a:lnTo>
                  <a:pt x="1533" y="921"/>
                </a:lnTo>
                <a:lnTo>
                  <a:pt x="1533" y="920"/>
                </a:lnTo>
                <a:lnTo>
                  <a:pt x="1532" y="919"/>
                </a:lnTo>
                <a:lnTo>
                  <a:pt x="1531" y="919"/>
                </a:lnTo>
                <a:lnTo>
                  <a:pt x="1530" y="919"/>
                </a:lnTo>
                <a:lnTo>
                  <a:pt x="1528" y="919"/>
                </a:lnTo>
                <a:lnTo>
                  <a:pt x="1527" y="920"/>
                </a:lnTo>
                <a:lnTo>
                  <a:pt x="1526" y="921"/>
                </a:lnTo>
                <a:lnTo>
                  <a:pt x="1524" y="921"/>
                </a:lnTo>
                <a:lnTo>
                  <a:pt x="1523" y="921"/>
                </a:lnTo>
                <a:lnTo>
                  <a:pt x="1523" y="920"/>
                </a:lnTo>
                <a:lnTo>
                  <a:pt x="1521" y="920"/>
                </a:lnTo>
                <a:lnTo>
                  <a:pt x="1520" y="920"/>
                </a:lnTo>
                <a:lnTo>
                  <a:pt x="1519" y="920"/>
                </a:lnTo>
                <a:lnTo>
                  <a:pt x="1518" y="919"/>
                </a:lnTo>
                <a:lnTo>
                  <a:pt x="1516" y="919"/>
                </a:lnTo>
                <a:lnTo>
                  <a:pt x="1515" y="919"/>
                </a:lnTo>
                <a:lnTo>
                  <a:pt x="1515" y="918"/>
                </a:lnTo>
                <a:lnTo>
                  <a:pt x="1513" y="918"/>
                </a:lnTo>
                <a:lnTo>
                  <a:pt x="1513" y="919"/>
                </a:lnTo>
                <a:lnTo>
                  <a:pt x="1512" y="920"/>
                </a:lnTo>
                <a:lnTo>
                  <a:pt x="1512" y="921"/>
                </a:lnTo>
                <a:lnTo>
                  <a:pt x="1511" y="921"/>
                </a:lnTo>
                <a:lnTo>
                  <a:pt x="1510" y="921"/>
                </a:lnTo>
                <a:lnTo>
                  <a:pt x="1509" y="921"/>
                </a:lnTo>
                <a:lnTo>
                  <a:pt x="1508" y="921"/>
                </a:lnTo>
                <a:lnTo>
                  <a:pt x="1507" y="922"/>
                </a:lnTo>
                <a:lnTo>
                  <a:pt x="1506" y="921"/>
                </a:lnTo>
                <a:lnTo>
                  <a:pt x="1505" y="921"/>
                </a:lnTo>
                <a:lnTo>
                  <a:pt x="1505" y="922"/>
                </a:lnTo>
                <a:lnTo>
                  <a:pt x="1503" y="922"/>
                </a:lnTo>
                <a:lnTo>
                  <a:pt x="1502" y="922"/>
                </a:lnTo>
                <a:lnTo>
                  <a:pt x="1502" y="921"/>
                </a:lnTo>
                <a:lnTo>
                  <a:pt x="1501" y="921"/>
                </a:lnTo>
                <a:lnTo>
                  <a:pt x="1500" y="920"/>
                </a:lnTo>
                <a:lnTo>
                  <a:pt x="1499" y="920"/>
                </a:lnTo>
                <a:lnTo>
                  <a:pt x="1498" y="920"/>
                </a:lnTo>
                <a:lnTo>
                  <a:pt x="1498" y="921"/>
                </a:lnTo>
                <a:lnTo>
                  <a:pt x="1497" y="921"/>
                </a:lnTo>
                <a:lnTo>
                  <a:pt x="1497" y="920"/>
                </a:lnTo>
                <a:lnTo>
                  <a:pt x="1496" y="920"/>
                </a:lnTo>
                <a:lnTo>
                  <a:pt x="1495" y="920"/>
                </a:lnTo>
                <a:lnTo>
                  <a:pt x="1494" y="921"/>
                </a:lnTo>
                <a:lnTo>
                  <a:pt x="1495" y="921"/>
                </a:lnTo>
                <a:lnTo>
                  <a:pt x="1495" y="922"/>
                </a:lnTo>
                <a:lnTo>
                  <a:pt x="1494" y="923"/>
                </a:lnTo>
                <a:lnTo>
                  <a:pt x="1494" y="924"/>
                </a:lnTo>
                <a:lnTo>
                  <a:pt x="1493" y="925"/>
                </a:lnTo>
                <a:lnTo>
                  <a:pt x="1493" y="926"/>
                </a:lnTo>
                <a:lnTo>
                  <a:pt x="1493" y="927"/>
                </a:lnTo>
                <a:lnTo>
                  <a:pt x="1492" y="927"/>
                </a:lnTo>
                <a:lnTo>
                  <a:pt x="1491" y="927"/>
                </a:lnTo>
                <a:lnTo>
                  <a:pt x="1490" y="926"/>
                </a:lnTo>
                <a:lnTo>
                  <a:pt x="1489" y="928"/>
                </a:lnTo>
                <a:lnTo>
                  <a:pt x="1490" y="928"/>
                </a:lnTo>
                <a:lnTo>
                  <a:pt x="1490" y="929"/>
                </a:lnTo>
                <a:lnTo>
                  <a:pt x="1489" y="930"/>
                </a:lnTo>
                <a:lnTo>
                  <a:pt x="1490" y="931"/>
                </a:lnTo>
                <a:lnTo>
                  <a:pt x="1490" y="932"/>
                </a:lnTo>
                <a:lnTo>
                  <a:pt x="1489" y="932"/>
                </a:lnTo>
                <a:lnTo>
                  <a:pt x="1488" y="933"/>
                </a:lnTo>
                <a:lnTo>
                  <a:pt x="1489" y="933"/>
                </a:lnTo>
                <a:lnTo>
                  <a:pt x="1489" y="934"/>
                </a:lnTo>
                <a:lnTo>
                  <a:pt x="1489" y="935"/>
                </a:lnTo>
                <a:lnTo>
                  <a:pt x="1489" y="936"/>
                </a:lnTo>
                <a:lnTo>
                  <a:pt x="1489" y="937"/>
                </a:lnTo>
                <a:lnTo>
                  <a:pt x="1489" y="938"/>
                </a:lnTo>
                <a:lnTo>
                  <a:pt x="1490" y="938"/>
                </a:lnTo>
                <a:lnTo>
                  <a:pt x="1490" y="939"/>
                </a:lnTo>
                <a:lnTo>
                  <a:pt x="1491" y="939"/>
                </a:lnTo>
                <a:lnTo>
                  <a:pt x="1491" y="940"/>
                </a:lnTo>
                <a:lnTo>
                  <a:pt x="1492" y="940"/>
                </a:lnTo>
                <a:lnTo>
                  <a:pt x="1492" y="941"/>
                </a:lnTo>
                <a:lnTo>
                  <a:pt x="1491" y="942"/>
                </a:lnTo>
                <a:lnTo>
                  <a:pt x="1491" y="943"/>
                </a:lnTo>
                <a:lnTo>
                  <a:pt x="1492" y="944"/>
                </a:lnTo>
                <a:lnTo>
                  <a:pt x="1493" y="945"/>
                </a:lnTo>
                <a:lnTo>
                  <a:pt x="1494" y="945"/>
                </a:lnTo>
                <a:lnTo>
                  <a:pt x="1495" y="946"/>
                </a:lnTo>
                <a:lnTo>
                  <a:pt x="1495" y="947"/>
                </a:lnTo>
                <a:lnTo>
                  <a:pt x="1496" y="947"/>
                </a:lnTo>
                <a:lnTo>
                  <a:pt x="1496" y="948"/>
                </a:lnTo>
                <a:lnTo>
                  <a:pt x="1496" y="949"/>
                </a:lnTo>
                <a:lnTo>
                  <a:pt x="1496" y="950"/>
                </a:lnTo>
                <a:lnTo>
                  <a:pt x="1497" y="950"/>
                </a:lnTo>
                <a:lnTo>
                  <a:pt x="1496" y="950"/>
                </a:lnTo>
                <a:lnTo>
                  <a:pt x="1496" y="951"/>
                </a:lnTo>
                <a:lnTo>
                  <a:pt x="1495" y="951"/>
                </a:lnTo>
                <a:lnTo>
                  <a:pt x="1495" y="952"/>
                </a:lnTo>
                <a:lnTo>
                  <a:pt x="1496" y="952"/>
                </a:lnTo>
                <a:lnTo>
                  <a:pt x="1496" y="953"/>
                </a:lnTo>
                <a:lnTo>
                  <a:pt x="1497" y="953"/>
                </a:lnTo>
                <a:lnTo>
                  <a:pt x="1497" y="954"/>
                </a:lnTo>
                <a:lnTo>
                  <a:pt x="1497" y="955"/>
                </a:lnTo>
                <a:lnTo>
                  <a:pt x="1498" y="955"/>
                </a:lnTo>
                <a:lnTo>
                  <a:pt x="1498" y="956"/>
                </a:lnTo>
                <a:lnTo>
                  <a:pt x="1498" y="957"/>
                </a:lnTo>
                <a:lnTo>
                  <a:pt x="1498" y="958"/>
                </a:lnTo>
                <a:lnTo>
                  <a:pt x="1497" y="958"/>
                </a:lnTo>
                <a:lnTo>
                  <a:pt x="1497" y="959"/>
                </a:lnTo>
                <a:lnTo>
                  <a:pt x="1496" y="958"/>
                </a:lnTo>
                <a:lnTo>
                  <a:pt x="1496" y="959"/>
                </a:lnTo>
                <a:lnTo>
                  <a:pt x="1495" y="959"/>
                </a:lnTo>
                <a:lnTo>
                  <a:pt x="1495" y="960"/>
                </a:lnTo>
                <a:lnTo>
                  <a:pt x="1495" y="961"/>
                </a:lnTo>
                <a:lnTo>
                  <a:pt x="1494" y="960"/>
                </a:lnTo>
                <a:lnTo>
                  <a:pt x="1493" y="960"/>
                </a:lnTo>
                <a:lnTo>
                  <a:pt x="1493" y="961"/>
                </a:lnTo>
                <a:lnTo>
                  <a:pt x="1492" y="961"/>
                </a:lnTo>
                <a:lnTo>
                  <a:pt x="1491" y="961"/>
                </a:lnTo>
                <a:lnTo>
                  <a:pt x="1490" y="961"/>
                </a:lnTo>
                <a:lnTo>
                  <a:pt x="1490" y="962"/>
                </a:lnTo>
                <a:lnTo>
                  <a:pt x="1490" y="963"/>
                </a:lnTo>
                <a:lnTo>
                  <a:pt x="1489" y="963"/>
                </a:lnTo>
                <a:lnTo>
                  <a:pt x="1489" y="964"/>
                </a:lnTo>
                <a:lnTo>
                  <a:pt x="1488" y="964"/>
                </a:lnTo>
                <a:lnTo>
                  <a:pt x="1488" y="965"/>
                </a:lnTo>
                <a:lnTo>
                  <a:pt x="1487" y="965"/>
                </a:lnTo>
                <a:lnTo>
                  <a:pt x="1486" y="965"/>
                </a:lnTo>
                <a:lnTo>
                  <a:pt x="1487" y="965"/>
                </a:lnTo>
                <a:lnTo>
                  <a:pt x="1486" y="964"/>
                </a:lnTo>
                <a:lnTo>
                  <a:pt x="1486" y="965"/>
                </a:lnTo>
                <a:lnTo>
                  <a:pt x="1485" y="967"/>
                </a:lnTo>
                <a:lnTo>
                  <a:pt x="1485" y="968"/>
                </a:lnTo>
                <a:lnTo>
                  <a:pt x="1485" y="969"/>
                </a:lnTo>
                <a:lnTo>
                  <a:pt x="1485" y="970"/>
                </a:lnTo>
                <a:lnTo>
                  <a:pt x="1485" y="971"/>
                </a:lnTo>
                <a:lnTo>
                  <a:pt x="1486" y="971"/>
                </a:lnTo>
                <a:lnTo>
                  <a:pt x="1487" y="972"/>
                </a:lnTo>
                <a:lnTo>
                  <a:pt x="1487" y="973"/>
                </a:lnTo>
                <a:lnTo>
                  <a:pt x="1486" y="974"/>
                </a:lnTo>
                <a:lnTo>
                  <a:pt x="1485" y="974"/>
                </a:lnTo>
                <a:lnTo>
                  <a:pt x="1484" y="974"/>
                </a:lnTo>
                <a:lnTo>
                  <a:pt x="1482" y="972"/>
                </a:lnTo>
                <a:lnTo>
                  <a:pt x="1481" y="973"/>
                </a:lnTo>
                <a:lnTo>
                  <a:pt x="1482" y="973"/>
                </a:lnTo>
                <a:lnTo>
                  <a:pt x="1481" y="974"/>
                </a:lnTo>
                <a:lnTo>
                  <a:pt x="1480" y="974"/>
                </a:lnTo>
                <a:lnTo>
                  <a:pt x="1479" y="974"/>
                </a:lnTo>
                <a:lnTo>
                  <a:pt x="1479" y="975"/>
                </a:lnTo>
                <a:lnTo>
                  <a:pt x="1478" y="976"/>
                </a:lnTo>
                <a:lnTo>
                  <a:pt x="1478" y="975"/>
                </a:lnTo>
                <a:lnTo>
                  <a:pt x="1477" y="975"/>
                </a:lnTo>
                <a:lnTo>
                  <a:pt x="1477" y="976"/>
                </a:lnTo>
                <a:lnTo>
                  <a:pt x="1476" y="977"/>
                </a:lnTo>
                <a:lnTo>
                  <a:pt x="1476" y="976"/>
                </a:lnTo>
                <a:lnTo>
                  <a:pt x="1475" y="976"/>
                </a:lnTo>
                <a:lnTo>
                  <a:pt x="1475" y="977"/>
                </a:lnTo>
                <a:lnTo>
                  <a:pt x="1474" y="978"/>
                </a:lnTo>
                <a:lnTo>
                  <a:pt x="1473" y="979"/>
                </a:lnTo>
                <a:lnTo>
                  <a:pt x="1472" y="979"/>
                </a:lnTo>
                <a:lnTo>
                  <a:pt x="1471" y="980"/>
                </a:lnTo>
                <a:lnTo>
                  <a:pt x="1470" y="980"/>
                </a:lnTo>
                <a:lnTo>
                  <a:pt x="1470" y="981"/>
                </a:lnTo>
                <a:lnTo>
                  <a:pt x="1471" y="981"/>
                </a:lnTo>
                <a:lnTo>
                  <a:pt x="1472" y="981"/>
                </a:lnTo>
                <a:lnTo>
                  <a:pt x="1473" y="982"/>
                </a:lnTo>
                <a:lnTo>
                  <a:pt x="1473" y="983"/>
                </a:lnTo>
                <a:lnTo>
                  <a:pt x="1474" y="983"/>
                </a:lnTo>
                <a:lnTo>
                  <a:pt x="1473" y="983"/>
                </a:lnTo>
                <a:lnTo>
                  <a:pt x="1473" y="984"/>
                </a:lnTo>
                <a:lnTo>
                  <a:pt x="1473" y="985"/>
                </a:lnTo>
                <a:lnTo>
                  <a:pt x="1474" y="985"/>
                </a:lnTo>
                <a:lnTo>
                  <a:pt x="1474" y="986"/>
                </a:lnTo>
                <a:lnTo>
                  <a:pt x="1473" y="987"/>
                </a:lnTo>
                <a:lnTo>
                  <a:pt x="1473" y="988"/>
                </a:lnTo>
                <a:lnTo>
                  <a:pt x="1472" y="988"/>
                </a:lnTo>
                <a:lnTo>
                  <a:pt x="1473" y="988"/>
                </a:lnTo>
                <a:lnTo>
                  <a:pt x="1474" y="988"/>
                </a:lnTo>
                <a:lnTo>
                  <a:pt x="1475" y="988"/>
                </a:lnTo>
                <a:lnTo>
                  <a:pt x="1476" y="989"/>
                </a:lnTo>
                <a:lnTo>
                  <a:pt x="1477" y="988"/>
                </a:lnTo>
                <a:lnTo>
                  <a:pt x="1478" y="988"/>
                </a:lnTo>
                <a:lnTo>
                  <a:pt x="1478" y="989"/>
                </a:lnTo>
                <a:lnTo>
                  <a:pt x="1479" y="989"/>
                </a:lnTo>
                <a:lnTo>
                  <a:pt x="1480" y="989"/>
                </a:lnTo>
                <a:lnTo>
                  <a:pt x="1480" y="988"/>
                </a:lnTo>
                <a:lnTo>
                  <a:pt x="1480" y="987"/>
                </a:lnTo>
                <a:lnTo>
                  <a:pt x="1481" y="987"/>
                </a:lnTo>
                <a:lnTo>
                  <a:pt x="1482" y="987"/>
                </a:lnTo>
                <a:lnTo>
                  <a:pt x="1483" y="987"/>
                </a:lnTo>
                <a:lnTo>
                  <a:pt x="1484" y="987"/>
                </a:lnTo>
                <a:lnTo>
                  <a:pt x="1485" y="987"/>
                </a:lnTo>
                <a:lnTo>
                  <a:pt x="1485" y="986"/>
                </a:lnTo>
                <a:lnTo>
                  <a:pt x="1486" y="986"/>
                </a:lnTo>
                <a:lnTo>
                  <a:pt x="1487" y="987"/>
                </a:lnTo>
                <a:lnTo>
                  <a:pt x="1488" y="988"/>
                </a:lnTo>
                <a:lnTo>
                  <a:pt x="1488" y="987"/>
                </a:lnTo>
                <a:lnTo>
                  <a:pt x="1489" y="987"/>
                </a:lnTo>
                <a:lnTo>
                  <a:pt x="1489" y="988"/>
                </a:lnTo>
                <a:lnTo>
                  <a:pt x="1490" y="989"/>
                </a:lnTo>
                <a:lnTo>
                  <a:pt x="1491" y="989"/>
                </a:lnTo>
                <a:lnTo>
                  <a:pt x="1491" y="990"/>
                </a:lnTo>
                <a:lnTo>
                  <a:pt x="1492" y="991"/>
                </a:lnTo>
                <a:lnTo>
                  <a:pt x="1493" y="991"/>
                </a:lnTo>
                <a:lnTo>
                  <a:pt x="1494" y="991"/>
                </a:lnTo>
                <a:lnTo>
                  <a:pt x="1494" y="992"/>
                </a:lnTo>
                <a:lnTo>
                  <a:pt x="1495" y="992"/>
                </a:lnTo>
                <a:lnTo>
                  <a:pt x="1495" y="991"/>
                </a:lnTo>
                <a:lnTo>
                  <a:pt x="1496" y="991"/>
                </a:lnTo>
                <a:lnTo>
                  <a:pt x="1497" y="992"/>
                </a:lnTo>
                <a:lnTo>
                  <a:pt x="1498" y="992"/>
                </a:lnTo>
                <a:lnTo>
                  <a:pt x="1498" y="993"/>
                </a:lnTo>
                <a:lnTo>
                  <a:pt x="1497" y="993"/>
                </a:lnTo>
                <a:lnTo>
                  <a:pt x="1498" y="993"/>
                </a:lnTo>
                <a:lnTo>
                  <a:pt x="1499" y="993"/>
                </a:lnTo>
                <a:lnTo>
                  <a:pt x="1499" y="994"/>
                </a:lnTo>
                <a:lnTo>
                  <a:pt x="1500" y="994"/>
                </a:lnTo>
                <a:lnTo>
                  <a:pt x="1501" y="994"/>
                </a:lnTo>
                <a:lnTo>
                  <a:pt x="1501" y="995"/>
                </a:lnTo>
                <a:lnTo>
                  <a:pt x="1500" y="995"/>
                </a:lnTo>
                <a:lnTo>
                  <a:pt x="1500" y="996"/>
                </a:lnTo>
                <a:lnTo>
                  <a:pt x="1501" y="996"/>
                </a:lnTo>
                <a:lnTo>
                  <a:pt x="1502" y="996"/>
                </a:lnTo>
                <a:lnTo>
                  <a:pt x="1503" y="996"/>
                </a:lnTo>
                <a:lnTo>
                  <a:pt x="1503" y="997"/>
                </a:lnTo>
                <a:lnTo>
                  <a:pt x="1502" y="997"/>
                </a:lnTo>
                <a:lnTo>
                  <a:pt x="1503" y="999"/>
                </a:lnTo>
                <a:lnTo>
                  <a:pt x="1503" y="1000"/>
                </a:lnTo>
                <a:lnTo>
                  <a:pt x="1503" y="1001"/>
                </a:lnTo>
                <a:lnTo>
                  <a:pt x="1504" y="1002"/>
                </a:lnTo>
                <a:lnTo>
                  <a:pt x="1505" y="1002"/>
                </a:lnTo>
                <a:lnTo>
                  <a:pt x="1504" y="1003"/>
                </a:lnTo>
                <a:lnTo>
                  <a:pt x="1505" y="1003"/>
                </a:lnTo>
                <a:lnTo>
                  <a:pt x="1506" y="1003"/>
                </a:lnTo>
                <a:lnTo>
                  <a:pt x="1506" y="1004"/>
                </a:lnTo>
                <a:lnTo>
                  <a:pt x="1507" y="1004"/>
                </a:lnTo>
                <a:lnTo>
                  <a:pt x="1508" y="1004"/>
                </a:lnTo>
                <a:lnTo>
                  <a:pt x="1509" y="1004"/>
                </a:lnTo>
                <a:lnTo>
                  <a:pt x="1509" y="1005"/>
                </a:lnTo>
                <a:lnTo>
                  <a:pt x="1510" y="1005"/>
                </a:lnTo>
                <a:lnTo>
                  <a:pt x="1511" y="1005"/>
                </a:lnTo>
                <a:lnTo>
                  <a:pt x="1511" y="1006"/>
                </a:lnTo>
                <a:lnTo>
                  <a:pt x="1511" y="1005"/>
                </a:lnTo>
                <a:lnTo>
                  <a:pt x="1512" y="1005"/>
                </a:lnTo>
                <a:lnTo>
                  <a:pt x="1513" y="1006"/>
                </a:lnTo>
                <a:lnTo>
                  <a:pt x="1513" y="1007"/>
                </a:lnTo>
                <a:lnTo>
                  <a:pt x="1513" y="1008"/>
                </a:lnTo>
                <a:lnTo>
                  <a:pt x="1512" y="1008"/>
                </a:lnTo>
                <a:lnTo>
                  <a:pt x="1510" y="1009"/>
                </a:lnTo>
                <a:lnTo>
                  <a:pt x="1510" y="1010"/>
                </a:lnTo>
                <a:lnTo>
                  <a:pt x="1510" y="1011"/>
                </a:lnTo>
                <a:lnTo>
                  <a:pt x="1511" y="1011"/>
                </a:lnTo>
                <a:lnTo>
                  <a:pt x="1511" y="1012"/>
                </a:lnTo>
                <a:lnTo>
                  <a:pt x="1511" y="1013"/>
                </a:lnTo>
                <a:lnTo>
                  <a:pt x="1511" y="1014"/>
                </a:lnTo>
                <a:lnTo>
                  <a:pt x="1511" y="1015"/>
                </a:lnTo>
                <a:lnTo>
                  <a:pt x="1511" y="1016"/>
                </a:lnTo>
                <a:lnTo>
                  <a:pt x="1512" y="1016"/>
                </a:lnTo>
                <a:lnTo>
                  <a:pt x="1511" y="1016"/>
                </a:lnTo>
                <a:lnTo>
                  <a:pt x="1511" y="1017"/>
                </a:lnTo>
                <a:lnTo>
                  <a:pt x="1510" y="1017"/>
                </a:lnTo>
                <a:lnTo>
                  <a:pt x="1509" y="1018"/>
                </a:lnTo>
                <a:lnTo>
                  <a:pt x="1509" y="1019"/>
                </a:lnTo>
                <a:lnTo>
                  <a:pt x="1509" y="1020"/>
                </a:lnTo>
                <a:lnTo>
                  <a:pt x="1508" y="1020"/>
                </a:lnTo>
                <a:lnTo>
                  <a:pt x="1507" y="1020"/>
                </a:lnTo>
                <a:lnTo>
                  <a:pt x="1506" y="1020"/>
                </a:lnTo>
                <a:lnTo>
                  <a:pt x="1505" y="1020"/>
                </a:lnTo>
                <a:lnTo>
                  <a:pt x="1504" y="1019"/>
                </a:lnTo>
                <a:lnTo>
                  <a:pt x="1503" y="1019"/>
                </a:lnTo>
                <a:lnTo>
                  <a:pt x="1503" y="1018"/>
                </a:lnTo>
                <a:lnTo>
                  <a:pt x="1501" y="1019"/>
                </a:lnTo>
                <a:lnTo>
                  <a:pt x="1500" y="1019"/>
                </a:lnTo>
                <a:lnTo>
                  <a:pt x="1500" y="1020"/>
                </a:lnTo>
                <a:lnTo>
                  <a:pt x="1499" y="1020"/>
                </a:lnTo>
                <a:lnTo>
                  <a:pt x="1499" y="1019"/>
                </a:lnTo>
                <a:lnTo>
                  <a:pt x="1499" y="1018"/>
                </a:lnTo>
                <a:lnTo>
                  <a:pt x="1499" y="1017"/>
                </a:lnTo>
                <a:lnTo>
                  <a:pt x="1498" y="1017"/>
                </a:lnTo>
                <a:lnTo>
                  <a:pt x="1498" y="1016"/>
                </a:lnTo>
                <a:lnTo>
                  <a:pt x="1497" y="1016"/>
                </a:lnTo>
                <a:lnTo>
                  <a:pt x="1496" y="1016"/>
                </a:lnTo>
                <a:lnTo>
                  <a:pt x="1494" y="1016"/>
                </a:lnTo>
                <a:lnTo>
                  <a:pt x="1494" y="1015"/>
                </a:lnTo>
                <a:lnTo>
                  <a:pt x="1493" y="1015"/>
                </a:lnTo>
                <a:lnTo>
                  <a:pt x="1493" y="1014"/>
                </a:lnTo>
                <a:lnTo>
                  <a:pt x="1493" y="1015"/>
                </a:lnTo>
                <a:lnTo>
                  <a:pt x="1492" y="1016"/>
                </a:lnTo>
                <a:lnTo>
                  <a:pt x="1491" y="1016"/>
                </a:lnTo>
                <a:lnTo>
                  <a:pt x="1491" y="1017"/>
                </a:lnTo>
                <a:lnTo>
                  <a:pt x="1491" y="1018"/>
                </a:lnTo>
                <a:lnTo>
                  <a:pt x="1490" y="1018"/>
                </a:lnTo>
                <a:lnTo>
                  <a:pt x="1490" y="1019"/>
                </a:lnTo>
                <a:lnTo>
                  <a:pt x="1489" y="1019"/>
                </a:lnTo>
                <a:lnTo>
                  <a:pt x="1489" y="1020"/>
                </a:lnTo>
                <a:lnTo>
                  <a:pt x="1490" y="1021"/>
                </a:lnTo>
                <a:lnTo>
                  <a:pt x="1491" y="1021"/>
                </a:lnTo>
                <a:lnTo>
                  <a:pt x="1492" y="1021"/>
                </a:lnTo>
                <a:lnTo>
                  <a:pt x="1492" y="1020"/>
                </a:lnTo>
                <a:lnTo>
                  <a:pt x="1493" y="1019"/>
                </a:lnTo>
                <a:lnTo>
                  <a:pt x="1494" y="1020"/>
                </a:lnTo>
                <a:lnTo>
                  <a:pt x="1494" y="1021"/>
                </a:lnTo>
                <a:lnTo>
                  <a:pt x="1495" y="1022"/>
                </a:lnTo>
                <a:lnTo>
                  <a:pt x="1496" y="1023"/>
                </a:lnTo>
                <a:lnTo>
                  <a:pt x="1496" y="1026"/>
                </a:lnTo>
                <a:lnTo>
                  <a:pt x="1497" y="1026"/>
                </a:lnTo>
                <a:lnTo>
                  <a:pt x="1497" y="1027"/>
                </a:lnTo>
                <a:lnTo>
                  <a:pt x="1496" y="1027"/>
                </a:lnTo>
                <a:lnTo>
                  <a:pt x="1497" y="1028"/>
                </a:lnTo>
                <a:lnTo>
                  <a:pt x="1497" y="1029"/>
                </a:lnTo>
                <a:lnTo>
                  <a:pt x="1498" y="1029"/>
                </a:lnTo>
                <a:lnTo>
                  <a:pt x="1498" y="1031"/>
                </a:lnTo>
                <a:lnTo>
                  <a:pt x="1499" y="1031"/>
                </a:lnTo>
                <a:lnTo>
                  <a:pt x="1499" y="1032"/>
                </a:lnTo>
                <a:lnTo>
                  <a:pt x="1499" y="1033"/>
                </a:lnTo>
                <a:lnTo>
                  <a:pt x="1498" y="1034"/>
                </a:lnTo>
                <a:lnTo>
                  <a:pt x="1497" y="1035"/>
                </a:lnTo>
                <a:lnTo>
                  <a:pt x="1496" y="1037"/>
                </a:lnTo>
                <a:lnTo>
                  <a:pt x="1495" y="1037"/>
                </a:lnTo>
                <a:lnTo>
                  <a:pt x="1495" y="1036"/>
                </a:lnTo>
                <a:lnTo>
                  <a:pt x="1494" y="1036"/>
                </a:lnTo>
                <a:lnTo>
                  <a:pt x="1494" y="1037"/>
                </a:lnTo>
                <a:lnTo>
                  <a:pt x="1493" y="1037"/>
                </a:lnTo>
                <a:lnTo>
                  <a:pt x="1492" y="1037"/>
                </a:lnTo>
                <a:lnTo>
                  <a:pt x="1491" y="1036"/>
                </a:lnTo>
                <a:lnTo>
                  <a:pt x="1491" y="1037"/>
                </a:lnTo>
                <a:lnTo>
                  <a:pt x="1490" y="1037"/>
                </a:lnTo>
                <a:lnTo>
                  <a:pt x="1490" y="1038"/>
                </a:lnTo>
                <a:lnTo>
                  <a:pt x="1490" y="1039"/>
                </a:lnTo>
                <a:lnTo>
                  <a:pt x="1491" y="1040"/>
                </a:lnTo>
                <a:lnTo>
                  <a:pt x="1491" y="1041"/>
                </a:lnTo>
                <a:lnTo>
                  <a:pt x="1491" y="1042"/>
                </a:lnTo>
                <a:lnTo>
                  <a:pt x="1490" y="1042"/>
                </a:lnTo>
                <a:lnTo>
                  <a:pt x="1490" y="1043"/>
                </a:lnTo>
                <a:lnTo>
                  <a:pt x="1489" y="1043"/>
                </a:lnTo>
                <a:lnTo>
                  <a:pt x="1489" y="1044"/>
                </a:lnTo>
                <a:lnTo>
                  <a:pt x="1489" y="1045"/>
                </a:lnTo>
                <a:lnTo>
                  <a:pt x="1488" y="1046"/>
                </a:lnTo>
                <a:lnTo>
                  <a:pt x="1487" y="1046"/>
                </a:lnTo>
                <a:lnTo>
                  <a:pt x="1487" y="1048"/>
                </a:lnTo>
                <a:lnTo>
                  <a:pt x="1488" y="1049"/>
                </a:lnTo>
                <a:lnTo>
                  <a:pt x="1488" y="1050"/>
                </a:lnTo>
                <a:lnTo>
                  <a:pt x="1488" y="1051"/>
                </a:lnTo>
                <a:lnTo>
                  <a:pt x="1487" y="1051"/>
                </a:lnTo>
                <a:lnTo>
                  <a:pt x="1487" y="1053"/>
                </a:lnTo>
                <a:lnTo>
                  <a:pt x="1487" y="1054"/>
                </a:lnTo>
                <a:lnTo>
                  <a:pt x="1487" y="1055"/>
                </a:lnTo>
                <a:lnTo>
                  <a:pt x="1486" y="1055"/>
                </a:lnTo>
                <a:lnTo>
                  <a:pt x="1485" y="1055"/>
                </a:lnTo>
                <a:lnTo>
                  <a:pt x="1485" y="1056"/>
                </a:lnTo>
                <a:lnTo>
                  <a:pt x="1484" y="1056"/>
                </a:lnTo>
                <a:lnTo>
                  <a:pt x="1485" y="1057"/>
                </a:lnTo>
                <a:lnTo>
                  <a:pt x="1484" y="1058"/>
                </a:lnTo>
                <a:lnTo>
                  <a:pt x="1483" y="1058"/>
                </a:lnTo>
                <a:lnTo>
                  <a:pt x="1483" y="1059"/>
                </a:lnTo>
                <a:lnTo>
                  <a:pt x="1482" y="1060"/>
                </a:lnTo>
                <a:lnTo>
                  <a:pt x="1481" y="1060"/>
                </a:lnTo>
                <a:lnTo>
                  <a:pt x="1481" y="1061"/>
                </a:lnTo>
                <a:lnTo>
                  <a:pt x="1480" y="1061"/>
                </a:lnTo>
                <a:lnTo>
                  <a:pt x="1481" y="1061"/>
                </a:lnTo>
                <a:lnTo>
                  <a:pt x="1481" y="1062"/>
                </a:lnTo>
                <a:lnTo>
                  <a:pt x="1482" y="1063"/>
                </a:lnTo>
                <a:lnTo>
                  <a:pt x="1481" y="1064"/>
                </a:lnTo>
                <a:lnTo>
                  <a:pt x="1482" y="1065"/>
                </a:lnTo>
                <a:lnTo>
                  <a:pt x="1485" y="1065"/>
                </a:lnTo>
                <a:lnTo>
                  <a:pt x="1485" y="1066"/>
                </a:lnTo>
                <a:lnTo>
                  <a:pt x="1486" y="1064"/>
                </a:lnTo>
                <a:lnTo>
                  <a:pt x="1485" y="1064"/>
                </a:lnTo>
                <a:lnTo>
                  <a:pt x="1486" y="1064"/>
                </a:lnTo>
                <a:lnTo>
                  <a:pt x="1487" y="1065"/>
                </a:lnTo>
                <a:lnTo>
                  <a:pt x="1488" y="1066"/>
                </a:lnTo>
                <a:lnTo>
                  <a:pt x="1489" y="1067"/>
                </a:lnTo>
                <a:lnTo>
                  <a:pt x="1490" y="1067"/>
                </a:lnTo>
                <a:lnTo>
                  <a:pt x="1490" y="1068"/>
                </a:lnTo>
                <a:lnTo>
                  <a:pt x="1489" y="1069"/>
                </a:lnTo>
                <a:lnTo>
                  <a:pt x="1488" y="1070"/>
                </a:lnTo>
                <a:lnTo>
                  <a:pt x="1487" y="1070"/>
                </a:lnTo>
                <a:lnTo>
                  <a:pt x="1486" y="1070"/>
                </a:lnTo>
                <a:lnTo>
                  <a:pt x="1486" y="1071"/>
                </a:lnTo>
                <a:lnTo>
                  <a:pt x="1486" y="1072"/>
                </a:lnTo>
                <a:lnTo>
                  <a:pt x="1486" y="1073"/>
                </a:lnTo>
                <a:lnTo>
                  <a:pt x="1486" y="1075"/>
                </a:lnTo>
                <a:lnTo>
                  <a:pt x="1487" y="1075"/>
                </a:lnTo>
                <a:lnTo>
                  <a:pt x="1488" y="1075"/>
                </a:lnTo>
                <a:lnTo>
                  <a:pt x="1488" y="1076"/>
                </a:lnTo>
                <a:lnTo>
                  <a:pt x="1488" y="1077"/>
                </a:lnTo>
                <a:lnTo>
                  <a:pt x="1488" y="1079"/>
                </a:lnTo>
                <a:lnTo>
                  <a:pt x="1488" y="1080"/>
                </a:lnTo>
                <a:lnTo>
                  <a:pt x="1489" y="1080"/>
                </a:lnTo>
                <a:lnTo>
                  <a:pt x="1489" y="1081"/>
                </a:lnTo>
                <a:lnTo>
                  <a:pt x="1489" y="1082"/>
                </a:lnTo>
                <a:lnTo>
                  <a:pt x="1488" y="1082"/>
                </a:lnTo>
                <a:lnTo>
                  <a:pt x="1488" y="1083"/>
                </a:lnTo>
                <a:lnTo>
                  <a:pt x="1488" y="1084"/>
                </a:lnTo>
                <a:lnTo>
                  <a:pt x="1489" y="1085"/>
                </a:lnTo>
                <a:lnTo>
                  <a:pt x="1490" y="1085"/>
                </a:lnTo>
                <a:lnTo>
                  <a:pt x="1491" y="1085"/>
                </a:lnTo>
                <a:lnTo>
                  <a:pt x="1492" y="1085"/>
                </a:lnTo>
                <a:lnTo>
                  <a:pt x="1492" y="1086"/>
                </a:lnTo>
                <a:lnTo>
                  <a:pt x="1493" y="1086"/>
                </a:lnTo>
                <a:lnTo>
                  <a:pt x="1493" y="1087"/>
                </a:lnTo>
                <a:lnTo>
                  <a:pt x="1494" y="1088"/>
                </a:lnTo>
                <a:lnTo>
                  <a:pt x="1495" y="1088"/>
                </a:lnTo>
                <a:lnTo>
                  <a:pt x="1496" y="1089"/>
                </a:lnTo>
                <a:lnTo>
                  <a:pt x="1496" y="1090"/>
                </a:lnTo>
                <a:lnTo>
                  <a:pt x="1495" y="1090"/>
                </a:lnTo>
                <a:lnTo>
                  <a:pt x="1495" y="1091"/>
                </a:lnTo>
                <a:lnTo>
                  <a:pt x="1496" y="1091"/>
                </a:lnTo>
                <a:lnTo>
                  <a:pt x="1497" y="1092"/>
                </a:lnTo>
                <a:lnTo>
                  <a:pt x="1497" y="1093"/>
                </a:lnTo>
                <a:lnTo>
                  <a:pt x="1498" y="1093"/>
                </a:lnTo>
                <a:lnTo>
                  <a:pt x="1498" y="1094"/>
                </a:lnTo>
                <a:lnTo>
                  <a:pt x="1499" y="1094"/>
                </a:lnTo>
                <a:lnTo>
                  <a:pt x="1499" y="1095"/>
                </a:lnTo>
                <a:lnTo>
                  <a:pt x="1499" y="1096"/>
                </a:lnTo>
                <a:lnTo>
                  <a:pt x="1499" y="1098"/>
                </a:lnTo>
                <a:lnTo>
                  <a:pt x="1498" y="1099"/>
                </a:lnTo>
                <a:lnTo>
                  <a:pt x="1498" y="1100"/>
                </a:lnTo>
                <a:lnTo>
                  <a:pt x="1499" y="1100"/>
                </a:lnTo>
                <a:lnTo>
                  <a:pt x="1498" y="1101"/>
                </a:lnTo>
                <a:lnTo>
                  <a:pt x="1498" y="1100"/>
                </a:lnTo>
                <a:lnTo>
                  <a:pt x="1497" y="1100"/>
                </a:lnTo>
                <a:lnTo>
                  <a:pt x="1496" y="1100"/>
                </a:lnTo>
                <a:lnTo>
                  <a:pt x="1495" y="1100"/>
                </a:lnTo>
                <a:lnTo>
                  <a:pt x="1495" y="1101"/>
                </a:lnTo>
                <a:lnTo>
                  <a:pt x="1496" y="1102"/>
                </a:lnTo>
                <a:lnTo>
                  <a:pt x="1496" y="1103"/>
                </a:lnTo>
                <a:lnTo>
                  <a:pt x="1497" y="1104"/>
                </a:lnTo>
                <a:lnTo>
                  <a:pt x="1496" y="1105"/>
                </a:lnTo>
                <a:lnTo>
                  <a:pt x="1496" y="1106"/>
                </a:lnTo>
                <a:lnTo>
                  <a:pt x="1495" y="1107"/>
                </a:lnTo>
                <a:lnTo>
                  <a:pt x="1494" y="1108"/>
                </a:lnTo>
                <a:lnTo>
                  <a:pt x="1493" y="1108"/>
                </a:lnTo>
                <a:lnTo>
                  <a:pt x="1492" y="1108"/>
                </a:lnTo>
                <a:lnTo>
                  <a:pt x="1491" y="1108"/>
                </a:lnTo>
                <a:lnTo>
                  <a:pt x="1491" y="1107"/>
                </a:lnTo>
                <a:lnTo>
                  <a:pt x="1491" y="1106"/>
                </a:lnTo>
                <a:lnTo>
                  <a:pt x="1490" y="1105"/>
                </a:lnTo>
                <a:lnTo>
                  <a:pt x="1489" y="1105"/>
                </a:lnTo>
                <a:lnTo>
                  <a:pt x="1488" y="1106"/>
                </a:lnTo>
                <a:lnTo>
                  <a:pt x="1487" y="1106"/>
                </a:lnTo>
                <a:lnTo>
                  <a:pt x="1487" y="1107"/>
                </a:lnTo>
                <a:lnTo>
                  <a:pt x="1487" y="1106"/>
                </a:lnTo>
                <a:lnTo>
                  <a:pt x="1486" y="1105"/>
                </a:lnTo>
                <a:lnTo>
                  <a:pt x="1485" y="1104"/>
                </a:lnTo>
                <a:lnTo>
                  <a:pt x="1485" y="1103"/>
                </a:lnTo>
                <a:lnTo>
                  <a:pt x="1485" y="1102"/>
                </a:lnTo>
                <a:lnTo>
                  <a:pt x="1485" y="1101"/>
                </a:lnTo>
                <a:lnTo>
                  <a:pt x="1485" y="1100"/>
                </a:lnTo>
                <a:lnTo>
                  <a:pt x="1485" y="1099"/>
                </a:lnTo>
                <a:lnTo>
                  <a:pt x="1485" y="1096"/>
                </a:lnTo>
                <a:lnTo>
                  <a:pt x="1484" y="1096"/>
                </a:lnTo>
                <a:lnTo>
                  <a:pt x="1484" y="1095"/>
                </a:lnTo>
                <a:lnTo>
                  <a:pt x="1483" y="1095"/>
                </a:lnTo>
                <a:lnTo>
                  <a:pt x="1482" y="1095"/>
                </a:lnTo>
                <a:lnTo>
                  <a:pt x="1481" y="1095"/>
                </a:lnTo>
                <a:lnTo>
                  <a:pt x="1480" y="1096"/>
                </a:lnTo>
                <a:lnTo>
                  <a:pt x="1479" y="1096"/>
                </a:lnTo>
                <a:lnTo>
                  <a:pt x="1479" y="1095"/>
                </a:lnTo>
                <a:lnTo>
                  <a:pt x="1478" y="1095"/>
                </a:lnTo>
                <a:lnTo>
                  <a:pt x="1477" y="1096"/>
                </a:lnTo>
                <a:lnTo>
                  <a:pt x="1477" y="1097"/>
                </a:lnTo>
                <a:lnTo>
                  <a:pt x="1476" y="1097"/>
                </a:lnTo>
                <a:lnTo>
                  <a:pt x="1476" y="1098"/>
                </a:lnTo>
                <a:lnTo>
                  <a:pt x="1475" y="1097"/>
                </a:lnTo>
                <a:lnTo>
                  <a:pt x="1475" y="1098"/>
                </a:lnTo>
                <a:lnTo>
                  <a:pt x="1474" y="1099"/>
                </a:lnTo>
                <a:lnTo>
                  <a:pt x="1473" y="1099"/>
                </a:lnTo>
                <a:lnTo>
                  <a:pt x="1472" y="1099"/>
                </a:lnTo>
                <a:lnTo>
                  <a:pt x="1472" y="1098"/>
                </a:lnTo>
                <a:lnTo>
                  <a:pt x="1471" y="1098"/>
                </a:lnTo>
                <a:lnTo>
                  <a:pt x="1470" y="1098"/>
                </a:lnTo>
                <a:lnTo>
                  <a:pt x="1471" y="1097"/>
                </a:lnTo>
                <a:lnTo>
                  <a:pt x="1470" y="1097"/>
                </a:lnTo>
                <a:lnTo>
                  <a:pt x="1469" y="1097"/>
                </a:lnTo>
                <a:lnTo>
                  <a:pt x="1468" y="1097"/>
                </a:lnTo>
                <a:lnTo>
                  <a:pt x="1467" y="1097"/>
                </a:lnTo>
                <a:lnTo>
                  <a:pt x="1467" y="1098"/>
                </a:lnTo>
                <a:lnTo>
                  <a:pt x="1466" y="1098"/>
                </a:lnTo>
                <a:lnTo>
                  <a:pt x="1465" y="1099"/>
                </a:lnTo>
                <a:lnTo>
                  <a:pt x="1464" y="1099"/>
                </a:lnTo>
                <a:lnTo>
                  <a:pt x="1463" y="1100"/>
                </a:lnTo>
                <a:lnTo>
                  <a:pt x="1463" y="1101"/>
                </a:lnTo>
                <a:lnTo>
                  <a:pt x="1462" y="1102"/>
                </a:lnTo>
                <a:lnTo>
                  <a:pt x="1461" y="1102"/>
                </a:lnTo>
                <a:lnTo>
                  <a:pt x="1460" y="1102"/>
                </a:lnTo>
                <a:lnTo>
                  <a:pt x="1459" y="1102"/>
                </a:lnTo>
                <a:lnTo>
                  <a:pt x="1459" y="1103"/>
                </a:lnTo>
                <a:lnTo>
                  <a:pt x="1458" y="1104"/>
                </a:lnTo>
                <a:lnTo>
                  <a:pt x="1457" y="1104"/>
                </a:lnTo>
                <a:lnTo>
                  <a:pt x="1456" y="1104"/>
                </a:lnTo>
                <a:lnTo>
                  <a:pt x="1455" y="1103"/>
                </a:lnTo>
                <a:lnTo>
                  <a:pt x="1454" y="1103"/>
                </a:lnTo>
                <a:lnTo>
                  <a:pt x="1453" y="1103"/>
                </a:lnTo>
                <a:lnTo>
                  <a:pt x="1453" y="1102"/>
                </a:lnTo>
                <a:lnTo>
                  <a:pt x="1452" y="1102"/>
                </a:lnTo>
                <a:lnTo>
                  <a:pt x="1452" y="1101"/>
                </a:lnTo>
                <a:lnTo>
                  <a:pt x="1453" y="1100"/>
                </a:lnTo>
                <a:lnTo>
                  <a:pt x="1452" y="1100"/>
                </a:lnTo>
                <a:lnTo>
                  <a:pt x="1451" y="1100"/>
                </a:lnTo>
                <a:lnTo>
                  <a:pt x="1451" y="1101"/>
                </a:lnTo>
                <a:lnTo>
                  <a:pt x="1450" y="1101"/>
                </a:lnTo>
                <a:lnTo>
                  <a:pt x="1449" y="1101"/>
                </a:lnTo>
                <a:lnTo>
                  <a:pt x="1448" y="1101"/>
                </a:lnTo>
                <a:lnTo>
                  <a:pt x="1449" y="1100"/>
                </a:lnTo>
                <a:lnTo>
                  <a:pt x="1449" y="1099"/>
                </a:lnTo>
                <a:lnTo>
                  <a:pt x="1450" y="1099"/>
                </a:lnTo>
                <a:lnTo>
                  <a:pt x="1451" y="1099"/>
                </a:lnTo>
                <a:lnTo>
                  <a:pt x="1451" y="1098"/>
                </a:lnTo>
                <a:lnTo>
                  <a:pt x="1451" y="1097"/>
                </a:lnTo>
                <a:lnTo>
                  <a:pt x="1450" y="1097"/>
                </a:lnTo>
                <a:lnTo>
                  <a:pt x="1449" y="1097"/>
                </a:lnTo>
                <a:lnTo>
                  <a:pt x="1449" y="1096"/>
                </a:lnTo>
                <a:lnTo>
                  <a:pt x="1448" y="1096"/>
                </a:lnTo>
                <a:lnTo>
                  <a:pt x="1447" y="1096"/>
                </a:lnTo>
                <a:lnTo>
                  <a:pt x="1446" y="1096"/>
                </a:lnTo>
                <a:lnTo>
                  <a:pt x="1445" y="1097"/>
                </a:lnTo>
                <a:lnTo>
                  <a:pt x="1444" y="1097"/>
                </a:lnTo>
                <a:lnTo>
                  <a:pt x="1443" y="1097"/>
                </a:lnTo>
                <a:lnTo>
                  <a:pt x="1443" y="1096"/>
                </a:lnTo>
                <a:lnTo>
                  <a:pt x="1442" y="1096"/>
                </a:lnTo>
                <a:lnTo>
                  <a:pt x="1442" y="1097"/>
                </a:lnTo>
                <a:lnTo>
                  <a:pt x="1441" y="1097"/>
                </a:lnTo>
                <a:lnTo>
                  <a:pt x="1441" y="1098"/>
                </a:lnTo>
                <a:lnTo>
                  <a:pt x="1440" y="1098"/>
                </a:lnTo>
                <a:lnTo>
                  <a:pt x="1439" y="1097"/>
                </a:lnTo>
                <a:lnTo>
                  <a:pt x="1439" y="1096"/>
                </a:lnTo>
                <a:lnTo>
                  <a:pt x="1438" y="1097"/>
                </a:lnTo>
                <a:lnTo>
                  <a:pt x="1437" y="1097"/>
                </a:lnTo>
                <a:lnTo>
                  <a:pt x="1436" y="1097"/>
                </a:lnTo>
                <a:lnTo>
                  <a:pt x="1436" y="1096"/>
                </a:lnTo>
                <a:lnTo>
                  <a:pt x="1435" y="1096"/>
                </a:lnTo>
                <a:lnTo>
                  <a:pt x="1434" y="1096"/>
                </a:lnTo>
                <a:lnTo>
                  <a:pt x="1433" y="1096"/>
                </a:lnTo>
                <a:lnTo>
                  <a:pt x="1433" y="1097"/>
                </a:lnTo>
                <a:lnTo>
                  <a:pt x="1433" y="1098"/>
                </a:lnTo>
                <a:lnTo>
                  <a:pt x="1433" y="1099"/>
                </a:lnTo>
                <a:lnTo>
                  <a:pt x="1432" y="1099"/>
                </a:lnTo>
                <a:lnTo>
                  <a:pt x="1431" y="1100"/>
                </a:lnTo>
                <a:lnTo>
                  <a:pt x="1431" y="1101"/>
                </a:lnTo>
                <a:lnTo>
                  <a:pt x="1429" y="1103"/>
                </a:lnTo>
                <a:lnTo>
                  <a:pt x="1428" y="1103"/>
                </a:lnTo>
                <a:lnTo>
                  <a:pt x="1428" y="1102"/>
                </a:lnTo>
                <a:lnTo>
                  <a:pt x="1427" y="1102"/>
                </a:lnTo>
                <a:lnTo>
                  <a:pt x="1427" y="1103"/>
                </a:lnTo>
                <a:lnTo>
                  <a:pt x="1427" y="1104"/>
                </a:lnTo>
                <a:lnTo>
                  <a:pt x="1426" y="1104"/>
                </a:lnTo>
                <a:lnTo>
                  <a:pt x="1426" y="1105"/>
                </a:lnTo>
                <a:lnTo>
                  <a:pt x="1424" y="1105"/>
                </a:lnTo>
                <a:lnTo>
                  <a:pt x="1424" y="1107"/>
                </a:lnTo>
                <a:lnTo>
                  <a:pt x="1423" y="1108"/>
                </a:lnTo>
                <a:lnTo>
                  <a:pt x="1422" y="1108"/>
                </a:lnTo>
                <a:lnTo>
                  <a:pt x="1421" y="1109"/>
                </a:lnTo>
                <a:lnTo>
                  <a:pt x="1420" y="1110"/>
                </a:lnTo>
                <a:lnTo>
                  <a:pt x="1420" y="1111"/>
                </a:lnTo>
                <a:lnTo>
                  <a:pt x="1420" y="1112"/>
                </a:lnTo>
                <a:lnTo>
                  <a:pt x="1419" y="1112"/>
                </a:lnTo>
                <a:lnTo>
                  <a:pt x="1420" y="1113"/>
                </a:lnTo>
                <a:lnTo>
                  <a:pt x="1419" y="1114"/>
                </a:lnTo>
                <a:lnTo>
                  <a:pt x="1418" y="1114"/>
                </a:lnTo>
                <a:lnTo>
                  <a:pt x="1418" y="1115"/>
                </a:lnTo>
                <a:lnTo>
                  <a:pt x="1419" y="1115"/>
                </a:lnTo>
                <a:lnTo>
                  <a:pt x="1419" y="1116"/>
                </a:lnTo>
                <a:lnTo>
                  <a:pt x="1419" y="1117"/>
                </a:lnTo>
                <a:lnTo>
                  <a:pt x="1419" y="1119"/>
                </a:lnTo>
                <a:lnTo>
                  <a:pt x="1419" y="1121"/>
                </a:lnTo>
                <a:lnTo>
                  <a:pt x="1419" y="1122"/>
                </a:lnTo>
                <a:lnTo>
                  <a:pt x="1419" y="1123"/>
                </a:lnTo>
                <a:lnTo>
                  <a:pt x="1419" y="1124"/>
                </a:lnTo>
                <a:lnTo>
                  <a:pt x="1418" y="1124"/>
                </a:lnTo>
                <a:lnTo>
                  <a:pt x="1418" y="1125"/>
                </a:lnTo>
                <a:lnTo>
                  <a:pt x="1417" y="1125"/>
                </a:lnTo>
                <a:lnTo>
                  <a:pt x="1417" y="1124"/>
                </a:lnTo>
                <a:lnTo>
                  <a:pt x="1416" y="1124"/>
                </a:lnTo>
                <a:lnTo>
                  <a:pt x="1416" y="1125"/>
                </a:lnTo>
                <a:lnTo>
                  <a:pt x="1415" y="1125"/>
                </a:lnTo>
                <a:lnTo>
                  <a:pt x="1414" y="1124"/>
                </a:lnTo>
                <a:lnTo>
                  <a:pt x="1413" y="1124"/>
                </a:lnTo>
                <a:lnTo>
                  <a:pt x="1412" y="1124"/>
                </a:lnTo>
                <a:lnTo>
                  <a:pt x="1412" y="1125"/>
                </a:lnTo>
                <a:lnTo>
                  <a:pt x="1411" y="1125"/>
                </a:lnTo>
                <a:lnTo>
                  <a:pt x="1410" y="1125"/>
                </a:lnTo>
                <a:lnTo>
                  <a:pt x="1409" y="1125"/>
                </a:lnTo>
                <a:lnTo>
                  <a:pt x="1409" y="1124"/>
                </a:lnTo>
                <a:lnTo>
                  <a:pt x="1408" y="1124"/>
                </a:lnTo>
                <a:lnTo>
                  <a:pt x="1408" y="1123"/>
                </a:lnTo>
                <a:lnTo>
                  <a:pt x="1406" y="1123"/>
                </a:lnTo>
                <a:lnTo>
                  <a:pt x="1406" y="1124"/>
                </a:lnTo>
                <a:lnTo>
                  <a:pt x="1405" y="1124"/>
                </a:lnTo>
                <a:lnTo>
                  <a:pt x="1406" y="1125"/>
                </a:lnTo>
                <a:lnTo>
                  <a:pt x="1407" y="1125"/>
                </a:lnTo>
                <a:lnTo>
                  <a:pt x="1407" y="1126"/>
                </a:lnTo>
                <a:lnTo>
                  <a:pt x="1407" y="1127"/>
                </a:lnTo>
                <a:lnTo>
                  <a:pt x="1408" y="1127"/>
                </a:lnTo>
                <a:lnTo>
                  <a:pt x="1408" y="1128"/>
                </a:lnTo>
                <a:lnTo>
                  <a:pt x="1408" y="1129"/>
                </a:lnTo>
                <a:lnTo>
                  <a:pt x="1409" y="1129"/>
                </a:lnTo>
                <a:lnTo>
                  <a:pt x="1410" y="1129"/>
                </a:lnTo>
                <a:lnTo>
                  <a:pt x="1410" y="1130"/>
                </a:lnTo>
                <a:lnTo>
                  <a:pt x="1411" y="1132"/>
                </a:lnTo>
                <a:lnTo>
                  <a:pt x="1411" y="1133"/>
                </a:lnTo>
                <a:lnTo>
                  <a:pt x="1410" y="1133"/>
                </a:lnTo>
                <a:lnTo>
                  <a:pt x="1409" y="1133"/>
                </a:lnTo>
                <a:lnTo>
                  <a:pt x="1410" y="1135"/>
                </a:lnTo>
                <a:lnTo>
                  <a:pt x="1410" y="1136"/>
                </a:lnTo>
                <a:lnTo>
                  <a:pt x="1411" y="1136"/>
                </a:lnTo>
                <a:lnTo>
                  <a:pt x="1412" y="1136"/>
                </a:lnTo>
                <a:lnTo>
                  <a:pt x="1413" y="1136"/>
                </a:lnTo>
                <a:lnTo>
                  <a:pt x="1414" y="1136"/>
                </a:lnTo>
                <a:lnTo>
                  <a:pt x="1414" y="1137"/>
                </a:lnTo>
                <a:lnTo>
                  <a:pt x="1415" y="1138"/>
                </a:lnTo>
                <a:lnTo>
                  <a:pt x="1415" y="1139"/>
                </a:lnTo>
                <a:lnTo>
                  <a:pt x="1416" y="1139"/>
                </a:lnTo>
                <a:lnTo>
                  <a:pt x="1417" y="1139"/>
                </a:lnTo>
                <a:lnTo>
                  <a:pt x="1417" y="1140"/>
                </a:lnTo>
                <a:lnTo>
                  <a:pt x="1418" y="1140"/>
                </a:lnTo>
                <a:lnTo>
                  <a:pt x="1419" y="1140"/>
                </a:lnTo>
                <a:lnTo>
                  <a:pt x="1420" y="1140"/>
                </a:lnTo>
                <a:lnTo>
                  <a:pt x="1420" y="1141"/>
                </a:lnTo>
                <a:lnTo>
                  <a:pt x="1421" y="1142"/>
                </a:lnTo>
                <a:lnTo>
                  <a:pt x="1422" y="1142"/>
                </a:lnTo>
                <a:lnTo>
                  <a:pt x="1423" y="1142"/>
                </a:lnTo>
                <a:lnTo>
                  <a:pt x="1424" y="1142"/>
                </a:lnTo>
                <a:lnTo>
                  <a:pt x="1426" y="1142"/>
                </a:lnTo>
                <a:lnTo>
                  <a:pt x="1427" y="1141"/>
                </a:lnTo>
                <a:lnTo>
                  <a:pt x="1428" y="1141"/>
                </a:lnTo>
                <a:lnTo>
                  <a:pt x="1429" y="1141"/>
                </a:lnTo>
                <a:lnTo>
                  <a:pt x="1430" y="1142"/>
                </a:lnTo>
                <a:lnTo>
                  <a:pt x="1431" y="1143"/>
                </a:lnTo>
                <a:lnTo>
                  <a:pt x="1430" y="1143"/>
                </a:lnTo>
                <a:lnTo>
                  <a:pt x="1430" y="1144"/>
                </a:lnTo>
                <a:lnTo>
                  <a:pt x="1431" y="1144"/>
                </a:lnTo>
                <a:lnTo>
                  <a:pt x="1432" y="1144"/>
                </a:lnTo>
                <a:lnTo>
                  <a:pt x="1431" y="1144"/>
                </a:lnTo>
                <a:lnTo>
                  <a:pt x="1431" y="1145"/>
                </a:lnTo>
                <a:lnTo>
                  <a:pt x="1432" y="1145"/>
                </a:lnTo>
                <a:lnTo>
                  <a:pt x="1433" y="1145"/>
                </a:lnTo>
                <a:lnTo>
                  <a:pt x="1434" y="1146"/>
                </a:lnTo>
                <a:lnTo>
                  <a:pt x="1434" y="1148"/>
                </a:lnTo>
                <a:lnTo>
                  <a:pt x="1434" y="1150"/>
                </a:lnTo>
                <a:lnTo>
                  <a:pt x="1435" y="1151"/>
                </a:lnTo>
                <a:lnTo>
                  <a:pt x="1435" y="1152"/>
                </a:lnTo>
                <a:lnTo>
                  <a:pt x="1434" y="1153"/>
                </a:lnTo>
                <a:lnTo>
                  <a:pt x="1433" y="1152"/>
                </a:lnTo>
                <a:lnTo>
                  <a:pt x="1432" y="1152"/>
                </a:lnTo>
                <a:lnTo>
                  <a:pt x="1432" y="1151"/>
                </a:lnTo>
                <a:lnTo>
                  <a:pt x="1431" y="1150"/>
                </a:lnTo>
                <a:lnTo>
                  <a:pt x="1432" y="1150"/>
                </a:lnTo>
                <a:lnTo>
                  <a:pt x="1432" y="1149"/>
                </a:lnTo>
                <a:lnTo>
                  <a:pt x="1431" y="1149"/>
                </a:lnTo>
                <a:lnTo>
                  <a:pt x="1430" y="1149"/>
                </a:lnTo>
                <a:lnTo>
                  <a:pt x="1431" y="1148"/>
                </a:lnTo>
                <a:lnTo>
                  <a:pt x="1431" y="1147"/>
                </a:lnTo>
                <a:lnTo>
                  <a:pt x="1431" y="1146"/>
                </a:lnTo>
                <a:lnTo>
                  <a:pt x="1430" y="1146"/>
                </a:lnTo>
                <a:lnTo>
                  <a:pt x="1430" y="1147"/>
                </a:lnTo>
                <a:lnTo>
                  <a:pt x="1430" y="1148"/>
                </a:lnTo>
                <a:lnTo>
                  <a:pt x="1429" y="1148"/>
                </a:lnTo>
                <a:lnTo>
                  <a:pt x="1429" y="1149"/>
                </a:lnTo>
                <a:lnTo>
                  <a:pt x="1429" y="1150"/>
                </a:lnTo>
                <a:lnTo>
                  <a:pt x="1430" y="1150"/>
                </a:lnTo>
                <a:lnTo>
                  <a:pt x="1429" y="1150"/>
                </a:lnTo>
                <a:lnTo>
                  <a:pt x="1429" y="1151"/>
                </a:lnTo>
                <a:lnTo>
                  <a:pt x="1428" y="1151"/>
                </a:lnTo>
                <a:lnTo>
                  <a:pt x="1427" y="1151"/>
                </a:lnTo>
                <a:lnTo>
                  <a:pt x="1426" y="1153"/>
                </a:lnTo>
                <a:lnTo>
                  <a:pt x="1428" y="1154"/>
                </a:lnTo>
                <a:lnTo>
                  <a:pt x="1429" y="1153"/>
                </a:lnTo>
                <a:lnTo>
                  <a:pt x="1429" y="1152"/>
                </a:lnTo>
                <a:lnTo>
                  <a:pt x="1430" y="1153"/>
                </a:lnTo>
                <a:lnTo>
                  <a:pt x="1430" y="1154"/>
                </a:lnTo>
                <a:lnTo>
                  <a:pt x="1429" y="1154"/>
                </a:lnTo>
                <a:lnTo>
                  <a:pt x="1428" y="1154"/>
                </a:lnTo>
                <a:lnTo>
                  <a:pt x="1428" y="1155"/>
                </a:lnTo>
                <a:lnTo>
                  <a:pt x="1429" y="1155"/>
                </a:lnTo>
                <a:lnTo>
                  <a:pt x="1429" y="1156"/>
                </a:lnTo>
                <a:lnTo>
                  <a:pt x="1430" y="1156"/>
                </a:lnTo>
                <a:lnTo>
                  <a:pt x="1431" y="1156"/>
                </a:lnTo>
                <a:lnTo>
                  <a:pt x="1431" y="1157"/>
                </a:lnTo>
                <a:lnTo>
                  <a:pt x="1430" y="1157"/>
                </a:lnTo>
                <a:lnTo>
                  <a:pt x="1429" y="1157"/>
                </a:lnTo>
                <a:lnTo>
                  <a:pt x="1429" y="1158"/>
                </a:lnTo>
                <a:lnTo>
                  <a:pt x="1429" y="1159"/>
                </a:lnTo>
                <a:lnTo>
                  <a:pt x="1430" y="1161"/>
                </a:lnTo>
                <a:lnTo>
                  <a:pt x="1430" y="1162"/>
                </a:lnTo>
                <a:lnTo>
                  <a:pt x="1429" y="1162"/>
                </a:lnTo>
                <a:lnTo>
                  <a:pt x="1428" y="1162"/>
                </a:lnTo>
                <a:lnTo>
                  <a:pt x="1428" y="1163"/>
                </a:lnTo>
                <a:lnTo>
                  <a:pt x="1428" y="1164"/>
                </a:lnTo>
                <a:lnTo>
                  <a:pt x="1429" y="1165"/>
                </a:lnTo>
                <a:lnTo>
                  <a:pt x="1430" y="1166"/>
                </a:lnTo>
                <a:lnTo>
                  <a:pt x="1430" y="1167"/>
                </a:lnTo>
                <a:lnTo>
                  <a:pt x="1429" y="1168"/>
                </a:lnTo>
                <a:lnTo>
                  <a:pt x="1429" y="1169"/>
                </a:lnTo>
                <a:lnTo>
                  <a:pt x="1429" y="1171"/>
                </a:lnTo>
                <a:lnTo>
                  <a:pt x="1428" y="1171"/>
                </a:lnTo>
                <a:lnTo>
                  <a:pt x="1427" y="1171"/>
                </a:lnTo>
                <a:lnTo>
                  <a:pt x="1427" y="1172"/>
                </a:lnTo>
                <a:lnTo>
                  <a:pt x="1426" y="1172"/>
                </a:lnTo>
                <a:lnTo>
                  <a:pt x="1426" y="1173"/>
                </a:lnTo>
                <a:lnTo>
                  <a:pt x="1426" y="1174"/>
                </a:lnTo>
                <a:lnTo>
                  <a:pt x="1424" y="1174"/>
                </a:lnTo>
                <a:lnTo>
                  <a:pt x="1423" y="1175"/>
                </a:lnTo>
                <a:lnTo>
                  <a:pt x="1423" y="1176"/>
                </a:lnTo>
                <a:lnTo>
                  <a:pt x="1423" y="1177"/>
                </a:lnTo>
                <a:lnTo>
                  <a:pt x="1422" y="1177"/>
                </a:lnTo>
                <a:lnTo>
                  <a:pt x="1421" y="1177"/>
                </a:lnTo>
                <a:lnTo>
                  <a:pt x="1421" y="1176"/>
                </a:lnTo>
                <a:lnTo>
                  <a:pt x="1420" y="1176"/>
                </a:lnTo>
                <a:lnTo>
                  <a:pt x="1419" y="1176"/>
                </a:lnTo>
                <a:lnTo>
                  <a:pt x="1419" y="1175"/>
                </a:lnTo>
                <a:lnTo>
                  <a:pt x="1418" y="1175"/>
                </a:lnTo>
                <a:lnTo>
                  <a:pt x="1417" y="1176"/>
                </a:lnTo>
                <a:lnTo>
                  <a:pt x="1417" y="1177"/>
                </a:lnTo>
                <a:lnTo>
                  <a:pt x="1416" y="1178"/>
                </a:lnTo>
                <a:lnTo>
                  <a:pt x="1415" y="1178"/>
                </a:lnTo>
                <a:lnTo>
                  <a:pt x="1414" y="1178"/>
                </a:lnTo>
                <a:lnTo>
                  <a:pt x="1413" y="1178"/>
                </a:lnTo>
                <a:lnTo>
                  <a:pt x="1412" y="1179"/>
                </a:lnTo>
                <a:lnTo>
                  <a:pt x="1411" y="1179"/>
                </a:lnTo>
                <a:lnTo>
                  <a:pt x="1410" y="1180"/>
                </a:lnTo>
                <a:lnTo>
                  <a:pt x="1409" y="1180"/>
                </a:lnTo>
                <a:lnTo>
                  <a:pt x="1409" y="1181"/>
                </a:lnTo>
                <a:lnTo>
                  <a:pt x="1408" y="1182"/>
                </a:lnTo>
                <a:lnTo>
                  <a:pt x="1407" y="1181"/>
                </a:lnTo>
                <a:lnTo>
                  <a:pt x="1406" y="1181"/>
                </a:lnTo>
                <a:lnTo>
                  <a:pt x="1405" y="1181"/>
                </a:lnTo>
                <a:lnTo>
                  <a:pt x="1405" y="1182"/>
                </a:lnTo>
                <a:lnTo>
                  <a:pt x="1404" y="1182"/>
                </a:lnTo>
                <a:lnTo>
                  <a:pt x="1403" y="1182"/>
                </a:lnTo>
                <a:lnTo>
                  <a:pt x="1402" y="1182"/>
                </a:lnTo>
                <a:lnTo>
                  <a:pt x="1401" y="1182"/>
                </a:lnTo>
                <a:lnTo>
                  <a:pt x="1400" y="1182"/>
                </a:lnTo>
                <a:lnTo>
                  <a:pt x="1400" y="1183"/>
                </a:lnTo>
                <a:lnTo>
                  <a:pt x="1398" y="1184"/>
                </a:lnTo>
                <a:lnTo>
                  <a:pt x="1397" y="1184"/>
                </a:lnTo>
                <a:lnTo>
                  <a:pt x="1396" y="1184"/>
                </a:lnTo>
                <a:lnTo>
                  <a:pt x="1395" y="1184"/>
                </a:lnTo>
                <a:lnTo>
                  <a:pt x="1394" y="1185"/>
                </a:lnTo>
                <a:lnTo>
                  <a:pt x="1392" y="1184"/>
                </a:lnTo>
                <a:lnTo>
                  <a:pt x="1392" y="1183"/>
                </a:lnTo>
                <a:lnTo>
                  <a:pt x="1392" y="1182"/>
                </a:lnTo>
                <a:lnTo>
                  <a:pt x="1391" y="1182"/>
                </a:lnTo>
                <a:lnTo>
                  <a:pt x="1391" y="1181"/>
                </a:lnTo>
                <a:lnTo>
                  <a:pt x="1390" y="1181"/>
                </a:lnTo>
                <a:lnTo>
                  <a:pt x="1389" y="1181"/>
                </a:lnTo>
                <a:lnTo>
                  <a:pt x="1388" y="1181"/>
                </a:lnTo>
                <a:lnTo>
                  <a:pt x="1387" y="1181"/>
                </a:lnTo>
                <a:lnTo>
                  <a:pt x="1387" y="1180"/>
                </a:lnTo>
                <a:lnTo>
                  <a:pt x="1386" y="1180"/>
                </a:lnTo>
                <a:lnTo>
                  <a:pt x="1385" y="1180"/>
                </a:lnTo>
                <a:lnTo>
                  <a:pt x="1384" y="1181"/>
                </a:lnTo>
                <a:lnTo>
                  <a:pt x="1383" y="1180"/>
                </a:lnTo>
                <a:lnTo>
                  <a:pt x="1382" y="1180"/>
                </a:lnTo>
                <a:lnTo>
                  <a:pt x="1380" y="1179"/>
                </a:lnTo>
                <a:lnTo>
                  <a:pt x="1379" y="1178"/>
                </a:lnTo>
                <a:lnTo>
                  <a:pt x="1378" y="1178"/>
                </a:lnTo>
                <a:lnTo>
                  <a:pt x="1377" y="1178"/>
                </a:lnTo>
                <a:lnTo>
                  <a:pt x="1376" y="1178"/>
                </a:lnTo>
                <a:lnTo>
                  <a:pt x="1376" y="1179"/>
                </a:lnTo>
                <a:lnTo>
                  <a:pt x="1375" y="1180"/>
                </a:lnTo>
                <a:lnTo>
                  <a:pt x="1375" y="1181"/>
                </a:lnTo>
                <a:lnTo>
                  <a:pt x="1375" y="1182"/>
                </a:lnTo>
                <a:lnTo>
                  <a:pt x="1375" y="1183"/>
                </a:lnTo>
                <a:lnTo>
                  <a:pt x="1374" y="1184"/>
                </a:lnTo>
                <a:lnTo>
                  <a:pt x="1373" y="1184"/>
                </a:lnTo>
                <a:lnTo>
                  <a:pt x="1372" y="1185"/>
                </a:lnTo>
                <a:lnTo>
                  <a:pt x="1373" y="1186"/>
                </a:lnTo>
                <a:lnTo>
                  <a:pt x="1373" y="1187"/>
                </a:lnTo>
                <a:lnTo>
                  <a:pt x="1373" y="1188"/>
                </a:lnTo>
                <a:lnTo>
                  <a:pt x="1372" y="1188"/>
                </a:lnTo>
                <a:lnTo>
                  <a:pt x="1373" y="1188"/>
                </a:lnTo>
                <a:lnTo>
                  <a:pt x="1373" y="1189"/>
                </a:lnTo>
                <a:lnTo>
                  <a:pt x="1373" y="1190"/>
                </a:lnTo>
                <a:lnTo>
                  <a:pt x="1373" y="1191"/>
                </a:lnTo>
                <a:lnTo>
                  <a:pt x="1374" y="1191"/>
                </a:lnTo>
                <a:lnTo>
                  <a:pt x="1374" y="1192"/>
                </a:lnTo>
                <a:lnTo>
                  <a:pt x="1375" y="1192"/>
                </a:lnTo>
                <a:lnTo>
                  <a:pt x="1375" y="1194"/>
                </a:lnTo>
                <a:lnTo>
                  <a:pt x="1376" y="1195"/>
                </a:lnTo>
                <a:lnTo>
                  <a:pt x="1376" y="1196"/>
                </a:lnTo>
                <a:lnTo>
                  <a:pt x="1376" y="1197"/>
                </a:lnTo>
                <a:lnTo>
                  <a:pt x="1377" y="1198"/>
                </a:lnTo>
                <a:lnTo>
                  <a:pt x="1377" y="1197"/>
                </a:lnTo>
                <a:lnTo>
                  <a:pt x="1378" y="1197"/>
                </a:lnTo>
                <a:lnTo>
                  <a:pt x="1378" y="1198"/>
                </a:lnTo>
                <a:lnTo>
                  <a:pt x="1378" y="1199"/>
                </a:lnTo>
                <a:lnTo>
                  <a:pt x="1379" y="1198"/>
                </a:lnTo>
                <a:lnTo>
                  <a:pt x="1379" y="1199"/>
                </a:lnTo>
                <a:lnTo>
                  <a:pt x="1380" y="1200"/>
                </a:lnTo>
                <a:lnTo>
                  <a:pt x="1379" y="1200"/>
                </a:lnTo>
                <a:lnTo>
                  <a:pt x="1379" y="1201"/>
                </a:lnTo>
                <a:lnTo>
                  <a:pt x="1379" y="1202"/>
                </a:lnTo>
                <a:lnTo>
                  <a:pt x="1378" y="1202"/>
                </a:lnTo>
                <a:lnTo>
                  <a:pt x="1377" y="1202"/>
                </a:lnTo>
                <a:lnTo>
                  <a:pt x="1376" y="1202"/>
                </a:lnTo>
                <a:lnTo>
                  <a:pt x="1375" y="1203"/>
                </a:lnTo>
                <a:lnTo>
                  <a:pt x="1374" y="1204"/>
                </a:lnTo>
                <a:lnTo>
                  <a:pt x="1373" y="1204"/>
                </a:lnTo>
                <a:lnTo>
                  <a:pt x="1371" y="1205"/>
                </a:lnTo>
                <a:lnTo>
                  <a:pt x="1370" y="1205"/>
                </a:lnTo>
                <a:lnTo>
                  <a:pt x="1369" y="1206"/>
                </a:lnTo>
                <a:lnTo>
                  <a:pt x="1368" y="1207"/>
                </a:lnTo>
                <a:lnTo>
                  <a:pt x="1368" y="1208"/>
                </a:lnTo>
                <a:lnTo>
                  <a:pt x="1367" y="1208"/>
                </a:lnTo>
                <a:lnTo>
                  <a:pt x="1367" y="1209"/>
                </a:lnTo>
                <a:lnTo>
                  <a:pt x="1367" y="1208"/>
                </a:lnTo>
                <a:lnTo>
                  <a:pt x="1366" y="1208"/>
                </a:lnTo>
                <a:lnTo>
                  <a:pt x="1366" y="1209"/>
                </a:lnTo>
                <a:lnTo>
                  <a:pt x="1365" y="1209"/>
                </a:lnTo>
                <a:lnTo>
                  <a:pt x="1365" y="1210"/>
                </a:lnTo>
                <a:lnTo>
                  <a:pt x="1365" y="1209"/>
                </a:lnTo>
                <a:lnTo>
                  <a:pt x="1364" y="1209"/>
                </a:lnTo>
                <a:lnTo>
                  <a:pt x="1363" y="1210"/>
                </a:lnTo>
                <a:lnTo>
                  <a:pt x="1363" y="1211"/>
                </a:lnTo>
                <a:lnTo>
                  <a:pt x="1362" y="1211"/>
                </a:lnTo>
                <a:lnTo>
                  <a:pt x="1361" y="1211"/>
                </a:lnTo>
                <a:lnTo>
                  <a:pt x="1360" y="1211"/>
                </a:lnTo>
                <a:lnTo>
                  <a:pt x="1360" y="1212"/>
                </a:lnTo>
                <a:lnTo>
                  <a:pt x="1359" y="1212"/>
                </a:lnTo>
                <a:lnTo>
                  <a:pt x="1358" y="1211"/>
                </a:lnTo>
                <a:lnTo>
                  <a:pt x="1358" y="1210"/>
                </a:lnTo>
                <a:lnTo>
                  <a:pt x="1357" y="1210"/>
                </a:lnTo>
                <a:lnTo>
                  <a:pt x="1356" y="1210"/>
                </a:lnTo>
                <a:lnTo>
                  <a:pt x="1355" y="1210"/>
                </a:lnTo>
                <a:lnTo>
                  <a:pt x="1354" y="1210"/>
                </a:lnTo>
                <a:lnTo>
                  <a:pt x="1354" y="1211"/>
                </a:lnTo>
                <a:lnTo>
                  <a:pt x="1354" y="1212"/>
                </a:lnTo>
                <a:lnTo>
                  <a:pt x="1354" y="1213"/>
                </a:lnTo>
                <a:lnTo>
                  <a:pt x="1354" y="1214"/>
                </a:lnTo>
                <a:lnTo>
                  <a:pt x="1353" y="1215"/>
                </a:lnTo>
                <a:lnTo>
                  <a:pt x="1352" y="1215"/>
                </a:lnTo>
                <a:lnTo>
                  <a:pt x="1351" y="1215"/>
                </a:lnTo>
                <a:lnTo>
                  <a:pt x="1351" y="1216"/>
                </a:lnTo>
                <a:lnTo>
                  <a:pt x="1350" y="1216"/>
                </a:lnTo>
                <a:lnTo>
                  <a:pt x="1349" y="1216"/>
                </a:lnTo>
                <a:lnTo>
                  <a:pt x="1349" y="1217"/>
                </a:lnTo>
                <a:lnTo>
                  <a:pt x="1347" y="1217"/>
                </a:lnTo>
                <a:lnTo>
                  <a:pt x="1346" y="1217"/>
                </a:lnTo>
                <a:lnTo>
                  <a:pt x="1346" y="1218"/>
                </a:lnTo>
                <a:lnTo>
                  <a:pt x="1344" y="1218"/>
                </a:lnTo>
                <a:lnTo>
                  <a:pt x="1343" y="1219"/>
                </a:lnTo>
                <a:lnTo>
                  <a:pt x="1343" y="1218"/>
                </a:lnTo>
                <a:lnTo>
                  <a:pt x="1342" y="1217"/>
                </a:lnTo>
                <a:lnTo>
                  <a:pt x="1341" y="1216"/>
                </a:lnTo>
                <a:lnTo>
                  <a:pt x="1340" y="1214"/>
                </a:lnTo>
                <a:lnTo>
                  <a:pt x="1339" y="1213"/>
                </a:lnTo>
                <a:lnTo>
                  <a:pt x="1338" y="1213"/>
                </a:lnTo>
                <a:lnTo>
                  <a:pt x="1337" y="1212"/>
                </a:lnTo>
                <a:lnTo>
                  <a:pt x="1336" y="1213"/>
                </a:lnTo>
                <a:lnTo>
                  <a:pt x="1336" y="1212"/>
                </a:lnTo>
                <a:lnTo>
                  <a:pt x="1335" y="1212"/>
                </a:lnTo>
                <a:lnTo>
                  <a:pt x="1334" y="1212"/>
                </a:lnTo>
                <a:lnTo>
                  <a:pt x="1334" y="1213"/>
                </a:lnTo>
                <a:lnTo>
                  <a:pt x="1333" y="1213"/>
                </a:lnTo>
                <a:lnTo>
                  <a:pt x="1332" y="1214"/>
                </a:lnTo>
                <a:lnTo>
                  <a:pt x="1332" y="1213"/>
                </a:lnTo>
                <a:lnTo>
                  <a:pt x="1331" y="1213"/>
                </a:lnTo>
                <a:lnTo>
                  <a:pt x="1330" y="1214"/>
                </a:lnTo>
                <a:lnTo>
                  <a:pt x="1329" y="1214"/>
                </a:lnTo>
                <a:lnTo>
                  <a:pt x="1328" y="1214"/>
                </a:lnTo>
                <a:lnTo>
                  <a:pt x="1328" y="1215"/>
                </a:lnTo>
                <a:lnTo>
                  <a:pt x="1327" y="1215"/>
                </a:lnTo>
                <a:lnTo>
                  <a:pt x="1326" y="1215"/>
                </a:lnTo>
                <a:lnTo>
                  <a:pt x="1326" y="1216"/>
                </a:lnTo>
                <a:lnTo>
                  <a:pt x="1325" y="1215"/>
                </a:lnTo>
                <a:lnTo>
                  <a:pt x="1325" y="1216"/>
                </a:lnTo>
                <a:lnTo>
                  <a:pt x="1324" y="1216"/>
                </a:lnTo>
                <a:lnTo>
                  <a:pt x="1324" y="1217"/>
                </a:lnTo>
                <a:lnTo>
                  <a:pt x="1323" y="1217"/>
                </a:lnTo>
                <a:lnTo>
                  <a:pt x="1322" y="1218"/>
                </a:lnTo>
                <a:lnTo>
                  <a:pt x="1319" y="1218"/>
                </a:lnTo>
                <a:lnTo>
                  <a:pt x="1318" y="1217"/>
                </a:lnTo>
                <a:lnTo>
                  <a:pt x="1318" y="1216"/>
                </a:lnTo>
                <a:lnTo>
                  <a:pt x="1318" y="1215"/>
                </a:lnTo>
                <a:lnTo>
                  <a:pt x="1317" y="1214"/>
                </a:lnTo>
                <a:lnTo>
                  <a:pt x="1316" y="1214"/>
                </a:lnTo>
                <a:lnTo>
                  <a:pt x="1316" y="1213"/>
                </a:lnTo>
                <a:lnTo>
                  <a:pt x="1316" y="1212"/>
                </a:lnTo>
                <a:lnTo>
                  <a:pt x="1315" y="1212"/>
                </a:lnTo>
                <a:lnTo>
                  <a:pt x="1315" y="1211"/>
                </a:lnTo>
                <a:lnTo>
                  <a:pt x="1313" y="1210"/>
                </a:lnTo>
                <a:lnTo>
                  <a:pt x="1312" y="1210"/>
                </a:lnTo>
                <a:lnTo>
                  <a:pt x="1312" y="1211"/>
                </a:lnTo>
                <a:lnTo>
                  <a:pt x="1312" y="1212"/>
                </a:lnTo>
                <a:lnTo>
                  <a:pt x="1311" y="1212"/>
                </a:lnTo>
                <a:lnTo>
                  <a:pt x="1310" y="1212"/>
                </a:lnTo>
                <a:lnTo>
                  <a:pt x="1310" y="1213"/>
                </a:lnTo>
                <a:lnTo>
                  <a:pt x="1308" y="1213"/>
                </a:lnTo>
                <a:lnTo>
                  <a:pt x="1307" y="1213"/>
                </a:lnTo>
                <a:lnTo>
                  <a:pt x="1306" y="1213"/>
                </a:lnTo>
                <a:lnTo>
                  <a:pt x="1305" y="1213"/>
                </a:lnTo>
                <a:lnTo>
                  <a:pt x="1305" y="1214"/>
                </a:lnTo>
                <a:lnTo>
                  <a:pt x="1304" y="1214"/>
                </a:lnTo>
                <a:lnTo>
                  <a:pt x="1304" y="1213"/>
                </a:lnTo>
                <a:lnTo>
                  <a:pt x="1303" y="1213"/>
                </a:lnTo>
                <a:lnTo>
                  <a:pt x="1302" y="1212"/>
                </a:lnTo>
                <a:lnTo>
                  <a:pt x="1302" y="1211"/>
                </a:lnTo>
                <a:lnTo>
                  <a:pt x="1301" y="1211"/>
                </a:lnTo>
                <a:lnTo>
                  <a:pt x="1300" y="1210"/>
                </a:lnTo>
                <a:lnTo>
                  <a:pt x="1300" y="1209"/>
                </a:lnTo>
                <a:lnTo>
                  <a:pt x="1298" y="1210"/>
                </a:lnTo>
                <a:lnTo>
                  <a:pt x="1297" y="1210"/>
                </a:lnTo>
                <a:lnTo>
                  <a:pt x="1296" y="1211"/>
                </a:lnTo>
                <a:lnTo>
                  <a:pt x="1295" y="1210"/>
                </a:lnTo>
                <a:lnTo>
                  <a:pt x="1294" y="1211"/>
                </a:lnTo>
                <a:lnTo>
                  <a:pt x="1294" y="1210"/>
                </a:lnTo>
                <a:lnTo>
                  <a:pt x="1293" y="1210"/>
                </a:lnTo>
                <a:lnTo>
                  <a:pt x="1293" y="1209"/>
                </a:lnTo>
                <a:lnTo>
                  <a:pt x="1292" y="1209"/>
                </a:lnTo>
                <a:lnTo>
                  <a:pt x="1291" y="1209"/>
                </a:lnTo>
                <a:lnTo>
                  <a:pt x="1291" y="1208"/>
                </a:lnTo>
                <a:lnTo>
                  <a:pt x="1291" y="1207"/>
                </a:lnTo>
                <a:lnTo>
                  <a:pt x="1290" y="1207"/>
                </a:lnTo>
                <a:lnTo>
                  <a:pt x="1289" y="1207"/>
                </a:lnTo>
                <a:lnTo>
                  <a:pt x="1288" y="1206"/>
                </a:lnTo>
                <a:lnTo>
                  <a:pt x="1288" y="1205"/>
                </a:lnTo>
                <a:lnTo>
                  <a:pt x="1287" y="1204"/>
                </a:lnTo>
                <a:lnTo>
                  <a:pt x="1288" y="1203"/>
                </a:lnTo>
                <a:lnTo>
                  <a:pt x="1287" y="1203"/>
                </a:lnTo>
                <a:lnTo>
                  <a:pt x="1286" y="1202"/>
                </a:lnTo>
                <a:lnTo>
                  <a:pt x="1284" y="1202"/>
                </a:lnTo>
                <a:lnTo>
                  <a:pt x="1284" y="1203"/>
                </a:lnTo>
                <a:lnTo>
                  <a:pt x="1283" y="1203"/>
                </a:lnTo>
                <a:lnTo>
                  <a:pt x="1282" y="1203"/>
                </a:lnTo>
                <a:lnTo>
                  <a:pt x="1281" y="1202"/>
                </a:lnTo>
                <a:lnTo>
                  <a:pt x="1281" y="1201"/>
                </a:lnTo>
                <a:lnTo>
                  <a:pt x="1280" y="1200"/>
                </a:lnTo>
                <a:lnTo>
                  <a:pt x="1280" y="1199"/>
                </a:lnTo>
                <a:lnTo>
                  <a:pt x="1279" y="1199"/>
                </a:lnTo>
                <a:lnTo>
                  <a:pt x="1278" y="1199"/>
                </a:lnTo>
                <a:lnTo>
                  <a:pt x="1277" y="1200"/>
                </a:lnTo>
                <a:lnTo>
                  <a:pt x="1276" y="1200"/>
                </a:lnTo>
                <a:lnTo>
                  <a:pt x="1275" y="1200"/>
                </a:lnTo>
                <a:lnTo>
                  <a:pt x="1274" y="1200"/>
                </a:lnTo>
                <a:lnTo>
                  <a:pt x="1274" y="1199"/>
                </a:lnTo>
                <a:lnTo>
                  <a:pt x="1273" y="1199"/>
                </a:lnTo>
                <a:lnTo>
                  <a:pt x="1273" y="1198"/>
                </a:lnTo>
                <a:lnTo>
                  <a:pt x="1272" y="1198"/>
                </a:lnTo>
                <a:lnTo>
                  <a:pt x="1271" y="1198"/>
                </a:lnTo>
                <a:lnTo>
                  <a:pt x="1271" y="1197"/>
                </a:lnTo>
                <a:lnTo>
                  <a:pt x="1270" y="1196"/>
                </a:lnTo>
                <a:lnTo>
                  <a:pt x="1269" y="1196"/>
                </a:lnTo>
                <a:lnTo>
                  <a:pt x="1268" y="1196"/>
                </a:lnTo>
                <a:lnTo>
                  <a:pt x="1268" y="1195"/>
                </a:lnTo>
                <a:lnTo>
                  <a:pt x="1267" y="1194"/>
                </a:lnTo>
                <a:lnTo>
                  <a:pt x="1266" y="1194"/>
                </a:lnTo>
                <a:lnTo>
                  <a:pt x="1265" y="1193"/>
                </a:lnTo>
                <a:lnTo>
                  <a:pt x="1265" y="1192"/>
                </a:lnTo>
                <a:lnTo>
                  <a:pt x="1264" y="1191"/>
                </a:lnTo>
                <a:lnTo>
                  <a:pt x="1261" y="1191"/>
                </a:lnTo>
                <a:lnTo>
                  <a:pt x="1259" y="1191"/>
                </a:lnTo>
                <a:lnTo>
                  <a:pt x="1258" y="1191"/>
                </a:lnTo>
                <a:lnTo>
                  <a:pt x="1258" y="1190"/>
                </a:lnTo>
                <a:lnTo>
                  <a:pt x="1257" y="1190"/>
                </a:lnTo>
                <a:lnTo>
                  <a:pt x="1257" y="1188"/>
                </a:lnTo>
                <a:lnTo>
                  <a:pt x="1257" y="1187"/>
                </a:lnTo>
                <a:lnTo>
                  <a:pt x="1257" y="1186"/>
                </a:lnTo>
                <a:lnTo>
                  <a:pt x="1256" y="1185"/>
                </a:lnTo>
                <a:lnTo>
                  <a:pt x="1256" y="1184"/>
                </a:lnTo>
                <a:lnTo>
                  <a:pt x="1255" y="1184"/>
                </a:lnTo>
                <a:lnTo>
                  <a:pt x="1255" y="1183"/>
                </a:lnTo>
                <a:lnTo>
                  <a:pt x="1255" y="1182"/>
                </a:lnTo>
                <a:lnTo>
                  <a:pt x="1256" y="1182"/>
                </a:lnTo>
                <a:lnTo>
                  <a:pt x="1256" y="1181"/>
                </a:lnTo>
                <a:lnTo>
                  <a:pt x="1256" y="1180"/>
                </a:lnTo>
                <a:lnTo>
                  <a:pt x="1256" y="1179"/>
                </a:lnTo>
                <a:lnTo>
                  <a:pt x="1256" y="1178"/>
                </a:lnTo>
                <a:lnTo>
                  <a:pt x="1256" y="1177"/>
                </a:lnTo>
                <a:lnTo>
                  <a:pt x="1257" y="1177"/>
                </a:lnTo>
                <a:lnTo>
                  <a:pt x="1258" y="1176"/>
                </a:lnTo>
                <a:lnTo>
                  <a:pt x="1259" y="1176"/>
                </a:lnTo>
                <a:lnTo>
                  <a:pt x="1259" y="1177"/>
                </a:lnTo>
                <a:lnTo>
                  <a:pt x="1260" y="1177"/>
                </a:lnTo>
                <a:lnTo>
                  <a:pt x="1260" y="1176"/>
                </a:lnTo>
                <a:lnTo>
                  <a:pt x="1261" y="1176"/>
                </a:lnTo>
                <a:lnTo>
                  <a:pt x="1262" y="1177"/>
                </a:lnTo>
                <a:lnTo>
                  <a:pt x="1263" y="1177"/>
                </a:lnTo>
                <a:lnTo>
                  <a:pt x="1264" y="1177"/>
                </a:lnTo>
                <a:lnTo>
                  <a:pt x="1265" y="1177"/>
                </a:lnTo>
                <a:lnTo>
                  <a:pt x="1265" y="1176"/>
                </a:lnTo>
                <a:lnTo>
                  <a:pt x="1266" y="1175"/>
                </a:lnTo>
                <a:lnTo>
                  <a:pt x="1266" y="1174"/>
                </a:lnTo>
                <a:lnTo>
                  <a:pt x="1266" y="1173"/>
                </a:lnTo>
                <a:lnTo>
                  <a:pt x="1266" y="1172"/>
                </a:lnTo>
                <a:lnTo>
                  <a:pt x="1266" y="1171"/>
                </a:lnTo>
                <a:lnTo>
                  <a:pt x="1267" y="1171"/>
                </a:lnTo>
                <a:lnTo>
                  <a:pt x="1267" y="1170"/>
                </a:lnTo>
                <a:lnTo>
                  <a:pt x="1268" y="1170"/>
                </a:lnTo>
                <a:lnTo>
                  <a:pt x="1269" y="1170"/>
                </a:lnTo>
                <a:lnTo>
                  <a:pt x="1270" y="1169"/>
                </a:lnTo>
                <a:lnTo>
                  <a:pt x="1271" y="1169"/>
                </a:lnTo>
                <a:lnTo>
                  <a:pt x="1271" y="1168"/>
                </a:lnTo>
                <a:lnTo>
                  <a:pt x="1271" y="1167"/>
                </a:lnTo>
                <a:lnTo>
                  <a:pt x="1270" y="1166"/>
                </a:lnTo>
                <a:lnTo>
                  <a:pt x="1269" y="1166"/>
                </a:lnTo>
                <a:lnTo>
                  <a:pt x="1268" y="1166"/>
                </a:lnTo>
                <a:lnTo>
                  <a:pt x="1267" y="1166"/>
                </a:lnTo>
                <a:lnTo>
                  <a:pt x="1266" y="1166"/>
                </a:lnTo>
                <a:lnTo>
                  <a:pt x="1266" y="1167"/>
                </a:lnTo>
                <a:lnTo>
                  <a:pt x="1265" y="1167"/>
                </a:lnTo>
                <a:lnTo>
                  <a:pt x="1264" y="1166"/>
                </a:lnTo>
                <a:lnTo>
                  <a:pt x="1263" y="1166"/>
                </a:lnTo>
                <a:lnTo>
                  <a:pt x="1262" y="1165"/>
                </a:lnTo>
                <a:lnTo>
                  <a:pt x="1261" y="1165"/>
                </a:lnTo>
                <a:lnTo>
                  <a:pt x="1262" y="1164"/>
                </a:lnTo>
                <a:lnTo>
                  <a:pt x="1263" y="1164"/>
                </a:lnTo>
                <a:lnTo>
                  <a:pt x="1263" y="1163"/>
                </a:lnTo>
                <a:lnTo>
                  <a:pt x="1264" y="1162"/>
                </a:lnTo>
                <a:lnTo>
                  <a:pt x="1264" y="1161"/>
                </a:lnTo>
                <a:lnTo>
                  <a:pt x="1264" y="1160"/>
                </a:lnTo>
                <a:lnTo>
                  <a:pt x="1265" y="1160"/>
                </a:lnTo>
                <a:lnTo>
                  <a:pt x="1265" y="1161"/>
                </a:lnTo>
                <a:lnTo>
                  <a:pt x="1265" y="1160"/>
                </a:lnTo>
                <a:lnTo>
                  <a:pt x="1264" y="1160"/>
                </a:lnTo>
                <a:lnTo>
                  <a:pt x="1263" y="1160"/>
                </a:lnTo>
                <a:lnTo>
                  <a:pt x="1264" y="1160"/>
                </a:lnTo>
                <a:lnTo>
                  <a:pt x="1264" y="1159"/>
                </a:lnTo>
                <a:lnTo>
                  <a:pt x="1264" y="1158"/>
                </a:lnTo>
                <a:lnTo>
                  <a:pt x="1265" y="1158"/>
                </a:lnTo>
                <a:lnTo>
                  <a:pt x="1266" y="1158"/>
                </a:lnTo>
                <a:lnTo>
                  <a:pt x="1266" y="1157"/>
                </a:lnTo>
                <a:lnTo>
                  <a:pt x="1267" y="1157"/>
                </a:lnTo>
                <a:lnTo>
                  <a:pt x="1266" y="1157"/>
                </a:lnTo>
                <a:lnTo>
                  <a:pt x="1265" y="1156"/>
                </a:lnTo>
                <a:lnTo>
                  <a:pt x="1265" y="1155"/>
                </a:lnTo>
                <a:lnTo>
                  <a:pt x="1265" y="1154"/>
                </a:lnTo>
                <a:lnTo>
                  <a:pt x="1264" y="1154"/>
                </a:lnTo>
                <a:lnTo>
                  <a:pt x="1264" y="1153"/>
                </a:lnTo>
                <a:lnTo>
                  <a:pt x="1264" y="1152"/>
                </a:lnTo>
                <a:lnTo>
                  <a:pt x="1264" y="1151"/>
                </a:lnTo>
                <a:lnTo>
                  <a:pt x="1263" y="1150"/>
                </a:lnTo>
                <a:lnTo>
                  <a:pt x="1263" y="1149"/>
                </a:lnTo>
                <a:lnTo>
                  <a:pt x="1263" y="1148"/>
                </a:lnTo>
                <a:lnTo>
                  <a:pt x="1263" y="1147"/>
                </a:lnTo>
                <a:lnTo>
                  <a:pt x="1262" y="1147"/>
                </a:lnTo>
                <a:lnTo>
                  <a:pt x="1262" y="1146"/>
                </a:lnTo>
                <a:lnTo>
                  <a:pt x="1261" y="1145"/>
                </a:lnTo>
                <a:lnTo>
                  <a:pt x="1261" y="1144"/>
                </a:lnTo>
                <a:lnTo>
                  <a:pt x="1260" y="1144"/>
                </a:lnTo>
                <a:lnTo>
                  <a:pt x="1260" y="1143"/>
                </a:lnTo>
                <a:lnTo>
                  <a:pt x="1261" y="1142"/>
                </a:lnTo>
                <a:lnTo>
                  <a:pt x="1261" y="1141"/>
                </a:lnTo>
                <a:lnTo>
                  <a:pt x="1261" y="1140"/>
                </a:lnTo>
                <a:lnTo>
                  <a:pt x="1260" y="1139"/>
                </a:lnTo>
                <a:lnTo>
                  <a:pt x="1260" y="1138"/>
                </a:lnTo>
                <a:lnTo>
                  <a:pt x="1260" y="1137"/>
                </a:lnTo>
                <a:lnTo>
                  <a:pt x="1259" y="1136"/>
                </a:lnTo>
                <a:lnTo>
                  <a:pt x="1259" y="1135"/>
                </a:lnTo>
                <a:lnTo>
                  <a:pt x="1258" y="1134"/>
                </a:lnTo>
                <a:lnTo>
                  <a:pt x="1259" y="1134"/>
                </a:lnTo>
                <a:lnTo>
                  <a:pt x="1260" y="1133"/>
                </a:lnTo>
                <a:lnTo>
                  <a:pt x="1261" y="1133"/>
                </a:lnTo>
                <a:lnTo>
                  <a:pt x="1262" y="1133"/>
                </a:lnTo>
                <a:lnTo>
                  <a:pt x="1262" y="1134"/>
                </a:lnTo>
                <a:lnTo>
                  <a:pt x="1263" y="1134"/>
                </a:lnTo>
                <a:lnTo>
                  <a:pt x="1265" y="1134"/>
                </a:lnTo>
                <a:lnTo>
                  <a:pt x="1267" y="1135"/>
                </a:lnTo>
                <a:lnTo>
                  <a:pt x="1268" y="1135"/>
                </a:lnTo>
                <a:lnTo>
                  <a:pt x="1268" y="1134"/>
                </a:lnTo>
                <a:lnTo>
                  <a:pt x="1268" y="1133"/>
                </a:lnTo>
                <a:lnTo>
                  <a:pt x="1269" y="1133"/>
                </a:lnTo>
                <a:lnTo>
                  <a:pt x="1269" y="1132"/>
                </a:lnTo>
                <a:lnTo>
                  <a:pt x="1270" y="1132"/>
                </a:lnTo>
                <a:lnTo>
                  <a:pt x="1271" y="1132"/>
                </a:lnTo>
                <a:lnTo>
                  <a:pt x="1272" y="1132"/>
                </a:lnTo>
                <a:lnTo>
                  <a:pt x="1272" y="1131"/>
                </a:lnTo>
                <a:lnTo>
                  <a:pt x="1271" y="1131"/>
                </a:lnTo>
                <a:lnTo>
                  <a:pt x="1270" y="1131"/>
                </a:lnTo>
                <a:lnTo>
                  <a:pt x="1269" y="1131"/>
                </a:lnTo>
                <a:lnTo>
                  <a:pt x="1269" y="1130"/>
                </a:lnTo>
                <a:lnTo>
                  <a:pt x="1268" y="1130"/>
                </a:lnTo>
                <a:lnTo>
                  <a:pt x="1267" y="1130"/>
                </a:lnTo>
                <a:lnTo>
                  <a:pt x="1266" y="1129"/>
                </a:lnTo>
                <a:lnTo>
                  <a:pt x="1265" y="1129"/>
                </a:lnTo>
                <a:lnTo>
                  <a:pt x="1264" y="1129"/>
                </a:lnTo>
                <a:lnTo>
                  <a:pt x="1263" y="1130"/>
                </a:lnTo>
                <a:lnTo>
                  <a:pt x="1262" y="1130"/>
                </a:lnTo>
                <a:lnTo>
                  <a:pt x="1261" y="1131"/>
                </a:lnTo>
                <a:lnTo>
                  <a:pt x="1260" y="1131"/>
                </a:lnTo>
                <a:lnTo>
                  <a:pt x="1260" y="1130"/>
                </a:lnTo>
                <a:lnTo>
                  <a:pt x="1259" y="1130"/>
                </a:lnTo>
                <a:lnTo>
                  <a:pt x="1258" y="1130"/>
                </a:lnTo>
                <a:lnTo>
                  <a:pt x="1258" y="1131"/>
                </a:lnTo>
                <a:lnTo>
                  <a:pt x="1257" y="1131"/>
                </a:lnTo>
                <a:lnTo>
                  <a:pt x="1257" y="1130"/>
                </a:lnTo>
                <a:lnTo>
                  <a:pt x="1257" y="1129"/>
                </a:lnTo>
                <a:lnTo>
                  <a:pt x="1257" y="1128"/>
                </a:lnTo>
                <a:lnTo>
                  <a:pt x="1256" y="1128"/>
                </a:lnTo>
                <a:lnTo>
                  <a:pt x="1256" y="1126"/>
                </a:lnTo>
                <a:lnTo>
                  <a:pt x="1255" y="1125"/>
                </a:lnTo>
                <a:lnTo>
                  <a:pt x="1255" y="1124"/>
                </a:lnTo>
                <a:lnTo>
                  <a:pt x="1254" y="1123"/>
                </a:lnTo>
                <a:lnTo>
                  <a:pt x="1253" y="1122"/>
                </a:lnTo>
                <a:lnTo>
                  <a:pt x="1252" y="1121"/>
                </a:lnTo>
                <a:lnTo>
                  <a:pt x="1251" y="1122"/>
                </a:lnTo>
                <a:lnTo>
                  <a:pt x="1250" y="1122"/>
                </a:lnTo>
                <a:lnTo>
                  <a:pt x="1249" y="1122"/>
                </a:lnTo>
                <a:lnTo>
                  <a:pt x="1249" y="1120"/>
                </a:lnTo>
                <a:lnTo>
                  <a:pt x="1249" y="1119"/>
                </a:lnTo>
                <a:lnTo>
                  <a:pt x="1249" y="1116"/>
                </a:lnTo>
                <a:lnTo>
                  <a:pt x="1249" y="1115"/>
                </a:lnTo>
                <a:lnTo>
                  <a:pt x="1248" y="1115"/>
                </a:lnTo>
                <a:lnTo>
                  <a:pt x="1247" y="1115"/>
                </a:lnTo>
                <a:lnTo>
                  <a:pt x="1246" y="1115"/>
                </a:lnTo>
                <a:lnTo>
                  <a:pt x="1246" y="1114"/>
                </a:lnTo>
                <a:lnTo>
                  <a:pt x="1245" y="1113"/>
                </a:lnTo>
                <a:lnTo>
                  <a:pt x="1245" y="1112"/>
                </a:lnTo>
                <a:lnTo>
                  <a:pt x="1245" y="1111"/>
                </a:lnTo>
                <a:lnTo>
                  <a:pt x="1245" y="1110"/>
                </a:lnTo>
                <a:lnTo>
                  <a:pt x="1244" y="1110"/>
                </a:lnTo>
                <a:lnTo>
                  <a:pt x="1245" y="1109"/>
                </a:lnTo>
                <a:lnTo>
                  <a:pt x="1245" y="1108"/>
                </a:lnTo>
                <a:lnTo>
                  <a:pt x="1244" y="1108"/>
                </a:lnTo>
                <a:lnTo>
                  <a:pt x="1243" y="1107"/>
                </a:lnTo>
                <a:lnTo>
                  <a:pt x="1243" y="1105"/>
                </a:lnTo>
                <a:lnTo>
                  <a:pt x="1243" y="1104"/>
                </a:lnTo>
                <a:lnTo>
                  <a:pt x="1243" y="1103"/>
                </a:lnTo>
                <a:lnTo>
                  <a:pt x="1244" y="1103"/>
                </a:lnTo>
                <a:lnTo>
                  <a:pt x="1244" y="1102"/>
                </a:lnTo>
                <a:lnTo>
                  <a:pt x="1244" y="1101"/>
                </a:lnTo>
                <a:lnTo>
                  <a:pt x="1245" y="1101"/>
                </a:lnTo>
                <a:lnTo>
                  <a:pt x="1245" y="1100"/>
                </a:lnTo>
                <a:lnTo>
                  <a:pt x="1245" y="1099"/>
                </a:lnTo>
                <a:lnTo>
                  <a:pt x="1245" y="1098"/>
                </a:lnTo>
                <a:lnTo>
                  <a:pt x="1244" y="1096"/>
                </a:lnTo>
                <a:lnTo>
                  <a:pt x="1243" y="1096"/>
                </a:lnTo>
                <a:lnTo>
                  <a:pt x="1242" y="1095"/>
                </a:lnTo>
                <a:lnTo>
                  <a:pt x="1241" y="1094"/>
                </a:lnTo>
                <a:lnTo>
                  <a:pt x="1240" y="1093"/>
                </a:lnTo>
                <a:lnTo>
                  <a:pt x="1239" y="1092"/>
                </a:lnTo>
                <a:lnTo>
                  <a:pt x="1238" y="1091"/>
                </a:lnTo>
                <a:lnTo>
                  <a:pt x="1238" y="1090"/>
                </a:lnTo>
                <a:lnTo>
                  <a:pt x="1237" y="1090"/>
                </a:lnTo>
                <a:lnTo>
                  <a:pt x="1236" y="1089"/>
                </a:lnTo>
                <a:lnTo>
                  <a:pt x="1235" y="1089"/>
                </a:lnTo>
                <a:lnTo>
                  <a:pt x="1234" y="1089"/>
                </a:lnTo>
                <a:lnTo>
                  <a:pt x="1233" y="1088"/>
                </a:lnTo>
                <a:lnTo>
                  <a:pt x="1231" y="1088"/>
                </a:lnTo>
                <a:lnTo>
                  <a:pt x="1231" y="1087"/>
                </a:lnTo>
                <a:lnTo>
                  <a:pt x="1230" y="1087"/>
                </a:lnTo>
                <a:lnTo>
                  <a:pt x="1229" y="1087"/>
                </a:lnTo>
                <a:lnTo>
                  <a:pt x="1229" y="1088"/>
                </a:lnTo>
                <a:lnTo>
                  <a:pt x="1228" y="1088"/>
                </a:lnTo>
                <a:lnTo>
                  <a:pt x="1227" y="1088"/>
                </a:lnTo>
                <a:lnTo>
                  <a:pt x="1226" y="1088"/>
                </a:lnTo>
                <a:lnTo>
                  <a:pt x="1225" y="1088"/>
                </a:lnTo>
                <a:lnTo>
                  <a:pt x="1224" y="1089"/>
                </a:lnTo>
                <a:lnTo>
                  <a:pt x="1223" y="1089"/>
                </a:lnTo>
                <a:lnTo>
                  <a:pt x="1221" y="1089"/>
                </a:lnTo>
                <a:lnTo>
                  <a:pt x="1219" y="1088"/>
                </a:lnTo>
                <a:lnTo>
                  <a:pt x="1218" y="1088"/>
                </a:lnTo>
                <a:lnTo>
                  <a:pt x="1217" y="1088"/>
                </a:lnTo>
                <a:lnTo>
                  <a:pt x="1214" y="1088"/>
                </a:lnTo>
                <a:lnTo>
                  <a:pt x="1213" y="1088"/>
                </a:lnTo>
                <a:lnTo>
                  <a:pt x="1213" y="1087"/>
                </a:lnTo>
                <a:lnTo>
                  <a:pt x="1212" y="1087"/>
                </a:lnTo>
                <a:lnTo>
                  <a:pt x="1211" y="1087"/>
                </a:lnTo>
                <a:lnTo>
                  <a:pt x="1211" y="1088"/>
                </a:lnTo>
                <a:lnTo>
                  <a:pt x="1210" y="1088"/>
                </a:lnTo>
                <a:lnTo>
                  <a:pt x="1209" y="1088"/>
                </a:lnTo>
                <a:lnTo>
                  <a:pt x="1207" y="1088"/>
                </a:lnTo>
                <a:lnTo>
                  <a:pt x="1206" y="1089"/>
                </a:lnTo>
                <a:lnTo>
                  <a:pt x="1206" y="1090"/>
                </a:lnTo>
                <a:lnTo>
                  <a:pt x="1205" y="1090"/>
                </a:lnTo>
                <a:lnTo>
                  <a:pt x="1204" y="1090"/>
                </a:lnTo>
                <a:lnTo>
                  <a:pt x="1203" y="1090"/>
                </a:lnTo>
                <a:lnTo>
                  <a:pt x="1202" y="1090"/>
                </a:lnTo>
                <a:lnTo>
                  <a:pt x="1202" y="1091"/>
                </a:lnTo>
                <a:lnTo>
                  <a:pt x="1201" y="1091"/>
                </a:lnTo>
                <a:lnTo>
                  <a:pt x="1201" y="1090"/>
                </a:lnTo>
                <a:lnTo>
                  <a:pt x="1200" y="1089"/>
                </a:lnTo>
                <a:lnTo>
                  <a:pt x="1199" y="1089"/>
                </a:lnTo>
                <a:lnTo>
                  <a:pt x="1198" y="1089"/>
                </a:lnTo>
                <a:lnTo>
                  <a:pt x="1198" y="1088"/>
                </a:lnTo>
                <a:lnTo>
                  <a:pt x="1197" y="1088"/>
                </a:lnTo>
                <a:lnTo>
                  <a:pt x="1196" y="1088"/>
                </a:lnTo>
                <a:lnTo>
                  <a:pt x="1196" y="1087"/>
                </a:lnTo>
                <a:lnTo>
                  <a:pt x="1195" y="1087"/>
                </a:lnTo>
                <a:lnTo>
                  <a:pt x="1194" y="1087"/>
                </a:lnTo>
                <a:lnTo>
                  <a:pt x="1194" y="1086"/>
                </a:lnTo>
                <a:lnTo>
                  <a:pt x="1193" y="1086"/>
                </a:lnTo>
                <a:lnTo>
                  <a:pt x="1193" y="1087"/>
                </a:lnTo>
                <a:lnTo>
                  <a:pt x="1192" y="1087"/>
                </a:lnTo>
                <a:lnTo>
                  <a:pt x="1191" y="1087"/>
                </a:lnTo>
                <a:lnTo>
                  <a:pt x="1191" y="1086"/>
                </a:lnTo>
                <a:lnTo>
                  <a:pt x="1190" y="1086"/>
                </a:lnTo>
                <a:lnTo>
                  <a:pt x="1189" y="1086"/>
                </a:lnTo>
                <a:lnTo>
                  <a:pt x="1190" y="1085"/>
                </a:lnTo>
                <a:lnTo>
                  <a:pt x="1191" y="1085"/>
                </a:lnTo>
                <a:lnTo>
                  <a:pt x="1191" y="1084"/>
                </a:lnTo>
                <a:lnTo>
                  <a:pt x="1191" y="1083"/>
                </a:lnTo>
                <a:lnTo>
                  <a:pt x="1190" y="1084"/>
                </a:lnTo>
                <a:lnTo>
                  <a:pt x="1190" y="1083"/>
                </a:lnTo>
                <a:lnTo>
                  <a:pt x="1189" y="1083"/>
                </a:lnTo>
                <a:lnTo>
                  <a:pt x="1189" y="1084"/>
                </a:lnTo>
                <a:lnTo>
                  <a:pt x="1189" y="1085"/>
                </a:lnTo>
                <a:lnTo>
                  <a:pt x="1188" y="1085"/>
                </a:lnTo>
                <a:lnTo>
                  <a:pt x="1187" y="1084"/>
                </a:lnTo>
                <a:lnTo>
                  <a:pt x="1188" y="1083"/>
                </a:lnTo>
                <a:lnTo>
                  <a:pt x="1187" y="1082"/>
                </a:lnTo>
                <a:lnTo>
                  <a:pt x="1186" y="1083"/>
                </a:lnTo>
                <a:lnTo>
                  <a:pt x="1186" y="1084"/>
                </a:lnTo>
                <a:lnTo>
                  <a:pt x="1185" y="1084"/>
                </a:lnTo>
                <a:lnTo>
                  <a:pt x="1184" y="1084"/>
                </a:lnTo>
                <a:lnTo>
                  <a:pt x="1184" y="1083"/>
                </a:lnTo>
                <a:lnTo>
                  <a:pt x="1184" y="1082"/>
                </a:lnTo>
                <a:lnTo>
                  <a:pt x="1183" y="1082"/>
                </a:lnTo>
                <a:lnTo>
                  <a:pt x="1183" y="1083"/>
                </a:lnTo>
                <a:lnTo>
                  <a:pt x="1183" y="1084"/>
                </a:lnTo>
                <a:lnTo>
                  <a:pt x="1182" y="1084"/>
                </a:lnTo>
                <a:lnTo>
                  <a:pt x="1182" y="1085"/>
                </a:lnTo>
                <a:lnTo>
                  <a:pt x="1181" y="1085"/>
                </a:lnTo>
                <a:lnTo>
                  <a:pt x="1180" y="1086"/>
                </a:lnTo>
                <a:lnTo>
                  <a:pt x="1180" y="1087"/>
                </a:lnTo>
                <a:lnTo>
                  <a:pt x="1179" y="1088"/>
                </a:lnTo>
                <a:lnTo>
                  <a:pt x="1179" y="1089"/>
                </a:lnTo>
                <a:lnTo>
                  <a:pt x="1178" y="1089"/>
                </a:lnTo>
                <a:lnTo>
                  <a:pt x="1177" y="1088"/>
                </a:lnTo>
                <a:lnTo>
                  <a:pt x="1176" y="1088"/>
                </a:lnTo>
                <a:lnTo>
                  <a:pt x="1176" y="1087"/>
                </a:lnTo>
                <a:lnTo>
                  <a:pt x="1177" y="1086"/>
                </a:lnTo>
                <a:lnTo>
                  <a:pt x="1177" y="1085"/>
                </a:lnTo>
                <a:lnTo>
                  <a:pt x="1178" y="1084"/>
                </a:lnTo>
                <a:lnTo>
                  <a:pt x="1178" y="1083"/>
                </a:lnTo>
                <a:lnTo>
                  <a:pt x="1179" y="1082"/>
                </a:lnTo>
                <a:lnTo>
                  <a:pt x="1179" y="1081"/>
                </a:lnTo>
                <a:lnTo>
                  <a:pt x="1178" y="1080"/>
                </a:lnTo>
                <a:lnTo>
                  <a:pt x="1177" y="1080"/>
                </a:lnTo>
                <a:lnTo>
                  <a:pt x="1177" y="1079"/>
                </a:lnTo>
                <a:lnTo>
                  <a:pt x="1177" y="1080"/>
                </a:lnTo>
                <a:lnTo>
                  <a:pt x="1177" y="1079"/>
                </a:lnTo>
                <a:lnTo>
                  <a:pt x="1178" y="1079"/>
                </a:lnTo>
                <a:lnTo>
                  <a:pt x="1177" y="1079"/>
                </a:lnTo>
                <a:lnTo>
                  <a:pt x="1177" y="1078"/>
                </a:lnTo>
                <a:lnTo>
                  <a:pt x="1178" y="1078"/>
                </a:lnTo>
                <a:lnTo>
                  <a:pt x="1178" y="1077"/>
                </a:lnTo>
                <a:lnTo>
                  <a:pt x="1177" y="1076"/>
                </a:lnTo>
                <a:lnTo>
                  <a:pt x="1177" y="1075"/>
                </a:lnTo>
                <a:lnTo>
                  <a:pt x="1177" y="1074"/>
                </a:lnTo>
                <a:lnTo>
                  <a:pt x="1176" y="1073"/>
                </a:lnTo>
                <a:lnTo>
                  <a:pt x="1176" y="1072"/>
                </a:lnTo>
                <a:lnTo>
                  <a:pt x="1175" y="1072"/>
                </a:lnTo>
                <a:lnTo>
                  <a:pt x="1174" y="1072"/>
                </a:lnTo>
                <a:lnTo>
                  <a:pt x="1174" y="1073"/>
                </a:lnTo>
                <a:lnTo>
                  <a:pt x="1173" y="1073"/>
                </a:lnTo>
                <a:lnTo>
                  <a:pt x="1172" y="1073"/>
                </a:lnTo>
                <a:lnTo>
                  <a:pt x="1172" y="1072"/>
                </a:lnTo>
                <a:lnTo>
                  <a:pt x="1171" y="1072"/>
                </a:lnTo>
                <a:lnTo>
                  <a:pt x="1170" y="1074"/>
                </a:lnTo>
                <a:lnTo>
                  <a:pt x="1170" y="1075"/>
                </a:lnTo>
                <a:lnTo>
                  <a:pt x="1169" y="1076"/>
                </a:lnTo>
                <a:lnTo>
                  <a:pt x="1168" y="1076"/>
                </a:lnTo>
                <a:lnTo>
                  <a:pt x="1168" y="1077"/>
                </a:lnTo>
                <a:lnTo>
                  <a:pt x="1167" y="1077"/>
                </a:lnTo>
                <a:lnTo>
                  <a:pt x="1167" y="1078"/>
                </a:lnTo>
                <a:lnTo>
                  <a:pt x="1168" y="1079"/>
                </a:lnTo>
                <a:lnTo>
                  <a:pt x="1167" y="1080"/>
                </a:lnTo>
                <a:lnTo>
                  <a:pt x="1166" y="1080"/>
                </a:lnTo>
                <a:lnTo>
                  <a:pt x="1165" y="1080"/>
                </a:lnTo>
                <a:lnTo>
                  <a:pt x="1164" y="1080"/>
                </a:lnTo>
                <a:lnTo>
                  <a:pt x="1162" y="1080"/>
                </a:lnTo>
                <a:lnTo>
                  <a:pt x="1162" y="1079"/>
                </a:lnTo>
                <a:lnTo>
                  <a:pt x="1161" y="1080"/>
                </a:lnTo>
                <a:lnTo>
                  <a:pt x="1160" y="1080"/>
                </a:lnTo>
                <a:lnTo>
                  <a:pt x="1159" y="1080"/>
                </a:lnTo>
                <a:lnTo>
                  <a:pt x="1158" y="1080"/>
                </a:lnTo>
                <a:lnTo>
                  <a:pt x="1157" y="1081"/>
                </a:lnTo>
                <a:lnTo>
                  <a:pt x="1156" y="1081"/>
                </a:lnTo>
                <a:lnTo>
                  <a:pt x="1155" y="1080"/>
                </a:lnTo>
                <a:lnTo>
                  <a:pt x="1154" y="1080"/>
                </a:lnTo>
                <a:lnTo>
                  <a:pt x="1153" y="1078"/>
                </a:lnTo>
                <a:lnTo>
                  <a:pt x="1152" y="1078"/>
                </a:lnTo>
                <a:lnTo>
                  <a:pt x="1151" y="1077"/>
                </a:lnTo>
                <a:lnTo>
                  <a:pt x="1150" y="1077"/>
                </a:lnTo>
                <a:lnTo>
                  <a:pt x="1150" y="1076"/>
                </a:lnTo>
                <a:lnTo>
                  <a:pt x="1151" y="1076"/>
                </a:lnTo>
                <a:lnTo>
                  <a:pt x="1151" y="1075"/>
                </a:lnTo>
                <a:lnTo>
                  <a:pt x="1151" y="1074"/>
                </a:lnTo>
                <a:lnTo>
                  <a:pt x="1151" y="1073"/>
                </a:lnTo>
                <a:lnTo>
                  <a:pt x="1150" y="1073"/>
                </a:lnTo>
                <a:lnTo>
                  <a:pt x="1150" y="1072"/>
                </a:lnTo>
                <a:lnTo>
                  <a:pt x="1149" y="1072"/>
                </a:lnTo>
                <a:lnTo>
                  <a:pt x="1148" y="1072"/>
                </a:lnTo>
                <a:lnTo>
                  <a:pt x="1147" y="1072"/>
                </a:lnTo>
                <a:lnTo>
                  <a:pt x="1146" y="1073"/>
                </a:lnTo>
                <a:lnTo>
                  <a:pt x="1145" y="1074"/>
                </a:lnTo>
                <a:lnTo>
                  <a:pt x="1144" y="1075"/>
                </a:lnTo>
                <a:lnTo>
                  <a:pt x="1143" y="1075"/>
                </a:lnTo>
                <a:lnTo>
                  <a:pt x="1142" y="1074"/>
                </a:lnTo>
                <a:lnTo>
                  <a:pt x="1141" y="1074"/>
                </a:lnTo>
                <a:lnTo>
                  <a:pt x="1141" y="1073"/>
                </a:lnTo>
                <a:lnTo>
                  <a:pt x="1140" y="1073"/>
                </a:lnTo>
                <a:lnTo>
                  <a:pt x="1140" y="1074"/>
                </a:lnTo>
                <a:lnTo>
                  <a:pt x="1139" y="1073"/>
                </a:lnTo>
                <a:lnTo>
                  <a:pt x="1138" y="1073"/>
                </a:lnTo>
                <a:lnTo>
                  <a:pt x="1137" y="1072"/>
                </a:lnTo>
                <a:lnTo>
                  <a:pt x="1137" y="1071"/>
                </a:lnTo>
                <a:lnTo>
                  <a:pt x="1137" y="1070"/>
                </a:lnTo>
                <a:lnTo>
                  <a:pt x="1138" y="1069"/>
                </a:lnTo>
                <a:lnTo>
                  <a:pt x="1138" y="1068"/>
                </a:lnTo>
                <a:lnTo>
                  <a:pt x="1139" y="1067"/>
                </a:lnTo>
                <a:lnTo>
                  <a:pt x="1138" y="1067"/>
                </a:lnTo>
                <a:lnTo>
                  <a:pt x="1138" y="1066"/>
                </a:lnTo>
                <a:lnTo>
                  <a:pt x="1138" y="1065"/>
                </a:lnTo>
                <a:lnTo>
                  <a:pt x="1139" y="1065"/>
                </a:lnTo>
                <a:lnTo>
                  <a:pt x="1139" y="1064"/>
                </a:lnTo>
                <a:lnTo>
                  <a:pt x="1140" y="1063"/>
                </a:lnTo>
                <a:lnTo>
                  <a:pt x="1140" y="1062"/>
                </a:lnTo>
                <a:lnTo>
                  <a:pt x="1141" y="1062"/>
                </a:lnTo>
                <a:lnTo>
                  <a:pt x="1141" y="1061"/>
                </a:lnTo>
                <a:lnTo>
                  <a:pt x="1140" y="1061"/>
                </a:lnTo>
                <a:lnTo>
                  <a:pt x="1140" y="1060"/>
                </a:lnTo>
                <a:lnTo>
                  <a:pt x="1139" y="1059"/>
                </a:lnTo>
                <a:lnTo>
                  <a:pt x="1139" y="1058"/>
                </a:lnTo>
                <a:lnTo>
                  <a:pt x="1138" y="1058"/>
                </a:lnTo>
                <a:lnTo>
                  <a:pt x="1137" y="1058"/>
                </a:lnTo>
                <a:lnTo>
                  <a:pt x="1137" y="1059"/>
                </a:lnTo>
                <a:lnTo>
                  <a:pt x="1136" y="1059"/>
                </a:lnTo>
                <a:lnTo>
                  <a:pt x="1136" y="1058"/>
                </a:lnTo>
                <a:lnTo>
                  <a:pt x="1135" y="1058"/>
                </a:lnTo>
                <a:lnTo>
                  <a:pt x="1134" y="1058"/>
                </a:lnTo>
                <a:lnTo>
                  <a:pt x="1134" y="1057"/>
                </a:lnTo>
                <a:lnTo>
                  <a:pt x="1134" y="1056"/>
                </a:lnTo>
                <a:lnTo>
                  <a:pt x="1134" y="1055"/>
                </a:lnTo>
                <a:lnTo>
                  <a:pt x="1134" y="1054"/>
                </a:lnTo>
                <a:lnTo>
                  <a:pt x="1134" y="1053"/>
                </a:lnTo>
                <a:lnTo>
                  <a:pt x="1135" y="1053"/>
                </a:lnTo>
                <a:lnTo>
                  <a:pt x="1136" y="1053"/>
                </a:lnTo>
                <a:lnTo>
                  <a:pt x="1136" y="1052"/>
                </a:lnTo>
                <a:lnTo>
                  <a:pt x="1136" y="1051"/>
                </a:lnTo>
                <a:lnTo>
                  <a:pt x="1137" y="1051"/>
                </a:lnTo>
                <a:lnTo>
                  <a:pt x="1137" y="1050"/>
                </a:lnTo>
                <a:lnTo>
                  <a:pt x="1138" y="1049"/>
                </a:lnTo>
                <a:lnTo>
                  <a:pt x="1137" y="1048"/>
                </a:lnTo>
                <a:lnTo>
                  <a:pt x="1137" y="1047"/>
                </a:lnTo>
                <a:lnTo>
                  <a:pt x="1137" y="1046"/>
                </a:lnTo>
                <a:lnTo>
                  <a:pt x="1136" y="1046"/>
                </a:lnTo>
                <a:lnTo>
                  <a:pt x="1136" y="1045"/>
                </a:lnTo>
                <a:lnTo>
                  <a:pt x="1135" y="1045"/>
                </a:lnTo>
                <a:lnTo>
                  <a:pt x="1134" y="1046"/>
                </a:lnTo>
                <a:lnTo>
                  <a:pt x="1134" y="1045"/>
                </a:lnTo>
                <a:lnTo>
                  <a:pt x="1134" y="1044"/>
                </a:lnTo>
                <a:lnTo>
                  <a:pt x="1134" y="1043"/>
                </a:lnTo>
                <a:lnTo>
                  <a:pt x="1135" y="1042"/>
                </a:lnTo>
                <a:lnTo>
                  <a:pt x="1136" y="1042"/>
                </a:lnTo>
                <a:lnTo>
                  <a:pt x="1136" y="1043"/>
                </a:lnTo>
                <a:lnTo>
                  <a:pt x="1137" y="1042"/>
                </a:lnTo>
                <a:lnTo>
                  <a:pt x="1138" y="1042"/>
                </a:lnTo>
                <a:lnTo>
                  <a:pt x="1139" y="1042"/>
                </a:lnTo>
                <a:lnTo>
                  <a:pt x="1139" y="1041"/>
                </a:lnTo>
                <a:lnTo>
                  <a:pt x="1139" y="1040"/>
                </a:lnTo>
                <a:lnTo>
                  <a:pt x="1139" y="1041"/>
                </a:lnTo>
                <a:lnTo>
                  <a:pt x="1140" y="1041"/>
                </a:lnTo>
                <a:lnTo>
                  <a:pt x="1140" y="1040"/>
                </a:lnTo>
                <a:lnTo>
                  <a:pt x="1139" y="1040"/>
                </a:lnTo>
                <a:lnTo>
                  <a:pt x="1139" y="1039"/>
                </a:lnTo>
                <a:lnTo>
                  <a:pt x="1138" y="1039"/>
                </a:lnTo>
                <a:lnTo>
                  <a:pt x="1137" y="1038"/>
                </a:lnTo>
                <a:lnTo>
                  <a:pt x="1137" y="1037"/>
                </a:lnTo>
                <a:lnTo>
                  <a:pt x="1136" y="1037"/>
                </a:lnTo>
                <a:lnTo>
                  <a:pt x="1135" y="1038"/>
                </a:lnTo>
                <a:lnTo>
                  <a:pt x="1134" y="1037"/>
                </a:lnTo>
                <a:lnTo>
                  <a:pt x="1134" y="1036"/>
                </a:lnTo>
                <a:lnTo>
                  <a:pt x="1134" y="1035"/>
                </a:lnTo>
                <a:lnTo>
                  <a:pt x="1135" y="1035"/>
                </a:lnTo>
                <a:lnTo>
                  <a:pt x="1135" y="1034"/>
                </a:lnTo>
                <a:lnTo>
                  <a:pt x="1134" y="1034"/>
                </a:lnTo>
                <a:lnTo>
                  <a:pt x="1134" y="1033"/>
                </a:lnTo>
                <a:lnTo>
                  <a:pt x="1134" y="1032"/>
                </a:lnTo>
                <a:lnTo>
                  <a:pt x="1134" y="1031"/>
                </a:lnTo>
                <a:lnTo>
                  <a:pt x="1134" y="1030"/>
                </a:lnTo>
                <a:lnTo>
                  <a:pt x="1133" y="1029"/>
                </a:lnTo>
                <a:lnTo>
                  <a:pt x="1132" y="1029"/>
                </a:lnTo>
                <a:lnTo>
                  <a:pt x="1131" y="1029"/>
                </a:lnTo>
                <a:lnTo>
                  <a:pt x="1131" y="1028"/>
                </a:lnTo>
                <a:lnTo>
                  <a:pt x="1130" y="1028"/>
                </a:lnTo>
                <a:lnTo>
                  <a:pt x="1128" y="1028"/>
                </a:lnTo>
                <a:lnTo>
                  <a:pt x="1128" y="1027"/>
                </a:lnTo>
                <a:lnTo>
                  <a:pt x="1127" y="1027"/>
                </a:lnTo>
                <a:lnTo>
                  <a:pt x="1126" y="1026"/>
                </a:lnTo>
                <a:lnTo>
                  <a:pt x="1126" y="1027"/>
                </a:lnTo>
                <a:lnTo>
                  <a:pt x="1126" y="1028"/>
                </a:lnTo>
                <a:lnTo>
                  <a:pt x="1125" y="1028"/>
                </a:lnTo>
                <a:lnTo>
                  <a:pt x="1124" y="1027"/>
                </a:lnTo>
                <a:lnTo>
                  <a:pt x="1123" y="1027"/>
                </a:lnTo>
                <a:lnTo>
                  <a:pt x="1123" y="1028"/>
                </a:lnTo>
                <a:lnTo>
                  <a:pt x="1122" y="1028"/>
                </a:lnTo>
                <a:lnTo>
                  <a:pt x="1121" y="1028"/>
                </a:lnTo>
                <a:lnTo>
                  <a:pt x="1121" y="1027"/>
                </a:lnTo>
                <a:lnTo>
                  <a:pt x="1120" y="1027"/>
                </a:lnTo>
                <a:lnTo>
                  <a:pt x="1119" y="1026"/>
                </a:lnTo>
                <a:lnTo>
                  <a:pt x="1118" y="1026"/>
                </a:lnTo>
                <a:lnTo>
                  <a:pt x="1118" y="1025"/>
                </a:lnTo>
                <a:lnTo>
                  <a:pt x="1118" y="1024"/>
                </a:lnTo>
                <a:lnTo>
                  <a:pt x="1118" y="1021"/>
                </a:lnTo>
                <a:lnTo>
                  <a:pt x="1118" y="1020"/>
                </a:lnTo>
                <a:lnTo>
                  <a:pt x="1117" y="1019"/>
                </a:lnTo>
                <a:lnTo>
                  <a:pt x="1117" y="1018"/>
                </a:lnTo>
                <a:lnTo>
                  <a:pt x="1117" y="1017"/>
                </a:lnTo>
                <a:lnTo>
                  <a:pt x="1116" y="1016"/>
                </a:lnTo>
                <a:lnTo>
                  <a:pt x="1116" y="1015"/>
                </a:lnTo>
                <a:lnTo>
                  <a:pt x="1117" y="1015"/>
                </a:lnTo>
                <a:lnTo>
                  <a:pt x="1116" y="1014"/>
                </a:lnTo>
                <a:lnTo>
                  <a:pt x="1115" y="1014"/>
                </a:lnTo>
                <a:lnTo>
                  <a:pt x="1114" y="1014"/>
                </a:lnTo>
                <a:lnTo>
                  <a:pt x="1113" y="1013"/>
                </a:lnTo>
                <a:lnTo>
                  <a:pt x="1112" y="1013"/>
                </a:lnTo>
                <a:lnTo>
                  <a:pt x="1112" y="1012"/>
                </a:lnTo>
                <a:lnTo>
                  <a:pt x="1108" y="1012"/>
                </a:lnTo>
                <a:lnTo>
                  <a:pt x="1108" y="1013"/>
                </a:lnTo>
                <a:lnTo>
                  <a:pt x="1106" y="1014"/>
                </a:lnTo>
                <a:lnTo>
                  <a:pt x="1107" y="1014"/>
                </a:lnTo>
                <a:lnTo>
                  <a:pt x="1107" y="1016"/>
                </a:lnTo>
                <a:lnTo>
                  <a:pt x="1106" y="1016"/>
                </a:lnTo>
                <a:lnTo>
                  <a:pt x="1106" y="1017"/>
                </a:lnTo>
                <a:lnTo>
                  <a:pt x="1106" y="1018"/>
                </a:lnTo>
                <a:lnTo>
                  <a:pt x="1105" y="1018"/>
                </a:lnTo>
                <a:lnTo>
                  <a:pt x="1104" y="1018"/>
                </a:lnTo>
                <a:lnTo>
                  <a:pt x="1104" y="1017"/>
                </a:lnTo>
                <a:lnTo>
                  <a:pt x="1103" y="1017"/>
                </a:lnTo>
                <a:lnTo>
                  <a:pt x="1102" y="1017"/>
                </a:lnTo>
                <a:lnTo>
                  <a:pt x="1101" y="1017"/>
                </a:lnTo>
                <a:lnTo>
                  <a:pt x="1100" y="1017"/>
                </a:lnTo>
                <a:lnTo>
                  <a:pt x="1099" y="1018"/>
                </a:lnTo>
                <a:lnTo>
                  <a:pt x="1099" y="1019"/>
                </a:lnTo>
                <a:lnTo>
                  <a:pt x="1098" y="1019"/>
                </a:lnTo>
                <a:lnTo>
                  <a:pt x="1098" y="1020"/>
                </a:lnTo>
                <a:lnTo>
                  <a:pt x="1098" y="1021"/>
                </a:lnTo>
                <a:lnTo>
                  <a:pt x="1097" y="1022"/>
                </a:lnTo>
                <a:lnTo>
                  <a:pt x="1094" y="1022"/>
                </a:lnTo>
                <a:lnTo>
                  <a:pt x="1093" y="1022"/>
                </a:lnTo>
                <a:lnTo>
                  <a:pt x="1092" y="1022"/>
                </a:lnTo>
                <a:lnTo>
                  <a:pt x="1092" y="1023"/>
                </a:lnTo>
                <a:lnTo>
                  <a:pt x="1091" y="1023"/>
                </a:lnTo>
                <a:lnTo>
                  <a:pt x="1091" y="1024"/>
                </a:lnTo>
                <a:lnTo>
                  <a:pt x="1090" y="1024"/>
                </a:lnTo>
                <a:lnTo>
                  <a:pt x="1089" y="1025"/>
                </a:lnTo>
                <a:lnTo>
                  <a:pt x="1089" y="1026"/>
                </a:lnTo>
                <a:lnTo>
                  <a:pt x="1088" y="1026"/>
                </a:lnTo>
                <a:lnTo>
                  <a:pt x="1088" y="1027"/>
                </a:lnTo>
                <a:lnTo>
                  <a:pt x="1087" y="1027"/>
                </a:lnTo>
                <a:lnTo>
                  <a:pt x="1086" y="1027"/>
                </a:lnTo>
                <a:lnTo>
                  <a:pt x="1085" y="1027"/>
                </a:lnTo>
                <a:lnTo>
                  <a:pt x="1085" y="1028"/>
                </a:lnTo>
                <a:lnTo>
                  <a:pt x="1084" y="1028"/>
                </a:lnTo>
                <a:lnTo>
                  <a:pt x="1084" y="1029"/>
                </a:lnTo>
                <a:lnTo>
                  <a:pt x="1084" y="1030"/>
                </a:lnTo>
                <a:lnTo>
                  <a:pt x="1083" y="1030"/>
                </a:lnTo>
                <a:lnTo>
                  <a:pt x="1083" y="1029"/>
                </a:lnTo>
                <a:lnTo>
                  <a:pt x="1082" y="1030"/>
                </a:lnTo>
                <a:lnTo>
                  <a:pt x="1082" y="1031"/>
                </a:lnTo>
                <a:lnTo>
                  <a:pt x="1081" y="1030"/>
                </a:lnTo>
                <a:lnTo>
                  <a:pt x="1080" y="1030"/>
                </a:lnTo>
                <a:lnTo>
                  <a:pt x="1080" y="1031"/>
                </a:lnTo>
                <a:lnTo>
                  <a:pt x="1080" y="1032"/>
                </a:lnTo>
                <a:lnTo>
                  <a:pt x="1079" y="1031"/>
                </a:lnTo>
                <a:lnTo>
                  <a:pt x="1079" y="1032"/>
                </a:lnTo>
                <a:lnTo>
                  <a:pt x="1080" y="1033"/>
                </a:lnTo>
                <a:lnTo>
                  <a:pt x="1080" y="1034"/>
                </a:lnTo>
                <a:lnTo>
                  <a:pt x="1082" y="1034"/>
                </a:lnTo>
                <a:lnTo>
                  <a:pt x="1083" y="1035"/>
                </a:lnTo>
                <a:lnTo>
                  <a:pt x="1083" y="1036"/>
                </a:lnTo>
                <a:lnTo>
                  <a:pt x="1084" y="1036"/>
                </a:lnTo>
                <a:lnTo>
                  <a:pt x="1085" y="1036"/>
                </a:lnTo>
                <a:lnTo>
                  <a:pt x="1086" y="1036"/>
                </a:lnTo>
                <a:lnTo>
                  <a:pt x="1085" y="1037"/>
                </a:lnTo>
                <a:lnTo>
                  <a:pt x="1086" y="1038"/>
                </a:lnTo>
                <a:lnTo>
                  <a:pt x="1086" y="1039"/>
                </a:lnTo>
                <a:lnTo>
                  <a:pt x="1085" y="1039"/>
                </a:lnTo>
                <a:lnTo>
                  <a:pt x="1085" y="1040"/>
                </a:lnTo>
                <a:lnTo>
                  <a:pt x="1085" y="1041"/>
                </a:lnTo>
                <a:lnTo>
                  <a:pt x="1084" y="1041"/>
                </a:lnTo>
                <a:lnTo>
                  <a:pt x="1084" y="1040"/>
                </a:lnTo>
                <a:lnTo>
                  <a:pt x="1083" y="1039"/>
                </a:lnTo>
                <a:lnTo>
                  <a:pt x="1082" y="1039"/>
                </a:lnTo>
                <a:lnTo>
                  <a:pt x="1081" y="1039"/>
                </a:lnTo>
                <a:lnTo>
                  <a:pt x="1081" y="1038"/>
                </a:lnTo>
                <a:lnTo>
                  <a:pt x="1080" y="1038"/>
                </a:lnTo>
                <a:lnTo>
                  <a:pt x="1079" y="1038"/>
                </a:lnTo>
                <a:lnTo>
                  <a:pt x="1078" y="1038"/>
                </a:lnTo>
                <a:lnTo>
                  <a:pt x="1077" y="1038"/>
                </a:lnTo>
                <a:lnTo>
                  <a:pt x="1076" y="1038"/>
                </a:lnTo>
                <a:lnTo>
                  <a:pt x="1076" y="1039"/>
                </a:lnTo>
                <a:lnTo>
                  <a:pt x="1075" y="1039"/>
                </a:lnTo>
                <a:lnTo>
                  <a:pt x="1074" y="1039"/>
                </a:lnTo>
                <a:lnTo>
                  <a:pt x="1073" y="1040"/>
                </a:lnTo>
                <a:lnTo>
                  <a:pt x="1072" y="1039"/>
                </a:lnTo>
                <a:lnTo>
                  <a:pt x="1072" y="1040"/>
                </a:lnTo>
                <a:lnTo>
                  <a:pt x="1071" y="1040"/>
                </a:lnTo>
                <a:lnTo>
                  <a:pt x="1070" y="1040"/>
                </a:lnTo>
                <a:lnTo>
                  <a:pt x="1069" y="1040"/>
                </a:lnTo>
                <a:lnTo>
                  <a:pt x="1069" y="1041"/>
                </a:lnTo>
                <a:lnTo>
                  <a:pt x="1068" y="1041"/>
                </a:lnTo>
                <a:lnTo>
                  <a:pt x="1067" y="1041"/>
                </a:lnTo>
                <a:lnTo>
                  <a:pt x="1066" y="1041"/>
                </a:lnTo>
                <a:lnTo>
                  <a:pt x="1065" y="1041"/>
                </a:lnTo>
                <a:lnTo>
                  <a:pt x="1065" y="1040"/>
                </a:lnTo>
                <a:lnTo>
                  <a:pt x="1063" y="1040"/>
                </a:lnTo>
                <a:lnTo>
                  <a:pt x="1062" y="1040"/>
                </a:lnTo>
                <a:lnTo>
                  <a:pt x="1061" y="1041"/>
                </a:lnTo>
                <a:lnTo>
                  <a:pt x="1061" y="1042"/>
                </a:lnTo>
                <a:lnTo>
                  <a:pt x="1061" y="1043"/>
                </a:lnTo>
                <a:lnTo>
                  <a:pt x="1060" y="1043"/>
                </a:lnTo>
                <a:lnTo>
                  <a:pt x="1060" y="1044"/>
                </a:lnTo>
                <a:lnTo>
                  <a:pt x="1060" y="1045"/>
                </a:lnTo>
                <a:lnTo>
                  <a:pt x="1059" y="1045"/>
                </a:lnTo>
                <a:lnTo>
                  <a:pt x="1059" y="1046"/>
                </a:lnTo>
                <a:lnTo>
                  <a:pt x="1058" y="1048"/>
                </a:lnTo>
                <a:lnTo>
                  <a:pt x="1058" y="1049"/>
                </a:lnTo>
                <a:lnTo>
                  <a:pt x="1058" y="1050"/>
                </a:lnTo>
                <a:lnTo>
                  <a:pt x="1057" y="1053"/>
                </a:lnTo>
                <a:lnTo>
                  <a:pt x="1056" y="1053"/>
                </a:lnTo>
                <a:lnTo>
                  <a:pt x="1055" y="1053"/>
                </a:lnTo>
                <a:lnTo>
                  <a:pt x="1055" y="1054"/>
                </a:lnTo>
                <a:lnTo>
                  <a:pt x="1054" y="1054"/>
                </a:lnTo>
                <a:lnTo>
                  <a:pt x="1054" y="1053"/>
                </a:lnTo>
                <a:lnTo>
                  <a:pt x="1053" y="1052"/>
                </a:lnTo>
                <a:lnTo>
                  <a:pt x="1053" y="1053"/>
                </a:lnTo>
                <a:lnTo>
                  <a:pt x="1052" y="1053"/>
                </a:lnTo>
                <a:lnTo>
                  <a:pt x="1051" y="1053"/>
                </a:lnTo>
                <a:lnTo>
                  <a:pt x="1051" y="1052"/>
                </a:lnTo>
                <a:lnTo>
                  <a:pt x="1050" y="1052"/>
                </a:lnTo>
                <a:lnTo>
                  <a:pt x="1050" y="1053"/>
                </a:lnTo>
                <a:lnTo>
                  <a:pt x="1049" y="1054"/>
                </a:lnTo>
                <a:lnTo>
                  <a:pt x="1048" y="1053"/>
                </a:lnTo>
                <a:lnTo>
                  <a:pt x="1049" y="1052"/>
                </a:lnTo>
                <a:lnTo>
                  <a:pt x="1049" y="1051"/>
                </a:lnTo>
                <a:lnTo>
                  <a:pt x="1049" y="1050"/>
                </a:lnTo>
                <a:lnTo>
                  <a:pt x="1048" y="1050"/>
                </a:lnTo>
                <a:lnTo>
                  <a:pt x="1048" y="1051"/>
                </a:lnTo>
                <a:lnTo>
                  <a:pt x="1048" y="1052"/>
                </a:lnTo>
                <a:lnTo>
                  <a:pt x="1047" y="1052"/>
                </a:lnTo>
                <a:lnTo>
                  <a:pt x="1046" y="1053"/>
                </a:lnTo>
                <a:lnTo>
                  <a:pt x="1046" y="1052"/>
                </a:lnTo>
                <a:lnTo>
                  <a:pt x="1045" y="1052"/>
                </a:lnTo>
                <a:lnTo>
                  <a:pt x="1045" y="1051"/>
                </a:lnTo>
                <a:lnTo>
                  <a:pt x="1044" y="1051"/>
                </a:lnTo>
                <a:lnTo>
                  <a:pt x="1044" y="1052"/>
                </a:lnTo>
                <a:lnTo>
                  <a:pt x="1043" y="1053"/>
                </a:lnTo>
                <a:lnTo>
                  <a:pt x="1043" y="1054"/>
                </a:lnTo>
                <a:lnTo>
                  <a:pt x="1042" y="1054"/>
                </a:lnTo>
                <a:lnTo>
                  <a:pt x="1042" y="1053"/>
                </a:lnTo>
                <a:lnTo>
                  <a:pt x="1043" y="1053"/>
                </a:lnTo>
                <a:lnTo>
                  <a:pt x="1043" y="1052"/>
                </a:lnTo>
                <a:lnTo>
                  <a:pt x="1042" y="1052"/>
                </a:lnTo>
                <a:lnTo>
                  <a:pt x="1042" y="1051"/>
                </a:lnTo>
                <a:lnTo>
                  <a:pt x="1042" y="1052"/>
                </a:lnTo>
                <a:lnTo>
                  <a:pt x="1041" y="1052"/>
                </a:lnTo>
                <a:lnTo>
                  <a:pt x="1042" y="1053"/>
                </a:lnTo>
                <a:lnTo>
                  <a:pt x="1041" y="1053"/>
                </a:lnTo>
                <a:lnTo>
                  <a:pt x="1041" y="1054"/>
                </a:lnTo>
                <a:lnTo>
                  <a:pt x="1041" y="1053"/>
                </a:lnTo>
                <a:lnTo>
                  <a:pt x="1040" y="1053"/>
                </a:lnTo>
                <a:lnTo>
                  <a:pt x="1040" y="1054"/>
                </a:lnTo>
                <a:lnTo>
                  <a:pt x="1041" y="1054"/>
                </a:lnTo>
                <a:lnTo>
                  <a:pt x="1039" y="1054"/>
                </a:lnTo>
                <a:lnTo>
                  <a:pt x="1039" y="1055"/>
                </a:lnTo>
                <a:lnTo>
                  <a:pt x="1038" y="1055"/>
                </a:lnTo>
                <a:lnTo>
                  <a:pt x="1038" y="1054"/>
                </a:lnTo>
                <a:lnTo>
                  <a:pt x="1037" y="1054"/>
                </a:lnTo>
                <a:lnTo>
                  <a:pt x="1037" y="1053"/>
                </a:lnTo>
                <a:lnTo>
                  <a:pt x="1036" y="1053"/>
                </a:lnTo>
                <a:lnTo>
                  <a:pt x="1037" y="1053"/>
                </a:lnTo>
                <a:lnTo>
                  <a:pt x="1037" y="1052"/>
                </a:lnTo>
                <a:lnTo>
                  <a:pt x="1035" y="1052"/>
                </a:lnTo>
                <a:lnTo>
                  <a:pt x="1035" y="1053"/>
                </a:lnTo>
                <a:lnTo>
                  <a:pt x="1035" y="1054"/>
                </a:lnTo>
                <a:lnTo>
                  <a:pt x="1034" y="1054"/>
                </a:lnTo>
                <a:lnTo>
                  <a:pt x="1034" y="1053"/>
                </a:lnTo>
                <a:lnTo>
                  <a:pt x="1035" y="1053"/>
                </a:lnTo>
                <a:lnTo>
                  <a:pt x="1035" y="1052"/>
                </a:lnTo>
                <a:lnTo>
                  <a:pt x="1034" y="1052"/>
                </a:lnTo>
                <a:lnTo>
                  <a:pt x="1033" y="1052"/>
                </a:lnTo>
                <a:lnTo>
                  <a:pt x="1031" y="1053"/>
                </a:lnTo>
                <a:lnTo>
                  <a:pt x="1030" y="1054"/>
                </a:lnTo>
                <a:lnTo>
                  <a:pt x="1031" y="1054"/>
                </a:lnTo>
                <a:lnTo>
                  <a:pt x="1032" y="1055"/>
                </a:lnTo>
                <a:lnTo>
                  <a:pt x="1033" y="1055"/>
                </a:lnTo>
                <a:lnTo>
                  <a:pt x="1033" y="1056"/>
                </a:lnTo>
                <a:lnTo>
                  <a:pt x="1033" y="1057"/>
                </a:lnTo>
                <a:lnTo>
                  <a:pt x="1034" y="1057"/>
                </a:lnTo>
                <a:lnTo>
                  <a:pt x="1034" y="1058"/>
                </a:lnTo>
                <a:lnTo>
                  <a:pt x="1035" y="1058"/>
                </a:lnTo>
                <a:lnTo>
                  <a:pt x="1036" y="1058"/>
                </a:lnTo>
                <a:lnTo>
                  <a:pt x="1036" y="1059"/>
                </a:lnTo>
                <a:lnTo>
                  <a:pt x="1037" y="1061"/>
                </a:lnTo>
                <a:lnTo>
                  <a:pt x="1038" y="1062"/>
                </a:lnTo>
                <a:lnTo>
                  <a:pt x="1038" y="1063"/>
                </a:lnTo>
                <a:lnTo>
                  <a:pt x="1039" y="1063"/>
                </a:lnTo>
                <a:lnTo>
                  <a:pt x="1039" y="1064"/>
                </a:lnTo>
                <a:lnTo>
                  <a:pt x="1040" y="1065"/>
                </a:lnTo>
                <a:lnTo>
                  <a:pt x="1041" y="1066"/>
                </a:lnTo>
                <a:lnTo>
                  <a:pt x="1042" y="1066"/>
                </a:lnTo>
                <a:lnTo>
                  <a:pt x="1042" y="1067"/>
                </a:lnTo>
                <a:lnTo>
                  <a:pt x="1043" y="1068"/>
                </a:lnTo>
                <a:lnTo>
                  <a:pt x="1044" y="1068"/>
                </a:lnTo>
                <a:lnTo>
                  <a:pt x="1044" y="1069"/>
                </a:lnTo>
                <a:lnTo>
                  <a:pt x="1044" y="1070"/>
                </a:lnTo>
                <a:lnTo>
                  <a:pt x="1044" y="1071"/>
                </a:lnTo>
                <a:lnTo>
                  <a:pt x="1043" y="1071"/>
                </a:lnTo>
                <a:lnTo>
                  <a:pt x="1043" y="1072"/>
                </a:lnTo>
                <a:lnTo>
                  <a:pt x="1042" y="1072"/>
                </a:lnTo>
                <a:lnTo>
                  <a:pt x="1042" y="1073"/>
                </a:lnTo>
                <a:lnTo>
                  <a:pt x="1041" y="1073"/>
                </a:lnTo>
                <a:lnTo>
                  <a:pt x="1041" y="1074"/>
                </a:lnTo>
                <a:lnTo>
                  <a:pt x="1041" y="1075"/>
                </a:lnTo>
                <a:lnTo>
                  <a:pt x="1042" y="1075"/>
                </a:lnTo>
                <a:lnTo>
                  <a:pt x="1043" y="1075"/>
                </a:lnTo>
                <a:lnTo>
                  <a:pt x="1044" y="1075"/>
                </a:lnTo>
                <a:lnTo>
                  <a:pt x="1046" y="1075"/>
                </a:lnTo>
                <a:lnTo>
                  <a:pt x="1046" y="1076"/>
                </a:lnTo>
                <a:lnTo>
                  <a:pt x="1047" y="1076"/>
                </a:lnTo>
                <a:lnTo>
                  <a:pt x="1048" y="1077"/>
                </a:lnTo>
                <a:lnTo>
                  <a:pt x="1049" y="1077"/>
                </a:lnTo>
                <a:lnTo>
                  <a:pt x="1049" y="1078"/>
                </a:lnTo>
                <a:lnTo>
                  <a:pt x="1050" y="1079"/>
                </a:lnTo>
                <a:lnTo>
                  <a:pt x="1049" y="1080"/>
                </a:lnTo>
                <a:lnTo>
                  <a:pt x="1048" y="1081"/>
                </a:lnTo>
                <a:lnTo>
                  <a:pt x="1047" y="1081"/>
                </a:lnTo>
                <a:lnTo>
                  <a:pt x="1046" y="1082"/>
                </a:lnTo>
                <a:lnTo>
                  <a:pt x="1046" y="1083"/>
                </a:lnTo>
                <a:lnTo>
                  <a:pt x="1046" y="1084"/>
                </a:lnTo>
                <a:lnTo>
                  <a:pt x="1047" y="1084"/>
                </a:lnTo>
                <a:lnTo>
                  <a:pt x="1048" y="1084"/>
                </a:lnTo>
                <a:lnTo>
                  <a:pt x="1049" y="1084"/>
                </a:lnTo>
                <a:lnTo>
                  <a:pt x="1049" y="1083"/>
                </a:lnTo>
                <a:lnTo>
                  <a:pt x="1049" y="1082"/>
                </a:lnTo>
                <a:lnTo>
                  <a:pt x="1050" y="1082"/>
                </a:lnTo>
                <a:lnTo>
                  <a:pt x="1051" y="1081"/>
                </a:lnTo>
                <a:lnTo>
                  <a:pt x="1051" y="1082"/>
                </a:lnTo>
                <a:lnTo>
                  <a:pt x="1052" y="1082"/>
                </a:lnTo>
                <a:lnTo>
                  <a:pt x="1052" y="1083"/>
                </a:lnTo>
                <a:lnTo>
                  <a:pt x="1052" y="1084"/>
                </a:lnTo>
                <a:lnTo>
                  <a:pt x="1051" y="1084"/>
                </a:lnTo>
                <a:lnTo>
                  <a:pt x="1050" y="1085"/>
                </a:lnTo>
                <a:lnTo>
                  <a:pt x="1050" y="1087"/>
                </a:lnTo>
                <a:lnTo>
                  <a:pt x="1049" y="1088"/>
                </a:lnTo>
                <a:lnTo>
                  <a:pt x="1049" y="1089"/>
                </a:lnTo>
                <a:lnTo>
                  <a:pt x="1049" y="1090"/>
                </a:lnTo>
                <a:lnTo>
                  <a:pt x="1050" y="1091"/>
                </a:lnTo>
                <a:lnTo>
                  <a:pt x="1050" y="1092"/>
                </a:lnTo>
                <a:lnTo>
                  <a:pt x="1051" y="1092"/>
                </a:lnTo>
                <a:lnTo>
                  <a:pt x="1051" y="1093"/>
                </a:lnTo>
                <a:lnTo>
                  <a:pt x="1051" y="1094"/>
                </a:lnTo>
                <a:lnTo>
                  <a:pt x="1051" y="1095"/>
                </a:lnTo>
                <a:lnTo>
                  <a:pt x="1051" y="1096"/>
                </a:lnTo>
                <a:lnTo>
                  <a:pt x="1052" y="1096"/>
                </a:lnTo>
                <a:lnTo>
                  <a:pt x="1052" y="1097"/>
                </a:lnTo>
                <a:lnTo>
                  <a:pt x="1053" y="1097"/>
                </a:lnTo>
                <a:lnTo>
                  <a:pt x="1054" y="1097"/>
                </a:lnTo>
                <a:lnTo>
                  <a:pt x="1055" y="1098"/>
                </a:lnTo>
                <a:lnTo>
                  <a:pt x="1056" y="1098"/>
                </a:lnTo>
                <a:lnTo>
                  <a:pt x="1057" y="1098"/>
                </a:lnTo>
                <a:lnTo>
                  <a:pt x="1057" y="1099"/>
                </a:lnTo>
                <a:lnTo>
                  <a:pt x="1058" y="1099"/>
                </a:lnTo>
                <a:lnTo>
                  <a:pt x="1058" y="1100"/>
                </a:lnTo>
                <a:lnTo>
                  <a:pt x="1059" y="1100"/>
                </a:lnTo>
                <a:lnTo>
                  <a:pt x="1060" y="1100"/>
                </a:lnTo>
                <a:lnTo>
                  <a:pt x="1062" y="1100"/>
                </a:lnTo>
                <a:lnTo>
                  <a:pt x="1062" y="1101"/>
                </a:lnTo>
                <a:lnTo>
                  <a:pt x="1063" y="1101"/>
                </a:lnTo>
                <a:lnTo>
                  <a:pt x="1063" y="1102"/>
                </a:lnTo>
                <a:lnTo>
                  <a:pt x="1064" y="1103"/>
                </a:lnTo>
                <a:lnTo>
                  <a:pt x="1065" y="1104"/>
                </a:lnTo>
                <a:lnTo>
                  <a:pt x="1066" y="1104"/>
                </a:lnTo>
                <a:lnTo>
                  <a:pt x="1066" y="1105"/>
                </a:lnTo>
                <a:lnTo>
                  <a:pt x="1066" y="1106"/>
                </a:lnTo>
                <a:lnTo>
                  <a:pt x="1065" y="1106"/>
                </a:lnTo>
                <a:lnTo>
                  <a:pt x="1064" y="1106"/>
                </a:lnTo>
                <a:lnTo>
                  <a:pt x="1064" y="1105"/>
                </a:lnTo>
                <a:lnTo>
                  <a:pt x="1063" y="1105"/>
                </a:lnTo>
                <a:lnTo>
                  <a:pt x="1063" y="1106"/>
                </a:lnTo>
                <a:lnTo>
                  <a:pt x="1063" y="1107"/>
                </a:lnTo>
                <a:lnTo>
                  <a:pt x="1064" y="1108"/>
                </a:lnTo>
                <a:lnTo>
                  <a:pt x="1064" y="1109"/>
                </a:lnTo>
                <a:lnTo>
                  <a:pt x="1065" y="1109"/>
                </a:lnTo>
                <a:lnTo>
                  <a:pt x="1064" y="1110"/>
                </a:lnTo>
                <a:lnTo>
                  <a:pt x="1063" y="1111"/>
                </a:lnTo>
                <a:lnTo>
                  <a:pt x="1063" y="1112"/>
                </a:lnTo>
                <a:lnTo>
                  <a:pt x="1064" y="1112"/>
                </a:lnTo>
                <a:lnTo>
                  <a:pt x="1065" y="1112"/>
                </a:lnTo>
                <a:lnTo>
                  <a:pt x="1065" y="1113"/>
                </a:lnTo>
                <a:lnTo>
                  <a:pt x="1066" y="1113"/>
                </a:lnTo>
                <a:lnTo>
                  <a:pt x="1066" y="1114"/>
                </a:lnTo>
                <a:lnTo>
                  <a:pt x="1067" y="1114"/>
                </a:lnTo>
                <a:lnTo>
                  <a:pt x="1066" y="1115"/>
                </a:lnTo>
                <a:lnTo>
                  <a:pt x="1065" y="1115"/>
                </a:lnTo>
                <a:lnTo>
                  <a:pt x="1065" y="1114"/>
                </a:lnTo>
                <a:lnTo>
                  <a:pt x="1065" y="1113"/>
                </a:lnTo>
                <a:lnTo>
                  <a:pt x="1064" y="1113"/>
                </a:lnTo>
                <a:lnTo>
                  <a:pt x="1063" y="1113"/>
                </a:lnTo>
                <a:lnTo>
                  <a:pt x="1063" y="1114"/>
                </a:lnTo>
                <a:lnTo>
                  <a:pt x="1064" y="1114"/>
                </a:lnTo>
                <a:lnTo>
                  <a:pt x="1065" y="1115"/>
                </a:lnTo>
                <a:lnTo>
                  <a:pt x="1065" y="1116"/>
                </a:lnTo>
                <a:lnTo>
                  <a:pt x="1064" y="1115"/>
                </a:lnTo>
                <a:lnTo>
                  <a:pt x="1063" y="1115"/>
                </a:lnTo>
                <a:lnTo>
                  <a:pt x="1062" y="1115"/>
                </a:lnTo>
                <a:lnTo>
                  <a:pt x="1062" y="1116"/>
                </a:lnTo>
                <a:lnTo>
                  <a:pt x="1062" y="1117"/>
                </a:lnTo>
                <a:lnTo>
                  <a:pt x="1061" y="1117"/>
                </a:lnTo>
                <a:lnTo>
                  <a:pt x="1060" y="1117"/>
                </a:lnTo>
                <a:lnTo>
                  <a:pt x="1059" y="1119"/>
                </a:lnTo>
                <a:lnTo>
                  <a:pt x="1058" y="1120"/>
                </a:lnTo>
                <a:lnTo>
                  <a:pt x="1058" y="1121"/>
                </a:lnTo>
                <a:lnTo>
                  <a:pt x="1057" y="1121"/>
                </a:lnTo>
                <a:lnTo>
                  <a:pt x="1058" y="1121"/>
                </a:lnTo>
                <a:lnTo>
                  <a:pt x="1057" y="1122"/>
                </a:lnTo>
                <a:lnTo>
                  <a:pt x="1056" y="1122"/>
                </a:lnTo>
                <a:lnTo>
                  <a:pt x="1056" y="1121"/>
                </a:lnTo>
                <a:lnTo>
                  <a:pt x="1055" y="1121"/>
                </a:lnTo>
                <a:lnTo>
                  <a:pt x="1054" y="1121"/>
                </a:lnTo>
                <a:lnTo>
                  <a:pt x="1054" y="1122"/>
                </a:lnTo>
                <a:lnTo>
                  <a:pt x="1055" y="1123"/>
                </a:lnTo>
                <a:lnTo>
                  <a:pt x="1055" y="1124"/>
                </a:lnTo>
                <a:lnTo>
                  <a:pt x="1054" y="1124"/>
                </a:lnTo>
                <a:lnTo>
                  <a:pt x="1054" y="1123"/>
                </a:lnTo>
                <a:lnTo>
                  <a:pt x="1053" y="1123"/>
                </a:lnTo>
                <a:lnTo>
                  <a:pt x="1053" y="1122"/>
                </a:lnTo>
                <a:lnTo>
                  <a:pt x="1053" y="1121"/>
                </a:lnTo>
                <a:lnTo>
                  <a:pt x="1052" y="1121"/>
                </a:lnTo>
                <a:lnTo>
                  <a:pt x="1052" y="1122"/>
                </a:lnTo>
                <a:lnTo>
                  <a:pt x="1051" y="1122"/>
                </a:lnTo>
                <a:lnTo>
                  <a:pt x="1050" y="1123"/>
                </a:lnTo>
                <a:lnTo>
                  <a:pt x="1049" y="1123"/>
                </a:lnTo>
                <a:lnTo>
                  <a:pt x="1048" y="1123"/>
                </a:lnTo>
                <a:lnTo>
                  <a:pt x="1048" y="1122"/>
                </a:lnTo>
                <a:lnTo>
                  <a:pt x="1048" y="1121"/>
                </a:lnTo>
                <a:lnTo>
                  <a:pt x="1047" y="1121"/>
                </a:lnTo>
                <a:lnTo>
                  <a:pt x="1046" y="1121"/>
                </a:lnTo>
                <a:lnTo>
                  <a:pt x="1046" y="1122"/>
                </a:lnTo>
                <a:lnTo>
                  <a:pt x="1045" y="1121"/>
                </a:lnTo>
                <a:lnTo>
                  <a:pt x="1044" y="1121"/>
                </a:lnTo>
                <a:lnTo>
                  <a:pt x="1044" y="1120"/>
                </a:lnTo>
                <a:lnTo>
                  <a:pt x="1044" y="1121"/>
                </a:lnTo>
                <a:lnTo>
                  <a:pt x="1043" y="1121"/>
                </a:lnTo>
                <a:lnTo>
                  <a:pt x="1043" y="1122"/>
                </a:lnTo>
                <a:lnTo>
                  <a:pt x="1043" y="1123"/>
                </a:lnTo>
                <a:lnTo>
                  <a:pt x="1042" y="1123"/>
                </a:lnTo>
                <a:lnTo>
                  <a:pt x="1042" y="1124"/>
                </a:lnTo>
                <a:lnTo>
                  <a:pt x="1041" y="1124"/>
                </a:lnTo>
                <a:lnTo>
                  <a:pt x="1040" y="1125"/>
                </a:lnTo>
                <a:lnTo>
                  <a:pt x="1040" y="1126"/>
                </a:lnTo>
                <a:lnTo>
                  <a:pt x="1041" y="1126"/>
                </a:lnTo>
                <a:lnTo>
                  <a:pt x="1040" y="1126"/>
                </a:lnTo>
                <a:lnTo>
                  <a:pt x="1039" y="1127"/>
                </a:lnTo>
                <a:lnTo>
                  <a:pt x="1039" y="1128"/>
                </a:lnTo>
                <a:lnTo>
                  <a:pt x="1038" y="1128"/>
                </a:lnTo>
                <a:lnTo>
                  <a:pt x="1037" y="1129"/>
                </a:lnTo>
                <a:lnTo>
                  <a:pt x="1037" y="1130"/>
                </a:lnTo>
                <a:lnTo>
                  <a:pt x="1036" y="1130"/>
                </a:lnTo>
                <a:lnTo>
                  <a:pt x="1036" y="1131"/>
                </a:lnTo>
                <a:lnTo>
                  <a:pt x="1036" y="1132"/>
                </a:lnTo>
                <a:lnTo>
                  <a:pt x="1037" y="1132"/>
                </a:lnTo>
                <a:lnTo>
                  <a:pt x="1037" y="1133"/>
                </a:lnTo>
                <a:lnTo>
                  <a:pt x="1037" y="1134"/>
                </a:lnTo>
                <a:lnTo>
                  <a:pt x="1037" y="1135"/>
                </a:lnTo>
                <a:lnTo>
                  <a:pt x="1038" y="1135"/>
                </a:lnTo>
                <a:lnTo>
                  <a:pt x="1038" y="1136"/>
                </a:lnTo>
                <a:lnTo>
                  <a:pt x="1038" y="1137"/>
                </a:lnTo>
                <a:lnTo>
                  <a:pt x="1038" y="1138"/>
                </a:lnTo>
                <a:lnTo>
                  <a:pt x="1038" y="1139"/>
                </a:lnTo>
                <a:lnTo>
                  <a:pt x="1038" y="1140"/>
                </a:lnTo>
                <a:lnTo>
                  <a:pt x="1039" y="1140"/>
                </a:lnTo>
                <a:lnTo>
                  <a:pt x="1039" y="1141"/>
                </a:lnTo>
                <a:lnTo>
                  <a:pt x="1038" y="1141"/>
                </a:lnTo>
                <a:lnTo>
                  <a:pt x="1038" y="1142"/>
                </a:lnTo>
                <a:lnTo>
                  <a:pt x="1039" y="1142"/>
                </a:lnTo>
                <a:lnTo>
                  <a:pt x="1038" y="1143"/>
                </a:lnTo>
                <a:lnTo>
                  <a:pt x="1037" y="1144"/>
                </a:lnTo>
                <a:lnTo>
                  <a:pt x="1037" y="1143"/>
                </a:lnTo>
                <a:lnTo>
                  <a:pt x="1036" y="1143"/>
                </a:lnTo>
                <a:lnTo>
                  <a:pt x="1035" y="1143"/>
                </a:lnTo>
                <a:lnTo>
                  <a:pt x="1034" y="1142"/>
                </a:lnTo>
                <a:lnTo>
                  <a:pt x="1033" y="1141"/>
                </a:lnTo>
                <a:lnTo>
                  <a:pt x="1032" y="1140"/>
                </a:lnTo>
                <a:lnTo>
                  <a:pt x="1032" y="1139"/>
                </a:lnTo>
                <a:lnTo>
                  <a:pt x="1031" y="1138"/>
                </a:lnTo>
                <a:lnTo>
                  <a:pt x="1031" y="1137"/>
                </a:lnTo>
                <a:lnTo>
                  <a:pt x="1029" y="1137"/>
                </a:lnTo>
                <a:lnTo>
                  <a:pt x="1029" y="1136"/>
                </a:lnTo>
                <a:lnTo>
                  <a:pt x="1028" y="1136"/>
                </a:lnTo>
                <a:lnTo>
                  <a:pt x="1028" y="1135"/>
                </a:lnTo>
                <a:lnTo>
                  <a:pt x="1027" y="1135"/>
                </a:lnTo>
                <a:lnTo>
                  <a:pt x="1028" y="1136"/>
                </a:lnTo>
                <a:lnTo>
                  <a:pt x="1027" y="1137"/>
                </a:lnTo>
                <a:lnTo>
                  <a:pt x="1027" y="1138"/>
                </a:lnTo>
                <a:lnTo>
                  <a:pt x="1027" y="1139"/>
                </a:lnTo>
                <a:lnTo>
                  <a:pt x="1027" y="1140"/>
                </a:lnTo>
                <a:lnTo>
                  <a:pt x="1026" y="1140"/>
                </a:lnTo>
                <a:lnTo>
                  <a:pt x="1026" y="1141"/>
                </a:lnTo>
                <a:lnTo>
                  <a:pt x="1027" y="1142"/>
                </a:lnTo>
                <a:lnTo>
                  <a:pt x="1026" y="1142"/>
                </a:lnTo>
                <a:lnTo>
                  <a:pt x="1026" y="1143"/>
                </a:lnTo>
                <a:lnTo>
                  <a:pt x="1025" y="1143"/>
                </a:lnTo>
                <a:lnTo>
                  <a:pt x="1025" y="1144"/>
                </a:lnTo>
                <a:lnTo>
                  <a:pt x="1026" y="1144"/>
                </a:lnTo>
                <a:lnTo>
                  <a:pt x="1026" y="1145"/>
                </a:lnTo>
                <a:lnTo>
                  <a:pt x="1025" y="1146"/>
                </a:lnTo>
                <a:lnTo>
                  <a:pt x="1025" y="1147"/>
                </a:lnTo>
                <a:lnTo>
                  <a:pt x="1024" y="1147"/>
                </a:lnTo>
                <a:lnTo>
                  <a:pt x="1023" y="1146"/>
                </a:lnTo>
                <a:lnTo>
                  <a:pt x="1022" y="1147"/>
                </a:lnTo>
                <a:lnTo>
                  <a:pt x="1020" y="1147"/>
                </a:lnTo>
                <a:lnTo>
                  <a:pt x="1019" y="1147"/>
                </a:lnTo>
                <a:lnTo>
                  <a:pt x="1018" y="1147"/>
                </a:lnTo>
                <a:lnTo>
                  <a:pt x="1017" y="1147"/>
                </a:lnTo>
                <a:lnTo>
                  <a:pt x="1016" y="1146"/>
                </a:lnTo>
                <a:lnTo>
                  <a:pt x="1015" y="1146"/>
                </a:lnTo>
                <a:lnTo>
                  <a:pt x="1014" y="1146"/>
                </a:lnTo>
                <a:lnTo>
                  <a:pt x="1013" y="1147"/>
                </a:lnTo>
                <a:lnTo>
                  <a:pt x="1012" y="1148"/>
                </a:lnTo>
                <a:lnTo>
                  <a:pt x="1010" y="1148"/>
                </a:lnTo>
                <a:lnTo>
                  <a:pt x="1009" y="1148"/>
                </a:lnTo>
                <a:lnTo>
                  <a:pt x="1009" y="1149"/>
                </a:lnTo>
                <a:lnTo>
                  <a:pt x="1009" y="1150"/>
                </a:lnTo>
                <a:lnTo>
                  <a:pt x="1008" y="1151"/>
                </a:lnTo>
                <a:lnTo>
                  <a:pt x="1007" y="1152"/>
                </a:lnTo>
                <a:lnTo>
                  <a:pt x="1007" y="1153"/>
                </a:lnTo>
                <a:lnTo>
                  <a:pt x="1006" y="1153"/>
                </a:lnTo>
                <a:lnTo>
                  <a:pt x="1005" y="1153"/>
                </a:lnTo>
                <a:lnTo>
                  <a:pt x="1004" y="1154"/>
                </a:lnTo>
                <a:lnTo>
                  <a:pt x="1003" y="1155"/>
                </a:lnTo>
                <a:lnTo>
                  <a:pt x="1003" y="1156"/>
                </a:lnTo>
                <a:lnTo>
                  <a:pt x="1003" y="1157"/>
                </a:lnTo>
                <a:lnTo>
                  <a:pt x="1002" y="1158"/>
                </a:lnTo>
                <a:lnTo>
                  <a:pt x="1001" y="1158"/>
                </a:lnTo>
                <a:lnTo>
                  <a:pt x="1001" y="1157"/>
                </a:lnTo>
                <a:lnTo>
                  <a:pt x="1000" y="1157"/>
                </a:lnTo>
                <a:lnTo>
                  <a:pt x="999" y="1157"/>
                </a:lnTo>
                <a:lnTo>
                  <a:pt x="999" y="1156"/>
                </a:lnTo>
                <a:lnTo>
                  <a:pt x="998" y="1156"/>
                </a:lnTo>
                <a:lnTo>
                  <a:pt x="997" y="1156"/>
                </a:lnTo>
                <a:lnTo>
                  <a:pt x="997" y="1155"/>
                </a:lnTo>
                <a:lnTo>
                  <a:pt x="997" y="1154"/>
                </a:lnTo>
                <a:lnTo>
                  <a:pt x="999" y="1154"/>
                </a:lnTo>
                <a:lnTo>
                  <a:pt x="999" y="1153"/>
                </a:lnTo>
                <a:lnTo>
                  <a:pt x="999" y="1152"/>
                </a:lnTo>
                <a:lnTo>
                  <a:pt x="999" y="1151"/>
                </a:lnTo>
                <a:lnTo>
                  <a:pt x="999" y="1149"/>
                </a:lnTo>
                <a:lnTo>
                  <a:pt x="999" y="1148"/>
                </a:lnTo>
                <a:lnTo>
                  <a:pt x="999" y="1147"/>
                </a:lnTo>
                <a:lnTo>
                  <a:pt x="998" y="1145"/>
                </a:lnTo>
                <a:lnTo>
                  <a:pt x="997" y="1144"/>
                </a:lnTo>
                <a:lnTo>
                  <a:pt x="996" y="1144"/>
                </a:lnTo>
                <a:lnTo>
                  <a:pt x="995" y="1142"/>
                </a:lnTo>
                <a:lnTo>
                  <a:pt x="994" y="1143"/>
                </a:lnTo>
                <a:lnTo>
                  <a:pt x="993" y="1142"/>
                </a:lnTo>
                <a:lnTo>
                  <a:pt x="992" y="1141"/>
                </a:lnTo>
                <a:lnTo>
                  <a:pt x="992" y="1140"/>
                </a:lnTo>
                <a:lnTo>
                  <a:pt x="992" y="1139"/>
                </a:lnTo>
                <a:lnTo>
                  <a:pt x="991" y="1139"/>
                </a:lnTo>
                <a:lnTo>
                  <a:pt x="992" y="1138"/>
                </a:lnTo>
                <a:lnTo>
                  <a:pt x="993" y="1138"/>
                </a:lnTo>
                <a:lnTo>
                  <a:pt x="993" y="1137"/>
                </a:lnTo>
                <a:lnTo>
                  <a:pt x="994" y="1137"/>
                </a:lnTo>
                <a:lnTo>
                  <a:pt x="995" y="1137"/>
                </a:lnTo>
                <a:lnTo>
                  <a:pt x="996" y="1136"/>
                </a:lnTo>
                <a:lnTo>
                  <a:pt x="996" y="1137"/>
                </a:lnTo>
                <a:lnTo>
                  <a:pt x="997" y="1138"/>
                </a:lnTo>
                <a:lnTo>
                  <a:pt x="998" y="1137"/>
                </a:lnTo>
                <a:lnTo>
                  <a:pt x="998" y="1136"/>
                </a:lnTo>
                <a:lnTo>
                  <a:pt x="998" y="1135"/>
                </a:lnTo>
                <a:lnTo>
                  <a:pt x="999" y="1135"/>
                </a:lnTo>
                <a:lnTo>
                  <a:pt x="1000" y="1135"/>
                </a:lnTo>
                <a:lnTo>
                  <a:pt x="1000" y="1134"/>
                </a:lnTo>
                <a:lnTo>
                  <a:pt x="1001" y="1134"/>
                </a:lnTo>
                <a:lnTo>
                  <a:pt x="1001" y="1133"/>
                </a:lnTo>
                <a:lnTo>
                  <a:pt x="1002" y="1133"/>
                </a:lnTo>
                <a:lnTo>
                  <a:pt x="1003" y="1133"/>
                </a:lnTo>
                <a:lnTo>
                  <a:pt x="1003" y="1132"/>
                </a:lnTo>
                <a:lnTo>
                  <a:pt x="1002" y="1131"/>
                </a:lnTo>
                <a:lnTo>
                  <a:pt x="1003" y="1130"/>
                </a:lnTo>
                <a:lnTo>
                  <a:pt x="1003" y="1129"/>
                </a:lnTo>
                <a:lnTo>
                  <a:pt x="1003" y="1128"/>
                </a:lnTo>
                <a:lnTo>
                  <a:pt x="1003" y="1127"/>
                </a:lnTo>
                <a:lnTo>
                  <a:pt x="1003" y="1126"/>
                </a:lnTo>
                <a:lnTo>
                  <a:pt x="1004" y="1125"/>
                </a:lnTo>
                <a:lnTo>
                  <a:pt x="1004" y="1124"/>
                </a:lnTo>
                <a:lnTo>
                  <a:pt x="1005" y="1123"/>
                </a:lnTo>
                <a:lnTo>
                  <a:pt x="1006" y="1123"/>
                </a:lnTo>
                <a:lnTo>
                  <a:pt x="1006" y="1122"/>
                </a:lnTo>
                <a:lnTo>
                  <a:pt x="1007" y="1122"/>
                </a:lnTo>
                <a:lnTo>
                  <a:pt x="1007" y="1121"/>
                </a:lnTo>
                <a:lnTo>
                  <a:pt x="1007" y="1120"/>
                </a:lnTo>
                <a:lnTo>
                  <a:pt x="1007" y="1119"/>
                </a:lnTo>
                <a:lnTo>
                  <a:pt x="1008" y="1117"/>
                </a:lnTo>
                <a:lnTo>
                  <a:pt x="1009" y="1117"/>
                </a:lnTo>
                <a:lnTo>
                  <a:pt x="1010" y="1117"/>
                </a:lnTo>
                <a:lnTo>
                  <a:pt x="1010" y="1116"/>
                </a:lnTo>
                <a:lnTo>
                  <a:pt x="1009" y="1116"/>
                </a:lnTo>
                <a:lnTo>
                  <a:pt x="1008" y="1116"/>
                </a:lnTo>
                <a:lnTo>
                  <a:pt x="1008" y="1115"/>
                </a:lnTo>
                <a:lnTo>
                  <a:pt x="1008" y="1113"/>
                </a:lnTo>
                <a:lnTo>
                  <a:pt x="1007" y="1112"/>
                </a:lnTo>
                <a:lnTo>
                  <a:pt x="1006" y="1112"/>
                </a:lnTo>
                <a:lnTo>
                  <a:pt x="1006" y="1111"/>
                </a:lnTo>
                <a:lnTo>
                  <a:pt x="1005" y="1110"/>
                </a:lnTo>
                <a:lnTo>
                  <a:pt x="1006" y="1109"/>
                </a:lnTo>
                <a:lnTo>
                  <a:pt x="1006" y="1108"/>
                </a:lnTo>
                <a:lnTo>
                  <a:pt x="1005" y="1108"/>
                </a:lnTo>
                <a:lnTo>
                  <a:pt x="1005" y="1107"/>
                </a:lnTo>
                <a:lnTo>
                  <a:pt x="1006" y="1106"/>
                </a:lnTo>
                <a:lnTo>
                  <a:pt x="1006" y="1105"/>
                </a:lnTo>
                <a:lnTo>
                  <a:pt x="1006" y="1104"/>
                </a:lnTo>
                <a:lnTo>
                  <a:pt x="1006" y="1103"/>
                </a:lnTo>
                <a:lnTo>
                  <a:pt x="1005" y="1103"/>
                </a:lnTo>
                <a:lnTo>
                  <a:pt x="1004" y="1102"/>
                </a:lnTo>
                <a:lnTo>
                  <a:pt x="1003" y="1102"/>
                </a:lnTo>
                <a:lnTo>
                  <a:pt x="1004" y="1101"/>
                </a:lnTo>
                <a:lnTo>
                  <a:pt x="1004" y="1100"/>
                </a:lnTo>
                <a:lnTo>
                  <a:pt x="1003" y="1100"/>
                </a:lnTo>
                <a:lnTo>
                  <a:pt x="1002" y="1099"/>
                </a:lnTo>
                <a:lnTo>
                  <a:pt x="1001" y="1099"/>
                </a:lnTo>
                <a:lnTo>
                  <a:pt x="1000" y="1098"/>
                </a:lnTo>
                <a:lnTo>
                  <a:pt x="1000" y="1097"/>
                </a:lnTo>
                <a:lnTo>
                  <a:pt x="999" y="1097"/>
                </a:lnTo>
                <a:lnTo>
                  <a:pt x="999" y="1098"/>
                </a:lnTo>
                <a:lnTo>
                  <a:pt x="999" y="1099"/>
                </a:lnTo>
                <a:lnTo>
                  <a:pt x="998" y="1100"/>
                </a:lnTo>
                <a:lnTo>
                  <a:pt x="998" y="1101"/>
                </a:lnTo>
                <a:lnTo>
                  <a:pt x="998" y="1102"/>
                </a:lnTo>
                <a:lnTo>
                  <a:pt x="999" y="1102"/>
                </a:lnTo>
                <a:lnTo>
                  <a:pt x="998" y="1102"/>
                </a:lnTo>
                <a:lnTo>
                  <a:pt x="998" y="1103"/>
                </a:lnTo>
                <a:lnTo>
                  <a:pt x="997" y="1103"/>
                </a:lnTo>
                <a:lnTo>
                  <a:pt x="996" y="1104"/>
                </a:lnTo>
                <a:lnTo>
                  <a:pt x="995" y="1104"/>
                </a:lnTo>
                <a:lnTo>
                  <a:pt x="995" y="1103"/>
                </a:lnTo>
                <a:lnTo>
                  <a:pt x="994" y="1103"/>
                </a:lnTo>
                <a:lnTo>
                  <a:pt x="993" y="1103"/>
                </a:lnTo>
                <a:lnTo>
                  <a:pt x="992" y="1103"/>
                </a:lnTo>
                <a:lnTo>
                  <a:pt x="992" y="1104"/>
                </a:lnTo>
                <a:lnTo>
                  <a:pt x="991" y="1104"/>
                </a:lnTo>
                <a:lnTo>
                  <a:pt x="991" y="1105"/>
                </a:lnTo>
                <a:lnTo>
                  <a:pt x="991" y="1107"/>
                </a:lnTo>
                <a:lnTo>
                  <a:pt x="990" y="1107"/>
                </a:lnTo>
                <a:lnTo>
                  <a:pt x="990" y="1108"/>
                </a:lnTo>
                <a:lnTo>
                  <a:pt x="990" y="1109"/>
                </a:lnTo>
                <a:lnTo>
                  <a:pt x="989" y="1109"/>
                </a:lnTo>
                <a:lnTo>
                  <a:pt x="988" y="1110"/>
                </a:lnTo>
                <a:lnTo>
                  <a:pt x="986" y="1110"/>
                </a:lnTo>
                <a:lnTo>
                  <a:pt x="985" y="1110"/>
                </a:lnTo>
                <a:lnTo>
                  <a:pt x="984" y="1109"/>
                </a:lnTo>
                <a:lnTo>
                  <a:pt x="984" y="1110"/>
                </a:lnTo>
                <a:lnTo>
                  <a:pt x="983" y="1110"/>
                </a:lnTo>
                <a:lnTo>
                  <a:pt x="982" y="1109"/>
                </a:lnTo>
                <a:lnTo>
                  <a:pt x="981" y="1110"/>
                </a:lnTo>
                <a:lnTo>
                  <a:pt x="981" y="1109"/>
                </a:lnTo>
                <a:lnTo>
                  <a:pt x="980" y="1109"/>
                </a:lnTo>
                <a:lnTo>
                  <a:pt x="979" y="1109"/>
                </a:lnTo>
                <a:lnTo>
                  <a:pt x="979" y="1110"/>
                </a:lnTo>
                <a:lnTo>
                  <a:pt x="978" y="1110"/>
                </a:lnTo>
                <a:lnTo>
                  <a:pt x="977" y="1110"/>
                </a:lnTo>
                <a:lnTo>
                  <a:pt x="976" y="1110"/>
                </a:lnTo>
                <a:lnTo>
                  <a:pt x="976" y="1107"/>
                </a:lnTo>
                <a:lnTo>
                  <a:pt x="976" y="1106"/>
                </a:lnTo>
                <a:lnTo>
                  <a:pt x="976" y="1105"/>
                </a:lnTo>
                <a:lnTo>
                  <a:pt x="976" y="1104"/>
                </a:lnTo>
                <a:lnTo>
                  <a:pt x="976" y="1103"/>
                </a:lnTo>
                <a:lnTo>
                  <a:pt x="975" y="1102"/>
                </a:lnTo>
                <a:lnTo>
                  <a:pt x="975" y="1101"/>
                </a:lnTo>
                <a:lnTo>
                  <a:pt x="975" y="1100"/>
                </a:lnTo>
                <a:lnTo>
                  <a:pt x="975" y="1099"/>
                </a:lnTo>
                <a:lnTo>
                  <a:pt x="975" y="1098"/>
                </a:lnTo>
                <a:lnTo>
                  <a:pt x="976" y="1098"/>
                </a:lnTo>
                <a:lnTo>
                  <a:pt x="976" y="1097"/>
                </a:lnTo>
                <a:lnTo>
                  <a:pt x="975" y="1096"/>
                </a:lnTo>
                <a:lnTo>
                  <a:pt x="975" y="1095"/>
                </a:lnTo>
                <a:lnTo>
                  <a:pt x="975" y="1094"/>
                </a:lnTo>
                <a:lnTo>
                  <a:pt x="974" y="1094"/>
                </a:lnTo>
                <a:lnTo>
                  <a:pt x="974" y="1093"/>
                </a:lnTo>
                <a:lnTo>
                  <a:pt x="973" y="1093"/>
                </a:lnTo>
                <a:lnTo>
                  <a:pt x="972" y="1093"/>
                </a:lnTo>
                <a:lnTo>
                  <a:pt x="972" y="1092"/>
                </a:lnTo>
                <a:lnTo>
                  <a:pt x="973" y="1090"/>
                </a:lnTo>
                <a:lnTo>
                  <a:pt x="973" y="1089"/>
                </a:lnTo>
                <a:lnTo>
                  <a:pt x="972" y="1089"/>
                </a:lnTo>
                <a:lnTo>
                  <a:pt x="971" y="1089"/>
                </a:lnTo>
                <a:lnTo>
                  <a:pt x="970" y="1089"/>
                </a:lnTo>
                <a:lnTo>
                  <a:pt x="969" y="1089"/>
                </a:lnTo>
                <a:lnTo>
                  <a:pt x="969" y="1088"/>
                </a:lnTo>
                <a:lnTo>
                  <a:pt x="969" y="1087"/>
                </a:lnTo>
                <a:lnTo>
                  <a:pt x="968" y="1087"/>
                </a:lnTo>
                <a:lnTo>
                  <a:pt x="968" y="1086"/>
                </a:lnTo>
                <a:lnTo>
                  <a:pt x="967" y="1086"/>
                </a:lnTo>
                <a:lnTo>
                  <a:pt x="966" y="1087"/>
                </a:lnTo>
                <a:lnTo>
                  <a:pt x="965" y="1086"/>
                </a:lnTo>
                <a:lnTo>
                  <a:pt x="964" y="1086"/>
                </a:lnTo>
                <a:lnTo>
                  <a:pt x="964" y="1085"/>
                </a:lnTo>
                <a:lnTo>
                  <a:pt x="963" y="1085"/>
                </a:lnTo>
                <a:lnTo>
                  <a:pt x="961" y="1086"/>
                </a:lnTo>
                <a:lnTo>
                  <a:pt x="961" y="1087"/>
                </a:lnTo>
                <a:lnTo>
                  <a:pt x="959" y="1088"/>
                </a:lnTo>
                <a:lnTo>
                  <a:pt x="958" y="1088"/>
                </a:lnTo>
                <a:lnTo>
                  <a:pt x="957" y="1088"/>
                </a:lnTo>
                <a:lnTo>
                  <a:pt x="957" y="1087"/>
                </a:lnTo>
                <a:lnTo>
                  <a:pt x="956" y="1087"/>
                </a:lnTo>
                <a:lnTo>
                  <a:pt x="956" y="1088"/>
                </a:lnTo>
                <a:lnTo>
                  <a:pt x="956" y="1089"/>
                </a:lnTo>
                <a:lnTo>
                  <a:pt x="956" y="1090"/>
                </a:lnTo>
                <a:lnTo>
                  <a:pt x="956" y="1091"/>
                </a:lnTo>
                <a:lnTo>
                  <a:pt x="955" y="1091"/>
                </a:lnTo>
                <a:lnTo>
                  <a:pt x="955" y="1092"/>
                </a:lnTo>
                <a:lnTo>
                  <a:pt x="954" y="1092"/>
                </a:lnTo>
                <a:lnTo>
                  <a:pt x="952" y="1092"/>
                </a:lnTo>
                <a:lnTo>
                  <a:pt x="951" y="1092"/>
                </a:lnTo>
                <a:lnTo>
                  <a:pt x="950" y="1092"/>
                </a:lnTo>
                <a:lnTo>
                  <a:pt x="949" y="1091"/>
                </a:lnTo>
                <a:lnTo>
                  <a:pt x="948" y="1091"/>
                </a:lnTo>
                <a:lnTo>
                  <a:pt x="947" y="1091"/>
                </a:lnTo>
                <a:lnTo>
                  <a:pt x="946" y="1091"/>
                </a:lnTo>
                <a:lnTo>
                  <a:pt x="945" y="1091"/>
                </a:lnTo>
                <a:lnTo>
                  <a:pt x="944" y="1090"/>
                </a:lnTo>
                <a:lnTo>
                  <a:pt x="943" y="1090"/>
                </a:lnTo>
                <a:lnTo>
                  <a:pt x="943" y="1091"/>
                </a:lnTo>
                <a:lnTo>
                  <a:pt x="942" y="1090"/>
                </a:lnTo>
                <a:lnTo>
                  <a:pt x="941" y="1090"/>
                </a:lnTo>
                <a:lnTo>
                  <a:pt x="940" y="1090"/>
                </a:lnTo>
                <a:lnTo>
                  <a:pt x="939" y="1090"/>
                </a:lnTo>
                <a:lnTo>
                  <a:pt x="938" y="1089"/>
                </a:lnTo>
                <a:lnTo>
                  <a:pt x="937" y="1089"/>
                </a:lnTo>
                <a:lnTo>
                  <a:pt x="937" y="1088"/>
                </a:lnTo>
                <a:lnTo>
                  <a:pt x="936" y="1088"/>
                </a:lnTo>
                <a:lnTo>
                  <a:pt x="935" y="1087"/>
                </a:lnTo>
                <a:lnTo>
                  <a:pt x="934" y="1089"/>
                </a:lnTo>
                <a:lnTo>
                  <a:pt x="933" y="1089"/>
                </a:lnTo>
                <a:lnTo>
                  <a:pt x="932" y="1089"/>
                </a:lnTo>
                <a:lnTo>
                  <a:pt x="931" y="1089"/>
                </a:lnTo>
                <a:lnTo>
                  <a:pt x="930" y="1090"/>
                </a:lnTo>
                <a:lnTo>
                  <a:pt x="930" y="1091"/>
                </a:lnTo>
                <a:lnTo>
                  <a:pt x="929" y="1091"/>
                </a:lnTo>
                <a:lnTo>
                  <a:pt x="928" y="1091"/>
                </a:lnTo>
                <a:lnTo>
                  <a:pt x="928" y="1090"/>
                </a:lnTo>
                <a:lnTo>
                  <a:pt x="928" y="1089"/>
                </a:lnTo>
                <a:lnTo>
                  <a:pt x="929" y="1089"/>
                </a:lnTo>
                <a:lnTo>
                  <a:pt x="929" y="1088"/>
                </a:lnTo>
                <a:lnTo>
                  <a:pt x="929" y="1087"/>
                </a:lnTo>
                <a:lnTo>
                  <a:pt x="928" y="1086"/>
                </a:lnTo>
                <a:lnTo>
                  <a:pt x="928" y="1084"/>
                </a:lnTo>
                <a:lnTo>
                  <a:pt x="928" y="1083"/>
                </a:lnTo>
                <a:lnTo>
                  <a:pt x="928" y="1082"/>
                </a:lnTo>
                <a:lnTo>
                  <a:pt x="929" y="1082"/>
                </a:lnTo>
                <a:lnTo>
                  <a:pt x="929" y="1081"/>
                </a:lnTo>
                <a:lnTo>
                  <a:pt x="930" y="1081"/>
                </a:lnTo>
                <a:lnTo>
                  <a:pt x="931" y="1080"/>
                </a:lnTo>
                <a:lnTo>
                  <a:pt x="931" y="1079"/>
                </a:lnTo>
                <a:lnTo>
                  <a:pt x="930" y="1079"/>
                </a:lnTo>
                <a:lnTo>
                  <a:pt x="930" y="1077"/>
                </a:lnTo>
                <a:lnTo>
                  <a:pt x="931" y="1076"/>
                </a:lnTo>
                <a:lnTo>
                  <a:pt x="931" y="1075"/>
                </a:lnTo>
                <a:lnTo>
                  <a:pt x="929" y="1073"/>
                </a:lnTo>
                <a:lnTo>
                  <a:pt x="928" y="1072"/>
                </a:lnTo>
                <a:lnTo>
                  <a:pt x="927" y="1071"/>
                </a:lnTo>
                <a:lnTo>
                  <a:pt x="926" y="1070"/>
                </a:lnTo>
                <a:lnTo>
                  <a:pt x="927" y="1070"/>
                </a:lnTo>
                <a:lnTo>
                  <a:pt x="927" y="1069"/>
                </a:lnTo>
                <a:lnTo>
                  <a:pt x="927" y="1068"/>
                </a:lnTo>
                <a:lnTo>
                  <a:pt x="926" y="1068"/>
                </a:lnTo>
                <a:lnTo>
                  <a:pt x="925" y="1068"/>
                </a:lnTo>
                <a:lnTo>
                  <a:pt x="924" y="1068"/>
                </a:lnTo>
                <a:lnTo>
                  <a:pt x="923" y="1068"/>
                </a:lnTo>
                <a:lnTo>
                  <a:pt x="922" y="1068"/>
                </a:lnTo>
                <a:lnTo>
                  <a:pt x="922" y="1067"/>
                </a:lnTo>
                <a:lnTo>
                  <a:pt x="922" y="1066"/>
                </a:lnTo>
                <a:lnTo>
                  <a:pt x="921" y="1067"/>
                </a:lnTo>
                <a:lnTo>
                  <a:pt x="920" y="1067"/>
                </a:lnTo>
                <a:lnTo>
                  <a:pt x="919" y="1067"/>
                </a:lnTo>
                <a:lnTo>
                  <a:pt x="916" y="1066"/>
                </a:lnTo>
                <a:lnTo>
                  <a:pt x="916" y="1065"/>
                </a:lnTo>
                <a:lnTo>
                  <a:pt x="916" y="1064"/>
                </a:lnTo>
                <a:lnTo>
                  <a:pt x="915" y="1064"/>
                </a:lnTo>
                <a:lnTo>
                  <a:pt x="915" y="1063"/>
                </a:lnTo>
                <a:lnTo>
                  <a:pt x="914" y="1064"/>
                </a:lnTo>
                <a:lnTo>
                  <a:pt x="913" y="1063"/>
                </a:lnTo>
                <a:lnTo>
                  <a:pt x="913" y="1062"/>
                </a:lnTo>
                <a:lnTo>
                  <a:pt x="912" y="1062"/>
                </a:lnTo>
                <a:lnTo>
                  <a:pt x="910" y="1063"/>
                </a:lnTo>
                <a:lnTo>
                  <a:pt x="910" y="1062"/>
                </a:lnTo>
                <a:lnTo>
                  <a:pt x="910" y="1061"/>
                </a:lnTo>
                <a:lnTo>
                  <a:pt x="909" y="1060"/>
                </a:lnTo>
                <a:lnTo>
                  <a:pt x="908" y="1060"/>
                </a:lnTo>
                <a:lnTo>
                  <a:pt x="908" y="1059"/>
                </a:lnTo>
                <a:lnTo>
                  <a:pt x="908" y="1058"/>
                </a:lnTo>
                <a:lnTo>
                  <a:pt x="908" y="1057"/>
                </a:lnTo>
                <a:lnTo>
                  <a:pt x="907" y="1057"/>
                </a:lnTo>
                <a:lnTo>
                  <a:pt x="907" y="1056"/>
                </a:lnTo>
                <a:lnTo>
                  <a:pt x="906" y="1056"/>
                </a:lnTo>
                <a:lnTo>
                  <a:pt x="905" y="1055"/>
                </a:lnTo>
                <a:lnTo>
                  <a:pt x="905" y="1054"/>
                </a:lnTo>
                <a:lnTo>
                  <a:pt x="904" y="1054"/>
                </a:lnTo>
                <a:lnTo>
                  <a:pt x="903" y="1053"/>
                </a:lnTo>
                <a:lnTo>
                  <a:pt x="903" y="1052"/>
                </a:lnTo>
                <a:lnTo>
                  <a:pt x="903" y="1051"/>
                </a:lnTo>
                <a:lnTo>
                  <a:pt x="903" y="1050"/>
                </a:lnTo>
                <a:lnTo>
                  <a:pt x="902" y="1049"/>
                </a:lnTo>
                <a:lnTo>
                  <a:pt x="901" y="1049"/>
                </a:lnTo>
                <a:lnTo>
                  <a:pt x="901" y="1048"/>
                </a:lnTo>
                <a:lnTo>
                  <a:pt x="900" y="1048"/>
                </a:lnTo>
                <a:lnTo>
                  <a:pt x="900" y="1047"/>
                </a:lnTo>
                <a:lnTo>
                  <a:pt x="900" y="1046"/>
                </a:lnTo>
                <a:lnTo>
                  <a:pt x="899" y="1046"/>
                </a:lnTo>
                <a:lnTo>
                  <a:pt x="898" y="1046"/>
                </a:lnTo>
                <a:lnTo>
                  <a:pt x="898" y="1045"/>
                </a:lnTo>
                <a:lnTo>
                  <a:pt x="898" y="1044"/>
                </a:lnTo>
                <a:lnTo>
                  <a:pt x="898" y="1043"/>
                </a:lnTo>
                <a:lnTo>
                  <a:pt x="897" y="1042"/>
                </a:lnTo>
                <a:lnTo>
                  <a:pt x="897" y="1041"/>
                </a:lnTo>
                <a:lnTo>
                  <a:pt x="897" y="1040"/>
                </a:lnTo>
                <a:lnTo>
                  <a:pt x="896" y="1039"/>
                </a:lnTo>
                <a:lnTo>
                  <a:pt x="895" y="1039"/>
                </a:lnTo>
                <a:lnTo>
                  <a:pt x="894" y="1039"/>
                </a:lnTo>
                <a:lnTo>
                  <a:pt x="894" y="1038"/>
                </a:lnTo>
                <a:lnTo>
                  <a:pt x="894" y="1037"/>
                </a:lnTo>
                <a:lnTo>
                  <a:pt x="894" y="1036"/>
                </a:lnTo>
                <a:lnTo>
                  <a:pt x="893" y="1035"/>
                </a:lnTo>
                <a:lnTo>
                  <a:pt x="893" y="1034"/>
                </a:lnTo>
                <a:lnTo>
                  <a:pt x="892" y="1034"/>
                </a:lnTo>
                <a:lnTo>
                  <a:pt x="891" y="1033"/>
                </a:lnTo>
                <a:lnTo>
                  <a:pt x="891" y="1032"/>
                </a:lnTo>
                <a:lnTo>
                  <a:pt x="891" y="1031"/>
                </a:lnTo>
                <a:lnTo>
                  <a:pt x="890" y="1031"/>
                </a:lnTo>
                <a:lnTo>
                  <a:pt x="889" y="1031"/>
                </a:lnTo>
                <a:lnTo>
                  <a:pt x="888" y="1031"/>
                </a:lnTo>
                <a:lnTo>
                  <a:pt x="888" y="1030"/>
                </a:lnTo>
                <a:lnTo>
                  <a:pt x="887" y="1030"/>
                </a:lnTo>
                <a:lnTo>
                  <a:pt x="886" y="1029"/>
                </a:lnTo>
                <a:lnTo>
                  <a:pt x="886" y="1028"/>
                </a:lnTo>
                <a:lnTo>
                  <a:pt x="886" y="1027"/>
                </a:lnTo>
                <a:lnTo>
                  <a:pt x="887" y="1027"/>
                </a:lnTo>
                <a:lnTo>
                  <a:pt x="888" y="1027"/>
                </a:lnTo>
                <a:lnTo>
                  <a:pt x="888" y="1026"/>
                </a:lnTo>
                <a:lnTo>
                  <a:pt x="888" y="1025"/>
                </a:lnTo>
                <a:lnTo>
                  <a:pt x="889" y="1025"/>
                </a:lnTo>
                <a:lnTo>
                  <a:pt x="889" y="1023"/>
                </a:lnTo>
                <a:lnTo>
                  <a:pt x="889" y="1022"/>
                </a:lnTo>
                <a:lnTo>
                  <a:pt x="890" y="1022"/>
                </a:lnTo>
                <a:lnTo>
                  <a:pt x="890" y="1021"/>
                </a:lnTo>
                <a:lnTo>
                  <a:pt x="891" y="1021"/>
                </a:lnTo>
                <a:lnTo>
                  <a:pt x="891" y="1020"/>
                </a:lnTo>
                <a:lnTo>
                  <a:pt x="890" y="1020"/>
                </a:lnTo>
                <a:lnTo>
                  <a:pt x="890" y="1019"/>
                </a:lnTo>
                <a:lnTo>
                  <a:pt x="890" y="1018"/>
                </a:lnTo>
                <a:lnTo>
                  <a:pt x="891" y="1017"/>
                </a:lnTo>
                <a:lnTo>
                  <a:pt x="890" y="1017"/>
                </a:lnTo>
                <a:lnTo>
                  <a:pt x="890" y="1016"/>
                </a:lnTo>
                <a:lnTo>
                  <a:pt x="890" y="1015"/>
                </a:lnTo>
                <a:lnTo>
                  <a:pt x="891" y="1015"/>
                </a:lnTo>
                <a:lnTo>
                  <a:pt x="891" y="1014"/>
                </a:lnTo>
                <a:lnTo>
                  <a:pt x="891" y="1013"/>
                </a:lnTo>
                <a:lnTo>
                  <a:pt x="892" y="1013"/>
                </a:lnTo>
                <a:lnTo>
                  <a:pt x="892" y="1012"/>
                </a:lnTo>
                <a:lnTo>
                  <a:pt x="893" y="1012"/>
                </a:lnTo>
                <a:lnTo>
                  <a:pt x="893" y="1011"/>
                </a:lnTo>
                <a:lnTo>
                  <a:pt x="894" y="1011"/>
                </a:lnTo>
                <a:lnTo>
                  <a:pt x="895" y="1011"/>
                </a:lnTo>
                <a:lnTo>
                  <a:pt x="896" y="1010"/>
                </a:lnTo>
                <a:lnTo>
                  <a:pt x="897" y="1010"/>
                </a:lnTo>
                <a:lnTo>
                  <a:pt x="898" y="1009"/>
                </a:lnTo>
                <a:lnTo>
                  <a:pt x="898" y="1008"/>
                </a:lnTo>
                <a:lnTo>
                  <a:pt x="899" y="1008"/>
                </a:lnTo>
                <a:lnTo>
                  <a:pt x="899" y="1007"/>
                </a:lnTo>
                <a:lnTo>
                  <a:pt x="899" y="1006"/>
                </a:lnTo>
                <a:lnTo>
                  <a:pt x="899" y="1005"/>
                </a:lnTo>
                <a:lnTo>
                  <a:pt x="900" y="1005"/>
                </a:lnTo>
                <a:lnTo>
                  <a:pt x="902" y="1005"/>
                </a:lnTo>
                <a:lnTo>
                  <a:pt x="904" y="1005"/>
                </a:lnTo>
                <a:lnTo>
                  <a:pt x="905" y="1004"/>
                </a:lnTo>
                <a:lnTo>
                  <a:pt x="906" y="1005"/>
                </a:lnTo>
                <a:lnTo>
                  <a:pt x="907" y="1005"/>
                </a:lnTo>
                <a:lnTo>
                  <a:pt x="908" y="1006"/>
                </a:lnTo>
                <a:lnTo>
                  <a:pt x="909" y="1005"/>
                </a:lnTo>
                <a:lnTo>
                  <a:pt x="910" y="1006"/>
                </a:lnTo>
                <a:lnTo>
                  <a:pt x="911" y="1006"/>
                </a:lnTo>
                <a:lnTo>
                  <a:pt x="912" y="1007"/>
                </a:lnTo>
                <a:lnTo>
                  <a:pt x="912" y="1008"/>
                </a:lnTo>
                <a:lnTo>
                  <a:pt x="913" y="1008"/>
                </a:lnTo>
                <a:lnTo>
                  <a:pt x="913" y="1009"/>
                </a:lnTo>
                <a:lnTo>
                  <a:pt x="914" y="1009"/>
                </a:lnTo>
                <a:lnTo>
                  <a:pt x="914" y="1010"/>
                </a:lnTo>
                <a:lnTo>
                  <a:pt x="915" y="1010"/>
                </a:lnTo>
                <a:lnTo>
                  <a:pt x="915" y="1009"/>
                </a:lnTo>
                <a:lnTo>
                  <a:pt x="916" y="1009"/>
                </a:lnTo>
                <a:lnTo>
                  <a:pt x="916" y="1010"/>
                </a:lnTo>
                <a:lnTo>
                  <a:pt x="916" y="1011"/>
                </a:lnTo>
                <a:lnTo>
                  <a:pt x="917" y="1011"/>
                </a:lnTo>
                <a:lnTo>
                  <a:pt x="918" y="1011"/>
                </a:lnTo>
                <a:lnTo>
                  <a:pt x="919" y="1011"/>
                </a:lnTo>
                <a:lnTo>
                  <a:pt x="920" y="1011"/>
                </a:lnTo>
                <a:lnTo>
                  <a:pt x="921" y="1011"/>
                </a:lnTo>
                <a:lnTo>
                  <a:pt x="922" y="1011"/>
                </a:lnTo>
                <a:lnTo>
                  <a:pt x="923" y="1011"/>
                </a:lnTo>
                <a:lnTo>
                  <a:pt x="924" y="1011"/>
                </a:lnTo>
                <a:lnTo>
                  <a:pt x="925" y="1011"/>
                </a:lnTo>
                <a:lnTo>
                  <a:pt x="925" y="1010"/>
                </a:lnTo>
                <a:lnTo>
                  <a:pt x="926" y="1010"/>
                </a:lnTo>
                <a:lnTo>
                  <a:pt x="927" y="1011"/>
                </a:lnTo>
                <a:lnTo>
                  <a:pt x="928" y="1011"/>
                </a:lnTo>
                <a:lnTo>
                  <a:pt x="928" y="1012"/>
                </a:lnTo>
                <a:lnTo>
                  <a:pt x="929" y="1012"/>
                </a:lnTo>
                <a:lnTo>
                  <a:pt x="930" y="1011"/>
                </a:lnTo>
                <a:lnTo>
                  <a:pt x="931" y="1010"/>
                </a:lnTo>
                <a:lnTo>
                  <a:pt x="932" y="1010"/>
                </a:lnTo>
                <a:lnTo>
                  <a:pt x="934" y="1010"/>
                </a:lnTo>
                <a:lnTo>
                  <a:pt x="935" y="1011"/>
                </a:lnTo>
                <a:lnTo>
                  <a:pt x="935" y="1012"/>
                </a:lnTo>
                <a:lnTo>
                  <a:pt x="935" y="1013"/>
                </a:lnTo>
                <a:lnTo>
                  <a:pt x="935" y="1014"/>
                </a:lnTo>
                <a:lnTo>
                  <a:pt x="935" y="1015"/>
                </a:lnTo>
                <a:lnTo>
                  <a:pt x="936" y="1015"/>
                </a:lnTo>
                <a:lnTo>
                  <a:pt x="936" y="1014"/>
                </a:lnTo>
                <a:lnTo>
                  <a:pt x="937" y="1014"/>
                </a:lnTo>
                <a:lnTo>
                  <a:pt x="938" y="1015"/>
                </a:lnTo>
                <a:lnTo>
                  <a:pt x="939" y="1015"/>
                </a:lnTo>
                <a:lnTo>
                  <a:pt x="938" y="1015"/>
                </a:lnTo>
                <a:lnTo>
                  <a:pt x="938" y="1016"/>
                </a:lnTo>
                <a:lnTo>
                  <a:pt x="939" y="1016"/>
                </a:lnTo>
                <a:lnTo>
                  <a:pt x="940" y="1017"/>
                </a:lnTo>
                <a:lnTo>
                  <a:pt x="941" y="1017"/>
                </a:lnTo>
                <a:lnTo>
                  <a:pt x="942" y="1018"/>
                </a:lnTo>
                <a:lnTo>
                  <a:pt x="944" y="1018"/>
                </a:lnTo>
                <a:lnTo>
                  <a:pt x="945" y="1018"/>
                </a:lnTo>
                <a:lnTo>
                  <a:pt x="945" y="1020"/>
                </a:lnTo>
                <a:lnTo>
                  <a:pt x="946" y="1020"/>
                </a:lnTo>
                <a:lnTo>
                  <a:pt x="945" y="1020"/>
                </a:lnTo>
                <a:lnTo>
                  <a:pt x="945" y="1021"/>
                </a:lnTo>
                <a:lnTo>
                  <a:pt x="946" y="1021"/>
                </a:lnTo>
                <a:lnTo>
                  <a:pt x="946" y="1020"/>
                </a:lnTo>
                <a:lnTo>
                  <a:pt x="947" y="1020"/>
                </a:lnTo>
                <a:lnTo>
                  <a:pt x="950" y="1020"/>
                </a:lnTo>
                <a:lnTo>
                  <a:pt x="950" y="1021"/>
                </a:lnTo>
                <a:lnTo>
                  <a:pt x="951" y="1021"/>
                </a:lnTo>
                <a:lnTo>
                  <a:pt x="952" y="1022"/>
                </a:lnTo>
                <a:lnTo>
                  <a:pt x="953" y="1022"/>
                </a:lnTo>
                <a:lnTo>
                  <a:pt x="954" y="1022"/>
                </a:lnTo>
                <a:lnTo>
                  <a:pt x="954" y="1023"/>
                </a:lnTo>
                <a:lnTo>
                  <a:pt x="956" y="1022"/>
                </a:lnTo>
                <a:lnTo>
                  <a:pt x="956" y="1023"/>
                </a:lnTo>
                <a:lnTo>
                  <a:pt x="957" y="1023"/>
                </a:lnTo>
                <a:lnTo>
                  <a:pt x="959" y="1023"/>
                </a:lnTo>
                <a:lnTo>
                  <a:pt x="960" y="1024"/>
                </a:lnTo>
                <a:lnTo>
                  <a:pt x="961" y="1024"/>
                </a:lnTo>
                <a:lnTo>
                  <a:pt x="962" y="1024"/>
                </a:lnTo>
                <a:lnTo>
                  <a:pt x="962" y="1025"/>
                </a:lnTo>
                <a:lnTo>
                  <a:pt x="962" y="1026"/>
                </a:lnTo>
                <a:lnTo>
                  <a:pt x="964" y="1026"/>
                </a:lnTo>
                <a:lnTo>
                  <a:pt x="965" y="1026"/>
                </a:lnTo>
                <a:lnTo>
                  <a:pt x="965" y="1025"/>
                </a:lnTo>
                <a:lnTo>
                  <a:pt x="966" y="1025"/>
                </a:lnTo>
                <a:lnTo>
                  <a:pt x="967" y="1025"/>
                </a:lnTo>
                <a:lnTo>
                  <a:pt x="968" y="1025"/>
                </a:lnTo>
                <a:lnTo>
                  <a:pt x="969" y="1025"/>
                </a:lnTo>
                <a:lnTo>
                  <a:pt x="969" y="1026"/>
                </a:lnTo>
                <a:lnTo>
                  <a:pt x="969" y="1027"/>
                </a:lnTo>
                <a:lnTo>
                  <a:pt x="970" y="1027"/>
                </a:lnTo>
                <a:lnTo>
                  <a:pt x="971" y="1027"/>
                </a:lnTo>
                <a:lnTo>
                  <a:pt x="971" y="1026"/>
                </a:lnTo>
                <a:lnTo>
                  <a:pt x="972" y="1026"/>
                </a:lnTo>
                <a:lnTo>
                  <a:pt x="972" y="1027"/>
                </a:lnTo>
                <a:lnTo>
                  <a:pt x="972" y="1028"/>
                </a:lnTo>
                <a:lnTo>
                  <a:pt x="973" y="1028"/>
                </a:lnTo>
                <a:lnTo>
                  <a:pt x="974" y="1028"/>
                </a:lnTo>
                <a:lnTo>
                  <a:pt x="974" y="1029"/>
                </a:lnTo>
                <a:lnTo>
                  <a:pt x="975" y="1029"/>
                </a:lnTo>
                <a:lnTo>
                  <a:pt x="976" y="1030"/>
                </a:lnTo>
                <a:lnTo>
                  <a:pt x="977" y="1030"/>
                </a:lnTo>
                <a:lnTo>
                  <a:pt x="978" y="1031"/>
                </a:lnTo>
                <a:lnTo>
                  <a:pt x="979" y="1031"/>
                </a:lnTo>
                <a:lnTo>
                  <a:pt x="979" y="1032"/>
                </a:lnTo>
                <a:lnTo>
                  <a:pt x="980" y="1032"/>
                </a:lnTo>
                <a:lnTo>
                  <a:pt x="979" y="1032"/>
                </a:lnTo>
                <a:lnTo>
                  <a:pt x="979" y="1033"/>
                </a:lnTo>
                <a:lnTo>
                  <a:pt x="978" y="1033"/>
                </a:lnTo>
                <a:lnTo>
                  <a:pt x="978" y="1034"/>
                </a:lnTo>
                <a:lnTo>
                  <a:pt x="979" y="1035"/>
                </a:lnTo>
                <a:lnTo>
                  <a:pt x="981" y="1036"/>
                </a:lnTo>
                <a:lnTo>
                  <a:pt x="982" y="1037"/>
                </a:lnTo>
                <a:lnTo>
                  <a:pt x="983" y="1037"/>
                </a:lnTo>
                <a:lnTo>
                  <a:pt x="984" y="1037"/>
                </a:lnTo>
                <a:lnTo>
                  <a:pt x="984" y="1036"/>
                </a:lnTo>
                <a:lnTo>
                  <a:pt x="984" y="1035"/>
                </a:lnTo>
                <a:lnTo>
                  <a:pt x="985" y="1036"/>
                </a:lnTo>
                <a:lnTo>
                  <a:pt x="986" y="1037"/>
                </a:lnTo>
                <a:lnTo>
                  <a:pt x="986" y="1038"/>
                </a:lnTo>
                <a:lnTo>
                  <a:pt x="985" y="1039"/>
                </a:lnTo>
                <a:lnTo>
                  <a:pt x="986" y="1040"/>
                </a:lnTo>
                <a:lnTo>
                  <a:pt x="987" y="1039"/>
                </a:lnTo>
                <a:lnTo>
                  <a:pt x="987" y="1038"/>
                </a:lnTo>
                <a:lnTo>
                  <a:pt x="988" y="1038"/>
                </a:lnTo>
                <a:lnTo>
                  <a:pt x="988" y="1039"/>
                </a:lnTo>
                <a:lnTo>
                  <a:pt x="988" y="1040"/>
                </a:lnTo>
                <a:lnTo>
                  <a:pt x="989" y="1040"/>
                </a:lnTo>
                <a:lnTo>
                  <a:pt x="989" y="1039"/>
                </a:lnTo>
                <a:lnTo>
                  <a:pt x="990" y="1039"/>
                </a:lnTo>
                <a:lnTo>
                  <a:pt x="990" y="1038"/>
                </a:lnTo>
                <a:lnTo>
                  <a:pt x="990" y="1037"/>
                </a:lnTo>
                <a:lnTo>
                  <a:pt x="991" y="1036"/>
                </a:lnTo>
                <a:lnTo>
                  <a:pt x="991" y="1035"/>
                </a:lnTo>
                <a:lnTo>
                  <a:pt x="992" y="1035"/>
                </a:lnTo>
                <a:lnTo>
                  <a:pt x="993" y="1034"/>
                </a:lnTo>
                <a:lnTo>
                  <a:pt x="994" y="1034"/>
                </a:lnTo>
                <a:lnTo>
                  <a:pt x="995" y="1034"/>
                </a:lnTo>
                <a:lnTo>
                  <a:pt x="995" y="1035"/>
                </a:lnTo>
                <a:lnTo>
                  <a:pt x="996" y="1034"/>
                </a:lnTo>
                <a:lnTo>
                  <a:pt x="997" y="1034"/>
                </a:lnTo>
                <a:lnTo>
                  <a:pt x="998" y="1034"/>
                </a:lnTo>
                <a:lnTo>
                  <a:pt x="999" y="1035"/>
                </a:lnTo>
                <a:lnTo>
                  <a:pt x="1000" y="1034"/>
                </a:lnTo>
                <a:lnTo>
                  <a:pt x="1000" y="1033"/>
                </a:lnTo>
                <a:lnTo>
                  <a:pt x="1000" y="1032"/>
                </a:lnTo>
                <a:lnTo>
                  <a:pt x="1001" y="1032"/>
                </a:lnTo>
                <a:lnTo>
                  <a:pt x="1002" y="1032"/>
                </a:lnTo>
                <a:lnTo>
                  <a:pt x="1002" y="1033"/>
                </a:lnTo>
                <a:lnTo>
                  <a:pt x="1002" y="1034"/>
                </a:lnTo>
                <a:lnTo>
                  <a:pt x="1003" y="1034"/>
                </a:lnTo>
                <a:lnTo>
                  <a:pt x="1004" y="1034"/>
                </a:lnTo>
                <a:lnTo>
                  <a:pt x="1005" y="1034"/>
                </a:lnTo>
                <a:lnTo>
                  <a:pt x="1006" y="1034"/>
                </a:lnTo>
                <a:lnTo>
                  <a:pt x="1007" y="1034"/>
                </a:lnTo>
                <a:lnTo>
                  <a:pt x="1007" y="1035"/>
                </a:lnTo>
                <a:lnTo>
                  <a:pt x="1009" y="1036"/>
                </a:lnTo>
                <a:lnTo>
                  <a:pt x="1010" y="1036"/>
                </a:lnTo>
                <a:lnTo>
                  <a:pt x="1011" y="1037"/>
                </a:lnTo>
                <a:lnTo>
                  <a:pt x="1011" y="1036"/>
                </a:lnTo>
                <a:lnTo>
                  <a:pt x="1012" y="1035"/>
                </a:lnTo>
                <a:lnTo>
                  <a:pt x="1012" y="1033"/>
                </a:lnTo>
                <a:lnTo>
                  <a:pt x="1012" y="1032"/>
                </a:lnTo>
                <a:lnTo>
                  <a:pt x="1013" y="1031"/>
                </a:lnTo>
                <a:lnTo>
                  <a:pt x="1012" y="1031"/>
                </a:lnTo>
                <a:lnTo>
                  <a:pt x="1012" y="1030"/>
                </a:lnTo>
                <a:lnTo>
                  <a:pt x="1013" y="1030"/>
                </a:lnTo>
                <a:lnTo>
                  <a:pt x="1014" y="1030"/>
                </a:lnTo>
                <a:lnTo>
                  <a:pt x="1015" y="1030"/>
                </a:lnTo>
                <a:lnTo>
                  <a:pt x="1015" y="1031"/>
                </a:lnTo>
                <a:lnTo>
                  <a:pt x="1016" y="1031"/>
                </a:lnTo>
                <a:lnTo>
                  <a:pt x="1017" y="1030"/>
                </a:lnTo>
                <a:lnTo>
                  <a:pt x="1017" y="1029"/>
                </a:lnTo>
                <a:lnTo>
                  <a:pt x="1017" y="1028"/>
                </a:lnTo>
                <a:lnTo>
                  <a:pt x="1018" y="1027"/>
                </a:lnTo>
                <a:lnTo>
                  <a:pt x="1019" y="1027"/>
                </a:lnTo>
                <a:lnTo>
                  <a:pt x="1019" y="1025"/>
                </a:lnTo>
                <a:lnTo>
                  <a:pt x="1018" y="1025"/>
                </a:lnTo>
                <a:lnTo>
                  <a:pt x="1018" y="1024"/>
                </a:lnTo>
                <a:lnTo>
                  <a:pt x="1017" y="1024"/>
                </a:lnTo>
                <a:lnTo>
                  <a:pt x="1018" y="1023"/>
                </a:lnTo>
                <a:lnTo>
                  <a:pt x="1019" y="1023"/>
                </a:lnTo>
                <a:lnTo>
                  <a:pt x="1019" y="1022"/>
                </a:lnTo>
                <a:lnTo>
                  <a:pt x="1020" y="1022"/>
                </a:lnTo>
                <a:lnTo>
                  <a:pt x="1021" y="1022"/>
                </a:lnTo>
                <a:lnTo>
                  <a:pt x="1022" y="1023"/>
                </a:lnTo>
                <a:lnTo>
                  <a:pt x="1022" y="1022"/>
                </a:lnTo>
                <a:lnTo>
                  <a:pt x="1023" y="1022"/>
                </a:lnTo>
                <a:lnTo>
                  <a:pt x="1023" y="1021"/>
                </a:lnTo>
                <a:lnTo>
                  <a:pt x="1022" y="1021"/>
                </a:lnTo>
                <a:lnTo>
                  <a:pt x="1022" y="1020"/>
                </a:lnTo>
                <a:lnTo>
                  <a:pt x="1022" y="1019"/>
                </a:lnTo>
                <a:lnTo>
                  <a:pt x="1023" y="1018"/>
                </a:lnTo>
                <a:lnTo>
                  <a:pt x="1022" y="1018"/>
                </a:lnTo>
                <a:lnTo>
                  <a:pt x="1022" y="1017"/>
                </a:lnTo>
                <a:lnTo>
                  <a:pt x="1022" y="1016"/>
                </a:lnTo>
                <a:lnTo>
                  <a:pt x="1023" y="1015"/>
                </a:lnTo>
                <a:lnTo>
                  <a:pt x="1025" y="1015"/>
                </a:lnTo>
                <a:lnTo>
                  <a:pt x="1026" y="1016"/>
                </a:lnTo>
                <a:lnTo>
                  <a:pt x="1027" y="1016"/>
                </a:lnTo>
                <a:lnTo>
                  <a:pt x="1029" y="1017"/>
                </a:lnTo>
                <a:lnTo>
                  <a:pt x="1030" y="1017"/>
                </a:lnTo>
                <a:lnTo>
                  <a:pt x="1030" y="1018"/>
                </a:lnTo>
                <a:lnTo>
                  <a:pt x="1031" y="1018"/>
                </a:lnTo>
                <a:lnTo>
                  <a:pt x="1031" y="1017"/>
                </a:lnTo>
                <a:lnTo>
                  <a:pt x="1032" y="1017"/>
                </a:lnTo>
                <a:lnTo>
                  <a:pt x="1032" y="1016"/>
                </a:lnTo>
                <a:lnTo>
                  <a:pt x="1031" y="1015"/>
                </a:lnTo>
                <a:lnTo>
                  <a:pt x="1032" y="1015"/>
                </a:lnTo>
                <a:lnTo>
                  <a:pt x="1033" y="1014"/>
                </a:lnTo>
                <a:lnTo>
                  <a:pt x="1034" y="1013"/>
                </a:lnTo>
                <a:lnTo>
                  <a:pt x="1034" y="1012"/>
                </a:lnTo>
                <a:lnTo>
                  <a:pt x="1034" y="1011"/>
                </a:lnTo>
                <a:lnTo>
                  <a:pt x="1034" y="1010"/>
                </a:lnTo>
                <a:lnTo>
                  <a:pt x="1035" y="1010"/>
                </a:lnTo>
                <a:lnTo>
                  <a:pt x="1035" y="1009"/>
                </a:lnTo>
                <a:lnTo>
                  <a:pt x="1035" y="1008"/>
                </a:lnTo>
                <a:lnTo>
                  <a:pt x="1036" y="1007"/>
                </a:lnTo>
                <a:lnTo>
                  <a:pt x="1036" y="1008"/>
                </a:lnTo>
                <a:lnTo>
                  <a:pt x="1037" y="1008"/>
                </a:lnTo>
                <a:lnTo>
                  <a:pt x="1038" y="1009"/>
                </a:lnTo>
                <a:lnTo>
                  <a:pt x="1039" y="1009"/>
                </a:lnTo>
                <a:lnTo>
                  <a:pt x="1040" y="1009"/>
                </a:lnTo>
                <a:lnTo>
                  <a:pt x="1041" y="1009"/>
                </a:lnTo>
                <a:lnTo>
                  <a:pt x="1042" y="1009"/>
                </a:lnTo>
                <a:lnTo>
                  <a:pt x="1043" y="1008"/>
                </a:lnTo>
                <a:lnTo>
                  <a:pt x="1043" y="1007"/>
                </a:lnTo>
                <a:lnTo>
                  <a:pt x="1042" y="1007"/>
                </a:lnTo>
                <a:lnTo>
                  <a:pt x="1042" y="1006"/>
                </a:lnTo>
                <a:lnTo>
                  <a:pt x="1041" y="1006"/>
                </a:lnTo>
                <a:lnTo>
                  <a:pt x="1041" y="1005"/>
                </a:lnTo>
                <a:lnTo>
                  <a:pt x="1040" y="1004"/>
                </a:lnTo>
                <a:lnTo>
                  <a:pt x="1039" y="1004"/>
                </a:lnTo>
                <a:lnTo>
                  <a:pt x="1039" y="1003"/>
                </a:lnTo>
                <a:lnTo>
                  <a:pt x="1039" y="1002"/>
                </a:lnTo>
                <a:lnTo>
                  <a:pt x="1038" y="1002"/>
                </a:lnTo>
                <a:lnTo>
                  <a:pt x="1038" y="1001"/>
                </a:lnTo>
                <a:lnTo>
                  <a:pt x="1037" y="1000"/>
                </a:lnTo>
                <a:lnTo>
                  <a:pt x="1037" y="999"/>
                </a:lnTo>
                <a:lnTo>
                  <a:pt x="1037" y="998"/>
                </a:lnTo>
                <a:lnTo>
                  <a:pt x="1036" y="998"/>
                </a:lnTo>
                <a:lnTo>
                  <a:pt x="1036" y="997"/>
                </a:lnTo>
                <a:lnTo>
                  <a:pt x="1035" y="997"/>
                </a:lnTo>
                <a:lnTo>
                  <a:pt x="1034" y="996"/>
                </a:lnTo>
                <a:lnTo>
                  <a:pt x="1034" y="995"/>
                </a:lnTo>
                <a:lnTo>
                  <a:pt x="1034" y="994"/>
                </a:lnTo>
                <a:lnTo>
                  <a:pt x="1034" y="993"/>
                </a:lnTo>
                <a:lnTo>
                  <a:pt x="1033" y="992"/>
                </a:lnTo>
                <a:lnTo>
                  <a:pt x="1033" y="991"/>
                </a:lnTo>
                <a:lnTo>
                  <a:pt x="1032" y="991"/>
                </a:lnTo>
                <a:lnTo>
                  <a:pt x="1032" y="990"/>
                </a:lnTo>
                <a:lnTo>
                  <a:pt x="1032" y="989"/>
                </a:lnTo>
                <a:lnTo>
                  <a:pt x="1031" y="990"/>
                </a:lnTo>
                <a:lnTo>
                  <a:pt x="1030" y="990"/>
                </a:lnTo>
                <a:lnTo>
                  <a:pt x="1030" y="989"/>
                </a:lnTo>
                <a:lnTo>
                  <a:pt x="1029" y="988"/>
                </a:lnTo>
                <a:lnTo>
                  <a:pt x="1028" y="987"/>
                </a:lnTo>
                <a:lnTo>
                  <a:pt x="1028" y="988"/>
                </a:lnTo>
                <a:lnTo>
                  <a:pt x="1027" y="988"/>
                </a:lnTo>
                <a:lnTo>
                  <a:pt x="1027" y="987"/>
                </a:lnTo>
                <a:lnTo>
                  <a:pt x="1026" y="986"/>
                </a:lnTo>
                <a:lnTo>
                  <a:pt x="1024" y="986"/>
                </a:lnTo>
                <a:lnTo>
                  <a:pt x="1023" y="986"/>
                </a:lnTo>
                <a:lnTo>
                  <a:pt x="1022" y="986"/>
                </a:lnTo>
                <a:lnTo>
                  <a:pt x="1021" y="986"/>
                </a:lnTo>
                <a:lnTo>
                  <a:pt x="1020" y="986"/>
                </a:lnTo>
                <a:lnTo>
                  <a:pt x="1019" y="986"/>
                </a:lnTo>
                <a:lnTo>
                  <a:pt x="1018" y="986"/>
                </a:lnTo>
                <a:lnTo>
                  <a:pt x="1017" y="986"/>
                </a:lnTo>
                <a:lnTo>
                  <a:pt x="1016" y="986"/>
                </a:lnTo>
                <a:lnTo>
                  <a:pt x="1015" y="985"/>
                </a:lnTo>
                <a:lnTo>
                  <a:pt x="1014" y="985"/>
                </a:lnTo>
                <a:lnTo>
                  <a:pt x="1013" y="984"/>
                </a:lnTo>
                <a:lnTo>
                  <a:pt x="1013" y="983"/>
                </a:lnTo>
                <a:lnTo>
                  <a:pt x="1012" y="983"/>
                </a:lnTo>
                <a:lnTo>
                  <a:pt x="1011" y="981"/>
                </a:lnTo>
                <a:lnTo>
                  <a:pt x="1011" y="980"/>
                </a:lnTo>
                <a:lnTo>
                  <a:pt x="1010" y="980"/>
                </a:lnTo>
                <a:lnTo>
                  <a:pt x="1009" y="980"/>
                </a:lnTo>
                <a:lnTo>
                  <a:pt x="1008" y="979"/>
                </a:lnTo>
                <a:lnTo>
                  <a:pt x="1008" y="978"/>
                </a:lnTo>
                <a:lnTo>
                  <a:pt x="1008" y="977"/>
                </a:lnTo>
                <a:lnTo>
                  <a:pt x="1007" y="975"/>
                </a:lnTo>
                <a:lnTo>
                  <a:pt x="1008" y="975"/>
                </a:lnTo>
                <a:lnTo>
                  <a:pt x="1008" y="974"/>
                </a:lnTo>
                <a:lnTo>
                  <a:pt x="1007" y="973"/>
                </a:lnTo>
                <a:lnTo>
                  <a:pt x="1007" y="972"/>
                </a:lnTo>
                <a:lnTo>
                  <a:pt x="1007" y="971"/>
                </a:lnTo>
                <a:lnTo>
                  <a:pt x="1007" y="970"/>
                </a:lnTo>
                <a:lnTo>
                  <a:pt x="1008" y="970"/>
                </a:lnTo>
                <a:lnTo>
                  <a:pt x="1008" y="969"/>
                </a:lnTo>
                <a:lnTo>
                  <a:pt x="1008" y="968"/>
                </a:lnTo>
                <a:lnTo>
                  <a:pt x="1009" y="968"/>
                </a:lnTo>
                <a:lnTo>
                  <a:pt x="1008" y="968"/>
                </a:lnTo>
                <a:lnTo>
                  <a:pt x="1008" y="967"/>
                </a:lnTo>
                <a:lnTo>
                  <a:pt x="1007" y="966"/>
                </a:lnTo>
                <a:lnTo>
                  <a:pt x="1007" y="965"/>
                </a:lnTo>
                <a:lnTo>
                  <a:pt x="1007" y="964"/>
                </a:lnTo>
                <a:lnTo>
                  <a:pt x="1007" y="963"/>
                </a:lnTo>
                <a:lnTo>
                  <a:pt x="1007" y="962"/>
                </a:lnTo>
                <a:lnTo>
                  <a:pt x="1007" y="960"/>
                </a:lnTo>
                <a:lnTo>
                  <a:pt x="1008" y="959"/>
                </a:lnTo>
                <a:lnTo>
                  <a:pt x="1007" y="958"/>
                </a:lnTo>
                <a:lnTo>
                  <a:pt x="1007" y="957"/>
                </a:lnTo>
                <a:lnTo>
                  <a:pt x="1007" y="956"/>
                </a:lnTo>
                <a:lnTo>
                  <a:pt x="1007" y="955"/>
                </a:lnTo>
                <a:lnTo>
                  <a:pt x="1007" y="954"/>
                </a:lnTo>
                <a:lnTo>
                  <a:pt x="1008" y="954"/>
                </a:lnTo>
                <a:lnTo>
                  <a:pt x="1008" y="953"/>
                </a:lnTo>
                <a:lnTo>
                  <a:pt x="1008" y="952"/>
                </a:lnTo>
                <a:lnTo>
                  <a:pt x="1008" y="951"/>
                </a:lnTo>
                <a:lnTo>
                  <a:pt x="1008" y="950"/>
                </a:lnTo>
                <a:lnTo>
                  <a:pt x="1009" y="950"/>
                </a:lnTo>
                <a:lnTo>
                  <a:pt x="1009" y="949"/>
                </a:lnTo>
                <a:lnTo>
                  <a:pt x="1009" y="948"/>
                </a:lnTo>
                <a:lnTo>
                  <a:pt x="1008" y="948"/>
                </a:lnTo>
                <a:lnTo>
                  <a:pt x="1007" y="946"/>
                </a:lnTo>
                <a:lnTo>
                  <a:pt x="1007" y="945"/>
                </a:lnTo>
                <a:lnTo>
                  <a:pt x="1008" y="945"/>
                </a:lnTo>
                <a:lnTo>
                  <a:pt x="1009" y="944"/>
                </a:lnTo>
                <a:lnTo>
                  <a:pt x="1010" y="944"/>
                </a:lnTo>
                <a:lnTo>
                  <a:pt x="1011" y="944"/>
                </a:lnTo>
                <a:lnTo>
                  <a:pt x="1012" y="944"/>
                </a:lnTo>
                <a:lnTo>
                  <a:pt x="1012" y="943"/>
                </a:lnTo>
                <a:lnTo>
                  <a:pt x="1013" y="943"/>
                </a:lnTo>
                <a:lnTo>
                  <a:pt x="1014" y="943"/>
                </a:lnTo>
                <a:lnTo>
                  <a:pt x="1014" y="942"/>
                </a:lnTo>
                <a:lnTo>
                  <a:pt x="1015" y="943"/>
                </a:lnTo>
                <a:lnTo>
                  <a:pt x="1016" y="943"/>
                </a:lnTo>
                <a:lnTo>
                  <a:pt x="1017" y="943"/>
                </a:lnTo>
                <a:lnTo>
                  <a:pt x="1018" y="942"/>
                </a:lnTo>
                <a:lnTo>
                  <a:pt x="1019" y="943"/>
                </a:lnTo>
                <a:lnTo>
                  <a:pt x="1020" y="944"/>
                </a:lnTo>
                <a:lnTo>
                  <a:pt x="1021" y="944"/>
                </a:lnTo>
                <a:lnTo>
                  <a:pt x="1022" y="944"/>
                </a:lnTo>
                <a:lnTo>
                  <a:pt x="1023" y="943"/>
                </a:lnTo>
                <a:lnTo>
                  <a:pt x="1022" y="943"/>
                </a:lnTo>
                <a:lnTo>
                  <a:pt x="1022" y="942"/>
                </a:lnTo>
                <a:lnTo>
                  <a:pt x="1021" y="942"/>
                </a:lnTo>
                <a:lnTo>
                  <a:pt x="1021" y="941"/>
                </a:lnTo>
                <a:lnTo>
                  <a:pt x="1021" y="940"/>
                </a:lnTo>
                <a:lnTo>
                  <a:pt x="1021" y="939"/>
                </a:lnTo>
                <a:lnTo>
                  <a:pt x="1022" y="939"/>
                </a:lnTo>
                <a:lnTo>
                  <a:pt x="1022" y="938"/>
                </a:lnTo>
                <a:lnTo>
                  <a:pt x="1023" y="938"/>
                </a:lnTo>
                <a:lnTo>
                  <a:pt x="1022" y="938"/>
                </a:lnTo>
                <a:lnTo>
                  <a:pt x="1022" y="937"/>
                </a:lnTo>
                <a:lnTo>
                  <a:pt x="1024" y="937"/>
                </a:lnTo>
                <a:lnTo>
                  <a:pt x="1024" y="936"/>
                </a:lnTo>
                <a:lnTo>
                  <a:pt x="1023" y="936"/>
                </a:lnTo>
                <a:lnTo>
                  <a:pt x="1024" y="935"/>
                </a:lnTo>
                <a:lnTo>
                  <a:pt x="1025" y="934"/>
                </a:lnTo>
                <a:lnTo>
                  <a:pt x="1025" y="933"/>
                </a:lnTo>
                <a:lnTo>
                  <a:pt x="1026" y="932"/>
                </a:lnTo>
                <a:lnTo>
                  <a:pt x="1027" y="932"/>
                </a:lnTo>
                <a:lnTo>
                  <a:pt x="1027" y="931"/>
                </a:lnTo>
                <a:lnTo>
                  <a:pt x="1028" y="931"/>
                </a:lnTo>
                <a:lnTo>
                  <a:pt x="1028" y="930"/>
                </a:lnTo>
                <a:lnTo>
                  <a:pt x="1029" y="930"/>
                </a:lnTo>
                <a:lnTo>
                  <a:pt x="1029" y="929"/>
                </a:lnTo>
                <a:lnTo>
                  <a:pt x="1030" y="929"/>
                </a:lnTo>
                <a:lnTo>
                  <a:pt x="1031" y="929"/>
                </a:lnTo>
                <a:lnTo>
                  <a:pt x="1032" y="929"/>
                </a:lnTo>
                <a:lnTo>
                  <a:pt x="1033" y="929"/>
                </a:lnTo>
                <a:lnTo>
                  <a:pt x="1033" y="928"/>
                </a:lnTo>
                <a:lnTo>
                  <a:pt x="1034" y="927"/>
                </a:lnTo>
                <a:lnTo>
                  <a:pt x="1035" y="927"/>
                </a:lnTo>
                <a:lnTo>
                  <a:pt x="1035" y="926"/>
                </a:lnTo>
                <a:lnTo>
                  <a:pt x="1038" y="926"/>
                </a:lnTo>
                <a:lnTo>
                  <a:pt x="1038" y="925"/>
                </a:lnTo>
                <a:lnTo>
                  <a:pt x="1039" y="924"/>
                </a:lnTo>
                <a:lnTo>
                  <a:pt x="1039" y="923"/>
                </a:lnTo>
                <a:lnTo>
                  <a:pt x="1040" y="923"/>
                </a:lnTo>
                <a:lnTo>
                  <a:pt x="1040" y="924"/>
                </a:lnTo>
                <a:lnTo>
                  <a:pt x="1041" y="924"/>
                </a:lnTo>
                <a:lnTo>
                  <a:pt x="1042" y="924"/>
                </a:lnTo>
                <a:lnTo>
                  <a:pt x="1042" y="925"/>
                </a:lnTo>
                <a:lnTo>
                  <a:pt x="1043" y="924"/>
                </a:lnTo>
                <a:lnTo>
                  <a:pt x="1044" y="924"/>
                </a:lnTo>
                <a:lnTo>
                  <a:pt x="1045" y="924"/>
                </a:lnTo>
                <a:lnTo>
                  <a:pt x="1046" y="924"/>
                </a:lnTo>
                <a:lnTo>
                  <a:pt x="1047" y="922"/>
                </a:lnTo>
                <a:lnTo>
                  <a:pt x="1047" y="920"/>
                </a:lnTo>
                <a:lnTo>
                  <a:pt x="1047" y="919"/>
                </a:lnTo>
                <a:lnTo>
                  <a:pt x="1048" y="919"/>
                </a:lnTo>
                <a:lnTo>
                  <a:pt x="1048" y="918"/>
                </a:lnTo>
                <a:lnTo>
                  <a:pt x="1048" y="917"/>
                </a:lnTo>
                <a:lnTo>
                  <a:pt x="1049" y="917"/>
                </a:lnTo>
                <a:lnTo>
                  <a:pt x="1049" y="916"/>
                </a:lnTo>
                <a:lnTo>
                  <a:pt x="1049" y="915"/>
                </a:lnTo>
                <a:lnTo>
                  <a:pt x="1050" y="915"/>
                </a:lnTo>
                <a:lnTo>
                  <a:pt x="1051" y="914"/>
                </a:lnTo>
                <a:lnTo>
                  <a:pt x="1052" y="914"/>
                </a:lnTo>
                <a:lnTo>
                  <a:pt x="1052" y="913"/>
                </a:lnTo>
                <a:lnTo>
                  <a:pt x="1052" y="912"/>
                </a:lnTo>
                <a:lnTo>
                  <a:pt x="1052" y="911"/>
                </a:lnTo>
                <a:lnTo>
                  <a:pt x="1053" y="911"/>
                </a:lnTo>
                <a:lnTo>
                  <a:pt x="1054" y="911"/>
                </a:lnTo>
                <a:lnTo>
                  <a:pt x="1055" y="911"/>
                </a:lnTo>
                <a:lnTo>
                  <a:pt x="1056" y="911"/>
                </a:lnTo>
                <a:lnTo>
                  <a:pt x="1057" y="911"/>
                </a:lnTo>
                <a:lnTo>
                  <a:pt x="1057" y="910"/>
                </a:lnTo>
                <a:lnTo>
                  <a:pt x="1058" y="910"/>
                </a:lnTo>
                <a:lnTo>
                  <a:pt x="1058" y="909"/>
                </a:lnTo>
                <a:lnTo>
                  <a:pt x="1059" y="909"/>
                </a:lnTo>
                <a:lnTo>
                  <a:pt x="1058" y="907"/>
                </a:lnTo>
                <a:lnTo>
                  <a:pt x="1057" y="906"/>
                </a:lnTo>
                <a:lnTo>
                  <a:pt x="1056" y="905"/>
                </a:lnTo>
                <a:lnTo>
                  <a:pt x="1056" y="904"/>
                </a:lnTo>
                <a:lnTo>
                  <a:pt x="1056" y="903"/>
                </a:lnTo>
                <a:lnTo>
                  <a:pt x="1055" y="903"/>
                </a:lnTo>
                <a:lnTo>
                  <a:pt x="1054" y="902"/>
                </a:lnTo>
                <a:lnTo>
                  <a:pt x="1055" y="901"/>
                </a:lnTo>
                <a:lnTo>
                  <a:pt x="1055" y="900"/>
                </a:lnTo>
                <a:lnTo>
                  <a:pt x="1055" y="899"/>
                </a:lnTo>
                <a:lnTo>
                  <a:pt x="1054" y="899"/>
                </a:lnTo>
                <a:lnTo>
                  <a:pt x="1053" y="898"/>
                </a:lnTo>
                <a:lnTo>
                  <a:pt x="1052" y="897"/>
                </a:lnTo>
                <a:lnTo>
                  <a:pt x="1051" y="897"/>
                </a:lnTo>
                <a:lnTo>
                  <a:pt x="1050" y="897"/>
                </a:lnTo>
                <a:lnTo>
                  <a:pt x="1049" y="897"/>
                </a:lnTo>
                <a:lnTo>
                  <a:pt x="1046" y="895"/>
                </a:lnTo>
                <a:lnTo>
                  <a:pt x="1045" y="894"/>
                </a:lnTo>
                <a:lnTo>
                  <a:pt x="1046" y="893"/>
                </a:lnTo>
                <a:lnTo>
                  <a:pt x="1047" y="893"/>
                </a:lnTo>
                <a:lnTo>
                  <a:pt x="1048" y="893"/>
                </a:lnTo>
                <a:lnTo>
                  <a:pt x="1049" y="893"/>
                </a:lnTo>
                <a:lnTo>
                  <a:pt x="1049" y="891"/>
                </a:lnTo>
                <a:lnTo>
                  <a:pt x="1049" y="890"/>
                </a:lnTo>
                <a:lnTo>
                  <a:pt x="1049" y="889"/>
                </a:lnTo>
                <a:lnTo>
                  <a:pt x="1048" y="889"/>
                </a:lnTo>
                <a:lnTo>
                  <a:pt x="1048" y="887"/>
                </a:lnTo>
                <a:lnTo>
                  <a:pt x="1047" y="887"/>
                </a:lnTo>
                <a:lnTo>
                  <a:pt x="1046" y="887"/>
                </a:lnTo>
                <a:lnTo>
                  <a:pt x="1046" y="886"/>
                </a:lnTo>
                <a:lnTo>
                  <a:pt x="1046" y="885"/>
                </a:lnTo>
                <a:lnTo>
                  <a:pt x="1046" y="884"/>
                </a:lnTo>
                <a:lnTo>
                  <a:pt x="1046" y="883"/>
                </a:lnTo>
                <a:lnTo>
                  <a:pt x="1046" y="882"/>
                </a:lnTo>
                <a:lnTo>
                  <a:pt x="1047" y="882"/>
                </a:lnTo>
                <a:lnTo>
                  <a:pt x="1047" y="880"/>
                </a:lnTo>
                <a:lnTo>
                  <a:pt x="1048" y="880"/>
                </a:lnTo>
                <a:lnTo>
                  <a:pt x="1048" y="879"/>
                </a:lnTo>
                <a:lnTo>
                  <a:pt x="1049" y="879"/>
                </a:lnTo>
                <a:lnTo>
                  <a:pt x="1050" y="879"/>
                </a:lnTo>
                <a:lnTo>
                  <a:pt x="1051" y="879"/>
                </a:lnTo>
                <a:lnTo>
                  <a:pt x="1052" y="879"/>
                </a:lnTo>
                <a:lnTo>
                  <a:pt x="1054" y="880"/>
                </a:lnTo>
                <a:lnTo>
                  <a:pt x="1055" y="880"/>
                </a:lnTo>
                <a:lnTo>
                  <a:pt x="1057" y="881"/>
                </a:lnTo>
                <a:lnTo>
                  <a:pt x="1058" y="881"/>
                </a:lnTo>
                <a:lnTo>
                  <a:pt x="1058" y="882"/>
                </a:lnTo>
                <a:lnTo>
                  <a:pt x="1059" y="882"/>
                </a:lnTo>
                <a:lnTo>
                  <a:pt x="1059" y="881"/>
                </a:lnTo>
                <a:lnTo>
                  <a:pt x="1060" y="881"/>
                </a:lnTo>
                <a:lnTo>
                  <a:pt x="1060" y="880"/>
                </a:lnTo>
                <a:lnTo>
                  <a:pt x="1061" y="880"/>
                </a:lnTo>
                <a:lnTo>
                  <a:pt x="1063" y="878"/>
                </a:lnTo>
                <a:lnTo>
                  <a:pt x="1063" y="877"/>
                </a:lnTo>
                <a:lnTo>
                  <a:pt x="1062" y="877"/>
                </a:lnTo>
                <a:lnTo>
                  <a:pt x="1062" y="876"/>
                </a:lnTo>
                <a:lnTo>
                  <a:pt x="1062" y="875"/>
                </a:lnTo>
                <a:lnTo>
                  <a:pt x="1063" y="874"/>
                </a:lnTo>
                <a:lnTo>
                  <a:pt x="1063" y="873"/>
                </a:lnTo>
                <a:lnTo>
                  <a:pt x="1064" y="874"/>
                </a:lnTo>
                <a:lnTo>
                  <a:pt x="1064" y="873"/>
                </a:lnTo>
                <a:lnTo>
                  <a:pt x="1065" y="873"/>
                </a:lnTo>
                <a:lnTo>
                  <a:pt x="1065" y="872"/>
                </a:lnTo>
                <a:lnTo>
                  <a:pt x="1065" y="871"/>
                </a:lnTo>
                <a:lnTo>
                  <a:pt x="1065" y="870"/>
                </a:lnTo>
                <a:lnTo>
                  <a:pt x="1064" y="870"/>
                </a:lnTo>
                <a:lnTo>
                  <a:pt x="1065" y="870"/>
                </a:lnTo>
                <a:lnTo>
                  <a:pt x="1066" y="869"/>
                </a:lnTo>
                <a:lnTo>
                  <a:pt x="1067" y="869"/>
                </a:lnTo>
                <a:lnTo>
                  <a:pt x="1067" y="868"/>
                </a:lnTo>
                <a:lnTo>
                  <a:pt x="1067" y="867"/>
                </a:lnTo>
                <a:lnTo>
                  <a:pt x="1068" y="866"/>
                </a:lnTo>
                <a:lnTo>
                  <a:pt x="1068" y="865"/>
                </a:lnTo>
                <a:lnTo>
                  <a:pt x="1068" y="862"/>
                </a:lnTo>
                <a:lnTo>
                  <a:pt x="1069" y="862"/>
                </a:lnTo>
                <a:lnTo>
                  <a:pt x="1069" y="863"/>
                </a:lnTo>
                <a:lnTo>
                  <a:pt x="1070" y="863"/>
                </a:lnTo>
                <a:lnTo>
                  <a:pt x="1070" y="862"/>
                </a:lnTo>
                <a:lnTo>
                  <a:pt x="1070" y="861"/>
                </a:lnTo>
                <a:lnTo>
                  <a:pt x="1069" y="861"/>
                </a:lnTo>
                <a:lnTo>
                  <a:pt x="1069" y="860"/>
                </a:lnTo>
                <a:lnTo>
                  <a:pt x="1070" y="861"/>
                </a:lnTo>
                <a:lnTo>
                  <a:pt x="1071" y="862"/>
                </a:lnTo>
                <a:lnTo>
                  <a:pt x="1071" y="861"/>
                </a:lnTo>
                <a:lnTo>
                  <a:pt x="1072" y="861"/>
                </a:lnTo>
                <a:lnTo>
                  <a:pt x="1073" y="862"/>
                </a:lnTo>
                <a:lnTo>
                  <a:pt x="1073" y="863"/>
                </a:lnTo>
                <a:lnTo>
                  <a:pt x="1074" y="864"/>
                </a:lnTo>
                <a:lnTo>
                  <a:pt x="1076" y="865"/>
                </a:lnTo>
                <a:lnTo>
                  <a:pt x="1077" y="865"/>
                </a:lnTo>
                <a:lnTo>
                  <a:pt x="1077" y="866"/>
                </a:lnTo>
                <a:lnTo>
                  <a:pt x="1078" y="866"/>
                </a:lnTo>
                <a:lnTo>
                  <a:pt x="1079" y="866"/>
                </a:lnTo>
                <a:lnTo>
                  <a:pt x="1080" y="866"/>
                </a:lnTo>
                <a:lnTo>
                  <a:pt x="1081" y="866"/>
                </a:lnTo>
                <a:lnTo>
                  <a:pt x="1082" y="866"/>
                </a:lnTo>
                <a:lnTo>
                  <a:pt x="1083" y="866"/>
                </a:lnTo>
                <a:lnTo>
                  <a:pt x="1083" y="867"/>
                </a:lnTo>
                <a:lnTo>
                  <a:pt x="1084" y="867"/>
                </a:lnTo>
                <a:lnTo>
                  <a:pt x="1086" y="867"/>
                </a:lnTo>
                <a:lnTo>
                  <a:pt x="1087" y="867"/>
                </a:lnTo>
                <a:lnTo>
                  <a:pt x="1088" y="867"/>
                </a:lnTo>
                <a:lnTo>
                  <a:pt x="1089" y="867"/>
                </a:lnTo>
                <a:lnTo>
                  <a:pt x="1090" y="868"/>
                </a:lnTo>
                <a:lnTo>
                  <a:pt x="1091" y="869"/>
                </a:lnTo>
                <a:lnTo>
                  <a:pt x="1092" y="870"/>
                </a:lnTo>
                <a:lnTo>
                  <a:pt x="1094" y="871"/>
                </a:lnTo>
                <a:lnTo>
                  <a:pt x="1094" y="872"/>
                </a:lnTo>
                <a:lnTo>
                  <a:pt x="1095" y="871"/>
                </a:lnTo>
                <a:lnTo>
                  <a:pt x="1095" y="870"/>
                </a:lnTo>
                <a:lnTo>
                  <a:pt x="1096" y="870"/>
                </a:lnTo>
                <a:lnTo>
                  <a:pt x="1096" y="869"/>
                </a:lnTo>
                <a:lnTo>
                  <a:pt x="1097" y="869"/>
                </a:lnTo>
                <a:lnTo>
                  <a:pt x="1097" y="868"/>
                </a:lnTo>
                <a:lnTo>
                  <a:pt x="1098" y="868"/>
                </a:lnTo>
                <a:lnTo>
                  <a:pt x="1098" y="867"/>
                </a:lnTo>
                <a:lnTo>
                  <a:pt x="1097" y="867"/>
                </a:lnTo>
                <a:lnTo>
                  <a:pt x="1096" y="867"/>
                </a:lnTo>
                <a:lnTo>
                  <a:pt x="1095" y="867"/>
                </a:lnTo>
                <a:lnTo>
                  <a:pt x="1094" y="867"/>
                </a:lnTo>
                <a:lnTo>
                  <a:pt x="1094" y="868"/>
                </a:lnTo>
                <a:lnTo>
                  <a:pt x="1092" y="868"/>
                </a:lnTo>
                <a:lnTo>
                  <a:pt x="1092" y="867"/>
                </a:lnTo>
                <a:lnTo>
                  <a:pt x="1093" y="867"/>
                </a:lnTo>
                <a:lnTo>
                  <a:pt x="1093" y="866"/>
                </a:lnTo>
                <a:lnTo>
                  <a:pt x="1094" y="866"/>
                </a:lnTo>
                <a:lnTo>
                  <a:pt x="1094" y="865"/>
                </a:lnTo>
                <a:lnTo>
                  <a:pt x="1095" y="865"/>
                </a:lnTo>
                <a:lnTo>
                  <a:pt x="1096" y="865"/>
                </a:lnTo>
                <a:lnTo>
                  <a:pt x="1097" y="865"/>
                </a:lnTo>
                <a:lnTo>
                  <a:pt x="1098" y="865"/>
                </a:lnTo>
                <a:lnTo>
                  <a:pt x="1099" y="864"/>
                </a:lnTo>
                <a:lnTo>
                  <a:pt x="1100" y="864"/>
                </a:lnTo>
                <a:lnTo>
                  <a:pt x="1101" y="864"/>
                </a:lnTo>
                <a:lnTo>
                  <a:pt x="1101" y="863"/>
                </a:lnTo>
                <a:lnTo>
                  <a:pt x="1100" y="862"/>
                </a:lnTo>
                <a:lnTo>
                  <a:pt x="1099" y="862"/>
                </a:lnTo>
                <a:lnTo>
                  <a:pt x="1099" y="861"/>
                </a:lnTo>
                <a:lnTo>
                  <a:pt x="1097" y="860"/>
                </a:lnTo>
                <a:lnTo>
                  <a:pt x="1097" y="859"/>
                </a:lnTo>
                <a:lnTo>
                  <a:pt x="1097" y="858"/>
                </a:lnTo>
                <a:lnTo>
                  <a:pt x="1096" y="858"/>
                </a:lnTo>
                <a:lnTo>
                  <a:pt x="1096" y="856"/>
                </a:lnTo>
                <a:lnTo>
                  <a:pt x="1096" y="855"/>
                </a:lnTo>
                <a:lnTo>
                  <a:pt x="1097" y="854"/>
                </a:lnTo>
                <a:lnTo>
                  <a:pt x="1097" y="853"/>
                </a:lnTo>
                <a:lnTo>
                  <a:pt x="1096" y="853"/>
                </a:lnTo>
                <a:lnTo>
                  <a:pt x="1096" y="852"/>
                </a:lnTo>
                <a:lnTo>
                  <a:pt x="1095" y="852"/>
                </a:lnTo>
                <a:lnTo>
                  <a:pt x="1094" y="852"/>
                </a:lnTo>
                <a:lnTo>
                  <a:pt x="1093" y="851"/>
                </a:lnTo>
                <a:lnTo>
                  <a:pt x="1093" y="850"/>
                </a:lnTo>
                <a:lnTo>
                  <a:pt x="1093" y="849"/>
                </a:lnTo>
                <a:lnTo>
                  <a:pt x="1092" y="848"/>
                </a:lnTo>
                <a:lnTo>
                  <a:pt x="1092" y="847"/>
                </a:lnTo>
                <a:lnTo>
                  <a:pt x="1091" y="847"/>
                </a:lnTo>
                <a:lnTo>
                  <a:pt x="1090" y="846"/>
                </a:lnTo>
                <a:lnTo>
                  <a:pt x="1090" y="845"/>
                </a:lnTo>
                <a:lnTo>
                  <a:pt x="1089" y="845"/>
                </a:lnTo>
                <a:lnTo>
                  <a:pt x="1089" y="844"/>
                </a:lnTo>
                <a:lnTo>
                  <a:pt x="1089" y="843"/>
                </a:lnTo>
                <a:lnTo>
                  <a:pt x="1089" y="842"/>
                </a:lnTo>
                <a:lnTo>
                  <a:pt x="1089" y="841"/>
                </a:lnTo>
                <a:lnTo>
                  <a:pt x="1088" y="840"/>
                </a:lnTo>
                <a:lnTo>
                  <a:pt x="1088" y="839"/>
                </a:lnTo>
                <a:lnTo>
                  <a:pt x="1088" y="838"/>
                </a:lnTo>
                <a:lnTo>
                  <a:pt x="1089" y="838"/>
                </a:lnTo>
                <a:lnTo>
                  <a:pt x="1089" y="837"/>
                </a:lnTo>
                <a:lnTo>
                  <a:pt x="1089" y="836"/>
                </a:lnTo>
                <a:lnTo>
                  <a:pt x="1089" y="835"/>
                </a:lnTo>
                <a:lnTo>
                  <a:pt x="1090" y="835"/>
                </a:lnTo>
                <a:lnTo>
                  <a:pt x="1091" y="835"/>
                </a:lnTo>
                <a:lnTo>
                  <a:pt x="1091" y="834"/>
                </a:lnTo>
                <a:lnTo>
                  <a:pt x="1091" y="833"/>
                </a:lnTo>
                <a:lnTo>
                  <a:pt x="1092" y="833"/>
                </a:lnTo>
                <a:lnTo>
                  <a:pt x="1093" y="833"/>
                </a:lnTo>
                <a:lnTo>
                  <a:pt x="1093" y="832"/>
                </a:lnTo>
                <a:lnTo>
                  <a:pt x="1093" y="833"/>
                </a:lnTo>
                <a:lnTo>
                  <a:pt x="1094" y="833"/>
                </a:lnTo>
                <a:lnTo>
                  <a:pt x="1094" y="832"/>
                </a:lnTo>
                <a:lnTo>
                  <a:pt x="1095" y="831"/>
                </a:lnTo>
                <a:lnTo>
                  <a:pt x="1095" y="830"/>
                </a:lnTo>
                <a:lnTo>
                  <a:pt x="1096" y="830"/>
                </a:lnTo>
                <a:lnTo>
                  <a:pt x="1097" y="829"/>
                </a:lnTo>
                <a:lnTo>
                  <a:pt x="1097" y="828"/>
                </a:lnTo>
                <a:lnTo>
                  <a:pt x="1098" y="828"/>
                </a:lnTo>
                <a:lnTo>
                  <a:pt x="1099" y="828"/>
                </a:lnTo>
                <a:lnTo>
                  <a:pt x="1100" y="828"/>
                </a:lnTo>
                <a:lnTo>
                  <a:pt x="1101" y="828"/>
                </a:lnTo>
                <a:lnTo>
                  <a:pt x="1101" y="829"/>
                </a:lnTo>
                <a:lnTo>
                  <a:pt x="1102" y="829"/>
                </a:lnTo>
                <a:lnTo>
                  <a:pt x="1103" y="828"/>
                </a:lnTo>
                <a:lnTo>
                  <a:pt x="1104" y="828"/>
                </a:lnTo>
                <a:lnTo>
                  <a:pt x="1105" y="829"/>
                </a:lnTo>
                <a:lnTo>
                  <a:pt x="1106" y="829"/>
                </a:lnTo>
                <a:lnTo>
                  <a:pt x="1106" y="830"/>
                </a:lnTo>
                <a:lnTo>
                  <a:pt x="1107" y="830"/>
                </a:lnTo>
                <a:lnTo>
                  <a:pt x="1109" y="829"/>
                </a:lnTo>
                <a:lnTo>
                  <a:pt x="1110" y="830"/>
                </a:lnTo>
                <a:lnTo>
                  <a:pt x="1111" y="830"/>
                </a:lnTo>
                <a:lnTo>
                  <a:pt x="1112" y="829"/>
                </a:lnTo>
                <a:lnTo>
                  <a:pt x="1112" y="830"/>
                </a:lnTo>
                <a:lnTo>
                  <a:pt x="1113" y="831"/>
                </a:lnTo>
                <a:lnTo>
                  <a:pt x="1115" y="831"/>
                </a:lnTo>
                <a:lnTo>
                  <a:pt x="1116" y="831"/>
                </a:lnTo>
                <a:lnTo>
                  <a:pt x="1116" y="830"/>
                </a:lnTo>
                <a:lnTo>
                  <a:pt x="1115" y="830"/>
                </a:lnTo>
                <a:lnTo>
                  <a:pt x="1115" y="829"/>
                </a:lnTo>
                <a:lnTo>
                  <a:pt x="1116" y="829"/>
                </a:lnTo>
                <a:lnTo>
                  <a:pt x="1116" y="828"/>
                </a:lnTo>
                <a:lnTo>
                  <a:pt x="1116" y="827"/>
                </a:lnTo>
                <a:lnTo>
                  <a:pt x="1116" y="826"/>
                </a:lnTo>
                <a:lnTo>
                  <a:pt x="1115" y="825"/>
                </a:lnTo>
                <a:lnTo>
                  <a:pt x="1115" y="824"/>
                </a:lnTo>
                <a:lnTo>
                  <a:pt x="1116" y="824"/>
                </a:lnTo>
                <a:lnTo>
                  <a:pt x="1116" y="823"/>
                </a:lnTo>
                <a:lnTo>
                  <a:pt x="1116" y="821"/>
                </a:lnTo>
                <a:lnTo>
                  <a:pt x="1116" y="820"/>
                </a:lnTo>
                <a:lnTo>
                  <a:pt x="1115" y="820"/>
                </a:lnTo>
                <a:lnTo>
                  <a:pt x="1115" y="818"/>
                </a:lnTo>
                <a:lnTo>
                  <a:pt x="1116" y="817"/>
                </a:lnTo>
                <a:lnTo>
                  <a:pt x="1116" y="815"/>
                </a:lnTo>
                <a:lnTo>
                  <a:pt x="1117" y="814"/>
                </a:lnTo>
                <a:lnTo>
                  <a:pt x="1117" y="813"/>
                </a:lnTo>
                <a:lnTo>
                  <a:pt x="1118" y="812"/>
                </a:lnTo>
                <a:lnTo>
                  <a:pt x="1118" y="811"/>
                </a:lnTo>
                <a:lnTo>
                  <a:pt x="1117" y="811"/>
                </a:lnTo>
                <a:lnTo>
                  <a:pt x="1117" y="810"/>
                </a:lnTo>
                <a:lnTo>
                  <a:pt x="1116" y="809"/>
                </a:lnTo>
                <a:lnTo>
                  <a:pt x="1116" y="808"/>
                </a:lnTo>
                <a:lnTo>
                  <a:pt x="1117" y="807"/>
                </a:lnTo>
                <a:lnTo>
                  <a:pt x="1118" y="807"/>
                </a:lnTo>
                <a:lnTo>
                  <a:pt x="1119" y="807"/>
                </a:lnTo>
                <a:lnTo>
                  <a:pt x="1118" y="807"/>
                </a:lnTo>
                <a:lnTo>
                  <a:pt x="1118" y="806"/>
                </a:lnTo>
                <a:lnTo>
                  <a:pt x="1116" y="806"/>
                </a:lnTo>
                <a:lnTo>
                  <a:pt x="1114" y="805"/>
                </a:lnTo>
                <a:lnTo>
                  <a:pt x="1113" y="804"/>
                </a:lnTo>
                <a:lnTo>
                  <a:pt x="1112" y="803"/>
                </a:lnTo>
                <a:lnTo>
                  <a:pt x="1111" y="803"/>
                </a:lnTo>
                <a:lnTo>
                  <a:pt x="1110" y="803"/>
                </a:lnTo>
                <a:lnTo>
                  <a:pt x="1110" y="802"/>
                </a:lnTo>
                <a:lnTo>
                  <a:pt x="1109" y="802"/>
                </a:lnTo>
                <a:lnTo>
                  <a:pt x="1109" y="801"/>
                </a:lnTo>
                <a:lnTo>
                  <a:pt x="1109" y="800"/>
                </a:lnTo>
                <a:lnTo>
                  <a:pt x="1110" y="800"/>
                </a:lnTo>
                <a:lnTo>
                  <a:pt x="1111" y="800"/>
                </a:lnTo>
                <a:lnTo>
                  <a:pt x="1111" y="801"/>
                </a:lnTo>
                <a:lnTo>
                  <a:pt x="1112" y="800"/>
                </a:lnTo>
                <a:lnTo>
                  <a:pt x="1114" y="799"/>
                </a:lnTo>
                <a:lnTo>
                  <a:pt x="1115" y="799"/>
                </a:lnTo>
                <a:lnTo>
                  <a:pt x="1115" y="798"/>
                </a:lnTo>
                <a:lnTo>
                  <a:pt x="1115" y="797"/>
                </a:lnTo>
                <a:lnTo>
                  <a:pt x="1115" y="796"/>
                </a:lnTo>
                <a:lnTo>
                  <a:pt x="1116" y="795"/>
                </a:lnTo>
                <a:lnTo>
                  <a:pt x="1116" y="794"/>
                </a:lnTo>
                <a:lnTo>
                  <a:pt x="1116" y="793"/>
                </a:lnTo>
                <a:lnTo>
                  <a:pt x="1117" y="793"/>
                </a:lnTo>
                <a:lnTo>
                  <a:pt x="1118" y="793"/>
                </a:lnTo>
                <a:lnTo>
                  <a:pt x="1118" y="792"/>
                </a:lnTo>
                <a:lnTo>
                  <a:pt x="1118" y="791"/>
                </a:lnTo>
                <a:lnTo>
                  <a:pt x="1119" y="790"/>
                </a:lnTo>
                <a:lnTo>
                  <a:pt x="1119" y="789"/>
                </a:lnTo>
                <a:lnTo>
                  <a:pt x="1120" y="788"/>
                </a:lnTo>
                <a:lnTo>
                  <a:pt x="1121" y="788"/>
                </a:lnTo>
                <a:lnTo>
                  <a:pt x="1122" y="788"/>
                </a:lnTo>
                <a:lnTo>
                  <a:pt x="1122" y="787"/>
                </a:lnTo>
                <a:lnTo>
                  <a:pt x="1123" y="787"/>
                </a:lnTo>
                <a:lnTo>
                  <a:pt x="1124" y="787"/>
                </a:lnTo>
                <a:lnTo>
                  <a:pt x="1125" y="787"/>
                </a:lnTo>
                <a:lnTo>
                  <a:pt x="1126" y="788"/>
                </a:lnTo>
                <a:lnTo>
                  <a:pt x="1128" y="787"/>
                </a:lnTo>
                <a:lnTo>
                  <a:pt x="1128" y="786"/>
                </a:lnTo>
                <a:lnTo>
                  <a:pt x="1128" y="785"/>
                </a:lnTo>
                <a:lnTo>
                  <a:pt x="1127" y="785"/>
                </a:lnTo>
                <a:lnTo>
                  <a:pt x="1126" y="784"/>
                </a:lnTo>
                <a:lnTo>
                  <a:pt x="1125" y="784"/>
                </a:lnTo>
                <a:lnTo>
                  <a:pt x="1125" y="783"/>
                </a:lnTo>
                <a:lnTo>
                  <a:pt x="1124" y="783"/>
                </a:lnTo>
                <a:lnTo>
                  <a:pt x="1124" y="784"/>
                </a:lnTo>
                <a:lnTo>
                  <a:pt x="1123" y="784"/>
                </a:lnTo>
                <a:lnTo>
                  <a:pt x="1123" y="783"/>
                </a:lnTo>
                <a:lnTo>
                  <a:pt x="1124" y="782"/>
                </a:lnTo>
                <a:lnTo>
                  <a:pt x="1124" y="781"/>
                </a:lnTo>
                <a:lnTo>
                  <a:pt x="1124" y="780"/>
                </a:lnTo>
                <a:lnTo>
                  <a:pt x="1123" y="780"/>
                </a:lnTo>
                <a:lnTo>
                  <a:pt x="1122" y="780"/>
                </a:lnTo>
                <a:lnTo>
                  <a:pt x="1121" y="780"/>
                </a:lnTo>
                <a:lnTo>
                  <a:pt x="1120" y="780"/>
                </a:lnTo>
                <a:lnTo>
                  <a:pt x="1120" y="779"/>
                </a:lnTo>
                <a:lnTo>
                  <a:pt x="1119" y="779"/>
                </a:lnTo>
                <a:lnTo>
                  <a:pt x="1119" y="778"/>
                </a:lnTo>
                <a:lnTo>
                  <a:pt x="1118" y="777"/>
                </a:lnTo>
                <a:lnTo>
                  <a:pt x="1117" y="777"/>
                </a:lnTo>
                <a:lnTo>
                  <a:pt x="1116" y="777"/>
                </a:lnTo>
                <a:lnTo>
                  <a:pt x="1115" y="777"/>
                </a:lnTo>
                <a:lnTo>
                  <a:pt x="1114" y="776"/>
                </a:lnTo>
                <a:lnTo>
                  <a:pt x="1113" y="776"/>
                </a:lnTo>
                <a:lnTo>
                  <a:pt x="1113" y="775"/>
                </a:lnTo>
                <a:lnTo>
                  <a:pt x="1112" y="773"/>
                </a:lnTo>
                <a:lnTo>
                  <a:pt x="1111" y="773"/>
                </a:lnTo>
                <a:lnTo>
                  <a:pt x="1111" y="772"/>
                </a:lnTo>
                <a:lnTo>
                  <a:pt x="1110" y="772"/>
                </a:lnTo>
                <a:lnTo>
                  <a:pt x="1110" y="771"/>
                </a:lnTo>
                <a:lnTo>
                  <a:pt x="1109" y="772"/>
                </a:lnTo>
                <a:lnTo>
                  <a:pt x="1109" y="771"/>
                </a:lnTo>
                <a:lnTo>
                  <a:pt x="1108" y="771"/>
                </a:lnTo>
                <a:lnTo>
                  <a:pt x="1106" y="772"/>
                </a:lnTo>
                <a:lnTo>
                  <a:pt x="1104" y="771"/>
                </a:lnTo>
                <a:lnTo>
                  <a:pt x="1104" y="770"/>
                </a:lnTo>
                <a:lnTo>
                  <a:pt x="1104" y="769"/>
                </a:lnTo>
                <a:lnTo>
                  <a:pt x="1103" y="769"/>
                </a:lnTo>
                <a:lnTo>
                  <a:pt x="1103" y="768"/>
                </a:lnTo>
                <a:lnTo>
                  <a:pt x="1103" y="767"/>
                </a:lnTo>
                <a:lnTo>
                  <a:pt x="1104" y="767"/>
                </a:lnTo>
                <a:lnTo>
                  <a:pt x="1103" y="767"/>
                </a:lnTo>
                <a:lnTo>
                  <a:pt x="1103" y="766"/>
                </a:lnTo>
                <a:lnTo>
                  <a:pt x="1102" y="765"/>
                </a:lnTo>
                <a:lnTo>
                  <a:pt x="1102" y="764"/>
                </a:lnTo>
                <a:lnTo>
                  <a:pt x="1103" y="763"/>
                </a:lnTo>
                <a:lnTo>
                  <a:pt x="1103" y="762"/>
                </a:lnTo>
                <a:lnTo>
                  <a:pt x="1102" y="763"/>
                </a:lnTo>
                <a:lnTo>
                  <a:pt x="1101" y="762"/>
                </a:lnTo>
                <a:lnTo>
                  <a:pt x="1101" y="761"/>
                </a:lnTo>
                <a:lnTo>
                  <a:pt x="1100" y="760"/>
                </a:lnTo>
                <a:lnTo>
                  <a:pt x="1099" y="760"/>
                </a:lnTo>
                <a:lnTo>
                  <a:pt x="1099" y="759"/>
                </a:lnTo>
                <a:lnTo>
                  <a:pt x="1099" y="758"/>
                </a:lnTo>
                <a:lnTo>
                  <a:pt x="1098" y="757"/>
                </a:lnTo>
                <a:lnTo>
                  <a:pt x="1097" y="757"/>
                </a:lnTo>
                <a:lnTo>
                  <a:pt x="1096" y="756"/>
                </a:lnTo>
                <a:lnTo>
                  <a:pt x="1097" y="755"/>
                </a:lnTo>
                <a:lnTo>
                  <a:pt x="1097" y="754"/>
                </a:lnTo>
                <a:lnTo>
                  <a:pt x="1098" y="754"/>
                </a:lnTo>
                <a:lnTo>
                  <a:pt x="1099" y="754"/>
                </a:lnTo>
                <a:lnTo>
                  <a:pt x="1099" y="753"/>
                </a:lnTo>
                <a:lnTo>
                  <a:pt x="1099" y="752"/>
                </a:lnTo>
                <a:lnTo>
                  <a:pt x="1099" y="751"/>
                </a:lnTo>
                <a:lnTo>
                  <a:pt x="1098" y="749"/>
                </a:lnTo>
                <a:lnTo>
                  <a:pt x="1097" y="749"/>
                </a:lnTo>
                <a:lnTo>
                  <a:pt x="1096" y="749"/>
                </a:lnTo>
                <a:lnTo>
                  <a:pt x="1095" y="748"/>
                </a:lnTo>
                <a:lnTo>
                  <a:pt x="1094" y="747"/>
                </a:lnTo>
                <a:lnTo>
                  <a:pt x="1094" y="746"/>
                </a:lnTo>
                <a:lnTo>
                  <a:pt x="1094" y="745"/>
                </a:lnTo>
                <a:lnTo>
                  <a:pt x="1094" y="744"/>
                </a:lnTo>
                <a:lnTo>
                  <a:pt x="1093" y="744"/>
                </a:lnTo>
                <a:lnTo>
                  <a:pt x="1093" y="743"/>
                </a:lnTo>
                <a:lnTo>
                  <a:pt x="1094" y="743"/>
                </a:lnTo>
                <a:lnTo>
                  <a:pt x="1095" y="743"/>
                </a:lnTo>
                <a:lnTo>
                  <a:pt x="1096" y="743"/>
                </a:lnTo>
                <a:lnTo>
                  <a:pt x="1096" y="742"/>
                </a:lnTo>
                <a:lnTo>
                  <a:pt x="1095" y="742"/>
                </a:lnTo>
                <a:lnTo>
                  <a:pt x="1094" y="742"/>
                </a:lnTo>
                <a:lnTo>
                  <a:pt x="1094" y="741"/>
                </a:lnTo>
                <a:lnTo>
                  <a:pt x="1093" y="741"/>
                </a:lnTo>
                <a:lnTo>
                  <a:pt x="1092" y="741"/>
                </a:lnTo>
                <a:lnTo>
                  <a:pt x="1091" y="740"/>
                </a:lnTo>
                <a:lnTo>
                  <a:pt x="1091" y="739"/>
                </a:lnTo>
                <a:lnTo>
                  <a:pt x="1092" y="739"/>
                </a:lnTo>
                <a:lnTo>
                  <a:pt x="1092" y="738"/>
                </a:lnTo>
                <a:lnTo>
                  <a:pt x="1091" y="737"/>
                </a:lnTo>
                <a:lnTo>
                  <a:pt x="1089" y="737"/>
                </a:lnTo>
                <a:lnTo>
                  <a:pt x="1088" y="737"/>
                </a:lnTo>
                <a:lnTo>
                  <a:pt x="1087" y="737"/>
                </a:lnTo>
                <a:lnTo>
                  <a:pt x="1086" y="735"/>
                </a:lnTo>
                <a:lnTo>
                  <a:pt x="1085" y="735"/>
                </a:lnTo>
                <a:lnTo>
                  <a:pt x="1083" y="734"/>
                </a:lnTo>
                <a:lnTo>
                  <a:pt x="1082" y="733"/>
                </a:lnTo>
                <a:lnTo>
                  <a:pt x="1081" y="731"/>
                </a:lnTo>
                <a:lnTo>
                  <a:pt x="1080" y="731"/>
                </a:lnTo>
                <a:lnTo>
                  <a:pt x="1080" y="730"/>
                </a:lnTo>
                <a:lnTo>
                  <a:pt x="1080" y="729"/>
                </a:lnTo>
                <a:lnTo>
                  <a:pt x="1079" y="729"/>
                </a:lnTo>
                <a:lnTo>
                  <a:pt x="1080" y="728"/>
                </a:lnTo>
                <a:lnTo>
                  <a:pt x="1080" y="727"/>
                </a:lnTo>
                <a:lnTo>
                  <a:pt x="1079" y="727"/>
                </a:lnTo>
                <a:lnTo>
                  <a:pt x="1079" y="726"/>
                </a:lnTo>
                <a:lnTo>
                  <a:pt x="1080" y="725"/>
                </a:lnTo>
                <a:lnTo>
                  <a:pt x="1080" y="724"/>
                </a:lnTo>
                <a:lnTo>
                  <a:pt x="1080" y="723"/>
                </a:lnTo>
                <a:lnTo>
                  <a:pt x="1081" y="723"/>
                </a:lnTo>
                <a:lnTo>
                  <a:pt x="1082" y="723"/>
                </a:lnTo>
                <a:lnTo>
                  <a:pt x="1083" y="724"/>
                </a:lnTo>
                <a:lnTo>
                  <a:pt x="1084" y="724"/>
                </a:lnTo>
                <a:lnTo>
                  <a:pt x="1084" y="723"/>
                </a:lnTo>
                <a:lnTo>
                  <a:pt x="1084" y="722"/>
                </a:lnTo>
                <a:lnTo>
                  <a:pt x="1085" y="722"/>
                </a:lnTo>
                <a:lnTo>
                  <a:pt x="1086" y="721"/>
                </a:lnTo>
                <a:lnTo>
                  <a:pt x="1087" y="721"/>
                </a:lnTo>
                <a:lnTo>
                  <a:pt x="1087" y="720"/>
                </a:lnTo>
                <a:lnTo>
                  <a:pt x="1088" y="719"/>
                </a:lnTo>
                <a:lnTo>
                  <a:pt x="1089" y="719"/>
                </a:lnTo>
                <a:lnTo>
                  <a:pt x="1090" y="719"/>
                </a:lnTo>
                <a:lnTo>
                  <a:pt x="1091" y="719"/>
                </a:lnTo>
                <a:lnTo>
                  <a:pt x="1091" y="720"/>
                </a:lnTo>
                <a:lnTo>
                  <a:pt x="1092" y="719"/>
                </a:lnTo>
                <a:lnTo>
                  <a:pt x="1091" y="719"/>
                </a:lnTo>
                <a:lnTo>
                  <a:pt x="1090" y="718"/>
                </a:lnTo>
                <a:lnTo>
                  <a:pt x="1090" y="717"/>
                </a:lnTo>
                <a:lnTo>
                  <a:pt x="1090" y="716"/>
                </a:lnTo>
                <a:lnTo>
                  <a:pt x="1089" y="716"/>
                </a:lnTo>
                <a:lnTo>
                  <a:pt x="1088" y="715"/>
                </a:lnTo>
                <a:lnTo>
                  <a:pt x="1088" y="714"/>
                </a:lnTo>
                <a:lnTo>
                  <a:pt x="1088" y="715"/>
                </a:lnTo>
                <a:lnTo>
                  <a:pt x="1087" y="715"/>
                </a:lnTo>
                <a:lnTo>
                  <a:pt x="1086" y="714"/>
                </a:lnTo>
                <a:lnTo>
                  <a:pt x="1086" y="713"/>
                </a:lnTo>
                <a:lnTo>
                  <a:pt x="1085" y="713"/>
                </a:lnTo>
                <a:lnTo>
                  <a:pt x="1085" y="712"/>
                </a:lnTo>
                <a:lnTo>
                  <a:pt x="1084" y="712"/>
                </a:lnTo>
                <a:lnTo>
                  <a:pt x="1084" y="711"/>
                </a:lnTo>
                <a:lnTo>
                  <a:pt x="1083" y="710"/>
                </a:lnTo>
                <a:lnTo>
                  <a:pt x="1083" y="709"/>
                </a:lnTo>
                <a:lnTo>
                  <a:pt x="1082" y="710"/>
                </a:lnTo>
                <a:lnTo>
                  <a:pt x="1082" y="709"/>
                </a:lnTo>
                <a:lnTo>
                  <a:pt x="1081" y="709"/>
                </a:lnTo>
                <a:lnTo>
                  <a:pt x="1080" y="708"/>
                </a:lnTo>
                <a:lnTo>
                  <a:pt x="1079" y="708"/>
                </a:lnTo>
                <a:lnTo>
                  <a:pt x="1078" y="707"/>
                </a:lnTo>
                <a:lnTo>
                  <a:pt x="1077" y="707"/>
                </a:lnTo>
                <a:lnTo>
                  <a:pt x="1077" y="706"/>
                </a:lnTo>
                <a:lnTo>
                  <a:pt x="1076" y="706"/>
                </a:lnTo>
                <a:lnTo>
                  <a:pt x="1076" y="705"/>
                </a:lnTo>
                <a:lnTo>
                  <a:pt x="1076" y="704"/>
                </a:lnTo>
                <a:lnTo>
                  <a:pt x="1075" y="704"/>
                </a:lnTo>
                <a:lnTo>
                  <a:pt x="1075" y="703"/>
                </a:lnTo>
                <a:lnTo>
                  <a:pt x="1075" y="702"/>
                </a:lnTo>
                <a:lnTo>
                  <a:pt x="1075" y="701"/>
                </a:lnTo>
                <a:lnTo>
                  <a:pt x="1074" y="701"/>
                </a:lnTo>
                <a:lnTo>
                  <a:pt x="1073" y="701"/>
                </a:lnTo>
                <a:lnTo>
                  <a:pt x="1072" y="700"/>
                </a:lnTo>
                <a:lnTo>
                  <a:pt x="1071" y="700"/>
                </a:lnTo>
                <a:lnTo>
                  <a:pt x="1071" y="699"/>
                </a:lnTo>
                <a:lnTo>
                  <a:pt x="1070" y="699"/>
                </a:lnTo>
                <a:lnTo>
                  <a:pt x="1069" y="699"/>
                </a:lnTo>
                <a:lnTo>
                  <a:pt x="1068" y="699"/>
                </a:lnTo>
                <a:lnTo>
                  <a:pt x="1068" y="698"/>
                </a:lnTo>
                <a:lnTo>
                  <a:pt x="1068" y="697"/>
                </a:lnTo>
                <a:lnTo>
                  <a:pt x="1067" y="697"/>
                </a:lnTo>
                <a:lnTo>
                  <a:pt x="1066" y="697"/>
                </a:lnTo>
                <a:lnTo>
                  <a:pt x="1065" y="697"/>
                </a:lnTo>
                <a:lnTo>
                  <a:pt x="1064" y="697"/>
                </a:lnTo>
                <a:lnTo>
                  <a:pt x="1064" y="696"/>
                </a:lnTo>
                <a:lnTo>
                  <a:pt x="1063" y="695"/>
                </a:lnTo>
                <a:lnTo>
                  <a:pt x="1064" y="695"/>
                </a:lnTo>
                <a:lnTo>
                  <a:pt x="1065" y="695"/>
                </a:lnTo>
                <a:lnTo>
                  <a:pt x="1065" y="694"/>
                </a:lnTo>
                <a:lnTo>
                  <a:pt x="1065" y="693"/>
                </a:lnTo>
                <a:lnTo>
                  <a:pt x="1065" y="692"/>
                </a:lnTo>
                <a:lnTo>
                  <a:pt x="1066" y="692"/>
                </a:lnTo>
                <a:lnTo>
                  <a:pt x="1067" y="691"/>
                </a:lnTo>
                <a:lnTo>
                  <a:pt x="1069" y="690"/>
                </a:lnTo>
                <a:lnTo>
                  <a:pt x="1069" y="689"/>
                </a:lnTo>
                <a:lnTo>
                  <a:pt x="1069" y="688"/>
                </a:lnTo>
                <a:lnTo>
                  <a:pt x="1068" y="687"/>
                </a:lnTo>
                <a:lnTo>
                  <a:pt x="1068" y="686"/>
                </a:lnTo>
                <a:lnTo>
                  <a:pt x="1068" y="685"/>
                </a:lnTo>
                <a:lnTo>
                  <a:pt x="1068" y="684"/>
                </a:lnTo>
                <a:lnTo>
                  <a:pt x="1068" y="683"/>
                </a:lnTo>
                <a:lnTo>
                  <a:pt x="1067" y="683"/>
                </a:lnTo>
                <a:lnTo>
                  <a:pt x="1067" y="682"/>
                </a:lnTo>
                <a:lnTo>
                  <a:pt x="1068" y="681"/>
                </a:lnTo>
                <a:lnTo>
                  <a:pt x="1069" y="681"/>
                </a:lnTo>
                <a:lnTo>
                  <a:pt x="1070" y="681"/>
                </a:lnTo>
                <a:lnTo>
                  <a:pt x="1071" y="681"/>
                </a:lnTo>
                <a:lnTo>
                  <a:pt x="1072" y="681"/>
                </a:lnTo>
                <a:lnTo>
                  <a:pt x="1073" y="681"/>
                </a:lnTo>
                <a:lnTo>
                  <a:pt x="1074" y="681"/>
                </a:lnTo>
                <a:lnTo>
                  <a:pt x="1075" y="680"/>
                </a:lnTo>
                <a:lnTo>
                  <a:pt x="1076" y="680"/>
                </a:lnTo>
                <a:lnTo>
                  <a:pt x="1077" y="680"/>
                </a:lnTo>
                <a:lnTo>
                  <a:pt x="1078" y="680"/>
                </a:lnTo>
                <a:lnTo>
                  <a:pt x="1079" y="679"/>
                </a:lnTo>
                <a:lnTo>
                  <a:pt x="1080" y="679"/>
                </a:lnTo>
                <a:lnTo>
                  <a:pt x="1081" y="679"/>
                </a:lnTo>
                <a:lnTo>
                  <a:pt x="1082" y="679"/>
                </a:lnTo>
                <a:lnTo>
                  <a:pt x="1082" y="680"/>
                </a:lnTo>
                <a:lnTo>
                  <a:pt x="1083" y="680"/>
                </a:lnTo>
                <a:lnTo>
                  <a:pt x="1083" y="678"/>
                </a:lnTo>
                <a:lnTo>
                  <a:pt x="1083" y="677"/>
                </a:lnTo>
                <a:lnTo>
                  <a:pt x="1082" y="676"/>
                </a:lnTo>
                <a:lnTo>
                  <a:pt x="1081" y="675"/>
                </a:lnTo>
                <a:lnTo>
                  <a:pt x="1080" y="674"/>
                </a:lnTo>
                <a:lnTo>
                  <a:pt x="1080" y="673"/>
                </a:lnTo>
                <a:lnTo>
                  <a:pt x="1080" y="672"/>
                </a:lnTo>
                <a:lnTo>
                  <a:pt x="1079" y="671"/>
                </a:lnTo>
                <a:lnTo>
                  <a:pt x="1078" y="671"/>
                </a:lnTo>
                <a:lnTo>
                  <a:pt x="1077" y="671"/>
                </a:lnTo>
                <a:lnTo>
                  <a:pt x="1076" y="670"/>
                </a:lnTo>
                <a:lnTo>
                  <a:pt x="1075" y="669"/>
                </a:lnTo>
                <a:lnTo>
                  <a:pt x="1074" y="669"/>
                </a:lnTo>
                <a:lnTo>
                  <a:pt x="1073" y="668"/>
                </a:lnTo>
                <a:lnTo>
                  <a:pt x="1073" y="667"/>
                </a:lnTo>
                <a:lnTo>
                  <a:pt x="1072" y="666"/>
                </a:lnTo>
                <a:lnTo>
                  <a:pt x="1071" y="666"/>
                </a:lnTo>
                <a:lnTo>
                  <a:pt x="1070" y="666"/>
                </a:lnTo>
                <a:lnTo>
                  <a:pt x="1069" y="666"/>
                </a:lnTo>
                <a:lnTo>
                  <a:pt x="1067" y="665"/>
                </a:lnTo>
                <a:lnTo>
                  <a:pt x="1067" y="664"/>
                </a:lnTo>
                <a:lnTo>
                  <a:pt x="1066" y="663"/>
                </a:lnTo>
                <a:lnTo>
                  <a:pt x="1065" y="663"/>
                </a:lnTo>
                <a:lnTo>
                  <a:pt x="1065" y="662"/>
                </a:lnTo>
                <a:lnTo>
                  <a:pt x="1064" y="662"/>
                </a:lnTo>
                <a:lnTo>
                  <a:pt x="1064" y="661"/>
                </a:lnTo>
                <a:lnTo>
                  <a:pt x="1063" y="660"/>
                </a:lnTo>
                <a:lnTo>
                  <a:pt x="1064" y="660"/>
                </a:lnTo>
                <a:lnTo>
                  <a:pt x="1064" y="659"/>
                </a:lnTo>
                <a:lnTo>
                  <a:pt x="1063" y="659"/>
                </a:lnTo>
                <a:lnTo>
                  <a:pt x="1062" y="659"/>
                </a:lnTo>
                <a:lnTo>
                  <a:pt x="1061" y="658"/>
                </a:lnTo>
                <a:lnTo>
                  <a:pt x="1060" y="657"/>
                </a:lnTo>
                <a:lnTo>
                  <a:pt x="1060" y="656"/>
                </a:lnTo>
                <a:lnTo>
                  <a:pt x="1061" y="656"/>
                </a:lnTo>
                <a:lnTo>
                  <a:pt x="1061" y="655"/>
                </a:lnTo>
                <a:lnTo>
                  <a:pt x="1060" y="654"/>
                </a:lnTo>
                <a:lnTo>
                  <a:pt x="1059" y="654"/>
                </a:lnTo>
                <a:lnTo>
                  <a:pt x="1058" y="654"/>
                </a:lnTo>
                <a:lnTo>
                  <a:pt x="1057" y="653"/>
                </a:lnTo>
                <a:lnTo>
                  <a:pt x="1056" y="653"/>
                </a:lnTo>
                <a:lnTo>
                  <a:pt x="1055" y="653"/>
                </a:lnTo>
                <a:lnTo>
                  <a:pt x="1054" y="652"/>
                </a:lnTo>
                <a:lnTo>
                  <a:pt x="1052" y="651"/>
                </a:lnTo>
                <a:lnTo>
                  <a:pt x="1052" y="650"/>
                </a:lnTo>
                <a:lnTo>
                  <a:pt x="1051" y="650"/>
                </a:lnTo>
                <a:lnTo>
                  <a:pt x="1050" y="649"/>
                </a:lnTo>
                <a:lnTo>
                  <a:pt x="1049" y="649"/>
                </a:lnTo>
                <a:lnTo>
                  <a:pt x="1047" y="648"/>
                </a:lnTo>
                <a:lnTo>
                  <a:pt x="1047" y="647"/>
                </a:lnTo>
                <a:lnTo>
                  <a:pt x="1047" y="646"/>
                </a:lnTo>
                <a:lnTo>
                  <a:pt x="1047" y="645"/>
                </a:lnTo>
                <a:lnTo>
                  <a:pt x="1046" y="645"/>
                </a:lnTo>
                <a:lnTo>
                  <a:pt x="1044" y="645"/>
                </a:lnTo>
                <a:lnTo>
                  <a:pt x="1044" y="644"/>
                </a:lnTo>
                <a:lnTo>
                  <a:pt x="1043" y="644"/>
                </a:lnTo>
                <a:lnTo>
                  <a:pt x="1042" y="643"/>
                </a:lnTo>
                <a:lnTo>
                  <a:pt x="1041" y="642"/>
                </a:lnTo>
                <a:lnTo>
                  <a:pt x="1040" y="642"/>
                </a:lnTo>
                <a:lnTo>
                  <a:pt x="1039" y="642"/>
                </a:lnTo>
                <a:lnTo>
                  <a:pt x="1038" y="642"/>
                </a:lnTo>
                <a:lnTo>
                  <a:pt x="1037" y="642"/>
                </a:lnTo>
                <a:lnTo>
                  <a:pt x="1036" y="641"/>
                </a:lnTo>
                <a:lnTo>
                  <a:pt x="1035" y="641"/>
                </a:lnTo>
                <a:lnTo>
                  <a:pt x="1036" y="641"/>
                </a:lnTo>
                <a:lnTo>
                  <a:pt x="1036" y="640"/>
                </a:lnTo>
                <a:lnTo>
                  <a:pt x="1035" y="639"/>
                </a:lnTo>
                <a:lnTo>
                  <a:pt x="1035" y="638"/>
                </a:lnTo>
                <a:lnTo>
                  <a:pt x="1034" y="637"/>
                </a:lnTo>
                <a:lnTo>
                  <a:pt x="1032" y="636"/>
                </a:lnTo>
                <a:lnTo>
                  <a:pt x="1032" y="635"/>
                </a:lnTo>
                <a:lnTo>
                  <a:pt x="1031" y="635"/>
                </a:lnTo>
                <a:lnTo>
                  <a:pt x="1029" y="634"/>
                </a:lnTo>
                <a:lnTo>
                  <a:pt x="1028" y="634"/>
                </a:lnTo>
                <a:lnTo>
                  <a:pt x="1027" y="634"/>
                </a:lnTo>
                <a:lnTo>
                  <a:pt x="1027" y="633"/>
                </a:lnTo>
                <a:lnTo>
                  <a:pt x="1028" y="631"/>
                </a:lnTo>
                <a:lnTo>
                  <a:pt x="1028" y="630"/>
                </a:lnTo>
                <a:lnTo>
                  <a:pt x="1029" y="630"/>
                </a:lnTo>
                <a:lnTo>
                  <a:pt x="1029" y="629"/>
                </a:lnTo>
                <a:lnTo>
                  <a:pt x="1028" y="629"/>
                </a:lnTo>
                <a:lnTo>
                  <a:pt x="1028" y="628"/>
                </a:lnTo>
                <a:lnTo>
                  <a:pt x="1029" y="628"/>
                </a:lnTo>
                <a:lnTo>
                  <a:pt x="1029" y="627"/>
                </a:lnTo>
                <a:lnTo>
                  <a:pt x="1030" y="627"/>
                </a:lnTo>
                <a:lnTo>
                  <a:pt x="1030" y="626"/>
                </a:lnTo>
                <a:lnTo>
                  <a:pt x="1029" y="626"/>
                </a:lnTo>
                <a:lnTo>
                  <a:pt x="1028" y="625"/>
                </a:lnTo>
                <a:lnTo>
                  <a:pt x="1027" y="624"/>
                </a:lnTo>
                <a:lnTo>
                  <a:pt x="1027" y="623"/>
                </a:lnTo>
                <a:lnTo>
                  <a:pt x="1026" y="623"/>
                </a:lnTo>
                <a:lnTo>
                  <a:pt x="1025" y="623"/>
                </a:lnTo>
                <a:lnTo>
                  <a:pt x="1024" y="622"/>
                </a:lnTo>
                <a:lnTo>
                  <a:pt x="1023" y="621"/>
                </a:lnTo>
                <a:lnTo>
                  <a:pt x="1023" y="620"/>
                </a:lnTo>
                <a:lnTo>
                  <a:pt x="1022" y="619"/>
                </a:lnTo>
                <a:lnTo>
                  <a:pt x="1022" y="618"/>
                </a:lnTo>
                <a:lnTo>
                  <a:pt x="1020" y="618"/>
                </a:lnTo>
                <a:lnTo>
                  <a:pt x="1020" y="617"/>
                </a:lnTo>
                <a:lnTo>
                  <a:pt x="1020" y="616"/>
                </a:lnTo>
                <a:lnTo>
                  <a:pt x="1021" y="615"/>
                </a:lnTo>
                <a:lnTo>
                  <a:pt x="1021" y="614"/>
                </a:lnTo>
                <a:lnTo>
                  <a:pt x="1020" y="613"/>
                </a:lnTo>
                <a:lnTo>
                  <a:pt x="1019" y="612"/>
                </a:lnTo>
                <a:lnTo>
                  <a:pt x="1020" y="611"/>
                </a:lnTo>
                <a:lnTo>
                  <a:pt x="1020" y="610"/>
                </a:lnTo>
                <a:lnTo>
                  <a:pt x="1019" y="609"/>
                </a:lnTo>
                <a:lnTo>
                  <a:pt x="1018" y="609"/>
                </a:lnTo>
                <a:lnTo>
                  <a:pt x="1017" y="608"/>
                </a:lnTo>
                <a:lnTo>
                  <a:pt x="1018" y="608"/>
                </a:lnTo>
                <a:lnTo>
                  <a:pt x="1018" y="607"/>
                </a:lnTo>
                <a:lnTo>
                  <a:pt x="1017" y="607"/>
                </a:lnTo>
                <a:lnTo>
                  <a:pt x="1016" y="606"/>
                </a:lnTo>
                <a:lnTo>
                  <a:pt x="1016" y="605"/>
                </a:lnTo>
                <a:lnTo>
                  <a:pt x="1015" y="605"/>
                </a:lnTo>
                <a:lnTo>
                  <a:pt x="1014" y="605"/>
                </a:lnTo>
                <a:lnTo>
                  <a:pt x="1013" y="605"/>
                </a:lnTo>
                <a:lnTo>
                  <a:pt x="1012" y="605"/>
                </a:lnTo>
                <a:lnTo>
                  <a:pt x="1011" y="605"/>
                </a:lnTo>
                <a:lnTo>
                  <a:pt x="1010" y="605"/>
                </a:lnTo>
                <a:lnTo>
                  <a:pt x="1009" y="605"/>
                </a:lnTo>
                <a:lnTo>
                  <a:pt x="1009" y="606"/>
                </a:lnTo>
                <a:lnTo>
                  <a:pt x="1008" y="606"/>
                </a:lnTo>
                <a:lnTo>
                  <a:pt x="1008" y="607"/>
                </a:lnTo>
                <a:lnTo>
                  <a:pt x="1007" y="607"/>
                </a:lnTo>
                <a:lnTo>
                  <a:pt x="1007" y="608"/>
                </a:lnTo>
                <a:lnTo>
                  <a:pt x="1006" y="608"/>
                </a:lnTo>
                <a:lnTo>
                  <a:pt x="1005" y="608"/>
                </a:lnTo>
                <a:lnTo>
                  <a:pt x="1004" y="609"/>
                </a:lnTo>
                <a:lnTo>
                  <a:pt x="1003" y="610"/>
                </a:lnTo>
                <a:lnTo>
                  <a:pt x="1002" y="610"/>
                </a:lnTo>
                <a:lnTo>
                  <a:pt x="1002" y="611"/>
                </a:lnTo>
                <a:lnTo>
                  <a:pt x="1002" y="612"/>
                </a:lnTo>
                <a:lnTo>
                  <a:pt x="1001" y="612"/>
                </a:lnTo>
                <a:lnTo>
                  <a:pt x="1001" y="613"/>
                </a:lnTo>
                <a:lnTo>
                  <a:pt x="1002" y="613"/>
                </a:lnTo>
                <a:lnTo>
                  <a:pt x="1001" y="613"/>
                </a:lnTo>
                <a:lnTo>
                  <a:pt x="1001" y="612"/>
                </a:lnTo>
                <a:lnTo>
                  <a:pt x="1000" y="612"/>
                </a:lnTo>
                <a:lnTo>
                  <a:pt x="1000" y="613"/>
                </a:lnTo>
                <a:lnTo>
                  <a:pt x="999" y="613"/>
                </a:lnTo>
                <a:lnTo>
                  <a:pt x="998" y="613"/>
                </a:lnTo>
                <a:lnTo>
                  <a:pt x="998" y="614"/>
                </a:lnTo>
                <a:lnTo>
                  <a:pt x="997" y="614"/>
                </a:lnTo>
                <a:lnTo>
                  <a:pt x="996" y="614"/>
                </a:lnTo>
                <a:lnTo>
                  <a:pt x="996" y="613"/>
                </a:lnTo>
                <a:lnTo>
                  <a:pt x="996" y="612"/>
                </a:lnTo>
                <a:lnTo>
                  <a:pt x="996" y="611"/>
                </a:lnTo>
                <a:lnTo>
                  <a:pt x="996" y="610"/>
                </a:lnTo>
                <a:lnTo>
                  <a:pt x="995" y="610"/>
                </a:lnTo>
                <a:lnTo>
                  <a:pt x="995" y="609"/>
                </a:lnTo>
                <a:lnTo>
                  <a:pt x="994" y="609"/>
                </a:lnTo>
                <a:lnTo>
                  <a:pt x="993" y="609"/>
                </a:lnTo>
                <a:lnTo>
                  <a:pt x="993" y="608"/>
                </a:lnTo>
                <a:lnTo>
                  <a:pt x="992" y="608"/>
                </a:lnTo>
                <a:lnTo>
                  <a:pt x="991" y="608"/>
                </a:lnTo>
                <a:lnTo>
                  <a:pt x="990" y="608"/>
                </a:lnTo>
                <a:lnTo>
                  <a:pt x="989" y="607"/>
                </a:lnTo>
                <a:lnTo>
                  <a:pt x="988" y="607"/>
                </a:lnTo>
                <a:lnTo>
                  <a:pt x="987" y="607"/>
                </a:lnTo>
                <a:lnTo>
                  <a:pt x="986" y="607"/>
                </a:lnTo>
                <a:lnTo>
                  <a:pt x="986" y="606"/>
                </a:lnTo>
                <a:lnTo>
                  <a:pt x="985" y="606"/>
                </a:lnTo>
                <a:lnTo>
                  <a:pt x="984" y="606"/>
                </a:lnTo>
                <a:lnTo>
                  <a:pt x="983" y="605"/>
                </a:lnTo>
                <a:lnTo>
                  <a:pt x="982" y="605"/>
                </a:lnTo>
                <a:lnTo>
                  <a:pt x="981" y="605"/>
                </a:lnTo>
                <a:lnTo>
                  <a:pt x="980" y="605"/>
                </a:lnTo>
                <a:lnTo>
                  <a:pt x="980" y="604"/>
                </a:lnTo>
                <a:lnTo>
                  <a:pt x="980" y="603"/>
                </a:lnTo>
                <a:lnTo>
                  <a:pt x="981" y="603"/>
                </a:lnTo>
                <a:lnTo>
                  <a:pt x="981" y="602"/>
                </a:lnTo>
                <a:lnTo>
                  <a:pt x="981" y="601"/>
                </a:lnTo>
                <a:lnTo>
                  <a:pt x="980" y="600"/>
                </a:lnTo>
                <a:lnTo>
                  <a:pt x="979" y="600"/>
                </a:lnTo>
                <a:lnTo>
                  <a:pt x="979" y="599"/>
                </a:lnTo>
                <a:lnTo>
                  <a:pt x="978" y="599"/>
                </a:lnTo>
                <a:lnTo>
                  <a:pt x="978" y="598"/>
                </a:lnTo>
                <a:lnTo>
                  <a:pt x="977" y="598"/>
                </a:lnTo>
                <a:lnTo>
                  <a:pt x="977" y="597"/>
                </a:lnTo>
                <a:lnTo>
                  <a:pt x="976" y="597"/>
                </a:lnTo>
                <a:lnTo>
                  <a:pt x="976" y="596"/>
                </a:lnTo>
                <a:lnTo>
                  <a:pt x="976" y="595"/>
                </a:lnTo>
                <a:lnTo>
                  <a:pt x="975" y="595"/>
                </a:lnTo>
                <a:lnTo>
                  <a:pt x="975" y="594"/>
                </a:lnTo>
                <a:lnTo>
                  <a:pt x="974" y="594"/>
                </a:lnTo>
                <a:lnTo>
                  <a:pt x="974" y="593"/>
                </a:lnTo>
                <a:lnTo>
                  <a:pt x="973" y="593"/>
                </a:lnTo>
                <a:lnTo>
                  <a:pt x="972" y="593"/>
                </a:lnTo>
                <a:lnTo>
                  <a:pt x="972" y="592"/>
                </a:lnTo>
                <a:lnTo>
                  <a:pt x="971" y="592"/>
                </a:lnTo>
                <a:lnTo>
                  <a:pt x="970" y="592"/>
                </a:lnTo>
                <a:lnTo>
                  <a:pt x="969" y="592"/>
                </a:lnTo>
                <a:lnTo>
                  <a:pt x="968" y="592"/>
                </a:lnTo>
                <a:lnTo>
                  <a:pt x="968" y="591"/>
                </a:lnTo>
                <a:lnTo>
                  <a:pt x="967" y="591"/>
                </a:lnTo>
                <a:lnTo>
                  <a:pt x="966" y="591"/>
                </a:lnTo>
                <a:lnTo>
                  <a:pt x="966" y="590"/>
                </a:lnTo>
                <a:lnTo>
                  <a:pt x="965" y="590"/>
                </a:lnTo>
                <a:lnTo>
                  <a:pt x="964" y="590"/>
                </a:lnTo>
                <a:lnTo>
                  <a:pt x="964" y="589"/>
                </a:lnTo>
                <a:lnTo>
                  <a:pt x="963" y="589"/>
                </a:lnTo>
                <a:lnTo>
                  <a:pt x="963" y="590"/>
                </a:lnTo>
                <a:lnTo>
                  <a:pt x="962" y="590"/>
                </a:lnTo>
                <a:lnTo>
                  <a:pt x="961" y="590"/>
                </a:lnTo>
                <a:lnTo>
                  <a:pt x="960" y="590"/>
                </a:lnTo>
                <a:lnTo>
                  <a:pt x="959" y="589"/>
                </a:lnTo>
                <a:lnTo>
                  <a:pt x="959" y="588"/>
                </a:lnTo>
                <a:lnTo>
                  <a:pt x="958" y="588"/>
                </a:lnTo>
                <a:lnTo>
                  <a:pt x="957" y="588"/>
                </a:lnTo>
                <a:lnTo>
                  <a:pt x="957" y="589"/>
                </a:lnTo>
                <a:lnTo>
                  <a:pt x="956" y="589"/>
                </a:lnTo>
                <a:lnTo>
                  <a:pt x="957" y="589"/>
                </a:lnTo>
                <a:lnTo>
                  <a:pt x="956" y="589"/>
                </a:lnTo>
                <a:lnTo>
                  <a:pt x="956" y="590"/>
                </a:lnTo>
                <a:lnTo>
                  <a:pt x="955" y="590"/>
                </a:lnTo>
                <a:lnTo>
                  <a:pt x="955" y="591"/>
                </a:lnTo>
                <a:lnTo>
                  <a:pt x="954" y="591"/>
                </a:lnTo>
                <a:lnTo>
                  <a:pt x="953" y="591"/>
                </a:lnTo>
                <a:lnTo>
                  <a:pt x="953" y="592"/>
                </a:lnTo>
                <a:lnTo>
                  <a:pt x="953" y="593"/>
                </a:lnTo>
                <a:lnTo>
                  <a:pt x="952" y="593"/>
                </a:lnTo>
                <a:lnTo>
                  <a:pt x="951" y="593"/>
                </a:lnTo>
                <a:lnTo>
                  <a:pt x="951" y="594"/>
                </a:lnTo>
                <a:lnTo>
                  <a:pt x="950" y="594"/>
                </a:lnTo>
                <a:lnTo>
                  <a:pt x="951" y="594"/>
                </a:lnTo>
                <a:lnTo>
                  <a:pt x="950" y="595"/>
                </a:lnTo>
                <a:lnTo>
                  <a:pt x="950" y="596"/>
                </a:lnTo>
                <a:lnTo>
                  <a:pt x="950" y="597"/>
                </a:lnTo>
                <a:lnTo>
                  <a:pt x="949" y="597"/>
                </a:lnTo>
                <a:lnTo>
                  <a:pt x="948" y="597"/>
                </a:lnTo>
                <a:lnTo>
                  <a:pt x="948" y="598"/>
                </a:lnTo>
                <a:lnTo>
                  <a:pt x="948" y="597"/>
                </a:lnTo>
                <a:lnTo>
                  <a:pt x="947" y="597"/>
                </a:lnTo>
                <a:lnTo>
                  <a:pt x="947" y="596"/>
                </a:lnTo>
                <a:lnTo>
                  <a:pt x="946" y="596"/>
                </a:lnTo>
                <a:lnTo>
                  <a:pt x="945" y="596"/>
                </a:lnTo>
                <a:lnTo>
                  <a:pt x="945" y="595"/>
                </a:lnTo>
                <a:lnTo>
                  <a:pt x="944" y="595"/>
                </a:lnTo>
                <a:lnTo>
                  <a:pt x="943" y="595"/>
                </a:lnTo>
                <a:lnTo>
                  <a:pt x="943" y="594"/>
                </a:lnTo>
                <a:lnTo>
                  <a:pt x="943" y="593"/>
                </a:lnTo>
                <a:lnTo>
                  <a:pt x="942" y="593"/>
                </a:lnTo>
                <a:lnTo>
                  <a:pt x="941" y="593"/>
                </a:lnTo>
                <a:lnTo>
                  <a:pt x="940" y="593"/>
                </a:lnTo>
                <a:lnTo>
                  <a:pt x="940" y="592"/>
                </a:lnTo>
                <a:lnTo>
                  <a:pt x="939" y="592"/>
                </a:lnTo>
                <a:lnTo>
                  <a:pt x="938" y="592"/>
                </a:lnTo>
                <a:lnTo>
                  <a:pt x="937" y="592"/>
                </a:lnTo>
                <a:lnTo>
                  <a:pt x="936" y="591"/>
                </a:lnTo>
                <a:lnTo>
                  <a:pt x="935" y="591"/>
                </a:lnTo>
                <a:lnTo>
                  <a:pt x="934" y="591"/>
                </a:lnTo>
                <a:lnTo>
                  <a:pt x="933" y="591"/>
                </a:lnTo>
                <a:lnTo>
                  <a:pt x="932" y="591"/>
                </a:lnTo>
                <a:lnTo>
                  <a:pt x="932" y="590"/>
                </a:lnTo>
                <a:lnTo>
                  <a:pt x="931" y="590"/>
                </a:lnTo>
                <a:lnTo>
                  <a:pt x="930" y="590"/>
                </a:lnTo>
                <a:lnTo>
                  <a:pt x="930" y="589"/>
                </a:lnTo>
                <a:lnTo>
                  <a:pt x="929" y="589"/>
                </a:lnTo>
                <a:lnTo>
                  <a:pt x="929" y="588"/>
                </a:lnTo>
                <a:lnTo>
                  <a:pt x="928" y="588"/>
                </a:lnTo>
                <a:lnTo>
                  <a:pt x="927" y="588"/>
                </a:lnTo>
                <a:lnTo>
                  <a:pt x="927" y="587"/>
                </a:lnTo>
                <a:lnTo>
                  <a:pt x="926" y="587"/>
                </a:lnTo>
                <a:lnTo>
                  <a:pt x="927" y="587"/>
                </a:lnTo>
                <a:lnTo>
                  <a:pt x="927" y="586"/>
                </a:lnTo>
                <a:lnTo>
                  <a:pt x="927" y="585"/>
                </a:lnTo>
                <a:lnTo>
                  <a:pt x="926" y="585"/>
                </a:lnTo>
                <a:lnTo>
                  <a:pt x="926" y="584"/>
                </a:lnTo>
                <a:lnTo>
                  <a:pt x="925" y="584"/>
                </a:lnTo>
                <a:lnTo>
                  <a:pt x="925" y="583"/>
                </a:lnTo>
                <a:lnTo>
                  <a:pt x="924" y="583"/>
                </a:lnTo>
                <a:lnTo>
                  <a:pt x="924" y="582"/>
                </a:lnTo>
                <a:lnTo>
                  <a:pt x="923" y="582"/>
                </a:lnTo>
                <a:lnTo>
                  <a:pt x="923" y="581"/>
                </a:lnTo>
                <a:lnTo>
                  <a:pt x="923" y="580"/>
                </a:lnTo>
                <a:lnTo>
                  <a:pt x="922" y="580"/>
                </a:lnTo>
                <a:lnTo>
                  <a:pt x="922" y="579"/>
                </a:lnTo>
                <a:lnTo>
                  <a:pt x="921" y="579"/>
                </a:lnTo>
                <a:lnTo>
                  <a:pt x="920" y="579"/>
                </a:lnTo>
                <a:lnTo>
                  <a:pt x="920" y="580"/>
                </a:lnTo>
                <a:lnTo>
                  <a:pt x="920" y="579"/>
                </a:lnTo>
                <a:lnTo>
                  <a:pt x="919" y="579"/>
                </a:lnTo>
                <a:lnTo>
                  <a:pt x="918" y="579"/>
                </a:lnTo>
                <a:lnTo>
                  <a:pt x="918" y="578"/>
                </a:lnTo>
                <a:lnTo>
                  <a:pt x="917" y="578"/>
                </a:lnTo>
                <a:lnTo>
                  <a:pt x="917" y="577"/>
                </a:lnTo>
                <a:lnTo>
                  <a:pt x="916" y="577"/>
                </a:lnTo>
                <a:lnTo>
                  <a:pt x="915" y="577"/>
                </a:lnTo>
                <a:lnTo>
                  <a:pt x="915" y="576"/>
                </a:lnTo>
                <a:lnTo>
                  <a:pt x="915" y="575"/>
                </a:lnTo>
                <a:lnTo>
                  <a:pt x="914" y="575"/>
                </a:lnTo>
                <a:lnTo>
                  <a:pt x="913" y="575"/>
                </a:lnTo>
                <a:lnTo>
                  <a:pt x="912" y="575"/>
                </a:lnTo>
                <a:lnTo>
                  <a:pt x="912" y="574"/>
                </a:lnTo>
                <a:lnTo>
                  <a:pt x="911" y="574"/>
                </a:lnTo>
                <a:lnTo>
                  <a:pt x="910" y="574"/>
                </a:lnTo>
                <a:lnTo>
                  <a:pt x="910" y="573"/>
                </a:lnTo>
                <a:lnTo>
                  <a:pt x="909" y="573"/>
                </a:lnTo>
                <a:lnTo>
                  <a:pt x="909" y="572"/>
                </a:lnTo>
                <a:lnTo>
                  <a:pt x="908" y="571"/>
                </a:lnTo>
                <a:lnTo>
                  <a:pt x="908" y="572"/>
                </a:lnTo>
                <a:lnTo>
                  <a:pt x="908" y="571"/>
                </a:lnTo>
                <a:lnTo>
                  <a:pt x="907" y="571"/>
                </a:lnTo>
                <a:lnTo>
                  <a:pt x="906" y="571"/>
                </a:lnTo>
                <a:lnTo>
                  <a:pt x="906" y="572"/>
                </a:lnTo>
                <a:lnTo>
                  <a:pt x="905" y="572"/>
                </a:lnTo>
                <a:lnTo>
                  <a:pt x="904" y="572"/>
                </a:lnTo>
                <a:lnTo>
                  <a:pt x="904" y="571"/>
                </a:lnTo>
                <a:lnTo>
                  <a:pt x="904" y="572"/>
                </a:lnTo>
                <a:lnTo>
                  <a:pt x="903" y="572"/>
                </a:lnTo>
                <a:lnTo>
                  <a:pt x="902" y="572"/>
                </a:lnTo>
                <a:lnTo>
                  <a:pt x="901" y="572"/>
                </a:lnTo>
                <a:lnTo>
                  <a:pt x="900" y="571"/>
                </a:lnTo>
                <a:lnTo>
                  <a:pt x="900" y="570"/>
                </a:lnTo>
                <a:lnTo>
                  <a:pt x="900" y="569"/>
                </a:lnTo>
                <a:lnTo>
                  <a:pt x="899" y="568"/>
                </a:lnTo>
                <a:lnTo>
                  <a:pt x="899" y="567"/>
                </a:lnTo>
                <a:lnTo>
                  <a:pt x="899" y="566"/>
                </a:lnTo>
                <a:lnTo>
                  <a:pt x="899" y="565"/>
                </a:lnTo>
                <a:lnTo>
                  <a:pt x="900" y="565"/>
                </a:lnTo>
                <a:lnTo>
                  <a:pt x="900" y="564"/>
                </a:lnTo>
                <a:lnTo>
                  <a:pt x="901" y="564"/>
                </a:lnTo>
                <a:lnTo>
                  <a:pt x="901" y="563"/>
                </a:lnTo>
                <a:lnTo>
                  <a:pt x="902" y="562"/>
                </a:lnTo>
                <a:lnTo>
                  <a:pt x="903" y="562"/>
                </a:lnTo>
                <a:lnTo>
                  <a:pt x="903" y="561"/>
                </a:lnTo>
                <a:lnTo>
                  <a:pt x="902" y="560"/>
                </a:lnTo>
                <a:lnTo>
                  <a:pt x="902" y="559"/>
                </a:lnTo>
                <a:lnTo>
                  <a:pt x="902" y="558"/>
                </a:lnTo>
                <a:lnTo>
                  <a:pt x="902" y="557"/>
                </a:lnTo>
                <a:lnTo>
                  <a:pt x="903" y="556"/>
                </a:lnTo>
                <a:lnTo>
                  <a:pt x="903" y="555"/>
                </a:lnTo>
                <a:lnTo>
                  <a:pt x="904" y="554"/>
                </a:lnTo>
                <a:lnTo>
                  <a:pt x="904" y="553"/>
                </a:lnTo>
                <a:lnTo>
                  <a:pt x="903" y="553"/>
                </a:lnTo>
                <a:lnTo>
                  <a:pt x="903" y="552"/>
                </a:lnTo>
                <a:lnTo>
                  <a:pt x="902" y="552"/>
                </a:lnTo>
                <a:lnTo>
                  <a:pt x="902" y="551"/>
                </a:lnTo>
                <a:lnTo>
                  <a:pt x="901" y="551"/>
                </a:lnTo>
                <a:lnTo>
                  <a:pt x="900" y="551"/>
                </a:lnTo>
                <a:lnTo>
                  <a:pt x="900" y="552"/>
                </a:lnTo>
                <a:lnTo>
                  <a:pt x="899" y="552"/>
                </a:lnTo>
                <a:lnTo>
                  <a:pt x="898" y="553"/>
                </a:lnTo>
                <a:lnTo>
                  <a:pt x="897" y="553"/>
                </a:lnTo>
                <a:lnTo>
                  <a:pt x="897" y="554"/>
                </a:lnTo>
                <a:lnTo>
                  <a:pt x="896" y="554"/>
                </a:lnTo>
                <a:lnTo>
                  <a:pt x="896" y="555"/>
                </a:lnTo>
                <a:lnTo>
                  <a:pt x="895" y="555"/>
                </a:lnTo>
                <a:lnTo>
                  <a:pt x="894" y="555"/>
                </a:lnTo>
                <a:lnTo>
                  <a:pt x="894" y="554"/>
                </a:lnTo>
                <a:lnTo>
                  <a:pt x="893" y="554"/>
                </a:lnTo>
                <a:lnTo>
                  <a:pt x="892" y="554"/>
                </a:lnTo>
                <a:lnTo>
                  <a:pt x="892" y="553"/>
                </a:lnTo>
                <a:lnTo>
                  <a:pt x="891" y="552"/>
                </a:lnTo>
                <a:lnTo>
                  <a:pt x="891" y="551"/>
                </a:lnTo>
                <a:lnTo>
                  <a:pt x="890" y="551"/>
                </a:lnTo>
                <a:lnTo>
                  <a:pt x="890" y="550"/>
                </a:lnTo>
                <a:lnTo>
                  <a:pt x="889" y="550"/>
                </a:lnTo>
                <a:lnTo>
                  <a:pt x="889" y="549"/>
                </a:lnTo>
                <a:lnTo>
                  <a:pt x="888" y="549"/>
                </a:lnTo>
                <a:lnTo>
                  <a:pt x="888" y="548"/>
                </a:lnTo>
                <a:lnTo>
                  <a:pt x="887" y="548"/>
                </a:lnTo>
                <a:lnTo>
                  <a:pt x="887" y="547"/>
                </a:lnTo>
                <a:lnTo>
                  <a:pt x="887" y="546"/>
                </a:lnTo>
                <a:lnTo>
                  <a:pt x="886" y="545"/>
                </a:lnTo>
                <a:lnTo>
                  <a:pt x="885" y="545"/>
                </a:lnTo>
                <a:lnTo>
                  <a:pt x="885" y="544"/>
                </a:lnTo>
                <a:lnTo>
                  <a:pt x="884" y="544"/>
                </a:lnTo>
                <a:lnTo>
                  <a:pt x="883" y="544"/>
                </a:lnTo>
                <a:lnTo>
                  <a:pt x="883" y="543"/>
                </a:lnTo>
                <a:lnTo>
                  <a:pt x="882" y="543"/>
                </a:lnTo>
                <a:lnTo>
                  <a:pt x="881" y="542"/>
                </a:lnTo>
                <a:lnTo>
                  <a:pt x="880" y="542"/>
                </a:lnTo>
                <a:lnTo>
                  <a:pt x="880" y="543"/>
                </a:lnTo>
                <a:lnTo>
                  <a:pt x="878" y="543"/>
                </a:lnTo>
                <a:lnTo>
                  <a:pt x="878" y="542"/>
                </a:lnTo>
                <a:lnTo>
                  <a:pt x="877" y="542"/>
                </a:lnTo>
                <a:lnTo>
                  <a:pt x="876" y="542"/>
                </a:lnTo>
                <a:lnTo>
                  <a:pt x="875" y="542"/>
                </a:lnTo>
                <a:lnTo>
                  <a:pt x="874" y="541"/>
                </a:lnTo>
                <a:lnTo>
                  <a:pt x="873" y="541"/>
                </a:lnTo>
                <a:lnTo>
                  <a:pt x="872" y="541"/>
                </a:lnTo>
                <a:lnTo>
                  <a:pt x="872" y="540"/>
                </a:lnTo>
                <a:lnTo>
                  <a:pt x="871" y="540"/>
                </a:lnTo>
                <a:lnTo>
                  <a:pt x="871" y="541"/>
                </a:lnTo>
                <a:lnTo>
                  <a:pt x="870" y="541"/>
                </a:lnTo>
                <a:lnTo>
                  <a:pt x="869" y="542"/>
                </a:lnTo>
                <a:lnTo>
                  <a:pt x="869" y="543"/>
                </a:lnTo>
                <a:lnTo>
                  <a:pt x="868" y="543"/>
                </a:lnTo>
                <a:lnTo>
                  <a:pt x="867" y="543"/>
                </a:lnTo>
                <a:lnTo>
                  <a:pt x="866" y="543"/>
                </a:lnTo>
                <a:lnTo>
                  <a:pt x="866" y="542"/>
                </a:lnTo>
                <a:lnTo>
                  <a:pt x="865" y="542"/>
                </a:lnTo>
                <a:lnTo>
                  <a:pt x="865" y="543"/>
                </a:lnTo>
                <a:lnTo>
                  <a:pt x="864" y="543"/>
                </a:lnTo>
                <a:lnTo>
                  <a:pt x="863" y="543"/>
                </a:lnTo>
                <a:lnTo>
                  <a:pt x="863" y="542"/>
                </a:lnTo>
                <a:lnTo>
                  <a:pt x="862" y="542"/>
                </a:lnTo>
                <a:lnTo>
                  <a:pt x="861" y="541"/>
                </a:lnTo>
                <a:lnTo>
                  <a:pt x="860" y="541"/>
                </a:lnTo>
                <a:lnTo>
                  <a:pt x="860" y="540"/>
                </a:lnTo>
                <a:lnTo>
                  <a:pt x="859" y="539"/>
                </a:lnTo>
                <a:lnTo>
                  <a:pt x="859" y="540"/>
                </a:lnTo>
                <a:lnTo>
                  <a:pt x="858" y="540"/>
                </a:lnTo>
                <a:lnTo>
                  <a:pt x="858" y="539"/>
                </a:lnTo>
                <a:lnTo>
                  <a:pt x="857" y="539"/>
                </a:lnTo>
                <a:lnTo>
                  <a:pt x="856" y="539"/>
                </a:lnTo>
                <a:lnTo>
                  <a:pt x="856" y="538"/>
                </a:lnTo>
                <a:lnTo>
                  <a:pt x="855" y="538"/>
                </a:lnTo>
                <a:lnTo>
                  <a:pt x="855" y="539"/>
                </a:lnTo>
                <a:lnTo>
                  <a:pt x="855" y="540"/>
                </a:lnTo>
                <a:lnTo>
                  <a:pt x="854" y="540"/>
                </a:lnTo>
                <a:lnTo>
                  <a:pt x="854" y="541"/>
                </a:lnTo>
                <a:lnTo>
                  <a:pt x="853" y="541"/>
                </a:lnTo>
                <a:lnTo>
                  <a:pt x="853" y="540"/>
                </a:lnTo>
                <a:lnTo>
                  <a:pt x="852" y="540"/>
                </a:lnTo>
                <a:lnTo>
                  <a:pt x="851" y="540"/>
                </a:lnTo>
                <a:lnTo>
                  <a:pt x="851" y="539"/>
                </a:lnTo>
                <a:lnTo>
                  <a:pt x="851" y="538"/>
                </a:lnTo>
                <a:lnTo>
                  <a:pt x="851" y="537"/>
                </a:lnTo>
                <a:lnTo>
                  <a:pt x="851" y="536"/>
                </a:lnTo>
                <a:lnTo>
                  <a:pt x="851" y="537"/>
                </a:lnTo>
                <a:lnTo>
                  <a:pt x="850" y="537"/>
                </a:lnTo>
                <a:lnTo>
                  <a:pt x="850" y="536"/>
                </a:lnTo>
                <a:lnTo>
                  <a:pt x="849" y="536"/>
                </a:lnTo>
                <a:lnTo>
                  <a:pt x="848" y="537"/>
                </a:lnTo>
                <a:lnTo>
                  <a:pt x="847" y="537"/>
                </a:lnTo>
                <a:lnTo>
                  <a:pt x="846" y="537"/>
                </a:lnTo>
                <a:lnTo>
                  <a:pt x="846" y="536"/>
                </a:lnTo>
                <a:lnTo>
                  <a:pt x="845" y="536"/>
                </a:lnTo>
                <a:lnTo>
                  <a:pt x="845" y="535"/>
                </a:lnTo>
                <a:lnTo>
                  <a:pt x="844" y="535"/>
                </a:lnTo>
                <a:lnTo>
                  <a:pt x="844" y="536"/>
                </a:lnTo>
                <a:lnTo>
                  <a:pt x="843" y="536"/>
                </a:lnTo>
                <a:lnTo>
                  <a:pt x="843" y="535"/>
                </a:lnTo>
                <a:lnTo>
                  <a:pt x="842" y="535"/>
                </a:lnTo>
                <a:lnTo>
                  <a:pt x="841" y="535"/>
                </a:lnTo>
                <a:lnTo>
                  <a:pt x="841" y="534"/>
                </a:lnTo>
                <a:lnTo>
                  <a:pt x="841" y="535"/>
                </a:lnTo>
                <a:lnTo>
                  <a:pt x="841" y="534"/>
                </a:lnTo>
                <a:lnTo>
                  <a:pt x="840" y="534"/>
                </a:lnTo>
                <a:lnTo>
                  <a:pt x="839" y="534"/>
                </a:lnTo>
                <a:lnTo>
                  <a:pt x="839" y="533"/>
                </a:lnTo>
                <a:lnTo>
                  <a:pt x="840" y="533"/>
                </a:lnTo>
                <a:lnTo>
                  <a:pt x="840" y="532"/>
                </a:lnTo>
                <a:lnTo>
                  <a:pt x="840" y="531"/>
                </a:lnTo>
                <a:lnTo>
                  <a:pt x="839" y="530"/>
                </a:lnTo>
                <a:lnTo>
                  <a:pt x="839" y="529"/>
                </a:lnTo>
                <a:lnTo>
                  <a:pt x="839" y="528"/>
                </a:lnTo>
                <a:lnTo>
                  <a:pt x="838" y="528"/>
                </a:lnTo>
                <a:lnTo>
                  <a:pt x="838" y="527"/>
                </a:lnTo>
                <a:lnTo>
                  <a:pt x="837" y="527"/>
                </a:lnTo>
                <a:lnTo>
                  <a:pt x="837" y="526"/>
                </a:lnTo>
                <a:lnTo>
                  <a:pt x="836" y="526"/>
                </a:lnTo>
                <a:lnTo>
                  <a:pt x="836" y="527"/>
                </a:lnTo>
                <a:lnTo>
                  <a:pt x="835" y="527"/>
                </a:lnTo>
                <a:lnTo>
                  <a:pt x="834" y="527"/>
                </a:lnTo>
                <a:lnTo>
                  <a:pt x="834" y="528"/>
                </a:lnTo>
                <a:lnTo>
                  <a:pt x="833" y="529"/>
                </a:lnTo>
                <a:lnTo>
                  <a:pt x="833" y="528"/>
                </a:lnTo>
                <a:lnTo>
                  <a:pt x="832" y="528"/>
                </a:lnTo>
                <a:lnTo>
                  <a:pt x="832" y="527"/>
                </a:lnTo>
                <a:lnTo>
                  <a:pt x="832" y="526"/>
                </a:lnTo>
                <a:lnTo>
                  <a:pt x="832" y="525"/>
                </a:lnTo>
                <a:lnTo>
                  <a:pt x="832" y="524"/>
                </a:lnTo>
                <a:lnTo>
                  <a:pt x="831" y="524"/>
                </a:lnTo>
                <a:lnTo>
                  <a:pt x="831" y="523"/>
                </a:lnTo>
                <a:lnTo>
                  <a:pt x="832" y="523"/>
                </a:lnTo>
                <a:lnTo>
                  <a:pt x="832" y="522"/>
                </a:lnTo>
                <a:lnTo>
                  <a:pt x="831" y="522"/>
                </a:lnTo>
                <a:lnTo>
                  <a:pt x="831" y="521"/>
                </a:lnTo>
                <a:lnTo>
                  <a:pt x="831" y="520"/>
                </a:lnTo>
                <a:lnTo>
                  <a:pt x="830" y="519"/>
                </a:lnTo>
                <a:lnTo>
                  <a:pt x="829" y="519"/>
                </a:lnTo>
                <a:lnTo>
                  <a:pt x="828" y="519"/>
                </a:lnTo>
                <a:lnTo>
                  <a:pt x="828" y="518"/>
                </a:lnTo>
                <a:lnTo>
                  <a:pt x="827" y="518"/>
                </a:lnTo>
                <a:lnTo>
                  <a:pt x="826" y="518"/>
                </a:lnTo>
                <a:lnTo>
                  <a:pt x="825" y="518"/>
                </a:lnTo>
                <a:lnTo>
                  <a:pt x="824" y="518"/>
                </a:lnTo>
                <a:lnTo>
                  <a:pt x="824" y="517"/>
                </a:lnTo>
                <a:lnTo>
                  <a:pt x="823" y="517"/>
                </a:lnTo>
                <a:lnTo>
                  <a:pt x="823" y="518"/>
                </a:lnTo>
                <a:lnTo>
                  <a:pt x="823" y="517"/>
                </a:lnTo>
                <a:lnTo>
                  <a:pt x="822" y="517"/>
                </a:lnTo>
                <a:lnTo>
                  <a:pt x="822" y="516"/>
                </a:lnTo>
                <a:lnTo>
                  <a:pt x="821" y="516"/>
                </a:lnTo>
                <a:lnTo>
                  <a:pt x="821" y="515"/>
                </a:lnTo>
                <a:lnTo>
                  <a:pt x="820" y="515"/>
                </a:lnTo>
                <a:lnTo>
                  <a:pt x="819" y="515"/>
                </a:lnTo>
                <a:lnTo>
                  <a:pt x="819" y="514"/>
                </a:lnTo>
                <a:lnTo>
                  <a:pt x="818" y="514"/>
                </a:lnTo>
                <a:lnTo>
                  <a:pt x="818" y="513"/>
                </a:lnTo>
                <a:lnTo>
                  <a:pt x="817" y="513"/>
                </a:lnTo>
                <a:lnTo>
                  <a:pt x="816" y="513"/>
                </a:lnTo>
                <a:lnTo>
                  <a:pt x="816" y="514"/>
                </a:lnTo>
                <a:lnTo>
                  <a:pt x="816" y="513"/>
                </a:lnTo>
                <a:lnTo>
                  <a:pt x="815" y="513"/>
                </a:lnTo>
                <a:lnTo>
                  <a:pt x="815" y="514"/>
                </a:lnTo>
                <a:lnTo>
                  <a:pt x="815" y="513"/>
                </a:lnTo>
                <a:lnTo>
                  <a:pt x="814" y="513"/>
                </a:lnTo>
                <a:lnTo>
                  <a:pt x="814" y="512"/>
                </a:lnTo>
                <a:lnTo>
                  <a:pt x="813" y="512"/>
                </a:lnTo>
                <a:lnTo>
                  <a:pt x="813" y="511"/>
                </a:lnTo>
                <a:lnTo>
                  <a:pt x="812" y="511"/>
                </a:lnTo>
                <a:lnTo>
                  <a:pt x="812" y="510"/>
                </a:lnTo>
                <a:lnTo>
                  <a:pt x="811" y="510"/>
                </a:lnTo>
                <a:lnTo>
                  <a:pt x="811" y="511"/>
                </a:lnTo>
                <a:lnTo>
                  <a:pt x="810" y="511"/>
                </a:lnTo>
                <a:lnTo>
                  <a:pt x="810" y="512"/>
                </a:lnTo>
                <a:lnTo>
                  <a:pt x="809" y="512"/>
                </a:lnTo>
                <a:lnTo>
                  <a:pt x="809" y="511"/>
                </a:lnTo>
                <a:lnTo>
                  <a:pt x="808" y="511"/>
                </a:lnTo>
                <a:lnTo>
                  <a:pt x="808" y="512"/>
                </a:lnTo>
                <a:lnTo>
                  <a:pt x="808" y="513"/>
                </a:lnTo>
                <a:lnTo>
                  <a:pt x="807" y="514"/>
                </a:lnTo>
                <a:lnTo>
                  <a:pt x="807" y="515"/>
                </a:lnTo>
                <a:lnTo>
                  <a:pt x="806" y="515"/>
                </a:lnTo>
                <a:lnTo>
                  <a:pt x="806" y="516"/>
                </a:lnTo>
                <a:lnTo>
                  <a:pt x="806" y="517"/>
                </a:lnTo>
                <a:lnTo>
                  <a:pt x="807" y="518"/>
                </a:lnTo>
                <a:lnTo>
                  <a:pt x="808" y="519"/>
                </a:lnTo>
                <a:lnTo>
                  <a:pt x="809" y="519"/>
                </a:lnTo>
                <a:lnTo>
                  <a:pt x="808" y="520"/>
                </a:lnTo>
                <a:lnTo>
                  <a:pt x="808" y="521"/>
                </a:lnTo>
                <a:lnTo>
                  <a:pt x="809" y="521"/>
                </a:lnTo>
                <a:lnTo>
                  <a:pt x="810" y="521"/>
                </a:lnTo>
                <a:lnTo>
                  <a:pt x="811" y="522"/>
                </a:lnTo>
                <a:lnTo>
                  <a:pt x="810" y="522"/>
                </a:lnTo>
                <a:lnTo>
                  <a:pt x="811" y="522"/>
                </a:lnTo>
                <a:lnTo>
                  <a:pt x="812" y="523"/>
                </a:lnTo>
                <a:lnTo>
                  <a:pt x="812" y="522"/>
                </a:lnTo>
                <a:lnTo>
                  <a:pt x="813" y="522"/>
                </a:lnTo>
                <a:lnTo>
                  <a:pt x="813" y="523"/>
                </a:lnTo>
                <a:lnTo>
                  <a:pt x="814" y="524"/>
                </a:lnTo>
                <a:lnTo>
                  <a:pt x="815" y="524"/>
                </a:lnTo>
                <a:lnTo>
                  <a:pt x="815" y="525"/>
                </a:lnTo>
                <a:lnTo>
                  <a:pt x="816" y="525"/>
                </a:lnTo>
                <a:lnTo>
                  <a:pt x="816" y="526"/>
                </a:lnTo>
                <a:lnTo>
                  <a:pt x="817" y="527"/>
                </a:lnTo>
                <a:lnTo>
                  <a:pt x="817" y="528"/>
                </a:lnTo>
                <a:lnTo>
                  <a:pt x="818" y="529"/>
                </a:lnTo>
                <a:lnTo>
                  <a:pt x="818" y="530"/>
                </a:lnTo>
                <a:lnTo>
                  <a:pt x="817" y="530"/>
                </a:lnTo>
                <a:lnTo>
                  <a:pt x="818" y="531"/>
                </a:lnTo>
                <a:lnTo>
                  <a:pt x="819" y="532"/>
                </a:lnTo>
                <a:lnTo>
                  <a:pt x="820" y="532"/>
                </a:lnTo>
                <a:lnTo>
                  <a:pt x="820" y="533"/>
                </a:lnTo>
                <a:lnTo>
                  <a:pt x="821" y="533"/>
                </a:lnTo>
                <a:lnTo>
                  <a:pt x="822" y="533"/>
                </a:lnTo>
                <a:lnTo>
                  <a:pt x="823" y="533"/>
                </a:lnTo>
                <a:lnTo>
                  <a:pt x="823" y="534"/>
                </a:lnTo>
                <a:lnTo>
                  <a:pt x="823" y="535"/>
                </a:lnTo>
                <a:lnTo>
                  <a:pt x="822" y="535"/>
                </a:lnTo>
                <a:lnTo>
                  <a:pt x="822" y="536"/>
                </a:lnTo>
                <a:lnTo>
                  <a:pt x="823" y="536"/>
                </a:lnTo>
                <a:lnTo>
                  <a:pt x="823" y="537"/>
                </a:lnTo>
                <a:lnTo>
                  <a:pt x="822" y="537"/>
                </a:lnTo>
                <a:lnTo>
                  <a:pt x="822" y="538"/>
                </a:lnTo>
                <a:lnTo>
                  <a:pt x="823" y="538"/>
                </a:lnTo>
                <a:lnTo>
                  <a:pt x="823" y="539"/>
                </a:lnTo>
                <a:lnTo>
                  <a:pt x="823" y="540"/>
                </a:lnTo>
                <a:lnTo>
                  <a:pt x="823" y="541"/>
                </a:lnTo>
                <a:lnTo>
                  <a:pt x="824" y="542"/>
                </a:lnTo>
                <a:lnTo>
                  <a:pt x="825" y="543"/>
                </a:lnTo>
                <a:lnTo>
                  <a:pt x="825" y="544"/>
                </a:lnTo>
                <a:lnTo>
                  <a:pt x="825" y="545"/>
                </a:lnTo>
                <a:lnTo>
                  <a:pt x="825" y="546"/>
                </a:lnTo>
                <a:lnTo>
                  <a:pt x="824" y="546"/>
                </a:lnTo>
                <a:lnTo>
                  <a:pt x="824" y="547"/>
                </a:lnTo>
                <a:lnTo>
                  <a:pt x="823" y="547"/>
                </a:lnTo>
                <a:lnTo>
                  <a:pt x="823" y="546"/>
                </a:lnTo>
                <a:lnTo>
                  <a:pt x="822" y="546"/>
                </a:lnTo>
                <a:lnTo>
                  <a:pt x="821" y="546"/>
                </a:lnTo>
                <a:lnTo>
                  <a:pt x="821" y="545"/>
                </a:lnTo>
                <a:lnTo>
                  <a:pt x="820" y="545"/>
                </a:lnTo>
                <a:lnTo>
                  <a:pt x="819" y="545"/>
                </a:lnTo>
                <a:lnTo>
                  <a:pt x="819" y="544"/>
                </a:lnTo>
                <a:lnTo>
                  <a:pt x="818" y="544"/>
                </a:lnTo>
                <a:lnTo>
                  <a:pt x="818" y="543"/>
                </a:lnTo>
                <a:lnTo>
                  <a:pt x="818" y="542"/>
                </a:lnTo>
                <a:lnTo>
                  <a:pt x="817" y="542"/>
                </a:lnTo>
                <a:lnTo>
                  <a:pt x="816" y="542"/>
                </a:lnTo>
                <a:lnTo>
                  <a:pt x="816" y="541"/>
                </a:lnTo>
                <a:lnTo>
                  <a:pt x="815" y="541"/>
                </a:lnTo>
                <a:lnTo>
                  <a:pt x="815" y="540"/>
                </a:lnTo>
                <a:lnTo>
                  <a:pt x="816" y="540"/>
                </a:lnTo>
                <a:lnTo>
                  <a:pt x="815" y="540"/>
                </a:lnTo>
                <a:lnTo>
                  <a:pt x="815" y="539"/>
                </a:lnTo>
                <a:lnTo>
                  <a:pt x="814" y="539"/>
                </a:lnTo>
                <a:lnTo>
                  <a:pt x="814" y="538"/>
                </a:lnTo>
                <a:lnTo>
                  <a:pt x="813" y="538"/>
                </a:lnTo>
                <a:lnTo>
                  <a:pt x="813" y="539"/>
                </a:lnTo>
                <a:lnTo>
                  <a:pt x="813" y="538"/>
                </a:lnTo>
                <a:lnTo>
                  <a:pt x="812" y="538"/>
                </a:lnTo>
                <a:lnTo>
                  <a:pt x="812" y="539"/>
                </a:lnTo>
                <a:lnTo>
                  <a:pt x="811" y="539"/>
                </a:lnTo>
                <a:lnTo>
                  <a:pt x="811" y="538"/>
                </a:lnTo>
                <a:lnTo>
                  <a:pt x="810" y="538"/>
                </a:lnTo>
                <a:lnTo>
                  <a:pt x="809" y="538"/>
                </a:lnTo>
                <a:lnTo>
                  <a:pt x="809" y="537"/>
                </a:lnTo>
                <a:lnTo>
                  <a:pt x="808" y="537"/>
                </a:lnTo>
                <a:lnTo>
                  <a:pt x="807" y="537"/>
                </a:lnTo>
                <a:lnTo>
                  <a:pt x="807" y="536"/>
                </a:lnTo>
                <a:lnTo>
                  <a:pt x="807" y="535"/>
                </a:lnTo>
                <a:lnTo>
                  <a:pt x="806" y="535"/>
                </a:lnTo>
                <a:lnTo>
                  <a:pt x="805" y="535"/>
                </a:lnTo>
                <a:lnTo>
                  <a:pt x="804" y="535"/>
                </a:lnTo>
                <a:lnTo>
                  <a:pt x="803" y="535"/>
                </a:lnTo>
                <a:lnTo>
                  <a:pt x="802" y="535"/>
                </a:lnTo>
                <a:lnTo>
                  <a:pt x="801" y="535"/>
                </a:lnTo>
                <a:lnTo>
                  <a:pt x="801" y="534"/>
                </a:lnTo>
                <a:lnTo>
                  <a:pt x="800" y="534"/>
                </a:lnTo>
                <a:lnTo>
                  <a:pt x="800" y="533"/>
                </a:lnTo>
                <a:lnTo>
                  <a:pt x="800" y="532"/>
                </a:lnTo>
                <a:lnTo>
                  <a:pt x="799" y="532"/>
                </a:lnTo>
                <a:lnTo>
                  <a:pt x="798" y="532"/>
                </a:lnTo>
                <a:lnTo>
                  <a:pt x="797" y="532"/>
                </a:lnTo>
                <a:lnTo>
                  <a:pt x="796" y="532"/>
                </a:lnTo>
                <a:lnTo>
                  <a:pt x="796" y="531"/>
                </a:lnTo>
                <a:lnTo>
                  <a:pt x="795" y="531"/>
                </a:lnTo>
                <a:lnTo>
                  <a:pt x="794" y="531"/>
                </a:lnTo>
                <a:lnTo>
                  <a:pt x="793" y="531"/>
                </a:lnTo>
                <a:lnTo>
                  <a:pt x="793" y="530"/>
                </a:lnTo>
                <a:lnTo>
                  <a:pt x="792" y="530"/>
                </a:lnTo>
                <a:lnTo>
                  <a:pt x="791" y="530"/>
                </a:lnTo>
                <a:lnTo>
                  <a:pt x="791" y="529"/>
                </a:lnTo>
                <a:lnTo>
                  <a:pt x="791" y="530"/>
                </a:lnTo>
                <a:lnTo>
                  <a:pt x="790" y="530"/>
                </a:lnTo>
                <a:lnTo>
                  <a:pt x="790" y="529"/>
                </a:lnTo>
                <a:lnTo>
                  <a:pt x="789" y="529"/>
                </a:lnTo>
                <a:lnTo>
                  <a:pt x="789" y="528"/>
                </a:lnTo>
                <a:lnTo>
                  <a:pt x="788" y="528"/>
                </a:lnTo>
                <a:lnTo>
                  <a:pt x="787" y="528"/>
                </a:lnTo>
                <a:lnTo>
                  <a:pt x="786" y="528"/>
                </a:lnTo>
                <a:lnTo>
                  <a:pt x="785" y="528"/>
                </a:lnTo>
                <a:lnTo>
                  <a:pt x="785" y="527"/>
                </a:lnTo>
                <a:lnTo>
                  <a:pt x="784" y="526"/>
                </a:lnTo>
                <a:lnTo>
                  <a:pt x="783" y="526"/>
                </a:lnTo>
                <a:lnTo>
                  <a:pt x="782" y="526"/>
                </a:lnTo>
                <a:lnTo>
                  <a:pt x="782" y="525"/>
                </a:lnTo>
                <a:lnTo>
                  <a:pt x="782" y="524"/>
                </a:lnTo>
                <a:lnTo>
                  <a:pt x="780" y="524"/>
                </a:lnTo>
                <a:lnTo>
                  <a:pt x="780" y="523"/>
                </a:lnTo>
                <a:lnTo>
                  <a:pt x="779" y="523"/>
                </a:lnTo>
                <a:lnTo>
                  <a:pt x="778" y="523"/>
                </a:lnTo>
                <a:lnTo>
                  <a:pt x="778" y="524"/>
                </a:lnTo>
                <a:lnTo>
                  <a:pt x="777" y="524"/>
                </a:lnTo>
                <a:lnTo>
                  <a:pt x="777" y="523"/>
                </a:lnTo>
                <a:lnTo>
                  <a:pt x="776" y="523"/>
                </a:lnTo>
                <a:lnTo>
                  <a:pt x="776" y="522"/>
                </a:lnTo>
                <a:lnTo>
                  <a:pt x="775" y="522"/>
                </a:lnTo>
                <a:lnTo>
                  <a:pt x="775" y="521"/>
                </a:lnTo>
                <a:lnTo>
                  <a:pt x="774" y="521"/>
                </a:lnTo>
                <a:lnTo>
                  <a:pt x="773" y="521"/>
                </a:lnTo>
                <a:lnTo>
                  <a:pt x="772" y="521"/>
                </a:lnTo>
                <a:lnTo>
                  <a:pt x="771" y="521"/>
                </a:lnTo>
                <a:lnTo>
                  <a:pt x="771" y="520"/>
                </a:lnTo>
                <a:lnTo>
                  <a:pt x="770" y="520"/>
                </a:lnTo>
                <a:lnTo>
                  <a:pt x="769" y="520"/>
                </a:lnTo>
                <a:lnTo>
                  <a:pt x="769" y="518"/>
                </a:lnTo>
                <a:lnTo>
                  <a:pt x="770" y="518"/>
                </a:lnTo>
                <a:lnTo>
                  <a:pt x="770" y="517"/>
                </a:lnTo>
                <a:lnTo>
                  <a:pt x="769" y="517"/>
                </a:lnTo>
                <a:lnTo>
                  <a:pt x="769" y="516"/>
                </a:lnTo>
                <a:lnTo>
                  <a:pt x="768" y="516"/>
                </a:lnTo>
                <a:lnTo>
                  <a:pt x="768" y="515"/>
                </a:lnTo>
                <a:lnTo>
                  <a:pt x="767" y="515"/>
                </a:lnTo>
                <a:lnTo>
                  <a:pt x="767" y="516"/>
                </a:lnTo>
                <a:lnTo>
                  <a:pt x="766" y="516"/>
                </a:lnTo>
                <a:lnTo>
                  <a:pt x="766" y="515"/>
                </a:lnTo>
                <a:lnTo>
                  <a:pt x="765" y="515"/>
                </a:lnTo>
                <a:lnTo>
                  <a:pt x="765" y="514"/>
                </a:lnTo>
                <a:lnTo>
                  <a:pt x="764" y="514"/>
                </a:lnTo>
                <a:lnTo>
                  <a:pt x="763" y="514"/>
                </a:lnTo>
                <a:lnTo>
                  <a:pt x="763" y="513"/>
                </a:lnTo>
                <a:lnTo>
                  <a:pt x="762" y="513"/>
                </a:lnTo>
                <a:lnTo>
                  <a:pt x="762" y="512"/>
                </a:lnTo>
                <a:lnTo>
                  <a:pt x="761" y="512"/>
                </a:lnTo>
                <a:lnTo>
                  <a:pt x="761" y="511"/>
                </a:lnTo>
                <a:lnTo>
                  <a:pt x="760" y="511"/>
                </a:lnTo>
                <a:lnTo>
                  <a:pt x="759" y="511"/>
                </a:lnTo>
                <a:lnTo>
                  <a:pt x="759" y="510"/>
                </a:lnTo>
                <a:lnTo>
                  <a:pt x="758" y="510"/>
                </a:lnTo>
                <a:lnTo>
                  <a:pt x="758" y="509"/>
                </a:lnTo>
                <a:lnTo>
                  <a:pt x="758" y="508"/>
                </a:lnTo>
                <a:lnTo>
                  <a:pt x="757" y="508"/>
                </a:lnTo>
                <a:lnTo>
                  <a:pt x="756" y="508"/>
                </a:lnTo>
                <a:lnTo>
                  <a:pt x="756" y="507"/>
                </a:lnTo>
                <a:lnTo>
                  <a:pt x="756" y="506"/>
                </a:lnTo>
                <a:lnTo>
                  <a:pt x="755" y="506"/>
                </a:lnTo>
                <a:lnTo>
                  <a:pt x="755" y="505"/>
                </a:lnTo>
                <a:lnTo>
                  <a:pt x="754" y="505"/>
                </a:lnTo>
                <a:lnTo>
                  <a:pt x="754" y="504"/>
                </a:lnTo>
                <a:lnTo>
                  <a:pt x="755" y="504"/>
                </a:lnTo>
                <a:lnTo>
                  <a:pt x="754" y="503"/>
                </a:lnTo>
                <a:lnTo>
                  <a:pt x="754" y="502"/>
                </a:lnTo>
                <a:lnTo>
                  <a:pt x="754" y="501"/>
                </a:lnTo>
                <a:lnTo>
                  <a:pt x="754" y="500"/>
                </a:lnTo>
                <a:lnTo>
                  <a:pt x="753" y="500"/>
                </a:lnTo>
                <a:lnTo>
                  <a:pt x="753" y="499"/>
                </a:lnTo>
                <a:lnTo>
                  <a:pt x="752" y="499"/>
                </a:lnTo>
                <a:lnTo>
                  <a:pt x="752" y="500"/>
                </a:lnTo>
                <a:lnTo>
                  <a:pt x="752" y="499"/>
                </a:lnTo>
                <a:lnTo>
                  <a:pt x="751" y="499"/>
                </a:lnTo>
                <a:lnTo>
                  <a:pt x="750" y="499"/>
                </a:lnTo>
                <a:lnTo>
                  <a:pt x="750" y="500"/>
                </a:lnTo>
                <a:lnTo>
                  <a:pt x="749" y="500"/>
                </a:lnTo>
                <a:lnTo>
                  <a:pt x="748" y="500"/>
                </a:lnTo>
                <a:lnTo>
                  <a:pt x="747" y="500"/>
                </a:lnTo>
                <a:lnTo>
                  <a:pt x="747" y="499"/>
                </a:lnTo>
                <a:lnTo>
                  <a:pt x="746" y="499"/>
                </a:lnTo>
                <a:lnTo>
                  <a:pt x="746" y="498"/>
                </a:lnTo>
                <a:lnTo>
                  <a:pt x="745" y="498"/>
                </a:lnTo>
                <a:lnTo>
                  <a:pt x="746" y="498"/>
                </a:lnTo>
                <a:lnTo>
                  <a:pt x="746" y="497"/>
                </a:lnTo>
                <a:lnTo>
                  <a:pt x="746" y="496"/>
                </a:lnTo>
                <a:lnTo>
                  <a:pt x="746" y="495"/>
                </a:lnTo>
                <a:lnTo>
                  <a:pt x="745" y="495"/>
                </a:lnTo>
                <a:lnTo>
                  <a:pt x="745" y="494"/>
                </a:lnTo>
                <a:lnTo>
                  <a:pt x="744" y="494"/>
                </a:lnTo>
                <a:lnTo>
                  <a:pt x="744" y="493"/>
                </a:lnTo>
                <a:lnTo>
                  <a:pt x="744" y="492"/>
                </a:lnTo>
                <a:lnTo>
                  <a:pt x="743" y="492"/>
                </a:lnTo>
                <a:lnTo>
                  <a:pt x="742" y="492"/>
                </a:lnTo>
                <a:lnTo>
                  <a:pt x="741" y="492"/>
                </a:lnTo>
                <a:lnTo>
                  <a:pt x="741" y="491"/>
                </a:lnTo>
                <a:lnTo>
                  <a:pt x="741" y="490"/>
                </a:lnTo>
                <a:lnTo>
                  <a:pt x="740" y="490"/>
                </a:lnTo>
                <a:lnTo>
                  <a:pt x="740" y="489"/>
                </a:lnTo>
                <a:lnTo>
                  <a:pt x="740" y="488"/>
                </a:lnTo>
                <a:lnTo>
                  <a:pt x="739" y="488"/>
                </a:lnTo>
                <a:lnTo>
                  <a:pt x="739" y="487"/>
                </a:lnTo>
                <a:lnTo>
                  <a:pt x="738" y="487"/>
                </a:lnTo>
                <a:lnTo>
                  <a:pt x="738" y="486"/>
                </a:lnTo>
                <a:lnTo>
                  <a:pt x="738" y="485"/>
                </a:lnTo>
                <a:lnTo>
                  <a:pt x="737" y="485"/>
                </a:lnTo>
                <a:lnTo>
                  <a:pt x="737" y="484"/>
                </a:lnTo>
                <a:lnTo>
                  <a:pt x="736" y="484"/>
                </a:lnTo>
                <a:lnTo>
                  <a:pt x="735" y="484"/>
                </a:lnTo>
                <a:lnTo>
                  <a:pt x="734" y="484"/>
                </a:lnTo>
                <a:lnTo>
                  <a:pt x="734" y="483"/>
                </a:lnTo>
                <a:lnTo>
                  <a:pt x="733" y="482"/>
                </a:lnTo>
                <a:lnTo>
                  <a:pt x="732" y="482"/>
                </a:lnTo>
                <a:lnTo>
                  <a:pt x="732" y="481"/>
                </a:lnTo>
                <a:lnTo>
                  <a:pt x="731" y="481"/>
                </a:lnTo>
                <a:lnTo>
                  <a:pt x="731" y="482"/>
                </a:lnTo>
                <a:lnTo>
                  <a:pt x="731" y="481"/>
                </a:lnTo>
                <a:lnTo>
                  <a:pt x="730" y="481"/>
                </a:lnTo>
                <a:lnTo>
                  <a:pt x="730" y="480"/>
                </a:lnTo>
                <a:lnTo>
                  <a:pt x="729" y="480"/>
                </a:lnTo>
                <a:lnTo>
                  <a:pt x="728" y="480"/>
                </a:lnTo>
                <a:lnTo>
                  <a:pt x="728" y="479"/>
                </a:lnTo>
                <a:lnTo>
                  <a:pt x="727" y="479"/>
                </a:lnTo>
                <a:lnTo>
                  <a:pt x="726" y="479"/>
                </a:lnTo>
                <a:lnTo>
                  <a:pt x="725" y="478"/>
                </a:lnTo>
                <a:lnTo>
                  <a:pt x="724" y="478"/>
                </a:lnTo>
                <a:lnTo>
                  <a:pt x="724" y="477"/>
                </a:lnTo>
                <a:lnTo>
                  <a:pt x="723" y="477"/>
                </a:lnTo>
                <a:lnTo>
                  <a:pt x="722" y="477"/>
                </a:lnTo>
                <a:lnTo>
                  <a:pt x="722" y="476"/>
                </a:lnTo>
                <a:lnTo>
                  <a:pt x="721" y="476"/>
                </a:lnTo>
                <a:lnTo>
                  <a:pt x="722" y="476"/>
                </a:lnTo>
                <a:lnTo>
                  <a:pt x="721" y="476"/>
                </a:lnTo>
                <a:lnTo>
                  <a:pt x="721" y="475"/>
                </a:lnTo>
                <a:lnTo>
                  <a:pt x="720" y="475"/>
                </a:lnTo>
                <a:lnTo>
                  <a:pt x="719" y="475"/>
                </a:lnTo>
                <a:lnTo>
                  <a:pt x="719" y="474"/>
                </a:lnTo>
                <a:lnTo>
                  <a:pt x="719" y="473"/>
                </a:lnTo>
                <a:lnTo>
                  <a:pt x="718" y="473"/>
                </a:lnTo>
                <a:lnTo>
                  <a:pt x="717" y="473"/>
                </a:lnTo>
                <a:lnTo>
                  <a:pt x="717" y="472"/>
                </a:lnTo>
                <a:lnTo>
                  <a:pt x="716" y="471"/>
                </a:lnTo>
                <a:lnTo>
                  <a:pt x="715" y="471"/>
                </a:lnTo>
                <a:lnTo>
                  <a:pt x="715" y="470"/>
                </a:lnTo>
                <a:lnTo>
                  <a:pt x="714" y="470"/>
                </a:lnTo>
                <a:lnTo>
                  <a:pt x="714" y="469"/>
                </a:lnTo>
                <a:lnTo>
                  <a:pt x="713" y="469"/>
                </a:lnTo>
                <a:lnTo>
                  <a:pt x="712" y="469"/>
                </a:lnTo>
                <a:lnTo>
                  <a:pt x="712" y="468"/>
                </a:lnTo>
                <a:lnTo>
                  <a:pt x="711" y="468"/>
                </a:lnTo>
                <a:lnTo>
                  <a:pt x="711" y="467"/>
                </a:lnTo>
                <a:lnTo>
                  <a:pt x="710" y="467"/>
                </a:lnTo>
                <a:lnTo>
                  <a:pt x="710" y="466"/>
                </a:lnTo>
                <a:lnTo>
                  <a:pt x="709" y="466"/>
                </a:lnTo>
                <a:lnTo>
                  <a:pt x="708" y="465"/>
                </a:lnTo>
                <a:lnTo>
                  <a:pt x="707" y="465"/>
                </a:lnTo>
                <a:lnTo>
                  <a:pt x="707" y="464"/>
                </a:lnTo>
                <a:lnTo>
                  <a:pt x="708" y="464"/>
                </a:lnTo>
                <a:lnTo>
                  <a:pt x="708" y="463"/>
                </a:lnTo>
                <a:lnTo>
                  <a:pt x="708" y="462"/>
                </a:lnTo>
                <a:lnTo>
                  <a:pt x="709" y="462"/>
                </a:lnTo>
                <a:lnTo>
                  <a:pt x="709" y="461"/>
                </a:lnTo>
                <a:lnTo>
                  <a:pt x="710" y="461"/>
                </a:lnTo>
                <a:lnTo>
                  <a:pt x="710" y="460"/>
                </a:lnTo>
                <a:lnTo>
                  <a:pt x="711" y="460"/>
                </a:lnTo>
                <a:lnTo>
                  <a:pt x="711" y="459"/>
                </a:lnTo>
                <a:lnTo>
                  <a:pt x="711" y="458"/>
                </a:lnTo>
                <a:lnTo>
                  <a:pt x="710" y="458"/>
                </a:lnTo>
                <a:lnTo>
                  <a:pt x="709" y="459"/>
                </a:lnTo>
                <a:lnTo>
                  <a:pt x="709" y="458"/>
                </a:lnTo>
                <a:lnTo>
                  <a:pt x="708" y="458"/>
                </a:lnTo>
                <a:lnTo>
                  <a:pt x="707" y="458"/>
                </a:lnTo>
                <a:lnTo>
                  <a:pt x="706" y="458"/>
                </a:lnTo>
                <a:lnTo>
                  <a:pt x="706" y="457"/>
                </a:lnTo>
                <a:lnTo>
                  <a:pt x="705" y="456"/>
                </a:lnTo>
                <a:lnTo>
                  <a:pt x="704" y="456"/>
                </a:lnTo>
                <a:lnTo>
                  <a:pt x="703" y="456"/>
                </a:lnTo>
                <a:lnTo>
                  <a:pt x="703" y="455"/>
                </a:lnTo>
                <a:lnTo>
                  <a:pt x="702" y="455"/>
                </a:lnTo>
                <a:lnTo>
                  <a:pt x="701" y="455"/>
                </a:lnTo>
                <a:lnTo>
                  <a:pt x="701" y="456"/>
                </a:lnTo>
                <a:lnTo>
                  <a:pt x="700" y="456"/>
                </a:lnTo>
                <a:lnTo>
                  <a:pt x="699" y="456"/>
                </a:lnTo>
                <a:lnTo>
                  <a:pt x="699" y="455"/>
                </a:lnTo>
                <a:lnTo>
                  <a:pt x="698" y="455"/>
                </a:lnTo>
                <a:lnTo>
                  <a:pt x="697" y="455"/>
                </a:lnTo>
                <a:lnTo>
                  <a:pt x="696" y="455"/>
                </a:lnTo>
                <a:lnTo>
                  <a:pt x="695" y="455"/>
                </a:lnTo>
                <a:lnTo>
                  <a:pt x="695" y="454"/>
                </a:lnTo>
                <a:lnTo>
                  <a:pt x="694" y="454"/>
                </a:lnTo>
                <a:lnTo>
                  <a:pt x="693" y="453"/>
                </a:lnTo>
                <a:lnTo>
                  <a:pt x="692" y="453"/>
                </a:lnTo>
                <a:lnTo>
                  <a:pt x="692" y="452"/>
                </a:lnTo>
                <a:lnTo>
                  <a:pt x="691" y="452"/>
                </a:lnTo>
                <a:lnTo>
                  <a:pt x="690" y="452"/>
                </a:lnTo>
                <a:lnTo>
                  <a:pt x="690" y="451"/>
                </a:lnTo>
                <a:lnTo>
                  <a:pt x="690" y="450"/>
                </a:lnTo>
                <a:lnTo>
                  <a:pt x="689" y="450"/>
                </a:lnTo>
                <a:lnTo>
                  <a:pt x="689" y="449"/>
                </a:lnTo>
                <a:lnTo>
                  <a:pt x="689" y="448"/>
                </a:lnTo>
                <a:lnTo>
                  <a:pt x="688" y="448"/>
                </a:lnTo>
                <a:lnTo>
                  <a:pt x="687" y="448"/>
                </a:lnTo>
                <a:lnTo>
                  <a:pt x="687" y="447"/>
                </a:lnTo>
                <a:lnTo>
                  <a:pt x="686" y="447"/>
                </a:lnTo>
                <a:lnTo>
                  <a:pt x="685" y="447"/>
                </a:lnTo>
                <a:lnTo>
                  <a:pt x="685" y="446"/>
                </a:lnTo>
                <a:lnTo>
                  <a:pt x="684" y="446"/>
                </a:lnTo>
                <a:lnTo>
                  <a:pt x="684" y="447"/>
                </a:lnTo>
                <a:lnTo>
                  <a:pt x="683" y="447"/>
                </a:lnTo>
                <a:lnTo>
                  <a:pt x="683" y="446"/>
                </a:lnTo>
                <a:lnTo>
                  <a:pt x="682" y="446"/>
                </a:lnTo>
                <a:lnTo>
                  <a:pt x="682" y="445"/>
                </a:lnTo>
                <a:lnTo>
                  <a:pt x="681" y="445"/>
                </a:lnTo>
                <a:lnTo>
                  <a:pt x="682" y="445"/>
                </a:lnTo>
                <a:lnTo>
                  <a:pt x="682" y="444"/>
                </a:lnTo>
                <a:lnTo>
                  <a:pt x="681" y="444"/>
                </a:lnTo>
                <a:lnTo>
                  <a:pt x="681" y="443"/>
                </a:lnTo>
                <a:lnTo>
                  <a:pt x="681" y="442"/>
                </a:lnTo>
                <a:lnTo>
                  <a:pt x="680" y="442"/>
                </a:lnTo>
                <a:lnTo>
                  <a:pt x="680" y="443"/>
                </a:lnTo>
                <a:lnTo>
                  <a:pt x="680" y="442"/>
                </a:lnTo>
                <a:lnTo>
                  <a:pt x="680" y="443"/>
                </a:lnTo>
                <a:lnTo>
                  <a:pt x="679" y="443"/>
                </a:lnTo>
                <a:lnTo>
                  <a:pt x="679" y="442"/>
                </a:lnTo>
                <a:lnTo>
                  <a:pt x="678" y="442"/>
                </a:lnTo>
                <a:lnTo>
                  <a:pt x="677" y="442"/>
                </a:lnTo>
                <a:lnTo>
                  <a:pt x="676" y="443"/>
                </a:lnTo>
                <a:lnTo>
                  <a:pt x="675" y="443"/>
                </a:lnTo>
                <a:lnTo>
                  <a:pt x="675" y="442"/>
                </a:lnTo>
                <a:lnTo>
                  <a:pt x="674" y="442"/>
                </a:lnTo>
                <a:lnTo>
                  <a:pt x="674" y="443"/>
                </a:lnTo>
                <a:lnTo>
                  <a:pt x="673" y="443"/>
                </a:lnTo>
                <a:lnTo>
                  <a:pt x="673" y="444"/>
                </a:lnTo>
                <a:lnTo>
                  <a:pt x="673" y="445"/>
                </a:lnTo>
                <a:lnTo>
                  <a:pt x="672" y="445"/>
                </a:lnTo>
                <a:lnTo>
                  <a:pt x="672" y="446"/>
                </a:lnTo>
                <a:lnTo>
                  <a:pt x="671" y="446"/>
                </a:lnTo>
                <a:lnTo>
                  <a:pt x="671" y="447"/>
                </a:lnTo>
                <a:lnTo>
                  <a:pt x="670" y="447"/>
                </a:lnTo>
                <a:lnTo>
                  <a:pt x="670" y="448"/>
                </a:lnTo>
                <a:lnTo>
                  <a:pt x="669" y="448"/>
                </a:lnTo>
                <a:lnTo>
                  <a:pt x="669" y="449"/>
                </a:lnTo>
                <a:lnTo>
                  <a:pt x="668" y="449"/>
                </a:lnTo>
                <a:lnTo>
                  <a:pt x="668" y="450"/>
                </a:lnTo>
                <a:lnTo>
                  <a:pt x="668" y="451"/>
                </a:lnTo>
                <a:lnTo>
                  <a:pt x="667" y="451"/>
                </a:lnTo>
                <a:lnTo>
                  <a:pt x="667" y="452"/>
                </a:lnTo>
                <a:lnTo>
                  <a:pt x="666" y="452"/>
                </a:lnTo>
                <a:lnTo>
                  <a:pt x="665" y="453"/>
                </a:lnTo>
                <a:lnTo>
                  <a:pt x="665" y="454"/>
                </a:lnTo>
                <a:lnTo>
                  <a:pt x="664" y="454"/>
                </a:lnTo>
                <a:lnTo>
                  <a:pt x="663" y="454"/>
                </a:lnTo>
                <a:lnTo>
                  <a:pt x="663" y="455"/>
                </a:lnTo>
                <a:lnTo>
                  <a:pt x="662" y="455"/>
                </a:lnTo>
                <a:lnTo>
                  <a:pt x="662" y="454"/>
                </a:lnTo>
                <a:lnTo>
                  <a:pt x="661" y="455"/>
                </a:lnTo>
                <a:lnTo>
                  <a:pt x="660" y="455"/>
                </a:lnTo>
                <a:lnTo>
                  <a:pt x="660" y="456"/>
                </a:lnTo>
                <a:lnTo>
                  <a:pt x="660" y="457"/>
                </a:lnTo>
                <a:lnTo>
                  <a:pt x="661" y="457"/>
                </a:lnTo>
                <a:lnTo>
                  <a:pt x="661" y="458"/>
                </a:lnTo>
                <a:lnTo>
                  <a:pt x="661" y="459"/>
                </a:lnTo>
                <a:lnTo>
                  <a:pt x="660" y="459"/>
                </a:lnTo>
                <a:lnTo>
                  <a:pt x="659" y="459"/>
                </a:lnTo>
                <a:lnTo>
                  <a:pt x="658" y="459"/>
                </a:lnTo>
                <a:lnTo>
                  <a:pt x="658" y="460"/>
                </a:lnTo>
                <a:lnTo>
                  <a:pt x="657" y="461"/>
                </a:lnTo>
                <a:lnTo>
                  <a:pt x="656" y="461"/>
                </a:lnTo>
                <a:lnTo>
                  <a:pt x="655" y="461"/>
                </a:lnTo>
                <a:lnTo>
                  <a:pt x="655" y="460"/>
                </a:lnTo>
                <a:lnTo>
                  <a:pt x="654" y="460"/>
                </a:lnTo>
                <a:lnTo>
                  <a:pt x="654" y="459"/>
                </a:lnTo>
                <a:lnTo>
                  <a:pt x="653" y="459"/>
                </a:lnTo>
                <a:lnTo>
                  <a:pt x="652" y="459"/>
                </a:lnTo>
                <a:lnTo>
                  <a:pt x="651" y="459"/>
                </a:lnTo>
                <a:lnTo>
                  <a:pt x="651" y="458"/>
                </a:lnTo>
                <a:lnTo>
                  <a:pt x="650" y="458"/>
                </a:lnTo>
                <a:lnTo>
                  <a:pt x="649" y="458"/>
                </a:lnTo>
                <a:lnTo>
                  <a:pt x="648" y="458"/>
                </a:lnTo>
                <a:lnTo>
                  <a:pt x="648" y="459"/>
                </a:lnTo>
                <a:lnTo>
                  <a:pt x="647" y="459"/>
                </a:lnTo>
                <a:lnTo>
                  <a:pt x="646" y="459"/>
                </a:lnTo>
                <a:lnTo>
                  <a:pt x="645" y="459"/>
                </a:lnTo>
                <a:lnTo>
                  <a:pt x="645" y="458"/>
                </a:lnTo>
                <a:lnTo>
                  <a:pt x="644" y="458"/>
                </a:lnTo>
                <a:lnTo>
                  <a:pt x="643" y="458"/>
                </a:lnTo>
                <a:lnTo>
                  <a:pt x="643" y="457"/>
                </a:lnTo>
                <a:lnTo>
                  <a:pt x="642" y="457"/>
                </a:lnTo>
                <a:lnTo>
                  <a:pt x="641" y="457"/>
                </a:lnTo>
                <a:lnTo>
                  <a:pt x="641" y="456"/>
                </a:lnTo>
                <a:lnTo>
                  <a:pt x="640" y="456"/>
                </a:lnTo>
                <a:lnTo>
                  <a:pt x="640" y="455"/>
                </a:lnTo>
                <a:lnTo>
                  <a:pt x="641" y="455"/>
                </a:lnTo>
                <a:lnTo>
                  <a:pt x="641" y="454"/>
                </a:lnTo>
                <a:lnTo>
                  <a:pt x="641" y="453"/>
                </a:lnTo>
                <a:lnTo>
                  <a:pt x="640" y="453"/>
                </a:lnTo>
                <a:lnTo>
                  <a:pt x="639" y="453"/>
                </a:lnTo>
                <a:lnTo>
                  <a:pt x="638" y="453"/>
                </a:lnTo>
                <a:lnTo>
                  <a:pt x="638" y="452"/>
                </a:lnTo>
                <a:lnTo>
                  <a:pt x="637" y="452"/>
                </a:lnTo>
                <a:lnTo>
                  <a:pt x="638" y="452"/>
                </a:lnTo>
                <a:lnTo>
                  <a:pt x="637" y="451"/>
                </a:lnTo>
                <a:lnTo>
                  <a:pt x="637" y="450"/>
                </a:lnTo>
                <a:lnTo>
                  <a:pt x="636" y="450"/>
                </a:lnTo>
                <a:lnTo>
                  <a:pt x="636" y="449"/>
                </a:lnTo>
                <a:lnTo>
                  <a:pt x="635" y="449"/>
                </a:lnTo>
                <a:lnTo>
                  <a:pt x="633" y="449"/>
                </a:lnTo>
                <a:lnTo>
                  <a:pt x="632" y="449"/>
                </a:lnTo>
                <a:lnTo>
                  <a:pt x="631" y="449"/>
                </a:lnTo>
                <a:lnTo>
                  <a:pt x="630" y="449"/>
                </a:lnTo>
                <a:lnTo>
                  <a:pt x="630" y="448"/>
                </a:lnTo>
                <a:lnTo>
                  <a:pt x="630" y="449"/>
                </a:lnTo>
                <a:lnTo>
                  <a:pt x="629" y="449"/>
                </a:lnTo>
                <a:lnTo>
                  <a:pt x="629" y="448"/>
                </a:lnTo>
                <a:lnTo>
                  <a:pt x="628" y="448"/>
                </a:lnTo>
                <a:lnTo>
                  <a:pt x="628" y="449"/>
                </a:lnTo>
                <a:lnTo>
                  <a:pt x="627" y="449"/>
                </a:lnTo>
                <a:lnTo>
                  <a:pt x="627" y="448"/>
                </a:lnTo>
                <a:lnTo>
                  <a:pt x="626" y="448"/>
                </a:lnTo>
                <a:lnTo>
                  <a:pt x="626" y="449"/>
                </a:lnTo>
                <a:lnTo>
                  <a:pt x="625" y="449"/>
                </a:lnTo>
                <a:lnTo>
                  <a:pt x="626" y="449"/>
                </a:lnTo>
                <a:lnTo>
                  <a:pt x="626" y="450"/>
                </a:lnTo>
                <a:lnTo>
                  <a:pt x="625" y="450"/>
                </a:lnTo>
                <a:lnTo>
                  <a:pt x="625" y="451"/>
                </a:lnTo>
                <a:lnTo>
                  <a:pt x="625" y="452"/>
                </a:lnTo>
                <a:lnTo>
                  <a:pt x="625" y="453"/>
                </a:lnTo>
                <a:lnTo>
                  <a:pt x="625" y="454"/>
                </a:lnTo>
                <a:lnTo>
                  <a:pt x="624" y="455"/>
                </a:lnTo>
                <a:lnTo>
                  <a:pt x="624" y="456"/>
                </a:lnTo>
                <a:lnTo>
                  <a:pt x="624" y="457"/>
                </a:lnTo>
                <a:lnTo>
                  <a:pt x="623" y="458"/>
                </a:lnTo>
                <a:lnTo>
                  <a:pt x="622" y="459"/>
                </a:lnTo>
                <a:lnTo>
                  <a:pt x="622" y="460"/>
                </a:lnTo>
                <a:lnTo>
                  <a:pt x="621" y="460"/>
                </a:lnTo>
                <a:lnTo>
                  <a:pt x="621" y="461"/>
                </a:lnTo>
                <a:lnTo>
                  <a:pt x="621" y="462"/>
                </a:lnTo>
                <a:lnTo>
                  <a:pt x="620" y="462"/>
                </a:lnTo>
                <a:lnTo>
                  <a:pt x="620" y="463"/>
                </a:lnTo>
                <a:lnTo>
                  <a:pt x="621" y="463"/>
                </a:lnTo>
                <a:lnTo>
                  <a:pt x="621" y="464"/>
                </a:lnTo>
                <a:lnTo>
                  <a:pt x="622" y="464"/>
                </a:lnTo>
                <a:lnTo>
                  <a:pt x="622" y="465"/>
                </a:lnTo>
                <a:lnTo>
                  <a:pt x="622" y="466"/>
                </a:lnTo>
                <a:lnTo>
                  <a:pt x="621" y="467"/>
                </a:lnTo>
                <a:lnTo>
                  <a:pt x="621" y="468"/>
                </a:lnTo>
                <a:lnTo>
                  <a:pt x="620" y="468"/>
                </a:lnTo>
                <a:lnTo>
                  <a:pt x="619" y="468"/>
                </a:lnTo>
                <a:lnTo>
                  <a:pt x="618" y="468"/>
                </a:lnTo>
                <a:lnTo>
                  <a:pt x="618" y="469"/>
                </a:lnTo>
                <a:lnTo>
                  <a:pt x="617" y="469"/>
                </a:lnTo>
                <a:lnTo>
                  <a:pt x="617" y="470"/>
                </a:lnTo>
                <a:lnTo>
                  <a:pt x="616" y="470"/>
                </a:lnTo>
                <a:lnTo>
                  <a:pt x="616" y="471"/>
                </a:lnTo>
                <a:lnTo>
                  <a:pt x="615" y="471"/>
                </a:lnTo>
                <a:lnTo>
                  <a:pt x="614" y="471"/>
                </a:lnTo>
                <a:lnTo>
                  <a:pt x="614" y="472"/>
                </a:lnTo>
                <a:lnTo>
                  <a:pt x="613" y="472"/>
                </a:lnTo>
                <a:lnTo>
                  <a:pt x="613" y="473"/>
                </a:lnTo>
                <a:lnTo>
                  <a:pt x="612" y="473"/>
                </a:lnTo>
                <a:lnTo>
                  <a:pt x="612" y="474"/>
                </a:lnTo>
                <a:lnTo>
                  <a:pt x="611" y="474"/>
                </a:lnTo>
                <a:lnTo>
                  <a:pt x="611" y="475"/>
                </a:lnTo>
                <a:lnTo>
                  <a:pt x="610" y="475"/>
                </a:lnTo>
                <a:lnTo>
                  <a:pt x="609" y="475"/>
                </a:lnTo>
                <a:lnTo>
                  <a:pt x="609" y="476"/>
                </a:lnTo>
                <a:lnTo>
                  <a:pt x="608" y="476"/>
                </a:lnTo>
                <a:lnTo>
                  <a:pt x="608" y="477"/>
                </a:lnTo>
                <a:lnTo>
                  <a:pt x="607" y="477"/>
                </a:lnTo>
                <a:lnTo>
                  <a:pt x="606" y="477"/>
                </a:lnTo>
                <a:lnTo>
                  <a:pt x="606" y="478"/>
                </a:lnTo>
                <a:lnTo>
                  <a:pt x="605" y="478"/>
                </a:lnTo>
                <a:lnTo>
                  <a:pt x="605" y="479"/>
                </a:lnTo>
                <a:lnTo>
                  <a:pt x="605" y="478"/>
                </a:lnTo>
                <a:lnTo>
                  <a:pt x="604" y="478"/>
                </a:lnTo>
                <a:lnTo>
                  <a:pt x="604" y="477"/>
                </a:lnTo>
                <a:lnTo>
                  <a:pt x="603" y="477"/>
                </a:lnTo>
                <a:lnTo>
                  <a:pt x="603" y="476"/>
                </a:lnTo>
                <a:lnTo>
                  <a:pt x="603" y="475"/>
                </a:lnTo>
                <a:lnTo>
                  <a:pt x="602" y="475"/>
                </a:lnTo>
                <a:lnTo>
                  <a:pt x="602" y="474"/>
                </a:lnTo>
                <a:lnTo>
                  <a:pt x="601" y="474"/>
                </a:lnTo>
                <a:lnTo>
                  <a:pt x="601" y="475"/>
                </a:lnTo>
                <a:lnTo>
                  <a:pt x="601" y="474"/>
                </a:lnTo>
                <a:lnTo>
                  <a:pt x="600" y="474"/>
                </a:lnTo>
                <a:lnTo>
                  <a:pt x="600" y="473"/>
                </a:lnTo>
                <a:lnTo>
                  <a:pt x="599" y="473"/>
                </a:lnTo>
                <a:lnTo>
                  <a:pt x="598" y="473"/>
                </a:lnTo>
                <a:lnTo>
                  <a:pt x="598" y="472"/>
                </a:lnTo>
                <a:lnTo>
                  <a:pt x="598" y="471"/>
                </a:lnTo>
                <a:lnTo>
                  <a:pt x="597" y="471"/>
                </a:lnTo>
                <a:lnTo>
                  <a:pt x="597" y="470"/>
                </a:lnTo>
                <a:lnTo>
                  <a:pt x="596" y="470"/>
                </a:lnTo>
                <a:lnTo>
                  <a:pt x="595" y="470"/>
                </a:lnTo>
                <a:lnTo>
                  <a:pt x="595" y="469"/>
                </a:lnTo>
                <a:lnTo>
                  <a:pt x="594" y="469"/>
                </a:lnTo>
                <a:lnTo>
                  <a:pt x="594" y="470"/>
                </a:lnTo>
                <a:lnTo>
                  <a:pt x="594" y="469"/>
                </a:lnTo>
                <a:lnTo>
                  <a:pt x="594" y="470"/>
                </a:lnTo>
                <a:lnTo>
                  <a:pt x="593" y="470"/>
                </a:lnTo>
                <a:lnTo>
                  <a:pt x="593" y="469"/>
                </a:lnTo>
                <a:lnTo>
                  <a:pt x="592" y="469"/>
                </a:lnTo>
                <a:lnTo>
                  <a:pt x="591" y="469"/>
                </a:lnTo>
                <a:lnTo>
                  <a:pt x="591" y="468"/>
                </a:lnTo>
                <a:lnTo>
                  <a:pt x="590" y="468"/>
                </a:lnTo>
                <a:lnTo>
                  <a:pt x="589" y="468"/>
                </a:lnTo>
                <a:lnTo>
                  <a:pt x="588" y="467"/>
                </a:lnTo>
                <a:lnTo>
                  <a:pt x="587" y="467"/>
                </a:lnTo>
                <a:lnTo>
                  <a:pt x="586" y="467"/>
                </a:lnTo>
                <a:lnTo>
                  <a:pt x="585" y="467"/>
                </a:lnTo>
                <a:lnTo>
                  <a:pt x="585" y="466"/>
                </a:lnTo>
                <a:lnTo>
                  <a:pt x="584" y="466"/>
                </a:lnTo>
                <a:lnTo>
                  <a:pt x="584" y="465"/>
                </a:lnTo>
                <a:lnTo>
                  <a:pt x="583" y="465"/>
                </a:lnTo>
                <a:lnTo>
                  <a:pt x="582" y="465"/>
                </a:lnTo>
                <a:lnTo>
                  <a:pt x="582" y="464"/>
                </a:lnTo>
                <a:lnTo>
                  <a:pt x="581" y="464"/>
                </a:lnTo>
                <a:lnTo>
                  <a:pt x="581" y="463"/>
                </a:lnTo>
                <a:lnTo>
                  <a:pt x="580" y="463"/>
                </a:lnTo>
                <a:lnTo>
                  <a:pt x="580" y="462"/>
                </a:lnTo>
                <a:lnTo>
                  <a:pt x="579" y="462"/>
                </a:lnTo>
                <a:lnTo>
                  <a:pt x="578" y="462"/>
                </a:lnTo>
                <a:lnTo>
                  <a:pt x="577" y="461"/>
                </a:lnTo>
                <a:lnTo>
                  <a:pt x="576" y="461"/>
                </a:lnTo>
                <a:lnTo>
                  <a:pt x="576" y="460"/>
                </a:lnTo>
                <a:lnTo>
                  <a:pt x="575" y="460"/>
                </a:lnTo>
                <a:lnTo>
                  <a:pt x="575" y="461"/>
                </a:lnTo>
                <a:lnTo>
                  <a:pt x="574" y="461"/>
                </a:lnTo>
                <a:lnTo>
                  <a:pt x="574" y="460"/>
                </a:lnTo>
                <a:lnTo>
                  <a:pt x="573" y="460"/>
                </a:lnTo>
                <a:lnTo>
                  <a:pt x="572" y="460"/>
                </a:lnTo>
                <a:lnTo>
                  <a:pt x="571" y="460"/>
                </a:lnTo>
                <a:lnTo>
                  <a:pt x="570" y="460"/>
                </a:lnTo>
                <a:lnTo>
                  <a:pt x="570" y="459"/>
                </a:lnTo>
                <a:lnTo>
                  <a:pt x="569" y="459"/>
                </a:lnTo>
                <a:lnTo>
                  <a:pt x="569" y="458"/>
                </a:lnTo>
                <a:lnTo>
                  <a:pt x="568" y="458"/>
                </a:lnTo>
                <a:lnTo>
                  <a:pt x="567" y="458"/>
                </a:lnTo>
                <a:lnTo>
                  <a:pt x="567" y="457"/>
                </a:lnTo>
                <a:lnTo>
                  <a:pt x="566" y="457"/>
                </a:lnTo>
                <a:lnTo>
                  <a:pt x="565" y="457"/>
                </a:lnTo>
                <a:lnTo>
                  <a:pt x="564" y="457"/>
                </a:lnTo>
                <a:lnTo>
                  <a:pt x="563" y="457"/>
                </a:lnTo>
                <a:lnTo>
                  <a:pt x="562" y="457"/>
                </a:lnTo>
                <a:lnTo>
                  <a:pt x="562" y="456"/>
                </a:lnTo>
                <a:lnTo>
                  <a:pt x="562" y="455"/>
                </a:lnTo>
                <a:lnTo>
                  <a:pt x="562" y="454"/>
                </a:lnTo>
                <a:lnTo>
                  <a:pt x="562" y="452"/>
                </a:lnTo>
                <a:lnTo>
                  <a:pt x="561" y="452"/>
                </a:lnTo>
                <a:lnTo>
                  <a:pt x="560" y="452"/>
                </a:lnTo>
                <a:lnTo>
                  <a:pt x="559" y="451"/>
                </a:lnTo>
                <a:lnTo>
                  <a:pt x="558" y="451"/>
                </a:lnTo>
                <a:lnTo>
                  <a:pt x="558" y="450"/>
                </a:lnTo>
                <a:lnTo>
                  <a:pt x="557" y="450"/>
                </a:lnTo>
                <a:lnTo>
                  <a:pt x="557" y="449"/>
                </a:lnTo>
                <a:lnTo>
                  <a:pt x="556" y="449"/>
                </a:lnTo>
                <a:lnTo>
                  <a:pt x="555" y="449"/>
                </a:lnTo>
                <a:lnTo>
                  <a:pt x="554" y="449"/>
                </a:lnTo>
                <a:lnTo>
                  <a:pt x="554" y="448"/>
                </a:lnTo>
                <a:lnTo>
                  <a:pt x="553" y="448"/>
                </a:lnTo>
                <a:lnTo>
                  <a:pt x="552" y="448"/>
                </a:lnTo>
                <a:lnTo>
                  <a:pt x="552" y="447"/>
                </a:lnTo>
                <a:lnTo>
                  <a:pt x="551" y="447"/>
                </a:lnTo>
                <a:lnTo>
                  <a:pt x="550" y="447"/>
                </a:lnTo>
                <a:lnTo>
                  <a:pt x="550" y="446"/>
                </a:lnTo>
                <a:lnTo>
                  <a:pt x="549" y="446"/>
                </a:lnTo>
                <a:lnTo>
                  <a:pt x="548" y="446"/>
                </a:lnTo>
                <a:lnTo>
                  <a:pt x="548" y="445"/>
                </a:lnTo>
                <a:lnTo>
                  <a:pt x="547" y="445"/>
                </a:lnTo>
                <a:lnTo>
                  <a:pt x="547" y="444"/>
                </a:lnTo>
                <a:lnTo>
                  <a:pt x="546" y="444"/>
                </a:lnTo>
                <a:lnTo>
                  <a:pt x="546" y="445"/>
                </a:lnTo>
                <a:lnTo>
                  <a:pt x="546" y="444"/>
                </a:lnTo>
                <a:lnTo>
                  <a:pt x="545" y="444"/>
                </a:lnTo>
                <a:lnTo>
                  <a:pt x="544" y="444"/>
                </a:lnTo>
                <a:lnTo>
                  <a:pt x="543" y="444"/>
                </a:lnTo>
                <a:lnTo>
                  <a:pt x="543" y="443"/>
                </a:lnTo>
                <a:lnTo>
                  <a:pt x="542" y="443"/>
                </a:lnTo>
                <a:lnTo>
                  <a:pt x="541" y="443"/>
                </a:lnTo>
                <a:lnTo>
                  <a:pt x="541" y="442"/>
                </a:lnTo>
                <a:lnTo>
                  <a:pt x="542" y="442"/>
                </a:lnTo>
                <a:lnTo>
                  <a:pt x="541" y="442"/>
                </a:lnTo>
                <a:lnTo>
                  <a:pt x="541" y="441"/>
                </a:lnTo>
                <a:lnTo>
                  <a:pt x="540" y="441"/>
                </a:lnTo>
                <a:lnTo>
                  <a:pt x="540" y="440"/>
                </a:lnTo>
                <a:lnTo>
                  <a:pt x="539" y="440"/>
                </a:lnTo>
                <a:lnTo>
                  <a:pt x="539" y="439"/>
                </a:lnTo>
                <a:lnTo>
                  <a:pt x="538" y="439"/>
                </a:lnTo>
                <a:lnTo>
                  <a:pt x="537" y="439"/>
                </a:lnTo>
                <a:lnTo>
                  <a:pt x="536" y="439"/>
                </a:lnTo>
                <a:lnTo>
                  <a:pt x="536" y="438"/>
                </a:lnTo>
                <a:lnTo>
                  <a:pt x="535" y="438"/>
                </a:lnTo>
                <a:lnTo>
                  <a:pt x="534" y="438"/>
                </a:lnTo>
                <a:lnTo>
                  <a:pt x="534" y="437"/>
                </a:lnTo>
                <a:lnTo>
                  <a:pt x="534" y="436"/>
                </a:lnTo>
                <a:lnTo>
                  <a:pt x="533" y="436"/>
                </a:lnTo>
                <a:lnTo>
                  <a:pt x="533" y="435"/>
                </a:lnTo>
                <a:lnTo>
                  <a:pt x="532" y="435"/>
                </a:lnTo>
                <a:lnTo>
                  <a:pt x="530" y="435"/>
                </a:lnTo>
                <a:lnTo>
                  <a:pt x="529" y="435"/>
                </a:lnTo>
                <a:lnTo>
                  <a:pt x="528" y="435"/>
                </a:lnTo>
                <a:lnTo>
                  <a:pt x="527" y="434"/>
                </a:lnTo>
                <a:lnTo>
                  <a:pt x="527" y="433"/>
                </a:lnTo>
                <a:lnTo>
                  <a:pt x="526" y="432"/>
                </a:lnTo>
                <a:lnTo>
                  <a:pt x="525" y="432"/>
                </a:lnTo>
                <a:lnTo>
                  <a:pt x="523" y="433"/>
                </a:lnTo>
                <a:lnTo>
                  <a:pt x="523" y="434"/>
                </a:lnTo>
                <a:lnTo>
                  <a:pt x="522" y="434"/>
                </a:lnTo>
                <a:lnTo>
                  <a:pt x="520" y="433"/>
                </a:lnTo>
                <a:lnTo>
                  <a:pt x="519" y="433"/>
                </a:lnTo>
                <a:lnTo>
                  <a:pt x="518" y="432"/>
                </a:lnTo>
                <a:lnTo>
                  <a:pt x="517" y="432"/>
                </a:lnTo>
                <a:lnTo>
                  <a:pt x="516" y="431"/>
                </a:lnTo>
                <a:lnTo>
                  <a:pt x="515" y="431"/>
                </a:lnTo>
                <a:lnTo>
                  <a:pt x="513" y="430"/>
                </a:lnTo>
                <a:lnTo>
                  <a:pt x="512" y="430"/>
                </a:lnTo>
                <a:lnTo>
                  <a:pt x="512" y="429"/>
                </a:lnTo>
                <a:lnTo>
                  <a:pt x="511" y="429"/>
                </a:lnTo>
                <a:lnTo>
                  <a:pt x="510" y="430"/>
                </a:lnTo>
                <a:lnTo>
                  <a:pt x="509" y="430"/>
                </a:lnTo>
                <a:lnTo>
                  <a:pt x="508" y="430"/>
                </a:lnTo>
                <a:lnTo>
                  <a:pt x="507" y="430"/>
                </a:lnTo>
                <a:lnTo>
                  <a:pt x="507" y="429"/>
                </a:lnTo>
                <a:lnTo>
                  <a:pt x="506" y="429"/>
                </a:lnTo>
                <a:lnTo>
                  <a:pt x="505" y="429"/>
                </a:lnTo>
                <a:lnTo>
                  <a:pt x="504" y="429"/>
                </a:lnTo>
                <a:lnTo>
                  <a:pt x="502" y="429"/>
                </a:lnTo>
                <a:lnTo>
                  <a:pt x="501" y="429"/>
                </a:lnTo>
                <a:lnTo>
                  <a:pt x="500" y="429"/>
                </a:lnTo>
                <a:lnTo>
                  <a:pt x="499" y="429"/>
                </a:lnTo>
                <a:lnTo>
                  <a:pt x="498" y="429"/>
                </a:lnTo>
                <a:lnTo>
                  <a:pt x="497" y="429"/>
                </a:lnTo>
                <a:lnTo>
                  <a:pt x="496" y="429"/>
                </a:lnTo>
                <a:lnTo>
                  <a:pt x="496" y="428"/>
                </a:lnTo>
                <a:lnTo>
                  <a:pt x="495" y="428"/>
                </a:lnTo>
                <a:lnTo>
                  <a:pt x="494" y="428"/>
                </a:lnTo>
                <a:lnTo>
                  <a:pt x="493" y="428"/>
                </a:lnTo>
                <a:lnTo>
                  <a:pt x="492" y="428"/>
                </a:lnTo>
                <a:lnTo>
                  <a:pt x="491" y="428"/>
                </a:lnTo>
                <a:lnTo>
                  <a:pt x="490" y="428"/>
                </a:lnTo>
                <a:lnTo>
                  <a:pt x="490" y="429"/>
                </a:lnTo>
                <a:lnTo>
                  <a:pt x="488" y="429"/>
                </a:lnTo>
                <a:lnTo>
                  <a:pt x="488" y="428"/>
                </a:lnTo>
                <a:lnTo>
                  <a:pt x="488" y="429"/>
                </a:lnTo>
                <a:lnTo>
                  <a:pt x="487" y="429"/>
                </a:lnTo>
                <a:lnTo>
                  <a:pt x="486" y="429"/>
                </a:lnTo>
                <a:lnTo>
                  <a:pt x="486" y="430"/>
                </a:lnTo>
                <a:lnTo>
                  <a:pt x="487" y="430"/>
                </a:lnTo>
                <a:lnTo>
                  <a:pt x="487" y="431"/>
                </a:lnTo>
                <a:lnTo>
                  <a:pt x="488" y="432"/>
                </a:lnTo>
                <a:lnTo>
                  <a:pt x="489" y="432"/>
                </a:lnTo>
                <a:lnTo>
                  <a:pt x="489" y="433"/>
                </a:lnTo>
                <a:lnTo>
                  <a:pt x="490" y="434"/>
                </a:lnTo>
                <a:lnTo>
                  <a:pt x="490" y="435"/>
                </a:lnTo>
                <a:lnTo>
                  <a:pt x="491" y="436"/>
                </a:lnTo>
                <a:lnTo>
                  <a:pt x="491" y="437"/>
                </a:lnTo>
                <a:lnTo>
                  <a:pt x="490" y="437"/>
                </a:lnTo>
                <a:lnTo>
                  <a:pt x="490" y="438"/>
                </a:lnTo>
                <a:lnTo>
                  <a:pt x="489" y="438"/>
                </a:lnTo>
                <a:lnTo>
                  <a:pt x="489" y="439"/>
                </a:lnTo>
                <a:lnTo>
                  <a:pt x="488" y="439"/>
                </a:lnTo>
                <a:lnTo>
                  <a:pt x="488" y="440"/>
                </a:lnTo>
                <a:lnTo>
                  <a:pt x="487" y="440"/>
                </a:lnTo>
                <a:lnTo>
                  <a:pt x="487" y="441"/>
                </a:lnTo>
                <a:lnTo>
                  <a:pt x="487" y="442"/>
                </a:lnTo>
                <a:lnTo>
                  <a:pt x="487" y="443"/>
                </a:lnTo>
                <a:lnTo>
                  <a:pt x="487" y="444"/>
                </a:lnTo>
                <a:lnTo>
                  <a:pt x="486" y="444"/>
                </a:lnTo>
                <a:lnTo>
                  <a:pt x="486" y="445"/>
                </a:lnTo>
                <a:lnTo>
                  <a:pt x="486" y="446"/>
                </a:lnTo>
                <a:lnTo>
                  <a:pt x="485" y="446"/>
                </a:lnTo>
                <a:lnTo>
                  <a:pt x="485" y="448"/>
                </a:lnTo>
                <a:lnTo>
                  <a:pt x="486" y="448"/>
                </a:lnTo>
                <a:lnTo>
                  <a:pt x="486" y="449"/>
                </a:lnTo>
                <a:lnTo>
                  <a:pt x="487" y="449"/>
                </a:lnTo>
                <a:lnTo>
                  <a:pt x="487" y="450"/>
                </a:lnTo>
                <a:lnTo>
                  <a:pt x="487" y="451"/>
                </a:lnTo>
                <a:lnTo>
                  <a:pt x="486" y="451"/>
                </a:lnTo>
                <a:lnTo>
                  <a:pt x="485" y="453"/>
                </a:lnTo>
                <a:lnTo>
                  <a:pt x="485" y="454"/>
                </a:lnTo>
                <a:lnTo>
                  <a:pt x="484" y="454"/>
                </a:lnTo>
                <a:lnTo>
                  <a:pt x="484" y="455"/>
                </a:lnTo>
                <a:lnTo>
                  <a:pt x="484" y="456"/>
                </a:lnTo>
                <a:lnTo>
                  <a:pt x="483" y="456"/>
                </a:lnTo>
                <a:lnTo>
                  <a:pt x="483" y="458"/>
                </a:lnTo>
                <a:lnTo>
                  <a:pt x="484" y="459"/>
                </a:lnTo>
                <a:lnTo>
                  <a:pt x="484" y="460"/>
                </a:lnTo>
                <a:lnTo>
                  <a:pt x="485" y="461"/>
                </a:lnTo>
                <a:lnTo>
                  <a:pt x="484" y="461"/>
                </a:lnTo>
                <a:lnTo>
                  <a:pt x="484" y="462"/>
                </a:lnTo>
                <a:lnTo>
                  <a:pt x="484" y="464"/>
                </a:lnTo>
                <a:lnTo>
                  <a:pt x="485" y="464"/>
                </a:lnTo>
                <a:lnTo>
                  <a:pt x="485" y="465"/>
                </a:lnTo>
                <a:lnTo>
                  <a:pt x="485" y="466"/>
                </a:lnTo>
                <a:lnTo>
                  <a:pt x="487" y="466"/>
                </a:lnTo>
                <a:lnTo>
                  <a:pt x="487" y="467"/>
                </a:lnTo>
                <a:lnTo>
                  <a:pt x="488" y="467"/>
                </a:lnTo>
                <a:lnTo>
                  <a:pt x="488" y="466"/>
                </a:lnTo>
                <a:lnTo>
                  <a:pt x="488" y="467"/>
                </a:lnTo>
                <a:lnTo>
                  <a:pt x="489" y="467"/>
                </a:lnTo>
                <a:lnTo>
                  <a:pt x="489" y="468"/>
                </a:lnTo>
                <a:lnTo>
                  <a:pt x="488" y="468"/>
                </a:lnTo>
                <a:lnTo>
                  <a:pt x="488" y="469"/>
                </a:lnTo>
                <a:lnTo>
                  <a:pt x="489" y="469"/>
                </a:lnTo>
                <a:lnTo>
                  <a:pt x="489" y="470"/>
                </a:lnTo>
                <a:lnTo>
                  <a:pt x="489" y="471"/>
                </a:lnTo>
                <a:lnTo>
                  <a:pt x="489" y="472"/>
                </a:lnTo>
                <a:lnTo>
                  <a:pt x="489" y="473"/>
                </a:lnTo>
                <a:lnTo>
                  <a:pt x="489" y="474"/>
                </a:lnTo>
                <a:lnTo>
                  <a:pt x="489" y="475"/>
                </a:lnTo>
                <a:lnTo>
                  <a:pt x="489" y="477"/>
                </a:lnTo>
                <a:lnTo>
                  <a:pt x="489" y="478"/>
                </a:lnTo>
                <a:lnTo>
                  <a:pt x="489" y="479"/>
                </a:lnTo>
                <a:lnTo>
                  <a:pt x="489" y="480"/>
                </a:lnTo>
                <a:lnTo>
                  <a:pt x="489" y="481"/>
                </a:lnTo>
                <a:lnTo>
                  <a:pt x="490" y="481"/>
                </a:lnTo>
                <a:lnTo>
                  <a:pt x="491" y="481"/>
                </a:lnTo>
                <a:lnTo>
                  <a:pt x="491" y="482"/>
                </a:lnTo>
                <a:lnTo>
                  <a:pt x="492" y="482"/>
                </a:lnTo>
                <a:lnTo>
                  <a:pt x="492" y="483"/>
                </a:lnTo>
                <a:lnTo>
                  <a:pt x="492" y="485"/>
                </a:lnTo>
                <a:lnTo>
                  <a:pt x="492" y="486"/>
                </a:lnTo>
                <a:lnTo>
                  <a:pt x="491" y="486"/>
                </a:lnTo>
                <a:lnTo>
                  <a:pt x="491" y="487"/>
                </a:lnTo>
                <a:lnTo>
                  <a:pt x="492" y="487"/>
                </a:lnTo>
                <a:lnTo>
                  <a:pt x="491" y="488"/>
                </a:lnTo>
                <a:lnTo>
                  <a:pt x="491" y="489"/>
                </a:lnTo>
                <a:lnTo>
                  <a:pt x="492" y="489"/>
                </a:lnTo>
                <a:lnTo>
                  <a:pt x="492" y="490"/>
                </a:lnTo>
                <a:lnTo>
                  <a:pt x="493" y="490"/>
                </a:lnTo>
                <a:lnTo>
                  <a:pt x="493" y="491"/>
                </a:lnTo>
                <a:lnTo>
                  <a:pt x="494" y="491"/>
                </a:lnTo>
                <a:lnTo>
                  <a:pt x="495" y="491"/>
                </a:lnTo>
                <a:lnTo>
                  <a:pt x="496" y="491"/>
                </a:lnTo>
                <a:lnTo>
                  <a:pt x="495" y="491"/>
                </a:lnTo>
                <a:lnTo>
                  <a:pt x="495" y="492"/>
                </a:lnTo>
                <a:lnTo>
                  <a:pt x="496" y="492"/>
                </a:lnTo>
                <a:lnTo>
                  <a:pt x="496" y="493"/>
                </a:lnTo>
                <a:lnTo>
                  <a:pt x="495" y="493"/>
                </a:lnTo>
                <a:lnTo>
                  <a:pt x="495" y="494"/>
                </a:lnTo>
                <a:lnTo>
                  <a:pt x="495" y="495"/>
                </a:lnTo>
                <a:lnTo>
                  <a:pt x="494" y="495"/>
                </a:lnTo>
                <a:lnTo>
                  <a:pt x="495" y="495"/>
                </a:lnTo>
                <a:lnTo>
                  <a:pt x="496" y="495"/>
                </a:lnTo>
                <a:lnTo>
                  <a:pt x="496" y="496"/>
                </a:lnTo>
                <a:lnTo>
                  <a:pt x="495" y="496"/>
                </a:lnTo>
                <a:lnTo>
                  <a:pt x="495" y="497"/>
                </a:lnTo>
                <a:lnTo>
                  <a:pt x="495" y="498"/>
                </a:lnTo>
                <a:lnTo>
                  <a:pt x="496" y="498"/>
                </a:lnTo>
                <a:lnTo>
                  <a:pt x="496" y="500"/>
                </a:lnTo>
                <a:lnTo>
                  <a:pt x="496" y="501"/>
                </a:lnTo>
                <a:lnTo>
                  <a:pt x="496" y="502"/>
                </a:lnTo>
                <a:lnTo>
                  <a:pt x="495" y="502"/>
                </a:lnTo>
                <a:lnTo>
                  <a:pt x="494" y="502"/>
                </a:lnTo>
                <a:lnTo>
                  <a:pt x="494" y="503"/>
                </a:lnTo>
                <a:lnTo>
                  <a:pt x="493" y="503"/>
                </a:lnTo>
                <a:lnTo>
                  <a:pt x="492" y="503"/>
                </a:lnTo>
                <a:lnTo>
                  <a:pt x="492" y="504"/>
                </a:lnTo>
                <a:lnTo>
                  <a:pt x="491" y="504"/>
                </a:lnTo>
                <a:lnTo>
                  <a:pt x="490" y="505"/>
                </a:lnTo>
                <a:lnTo>
                  <a:pt x="489" y="505"/>
                </a:lnTo>
                <a:lnTo>
                  <a:pt x="487" y="505"/>
                </a:lnTo>
                <a:lnTo>
                  <a:pt x="487" y="506"/>
                </a:lnTo>
                <a:lnTo>
                  <a:pt x="486" y="506"/>
                </a:lnTo>
                <a:lnTo>
                  <a:pt x="485" y="506"/>
                </a:lnTo>
                <a:lnTo>
                  <a:pt x="484" y="506"/>
                </a:lnTo>
                <a:lnTo>
                  <a:pt x="483" y="506"/>
                </a:lnTo>
                <a:lnTo>
                  <a:pt x="482" y="506"/>
                </a:lnTo>
                <a:lnTo>
                  <a:pt x="482" y="505"/>
                </a:lnTo>
                <a:lnTo>
                  <a:pt x="480" y="505"/>
                </a:lnTo>
                <a:lnTo>
                  <a:pt x="480" y="504"/>
                </a:lnTo>
                <a:lnTo>
                  <a:pt x="479" y="504"/>
                </a:lnTo>
                <a:lnTo>
                  <a:pt x="477" y="504"/>
                </a:lnTo>
                <a:lnTo>
                  <a:pt x="476" y="503"/>
                </a:lnTo>
                <a:lnTo>
                  <a:pt x="475" y="503"/>
                </a:lnTo>
                <a:lnTo>
                  <a:pt x="475" y="502"/>
                </a:lnTo>
                <a:lnTo>
                  <a:pt x="474" y="502"/>
                </a:lnTo>
                <a:lnTo>
                  <a:pt x="473" y="502"/>
                </a:lnTo>
                <a:lnTo>
                  <a:pt x="473" y="501"/>
                </a:lnTo>
                <a:lnTo>
                  <a:pt x="472" y="501"/>
                </a:lnTo>
                <a:lnTo>
                  <a:pt x="471" y="501"/>
                </a:lnTo>
                <a:lnTo>
                  <a:pt x="470" y="500"/>
                </a:lnTo>
                <a:lnTo>
                  <a:pt x="469" y="500"/>
                </a:lnTo>
                <a:lnTo>
                  <a:pt x="468" y="500"/>
                </a:lnTo>
                <a:lnTo>
                  <a:pt x="469" y="500"/>
                </a:lnTo>
                <a:lnTo>
                  <a:pt x="469" y="501"/>
                </a:lnTo>
                <a:lnTo>
                  <a:pt x="469" y="502"/>
                </a:lnTo>
                <a:lnTo>
                  <a:pt x="470" y="503"/>
                </a:lnTo>
                <a:lnTo>
                  <a:pt x="470" y="504"/>
                </a:lnTo>
                <a:lnTo>
                  <a:pt x="470" y="505"/>
                </a:lnTo>
                <a:lnTo>
                  <a:pt x="471" y="505"/>
                </a:lnTo>
                <a:lnTo>
                  <a:pt x="470" y="505"/>
                </a:lnTo>
                <a:lnTo>
                  <a:pt x="469" y="504"/>
                </a:lnTo>
                <a:lnTo>
                  <a:pt x="468" y="504"/>
                </a:lnTo>
                <a:lnTo>
                  <a:pt x="468" y="505"/>
                </a:lnTo>
                <a:lnTo>
                  <a:pt x="467" y="505"/>
                </a:lnTo>
                <a:lnTo>
                  <a:pt x="466" y="505"/>
                </a:lnTo>
                <a:lnTo>
                  <a:pt x="465" y="506"/>
                </a:lnTo>
                <a:lnTo>
                  <a:pt x="465" y="507"/>
                </a:lnTo>
                <a:lnTo>
                  <a:pt x="466" y="508"/>
                </a:lnTo>
                <a:lnTo>
                  <a:pt x="467" y="509"/>
                </a:lnTo>
                <a:lnTo>
                  <a:pt x="468" y="509"/>
                </a:lnTo>
                <a:lnTo>
                  <a:pt x="468" y="511"/>
                </a:lnTo>
                <a:lnTo>
                  <a:pt x="467" y="512"/>
                </a:lnTo>
                <a:lnTo>
                  <a:pt x="466" y="512"/>
                </a:lnTo>
                <a:lnTo>
                  <a:pt x="465" y="512"/>
                </a:lnTo>
                <a:lnTo>
                  <a:pt x="464" y="513"/>
                </a:lnTo>
                <a:lnTo>
                  <a:pt x="463" y="513"/>
                </a:lnTo>
                <a:lnTo>
                  <a:pt x="461" y="512"/>
                </a:lnTo>
                <a:lnTo>
                  <a:pt x="459" y="512"/>
                </a:lnTo>
                <a:lnTo>
                  <a:pt x="458" y="512"/>
                </a:lnTo>
                <a:lnTo>
                  <a:pt x="458" y="513"/>
                </a:lnTo>
                <a:lnTo>
                  <a:pt x="457" y="513"/>
                </a:lnTo>
                <a:lnTo>
                  <a:pt x="455" y="513"/>
                </a:lnTo>
                <a:lnTo>
                  <a:pt x="454" y="514"/>
                </a:lnTo>
                <a:lnTo>
                  <a:pt x="454" y="515"/>
                </a:lnTo>
                <a:lnTo>
                  <a:pt x="457" y="517"/>
                </a:lnTo>
                <a:lnTo>
                  <a:pt x="458" y="517"/>
                </a:lnTo>
                <a:lnTo>
                  <a:pt x="458" y="518"/>
                </a:lnTo>
                <a:lnTo>
                  <a:pt x="458" y="519"/>
                </a:lnTo>
                <a:lnTo>
                  <a:pt x="457" y="519"/>
                </a:lnTo>
                <a:lnTo>
                  <a:pt x="457" y="520"/>
                </a:lnTo>
                <a:lnTo>
                  <a:pt x="457" y="521"/>
                </a:lnTo>
                <a:lnTo>
                  <a:pt x="457" y="522"/>
                </a:lnTo>
                <a:lnTo>
                  <a:pt x="457" y="523"/>
                </a:lnTo>
                <a:lnTo>
                  <a:pt x="456" y="523"/>
                </a:lnTo>
                <a:lnTo>
                  <a:pt x="455" y="524"/>
                </a:lnTo>
                <a:lnTo>
                  <a:pt x="455" y="525"/>
                </a:lnTo>
                <a:lnTo>
                  <a:pt x="454" y="526"/>
                </a:lnTo>
                <a:lnTo>
                  <a:pt x="454" y="527"/>
                </a:lnTo>
                <a:lnTo>
                  <a:pt x="453" y="527"/>
                </a:lnTo>
                <a:lnTo>
                  <a:pt x="452" y="528"/>
                </a:lnTo>
                <a:lnTo>
                  <a:pt x="451" y="529"/>
                </a:lnTo>
                <a:lnTo>
                  <a:pt x="451" y="530"/>
                </a:lnTo>
                <a:lnTo>
                  <a:pt x="450" y="531"/>
                </a:lnTo>
                <a:lnTo>
                  <a:pt x="450" y="532"/>
                </a:lnTo>
                <a:lnTo>
                  <a:pt x="451" y="532"/>
                </a:lnTo>
                <a:lnTo>
                  <a:pt x="451" y="533"/>
                </a:lnTo>
                <a:lnTo>
                  <a:pt x="451" y="534"/>
                </a:lnTo>
                <a:lnTo>
                  <a:pt x="452" y="535"/>
                </a:lnTo>
                <a:lnTo>
                  <a:pt x="452" y="536"/>
                </a:lnTo>
                <a:lnTo>
                  <a:pt x="453" y="536"/>
                </a:lnTo>
                <a:lnTo>
                  <a:pt x="454" y="537"/>
                </a:lnTo>
                <a:lnTo>
                  <a:pt x="453" y="537"/>
                </a:lnTo>
                <a:lnTo>
                  <a:pt x="453" y="538"/>
                </a:lnTo>
                <a:lnTo>
                  <a:pt x="454" y="539"/>
                </a:lnTo>
                <a:lnTo>
                  <a:pt x="454" y="541"/>
                </a:lnTo>
                <a:lnTo>
                  <a:pt x="455" y="541"/>
                </a:lnTo>
                <a:lnTo>
                  <a:pt x="455" y="546"/>
                </a:lnTo>
                <a:lnTo>
                  <a:pt x="445" y="543"/>
                </a:lnTo>
                <a:lnTo>
                  <a:pt x="443" y="542"/>
                </a:lnTo>
                <a:lnTo>
                  <a:pt x="442" y="542"/>
                </a:lnTo>
                <a:lnTo>
                  <a:pt x="441" y="541"/>
                </a:lnTo>
                <a:lnTo>
                  <a:pt x="439" y="541"/>
                </a:lnTo>
                <a:lnTo>
                  <a:pt x="438" y="541"/>
                </a:lnTo>
                <a:lnTo>
                  <a:pt x="436" y="540"/>
                </a:lnTo>
                <a:lnTo>
                  <a:pt x="431" y="539"/>
                </a:lnTo>
                <a:lnTo>
                  <a:pt x="429" y="539"/>
                </a:lnTo>
                <a:lnTo>
                  <a:pt x="427" y="539"/>
                </a:lnTo>
                <a:lnTo>
                  <a:pt x="426" y="539"/>
                </a:lnTo>
                <a:lnTo>
                  <a:pt x="425" y="539"/>
                </a:lnTo>
                <a:lnTo>
                  <a:pt x="422" y="542"/>
                </a:lnTo>
                <a:lnTo>
                  <a:pt x="421" y="542"/>
                </a:lnTo>
                <a:lnTo>
                  <a:pt x="420" y="542"/>
                </a:lnTo>
                <a:lnTo>
                  <a:pt x="420" y="543"/>
                </a:lnTo>
                <a:lnTo>
                  <a:pt x="420" y="544"/>
                </a:lnTo>
                <a:lnTo>
                  <a:pt x="419" y="545"/>
                </a:lnTo>
                <a:lnTo>
                  <a:pt x="418" y="548"/>
                </a:lnTo>
                <a:lnTo>
                  <a:pt x="417" y="549"/>
                </a:lnTo>
                <a:lnTo>
                  <a:pt x="418" y="549"/>
                </a:lnTo>
                <a:lnTo>
                  <a:pt x="418" y="550"/>
                </a:lnTo>
                <a:lnTo>
                  <a:pt x="417" y="550"/>
                </a:lnTo>
                <a:lnTo>
                  <a:pt x="417" y="551"/>
                </a:lnTo>
                <a:lnTo>
                  <a:pt x="418" y="553"/>
                </a:lnTo>
                <a:lnTo>
                  <a:pt x="417" y="554"/>
                </a:lnTo>
                <a:lnTo>
                  <a:pt x="416" y="554"/>
                </a:lnTo>
                <a:lnTo>
                  <a:pt x="414" y="554"/>
                </a:lnTo>
                <a:lnTo>
                  <a:pt x="414" y="555"/>
                </a:lnTo>
                <a:lnTo>
                  <a:pt x="413" y="555"/>
                </a:lnTo>
                <a:lnTo>
                  <a:pt x="412" y="555"/>
                </a:lnTo>
                <a:lnTo>
                  <a:pt x="412" y="554"/>
                </a:lnTo>
                <a:lnTo>
                  <a:pt x="412" y="553"/>
                </a:lnTo>
                <a:lnTo>
                  <a:pt x="411" y="552"/>
                </a:lnTo>
                <a:lnTo>
                  <a:pt x="410" y="552"/>
                </a:lnTo>
                <a:lnTo>
                  <a:pt x="409" y="552"/>
                </a:lnTo>
                <a:lnTo>
                  <a:pt x="407" y="552"/>
                </a:lnTo>
                <a:lnTo>
                  <a:pt x="407" y="553"/>
                </a:lnTo>
                <a:lnTo>
                  <a:pt x="408" y="553"/>
                </a:lnTo>
                <a:lnTo>
                  <a:pt x="408" y="554"/>
                </a:lnTo>
                <a:lnTo>
                  <a:pt x="407" y="554"/>
                </a:lnTo>
                <a:lnTo>
                  <a:pt x="407" y="555"/>
                </a:lnTo>
                <a:lnTo>
                  <a:pt x="405" y="555"/>
                </a:lnTo>
                <a:lnTo>
                  <a:pt x="405" y="554"/>
                </a:lnTo>
                <a:lnTo>
                  <a:pt x="404" y="554"/>
                </a:lnTo>
                <a:lnTo>
                  <a:pt x="403" y="554"/>
                </a:lnTo>
                <a:lnTo>
                  <a:pt x="402" y="553"/>
                </a:lnTo>
                <a:lnTo>
                  <a:pt x="402" y="552"/>
                </a:lnTo>
                <a:lnTo>
                  <a:pt x="400" y="552"/>
                </a:lnTo>
                <a:lnTo>
                  <a:pt x="400" y="551"/>
                </a:lnTo>
                <a:lnTo>
                  <a:pt x="399" y="551"/>
                </a:lnTo>
                <a:lnTo>
                  <a:pt x="398" y="551"/>
                </a:lnTo>
                <a:lnTo>
                  <a:pt x="397" y="551"/>
                </a:lnTo>
                <a:lnTo>
                  <a:pt x="396" y="550"/>
                </a:lnTo>
                <a:lnTo>
                  <a:pt x="395" y="550"/>
                </a:lnTo>
                <a:lnTo>
                  <a:pt x="394" y="550"/>
                </a:lnTo>
                <a:lnTo>
                  <a:pt x="393" y="550"/>
                </a:lnTo>
                <a:lnTo>
                  <a:pt x="392" y="550"/>
                </a:lnTo>
                <a:lnTo>
                  <a:pt x="392" y="551"/>
                </a:lnTo>
                <a:lnTo>
                  <a:pt x="392" y="552"/>
                </a:lnTo>
                <a:lnTo>
                  <a:pt x="391" y="552"/>
                </a:lnTo>
                <a:lnTo>
                  <a:pt x="390" y="551"/>
                </a:lnTo>
                <a:lnTo>
                  <a:pt x="389" y="551"/>
                </a:lnTo>
                <a:lnTo>
                  <a:pt x="389" y="550"/>
                </a:lnTo>
                <a:lnTo>
                  <a:pt x="388" y="549"/>
                </a:lnTo>
                <a:lnTo>
                  <a:pt x="387" y="549"/>
                </a:lnTo>
                <a:lnTo>
                  <a:pt x="387" y="548"/>
                </a:lnTo>
                <a:lnTo>
                  <a:pt x="386" y="549"/>
                </a:lnTo>
                <a:lnTo>
                  <a:pt x="386" y="548"/>
                </a:lnTo>
                <a:lnTo>
                  <a:pt x="385" y="548"/>
                </a:lnTo>
                <a:lnTo>
                  <a:pt x="384" y="548"/>
                </a:lnTo>
                <a:lnTo>
                  <a:pt x="383" y="547"/>
                </a:lnTo>
                <a:lnTo>
                  <a:pt x="383" y="546"/>
                </a:lnTo>
                <a:lnTo>
                  <a:pt x="382" y="546"/>
                </a:lnTo>
                <a:lnTo>
                  <a:pt x="382" y="545"/>
                </a:lnTo>
                <a:lnTo>
                  <a:pt x="381" y="545"/>
                </a:lnTo>
                <a:lnTo>
                  <a:pt x="380" y="545"/>
                </a:lnTo>
                <a:lnTo>
                  <a:pt x="380" y="544"/>
                </a:lnTo>
                <a:lnTo>
                  <a:pt x="379" y="544"/>
                </a:lnTo>
                <a:lnTo>
                  <a:pt x="378" y="544"/>
                </a:lnTo>
                <a:lnTo>
                  <a:pt x="378" y="543"/>
                </a:lnTo>
                <a:lnTo>
                  <a:pt x="377" y="542"/>
                </a:lnTo>
                <a:lnTo>
                  <a:pt x="378" y="542"/>
                </a:lnTo>
                <a:lnTo>
                  <a:pt x="378" y="541"/>
                </a:lnTo>
                <a:lnTo>
                  <a:pt x="377" y="541"/>
                </a:lnTo>
                <a:lnTo>
                  <a:pt x="377" y="540"/>
                </a:lnTo>
                <a:lnTo>
                  <a:pt x="376" y="540"/>
                </a:lnTo>
                <a:lnTo>
                  <a:pt x="375" y="539"/>
                </a:lnTo>
                <a:lnTo>
                  <a:pt x="374" y="538"/>
                </a:lnTo>
                <a:lnTo>
                  <a:pt x="373" y="538"/>
                </a:lnTo>
                <a:lnTo>
                  <a:pt x="372" y="538"/>
                </a:lnTo>
                <a:lnTo>
                  <a:pt x="370" y="539"/>
                </a:lnTo>
                <a:lnTo>
                  <a:pt x="370" y="538"/>
                </a:lnTo>
                <a:lnTo>
                  <a:pt x="369" y="538"/>
                </a:lnTo>
                <a:lnTo>
                  <a:pt x="369" y="537"/>
                </a:lnTo>
                <a:lnTo>
                  <a:pt x="369" y="536"/>
                </a:lnTo>
                <a:lnTo>
                  <a:pt x="369" y="535"/>
                </a:lnTo>
                <a:lnTo>
                  <a:pt x="368" y="535"/>
                </a:lnTo>
                <a:lnTo>
                  <a:pt x="368" y="534"/>
                </a:lnTo>
                <a:lnTo>
                  <a:pt x="368" y="533"/>
                </a:lnTo>
                <a:lnTo>
                  <a:pt x="368" y="532"/>
                </a:lnTo>
                <a:lnTo>
                  <a:pt x="367" y="531"/>
                </a:lnTo>
                <a:lnTo>
                  <a:pt x="367" y="530"/>
                </a:lnTo>
                <a:lnTo>
                  <a:pt x="366" y="530"/>
                </a:lnTo>
                <a:lnTo>
                  <a:pt x="365" y="530"/>
                </a:lnTo>
                <a:lnTo>
                  <a:pt x="365" y="531"/>
                </a:lnTo>
                <a:lnTo>
                  <a:pt x="364" y="531"/>
                </a:lnTo>
                <a:lnTo>
                  <a:pt x="363" y="530"/>
                </a:lnTo>
                <a:lnTo>
                  <a:pt x="361" y="530"/>
                </a:lnTo>
                <a:lnTo>
                  <a:pt x="360" y="529"/>
                </a:lnTo>
                <a:lnTo>
                  <a:pt x="360" y="528"/>
                </a:lnTo>
                <a:lnTo>
                  <a:pt x="359" y="528"/>
                </a:lnTo>
                <a:lnTo>
                  <a:pt x="358" y="528"/>
                </a:lnTo>
                <a:lnTo>
                  <a:pt x="358" y="529"/>
                </a:lnTo>
                <a:lnTo>
                  <a:pt x="358" y="528"/>
                </a:lnTo>
                <a:lnTo>
                  <a:pt x="357" y="528"/>
                </a:lnTo>
                <a:lnTo>
                  <a:pt x="356" y="528"/>
                </a:lnTo>
                <a:lnTo>
                  <a:pt x="356" y="527"/>
                </a:lnTo>
                <a:lnTo>
                  <a:pt x="355" y="526"/>
                </a:lnTo>
                <a:lnTo>
                  <a:pt x="355" y="525"/>
                </a:lnTo>
                <a:lnTo>
                  <a:pt x="354" y="525"/>
                </a:lnTo>
                <a:lnTo>
                  <a:pt x="353" y="525"/>
                </a:lnTo>
                <a:lnTo>
                  <a:pt x="352" y="525"/>
                </a:lnTo>
                <a:lnTo>
                  <a:pt x="351" y="526"/>
                </a:lnTo>
                <a:lnTo>
                  <a:pt x="350" y="526"/>
                </a:lnTo>
                <a:lnTo>
                  <a:pt x="350" y="527"/>
                </a:lnTo>
                <a:lnTo>
                  <a:pt x="350" y="528"/>
                </a:lnTo>
                <a:lnTo>
                  <a:pt x="349" y="529"/>
                </a:lnTo>
                <a:lnTo>
                  <a:pt x="348" y="529"/>
                </a:lnTo>
                <a:lnTo>
                  <a:pt x="347" y="529"/>
                </a:lnTo>
                <a:lnTo>
                  <a:pt x="347" y="530"/>
                </a:lnTo>
                <a:lnTo>
                  <a:pt x="346" y="530"/>
                </a:lnTo>
                <a:lnTo>
                  <a:pt x="345" y="531"/>
                </a:lnTo>
                <a:lnTo>
                  <a:pt x="344" y="532"/>
                </a:lnTo>
                <a:lnTo>
                  <a:pt x="343" y="532"/>
                </a:lnTo>
                <a:lnTo>
                  <a:pt x="342" y="532"/>
                </a:lnTo>
                <a:lnTo>
                  <a:pt x="342" y="531"/>
                </a:lnTo>
                <a:lnTo>
                  <a:pt x="341" y="531"/>
                </a:lnTo>
                <a:lnTo>
                  <a:pt x="341" y="532"/>
                </a:lnTo>
                <a:lnTo>
                  <a:pt x="340" y="532"/>
                </a:lnTo>
                <a:lnTo>
                  <a:pt x="340" y="533"/>
                </a:lnTo>
                <a:lnTo>
                  <a:pt x="339" y="533"/>
                </a:lnTo>
                <a:lnTo>
                  <a:pt x="340" y="533"/>
                </a:lnTo>
                <a:lnTo>
                  <a:pt x="339" y="533"/>
                </a:lnTo>
                <a:lnTo>
                  <a:pt x="339" y="534"/>
                </a:lnTo>
                <a:lnTo>
                  <a:pt x="338" y="534"/>
                </a:lnTo>
                <a:lnTo>
                  <a:pt x="337" y="535"/>
                </a:lnTo>
                <a:lnTo>
                  <a:pt x="336" y="535"/>
                </a:lnTo>
                <a:lnTo>
                  <a:pt x="336" y="536"/>
                </a:lnTo>
                <a:lnTo>
                  <a:pt x="335" y="536"/>
                </a:lnTo>
                <a:lnTo>
                  <a:pt x="334" y="537"/>
                </a:lnTo>
                <a:lnTo>
                  <a:pt x="333" y="537"/>
                </a:lnTo>
                <a:lnTo>
                  <a:pt x="333" y="535"/>
                </a:lnTo>
                <a:lnTo>
                  <a:pt x="332" y="535"/>
                </a:lnTo>
                <a:lnTo>
                  <a:pt x="331" y="535"/>
                </a:lnTo>
                <a:lnTo>
                  <a:pt x="330" y="536"/>
                </a:lnTo>
                <a:lnTo>
                  <a:pt x="329" y="537"/>
                </a:lnTo>
                <a:lnTo>
                  <a:pt x="328" y="537"/>
                </a:lnTo>
                <a:lnTo>
                  <a:pt x="327" y="538"/>
                </a:lnTo>
                <a:lnTo>
                  <a:pt x="326" y="537"/>
                </a:lnTo>
                <a:lnTo>
                  <a:pt x="326" y="536"/>
                </a:lnTo>
                <a:lnTo>
                  <a:pt x="326" y="535"/>
                </a:lnTo>
                <a:lnTo>
                  <a:pt x="325" y="536"/>
                </a:lnTo>
                <a:lnTo>
                  <a:pt x="324" y="535"/>
                </a:lnTo>
                <a:lnTo>
                  <a:pt x="323" y="536"/>
                </a:lnTo>
                <a:lnTo>
                  <a:pt x="322" y="536"/>
                </a:lnTo>
                <a:lnTo>
                  <a:pt x="322" y="537"/>
                </a:lnTo>
                <a:lnTo>
                  <a:pt x="322" y="536"/>
                </a:lnTo>
                <a:lnTo>
                  <a:pt x="321" y="536"/>
                </a:lnTo>
                <a:lnTo>
                  <a:pt x="320" y="536"/>
                </a:lnTo>
                <a:lnTo>
                  <a:pt x="319" y="536"/>
                </a:lnTo>
                <a:lnTo>
                  <a:pt x="318" y="535"/>
                </a:lnTo>
                <a:lnTo>
                  <a:pt x="317" y="535"/>
                </a:lnTo>
                <a:lnTo>
                  <a:pt x="316" y="535"/>
                </a:lnTo>
                <a:lnTo>
                  <a:pt x="315" y="535"/>
                </a:lnTo>
                <a:lnTo>
                  <a:pt x="315" y="536"/>
                </a:lnTo>
                <a:lnTo>
                  <a:pt x="315" y="535"/>
                </a:lnTo>
                <a:lnTo>
                  <a:pt x="314" y="535"/>
                </a:lnTo>
                <a:lnTo>
                  <a:pt x="313" y="534"/>
                </a:lnTo>
                <a:lnTo>
                  <a:pt x="312" y="535"/>
                </a:lnTo>
                <a:lnTo>
                  <a:pt x="311" y="535"/>
                </a:lnTo>
                <a:lnTo>
                  <a:pt x="310" y="535"/>
                </a:lnTo>
                <a:lnTo>
                  <a:pt x="310" y="536"/>
                </a:lnTo>
                <a:lnTo>
                  <a:pt x="309" y="536"/>
                </a:lnTo>
                <a:lnTo>
                  <a:pt x="309" y="537"/>
                </a:lnTo>
                <a:lnTo>
                  <a:pt x="308" y="537"/>
                </a:lnTo>
                <a:lnTo>
                  <a:pt x="307" y="536"/>
                </a:lnTo>
                <a:lnTo>
                  <a:pt x="307" y="535"/>
                </a:lnTo>
                <a:lnTo>
                  <a:pt x="306" y="535"/>
                </a:lnTo>
                <a:lnTo>
                  <a:pt x="306" y="534"/>
                </a:lnTo>
                <a:lnTo>
                  <a:pt x="305" y="534"/>
                </a:lnTo>
                <a:lnTo>
                  <a:pt x="304" y="534"/>
                </a:lnTo>
                <a:lnTo>
                  <a:pt x="304" y="533"/>
                </a:lnTo>
                <a:lnTo>
                  <a:pt x="303" y="533"/>
                </a:lnTo>
                <a:lnTo>
                  <a:pt x="302" y="533"/>
                </a:lnTo>
                <a:lnTo>
                  <a:pt x="301" y="533"/>
                </a:lnTo>
                <a:lnTo>
                  <a:pt x="301" y="532"/>
                </a:lnTo>
                <a:lnTo>
                  <a:pt x="300" y="532"/>
                </a:lnTo>
                <a:lnTo>
                  <a:pt x="300" y="531"/>
                </a:lnTo>
                <a:lnTo>
                  <a:pt x="300" y="530"/>
                </a:lnTo>
                <a:lnTo>
                  <a:pt x="300" y="529"/>
                </a:lnTo>
                <a:lnTo>
                  <a:pt x="299" y="529"/>
                </a:lnTo>
                <a:lnTo>
                  <a:pt x="300" y="529"/>
                </a:lnTo>
                <a:lnTo>
                  <a:pt x="300" y="528"/>
                </a:lnTo>
                <a:lnTo>
                  <a:pt x="299" y="527"/>
                </a:lnTo>
                <a:lnTo>
                  <a:pt x="298" y="527"/>
                </a:lnTo>
                <a:lnTo>
                  <a:pt x="297" y="527"/>
                </a:lnTo>
                <a:lnTo>
                  <a:pt x="297" y="526"/>
                </a:lnTo>
                <a:lnTo>
                  <a:pt x="296" y="526"/>
                </a:lnTo>
                <a:lnTo>
                  <a:pt x="294" y="526"/>
                </a:lnTo>
                <a:lnTo>
                  <a:pt x="294" y="525"/>
                </a:lnTo>
                <a:lnTo>
                  <a:pt x="294" y="524"/>
                </a:lnTo>
                <a:lnTo>
                  <a:pt x="293" y="524"/>
                </a:lnTo>
                <a:lnTo>
                  <a:pt x="293" y="523"/>
                </a:lnTo>
                <a:lnTo>
                  <a:pt x="292" y="523"/>
                </a:lnTo>
                <a:lnTo>
                  <a:pt x="291" y="523"/>
                </a:lnTo>
                <a:lnTo>
                  <a:pt x="290" y="523"/>
                </a:lnTo>
                <a:lnTo>
                  <a:pt x="289" y="524"/>
                </a:lnTo>
                <a:lnTo>
                  <a:pt x="288" y="524"/>
                </a:lnTo>
                <a:lnTo>
                  <a:pt x="287" y="524"/>
                </a:lnTo>
                <a:lnTo>
                  <a:pt x="286" y="524"/>
                </a:lnTo>
                <a:lnTo>
                  <a:pt x="286" y="523"/>
                </a:lnTo>
                <a:lnTo>
                  <a:pt x="285" y="523"/>
                </a:lnTo>
                <a:lnTo>
                  <a:pt x="284" y="522"/>
                </a:lnTo>
                <a:lnTo>
                  <a:pt x="284" y="523"/>
                </a:lnTo>
                <a:lnTo>
                  <a:pt x="283" y="523"/>
                </a:lnTo>
                <a:lnTo>
                  <a:pt x="282" y="523"/>
                </a:lnTo>
                <a:lnTo>
                  <a:pt x="282" y="522"/>
                </a:lnTo>
                <a:lnTo>
                  <a:pt x="281" y="521"/>
                </a:lnTo>
                <a:lnTo>
                  <a:pt x="281" y="522"/>
                </a:lnTo>
                <a:lnTo>
                  <a:pt x="280" y="522"/>
                </a:lnTo>
                <a:lnTo>
                  <a:pt x="279" y="522"/>
                </a:lnTo>
                <a:lnTo>
                  <a:pt x="279" y="521"/>
                </a:lnTo>
                <a:lnTo>
                  <a:pt x="279" y="522"/>
                </a:lnTo>
                <a:lnTo>
                  <a:pt x="278" y="522"/>
                </a:lnTo>
                <a:lnTo>
                  <a:pt x="278" y="521"/>
                </a:lnTo>
                <a:lnTo>
                  <a:pt x="277" y="521"/>
                </a:lnTo>
                <a:lnTo>
                  <a:pt x="276" y="521"/>
                </a:lnTo>
                <a:lnTo>
                  <a:pt x="275" y="521"/>
                </a:lnTo>
                <a:lnTo>
                  <a:pt x="274" y="521"/>
                </a:lnTo>
                <a:lnTo>
                  <a:pt x="273" y="521"/>
                </a:lnTo>
                <a:lnTo>
                  <a:pt x="272" y="522"/>
                </a:lnTo>
                <a:lnTo>
                  <a:pt x="271" y="522"/>
                </a:lnTo>
                <a:lnTo>
                  <a:pt x="270" y="522"/>
                </a:lnTo>
                <a:lnTo>
                  <a:pt x="269" y="522"/>
                </a:lnTo>
                <a:lnTo>
                  <a:pt x="269" y="523"/>
                </a:lnTo>
                <a:lnTo>
                  <a:pt x="268" y="523"/>
                </a:lnTo>
                <a:lnTo>
                  <a:pt x="267" y="523"/>
                </a:lnTo>
                <a:lnTo>
                  <a:pt x="267" y="524"/>
                </a:lnTo>
                <a:lnTo>
                  <a:pt x="267" y="525"/>
                </a:lnTo>
                <a:lnTo>
                  <a:pt x="266" y="525"/>
                </a:lnTo>
                <a:lnTo>
                  <a:pt x="265" y="525"/>
                </a:lnTo>
                <a:lnTo>
                  <a:pt x="264" y="526"/>
                </a:lnTo>
                <a:lnTo>
                  <a:pt x="263" y="526"/>
                </a:lnTo>
                <a:lnTo>
                  <a:pt x="262" y="526"/>
                </a:lnTo>
                <a:lnTo>
                  <a:pt x="261" y="526"/>
                </a:lnTo>
                <a:lnTo>
                  <a:pt x="260" y="526"/>
                </a:lnTo>
                <a:lnTo>
                  <a:pt x="259" y="526"/>
                </a:lnTo>
                <a:lnTo>
                  <a:pt x="257" y="526"/>
                </a:lnTo>
                <a:lnTo>
                  <a:pt x="256" y="526"/>
                </a:lnTo>
                <a:lnTo>
                  <a:pt x="256" y="527"/>
                </a:lnTo>
                <a:lnTo>
                  <a:pt x="256" y="526"/>
                </a:lnTo>
                <a:lnTo>
                  <a:pt x="255" y="526"/>
                </a:lnTo>
                <a:lnTo>
                  <a:pt x="254" y="526"/>
                </a:lnTo>
                <a:lnTo>
                  <a:pt x="253" y="526"/>
                </a:lnTo>
                <a:lnTo>
                  <a:pt x="252" y="526"/>
                </a:lnTo>
                <a:lnTo>
                  <a:pt x="251" y="526"/>
                </a:lnTo>
                <a:lnTo>
                  <a:pt x="250" y="526"/>
                </a:lnTo>
                <a:lnTo>
                  <a:pt x="248" y="526"/>
                </a:lnTo>
                <a:lnTo>
                  <a:pt x="246" y="526"/>
                </a:lnTo>
                <a:lnTo>
                  <a:pt x="245" y="526"/>
                </a:lnTo>
                <a:lnTo>
                  <a:pt x="243" y="526"/>
                </a:lnTo>
                <a:lnTo>
                  <a:pt x="243" y="527"/>
                </a:lnTo>
                <a:lnTo>
                  <a:pt x="242" y="527"/>
                </a:lnTo>
                <a:lnTo>
                  <a:pt x="241" y="527"/>
                </a:lnTo>
                <a:lnTo>
                  <a:pt x="240" y="527"/>
                </a:lnTo>
                <a:lnTo>
                  <a:pt x="239" y="528"/>
                </a:lnTo>
                <a:lnTo>
                  <a:pt x="238" y="528"/>
                </a:lnTo>
                <a:lnTo>
                  <a:pt x="237" y="528"/>
                </a:lnTo>
                <a:lnTo>
                  <a:pt x="236" y="528"/>
                </a:lnTo>
                <a:lnTo>
                  <a:pt x="235" y="528"/>
                </a:lnTo>
                <a:lnTo>
                  <a:pt x="235" y="529"/>
                </a:lnTo>
                <a:lnTo>
                  <a:pt x="234" y="530"/>
                </a:lnTo>
                <a:lnTo>
                  <a:pt x="233" y="530"/>
                </a:lnTo>
                <a:lnTo>
                  <a:pt x="232" y="531"/>
                </a:lnTo>
                <a:lnTo>
                  <a:pt x="232" y="530"/>
                </a:lnTo>
                <a:lnTo>
                  <a:pt x="231" y="530"/>
                </a:lnTo>
                <a:lnTo>
                  <a:pt x="230" y="530"/>
                </a:lnTo>
                <a:lnTo>
                  <a:pt x="230" y="529"/>
                </a:lnTo>
                <a:lnTo>
                  <a:pt x="230" y="523"/>
                </a:lnTo>
                <a:lnTo>
                  <a:pt x="230" y="522"/>
                </a:lnTo>
                <a:lnTo>
                  <a:pt x="230" y="521"/>
                </a:lnTo>
                <a:lnTo>
                  <a:pt x="229" y="521"/>
                </a:lnTo>
                <a:lnTo>
                  <a:pt x="229" y="520"/>
                </a:lnTo>
                <a:lnTo>
                  <a:pt x="228" y="520"/>
                </a:lnTo>
                <a:lnTo>
                  <a:pt x="228" y="519"/>
                </a:lnTo>
                <a:lnTo>
                  <a:pt x="228" y="518"/>
                </a:lnTo>
                <a:lnTo>
                  <a:pt x="228" y="517"/>
                </a:lnTo>
                <a:lnTo>
                  <a:pt x="227" y="517"/>
                </a:lnTo>
                <a:lnTo>
                  <a:pt x="227" y="516"/>
                </a:lnTo>
                <a:lnTo>
                  <a:pt x="227" y="515"/>
                </a:lnTo>
                <a:lnTo>
                  <a:pt x="226" y="515"/>
                </a:lnTo>
                <a:lnTo>
                  <a:pt x="226" y="514"/>
                </a:lnTo>
                <a:lnTo>
                  <a:pt x="226" y="513"/>
                </a:lnTo>
                <a:lnTo>
                  <a:pt x="226" y="512"/>
                </a:lnTo>
                <a:lnTo>
                  <a:pt x="225" y="512"/>
                </a:lnTo>
                <a:lnTo>
                  <a:pt x="225" y="511"/>
                </a:lnTo>
                <a:lnTo>
                  <a:pt x="225" y="510"/>
                </a:lnTo>
                <a:lnTo>
                  <a:pt x="224" y="510"/>
                </a:lnTo>
                <a:lnTo>
                  <a:pt x="224" y="509"/>
                </a:lnTo>
                <a:lnTo>
                  <a:pt x="224" y="508"/>
                </a:lnTo>
                <a:lnTo>
                  <a:pt x="223" y="508"/>
                </a:lnTo>
                <a:lnTo>
                  <a:pt x="223" y="507"/>
                </a:lnTo>
                <a:lnTo>
                  <a:pt x="223" y="506"/>
                </a:lnTo>
                <a:lnTo>
                  <a:pt x="223" y="505"/>
                </a:lnTo>
                <a:lnTo>
                  <a:pt x="222" y="505"/>
                </a:lnTo>
                <a:lnTo>
                  <a:pt x="222" y="504"/>
                </a:lnTo>
                <a:lnTo>
                  <a:pt x="222" y="503"/>
                </a:lnTo>
                <a:lnTo>
                  <a:pt x="222" y="502"/>
                </a:lnTo>
                <a:lnTo>
                  <a:pt x="221" y="502"/>
                </a:lnTo>
                <a:lnTo>
                  <a:pt x="221" y="501"/>
                </a:lnTo>
                <a:lnTo>
                  <a:pt x="221" y="500"/>
                </a:lnTo>
                <a:lnTo>
                  <a:pt x="220" y="500"/>
                </a:lnTo>
                <a:lnTo>
                  <a:pt x="220" y="499"/>
                </a:lnTo>
                <a:lnTo>
                  <a:pt x="220" y="498"/>
                </a:lnTo>
                <a:lnTo>
                  <a:pt x="220" y="497"/>
                </a:lnTo>
                <a:lnTo>
                  <a:pt x="219" y="497"/>
                </a:lnTo>
                <a:lnTo>
                  <a:pt x="219" y="496"/>
                </a:lnTo>
                <a:lnTo>
                  <a:pt x="219" y="495"/>
                </a:lnTo>
                <a:lnTo>
                  <a:pt x="218" y="494"/>
                </a:lnTo>
                <a:lnTo>
                  <a:pt x="218" y="493"/>
                </a:lnTo>
                <a:lnTo>
                  <a:pt x="218" y="492"/>
                </a:lnTo>
                <a:lnTo>
                  <a:pt x="217" y="492"/>
                </a:lnTo>
                <a:lnTo>
                  <a:pt x="217" y="491"/>
                </a:lnTo>
                <a:lnTo>
                  <a:pt x="217" y="490"/>
                </a:lnTo>
                <a:lnTo>
                  <a:pt x="216" y="489"/>
                </a:lnTo>
                <a:lnTo>
                  <a:pt x="216" y="488"/>
                </a:lnTo>
                <a:lnTo>
                  <a:pt x="216" y="487"/>
                </a:lnTo>
                <a:lnTo>
                  <a:pt x="215" y="487"/>
                </a:lnTo>
                <a:lnTo>
                  <a:pt x="215" y="486"/>
                </a:lnTo>
                <a:lnTo>
                  <a:pt x="215" y="485"/>
                </a:lnTo>
                <a:lnTo>
                  <a:pt x="215" y="484"/>
                </a:lnTo>
                <a:lnTo>
                  <a:pt x="214" y="484"/>
                </a:lnTo>
                <a:lnTo>
                  <a:pt x="214" y="483"/>
                </a:lnTo>
                <a:lnTo>
                  <a:pt x="214" y="482"/>
                </a:lnTo>
                <a:lnTo>
                  <a:pt x="213" y="482"/>
                </a:lnTo>
                <a:lnTo>
                  <a:pt x="213" y="481"/>
                </a:lnTo>
                <a:lnTo>
                  <a:pt x="212" y="482"/>
                </a:lnTo>
                <a:lnTo>
                  <a:pt x="211" y="482"/>
                </a:lnTo>
                <a:lnTo>
                  <a:pt x="209" y="482"/>
                </a:lnTo>
                <a:lnTo>
                  <a:pt x="206" y="482"/>
                </a:lnTo>
                <a:lnTo>
                  <a:pt x="204" y="482"/>
                </a:lnTo>
                <a:lnTo>
                  <a:pt x="203" y="482"/>
                </a:lnTo>
                <a:lnTo>
                  <a:pt x="201" y="482"/>
                </a:lnTo>
                <a:lnTo>
                  <a:pt x="187" y="484"/>
                </a:lnTo>
                <a:lnTo>
                  <a:pt x="176" y="485"/>
                </a:lnTo>
                <a:lnTo>
                  <a:pt x="174" y="485"/>
                </a:lnTo>
                <a:lnTo>
                  <a:pt x="173" y="486"/>
                </a:lnTo>
                <a:lnTo>
                  <a:pt x="172" y="486"/>
                </a:lnTo>
                <a:lnTo>
                  <a:pt x="171" y="486"/>
                </a:lnTo>
                <a:lnTo>
                  <a:pt x="170" y="487"/>
                </a:lnTo>
                <a:lnTo>
                  <a:pt x="169" y="487"/>
                </a:lnTo>
                <a:lnTo>
                  <a:pt x="168" y="487"/>
                </a:lnTo>
                <a:lnTo>
                  <a:pt x="166" y="487"/>
                </a:lnTo>
                <a:lnTo>
                  <a:pt x="165" y="486"/>
                </a:lnTo>
                <a:lnTo>
                  <a:pt x="164" y="486"/>
                </a:lnTo>
                <a:lnTo>
                  <a:pt x="163" y="486"/>
                </a:lnTo>
                <a:lnTo>
                  <a:pt x="162" y="486"/>
                </a:lnTo>
                <a:lnTo>
                  <a:pt x="161" y="486"/>
                </a:lnTo>
                <a:lnTo>
                  <a:pt x="160" y="486"/>
                </a:lnTo>
                <a:lnTo>
                  <a:pt x="159" y="485"/>
                </a:lnTo>
                <a:lnTo>
                  <a:pt x="158" y="485"/>
                </a:lnTo>
                <a:lnTo>
                  <a:pt x="156" y="484"/>
                </a:lnTo>
                <a:lnTo>
                  <a:pt x="155" y="484"/>
                </a:lnTo>
                <a:lnTo>
                  <a:pt x="154" y="483"/>
                </a:lnTo>
                <a:lnTo>
                  <a:pt x="153" y="483"/>
                </a:lnTo>
                <a:lnTo>
                  <a:pt x="152" y="482"/>
                </a:lnTo>
                <a:lnTo>
                  <a:pt x="152" y="481"/>
                </a:lnTo>
                <a:lnTo>
                  <a:pt x="151" y="481"/>
                </a:lnTo>
                <a:lnTo>
                  <a:pt x="151" y="480"/>
                </a:lnTo>
                <a:lnTo>
                  <a:pt x="150" y="480"/>
                </a:lnTo>
                <a:lnTo>
                  <a:pt x="150" y="479"/>
                </a:lnTo>
                <a:lnTo>
                  <a:pt x="150" y="478"/>
                </a:lnTo>
                <a:lnTo>
                  <a:pt x="150" y="477"/>
                </a:lnTo>
                <a:lnTo>
                  <a:pt x="149" y="477"/>
                </a:lnTo>
                <a:lnTo>
                  <a:pt x="149" y="476"/>
                </a:lnTo>
                <a:lnTo>
                  <a:pt x="149" y="475"/>
                </a:lnTo>
                <a:lnTo>
                  <a:pt x="150" y="475"/>
                </a:lnTo>
                <a:lnTo>
                  <a:pt x="150" y="474"/>
                </a:lnTo>
                <a:lnTo>
                  <a:pt x="151" y="474"/>
                </a:lnTo>
                <a:lnTo>
                  <a:pt x="153" y="474"/>
                </a:lnTo>
                <a:lnTo>
                  <a:pt x="154" y="474"/>
                </a:lnTo>
                <a:lnTo>
                  <a:pt x="155" y="474"/>
                </a:lnTo>
                <a:lnTo>
                  <a:pt x="156" y="474"/>
                </a:lnTo>
                <a:lnTo>
                  <a:pt x="157" y="474"/>
                </a:lnTo>
                <a:lnTo>
                  <a:pt x="160" y="474"/>
                </a:lnTo>
                <a:lnTo>
                  <a:pt x="162" y="474"/>
                </a:lnTo>
                <a:lnTo>
                  <a:pt x="162" y="473"/>
                </a:lnTo>
                <a:lnTo>
                  <a:pt x="162" y="469"/>
                </a:lnTo>
                <a:lnTo>
                  <a:pt x="157" y="469"/>
                </a:lnTo>
                <a:lnTo>
                  <a:pt x="156" y="468"/>
                </a:lnTo>
                <a:lnTo>
                  <a:pt x="155" y="468"/>
                </a:lnTo>
                <a:lnTo>
                  <a:pt x="153" y="467"/>
                </a:lnTo>
                <a:lnTo>
                  <a:pt x="153" y="466"/>
                </a:lnTo>
                <a:lnTo>
                  <a:pt x="152" y="466"/>
                </a:lnTo>
                <a:lnTo>
                  <a:pt x="150" y="465"/>
                </a:lnTo>
                <a:lnTo>
                  <a:pt x="149" y="464"/>
                </a:lnTo>
                <a:lnTo>
                  <a:pt x="148" y="463"/>
                </a:lnTo>
                <a:lnTo>
                  <a:pt x="147" y="463"/>
                </a:lnTo>
                <a:lnTo>
                  <a:pt x="146" y="462"/>
                </a:lnTo>
                <a:lnTo>
                  <a:pt x="145" y="462"/>
                </a:lnTo>
                <a:lnTo>
                  <a:pt x="144" y="462"/>
                </a:lnTo>
                <a:lnTo>
                  <a:pt x="141" y="462"/>
                </a:lnTo>
                <a:lnTo>
                  <a:pt x="130" y="463"/>
                </a:lnTo>
                <a:lnTo>
                  <a:pt x="124" y="463"/>
                </a:lnTo>
                <a:lnTo>
                  <a:pt x="120" y="463"/>
                </a:lnTo>
                <a:lnTo>
                  <a:pt x="119" y="463"/>
                </a:lnTo>
                <a:lnTo>
                  <a:pt x="118" y="463"/>
                </a:lnTo>
                <a:lnTo>
                  <a:pt x="114" y="463"/>
                </a:lnTo>
                <a:lnTo>
                  <a:pt x="111" y="464"/>
                </a:lnTo>
                <a:lnTo>
                  <a:pt x="109" y="464"/>
                </a:lnTo>
                <a:lnTo>
                  <a:pt x="108" y="464"/>
                </a:lnTo>
                <a:lnTo>
                  <a:pt x="106" y="464"/>
                </a:lnTo>
                <a:lnTo>
                  <a:pt x="105" y="464"/>
                </a:lnTo>
                <a:lnTo>
                  <a:pt x="104" y="464"/>
                </a:lnTo>
                <a:lnTo>
                  <a:pt x="104" y="465"/>
                </a:lnTo>
                <a:lnTo>
                  <a:pt x="103" y="465"/>
                </a:lnTo>
                <a:lnTo>
                  <a:pt x="102" y="465"/>
                </a:lnTo>
                <a:lnTo>
                  <a:pt x="101" y="465"/>
                </a:lnTo>
                <a:lnTo>
                  <a:pt x="101" y="466"/>
                </a:lnTo>
                <a:lnTo>
                  <a:pt x="99" y="466"/>
                </a:lnTo>
                <a:lnTo>
                  <a:pt x="98" y="465"/>
                </a:lnTo>
                <a:lnTo>
                  <a:pt x="97" y="465"/>
                </a:lnTo>
                <a:lnTo>
                  <a:pt x="97" y="464"/>
                </a:lnTo>
                <a:lnTo>
                  <a:pt x="96" y="464"/>
                </a:lnTo>
                <a:lnTo>
                  <a:pt x="94" y="463"/>
                </a:lnTo>
                <a:lnTo>
                  <a:pt x="93" y="463"/>
                </a:lnTo>
                <a:lnTo>
                  <a:pt x="91" y="463"/>
                </a:lnTo>
                <a:lnTo>
                  <a:pt x="89" y="463"/>
                </a:lnTo>
                <a:lnTo>
                  <a:pt x="88" y="462"/>
                </a:lnTo>
                <a:lnTo>
                  <a:pt x="88" y="461"/>
                </a:lnTo>
                <a:lnTo>
                  <a:pt x="89" y="456"/>
                </a:lnTo>
                <a:lnTo>
                  <a:pt x="89" y="453"/>
                </a:lnTo>
                <a:lnTo>
                  <a:pt x="90" y="449"/>
                </a:lnTo>
                <a:lnTo>
                  <a:pt x="90" y="447"/>
                </a:lnTo>
                <a:lnTo>
                  <a:pt x="89" y="447"/>
                </a:lnTo>
                <a:lnTo>
                  <a:pt x="89" y="446"/>
                </a:lnTo>
                <a:lnTo>
                  <a:pt x="89" y="445"/>
                </a:lnTo>
                <a:lnTo>
                  <a:pt x="88" y="445"/>
                </a:lnTo>
                <a:lnTo>
                  <a:pt x="87" y="444"/>
                </a:lnTo>
                <a:lnTo>
                  <a:pt x="87" y="443"/>
                </a:lnTo>
                <a:lnTo>
                  <a:pt x="87" y="442"/>
                </a:lnTo>
                <a:lnTo>
                  <a:pt x="86" y="442"/>
                </a:lnTo>
                <a:lnTo>
                  <a:pt x="85" y="441"/>
                </a:lnTo>
                <a:lnTo>
                  <a:pt x="84" y="441"/>
                </a:lnTo>
                <a:lnTo>
                  <a:pt x="83" y="440"/>
                </a:lnTo>
                <a:lnTo>
                  <a:pt x="83" y="439"/>
                </a:lnTo>
                <a:lnTo>
                  <a:pt x="82" y="439"/>
                </a:lnTo>
                <a:lnTo>
                  <a:pt x="82" y="438"/>
                </a:lnTo>
                <a:lnTo>
                  <a:pt x="83" y="438"/>
                </a:lnTo>
                <a:lnTo>
                  <a:pt x="83" y="437"/>
                </a:lnTo>
                <a:lnTo>
                  <a:pt x="83" y="436"/>
                </a:lnTo>
                <a:lnTo>
                  <a:pt x="83" y="435"/>
                </a:lnTo>
                <a:lnTo>
                  <a:pt x="84" y="434"/>
                </a:lnTo>
                <a:lnTo>
                  <a:pt x="84" y="433"/>
                </a:lnTo>
                <a:lnTo>
                  <a:pt x="83" y="432"/>
                </a:lnTo>
                <a:lnTo>
                  <a:pt x="82" y="432"/>
                </a:lnTo>
                <a:lnTo>
                  <a:pt x="81" y="432"/>
                </a:lnTo>
                <a:lnTo>
                  <a:pt x="80" y="432"/>
                </a:lnTo>
                <a:lnTo>
                  <a:pt x="79" y="432"/>
                </a:lnTo>
                <a:lnTo>
                  <a:pt x="79" y="433"/>
                </a:lnTo>
                <a:lnTo>
                  <a:pt x="78" y="433"/>
                </a:lnTo>
                <a:lnTo>
                  <a:pt x="77" y="434"/>
                </a:lnTo>
                <a:lnTo>
                  <a:pt x="76" y="435"/>
                </a:lnTo>
                <a:lnTo>
                  <a:pt x="75" y="435"/>
                </a:lnTo>
                <a:lnTo>
                  <a:pt x="74" y="435"/>
                </a:lnTo>
                <a:lnTo>
                  <a:pt x="73" y="435"/>
                </a:lnTo>
                <a:lnTo>
                  <a:pt x="72" y="435"/>
                </a:lnTo>
                <a:lnTo>
                  <a:pt x="71" y="435"/>
                </a:lnTo>
                <a:lnTo>
                  <a:pt x="70" y="435"/>
                </a:lnTo>
                <a:lnTo>
                  <a:pt x="69" y="435"/>
                </a:lnTo>
                <a:lnTo>
                  <a:pt x="68" y="435"/>
                </a:lnTo>
                <a:lnTo>
                  <a:pt x="67" y="436"/>
                </a:lnTo>
                <a:lnTo>
                  <a:pt x="66" y="436"/>
                </a:lnTo>
                <a:lnTo>
                  <a:pt x="66" y="435"/>
                </a:lnTo>
                <a:lnTo>
                  <a:pt x="65" y="435"/>
                </a:lnTo>
                <a:lnTo>
                  <a:pt x="65" y="434"/>
                </a:lnTo>
                <a:lnTo>
                  <a:pt x="65" y="433"/>
                </a:lnTo>
                <a:lnTo>
                  <a:pt x="64" y="433"/>
                </a:lnTo>
                <a:lnTo>
                  <a:pt x="63" y="433"/>
                </a:lnTo>
                <a:lnTo>
                  <a:pt x="62" y="433"/>
                </a:lnTo>
                <a:lnTo>
                  <a:pt x="61" y="433"/>
                </a:lnTo>
                <a:lnTo>
                  <a:pt x="60" y="433"/>
                </a:lnTo>
                <a:lnTo>
                  <a:pt x="60" y="434"/>
                </a:lnTo>
                <a:lnTo>
                  <a:pt x="59" y="434"/>
                </a:lnTo>
                <a:lnTo>
                  <a:pt x="58" y="434"/>
                </a:lnTo>
                <a:lnTo>
                  <a:pt x="57" y="434"/>
                </a:lnTo>
                <a:lnTo>
                  <a:pt x="56" y="435"/>
                </a:lnTo>
                <a:lnTo>
                  <a:pt x="55" y="436"/>
                </a:lnTo>
                <a:lnTo>
                  <a:pt x="54" y="436"/>
                </a:lnTo>
                <a:lnTo>
                  <a:pt x="53" y="436"/>
                </a:lnTo>
                <a:lnTo>
                  <a:pt x="52" y="436"/>
                </a:lnTo>
                <a:lnTo>
                  <a:pt x="51" y="436"/>
                </a:lnTo>
                <a:lnTo>
                  <a:pt x="51" y="437"/>
                </a:lnTo>
                <a:lnTo>
                  <a:pt x="49" y="437"/>
                </a:lnTo>
                <a:lnTo>
                  <a:pt x="49" y="436"/>
                </a:lnTo>
                <a:lnTo>
                  <a:pt x="48" y="436"/>
                </a:lnTo>
                <a:lnTo>
                  <a:pt x="48" y="437"/>
                </a:lnTo>
                <a:lnTo>
                  <a:pt x="48" y="436"/>
                </a:lnTo>
                <a:lnTo>
                  <a:pt x="47" y="436"/>
                </a:lnTo>
                <a:lnTo>
                  <a:pt x="46" y="436"/>
                </a:lnTo>
                <a:lnTo>
                  <a:pt x="45" y="437"/>
                </a:lnTo>
                <a:lnTo>
                  <a:pt x="44" y="437"/>
                </a:lnTo>
                <a:lnTo>
                  <a:pt x="43" y="437"/>
                </a:lnTo>
                <a:lnTo>
                  <a:pt x="42" y="438"/>
                </a:lnTo>
                <a:lnTo>
                  <a:pt x="41" y="438"/>
                </a:lnTo>
                <a:lnTo>
                  <a:pt x="40" y="438"/>
                </a:lnTo>
                <a:lnTo>
                  <a:pt x="39" y="438"/>
                </a:lnTo>
                <a:lnTo>
                  <a:pt x="38" y="438"/>
                </a:lnTo>
                <a:lnTo>
                  <a:pt x="38" y="439"/>
                </a:lnTo>
                <a:lnTo>
                  <a:pt x="37" y="439"/>
                </a:lnTo>
                <a:lnTo>
                  <a:pt x="35" y="439"/>
                </a:lnTo>
                <a:lnTo>
                  <a:pt x="34" y="439"/>
                </a:lnTo>
                <a:lnTo>
                  <a:pt x="34" y="440"/>
                </a:lnTo>
                <a:lnTo>
                  <a:pt x="33" y="440"/>
                </a:lnTo>
                <a:lnTo>
                  <a:pt x="32" y="439"/>
                </a:lnTo>
                <a:lnTo>
                  <a:pt x="31" y="439"/>
                </a:lnTo>
                <a:lnTo>
                  <a:pt x="30" y="439"/>
                </a:lnTo>
                <a:lnTo>
                  <a:pt x="30" y="440"/>
                </a:lnTo>
                <a:lnTo>
                  <a:pt x="29" y="440"/>
                </a:lnTo>
                <a:lnTo>
                  <a:pt x="28" y="440"/>
                </a:lnTo>
                <a:lnTo>
                  <a:pt x="27" y="440"/>
                </a:lnTo>
                <a:lnTo>
                  <a:pt x="27" y="439"/>
                </a:lnTo>
                <a:lnTo>
                  <a:pt x="26" y="439"/>
                </a:lnTo>
                <a:lnTo>
                  <a:pt x="26" y="440"/>
                </a:lnTo>
                <a:lnTo>
                  <a:pt x="25" y="440"/>
                </a:lnTo>
                <a:lnTo>
                  <a:pt x="24" y="440"/>
                </a:lnTo>
                <a:lnTo>
                  <a:pt x="23" y="440"/>
                </a:lnTo>
                <a:lnTo>
                  <a:pt x="22" y="440"/>
                </a:lnTo>
                <a:lnTo>
                  <a:pt x="21" y="440"/>
                </a:lnTo>
                <a:lnTo>
                  <a:pt x="21" y="441"/>
                </a:lnTo>
                <a:lnTo>
                  <a:pt x="20" y="441"/>
                </a:lnTo>
                <a:lnTo>
                  <a:pt x="18" y="441"/>
                </a:lnTo>
                <a:lnTo>
                  <a:pt x="16" y="441"/>
                </a:lnTo>
                <a:lnTo>
                  <a:pt x="15" y="442"/>
                </a:lnTo>
                <a:lnTo>
                  <a:pt x="14" y="442"/>
                </a:lnTo>
                <a:lnTo>
                  <a:pt x="14" y="443"/>
                </a:lnTo>
                <a:lnTo>
                  <a:pt x="15" y="443"/>
                </a:lnTo>
                <a:lnTo>
                  <a:pt x="14" y="443"/>
                </a:lnTo>
                <a:lnTo>
                  <a:pt x="13" y="444"/>
                </a:lnTo>
                <a:lnTo>
                  <a:pt x="12" y="445"/>
                </a:lnTo>
                <a:lnTo>
                  <a:pt x="12" y="446"/>
                </a:lnTo>
                <a:lnTo>
                  <a:pt x="13" y="446"/>
                </a:lnTo>
                <a:lnTo>
                  <a:pt x="12" y="447"/>
                </a:lnTo>
                <a:lnTo>
                  <a:pt x="12" y="448"/>
                </a:lnTo>
                <a:lnTo>
                  <a:pt x="11" y="448"/>
                </a:lnTo>
                <a:lnTo>
                  <a:pt x="10" y="448"/>
                </a:lnTo>
                <a:lnTo>
                  <a:pt x="10" y="447"/>
                </a:lnTo>
                <a:lnTo>
                  <a:pt x="9" y="447"/>
                </a:lnTo>
                <a:lnTo>
                  <a:pt x="8" y="447"/>
                </a:lnTo>
                <a:lnTo>
                  <a:pt x="8" y="448"/>
                </a:lnTo>
                <a:lnTo>
                  <a:pt x="7" y="448"/>
                </a:lnTo>
                <a:lnTo>
                  <a:pt x="6" y="448"/>
                </a:lnTo>
                <a:lnTo>
                  <a:pt x="6" y="447"/>
                </a:lnTo>
                <a:lnTo>
                  <a:pt x="5" y="446"/>
                </a:lnTo>
                <a:lnTo>
                  <a:pt x="4" y="446"/>
                </a:lnTo>
                <a:lnTo>
                  <a:pt x="3" y="446"/>
                </a:lnTo>
                <a:lnTo>
                  <a:pt x="2" y="446"/>
                </a:lnTo>
                <a:lnTo>
                  <a:pt x="1" y="445"/>
                </a:lnTo>
                <a:lnTo>
                  <a:pt x="1" y="444"/>
                </a:lnTo>
                <a:lnTo>
                  <a:pt x="1" y="443"/>
                </a:lnTo>
                <a:lnTo>
                  <a:pt x="1" y="442"/>
                </a:lnTo>
                <a:lnTo>
                  <a:pt x="2" y="442"/>
                </a:lnTo>
                <a:lnTo>
                  <a:pt x="2" y="441"/>
                </a:lnTo>
                <a:lnTo>
                  <a:pt x="2" y="440"/>
                </a:lnTo>
                <a:lnTo>
                  <a:pt x="2" y="439"/>
                </a:lnTo>
                <a:lnTo>
                  <a:pt x="1" y="439"/>
                </a:lnTo>
                <a:lnTo>
                  <a:pt x="1" y="437"/>
                </a:lnTo>
                <a:lnTo>
                  <a:pt x="1" y="436"/>
                </a:lnTo>
                <a:lnTo>
                  <a:pt x="0" y="436"/>
                </a:lnTo>
                <a:lnTo>
                  <a:pt x="0" y="435"/>
                </a:lnTo>
                <a:lnTo>
                  <a:pt x="0" y="434"/>
                </a:lnTo>
                <a:lnTo>
                  <a:pt x="0" y="433"/>
                </a:lnTo>
                <a:lnTo>
                  <a:pt x="0" y="432"/>
                </a:lnTo>
                <a:lnTo>
                  <a:pt x="0" y="430"/>
                </a:lnTo>
                <a:lnTo>
                  <a:pt x="0" y="429"/>
                </a:lnTo>
                <a:lnTo>
                  <a:pt x="0" y="427"/>
                </a:lnTo>
                <a:lnTo>
                  <a:pt x="0" y="425"/>
                </a:lnTo>
                <a:lnTo>
                  <a:pt x="0" y="424"/>
                </a:lnTo>
                <a:lnTo>
                  <a:pt x="1" y="424"/>
                </a:lnTo>
                <a:lnTo>
                  <a:pt x="2" y="423"/>
                </a:lnTo>
                <a:lnTo>
                  <a:pt x="3" y="422"/>
                </a:lnTo>
                <a:lnTo>
                  <a:pt x="4" y="422"/>
                </a:lnTo>
                <a:lnTo>
                  <a:pt x="5" y="421"/>
                </a:lnTo>
                <a:lnTo>
                  <a:pt x="12" y="415"/>
                </a:lnTo>
                <a:lnTo>
                  <a:pt x="19" y="409"/>
                </a:lnTo>
                <a:lnTo>
                  <a:pt x="30" y="393"/>
                </a:lnTo>
                <a:lnTo>
                  <a:pt x="31" y="391"/>
                </a:lnTo>
                <a:lnTo>
                  <a:pt x="36" y="375"/>
                </a:lnTo>
                <a:lnTo>
                  <a:pt x="37" y="373"/>
                </a:lnTo>
                <a:lnTo>
                  <a:pt x="38" y="367"/>
                </a:lnTo>
                <a:lnTo>
                  <a:pt x="41" y="356"/>
                </a:lnTo>
                <a:lnTo>
                  <a:pt x="41" y="353"/>
                </a:lnTo>
                <a:lnTo>
                  <a:pt x="42" y="349"/>
                </a:lnTo>
                <a:lnTo>
                  <a:pt x="43" y="346"/>
                </a:lnTo>
                <a:lnTo>
                  <a:pt x="43" y="345"/>
                </a:lnTo>
                <a:lnTo>
                  <a:pt x="45" y="333"/>
                </a:lnTo>
                <a:lnTo>
                  <a:pt x="48" y="315"/>
                </a:lnTo>
                <a:lnTo>
                  <a:pt x="51" y="310"/>
                </a:lnTo>
                <a:lnTo>
                  <a:pt x="55" y="303"/>
                </a:lnTo>
                <a:lnTo>
                  <a:pt x="59" y="296"/>
                </a:lnTo>
                <a:lnTo>
                  <a:pt x="61" y="287"/>
                </a:lnTo>
                <a:lnTo>
                  <a:pt x="61" y="284"/>
                </a:lnTo>
                <a:lnTo>
                  <a:pt x="61" y="267"/>
                </a:lnTo>
                <a:lnTo>
                  <a:pt x="62" y="265"/>
                </a:lnTo>
                <a:lnTo>
                  <a:pt x="69" y="264"/>
                </a:lnTo>
                <a:lnTo>
                  <a:pt x="105" y="259"/>
                </a:lnTo>
                <a:lnTo>
                  <a:pt x="122" y="256"/>
                </a:lnTo>
                <a:lnTo>
                  <a:pt x="149" y="254"/>
                </a:lnTo>
                <a:lnTo>
                  <a:pt x="155" y="239"/>
                </a:lnTo>
                <a:lnTo>
                  <a:pt x="154" y="229"/>
                </a:lnTo>
                <a:lnTo>
                  <a:pt x="165" y="216"/>
                </a:lnTo>
                <a:lnTo>
                  <a:pt x="174" y="202"/>
                </a:lnTo>
                <a:lnTo>
                  <a:pt x="175" y="200"/>
                </a:lnTo>
                <a:lnTo>
                  <a:pt x="194" y="182"/>
                </a:lnTo>
                <a:lnTo>
                  <a:pt x="204" y="174"/>
                </a:lnTo>
                <a:lnTo>
                  <a:pt x="231" y="154"/>
                </a:lnTo>
                <a:lnTo>
                  <a:pt x="248" y="151"/>
                </a:lnTo>
                <a:lnTo>
                  <a:pt x="253" y="150"/>
                </a:lnTo>
                <a:lnTo>
                  <a:pt x="256" y="146"/>
                </a:lnTo>
                <a:lnTo>
                  <a:pt x="259" y="140"/>
                </a:lnTo>
                <a:lnTo>
                  <a:pt x="261" y="139"/>
                </a:lnTo>
                <a:lnTo>
                  <a:pt x="265" y="134"/>
                </a:lnTo>
                <a:lnTo>
                  <a:pt x="276" y="128"/>
                </a:lnTo>
                <a:lnTo>
                  <a:pt x="281" y="127"/>
                </a:lnTo>
                <a:lnTo>
                  <a:pt x="291" y="122"/>
                </a:lnTo>
                <a:lnTo>
                  <a:pt x="294" y="122"/>
                </a:lnTo>
                <a:lnTo>
                  <a:pt x="294" y="123"/>
                </a:lnTo>
                <a:lnTo>
                  <a:pt x="296" y="125"/>
                </a:lnTo>
                <a:lnTo>
                  <a:pt x="298" y="127"/>
                </a:lnTo>
                <a:lnTo>
                  <a:pt x="300" y="128"/>
                </a:lnTo>
                <a:lnTo>
                  <a:pt x="301" y="128"/>
                </a:lnTo>
                <a:lnTo>
                  <a:pt x="301" y="129"/>
                </a:lnTo>
                <a:lnTo>
                  <a:pt x="300" y="129"/>
                </a:lnTo>
                <a:lnTo>
                  <a:pt x="300" y="130"/>
                </a:lnTo>
                <a:lnTo>
                  <a:pt x="300" y="131"/>
                </a:lnTo>
                <a:lnTo>
                  <a:pt x="301" y="133"/>
                </a:lnTo>
                <a:lnTo>
                  <a:pt x="302" y="133"/>
                </a:lnTo>
                <a:lnTo>
                  <a:pt x="302" y="134"/>
                </a:lnTo>
                <a:lnTo>
                  <a:pt x="302" y="135"/>
                </a:lnTo>
                <a:lnTo>
                  <a:pt x="303" y="135"/>
                </a:lnTo>
                <a:lnTo>
                  <a:pt x="303" y="136"/>
                </a:lnTo>
                <a:lnTo>
                  <a:pt x="303" y="137"/>
                </a:lnTo>
                <a:lnTo>
                  <a:pt x="304" y="138"/>
                </a:lnTo>
                <a:lnTo>
                  <a:pt x="306" y="142"/>
                </a:lnTo>
                <a:lnTo>
                  <a:pt x="311" y="147"/>
                </a:lnTo>
                <a:lnTo>
                  <a:pt x="311" y="146"/>
                </a:lnTo>
                <a:lnTo>
                  <a:pt x="312" y="146"/>
                </a:lnTo>
                <a:lnTo>
                  <a:pt x="312" y="145"/>
                </a:lnTo>
                <a:lnTo>
                  <a:pt x="312" y="144"/>
                </a:lnTo>
                <a:lnTo>
                  <a:pt x="313" y="143"/>
                </a:lnTo>
                <a:lnTo>
                  <a:pt x="313" y="142"/>
                </a:lnTo>
                <a:lnTo>
                  <a:pt x="313" y="141"/>
                </a:lnTo>
                <a:lnTo>
                  <a:pt x="314" y="140"/>
                </a:lnTo>
                <a:lnTo>
                  <a:pt x="314" y="139"/>
                </a:lnTo>
                <a:lnTo>
                  <a:pt x="314" y="138"/>
                </a:lnTo>
                <a:lnTo>
                  <a:pt x="315" y="138"/>
                </a:lnTo>
                <a:lnTo>
                  <a:pt x="315" y="137"/>
                </a:lnTo>
                <a:lnTo>
                  <a:pt x="316" y="136"/>
                </a:lnTo>
                <a:lnTo>
                  <a:pt x="317" y="134"/>
                </a:lnTo>
                <a:lnTo>
                  <a:pt x="318" y="134"/>
                </a:lnTo>
                <a:lnTo>
                  <a:pt x="319" y="133"/>
                </a:lnTo>
                <a:lnTo>
                  <a:pt x="320" y="132"/>
                </a:lnTo>
                <a:lnTo>
                  <a:pt x="321" y="131"/>
                </a:lnTo>
                <a:lnTo>
                  <a:pt x="322" y="131"/>
                </a:lnTo>
                <a:lnTo>
                  <a:pt x="324" y="130"/>
                </a:lnTo>
                <a:lnTo>
                  <a:pt x="325" y="129"/>
                </a:lnTo>
                <a:lnTo>
                  <a:pt x="326" y="129"/>
                </a:lnTo>
                <a:lnTo>
                  <a:pt x="326" y="128"/>
                </a:lnTo>
                <a:lnTo>
                  <a:pt x="332" y="125"/>
                </a:lnTo>
                <a:lnTo>
                  <a:pt x="333" y="124"/>
                </a:lnTo>
                <a:lnTo>
                  <a:pt x="334" y="123"/>
                </a:lnTo>
                <a:lnTo>
                  <a:pt x="336" y="122"/>
                </a:lnTo>
                <a:lnTo>
                  <a:pt x="337" y="121"/>
                </a:lnTo>
                <a:lnTo>
                  <a:pt x="338" y="121"/>
                </a:lnTo>
                <a:lnTo>
                  <a:pt x="339" y="121"/>
                </a:lnTo>
                <a:lnTo>
                  <a:pt x="339" y="120"/>
                </a:lnTo>
                <a:lnTo>
                  <a:pt x="340" y="119"/>
                </a:lnTo>
                <a:lnTo>
                  <a:pt x="342" y="119"/>
                </a:lnTo>
                <a:lnTo>
                  <a:pt x="343" y="119"/>
                </a:lnTo>
                <a:lnTo>
                  <a:pt x="343" y="118"/>
                </a:lnTo>
                <a:lnTo>
                  <a:pt x="344" y="118"/>
                </a:lnTo>
                <a:lnTo>
                  <a:pt x="345" y="117"/>
                </a:lnTo>
                <a:lnTo>
                  <a:pt x="346" y="117"/>
                </a:lnTo>
                <a:lnTo>
                  <a:pt x="347" y="117"/>
                </a:lnTo>
                <a:lnTo>
                  <a:pt x="347" y="116"/>
                </a:lnTo>
                <a:lnTo>
                  <a:pt x="348" y="116"/>
                </a:lnTo>
                <a:lnTo>
                  <a:pt x="351" y="115"/>
                </a:lnTo>
                <a:lnTo>
                  <a:pt x="353" y="115"/>
                </a:lnTo>
                <a:lnTo>
                  <a:pt x="354" y="115"/>
                </a:lnTo>
                <a:lnTo>
                  <a:pt x="355" y="115"/>
                </a:lnTo>
                <a:lnTo>
                  <a:pt x="358" y="114"/>
                </a:lnTo>
                <a:lnTo>
                  <a:pt x="359" y="114"/>
                </a:lnTo>
                <a:lnTo>
                  <a:pt x="360" y="114"/>
                </a:lnTo>
                <a:lnTo>
                  <a:pt x="362" y="114"/>
                </a:lnTo>
                <a:lnTo>
                  <a:pt x="364" y="113"/>
                </a:lnTo>
                <a:lnTo>
                  <a:pt x="366" y="113"/>
                </a:lnTo>
                <a:lnTo>
                  <a:pt x="368" y="113"/>
                </a:lnTo>
                <a:lnTo>
                  <a:pt x="369" y="113"/>
                </a:lnTo>
                <a:lnTo>
                  <a:pt x="370" y="113"/>
                </a:lnTo>
                <a:lnTo>
                  <a:pt x="371" y="112"/>
                </a:lnTo>
                <a:lnTo>
                  <a:pt x="372" y="111"/>
                </a:lnTo>
                <a:lnTo>
                  <a:pt x="374" y="110"/>
                </a:lnTo>
                <a:lnTo>
                  <a:pt x="376" y="110"/>
                </a:lnTo>
                <a:lnTo>
                  <a:pt x="378" y="109"/>
                </a:lnTo>
                <a:lnTo>
                  <a:pt x="380" y="108"/>
                </a:lnTo>
                <a:lnTo>
                  <a:pt x="381" y="108"/>
                </a:lnTo>
                <a:lnTo>
                  <a:pt x="383" y="107"/>
                </a:lnTo>
                <a:lnTo>
                  <a:pt x="384" y="106"/>
                </a:lnTo>
                <a:lnTo>
                  <a:pt x="385" y="106"/>
                </a:lnTo>
                <a:lnTo>
                  <a:pt x="386" y="106"/>
                </a:lnTo>
                <a:lnTo>
                  <a:pt x="386" y="105"/>
                </a:lnTo>
                <a:lnTo>
                  <a:pt x="387" y="105"/>
                </a:lnTo>
                <a:lnTo>
                  <a:pt x="387" y="104"/>
                </a:lnTo>
                <a:lnTo>
                  <a:pt x="388" y="104"/>
                </a:lnTo>
                <a:lnTo>
                  <a:pt x="389" y="104"/>
                </a:lnTo>
                <a:lnTo>
                  <a:pt x="389" y="103"/>
                </a:lnTo>
                <a:lnTo>
                  <a:pt x="390" y="103"/>
                </a:lnTo>
                <a:lnTo>
                  <a:pt x="392" y="101"/>
                </a:lnTo>
                <a:lnTo>
                  <a:pt x="392" y="100"/>
                </a:lnTo>
                <a:lnTo>
                  <a:pt x="393" y="100"/>
                </a:lnTo>
                <a:lnTo>
                  <a:pt x="394" y="99"/>
                </a:lnTo>
                <a:lnTo>
                  <a:pt x="395" y="98"/>
                </a:lnTo>
                <a:lnTo>
                  <a:pt x="396" y="98"/>
                </a:lnTo>
                <a:lnTo>
                  <a:pt x="397" y="97"/>
                </a:lnTo>
                <a:lnTo>
                  <a:pt x="397" y="96"/>
                </a:lnTo>
                <a:lnTo>
                  <a:pt x="397" y="95"/>
                </a:lnTo>
                <a:lnTo>
                  <a:pt x="398" y="95"/>
                </a:lnTo>
                <a:lnTo>
                  <a:pt x="398" y="94"/>
                </a:lnTo>
                <a:lnTo>
                  <a:pt x="398" y="93"/>
                </a:lnTo>
                <a:lnTo>
                  <a:pt x="399" y="93"/>
                </a:lnTo>
                <a:lnTo>
                  <a:pt x="399" y="92"/>
                </a:lnTo>
                <a:lnTo>
                  <a:pt x="399" y="91"/>
                </a:lnTo>
                <a:lnTo>
                  <a:pt x="399" y="88"/>
                </a:lnTo>
                <a:lnTo>
                  <a:pt x="393" y="77"/>
                </a:lnTo>
                <a:lnTo>
                  <a:pt x="396" y="75"/>
                </a:lnTo>
                <a:lnTo>
                  <a:pt x="399" y="72"/>
                </a:lnTo>
                <a:lnTo>
                  <a:pt x="403" y="69"/>
                </a:lnTo>
                <a:lnTo>
                  <a:pt x="389" y="56"/>
                </a:lnTo>
                <a:lnTo>
                  <a:pt x="389" y="55"/>
                </a:lnTo>
                <a:lnTo>
                  <a:pt x="389" y="53"/>
                </a:lnTo>
                <a:lnTo>
                  <a:pt x="392" y="45"/>
                </a:lnTo>
                <a:lnTo>
                  <a:pt x="385" y="43"/>
                </a:lnTo>
                <a:lnTo>
                  <a:pt x="383" y="43"/>
                </a:lnTo>
                <a:lnTo>
                  <a:pt x="384" y="41"/>
                </a:lnTo>
                <a:lnTo>
                  <a:pt x="385" y="40"/>
                </a:lnTo>
                <a:lnTo>
                  <a:pt x="387" y="37"/>
                </a:lnTo>
                <a:lnTo>
                  <a:pt x="387" y="35"/>
                </a:lnTo>
                <a:lnTo>
                  <a:pt x="387" y="30"/>
                </a:lnTo>
                <a:lnTo>
                  <a:pt x="388" y="29"/>
                </a:lnTo>
                <a:lnTo>
                  <a:pt x="390" y="28"/>
                </a:lnTo>
                <a:lnTo>
                  <a:pt x="391" y="28"/>
                </a:lnTo>
                <a:lnTo>
                  <a:pt x="392" y="27"/>
                </a:lnTo>
                <a:lnTo>
                  <a:pt x="393" y="26"/>
                </a:lnTo>
                <a:lnTo>
                  <a:pt x="395" y="23"/>
                </a:lnTo>
                <a:lnTo>
                  <a:pt x="396" y="23"/>
                </a:lnTo>
                <a:lnTo>
                  <a:pt x="398" y="22"/>
                </a:lnTo>
                <a:lnTo>
                  <a:pt x="399" y="22"/>
                </a:lnTo>
                <a:lnTo>
                  <a:pt x="399" y="21"/>
                </a:lnTo>
                <a:lnTo>
                  <a:pt x="401" y="21"/>
                </a:lnTo>
                <a:lnTo>
                  <a:pt x="402" y="20"/>
                </a:lnTo>
                <a:lnTo>
                  <a:pt x="402" y="19"/>
                </a:lnTo>
                <a:lnTo>
                  <a:pt x="403" y="19"/>
                </a:lnTo>
                <a:lnTo>
                  <a:pt x="404" y="19"/>
                </a:lnTo>
                <a:lnTo>
                  <a:pt x="407" y="18"/>
                </a:lnTo>
                <a:lnTo>
                  <a:pt x="408" y="17"/>
                </a:lnTo>
                <a:lnTo>
                  <a:pt x="410" y="16"/>
                </a:lnTo>
                <a:lnTo>
                  <a:pt x="411" y="16"/>
                </a:lnTo>
                <a:lnTo>
                  <a:pt x="412" y="15"/>
                </a:lnTo>
                <a:lnTo>
                  <a:pt x="413" y="15"/>
                </a:lnTo>
                <a:lnTo>
                  <a:pt x="414" y="14"/>
                </a:lnTo>
                <a:lnTo>
                  <a:pt x="415" y="14"/>
                </a:lnTo>
                <a:lnTo>
                  <a:pt x="415" y="13"/>
                </a:lnTo>
                <a:lnTo>
                  <a:pt x="416" y="13"/>
                </a:lnTo>
                <a:lnTo>
                  <a:pt x="417" y="13"/>
                </a:lnTo>
                <a:lnTo>
                  <a:pt x="418" y="12"/>
                </a:lnTo>
                <a:lnTo>
                  <a:pt x="419" y="12"/>
                </a:lnTo>
                <a:lnTo>
                  <a:pt x="419" y="11"/>
                </a:lnTo>
                <a:lnTo>
                  <a:pt x="420" y="11"/>
                </a:lnTo>
                <a:lnTo>
                  <a:pt x="421" y="11"/>
                </a:lnTo>
                <a:lnTo>
                  <a:pt x="422" y="11"/>
                </a:lnTo>
                <a:lnTo>
                  <a:pt x="422" y="10"/>
                </a:lnTo>
                <a:lnTo>
                  <a:pt x="423" y="10"/>
                </a:lnTo>
                <a:lnTo>
                  <a:pt x="425" y="8"/>
                </a:lnTo>
                <a:lnTo>
                  <a:pt x="430" y="8"/>
                </a:lnTo>
                <a:lnTo>
                  <a:pt x="433" y="7"/>
                </a:lnTo>
                <a:lnTo>
                  <a:pt x="435" y="7"/>
                </a:lnTo>
                <a:lnTo>
                  <a:pt x="437" y="7"/>
                </a:lnTo>
                <a:lnTo>
                  <a:pt x="438" y="7"/>
                </a:lnTo>
                <a:lnTo>
                  <a:pt x="441" y="7"/>
                </a:lnTo>
                <a:lnTo>
                  <a:pt x="443" y="6"/>
                </a:lnTo>
                <a:lnTo>
                  <a:pt x="444" y="6"/>
                </a:lnTo>
                <a:lnTo>
                  <a:pt x="446" y="6"/>
                </a:lnTo>
                <a:lnTo>
                  <a:pt x="449" y="6"/>
                </a:lnTo>
                <a:lnTo>
                  <a:pt x="452" y="5"/>
                </a:lnTo>
                <a:lnTo>
                  <a:pt x="464" y="4"/>
                </a:lnTo>
                <a:lnTo>
                  <a:pt x="470" y="5"/>
                </a:lnTo>
                <a:lnTo>
                  <a:pt x="488" y="5"/>
                </a:lnTo>
                <a:lnTo>
                  <a:pt x="492" y="3"/>
                </a:lnTo>
                <a:lnTo>
                  <a:pt x="493" y="3"/>
                </a:lnTo>
                <a:lnTo>
                  <a:pt x="494" y="3"/>
                </a:lnTo>
                <a:lnTo>
                  <a:pt x="495" y="3"/>
                </a:lnTo>
                <a:lnTo>
                  <a:pt x="496" y="2"/>
                </a:lnTo>
                <a:lnTo>
                  <a:pt x="497" y="2"/>
                </a:lnTo>
                <a:lnTo>
                  <a:pt x="501" y="1"/>
                </a:lnTo>
                <a:lnTo>
                  <a:pt x="504" y="1"/>
                </a:lnTo>
                <a:lnTo>
                  <a:pt x="506" y="0"/>
                </a:lnTo>
                <a:lnTo>
                  <a:pt x="507" y="0"/>
                </a:lnTo>
                <a:lnTo>
                  <a:pt x="508" y="0"/>
                </a:lnTo>
                <a:lnTo>
                  <a:pt x="510" y="4"/>
                </a:lnTo>
                <a:lnTo>
                  <a:pt x="515" y="14"/>
                </a:lnTo>
                <a:moveTo>
                  <a:pt x="1440" y="873"/>
                </a:moveTo>
                <a:lnTo>
                  <a:pt x="1439" y="873"/>
                </a:lnTo>
                <a:lnTo>
                  <a:pt x="1438" y="873"/>
                </a:lnTo>
                <a:lnTo>
                  <a:pt x="1437" y="874"/>
                </a:lnTo>
                <a:lnTo>
                  <a:pt x="1436" y="874"/>
                </a:lnTo>
                <a:lnTo>
                  <a:pt x="1435" y="874"/>
                </a:lnTo>
                <a:lnTo>
                  <a:pt x="1434" y="875"/>
                </a:lnTo>
                <a:lnTo>
                  <a:pt x="1433" y="875"/>
                </a:lnTo>
                <a:lnTo>
                  <a:pt x="1432" y="875"/>
                </a:lnTo>
                <a:lnTo>
                  <a:pt x="1432" y="876"/>
                </a:lnTo>
                <a:lnTo>
                  <a:pt x="1431" y="876"/>
                </a:lnTo>
                <a:lnTo>
                  <a:pt x="1430" y="876"/>
                </a:lnTo>
                <a:lnTo>
                  <a:pt x="1430" y="877"/>
                </a:lnTo>
                <a:lnTo>
                  <a:pt x="1429" y="877"/>
                </a:lnTo>
                <a:lnTo>
                  <a:pt x="1428" y="876"/>
                </a:lnTo>
                <a:lnTo>
                  <a:pt x="1427" y="877"/>
                </a:lnTo>
                <a:lnTo>
                  <a:pt x="1426" y="877"/>
                </a:lnTo>
                <a:lnTo>
                  <a:pt x="1426" y="878"/>
                </a:lnTo>
                <a:lnTo>
                  <a:pt x="1426" y="880"/>
                </a:lnTo>
                <a:lnTo>
                  <a:pt x="1426" y="881"/>
                </a:lnTo>
                <a:lnTo>
                  <a:pt x="1427" y="881"/>
                </a:lnTo>
                <a:lnTo>
                  <a:pt x="1428" y="881"/>
                </a:lnTo>
                <a:lnTo>
                  <a:pt x="1429" y="881"/>
                </a:lnTo>
                <a:lnTo>
                  <a:pt x="1429" y="880"/>
                </a:lnTo>
                <a:lnTo>
                  <a:pt x="1430" y="880"/>
                </a:lnTo>
                <a:lnTo>
                  <a:pt x="1431" y="880"/>
                </a:lnTo>
                <a:lnTo>
                  <a:pt x="1432" y="880"/>
                </a:lnTo>
                <a:lnTo>
                  <a:pt x="1432" y="879"/>
                </a:lnTo>
                <a:lnTo>
                  <a:pt x="1433" y="879"/>
                </a:lnTo>
                <a:lnTo>
                  <a:pt x="1434" y="879"/>
                </a:lnTo>
                <a:lnTo>
                  <a:pt x="1434" y="880"/>
                </a:lnTo>
                <a:lnTo>
                  <a:pt x="1435" y="879"/>
                </a:lnTo>
                <a:lnTo>
                  <a:pt x="1436" y="878"/>
                </a:lnTo>
                <a:lnTo>
                  <a:pt x="1437" y="878"/>
                </a:lnTo>
                <a:lnTo>
                  <a:pt x="1437" y="877"/>
                </a:lnTo>
                <a:lnTo>
                  <a:pt x="1438" y="877"/>
                </a:lnTo>
                <a:lnTo>
                  <a:pt x="1438" y="878"/>
                </a:lnTo>
                <a:lnTo>
                  <a:pt x="1439" y="878"/>
                </a:lnTo>
                <a:lnTo>
                  <a:pt x="1439" y="877"/>
                </a:lnTo>
                <a:lnTo>
                  <a:pt x="1438" y="877"/>
                </a:lnTo>
                <a:lnTo>
                  <a:pt x="1439" y="876"/>
                </a:lnTo>
                <a:lnTo>
                  <a:pt x="1439" y="875"/>
                </a:lnTo>
                <a:lnTo>
                  <a:pt x="1441" y="874"/>
                </a:lnTo>
                <a:lnTo>
                  <a:pt x="1441" y="875"/>
                </a:lnTo>
                <a:lnTo>
                  <a:pt x="1442" y="875"/>
                </a:lnTo>
                <a:lnTo>
                  <a:pt x="1442" y="876"/>
                </a:lnTo>
                <a:lnTo>
                  <a:pt x="1443" y="877"/>
                </a:lnTo>
                <a:lnTo>
                  <a:pt x="1443" y="876"/>
                </a:lnTo>
                <a:lnTo>
                  <a:pt x="1443" y="875"/>
                </a:lnTo>
                <a:lnTo>
                  <a:pt x="1443" y="874"/>
                </a:lnTo>
                <a:lnTo>
                  <a:pt x="1443" y="873"/>
                </a:lnTo>
                <a:lnTo>
                  <a:pt x="1444" y="873"/>
                </a:lnTo>
                <a:lnTo>
                  <a:pt x="1444" y="872"/>
                </a:lnTo>
                <a:lnTo>
                  <a:pt x="1443" y="872"/>
                </a:lnTo>
                <a:lnTo>
                  <a:pt x="1442" y="872"/>
                </a:lnTo>
                <a:lnTo>
                  <a:pt x="1441" y="872"/>
                </a:lnTo>
                <a:lnTo>
                  <a:pt x="1440" y="872"/>
                </a:lnTo>
                <a:lnTo>
                  <a:pt x="1440" y="873"/>
                </a:lnTo>
                <a:close/>
              </a:path>
            </a:pathLst>
          </a:custGeom>
          <a:solidFill>
            <a:srgbClr val="FFB77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5" name=""/>
          <p:cNvSpPr/>
          <p:nvPr/>
        </p:nvSpPr>
        <p:spPr>
          <a:xfrm>
            <a:off x="6685920" y="20948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4" y="2"/>
                </a:moveTo>
                <a:lnTo>
                  <a:pt x="3" y="3"/>
                </a:lnTo>
                <a:lnTo>
                  <a:pt x="1" y="6"/>
                </a:lnTo>
                <a:lnTo>
                  <a:pt x="0" y="6"/>
                </a:lnTo>
                <a:lnTo>
                  <a:pt x="1" y="3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6" name=""/>
          <p:cNvSpPr/>
          <p:nvPr/>
        </p:nvSpPr>
        <p:spPr>
          <a:xfrm>
            <a:off x="6685560" y="208728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7" name=""/>
          <p:cNvSpPr/>
          <p:nvPr/>
        </p:nvSpPr>
        <p:spPr>
          <a:xfrm>
            <a:off x="6680520" y="20847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0"/>
                </a:move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8" name=""/>
          <p:cNvSpPr/>
          <p:nvPr/>
        </p:nvSpPr>
        <p:spPr>
          <a:xfrm>
            <a:off x="6678000" y="208152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0" y="0"/>
                </a:moveTo>
                <a:lnTo>
                  <a:pt x="2" y="0"/>
                </a:lnTo>
                <a:lnTo>
                  <a:pt x="3" y="2"/>
                </a:lnTo>
                <a:lnTo>
                  <a:pt x="3" y="3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9" name=""/>
          <p:cNvSpPr/>
          <p:nvPr/>
        </p:nvSpPr>
        <p:spPr>
          <a:xfrm>
            <a:off x="6680160" y="208044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4" y="2"/>
                </a:moveTo>
                <a:lnTo>
                  <a:pt x="4" y="3"/>
                </a:lnTo>
                <a:lnTo>
                  <a:pt x="4" y="6"/>
                </a:lnTo>
                <a:lnTo>
                  <a:pt x="3" y="6"/>
                </a:lnTo>
                <a:lnTo>
                  <a:pt x="3" y="4"/>
                </a:lnTo>
                <a:lnTo>
                  <a:pt x="2" y="4"/>
                </a:lnTo>
                <a:lnTo>
                  <a:pt x="2" y="6"/>
                </a:ln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0" name=""/>
          <p:cNvSpPr/>
          <p:nvPr/>
        </p:nvSpPr>
        <p:spPr>
          <a:xfrm>
            <a:off x="6654960" y="20768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2"/>
                </a:move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1" name=""/>
          <p:cNvSpPr/>
          <p:nvPr/>
        </p:nvSpPr>
        <p:spPr>
          <a:xfrm>
            <a:off x="6685560" y="2070360"/>
            <a:ext cx="4320" cy="3960"/>
          </a:xfrm>
          <a:custGeom>
            <a:avLst/>
            <a:gdLst/>
            <a:ahLst/>
            <a:rect l="0" t="0" r="r" b="b"/>
            <a:pathLst>
              <a:path w="12" h="11">
                <a:moveTo>
                  <a:pt x="6" y="0"/>
                </a:move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8" y="0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2" y="1"/>
                </a:lnTo>
                <a:lnTo>
                  <a:pt x="12" y="2"/>
                </a:lnTo>
                <a:lnTo>
                  <a:pt x="10" y="2"/>
                </a:lnTo>
                <a:lnTo>
                  <a:pt x="10" y="3"/>
                </a:lnTo>
                <a:lnTo>
                  <a:pt x="12" y="3"/>
                </a:lnTo>
                <a:lnTo>
                  <a:pt x="10" y="3"/>
                </a:lnTo>
                <a:lnTo>
                  <a:pt x="12" y="3"/>
                </a:lnTo>
                <a:lnTo>
                  <a:pt x="12" y="5"/>
                </a:lnTo>
                <a:lnTo>
                  <a:pt x="10" y="5"/>
                </a:lnTo>
                <a:lnTo>
                  <a:pt x="9" y="5"/>
                </a:lnTo>
                <a:lnTo>
                  <a:pt x="9" y="6"/>
                </a:ln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lnTo>
                  <a:pt x="8" y="9"/>
                </a:lnTo>
                <a:lnTo>
                  <a:pt x="7" y="9"/>
                </a:lnTo>
                <a:lnTo>
                  <a:pt x="8" y="9"/>
                </a:lnTo>
                <a:lnTo>
                  <a:pt x="7" y="9"/>
                </a:lnTo>
                <a:lnTo>
                  <a:pt x="7" y="10"/>
                </a:lnTo>
                <a:lnTo>
                  <a:pt x="8" y="10"/>
                </a:lnTo>
                <a:lnTo>
                  <a:pt x="7" y="10"/>
                </a:lnTo>
                <a:lnTo>
                  <a:pt x="6" y="10"/>
                </a:lnTo>
                <a:lnTo>
                  <a:pt x="6" y="11"/>
                </a:lnTo>
                <a:lnTo>
                  <a:pt x="6" y="10"/>
                </a:lnTo>
                <a:lnTo>
                  <a:pt x="6" y="11"/>
                </a:lnTo>
                <a:lnTo>
                  <a:pt x="5" y="11"/>
                </a:lnTo>
                <a:lnTo>
                  <a:pt x="5" y="10"/>
                </a:lnTo>
                <a:lnTo>
                  <a:pt x="4" y="10"/>
                </a:lnTo>
                <a:lnTo>
                  <a:pt x="3" y="10"/>
                </a:lnTo>
                <a:lnTo>
                  <a:pt x="3" y="9"/>
                </a:lnTo>
                <a:lnTo>
                  <a:pt x="2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0" y="7"/>
                </a:lnTo>
                <a:lnTo>
                  <a:pt x="0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3"/>
                </a:lnTo>
                <a:lnTo>
                  <a:pt x="4" y="3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2" name=""/>
          <p:cNvSpPr/>
          <p:nvPr/>
        </p:nvSpPr>
        <p:spPr>
          <a:xfrm>
            <a:off x="6683040" y="20710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3" name=""/>
          <p:cNvSpPr/>
          <p:nvPr/>
        </p:nvSpPr>
        <p:spPr>
          <a:xfrm>
            <a:off x="6672600" y="20689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2"/>
                </a:move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4" name=""/>
          <p:cNvSpPr/>
          <p:nvPr/>
        </p:nvSpPr>
        <p:spPr>
          <a:xfrm>
            <a:off x="6674400" y="2063880"/>
            <a:ext cx="11880" cy="7920"/>
          </a:xfrm>
          <a:custGeom>
            <a:avLst/>
            <a:gdLst/>
            <a:ahLst/>
            <a:rect l="0" t="0" r="r" b="b"/>
            <a:pathLst>
              <a:path w="33" h="22">
                <a:moveTo>
                  <a:pt x="19" y="5"/>
                </a:moveTo>
                <a:lnTo>
                  <a:pt x="20" y="5"/>
                </a:lnTo>
                <a:lnTo>
                  <a:pt x="21" y="5"/>
                </a:lnTo>
                <a:lnTo>
                  <a:pt x="23" y="5"/>
                </a:lnTo>
                <a:lnTo>
                  <a:pt x="24" y="5"/>
                </a:lnTo>
                <a:lnTo>
                  <a:pt x="25" y="5"/>
                </a:lnTo>
                <a:lnTo>
                  <a:pt x="25" y="4"/>
                </a:lnTo>
                <a:lnTo>
                  <a:pt x="26" y="3"/>
                </a:lnTo>
                <a:lnTo>
                  <a:pt x="27" y="3"/>
                </a:lnTo>
                <a:lnTo>
                  <a:pt x="28" y="2"/>
                </a:lnTo>
                <a:lnTo>
                  <a:pt x="29" y="2"/>
                </a:lnTo>
                <a:lnTo>
                  <a:pt x="30" y="2"/>
                </a:lnTo>
                <a:lnTo>
                  <a:pt x="30" y="3"/>
                </a:lnTo>
                <a:lnTo>
                  <a:pt x="31" y="3"/>
                </a:lnTo>
                <a:lnTo>
                  <a:pt x="32" y="3"/>
                </a:lnTo>
                <a:lnTo>
                  <a:pt x="32" y="4"/>
                </a:lnTo>
                <a:lnTo>
                  <a:pt x="33" y="4"/>
                </a:lnTo>
                <a:lnTo>
                  <a:pt x="33" y="5"/>
                </a:lnTo>
                <a:lnTo>
                  <a:pt x="32" y="5"/>
                </a:lnTo>
                <a:lnTo>
                  <a:pt x="32" y="6"/>
                </a:lnTo>
                <a:lnTo>
                  <a:pt x="32" y="7"/>
                </a:lnTo>
                <a:lnTo>
                  <a:pt x="32" y="8"/>
                </a:lnTo>
                <a:lnTo>
                  <a:pt x="32" y="9"/>
                </a:lnTo>
                <a:lnTo>
                  <a:pt x="31" y="10"/>
                </a:lnTo>
                <a:lnTo>
                  <a:pt x="31" y="12"/>
                </a:lnTo>
                <a:lnTo>
                  <a:pt x="30" y="12"/>
                </a:lnTo>
                <a:lnTo>
                  <a:pt x="30" y="13"/>
                </a:lnTo>
                <a:lnTo>
                  <a:pt x="30" y="14"/>
                </a:lnTo>
                <a:lnTo>
                  <a:pt x="30" y="16"/>
                </a:lnTo>
                <a:lnTo>
                  <a:pt x="30" y="18"/>
                </a:lnTo>
                <a:lnTo>
                  <a:pt x="30" y="19"/>
                </a:lnTo>
                <a:lnTo>
                  <a:pt x="30" y="21"/>
                </a:lnTo>
                <a:lnTo>
                  <a:pt x="29" y="22"/>
                </a:lnTo>
                <a:lnTo>
                  <a:pt x="28" y="22"/>
                </a:lnTo>
                <a:lnTo>
                  <a:pt x="28" y="21"/>
                </a:lnTo>
                <a:lnTo>
                  <a:pt x="28" y="20"/>
                </a:lnTo>
                <a:lnTo>
                  <a:pt x="27" y="20"/>
                </a:lnTo>
                <a:lnTo>
                  <a:pt x="27" y="19"/>
                </a:lnTo>
                <a:lnTo>
                  <a:pt x="28" y="18"/>
                </a:lnTo>
                <a:lnTo>
                  <a:pt x="27" y="16"/>
                </a:lnTo>
                <a:lnTo>
                  <a:pt x="27" y="18"/>
                </a:lnTo>
                <a:lnTo>
                  <a:pt x="27" y="16"/>
                </a:lnTo>
                <a:lnTo>
                  <a:pt x="26" y="16"/>
                </a:lnTo>
                <a:lnTo>
                  <a:pt x="26" y="15"/>
                </a:lnTo>
                <a:lnTo>
                  <a:pt x="25" y="15"/>
                </a:lnTo>
                <a:lnTo>
                  <a:pt x="25" y="14"/>
                </a:lnTo>
                <a:lnTo>
                  <a:pt x="24" y="13"/>
                </a:lnTo>
                <a:lnTo>
                  <a:pt x="24" y="12"/>
                </a:lnTo>
                <a:lnTo>
                  <a:pt x="23" y="12"/>
                </a:lnTo>
                <a:lnTo>
                  <a:pt x="22" y="12"/>
                </a:lnTo>
                <a:lnTo>
                  <a:pt x="21" y="12"/>
                </a:lnTo>
                <a:lnTo>
                  <a:pt x="20" y="12"/>
                </a:lnTo>
                <a:lnTo>
                  <a:pt x="19" y="12"/>
                </a:lnTo>
                <a:lnTo>
                  <a:pt x="19" y="11"/>
                </a:lnTo>
                <a:lnTo>
                  <a:pt x="18" y="11"/>
                </a:lnTo>
                <a:lnTo>
                  <a:pt x="17" y="11"/>
                </a:lnTo>
                <a:lnTo>
                  <a:pt x="17" y="12"/>
                </a:lnTo>
                <a:lnTo>
                  <a:pt x="16" y="12"/>
                </a:lnTo>
                <a:lnTo>
                  <a:pt x="15" y="12"/>
                </a:lnTo>
                <a:lnTo>
                  <a:pt x="13" y="12"/>
                </a:lnTo>
                <a:lnTo>
                  <a:pt x="11" y="12"/>
                </a:lnTo>
                <a:lnTo>
                  <a:pt x="10" y="12"/>
                </a:lnTo>
                <a:lnTo>
                  <a:pt x="9" y="13"/>
                </a:lnTo>
                <a:lnTo>
                  <a:pt x="8" y="13"/>
                </a:lnTo>
                <a:lnTo>
                  <a:pt x="8" y="14"/>
                </a:lnTo>
                <a:lnTo>
                  <a:pt x="7" y="14"/>
                </a:lnTo>
                <a:lnTo>
                  <a:pt x="6" y="14"/>
                </a:lnTo>
                <a:lnTo>
                  <a:pt x="6" y="15"/>
                </a:lnTo>
                <a:lnTo>
                  <a:pt x="5" y="15"/>
                </a:lnTo>
                <a:lnTo>
                  <a:pt x="4" y="15"/>
                </a:lnTo>
                <a:lnTo>
                  <a:pt x="4" y="16"/>
                </a:lnTo>
                <a:lnTo>
                  <a:pt x="3" y="16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lnTo>
                  <a:pt x="1" y="16"/>
                </a:lnTo>
                <a:lnTo>
                  <a:pt x="1" y="15"/>
                </a:lnTo>
                <a:lnTo>
                  <a:pt x="0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2"/>
                </a:lnTo>
                <a:lnTo>
                  <a:pt x="3" y="12"/>
                </a:lnTo>
                <a:lnTo>
                  <a:pt x="3" y="10"/>
                </a:lnTo>
                <a:lnTo>
                  <a:pt x="3" y="9"/>
                </a:lnTo>
                <a:lnTo>
                  <a:pt x="5" y="8"/>
                </a:lnTo>
                <a:lnTo>
                  <a:pt x="6" y="8"/>
                </a:lnTo>
                <a:lnTo>
                  <a:pt x="7" y="8"/>
                </a:lnTo>
                <a:lnTo>
                  <a:pt x="8" y="8"/>
                </a:lnTo>
                <a:lnTo>
                  <a:pt x="7" y="8"/>
                </a:lnTo>
                <a:lnTo>
                  <a:pt x="7" y="7"/>
                </a:lnTo>
                <a:lnTo>
                  <a:pt x="7" y="6"/>
                </a:lnTo>
                <a:lnTo>
                  <a:pt x="6" y="5"/>
                </a:lnTo>
                <a:lnTo>
                  <a:pt x="7" y="5"/>
                </a:lnTo>
                <a:lnTo>
                  <a:pt x="7" y="4"/>
                </a:lnTo>
                <a:lnTo>
                  <a:pt x="7" y="3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3" y="2"/>
                </a:lnTo>
                <a:lnTo>
                  <a:pt x="15" y="1"/>
                </a:lnTo>
                <a:lnTo>
                  <a:pt x="16" y="1"/>
                </a:lnTo>
                <a:lnTo>
                  <a:pt x="16" y="0"/>
                </a:lnTo>
                <a:lnTo>
                  <a:pt x="17" y="1"/>
                </a:lnTo>
                <a:lnTo>
                  <a:pt x="18" y="1"/>
                </a:lnTo>
                <a:lnTo>
                  <a:pt x="18" y="2"/>
                </a:lnTo>
                <a:lnTo>
                  <a:pt x="18" y="3"/>
                </a:lnTo>
                <a:lnTo>
                  <a:pt x="19" y="4"/>
                </a:lnTo>
                <a:lnTo>
                  <a:pt x="19" y="5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5" name=""/>
          <p:cNvSpPr/>
          <p:nvPr/>
        </p:nvSpPr>
        <p:spPr>
          <a:xfrm>
            <a:off x="6680880" y="20646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2" y="0"/>
                </a:lnTo>
                <a:lnTo>
                  <a:pt x="3" y="4"/>
                </a:lnTo>
                <a:lnTo>
                  <a:pt x="2" y="4"/>
                </a:lnTo>
                <a:lnTo>
                  <a:pt x="0" y="2"/>
                </a:lnTo>
                <a:close/>
              </a:path>
            </a:pathLst>
          </a:custGeom>
          <a:solidFill>
            <a:srgbClr val="4E7DB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6" name=""/>
          <p:cNvSpPr/>
          <p:nvPr/>
        </p:nvSpPr>
        <p:spPr>
          <a:xfrm>
            <a:off x="6680880" y="20646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2" y="0"/>
                </a:lnTo>
                <a:lnTo>
                  <a:pt x="3" y="4"/>
                </a:lnTo>
                <a:lnTo>
                  <a:pt x="2" y="4"/>
                </a:lnTo>
                <a:lnTo>
                  <a:pt x="0" y="2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7" name=""/>
          <p:cNvSpPr/>
          <p:nvPr/>
        </p:nvSpPr>
        <p:spPr>
          <a:xfrm>
            <a:off x="6679800" y="20631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8" name=""/>
          <p:cNvSpPr/>
          <p:nvPr/>
        </p:nvSpPr>
        <p:spPr>
          <a:xfrm>
            <a:off x="6681240" y="2058840"/>
            <a:ext cx="7560" cy="5760"/>
          </a:xfrm>
          <a:custGeom>
            <a:avLst/>
            <a:gdLst/>
            <a:ahLst/>
            <a:rect l="0" t="0" r="r" b="b"/>
            <a:pathLst>
              <a:path w="21" h="16">
                <a:moveTo>
                  <a:pt x="8" y="3"/>
                </a:moveTo>
                <a:lnTo>
                  <a:pt x="8" y="4"/>
                </a:lnTo>
                <a:lnTo>
                  <a:pt x="9" y="4"/>
                </a:lnTo>
                <a:lnTo>
                  <a:pt x="10" y="3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4" y="1"/>
                </a:lnTo>
                <a:lnTo>
                  <a:pt x="16" y="1"/>
                </a:lnTo>
                <a:lnTo>
                  <a:pt x="17" y="2"/>
                </a:lnTo>
                <a:lnTo>
                  <a:pt x="18" y="2"/>
                </a:lnTo>
                <a:lnTo>
                  <a:pt x="19" y="2"/>
                </a:lnTo>
                <a:lnTo>
                  <a:pt x="20" y="1"/>
                </a:lnTo>
                <a:lnTo>
                  <a:pt x="21" y="0"/>
                </a:lnTo>
                <a:lnTo>
                  <a:pt x="21" y="1"/>
                </a:lnTo>
                <a:lnTo>
                  <a:pt x="21" y="2"/>
                </a:lnTo>
                <a:lnTo>
                  <a:pt x="21" y="3"/>
                </a:lnTo>
                <a:lnTo>
                  <a:pt x="20" y="4"/>
                </a:lnTo>
                <a:lnTo>
                  <a:pt x="19" y="6"/>
                </a:lnTo>
                <a:lnTo>
                  <a:pt x="18" y="7"/>
                </a:lnTo>
                <a:lnTo>
                  <a:pt x="18" y="8"/>
                </a:lnTo>
                <a:lnTo>
                  <a:pt x="18" y="9"/>
                </a:lnTo>
                <a:lnTo>
                  <a:pt x="17" y="11"/>
                </a:lnTo>
                <a:lnTo>
                  <a:pt x="17" y="12"/>
                </a:lnTo>
                <a:lnTo>
                  <a:pt x="16" y="13"/>
                </a:lnTo>
                <a:lnTo>
                  <a:pt x="16" y="15"/>
                </a:lnTo>
                <a:lnTo>
                  <a:pt x="15" y="15"/>
                </a:lnTo>
                <a:lnTo>
                  <a:pt x="13" y="16"/>
                </a:lnTo>
                <a:lnTo>
                  <a:pt x="12" y="16"/>
                </a:lnTo>
                <a:lnTo>
                  <a:pt x="10" y="15"/>
                </a:lnTo>
                <a:lnTo>
                  <a:pt x="10" y="13"/>
                </a:lnTo>
                <a:lnTo>
                  <a:pt x="12" y="13"/>
                </a:lnTo>
                <a:lnTo>
                  <a:pt x="12" y="12"/>
                </a:lnTo>
                <a:lnTo>
                  <a:pt x="10" y="11"/>
                </a:lnTo>
                <a:lnTo>
                  <a:pt x="9" y="12"/>
                </a:lnTo>
                <a:lnTo>
                  <a:pt x="9" y="11"/>
                </a:lnTo>
                <a:lnTo>
                  <a:pt x="9" y="10"/>
                </a:lnTo>
                <a:lnTo>
                  <a:pt x="9" y="9"/>
                </a:lnTo>
                <a:lnTo>
                  <a:pt x="8" y="9"/>
                </a:lnTo>
                <a:lnTo>
                  <a:pt x="9" y="9"/>
                </a:lnTo>
                <a:lnTo>
                  <a:pt x="9" y="8"/>
                </a:lnTo>
                <a:lnTo>
                  <a:pt x="8" y="8"/>
                </a:lnTo>
                <a:lnTo>
                  <a:pt x="9" y="8"/>
                </a:lnTo>
                <a:lnTo>
                  <a:pt x="9" y="7"/>
                </a:ln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6" y="8"/>
                </a:lnTo>
                <a:lnTo>
                  <a:pt x="5" y="8"/>
                </a:lnTo>
                <a:lnTo>
                  <a:pt x="4" y="8"/>
                </a:lnTo>
                <a:lnTo>
                  <a:pt x="4" y="7"/>
                </a:lnTo>
                <a:lnTo>
                  <a:pt x="3" y="7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3" y="3"/>
                </a:lnTo>
                <a:lnTo>
                  <a:pt x="4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0"/>
                </a:lnTo>
                <a:lnTo>
                  <a:pt x="8" y="1"/>
                </a:lnTo>
                <a:lnTo>
                  <a:pt x="8" y="2"/>
                </a:lnTo>
                <a:lnTo>
                  <a:pt x="8" y="3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49" name=""/>
          <p:cNvSpPr/>
          <p:nvPr/>
        </p:nvSpPr>
        <p:spPr>
          <a:xfrm>
            <a:off x="6680520" y="20610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0" name=""/>
          <p:cNvSpPr/>
          <p:nvPr/>
        </p:nvSpPr>
        <p:spPr>
          <a:xfrm>
            <a:off x="6684120" y="2058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1" name=""/>
          <p:cNvSpPr/>
          <p:nvPr/>
        </p:nvSpPr>
        <p:spPr>
          <a:xfrm>
            <a:off x="6709320" y="20512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2" name=""/>
          <p:cNvSpPr/>
          <p:nvPr/>
        </p:nvSpPr>
        <p:spPr>
          <a:xfrm>
            <a:off x="6704280" y="2046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3" name=""/>
          <p:cNvSpPr/>
          <p:nvPr/>
        </p:nvSpPr>
        <p:spPr>
          <a:xfrm>
            <a:off x="6747120" y="20437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4" name=""/>
          <p:cNvSpPr/>
          <p:nvPr/>
        </p:nvSpPr>
        <p:spPr>
          <a:xfrm>
            <a:off x="6745680" y="2041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5" name=""/>
          <p:cNvSpPr/>
          <p:nvPr/>
        </p:nvSpPr>
        <p:spPr>
          <a:xfrm>
            <a:off x="6733440" y="2039400"/>
            <a:ext cx="8280" cy="5040"/>
          </a:xfrm>
          <a:custGeom>
            <a:avLst/>
            <a:gdLst/>
            <a:ahLst/>
            <a:rect l="0" t="0" r="r" b="b"/>
            <a:pathLst>
              <a:path w="23" h="14">
                <a:moveTo>
                  <a:pt x="15" y="2"/>
                </a:moveTo>
                <a:lnTo>
                  <a:pt x="16" y="2"/>
                </a:lnTo>
                <a:lnTo>
                  <a:pt x="16" y="1"/>
                </a:lnTo>
                <a:lnTo>
                  <a:pt x="17" y="1"/>
                </a:lnTo>
                <a:lnTo>
                  <a:pt x="17" y="2"/>
                </a:lnTo>
                <a:lnTo>
                  <a:pt x="18" y="3"/>
                </a:lnTo>
                <a:lnTo>
                  <a:pt x="19" y="2"/>
                </a:lnTo>
                <a:lnTo>
                  <a:pt x="18" y="2"/>
                </a:lnTo>
                <a:lnTo>
                  <a:pt x="19" y="2"/>
                </a:lnTo>
                <a:lnTo>
                  <a:pt x="19" y="1"/>
                </a:lnTo>
                <a:lnTo>
                  <a:pt x="20" y="1"/>
                </a:lnTo>
                <a:lnTo>
                  <a:pt x="21" y="2"/>
                </a:lnTo>
                <a:lnTo>
                  <a:pt x="22" y="2"/>
                </a:lnTo>
                <a:lnTo>
                  <a:pt x="23" y="3"/>
                </a:lnTo>
                <a:lnTo>
                  <a:pt x="23" y="4"/>
                </a:lnTo>
                <a:lnTo>
                  <a:pt x="22" y="4"/>
                </a:lnTo>
                <a:lnTo>
                  <a:pt x="22" y="5"/>
                </a:lnTo>
                <a:lnTo>
                  <a:pt x="22" y="6"/>
                </a:lnTo>
                <a:lnTo>
                  <a:pt x="21" y="5"/>
                </a:lnTo>
                <a:lnTo>
                  <a:pt x="20" y="5"/>
                </a:lnTo>
                <a:lnTo>
                  <a:pt x="19" y="6"/>
                </a:lnTo>
                <a:lnTo>
                  <a:pt x="18" y="6"/>
                </a:lnTo>
                <a:lnTo>
                  <a:pt x="18" y="7"/>
                </a:lnTo>
                <a:lnTo>
                  <a:pt x="17" y="7"/>
                </a:lnTo>
                <a:lnTo>
                  <a:pt x="16" y="7"/>
                </a:lnTo>
                <a:lnTo>
                  <a:pt x="15" y="7"/>
                </a:lnTo>
                <a:lnTo>
                  <a:pt x="15" y="6"/>
                </a:lnTo>
                <a:lnTo>
                  <a:pt x="14" y="6"/>
                </a:lnTo>
                <a:lnTo>
                  <a:pt x="13" y="7"/>
                </a:lnTo>
                <a:lnTo>
                  <a:pt x="12" y="7"/>
                </a:lnTo>
                <a:lnTo>
                  <a:pt x="11" y="8"/>
                </a:lnTo>
                <a:lnTo>
                  <a:pt x="10" y="8"/>
                </a:lnTo>
                <a:lnTo>
                  <a:pt x="10" y="9"/>
                </a:lnTo>
                <a:lnTo>
                  <a:pt x="9" y="11"/>
                </a:lnTo>
                <a:lnTo>
                  <a:pt x="8" y="11"/>
                </a:lnTo>
                <a:lnTo>
                  <a:pt x="8" y="12"/>
                </a:lnTo>
                <a:lnTo>
                  <a:pt x="6" y="12"/>
                </a:lnTo>
                <a:lnTo>
                  <a:pt x="6" y="13"/>
                </a:lnTo>
                <a:lnTo>
                  <a:pt x="5" y="13"/>
                </a:lnTo>
                <a:lnTo>
                  <a:pt x="5" y="12"/>
                </a:lnTo>
                <a:lnTo>
                  <a:pt x="4" y="12"/>
                </a:lnTo>
                <a:lnTo>
                  <a:pt x="3" y="12"/>
                </a:lnTo>
                <a:lnTo>
                  <a:pt x="2" y="13"/>
                </a:lnTo>
                <a:lnTo>
                  <a:pt x="1" y="13"/>
                </a:lnTo>
                <a:lnTo>
                  <a:pt x="1" y="14"/>
                </a:lnTo>
                <a:lnTo>
                  <a:pt x="0" y="14"/>
                </a:lnTo>
                <a:lnTo>
                  <a:pt x="0" y="13"/>
                </a:lnTo>
                <a:lnTo>
                  <a:pt x="0" y="12"/>
                </a:lnTo>
                <a:lnTo>
                  <a:pt x="1" y="12"/>
                </a:lnTo>
                <a:lnTo>
                  <a:pt x="2" y="12"/>
                </a:lnTo>
                <a:lnTo>
                  <a:pt x="2" y="11"/>
                </a:lnTo>
                <a:lnTo>
                  <a:pt x="2" y="9"/>
                </a:lnTo>
                <a:lnTo>
                  <a:pt x="1" y="9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4" y="7"/>
                </a:lnTo>
                <a:lnTo>
                  <a:pt x="5" y="7"/>
                </a:lnTo>
                <a:lnTo>
                  <a:pt x="5" y="6"/>
                </a:lnTo>
                <a:lnTo>
                  <a:pt x="5" y="5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8" y="3"/>
                </a:lnTo>
                <a:lnTo>
                  <a:pt x="8" y="2"/>
                </a:lnTo>
                <a:lnTo>
                  <a:pt x="9" y="2"/>
                </a:lnTo>
                <a:lnTo>
                  <a:pt x="10" y="3"/>
                </a:lnTo>
                <a:lnTo>
                  <a:pt x="10" y="2"/>
                </a:lnTo>
                <a:lnTo>
                  <a:pt x="11" y="1"/>
                </a:lnTo>
                <a:lnTo>
                  <a:pt x="12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lnTo>
                  <a:pt x="14" y="2"/>
                </a:lnTo>
                <a:lnTo>
                  <a:pt x="15" y="3"/>
                </a:lnTo>
                <a:lnTo>
                  <a:pt x="15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6" name=""/>
          <p:cNvSpPr/>
          <p:nvPr/>
        </p:nvSpPr>
        <p:spPr>
          <a:xfrm>
            <a:off x="6744960" y="2040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7" name=""/>
          <p:cNvSpPr/>
          <p:nvPr/>
        </p:nvSpPr>
        <p:spPr>
          <a:xfrm>
            <a:off x="6733800" y="20379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8" name=""/>
          <p:cNvSpPr/>
          <p:nvPr/>
        </p:nvSpPr>
        <p:spPr>
          <a:xfrm>
            <a:off x="6732720" y="203760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2"/>
                </a:moveTo>
                <a:lnTo>
                  <a:pt x="2" y="2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3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59" name=""/>
          <p:cNvSpPr/>
          <p:nvPr/>
        </p:nvSpPr>
        <p:spPr>
          <a:xfrm>
            <a:off x="6733440" y="2036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0" name=""/>
          <p:cNvSpPr/>
          <p:nvPr/>
        </p:nvSpPr>
        <p:spPr>
          <a:xfrm>
            <a:off x="6733440" y="2036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1" name=""/>
          <p:cNvSpPr/>
          <p:nvPr/>
        </p:nvSpPr>
        <p:spPr>
          <a:xfrm>
            <a:off x="6770520" y="20430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2" name=""/>
          <p:cNvSpPr/>
          <p:nvPr/>
        </p:nvSpPr>
        <p:spPr>
          <a:xfrm>
            <a:off x="6762240" y="204228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3" name=""/>
          <p:cNvSpPr/>
          <p:nvPr/>
        </p:nvSpPr>
        <p:spPr>
          <a:xfrm>
            <a:off x="6765120" y="20419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4" name=""/>
          <p:cNvSpPr/>
          <p:nvPr/>
        </p:nvSpPr>
        <p:spPr>
          <a:xfrm>
            <a:off x="6773040" y="204156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6" y="1"/>
                </a:move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5" name=""/>
          <p:cNvSpPr/>
          <p:nvPr/>
        </p:nvSpPr>
        <p:spPr>
          <a:xfrm>
            <a:off x="6765480" y="20415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6" name=""/>
          <p:cNvSpPr/>
          <p:nvPr/>
        </p:nvSpPr>
        <p:spPr>
          <a:xfrm>
            <a:off x="6760440" y="2037240"/>
            <a:ext cx="5760" cy="5760"/>
          </a:xfrm>
          <a:custGeom>
            <a:avLst/>
            <a:gdLst/>
            <a:ahLst/>
            <a:rect l="0" t="0" r="r" b="b"/>
            <a:pathLst>
              <a:path w="16" h="16">
                <a:moveTo>
                  <a:pt x="15" y="0"/>
                </a:moveTo>
                <a:lnTo>
                  <a:pt x="15" y="1"/>
                </a:lnTo>
                <a:lnTo>
                  <a:pt x="16" y="1"/>
                </a:lnTo>
                <a:lnTo>
                  <a:pt x="16" y="2"/>
                </a:lnTo>
                <a:lnTo>
                  <a:pt x="16" y="3"/>
                </a:lnTo>
                <a:lnTo>
                  <a:pt x="16" y="5"/>
                </a:lnTo>
                <a:lnTo>
                  <a:pt x="15" y="5"/>
                </a:lnTo>
                <a:lnTo>
                  <a:pt x="14" y="5"/>
                </a:lnTo>
                <a:lnTo>
                  <a:pt x="13" y="6"/>
                </a:lnTo>
                <a:lnTo>
                  <a:pt x="13" y="7"/>
                </a:lnTo>
                <a:lnTo>
                  <a:pt x="13" y="8"/>
                </a:lnTo>
                <a:lnTo>
                  <a:pt x="12" y="8"/>
                </a:lnTo>
                <a:lnTo>
                  <a:pt x="13" y="9"/>
                </a:lnTo>
                <a:lnTo>
                  <a:pt x="14" y="10"/>
                </a:lnTo>
                <a:lnTo>
                  <a:pt x="15" y="10"/>
                </a:lnTo>
                <a:lnTo>
                  <a:pt x="15" y="11"/>
                </a:lnTo>
                <a:lnTo>
                  <a:pt x="14" y="11"/>
                </a:lnTo>
                <a:lnTo>
                  <a:pt x="13" y="10"/>
                </a:lnTo>
                <a:lnTo>
                  <a:pt x="12" y="11"/>
                </a:lnTo>
                <a:lnTo>
                  <a:pt x="12" y="12"/>
                </a:lnTo>
                <a:lnTo>
                  <a:pt x="11" y="12"/>
                </a:lnTo>
                <a:lnTo>
                  <a:pt x="11" y="14"/>
                </a:lnTo>
                <a:lnTo>
                  <a:pt x="11" y="13"/>
                </a:lnTo>
                <a:lnTo>
                  <a:pt x="10" y="13"/>
                </a:lnTo>
                <a:lnTo>
                  <a:pt x="8" y="13"/>
                </a:lnTo>
                <a:lnTo>
                  <a:pt x="8" y="14"/>
                </a:lnTo>
                <a:lnTo>
                  <a:pt x="7" y="14"/>
                </a:lnTo>
                <a:lnTo>
                  <a:pt x="7" y="13"/>
                </a:lnTo>
                <a:lnTo>
                  <a:pt x="8" y="13"/>
                </a:lnTo>
                <a:lnTo>
                  <a:pt x="7" y="13"/>
                </a:lnTo>
                <a:lnTo>
                  <a:pt x="6" y="13"/>
                </a:lnTo>
                <a:lnTo>
                  <a:pt x="6" y="12"/>
                </a:lnTo>
                <a:lnTo>
                  <a:pt x="5" y="12"/>
                </a:lnTo>
                <a:lnTo>
                  <a:pt x="4" y="12"/>
                </a:lnTo>
                <a:lnTo>
                  <a:pt x="4" y="13"/>
                </a:lnTo>
                <a:lnTo>
                  <a:pt x="3" y="13"/>
                </a:lnTo>
                <a:lnTo>
                  <a:pt x="2" y="13"/>
                </a:lnTo>
                <a:lnTo>
                  <a:pt x="2" y="14"/>
                </a:lnTo>
                <a:lnTo>
                  <a:pt x="2" y="15"/>
                </a:lnTo>
                <a:lnTo>
                  <a:pt x="3" y="15"/>
                </a:lnTo>
                <a:lnTo>
                  <a:pt x="4" y="16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5"/>
                </a:lnTo>
                <a:lnTo>
                  <a:pt x="1" y="15"/>
                </a:lnTo>
                <a:lnTo>
                  <a:pt x="1" y="14"/>
                </a:lnTo>
                <a:lnTo>
                  <a:pt x="0" y="14"/>
                </a:lnTo>
                <a:lnTo>
                  <a:pt x="1" y="14"/>
                </a:lnTo>
                <a:lnTo>
                  <a:pt x="1" y="13"/>
                </a:lnTo>
                <a:lnTo>
                  <a:pt x="0" y="13"/>
                </a:lnTo>
                <a:lnTo>
                  <a:pt x="1" y="12"/>
                </a:lnTo>
                <a:lnTo>
                  <a:pt x="1" y="11"/>
                </a:lnTo>
                <a:lnTo>
                  <a:pt x="2" y="10"/>
                </a:lnTo>
                <a:lnTo>
                  <a:pt x="2" y="11"/>
                </a:lnTo>
                <a:lnTo>
                  <a:pt x="3" y="11"/>
                </a:lnTo>
                <a:lnTo>
                  <a:pt x="2" y="11"/>
                </a:lnTo>
                <a:lnTo>
                  <a:pt x="3" y="11"/>
                </a:lnTo>
                <a:lnTo>
                  <a:pt x="4" y="10"/>
                </a:lnTo>
                <a:lnTo>
                  <a:pt x="5" y="10"/>
                </a:lnTo>
                <a:lnTo>
                  <a:pt x="5" y="9"/>
                </a:lnTo>
                <a:lnTo>
                  <a:pt x="5" y="8"/>
                </a:lnTo>
                <a:lnTo>
                  <a:pt x="4" y="8"/>
                </a:lnTo>
                <a:lnTo>
                  <a:pt x="4" y="7"/>
                </a:lnTo>
                <a:lnTo>
                  <a:pt x="5" y="7"/>
                </a:lnTo>
                <a:lnTo>
                  <a:pt x="5" y="6"/>
                </a:lnTo>
                <a:lnTo>
                  <a:pt x="7" y="6"/>
                </a:lnTo>
                <a:lnTo>
                  <a:pt x="7" y="5"/>
                </a:lnTo>
                <a:lnTo>
                  <a:pt x="7" y="3"/>
                </a:lnTo>
                <a:lnTo>
                  <a:pt x="10" y="1"/>
                </a:lnTo>
                <a:lnTo>
                  <a:pt x="11" y="1"/>
                </a:lnTo>
                <a:lnTo>
                  <a:pt x="11" y="2"/>
                </a:lnTo>
                <a:lnTo>
                  <a:pt x="12" y="2"/>
                </a:lnTo>
                <a:lnTo>
                  <a:pt x="12" y="1"/>
                </a:lnTo>
                <a:lnTo>
                  <a:pt x="13" y="1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lnTo>
                  <a:pt x="15" y="1"/>
                </a:lnTo>
                <a:lnTo>
                  <a:pt x="15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7" name=""/>
          <p:cNvSpPr/>
          <p:nvPr/>
        </p:nvSpPr>
        <p:spPr>
          <a:xfrm>
            <a:off x="6756840" y="203832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4" y="5"/>
                </a:moveTo>
                <a:lnTo>
                  <a:pt x="4" y="6"/>
                </a:ln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8" name=""/>
          <p:cNvSpPr/>
          <p:nvPr/>
        </p:nvSpPr>
        <p:spPr>
          <a:xfrm>
            <a:off x="6767280" y="2034720"/>
            <a:ext cx="6840" cy="9360"/>
          </a:xfrm>
          <a:custGeom>
            <a:avLst/>
            <a:gdLst/>
            <a:ahLst/>
            <a:rect l="0" t="0" r="r" b="b"/>
            <a:pathLst>
              <a:path w="19" h="26">
                <a:moveTo>
                  <a:pt x="19" y="0"/>
                </a:moveTo>
                <a:lnTo>
                  <a:pt x="18" y="1"/>
                </a:lnTo>
                <a:lnTo>
                  <a:pt x="19" y="1"/>
                </a:lnTo>
                <a:lnTo>
                  <a:pt x="19" y="2"/>
                </a:lnTo>
                <a:lnTo>
                  <a:pt x="18" y="3"/>
                </a:lnTo>
                <a:lnTo>
                  <a:pt x="18" y="4"/>
                </a:lnTo>
                <a:lnTo>
                  <a:pt x="17" y="4"/>
                </a:lnTo>
                <a:lnTo>
                  <a:pt x="16" y="4"/>
                </a:lnTo>
                <a:lnTo>
                  <a:pt x="15" y="4"/>
                </a:lnTo>
                <a:lnTo>
                  <a:pt x="14" y="4"/>
                </a:lnTo>
                <a:lnTo>
                  <a:pt x="14" y="5"/>
                </a:lnTo>
                <a:lnTo>
                  <a:pt x="12" y="5"/>
                </a:lnTo>
                <a:lnTo>
                  <a:pt x="12" y="6"/>
                </a:lnTo>
                <a:lnTo>
                  <a:pt x="11" y="7"/>
                </a:lnTo>
                <a:lnTo>
                  <a:pt x="12" y="7"/>
                </a:lnTo>
                <a:lnTo>
                  <a:pt x="11" y="8"/>
                </a:lnTo>
                <a:lnTo>
                  <a:pt x="10" y="9"/>
                </a:lnTo>
                <a:lnTo>
                  <a:pt x="10" y="10"/>
                </a:lnTo>
                <a:lnTo>
                  <a:pt x="10" y="11"/>
                </a:lnTo>
                <a:lnTo>
                  <a:pt x="10" y="12"/>
                </a:lnTo>
                <a:lnTo>
                  <a:pt x="11" y="12"/>
                </a:lnTo>
                <a:lnTo>
                  <a:pt x="11" y="13"/>
                </a:lnTo>
                <a:lnTo>
                  <a:pt x="12" y="13"/>
                </a:lnTo>
                <a:lnTo>
                  <a:pt x="12" y="14"/>
                </a:lnTo>
                <a:lnTo>
                  <a:pt x="11" y="15"/>
                </a:lnTo>
                <a:lnTo>
                  <a:pt x="10" y="16"/>
                </a:lnTo>
                <a:lnTo>
                  <a:pt x="10" y="17"/>
                </a:lnTo>
                <a:lnTo>
                  <a:pt x="9" y="17"/>
                </a:lnTo>
                <a:lnTo>
                  <a:pt x="9" y="18"/>
                </a:lnTo>
                <a:lnTo>
                  <a:pt x="9" y="19"/>
                </a:lnTo>
                <a:lnTo>
                  <a:pt x="9" y="20"/>
                </a:lnTo>
                <a:lnTo>
                  <a:pt x="10" y="20"/>
                </a:lnTo>
                <a:lnTo>
                  <a:pt x="10" y="21"/>
                </a:lnTo>
                <a:lnTo>
                  <a:pt x="11" y="21"/>
                </a:lnTo>
                <a:lnTo>
                  <a:pt x="11" y="22"/>
                </a:lnTo>
                <a:lnTo>
                  <a:pt x="11" y="23"/>
                </a:lnTo>
                <a:lnTo>
                  <a:pt x="10" y="23"/>
                </a:lnTo>
                <a:lnTo>
                  <a:pt x="9" y="25"/>
                </a:lnTo>
                <a:lnTo>
                  <a:pt x="8" y="25"/>
                </a:lnTo>
                <a:lnTo>
                  <a:pt x="7" y="26"/>
                </a:lnTo>
                <a:lnTo>
                  <a:pt x="7" y="25"/>
                </a:lnTo>
                <a:lnTo>
                  <a:pt x="6" y="25"/>
                </a:lnTo>
                <a:lnTo>
                  <a:pt x="7" y="23"/>
                </a:lnTo>
                <a:lnTo>
                  <a:pt x="7" y="22"/>
                </a:lnTo>
                <a:lnTo>
                  <a:pt x="6" y="22"/>
                </a:lnTo>
                <a:lnTo>
                  <a:pt x="5" y="23"/>
                </a:lnTo>
                <a:lnTo>
                  <a:pt x="5" y="22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5" y="19"/>
                </a:lnTo>
                <a:lnTo>
                  <a:pt x="6" y="19"/>
                </a:lnTo>
                <a:lnTo>
                  <a:pt x="5" y="18"/>
                </a:lnTo>
                <a:lnTo>
                  <a:pt x="5" y="19"/>
                </a:lnTo>
                <a:lnTo>
                  <a:pt x="5" y="20"/>
                </a:lnTo>
                <a:lnTo>
                  <a:pt x="4" y="20"/>
                </a:lnTo>
                <a:lnTo>
                  <a:pt x="3" y="20"/>
                </a:lnTo>
                <a:lnTo>
                  <a:pt x="3" y="19"/>
                </a:lnTo>
                <a:lnTo>
                  <a:pt x="3" y="18"/>
                </a:lnTo>
                <a:lnTo>
                  <a:pt x="4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5" y="16"/>
                </a:lnTo>
                <a:lnTo>
                  <a:pt x="5" y="15"/>
                </a:lnTo>
                <a:lnTo>
                  <a:pt x="6" y="15"/>
                </a:lnTo>
                <a:lnTo>
                  <a:pt x="6" y="16"/>
                </a:lnTo>
                <a:lnTo>
                  <a:pt x="7" y="16"/>
                </a:lnTo>
                <a:lnTo>
                  <a:pt x="7" y="15"/>
                </a:lnTo>
                <a:lnTo>
                  <a:pt x="8" y="15"/>
                </a:lnTo>
                <a:lnTo>
                  <a:pt x="8" y="14"/>
                </a:lnTo>
                <a:lnTo>
                  <a:pt x="8" y="13"/>
                </a:lnTo>
                <a:lnTo>
                  <a:pt x="9" y="13"/>
                </a:lnTo>
                <a:lnTo>
                  <a:pt x="8" y="13"/>
                </a:lnTo>
                <a:lnTo>
                  <a:pt x="8" y="12"/>
                </a:lnTo>
                <a:lnTo>
                  <a:pt x="9" y="12"/>
                </a:lnTo>
                <a:lnTo>
                  <a:pt x="9" y="11"/>
                </a:lnTo>
                <a:lnTo>
                  <a:pt x="8" y="11"/>
                </a:lnTo>
                <a:lnTo>
                  <a:pt x="7" y="12"/>
                </a:lnTo>
                <a:lnTo>
                  <a:pt x="7" y="11"/>
                </a:lnTo>
                <a:lnTo>
                  <a:pt x="6" y="10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4" y="12"/>
                </a:lnTo>
                <a:lnTo>
                  <a:pt x="3" y="13"/>
                </a:lnTo>
                <a:lnTo>
                  <a:pt x="3" y="12"/>
                </a:lnTo>
                <a:lnTo>
                  <a:pt x="2" y="12"/>
                </a:lnTo>
                <a:lnTo>
                  <a:pt x="2" y="11"/>
                </a:lnTo>
                <a:lnTo>
                  <a:pt x="1" y="11"/>
                </a:lnTo>
                <a:lnTo>
                  <a:pt x="1" y="12"/>
                </a:lnTo>
                <a:lnTo>
                  <a:pt x="1" y="11"/>
                </a:lnTo>
                <a:lnTo>
                  <a:pt x="0" y="11"/>
                </a:lnTo>
                <a:lnTo>
                  <a:pt x="1" y="10"/>
                </a:lnTo>
                <a:lnTo>
                  <a:pt x="1" y="9"/>
                </a:lnTo>
                <a:lnTo>
                  <a:pt x="0" y="9"/>
                </a:lnTo>
                <a:lnTo>
                  <a:pt x="1" y="8"/>
                </a:lnTo>
                <a:lnTo>
                  <a:pt x="2" y="8"/>
                </a:lnTo>
                <a:lnTo>
                  <a:pt x="2" y="7"/>
                </a:lnTo>
                <a:lnTo>
                  <a:pt x="2" y="6"/>
                </a:lnTo>
                <a:lnTo>
                  <a:pt x="3" y="6"/>
                </a:lnTo>
                <a:lnTo>
                  <a:pt x="4" y="6"/>
                </a:lnTo>
                <a:lnTo>
                  <a:pt x="5" y="6"/>
                </a:lnTo>
                <a:lnTo>
                  <a:pt x="5" y="5"/>
                </a:lnTo>
                <a:lnTo>
                  <a:pt x="6" y="5"/>
                </a:lnTo>
                <a:lnTo>
                  <a:pt x="6" y="6"/>
                </a:lnTo>
                <a:lnTo>
                  <a:pt x="6" y="7"/>
                </a:lnTo>
                <a:lnTo>
                  <a:pt x="6" y="6"/>
                </a:lnTo>
                <a:lnTo>
                  <a:pt x="7" y="6"/>
                </a:lnTo>
                <a:lnTo>
                  <a:pt x="7" y="5"/>
                </a:lnTo>
                <a:lnTo>
                  <a:pt x="8" y="4"/>
                </a:lnTo>
                <a:lnTo>
                  <a:pt x="8" y="3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0" y="1"/>
                </a:lnTo>
                <a:lnTo>
                  <a:pt x="11" y="1"/>
                </a:lnTo>
                <a:lnTo>
                  <a:pt x="12" y="1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69" name=""/>
          <p:cNvSpPr/>
          <p:nvPr/>
        </p:nvSpPr>
        <p:spPr>
          <a:xfrm>
            <a:off x="6766200" y="20372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0" name=""/>
          <p:cNvSpPr/>
          <p:nvPr/>
        </p:nvSpPr>
        <p:spPr>
          <a:xfrm>
            <a:off x="6783480" y="203040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4" y="1"/>
                </a:moveTo>
                <a:lnTo>
                  <a:pt x="6" y="3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3"/>
                </a:lnTo>
                <a:lnTo>
                  <a:pt x="6" y="3"/>
                </a:lnTo>
                <a:lnTo>
                  <a:pt x="6" y="4"/>
                </a:lnTo>
                <a:lnTo>
                  <a:pt x="6" y="3"/>
                </a:lnTo>
                <a:lnTo>
                  <a:pt x="4" y="3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1" name=""/>
          <p:cNvSpPr/>
          <p:nvPr/>
        </p:nvSpPr>
        <p:spPr>
          <a:xfrm>
            <a:off x="6778800" y="20300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2" y="4"/>
                </a:moveTo>
                <a:lnTo>
                  <a:pt x="1" y="5"/>
                </a:lnTo>
                <a:lnTo>
                  <a:pt x="1" y="6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1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2" name=""/>
          <p:cNvSpPr/>
          <p:nvPr/>
        </p:nvSpPr>
        <p:spPr>
          <a:xfrm>
            <a:off x="6783120" y="202752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0" y="5"/>
                </a:move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6"/>
                </a:lnTo>
                <a:lnTo>
                  <a:pt x="0" y="5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3" name=""/>
          <p:cNvSpPr/>
          <p:nvPr/>
        </p:nvSpPr>
        <p:spPr>
          <a:xfrm>
            <a:off x="6784560" y="20268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4" name=""/>
          <p:cNvSpPr/>
          <p:nvPr/>
        </p:nvSpPr>
        <p:spPr>
          <a:xfrm>
            <a:off x="6754680" y="20246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5" name=""/>
          <p:cNvSpPr/>
          <p:nvPr/>
        </p:nvSpPr>
        <p:spPr>
          <a:xfrm>
            <a:off x="6803640" y="202320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6" name=""/>
          <p:cNvSpPr/>
          <p:nvPr/>
        </p:nvSpPr>
        <p:spPr>
          <a:xfrm>
            <a:off x="6755760" y="202248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7" name=""/>
          <p:cNvSpPr/>
          <p:nvPr/>
        </p:nvSpPr>
        <p:spPr>
          <a:xfrm>
            <a:off x="6795000" y="2021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2"/>
                </a:lnTo>
                <a:lnTo>
                  <a:pt x="4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8" name=""/>
          <p:cNvSpPr/>
          <p:nvPr/>
        </p:nvSpPr>
        <p:spPr>
          <a:xfrm>
            <a:off x="6796800" y="202176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0" y="0"/>
                </a:move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79" name=""/>
          <p:cNvSpPr/>
          <p:nvPr/>
        </p:nvSpPr>
        <p:spPr>
          <a:xfrm>
            <a:off x="6794640" y="20214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0" name=""/>
          <p:cNvSpPr/>
          <p:nvPr/>
        </p:nvSpPr>
        <p:spPr>
          <a:xfrm>
            <a:off x="6801120" y="2014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1" name=""/>
          <p:cNvSpPr/>
          <p:nvPr/>
        </p:nvSpPr>
        <p:spPr>
          <a:xfrm>
            <a:off x="6800400" y="2012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2" name=""/>
          <p:cNvSpPr/>
          <p:nvPr/>
        </p:nvSpPr>
        <p:spPr>
          <a:xfrm>
            <a:off x="6801480" y="200628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7" y="1"/>
                </a:moveTo>
                <a:lnTo>
                  <a:pt x="6" y="1"/>
                </a:lnTo>
                <a:lnTo>
                  <a:pt x="6" y="2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1" y="6"/>
                </a:lnTo>
                <a:lnTo>
                  <a:pt x="0" y="5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3" name=""/>
          <p:cNvSpPr/>
          <p:nvPr/>
        </p:nvSpPr>
        <p:spPr>
          <a:xfrm>
            <a:off x="6802200" y="19998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4" name=""/>
          <p:cNvSpPr/>
          <p:nvPr/>
        </p:nvSpPr>
        <p:spPr>
          <a:xfrm>
            <a:off x="6800400" y="1993680"/>
            <a:ext cx="4680" cy="7200"/>
          </a:xfrm>
          <a:custGeom>
            <a:avLst/>
            <a:gdLst/>
            <a:ahLst/>
            <a:rect l="0" t="0" r="r" b="b"/>
            <a:pathLst>
              <a:path w="13" h="20">
                <a:moveTo>
                  <a:pt x="8" y="3"/>
                </a:moveTo>
                <a:lnTo>
                  <a:pt x="8" y="4"/>
                </a:lnTo>
                <a:lnTo>
                  <a:pt x="8" y="3"/>
                </a:lnTo>
                <a:lnTo>
                  <a:pt x="9" y="3"/>
                </a:lnTo>
                <a:lnTo>
                  <a:pt x="9" y="5"/>
                </a:lnTo>
                <a:lnTo>
                  <a:pt x="10" y="5"/>
                </a:lnTo>
                <a:lnTo>
                  <a:pt x="10" y="6"/>
                </a:lnTo>
                <a:lnTo>
                  <a:pt x="11" y="7"/>
                </a:lnTo>
                <a:lnTo>
                  <a:pt x="11" y="8"/>
                </a:lnTo>
                <a:lnTo>
                  <a:pt x="10" y="8"/>
                </a:lnTo>
                <a:lnTo>
                  <a:pt x="10" y="9"/>
                </a:lnTo>
                <a:lnTo>
                  <a:pt x="11" y="9"/>
                </a:lnTo>
                <a:lnTo>
                  <a:pt x="11" y="8"/>
                </a:lnTo>
                <a:lnTo>
                  <a:pt x="12" y="10"/>
                </a:lnTo>
                <a:lnTo>
                  <a:pt x="12" y="12"/>
                </a:lnTo>
                <a:lnTo>
                  <a:pt x="13" y="14"/>
                </a:lnTo>
                <a:lnTo>
                  <a:pt x="13" y="16"/>
                </a:lnTo>
                <a:lnTo>
                  <a:pt x="13" y="18"/>
                </a:lnTo>
                <a:lnTo>
                  <a:pt x="13" y="19"/>
                </a:lnTo>
                <a:lnTo>
                  <a:pt x="13" y="20"/>
                </a:lnTo>
                <a:lnTo>
                  <a:pt x="13" y="19"/>
                </a:lnTo>
                <a:lnTo>
                  <a:pt x="12" y="18"/>
                </a:lnTo>
                <a:lnTo>
                  <a:pt x="11" y="16"/>
                </a:lnTo>
                <a:lnTo>
                  <a:pt x="10" y="11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10" y="9"/>
                </a:lnTo>
                <a:lnTo>
                  <a:pt x="9" y="9"/>
                </a:lnTo>
                <a:lnTo>
                  <a:pt x="8" y="8"/>
                </a:lnTo>
                <a:lnTo>
                  <a:pt x="7" y="7"/>
                </a:lnTo>
                <a:lnTo>
                  <a:pt x="7" y="6"/>
                </a:lnTo>
                <a:lnTo>
                  <a:pt x="6" y="6"/>
                </a:lnTo>
                <a:lnTo>
                  <a:pt x="5" y="5"/>
                </a:lnTo>
                <a:lnTo>
                  <a:pt x="4" y="4"/>
                </a:lnTo>
                <a:lnTo>
                  <a:pt x="2" y="4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5" y="1"/>
                </a:lnTo>
                <a:lnTo>
                  <a:pt x="6" y="0"/>
                </a:lnTo>
                <a:lnTo>
                  <a:pt x="7" y="1"/>
                </a:lnTo>
                <a:lnTo>
                  <a:pt x="8" y="2"/>
                </a:lnTo>
                <a:lnTo>
                  <a:pt x="8" y="3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5" name=""/>
          <p:cNvSpPr/>
          <p:nvPr/>
        </p:nvSpPr>
        <p:spPr>
          <a:xfrm>
            <a:off x="6652080" y="1873800"/>
            <a:ext cx="285480" cy="227880"/>
          </a:xfrm>
          <a:custGeom>
            <a:avLst/>
            <a:gdLst/>
            <a:ahLst/>
            <a:rect l="0" t="0" r="r" b="b"/>
            <a:pathLst>
              <a:path w="793" h="633">
                <a:moveTo>
                  <a:pt x="385" y="7"/>
                </a:moveTo>
                <a:lnTo>
                  <a:pt x="385" y="8"/>
                </a:lnTo>
                <a:lnTo>
                  <a:pt x="385" y="9"/>
                </a:lnTo>
                <a:lnTo>
                  <a:pt x="386" y="8"/>
                </a:lnTo>
                <a:lnTo>
                  <a:pt x="387" y="8"/>
                </a:lnTo>
                <a:lnTo>
                  <a:pt x="389" y="9"/>
                </a:lnTo>
                <a:lnTo>
                  <a:pt x="390" y="9"/>
                </a:lnTo>
                <a:lnTo>
                  <a:pt x="390" y="10"/>
                </a:lnTo>
                <a:lnTo>
                  <a:pt x="391" y="11"/>
                </a:lnTo>
                <a:lnTo>
                  <a:pt x="390" y="12"/>
                </a:lnTo>
                <a:lnTo>
                  <a:pt x="391" y="13"/>
                </a:lnTo>
                <a:lnTo>
                  <a:pt x="392" y="13"/>
                </a:lnTo>
                <a:lnTo>
                  <a:pt x="393" y="13"/>
                </a:lnTo>
                <a:lnTo>
                  <a:pt x="393" y="14"/>
                </a:lnTo>
                <a:lnTo>
                  <a:pt x="394" y="14"/>
                </a:lnTo>
                <a:lnTo>
                  <a:pt x="395" y="14"/>
                </a:lnTo>
                <a:lnTo>
                  <a:pt x="396" y="14"/>
                </a:lnTo>
                <a:lnTo>
                  <a:pt x="396" y="15"/>
                </a:lnTo>
                <a:lnTo>
                  <a:pt x="397" y="17"/>
                </a:lnTo>
                <a:lnTo>
                  <a:pt x="398" y="18"/>
                </a:lnTo>
                <a:lnTo>
                  <a:pt x="398" y="19"/>
                </a:lnTo>
                <a:lnTo>
                  <a:pt x="399" y="19"/>
                </a:lnTo>
                <a:lnTo>
                  <a:pt x="399" y="18"/>
                </a:lnTo>
                <a:lnTo>
                  <a:pt x="400" y="18"/>
                </a:lnTo>
                <a:lnTo>
                  <a:pt x="400" y="17"/>
                </a:lnTo>
                <a:lnTo>
                  <a:pt x="401" y="17"/>
                </a:lnTo>
                <a:lnTo>
                  <a:pt x="401" y="18"/>
                </a:lnTo>
                <a:lnTo>
                  <a:pt x="402" y="18"/>
                </a:lnTo>
                <a:lnTo>
                  <a:pt x="402" y="17"/>
                </a:lnTo>
                <a:lnTo>
                  <a:pt x="403" y="17"/>
                </a:lnTo>
                <a:lnTo>
                  <a:pt x="405" y="17"/>
                </a:lnTo>
                <a:lnTo>
                  <a:pt x="406" y="17"/>
                </a:lnTo>
                <a:lnTo>
                  <a:pt x="406" y="18"/>
                </a:lnTo>
                <a:lnTo>
                  <a:pt x="406" y="19"/>
                </a:lnTo>
                <a:lnTo>
                  <a:pt x="407" y="19"/>
                </a:lnTo>
                <a:lnTo>
                  <a:pt x="408" y="18"/>
                </a:lnTo>
                <a:lnTo>
                  <a:pt x="408" y="17"/>
                </a:lnTo>
                <a:lnTo>
                  <a:pt x="409" y="18"/>
                </a:lnTo>
                <a:lnTo>
                  <a:pt x="409" y="19"/>
                </a:lnTo>
                <a:lnTo>
                  <a:pt x="410" y="20"/>
                </a:lnTo>
                <a:lnTo>
                  <a:pt x="411" y="20"/>
                </a:lnTo>
                <a:lnTo>
                  <a:pt x="413" y="20"/>
                </a:lnTo>
                <a:lnTo>
                  <a:pt x="413" y="21"/>
                </a:lnTo>
                <a:lnTo>
                  <a:pt x="413" y="22"/>
                </a:lnTo>
                <a:lnTo>
                  <a:pt x="413" y="23"/>
                </a:lnTo>
                <a:lnTo>
                  <a:pt x="413" y="24"/>
                </a:lnTo>
                <a:lnTo>
                  <a:pt x="414" y="24"/>
                </a:lnTo>
                <a:lnTo>
                  <a:pt x="416" y="23"/>
                </a:lnTo>
                <a:lnTo>
                  <a:pt x="416" y="22"/>
                </a:lnTo>
                <a:lnTo>
                  <a:pt x="417" y="22"/>
                </a:lnTo>
                <a:lnTo>
                  <a:pt x="418" y="22"/>
                </a:lnTo>
                <a:lnTo>
                  <a:pt x="419" y="22"/>
                </a:lnTo>
                <a:lnTo>
                  <a:pt x="420" y="22"/>
                </a:lnTo>
                <a:lnTo>
                  <a:pt x="421" y="22"/>
                </a:lnTo>
                <a:lnTo>
                  <a:pt x="422" y="21"/>
                </a:lnTo>
                <a:lnTo>
                  <a:pt x="423" y="21"/>
                </a:lnTo>
                <a:lnTo>
                  <a:pt x="423" y="22"/>
                </a:lnTo>
                <a:lnTo>
                  <a:pt x="424" y="21"/>
                </a:lnTo>
                <a:lnTo>
                  <a:pt x="424" y="20"/>
                </a:lnTo>
                <a:lnTo>
                  <a:pt x="424" y="19"/>
                </a:lnTo>
                <a:lnTo>
                  <a:pt x="425" y="19"/>
                </a:lnTo>
                <a:lnTo>
                  <a:pt x="426" y="19"/>
                </a:lnTo>
                <a:lnTo>
                  <a:pt x="427" y="19"/>
                </a:lnTo>
                <a:lnTo>
                  <a:pt x="426" y="19"/>
                </a:lnTo>
                <a:lnTo>
                  <a:pt x="428" y="19"/>
                </a:lnTo>
                <a:lnTo>
                  <a:pt x="429" y="19"/>
                </a:lnTo>
                <a:lnTo>
                  <a:pt x="430" y="18"/>
                </a:lnTo>
                <a:lnTo>
                  <a:pt x="431" y="18"/>
                </a:lnTo>
                <a:lnTo>
                  <a:pt x="431" y="19"/>
                </a:lnTo>
                <a:lnTo>
                  <a:pt x="431" y="20"/>
                </a:lnTo>
                <a:lnTo>
                  <a:pt x="432" y="21"/>
                </a:lnTo>
                <a:lnTo>
                  <a:pt x="431" y="22"/>
                </a:lnTo>
                <a:lnTo>
                  <a:pt x="432" y="22"/>
                </a:lnTo>
                <a:lnTo>
                  <a:pt x="433" y="22"/>
                </a:lnTo>
                <a:lnTo>
                  <a:pt x="434" y="22"/>
                </a:lnTo>
                <a:lnTo>
                  <a:pt x="435" y="22"/>
                </a:lnTo>
                <a:lnTo>
                  <a:pt x="436" y="22"/>
                </a:lnTo>
                <a:lnTo>
                  <a:pt x="437" y="22"/>
                </a:lnTo>
                <a:lnTo>
                  <a:pt x="438" y="22"/>
                </a:lnTo>
                <a:lnTo>
                  <a:pt x="439" y="21"/>
                </a:lnTo>
                <a:lnTo>
                  <a:pt x="439" y="20"/>
                </a:lnTo>
                <a:lnTo>
                  <a:pt x="439" y="19"/>
                </a:lnTo>
                <a:lnTo>
                  <a:pt x="440" y="18"/>
                </a:lnTo>
                <a:lnTo>
                  <a:pt x="442" y="17"/>
                </a:lnTo>
                <a:lnTo>
                  <a:pt x="443" y="17"/>
                </a:lnTo>
                <a:lnTo>
                  <a:pt x="444" y="16"/>
                </a:lnTo>
                <a:lnTo>
                  <a:pt x="445" y="13"/>
                </a:lnTo>
                <a:lnTo>
                  <a:pt x="445" y="11"/>
                </a:lnTo>
                <a:lnTo>
                  <a:pt x="445" y="10"/>
                </a:lnTo>
                <a:lnTo>
                  <a:pt x="445" y="9"/>
                </a:lnTo>
                <a:lnTo>
                  <a:pt x="448" y="9"/>
                </a:lnTo>
                <a:lnTo>
                  <a:pt x="449" y="9"/>
                </a:lnTo>
                <a:lnTo>
                  <a:pt x="450" y="9"/>
                </a:lnTo>
                <a:lnTo>
                  <a:pt x="451" y="9"/>
                </a:lnTo>
                <a:lnTo>
                  <a:pt x="452" y="8"/>
                </a:lnTo>
                <a:lnTo>
                  <a:pt x="453" y="8"/>
                </a:lnTo>
                <a:lnTo>
                  <a:pt x="453" y="7"/>
                </a:lnTo>
                <a:lnTo>
                  <a:pt x="455" y="8"/>
                </a:lnTo>
                <a:lnTo>
                  <a:pt x="456" y="9"/>
                </a:lnTo>
                <a:lnTo>
                  <a:pt x="456" y="8"/>
                </a:lnTo>
                <a:lnTo>
                  <a:pt x="457" y="8"/>
                </a:lnTo>
                <a:lnTo>
                  <a:pt x="457" y="9"/>
                </a:lnTo>
                <a:lnTo>
                  <a:pt x="458" y="9"/>
                </a:lnTo>
                <a:lnTo>
                  <a:pt x="458" y="10"/>
                </a:lnTo>
                <a:lnTo>
                  <a:pt x="457" y="10"/>
                </a:lnTo>
                <a:lnTo>
                  <a:pt x="456" y="11"/>
                </a:lnTo>
                <a:lnTo>
                  <a:pt x="455" y="11"/>
                </a:lnTo>
                <a:lnTo>
                  <a:pt x="455" y="12"/>
                </a:lnTo>
                <a:lnTo>
                  <a:pt x="455" y="13"/>
                </a:lnTo>
                <a:lnTo>
                  <a:pt x="456" y="13"/>
                </a:lnTo>
                <a:lnTo>
                  <a:pt x="456" y="14"/>
                </a:lnTo>
                <a:lnTo>
                  <a:pt x="457" y="14"/>
                </a:lnTo>
                <a:lnTo>
                  <a:pt x="458" y="14"/>
                </a:lnTo>
                <a:lnTo>
                  <a:pt x="458" y="15"/>
                </a:lnTo>
                <a:lnTo>
                  <a:pt x="459" y="16"/>
                </a:lnTo>
                <a:lnTo>
                  <a:pt x="460" y="15"/>
                </a:lnTo>
                <a:lnTo>
                  <a:pt x="461" y="15"/>
                </a:lnTo>
                <a:lnTo>
                  <a:pt x="462" y="15"/>
                </a:lnTo>
                <a:lnTo>
                  <a:pt x="461" y="15"/>
                </a:lnTo>
                <a:lnTo>
                  <a:pt x="461" y="16"/>
                </a:lnTo>
                <a:lnTo>
                  <a:pt x="460" y="16"/>
                </a:lnTo>
                <a:lnTo>
                  <a:pt x="460" y="17"/>
                </a:lnTo>
                <a:lnTo>
                  <a:pt x="461" y="17"/>
                </a:lnTo>
                <a:lnTo>
                  <a:pt x="461" y="18"/>
                </a:lnTo>
                <a:lnTo>
                  <a:pt x="461" y="19"/>
                </a:lnTo>
                <a:lnTo>
                  <a:pt x="462" y="19"/>
                </a:lnTo>
                <a:lnTo>
                  <a:pt x="461" y="20"/>
                </a:lnTo>
                <a:lnTo>
                  <a:pt x="461" y="21"/>
                </a:lnTo>
                <a:lnTo>
                  <a:pt x="460" y="22"/>
                </a:lnTo>
                <a:lnTo>
                  <a:pt x="460" y="23"/>
                </a:lnTo>
                <a:lnTo>
                  <a:pt x="461" y="23"/>
                </a:lnTo>
                <a:lnTo>
                  <a:pt x="462" y="23"/>
                </a:lnTo>
                <a:lnTo>
                  <a:pt x="462" y="24"/>
                </a:lnTo>
                <a:lnTo>
                  <a:pt x="463" y="24"/>
                </a:lnTo>
                <a:lnTo>
                  <a:pt x="463" y="25"/>
                </a:lnTo>
                <a:lnTo>
                  <a:pt x="462" y="25"/>
                </a:lnTo>
                <a:lnTo>
                  <a:pt x="461" y="25"/>
                </a:lnTo>
                <a:lnTo>
                  <a:pt x="460" y="25"/>
                </a:lnTo>
                <a:lnTo>
                  <a:pt x="460" y="26"/>
                </a:lnTo>
                <a:lnTo>
                  <a:pt x="460" y="27"/>
                </a:lnTo>
                <a:lnTo>
                  <a:pt x="459" y="28"/>
                </a:lnTo>
                <a:lnTo>
                  <a:pt x="459" y="29"/>
                </a:lnTo>
                <a:lnTo>
                  <a:pt x="460" y="30"/>
                </a:lnTo>
                <a:lnTo>
                  <a:pt x="460" y="31"/>
                </a:lnTo>
                <a:lnTo>
                  <a:pt x="461" y="32"/>
                </a:lnTo>
                <a:lnTo>
                  <a:pt x="461" y="31"/>
                </a:lnTo>
                <a:lnTo>
                  <a:pt x="462" y="30"/>
                </a:lnTo>
                <a:lnTo>
                  <a:pt x="462" y="29"/>
                </a:lnTo>
                <a:lnTo>
                  <a:pt x="463" y="28"/>
                </a:lnTo>
                <a:lnTo>
                  <a:pt x="464" y="28"/>
                </a:lnTo>
                <a:lnTo>
                  <a:pt x="464" y="29"/>
                </a:lnTo>
                <a:lnTo>
                  <a:pt x="464" y="28"/>
                </a:lnTo>
                <a:lnTo>
                  <a:pt x="465" y="28"/>
                </a:lnTo>
                <a:lnTo>
                  <a:pt x="466" y="29"/>
                </a:lnTo>
                <a:lnTo>
                  <a:pt x="466" y="28"/>
                </a:lnTo>
                <a:lnTo>
                  <a:pt x="467" y="27"/>
                </a:lnTo>
                <a:lnTo>
                  <a:pt x="468" y="27"/>
                </a:lnTo>
                <a:lnTo>
                  <a:pt x="468" y="26"/>
                </a:lnTo>
                <a:lnTo>
                  <a:pt x="469" y="26"/>
                </a:lnTo>
                <a:lnTo>
                  <a:pt x="469" y="25"/>
                </a:lnTo>
                <a:lnTo>
                  <a:pt x="470" y="25"/>
                </a:lnTo>
                <a:lnTo>
                  <a:pt x="470" y="26"/>
                </a:lnTo>
                <a:lnTo>
                  <a:pt x="471" y="25"/>
                </a:lnTo>
                <a:lnTo>
                  <a:pt x="472" y="24"/>
                </a:lnTo>
                <a:lnTo>
                  <a:pt x="472" y="25"/>
                </a:lnTo>
                <a:lnTo>
                  <a:pt x="473" y="24"/>
                </a:lnTo>
                <a:lnTo>
                  <a:pt x="474" y="24"/>
                </a:lnTo>
                <a:lnTo>
                  <a:pt x="475" y="24"/>
                </a:lnTo>
                <a:lnTo>
                  <a:pt x="475" y="25"/>
                </a:lnTo>
                <a:lnTo>
                  <a:pt x="476" y="25"/>
                </a:lnTo>
                <a:lnTo>
                  <a:pt x="476" y="24"/>
                </a:lnTo>
                <a:lnTo>
                  <a:pt x="477" y="24"/>
                </a:lnTo>
                <a:lnTo>
                  <a:pt x="478" y="24"/>
                </a:lnTo>
                <a:lnTo>
                  <a:pt x="479" y="24"/>
                </a:lnTo>
                <a:lnTo>
                  <a:pt x="479" y="26"/>
                </a:lnTo>
                <a:lnTo>
                  <a:pt x="480" y="26"/>
                </a:lnTo>
                <a:lnTo>
                  <a:pt x="481" y="26"/>
                </a:lnTo>
                <a:lnTo>
                  <a:pt x="482" y="26"/>
                </a:lnTo>
                <a:lnTo>
                  <a:pt x="483" y="26"/>
                </a:lnTo>
                <a:lnTo>
                  <a:pt x="484" y="27"/>
                </a:lnTo>
                <a:lnTo>
                  <a:pt x="485" y="27"/>
                </a:lnTo>
                <a:lnTo>
                  <a:pt x="485" y="26"/>
                </a:lnTo>
                <a:lnTo>
                  <a:pt x="485" y="25"/>
                </a:lnTo>
                <a:lnTo>
                  <a:pt x="486" y="25"/>
                </a:lnTo>
                <a:lnTo>
                  <a:pt x="487" y="26"/>
                </a:lnTo>
                <a:lnTo>
                  <a:pt x="487" y="27"/>
                </a:lnTo>
                <a:lnTo>
                  <a:pt x="488" y="27"/>
                </a:lnTo>
                <a:lnTo>
                  <a:pt x="489" y="27"/>
                </a:lnTo>
                <a:lnTo>
                  <a:pt x="488" y="27"/>
                </a:lnTo>
                <a:lnTo>
                  <a:pt x="488" y="26"/>
                </a:lnTo>
                <a:lnTo>
                  <a:pt x="489" y="25"/>
                </a:lnTo>
                <a:lnTo>
                  <a:pt x="490" y="25"/>
                </a:lnTo>
                <a:lnTo>
                  <a:pt x="490" y="24"/>
                </a:lnTo>
                <a:lnTo>
                  <a:pt x="489" y="24"/>
                </a:lnTo>
                <a:lnTo>
                  <a:pt x="489" y="23"/>
                </a:lnTo>
                <a:lnTo>
                  <a:pt x="489" y="22"/>
                </a:lnTo>
                <a:lnTo>
                  <a:pt x="490" y="21"/>
                </a:lnTo>
                <a:lnTo>
                  <a:pt x="491" y="21"/>
                </a:lnTo>
                <a:lnTo>
                  <a:pt x="491" y="22"/>
                </a:lnTo>
                <a:lnTo>
                  <a:pt x="492" y="22"/>
                </a:lnTo>
                <a:lnTo>
                  <a:pt x="493" y="22"/>
                </a:lnTo>
                <a:lnTo>
                  <a:pt x="494" y="22"/>
                </a:lnTo>
                <a:lnTo>
                  <a:pt x="496" y="22"/>
                </a:lnTo>
                <a:lnTo>
                  <a:pt x="496" y="23"/>
                </a:lnTo>
                <a:lnTo>
                  <a:pt x="497" y="24"/>
                </a:lnTo>
                <a:lnTo>
                  <a:pt x="497" y="23"/>
                </a:lnTo>
                <a:lnTo>
                  <a:pt x="498" y="23"/>
                </a:lnTo>
                <a:lnTo>
                  <a:pt x="499" y="22"/>
                </a:lnTo>
                <a:lnTo>
                  <a:pt x="500" y="21"/>
                </a:lnTo>
                <a:lnTo>
                  <a:pt x="500" y="22"/>
                </a:lnTo>
                <a:lnTo>
                  <a:pt x="501" y="22"/>
                </a:lnTo>
                <a:lnTo>
                  <a:pt x="502" y="21"/>
                </a:lnTo>
                <a:lnTo>
                  <a:pt x="502" y="20"/>
                </a:lnTo>
                <a:lnTo>
                  <a:pt x="502" y="19"/>
                </a:lnTo>
                <a:lnTo>
                  <a:pt x="503" y="19"/>
                </a:lnTo>
                <a:lnTo>
                  <a:pt x="503" y="17"/>
                </a:lnTo>
                <a:lnTo>
                  <a:pt x="503" y="16"/>
                </a:lnTo>
                <a:lnTo>
                  <a:pt x="504" y="16"/>
                </a:lnTo>
                <a:lnTo>
                  <a:pt x="504" y="15"/>
                </a:lnTo>
                <a:lnTo>
                  <a:pt x="505" y="15"/>
                </a:lnTo>
                <a:lnTo>
                  <a:pt x="506" y="15"/>
                </a:lnTo>
                <a:lnTo>
                  <a:pt x="506" y="16"/>
                </a:lnTo>
                <a:lnTo>
                  <a:pt x="507" y="17"/>
                </a:lnTo>
                <a:lnTo>
                  <a:pt x="508" y="17"/>
                </a:lnTo>
                <a:lnTo>
                  <a:pt x="509" y="17"/>
                </a:lnTo>
                <a:lnTo>
                  <a:pt x="509" y="16"/>
                </a:lnTo>
                <a:lnTo>
                  <a:pt x="510" y="16"/>
                </a:lnTo>
                <a:lnTo>
                  <a:pt x="511" y="15"/>
                </a:lnTo>
                <a:lnTo>
                  <a:pt x="510" y="15"/>
                </a:lnTo>
                <a:lnTo>
                  <a:pt x="510" y="14"/>
                </a:lnTo>
                <a:lnTo>
                  <a:pt x="511" y="14"/>
                </a:lnTo>
                <a:lnTo>
                  <a:pt x="512" y="13"/>
                </a:lnTo>
                <a:lnTo>
                  <a:pt x="513" y="12"/>
                </a:lnTo>
                <a:lnTo>
                  <a:pt x="514" y="11"/>
                </a:lnTo>
                <a:lnTo>
                  <a:pt x="514" y="12"/>
                </a:lnTo>
                <a:lnTo>
                  <a:pt x="515" y="12"/>
                </a:lnTo>
                <a:lnTo>
                  <a:pt x="515" y="13"/>
                </a:lnTo>
                <a:lnTo>
                  <a:pt x="517" y="13"/>
                </a:lnTo>
                <a:lnTo>
                  <a:pt x="517" y="14"/>
                </a:lnTo>
                <a:lnTo>
                  <a:pt x="518" y="14"/>
                </a:lnTo>
                <a:lnTo>
                  <a:pt x="518" y="13"/>
                </a:lnTo>
                <a:lnTo>
                  <a:pt x="518" y="14"/>
                </a:lnTo>
                <a:lnTo>
                  <a:pt x="517" y="14"/>
                </a:lnTo>
                <a:lnTo>
                  <a:pt x="517" y="15"/>
                </a:lnTo>
                <a:lnTo>
                  <a:pt x="518" y="16"/>
                </a:lnTo>
                <a:lnTo>
                  <a:pt x="518" y="15"/>
                </a:lnTo>
                <a:lnTo>
                  <a:pt x="518" y="14"/>
                </a:lnTo>
                <a:lnTo>
                  <a:pt x="519" y="14"/>
                </a:lnTo>
                <a:lnTo>
                  <a:pt x="519" y="15"/>
                </a:lnTo>
                <a:lnTo>
                  <a:pt x="520" y="15"/>
                </a:lnTo>
                <a:lnTo>
                  <a:pt x="520" y="17"/>
                </a:lnTo>
                <a:lnTo>
                  <a:pt x="520" y="18"/>
                </a:lnTo>
                <a:lnTo>
                  <a:pt x="520" y="17"/>
                </a:lnTo>
                <a:lnTo>
                  <a:pt x="520" y="18"/>
                </a:lnTo>
                <a:lnTo>
                  <a:pt x="520" y="19"/>
                </a:lnTo>
                <a:lnTo>
                  <a:pt x="521" y="19"/>
                </a:lnTo>
                <a:lnTo>
                  <a:pt x="522" y="19"/>
                </a:lnTo>
                <a:lnTo>
                  <a:pt x="522" y="20"/>
                </a:lnTo>
                <a:lnTo>
                  <a:pt x="523" y="21"/>
                </a:lnTo>
                <a:lnTo>
                  <a:pt x="523" y="22"/>
                </a:lnTo>
                <a:lnTo>
                  <a:pt x="524" y="22"/>
                </a:lnTo>
                <a:lnTo>
                  <a:pt x="524" y="23"/>
                </a:lnTo>
                <a:lnTo>
                  <a:pt x="525" y="23"/>
                </a:lnTo>
                <a:lnTo>
                  <a:pt x="526" y="22"/>
                </a:lnTo>
                <a:lnTo>
                  <a:pt x="527" y="22"/>
                </a:lnTo>
                <a:lnTo>
                  <a:pt x="527" y="23"/>
                </a:lnTo>
                <a:lnTo>
                  <a:pt x="528" y="23"/>
                </a:lnTo>
                <a:lnTo>
                  <a:pt x="528" y="24"/>
                </a:lnTo>
                <a:lnTo>
                  <a:pt x="529" y="24"/>
                </a:lnTo>
                <a:lnTo>
                  <a:pt x="530" y="23"/>
                </a:lnTo>
                <a:lnTo>
                  <a:pt x="529" y="23"/>
                </a:lnTo>
                <a:lnTo>
                  <a:pt x="530" y="23"/>
                </a:lnTo>
                <a:lnTo>
                  <a:pt x="531" y="23"/>
                </a:lnTo>
                <a:lnTo>
                  <a:pt x="531" y="24"/>
                </a:lnTo>
                <a:lnTo>
                  <a:pt x="532" y="24"/>
                </a:lnTo>
                <a:lnTo>
                  <a:pt x="532" y="25"/>
                </a:lnTo>
                <a:lnTo>
                  <a:pt x="533" y="25"/>
                </a:lnTo>
                <a:lnTo>
                  <a:pt x="533" y="26"/>
                </a:lnTo>
                <a:lnTo>
                  <a:pt x="533" y="27"/>
                </a:lnTo>
                <a:lnTo>
                  <a:pt x="533" y="28"/>
                </a:lnTo>
                <a:lnTo>
                  <a:pt x="534" y="28"/>
                </a:lnTo>
                <a:lnTo>
                  <a:pt x="534" y="27"/>
                </a:lnTo>
                <a:lnTo>
                  <a:pt x="534" y="28"/>
                </a:lnTo>
                <a:lnTo>
                  <a:pt x="535" y="29"/>
                </a:lnTo>
                <a:lnTo>
                  <a:pt x="535" y="31"/>
                </a:lnTo>
                <a:lnTo>
                  <a:pt x="535" y="32"/>
                </a:lnTo>
                <a:lnTo>
                  <a:pt x="536" y="33"/>
                </a:lnTo>
                <a:lnTo>
                  <a:pt x="535" y="33"/>
                </a:lnTo>
                <a:lnTo>
                  <a:pt x="535" y="34"/>
                </a:lnTo>
                <a:lnTo>
                  <a:pt x="536" y="33"/>
                </a:lnTo>
                <a:lnTo>
                  <a:pt x="536" y="34"/>
                </a:lnTo>
                <a:lnTo>
                  <a:pt x="535" y="34"/>
                </a:lnTo>
                <a:lnTo>
                  <a:pt x="534" y="35"/>
                </a:lnTo>
                <a:lnTo>
                  <a:pt x="534" y="34"/>
                </a:lnTo>
                <a:lnTo>
                  <a:pt x="533" y="34"/>
                </a:lnTo>
                <a:lnTo>
                  <a:pt x="532" y="35"/>
                </a:lnTo>
                <a:lnTo>
                  <a:pt x="531" y="35"/>
                </a:lnTo>
                <a:lnTo>
                  <a:pt x="530" y="35"/>
                </a:lnTo>
                <a:lnTo>
                  <a:pt x="531" y="35"/>
                </a:lnTo>
                <a:lnTo>
                  <a:pt x="531" y="36"/>
                </a:lnTo>
                <a:lnTo>
                  <a:pt x="530" y="36"/>
                </a:lnTo>
                <a:lnTo>
                  <a:pt x="530" y="37"/>
                </a:lnTo>
                <a:lnTo>
                  <a:pt x="531" y="37"/>
                </a:lnTo>
                <a:lnTo>
                  <a:pt x="531" y="38"/>
                </a:lnTo>
                <a:lnTo>
                  <a:pt x="530" y="38"/>
                </a:lnTo>
                <a:lnTo>
                  <a:pt x="529" y="38"/>
                </a:lnTo>
                <a:lnTo>
                  <a:pt x="528" y="38"/>
                </a:lnTo>
                <a:lnTo>
                  <a:pt x="529" y="38"/>
                </a:lnTo>
                <a:lnTo>
                  <a:pt x="529" y="39"/>
                </a:lnTo>
                <a:lnTo>
                  <a:pt x="529" y="40"/>
                </a:lnTo>
                <a:lnTo>
                  <a:pt x="529" y="41"/>
                </a:lnTo>
                <a:lnTo>
                  <a:pt x="530" y="42"/>
                </a:lnTo>
                <a:lnTo>
                  <a:pt x="531" y="42"/>
                </a:lnTo>
                <a:lnTo>
                  <a:pt x="532" y="42"/>
                </a:lnTo>
                <a:lnTo>
                  <a:pt x="533" y="42"/>
                </a:lnTo>
                <a:lnTo>
                  <a:pt x="533" y="43"/>
                </a:lnTo>
                <a:lnTo>
                  <a:pt x="534" y="43"/>
                </a:lnTo>
                <a:lnTo>
                  <a:pt x="534" y="44"/>
                </a:lnTo>
                <a:lnTo>
                  <a:pt x="534" y="45"/>
                </a:lnTo>
                <a:lnTo>
                  <a:pt x="535" y="46"/>
                </a:lnTo>
                <a:lnTo>
                  <a:pt x="535" y="47"/>
                </a:lnTo>
                <a:lnTo>
                  <a:pt x="534" y="47"/>
                </a:lnTo>
                <a:lnTo>
                  <a:pt x="534" y="48"/>
                </a:lnTo>
                <a:lnTo>
                  <a:pt x="533" y="47"/>
                </a:lnTo>
                <a:lnTo>
                  <a:pt x="532" y="48"/>
                </a:lnTo>
                <a:lnTo>
                  <a:pt x="532" y="49"/>
                </a:lnTo>
                <a:lnTo>
                  <a:pt x="531" y="49"/>
                </a:lnTo>
                <a:lnTo>
                  <a:pt x="531" y="48"/>
                </a:lnTo>
                <a:lnTo>
                  <a:pt x="531" y="49"/>
                </a:lnTo>
                <a:lnTo>
                  <a:pt x="530" y="49"/>
                </a:lnTo>
                <a:lnTo>
                  <a:pt x="529" y="49"/>
                </a:lnTo>
                <a:lnTo>
                  <a:pt x="528" y="49"/>
                </a:lnTo>
                <a:lnTo>
                  <a:pt x="528" y="50"/>
                </a:lnTo>
                <a:lnTo>
                  <a:pt x="528" y="49"/>
                </a:lnTo>
                <a:lnTo>
                  <a:pt x="528" y="50"/>
                </a:lnTo>
                <a:lnTo>
                  <a:pt x="527" y="49"/>
                </a:lnTo>
                <a:lnTo>
                  <a:pt x="527" y="50"/>
                </a:lnTo>
                <a:lnTo>
                  <a:pt x="527" y="51"/>
                </a:lnTo>
                <a:lnTo>
                  <a:pt x="526" y="51"/>
                </a:lnTo>
                <a:lnTo>
                  <a:pt x="526" y="52"/>
                </a:lnTo>
                <a:lnTo>
                  <a:pt x="525" y="52"/>
                </a:lnTo>
                <a:lnTo>
                  <a:pt x="525" y="53"/>
                </a:lnTo>
                <a:lnTo>
                  <a:pt x="524" y="53"/>
                </a:lnTo>
                <a:lnTo>
                  <a:pt x="523" y="53"/>
                </a:lnTo>
                <a:lnTo>
                  <a:pt x="522" y="53"/>
                </a:lnTo>
                <a:lnTo>
                  <a:pt x="521" y="52"/>
                </a:lnTo>
                <a:lnTo>
                  <a:pt x="521" y="51"/>
                </a:lnTo>
                <a:lnTo>
                  <a:pt x="520" y="52"/>
                </a:lnTo>
                <a:lnTo>
                  <a:pt x="519" y="52"/>
                </a:lnTo>
                <a:lnTo>
                  <a:pt x="518" y="52"/>
                </a:lnTo>
                <a:lnTo>
                  <a:pt x="517" y="52"/>
                </a:lnTo>
                <a:lnTo>
                  <a:pt x="516" y="52"/>
                </a:lnTo>
                <a:lnTo>
                  <a:pt x="515" y="53"/>
                </a:lnTo>
                <a:lnTo>
                  <a:pt x="515" y="54"/>
                </a:lnTo>
                <a:lnTo>
                  <a:pt x="514" y="55"/>
                </a:lnTo>
                <a:lnTo>
                  <a:pt x="514" y="56"/>
                </a:lnTo>
                <a:lnTo>
                  <a:pt x="514" y="57"/>
                </a:lnTo>
                <a:lnTo>
                  <a:pt x="514" y="58"/>
                </a:lnTo>
                <a:lnTo>
                  <a:pt x="513" y="59"/>
                </a:lnTo>
                <a:lnTo>
                  <a:pt x="512" y="59"/>
                </a:lnTo>
                <a:lnTo>
                  <a:pt x="511" y="59"/>
                </a:lnTo>
                <a:lnTo>
                  <a:pt x="511" y="60"/>
                </a:lnTo>
                <a:lnTo>
                  <a:pt x="511" y="61"/>
                </a:lnTo>
                <a:lnTo>
                  <a:pt x="510" y="61"/>
                </a:lnTo>
                <a:lnTo>
                  <a:pt x="510" y="62"/>
                </a:lnTo>
                <a:lnTo>
                  <a:pt x="509" y="62"/>
                </a:lnTo>
                <a:lnTo>
                  <a:pt x="508" y="61"/>
                </a:lnTo>
                <a:lnTo>
                  <a:pt x="507" y="61"/>
                </a:lnTo>
                <a:lnTo>
                  <a:pt x="506" y="61"/>
                </a:lnTo>
                <a:lnTo>
                  <a:pt x="506" y="62"/>
                </a:lnTo>
                <a:lnTo>
                  <a:pt x="505" y="62"/>
                </a:lnTo>
                <a:lnTo>
                  <a:pt x="505" y="63"/>
                </a:lnTo>
                <a:lnTo>
                  <a:pt x="505" y="64"/>
                </a:lnTo>
                <a:lnTo>
                  <a:pt x="504" y="65"/>
                </a:lnTo>
                <a:lnTo>
                  <a:pt x="503" y="65"/>
                </a:lnTo>
                <a:lnTo>
                  <a:pt x="502" y="65"/>
                </a:lnTo>
                <a:lnTo>
                  <a:pt x="501" y="65"/>
                </a:lnTo>
                <a:lnTo>
                  <a:pt x="501" y="66"/>
                </a:lnTo>
                <a:lnTo>
                  <a:pt x="502" y="66"/>
                </a:lnTo>
                <a:lnTo>
                  <a:pt x="501" y="67"/>
                </a:lnTo>
                <a:lnTo>
                  <a:pt x="500" y="67"/>
                </a:lnTo>
                <a:lnTo>
                  <a:pt x="499" y="67"/>
                </a:lnTo>
                <a:lnTo>
                  <a:pt x="499" y="68"/>
                </a:lnTo>
                <a:lnTo>
                  <a:pt x="499" y="69"/>
                </a:lnTo>
                <a:lnTo>
                  <a:pt x="498" y="69"/>
                </a:lnTo>
                <a:lnTo>
                  <a:pt x="499" y="69"/>
                </a:lnTo>
                <a:lnTo>
                  <a:pt x="499" y="70"/>
                </a:lnTo>
                <a:lnTo>
                  <a:pt x="499" y="71"/>
                </a:lnTo>
                <a:lnTo>
                  <a:pt x="499" y="72"/>
                </a:lnTo>
                <a:lnTo>
                  <a:pt x="498" y="72"/>
                </a:lnTo>
                <a:lnTo>
                  <a:pt x="499" y="73"/>
                </a:lnTo>
                <a:lnTo>
                  <a:pt x="500" y="74"/>
                </a:lnTo>
                <a:lnTo>
                  <a:pt x="499" y="75"/>
                </a:lnTo>
                <a:lnTo>
                  <a:pt x="499" y="76"/>
                </a:lnTo>
                <a:lnTo>
                  <a:pt x="499" y="77"/>
                </a:lnTo>
                <a:lnTo>
                  <a:pt x="498" y="77"/>
                </a:lnTo>
                <a:lnTo>
                  <a:pt x="498" y="78"/>
                </a:lnTo>
                <a:lnTo>
                  <a:pt x="497" y="78"/>
                </a:lnTo>
                <a:lnTo>
                  <a:pt x="496" y="79"/>
                </a:lnTo>
                <a:lnTo>
                  <a:pt x="496" y="80"/>
                </a:lnTo>
                <a:lnTo>
                  <a:pt x="495" y="80"/>
                </a:lnTo>
                <a:lnTo>
                  <a:pt x="495" y="81"/>
                </a:lnTo>
                <a:lnTo>
                  <a:pt x="494" y="82"/>
                </a:lnTo>
                <a:lnTo>
                  <a:pt x="495" y="83"/>
                </a:lnTo>
                <a:lnTo>
                  <a:pt x="494" y="83"/>
                </a:lnTo>
                <a:lnTo>
                  <a:pt x="494" y="84"/>
                </a:lnTo>
                <a:lnTo>
                  <a:pt x="493" y="84"/>
                </a:lnTo>
                <a:lnTo>
                  <a:pt x="493" y="85"/>
                </a:lnTo>
                <a:lnTo>
                  <a:pt x="494" y="85"/>
                </a:lnTo>
                <a:lnTo>
                  <a:pt x="493" y="87"/>
                </a:lnTo>
                <a:lnTo>
                  <a:pt x="492" y="87"/>
                </a:lnTo>
                <a:lnTo>
                  <a:pt x="492" y="88"/>
                </a:lnTo>
                <a:lnTo>
                  <a:pt x="493" y="89"/>
                </a:lnTo>
                <a:lnTo>
                  <a:pt x="493" y="90"/>
                </a:lnTo>
                <a:lnTo>
                  <a:pt x="493" y="91"/>
                </a:lnTo>
                <a:lnTo>
                  <a:pt x="492" y="92"/>
                </a:lnTo>
                <a:lnTo>
                  <a:pt x="491" y="92"/>
                </a:lnTo>
                <a:lnTo>
                  <a:pt x="490" y="92"/>
                </a:lnTo>
                <a:lnTo>
                  <a:pt x="490" y="93"/>
                </a:lnTo>
                <a:lnTo>
                  <a:pt x="490" y="94"/>
                </a:lnTo>
                <a:lnTo>
                  <a:pt x="488" y="94"/>
                </a:lnTo>
                <a:lnTo>
                  <a:pt x="487" y="94"/>
                </a:lnTo>
                <a:lnTo>
                  <a:pt x="486" y="94"/>
                </a:lnTo>
                <a:lnTo>
                  <a:pt x="486" y="95"/>
                </a:lnTo>
                <a:lnTo>
                  <a:pt x="486" y="96"/>
                </a:lnTo>
                <a:lnTo>
                  <a:pt x="486" y="97"/>
                </a:lnTo>
                <a:lnTo>
                  <a:pt x="485" y="97"/>
                </a:lnTo>
                <a:lnTo>
                  <a:pt x="484" y="97"/>
                </a:lnTo>
                <a:lnTo>
                  <a:pt x="484" y="98"/>
                </a:lnTo>
                <a:lnTo>
                  <a:pt x="483" y="97"/>
                </a:lnTo>
                <a:lnTo>
                  <a:pt x="482" y="97"/>
                </a:lnTo>
                <a:lnTo>
                  <a:pt x="482" y="98"/>
                </a:lnTo>
                <a:lnTo>
                  <a:pt x="482" y="97"/>
                </a:lnTo>
                <a:lnTo>
                  <a:pt x="481" y="97"/>
                </a:lnTo>
                <a:lnTo>
                  <a:pt x="480" y="98"/>
                </a:lnTo>
                <a:lnTo>
                  <a:pt x="479" y="99"/>
                </a:lnTo>
                <a:lnTo>
                  <a:pt x="478" y="99"/>
                </a:lnTo>
                <a:lnTo>
                  <a:pt x="478" y="98"/>
                </a:lnTo>
                <a:lnTo>
                  <a:pt x="477" y="98"/>
                </a:lnTo>
                <a:lnTo>
                  <a:pt x="476" y="98"/>
                </a:lnTo>
                <a:lnTo>
                  <a:pt x="476" y="99"/>
                </a:lnTo>
                <a:lnTo>
                  <a:pt x="475" y="98"/>
                </a:lnTo>
                <a:lnTo>
                  <a:pt x="475" y="99"/>
                </a:lnTo>
                <a:lnTo>
                  <a:pt x="475" y="100"/>
                </a:lnTo>
                <a:lnTo>
                  <a:pt x="476" y="100"/>
                </a:lnTo>
                <a:lnTo>
                  <a:pt x="476" y="101"/>
                </a:lnTo>
                <a:lnTo>
                  <a:pt x="476" y="102"/>
                </a:lnTo>
                <a:lnTo>
                  <a:pt x="477" y="102"/>
                </a:lnTo>
                <a:lnTo>
                  <a:pt x="477" y="103"/>
                </a:lnTo>
                <a:lnTo>
                  <a:pt x="476" y="103"/>
                </a:lnTo>
                <a:lnTo>
                  <a:pt x="476" y="102"/>
                </a:lnTo>
                <a:lnTo>
                  <a:pt x="475" y="103"/>
                </a:lnTo>
                <a:lnTo>
                  <a:pt x="475" y="104"/>
                </a:lnTo>
                <a:lnTo>
                  <a:pt x="476" y="104"/>
                </a:lnTo>
                <a:lnTo>
                  <a:pt x="476" y="103"/>
                </a:lnTo>
                <a:lnTo>
                  <a:pt x="477" y="103"/>
                </a:lnTo>
                <a:lnTo>
                  <a:pt x="478" y="103"/>
                </a:lnTo>
                <a:lnTo>
                  <a:pt x="479" y="103"/>
                </a:lnTo>
                <a:lnTo>
                  <a:pt x="479" y="104"/>
                </a:lnTo>
                <a:lnTo>
                  <a:pt x="480" y="104"/>
                </a:lnTo>
                <a:lnTo>
                  <a:pt x="481" y="105"/>
                </a:lnTo>
                <a:lnTo>
                  <a:pt x="482" y="104"/>
                </a:lnTo>
                <a:lnTo>
                  <a:pt x="483" y="104"/>
                </a:lnTo>
                <a:lnTo>
                  <a:pt x="484" y="104"/>
                </a:lnTo>
                <a:lnTo>
                  <a:pt x="484" y="105"/>
                </a:lnTo>
                <a:lnTo>
                  <a:pt x="485" y="106"/>
                </a:lnTo>
                <a:lnTo>
                  <a:pt x="486" y="106"/>
                </a:lnTo>
                <a:lnTo>
                  <a:pt x="487" y="106"/>
                </a:lnTo>
                <a:lnTo>
                  <a:pt x="487" y="107"/>
                </a:lnTo>
                <a:lnTo>
                  <a:pt x="486" y="107"/>
                </a:lnTo>
                <a:lnTo>
                  <a:pt x="487" y="107"/>
                </a:lnTo>
                <a:lnTo>
                  <a:pt x="488" y="108"/>
                </a:lnTo>
                <a:lnTo>
                  <a:pt x="488" y="109"/>
                </a:lnTo>
                <a:lnTo>
                  <a:pt x="487" y="109"/>
                </a:lnTo>
                <a:lnTo>
                  <a:pt x="488" y="110"/>
                </a:lnTo>
                <a:lnTo>
                  <a:pt x="489" y="111"/>
                </a:lnTo>
                <a:lnTo>
                  <a:pt x="489" y="112"/>
                </a:lnTo>
                <a:lnTo>
                  <a:pt x="491" y="112"/>
                </a:lnTo>
                <a:lnTo>
                  <a:pt x="492" y="112"/>
                </a:lnTo>
                <a:lnTo>
                  <a:pt x="493" y="111"/>
                </a:lnTo>
                <a:lnTo>
                  <a:pt x="494" y="112"/>
                </a:lnTo>
                <a:lnTo>
                  <a:pt x="493" y="112"/>
                </a:lnTo>
                <a:lnTo>
                  <a:pt x="494" y="112"/>
                </a:lnTo>
                <a:lnTo>
                  <a:pt x="493" y="111"/>
                </a:lnTo>
                <a:lnTo>
                  <a:pt x="495" y="110"/>
                </a:lnTo>
                <a:lnTo>
                  <a:pt x="495" y="111"/>
                </a:lnTo>
                <a:lnTo>
                  <a:pt x="494" y="111"/>
                </a:lnTo>
                <a:lnTo>
                  <a:pt x="494" y="112"/>
                </a:lnTo>
                <a:lnTo>
                  <a:pt x="495" y="112"/>
                </a:lnTo>
                <a:lnTo>
                  <a:pt x="495" y="111"/>
                </a:lnTo>
                <a:lnTo>
                  <a:pt x="495" y="112"/>
                </a:lnTo>
                <a:lnTo>
                  <a:pt x="496" y="112"/>
                </a:lnTo>
                <a:lnTo>
                  <a:pt x="497" y="113"/>
                </a:lnTo>
                <a:lnTo>
                  <a:pt x="497" y="114"/>
                </a:lnTo>
                <a:lnTo>
                  <a:pt x="498" y="114"/>
                </a:lnTo>
                <a:lnTo>
                  <a:pt x="498" y="115"/>
                </a:lnTo>
                <a:lnTo>
                  <a:pt x="498" y="116"/>
                </a:lnTo>
                <a:lnTo>
                  <a:pt x="498" y="117"/>
                </a:lnTo>
                <a:lnTo>
                  <a:pt x="499" y="117"/>
                </a:lnTo>
                <a:lnTo>
                  <a:pt x="499" y="118"/>
                </a:lnTo>
                <a:lnTo>
                  <a:pt x="500" y="119"/>
                </a:lnTo>
                <a:lnTo>
                  <a:pt x="499" y="120"/>
                </a:lnTo>
                <a:lnTo>
                  <a:pt x="499" y="121"/>
                </a:lnTo>
                <a:lnTo>
                  <a:pt x="500" y="121"/>
                </a:lnTo>
                <a:lnTo>
                  <a:pt x="501" y="122"/>
                </a:lnTo>
                <a:lnTo>
                  <a:pt x="502" y="122"/>
                </a:lnTo>
                <a:lnTo>
                  <a:pt x="502" y="123"/>
                </a:lnTo>
                <a:lnTo>
                  <a:pt x="503" y="123"/>
                </a:lnTo>
                <a:lnTo>
                  <a:pt x="503" y="122"/>
                </a:lnTo>
                <a:lnTo>
                  <a:pt x="503" y="121"/>
                </a:lnTo>
                <a:lnTo>
                  <a:pt x="504" y="121"/>
                </a:lnTo>
                <a:lnTo>
                  <a:pt x="505" y="121"/>
                </a:lnTo>
                <a:lnTo>
                  <a:pt x="505" y="120"/>
                </a:lnTo>
                <a:lnTo>
                  <a:pt x="506" y="120"/>
                </a:lnTo>
                <a:lnTo>
                  <a:pt x="507" y="120"/>
                </a:lnTo>
                <a:lnTo>
                  <a:pt x="506" y="120"/>
                </a:lnTo>
                <a:lnTo>
                  <a:pt x="507" y="119"/>
                </a:lnTo>
                <a:lnTo>
                  <a:pt x="507" y="118"/>
                </a:lnTo>
                <a:lnTo>
                  <a:pt x="508" y="118"/>
                </a:lnTo>
                <a:lnTo>
                  <a:pt x="509" y="117"/>
                </a:lnTo>
                <a:lnTo>
                  <a:pt x="510" y="117"/>
                </a:lnTo>
                <a:lnTo>
                  <a:pt x="510" y="116"/>
                </a:lnTo>
                <a:lnTo>
                  <a:pt x="511" y="116"/>
                </a:lnTo>
                <a:lnTo>
                  <a:pt x="512" y="116"/>
                </a:lnTo>
                <a:lnTo>
                  <a:pt x="512" y="115"/>
                </a:lnTo>
                <a:lnTo>
                  <a:pt x="512" y="114"/>
                </a:lnTo>
                <a:lnTo>
                  <a:pt x="513" y="114"/>
                </a:lnTo>
                <a:lnTo>
                  <a:pt x="514" y="114"/>
                </a:lnTo>
                <a:lnTo>
                  <a:pt x="514" y="115"/>
                </a:lnTo>
                <a:lnTo>
                  <a:pt x="514" y="116"/>
                </a:lnTo>
                <a:lnTo>
                  <a:pt x="515" y="116"/>
                </a:lnTo>
                <a:lnTo>
                  <a:pt x="516" y="117"/>
                </a:lnTo>
                <a:lnTo>
                  <a:pt x="517" y="116"/>
                </a:lnTo>
                <a:lnTo>
                  <a:pt x="518" y="116"/>
                </a:lnTo>
                <a:lnTo>
                  <a:pt x="518" y="117"/>
                </a:lnTo>
                <a:lnTo>
                  <a:pt x="519" y="117"/>
                </a:lnTo>
                <a:lnTo>
                  <a:pt x="520" y="116"/>
                </a:lnTo>
                <a:lnTo>
                  <a:pt x="520" y="115"/>
                </a:lnTo>
                <a:lnTo>
                  <a:pt x="521" y="114"/>
                </a:lnTo>
                <a:lnTo>
                  <a:pt x="521" y="113"/>
                </a:lnTo>
                <a:lnTo>
                  <a:pt x="522" y="113"/>
                </a:lnTo>
                <a:lnTo>
                  <a:pt x="523" y="112"/>
                </a:lnTo>
                <a:lnTo>
                  <a:pt x="523" y="113"/>
                </a:lnTo>
                <a:lnTo>
                  <a:pt x="524" y="113"/>
                </a:lnTo>
                <a:lnTo>
                  <a:pt x="525" y="112"/>
                </a:lnTo>
                <a:lnTo>
                  <a:pt x="526" y="112"/>
                </a:lnTo>
                <a:lnTo>
                  <a:pt x="527" y="111"/>
                </a:lnTo>
                <a:lnTo>
                  <a:pt x="527" y="112"/>
                </a:lnTo>
                <a:lnTo>
                  <a:pt x="528" y="112"/>
                </a:lnTo>
                <a:lnTo>
                  <a:pt x="528" y="113"/>
                </a:lnTo>
                <a:lnTo>
                  <a:pt x="528" y="114"/>
                </a:lnTo>
                <a:lnTo>
                  <a:pt x="528" y="115"/>
                </a:lnTo>
                <a:lnTo>
                  <a:pt x="529" y="115"/>
                </a:lnTo>
                <a:lnTo>
                  <a:pt x="529" y="116"/>
                </a:lnTo>
                <a:lnTo>
                  <a:pt x="529" y="117"/>
                </a:lnTo>
                <a:lnTo>
                  <a:pt x="530" y="117"/>
                </a:lnTo>
                <a:lnTo>
                  <a:pt x="531" y="117"/>
                </a:lnTo>
                <a:lnTo>
                  <a:pt x="531" y="118"/>
                </a:lnTo>
                <a:lnTo>
                  <a:pt x="532" y="118"/>
                </a:lnTo>
                <a:lnTo>
                  <a:pt x="532" y="117"/>
                </a:lnTo>
                <a:lnTo>
                  <a:pt x="532" y="116"/>
                </a:lnTo>
                <a:lnTo>
                  <a:pt x="532" y="115"/>
                </a:lnTo>
                <a:lnTo>
                  <a:pt x="533" y="115"/>
                </a:lnTo>
                <a:lnTo>
                  <a:pt x="534" y="115"/>
                </a:lnTo>
                <a:lnTo>
                  <a:pt x="534" y="114"/>
                </a:lnTo>
                <a:lnTo>
                  <a:pt x="535" y="114"/>
                </a:lnTo>
                <a:lnTo>
                  <a:pt x="535" y="113"/>
                </a:lnTo>
                <a:lnTo>
                  <a:pt x="534" y="113"/>
                </a:lnTo>
                <a:lnTo>
                  <a:pt x="534" y="112"/>
                </a:lnTo>
                <a:lnTo>
                  <a:pt x="534" y="111"/>
                </a:lnTo>
                <a:lnTo>
                  <a:pt x="534" y="110"/>
                </a:lnTo>
                <a:lnTo>
                  <a:pt x="534" y="109"/>
                </a:lnTo>
                <a:lnTo>
                  <a:pt x="534" y="108"/>
                </a:lnTo>
                <a:lnTo>
                  <a:pt x="535" y="108"/>
                </a:lnTo>
                <a:lnTo>
                  <a:pt x="536" y="108"/>
                </a:lnTo>
                <a:lnTo>
                  <a:pt x="536" y="107"/>
                </a:lnTo>
                <a:lnTo>
                  <a:pt x="537" y="107"/>
                </a:lnTo>
                <a:lnTo>
                  <a:pt x="537" y="108"/>
                </a:lnTo>
                <a:lnTo>
                  <a:pt x="538" y="108"/>
                </a:lnTo>
                <a:lnTo>
                  <a:pt x="538" y="109"/>
                </a:lnTo>
                <a:lnTo>
                  <a:pt x="539" y="108"/>
                </a:lnTo>
                <a:lnTo>
                  <a:pt x="540" y="108"/>
                </a:lnTo>
                <a:lnTo>
                  <a:pt x="540" y="109"/>
                </a:lnTo>
                <a:lnTo>
                  <a:pt x="541" y="109"/>
                </a:lnTo>
                <a:lnTo>
                  <a:pt x="542" y="109"/>
                </a:lnTo>
                <a:lnTo>
                  <a:pt x="542" y="110"/>
                </a:lnTo>
                <a:lnTo>
                  <a:pt x="543" y="110"/>
                </a:lnTo>
                <a:lnTo>
                  <a:pt x="544" y="111"/>
                </a:lnTo>
                <a:lnTo>
                  <a:pt x="544" y="110"/>
                </a:lnTo>
                <a:lnTo>
                  <a:pt x="545" y="109"/>
                </a:lnTo>
                <a:lnTo>
                  <a:pt x="546" y="109"/>
                </a:lnTo>
                <a:lnTo>
                  <a:pt x="547" y="109"/>
                </a:lnTo>
                <a:lnTo>
                  <a:pt x="547" y="110"/>
                </a:lnTo>
                <a:lnTo>
                  <a:pt x="547" y="111"/>
                </a:lnTo>
                <a:lnTo>
                  <a:pt x="547" y="112"/>
                </a:lnTo>
                <a:lnTo>
                  <a:pt x="548" y="112"/>
                </a:lnTo>
                <a:lnTo>
                  <a:pt x="548" y="113"/>
                </a:lnTo>
                <a:lnTo>
                  <a:pt x="548" y="114"/>
                </a:lnTo>
                <a:lnTo>
                  <a:pt x="549" y="114"/>
                </a:lnTo>
                <a:lnTo>
                  <a:pt x="549" y="113"/>
                </a:lnTo>
                <a:lnTo>
                  <a:pt x="550" y="113"/>
                </a:lnTo>
                <a:lnTo>
                  <a:pt x="550" y="112"/>
                </a:lnTo>
                <a:lnTo>
                  <a:pt x="551" y="112"/>
                </a:lnTo>
                <a:lnTo>
                  <a:pt x="551" y="111"/>
                </a:lnTo>
                <a:lnTo>
                  <a:pt x="551" y="110"/>
                </a:lnTo>
                <a:lnTo>
                  <a:pt x="551" y="109"/>
                </a:lnTo>
                <a:lnTo>
                  <a:pt x="552" y="109"/>
                </a:lnTo>
                <a:lnTo>
                  <a:pt x="552" y="108"/>
                </a:lnTo>
                <a:lnTo>
                  <a:pt x="552" y="107"/>
                </a:lnTo>
                <a:lnTo>
                  <a:pt x="552" y="106"/>
                </a:lnTo>
                <a:lnTo>
                  <a:pt x="552" y="105"/>
                </a:lnTo>
                <a:lnTo>
                  <a:pt x="552" y="104"/>
                </a:lnTo>
                <a:lnTo>
                  <a:pt x="553" y="104"/>
                </a:lnTo>
                <a:lnTo>
                  <a:pt x="553" y="103"/>
                </a:lnTo>
                <a:lnTo>
                  <a:pt x="553" y="102"/>
                </a:lnTo>
                <a:lnTo>
                  <a:pt x="553" y="101"/>
                </a:lnTo>
                <a:lnTo>
                  <a:pt x="554" y="101"/>
                </a:lnTo>
                <a:lnTo>
                  <a:pt x="555" y="101"/>
                </a:lnTo>
                <a:lnTo>
                  <a:pt x="556" y="102"/>
                </a:lnTo>
                <a:lnTo>
                  <a:pt x="555" y="102"/>
                </a:lnTo>
                <a:lnTo>
                  <a:pt x="555" y="103"/>
                </a:lnTo>
                <a:lnTo>
                  <a:pt x="556" y="103"/>
                </a:lnTo>
                <a:lnTo>
                  <a:pt x="557" y="103"/>
                </a:lnTo>
                <a:lnTo>
                  <a:pt x="558" y="102"/>
                </a:lnTo>
                <a:lnTo>
                  <a:pt x="558" y="101"/>
                </a:lnTo>
                <a:lnTo>
                  <a:pt x="560" y="101"/>
                </a:lnTo>
                <a:lnTo>
                  <a:pt x="560" y="100"/>
                </a:lnTo>
                <a:lnTo>
                  <a:pt x="561" y="100"/>
                </a:lnTo>
                <a:lnTo>
                  <a:pt x="561" y="101"/>
                </a:lnTo>
                <a:lnTo>
                  <a:pt x="562" y="100"/>
                </a:lnTo>
                <a:lnTo>
                  <a:pt x="563" y="100"/>
                </a:lnTo>
                <a:lnTo>
                  <a:pt x="563" y="101"/>
                </a:lnTo>
                <a:lnTo>
                  <a:pt x="564" y="101"/>
                </a:lnTo>
                <a:lnTo>
                  <a:pt x="564" y="100"/>
                </a:lnTo>
                <a:lnTo>
                  <a:pt x="564" y="101"/>
                </a:lnTo>
                <a:lnTo>
                  <a:pt x="565" y="101"/>
                </a:lnTo>
                <a:lnTo>
                  <a:pt x="565" y="100"/>
                </a:lnTo>
                <a:lnTo>
                  <a:pt x="566" y="100"/>
                </a:lnTo>
                <a:lnTo>
                  <a:pt x="566" y="99"/>
                </a:lnTo>
                <a:lnTo>
                  <a:pt x="567" y="99"/>
                </a:lnTo>
                <a:lnTo>
                  <a:pt x="567" y="98"/>
                </a:lnTo>
                <a:lnTo>
                  <a:pt x="568" y="97"/>
                </a:lnTo>
                <a:lnTo>
                  <a:pt x="568" y="96"/>
                </a:lnTo>
                <a:lnTo>
                  <a:pt x="568" y="97"/>
                </a:lnTo>
                <a:lnTo>
                  <a:pt x="569" y="97"/>
                </a:lnTo>
                <a:lnTo>
                  <a:pt x="570" y="97"/>
                </a:lnTo>
                <a:lnTo>
                  <a:pt x="571" y="98"/>
                </a:lnTo>
                <a:lnTo>
                  <a:pt x="571" y="99"/>
                </a:lnTo>
                <a:lnTo>
                  <a:pt x="572" y="100"/>
                </a:lnTo>
                <a:lnTo>
                  <a:pt x="573" y="100"/>
                </a:lnTo>
                <a:lnTo>
                  <a:pt x="573" y="101"/>
                </a:lnTo>
                <a:lnTo>
                  <a:pt x="574" y="101"/>
                </a:lnTo>
                <a:lnTo>
                  <a:pt x="575" y="101"/>
                </a:lnTo>
                <a:lnTo>
                  <a:pt x="575" y="102"/>
                </a:lnTo>
                <a:lnTo>
                  <a:pt x="575" y="101"/>
                </a:lnTo>
                <a:lnTo>
                  <a:pt x="576" y="101"/>
                </a:lnTo>
                <a:lnTo>
                  <a:pt x="575" y="101"/>
                </a:lnTo>
                <a:lnTo>
                  <a:pt x="575" y="100"/>
                </a:lnTo>
                <a:lnTo>
                  <a:pt x="576" y="100"/>
                </a:lnTo>
                <a:lnTo>
                  <a:pt x="577" y="100"/>
                </a:lnTo>
                <a:lnTo>
                  <a:pt x="577" y="99"/>
                </a:lnTo>
                <a:lnTo>
                  <a:pt x="578" y="99"/>
                </a:lnTo>
                <a:lnTo>
                  <a:pt x="579" y="99"/>
                </a:lnTo>
                <a:lnTo>
                  <a:pt x="579" y="98"/>
                </a:lnTo>
                <a:lnTo>
                  <a:pt x="580" y="98"/>
                </a:lnTo>
                <a:lnTo>
                  <a:pt x="581" y="98"/>
                </a:lnTo>
                <a:lnTo>
                  <a:pt x="583" y="98"/>
                </a:lnTo>
                <a:lnTo>
                  <a:pt x="582" y="98"/>
                </a:lnTo>
                <a:lnTo>
                  <a:pt x="582" y="97"/>
                </a:lnTo>
                <a:lnTo>
                  <a:pt x="582" y="96"/>
                </a:lnTo>
                <a:lnTo>
                  <a:pt x="583" y="96"/>
                </a:lnTo>
                <a:lnTo>
                  <a:pt x="584" y="96"/>
                </a:lnTo>
                <a:lnTo>
                  <a:pt x="584" y="95"/>
                </a:lnTo>
                <a:lnTo>
                  <a:pt x="585" y="95"/>
                </a:lnTo>
                <a:lnTo>
                  <a:pt x="586" y="94"/>
                </a:lnTo>
                <a:lnTo>
                  <a:pt x="587" y="94"/>
                </a:lnTo>
                <a:lnTo>
                  <a:pt x="588" y="94"/>
                </a:lnTo>
                <a:lnTo>
                  <a:pt x="589" y="94"/>
                </a:lnTo>
                <a:lnTo>
                  <a:pt x="590" y="94"/>
                </a:lnTo>
                <a:lnTo>
                  <a:pt x="590" y="93"/>
                </a:lnTo>
                <a:lnTo>
                  <a:pt x="590" y="92"/>
                </a:lnTo>
                <a:lnTo>
                  <a:pt x="591" y="92"/>
                </a:lnTo>
                <a:lnTo>
                  <a:pt x="591" y="91"/>
                </a:lnTo>
                <a:lnTo>
                  <a:pt x="592" y="91"/>
                </a:lnTo>
                <a:lnTo>
                  <a:pt x="593" y="91"/>
                </a:lnTo>
                <a:lnTo>
                  <a:pt x="595" y="90"/>
                </a:lnTo>
                <a:lnTo>
                  <a:pt x="595" y="91"/>
                </a:lnTo>
                <a:lnTo>
                  <a:pt x="596" y="92"/>
                </a:lnTo>
                <a:lnTo>
                  <a:pt x="597" y="92"/>
                </a:lnTo>
                <a:lnTo>
                  <a:pt x="597" y="91"/>
                </a:lnTo>
                <a:lnTo>
                  <a:pt x="598" y="92"/>
                </a:lnTo>
                <a:lnTo>
                  <a:pt x="599" y="92"/>
                </a:lnTo>
                <a:lnTo>
                  <a:pt x="599" y="93"/>
                </a:lnTo>
                <a:lnTo>
                  <a:pt x="600" y="93"/>
                </a:lnTo>
                <a:lnTo>
                  <a:pt x="600" y="92"/>
                </a:lnTo>
                <a:lnTo>
                  <a:pt x="600" y="91"/>
                </a:lnTo>
                <a:lnTo>
                  <a:pt x="600" y="90"/>
                </a:lnTo>
                <a:lnTo>
                  <a:pt x="601" y="89"/>
                </a:lnTo>
                <a:lnTo>
                  <a:pt x="601" y="88"/>
                </a:lnTo>
                <a:lnTo>
                  <a:pt x="602" y="89"/>
                </a:lnTo>
                <a:lnTo>
                  <a:pt x="603" y="89"/>
                </a:lnTo>
                <a:lnTo>
                  <a:pt x="604" y="88"/>
                </a:lnTo>
                <a:lnTo>
                  <a:pt x="604" y="87"/>
                </a:lnTo>
                <a:lnTo>
                  <a:pt x="604" y="86"/>
                </a:lnTo>
                <a:lnTo>
                  <a:pt x="605" y="86"/>
                </a:lnTo>
                <a:lnTo>
                  <a:pt x="606" y="86"/>
                </a:lnTo>
                <a:lnTo>
                  <a:pt x="606" y="87"/>
                </a:lnTo>
                <a:lnTo>
                  <a:pt x="607" y="87"/>
                </a:lnTo>
                <a:lnTo>
                  <a:pt x="608" y="88"/>
                </a:lnTo>
                <a:lnTo>
                  <a:pt x="609" y="89"/>
                </a:lnTo>
                <a:lnTo>
                  <a:pt x="610" y="89"/>
                </a:lnTo>
                <a:lnTo>
                  <a:pt x="610" y="90"/>
                </a:lnTo>
                <a:lnTo>
                  <a:pt x="611" y="89"/>
                </a:lnTo>
                <a:lnTo>
                  <a:pt x="612" y="90"/>
                </a:lnTo>
                <a:lnTo>
                  <a:pt x="613" y="91"/>
                </a:lnTo>
                <a:lnTo>
                  <a:pt x="613" y="92"/>
                </a:lnTo>
                <a:lnTo>
                  <a:pt x="614" y="92"/>
                </a:lnTo>
                <a:lnTo>
                  <a:pt x="615" y="93"/>
                </a:lnTo>
                <a:lnTo>
                  <a:pt x="614" y="93"/>
                </a:lnTo>
                <a:lnTo>
                  <a:pt x="615" y="94"/>
                </a:lnTo>
                <a:lnTo>
                  <a:pt x="616" y="94"/>
                </a:lnTo>
                <a:lnTo>
                  <a:pt x="615" y="95"/>
                </a:lnTo>
                <a:lnTo>
                  <a:pt x="616" y="95"/>
                </a:lnTo>
                <a:lnTo>
                  <a:pt x="616" y="96"/>
                </a:lnTo>
                <a:lnTo>
                  <a:pt x="617" y="95"/>
                </a:lnTo>
                <a:lnTo>
                  <a:pt x="618" y="95"/>
                </a:lnTo>
                <a:lnTo>
                  <a:pt x="618" y="96"/>
                </a:lnTo>
                <a:lnTo>
                  <a:pt x="618" y="97"/>
                </a:lnTo>
                <a:lnTo>
                  <a:pt x="617" y="97"/>
                </a:lnTo>
                <a:lnTo>
                  <a:pt x="618" y="98"/>
                </a:lnTo>
                <a:lnTo>
                  <a:pt x="619" y="98"/>
                </a:lnTo>
                <a:lnTo>
                  <a:pt x="619" y="99"/>
                </a:lnTo>
                <a:lnTo>
                  <a:pt x="620" y="99"/>
                </a:lnTo>
                <a:lnTo>
                  <a:pt x="621" y="99"/>
                </a:lnTo>
                <a:lnTo>
                  <a:pt x="621" y="100"/>
                </a:lnTo>
                <a:lnTo>
                  <a:pt x="621" y="101"/>
                </a:lnTo>
                <a:lnTo>
                  <a:pt x="621" y="102"/>
                </a:lnTo>
                <a:lnTo>
                  <a:pt x="621" y="103"/>
                </a:lnTo>
                <a:lnTo>
                  <a:pt x="621" y="104"/>
                </a:lnTo>
                <a:lnTo>
                  <a:pt x="621" y="105"/>
                </a:lnTo>
                <a:lnTo>
                  <a:pt x="622" y="105"/>
                </a:lnTo>
                <a:lnTo>
                  <a:pt x="622" y="106"/>
                </a:lnTo>
                <a:lnTo>
                  <a:pt x="622" y="107"/>
                </a:lnTo>
                <a:lnTo>
                  <a:pt x="623" y="108"/>
                </a:lnTo>
                <a:lnTo>
                  <a:pt x="623" y="107"/>
                </a:lnTo>
                <a:lnTo>
                  <a:pt x="624" y="107"/>
                </a:lnTo>
                <a:lnTo>
                  <a:pt x="625" y="107"/>
                </a:lnTo>
                <a:lnTo>
                  <a:pt x="626" y="107"/>
                </a:lnTo>
                <a:lnTo>
                  <a:pt x="626" y="106"/>
                </a:lnTo>
                <a:lnTo>
                  <a:pt x="627" y="106"/>
                </a:lnTo>
                <a:lnTo>
                  <a:pt x="627" y="107"/>
                </a:lnTo>
                <a:lnTo>
                  <a:pt x="628" y="107"/>
                </a:lnTo>
                <a:lnTo>
                  <a:pt x="628" y="108"/>
                </a:lnTo>
                <a:lnTo>
                  <a:pt x="629" y="108"/>
                </a:lnTo>
                <a:lnTo>
                  <a:pt x="630" y="108"/>
                </a:lnTo>
                <a:lnTo>
                  <a:pt x="631" y="108"/>
                </a:lnTo>
                <a:lnTo>
                  <a:pt x="632" y="109"/>
                </a:lnTo>
                <a:lnTo>
                  <a:pt x="633" y="109"/>
                </a:lnTo>
                <a:lnTo>
                  <a:pt x="634" y="111"/>
                </a:lnTo>
                <a:lnTo>
                  <a:pt x="634" y="112"/>
                </a:lnTo>
                <a:lnTo>
                  <a:pt x="635" y="112"/>
                </a:lnTo>
                <a:lnTo>
                  <a:pt x="635" y="113"/>
                </a:lnTo>
                <a:lnTo>
                  <a:pt x="634" y="113"/>
                </a:lnTo>
                <a:lnTo>
                  <a:pt x="633" y="113"/>
                </a:lnTo>
                <a:lnTo>
                  <a:pt x="634" y="114"/>
                </a:lnTo>
                <a:lnTo>
                  <a:pt x="634" y="115"/>
                </a:lnTo>
                <a:lnTo>
                  <a:pt x="634" y="116"/>
                </a:lnTo>
                <a:lnTo>
                  <a:pt x="635" y="116"/>
                </a:lnTo>
                <a:lnTo>
                  <a:pt x="636" y="116"/>
                </a:lnTo>
                <a:lnTo>
                  <a:pt x="637" y="116"/>
                </a:lnTo>
                <a:lnTo>
                  <a:pt x="637" y="117"/>
                </a:lnTo>
                <a:lnTo>
                  <a:pt x="638" y="116"/>
                </a:lnTo>
                <a:lnTo>
                  <a:pt x="639" y="116"/>
                </a:lnTo>
                <a:lnTo>
                  <a:pt x="640" y="116"/>
                </a:lnTo>
                <a:lnTo>
                  <a:pt x="641" y="116"/>
                </a:lnTo>
                <a:lnTo>
                  <a:pt x="642" y="115"/>
                </a:lnTo>
                <a:lnTo>
                  <a:pt x="643" y="114"/>
                </a:lnTo>
                <a:lnTo>
                  <a:pt x="644" y="114"/>
                </a:lnTo>
                <a:lnTo>
                  <a:pt x="644" y="113"/>
                </a:lnTo>
                <a:lnTo>
                  <a:pt x="645" y="113"/>
                </a:lnTo>
                <a:lnTo>
                  <a:pt x="646" y="113"/>
                </a:lnTo>
                <a:lnTo>
                  <a:pt x="647" y="114"/>
                </a:lnTo>
                <a:lnTo>
                  <a:pt x="647" y="113"/>
                </a:lnTo>
                <a:lnTo>
                  <a:pt x="648" y="113"/>
                </a:lnTo>
                <a:lnTo>
                  <a:pt x="648" y="114"/>
                </a:lnTo>
                <a:lnTo>
                  <a:pt x="649" y="114"/>
                </a:lnTo>
                <a:lnTo>
                  <a:pt x="650" y="114"/>
                </a:lnTo>
                <a:lnTo>
                  <a:pt x="651" y="114"/>
                </a:lnTo>
                <a:lnTo>
                  <a:pt x="652" y="114"/>
                </a:lnTo>
                <a:lnTo>
                  <a:pt x="652" y="113"/>
                </a:lnTo>
                <a:lnTo>
                  <a:pt x="651" y="113"/>
                </a:lnTo>
                <a:lnTo>
                  <a:pt x="651" y="112"/>
                </a:lnTo>
                <a:lnTo>
                  <a:pt x="650" y="112"/>
                </a:lnTo>
                <a:lnTo>
                  <a:pt x="651" y="112"/>
                </a:lnTo>
                <a:lnTo>
                  <a:pt x="651" y="111"/>
                </a:lnTo>
                <a:lnTo>
                  <a:pt x="650" y="111"/>
                </a:lnTo>
                <a:lnTo>
                  <a:pt x="650" y="110"/>
                </a:lnTo>
                <a:lnTo>
                  <a:pt x="649" y="110"/>
                </a:lnTo>
                <a:lnTo>
                  <a:pt x="649" y="109"/>
                </a:lnTo>
                <a:lnTo>
                  <a:pt x="648" y="109"/>
                </a:lnTo>
                <a:lnTo>
                  <a:pt x="648" y="108"/>
                </a:lnTo>
                <a:lnTo>
                  <a:pt x="647" y="108"/>
                </a:lnTo>
                <a:lnTo>
                  <a:pt x="647" y="107"/>
                </a:lnTo>
                <a:lnTo>
                  <a:pt x="646" y="107"/>
                </a:lnTo>
                <a:lnTo>
                  <a:pt x="646" y="106"/>
                </a:lnTo>
                <a:lnTo>
                  <a:pt x="645" y="106"/>
                </a:lnTo>
                <a:lnTo>
                  <a:pt x="645" y="105"/>
                </a:lnTo>
                <a:lnTo>
                  <a:pt x="645" y="104"/>
                </a:lnTo>
                <a:lnTo>
                  <a:pt x="645" y="103"/>
                </a:lnTo>
                <a:lnTo>
                  <a:pt x="645" y="102"/>
                </a:lnTo>
                <a:lnTo>
                  <a:pt x="644" y="102"/>
                </a:lnTo>
                <a:lnTo>
                  <a:pt x="643" y="102"/>
                </a:lnTo>
                <a:lnTo>
                  <a:pt x="642" y="101"/>
                </a:lnTo>
                <a:lnTo>
                  <a:pt x="643" y="101"/>
                </a:lnTo>
                <a:lnTo>
                  <a:pt x="644" y="100"/>
                </a:lnTo>
                <a:lnTo>
                  <a:pt x="645" y="100"/>
                </a:lnTo>
                <a:lnTo>
                  <a:pt x="646" y="100"/>
                </a:lnTo>
                <a:lnTo>
                  <a:pt x="646" y="99"/>
                </a:lnTo>
                <a:lnTo>
                  <a:pt x="647" y="99"/>
                </a:lnTo>
                <a:lnTo>
                  <a:pt x="647" y="98"/>
                </a:lnTo>
                <a:lnTo>
                  <a:pt x="647" y="97"/>
                </a:lnTo>
                <a:lnTo>
                  <a:pt x="646" y="97"/>
                </a:lnTo>
                <a:lnTo>
                  <a:pt x="645" y="97"/>
                </a:lnTo>
                <a:lnTo>
                  <a:pt x="644" y="97"/>
                </a:lnTo>
                <a:lnTo>
                  <a:pt x="644" y="96"/>
                </a:lnTo>
                <a:lnTo>
                  <a:pt x="643" y="96"/>
                </a:lnTo>
                <a:lnTo>
                  <a:pt x="643" y="95"/>
                </a:lnTo>
                <a:lnTo>
                  <a:pt x="643" y="94"/>
                </a:lnTo>
                <a:lnTo>
                  <a:pt x="642" y="94"/>
                </a:lnTo>
                <a:lnTo>
                  <a:pt x="642" y="93"/>
                </a:lnTo>
                <a:lnTo>
                  <a:pt x="642" y="92"/>
                </a:lnTo>
                <a:lnTo>
                  <a:pt x="642" y="91"/>
                </a:lnTo>
                <a:lnTo>
                  <a:pt x="642" y="90"/>
                </a:lnTo>
                <a:lnTo>
                  <a:pt x="643" y="90"/>
                </a:lnTo>
                <a:lnTo>
                  <a:pt x="643" y="89"/>
                </a:lnTo>
                <a:lnTo>
                  <a:pt x="644" y="89"/>
                </a:lnTo>
                <a:lnTo>
                  <a:pt x="644" y="88"/>
                </a:lnTo>
                <a:lnTo>
                  <a:pt x="643" y="88"/>
                </a:lnTo>
                <a:lnTo>
                  <a:pt x="643" y="87"/>
                </a:lnTo>
                <a:lnTo>
                  <a:pt x="642" y="87"/>
                </a:lnTo>
                <a:lnTo>
                  <a:pt x="642" y="86"/>
                </a:lnTo>
                <a:lnTo>
                  <a:pt x="643" y="86"/>
                </a:lnTo>
                <a:lnTo>
                  <a:pt x="643" y="85"/>
                </a:lnTo>
                <a:lnTo>
                  <a:pt x="643" y="84"/>
                </a:lnTo>
                <a:lnTo>
                  <a:pt x="644" y="83"/>
                </a:lnTo>
                <a:lnTo>
                  <a:pt x="644" y="82"/>
                </a:lnTo>
                <a:lnTo>
                  <a:pt x="644" y="81"/>
                </a:lnTo>
                <a:lnTo>
                  <a:pt x="645" y="81"/>
                </a:lnTo>
                <a:lnTo>
                  <a:pt x="646" y="81"/>
                </a:lnTo>
                <a:lnTo>
                  <a:pt x="645" y="81"/>
                </a:lnTo>
                <a:lnTo>
                  <a:pt x="645" y="80"/>
                </a:lnTo>
                <a:lnTo>
                  <a:pt x="645" y="79"/>
                </a:lnTo>
                <a:lnTo>
                  <a:pt x="646" y="79"/>
                </a:lnTo>
                <a:lnTo>
                  <a:pt x="645" y="79"/>
                </a:lnTo>
                <a:lnTo>
                  <a:pt x="645" y="78"/>
                </a:lnTo>
                <a:lnTo>
                  <a:pt x="644" y="78"/>
                </a:lnTo>
                <a:lnTo>
                  <a:pt x="645" y="78"/>
                </a:lnTo>
                <a:lnTo>
                  <a:pt x="646" y="78"/>
                </a:lnTo>
                <a:lnTo>
                  <a:pt x="647" y="79"/>
                </a:lnTo>
                <a:lnTo>
                  <a:pt x="647" y="78"/>
                </a:lnTo>
                <a:lnTo>
                  <a:pt x="647" y="77"/>
                </a:lnTo>
                <a:lnTo>
                  <a:pt x="647" y="76"/>
                </a:lnTo>
                <a:lnTo>
                  <a:pt x="647" y="75"/>
                </a:lnTo>
                <a:lnTo>
                  <a:pt x="647" y="74"/>
                </a:lnTo>
                <a:lnTo>
                  <a:pt x="648" y="74"/>
                </a:lnTo>
                <a:lnTo>
                  <a:pt x="648" y="73"/>
                </a:lnTo>
                <a:lnTo>
                  <a:pt x="649" y="72"/>
                </a:lnTo>
                <a:lnTo>
                  <a:pt x="649" y="73"/>
                </a:lnTo>
                <a:lnTo>
                  <a:pt x="650" y="73"/>
                </a:lnTo>
                <a:lnTo>
                  <a:pt x="652" y="74"/>
                </a:lnTo>
                <a:lnTo>
                  <a:pt x="652" y="75"/>
                </a:lnTo>
                <a:lnTo>
                  <a:pt x="653" y="75"/>
                </a:lnTo>
                <a:lnTo>
                  <a:pt x="653" y="74"/>
                </a:lnTo>
                <a:lnTo>
                  <a:pt x="653" y="75"/>
                </a:lnTo>
                <a:lnTo>
                  <a:pt x="653" y="76"/>
                </a:lnTo>
                <a:lnTo>
                  <a:pt x="653" y="77"/>
                </a:lnTo>
                <a:lnTo>
                  <a:pt x="653" y="78"/>
                </a:lnTo>
                <a:lnTo>
                  <a:pt x="654" y="78"/>
                </a:lnTo>
                <a:lnTo>
                  <a:pt x="654" y="77"/>
                </a:lnTo>
                <a:lnTo>
                  <a:pt x="656" y="77"/>
                </a:lnTo>
                <a:lnTo>
                  <a:pt x="657" y="76"/>
                </a:lnTo>
                <a:lnTo>
                  <a:pt x="658" y="76"/>
                </a:lnTo>
                <a:lnTo>
                  <a:pt x="658" y="75"/>
                </a:lnTo>
                <a:lnTo>
                  <a:pt x="657" y="75"/>
                </a:lnTo>
                <a:lnTo>
                  <a:pt x="656" y="75"/>
                </a:lnTo>
                <a:lnTo>
                  <a:pt x="656" y="74"/>
                </a:lnTo>
                <a:lnTo>
                  <a:pt x="655" y="74"/>
                </a:lnTo>
                <a:lnTo>
                  <a:pt x="655" y="73"/>
                </a:lnTo>
                <a:lnTo>
                  <a:pt x="655" y="72"/>
                </a:lnTo>
                <a:lnTo>
                  <a:pt x="655" y="71"/>
                </a:lnTo>
                <a:lnTo>
                  <a:pt x="655" y="70"/>
                </a:lnTo>
                <a:lnTo>
                  <a:pt x="654" y="70"/>
                </a:lnTo>
                <a:lnTo>
                  <a:pt x="655" y="69"/>
                </a:lnTo>
                <a:lnTo>
                  <a:pt x="656" y="70"/>
                </a:lnTo>
                <a:lnTo>
                  <a:pt x="656" y="69"/>
                </a:lnTo>
                <a:lnTo>
                  <a:pt x="657" y="69"/>
                </a:lnTo>
                <a:lnTo>
                  <a:pt x="657" y="70"/>
                </a:lnTo>
                <a:lnTo>
                  <a:pt x="658" y="71"/>
                </a:lnTo>
                <a:lnTo>
                  <a:pt x="658" y="70"/>
                </a:lnTo>
                <a:lnTo>
                  <a:pt x="659" y="71"/>
                </a:lnTo>
                <a:lnTo>
                  <a:pt x="660" y="71"/>
                </a:lnTo>
                <a:lnTo>
                  <a:pt x="661" y="71"/>
                </a:lnTo>
                <a:lnTo>
                  <a:pt x="662" y="72"/>
                </a:lnTo>
                <a:lnTo>
                  <a:pt x="664" y="72"/>
                </a:lnTo>
                <a:lnTo>
                  <a:pt x="665" y="72"/>
                </a:lnTo>
                <a:lnTo>
                  <a:pt x="666" y="73"/>
                </a:lnTo>
                <a:lnTo>
                  <a:pt x="666" y="74"/>
                </a:lnTo>
                <a:lnTo>
                  <a:pt x="667" y="74"/>
                </a:lnTo>
                <a:lnTo>
                  <a:pt x="668" y="74"/>
                </a:lnTo>
                <a:lnTo>
                  <a:pt x="669" y="73"/>
                </a:lnTo>
                <a:lnTo>
                  <a:pt x="670" y="74"/>
                </a:lnTo>
                <a:lnTo>
                  <a:pt x="671" y="74"/>
                </a:lnTo>
                <a:lnTo>
                  <a:pt x="671" y="75"/>
                </a:lnTo>
                <a:lnTo>
                  <a:pt x="672" y="75"/>
                </a:lnTo>
                <a:lnTo>
                  <a:pt x="672" y="76"/>
                </a:lnTo>
                <a:lnTo>
                  <a:pt x="672" y="77"/>
                </a:lnTo>
                <a:lnTo>
                  <a:pt x="673" y="77"/>
                </a:lnTo>
                <a:lnTo>
                  <a:pt x="672" y="77"/>
                </a:lnTo>
                <a:lnTo>
                  <a:pt x="673" y="78"/>
                </a:lnTo>
                <a:lnTo>
                  <a:pt x="674" y="78"/>
                </a:lnTo>
                <a:lnTo>
                  <a:pt x="674" y="79"/>
                </a:lnTo>
                <a:lnTo>
                  <a:pt x="675" y="80"/>
                </a:lnTo>
                <a:lnTo>
                  <a:pt x="675" y="79"/>
                </a:lnTo>
                <a:lnTo>
                  <a:pt x="676" y="79"/>
                </a:lnTo>
                <a:lnTo>
                  <a:pt x="677" y="80"/>
                </a:lnTo>
                <a:lnTo>
                  <a:pt x="676" y="80"/>
                </a:lnTo>
                <a:lnTo>
                  <a:pt x="676" y="81"/>
                </a:lnTo>
                <a:lnTo>
                  <a:pt x="677" y="81"/>
                </a:lnTo>
                <a:lnTo>
                  <a:pt x="677" y="80"/>
                </a:lnTo>
                <a:lnTo>
                  <a:pt x="678" y="79"/>
                </a:lnTo>
                <a:lnTo>
                  <a:pt x="679" y="79"/>
                </a:lnTo>
                <a:lnTo>
                  <a:pt x="680" y="80"/>
                </a:lnTo>
                <a:lnTo>
                  <a:pt x="681" y="80"/>
                </a:lnTo>
                <a:lnTo>
                  <a:pt x="682" y="80"/>
                </a:lnTo>
                <a:lnTo>
                  <a:pt x="683" y="80"/>
                </a:lnTo>
                <a:lnTo>
                  <a:pt x="684" y="80"/>
                </a:lnTo>
                <a:lnTo>
                  <a:pt x="684" y="79"/>
                </a:lnTo>
                <a:lnTo>
                  <a:pt x="685" y="79"/>
                </a:lnTo>
                <a:lnTo>
                  <a:pt x="685" y="78"/>
                </a:lnTo>
                <a:lnTo>
                  <a:pt x="686" y="77"/>
                </a:lnTo>
                <a:lnTo>
                  <a:pt x="686" y="76"/>
                </a:lnTo>
                <a:lnTo>
                  <a:pt x="687" y="76"/>
                </a:lnTo>
                <a:lnTo>
                  <a:pt x="688" y="76"/>
                </a:lnTo>
                <a:lnTo>
                  <a:pt x="687" y="77"/>
                </a:lnTo>
                <a:lnTo>
                  <a:pt x="688" y="77"/>
                </a:lnTo>
                <a:lnTo>
                  <a:pt x="688" y="78"/>
                </a:lnTo>
                <a:lnTo>
                  <a:pt x="689" y="79"/>
                </a:lnTo>
                <a:lnTo>
                  <a:pt x="690" y="79"/>
                </a:lnTo>
                <a:lnTo>
                  <a:pt x="690" y="80"/>
                </a:lnTo>
                <a:lnTo>
                  <a:pt x="691" y="80"/>
                </a:lnTo>
                <a:lnTo>
                  <a:pt x="691" y="81"/>
                </a:lnTo>
                <a:lnTo>
                  <a:pt x="690" y="81"/>
                </a:lnTo>
                <a:lnTo>
                  <a:pt x="691" y="82"/>
                </a:lnTo>
                <a:lnTo>
                  <a:pt x="692" y="82"/>
                </a:lnTo>
                <a:lnTo>
                  <a:pt x="693" y="82"/>
                </a:lnTo>
                <a:lnTo>
                  <a:pt x="694" y="82"/>
                </a:lnTo>
                <a:lnTo>
                  <a:pt x="694" y="83"/>
                </a:lnTo>
                <a:lnTo>
                  <a:pt x="693" y="83"/>
                </a:lnTo>
                <a:lnTo>
                  <a:pt x="693" y="84"/>
                </a:lnTo>
                <a:lnTo>
                  <a:pt x="692" y="85"/>
                </a:lnTo>
                <a:lnTo>
                  <a:pt x="693" y="86"/>
                </a:lnTo>
                <a:lnTo>
                  <a:pt x="694" y="86"/>
                </a:lnTo>
                <a:lnTo>
                  <a:pt x="695" y="86"/>
                </a:lnTo>
                <a:lnTo>
                  <a:pt x="695" y="85"/>
                </a:lnTo>
                <a:lnTo>
                  <a:pt x="696" y="85"/>
                </a:lnTo>
                <a:lnTo>
                  <a:pt x="696" y="86"/>
                </a:lnTo>
                <a:lnTo>
                  <a:pt x="697" y="86"/>
                </a:lnTo>
                <a:lnTo>
                  <a:pt x="698" y="85"/>
                </a:lnTo>
                <a:lnTo>
                  <a:pt x="699" y="85"/>
                </a:lnTo>
                <a:lnTo>
                  <a:pt x="700" y="84"/>
                </a:lnTo>
                <a:lnTo>
                  <a:pt x="701" y="83"/>
                </a:lnTo>
                <a:lnTo>
                  <a:pt x="702" y="83"/>
                </a:lnTo>
                <a:lnTo>
                  <a:pt x="703" y="83"/>
                </a:lnTo>
                <a:lnTo>
                  <a:pt x="703" y="82"/>
                </a:lnTo>
                <a:lnTo>
                  <a:pt x="704" y="82"/>
                </a:lnTo>
                <a:lnTo>
                  <a:pt x="704" y="81"/>
                </a:lnTo>
                <a:lnTo>
                  <a:pt x="704" y="80"/>
                </a:lnTo>
                <a:lnTo>
                  <a:pt x="704" y="79"/>
                </a:lnTo>
                <a:lnTo>
                  <a:pt x="705" y="79"/>
                </a:lnTo>
                <a:lnTo>
                  <a:pt x="705" y="78"/>
                </a:lnTo>
                <a:lnTo>
                  <a:pt x="705" y="77"/>
                </a:lnTo>
                <a:lnTo>
                  <a:pt x="706" y="77"/>
                </a:lnTo>
                <a:lnTo>
                  <a:pt x="707" y="77"/>
                </a:lnTo>
                <a:lnTo>
                  <a:pt x="707" y="76"/>
                </a:lnTo>
                <a:lnTo>
                  <a:pt x="708" y="76"/>
                </a:lnTo>
                <a:lnTo>
                  <a:pt x="709" y="76"/>
                </a:lnTo>
                <a:lnTo>
                  <a:pt x="709" y="77"/>
                </a:lnTo>
                <a:lnTo>
                  <a:pt x="708" y="77"/>
                </a:lnTo>
                <a:lnTo>
                  <a:pt x="709" y="78"/>
                </a:lnTo>
                <a:lnTo>
                  <a:pt x="709" y="79"/>
                </a:lnTo>
                <a:lnTo>
                  <a:pt x="710" y="79"/>
                </a:lnTo>
                <a:lnTo>
                  <a:pt x="711" y="80"/>
                </a:lnTo>
                <a:lnTo>
                  <a:pt x="711" y="81"/>
                </a:lnTo>
                <a:lnTo>
                  <a:pt x="710" y="81"/>
                </a:lnTo>
                <a:lnTo>
                  <a:pt x="709" y="82"/>
                </a:lnTo>
                <a:lnTo>
                  <a:pt x="708" y="82"/>
                </a:lnTo>
                <a:lnTo>
                  <a:pt x="707" y="83"/>
                </a:lnTo>
                <a:lnTo>
                  <a:pt x="707" y="85"/>
                </a:lnTo>
                <a:lnTo>
                  <a:pt x="708" y="86"/>
                </a:lnTo>
                <a:lnTo>
                  <a:pt x="708" y="87"/>
                </a:lnTo>
                <a:lnTo>
                  <a:pt x="709" y="86"/>
                </a:lnTo>
                <a:lnTo>
                  <a:pt x="710" y="86"/>
                </a:lnTo>
                <a:lnTo>
                  <a:pt x="710" y="87"/>
                </a:lnTo>
                <a:lnTo>
                  <a:pt x="710" y="88"/>
                </a:lnTo>
                <a:lnTo>
                  <a:pt x="711" y="88"/>
                </a:lnTo>
                <a:lnTo>
                  <a:pt x="711" y="89"/>
                </a:lnTo>
                <a:lnTo>
                  <a:pt x="712" y="89"/>
                </a:lnTo>
                <a:lnTo>
                  <a:pt x="712" y="90"/>
                </a:lnTo>
                <a:lnTo>
                  <a:pt x="711" y="90"/>
                </a:lnTo>
                <a:lnTo>
                  <a:pt x="711" y="91"/>
                </a:lnTo>
                <a:lnTo>
                  <a:pt x="711" y="92"/>
                </a:lnTo>
                <a:lnTo>
                  <a:pt x="712" y="93"/>
                </a:lnTo>
                <a:lnTo>
                  <a:pt x="712" y="92"/>
                </a:lnTo>
                <a:lnTo>
                  <a:pt x="712" y="93"/>
                </a:lnTo>
                <a:lnTo>
                  <a:pt x="713" y="93"/>
                </a:lnTo>
                <a:lnTo>
                  <a:pt x="714" y="94"/>
                </a:lnTo>
                <a:lnTo>
                  <a:pt x="714" y="95"/>
                </a:lnTo>
                <a:lnTo>
                  <a:pt x="714" y="96"/>
                </a:lnTo>
                <a:lnTo>
                  <a:pt x="715" y="96"/>
                </a:lnTo>
                <a:lnTo>
                  <a:pt x="716" y="96"/>
                </a:lnTo>
                <a:lnTo>
                  <a:pt x="716" y="95"/>
                </a:lnTo>
                <a:lnTo>
                  <a:pt x="717" y="95"/>
                </a:lnTo>
                <a:lnTo>
                  <a:pt x="718" y="95"/>
                </a:lnTo>
                <a:lnTo>
                  <a:pt x="719" y="95"/>
                </a:lnTo>
                <a:lnTo>
                  <a:pt x="719" y="96"/>
                </a:lnTo>
                <a:lnTo>
                  <a:pt x="719" y="97"/>
                </a:lnTo>
                <a:lnTo>
                  <a:pt x="720" y="98"/>
                </a:lnTo>
                <a:lnTo>
                  <a:pt x="720" y="99"/>
                </a:lnTo>
                <a:lnTo>
                  <a:pt x="720" y="100"/>
                </a:lnTo>
                <a:lnTo>
                  <a:pt x="720" y="101"/>
                </a:lnTo>
                <a:lnTo>
                  <a:pt x="721" y="102"/>
                </a:lnTo>
                <a:lnTo>
                  <a:pt x="721" y="103"/>
                </a:lnTo>
                <a:lnTo>
                  <a:pt x="722" y="103"/>
                </a:lnTo>
                <a:lnTo>
                  <a:pt x="721" y="104"/>
                </a:lnTo>
                <a:lnTo>
                  <a:pt x="721" y="105"/>
                </a:lnTo>
                <a:lnTo>
                  <a:pt x="721" y="106"/>
                </a:lnTo>
                <a:lnTo>
                  <a:pt x="721" y="107"/>
                </a:lnTo>
                <a:lnTo>
                  <a:pt x="720" y="107"/>
                </a:lnTo>
                <a:lnTo>
                  <a:pt x="721" y="108"/>
                </a:lnTo>
                <a:lnTo>
                  <a:pt x="722" y="108"/>
                </a:lnTo>
                <a:lnTo>
                  <a:pt x="723" y="108"/>
                </a:lnTo>
                <a:lnTo>
                  <a:pt x="723" y="109"/>
                </a:lnTo>
                <a:lnTo>
                  <a:pt x="724" y="108"/>
                </a:lnTo>
                <a:lnTo>
                  <a:pt x="725" y="108"/>
                </a:lnTo>
                <a:lnTo>
                  <a:pt x="725" y="109"/>
                </a:lnTo>
                <a:lnTo>
                  <a:pt x="726" y="108"/>
                </a:lnTo>
                <a:lnTo>
                  <a:pt x="726" y="107"/>
                </a:lnTo>
                <a:lnTo>
                  <a:pt x="727" y="107"/>
                </a:lnTo>
                <a:lnTo>
                  <a:pt x="727" y="106"/>
                </a:lnTo>
                <a:lnTo>
                  <a:pt x="728" y="105"/>
                </a:lnTo>
                <a:lnTo>
                  <a:pt x="729" y="105"/>
                </a:lnTo>
                <a:lnTo>
                  <a:pt x="730" y="104"/>
                </a:lnTo>
                <a:lnTo>
                  <a:pt x="730" y="103"/>
                </a:lnTo>
                <a:lnTo>
                  <a:pt x="731" y="103"/>
                </a:lnTo>
                <a:lnTo>
                  <a:pt x="731" y="104"/>
                </a:lnTo>
                <a:lnTo>
                  <a:pt x="732" y="104"/>
                </a:lnTo>
                <a:lnTo>
                  <a:pt x="733" y="104"/>
                </a:lnTo>
                <a:lnTo>
                  <a:pt x="734" y="104"/>
                </a:lnTo>
                <a:lnTo>
                  <a:pt x="735" y="103"/>
                </a:lnTo>
                <a:lnTo>
                  <a:pt x="736" y="103"/>
                </a:lnTo>
                <a:lnTo>
                  <a:pt x="737" y="103"/>
                </a:lnTo>
                <a:lnTo>
                  <a:pt x="738" y="102"/>
                </a:lnTo>
                <a:lnTo>
                  <a:pt x="739" y="102"/>
                </a:lnTo>
                <a:lnTo>
                  <a:pt x="740" y="102"/>
                </a:lnTo>
                <a:lnTo>
                  <a:pt x="741" y="103"/>
                </a:lnTo>
                <a:lnTo>
                  <a:pt x="741" y="102"/>
                </a:lnTo>
                <a:lnTo>
                  <a:pt x="742" y="102"/>
                </a:lnTo>
                <a:lnTo>
                  <a:pt x="743" y="102"/>
                </a:lnTo>
                <a:lnTo>
                  <a:pt x="744" y="101"/>
                </a:lnTo>
                <a:lnTo>
                  <a:pt x="745" y="101"/>
                </a:lnTo>
                <a:lnTo>
                  <a:pt x="745" y="102"/>
                </a:lnTo>
                <a:lnTo>
                  <a:pt x="746" y="103"/>
                </a:lnTo>
                <a:lnTo>
                  <a:pt x="747" y="103"/>
                </a:lnTo>
                <a:lnTo>
                  <a:pt x="747" y="102"/>
                </a:lnTo>
                <a:lnTo>
                  <a:pt x="748" y="101"/>
                </a:lnTo>
                <a:lnTo>
                  <a:pt x="749" y="100"/>
                </a:lnTo>
                <a:lnTo>
                  <a:pt x="750" y="100"/>
                </a:lnTo>
                <a:lnTo>
                  <a:pt x="751" y="100"/>
                </a:lnTo>
                <a:lnTo>
                  <a:pt x="752" y="100"/>
                </a:lnTo>
                <a:lnTo>
                  <a:pt x="753" y="101"/>
                </a:lnTo>
                <a:lnTo>
                  <a:pt x="753" y="102"/>
                </a:lnTo>
                <a:lnTo>
                  <a:pt x="753" y="103"/>
                </a:lnTo>
                <a:lnTo>
                  <a:pt x="753" y="104"/>
                </a:lnTo>
                <a:lnTo>
                  <a:pt x="752" y="105"/>
                </a:lnTo>
                <a:lnTo>
                  <a:pt x="751" y="105"/>
                </a:lnTo>
                <a:lnTo>
                  <a:pt x="751" y="106"/>
                </a:lnTo>
                <a:lnTo>
                  <a:pt x="751" y="107"/>
                </a:lnTo>
                <a:lnTo>
                  <a:pt x="750" y="108"/>
                </a:lnTo>
                <a:lnTo>
                  <a:pt x="749" y="109"/>
                </a:lnTo>
                <a:lnTo>
                  <a:pt x="749" y="110"/>
                </a:lnTo>
                <a:lnTo>
                  <a:pt x="748" y="110"/>
                </a:lnTo>
                <a:lnTo>
                  <a:pt x="748" y="111"/>
                </a:lnTo>
                <a:lnTo>
                  <a:pt x="747" y="112"/>
                </a:lnTo>
                <a:lnTo>
                  <a:pt x="748" y="112"/>
                </a:lnTo>
                <a:lnTo>
                  <a:pt x="748" y="113"/>
                </a:lnTo>
                <a:lnTo>
                  <a:pt x="748" y="114"/>
                </a:lnTo>
                <a:lnTo>
                  <a:pt x="747" y="114"/>
                </a:lnTo>
                <a:lnTo>
                  <a:pt x="747" y="115"/>
                </a:lnTo>
                <a:lnTo>
                  <a:pt x="747" y="116"/>
                </a:lnTo>
                <a:lnTo>
                  <a:pt x="748" y="116"/>
                </a:lnTo>
                <a:lnTo>
                  <a:pt x="748" y="117"/>
                </a:lnTo>
                <a:lnTo>
                  <a:pt x="749" y="117"/>
                </a:lnTo>
                <a:lnTo>
                  <a:pt x="749" y="118"/>
                </a:lnTo>
                <a:lnTo>
                  <a:pt x="750" y="119"/>
                </a:lnTo>
                <a:lnTo>
                  <a:pt x="750" y="120"/>
                </a:lnTo>
                <a:lnTo>
                  <a:pt x="751" y="121"/>
                </a:lnTo>
                <a:lnTo>
                  <a:pt x="752" y="122"/>
                </a:lnTo>
                <a:lnTo>
                  <a:pt x="753" y="122"/>
                </a:lnTo>
                <a:lnTo>
                  <a:pt x="753" y="123"/>
                </a:lnTo>
                <a:lnTo>
                  <a:pt x="754" y="123"/>
                </a:lnTo>
                <a:lnTo>
                  <a:pt x="754" y="122"/>
                </a:lnTo>
                <a:lnTo>
                  <a:pt x="755" y="122"/>
                </a:lnTo>
                <a:lnTo>
                  <a:pt x="756" y="122"/>
                </a:lnTo>
                <a:lnTo>
                  <a:pt x="756" y="123"/>
                </a:lnTo>
                <a:lnTo>
                  <a:pt x="757" y="124"/>
                </a:lnTo>
                <a:lnTo>
                  <a:pt x="757" y="125"/>
                </a:lnTo>
                <a:lnTo>
                  <a:pt x="758" y="126"/>
                </a:lnTo>
                <a:lnTo>
                  <a:pt x="757" y="127"/>
                </a:lnTo>
                <a:lnTo>
                  <a:pt x="756" y="127"/>
                </a:lnTo>
                <a:lnTo>
                  <a:pt x="756" y="128"/>
                </a:lnTo>
                <a:lnTo>
                  <a:pt x="756" y="129"/>
                </a:lnTo>
                <a:lnTo>
                  <a:pt x="756" y="130"/>
                </a:lnTo>
                <a:lnTo>
                  <a:pt x="757" y="130"/>
                </a:lnTo>
                <a:lnTo>
                  <a:pt x="758" y="131"/>
                </a:lnTo>
                <a:lnTo>
                  <a:pt x="758" y="132"/>
                </a:lnTo>
                <a:lnTo>
                  <a:pt x="759" y="132"/>
                </a:lnTo>
                <a:lnTo>
                  <a:pt x="759" y="133"/>
                </a:lnTo>
                <a:lnTo>
                  <a:pt x="759" y="134"/>
                </a:lnTo>
                <a:lnTo>
                  <a:pt x="760" y="134"/>
                </a:lnTo>
                <a:lnTo>
                  <a:pt x="761" y="134"/>
                </a:lnTo>
                <a:lnTo>
                  <a:pt x="761" y="135"/>
                </a:lnTo>
                <a:lnTo>
                  <a:pt x="762" y="136"/>
                </a:lnTo>
                <a:lnTo>
                  <a:pt x="763" y="137"/>
                </a:lnTo>
                <a:lnTo>
                  <a:pt x="762" y="137"/>
                </a:lnTo>
                <a:lnTo>
                  <a:pt x="762" y="138"/>
                </a:lnTo>
                <a:lnTo>
                  <a:pt x="762" y="139"/>
                </a:lnTo>
                <a:lnTo>
                  <a:pt x="763" y="140"/>
                </a:lnTo>
                <a:lnTo>
                  <a:pt x="763" y="141"/>
                </a:lnTo>
                <a:lnTo>
                  <a:pt x="764" y="142"/>
                </a:lnTo>
                <a:lnTo>
                  <a:pt x="764" y="143"/>
                </a:lnTo>
                <a:lnTo>
                  <a:pt x="763" y="144"/>
                </a:lnTo>
                <a:lnTo>
                  <a:pt x="763" y="145"/>
                </a:lnTo>
                <a:lnTo>
                  <a:pt x="764" y="146"/>
                </a:lnTo>
                <a:lnTo>
                  <a:pt x="764" y="147"/>
                </a:lnTo>
                <a:lnTo>
                  <a:pt x="763" y="147"/>
                </a:lnTo>
                <a:lnTo>
                  <a:pt x="764" y="147"/>
                </a:lnTo>
                <a:lnTo>
                  <a:pt x="765" y="147"/>
                </a:lnTo>
                <a:lnTo>
                  <a:pt x="766" y="147"/>
                </a:lnTo>
                <a:lnTo>
                  <a:pt x="766" y="148"/>
                </a:lnTo>
                <a:lnTo>
                  <a:pt x="766" y="149"/>
                </a:lnTo>
                <a:lnTo>
                  <a:pt x="766" y="150"/>
                </a:lnTo>
                <a:lnTo>
                  <a:pt x="766" y="151"/>
                </a:lnTo>
                <a:lnTo>
                  <a:pt x="766" y="152"/>
                </a:lnTo>
                <a:lnTo>
                  <a:pt x="766" y="153"/>
                </a:lnTo>
                <a:lnTo>
                  <a:pt x="766" y="154"/>
                </a:lnTo>
                <a:lnTo>
                  <a:pt x="766" y="155"/>
                </a:lnTo>
                <a:lnTo>
                  <a:pt x="768" y="155"/>
                </a:lnTo>
                <a:lnTo>
                  <a:pt x="768" y="156"/>
                </a:lnTo>
                <a:lnTo>
                  <a:pt x="769" y="156"/>
                </a:lnTo>
                <a:lnTo>
                  <a:pt x="769" y="157"/>
                </a:lnTo>
                <a:lnTo>
                  <a:pt x="770" y="157"/>
                </a:lnTo>
                <a:lnTo>
                  <a:pt x="771" y="158"/>
                </a:lnTo>
                <a:lnTo>
                  <a:pt x="772" y="158"/>
                </a:lnTo>
                <a:lnTo>
                  <a:pt x="772" y="159"/>
                </a:lnTo>
                <a:lnTo>
                  <a:pt x="772" y="160"/>
                </a:lnTo>
                <a:lnTo>
                  <a:pt x="771" y="161"/>
                </a:lnTo>
                <a:lnTo>
                  <a:pt x="770" y="162"/>
                </a:lnTo>
                <a:lnTo>
                  <a:pt x="770" y="163"/>
                </a:lnTo>
                <a:lnTo>
                  <a:pt x="769" y="163"/>
                </a:lnTo>
                <a:lnTo>
                  <a:pt x="768" y="163"/>
                </a:lnTo>
                <a:lnTo>
                  <a:pt x="768" y="164"/>
                </a:lnTo>
                <a:lnTo>
                  <a:pt x="767" y="164"/>
                </a:lnTo>
                <a:lnTo>
                  <a:pt x="767" y="165"/>
                </a:lnTo>
                <a:lnTo>
                  <a:pt x="766" y="165"/>
                </a:lnTo>
                <a:lnTo>
                  <a:pt x="766" y="166"/>
                </a:lnTo>
                <a:lnTo>
                  <a:pt x="766" y="168"/>
                </a:lnTo>
                <a:lnTo>
                  <a:pt x="765" y="169"/>
                </a:lnTo>
                <a:lnTo>
                  <a:pt x="765" y="170"/>
                </a:lnTo>
                <a:lnTo>
                  <a:pt x="765" y="171"/>
                </a:lnTo>
                <a:lnTo>
                  <a:pt x="765" y="172"/>
                </a:lnTo>
                <a:lnTo>
                  <a:pt x="765" y="173"/>
                </a:lnTo>
                <a:lnTo>
                  <a:pt x="765" y="174"/>
                </a:lnTo>
                <a:lnTo>
                  <a:pt x="766" y="175"/>
                </a:lnTo>
                <a:lnTo>
                  <a:pt x="766" y="176"/>
                </a:lnTo>
                <a:lnTo>
                  <a:pt x="767" y="176"/>
                </a:lnTo>
                <a:lnTo>
                  <a:pt x="768" y="176"/>
                </a:lnTo>
                <a:lnTo>
                  <a:pt x="768" y="177"/>
                </a:lnTo>
                <a:lnTo>
                  <a:pt x="767" y="177"/>
                </a:lnTo>
                <a:lnTo>
                  <a:pt x="767" y="178"/>
                </a:lnTo>
                <a:lnTo>
                  <a:pt x="767" y="179"/>
                </a:lnTo>
                <a:lnTo>
                  <a:pt x="768" y="180"/>
                </a:lnTo>
                <a:lnTo>
                  <a:pt x="768" y="181"/>
                </a:lnTo>
                <a:lnTo>
                  <a:pt x="768" y="182"/>
                </a:lnTo>
                <a:lnTo>
                  <a:pt x="768" y="181"/>
                </a:lnTo>
                <a:lnTo>
                  <a:pt x="769" y="181"/>
                </a:lnTo>
                <a:lnTo>
                  <a:pt x="770" y="181"/>
                </a:lnTo>
                <a:lnTo>
                  <a:pt x="771" y="182"/>
                </a:lnTo>
                <a:lnTo>
                  <a:pt x="771" y="183"/>
                </a:lnTo>
                <a:lnTo>
                  <a:pt x="770" y="183"/>
                </a:lnTo>
                <a:lnTo>
                  <a:pt x="770" y="184"/>
                </a:lnTo>
                <a:lnTo>
                  <a:pt x="770" y="185"/>
                </a:lnTo>
                <a:lnTo>
                  <a:pt x="770" y="186"/>
                </a:lnTo>
                <a:lnTo>
                  <a:pt x="771" y="187"/>
                </a:lnTo>
                <a:lnTo>
                  <a:pt x="771" y="188"/>
                </a:lnTo>
                <a:lnTo>
                  <a:pt x="771" y="189"/>
                </a:lnTo>
                <a:lnTo>
                  <a:pt x="770" y="190"/>
                </a:lnTo>
                <a:lnTo>
                  <a:pt x="770" y="191"/>
                </a:lnTo>
                <a:lnTo>
                  <a:pt x="769" y="191"/>
                </a:lnTo>
                <a:lnTo>
                  <a:pt x="768" y="191"/>
                </a:lnTo>
                <a:lnTo>
                  <a:pt x="768" y="192"/>
                </a:lnTo>
                <a:lnTo>
                  <a:pt x="768" y="193"/>
                </a:lnTo>
                <a:lnTo>
                  <a:pt x="769" y="194"/>
                </a:lnTo>
                <a:lnTo>
                  <a:pt x="770" y="194"/>
                </a:lnTo>
                <a:lnTo>
                  <a:pt x="770" y="195"/>
                </a:lnTo>
                <a:lnTo>
                  <a:pt x="770" y="196"/>
                </a:lnTo>
                <a:lnTo>
                  <a:pt x="770" y="198"/>
                </a:lnTo>
                <a:lnTo>
                  <a:pt x="769" y="198"/>
                </a:lnTo>
                <a:lnTo>
                  <a:pt x="768" y="198"/>
                </a:lnTo>
                <a:lnTo>
                  <a:pt x="769" y="199"/>
                </a:lnTo>
                <a:lnTo>
                  <a:pt x="770" y="199"/>
                </a:lnTo>
                <a:lnTo>
                  <a:pt x="771" y="199"/>
                </a:lnTo>
                <a:lnTo>
                  <a:pt x="771" y="198"/>
                </a:lnTo>
                <a:lnTo>
                  <a:pt x="772" y="198"/>
                </a:lnTo>
                <a:lnTo>
                  <a:pt x="773" y="199"/>
                </a:lnTo>
                <a:lnTo>
                  <a:pt x="775" y="201"/>
                </a:lnTo>
                <a:lnTo>
                  <a:pt x="775" y="202"/>
                </a:lnTo>
                <a:lnTo>
                  <a:pt x="775" y="203"/>
                </a:lnTo>
                <a:lnTo>
                  <a:pt x="776" y="203"/>
                </a:lnTo>
                <a:lnTo>
                  <a:pt x="776" y="204"/>
                </a:lnTo>
                <a:lnTo>
                  <a:pt x="775" y="205"/>
                </a:lnTo>
                <a:lnTo>
                  <a:pt x="775" y="206"/>
                </a:lnTo>
                <a:lnTo>
                  <a:pt x="776" y="206"/>
                </a:lnTo>
                <a:lnTo>
                  <a:pt x="776" y="207"/>
                </a:lnTo>
                <a:lnTo>
                  <a:pt x="776" y="208"/>
                </a:lnTo>
                <a:lnTo>
                  <a:pt x="777" y="210"/>
                </a:lnTo>
                <a:lnTo>
                  <a:pt x="777" y="211"/>
                </a:lnTo>
                <a:lnTo>
                  <a:pt x="778" y="212"/>
                </a:lnTo>
                <a:lnTo>
                  <a:pt x="778" y="214"/>
                </a:lnTo>
                <a:lnTo>
                  <a:pt x="778" y="215"/>
                </a:lnTo>
                <a:lnTo>
                  <a:pt x="778" y="216"/>
                </a:lnTo>
                <a:lnTo>
                  <a:pt x="778" y="218"/>
                </a:lnTo>
                <a:lnTo>
                  <a:pt x="779" y="219"/>
                </a:lnTo>
                <a:lnTo>
                  <a:pt x="780" y="220"/>
                </a:lnTo>
                <a:lnTo>
                  <a:pt x="781" y="220"/>
                </a:lnTo>
                <a:lnTo>
                  <a:pt x="781" y="221"/>
                </a:lnTo>
                <a:lnTo>
                  <a:pt x="782" y="222"/>
                </a:lnTo>
                <a:lnTo>
                  <a:pt x="783" y="222"/>
                </a:lnTo>
                <a:lnTo>
                  <a:pt x="785" y="223"/>
                </a:lnTo>
                <a:lnTo>
                  <a:pt x="785" y="224"/>
                </a:lnTo>
                <a:lnTo>
                  <a:pt x="786" y="224"/>
                </a:lnTo>
                <a:lnTo>
                  <a:pt x="787" y="223"/>
                </a:lnTo>
                <a:lnTo>
                  <a:pt x="788" y="223"/>
                </a:lnTo>
                <a:lnTo>
                  <a:pt x="788" y="224"/>
                </a:lnTo>
                <a:lnTo>
                  <a:pt x="789" y="225"/>
                </a:lnTo>
                <a:lnTo>
                  <a:pt x="790" y="225"/>
                </a:lnTo>
                <a:lnTo>
                  <a:pt x="791" y="225"/>
                </a:lnTo>
                <a:lnTo>
                  <a:pt x="792" y="226"/>
                </a:lnTo>
                <a:lnTo>
                  <a:pt x="793" y="227"/>
                </a:lnTo>
                <a:lnTo>
                  <a:pt x="793" y="228"/>
                </a:lnTo>
                <a:lnTo>
                  <a:pt x="792" y="228"/>
                </a:lnTo>
                <a:lnTo>
                  <a:pt x="790" y="229"/>
                </a:lnTo>
                <a:lnTo>
                  <a:pt x="789" y="230"/>
                </a:lnTo>
                <a:lnTo>
                  <a:pt x="788" y="231"/>
                </a:lnTo>
                <a:lnTo>
                  <a:pt x="787" y="232"/>
                </a:lnTo>
                <a:lnTo>
                  <a:pt x="787" y="233"/>
                </a:lnTo>
                <a:lnTo>
                  <a:pt x="786" y="233"/>
                </a:lnTo>
                <a:lnTo>
                  <a:pt x="786" y="234"/>
                </a:lnTo>
                <a:lnTo>
                  <a:pt x="785" y="234"/>
                </a:lnTo>
                <a:lnTo>
                  <a:pt x="784" y="234"/>
                </a:lnTo>
                <a:lnTo>
                  <a:pt x="784" y="235"/>
                </a:lnTo>
                <a:lnTo>
                  <a:pt x="783" y="235"/>
                </a:lnTo>
                <a:lnTo>
                  <a:pt x="782" y="236"/>
                </a:lnTo>
                <a:lnTo>
                  <a:pt x="783" y="236"/>
                </a:lnTo>
                <a:lnTo>
                  <a:pt x="782" y="236"/>
                </a:lnTo>
                <a:lnTo>
                  <a:pt x="782" y="237"/>
                </a:lnTo>
                <a:lnTo>
                  <a:pt x="782" y="236"/>
                </a:lnTo>
                <a:lnTo>
                  <a:pt x="781" y="236"/>
                </a:lnTo>
                <a:lnTo>
                  <a:pt x="781" y="235"/>
                </a:lnTo>
                <a:lnTo>
                  <a:pt x="782" y="235"/>
                </a:lnTo>
                <a:lnTo>
                  <a:pt x="782" y="234"/>
                </a:lnTo>
                <a:lnTo>
                  <a:pt x="782" y="235"/>
                </a:lnTo>
                <a:lnTo>
                  <a:pt x="782" y="233"/>
                </a:lnTo>
                <a:lnTo>
                  <a:pt x="781" y="233"/>
                </a:lnTo>
                <a:lnTo>
                  <a:pt x="782" y="232"/>
                </a:lnTo>
                <a:lnTo>
                  <a:pt x="782" y="231"/>
                </a:lnTo>
                <a:lnTo>
                  <a:pt x="781" y="230"/>
                </a:lnTo>
                <a:lnTo>
                  <a:pt x="781" y="229"/>
                </a:lnTo>
                <a:lnTo>
                  <a:pt x="781" y="228"/>
                </a:lnTo>
                <a:lnTo>
                  <a:pt x="778" y="228"/>
                </a:lnTo>
                <a:lnTo>
                  <a:pt x="778" y="227"/>
                </a:lnTo>
                <a:lnTo>
                  <a:pt x="776" y="227"/>
                </a:lnTo>
                <a:lnTo>
                  <a:pt x="775" y="227"/>
                </a:lnTo>
                <a:lnTo>
                  <a:pt x="775" y="228"/>
                </a:lnTo>
                <a:lnTo>
                  <a:pt x="774" y="227"/>
                </a:lnTo>
                <a:lnTo>
                  <a:pt x="773" y="227"/>
                </a:lnTo>
                <a:lnTo>
                  <a:pt x="772" y="226"/>
                </a:lnTo>
                <a:lnTo>
                  <a:pt x="772" y="227"/>
                </a:lnTo>
                <a:lnTo>
                  <a:pt x="771" y="227"/>
                </a:lnTo>
                <a:lnTo>
                  <a:pt x="771" y="228"/>
                </a:lnTo>
                <a:lnTo>
                  <a:pt x="770" y="228"/>
                </a:lnTo>
                <a:lnTo>
                  <a:pt x="769" y="228"/>
                </a:lnTo>
                <a:lnTo>
                  <a:pt x="769" y="229"/>
                </a:lnTo>
                <a:lnTo>
                  <a:pt x="769" y="230"/>
                </a:lnTo>
                <a:lnTo>
                  <a:pt x="770" y="230"/>
                </a:lnTo>
                <a:lnTo>
                  <a:pt x="771" y="230"/>
                </a:lnTo>
                <a:lnTo>
                  <a:pt x="771" y="231"/>
                </a:lnTo>
                <a:lnTo>
                  <a:pt x="770" y="232"/>
                </a:lnTo>
                <a:lnTo>
                  <a:pt x="769" y="232"/>
                </a:lnTo>
                <a:lnTo>
                  <a:pt x="769" y="233"/>
                </a:lnTo>
                <a:lnTo>
                  <a:pt x="769" y="234"/>
                </a:lnTo>
                <a:lnTo>
                  <a:pt x="769" y="235"/>
                </a:lnTo>
                <a:lnTo>
                  <a:pt x="769" y="236"/>
                </a:lnTo>
                <a:lnTo>
                  <a:pt x="770" y="236"/>
                </a:lnTo>
                <a:lnTo>
                  <a:pt x="770" y="235"/>
                </a:lnTo>
                <a:lnTo>
                  <a:pt x="770" y="234"/>
                </a:lnTo>
                <a:lnTo>
                  <a:pt x="771" y="235"/>
                </a:lnTo>
                <a:lnTo>
                  <a:pt x="772" y="235"/>
                </a:lnTo>
                <a:lnTo>
                  <a:pt x="773" y="234"/>
                </a:lnTo>
                <a:lnTo>
                  <a:pt x="774" y="234"/>
                </a:lnTo>
                <a:lnTo>
                  <a:pt x="775" y="234"/>
                </a:lnTo>
                <a:lnTo>
                  <a:pt x="775" y="235"/>
                </a:lnTo>
                <a:lnTo>
                  <a:pt x="775" y="236"/>
                </a:lnTo>
                <a:lnTo>
                  <a:pt x="774" y="236"/>
                </a:lnTo>
                <a:lnTo>
                  <a:pt x="773" y="236"/>
                </a:lnTo>
                <a:lnTo>
                  <a:pt x="773" y="237"/>
                </a:lnTo>
                <a:lnTo>
                  <a:pt x="772" y="238"/>
                </a:lnTo>
                <a:lnTo>
                  <a:pt x="772" y="239"/>
                </a:lnTo>
                <a:lnTo>
                  <a:pt x="772" y="240"/>
                </a:lnTo>
                <a:lnTo>
                  <a:pt x="772" y="241"/>
                </a:lnTo>
                <a:lnTo>
                  <a:pt x="771" y="241"/>
                </a:lnTo>
                <a:lnTo>
                  <a:pt x="770" y="240"/>
                </a:lnTo>
                <a:lnTo>
                  <a:pt x="769" y="240"/>
                </a:lnTo>
                <a:lnTo>
                  <a:pt x="768" y="240"/>
                </a:lnTo>
                <a:lnTo>
                  <a:pt x="767" y="240"/>
                </a:lnTo>
                <a:lnTo>
                  <a:pt x="766" y="239"/>
                </a:lnTo>
                <a:lnTo>
                  <a:pt x="766" y="238"/>
                </a:lnTo>
                <a:lnTo>
                  <a:pt x="767" y="238"/>
                </a:lnTo>
                <a:lnTo>
                  <a:pt x="768" y="237"/>
                </a:lnTo>
                <a:lnTo>
                  <a:pt x="769" y="237"/>
                </a:lnTo>
                <a:lnTo>
                  <a:pt x="767" y="237"/>
                </a:lnTo>
                <a:lnTo>
                  <a:pt x="766" y="237"/>
                </a:lnTo>
                <a:lnTo>
                  <a:pt x="766" y="238"/>
                </a:lnTo>
                <a:lnTo>
                  <a:pt x="765" y="237"/>
                </a:lnTo>
                <a:lnTo>
                  <a:pt x="765" y="236"/>
                </a:lnTo>
                <a:lnTo>
                  <a:pt x="764" y="236"/>
                </a:lnTo>
                <a:lnTo>
                  <a:pt x="762" y="235"/>
                </a:lnTo>
                <a:lnTo>
                  <a:pt x="761" y="235"/>
                </a:lnTo>
                <a:lnTo>
                  <a:pt x="760" y="236"/>
                </a:lnTo>
                <a:lnTo>
                  <a:pt x="761" y="236"/>
                </a:lnTo>
                <a:lnTo>
                  <a:pt x="762" y="237"/>
                </a:lnTo>
                <a:lnTo>
                  <a:pt x="761" y="239"/>
                </a:lnTo>
                <a:lnTo>
                  <a:pt x="760" y="241"/>
                </a:lnTo>
                <a:lnTo>
                  <a:pt x="760" y="242"/>
                </a:lnTo>
                <a:lnTo>
                  <a:pt x="759" y="242"/>
                </a:lnTo>
                <a:lnTo>
                  <a:pt x="758" y="242"/>
                </a:lnTo>
                <a:lnTo>
                  <a:pt x="759" y="242"/>
                </a:lnTo>
                <a:lnTo>
                  <a:pt x="759" y="243"/>
                </a:lnTo>
                <a:lnTo>
                  <a:pt x="759" y="244"/>
                </a:lnTo>
                <a:lnTo>
                  <a:pt x="758" y="245"/>
                </a:lnTo>
                <a:lnTo>
                  <a:pt x="759" y="245"/>
                </a:lnTo>
                <a:lnTo>
                  <a:pt x="760" y="245"/>
                </a:lnTo>
                <a:lnTo>
                  <a:pt x="760" y="246"/>
                </a:lnTo>
                <a:lnTo>
                  <a:pt x="759" y="247"/>
                </a:lnTo>
                <a:lnTo>
                  <a:pt x="759" y="246"/>
                </a:lnTo>
                <a:lnTo>
                  <a:pt x="757" y="246"/>
                </a:lnTo>
                <a:lnTo>
                  <a:pt x="757" y="247"/>
                </a:lnTo>
                <a:lnTo>
                  <a:pt x="756" y="247"/>
                </a:lnTo>
                <a:lnTo>
                  <a:pt x="755" y="247"/>
                </a:lnTo>
                <a:lnTo>
                  <a:pt x="754" y="247"/>
                </a:lnTo>
                <a:lnTo>
                  <a:pt x="755" y="248"/>
                </a:lnTo>
                <a:lnTo>
                  <a:pt x="756" y="247"/>
                </a:lnTo>
                <a:lnTo>
                  <a:pt x="757" y="248"/>
                </a:lnTo>
                <a:lnTo>
                  <a:pt x="758" y="248"/>
                </a:lnTo>
                <a:lnTo>
                  <a:pt x="759" y="248"/>
                </a:lnTo>
                <a:lnTo>
                  <a:pt x="759" y="249"/>
                </a:lnTo>
                <a:lnTo>
                  <a:pt x="758" y="249"/>
                </a:lnTo>
                <a:lnTo>
                  <a:pt x="758" y="250"/>
                </a:lnTo>
                <a:lnTo>
                  <a:pt x="758" y="251"/>
                </a:lnTo>
                <a:lnTo>
                  <a:pt x="758" y="252"/>
                </a:lnTo>
                <a:lnTo>
                  <a:pt x="759" y="252"/>
                </a:lnTo>
                <a:lnTo>
                  <a:pt x="758" y="252"/>
                </a:lnTo>
                <a:lnTo>
                  <a:pt x="757" y="252"/>
                </a:lnTo>
                <a:lnTo>
                  <a:pt x="756" y="253"/>
                </a:lnTo>
                <a:lnTo>
                  <a:pt x="756" y="254"/>
                </a:lnTo>
                <a:lnTo>
                  <a:pt x="755" y="255"/>
                </a:lnTo>
                <a:lnTo>
                  <a:pt x="755" y="256"/>
                </a:lnTo>
                <a:lnTo>
                  <a:pt x="754" y="255"/>
                </a:lnTo>
                <a:lnTo>
                  <a:pt x="754" y="254"/>
                </a:lnTo>
                <a:lnTo>
                  <a:pt x="753" y="254"/>
                </a:lnTo>
                <a:lnTo>
                  <a:pt x="753" y="255"/>
                </a:lnTo>
                <a:lnTo>
                  <a:pt x="753" y="256"/>
                </a:lnTo>
                <a:lnTo>
                  <a:pt x="754" y="257"/>
                </a:lnTo>
                <a:lnTo>
                  <a:pt x="753" y="258"/>
                </a:lnTo>
                <a:lnTo>
                  <a:pt x="752" y="258"/>
                </a:lnTo>
                <a:lnTo>
                  <a:pt x="752" y="259"/>
                </a:lnTo>
                <a:lnTo>
                  <a:pt x="751" y="260"/>
                </a:lnTo>
                <a:lnTo>
                  <a:pt x="751" y="261"/>
                </a:lnTo>
                <a:lnTo>
                  <a:pt x="751" y="262"/>
                </a:lnTo>
                <a:lnTo>
                  <a:pt x="750" y="262"/>
                </a:lnTo>
                <a:lnTo>
                  <a:pt x="750" y="263"/>
                </a:lnTo>
                <a:lnTo>
                  <a:pt x="749" y="263"/>
                </a:lnTo>
                <a:lnTo>
                  <a:pt x="749" y="262"/>
                </a:lnTo>
                <a:lnTo>
                  <a:pt x="748" y="262"/>
                </a:lnTo>
                <a:lnTo>
                  <a:pt x="748" y="263"/>
                </a:lnTo>
                <a:lnTo>
                  <a:pt x="748" y="264"/>
                </a:lnTo>
                <a:lnTo>
                  <a:pt x="748" y="265"/>
                </a:lnTo>
                <a:lnTo>
                  <a:pt x="748" y="266"/>
                </a:lnTo>
                <a:lnTo>
                  <a:pt x="749" y="266"/>
                </a:lnTo>
                <a:lnTo>
                  <a:pt x="749" y="267"/>
                </a:lnTo>
                <a:lnTo>
                  <a:pt x="749" y="271"/>
                </a:lnTo>
                <a:lnTo>
                  <a:pt x="749" y="272"/>
                </a:lnTo>
                <a:lnTo>
                  <a:pt x="750" y="273"/>
                </a:lnTo>
                <a:lnTo>
                  <a:pt x="751" y="273"/>
                </a:lnTo>
                <a:lnTo>
                  <a:pt x="752" y="273"/>
                </a:lnTo>
                <a:lnTo>
                  <a:pt x="753" y="273"/>
                </a:lnTo>
                <a:lnTo>
                  <a:pt x="752" y="273"/>
                </a:lnTo>
                <a:lnTo>
                  <a:pt x="752" y="274"/>
                </a:lnTo>
                <a:lnTo>
                  <a:pt x="752" y="275"/>
                </a:lnTo>
                <a:lnTo>
                  <a:pt x="751" y="275"/>
                </a:lnTo>
                <a:lnTo>
                  <a:pt x="752" y="275"/>
                </a:lnTo>
                <a:lnTo>
                  <a:pt x="752" y="276"/>
                </a:lnTo>
                <a:lnTo>
                  <a:pt x="751" y="276"/>
                </a:lnTo>
                <a:lnTo>
                  <a:pt x="751" y="277"/>
                </a:lnTo>
                <a:lnTo>
                  <a:pt x="751" y="276"/>
                </a:lnTo>
                <a:lnTo>
                  <a:pt x="750" y="276"/>
                </a:lnTo>
                <a:lnTo>
                  <a:pt x="750" y="275"/>
                </a:lnTo>
                <a:lnTo>
                  <a:pt x="749" y="274"/>
                </a:lnTo>
                <a:lnTo>
                  <a:pt x="748" y="274"/>
                </a:lnTo>
                <a:lnTo>
                  <a:pt x="748" y="275"/>
                </a:lnTo>
                <a:lnTo>
                  <a:pt x="748" y="274"/>
                </a:lnTo>
                <a:lnTo>
                  <a:pt x="747" y="274"/>
                </a:lnTo>
                <a:lnTo>
                  <a:pt x="747" y="273"/>
                </a:lnTo>
                <a:lnTo>
                  <a:pt x="747" y="272"/>
                </a:lnTo>
                <a:lnTo>
                  <a:pt x="746" y="272"/>
                </a:lnTo>
                <a:lnTo>
                  <a:pt x="746" y="271"/>
                </a:lnTo>
                <a:lnTo>
                  <a:pt x="745" y="270"/>
                </a:lnTo>
                <a:lnTo>
                  <a:pt x="744" y="270"/>
                </a:lnTo>
                <a:lnTo>
                  <a:pt x="744" y="271"/>
                </a:lnTo>
                <a:lnTo>
                  <a:pt x="744" y="272"/>
                </a:lnTo>
                <a:lnTo>
                  <a:pt x="744" y="271"/>
                </a:lnTo>
                <a:lnTo>
                  <a:pt x="745" y="271"/>
                </a:lnTo>
                <a:lnTo>
                  <a:pt x="746" y="272"/>
                </a:lnTo>
                <a:lnTo>
                  <a:pt x="745" y="272"/>
                </a:lnTo>
                <a:lnTo>
                  <a:pt x="744" y="272"/>
                </a:lnTo>
                <a:lnTo>
                  <a:pt x="743" y="273"/>
                </a:lnTo>
                <a:lnTo>
                  <a:pt x="742" y="273"/>
                </a:lnTo>
                <a:lnTo>
                  <a:pt x="741" y="273"/>
                </a:lnTo>
                <a:lnTo>
                  <a:pt x="741" y="274"/>
                </a:lnTo>
                <a:lnTo>
                  <a:pt x="740" y="275"/>
                </a:lnTo>
                <a:lnTo>
                  <a:pt x="739" y="276"/>
                </a:lnTo>
                <a:lnTo>
                  <a:pt x="738" y="277"/>
                </a:lnTo>
                <a:lnTo>
                  <a:pt x="738" y="278"/>
                </a:lnTo>
                <a:lnTo>
                  <a:pt x="737" y="278"/>
                </a:lnTo>
                <a:lnTo>
                  <a:pt x="738" y="279"/>
                </a:lnTo>
                <a:lnTo>
                  <a:pt x="737" y="280"/>
                </a:lnTo>
                <a:lnTo>
                  <a:pt x="736" y="282"/>
                </a:lnTo>
                <a:lnTo>
                  <a:pt x="735" y="282"/>
                </a:lnTo>
                <a:lnTo>
                  <a:pt x="734" y="281"/>
                </a:lnTo>
                <a:lnTo>
                  <a:pt x="735" y="281"/>
                </a:lnTo>
                <a:lnTo>
                  <a:pt x="735" y="280"/>
                </a:lnTo>
                <a:lnTo>
                  <a:pt x="734" y="280"/>
                </a:lnTo>
                <a:lnTo>
                  <a:pt x="733" y="280"/>
                </a:lnTo>
                <a:lnTo>
                  <a:pt x="732" y="280"/>
                </a:lnTo>
                <a:lnTo>
                  <a:pt x="732" y="279"/>
                </a:lnTo>
                <a:lnTo>
                  <a:pt x="732" y="278"/>
                </a:lnTo>
                <a:lnTo>
                  <a:pt x="733" y="278"/>
                </a:lnTo>
                <a:lnTo>
                  <a:pt x="733" y="276"/>
                </a:lnTo>
                <a:lnTo>
                  <a:pt x="732" y="276"/>
                </a:lnTo>
                <a:lnTo>
                  <a:pt x="732" y="277"/>
                </a:lnTo>
                <a:lnTo>
                  <a:pt x="733" y="277"/>
                </a:lnTo>
                <a:lnTo>
                  <a:pt x="732" y="277"/>
                </a:lnTo>
                <a:lnTo>
                  <a:pt x="731" y="278"/>
                </a:lnTo>
                <a:lnTo>
                  <a:pt x="731" y="279"/>
                </a:lnTo>
                <a:lnTo>
                  <a:pt x="730" y="279"/>
                </a:lnTo>
                <a:lnTo>
                  <a:pt x="729" y="280"/>
                </a:lnTo>
                <a:lnTo>
                  <a:pt x="728" y="280"/>
                </a:lnTo>
                <a:lnTo>
                  <a:pt x="728" y="281"/>
                </a:lnTo>
                <a:lnTo>
                  <a:pt x="727" y="282"/>
                </a:lnTo>
                <a:lnTo>
                  <a:pt x="726" y="282"/>
                </a:lnTo>
                <a:lnTo>
                  <a:pt x="726" y="283"/>
                </a:lnTo>
                <a:lnTo>
                  <a:pt x="725" y="284"/>
                </a:lnTo>
                <a:lnTo>
                  <a:pt x="725" y="285"/>
                </a:lnTo>
                <a:lnTo>
                  <a:pt x="724" y="287"/>
                </a:lnTo>
                <a:lnTo>
                  <a:pt x="724" y="289"/>
                </a:lnTo>
                <a:lnTo>
                  <a:pt x="725" y="290"/>
                </a:lnTo>
                <a:lnTo>
                  <a:pt x="725" y="291"/>
                </a:lnTo>
                <a:lnTo>
                  <a:pt x="726" y="291"/>
                </a:lnTo>
                <a:lnTo>
                  <a:pt x="726" y="292"/>
                </a:lnTo>
                <a:lnTo>
                  <a:pt x="726" y="293"/>
                </a:lnTo>
                <a:lnTo>
                  <a:pt x="725" y="293"/>
                </a:lnTo>
                <a:lnTo>
                  <a:pt x="725" y="294"/>
                </a:lnTo>
                <a:lnTo>
                  <a:pt x="725" y="295"/>
                </a:lnTo>
                <a:lnTo>
                  <a:pt x="726" y="296"/>
                </a:lnTo>
                <a:lnTo>
                  <a:pt x="726" y="297"/>
                </a:lnTo>
                <a:lnTo>
                  <a:pt x="726" y="298"/>
                </a:lnTo>
                <a:lnTo>
                  <a:pt x="727" y="299"/>
                </a:lnTo>
                <a:lnTo>
                  <a:pt x="727" y="300"/>
                </a:lnTo>
                <a:lnTo>
                  <a:pt x="726" y="300"/>
                </a:lnTo>
                <a:lnTo>
                  <a:pt x="727" y="301"/>
                </a:lnTo>
                <a:lnTo>
                  <a:pt x="726" y="301"/>
                </a:lnTo>
                <a:lnTo>
                  <a:pt x="726" y="302"/>
                </a:lnTo>
                <a:lnTo>
                  <a:pt x="725" y="302"/>
                </a:lnTo>
                <a:lnTo>
                  <a:pt x="725" y="301"/>
                </a:lnTo>
                <a:lnTo>
                  <a:pt x="724" y="301"/>
                </a:lnTo>
                <a:lnTo>
                  <a:pt x="723" y="301"/>
                </a:lnTo>
                <a:lnTo>
                  <a:pt x="723" y="302"/>
                </a:lnTo>
                <a:lnTo>
                  <a:pt x="722" y="302"/>
                </a:lnTo>
                <a:lnTo>
                  <a:pt x="722" y="303"/>
                </a:lnTo>
                <a:lnTo>
                  <a:pt x="722" y="304"/>
                </a:lnTo>
                <a:lnTo>
                  <a:pt x="722" y="305"/>
                </a:lnTo>
                <a:lnTo>
                  <a:pt x="722" y="306"/>
                </a:lnTo>
                <a:lnTo>
                  <a:pt x="721" y="307"/>
                </a:lnTo>
                <a:lnTo>
                  <a:pt x="721" y="308"/>
                </a:lnTo>
                <a:lnTo>
                  <a:pt x="720" y="309"/>
                </a:lnTo>
                <a:lnTo>
                  <a:pt x="719" y="309"/>
                </a:lnTo>
                <a:lnTo>
                  <a:pt x="718" y="308"/>
                </a:lnTo>
                <a:lnTo>
                  <a:pt x="717" y="308"/>
                </a:lnTo>
                <a:lnTo>
                  <a:pt x="716" y="308"/>
                </a:lnTo>
                <a:lnTo>
                  <a:pt x="715" y="308"/>
                </a:lnTo>
                <a:lnTo>
                  <a:pt x="714" y="309"/>
                </a:lnTo>
                <a:lnTo>
                  <a:pt x="713" y="309"/>
                </a:lnTo>
                <a:lnTo>
                  <a:pt x="712" y="309"/>
                </a:lnTo>
                <a:lnTo>
                  <a:pt x="711" y="309"/>
                </a:lnTo>
                <a:lnTo>
                  <a:pt x="710" y="310"/>
                </a:lnTo>
                <a:lnTo>
                  <a:pt x="709" y="310"/>
                </a:lnTo>
                <a:lnTo>
                  <a:pt x="708" y="310"/>
                </a:lnTo>
                <a:lnTo>
                  <a:pt x="707" y="310"/>
                </a:lnTo>
                <a:lnTo>
                  <a:pt x="706" y="310"/>
                </a:lnTo>
                <a:lnTo>
                  <a:pt x="705" y="309"/>
                </a:lnTo>
                <a:lnTo>
                  <a:pt x="704" y="308"/>
                </a:lnTo>
                <a:lnTo>
                  <a:pt x="703" y="308"/>
                </a:lnTo>
                <a:lnTo>
                  <a:pt x="702" y="308"/>
                </a:lnTo>
                <a:lnTo>
                  <a:pt x="702" y="307"/>
                </a:lnTo>
                <a:lnTo>
                  <a:pt x="702" y="306"/>
                </a:lnTo>
                <a:lnTo>
                  <a:pt x="701" y="306"/>
                </a:lnTo>
                <a:lnTo>
                  <a:pt x="699" y="307"/>
                </a:lnTo>
                <a:lnTo>
                  <a:pt x="698" y="307"/>
                </a:lnTo>
                <a:lnTo>
                  <a:pt x="697" y="307"/>
                </a:lnTo>
                <a:lnTo>
                  <a:pt x="696" y="308"/>
                </a:lnTo>
                <a:lnTo>
                  <a:pt x="695" y="308"/>
                </a:lnTo>
                <a:lnTo>
                  <a:pt x="694" y="309"/>
                </a:lnTo>
                <a:lnTo>
                  <a:pt x="693" y="309"/>
                </a:lnTo>
                <a:lnTo>
                  <a:pt x="693" y="310"/>
                </a:lnTo>
                <a:lnTo>
                  <a:pt x="691" y="311"/>
                </a:lnTo>
                <a:lnTo>
                  <a:pt x="691" y="312"/>
                </a:lnTo>
                <a:lnTo>
                  <a:pt x="690" y="312"/>
                </a:lnTo>
                <a:lnTo>
                  <a:pt x="690" y="313"/>
                </a:lnTo>
                <a:lnTo>
                  <a:pt x="689" y="314"/>
                </a:lnTo>
                <a:lnTo>
                  <a:pt x="687" y="316"/>
                </a:lnTo>
                <a:lnTo>
                  <a:pt x="686" y="317"/>
                </a:lnTo>
                <a:lnTo>
                  <a:pt x="686" y="318"/>
                </a:lnTo>
                <a:lnTo>
                  <a:pt x="683" y="320"/>
                </a:lnTo>
                <a:lnTo>
                  <a:pt x="682" y="321"/>
                </a:lnTo>
                <a:lnTo>
                  <a:pt x="681" y="321"/>
                </a:lnTo>
                <a:lnTo>
                  <a:pt x="680" y="321"/>
                </a:lnTo>
                <a:lnTo>
                  <a:pt x="679" y="322"/>
                </a:lnTo>
                <a:lnTo>
                  <a:pt x="678" y="323"/>
                </a:lnTo>
                <a:lnTo>
                  <a:pt x="677" y="323"/>
                </a:lnTo>
                <a:lnTo>
                  <a:pt x="677" y="322"/>
                </a:lnTo>
                <a:lnTo>
                  <a:pt x="677" y="321"/>
                </a:lnTo>
                <a:lnTo>
                  <a:pt x="676" y="320"/>
                </a:lnTo>
                <a:lnTo>
                  <a:pt x="675" y="320"/>
                </a:lnTo>
                <a:lnTo>
                  <a:pt x="674" y="320"/>
                </a:lnTo>
                <a:lnTo>
                  <a:pt x="673" y="320"/>
                </a:lnTo>
                <a:lnTo>
                  <a:pt x="672" y="320"/>
                </a:lnTo>
                <a:lnTo>
                  <a:pt x="670" y="320"/>
                </a:lnTo>
                <a:lnTo>
                  <a:pt x="670" y="321"/>
                </a:lnTo>
                <a:lnTo>
                  <a:pt x="669" y="321"/>
                </a:lnTo>
                <a:lnTo>
                  <a:pt x="669" y="322"/>
                </a:lnTo>
                <a:lnTo>
                  <a:pt x="668" y="322"/>
                </a:lnTo>
                <a:lnTo>
                  <a:pt x="667" y="321"/>
                </a:lnTo>
                <a:lnTo>
                  <a:pt x="666" y="322"/>
                </a:lnTo>
                <a:lnTo>
                  <a:pt x="665" y="323"/>
                </a:lnTo>
                <a:lnTo>
                  <a:pt x="664" y="324"/>
                </a:lnTo>
                <a:lnTo>
                  <a:pt x="664" y="325"/>
                </a:lnTo>
                <a:lnTo>
                  <a:pt x="663" y="325"/>
                </a:lnTo>
                <a:lnTo>
                  <a:pt x="662" y="325"/>
                </a:lnTo>
                <a:lnTo>
                  <a:pt x="663" y="324"/>
                </a:lnTo>
                <a:lnTo>
                  <a:pt x="662" y="324"/>
                </a:lnTo>
                <a:lnTo>
                  <a:pt x="661" y="324"/>
                </a:lnTo>
                <a:lnTo>
                  <a:pt x="661" y="325"/>
                </a:lnTo>
                <a:lnTo>
                  <a:pt x="660" y="325"/>
                </a:lnTo>
                <a:lnTo>
                  <a:pt x="659" y="325"/>
                </a:lnTo>
                <a:lnTo>
                  <a:pt x="659" y="326"/>
                </a:lnTo>
                <a:lnTo>
                  <a:pt x="658" y="327"/>
                </a:lnTo>
                <a:lnTo>
                  <a:pt x="657" y="326"/>
                </a:lnTo>
                <a:lnTo>
                  <a:pt x="656" y="326"/>
                </a:lnTo>
                <a:lnTo>
                  <a:pt x="655" y="326"/>
                </a:lnTo>
                <a:lnTo>
                  <a:pt x="654" y="327"/>
                </a:lnTo>
                <a:lnTo>
                  <a:pt x="653" y="327"/>
                </a:lnTo>
                <a:lnTo>
                  <a:pt x="652" y="329"/>
                </a:lnTo>
                <a:lnTo>
                  <a:pt x="651" y="330"/>
                </a:lnTo>
                <a:lnTo>
                  <a:pt x="650" y="331"/>
                </a:lnTo>
                <a:lnTo>
                  <a:pt x="649" y="332"/>
                </a:lnTo>
                <a:lnTo>
                  <a:pt x="649" y="333"/>
                </a:lnTo>
                <a:lnTo>
                  <a:pt x="648" y="333"/>
                </a:lnTo>
                <a:lnTo>
                  <a:pt x="648" y="332"/>
                </a:lnTo>
                <a:lnTo>
                  <a:pt x="647" y="332"/>
                </a:lnTo>
                <a:lnTo>
                  <a:pt x="647" y="331"/>
                </a:lnTo>
                <a:lnTo>
                  <a:pt x="646" y="330"/>
                </a:lnTo>
                <a:lnTo>
                  <a:pt x="647" y="330"/>
                </a:lnTo>
                <a:lnTo>
                  <a:pt x="647" y="329"/>
                </a:lnTo>
                <a:lnTo>
                  <a:pt x="647" y="328"/>
                </a:lnTo>
                <a:lnTo>
                  <a:pt x="647" y="327"/>
                </a:lnTo>
                <a:lnTo>
                  <a:pt x="647" y="326"/>
                </a:lnTo>
                <a:lnTo>
                  <a:pt x="646" y="325"/>
                </a:lnTo>
                <a:lnTo>
                  <a:pt x="646" y="324"/>
                </a:lnTo>
                <a:lnTo>
                  <a:pt x="646" y="323"/>
                </a:lnTo>
                <a:lnTo>
                  <a:pt x="647" y="323"/>
                </a:lnTo>
                <a:lnTo>
                  <a:pt x="647" y="324"/>
                </a:lnTo>
                <a:lnTo>
                  <a:pt x="648" y="324"/>
                </a:lnTo>
                <a:lnTo>
                  <a:pt x="648" y="325"/>
                </a:lnTo>
                <a:lnTo>
                  <a:pt x="649" y="325"/>
                </a:lnTo>
                <a:lnTo>
                  <a:pt x="649" y="324"/>
                </a:lnTo>
                <a:lnTo>
                  <a:pt x="648" y="323"/>
                </a:lnTo>
                <a:lnTo>
                  <a:pt x="647" y="323"/>
                </a:lnTo>
                <a:lnTo>
                  <a:pt x="646" y="323"/>
                </a:lnTo>
                <a:lnTo>
                  <a:pt x="644" y="322"/>
                </a:lnTo>
                <a:lnTo>
                  <a:pt x="644" y="321"/>
                </a:lnTo>
                <a:lnTo>
                  <a:pt x="642" y="320"/>
                </a:lnTo>
                <a:lnTo>
                  <a:pt x="641" y="320"/>
                </a:lnTo>
                <a:lnTo>
                  <a:pt x="639" y="320"/>
                </a:lnTo>
                <a:lnTo>
                  <a:pt x="636" y="320"/>
                </a:lnTo>
                <a:lnTo>
                  <a:pt x="636" y="319"/>
                </a:lnTo>
                <a:lnTo>
                  <a:pt x="636" y="317"/>
                </a:lnTo>
                <a:lnTo>
                  <a:pt x="635" y="316"/>
                </a:lnTo>
                <a:lnTo>
                  <a:pt x="633" y="316"/>
                </a:lnTo>
                <a:lnTo>
                  <a:pt x="632" y="316"/>
                </a:lnTo>
                <a:lnTo>
                  <a:pt x="631" y="317"/>
                </a:lnTo>
                <a:lnTo>
                  <a:pt x="629" y="317"/>
                </a:lnTo>
                <a:lnTo>
                  <a:pt x="628" y="318"/>
                </a:lnTo>
                <a:lnTo>
                  <a:pt x="627" y="318"/>
                </a:lnTo>
                <a:lnTo>
                  <a:pt x="626" y="318"/>
                </a:lnTo>
                <a:lnTo>
                  <a:pt x="626" y="319"/>
                </a:lnTo>
                <a:lnTo>
                  <a:pt x="626" y="320"/>
                </a:lnTo>
                <a:lnTo>
                  <a:pt x="625" y="320"/>
                </a:lnTo>
                <a:lnTo>
                  <a:pt x="624" y="320"/>
                </a:lnTo>
                <a:lnTo>
                  <a:pt x="623" y="322"/>
                </a:lnTo>
                <a:lnTo>
                  <a:pt x="622" y="323"/>
                </a:lnTo>
                <a:lnTo>
                  <a:pt x="621" y="323"/>
                </a:lnTo>
                <a:lnTo>
                  <a:pt x="621" y="324"/>
                </a:lnTo>
                <a:lnTo>
                  <a:pt x="622" y="324"/>
                </a:lnTo>
                <a:lnTo>
                  <a:pt x="622" y="325"/>
                </a:lnTo>
                <a:lnTo>
                  <a:pt x="621" y="326"/>
                </a:lnTo>
                <a:lnTo>
                  <a:pt x="620" y="326"/>
                </a:lnTo>
                <a:lnTo>
                  <a:pt x="620" y="327"/>
                </a:lnTo>
                <a:lnTo>
                  <a:pt x="619" y="328"/>
                </a:lnTo>
                <a:lnTo>
                  <a:pt x="618" y="329"/>
                </a:lnTo>
                <a:lnTo>
                  <a:pt x="619" y="330"/>
                </a:lnTo>
                <a:lnTo>
                  <a:pt x="618" y="330"/>
                </a:lnTo>
                <a:lnTo>
                  <a:pt x="618" y="331"/>
                </a:lnTo>
                <a:lnTo>
                  <a:pt x="618" y="332"/>
                </a:lnTo>
                <a:lnTo>
                  <a:pt x="619" y="333"/>
                </a:lnTo>
                <a:lnTo>
                  <a:pt x="619" y="334"/>
                </a:lnTo>
                <a:lnTo>
                  <a:pt x="619" y="335"/>
                </a:lnTo>
                <a:lnTo>
                  <a:pt x="620" y="336"/>
                </a:lnTo>
                <a:lnTo>
                  <a:pt x="620" y="335"/>
                </a:lnTo>
                <a:lnTo>
                  <a:pt x="621" y="335"/>
                </a:lnTo>
                <a:lnTo>
                  <a:pt x="621" y="334"/>
                </a:lnTo>
                <a:lnTo>
                  <a:pt x="622" y="333"/>
                </a:lnTo>
                <a:lnTo>
                  <a:pt x="622" y="332"/>
                </a:lnTo>
                <a:lnTo>
                  <a:pt x="621" y="332"/>
                </a:lnTo>
                <a:lnTo>
                  <a:pt x="621" y="331"/>
                </a:lnTo>
                <a:lnTo>
                  <a:pt x="622" y="331"/>
                </a:lnTo>
                <a:lnTo>
                  <a:pt x="622" y="332"/>
                </a:lnTo>
                <a:lnTo>
                  <a:pt x="623" y="332"/>
                </a:lnTo>
                <a:lnTo>
                  <a:pt x="624" y="332"/>
                </a:lnTo>
                <a:lnTo>
                  <a:pt x="625" y="332"/>
                </a:lnTo>
                <a:lnTo>
                  <a:pt x="626" y="331"/>
                </a:lnTo>
                <a:lnTo>
                  <a:pt x="626" y="332"/>
                </a:lnTo>
                <a:lnTo>
                  <a:pt x="626" y="333"/>
                </a:lnTo>
                <a:lnTo>
                  <a:pt x="625" y="333"/>
                </a:lnTo>
                <a:lnTo>
                  <a:pt x="624" y="334"/>
                </a:lnTo>
                <a:lnTo>
                  <a:pt x="623" y="335"/>
                </a:lnTo>
                <a:lnTo>
                  <a:pt x="623" y="336"/>
                </a:lnTo>
                <a:lnTo>
                  <a:pt x="622" y="336"/>
                </a:lnTo>
                <a:lnTo>
                  <a:pt x="622" y="337"/>
                </a:lnTo>
                <a:lnTo>
                  <a:pt x="621" y="338"/>
                </a:lnTo>
                <a:lnTo>
                  <a:pt x="621" y="339"/>
                </a:lnTo>
                <a:lnTo>
                  <a:pt x="622" y="339"/>
                </a:lnTo>
                <a:lnTo>
                  <a:pt x="622" y="340"/>
                </a:lnTo>
                <a:lnTo>
                  <a:pt x="623" y="340"/>
                </a:lnTo>
                <a:lnTo>
                  <a:pt x="623" y="341"/>
                </a:lnTo>
                <a:lnTo>
                  <a:pt x="622" y="342"/>
                </a:lnTo>
                <a:lnTo>
                  <a:pt x="623" y="343"/>
                </a:lnTo>
                <a:lnTo>
                  <a:pt x="622" y="343"/>
                </a:lnTo>
                <a:lnTo>
                  <a:pt x="622" y="342"/>
                </a:lnTo>
                <a:lnTo>
                  <a:pt x="621" y="341"/>
                </a:lnTo>
                <a:lnTo>
                  <a:pt x="620" y="341"/>
                </a:lnTo>
                <a:lnTo>
                  <a:pt x="619" y="341"/>
                </a:lnTo>
                <a:lnTo>
                  <a:pt x="618" y="341"/>
                </a:lnTo>
                <a:lnTo>
                  <a:pt x="618" y="340"/>
                </a:lnTo>
                <a:lnTo>
                  <a:pt x="618" y="341"/>
                </a:lnTo>
                <a:lnTo>
                  <a:pt x="617" y="340"/>
                </a:lnTo>
                <a:lnTo>
                  <a:pt x="617" y="339"/>
                </a:lnTo>
                <a:lnTo>
                  <a:pt x="616" y="339"/>
                </a:lnTo>
                <a:lnTo>
                  <a:pt x="615" y="339"/>
                </a:lnTo>
                <a:lnTo>
                  <a:pt x="614" y="339"/>
                </a:lnTo>
                <a:lnTo>
                  <a:pt x="613" y="338"/>
                </a:lnTo>
                <a:lnTo>
                  <a:pt x="612" y="337"/>
                </a:lnTo>
                <a:lnTo>
                  <a:pt x="611" y="337"/>
                </a:lnTo>
                <a:lnTo>
                  <a:pt x="610" y="337"/>
                </a:lnTo>
                <a:lnTo>
                  <a:pt x="610" y="338"/>
                </a:lnTo>
                <a:lnTo>
                  <a:pt x="609" y="338"/>
                </a:lnTo>
                <a:lnTo>
                  <a:pt x="609" y="337"/>
                </a:lnTo>
                <a:lnTo>
                  <a:pt x="608" y="338"/>
                </a:lnTo>
                <a:lnTo>
                  <a:pt x="607" y="338"/>
                </a:lnTo>
                <a:lnTo>
                  <a:pt x="607" y="339"/>
                </a:lnTo>
                <a:lnTo>
                  <a:pt x="606" y="339"/>
                </a:lnTo>
                <a:lnTo>
                  <a:pt x="605" y="339"/>
                </a:lnTo>
                <a:lnTo>
                  <a:pt x="604" y="339"/>
                </a:lnTo>
                <a:lnTo>
                  <a:pt x="603" y="339"/>
                </a:lnTo>
                <a:lnTo>
                  <a:pt x="602" y="338"/>
                </a:lnTo>
                <a:lnTo>
                  <a:pt x="601" y="337"/>
                </a:lnTo>
                <a:lnTo>
                  <a:pt x="600" y="336"/>
                </a:lnTo>
                <a:lnTo>
                  <a:pt x="599" y="336"/>
                </a:lnTo>
                <a:lnTo>
                  <a:pt x="599" y="335"/>
                </a:lnTo>
                <a:lnTo>
                  <a:pt x="599" y="334"/>
                </a:lnTo>
                <a:lnTo>
                  <a:pt x="598" y="334"/>
                </a:lnTo>
                <a:lnTo>
                  <a:pt x="598" y="333"/>
                </a:lnTo>
                <a:lnTo>
                  <a:pt x="599" y="333"/>
                </a:lnTo>
                <a:lnTo>
                  <a:pt x="599" y="332"/>
                </a:lnTo>
                <a:lnTo>
                  <a:pt x="599" y="331"/>
                </a:lnTo>
                <a:lnTo>
                  <a:pt x="600" y="331"/>
                </a:lnTo>
                <a:lnTo>
                  <a:pt x="600" y="330"/>
                </a:lnTo>
                <a:lnTo>
                  <a:pt x="600" y="331"/>
                </a:lnTo>
                <a:lnTo>
                  <a:pt x="601" y="331"/>
                </a:lnTo>
                <a:lnTo>
                  <a:pt x="602" y="331"/>
                </a:lnTo>
                <a:lnTo>
                  <a:pt x="602" y="332"/>
                </a:lnTo>
                <a:lnTo>
                  <a:pt x="603" y="332"/>
                </a:lnTo>
                <a:lnTo>
                  <a:pt x="604" y="332"/>
                </a:lnTo>
                <a:lnTo>
                  <a:pt x="605" y="332"/>
                </a:lnTo>
                <a:lnTo>
                  <a:pt x="606" y="332"/>
                </a:lnTo>
                <a:lnTo>
                  <a:pt x="606" y="331"/>
                </a:lnTo>
                <a:lnTo>
                  <a:pt x="607" y="331"/>
                </a:lnTo>
                <a:lnTo>
                  <a:pt x="608" y="330"/>
                </a:lnTo>
                <a:lnTo>
                  <a:pt x="607" y="330"/>
                </a:lnTo>
                <a:lnTo>
                  <a:pt x="607" y="329"/>
                </a:lnTo>
                <a:lnTo>
                  <a:pt x="607" y="328"/>
                </a:lnTo>
                <a:lnTo>
                  <a:pt x="607" y="327"/>
                </a:lnTo>
                <a:lnTo>
                  <a:pt x="606" y="327"/>
                </a:lnTo>
                <a:lnTo>
                  <a:pt x="605" y="327"/>
                </a:lnTo>
                <a:lnTo>
                  <a:pt x="604" y="327"/>
                </a:lnTo>
                <a:lnTo>
                  <a:pt x="604" y="328"/>
                </a:lnTo>
                <a:lnTo>
                  <a:pt x="603" y="328"/>
                </a:lnTo>
                <a:lnTo>
                  <a:pt x="602" y="328"/>
                </a:lnTo>
                <a:lnTo>
                  <a:pt x="601" y="328"/>
                </a:lnTo>
                <a:lnTo>
                  <a:pt x="601" y="329"/>
                </a:lnTo>
                <a:lnTo>
                  <a:pt x="602" y="330"/>
                </a:lnTo>
                <a:lnTo>
                  <a:pt x="601" y="330"/>
                </a:lnTo>
                <a:lnTo>
                  <a:pt x="600" y="329"/>
                </a:lnTo>
                <a:lnTo>
                  <a:pt x="599" y="328"/>
                </a:lnTo>
                <a:lnTo>
                  <a:pt x="598" y="327"/>
                </a:lnTo>
                <a:lnTo>
                  <a:pt x="597" y="327"/>
                </a:lnTo>
                <a:lnTo>
                  <a:pt x="596" y="327"/>
                </a:lnTo>
                <a:lnTo>
                  <a:pt x="596" y="326"/>
                </a:lnTo>
                <a:lnTo>
                  <a:pt x="595" y="326"/>
                </a:lnTo>
                <a:lnTo>
                  <a:pt x="594" y="326"/>
                </a:lnTo>
                <a:lnTo>
                  <a:pt x="591" y="327"/>
                </a:lnTo>
                <a:lnTo>
                  <a:pt x="590" y="327"/>
                </a:lnTo>
                <a:lnTo>
                  <a:pt x="589" y="327"/>
                </a:lnTo>
                <a:lnTo>
                  <a:pt x="588" y="327"/>
                </a:lnTo>
                <a:lnTo>
                  <a:pt x="587" y="327"/>
                </a:lnTo>
                <a:lnTo>
                  <a:pt x="587" y="328"/>
                </a:lnTo>
                <a:lnTo>
                  <a:pt x="587" y="327"/>
                </a:lnTo>
                <a:lnTo>
                  <a:pt x="588" y="327"/>
                </a:lnTo>
                <a:lnTo>
                  <a:pt x="588" y="326"/>
                </a:lnTo>
                <a:lnTo>
                  <a:pt x="587" y="326"/>
                </a:lnTo>
                <a:lnTo>
                  <a:pt x="587" y="325"/>
                </a:lnTo>
                <a:lnTo>
                  <a:pt x="588" y="325"/>
                </a:lnTo>
                <a:lnTo>
                  <a:pt x="589" y="324"/>
                </a:lnTo>
                <a:lnTo>
                  <a:pt x="591" y="323"/>
                </a:lnTo>
                <a:lnTo>
                  <a:pt x="591" y="322"/>
                </a:lnTo>
                <a:lnTo>
                  <a:pt x="592" y="322"/>
                </a:lnTo>
                <a:lnTo>
                  <a:pt x="593" y="322"/>
                </a:lnTo>
                <a:lnTo>
                  <a:pt x="593" y="321"/>
                </a:lnTo>
                <a:lnTo>
                  <a:pt x="593" y="319"/>
                </a:lnTo>
                <a:lnTo>
                  <a:pt x="594" y="320"/>
                </a:lnTo>
                <a:lnTo>
                  <a:pt x="594" y="319"/>
                </a:lnTo>
                <a:lnTo>
                  <a:pt x="595" y="319"/>
                </a:lnTo>
                <a:lnTo>
                  <a:pt x="595" y="318"/>
                </a:lnTo>
                <a:lnTo>
                  <a:pt x="596" y="318"/>
                </a:lnTo>
                <a:lnTo>
                  <a:pt x="596" y="317"/>
                </a:lnTo>
                <a:lnTo>
                  <a:pt x="596" y="314"/>
                </a:lnTo>
                <a:lnTo>
                  <a:pt x="596" y="313"/>
                </a:lnTo>
                <a:lnTo>
                  <a:pt x="597" y="313"/>
                </a:lnTo>
                <a:lnTo>
                  <a:pt x="597" y="312"/>
                </a:lnTo>
                <a:lnTo>
                  <a:pt x="597" y="313"/>
                </a:lnTo>
                <a:lnTo>
                  <a:pt x="596" y="313"/>
                </a:lnTo>
                <a:lnTo>
                  <a:pt x="595" y="313"/>
                </a:lnTo>
                <a:lnTo>
                  <a:pt x="595" y="314"/>
                </a:lnTo>
                <a:lnTo>
                  <a:pt x="596" y="315"/>
                </a:lnTo>
                <a:lnTo>
                  <a:pt x="595" y="317"/>
                </a:lnTo>
                <a:lnTo>
                  <a:pt x="595" y="318"/>
                </a:lnTo>
                <a:lnTo>
                  <a:pt x="594" y="318"/>
                </a:lnTo>
                <a:lnTo>
                  <a:pt x="593" y="318"/>
                </a:lnTo>
                <a:lnTo>
                  <a:pt x="592" y="319"/>
                </a:lnTo>
                <a:lnTo>
                  <a:pt x="592" y="320"/>
                </a:lnTo>
                <a:lnTo>
                  <a:pt x="592" y="321"/>
                </a:lnTo>
                <a:lnTo>
                  <a:pt x="591" y="321"/>
                </a:lnTo>
                <a:lnTo>
                  <a:pt x="591" y="322"/>
                </a:lnTo>
                <a:lnTo>
                  <a:pt x="590" y="322"/>
                </a:lnTo>
                <a:lnTo>
                  <a:pt x="590" y="323"/>
                </a:lnTo>
                <a:lnTo>
                  <a:pt x="589" y="323"/>
                </a:lnTo>
                <a:lnTo>
                  <a:pt x="589" y="322"/>
                </a:lnTo>
                <a:lnTo>
                  <a:pt x="588" y="322"/>
                </a:lnTo>
                <a:lnTo>
                  <a:pt x="587" y="322"/>
                </a:lnTo>
                <a:lnTo>
                  <a:pt x="585" y="321"/>
                </a:lnTo>
                <a:lnTo>
                  <a:pt x="585" y="322"/>
                </a:lnTo>
                <a:lnTo>
                  <a:pt x="584" y="322"/>
                </a:lnTo>
                <a:lnTo>
                  <a:pt x="583" y="322"/>
                </a:lnTo>
                <a:lnTo>
                  <a:pt x="582" y="322"/>
                </a:lnTo>
                <a:lnTo>
                  <a:pt x="581" y="323"/>
                </a:lnTo>
                <a:lnTo>
                  <a:pt x="581" y="324"/>
                </a:lnTo>
                <a:lnTo>
                  <a:pt x="580" y="324"/>
                </a:lnTo>
                <a:lnTo>
                  <a:pt x="580" y="325"/>
                </a:lnTo>
                <a:lnTo>
                  <a:pt x="580" y="326"/>
                </a:lnTo>
                <a:lnTo>
                  <a:pt x="581" y="326"/>
                </a:lnTo>
                <a:lnTo>
                  <a:pt x="582" y="326"/>
                </a:lnTo>
                <a:lnTo>
                  <a:pt x="582" y="327"/>
                </a:lnTo>
                <a:lnTo>
                  <a:pt x="583" y="327"/>
                </a:lnTo>
                <a:lnTo>
                  <a:pt x="582" y="328"/>
                </a:lnTo>
                <a:lnTo>
                  <a:pt x="581" y="328"/>
                </a:lnTo>
                <a:lnTo>
                  <a:pt x="581" y="327"/>
                </a:lnTo>
                <a:lnTo>
                  <a:pt x="580" y="327"/>
                </a:lnTo>
                <a:lnTo>
                  <a:pt x="579" y="326"/>
                </a:lnTo>
                <a:lnTo>
                  <a:pt x="579" y="325"/>
                </a:lnTo>
                <a:lnTo>
                  <a:pt x="580" y="325"/>
                </a:lnTo>
                <a:lnTo>
                  <a:pt x="579" y="324"/>
                </a:lnTo>
                <a:lnTo>
                  <a:pt x="578" y="324"/>
                </a:lnTo>
                <a:lnTo>
                  <a:pt x="577" y="324"/>
                </a:lnTo>
                <a:lnTo>
                  <a:pt x="576" y="324"/>
                </a:lnTo>
                <a:lnTo>
                  <a:pt x="575" y="325"/>
                </a:lnTo>
                <a:lnTo>
                  <a:pt x="573" y="326"/>
                </a:lnTo>
                <a:lnTo>
                  <a:pt x="572" y="326"/>
                </a:lnTo>
                <a:lnTo>
                  <a:pt x="571" y="326"/>
                </a:lnTo>
                <a:lnTo>
                  <a:pt x="570" y="326"/>
                </a:lnTo>
                <a:lnTo>
                  <a:pt x="569" y="327"/>
                </a:lnTo>
                <a:lnTo>
                  <a:pt x="568" y="327"/>
                </a:lnTo>
                <a:lnTo>
                  <a:pt x="568" y="326"/>
                </a:lnTo>
                <a:lnTo>
                  <a:pt x="568" y="327"/>
                </a:lnTo>
                <a:lnTo>
                  <a:pt x="567" y="327"/>
                </a:lnTo>
                <a:lnTo>
                  <a:pt x="567" y="328"/>
                </a:lnTo>
                <a:lnTo>
                  <a:pt x="567" y="329"/>
                </a:lnTo>
                <a:lnTo>
                  <a:pt x="567" y="330"/>
                </a:lnTo>
                <a:lnTo>
                  <a:pt x="567" y="331"/>
                </a:lnTo>
                <a:lnTo>
                  <a:pt x="567" y="332"/>
                </a:lnTo>
                <a:lnTo>
                  <a:pt x="566" y="332"/>
                </a:lnTo>
                <a:lnTo>
                  <a:pt x="565" y="332"/>
                </a:lnTo>
                <a:lnTo>
                  <a:pt x="565" y="333"/>
                </a:lnTo>
                <a:lnTo>
                  <a:pt x="564" y="333"/>
                </a:lnTo>
                <a:lnTo>
                  <a:pt x="564" y="334"/>
                </a:lnTo>
                <a:lnTo>
                  <a:pt x="565" y="335"/>
                </a:lnTo>
                <a:lnTo>
                  <a:pt x="566" y="335"/>
                </a:lnTo>
                <a:lnTo>
                  <a:pt x="566" y="336"/>
                </a:lnTo>
                <a:lnTo>
                  <a:pt x="566" y="337"/>
                </a:lnTo>
                <a:lnTo>
                  <a:pt x="565" y="337"/>
                </a:lnTo>
                <a:lnTo>
                  <a:pt x="563" y="337"/>
                </a:lnTo>
                <a:lnTo>
                  <a:pt x="562" y="337"/>
                </a:lnTo>
                <a:lnTo>
                  <a:pt x="561" y="338"/>
                </a:lnTo>
                <a:lnTo>
                  <a:pt x="561" y="339"/>
                </a:lnTo>
                <a:lnTo>
                  <a:pt x="560" y="339"/>
                </a:lnTo>
                <a:lnTo>
                  <a:pt x="560" y="338"/>
                </a:lnTo>
                <a:lnTo>
                  <a:pt x="559" y="338"/>
                </a:lnTo>
                <a:lnTo>
                  <a:pt x="558" y="338"/>
                </a:lnTo>
                <a:lnTo>
                  <a:pt x="557" y="337"/>
                </a:lnTo>
                <a:lnTo>
                  <a:pt x="557" y="336"/>
                </a:lnTo>
                <a:lnTo>
                  <a:pt x="557" y="335"/>
                </a:lnTo>
                <a:lnTo>
                  <a:pt x="558" y="334"/>
                </a:lnTo>
                <a:lnTo>
                  <a:pt x="558" y="333"/>
                </a:lnTo>
                <a:lnTo>
                  <a:pt x="557" y="333"/>
                </a:lnTo>
                <a:lnTo>
                  <a:pt x="556" y="332"/>
                </a:lnTo>
                <a:lnTo>
                  <a:pt x="556" y="331"/>
                </a:lnTo>
                <a:lnTo>
                  <a:pt x="555" y="331"/>
                </a:lnTo>
                <a:lnTo>
                  <a:pt x="554" y="332"/>
                </a:lnTo>
                <a:lnTo>
                  <a:pt x="553" y="332"/>
                </a:lnTo>
                <a:lnTo>
                  <a:pt x="552" y="331"/>
                </a:lnTo>
                <a:lnTo>
                  <a:pt x="551" y="331"/>
                </a:lnTo>
                <a:lnTo>
                  <a:pt x="551" y="330"/>
                </a:lnTo>
                <a:lnTo>
                  <a:pt x="550" y="330"/>
                </a:lnTo>
                <a:lnTo>
                  <a:pt x="550" y="329"/>
                </a:lnTo>
                <a:lnTo>
                  <a:pt x="550" y="330"/>
                </a:lnTo>
                <a:lnTo>
                  <a:pt x="549" y="331"/>
                </a:lnTo>
                <a:lnTo>
                  <a:pt x="550" y="332"/>
                </a:lnTo>
                <a:lnTo>
                  <a:pt x="551" y="332"/>
                </a:lnTo>
                <a:lnTo>
                  <a:pt x="551" y="333"/>
                </a:lnTo>
                <a:lnTo>
                  <a:pt x="550" y="333"/>
                </a:lnTo>
                <a:lnTo>
                  <a:pt x="550" y="334"/>
                </a:lnTo>
                <a:lnTo>
                  <a:pt x="551" y="334"/>
                </a:lnTo>
                <a:lnTo>
                  <a:pt x="551" y="335"/>
                </a:lnTo>
                <a:lnTo>
                  <a:pt x="552" y="335"/>
                </a:lnTo>
                <a:lnTo>
                  <a:pt x="553" y="335"/>
                </a:lnTo>
                <a:lnTo>
                  <a:pt x="554" y="335"/>
                </a:lnTo>
                <a:lnTo>
                  <a:pt x="555" y="336"/>
                </a:lnTo>
                <a:lnTo>
                  <a:pt x="556" y="336"/>
                </a:lnTo>
                <a:lnTo>
                  <a:pt x="557" y="337"/>
                </a:lnTo>
                <a:lnTo>
                  <a:pt x="557" y="338"/>
                </a:lnTo>
                <a:lnTo>
                  <a:pt x="558" y="338"/>
                </a:lnTo>
                <a:lnTo>
                  <a:pt x="559" y="338"/>
                </a:lnTo>
                <a:lnTo>
                  <a:pt x="559" y="339"/>
                </a:lnTo>
                <a:lnTo>
                  <a:pt x="559" y="340"/>
                </a:lnTo>
                <a:lnTo>
                  <a:pt x="558" y="341"/>
                </a:lnTo>
                <a:lnTo>
                  <a:pt x="556" y="343"/>
                </a:lnTo>
                <a:lnTo>
                  <a:pt x="555" y="344"/>
                </a:lnTo>
                <a:lnTo>
                  <a:pt x="555" y="345"/>
                </a:lnTo>
                <a:lnTo>
                  <a:pt x="554" y="345"/>
                </a:lnTo>
                <a:lnTo>
                  <a:pt x="554" y="347"/>
                </a:lnTo>
                <a:lnTo>
                  <a:pt x="553" y="347"/>
                </a:lnTo>
                <a:lnTo>
                  <a:pt x="553" y="348"/>
                </a:lnTo>
                <a:lnTo>
                  <a:pt x="553" y="349"/>
                </a:lnTo>
                <a:lnTo>
                  <a:pt x="552" y="349"/>
                </a:lnTo>
                <a:lnTo>
                  <a:pt x="552" y="350"/>
                </a:lnTo>
                <a:lnTo>
                  <a:pt x="552" y="351"/>
                </a:lnTo>
                <a:lnTo>
                  <a:pt x="552" y="352"/>
                </a:lnTo>
                <a:lnTo>
                  <a:pt x="553" y="353"/>
                </a:lnTo>
                <a:lnTo>
                  <a:pt x="554" y="353"/>
                </a:lnTo>
                <a:lnTo>
                  <a:pt x="554" y="354"/>
                </a:lnTo>
                <a:lnTo>
                  <a:pt x="554" y="355"/>
                </a:lnTo>
                <a:lnTo>
                  <a:pt x="553" y="355"/>
                </a:lnTo>
                <a:lnTo>
                  <a:pt x="552" y="355"/>
                </a:lnTo>
                <a:lnTo>
                  <a:pt x="551" y="355"/>
                </a:lnTo>
                <a:lnTo>
                  <a:pt x="551" y="356"/>
                </a:lnTo>
                <a:lnTo>
                  <a:pt x="550" y="356"/>
                </a:lnTo>
                <a:lnTo>
                  <a:pt x="550" y="355"/>
                </a:lnTo>
                <a:lnTo>
                  <a:pt x="551" y="355"/>
                </a:lnTo>
                <a:lnTo>
                  <a:pt x="551" y="354"/>
                </a:lnTo>
                <a:lnTo>
                  <a:pt x="551" y="353"/>
                </a:lnTo>
                <a:lnTo>
                  <a:pt x="551" y="352"/>
                </a:lnTo>
                <a:lnTo>
                  <a:pt x="551" y="351"/>
                </a:lnTo>
                <a:lnTo>
                  <a:pt x="550" y="350"/>
                </a:lnTo>
                <a:lnTo>
                  <a:pt x="549" y="350"/>
                </a:lnTo>
                <a:lnTo>
                  <a:pt x="548" y="349"/>
                </a:lnTo>
                <a:lnTo>
                  <a:pt x="547" y="349"/>
                </a:lnTo>
                <a:lnTo>
                  <a:pt x="546" y="349"/>
                </a:lnTo>
                <a:lnTo>
                  <a:pt x="545" y="349"/>
                </a:lnTo>
                <a:lnTo>
                  <a:pt x="544" y="349"/>
                </a:lnTo>
                <a:lnTo>
                  <a:pt x="544" y="350"/>
                </a:lnTo>
                <a:lnTo>
                  <a:pt x="543" y="350"/>
                </a:lnTo>
                <a:lnTo>
                  <a:pt x="542" y="351"/>
                </a:lnTo>
                <a:lnTo>
                  <a:pt x="542" y="350"/>
                </a:lnTo>
                <a:lnTo>
                  <a:pt x="541" y="350"/>
                </a:lnTo>
                <a:lnTo>
                  <a:pt x="540" y="350"/>
                </a:lnTo>
                <a:lnTo>
                  <a:pt x="539" y="350"/>
                </a:lnTo>
                <a:lnTo>
                  <a:pt x="538" y="350"/>
                </a:lnTo>
                <a:lnTo>
                  <a:pt x="537" y="351"/>
                </a:lnTo>
                <a:lnTo>
                  <a:pt x="537" y="350"/>
                </a:lnTo>
                <a:lnTo>
                  <a:pt x="536" y="350"/>
                </a:lnTo>
                <a:lnTo>
                  <a:pt x="536" y="349"/>
                </a:lnTo>
                <a:lnTo>
                  <a:pt x="535" y="349"/>
                </a:lnTo>
                <a:lnTo>
                  <a:pt x="535" y="348"/>
                </a:lnTo>
                <a:lnTo>
                  <a:pt x="536" y="347"/>
                </a:lnTo>
                <a:lnTo>
                  <a:pt x="536" y="346"/>
                </a:lnTo>
                <a:lnTo>
                  <a:pt x="536" y="345"/>
                </a:lnTo>
                <a:lnTo>
                  <a:pt x="536" y="344"/>
                </a:lnTo>
                <a:lnTo>
                  <a:pt x="535" y="344"/>
                </a:lnTo>
                <a:lnTo>
                  <a:pt x="534" y="343"/>
                </a:lnTo>
                <a:lnTo>
                  <a:pt x="534" y="342"/>
                </a:lnTo>
                <a:lnTo>
                  <a:pt x="535" y="342"/>
                </a:lnTo>
                <a:lnTo>
                  <a:pt x="535" y="340"/>
                </a:lnTo>
                <a:lnTo>
                  <a:pt x="536" y="340"/>
                </a:lnTo>
                <a:lnTo>
                  <a:pt x="536" y="339"/>
                </a:lnTo>
                <a:lnTo>
                  <a:pt x="536" y="338"/>
                </a:lnTo>
                <a:lnTo>
                  <a:pt x="536" y="337"/>
                </a:lnTo>
                <a:lnTo>
                  <a:pt x="535" y="337"/>
                </a:lnTo>
                <a:lnTo>
                  <a:pt x="535" y="336"/>
                </a:lnTo>
                <a:lnTo>
                  <a:pt x="535" y="335"/>
                </a:lnTo>
                <a:lnTo>
                  <a:pt x="535" y="333"/>
                </a:lnTo>
                <a:lnTo>
                  <a:pt x="536" y="332"/>
                </a:lnTo>
                <a:lnTo>
                  <a:pt x="537" y="331"/>
                </a:lnTo>
                <a:lnTo>
                  <a:pt x="538" y="330"/>
                </a:lnTo>
                <a:lnTo>
                  <a:pt x="539" y="330"/>
                </a:lnTo>
                <a:lnTo>
                  <a:pt x="541" y="329"/>
                </a:lnTo>
                <a:lnTo>
                  <a:pt x="541" y="328"/>
                </a:lnTo>
                <a:lnTo>
                  <a:pt x="542" y="328"/>
                </a:lnTo>
                <a:lnTo>
                  <a:pt x="543" y="328"/>
                </a:lnTo>
                <a:lnTo>
                  <a:pt x="544" y="327"/>
                </a:lnTo>
                <a:lnTo>
                  <a:pt x="544" y="326"/>
                </a:lnTo>
                <a:lnTo>
                  <a:pt x="543" y="326"/>
                </a:lnTo>
                <a:lnTo>
                  <a:pt x="542" y="324"/>
                </a:lnTo>
                <a:lnTo>
                  <a:pt x="542" y="323"/>
                </a:lnTo>
                <a:lnTo>
                  <a:pt x="541" y="323"/>
                </a:lnTo>
                <a:lnTo>
                  <a:pt x="541" y="322"/>
                </a:lnTo>
                <a:lnTo>
                  <a:pt x="541" y="323"/>
                </a:lnTo>
                <a:lnTo>
                  <a:pt x="540" y="322"/>
                </a:lnTo>
                <a:lnTo>
                  <a:pt x="540" y="321"/>
                </a:lnTo>
                <a:lnTo>
                  <a:pt x="539" y="321"/>
                </a:lnTo>
                <a:lnTo>
                  <a:pt x="540" y="322"/>
                </a:lnTo>
                <a:lnTo>
                  <a:pt x="541" y="323"/>
                </a:lnTo>
                <a:lnTo>
                  <a:pt x="540" y="323"/>
                </a:lnTo>
                <a:lnTo>
                  <a:pt x="540" y="324"/>
                </a:lnTo>
                <a:lnTo>
                  <a:pt x="540" y="323"/>
                </a:lnTo>
                <a:lnTo>
                  <a:pt x="540" y="322"/>
                </a:lnTo>
                <a:lnTo>
                  <a:pt x="539" y="322"/>
                </a:lnTo>
                <a:lnTo>
                  <a:pt x="538" y="322"/>
                </a:lnTo>
                <a:lnTo>
                  <a:pt x="538" y="323"/>
                </a:lnTo>
                <a:lnTo>
                  <a:pt x="539" y="323"/>
                </a:lnTo>
                <a:lnTo>
                  <a:pt x="539" y="325"/>
                </a:lnTo>
                <a:lnTo>
                  <a:pt x="539" y="326"/>
                </a:lnTo>
                <a:lnTo>
                  <a:pt x="538" y="327"/>
                </a:lnTo>
                <a:lnTo>
                  <a:pt x="537" y="327"/>
                </a:lnTo>
                <a:lnTo>
                  <a:pt x="536" y="328"/>
                </a:lnTo>
                <a:lnTo>
                  <a:pt x="535" y="328"/>
                </a:lnTo>
                <a:lnTo>
                  <a:pt x="534" y="328"/>
                </a:lnTo>
                <a:lnTo>
                  <a:pt x="534" y="327"/>
                </a:lnTo>
                <a:lnTo>
                  <a:pt x="533" y="327"/>
                </a:lnTo>
                <a:lnTo>
                  <a:pt x="534" y="327"/>
                </a:lnTo>
                <a:lnTo>
                  <a:pt x="534" y="326"/>
                </a:lnTo>
                <a:lnTo>
                  <a:pt x="533" y="326"/>
                </a:lnTo>
                <a:lnTo>
                  <a:pt x="532" y="326"/>
                </a:lnTo>
                <a:lnTo>
                  <a:pt x="532" y="327"/>
                </a:lnTo>
                <a:lnTo>
                  <a:pt x="532" y="326"/>
                </a:lnTo>
                <a:lnTo>
                  <a:pt x="531" y="326"/>
                </a:lnTo>
                <a:lnTo>
                  <a:pt x="530" y="327"/>
                </a:lnTo>
                <a:lnTo>
                  <a:pt x="529" y="327"/>
                </a:lnTo>
                <a:lnTo>
                  <a:pt x="530" y="328"/>
                </a:lnTo>
                <a:lnTo>
                  <a:pt x="529" y="328"/>
                </a:lnTo>
                <a:lnTo>
                  <a:pt x="528" y="328"/>
                </a:lnTo>
                <a:lnTo>
                  <a:pt x="527" y="329"/>
                </a:lnTo>
                <a:lnTo>
                  <a:pt x="526" y="329"/>
                </a:lnTo>
                <a:lnTo>
                  <a:pt x="525" y="329"/>
                </a:lnTo>
                <a:lnTo>
                  <a:pt x="525" y="330"/>
                </a:lnTo>
                <a:lnTo>
                  <a:pt x="525" y="331"/>
                </a:lnTo>
                <a:lnTo>
                  <a:pt x="524" y="331"/>
                </a:lnTo>
                <a:lnTo>
                  <a:pt x="521" y="333"/>
                </a:lnTo>
                <a:lnTo>
                  <a:pt x="520" y="333"/>
                </a:lnTo>
                <a:lnTo>
                  <a:pt x="519" y="333"/>
                </a:lnTo>
                <a:lnTo>
                  <a:pt x="518" y="334"/>
                </a:lnTo>
                <a:lnTo>
                  <a:pt x="517" y="334"/>
                </a:lnTo>
                <a:lnTo>
                  <a:pt x="517" y="335"/>
                </a:lnTo>
                <a:lnTo>
                  <a:pt x="518" y="336"/>
                </a:lnTo>
                <a:lnTo>
                  <a:pt x="517" y="336"/>
                </a:lnTo>
                <a:lnTo>
                  <a:pt x="517" y="337"/>
                </a:lnTo>
                <a:lnTo>
                  <a:pt x="518" y="337"/>
                </a:lnTo>
                <a:lnTo>
                  <a:pt x="518" y="339"/>
                </a:lnTo>
                <a:lnTo>
                  <a:pt x="517" y="339"/>
                </a:lnTo>
                <a:lnTo>
                  <a:pt x="516" y="338"/>
                </a:lnTo>
                <a:lnTo>
                  <a:pt x="516" y="337"/>
                </a:lnTo>
                <a:lnTo>
                  <a:pt x="515" y="337"/>
                </a:lnTo>
                <a:lnTo>
                  <a:pt x="514" y="336"/>
                </a:lnTo>
                <a:lnTo>
                  <a:pt x="513" y="336"/>
                </a:lnTo>
                <a:lnTo>
                  <a:pt x="513" y="337"/>
                </a:lnTo>
                <a:lnTo>
                  <a:pt x="514" y="337"/>
                </a:lnTo>
                <a:lnTo>
                  <a:pt x="514" y="338"/>
                </a:lnTo>
                <a:lnTo>
                  <a:pt x="514" y="339"/>
                </a:lnTo>
                <a:lnTo>
                  <a:pt x="513" y="339"/>
                </a:lnTo>
                <a:lnTo>
                  <a:pt x="512" y="340"/>
                </a:lnTo>
                <a:lnTo>
                  <a:pt x="511" y="339"/>
                </a:lnTo>
                <a:lnTo>
                  <a:pt x="511" y="340"/>
                </a:lnTo>
                <a:lnTo>
                  <a:pt x="512" y="340"/>
                </a:lnTo>
                <a:lnTo>
                  <a:pt x="511" y="341"/>
                </a:lnTo>
                <a:lnTo>
                  <a:pt x="511" y="342"/>
                </a:lnTo>
                <a:lnTo>
                  <a:pt x="510" y="343"/>
                </a:lnTo>
                <a:lnTo>
                  <a:pt x="510" y="344"/>
                </a:lnTo>
                <a:lnTo>
                  <a:pt x="511" y="344"/>
                </a:lnTo>
                <a:lnTo>
                  <a:pt x="512" y="343"/>
                </a:lnTo>
                <a:lnTo>
                  <a:pt x="513" y="343"/>
                </a:lnTo>
                <a:lnTo>
                  <a:pt x="514" y="343"/>
                </a:lnTo>
                <a:lnTo>
                  <a:pt x="515" y="343"/>
                </a:lnTo>
                <a:lnTo>
                  <a:pt x="517" y="343"/>
                </a:lnTo>
                <a:lnTo>
                  <a:pt x="518" y="343"/>
                </a:lnTo>
                <a:lnTo>
                  <a:pt x="518" y="342"/>
                </a:lnTo>
                <a:lnTo>
                  <a:pt x="519" y="343"/>
                </a:lnTo>
                <a:lnTo>
                  <a:pt x="520" y="343"/>
                </a:lnTo>
                <a:lnTo>
                  <a:pt x="520" y="344"/>
                </a:lnTo>
                <a:lnTo>
                  <a:pt x="519" y="344"/>
                </a:lnTo>
                <a:lnTo>
                  <a:pt x="519" y="345"/>
                </a:lnTo>
                <a:lnTo>
                  <a:pt x="518" y="345"/>
                </a:lnTo>
                <a:lnTo>
                  <a:pt x="518" y="346"/>
                </a:lnTo>
                <a:lnTo>
                  <a:pt x="518" y="347"/>
                </a:lnTo>
                <a:lnTo>
                  <a:pt x="518" y="348"/>
                </a:lnTo>
                <a:lnTo>
                  <a:pt x="517" y="348"/>
                </a:lnTo>
                <a:lnTo>
                  <a:pt x="515" y="349"/>
                </a:lnTo>
                <a:lnTo>
                  <a:pt x="514" y="350"/>
                </a:lnTo>
                <a:lnTo>
                  <a:pt x="513" y="351"/>
                </a:lnTo>
                <a:lnTo>
                  <a:pt x="512" y="351"/>
                </a:lnTo>
                <a:lnTo>
                  <a:pt x="512" y="350"/>
                </a:lnTo>
                <a:lnTo>
                  <a:pt x="511" y="350"/>
                </a:lnTo>
                <a:lnTo>
                  <a:pt x="511" y="351"/>
                </a:lnTo>
                <a:lnTo>
                  <a:pt x="510" y="351"/>
                </a:lnTo>
                <a:lnTo>
                  <a:pt x="510" y="352"/>
                </a:lnTo>
                <a:lnTo>
                  <a:pt x="510" y="353"/>
                </a:lnTo>
                <a:lnTo>
                  <a:pt x="510" y="354"/>
                </a:lnTo>
                <a:lnTo>
                  <a:pt x="510" y="355"/>
                </a:lnTo>
                <a:lnTo>
                  <a:pt x="512" y="355"/>
                </a:lnTo>
                <a:lnTo>
                  <a:pt x="513" y="354"/>
                </a:lnTo>
                <a:lnTo>
                  <a:pt x="513" y="353"/>
                </a:lnTo>
                <a:lnTo>
                  <a:pt x="514" y="353"/>
                </a:lnTo>
                <a:lnTo>
                  <a:pt x="515" y="353"/>
                </a:lnTo>
                <a:lnTo>
                  <a:pt x="516" y="355"/>
                </a:lnTo>
                <a:lnTo>
                  <a:pt x="517" y="355"/>
                </a:lnTo>
                <a:lnTo>
                  <a:pt x="517" y="356"/>
                </a:lnTo>
                <a:lnTo>
                  <a:pt x="518" y="356"/>
                </a:lnTo>
                <a:lnTo>
                  <a:pt x="519" y="356"/>
                </a:lnTo>
                <a:lnTo>
                  <a:pt x="520" y="356"/>
                </a:lnTo>
                <a:lnTo>
                  <a:pt x="521" y="356"/>
                </a:lnTo>
                <a:lnTo>
                  <a:pt x="521" y="357"/>
                </a:lnTo>
                <a:lnTo>
                  <a:pt x="521" y="358"/>
                </a:lnTo>
                <a:lnTo>
                  <a:pt x="522" y="358"/>
                </a:lnTo>
                <a:lnTo>
                  <a:pt x="522" y="359"/>
                </a:lnTo>
                <a:lnTo>
                  <a:pt x="523" y="359"/>
                </a:lnTo>
                <a:lnTo>
                  <a:pt x="523" y="360"/>
                </a:lnTo>
                <a:lnTo>
                  <a:pt x="522" y="362"/>
                </a:lnTo>
                <a:lnTo>
                  <a:pt x="521" y="362"/>
                </a:lnTo>
                <a:lnTo>
                  <a:pt x="520" y="362"/>
                </a:lnTo>
                <a:lnTo>
                  <a:pt x="519" y="362"/>
                </a:lnTo>
                <a:lnTo>
                  <a:pt x="518" y="362"/>
                </a:lnTo>
                <a:lnTo>
                  <a:pt x="518" y="363"/>
                </a:lnTo>
                <a:lnTo>
                  <a:pt x="517" y="363"/>
                </a:lnTo>
                <a:lnTo>
                  <a:pt x="516" y="364"/>
                </a:lnTo>
                <a:lnTo>
                  <a:pt x="515" y="364"/>
                </a:lnTo>
                <a:lnTo>
                  <a:pt x="515" y="363"/>
                </a:lnTo>
                <a:lnTo>
                  <a:pt x="514" y="363"/>
                </a:lnTo>
                <a:lnTo>
                  <a:pt x="514" y="364"/>
                </a:lnTo>
                <a:lnTo>
                  <a:pt x="513" y="365"/>
                </a:lnTo>
                <a:lnTo>
                  <a:pt x="513" y="366"/>
                </a:lnTo>
                <a:lnTo>
                  <a:pt x="512" y="367"/>
                </a:lnTo>
                <a:lnTo>
                  <a:pt x="510" y="367"/>
                </a:lnTo>
                <a:lnTo>
                  <a:pt x="510" y="366"/>
                </a:lnTo>
                <a:lnTo>
                  <a:pt x="510" y="365"/>
                </a:lnTo>
                <a:lnTo>
                  <a:pt x="509" y="365"/>
                </a:lnTo>
                <a:lnTo>
                  <a:pt x="508" y="365"/>
                </a:lnTo>
                <a:lnTo>
                  <a:pt x="508" y="364"/>
                </a:lnTo>
                <a:lnTo>
                  <a:pt x="508" y="363"/>
                </a:lnTo>
                <a:lnTo>
                  <a:pt x="509" y="363"/>
                </a:lnTo>
                <a:lnTo>
                  <a:pt x="509" y="362"/>
                </a:lnTo>
                <a:lnTo>
                  <a:pt x="508" y="362"/>
                </a:lnTo>
                <a:lnTo>
                  <a:pt x="508" y="361"/>
                </a:lnTo>
                <a:lnTo>
                  <a:pt x="508" y="360"/>
                </a:lnTo>
                <a:lnTo>
                  <a:pt x="507" y="360"/>
                </a:lnTo>
                <a:lnTo>
                  <a:pt x="508" y="360"/>
                </a:lnTo>
                <a:lnTo>
                  <a:pt x="508" y="359"/>
                </a:lnTo>
                <a:lnTo>
                  <a:pt x="509" y="359"/>
                </a:lnTo>
                <a:lnTo>
                  <a:pt x="509" y="358"/>
                </a:lnTo>
                <a:lnTo>
                  <a:pt x="509" y="357"/>
                </a:lnTo>
                <a:lnTo>
                  <a:pt x="508" y="357"/>
                </a:lnTo>
                <a:lnTo>
                  <a:pt x="508" y="356"/>
                </a:lnTo>
                <a:lnTo>
                  <a:pt x="507" y="355"/>
                </a:lnTo>
                <a:lnTo>
                  <a:pt x="506" y="355"/>
                </a:lnTo>
                <a:lnTo>
                  <a:pt x="506" y="354"/>
                </a:lnTo>
                <a:lnTo>
                  <a:pt x="506" y="353"/>
                </a:lnTo>
                <a:lnTo>
                  <a:pt x="505" y="353"/>
                </a:lnTo>
                <a:lnTo>
                  <a:pt x="504" y="353"/>
                </a:lnTo>
                <a:lnTo>
                  <a:pt x="503" y="352"/>
                </a:lnTo>
                <a:lnTo>
                  <a:pt x="503" y="351"/>
                </a:lnTo>
                <a:lnTo>
                  <a:pt x="503" y="350"/>
                </a:lnTo>
                <a:lnTo>
                  <a:pt x="502" y="349"/>
                </a:lnTo>
                <a:lnTo>
                  <a:pt x="501" y="349"/>
                </a:lnTo>
                <a:lnTo>
                  <a:pt x="501" y="348"/>
                </a:lnTo>
                <a:lnTo>
                  <a:pt x="500" y="348"/>
                </a:lnTo>
                <a:lnTo>
                  <a:pt x="499" y="348"/>
                </a:lnTo>
                <a:lnTo>
                  <a:pt x="498" y="348"/>
                </a:lnTo>
                <a:lnTo>
                  <a:pt x="497" y="348"/>
                </a:lnTo>
                <a:lnTo>
                  <a:pt x="496" y="348"/>
                </a:lnTo>
                <a:lnTo>
                  <a:pt x="496" y="349"/>
                </a:lnTo>
                <a:lnTo>
                  <a:pt x="495" y="349"/>
                </a:lnTo>
                <a:lnTo>
                  <a:pt x="494" y="349"/>
                </a:lnTo>
                <a:lnTo>
                  <a:pt x="494" y="350"/>
                </a:lnTo>
                <a:lnTo>
                  <a:pt x="493" y="350"/>
                </a:lnTo>
                <a:lnTo>
                  <a:pt x="493" y="349"/>
                </a:lnTo>
                <a:lnTo>
                  <a:pt x="492" y="349"/>
                </a:lnTo>
                <a:lnTo>
                  <a:pt x="491" y="349"/>
                </a:lnTo>
                <a:lnTo>
                  <a:pt x="490" y="349"/>
                </a:lnTo>
                <a:lnTo>
                  <a:pt x="490" y="350"/>
                </a:lnTo>
                <a:lnTo>
                  <a:pt x="489" y="350"/>
                </a:lnTo>
                <a:lnTo>
                  <a:pt x="489" y="351"/>
                </a:lnTo>
                <a:lnTo>
                  <a:pt x="489" y="353"/>
                </a:lnTo>
                <a:lnTo>
                  <a:pt x="488" y="352"/>
                </a:lnTo>
                <a:lnTo>
                  <a:pt x="487" y="351"/>
                </a:lnTo>
                <a:lnTo>
                  <a:pt x="486" y="351"/>
                </a:lnTo>
                <a:lnTo>
                  <a:pt x="482" y="355"/>
                </a:lnTo>
                <a:lnTo>
                  <a:pt x="482" y="356"/>
                </a:lnTo>
                <a:lnTo>
                  <a:pt x="481" y="356"/>
                </a:lnTo>
                <a:lnTo>
                  <a:pt x="481" y="355"/>
                </a:lnTo>
                <a:lnTo>
                  <a:pt x="480" y="355"/>
                </a:lnTo>
                <a:lnTo>
                  <a:pt x="479" y="355"/>
                </a:lnTo>
                <a:lnTo>
                  <a:pt x="478" y="355"/>
                </a:lnTo>
                <a:lnTo>
                  <a:pt x="477" y="355"/>
                </a:lnTo>
                <a:lnTo>
                  <a:pt x="476" y="355"/>
                </a:lnTo>
                <a:lnTo>
                  <a:pt x="476" y="354"/>
                </a:lnTo>
                <a:lnTo>
                  <a:pt x="475" y="354"/>
                </a:lnTo>
                <a:lnTo>
                  <a:pt x="474" y="354"/>
                </a:lnTo>
                <a:lnTo>
                  <a:pt x="474" y="355"/>
                </a:lnTo>
                <a:lnTo>
                  <a:pt x="473" y="355"/>
                </a:lnTo>
                <a:lnTo>
                  <a:pt x="473" y="356"/>
                </a:lnTo>
                <a:lnTo>
                  <a:pt x="473" y="357"/>
                </a:lnTo>
                <a:lnTo>
                  <a:pt x="472" y="356"/>
                </a:lnTo>
                <a:lnTo>
                  <a:pt x="471" y="356"/>
                </a:lnTo>
                <a:lnTo>
                  <a:pt x="471" y="357"/>
                </a:lnTo>
                <a:lnTo>
                  <a:pt x="470" y="357"/>
                </a:lnTo>
                <a:lnTo>
                  <a:pt x="470" y="358"/>
                </a:lnTo>
                <a:lnTo>
                  <a:pt x="469" y="358"/>
                </a:lnTo>
                <a:lnTo>
                  <a:pt x="469" y="357"/>
                </a:lnTo>
                <a:lnTo>
                  <a:pt x="468" y="357"/>
                </a:lnTo>
                <a:lnTo>
                  <a:pt x="467" y="357"/>
                </a:lnTo>
                <a:lnTo>
                  <a:pt x="466" y="358"/>
                </a:lnTo>
                <a:lnTo>
                  <a:pt x="466" y="359"/>
                </a:lnTo>
                <a:lnTo>
                  <a:pt x="466" y="360"/>
                </a:lnTo>
                <a:lnTo>
                  <a:pt x="465" y="360"/>
                </a:lnTo>
                <a:lnTo>
                  <a:pt x="465" y="359"/>
                </a:lnTo>
                <a:lnTo>
                  <a:pt x="464" y="359"/>
                </a:lnTo>
                <a:lnTo>
                  <a:pt x="464" y="360"/>
                </a:lnTo>
                <a:lnTo>
                  <a:pt x="463" y="360"/>
                </a:lnTo>
                <a:lnTo>
                  <a:pt x="463" y="361"/>
                </a:lnTo>
                <a:lnTo>
                  <a:pt x="462" y="361"/>
                </a:lnTo>
                <a:lnTo>
                  <a:pt x="461" y="361"/>
                </a:lnTo>
                <a:lnTo>
                  <a:pt x="461" y="360"/>
                </a:lnTo>
                <a:lnTo>
                  <a:pt x="461" y="359"/>
                </a:lnTo>
                <a:lnTo>
                  <a:pt x="460" y="359"/>
                </a:lnTo>
                <a:lnTo>
                  <a:pt x="459" y="359"/>
                </a:lnTo>
                <a:lnTo>
                  <a:pt x="459" y="358"/>
                </a:lnTo>
                <a:lnTo>
                  <a:pt x="458" y="358"/>
                </a:lnTo>
                <a:lnTo>
                  <a:pt x="457" y="358"/>
                </a:lnTo>
                <a:lnTo>
                  <a:pt x="457" y="359"/>
                </a:lnTo>
                <a:lnTo>
                  <a:pt x="453" y="359"/>
                </a:lnTo>
                <a:lnTo>
                  <a:pt x="452" y="359"/>
                </a:lnTo>
                <a:lnTo>
                  <a:pt x="452" y="363"/>
                </a:lnTo>
                <a:lnTo>
                  <a:pt x="451" y="363"/>
                </a:lnTo>
                <a:lnTo>
                  <a:pt x="450" y="364"/>
                </a:lnTo>
                <a:lnTo>
                  <a:pt x="449" y="364"/>
                </a:lnTo>
                <a:lnTo>
                  <a:pt x="448" y="364"/>
                </a:lnTo>
                <a:lnTo>
                  <a:pt x="447" y="364"/>
                </a:lnTo>
                <a:lnTo>
                  <a:pt x="446" y="366"/>
                </a:lnTo>
                <a:lnTo>
                  <a:pt x="447" y="366"/>
                </a:lnTo>
                <a:lnTo>
                  <a:pt x="446" y="368"/>
                </a:lnTo>
                <a:lnTo>
                  <a:pt x="445" y="366"/>
                </a:lnTo>
                <a:lnTo>
                  <a:pt x="444" y="364"/>
                </a:lnTo>
                <a:lnTo>
                  <a:pt x="443" y="363"/>
                </a:lnTo>
                <a:lnTo>
                  <a:pt x="443" y="362"/>
                </a:lnTo>
                <a:lnTo>
                  <a:pt x="443" y="361"/>
                </a:lnTo>
                <a:lnTo>
                  <a:pt x="443" y="360"/>
                </a:lnTo>
                <a:lnTo>
                  <a:pt x="443" y="359"/>
                </a:lnTo>
                <a:lnTo>
                  <a:pt x="444" y="359"/>
                </a:lnTo>
                <a:lnTo>
                  <a:pt x="445" y="358"/>
                </a:lnTo>
                <a:lnTo>
                  <a:pt x="445" y="357"/>
                </a:lnTo>
                <a:lnTo>
                  <a:pt x="446" y="356"/>
                </a:lnTo>
                <a:lnTo>
                  <a:pt x="445" y="356"/>
                </a:lnTo>
                <a:lnTo>
                  <a:pt x="444" y="356"/>
                </a:lnTo>
                <a:lnTo>
                  <a:pt x="443" y="355"/>
                </a:lnTo>
                <a:lnTo>
                  <a:pt x="444" y="358"/>
                </a:lnTo>
                <a:lnTo>
                  <a:pt x="443" y="358"/>
                </a:lnTo>
                <a:lnTo>
                  <a:pt x="441" y="355"/>
                </a:lnTo>
                <a:lnTo>
                  <a:pt x="441" y="354"/>
                </a:lnTo>
                <a:lnTo>
                  <a:pt x="440" y="353"/>
                </a:lnTo>
                <a:lnTo>
                  <a:pt x="440" y="352"/>
                </a:lnTo>
                <a:lnTo>
                  <a:pt x="440" y="351"/>
                </a:lnTo>
                <a:lnTo>
                  <a:pt x="439" y="348"/>
                </a:lnTo>
                <a:lnTo>
                  <a:pt x="437" y="349"/>
                </a:lnTo>
                <a:lnTo>
                  <a:pt x="436" y="346"/>
                </a:lnTo>
                <a:lnTo>
                  <a:pt x="435" y="344"/>
                </a:lnTo>
                <a:lnTo>
                  <a:pt x="433" y="341"/>
                </a:lnTo>
                <a:lnTo>
                  <a:pt x="433" y="340"/>
                </a:lnTo>
                <a:lnTo>
                  <a:pt x="432" y="340"/>
                </a:lnTo>
                <a:lnTo>
                  <a:pt x="432" y="339"/>
                </a:lnTo>
                <a:lnTo>
                  <a:pt x="431" y="338"/>
                </a:lnTo>
                <a:lnTo>
                  <a:pt x="431" y="335"/>
                </a:lnTo>
                <a:lnTo>
                  <a:pt x="432" y="335"/>
                </a:lnTo>
                <a:lnTo>
                  <a:pt x="432" y="334"/>
                </a:lnTo>
                <a:lnTo>
                  <a:pt x="432" y="333"/>
                </a:lnTo>
                <a:lnTo>
                  <a:pt x="433" y="332"/>
                </a:lnTo>
                <a:lnTo>
                  <a:pt x="432" y="332"/>
                </a:lnTo>
                <a:lnTo>
                  <a:pt x="432" y="333"/>
                </a:lnTo>
                <a:lnTo>
                  <a:pt x="431" y="333"/>
                </a:lnTo>
                <a:lnTo>
                  <a:pt x="430" y="333"/>
                </a:lnTo>
                <a:lnTo>
                  <a:pt x="429" y="332"/>
                </a:lnTo>
                <a:lnTo>
                  <a:pt x="428" y="331"/>
                </a:lnTo>
                <a:lnTo>
                  <a:pt x="428" y="332"/>
                </a:lnTo>
                <a:lnTo>
                  <a:pt x="428" y="331"/>
                </a:lnTo>
                <a:lnTo>
                  <a:pt x="427" y="331"/>
                </a:lnTo>
                <a:lnTo>
                  <a:pt x="427" y="332"/>
                </a:lnTo>
                <a:lnTo>
                  <a:pt x="424" y="332"/>
                </a:lnTo>
                <a:lnTo>
                  <a:pt x="422" y="332"/>
                </a:lnTo>
                <a:lnTo>
                  <a:pt x="422" y="331"/>
                </a:lnTo>
                <a:lnTo>
                  <a:pt x="421" y="331"/>
                </a:lnTo>
                <a:lnTo>
                  <a:pt x="421" y="330"/>
                </a:lnTo>
                <a:lnTo>
                  <a:pt x="420" y="330"/>
                </a:lnTo>
                <a:lnTo>
                  <a:pt x="417" y="331"/>
                </a:lnTo>
                <a:lnTo>
                  <a:pt x="416" y="332"/>
                </a:lnTo>
                <a:lnTo>
                  <a:pt x="415" y="332"/>
                </a:lnTo>
                <a:lnTo>
                  <a:pt x="414" y="332"/>
                </a:lnTo>
                <a:lnTo>
                  <a:pt x="414" y="333"/>
                </a:lnTo>
                <a:lnTo>
                  <a:pt x="413" y="333"/>
                </a:lnTo>
                <a:lnTo>
                  <a:pt x="412" y="332"/>
                </a:lnTo>
                <a:lnTo>
                  <a:pt x="411" y="332"/>
                </a:lnTo>
                <a:lnTo>
                  <a:pt x="410" y="333"/>
                </a:lnTo>
                <a:lnTo>
                  <a:pt x="411" y="333"/>
                </a:lnTo>
                <a:lnTo>
                  <a:pt x="412" y="334"/>
                </a:lnTo>
                <a:lnTo>
                  <a:pt x="412" y="335"/>
                </a:lnTo>
                <a:lnTo>
                  <a:pt x="413" y="335"/>
                </a:lnTo>
                <a:lnTo>
                  <a:pt x="413" y="337"/>
                </a:lnTo>
                <a:lnTo>
                  <a:pt x="414" y="338"/>
                </a:lnTo>
                <a:lnTo>
                  <a:pt x="415" y="339"/>
                </a:lnTo>
                <a:lnTo>
                  <a:pt x="416" y="339"/>
                </a:lnTo>
                <a:lnTo>
                  <a:pt x="417" y="340"/>
                </a:lnTo>
                <a:lnTo>
                  <a:pt x="417" y="341"/>
                </a:lnTo>
                <a:lnTo>
                  <a:pt x="418" y="342"/>
                </a:lnTo>
                <a:lnTo>
                  <a:pt x="418" y="343"/>
                </a:lnTo>
                <a:lnTo>
                  <a:pt x="419" y="343"/>
                </a:lnTo>
                <a:lnTo>
                  <a:pt x="419" y="344"/>
                </a:lnTo>
                <a:lnTo>
                  <a:pt x="420" y="345"/>
                </a:lnTo>
                <a:lnTo>
                  <a:pt x="420" y="347"/>
                </a:lnTo>
                <a:lnTo>
                  <a:pt x="421" y="348"/>
                </a:lnTo>
                <a:lnTo>
                  <a:pt x="422" y="349"/>
                </a:lnTo>
                <a:lnTo>
                  <a:pt x="420" y="351"/>
                </a:lnTo>
                <a:lnTo>
                  <a:pt x="418" y="353"/>
                </a:lnTo>
                <a:lnTo>
                  <a:pt x="417" y="350"/>
                </a:lnTo>
                <a:lnTo>
                  <a:pt x="416" y="349"/>
                </a:lnTo>
                <a:lnTo>
                  <a:pt x="415" y="348"/>
                </a:lnTo>
                <a:lnTo>
                  <a:pt x="415" y="349"/>
                </a:lnTo>
                <a:lnTo>
                  <a:pt x="414" y="349"/>
                </a:lnTo>
                <a:lnTo>
                  <a:pt x="413" y="350"/>
                </a:lnTo>
                <a:lnTo>
                  <a:pt x="413" y="351"/>
                </a:lnTo>
                <a:lnTo>
                  <a:pt x="412" y="351"/>
                </a:lnTo>
                <a:lnTo>
                  <a:pt x="411" y="351"/>
                </a:lnTo>
                <a:lnTo>
                  <a:pt x="411" y="352"/>
                </a:lnTo>
                <a:lnTo>
                  <a:pt x="412" y="352"/>
                </a:lnTo>
                <a:lnTo>
                  <a:pt x="414" y="351"/>
                </a:lnTo>
                <a:lnTo>
                  <a:pt x="415" y="351"/>
                </a:lnTo>
                <a:lnTo>
                  <a:pt x="415" y="352"/>
                </a:lnTo>
                <a:lnTo>
                  <a:pt x="416" y="352"/>
                </a:lnTo>
                <a:lnTo>
                  <a:pt x="417" y="353"/>
                </a:lnTo>
                <a:lnTo>
                  <a:pt x="417" y="354"/>
                </a:lnTo>
                <a:lnTo>
                  <a:pt x="418" y="355"/>
                </a:lnTo>
                <a:lnTo>
                  <a:pt x="418" y="356"/>
                </a:lnTo>
                <a:lnTo>
                  <a:pt x="418" y="359"/>
                </a:lnTo>
                <a:lnTo>
                  <a:pt x="418" y="360"/>
                </a:lnTo>
                <a:lnTo>
                  <a:pt x="418" y="361"/>
                </a:lnTo>
                <a:lnTo>
                  <a:pt x="417" y="361"/>
                </a:lnTo>
                <a:lnTo>
                  <a:pt x="416" y="361"/>
                </a:lnTo>
                <a:lnTo>
                  <a:pt x="415" y="361"/>
                </a:lnTo>
                <a:lnTo>
                  <a:pt x="414" y="361"/>
                </a:lnTo>
                <a:lnTo>
                  <a:pt x="414" y="360"/>
                </a:lnTo>
                <a:lnTo>
                  <a:pt x="414" y="358"/>
                </a:lnTo>
                <a:lnTo>
                  <a:pt x="414" y="357"/>
                </a:lnTo>
                <a:lnTo>
                  <a:pt x="414" y="356"/>
                </a:lnTo>
                <a:lnTo>
                  <a:pt x="414" y="355"/>
                </a:lnTo>
                <a:lnTo>
                  <a:pt x="412" y="354"/>
                </a:lnTo>
                <a:lnTo>
                  <a:pt x="413" y="355"/>
                </a:lnTo>
                <a:lnTo>
                  <a:pt x="413" y="357"/>
                </a:lnTo>
                <a:lnTo>
                  <a:pt x="413" y="358"/>
                </a:lnTo>
                <a:lnTo>
                  <a:pt x="414" y="360"/>
                </a:lnTo>
                <a:lnTo>
                  <a:pt x="414" y="362"/>
                </a:lnTo>
                <a:lnTo>
                  <a:pt x="414" y="363"/>
                </a:lnTo>
                <a:lnTo>
                  <a:pt x="413" y="363"/>
                </a:lnTo>
                <a:lnTo>
                  <a:pt x="413" y="364"/>
                </a:lnTo>
                <a:lnTo>
                  <a:pt x="412" y="365"/>
                </a:lnTo>
                <a:lnTo>
                  <a:pt x="413" y="365"/>
                </a:lnTo>
                <a:lnTo>
                  <a:pt x="413" y="368"/>
                </a:lnTo>
                <a:lnTo>
                  <a:pt x="413" y="369"/>
                </a:lnTo>
                <a:lnTo>
                  <a:pt x="413" y="370"/>
                </a:lnTo>
                <a:lnTo>
                  <a:pt x="412" y="371"/>
                </a:lnTo>
                <a:lnTo>
                  <a:pt x="411" y="371"/>
                </a:lnTo>
                <a:lnTo>
                  <a:pt x="411" y="372"/>
                </a:lnTo>
                <a:lnTo>
                  <a:pt x="412" y="373"/>
                </a:lnTo>
                <a:lnTo>
                  <a:pt x="412" y="375"/>
                </a:lnTo>
                <a:lnTo>
                  <a:pt x="413" y="374"/>
                </a:lnTo>
                <a:lnTo>
                  <a:pt x="414" y="375"/>
                </a:lnTo>
                <a:lnTo>
                  <a:pt x="415" y="375"/>
                </a:lnTo>
                <a:lnTo>
                  <a:pt x="416" y="375"/>
                </a:lnTo>
                <a:lnTo>
                  <a:pt x="416" y="376"/>
                </a:lnTo>
                <a:lnTo>
                  <a:pt x="417" y="377"/>
                </a:lnTo>
                <a:lnTo>
                  <a:pt x="417" y="376"/>
                </a:lnTo>
                <a:lnTo>
                  <a:pt x="418" y="376"/>
                </a:lnTo>
                <a:lnTo>
                  <a:pt x="418" y="377"/>
                </a:lnTo>
                <a:lnTo>
                  <a:pt x="418" y="378"/>
                </a:lnTo>
                <a:lnTo>
                  <a:pt x="418" y="379"/>
                </a:lnTo>
                <a:lnTo>
                  <a:pt x="417" y="379"/>
                </a:lnTo>
                <a:lnTo>
                  <a:pt x="417" y="380"/>
                </a:lnTo>
                <a:lnTo>
                  <a:pt x="416" y="380"/>
                </a:lnTo>
                <a:lnTo>
                  <a:pt x="415" y="379"/>
                </a:lnTo>
                <a:lnTo>
                  <a:pt x="414" y="380"/>
                </a:lnTo>
                <a:lnTo>
                  <a:pt x="414" y="381"/>
                </a:lnTo>
                <a:lnTo>
                  <a:pt x="415" y="382"/>
                </a:lnTo>
                <a:lnTo>
                  <a:pt x="415" y="383"/>
                </a:lnTo>
                <a:lnTo>
                  <a:pt x="416" y="383"/>
                </a:lnTo>
                <a:lnTo>
                  <a:pt x="415" y="384"/>
                </a:lnTo>
                <a:lnTo>
                  <a:pt x="415" y="383"/>
                </a:lnTo>
                <a:lnTo>
                  <a:pt x="414" y="383"/>
                </a:lnTo>
                <a:lnTo>
                  <a:pt x="413" y="384"/>
                </a:lnTo>
                <a:lnTo>
                  <a:pt x="413" y="385"/>
                </a:lnTo>
                <a:lnTo>
                  <a:pt x="413" y="386"/>
                </a:lnTo>
                <a:lnTo>
                  <a:pt x="413" y="387"/>
                </a:lnTo>
                <a:lnTo>
                  <a:pt x="413" y="388"/>
                </a:lnTo>
                <a:lnTo>
                  <a:pt x="413" y="389"/>
                </a:lnTo>
                <a:lnTo>
                  <a:pt x="414" y="390"/>
                </a:lnTo>
                <a:lnTo>
                  <a:pt x="414" y="391"/>
                </a:lnTo>
                <a:lnTo>
                  <a:pt x="414" y="392"/>
                </a:lnTo>
                <a:lnTo>
                  <a:pt x="414" y="393"/>
                </a:lnTo>
                <a:lnTo>
                  <a:pt x="413" y="393"/>
                </a:lnTo>
                <a:lnTo>
                  <a:pt x="412" y="393"/>
                </a:lnTo>
                <a:lnTo>
                  <a:pt x="411" y="393"/>
                </a:lnTo>
                <a:lnTo>
                  <a:pt x="411" y="394"/>
                </a:lnTo>
                <a:lnTo>
                  <a:pt x="410" y="395"/>
                </a:lnTo>
                <a:lnTo>
                  <a:pt x="409" y="395"/>
                </a:lnTo>
                <a:lnTo>
                  <a:pt x="409" y="396"/>
                </a:lnTo>
                <a:lnTo>
                  <a:pt x="408" y="396"/>
                </a:lnTo>
                <a:lnTo>
                  <a:pt x="409" y="396"/>
                </a:lnTo>
                <a:lnTo>
                  <a:pt x="409" y="397"/>
                </a:lnTo>
                <a:lnTo>
                  <a:pt x="408" y="397"/>
                </a:lnTo>
                <a:lnTo>
                  <a:pt x="408" y="398"/>
                </a:lnTo>
                <a:lnTo>
                  <a:pt x="408" y="399"/>
                </a:lnTo>
                <a:lnTo>
                  <a:pt x="407" y="400"/>
                </a:lnTo>
                <a:lnTo>
                  <a:pt x="407" y="401"/>
                </a:lnTo>
                <a:lnTo>
                  <a:pt x="408" y="401"/>
                </a:lnTo>
                <a:lnTo>
                  <a:pt x="409" y="402"/>
                </a:lnTo>
                <a:lnTo>
                  <a:pt x="409" y="403"/>
                </a:lnTo>
                <a:lnTo>
                  <a:pt x="410" y="403"/>
                </a:lnTo>
                <a:lnTo>
                  <a:pt x="410" y="404"/>
                </a:lnTo>
                <a:lnTo>
                  <a:pt x="410" y="405"/>
                </a:lnTo>
                <a:lnTo>
                  <a:pt x="410" y="408"/>
                </a:lnTo>
                <a:lnTo>
                  <a:pt x="409" y="409"/>
                </a:lnTo>
                <a:lnTo>
                  <a:pt x="410" y="409"/>
                </a:lnTo>
                <a:lnTo>
                  <a:pt x="410" y="410"/>
                </a:lnTo>
                <a:lnTo>
                  <a:pt x="411" y="410"/>
                </a:lnTo>
                <a:lnTo>
                  <a:pt x="411" y="411"/>
                </a:lnTo>
                <a:lnTo>
                  <a:pt x="410" y="411"/>
                </a:lnTo>
                <a:lnTo>
                  <a:pt x="411" y="411"/>
                </a:lnTo>
                <a:lnTo>
                  <a:pt x="411" y="412"/>
                </a:lnTo>
                <a:lnTo>
                  <a:pt x="410" y="412"/>
                </a:lnTo>
                <a:lnTo>
                  <a:pt x="409" y="412"/>
                </a:lnTo>
                <a:lnTo>
                  <a:pt x="409" y="411"/>
                </a:lnTo>
                <a:lnTo>
                  <a:pt x="408" y="411"/>
                </a:lnTo>
                <a:lnTo>
                  <a:pt x="407" y="411"/>
                </a:lnTo>
                <a:lnTo>
                  <a:pt x="405" y="413"/>
                </a:lnTo>
                <a:lnTo>
                  <a:pt x="405" y="412"/>
                </a:lnTo>
                <a:lnTo>
                  <a:pt x="404" y="412"/>
                </a:lnTo>
                <a:lnTo>
                  <a:pt x="403" y="411"/>
                </a:lnTo>
                <a:lnTo>
                  <a:pt x="402" y="411"/>
                </a:lnTo>
                <a:lnTo>
                  <a:pt x="402" y="410"/>
                </a:lnTo>
                <a:lnTo>
                  <a:pt x="401" y="410"/>
                </a:lnTo>
                <a:lnTo>
                  <a:pt x="401" y="408"/>
                </a:lnTo>
                <a:lnTo>
                  <a:pt x="400" y="407"/>
                </a:lnTo>
                <a:lnTo>
                  <a:pt x="399" y="404"/>
                </a:lnTo>
                <a:lnTo>
                  <a:pt x="398" y="401"/>
                </a:lnTo>
                <a:lnTo>
                  <a:pt x="395" y="401"/>
                </a:lnTo>
                <a:lnTo>
                  <a:pt x="396" y="402"/>
                </a:lnTo>
                <a:lnTo>
                  <a:pt x="395" y="403"/>
                </a:lnTo>
                <a:lnTo>
                  <a:pt x="394" y="404"/>
                </a:lnTo>
                <a:lnTo>
                  <a:pt x="392" y="405"/>
                </a:lnTo>
                <a:lnTo>
                  <a:pt x="391" y="404"/>
                </a:lnTo>
                <a:lnTo>
                  <a:pt x="391" y="403"/>
                </a:lnTo>
                <a:lnTo>
                  <a:pt x="390" y="403"/>
                </a:lnTo>
                <a:lnTo>
                  <a:pt x="390" y="404"/>
                </a:lnTo>
                <a:lnTo>
                  <a:pt x="391" y="404"/>
                </a:lnTo>
                <a:lnTo>
                  <a:pt x="391" y="406"/>
                </a:lnTo>
                <a:lnTo>
                  <a:pt x="391" y="407"/>
                </a:lnTo>
                <a:lnTo>
                  <a:pt x="392" y="409"/>
                </a:lnTo>
                <a:lnTo>
                  <a:pt x="392" y="410"/>
                </a:lnTo>
                <a:lnTo>
                  <a:pt x="392" y="411"/>
                </a:lnTo>
                <a:lnTo>
                  <a:pt x="393" y="411"/>
                </a:lnTo>
                <a:lnTo>
                  <a:pt x="394" y="412"/>
                </a:lnTo>
                <a:lnTo>
                  <a:pt x="395" y="412"/>
                </a:lnTo>
                <a:lnTo>
                  <a:pt x="396" y="413"/>
                </a:lnTo>
                <a:lnTo>
                  <a:pt x="395" y="414"/>
                </a:lnTo>
                <a:lnTo>
                  <a:pt x="395" y="415"/>
                </a:lnTo>
                <a:lnTo>
                  <a:pt x="394" y="416"/>
                </a:lnTo>
                <a:lnTo>
                  <a:pt x="394" y="417"/>
                </a:lnTo>
                <a:lnTo>
                  <a:pt x="393" y="417"/>
                </a:lnTo>
                <a:lnTo>
                  <a:pt x="393" y="419"/>
                </a:lnTo>
                <a:lnTo>
                  <a:pt x="394" y="420"/>
                </a:lnTo>
                <a:lnTo>
                  <a:pt x="394" y="419"/>
                </a:lnTo>
                <a:lnTo>
                  <a:pt x="395" y="419"/>
                </a:lnTo>
                <a:lnTo>
                  <a:pt x="395" y="420"/>
                </a:lnTo>
                <a:lnTo>
                  <a:pt x="394" y="420"/>
                </a:lnTo>
                <a:lnTo>
                  <a:pt x="393" y="420"/>
                </a:lnTo>
                <a:lnTo>
                  <a:pt x="393" y="421"/>
                </a:lnTo>
                <a:lnTo>
                  <a:pt x="392" y="421"/>
                </a:lnTo>
                <a:lnTo>
                  <a:pt x="392" y="422"/>
                </a:lnTo>
                <a:lnTo>
                  <a:pt x="391" y="422"/>
                </a:lnTo>
                <a:lnTo>
                  <a:pt x="390" y="422"/>
                </a:lnTo>
                <a:lnTo>
                  <a:pt x="389" y="421"/>
                </a:lnTo>
                <a:lnTo>
                  <a:pt x="389" y="420"/>
                </a:lnTo>
                <a:lnTo>
                  <a:pt x="387" y="420"/>
                </a:lnTo>
                <a:lnTo>
                  <a:pt x="386" y="420"/>
                </a:lnTo>
                <a:lnTo>
                  <a:pt x="386" y="421"/>
                </a:lnTo>
                <a:lnTo>
                  <a:pt x="385" y="421"/>
                </a:lnTo>
                <a:lnTo>
                  <a:pt x="384" y="421"/>
                </a:lnTo>
                <a:lnTo>
                  <a:pt x="383" y="420"/>
                </a:lnTo>
                <a:lnTo>
                  <a:pt x="383" y="419"/>
                </a:lnTo>
                <a:lnTo>
                  <a:pt x="383" y="418"/>
                </a:lnTo>
                <a:lnTo>
                  <a:pt x="382" y="418"/>
                </a:lnTo>
                <a:lnTo>
                  <a:pt x="382" y="417"/>
                </a:lnTo>
                <a:lnTo>
                  <a:pt x="382" y="415"/>
                </a:lnTo>
                <a:lnTo>
                  <a:pt x="382" y="414"/>
                </a:lnTo>
                <a:lnTo>
                  <a:pt x="382" y="413"/>
                </a:lnTo>
                <a:lnTo>
                  <a:pt x="381" y="412"/>
                </a:lnTo>
                <a:lnTo>
                  <a:pt x="380" y="411"/>
                </a:lnTo>
                <a:lnTo>
                  <a:pt x="380" y="412"/>
                </a:lnTo>
                <a:lnTo>
                  <a:pt x="381" y="413"/>
                </a:lnTo>
                <a:lnTo>
                  <a:pt x="381" y="414"/>
                </a:lnTo>
                <a:lnTo>
                  <a:pt x="381" y="415"/>
                </a:lnTo>
                <a:lnTo>
                  <a:pt x="381" y="416"/>
                </a:lnTo>
                <a:lnTo>
                  <a:pt x="380" y="416"/>
                </a:lnTo>
                <a:lnTo>
                  <a:pt x="379" y="416"/>
                </a:lnTo>
                <a:lnTo>
                  <a:pt x="379" y="417"/>
                </a:lnTo>
                <a:lnTo>
                  <a:pt x="378" y="418"/>
                </a:lnTo>
                <a:lnTo>
                  <a:pt x="377" y="418"/>
                </a:lnTo>
                <a:lnTo>
                  <a:pt x="377" y="419"/>
                </a:lnTo>
                <a:lnTo>
                  <a:pt x="378" y="419"/>
                </a:lnTo>
                <a:lnTo>
                  <a:pt x="379" y="419"/>
                </a:lnTo>
                <a:lnTo>
                  <a:pt x="379" y="420"/>
                </a:lnTo>
                <a:lnTo>
                  <a:pt x="379" y="421"/>
                </a:lnTo>
                <a:lnTo>
                  <a:pt x="378" y="421"/>
                </a:lnTo>
                <a:lnTo>
                  <a:pt x="379" y="421"/>
                </a:lnTo>
                <a:lnTo>
                  <a:pt x="379" y="422"/>
                </a:lnTo>
                <a:lnTo>
                  <a:pt x="380" y="427"/>
                </a:lnTo>
                <a:lnTo>
                  <a:pt x="381" y="428"/>
                </a:lnTo>
                <a:lnTo>
                  <a:pt x="381" y="429"/>
                </a:lnTo>
                <a:lnTo>
                  <a:pt x="382" y="429"/>
                </a:lnTo>
                <a:lnTo>
                  <a:pt x="382" y="430"/>
                </a:lnTo>
                <a:lnTo>
                  <a:pt x="383" y="430"/>
                </a:lnTo>
                <a:lnTo>
                  <a:pt x="383" y="431"/>
                </a:lnTo>
                <a:lnTo>
                  <a:pt x="382" y="431"/>
                </a:lnTo>
                <a:lnTo>
                  <a:pt x="382" y="432"/>
                </a:lnTo>
                <a:lnTo>
                  <a:pt x="381" y="432"/>
                </a:lnTo>
                <a:lnTo>
                  <a:pt x="382" y="432"/>
                </a:lnTo>
                <a:lnTo>
                  <a:pt x="382" y="433"/>
                </a:lnTo>
                <a:lnTo>
                  <a:pt x="381" y="434"/>
                </a:lnTo>
                <a:lnTo>
                  <a:pt x="381" y="435"/>
                </a:lnTo>
                <a:lnTo>
                  <a:pt x="380" y="436"/>
                </a:lnTo>
                <a:lnTo>
                  <a:pt x="379" y="436"/>
                </a:lnTo>
                <a:lnTo>
                  <a:pt x="379" y="435"/>
                </a:lnTo>
                <a:lnTo>
                  <a:pt x="378" y="435"/>
                </a:lnTo>
                <a:lnTo>
                  <a:pt x="377" y="434"/>
                </a:lnTo>
                <a:lnTo>
                  <a:pt x="376" y="433"/>
                </a:lnTo>
                <a:lnTo>
                  <a:pt x="376" y="432"/>
                </a:lnTo>
                <a:lnTo>
                  <a:pt x="375" y="433"/>
                </a:lnTo>
                <a:lnTo>
                  <a:pt x="375" y="432"/>
                </a:lnTo>
                <a:lnTo>
                  <a:pt x="375" y="430"/>
                </a:lnTo>
                <a:lnTo>
                  <a:pt x="375" y="429"/>
                </a:lnTo>
                <a:lnTo>
                  <a:pt x="376" y="429"/>
                </a:lnTo>
                <a:lnTo>
                  <a:pt x="376" y="428"/>
                </a:lnTo>
                <a:lnTo>
                  <a:pt x="377" y="428"/>
                </a:lnTo>
                <a:lnTo>
                  <a:pt x="376" y="427"/>
                </a:lnTo>
                <a:lnTo>
                  <a:pt x="375" y="428"/>
                </a:lnTo>
                <a:lnTo>
                  <a:pt x="374" y="429"/>
                </a:lnTo>
                <a:lnTo>
                  <a:pt x="373" y="428"/>
                </a:lnTo>
                <a:lnTo>
                  <a:pt x="374" y="428"/>
                </a:lnTo>
                <a:lnTo>
                  <a:pt x="374" y="427"/>
                </a:lnTo>
                <a:lnTo>
                  <a:pt x="375" y="427"/>
                </a:lnTo>
                <a:lnTo>
                  <a:pt x="375" y="426"/>
                </a:lnTo>
                <a:lnTo>
                  <a:pt x="375" y="425"/>
                </a:lnTo>
                <a:lnTo>
                  <a:pt x="374" y="426"/>
                </a:lnTo>
                <a:lnTo>
                  <a:pt x="373" y="427"/>
                </a:lnTo>
                <a:lnTo>
                  <a:pt x="373" y="426"/>
                </a:lnTo>
                <a:lnTo>
                  <a:pt x="372" y="426"/>
                </a:lnTo>
                <a:lnTo>
                  <a:pt x="371" y="426"/>
                </a:lnTo>
                <a:lnTo>
                  <a:pt x="371" y="425"/>
                </a:lnTo>
                <a:lnTo>
                  <a:pt x="370" y="425"/>
                </a:lnTo>
                <a:lnTo>
                  <a:pt x="369" y="423"/>
                </a:lnTo>
                <a:lnTo>
                  <a:pt x="368" y="422"/>
                </a:lnTo>
                <a:lnTo>
                  <a:pt x="369" y="422"/>
                </a:lnTo>
                <a:lnTo>
                  <a:pt x="368" y="421"/>
                </a:lnTo>
                <a:lnTo>
                  <a:pt x="367" y="420"/>
                </a:lnTo>
                <a:lnTo>
                  <a:pt x="367" y="419"/>
                </a:lnTo>
                <a:lnTo>
                  <a:pt x="366" y="417"/>
                </a:lnTo>
                <a:lnTo>
                  <a:pt x="365" y="417"/>
                </a:lnTo>
                <a:lnTo>
                  <a:pt x="365" y="416"/>
                </a:lnTo>
                <a:lnTo>
                  <a:pt x="364" y="415"/>
                </a:lnTo>
                <a:lnTo>
                  <a:pt x="364" y="414"/>
                </a:lnTo>
                <a:lnTo>
                  <a:pt x="364" y="413"/>
                </a:lnTo>
                <a:lnTo>
                  <a:pt x="363" y="413"/>
                </a:lnTo>
                <a:lnTo>
                  <a:pt x="363" y="412"/>
                </a:lnTo>
                <a:lnTo>
                  <a:pt x="363" y="411"/>
                </a:lnTo>
                <a:lnTo>
                  <a:pt x="363" y="410"/>
                </a:lnTo>
                <a:lnTo>
                  <a:pt x="363" y="409"/>
                </a:lnTo>
                <a:lnTo>
                  <a:pt x="364" y="408"/>
                </a:lnTo>
                <a:lnTo>
                  <a:pt x="364" y="406"/>
                </a:lnTo>
                <a:lnTo>
                  <a:pt x="365" y="403"/>
                </a:lnTo>
                <a:lnTo>
                  <a:pt x="364" y="403"/>
                </a:lnTo>
                <a:lnTo>
                  <a:pt x="364" y="401"/>
                </a:lnTo>
                <a:lnTo>
                  <a:pt x="363" y="399"/>
                </a:lnTo>
                <a:lnTo>
                  <a:pt x="363" y="398"/>
                </a:lnTo>
                <a:lnTo>
                  <a:pt x="363" y="397"/>
                </a:lnTo>
                <a:lnTo>
                  <a:pt x="364" y="397"/>
                </a:lnTo>
                <a:lnTo>
                  <a:pt x="365" y="395"/>
                </a:lnTo>
                <a:lnTo>
                  <a:pt x="366" y="395"/>
                </a:lnTo>
                <a:lnTo>
                  <a:pt x="365" y="395"/>
                </a:lnTo>
                <a:lnTo>
                  <a:pt x="364" y="395"/>
                </a:lnTo>
                <a:lnTo>
                  <a:pt x="364" y="396"/>
                </a:lnTo>
                <a:lnTo>
                  <a:pt x="363" y="396"/>
                </a:lnTo>
                <a:lnTo>
                  <a:pt x="363" y="397"/>
                </a:lnTo>
                <a:lnTo>
                  <a:pt x="363" y="396"/>
                </a:lnTo>
                <a:lnTo>
                  <a:pt x="362" y="395"/>
                </a:lnTo>
                <a:lnTo>
                  <a:pt x="362" y="394"/>
                </a:lnTo>
                <a:lnTo>
                  <a:pt x="361" y="394"/>
                </a:lnTo>
                <a:lnTo>
                  <a:pt x="362" y="394"/>
                </a:lnTo>
                <a:lnTo>
                  <a:pt x="361" y="394"/>
                </a:lnTo>
                <a:lnTo>
                  <a:pt x="361" y="395"/>
                </a:lnTo>
                <a:lnTo>
                  <a:pt x="361" y="396"/>
                </a:lnTo>
                <a:lnTo>
                  <a:pt x="361" y="397"/>
                </a:lnTo>
                <a:lnTo>
                  <a:pt x="361" y="399"/>
                </a:lnTo>
                <a:lnTo>
                  <a:pt x="361" y="401"/>
                </a:lnTo>
                <a:lnTo>
                  <a:pt x="360" y="402"/>
                </a:lnTo>
                <a:lnTo>
                  <a:pt x="360" y="403"/>
                </a:lnTo>
                <a:lnTo>
                  <a:pt x="361" y="404"/>
                </a:lnTo>
                <a:lnTo>
                  <a:pt x="360" y="406"/>
                </a:lnTo>
                <a:lnTo>
                  <a:pt x="359" y="407"/>
                </a:lnTo>
                <a:lnTo>
                  <a:pt x="356" y="405"/>
                </a:lnTo>
                <a:lnTo>
                  <a:pt x="355" y="405"/>
                </a:lnTo>
                <a:lnTo>
                  <a:pt x="354" y="407"/>
                </a:lnTo>
                <a:lnTo>
                  <a:pt x="354" y="408"/>
                </a:lnTo>
                <a:lnTo>
                  <a:pt x="355" y="409"/>
                </a:lnTo>
                <a:lnTo>
                  <a:pt x="354" y="410"/>
                </a:lnTo>
                <a:lnTo>
                  <a:pt x="354" y="411"/>
                </a:lnTo>
                <a:lnTo>
                  <a:pt x="354" y="412"/>
                </a:lnTo>
                <a:lnTo>
                  <a:pt x="353" y="412"/>
                </a:lnTo>
                <a:lnTo>
                  <a:pt x="354" y="412"/>
                </a:lnTo>
                <a:lnTo>
                  <a:pt x="354" y="413"/>
                </a:lnTo>
                <a:lnTo>
                  <a:pt x="354" y="415"/>
                </a:lnTo>
                <a:lnTo>
                  <a:pt x="354" y="417"/>
                </a:lnTo>
                <a:lnTo>
                  <a:pt x="354" y="418"/>
                </a:lnTo>
                <a:lnTo>
                  <a:pt x="354" y="419"/>
                </a:lnTo>
                <a:lnTo>
                  <a:pt x="355" y="421"/>
                </a:lnTo>
                <a:lnTo>
                  <a:pt x="355" y="422"/>
                </a:lnTo>
                <a:lnTo>
                  <a:pt x="355" y="423"/>
                </a:lnTo>
                <a:lnTo>
                  <a:pt x="354" y="423"/>
                </a:lnTo>
                <a:lnTo>
                  <a:pt x="354" y="425"/>
                </a:lnTo>
                <a:lnTo>
                  <a:pt x="355" y="425"/>
                </a:lnTo>
                <a:lnTo>
                  <a:pt x="355" y="426"/>
                </a:lnTo>
                <a:lnTo>
                  <a:pt x="355" y="427"/>
                </a:lnTo>
                <a:lnTo>
                  <a:pt x="355" y="428"/>
                </a:lnTo>
                <a:lnTo>
                  <a:pt x="354" y="428"/>
                </a:lnTo>
                <a:lnTo>
                  <a:pt x="354" y="429"/>
                </a:lnTo>
                <a:lnTo>
                  <a:pt x="353" y="429"/>
                </a:lnTo>
                <a:lnTo>
                  <a:pt x="352" y="430"/>
                </a:lnTo>
                <a:lnTo>
                  <a:pt x="351" y="431"/>
                </a:lnTo>
                <a:lnTo>
                  <a:pt x="351" y="432"/>
                </a:lnTo>
                <a:lnTo>
                  <a:pt x="351" y="433"/>
                </a:lnTo>
                <a:lnTo>
                  <a:pt x="350" y="433"/>
                </a:lnTo>
                <a:lnTo>
                  <a:pt x="350" y="434"/>
                </a:lnTo>
                <a:lnTo>
                  <a:pt x="349" y="435"/>
                </a:lnTo>
                <a:lnTo>
                  <a:pt x="348" y="435"/>
                </a:lnTo>
                <a:lnTo>
                  <a:pt x="348" y="436"/>
                </a:lnTo>
                <a:lnTo>
                  <a:pt x="347" y="437"/>
                </a:lnTo>
                <a:lnTo>
                  <a:pt x="346" y="437"/>
                </a:lnTo>
                <a:lnTo>
                  <a:pt x="346" y="436"/>
                </a:lnTo>
                <a:lnTo>
                  <a:pt x="345" y="437"/>
                </a:lnTo>
                <a:lnTo>
                  <a:pt x="345" y="438"/>
                </a:lnTo>
                <a:lnTo>
                  <a:pt x="344" y="438"/>
                </a:lnTo>
                <a:lnTo>
                  <a:pt x="343" y="439"/>
                </a:lnTo>
                <a:lnTo>
                  <a:pt x="342" y="439"/>
                </a:lnTo>
                <a:lnTo>
                  <a:pt x="341" y="438"/>
                </a:lnTo>
                <a:lnTo>
                  <a:pt x="341" y="437"/>
                </a:lnTo>
                <a:lnTo>
                  <a:pt x="341" y="436"/>
                </a:lnTo>
                <a:lnTo>
                  <a:pt x="341" y="435"/>
                </a:lnTo>
                <a:lnTo>
                  <a:pt x="340" y="435"/>
                </a:lnTo>
                <a:lnTo>
                  <a:pt x="339" y="434"/>
                </a:lnTo>
                <a:lnTo>
                  <a:pt x="338" y="434"/>
                </a:lnTo>
                <a:lnTo>
                  <a:pt x="338" y="433"/>
                </a:lnTo>
                <a:lnTo>
                  <a:pt x="338" y="432"/>
                </a:lnTo>
                <a:lnTo>
                  <a:pt x="337" y="431"/>
                </a:lnTo>
                <a:lnTo>
                  <a:pt x="337" y="430"/>
                </a:lnTo>
                <a:lnTo>
                  <a:pt x="337" y="429"/>
                </a:lnTo>
                <a:lnTo>
                  <a:pt x="336" y="428"/>
                </a:lnTo>
                <a:lnTo>
                  <a:pt x="335" y="427"/>
                </a:lnTo>
                <a:lnTo>
                  <a:pt x="334" y="427"/>
                </a:lnTo>
                <a:lnTo>
                  <a:pt x="334" y="426"/>
                </a:lnTo>
                <a:lnTo>
                  <a:pt x="334" y="425"/>
                </a:lnTo>
                <a:lnTo>
                  <a:pt x="333" y="426"/>
                </a:lnTo>
                <a:lnTo>
                  <a:pt x="334" y="426"/>
                </a:lnTo>
                <a:lnTo>
                  <a:pt x="334" y="427"/>
                </a:lnTo>
                <a:lnTo>
                  <a:pt x="334" y="428"/>
                </a:lnTo>
                <a:lnTo>
                  <a:pt x="333" y="427"/>
                </a:lnTo>
                <a:lnTo>
                  <a:pt x="332" y="428"/>
                </a:lnTo>
                <a:lnTo>
                  <a:pt x="331" y="428"/>
                </a:lnTo>
                <a:lnTo>
                  <a:pt x="330" y="428"/>
                </a:lnTo>
                <a:lnTo>
                  <a:pt x="329" y="428"/>
                </a:lnTo>
                <a:lnTo>
                  <a:pt x="329" y="429"/>
                </a:lnTo>
                <a:lnTo>
                  <a:pt x="328" y="429"/>
                </a:lnTo>
                <a:lnTo>
                  <a:pt x="327" y="429"/>
                </a:lnTo>
                <a:lnTo>
                  <a:pt x="326" y="430"/>
                </a:lnTo>
                <a:lnTo>
                  <a:pt x="326" y="431"/>
                </a:lnTo>
                <a:lnTo>
                  <a:pt x="325" y="431"/>
                </a:lnTo>
                <a:lnTo>
                  <a:pt x="325" y="432"/>
                </a:lnTo>
                <a:lnTo>
                  <a:pt x="325" y="433"/>
                </a:lnTo>
                <a:lnTo>
                  <a:pt x="326" y="433"/>
                </a:lnTo>
                <a:lnTo>
                  <a:pt x="326" y="434"/>
                </a:lnTo>
                <a:lnTo>
                  <a:pt x="325" y="434"/>
                </a:lnTo>
                <a:lnTo>
                  <a:pt x="325" y="435"/>
                </a:lnTo>
                <a:lnTo>
                  <a:pt x="324" y="434"/>
                </a:lnTo>
                <a:lnTo>
                  <a:pt x="323" y="434"/>
                </a:lnTo>
                <a:lnTo>
                  <a:pt x="323" y="435"/>
                </a:lnTo>
                <a:lnTo>
                  <a:pt x="322" y="435"/>
                </a:lnTo>
                <a:lnTo>
                  <a:pt x="322" y="434"/>
                </a:lnTo>
                <a:lnTo>
                  <a:pt x="321" y="435"/>
                </a:lnTo>
                <a:lnTo>
                  <a:pt x="320" y="436"/>
                </a:lnTo>
                <a:lnTo>
                  <a:pt x="320" y="437"/>
                </a:lnTo>
                <a:lnTo>
                  <a:pt x="320" y="438"/>
                </a:lnTo>
                <a:lnTo>
                  <a:pt x="319" y="439"/>
                </a:lnTo>
                <a:lnTo>
                  <a:pt x="318" y="439"/>
                </a:lnTo>
                <a:lnTo>
                  <a:pt x="317" y="440"/>
                </a:lnTo>
                <a:lnTo>
                  <a:pt x="316" y="440"/>
                </a:lnTo>
                <a:lnTo>
                  <a:pt x="316" y="442"/>
                </a:lnTo>
                <a:lnTo>
                  <a:pt x="315" y="443"/>
                </a:lnTo>
                <a:lnTo>
                  <a:pt x="315" y="444"/>
                </a:lnTo>
                <a:lnTo>
                  <a:pt x="315" y="445"/>
                </a:lnTo>
                <a:lnTo>
                  <a:pt x="315" y="447"/>
                </a:lnTo>
                <a:lnTo>
                  <a:pt x="314" y="447"/>
                </a:lnTo>
                <a:lnTo>
                  <a:pt x="314" y="446"/>
                </a:lnTo>
                <a:lnTo>
                  <a:pt x="313" y="446"/>
                </a:lnTo>
                <a:lnTo>
                  <a:pt x="312" y="446"/>
                </a:lnTo>
                <a:lnTo>
                  <a:pt x="313" y="447"/>
                </a:lnTo>
                <a:lnTo>
                  <a:pt x="313" y="448"/>
                </a:lnTo>
                <a:lnTo>
                  <a:pt x="312" y="448"/>
                </a:lnTo>
                <a:lnTo>
                  <a:pt x="311" y="448"/>
                </a:lnTo>
                <a:lnTo>
                  <a:pt x="311" y="449"/>
                </a:lnTo>
                <a:lnTo>
                  <a:pt x="310" y="449"/>
                </a:lnTo>
                <a:lnTo>
                  <a:pt x="309" y="450"/>
                </a:lnTo>
                <a:lnTo>
                  <a:pt x="308" y="450"/>
                </a:lnTo>
                <a:lnTo>
                  <a:pt x="307" y="450"/>
                </a:lnTo>
                <a:lnTo>
                  <a:pt x="306" y="450"/>
                </a:lnTo>
                <a:lnTo>
                  <a:pt x="305" y="450"/>
                </a:lnTo>
                <a:lnTo>
                  <a:pt x="304" y="449"/>
                </a:lnTo>
                <a:lnTo>
                  <a:pt x="304" y="448"/>
                </a:lnTo>
                <a:lnTo>
                  <a:pt x="303" y="448"/>
                </a:lnTo>
                <a:lnTo>
                  <a:pt x="302" y="448"/>
                </a:lnTo>
                <a:lnTo>
                  <a:pt x="301" y="448"/>
                </a:lnTo>
                <a:lnTo>
                  <a:pt x="301" y="447"/>
                </a:lnTo>
                <a:lnTo>
                  <a:pt x="300" y="447"/>
                </a:lnTo>
                <a:lnTo>
                  <a:pt x="300" y="446"/>
                </a:lnTo>
                <a:lnTo>
                  <a:pt x="299" y="446"/>
                </a:lnTo>
                <a:lnTo>
                  <a:pt x="298" y="446"/>
                </a:lnTo>
                <a:lnTo>
                  <a:pt x="298" y="445"/>
                </a:lnTo>
                <a:lnTo>
                  <a:pt x="297" y="445"/>
                </a:lnTo>
                <a:lnTo>
                  <a:pt x="296" y="444"/>
                </a:lnTo>
                <a:lnTo>
                  <a:pt x="295" y="444"/>
                </a:lnTo>
                <a:lnTo>
                  <a:pt x="294" y="444"/>
                </a:lnTo>
                <a:lnTo>
                  <a:pt x="293" y="444"/>
                </a:lnTo>
                <a:lnTo>
                  <a:pt x="293" y="443"/>
                </a:lnTo>
                <a:lnTo>
                  <a:pt x="292" y="443"/>
                </a:lnTo>
                <a:lnTo>
                  <a:pt x="292" y="442"/>
                </a:lnTo>
                <a:lnTo>
                  <a:pt x="292" y="441"/>
                </a:lnTo>
                <a:lnTo>
                  <a:pt x="291" y="441"/>
                </a:lnTo>
                <a:lnTo>
                  <a:pt x="291" y="440"/>
                </a:lnTo>
                <a:lnTo>
                  <a:pt x="291" y="439"/>
                </a:lnTo>
                <a:lnTo>
                  <a:pt x="291" y="437"/>
                </a:lnTo>
                <a:lnTo>
                  <a:pt x="291" y="435"/>
                </a:lnTo>
                <a:lnTo>
                  <a:pt x="291" y="433"/>
                </a:lnTo>
                <a:lnTo>
                  <a:pt x="291" y="432"/>
                </a:lnTo>
                <a:lnTo>
                  <a:pt x="291" y="431"/>
                </a:lnTo>
                <a:lnTo>
                  <a:pt x="292" y="431"/>
                </a:lnTo>
                <a:lnTo>
                  <a:pt x="292" y="430"/>
                </a:lnTo>
                <a:lnTo>
                  <a:pt x="293" y="430"/>
                </a:lnTo>
                <a:lnTo>
                  <a:pt x="294" y="430"/>
                </a:lnTo>
                <a:lnTo>
                  <a:pt x="294" y="429"/>
                </a:lnTo>
                <a:lnTo>
                  <a:pt x="295" y="429"/>
                </a:lnTo>
                <a:lnTo>
                  <a:pt x="296" y="429"/>
                </a:lnTo>
                <a:lnTo>
                  <a:pt x="297" y="429"/>
                </a:lnTo>
                <a:lnTo>
                  <a:pt x="297" y="428"/>
                </a:lnTo>
                <a:lnTo>
                  <a:pt x="298" y="428"/>
                </a:lnTo>
                <a:lnTo>
                  <a:pt x="300" y="428"/>
                </a:lnTo>
                <a:lnTo>
                  <a:pt x="300" y="427"/>
                </a:lnTo>
                <a:lnTo>
                  <a:pt x="300" y="428"/>
                </a:lnTo>
                <a:lnTo>
                  <a:pt x="299" y="428"/>
                </a:lnTo>
                <a:lnTo>
                  <a:pt x="298" y="428"/>
                </a:lnTo>
                <a:lnTo>
                  <a:pt x="297" y="427"/>
                </a:lnTo>
                <a:lnTo>
                  <a:pt x="296" y="427"/>
                </a:lnTo>
                <a:lnTo>
                  <a:pt x="295" y="427"/>
                </a:lnTo>
                <a:lnTo>
                  <a:pt x="295" y="428"/>
                </a:lnTo>
                <a:lnTo>
                  <a:pt x="295" y="429"/>
                </a:lnTo>
                <a:lnTo>
                  <a:pt x="294" y="429"/>
                </a:lnTo>
                <a:lnTo>
                  <a:pt x="293" y="429"/>
                </a:lnTo>
                <a:lnTo>
                  <a:pt x="293" y="430"/>
                </a:lnTo>
                <a:lnTo>
                  <a:pt x="292" y="430"/>
                </a:lnTo>
                <a:lnTo>
                  <a:pt x="291" y="430"/>
                </a:lnTo>
                <a:lnTo>
                  <a:pt x="291" y="431"/>
                </a:lnTo>
                <a:lnTo>
                  <a:pt x="291" y="432"/>
                </a:lnTo>
                <a:lnTo>
                  <a:pt x="290" y="432"/>
                </a:lnTo>
                <a:lnTo>
                  <a:pt x="290" y="431"/>
                </a:lnTo>
                <a:lnTo>
                  <a:pt x="290" y="430"/>
                </a:lnTo>
                <a:lnTo>
                  <a:pt x="289" y="430"/>
                </a:lnTo>
                <a:lnTo>
                  <a:pt x="289" y="429"/>
                </a:lnTo>
                <a:lnTo>
                  <a:pt x="289" y="428"/>
                </a:lnTo>
                <a:lnTo>
                  <a:pt x="288" y="427"/>
                </a:lnTo>
                <a:lnTo>
                  <a:pt x="288" y="426"/>
                </a:lnTo>
                <a:lnTo>
                  <a:pt x="287" y="425"/>
                </a:lnTo>
                <a:lnTo>
                  <a:pt x="288" y="424"/>
                </a:lnTo>
                <a:lnTo>
                  <a:pt x="287" y="424"/>
                </a:lnTo>
                <a:lnTo>
                  <a:pt x="287" y="423"/>
                </a:lnTo>
                <a:lnTo>
                  <a:pt x="286" y="422"/>
                </a:lnTo>
                <a:lnTo>
                  <a:pt x="286" y="421"/>
                </a:lnTo>
                <a:lnTo>
                  <a:pt x="287" y="421"/>
                </a:lnTo>
                <a:lnTo>
                  <a:pt x="287" y="420"/>
                </a:lnTo>
                <a:lnTo>
                  <a:pt x="288" y="419"/>
                </a:lnTo>
                <a:lnTo>
                  <a:pt x="287" y="419"/>
                </a:lnTo>
                <a:lnTo>
                  <a:pt x="288" y="418"/>
                </a:lnTo>
                <a:lnTo>
                  <a:pt x="289" y="418"/>
                </a:lnTo>
                <a:lnTo>
                  <a:pt x="289" y="417"/>
                </a:lnTo>
                <a:lnTo>
                  <a:pt x="289" y="416"/>
                </a:lnTo>
                <a:lnTo>
                  <a:pt x="289" y="415"/>
                </a:lnTo>
                <a:lnTo>
                  <a:pt x="289" y="414"/>
                </a:lnTo>
                <a:lnTo>
                  <a:pt x="289" y="413"/>
                </a:lnTo>
                <a:lnTo>
                  <a:pt x="289" y="414"/>
                </a:lnTo>
                <a:lnTo>
                  <a:pt x="289" y="415"/>
                </a:lnTo>
                <a:lnTo>
                  <a:pt x="289" y="416"/>
                </a:lnTo>
                <a:lnTo>
                  <a:pt x="289" y="417"/>
                </a:lnTo>
                <a:lnTo>
                  <a:pt x="288" y="417"/>
                </a:lnTo>
                <a:lnTo>
                  <a:pt x="287" y="417"/>
                </a:lnTo>
                <a:lnTo>
                  <a:pt x="287" y="418"/>
                </a:lnTo>
                <a:lnTo>
                  <a:pt x="286" y="418"/>
                </a:lnTo>
                <a:lnTo>
                  <a:pt x="286" y="420"/>
                </a:lnTo>
                <a:lnTo>
                  <a:pt x="286" y="421"/>
                </a:lnTo>
                <a:lnTo>
                  <a:pt x="286" y="422"/>
                </a:lnTo>
                <a:lnTo>
                  <a:pt x="286" y="423"/>
                </a:lnTo>
                <a:lnTo>
                  <a:pt x="287" y="424"/>
                </a:lnTo>
                <a:lnTo>
                  <a:pt x="287" y="425"/>
                </a:lnTo>
                <a:lnTo>
                  <a:pt x="287" y="426"/>
                </a:lnTo>
                <a:lnTo>
                  <a:pt x="287" y="427"/>
                </a:lnTo>
                <a:lnTo>
                  <a:pt x="287" y="428"/>
                </a:lnTo>
                <a:lnTo>
                  <a:pt x="288" y="429"/>
                </a:lnTo>
                <a:lnTo>
                  <a:pt x="288" y="430"/>
                </a:lnTo>
                <a:lnTo>
                  <a:pt x="288" y="431"/>
                </a:lnTo>
                <a:lnTo>
                  <a:pt x="289" y="432"/>
                </a:lnTo>
                <a:lnTo>
                  <a:pt x="289" y="433"/>
                </a:lnTo>
                <a:lnTo>
                  <a:pt x="289" y="434"/>
                </a:lnTo>
                <a:lnTo>
                  <a:pt x="289" y="435"/>
                </a:lnTo>
                <a:lnTo>
                  <a:pt x="289" y="436"/>
                </a:lnTo>
                <a:lnTo>
                  <a:pt x="290" y="436"/>
                </a:lnTo>
                <a:lnTo>
                  <a:pt x="289" y="437"/>
                </a:lnTo>
                <a:lnTo>
                  <a:pt x="289" y="439"/>
                </a:lnTo>
                <a:lnTo>
                  <a:pt x="290" y="439"/>
                </a:lnTo>
                <a:lnTo>
                  <a:pt x="290" y="440"/>
                </a:lnTo>
                <a:lnTo>
                  <a:pt x="290" y="441"/>
                </a:lnTo>
                <a:lnTo>
                  <a:pt x="291" y="442"/>
                </a:lnTo>
                <a:lnTo>
                  <a:pt x="290" y="443"/>
                </a:lnTo>
                <a:lnTo>
                  <a:pt x="290" y="444"/>
                </a:lnTo>
                <a:lnTo>
                  <a:pt x="290" y="445"/>
                </a:lnTo>
                <a:lnTo>
                  <a:pt x="291" y="446"/>
                </a:lnTo>
                <a:lnTo>
                  <a:pt x="290" y="446"/>
                </a:lnTo>
                <a:lnTo>
                  <a:pt x="290" y="447"/>
                </a:lnTo>
                <a:lnTo>
                  <a:pt x="291" y="448"/>
                </a:lnTo>
                <a:lnTo>
                  <a:pt x="290" y="449"/>
                </a:lnTo>
                <a:lnTo>
                  <a:pt x="290" y="450"/>
                </a:lnTo>
                <a:lnTo>
                  <a:pt x="290" y="451"/>
                </a:lnTo>
                <a:lnTo>
                  <a:pt x="290" y="452"/>
                </a:lnTo>
                <a:lnTo>
                  <a:pt x="290" y="453"/>
                </a:lnTo>
                <a:lnTo>
                  <a:pt x="289" y="453"/>
                </a:lnTo>
                <a:lnTo>
                  <a:pt x="288" y="453"/>
                </a:lnTo>
                <a:lnTo>
                  <a:pt x="287" y="453"/>
                </a:lnTo>
                <a:lnTo>
                  <a:pt x="286" y="453"/>
                </a:lnTo>
                <a:lnTo>
                  <a:pt x="285" y="454"/>
                </a:lnTo>
                <a:lnTo>
                  <a:pt x="284" y="454"/>
                </a:lnTo>
                <a:lnTo>
                  <a:pt x="284" y="455"/>
                </a:lnTo>
                <a:lnTo>
                  <a:pt x="284" y="456"/>
                </a:lnTo>
                <a:lnTo>
                  <a:pt x="283" y="456"/>
                </a:lnTo>
                <a:lnTo>
                  <a:pt x="283" y="455"/>
                </a:lnTo>
                <a:lnTo>
                  <a:pt x="282" y="455"/>
                </a:lnTo>
                <a:lnTo>
                  <a:pt x="281" y="455"/>
                </a:lnTo>
                <a:lnTo>
                  <a:pt x="281" y="456"/>
                </a:lnTo>
                <a:lnTo>
                  <a:pt x="280" y="456"/>
                </a:lnTo>
                <a:lnTo>
                  <a:pt x="279" y="456"/>
                </a:lnTo>
                <a:lnTo>
                  <a:pt x="278" y="456"/>
                </a:lnTo>
                <a:lnTo>
                  <a:pt x="278" y="457"/>
                </a:lnTo>
                <a:lnTo>
                  <a:pt x="277" y="456"/>
                </a:lnTo>
                <a:lnTo>
                  <a:pt x="275" y="457"/>
                </a:lnTo>
                <a:lnTo>
                  <a:pt x="274" y="457"/>
                </a:lnTo>
                <a:lnTo>
                  <a:pt x="274" y="456"/>
                </a:lnTo>
                <a:lnTo>
                  <a:pt x="273" y="456"/>
                </a:lnTo>
                <a:lnTo>
                  <a:pt x="272" y="456"/>
                </a:lnTo>
                <a:lnTo>
                  <a:pt x="273" y="456"/>
                </a:lnTo>
                <a:lnTo>
                  <a:pt x="273" y="455"/>
                </a:lnTo>
                <a:lnTo>
                  <a:pt x="273" y="454"/>
                </a:lnTo>
                <a:lnTo>
                  <a:pt x="272" y="453"/>
                </a:lnTo>
                <a:lnTo>
                  <a:pt x="271" y="452"/>
                </a:lnTo>
                <a:lnTo>
                  <a:pt x="270" y="453"/>
                </a:lnTo>
                <a:lnTo>
                  <a:pt x="269" y="453"/>
                </a:lnTo>
                <a:lnTo>
                  <a:pt x="269" y="452"/>
                </a:lnTo>
                <a:lnTo>
                  <a:pt x="268" y="452"/>
                </a:lnTo>
                <a:lnTo>
                  <a:pt x="268" y="451"/>
                </a:lnTo>
                <a:lnTo>
                  <a:pt x="267" y="450"/>
                </a:lnTo>
                <a:lnTo>
                  <a:pt x="268" y="449"/>
                </a:lnTo>
                <a:lnTo>
                  <a:pt x="268" y="448"/>
                </a:lnTo>
                <a:lnTo>
                  <a:pt x="268" y="447"/>
                </a:lnTo>
                <a:lnTo>
                  <a:pt x="268" y="446"/>
                </a:lnTo>
                <a:lnTo>
                  <a:pt x="267" y="446"/>
                </a:lnTo>
                <a:lnTo>
                  <a:pt x="267" y="445"/>
                </a:lnTo>
                <a:lnTo>
                  <a:pt x="267" y="444"/>
                </a:lnTo>
                <a:lnTo>
                  <a:pt x="266" y="444"/>
                </a:lnTo>
                <a:lnTo>
                  <a:pt x="265" y="444"/>
                </a:lnTo>
                <a:lnTo>
                  <a:pt x="263" y="444"/>
                </a:lnTo>
                <a:lnTo>
                  <a:pt x="262" y="444"/>
                </a:lnTo>
                <a:lnTo>
                  <a:pt x="261" y="445"/>
                </a:lnTo>
                <a:lnTo>
                  <a:pt x="260" y="445"/>
                </a:lnTo>
                <a:lnTo>
                  <a:pt x="259" y="445"/>
                </a:lnTo>
                <a:lnTo>
                  <a:pt x="257" y="446"/>
                </a:lnTo>
                <a:lnTo>
                  <a:pt x="256" y="447"/>
                </a:lnTo>
                <a:lnTo>
                  <a:pt x="255" y="447"/>
                </a:lnTo>
                <a:lnTo>
                  <a:pt x="254" y="447"/>
                </a:lnTo>
                <a:lnTo>
                  <a:pt x="253" y="447"/>
                </a:lnTo>
                <a:lnTo>
                  <a:pt x="252" y="447"/>
                </a:lnTo>
                <a:lnTo>
                  <a:pt x="251" y="447"/>
                </a:lnTo>
                <a:lnTo>
                  <a:pt x="251" y="446"/>
                </a:lnTo>
                <a:lnTo>
                  <a:pt x="250" y="446"/>
                </a:lnTo>
                <a:lnTo>
                  <a:pt x="249" y="446"/>
                </a:lnTo>
                <a:lnTo>
                  <a:pt x="249" y="447"/>
                </a:lnTo>
                <a:lnTo>
                  <a:pt x="250" y="447"/>
                </a:lnTo>
                <a:lnTo>
                  <a:pt x="251" y="447"/>
                </a:lnTo>
                <a:lnTo>
                  <a:pt x="252" y="448"/>
                </a:lnTo>
                <a:lnTo>
                  <a:pt x="253" y="448"/>
                </a:lnTo>
                <a:lnTo>
                  <a:pt x="252" y="448"/>
                </a:lnTo>
                <a:lnTo>
                  <a:pt x="251" y="448"/>
                </a:lnTo>
                <a:lnTo>
                  <a:pt x="251" y="449"/>
                </a:lnTo>
                <a:lnTo>
                  <a:pt x="250" y="449"/>
                </a:lnTo>
                <a:lnTo>
                  <a:pt x="249" y="449"/>
                </a:lnTo>
                <a:lnTo>
                  <a:pt x="248" y="450"/>
                </a:lnTo>
                <a:lnTo>
                  <a:pt x="247" y="450"/>
                </a:lnTo>
                <a:lnTo>
                  <a:pt x="246" y="451"/>
                </a:lnTo>
                <a:lnTo>
                  <a:pt x="245" y="451"/>
                </a:lnTo>
                <a:lnTo>
                  <a:pt x="245" y="452"/>
                </a:lnTo>
                <a:lnTo>
                  <a:pt x="244" y="452"/>
                </a:lnTo>
                <a:lnTo>
                  <a:pt x="243" y="453"/>
                </a:lnTo>
                <a:lnTo>
                  <a:pt x="243" y="454"/>
                </a:lnTo>
                <a:lnTo>
                  <a:pt x="242" y="454"/>
                </a:lnTo>
                <a:lnTo>
                  <a:pt x="242" y="453"/>
                </a:lnTo>
                <a:lnTo>
                  <a:pt x="243" y="453"/>
                </a:lnTo>
                <a:lnTo>
                  <a:pt x="243" y="452"/>
                </a:lnTo>
                <a:lnTo>
                  <a:pt x="244" y="452"/>
                </a:lnTo>
                <a:lnTo>
                  <a:pt x="244" y="451"/>
                </a:lnTo>
                <a:lnTo>
                  <a:pt x="244" y="452"/>
                </a:lnTo>
                <a:lnTo>
                  <a:pt x="243" y="452"/>
                </a:lnTo>
                <a:lnTo>
                  <a:pt x="242" y="452"/>
                </a:lnTo>
                <a:lnTo>
                  <a:pt x="242" y="453"/>
                </a:lnTo>
                <a:lnTo>
                  <a:pt x="242" y="454"/>
                </a:lnTo>
                <a:lnTo>
                  <a:pt x="241" y="454"/>
                </a:lnTo>
                <a:lnTo>
                  <a:pt x="241" y="455"/>
                </a:lnTo>
                <a:lnTo>
                  <a:pt x="241" y="454"/>
                </a:lnTo>
                <a:lnTo>
                  <a:pt x="240" y="454"/>
                </a:lnTo>
                <a:lnTo>
                  <a:pt x="240" y="455"/>
                </a:lnTo>
                <a:lnTo>
                  <a:pt x="239" y="455"/>
                </a:lnTo>
                <a:lnTo>
                  <a:pt x="239" y="456"/>
                </a:lnTo>
                <a:lnTo>
                  <a:pt x="238" y="456"/>
                </a:lnTo>
                <a:lnTo>
                  <a:pt x="237" y="456"/>
                </a:lnTo>
                <a:lnTo>
                  <a:pt x="237" y="457"/>
                </a:lnTo>
                <a:lnTo>
                  <a:pt x="236" y="458"/>
                </a:lnTo>
                <a:lnTo>
                  <a:pt x="235" y="458"/>
                </a:lnTo>
                <a:lnTo>
                  <a:pt x="234" y="459"/>
                </a:lnTo>
                <a:lnTo>
                  <a:pt x="233" y="459"/>
                </a:lnTo>
                <a:lnTo>
                  <a:pt x="232" y="459"/>
                </a:lnTo>
                <a:lnTo>
                  <a:pt x="232" y="460"/>
                </a:lnTo>
                <a:lnTo>
                  <a:pt x="232" y="459"/>
                </a:lnTo>
                <a:lnTo>
                  <a:pt x="231" y="459"/>
                </a:lnTo>
                <a:lnTo>
                  <a:pt x="230" y="459"/>
                </a:lnTo>
                <a:lnTo>
                  <a:pt x="229" y="459"/>
                </a:lnTo>
                <a:lnTo>
                  <a:pt x="229" y="458"/>
                </a:lnTo>
                <a:lnTo>
                  <a:pt x="229" y="457"/>
                </a:lnTo>
                <a:lnTo>
                  <a:pt x="229" y="456"/>
                </a:lnTo>
                <a:lnTo>
                  <a:pt x="230" y="456"/>
                </a:lnTo>
                <a:lnTo>
                  <a:pt x="230" y="455"/>
                </a:lnTo>
                <a:lnTo>
                  <a:pt x="230" y="456"/>
                </a:lnTo>
                <a:lnTo>
                  <a:pt x="230" y="455"/>
                </a:lnTo>
                <a:lnTo>
                  <a:pt x="229" y="455"/>
                </a:lnTo>
                <a:lnTo>
                  <a:pt x="229" y="456"/>
                </a:lnTo>
                <a:lnTo>
                  <a:pt x="228" y="456"/>
                </a:lnTo>
                <a:lnTo>
                  <a:pt x="228" y="457"/>
                </a:lnTo>
                <a:lnTo>
                  <a:pt x="227" y="456"/>
                </a:lnTo>
                <a:lnTo>
                  <a:pt x="228" y="456"/>
                </a:lnTo>
                <a:lnTo>
                  <a:pt x="227" y="456"/>
                </a:lnTo>
                <a:lnTo>
                  <a:pt x="228" y="455"/>
                </a:lnTo>
                <a:lnTo>
                  <a:pt x="227" y="455"/>
                </a:lnTo>
                <a:lnTo>
                  <a:pt x="228" y="455"/>
                </a:lnTo>
                <a:lnTo>
                  <a:pt x="228" y="454"/>
                </a:lnTo>
                <a:lnTo>
                  <a:pt x="229" y="454"/>
                </a:lnTo>
                <a:lnTo>
                  <a:pt x="229" y="453"/>
                </a:lnTo>
                <a:lnTo>
                  <a:pt x="230" y="453"/>
                </a:lnTo>
                <a:lnTo>
                  <a:pt x="229" y="452"/>
                </a:lnTo>
                <a:lnTo>
                  <a:pt x="228" y="453"/>
                </a:lnTo>
                <a:lnTo>
                  <a:pt x="228" y="452"/>
                </a:lnTo>
                <a:lnTo>
                  <a:pt x="229" y="452"/>
                </a:lnTo>
                <a:lnTo>
                  <a:pt x="230" y="451"/>
                </a:lnTo>
                <a:lnTo>
                  <a:pt x="229" y="451"/>
                </a:lnTo>
                <a:lnTo>
                  <a:pt x="228" y="451"/>
                </a:lnTo>
                <a:lnTo>
                  <a:pt x="227" y="452"/>
                </a:lnTo>
                <a:lnTo>
                  <a:pt x="227" y="453"/>
                </a:lnTo>
                <a:lnTo>
                  <a:pt x="226" y="453"/>
                </a:lnTo>
                <a:lnTo>
                  <a:pt x="226" y="452"/>
                </a:lnTo>
                <a:lnTo>
                  <a:pt x="226" y="451"/>
                </a:lnTo>
                <a:lnTo>
                  <a:pt x="226" y="450"/>
                </a:lnTo>
                <a:lnTo>
                  <a:pt x="226" y="449"/>
                </a:lnTo>
                <a:lnTo>
                  <a:pt x="227" y="449"/>
                </a:lnTo>
                <a:lnTo>
                  <a:pt x="226" y="449"/>
                </a:lnTo>
                <a:lnTo>
                  <a:pt x="226" y="450"/>
                </a:lnTo>
                <a:lnTo>
                  <a:pt x="226" y="451"/>
                </a:lnTo>
                <a:lnTo>
                  <a:pt x="225" y="451"/>
                </a:lnTo>
                <a:lnTo>
                  <a:pt x="225" y="450"/>
                </a:lnTo>
                <a:lnTo>
                  <a:pt x="225" y="449"/>
                </a:lnTo>
                <a:lnTo>
                  <a:pt x="225" y="448"/>
                </a:lnTo>
                <a:lnTo>
                  <a:pt x="226" y="447"/>
                </a:lnTo>
                <a:lnTo>
                  <a:pt x="225" y="447"/>
                </a:lnTo>
                <a:lnTo>
                  <a:pt x="225" y="448"/>
                </a:lnTo>
                <a:lnTo>
                  <a:pt x="224" y="448"/>
                </a:lnTo>
                <a:lnTo>
                  <a:pt x="224" y="449"/>
                </a:lnTo>
                <a:lnTo>
                  <a:pt x="223" y="449"/>
                </a:lnTo>
                <a:lnTo>
                  <a:pt x="222" y="449"/>
                </a:lnTo>
                <a:lnTo>
                  <a:pt x="222" y="448"/>
                </a:lnTo>
                <a:lnTo>
                  <a:pt x="221" y="448"/>
                </a:lnTo>
                <a:lnTo>
                  <a:pt x="221" y="449"/>
                </a:lnTo>
                <a:lnTo>
                  <a:pt x="220" y="449"/>
                </a:lnTo>
                <a:lnTo>
                  <a:pt x="219" y="450"/>
                </a:lnTo>
                <a:lnTo>
                  <a:pt x="219" y="449"/>
                </a:lnTo>
                <a:lnTo>
                  <a:pt x="219" y="450"/>
                </a:lnTo>
                <a:lnTo>
                  <a:pt x="218" y="450"/>
                </a:lnTo>
                <a:lnTo>
                  <a:pt x="217" y="449"/>
                </a:lnTo>
                <a:lnTo>
                  <a:pt x="216" y="448"/>
                </a:lnTo>
                <a:lnTo>
                  <a:pt x="217" y="448"/>
                </a:lnTo>
                <a:lnTo>
                  <a:pt x="217" y="447"/>
                </a:lnTo>
                <a:lnTo>
                  <a:pt x="216" y="447"/>
                </a:lnTo>
                <a:lnTo>
                  <a:pt x="216" y="448"/>
                </a:lnTo>
                <a:lnTo>
                  <a:pt x="216" y="449"/>
                </a:lnTo>
                <a:lnTo>
                  <a:pt x="215" y="449"/>
                </a:lnTo>
                <a:lnTo>
                  <a:pt x="215" y="448"/>
                </a:lnTo>
                <a:lnTo>
                  <a:pt x="214" y="448"/>
                </a:lnTo>
                <a:lnTo>
                  <a:pt x="214" y="449"/>
                </a:lnTo>
                <a:lnTo>
                  <a:pt x="215" y="449"/>
                </a:lnTo>
                <a:lnTo>
                  <a:pt x="215" y="450"/>
                </a:lnTo>
                <a:lnTo>
                  <a:pt x="216" y="450"/>
                </a:lnTo>
                <a:lnTo>
                  <a:pt x="217" y="450"/>
                </a:lnTo>
                <a:lnTo>
                  <a:pt x="217" y="451"/>
                </a:lnTo>
                <a:lnTo>
                  <a:pt x="216" y="451"/>
                </a:lnTo>
                <a:lnTo>
                  <a:pt x="217" y="451"/>
                </a:lnTo>
                <a:lnTo>
                  <a:pt x="217" y="452"/>
                </a:lnTo>
                <a:lnTo>
                  <a:pt x="218" y="452"/>
                </a:lnTo>
                <a:lnTo>
                  <a:pt x="218" y="453"/>
                </a:lnTo>
                <a:lnTo>
                  <a:pt x="217" y="452"/>
                </a:lnTo>
                <a:lnTo>
                  <a:pt x="217" y="453"/>
                </a:lnTo>
                <a:lnTo>
                  <a:pt x="218" y="453"/>
                </a:lnTo>
                <a:lnTo>
                  <a:pt x="219" y="453"/>
                </a:lnTo>
                <a:lnTo>
                  <a:pt x="219" y="454"/>
                </a:lnTo>
                <a:lnTo>
                  <a:pt x="219" y="455"/>
                </a:lnTo>
                <a:lnTo>
                  <a:pt x="219" y="454"/>
                </a:lnTo>
                <a:lnTo>
                  <a:pt x="220" y="453"/>
                </a:lnTo>
                <a:lnTo>
                  <a:pt x="222" y="454"/>
                </a:lnTo>
                <a:lnTo>
                  <a:pt x="223" y="455"/>
                </a:lnTo>
                <a:lnTo>
                  <a:pt x="224" y="455"/>
                </a:lnTo>
                <a:lnTo>
                  <a:pt x="225" y="455"/>
                </a:lnTo>
                <a:lnTo>
                  <a:pt x="225" y="456"/>
                </a:lnTo>
                <a:lnTo>
                  <a:pt x="225" y="457"/>
                </a:lnTo>
                <a:lnTo>
                  <a:pt x="225" y="458"/>
                </a:lnTo>
                <a:lnTo>
                  <a:pt x="225" y="459"/>
                </a:lnTo>
                <a:lnTo>
                  <a:pt x="224" y="459"/>
                </a:lnTo>
                <a:lnTo>
                  <a:pt x="224" y="460"/>
                </a:lnTo>
                <a:lnTo>
                  <a:pt x="225" y="460"/>
                </a:lnTo>
                <a:lnTo>
                  <a:pt x="225" y="461"/>
                </a:lnTo>
                <a:lnTo>
                  <a:pt x="224" y="462"/>
                </a:lnTo>
                <a:lnTo>
                  <a:pt x="223" y="463"/>
                </a:lnTo>
                <a:lnTo>
                  <a:pt x="223" y="464"/>
                </a:lnTo>
                <a:lnTo>
                  <a:pt x="223" y="463"/>
                </a:lnTo>
                <a:lnTo>
                  <a:pt x="222" y="464"/>
                </a:lnTo>
                <a:lnTo>
                  <a:pt x="222" y="465"/>
                </a:lnTo>
                <a:lnTo>
                  <a:pt x="222" y="466"/>
                </a:lnTo>
                <a:lnTo>
                  <a:pt x="223" y="466"/>
                </a:lnTo>
                <a:lnTo>
                  <a:pt x="224" y="466"/>
                </a:lnTo>
                <a:lnTo>
                  <a:pt x="224" y="467"/>
                </a:lnTo>
                <a:lnTo>
                  <a:pt x="221" y="467"/>
                </a:lnTo>
                <a:lnTo>
                  <a:pt x="220" y="467"/>
                </a:lnTo>
                <a:lnTo>
                  <a:pt x="219" y="467"/>
                </a:lnTo>
                <a:lnTo>
                  <a:pt x="218" y="467"/>
                </a:lnTo>
                <a:lnTo>
                  <a:pt x="217" y="468"/>
                </a:lnTo>
                <a:lnTo>
                  <a:pt x="216" y="468"/>
                </a:lnTo>
                <a:lnTo>
                  <a:pt x="215" y="469"/>
                </a:lnTo>
                <a:lnTo>
                  <a:pt x="214" y="470"/>
                </a:lnTo>
                <a:lnTo>
                  <a:pt x="213" y="471"/>
                </a:lnTo>
                <a:lnTo>
                  <a:pt x="213" y="472"/>
                </a:lnTo>
                <a:lnTo>
                  <a:pt x="212" y="472"/>
                </a:lnTo>
                <a:lnTo>
                  <a:pt x="212" y="473"/>
                </a:lnTo>
                <a:lnTo>
                  <a:pt x="212" y="474"/>
                </a:lnTo>
                <a:lnTo>
                  <a:pt x="212" y="476"/>
                </a:lnTo>
                <a:lnTo>
                  <a:pt x="213" y="476"/>
                </a:lnTo>
                <a:lnTo>
                  <a:pt x="212" y="477"/>
                </a:lnTo>
                <a:lnTo>
                  <a:pt x="211" y="477"/>
                </a:lnTo>
                <a:lnTo>
                  <a:pt x="210" y="479"/>
                </a:lnTo>
                <a:lnTo>
                  <a:pt x="209" y="479"/>
                </a:lnTo>
                <a:lnTo>
                  <a:pt x="209" y="478"/>
                </a:lnTo>
                <a:lnTo>
                  <a:pt x="209" y="477"/>
                </a:lnTo>
                <a:lnTo>
                  <a:pt x="208" y="476"/>
                </a:lnTo>
                <a:lnTo>
                  <a:pt x="207" y="476"/>
                </a:lnTo>
                <a:lnTo>
                  <a:pt x="206" y="476"/>
                </a:lnTo>
                <a:lnTo>
                  <a:pt x="206" y="475"/>
                </a:lnTo>
                <a:lnTo>
                  <a:pt x="206" y="476"/>
                </a:lnTo>
                <a:lnTo>
                  <a:pt x="207" y="476"/>
                </a:lnTo>
                <a:lnTo>
                  <a:pt x="207" y="477"/>
                </a:lnTo>
                <a:lnTo>
                  <a:pt x="208" y="477"/>
                </a:lnTo>
                <a:lnTo>
                  <a:pt x="208" y="478"/>
                </a:lnTo>
                <a:lnTo>
                  <a:pt x="208" y="477"/>
                </a:lnTo>
                <a:lnTo>
                  <a:pt x="207" y="477"/>
                </a:lnTo>
                <a:lnTo>
                  <a:pt x="205" y="477"/>
                </a:lnTo>
                <a:lnTo>
                  <a:pt x="204" y="477"/>
                </a:lnTo>
                <a:lnTo>
                  <a:pt x="203" y="477"/>
                </a:lnTo>
                <a:lnTo>
                  <a:pt x="202" y="478"/>
                </a:lnTo>
                <a:lnTo>
                  <a:pt x="201" y="479"/>
                </a:lnTo>
                <a:lnTo>
                  <a:pt x="200" y="479"/>
                </a:lnTo>
                <a:lnTo>
                  <a:pt x="199" y="480"/>
                </a:lnTo>
                <a:lnTo>
                  <a:pt x="198" y="479"/>
                </a:lnTo>
                <a:lnTo>
                  <a:pt x="199" y="479"/>
                </a:lnTo>
                <a:lnTo>
                  <a:pt x="200" y="478"/>
                </a:lnTo>
                <a:lnTo>
                  <a:pt x="199" y="478"/>
                </a:lnTo>
                <a:lnTo>
                  <a:pt x="198" y="478"/>
                </a:lnTo>
                <a:lnTo>
                  <a:pt x="197" y="478"/>
                </a:lnTo>
                <a:lnTo>
                  <a:pt x="196" y="478"/>
                </a:lnTo>
                <a:lnTo>
                  <a:pt x="195" y="479"/>
                </a:lnTo>
                <a:lnTo>
                  <a:pt x="194" y="479"/>
                </a:lnTo>
                <a:lnTo>
                  <a:pt x="193" y="480"/>
                </a:lnTo>
                <a:lnTo>
                  <a:pt x="192" y="480"/>
                </a:lnTo>
                <a:lnTo>
                  <a:pt x="192" y="481"/>
                </a:lnTo>
                <a:lnTo>
                  <a:pt x="192" y="480"/>
                </a:lnTo>
                <a:lnTo>
                  <a:pt x="192" y="479"/>
                </a:lnTo>
                <a:lnTo>
                  <a:pt x="191" y="479"/>
                </a:lnTo>
                <a:lnTo>
                  <a:pt x="190" y="479"/>
                </a:lnTo>
                <a:lnTo>
                  <a:pt x="190" y="478"/>
                </a:lnTo>
                <a:lnTo>
                  <a:pt x="191" y="478"/>
                </a:lnTo>
                <a:lnTo>
                  <a:pt x="193" y="478"/>
                </a:lnTo>
                <a:lnTo>
                  <a:pt x="192" y="477"/>
                </a:lnTo>
                <a:lnTo>
                  <a:pt x="191" y="477"/>
                </a:lnTo>
                <a:lnTo>
                  <a:pt x="191" y="478"/>
                </a:lnTo>
                <a:lnTo>
                  <a:pt x="191" y="477"/>
                </a:lnTo>
                <a:lnTo>
                  <a:pt x="190" y="477"/>
                </a:lnTo>
                <a:lnTo>
                  <a:pt x="190" y="476"/>
                </a:lnTo>
                <a:lnTo>
                  <a:pt x="190" y="475"/>
                </a:lnTo>
                <a:lnTo>
                  <a:pt x="189" y="474"/>
                </a:lnTo>
                <a:lnTo>
                  <a:pt x="189" y="473"/>
                </a:lnTo>
                <a:lnTo>
                  <a:pt x="189" y="472"/>
                </a:lnTo>
                <a:lnTo>
                  <a:pt x="189" y="473"/>
                </a:lnTo>
                <a:lnTo>
                  <a:pt x="188" y="473"/>
                </a:lnTo>
                <a:lnTo>
                  <a:pt x="188" y="472"/>
                </a:lnTo>
                <a:lnTo>
                  <a:pt x="188" y="471"/>
                </a:lnTo>
                <a:lnTo>
                  <a:pt x="187" y="471"/>
                </a:lnTo>
                <a:lnTo>
                  <a:pt x="188" y="472"/>
                </a:lnTo>
                <a:lnTo>
                  <a:pt x="187" y="472"/>
                </a:lnTo>
                <a:lnTo>
                  <a:pt x="188" y="473"/>
                </a:lnTo>
                <a:lnTo>
                  <a:pt x="188" y="474"/>
                </a:lnTo>
                <a:lnTo>
                  <a:pt x="189" y="474"/>
                </a:lnTo>
                <a:lnTo>
                  <a:pt x="189" y="475"/>
                </a:lnTo>
                <a:lnTo>
                  <a:pt x="188" y="475"/>
                </a:lnTo>
                <a:lnTo>
                  <a:pt x="188" y="474"/>
                </a:lnTo>
                <a:lnTo>
                  <a:pt x="188" y="475"/>
                </a:lnTo>
                <a:lnTo>
                  <a:pt x="188" y="476"/>
                </a:lnTo>
                <a:lnTo>
                  <a:pt x="188" y="477"/>
                </a:lnTo>
                <a:lnTo>
                  <a:pt x="189" y="477"/>
                </a:lnTo>
                <a:lnTo>
                  <a:pt x="188" y="477"/>
                </a:lnTo>
                <a:lnTo>
                  <a:pt x="188" y="478"/>
                </a:lnTo>
                <a:lnTo>
                  <a:pt x="187" y="478"/>
                </a:lnTo>
                <a:lnTo>
                  <a:pt x="186" y="478"/>
                </a:lnTo>
                <a:lnTo>
                  <a:pt x="186" y="477"/>
                </a:lnTo>
                <a:lnTo>
                  <a:pt x="185" y="477"/>
                </a:lnTo>
                <a:lnTo>
                  <a:pt x="184" y="477"/>
                </a:lnTo>
                <a:lnTo>
                  <a:pt x="183" y="476"/>
                </a:lnTo>
                <a:lnTo>
                  <a:pt x="182" y="476"/>
                </a:lnTo>
                <a:lnTo>
                  <a:pt x="182" y="477"/>
                </a:lnTo>
                <a:lnTo>
                  <a:pt x="181" y="477"/>
                </a:lnTo>
                <a:lnTo>
                  <a:pt x="182" y="477"/>
                </a:lnTo>
                <a:lnTo>
                  <a:pt x="183" y="477"/>
                </a:lnTo>
                <a:lnTo>
                  <a:pt x="183" y="478"/>
                </a:lnTo>
                <a:lnTo>
                  <a:pt x="184" y="478"/>
                </a:lnTo>
                <a:lnTo>
                  <a:pt x="185" y="478"/>
                </a:lnTo>
                <a:lnTo>
                  <a:pt x="186" y="478"/>
                </a:lnTo>
                <a:lnTo>
                  <a:pt x="185" y="479"/>
                </a:lnTo>
                <a:lnTo>
                  <a:pt x="183" y="479"/>
                </a:lnTo>
                <a:lnTo>
                  <a:pt x="182" y="480"/>
                </a:lnTo>
                <a:lnTo>
                  <a:pt x="181" y="480"/>
                </a:lnTo>
                <a:lnTo>
                  <a:pt x="181" y="481"/>
                </a:lnTo>
                <a:lnTo>
                  <a:pt x="180" y="481"/>
                </a:lnTo>
                <a:lnTo>
                  <a:pt x="179" y="482"/>
                </a:lnTo>
                <a:lnTo>
                  <a:pt x="179" y="483"/>
                </a:lnTo>
                <a:lnTo>
                  <a:pt x="178" y="484"/>
                </a:lnTo>
                <a:lnTo>
                  <a:pt x="177" y="485"/>
                </a:lnTo>
                <a:lnTo>
                  <a:pt x="176" y="485"/>
                </a:lnTo>
                <a:lnTo>
                  <a:pt x="175" y="486"/>
                </a:lnTo>
                <a:lnTo>
                  <a:pt x="175" y="487"/>
                </a:lnTo>
                <a:lnTo>
                  <a:pt x="174" y="487"/>
                </a:lnTo>
                <a:lnTo>
                  <a:pt x="174" y="488"/>
                </a:lnTo>
                <a:lnTo>
                  <a:pt x="173" y="488"/>
                </a:lnTo>
                <a:lnTo>
                  <a:pt x="172" y="488"/>
                </a:lnTo>
                <a:lnTo>
                  <a:pt x="171" y="489"/>
                </a:lnTo>
                <a:lnTo>
                  <a:pt x="171" y="490"/>
                </a:lnTo>
                <a:lnTo>
                  <a:pt x="170" y="490"/>
                </a:lnTo>
                <a:lnTo>
                  <a:pt x="169" y="491"/>
                </a:lnTo>
                <a:lnTo>
                  <a:pt x="169" y="490"/>
                </a:lnTo>
                <a:lnTo>
                  <a:pt x="169" y="489"/>
                </a:lnTo>
                <a:lnTo>
                  <a:pt x="169" y="488"/>
                </a:lnTo>
                <a:lnTo>
                  <a:pt x="168" y="487"/>
                </a:lnTo>
                <a:lnTo>
                  <a:pt x="169" y="487"/>
                </a:lnTo>
                <a:lnTo>
                  <a:pt x="169" y="488"/>
                </a:lnTo>
                <a:lnTo>
                  <a:pt x="170" y="488"/>
                </a:lnTo>
                <a:lnTo>
                  <a:pt x="171" y="488"/>
                </a:lnTo>
                <a:lnTo>
                  <a:pt x="171" y="489"/>
                </a:lnTo>
                <a:lnTo>
                  <a:pt x="172" y="488"/>
                </a:lnTo>
                <a:lnTo>
                  <a:pt x="172" y="487"/>
                </a:lnTo>
                <a:lnTo>
                  <a:pt x="171" y="486"/>
                </a:lnTo>
                <a:lnTo>
                  <a:pt x="171" y="485"/>
                </a:lnTo>
                <a:lnTo>
                  <a:pt x="172" y="485"/>
                </a:lnTo>
                <a:lnTo>
                  <a:pt x="172" y="484"/>
                </a:lnTo>
                <a:lnTo>
                  <a:pt x="173" y="484"/>
                </a:lnTo>
                <a:lnTo>
                  <a:pt x="173" y="483"/>
                </a:lnTo>
                <a:lnTo>
                  <a:pt x="172" y="483"/>
                </a:lnTo>
                <a:lnTo>
                  <a:pt x="172" y="482"/>
                </a:lnTo>
                <a:lnTo>
                  <a:pt x="171" y="482"/>
                </a:lnTo>
                <a:lnTo>
                  <a:pt x="171" y="481"/>
                </a:lnTo>
                <a:lnTo>
                  <a:pt x="170" y="481"/>
                </a:lnTo>
                <a:lnTo>
                  <a:pt x="170" y="482"/>
                </a:lnTo>
                <a:lnTo>
                  <a:pt x="169" y="482"/>
                </a:lnTo>
                <a:lnTo>
                  <a:pt x="168" y="482"/>
                </a:lnTo>
                <a:lnTo>
                  <a:pt x="168" y="481"/>
                </a:lnTo>
                <a:lnTo>
                  <a:pt x="167" y="481"/>
                </a:lnTo>
                <a:lnTo>
                  <a:pt x="166" y="481"/>
                </a:lnTo>
                <a:lnTo>
                  <a:pt x="166" y="480"/>
                </a:lnTo>
                <a:lnTo>
                  <a:pt x="165" y="480"/>
                </a:lnTo>
                <a:lnTo>
                  <a:pt x="164" y="479"/>
                </a:lnTo>
                <a:lnTo>
                  <a:pt x="163" y="479"/>
                </a:lnTo>
                <a:lnTo>
                  <a:pt x="163" y="480"/>
                </a:lnTo>
                <a:lnTo>
                  <a:pt x="162" y="480"/>
                </a:lnTo>
                <a:lnTo>
                  <a:pt x="162" y="479"/>
                </a:lnTo>
                <a:lnTo>
                  <a:pt x="161" y="479"/>
                </a:lnTo>
                <a:lnTo>
                  <a:pt x="162" y="480"/>
                </a:lnTo>
                <a:lnTo>
                  <a:pt x="162" y="481"/>
                </a:lnTo>
                <a:lnTo>
                  <a:pt x="161" y="481"/>
                </a:lnTo>
                <a:lnTo>
                  <a:pt x="162" y="481"/>
                </a:lnTo>
                <a:lnTo>
                  <a:pt x="165" y="481"/>
                </a:lnTo>
                <a:lnTo>
                  <a:pt x="166" y="482"/>
                </a:lnTo>
                <a:lnTo>
                  <a:pt x="167" y="482"/>
                </a:lnTo>
                <a:lnTo>
                  <a:pt x="167" y="483"/>
                </a:lnTo>
                <a:lnTo>
                  <a:pt x="166" y="483"/>
                </a:lnTo>
                <a:lnTo>
                  <a:pt x="165" y="483"/>
                </a:lnTo>
                <a:lnTo>
                  <a:pt x="164" y="483"/>
                </a:lnTo>
                <a:lnTo>
                  <a:pt x="163" y="483"/>
                </a:lnTo>
                <a:lnTo>
                  <a:pt x="162" y="483"/>
                </a:lnTo>
                <a:lnTo>
                  <a:pt x="161" y="484"/>
                </a:lnTo>
                <a:lnTo>
                  <a:pt x="160" y="484"/>
                </a:lnTo>
                <a:lnTo>
                  <a:pt x="159" y="485"/>
                </a:lnTo>
                <a:lnTo>
                  <a:pt x="158" y="485"/>
                </a:lnTo>
                <a:lnTo>
                  <a:pt x="157" y="485"/>
                </a:lnTo>
                <a:lnTo>
                  <a:pt x="156" y="485"/>
                </a:lnTo>
                <a:lnTo>
                  <a:pt x="155" y="485"/>
                </a:lnTo>
                <a:lnTo>
                  <a:pt x="154" y="485"/>
                </a:lnTo>
                <a:lnTo>
                  <a:pt x="152" y="486"/>
                </a:lnTo>
                <a:lnTo>
                  <a:pt x="152" y="485"/>
                </a:lnTo>
                <a:lnTo>
                  <a:pt x="151" y="484"/>
                </a:lnTo>
                <a:lnTo>
                  <a:pt x="151" y="483"/>
                </a:lnTo>
                <a:lnTo>
                  <a:pt x="152" y="483"/>
                </a:lnTo>
                <a:lnTo>
                  <a:pt x="151" y="483"/>
                </a:lnTo>
                <a:lnTo>
                  <a:pt x="150" y="483"/>
                </a:lnTo>
                <a:lnTo>
                  <a:pt x="150" y="482"/>
                </a:lnTo>
                <a:lnTo>
                  <a:pt x="149" y="482"/>
                </a:lnTo>
                <a:lnTo>
                  <a:pt x="150" y="482"/>
                </a:lnTo>
                <a:lnTo>
                  <a:pt x="150" y="481"/>
                </a:lnTo>
                <a:lnTo>
                  <a:pt x="150" y="480"/>
                </a:lnTo>
                <a:lnTo>
                  <a:pt x="150" y="479"/>
                </a:lnTo>
                <a:lnTo>
                  <a:pt x="149" y="479"/>
                </a:lnTo>
                <a:lnTo>
                  <a:pt x="148" y="479"/>
                </a:lnTo>
                <a:lnTo>
                  <a:pt x="147" y="479"/>
                </a:lnTo>
                <a:lnTo>
                  <a:pt x="146" y="479"/>
                </a:lnTo>
                <a:lnTo>
                  <a:pt x="145" y="479"/>
                </a:lnTo>
                <a:lnTo>
                  <a:pt x="145" y="478"/>
                </a:lnTo>
                <a:lnTo>
                  <a:pt x="145" y="477"/>
                </a:lnTo>
                <a:lnTo>
                  <a:pt x="145" y="476"/>
                </a:lnTo>
                <a:lnTo>
                  <a:pt x="145" y="477"/>
                </a:lnTo>
                <a:lnTo>
                  <a:pt x="145" y="478"/>
                </a:lnTo>
                <a:lnTo>
                  <a:pt x="144" y="479"/>
                </a:lnTo>
                <a:lnTo>
                  <a:pt x="143" y="479"/>
                </a:lnTo>
                <a:lnTo>
                  <a:pt x="144" y="479"/>
                </a:lnTo>
                <a:lnTo>
                  <a:pt x="143" y="480"/>
                </a:lnTo>
                <a:lnTo>
                  <a:pt x="142" y="481"/>
                </a:lnTo>
                <a:lnTo>
                  <a:pt x="142" y="482"/>
                </a:lnTo>
                <a:lnTo>
                  <a:pt x="142" y="483"/>
                </a:lnTo>
                <a:lnTo>
                  <a:pt x="143" y="482"/>
                </a:lnTo>
                <a:lnTo>
                  <a:pt x="144" y="483"/>
                </a:lnTo>
                <a:lnTo>
                  <a:pt x="143" y="483"/>
                </a:lnTo>
                <a:lnTo>
                  <a:pt x="143" y="484"/>
                </a:lnTo>
                <a:lnTo>
                  <a:pt x="144" y="484"/>
                </a:lnTo>
                <a:lnTo>
                  <a:pt x="144" y="483"/>
                </a:lnTo>
                <a:lnTo>
                  <a:pt x="145" y="483"/>
                </a:lnTo>
                <a:lnTo>
                  <a:pt x="146" y="483"/>
                </a:lnTo>
                <a:lnTo>
                  <a:pt x="146" y="484"/>
                </a:lnTo>
                <a:lnTo>
                  <a:pt x="147" y="483"/>
                </a:lnTo>
                <a:lnTo>
                  <a:pt x="148" y="482"/>
                </a:lnTo>
                <a:lnTo>
                  <a:pt x="148" y="483"/>
                </a:lnTo>
                <a:lnTo>
                  <a:pt x="149" y="483"/>
                </a:lnTo>
                <a:lnTo>
                  <a:pt x="150" y="484"/>
                </a:lnTo>
                <a:lnTo>
                  <a:pt x="151" y="485"/>
                </a:lnTo>
                <a:lnTo>
                  <a:pt x="150" y="485"/>
                </a:lnTo>
                <a:lnTo>
                  <a:pt x="149" y="485"/>
                </a:lnTo>
                <a:lnTo>
                  <a:pt x="148" y="486"/>
                </a:lnTo>
                <a:lnTo>
                  <a:pt x="146" y="486"/>
                </a:lnTo>
                <a:lnTo>
                  <a:pt x="145" y="486"/>
                </a:lnTo>
                <a:lnTo>
                  <a:pt x="145" y="487"/>
                </a:lnTo>
                <a:lnTo>
                  <a:pt x="144" y="487"/>
                </a:lnTo>
                <a:lnTo>
                  <a:pt x="142" y="488"/>
                </a:lnTo>
                <a:lnTo>
                  <a:pt x="142" y="489"/>
                </a:lnTo>
                <a:lnTo>
                  <a:pt x="141" y="490"/>
                </a:lnTo>
                <a:lnTo>
                  <a:pt x="141" y="489"/>
                </a:lnTo>
                <a:lnTo>
                  <a:pt x="140" y="489"/>
                </a:lnTo>
                <a:lnTo>
                  <a:pt x="139" y="490"/>
                </a:lnTo>
                <a:lnTo>
                  <a:pt x="138" y="490"/>
                </a:lnTo>
                <a:lnTo>
                  <a:pt x="138" y="491"/>
                </a:lnTo>
                <a:lnTo>
                  <a:pt x="137" y="491"/>
                </a:lnTo>
                <a:lnTo>
                  <a:pt x="136" y="491"/>
                </a:lnTo>
                <a:lnTo>
                  <a:pt x="136" y="490"/>
                </a:lnTo>
                <a:lnTo>
                  <a:pt x="136" y="491"/>
                </a:lnTo>
                <a:lnTo>
                  <a:pt x="136" y="490"/>
                </a:lnTo>
                <a:lnTo>
                  <a:pt x="135" y="490"/>
                </a:lnTo>
                <a:lnTo>
                  <a:pt x="135" y="491"/>
                </a:lnTo>
                <a:lnTo>
                  <a:pt x="134" y="491"/>
                </a:lnTo>
                <a:lnTo>
                  <a:pt x="133" y="491"/>
                </a:lnTo>
                <a:lnTo>
                  <a:pt x="133" y="492"/>
                </a:lnTo>
                <a:lnTo>
                  <a:pt x="132" y="492"/>
                </a:lnTo>
                <a:lnTo>
                  <a:pt x="132" y="493"/>
                </a:lnTo>
                <a:lnTo>
                  <a:pt x="131" y="494"/>
                </a:lnTo>
                <a:lnTo>
                  <a:pt x="130" y="494"/>
                </a:lnTo>
                <a:lnTo>
                  <a:pt x="129" y="495"/>
                </a:lnTo>
                <a:lnTo>
                  <a:pt x="129" y="494"/>
                </a:lnTo>
                <a:lnTo>
                  <a:pt x="128" y="494"/>
                </a:lnTo>
                <a:lnTo>
                  <a:pt x="128" y="495"/>
                </a:lnTo>
                <a:lnTo>
                  <a:pt x="127" y="495"/>
                </a:lnTo>
                <a:lnTo>
                  <a:pt x="127" y="494"/>
                </a:lnTo>
                <a:lnTo>
                  <a:pt x="126" y="494"/>
                </a:lnTo>
                <a:lnTo>
                  <a:pt x="125" y="494"/>
                </a:lnTo>
                <a:lnTo>
                  <a:pt x="124" y="494"/>
                </a:lnTo>
                <a:lnTo>
                  <a:pt x="123" y="493"/>
                </a:lnTo>
                <a:lnTo>
                  <a:pt x="122" y="493"/>
                </a:lnTo>
                <a:lnTo>
                  <a:pt x="121" y="493"/>
                </a:lnTo>
                <a:lnTo>
                  <a:pt x="121" y="492"/>
                </a:lnTo>
                <a:lnTo>
                  <a:pt x="119" y="493"/>
                </a:lnTo>
                <a:lnTo>
                  <a:pt x="118" y="493"/>
                </a:lnTo>
                <a:lnTo>
                  <a:pt x="117" y="494"/>
                </a:lnTo>
                <a:lnTo>
                  <a:pt x="116" y="494"/>
                </a:lnTo>
                <a:lnTo>
                  <a:pt x="116" y="495"/>
                </a:lnTo>
                <a:lnTo>
                  <a:pt x="115" y="495"/>
                </a:lnTo>
                <a:lnTo>
                  <a:pt x="115" y="496"/>
                </a:lnTo>
                <a:lnTo>
                  <a:pt x="114" y="496"/>
                </a:lnTo>
                <a:lnTo>
                  <a:pt x="113" y="497"/>
                </a:lnTo>
                <a:lnTo>
                  <a:pt x="112" y="498"/>
                </a:lnTo>
                <a:lnTo>
                  <a:pt x="110" y="499"/>
                </a:lnTo>
                <a:lnTo>
                  <a:pt x="110" y="500"/>
                </a:lnTo>
                <a:lnTo>
                  <a:pt x="109" y="500"/>
                </a:lnTo>
                <a:lnTo>
                  <a:pt x="109" y="501"/>
                </a:lnTo>
                <a:lnTo>
                  <a:pt x="108" y="502"/>
                </a:lnTo>
                <a:lnTo>
                  <a:pt x="108" y="503"/>
                </a:lnTo>
                <a:lnTo>
                  <a:pt x="107" y="504"/>
                </a:lnTo>
                <a:lnTo>
                  <a:pt x="107" y="505"/>
                </a:lnTo>
                <a:lnTo>
                  <a:pt x="106" y="506"/>
                </a:lnTo>
                <a:lnTo>
                  <a:pt x="106" y="507"/>
                </a:lnTo>
                <a:lnTo>
                  <a:pt x="105" y="508"/>
                </a:lnTo>
                <a:lnTo>
                  <a:pt x="105" y="509"/>
                </a:lnTo>
                <a:lnTo>
                  <a:pt x="104" y="510"/>
                </a:lnTo>
                <a:lnTo>
                  <a:pt x="104" y="511"/>
                </a:lnTo>
                <a:lnTo>
                  <a:pt x="103" y="512"/>
                </a:lnTo>
                <a:lnTo>
                  <a:pt x="103" y="513"/>
                </a:lnTo>
                <a:lnTo>
                  <a:pt x="102" y="513"/>
                </a:lnTo>
                <a:lnTo>
                  <a:pt x="102" y="514"/>
                </a:lnTo>
                <a:lnTo>
                  <a:pt x="101" y="514"/>
                </a:lnTo>
                <a:lnTo>
                  <a:pt x="100" y="514"/>
                </a:lnTo>
                <a:lnTo>
                  <a:pt x="99" y="513"/>
                </a:lnTo>
                <a:lnTo>
                  <a:pt x="100" y="513"/>
                </a:lnTo>
                <a:lnTo>
                  <a:pt x="99" y="513"/>
                </a:lnTo>
                <a:lnTo>
                  <a:pt x="99" y="514"/>
                </a:lnTo>
                <a:lnTo>
                  <a:pt x="97" y="514"/>
                </a:lnTo>
                <a:lnTo>
                  <a:pt x="96" y="514"/>
                </a:lnTo>
                <a:lnTo>
                  <a:pt x="95" y="514"/>
                </a:lnTo>
                <a:lnTo>
                  <a:pt x="94" y="514"/>
                </a:lnTo>
                <a:lnTo>
                  <a:pt x="93" y="514"/>
                </a:lnTo>
                <a:lnTo>
                  <a:pt x="93" y="515"/>
                </a:lnTo>
                <a:lnTo>
                  <a:pt x="92" y="515"/>
                </a:lnTo>
                <a:lnTo>
                  <a:pt x="92" y="516"/>
                </a:lnTo>
                <a:lnTo>
                  <a:pt x="91" y="516"/>
                </a:lnTo>
                <a:lnTo>
                  <a:pt x="91" y="515"/>
                </a:lnTo>
                <a:lnTo>
                  <a:pt x="90" y="515"/>
                </a:lnTo>
                <a:lnTo>
                  <a:pt x="89" y="515"/>
                </a:lnTo>
                <a:lnTo>
                  <a:pt x="89" y="514"/>
                </a:lnTo>
                <a:lnTo>
                  <a:pt x="88" y="514"/>
                </a:lnTo>
                <a:lnTo>
                  <a:pt x="87" y="514"/>
                </a:lnTo>
                <a:lnTo>
                  <a:pt x="86" y="514"/>
                </a:lnTo>
                <a:lnTo>
                  <a:pt x="86" y="515"/>
                </a:lnTo>
                <a:lnTo>
                  <a:pt x="85" y="515"/>
                </a:lnTo>
                <a:lnTo>
                  <a:pt x="84" y="515"/>
                </a:lnTo>
                <a:lnTo>
                  <a:pt x="84" y="516"/>
                </a:lnTo>
                <a:lnTo>
                  <a:pt x="84" y="517"/>
                </a:lnTo>
                <a:lnTo>
                  <a:pt x="83" y="517"/>
                </a:lnTo>
                <a:lnTo>
                  <a:pt x="83" y="518"/>
                </a:lnTo>
                <a:lnTo>
                  <a:pt x="82" y="518"/>
                </a:lnTo>
                <a:lnTo>
                  <a:pt x="81" y="518"/>
                </a:lnTo>
                <a:lnTo>
                  <a:pt x="81" y="517"/>
                </a:lnTo>
                <a:lnTo>
                  <a:pt x="81" y="516"/>
                </a:lnTo>
                <a:lnTo>
                  <a:pt x="82" y="514"/>
                </a:lnTo>
                <a:lnTo>
                  <a:pt x="82" y="513"/>
                </a:lnTo>
                <a:lnTo>
                  <a:pt x="83" y="513"/>
                </a:lnTo>
                <a:lnTo>
                  <a:pt x="83" y="512"/>
                </a:lnTo>
                <a:lnTo>
                  <a:pt x="83" y="511"/>
                </a:lnTo>
                <a:lnTo>
                  <a:pt x="82" y="511"/>
                </a:lnTo>
                <a:lnTo>
                  <a:pt x="81" y="512"/>
                </a:lnTo>
                <a:lnTo>
                  <a:pt x="81" y="511"/>
                </a:lnTo>
                <a:lnTo>
                  <a:pt x="81" y="510"/>
                </a:lnTo>
                <a:lnTo>
                  <a:pt x="81" y="509"/>
                </a:lnTo>
                <a:lnTo>
                  <a:pt x="80" y="509"/>
                </a:lnTo>
                <a:lnTo>
                  <a:pt x="81" y="508"/>
                </a:lnTo>
                <a:lnTo>
                  <a:pt x="81" y="507"/>
                </a:lnTo>
                <a:lnTo>
                  <a:pt x="81" y="506"/>
                </a:lnTo>
                <a:lnTo>
                  <a:pt x="82" y="506"/>
                </a:lnTo>
                <a:lnTo>
                  <a:pt x="82" y="505"/>
                </a:lnTo>
                <a:lnTo>
                  <a:pt x="83" y="505"/>
                </a:lnTo>
                <a:lnTo>
                  <a:pt x="83" y="504"/>
                </a:lnTo>
                <a:lnTo>
                  <a:pt x="82" y="504"/>
                </a:lnTo>
                <a:lnTo>
                  <a:pt x="81" y="504"/>
                </a:lnTo>
                <a:lnTo>
                  <a:pt x="81" y="503"/>
                </a:lnTo>
                <a:lnTo>
                  <a:pt x="80" y="503"/>
                </a:lnTo>
                <a:lnTo>
                  <a:pt x="80" y="502"/>
                </a:lnTo>
                <a:lnTo>
                  <a:pt x="80" y="501"/>
                </a:lnTo>
                <a:lnTo>
                  <a:pt x="81" y="501"/>
                </a:lnTo>
                <a:lnTo>
                  <a:pt x="81" y="500"/>
                </a:lnTo>
                <a:lnTo>
                  <a:pt x="80" y="499"/>
                </a:lnTo>
                <a:lnTo>
                  <a:pt x="80" y="498"/>
                </a:lnTo>
                <a:lnTo>
                  <a:pt x="81" y="497"/>
                </a:lnTo>
                <a:lnTo>
                  <a:pt x="81" y="495"/>
                </a:lnTo>
                <a:lnTo>
                  <a:pt x="81" y="494"/>
                </a:lnTo>
                <a:lnTo>
                  <a:pt x="81" y="495"/>
                </a:lnTo>
                <a:lnTo>
                  <a:pt x="81" y="496"/>
                </a:lnTo>
                <a:lnTo>
                  <a:pt x="80" y="497"/>
                </a:lnTo>
                <a:lnTo>
                  <a:pt x="79" y="496"/>
                </a:lnTo>
                <a:lnTo>
                  <a:pt x="78" y="495"/>
                </a:lnTo>
                <a:lnTo>
                  <a:pt x="77" y="495"/>
                </a:lnTo>
                <a:lnTo>
                  <a:pt x="77" y="494"/>
                </a:lnTo>
                <a:lnTo>
                  <a:pt x="77" y="493"/>
                </a:lnTo>
                <a:lnTo>
                  <a:pt x="76" y="493"/>
                </a:lnTo>
                <a:lnTo>
                  <a:pt x="76" y="492"/>
                </a:lnTo>
                <a:lnTo>
                  <a:pt x="76" y="491"/>
                </a:lnTo>
                <a:lnTo>
                  <a:pt x="76" y="492"/>
                </a:lnTo>
                <a:lnTo>
                  <a:pt x="75" y="491"/>
                </a:lnTo>
                <a:lnTo>
                  <a:pt x="75" y="492"/>
                </a:lnTo>
                <a:lnTo>
                  <a:pt x="76" y="493"/>
                </a:lnTo>
                <a:lnTo>
                  <a:pt x="76" y="494"/>
                </a:lnTo>
                <a:lnTo>
                  <a:pt x="76" y="495"/>
                </a:lnTo>
                <a:lnTo>
                  <a:pt x="77" y="496"/>
                </a:lnTo>
                <a:lnTo>
                  <a:pt x="78" y="496"/>
                </a:lnTo>
                <a:lnTo>
                  <a:pt x="78" y="497"/>
                </a:lnTo>
                <a:lnTo>
                  <a:pt x="77" y="497"/>
                </a:lnTo>
                <a:lnTo>
                  <a:pt x="78" y="498"/>
                </a:lnTo>
                <a:lnTo>
                  <a:pt x="78" y="499"/>
                </a:lnTo>
                <a:lnTo>
                  <a:pt x="78" y="500"/>
                </a:lnTo>
                <a:lnTo>
                  <a:pt x="79" y="501"/>
                </a:lnTo>
                <a:lnTo>
                  <a:pt x="78" y="501"/>
                </a:lnTo>
                <a:lnTo>
                  <a:pt x="77" y="502"/>
                </a:lnTo>
                <a:lnTo>
                  <a:pt x="77" y="503"/>
                </a:lnTo>
                <a:lnTo>
                  <a:pt x="78" y="504"/>
                </a:lnTo>
                <a:lnTo>
                  <a:pt x="78" y="503"/>
                </a:lnTo>
                <a:lnTo>
                  <a:pt x="77" y="503"/>
                </a:lnTo>
                <a:lnTo>
                  <a:pt x="78" y="502"/>
                </a:lnTo>
                <a:lnTo>
                  <a:pt x="79" y="502"/>
                </a:lnTo>
                <a:lnTo>
                  <a:pt x="79" y="503"/>
                </a:lnTo>
                <a:lnTo>
                  <a:pt x="79" y="504"/>
                </a:lnTo>
                <a:lnTo>
                  <a:pt x="79" y="505"/>
                </a:lnTo>
                <a:lnTo>
                  <a:pt x="79" y="506"/>
                </a:lnTo>
                <a:lnTo>
                  <a:pt x="79" y="507"/>
                </a:lnTo>
                <a:lnTo>
                  <a:pt x="78" y="507"/>
                </a:lnTo>
                <a:lnTo>
                  <a:pt x="78" y="508"/>
                </a:lnTo>
                <a:lnTo>
                  <a:pt x="77" y="508"/>
                </a:lnTo>
                <a:lnTo>
                  <a:pt x="77" y="507"/>
                </a:lnTo>
                <a:lnTo>
                  <a:pt x="77" y="508"/>
                </a:lnTo>
                <a:lnTo>
                  <a:pt x="77" y="509"/>
                </a:lnTo>
                <a:lnTo>
                  <a:pt x="77" y="510"/>
                </a:lnTo>
                <a:lnTo>
                  <a:pt x="78" y="510"/>
                </a:lnTo>
                <a:lnTo>
                  <a:pt x="77" y="509"/>
                </a:lnTo>
                <a:lnTo>
                  <a:pt x="78" y="509"/>
                </a:lnTo>
                <a:lnTo>
                  <a:pt x="78" y="510"/>
                </a:lnTo>
                <a:lnTo>
                  <a:pt x="79" y="510"/>
                </a:lnTo>
                <a:lnTo>
                  <a:pt x="79" y="511"/>
                </a:lnTo>
                <a:lnTo>
                  <a:pt x="78" y="511"/>
                </a:lnTo>
                <a:lnTo>
                  <a:pt x="79" y="511"/>
                </a:lnTo>
                <a:lnTo>
                  <a:pt x="79" y="512"/>
                </a:lnTo>
                <a:lnTo>
                  <a:pt x="79" y="511"/>
                </a:lnTo>
                <a:lnTo>
                  <a:pt x="80" y="512"/>
                </a:lnTo>
                <a:lnTo>
                  <a:pt x="80" y="514"/>
                </a:lnTo>
                <a:lnTo>
                  <a:pt x="80" y="515"/>
                </a:lnTo>
                <a:lnTo>
                  <a:pt x="79" y="516"/>
                </a:lnTo>
                <a:lnTo>
                  <a:pt x="79" y="517"/>
                </a:lnTo>
                <a:lnTo>
                  <a:pt x="79" y="518"/>
                </a:lnTo>
                <a:lnTo>
                  <a:pt x="79" y="519"/>
                </a:lnTo>
                <a:lnTo>
                  <a:pt x="78" y="519"/>
                </a:lnTo>
                <a:lnTo>
                  <a:pt x="78" y="520"/>
                </a:lnTo>
                <a:lnTo>
                  <a:pt x="78" y="521"/>
                </a:lnTo>
                <a:lnTo>
                  <a:pt x="78" y="522"/>
                </a:lnTo>
                <a:lnTo>
                  <a:pt x="78" y="523"/>
                </a:lnTo>
                <a:lnTo>
                  <a:pt x="78" y="524"/>
                </a:lnTo>
                <a:lnTo>
                  <a:pt x="77" y="524"/>
                </a:lnTo>
                <a:lnTo>
                  <a:pt x="77" y="525"/>
                </a:lnTo>
                <a:lnTo>
                  <a:pt x="76" y="525"/>
                </a:lnTo>
                <a:lnTo>
                  <a:pt x="75" y="524"/>
                </a:lnTo>
                <a:lnTo>
                  <a:pt x="75" y="523"/>
                </a:lnTo>
                <a:lnTo>
                  <a:pt x="75" y="524"/>
                </a:lnTo>
                <a:lnTo>
                  <a:pt x="74" y="525"/>
                </a:lnTo>
                <a:lnTo>
                  <a:pt x="73" y="525"/>
                </a:lnTo>
                <a:lnTo>
                  <a:pt x="73" y="526"/>
                </a:lnTo>
                <a:lnTo>
                  <a:pt x="73" y="527"/>
                </a:lnTo>
                <a:lnTo>
                  <a:pt x="72" y="527"/>
                </a:lnTo>
                <a:lnTo>
                  <a:pt x="71" y="528"/>
                </a:lnTo>
                <a:lnTo>
                  <a:pt x="70" y="528"/>
                </a:lnTo>
                <a:lnTo>
                  <a:pt x="70" y="527"/>
                </a:lnTo>
                <a:lnTo>
                  <a:pt x="69" y="527"/>
                </a:lnTo>
                <a:lnTo>
                  <a:pt x="68" y="527"/>
                </a:lnTo>
                <a:lnTo>
                  <a:pt x="68" y="528"/>
                </a:lnTo>
                <a:lnTo>
                  <a:pt x="67" y="529"/>
                </a:lnTo>
                <a:lnTo>
                  <a:pt x="67" y="528"/>
                </a:lnTo>
                <a:lnTo>
                  <a:pt x="66" y="529"/>
                </a:lnTo>
                <a:lnTo>
                  <a:pt x="65" y="529"/>
                </a:lnTo>
                <a:lnTo>
                  <a:pt x="64" y="530"/>
                </a:lnTo>
                <a:lnTo>
                  <a:pt x="63" y="530"/>
                </a:lnTo>
                <a:lnTo>
                  <a:pt x="63" y="529"/>
                </a:lnTo>
                <a:lnTo>
                  <a:pt x="62" y="529"/>
                </a:lnTo>
                <a:lnTo>
                  <a:pt x="61" y="529"/>
                </a:lnTo>
                <a:lnTo>
                  <a:pt x="61" y="530"/>
                </a:lnTo>
                <a:lnTo>
                  <a:pt x="62" y="530"/>
                </a:lnTo>
                <a:lnTo>
                  <a:pt x="62" y="531"/>
                </a:lnTo>
                <a:lnTo>
                  <a:pt x="61" y="532"/>
                </a:lnTo>
                <a:lnTo>
                  <a:pt x="61" y="533"/>
                </a:lnTo>
                <a:lnTo>
                  <a:pt x="61" y="534"/>
                </a:lnTo>
                <a:lnTo>
                  <a:pt x="60" y="535"/>
                </a:lnTo>
                <a:lnTo>
                  <a:pt x="60" y="536"/>
                </a:lnTo>
                <a:lnTo>
                  <a:pt x="59" y="536"/>
                </a:lnTo>
                <a:lnTo>
                  <a:pt x="59" y="537"/>
                </a:lnTo>
                <a:lnTo>
                  <a:pt x="59" y="536"/>
                </a:lnTo>
                <a:lnTo>
                  <a:pt x="59" y="535"/>
                </a:lnTo>
                <a:lnTo>
                  <a:pt x="59" y="534"/>
                </a:lnTo>
                <a:lnTo>
                  <a:pt x="58" y="534"/>
                </a:lnTo>
                <a:lnTo>
                  <a:pt x="58" y="533"/>
                </a:lnTo>
                <a:lnTo>
                  <a:pt x="58" y="532"/>
                </a:lnTo>
                <a:lnTo>
                  <a:pt x="58" y="531"/>
                </a:lnTo>
                <a:lnTo>
                  <a:pt x="59" y="530"/>
                </a:lnTo>
                <a:lnTo>
                  <a:pt x="59" y="529"/>
                </a:lnTo>
                <a:lnTo>
                  <a:pt x="59" y="528"/>
                </a:lnTo>
                <a:lnTo>
                  <a:pt x="59" y="527"/>
                </a:lnTo>
                <a:lnTo>
                  <a:pt x="58" y="527"/>
                </a:lnTo>
                <a:lnTo>
                  <a:pt x="58" y="528"/>
                </a:lnTo>
                <a:lnTo>
                  <a:pt x="58" y="527"/>
                </a:lnTo>
                <a:lnTo>
                  <a:pt x="57" y="528"/>
                </a:lnTo>
                <a:lnTo>
                  <a:pt x="57" y="529"/>
                </a:lnTo>
                <a:lnTo>
                  <a:pt x="58" y="530"/>
                </a:lnTo>
                <a:lnTo>
                  <a:pt x="58" y="531"/>
                </a:lnTo>
                <a:lnTo>
                  <a:pt x="58" y="532"/>
                </a:lnTo>
                <a:lnTo>
                  <a:pt x="57" y="533"/>
                </a:lnTo>
                <a:lnTo>
                  <a:pt x="56" y="533"/>
                </a:lnTo>
                <a:lnTo>
                  <a:pt x="55" y="533"/>
                </a:lnTo>
                <a:lnTo>
                  <a:pt x="56" y="533"/>
                </a:lnTo>
                <a:lnTo>
                  <a:pt x="57" y="533"/>
                </a:lnTo>
                <a:lnTo>
                  <a:pt x="57" y="534"/>
                </a:lnTo>
                <a:lnTo>
                  <a:pt x="56" y="534"/>
                </a:lnTo>
                <a:lnTo>
                  <a:pt x="57" y="535"/>
                </a:lnTo>
                <a:lnTo>
                  <a:pt x="56" y="535"/>
                </a:lnTo>
                <a:lnTo>
                  <a:pt x="56" y="536"/>
                </a:lnTo>
                <a:lnTo>
                  <a:pt x="56" y="535"/>
                </a:lnTo>
                <a:lnTo>
                  <a:pt x="56" y="536"/>
                </a:lnTo>
                <a:lnTo>
                  <a:pt x="55" y="537"/>
                </a:lnTo>
                <a:lnTo>
                  <a:pt x="55" y="538"/>
                </a:lnTo>
                <a:lnTo>
                  <a:pt x="54" y="539"/>
                </a:lnTo>
                <a:lnTo>
                  <a:pt x="54" y="540"/>
                </a:lnTo>
                <a:lnTo>
                  <a:pt x="54" y="541"/>
                </a:lnTo>
                <a:lnTo>
                  <a:pt x="55" y="541"/>
                </a:lnTo>
                <a:lnTo>
                  <a:pt x="54" y="541"/>
                </a:lnTo>
                <a:lnTo>
                  <a:pt x="54" y="542"/>
                </a:lnTo>
                <a:lnTo>
                  <a:pt x="53" y="542"/>
                </a:lnTo>
                <a:lnTo>
                  <a:pt x="53" y="543"/>
                </a:lnTo>
                <a:lnTo>
                  <a:pt x="53" y="542"/>
                </a:lnTo>
                <a:lnTo>
                  <a:pt x="52" y="542"/>
                </a:lnTo>
                <a:lnTo>
                  <a:pt x="52" y="543"/>
                </a:lnTo>
                <a:lnTo>
                  <a:pt x="53" y="543"/>
                </a:lnTo>
                <a:lnTo>
                  <a:pt x="53" y="544"/>
                </a:lnTo>
                <a:lnTo>
                  <a:pt x="53" y="545"/>
                </a:lnTo>
                <a:lnTo>
                  <a:pt x="53" y="546"/>
                </a:lnTo>
                <a:lnTo>
                  <a:pt x="53" y="547"/>
                </a:lnTo>
                <a:lnTo>
                  <a:pt x="53" y="548"/>
                </a:lnTo>
                <a:lnTo>
                  <a:pt x="53" y="549"/>
                </a:lnTo>
                <a:lnTo>
                  <a:pt x="53" y="550"/>
                </a:lnTo>
                <a:lnTo>
                  <a:pt x="53" y="551"/>
                </a:lnTo>
                <a:lnTo>
                  <a:pt x="53" y="552"/>
                </a:lnTo>
                <a:lnTo>
                  <a:pt x="54" y="553"/>
                </a:lnTo>
                <a:lnTo>
                  <a:pt x="54" y="554"/>
                </a:lnTo>
                <a:lnTo>
                  <a:pt x="55" y="555"/>
                </a:lnTo>
                <a:lnTo>
                  <a:pt x="55" y="556"/>
                </a:lnTo>
                <a:lnTo>
                  <a:pt x="56" y="557"/>
                </a:lnTo>
                <a:lnTo>
                  <a:pt x="56" y="558"/>
                </a:lnTo>
                <a:lnTo>
                  <a:pt x="55" y="558"/>
                </a:lnTo>
                <a:lnTo>
                  <a:pt x="55" y="559"/>
                </a:lnTo>
                <a:lnTo>
                  <a:pt x="54" y="560"/>
                </a:lnTo>
                <a:lnTo>
                  <a:pt x="55" y="560"/>
                </a:lnTo>
                <a:lnTo>
                  <a:pt x="55" y="559"/>
                </a:lnTo>
                <a:lnTo>
                  <a:pt x="55" y="560"/>
                </a:lnTo>
                <a:lnTo>
                  <a:pt x="55" y="559"/>
                </a:lnTo>
                <a:lnTo>
                  <a:pt x="56" y="559"/>
                </a:lnTo>
                <a:lnTo>
                  <a:pt x="57" y="559"/>
                </a:lnTo>
                <a:lnTo>
                  <a:pt x="58" y="558"/>
                </a:lnTo>
                <a:lnTo>
                  <a:pt x="59" y="558"/>
                </a:lnTo>
                <a:lnTo>
                  <a:pt x="60" y="558"/>
                </a:lnTo>
                <a:lnTo>
                  <a:pt x="61" y="558"/>
                </a:lnTo>
                <a:lnTo>
                  <a:pt x="61" y="559"/>
                </a:lnTo>
                <a:lnTo>
                  <a:pt x="62" y="559"/>
                </a:lnTo>
                <a:lnTo>
                  <a:pt x="62" y="560"/>
                </a:lnTo>
                <a:lnTo>
                  <a:pt x="63" y="560"/>
                </a:lnTo>
                <a:lnTo>
                  <a:pt x="64" y="560"/>
                </a:lnTo>
                <a:lnTo>
                  <a:pt x="64" y="559"/>
                </a:lnTo>
                <a:lnTo>
                  <a:pt x="65" y="559"/>
                </a:lnTo>
                <a:lnTo>
                  <a:pt x="66" y="559"/>
                </a:lnTo>
                <a:lnTo>
                  <a:pt x="68" y="559"/>
                </a:lnTo>
                <a:lnTo>
                  <a:pt x="70" y="559"/>
                </a:lnTo>
                <a:lnTo>
                  <a:pt x="70" y="560"/>
                </a:lnTo>
                <a:lnTo>
                  <a:pt x="71" y="560"/>
                </a:lnTo>
                <a:lnTo>
                  <a:pt x="71" y="561"/>
                </a:lnTo>
                <a:lnTo>
                  <a:pt x="72" y="561"/>
                </a:lnTo>
                <a:lnTo>
                  <a:pt x="73" y="561"/>
                </a:lnTo>
                <a:lnTo>
                  <a:pt x="74" y="562"/>
                </a:lnTo>
                <a:lnTo>
                  <a:pt x="75" y="562"/>
                </a:lnTo>
                <a:lnTo>
                  <a:pt x="76" y="563"/>
                </a:lnTo>
                <a:lnTo>
                  <a:pt x="76" y="562"/>
                </a:lnTo>
                <a:lnTo>
                  <a:pt x="75" y="562"/>
                </a:lnTo>
                <a:lnTo>
                  <a:pt x="75" y="561"/>
                </a:lnTo>
                <a:lnTo>
                  <a:pt x="75" y="562"/>
                </a:lnTo>
                <a:lnTo>
                  <a:pt x="76" y="562"/>
                </a:lnTo>
                <a:lnTo>
                  <a:pt x="76" y="564"/>
                </a:lnTo>
                <a:lnTo>
                  <a:pt x="76" y="565"/>
                </a:lnTo>
                <a:lnTo>
                  <a:pt x="76" y="566"/>
                </a:lnTo>
                <a:lnTo>
                  <a:pt x="76" y="565"/>
                </a:lnTo>
                <a:lnTo>
                  <a:pt x="77" y="566"/>
                </a:lnTo>
                <a:lnTo>
                  <a:pt x="77" y="567"/>
                </a:lnTo>
                <a:lnTo>
                  <a:pt x="77" y="568"/>
                </a:lnTo>
                <a:lnTo>
                  <a:pt x="77" y="570"/>
                </a:lnTo>
                <a:lnTo>
                  <a:pt x="77" y="571"/>
                </a:lnTo>
                <a:lnTo>
                  <a:pt x="77" y="572"/>
                </a:lnTo>
                <a:lnTo>
                  <a:pt x="77" y="574"/>
                </a:lnTo>
                <a:lnTo>
                  <a:pt x="76" y="574"/>
                </a:lnTo>
                <a:lnTo>
                  <a:pt x="76" y="575"/>
                </a:lnTo>
                <a:lnTo>
                  <a:pt x="75" y="575"/>
                </a:lnTo>
                <a:lnTo>
                  <a:pt x="75" y="576"/>
                </a:lnTo>
                <a:lnTo>
                  <a:pt x="74" y="575"/>
                </a:lnTo>
                <a:lnTo>
                  <a:pt x="73" y="575"/>
                </a:lnTo>
                <a:lnTo>
                  <a:pt x="73" y="574"/>
                </a:lnTo>
                <a:lnTo>
                  <a:pt x="72" y="573"/>
                </a:lnTo>
                <a:lnTo>
                  <a:pt x="72" y="572"/>
                </a:lnTo>
                <a:lnTo>
                  <a:pt x="71" y="572"/>
                </a:lnTo>
                <a:lnTo>
                  <a:pt x="71" y="571"/>
                </a:lnTo>
                <a:lnTo>
                  <a:pt x="71" y="570"/>
                </a:lnTo>
                <a:lnTo>
                  <a:pt x="71" y="569"/>
                </a:lnTo>
                <a:lnTo>
                  <a:pt x="70" y="568"/>
                </a:lnTo>
                <a:lnTo>
                  <a:pt x="70" y="567"/>
                </a:lnTo>
                <a:lnTo>
                  <a:pt x="70" y="568"/>
                </a:lnTo>
                <a:lnTo>
                  <a:pt x="70" y="569"/>
                </a:lnTo>
                <a:lnTo>
                  <a:pt x="70" y="570"/>
                </a:lnTo>
                <a:lnTo>
                  <a:pt x="70" y="571"/>
                </a:lnTo>
                <a:lnTo>
                  <a:pt x="69" y="571"/>
                </a:lnTo>
                <a:lnTo>
                  <a:pt x="69" y="572"/>
                </a:lnTo>
                <a:lnTo>
                  <a:pt x="68" y="571"/>
                </a:lnTo>
                <a:lnTo>
                  <a:pt x="68" y="572"/>
                </a:lnTo>
                <a:lnTo>
                  <a:pt x="69" y="572"/>
                </a:lnTo>
                <a:lnTo>
                  <a:pt x="69" y="573"/>
                </a:lnTo>
                <a:lnTo>
                  <a:pt x="68" y="573"/>
                </a:lnTo>
                <a:lnTo>
                  <a:pt x="68" y="572"/>
                </a:lnTo>
                <a:lnTo>
                  <a:pt x="68" y="573"/>
                </a:lnTo>
                <a:lnTo>
                  <a:pt x="69" y="573"/>
                </a:lnTo>
                <a:lnTo>
                  <a:pt x="69" y="572"/>
                </a:lnTo>
                <a:lnTo>
                  <a:pt x="70" y="572"/>
                </a:lnTo>
                <a:lnTo>
                  <a:pt x="70" y="573"/>
                </a:lnTo>
                <a:lnTo>
                  <a:pt x="70" y="574"/>
                </a:lnTo>
                <a:lnTo>
                  <a:pt x="71" y="575"/>
                </a:lnTo>
                <a:lnTo>
                  <a:pt x="71" y="576"/>
                </a:lnTo>
                <a:lnTo>
                  <a:pt x="71" y="577"/>
                </a:lnTo>
                <a:lnTo>
                  <a:pt x="70" y="577"/>
                </a:lnTo>
                <a:lnTo>
                  <a:pt x="69" y="577"/>
                </a:lnTo>
                <a:lnTo>
                  <a:pt x="69" y="578"/>
                </a:lnTo>
                <a:lnTo>
                  <a:pt x="68" y="578"/>
                </a:lnTo>
                <a:lnTo>
                  <a:pt x="68" y="579"/>
                </a:lnTo>
                <a:lnTo>
                  <a:pt x="67" y="579"/>
                </a:lnTo>
                <a:lnTo>
                  <a:pt x="67" y="578"/>
                </a:lnTo>
                <a:lnTo>
                  <a:pt x="68" y="578"/>
                </a:lnTo>
                <a:lnTo>
                  <a:pt x="67" y="578"/>
                </a:lnTo>
                <a:lnTo>
                  <a:pt x="67" y="579"/>
                </a:lnTo>
                <a:lnTo>
                  <a:pt x="68" y="580"/>
                </a:lnTo>
                <a:lnTo>
                  <a:pt x="67" y="580"/>
                </a:lnTo>
                <a:lnTo>
                  <a:pt x="67" y="581"/>
                </a:lnTo>
                <a:lnTo>
                  <a:pt x="66" y="581"/>
                </a:lnTo>
                <a:lnTo>
                  <a:pt x="66" y="582"/>
                </a:lnTo>
                <a:lnTo>
                  <a:pt x="67" y="582"/>
                </a:lnTo>
                <a:lnTo>
                  <a:pt x="68" y="581"/>
                </a:lnTo>
                <a:lnTo>
                  <a:pt x="68" y="580"/>
                </a:lnTo>
                <a:lnTo>
                  <a:pt x="69" y="580"/>
                </a:lnTo>
                <a:lnTo>
                  <a:pt x="69" y="579"/>
                </a:lnTo>
                <a:lnTo>
                  <a:pt x="70" y="579"/>
                </a:lnTo>
                <a:lnTo>
                  <a:pt x="70" y="580"/>
                </a:lnTo>
                <a:lnTo>
                  <a:pt x="71" y="580"/>
                </a:lnTo>
                <a:lnTo>
                  <a:pt x="70" y="580"/>
                </a:lnTo>
                <a:lnTo>
                  <a:pt x="71" y="580"/>
                </a:lnTo>
                <a:lnTo>
                  <a:pt x="71" y="581"/>
                </a:lnTo>
                <a:lnTo>
                  <a:pt x="71" y="582"/>
                </a:lnTo>
                <a:lnTo>
                  <a:pt x="70" y="582"/>
                </a:lnTo>
                <a:lnTo>
                  <a:pt x="70" y="583"/>
                </a:lnTo>
                <a:lnTo>
                  <a:pt x="71" y="583"/>
                </a:lnTo>
                <a:lnTo>
                  <a:pt x="71" y="584"/>
                </a:lnTo>
                <a:lnTo>
                  <a:pt x="70" y="584"/>
                </a:lnTo>
                <a:lnTo>
                  <a:pt x="71" y="584"/>
                </a:lnTo>
                <a:lnTo>
                  <a:pt x="71" y="583"/>
                </a:lnTo>
                <a:lnTo>
                  <a:pt x="71" y="582"/>
                </a:lnTo>
                <a:lnTo>
                  <a:pt x="71" y="581"/>
                </a:lnTo>
                <a:lnTo>
                  <a:pt x="72" y="580"/>
                </a:lnTo>
                <a:lnTo>
                  <a:pt x="72" y="581"/>
                </a:lnTo>
                <a:lnTo>
                  <a:pt x="72" y="582"/>
                </a:lnTo>
                <a:lnTo>
                  <a:pt x="73" y="582"/>
                </a:lnTo>
                <a:lnTo>
                  <a:pt x="73" y="583"/>
                </a:lnTo>
                <a:lnTo>
                  <a:pt x="74" y="583"/>
                </a:lnTo>
                <a:lnTo>
                  <a:pt x="74" y="582"/>
                </a:lnTo>
                <a:lnTo>
                  <a:pt x="74" y="583"/>
                </a:lnTo>
                <a:lnTo>
                  <a:pt x="74" y="584"/>
                </a:lnTo>
                <a:lnTo>
                  <a:pt x="75" y="584"/>
                </a:lnTo>
                <a:lnTo>
                  <a:pt x="75" y="583"/>
                </a:lnTo>
                <a:lnTo>
                  <a:pt x="75" y="582"/>
                </a:lnTo>
                <a:lnTo>
                  <a:pt x="75" y="581"/>
                </a:lnTo>
                <a:lnTo>
                  <a:pt x="76" y="581"/>
                </a:lnTo>
                <a:lnTo>
                  <a:pt x="76" y="582"/>
                </a:lnTo>
                <a:lnTo>
                  <a:pt x="76" y="583"/>
                </a:lnTo>
                <a:lnTo>
                  <a:pt x="76" y="584"/>
                </a:lnTo>
                <a:lnTo>
                  <a:pt x="76" y="583"/>
                </a:lnTo>
                <a:lnTo>
                  <a:pt x="77" y="583"/>
                </a:lnTo>
                <a:lnTo>
                  <a:pt x="78" y="583"/>
                </a:lnTo>
                <a:lnTo>
                  <a:pt x="78" y="582"/>
                </a:lnTo>
                <a:lnTo>
                  <a:pt x="79" y="582"/>
                </a:lnTo>
                <a:lnTo>
                  <a:pt x="79" y="581"/>
                </a:lnTo>
                <a:lnTo>
                  <a:pt x="80" y="581"/>
                </a:lnTo>
                <a:lnTo>
                  <a:pt x="80" y="582"/>
                </a:lnTo>
                <a:lnTo>
                  <a:pt x="81" y="582"/>
                </a:lnTo>
                <a:lnTo>
                  <a:pt x="81" y="581"/>
                </a:lnTo>
                <a:lnTo>
                  <a:pt x="81" y="580"/>
                </a:lnTo>
                <a:lnTo>
                  <a:pt x="82" y="580"/>
                </a:lnTo>
                <a:lnTo>
                  <a:pt x="82" y="581"/>
                </a:lnTo>
                <a:lnTo>
                  <a:pt x="82" y="582"/>
                </a:lnTo>
                <a:lnTo>
                  <a:pt x="83" y="582"/>
                </a:lnTo>
                <a:lnTo>
                  <a:pt x="83" y="583"/>
                </a:lnTo>
                <a:lnTo>
                  <a:pt x="84" y="583"/>
                </a:lnTo>
                <a:lnTo>
                  <a:pt x="84" y="582"/>
                </a:lnTo>
                <a:lnTo>
                  <a:pt x="83" y="582"/>
                </a:lnTo>
                <a:lnTo>
                  <a:pt x="83" y="581"/>
                </a:lnTo>
                <a:lnTo>
                  <a:pt x="84" y="581"/>
                </a:lnTo>
                <a:lnTo>
                  <a:pt x="83" y="581"/>
                </a:lnTo>
                <a:lnTo>
                  <a:pt x="83" y="580"/>
                </a:lnTo>
                <a:lnTo>
                  <a:pt x="84" y="580"/>
                </a:lnTo>
                <a:lnTo>
                  <a:pt x="84" y="579"/>
                </a:lnTo>
                <a:lnTo>
                  <a:pt x="84" y="580"/>
                </a:lnTo>
                <a:lnTo>
                  <a:pt x="84" y="579"/>
                </a:lnTo>
                <a:lnTo>
                  <a:pt x="84" y="580"/>
                </a:lnTo>
                <a:lnTo>
                  <a:pt x="85" y="580"/>
                </a:lnTo>
                <a:lnTo>
                  <a:pt x="85" y="581"/>
                </a:lnTo>
                <a:lnTo>
                  <a:pt x="85" y="582"/>
                </a:lnTo>
                <a:lnTo>
                  <a:pt x="86" y="583"/>
                </a:lnTo>
                <a:lnTo>
                  <a:pt x="86" y="584"/>
                </a:lnTo>
                <a:lnTo>
                  <a:pt x="86" y="585"/>
                </a:lnTo>
                <a:lnTo>
                  <a:pt x="86" y="586"/>
                </a:lnTo>
                <a:lnTo>
                  <a:pt x="87" y="586"/>
                </a:lnTo>
                <a:lnTo>
                  <a:pt x="87" y="587"/>
                </a:lnTo>
                <a:lnTo>
                  <a:pt x="87" y="588"/>
                </a:lnTo>
                <a:lnTo>
                  <a:pt x="87" y="590"/>
                </a:lnTo>
                <a:lnTo>
                  <a:pt x="86" y="591"/>
                </a:lnTo>
                <a:lnTo>
                  <a:pt x="86" y="590"/>
                </a:lnTo>
                <a:lnTo>
                  <a:pt x="85" y="590"/>
                </a:lnTo>
                <a:lnTo>
                  <a:pt x="84" y="590"/>
                </a:lnTo>
                <a:lnTo>
                  <a:pt x="85" y="590"/>
                </a:lnTo>
                <a:lnTo>
                  <a:pt x="84" y="590"/>
                </a:lnTo>
                <a:lnTo>
                  <a:pt x="84" y="591"/>
                </a:lnTo>
                <a:lnTo>
                  <a:pt x="84" y="590"/>
                </a:lnTo>
                <a:lnTo>
                  <a:pt x="84" y="591"/>
                </a:lnTo>
                <a:lnTo>
                  <a:pt x="83" y="591"/>
                </a:lnTo>
                <a:lnTo>
                  <a:pt x="83" y="590"/>
                </a:lnTo>
                <a:lnTo>
                  <a:pt x="82" y="590"/>
                </a:lnTo>
                <a:lnTo>
                  <a:pt x="82" y="589"/>
                </a:lnTo>
                <a:lnTo>
                  <a:pt x="83" y="589"/>
                </a:lnTo>
                <a:lnTo>
                  <a:pt x="82" y="589"/>
                </a:lnTo>
                <a:lnTo>
                  <a:pt x="82" y="588"/>
                </a:lnTo>
                <a:lnTo>
                  <a:pt x="82" y="587"/>
                </a:lnTo>
                <a:lnTo>
                  <a:pt x="82" y="586"/>
                </a:lnTo>
                <a:lnTo>
                  <a:pt x="82" y="585"/>
                </a:lnTo>
                <a:lnTo>
                  <a:pt x="81" y="585"/>
                </a:lnTo>
                <a:lnTo>
                  <a:pt x="81" y="584"/>
                </a:lnTo>
                <a:lnTo>
                  <a:pt x="81" y="585"/>
                </a:lnTo>
                <a:lnTo>
                  <a:pt x="81" y="584"/>
                </a:lnTo>
                <a:lnTo>
                  <a:pt x="80" y="584"/>
                </a:lnTo>
                <a:lnTo>
                  <a:pt x="79" y="584"/>
                </a:lnTo>
                <a:lnTo>
                  <a:pt x="79" y="585"/>
                </a:lnTo>
                <a:lnTo>
                  <a:pt x="78" y="585"/>
                </a:lnTo>
                <a:lnTo>
                  <a:pt x="78" y="586"/>
                </a:lnTo>
                <a:lnTo>
                  <a:pt x="77" y="586"/>
                </a:lnTo>
                <a:lnTo>
                  <a:pt x="77" y="587"/>
                </a:lnTo>
                <a:lnTo>
                  <a:pt x="77" y="588"/>
                </a:lnTo>
                <a:lnTo>
                  <a:pt x="78" y="588"/>
                </a:lnTo>
                <a:lnTo>
                  <a:pt x="78" y="589"/>
                </a:lnTo>
                <a:lnTo>
                  <a:pt x="78" y="590"/>
                </a:lnTo>
                <a:lnTo>
                  <a:pt x="79" y="590"/>
                </a:lnTo>
                <a:lnTo>
                  <a:pt x="79" y="589"/>
                </a:lnTo>
                <a:lnTo>
                  <a:pt x="79" y="590"/>
                </a:lnTo>
                <a:lnTo>
                  <a:pt x="79" y="591"/>
                </a:lnTo>
                <a:lnTo>
                  <a:pt x="79" y="590"/>
                </a:lnTo>
                <a:lnTo>
                  <a:pt x="80" y="590"/>
                </a:lnTo>
                <a:lnTo>
                  <a:pt x="82" y="592"/>
                </a:lnTo>
                <a:lnTo>
                  <a:pt x="83" y="592"/>
                </a:lnTo>
                <a:lnTo>
                  <a:pt x="83" y="593"/>
                </a:lnTo>
                <a:lnTo>
                  <a:pt x="83" y="592"/>
                </a:lnTo>
                <a:lnTo>
                  <a:pt x="84" y="592"/>
                </a:lnTo>
                <a:lnTo>
                  <a:pt x="84" y="591"/>
                </a:lnTo>
                <a:lnTo>
                  <a:pt x="85" y="591"/>
                </a:lnTo>
                <a:lnTo>
                  <a:pt x="86" y="592"/>
                </a:lnTo>
                <a:lnTo>
                  <a:pt x="87" y="593"/>
                </a:lnTo>
                <a:lnTo>
                  <a:pt x="87" y="594"/>
                </a:lnTo>
                <a:lnTo>
                  <a:pt x="88" y="594"/>
                </a:lnTo>
                <a:lnTo>
                  <a:pt x="88" y="595"/>
                </a:lnTo>
                <a:lnTo>
                  <a:pt x="88" y="596"/>
                </a:lnTo>
                <a:lnTo>
                  <a:pt x="89" y="596"/>
                </a:lnTo>
                <a:lnTo>
                  <a:pt x="89" y="597"/>
                </a:lnTo>
                <a:lnTo>
                  <a:pt x="88" y="597"/>
                </a:lnTo>
                <a:lnTo>
                  <a:pt x="88" y="596"/>
                </a:lnTo>
                <a:lnTo>
                  <a:pt x="88" y="597"/>
                </a:lnTo>
                <a:lnTo>
                  <a:pt x="89" y="597"/>
                </a:lnTo>
                <a:lnTo>
                  <a:pt x="89" y="598"/>
                </a:lnTo>
                <a:lnTo>
                  <a:pt x="90" y="598"/>
                </a:lnTo>
                <a:lnTo>
                  <a:pt x="90" y="599"/>
                </a:lnTo>
                <a:lnTo>
                  <a:pt x="90" y="600"/>
                </a:lnTo>
                <a:lnTo>
                  <a:pt x="90" y="601"/>
                </a:lnTo>
                <a:lnTo>
                  <a:pt x="91" y="601"/>
                </a:lnTo>
                <a:lnTo>
                  <a:pt x="91" y="602"/>
                </a:lnTo>
                <a:lnTo>
                  <a:pt x="92" y="603"/>
                </a:lnTo>
                <a:lnTo>
                  <a:pt x="92" y="604"/>
                </a:lnTo>
                <a:lnTo>
                  <a:pt x="91" y="604"/>
                </a:lnTo>
                <a:lnTo>
                  <a:pt x="91" y="605"/>
                </a:lnTo>
                <a:lnTo>
                  <a:pt x="91" y="606"/>
                </a:lnTo>
                <a:lnTo>
                  <a:pt x="90" y="607"/>
                </a:lnTo>
                <a:lnTo>
                  <a:pt x="90" y="608"/>
                </a:lnTo>
                <a:lnTo>
                  <a:pt x="90" y="609"/>
                </a:lnTo>
                <a:lnTo>
                  <a:pt x="89" y="609"/>
                </a:lnTo>
                <a:lnTo>
                  <a:pt x="89" y="610"/>
                </a:lnTo>
                <a:lnTo>
                  <a:pt x="88" y="610"/>
                </a:lnTo>
                <a:lnTo>
                  <a:pt x="88" y="611"/>
                </a:lnTo>
                <a:lnTo>
                  <a:pt x="87" y="611"/>
                </a:lnTo>
                <a:lnTo>
                  <a:pt x="87" y="612"/>
                </a:lnTo>
                <a:lnTo>
                  <a:pt x="86" y="612"/>
                </a:lnTo>
                <a:lnTo>
                  <a:pt x="86" y="613"/>
                </a:lnTo>
                <a:lnTo>
                  <a:pt x="85" y="614"/>
                </a:lnTo>
                <a:lnTo>
                  <a:pt x="85" y="615"/>
                </a:lnTo>
                <a:lnTo>
                  <a:pt x="85" y="616"/>
                </a:lnTo>
                <a:lnTo>
                  <a:pt x="85" y="617"/>
                </a:lnTo>
                <a:lnTo>
                  <a:pt x="84" y="616"/>
                </a:lnTo>
                <a:lnTo>
                  <a:pt x="84" y="617"/>
                </a:lnTo>
                <a:lnTo>
                  <a:pt x="83" y="618"/>
                </a:lnTo>
                <a:lnTo>
                  <a:pt x="83" y="619"/>
                </a:lnTo>
                <a:lnTo>
                  <a:pt x="82" y="619"/>
                </a:lnTo>
                <a:lnTo>
                  <a:pt x="82" y="620"/>
                </a:lnTo>
                <a:lnTo>
                  <a:pt x="82" y="621"/>
                </a:lnTo>
                <a:lnTo>
                  <a:pt x="81" y="621"/>
                </a:lnTo>
                <a:lnTo>
                  <a:pt x="80" y="622"/>
                </a:lnTo>
                <a:lnTo>
                  <a:pt x="79" y="622"/>
                </a:lnTo>
                <a:lnTo>
                  <a:pt x="79" y="623"/>
                </a:lnTo>
                <a:lnTo>
                  <a:pt x="78" y="623"/>
                </a:lnTo>
                <a:lnTo>
                  <a:pt x="78" y="624"/>
                </a:lnTo>
                <a:lnTo>
                  <a:pt x="76" y="623"/>
                </a:lnTo>
                <a:lnTo>
                  <a:pt x="75" y="623"/>
                </a:lnTo>
                <a:lnTo>
                  <a:pt x="75" y="624"/>
                </a:lnTo>
                <a:lnTo>
                  <a:pt x="74" y="624"/>
                </a:lnTo>
                <a:lnTo>
                  <a:pt x="73" y="624"/>
                </a:lnTo>
                <a:lnTo>
                  <a:pt x="73" y="625"/>
                </a:lnTo>
                <a:lnTo>
                  <a:pt x="73" y="626"/>
                </a:lnTo>
                <a:lnTo>
                  <a:pt x="72" y="626"/>
                </a:lnTo>
                <a:lnTo>
                  <a:pt x="71" y="628"/>
                </a:lnTo>
                <a:lnTo>
                  <a:pt x="70" y="628"/>
                </a:lnTo>
                <a:lnTo>
                  <a:pt x="69" y="629"/>
                </a:lnTo>
                <a:lnTo>
                  <a:pt x="68" y="629"/>
                </a:lnTo>
                <a:lnTo>
                  <a:pt x="67" y="629"/>
                </a:lnTo>
                <a:lnTo>
                  <a:pt x="67" y="628"/>
                </a:lnTo>
                <a:lnTo>
                  <a:pt x="66" y="628"/>
                </a:lnTo>
                <a:lnTo>
                  <a:pt x="66" y="629"/>
                </a:lnTo>
                <a:lnTo>
                  <a:pt x="65" y="630"/>
                </a:lnTo>
                <a:lnTo>
                  <a:pt x="65" y="631"/>
                </a:lnTo>
                <a:lnTo>
                  <a:pt x="65" y="630"/>
                </a:lnTo>
                <a:lnTo>
                  <a:pt x="65" y="629"/>
                </a:lnTo>
                <a:lnTo>
                  <a:pt x="65" y="628"/>
                </a:lnTo>
                <a:lnTo>
                  <a:pt x="64" y="628"/>
                </a:lnTo>
                <a:lnTo>
                  <a:pt x="63" y="628"/>
                </a:lnTo>
                <a:lnTo>
                  <a:pt x="62" y="628"/>
                </a:lnTo>
                <a:lnTo>
                  <a:pt x="62" y="627"/>
                </a:lnTo>
                <a:lnTo>
                  <a:pt x="61" y="627"/>
                </a:lnTo>
                <a:lnTo>
                  <a:pt x="59" y="627"/>
                </a:lnTo>
                <a:lnTo>
                  <a:pt x="59" y="626"/>
                </a:lnTo>
                <a:lnTo>
                  <a:pt x="58" y="627"/>
                </a:lnTo>
                <a:lnTo>
                  <a:pt x="59" y="627"/>
                </a:lnTo>
                <a:lnTo>
                  <a:pt x="60" y="627"/>
                </a:lnTo>
                <a:lnTo>
                  <a:pt x="60" y="628"/>
                </a:lnTo>
                <a:lnTo>
                  <a:pt x="59" y="628"/>
                </a:lnTo>
                <a:lnTo>
                  <a:pt x="58" y="628"/>
                </a:lnTo>
                <a:lnTo>
                  <a:pt x="58" y="627"/>
                </a:lnTo>
                <a:lnTo>
                  <a:pt x="57" y="627"/>
                </a:lnTo>
                <a:lnTo>
                  <a:pt x="56" y="627"/>
                </a:lnTo>
                <a:lnTo>
                  <a:pt x="56" y="628"/>
                </a:lnTo>
                <a:lnTo>
                  <a:pt x="56" y="629"/>
                </a:lnTo>
                <a:lnTo>
                  <a:pt x="56" y="630"/>
                </a:lnTo>
                <a:lnTo>
                  <a:pt x="56" y="631"/>
                </a:lnTo>
                <a:lnTo>
                  <a:pt x="54" y="631"/>
                </a:lnTo>
                <a:lnTo>
                  <a:pt x="52" y="631"/>
                </a:lnTo>
                <a:lnTo>
                  <a:pt x="51" y="631"/>
                </a:lnTo>
                <a:lnTo>
                  <a:pt x="49" y="632"/>
                </a:lnTo>
                <a:lnTo>
                  <a:pt x="49" y="631"/>
                </a:lnTo>
                <a:lnTo>
                  <a:pt x="48" y="631"/>
                </a:lnTo>
                <a:lnTo>
                  <a:pt x="49" y="631"/>
                </a:lnTo>
                <a:lnTo>
                  <a:pt x="48" y="631"/>
                </a:lnTo>
                <a:lnTo>
                  <a:pt x="48" y="630"/>
                </a:lnTo>
                <a:lnTo>
                  <a:pt x="48" y="629"/>
                </a:lnTo>
                <a:lnTo>
                  <a:pt x="46" y="628"/>
                </a:lnTo>
                <a:lnTo>
                  <a:pt x="45" y="628"/>
                </a:lnTo>
                <a:lnTo>
                  <a:pt x="44" y="628"/>
                </a:lnTo>
                <a:lnTo>
                  <a:pt x="43" y="627"/>
                </a:lnTo>
                <a:lnTo>
                  <a:pt x="42" y="626"/>
                </a:lnTo>
                <a:lnTo>
                  <a:pt x="42" y="625"/>
                </a:lnTo>
                <a:lnTo>
                  <a:pt x="41" y="625"/>
                </a:lnTo>
                <a:lnTo>
                  <a:pt x="40" y="625"/>
                </a:lnTo>
                <a:lnTo>
                  <a:pt x="40" y="626"/>
                </a:lnTo>
                <a:lnTo>
                  <a:pt x="38" y="627"/>
                </a:lnTo>
                <a:lnTo>
                  <a:pt x="38" y="626"/>
                </a:lnTo>
                <a:lnTo>
                  <a:pt x="37" y="626"/>
                </a:lnTo>
                <a:lnTo>
                  <a:pt x="37" y="627"/>
                </a:lnTo>
                <a:lnTo>
                  <a:pt x="37" y="628"/>
                </a:lnTo>
                <a:lnTo>
                  <a:pt x="36" y="628"/>
                </a:lnTo>
                <a:lnTo>
                  <a:pt x="36" y="627"/>
                </a:lnTo>
                <a:lnTo>
                  <a:pt x="35" y="627"/>
                </a:lnTo>
                <a:lnTo>
                  <a:pt x="35" y="626"/>
                </a:lnTo>
                <a:lnTo>
                  <a:pt x="34" y="625"/>
                </a:lnTo>
                <a:lnTo>
                  <a:pt x="33" y="625"/>
                </a:lnTo>
                <a:lnTo>
                  <a:pt x="33" y="626"/>
                </a:lnTo>
                <a:lnTo>
                  <a:pt x="33" y="627"/>
                </a:lnTo>
                <a:lnTo>
                  <a:pt x="32" y="628"/>
                </a:lnTo>
                <a:lnTo>
                  <a:pt x="30" y="631"/>
                </a:lnTo>
                <a:lnTo>
                  <a:pt x="29" y="631"/>
                </a:lnTo>
                <a:lnTo>
                  <a:pt x="29" y="632"/>
                </a:lnTo>
                <a:lnTo>
                  <a:pt x="29" y="633"/>
                </a:lnTo>
                <a:lnTo>
                  <a:pt x="28" y="633"/>
                </a:lnTo>
                <a:lnTo>
                  <a:pt x="27" y="633"/>
                </a:lnTo>
                <a:lnTo>
                  <a:pt x="27" y="631"/>
                </a:lnTo>
                <a:lnTo>
                  <a:pt x="27" y="629"/>
                </a:lnTo>
                <a:lnTo>
                  <a:pt x="27" y="628"/>
                </a:lnTo>
                <a:lnTo>
                  <a:pt x="28" y="628"/>
                </a:lnTo>
                <a:lnTo>
                  <a:pt x="29" y="626"/>
                </a:lnTo>
                <a:lnTo>
                  <a:pt x="29" y="624"/>
                </a:lnTo>
                <a:lnTo>
                  <a:pt x="28" y="621"/>
                </a:lnTo>
                <a:lnTo>
                  <a:pt x="28" y="620"/>
                </a:lnTo>
                <a:lnTo>
                  <a:pt x="28" y="619"/>
                </a:lnTo>
                <a:lnTo>
                  <a:pt x="27" y="618"/>
                </a:lnTo>
                <a:lnTo>
                  <a:pt x="26" y="617"/>
                </a:lnTo>
                <a:lnTo>
                  <a:pt x="25" y="617"/>
                </a:lnTo>
                <a:lnTo>
                  <a:pt x="24" y="617"/>
                </a:lnTo>
                <a:lnTo>
                  <a:pt x="23" y="617"/>
                </a:lnTo>
                <a:lnTo>
                  <a:pt x="23" y="616"/>
                </a:lnTo>
                <a:lnTo>
                  <a:pt x="23" y="614"/>
                </a:lnTo>
                <a:lnTo>
                  <a:pt x="22" y="612"/>
                </a:lnTo>
                <a:lnTo>
                  <a:pt x="23" y="612"/>
                </a:lnTo>
                <a:lnTo>
                  <a:pt x="24" y="612"/>
                </a:lnTo>
                <a:lnTo>
                  <a:pt x="25" y="611"/>
                </a:lnTo>
                <a:lnTo>
                  <a:pt x="25" y="609"/>
                </a:lnTo>
                <a:lnTo>
                  <a:pt x="26" y="609"/>
                </a:lnTo>
                <a:lnTo>
                  <a:pt x="27" y="609"/>
                </a:lnTo>
                <a:lnTo>
                  <a:pt x="28" y="610"/>
                </a:lnTo>
                <a:lnTo>
                  <a:pt x="29" y="610"/>
                </a:lnTo>
                <a:lnTo>
                  <a:pt x="29" y="611"/>
                </a:lnTo>
                <a:lnTo>
                  <a:pt x="30" y="612"/>
                </a:lnTo>
                <a:lnTo>
                  <a:pt x="31" y="612"/>
                </a:lnTo>
                <a:lnTo>
                  <a:pt x="32" y="612"/>
                </a:lnTo>
                <a:lnTo>
                  <a:pt x="33" y="612"/>
                </a:lnTo>
                <a:lnTo>
                  <a:pt x="33" y="613"/>
                </a:lnTo>
                <a:lnTo>
                  <a:pt x="32" y="613"/>
                </a:lnTo>
                <a:lnTo>
                  <a:pt x="32" y="614"/>
                </a:lnTo>
                <a:lnTo>
                  <a:pt x="32" y="615"/>
                </a:lnTo>
                <a:lnTo>
                  <a:pt x="33" y="615"/>
                </a:lnTo>
                <a:lnTo>
                  <a:pt x="33" y="616"/>
                </a:lnTo>
                <a:lnTo>
                  <a:pt x="33" y="617"/>
                </a:lnTo>
                <a:lnTo>
                  <a:pt x="34" y="617"/>
                </a:lnTo>
                <a:lnTo>
                  <a:pt x="34" y="618"/>
                </a:lnTo>
                <a:lnTo>
                  <a:pt x="33" y="618"/>
                </a:lnTo>
                <a:lnTo>
                  <a:pt x="34" y="618"/>
                </a:lnTo>
                <a:lnTo>
                  <a:pt x="34" y="619"/>
                </a:lnTo>
                <a:lnTo>
                  <a:pt x="34" y="618"/>
                </a:lnTo>
                <a:lnTo>
                  <a:pt x="35" y="618"/>
                </a:lnTo>
                <a:lnTo>
                  <a:pt x="34" y="617"/>
                </a:lnTo>
                <a:lnTo>
                  <a:pt x="34" y="616"/>
                </a:lnTo>
                <a:lnTo>
                  <a:pt x="34" y="615"/>
                </a:lnTo>
                <a:lnTo>
                  <a:pt x="34" y="614"/>
                </a:lnTo>
                <a:lnTo>
                  <a:pt x="35" y="614"/>
                </a:lnTo>
                <a:lnTo>
                  <a:pt x="35" y="613"/>
                </a:lnTo>
                <a:lnTo>
                  <a:pt x="36" y="613"/>
                </a:lnTo>
                <a:lnTo>
                  <a:pt x="36" y="612"/>
                </a:lnTo>
                <a:lnTo>
                  <a:pt x="37" y="612"/>
                </a:lnTo>
                <a:lnTo>
                  <a:pt x="37" y="611"/>
                </a:lnTo>
                <a:lnTo>
                  <a:pt x="37" y="610"/>
                </a:lnTo>
                <a:lnTo>
                  <a:pt x="37" y="609"/>
                </a:lnTo>
                <a:lnTo>
                  <a:pt x="36" y="609"/>
                </a:lnTo>
                <a:lnTo>
                  <a:pt x="36" y="608"/>
                </a:lnTo>
                <a:lnTo>
                  <a:pt x="35" y="608"/>
                </a:lnTo>
                <a:lnTo>
                  <a:pt x="35" y="607"/>
                </a:lnTo>
                <a:lnTo>
                  <a:pt x="34" y="607"/>
                </a:lnTo>
                <a:lnTo>
                  <a:pt x="34" y="608"/>
                </a:lnTo>
                <a:lnTo>
                  <a:pt x="34" y="607"/>
                </a:lnTo>
                <a:lnTo>
                  <a:pt x="33" y="606"/>
                </a:lnTo>
                <a:lnTo>
                  <a:pt x="33" y="605"/>
                </a:lnTo>
                <a:lnTo>
                  <a:pt x="32" y="605"/>
                </a:lnTo>
                <a:lnTo>
                  <a:pt x="32" y="604"/>
                </a:lnTo>
                <a:lnTo>
                  <a:pt x="33" y="604"/>
                </a:lnTo>
                <a:lnTo>
                  <a:pt x="32" y="604"/>
                </a:lnTo>
                <a:lnTo>
                  <a:pt x="31" y="606"/>
                </a:lnTo>
                <a:lnTo>
                  <a:pt x="31" y="607"/>
                </a:lnTo>
                <a:lnTo>
                  <a:pt x="30" y="607"/>
                </a:lnTo>
                <a:lnTo>
                  <a:pt x="30" y="608"/>
                </a:lnTo>
                <a:lnTo>
                  <a:pt x="30" y="606"/>
                </a:lnTo>
                <a:lnTo>
                  <a:pt x="30" y="605"/>
                </a:lnTo>
                <a:lnTo>
                  <a:pt x="30" y="604"/>
                </a:lnTo>
                <a:lnTo>
                  <a:pt x="29" y="604"/>
                </a:lnTo>
                <a:lnTo>
                  <a:pt x="29" y="603"/>
                </a:lnTo>
                <a:lnTo>
                  <a:pt x="29" y="602"/>
                </a:lnTo>
                <a:lnTo>
                  <a:pt x="29" y="601"/>
                </a:lnTo>
                <a:lnTo>
                  <a:pt x="29" y="602"/>
                </a:lnTo>
                <a:lnTo>
                  <a:pt x="28" y="602"/>
                </a:lnTo>
                <a:lnTo>
                  <a:pt x="28" y="603"/>
                </a:lnTo>
                <a:lnTo>
                  <a:pt x="28" y="604"/>
                </a:lnTo>
                <a:lnTo>
                  <a:pt x="28" y="605"/>
                </a:lnTo>
                <a:lnTo>
                  <a:pt x="29" y="605"/>
                </a:lnTo>
                <a:lnTo>
                  <a:pt x="29" y="606"/>
                </a:lnTo>
                <a:lnTo>
                  <a:pt x="28" y="607"/>
                </a:lnTo>
                <a:lnTo>
                  <a:pt x="27" y="608"/>
                </a:lnTo>
                <a:lnTo>
                  <a:pt x="27" y="607"/>
                </a:lnTo>
                <a:lnTo>
                  <a:pt x="27" y="605"/>
                </a:lnTo>
                <a:lnTo>
                  <a:pt x="27" y="604"/>
                </a:lnTo>
                <a:lnTo>
                  <a:pt x="26" y="604"/>
                </a:lnTo>
                <a:lnTo>
                  <a:pt x="26" y="603"/>
                </a:lnTo>
                <a:lnTo>
                  <a:pt x="26" y="602"/>
                </a:lnTo>
                <a:lnTo>
                  <a:pt x="25" y="601"/>
                </a:lnTo>
                <a:lnTo>
                  <a:pt x="24" y="601"/>
                </a:lnTo>
                <a:lnTo>
                  <a:pt x="23" y="601"/>
                </a:lnTo>
                <a:lnTo>
                  <a:pt x="23" y="602"/>
                </a:lnTo>
                <a:lnTo>
                  <a:pt x="23" y="601"/>
                </a:lnTo>
                <a:lnTo>
                  <a:pt x="22" y="601"/>
                </a:lnTo>
                <a:lnTo>
                  <a:pt x="23" y="601"/>
                </a:lnTo>
                <a:lnTo>
                  <a:pt x="23" y="600"/>
                </a:lnTo>
                <a:lnTo>
                  <a:pt x="22" y="600"/>
                </a:lnTo>
                <a:lnTo>
                  <a:pt x="21" y="600"/>
                </a:lnTo>
                <a:lnTo>
                  <a:pt x="20" y="600"/>
                </a:lnTo>
                <a:lnTo>
                  <a:pt x="19" y="600"/>
                </a:lnTo>
                <a:lnTo>
                  <a:pt x="18" y="600"/>
                </a:lnTo>
                <a:lnTo>
                  <a:pt x="18" y="599"/>
                </a:lnTo>
                <a:lnTo>
                  <a:pt x="18" y="600"/>
                </a:lnTo>
                <a:lnTo>
                  <a:pt x="18" y="599"/>
                </a:lnTo>
                <a:lnTo>
                  <a:pt x="17" y="599"/>
                </a:lnTo>
                <a:lnTo>
                  <a:pt x="17" y="598"/>
                </a:lnTo>
                <a:lnTo>
                  <a:pt x="17" y="597"/>
                </a:lnTo>
                <a:lnTo>
                  <a:pt x="17" y="596"/>
                </a:lnTo>
                <a:lnTo>
                  <a:pt x="16" y="596"/>
                </a:lnTo>
                <a:lnTo>
                  <a:pt x="16" y="595"/>
                </a:lnTo>
                <a:lnTo>
                  <a:pt x="17" y="595"/>
                </a:lnTo>
                <a:lnTo>
                  <a:pt x="18" y="595"/>
                </a:lnTo>
                <a:lnTo>
                  <a:pt x="19" y="594"/>
                </a:lnTo>
                <a:lnTo>
                  <a:pt x="18" y="594"/>
                </a:lnTo>
                <a:lnTo>
                  <a:pt x="18" y="593"/>
                </a:lnTo>
                <a:lnTo>
                  <a:pt x="18" y="594"/>
                </a:lnTo>
                <a:lnTo>
                  <a:pt x="18" y="595"/>
                </a:lnTo>
                <a:lnTo>
                  <a:pt x="18" y="594"/>
                </a:lnTo>
                <a:lnTo>
                  <a:pt x="18" y="593"/>
                </a:lnTo>
                <a:lnTo>
                  <a:pt x="18" y="592"/>
                </a:lnTo>
                <a:lnTo>
                  <a:pt x="18" y="591"/>
                </a:lnTo>
                <a:lnTo>
                  <a:pt x="17" y="591"/>
                </a:lnTo>
                <a:lnTo>
                  <a:pt x="17" y="590"/>
                </a:lnTo>
                <a:lnTo>
                  <a:pt x="17" y="589"/>
                </a:lnTo>
                <a:lnTo>
                  <a:pt x="16" y="588"/>
                </a:lnTo>
                <a:lnTo>
                  <a:pt x="15" y="587"/>
                </a:lnTo>
                <a:lnTo>
                  <a:pt x="15" y="586"/>
                </a:lnTo>
                <a:lnTo>
                  <a:pt x="14" y="585"/>
                </a:lnTo>
                <a:lnTo>
                  <a:pt x="13" y="584"/>
                </a:lnTo>
                <a:lnTo>
                  <a:pt x="12" y="584"/>
                </a:lnTo>
                <a:lnTo>
                  <a:pt x="11" y="584"/>
                </a:lnTo>
                <a:lnTo>
                  <a:pt x="11" y="585"/>
                </a:lnTo>
                <a:lnTo>
                  <a:pt x="10" y="585"/>
                </a:lnTo>
                <a:lnTo>
                  <a:pt x="9" y="585"/>
                </a:lnTo>
                <a:lnTo>
                  <a:pt x="9" y="584"/>
                </a:lnTo>
                <a:lnTo>
                  <a:pt x="9" y="583"/>
                </a:lnTo>
                <a:lnTo>
                  <a:pt x="9" y="582"/>
                </a:lnTo>
                <a:lnTo>
                  <a:pt x="9" y="581"/>
                </a:lnTo>
                <a:lnTo>
                  <a:pt x="9" y="580"/>
                </a:lnTo>
                <a:lnTo>
                  <a:pt x="8" y="580"/>
                </a:lnTo>
                <a:lnTo>
                  <a:pt x="9" y="579"/>
                </a:lnTo>
                <a:lnTo>
                  <a:pt x="10" y="579"/>
                </a:lnTo>
                <a:lnTo>
                  <a:pt x="11" y="579"/>
                </a:lnTo>
                <a:lnTo>
                  <a:pt x="11" y="578"/>
                </a:lnTo>
                <a:lnTo>
                  <a:pt x="11" y="577"/>
                </a:lnTo>
                <a:lnTo>
                  <a:pt x="12" y="577"/>
                </a:lnTo>
                <a:lnTo>
                  <a:pt x="13" y="577"/>
                </a:lnTo>
                <a:lnTo>
                  <a:pt x="14" y="578"/>
                </a:lnTo>
                <a:lnTo>
                  <a:pt x="14" y="579"/>
                </a:lnTo>
                <a:lnTo>
                  <a:pt x="15" y="578"/>
                </a:lnTo>
                <a:lnTo>
                  <a:pt x="15" y="577"/>
                </a:lnTo>
                <a:lnTo>
                  <a:pt x="16" y="577"/>
                </a:lnTo>
                <a:lnTo>
                  <a:pt x="16" y="578"/>
                </a:lnTo>
                <a:lnTo>
                  <a:pt x="16" y="577"/>
                </a:lnTo>
                <a:lnTo>
                  <a:pt x="17" y="577"/>
                </a:lnTo>
                <a:lnTo>
                  <a:pt x="16" y="577"/>
                </a:lnTo>
                <a:lnTo>
                  <a:pt x="16" y="576"/>
                </a:lnTo>
                <a:lnTo>
                  <a:pt x="17" y="576"/>
                </a:lnTo>
                <a:lnTo>
                  <a:pt x="16" y="576"/>
                </a:lnTo>
                <a:lnTo>
                  <a:pt x="16" y="577"/>
                </a:lnTo>
                <a:lnTo>
                  <a:pt x="15" y="576"/>
                </a:lnTo>
                <a:lnTo>
                  <a:pt x="16" y="576"/>
                </a:lnTo>
                <a:lnTo>
                  <a:pt x="16" y="575"/>
                </a:lnTo>
                <a:lnTo>
                  <a:pt x="17" y="575"/>
                </a:lnTo>
                <a:lnTo>
                  <a:pt x="16" y="575"/>
                </a:lnTo>
                <a:lnTo>
                  <a:pt x="15" y="575"/>
                </a:lnTo>
                <a:lnTo>
                  <a:pt x="14" y="575"/>
                </a:lnTo>
                <a:lnTo>
                  <a:pt x="14" y="576"/>
                </a:lnTo>
                <a:lnTo>
                  <a:pt x="14" y="577"/>
                </a:lnTo>
                <a:lnTo>
                  <a:pt x="14" y="578"/>
                </a:lnTo>
                <a:lnTo>
                  <a:pt x="13" y="577"/>
                </a:lnTo>
                <a:lnTo>
                  <a:pt x="14" y="577"/>
                </a:lnTo>
                <a:lnTo>
                  <a:pt x="13" y="577"/>
                </a:lnTo>
                <a:lnTo>
                  <a:pt x="13" y="576"/>
                </a:lnTo>
                <a:lnTo>
                  <a:pt x="12" y="576"/>
                </a:lnTo>
                <a:lnTo>
                  <a:pt x="11" y="575"/>
                </a:lnTo>
                <a:lnTo>
                  <a:pt x="11" y="574"/>
                </a:lnTo>
                <a:lnTo>
                  <a:pt x="10" y="573"/>
                </a:lnTo>
                <a:lnTo>
                  <a:pt x="10" y="572"/>
                </a:lnTo>
                <a:lnTo>
                  <a:pt x="9" y="572"/>
                </a:lnTo>
                <a:lnTo>
                  <a:pt x="9" y="571"/>
                </a:lnTo>
                <a:lnTo>
                  <a:pt x="9" y="570"/>
                </a:lnTo>
                <a:lnTo>
                  <a:pt x="10" y="570"/>
                </a:lnTo>
                <a:lnTo>
                  <a:pt x="10" y="569"/>
                </a:lnTo>
                <a:lnTo>
                  <a:pt x="10" y="568"/>
                </a:lnTo>
                <a:lnTo>
                  <a:pt x="11" y="568"/>
                </a:lnTo>
                <a:lnTo>
                  <a:pt x="11" y="567"/>
                </a:lnTo>
                <a:lnTo>
                  <a:pt x="11" y="566"/>
                </a:lnTo>
                <a:lnTo>
                  <a:pt x="11" y="565"/>
                </a:lnTo>
                <a:lnTo>
                  <a:pt x="11" y="564"/>
                </a:lnTo>
                <a:lnTo>
                  <a:pt x="10" y="564"/>
                </a:lnTo>
                <a:lnTo>
                  <a:pt x="10" y="563"/>
                </a:lnTo>
                <a:lnTo>
                  <a:pt x="8" y="563"/>
                </a:lnTo>
                <a:lnTo>
                  <a:pt x="8" y="564"/>
                </a:lnTo>
                <a:lnTo>
                  <a:pt x="8" y="565"/>
                </a:lnTo>
                <a:lnTo>
                  <a:pt x="8" y="564"/>
                </a:lnTo>
                <a:lnTo>
                  <a:pt x="7" y="564"/>
                </a:lnTo>
                <a:lnTo>
                  <a:pt x="7" y="565"/>
                </a:lnTo>
                <a:lnTo>
                  <a:pt x="6" y="565"/>
                </a:lnTo>
                <a:lnTo>
                  <a:pt x="6" y="564"/>
                </a:lnTo>
                <a:lnTo>
                  <a:pt x="6" y="563"/>
                </a:lnTo>
                <a:lnTo>
                  <a:pt x="5" y="562"/>
                </a:lnTo>
                <a:lnTo>
                  <a:pt x="5" y="561"/>
                </a:lnTo>
                <a:lnTo>
                  <a:pt x="4" y="561"/>
                </a:lnTo>
                <a:lnTo>
                  <a:pt x="4" y="560"/>
                </a:lnTo>
                <a:lnTo>
                  <a:pt x="3" y="560"/>
                </a:lnTo>
                <a:lnTo>
                  <a:pt x="3" y="559"/>
                </a:lnTo>
                <a:lnTo>
                  <a:pt x="2" y="558"/>
                </a:lnTo>
                <a:lnTo>
                  <a:pt x="2" y="557"/>
                </a:lnTo>
                <a:lnTo>
                  <a:pt x="1" y="556"/>
                </a:lnTo>
                <a:lnTo>
                  <a:pt x="1" y="555"/>
                </a:lnTo>
                <a:lnTo>
                  <a:pt x="1" y="554"/>
                </a:lnTo>
                <a:lnTo>
                  <a:pt x="1" y="553"/>
                </a:lnTo>
                <a:lnTo>
                  <a:pt x="1" y="552"/>
                </a:lnTo>
                <a:lnTo>
                  <a:pt x="0" y="551"/>
                </a:lnTo>
                <a:lnTo>
                  <a:pt x="0" y="548"/>
                </a:lnTo>
                <a:lnTo>
                  <a:pt x="1" y="547"/>
                </a:lnTo>
                <a:lnTo>
                  <a:pt x="1" y="546"/>
                </a:lnTo>
                <a:lnTo>
                  <a:pt x="2" y="546"/>
                </a:lnTo>
                <a:lnTo>
                  <a:pt x="2" y="545"/>
                </a:lnTo>
                <a:lnTo>
                  <a:pt x="2" y="546"/>
                </a:lnTo>
                <a:lnTo>
                  <a:pt x="1" y="546"/>
                </a:lnTo>
                <a:lnTo>
                  <a:pt x="1" y="545"/>
                </a:lnTo>
                <a:lnTo>
                  <a:pt x="2" y="545"/>
                </a:lnTo>
                <a:lnTo>
                  <a:pt x="2" y="544"/>
                </a:lnTo>
                <a:lnTo>
                  <a:pt x="2" y="543"/>
                </a:lnTo>
                <a:lnTo>
                  <a:pt x="2" y="542"/>
                </a:lnTo>
                <a:lnTo>
                  <a:pt x="2" y="541"/>
                </a:lnTo>
                <a:lnTo>
                  <a:pt x="3" y="541"/>
                </a:lnTo>
                <a:lnTo>
                  <a:pt x="3" y="540"/>
                </a:lnTo>
                <a:lnTo>
                  <a:pt x="3" y="539"/>
                </a:lnTo>
                <a:lnTo>
                  <a:pt x="4" y="539"/>
                </a:lnTo>
                <a:lnTo>
                  <a:pt x="4" y="538"/>
                </a:lnTo>
                <a:lnTo>
                  <a:pt x="4" y="537"/>
                </a:lnTo>
                <a:lnTo>
                  <a:pt x="5" y="537"/>
                </a:lnTo>
                <a:lnTo>
                  <a:pt x="5" y="536"/>
                </a:lnTo>
                <a:lnTo>
                  <a:pt x="5" y="535"/>
                </a:lnTo>
                <a:lnTo>
                  <a:pt x="5" y="534"/>
                </a:lnTo>
                <a:lnTo>
                  <a:pt x="5" y="533"/>
                </a:lnTo>
                <a:lnTo>
                  <a:pt x="5" y="532"/>
                </a:lnTo>
                <a:lnTo>
                  <a:pt x="4" y="530"/>
                </a:lnTo>
                <a:lnTo>
                  <a:pt x="3" y="530"/>
                </a:lnTo>
                <a:lnTo>
                  <a:pt x="3" y="529"/>
                </a:lnTo>
                <a:lnTo>
                  <a:pt x="2" y="527"/>
                </a:lnTo>
                <a:lnTo>
                  <a:pt x="2" y="526"/>
                </a:lnTo>
                <a:lnTo>
                  <a:pt x="2" y="525"/>
                </a:lnTo>
                <a:lnTo>
                  <a:pt x="3" y="523"/>
                </a:lnTo>
                <a:lnTo>
                  <a:pt x="5" y="521"/>
                </a:lnTo>
                <a:lnTo>
                  <a:pt x="6" y="520"/>
                </a:lnTo>
                <a:lnTo>
                  <a:pt x="7" y="519"/>
                </a:lnTo>
                <a:lnTo>
                  <a:pt x="7" y="518"/>
                </a:lnTo>
                <a:lnTo>
                  <a:pt x="8" y="518"/>
                </a:lnTo>
                <a:lnTo>
                  <a:pt x="8" y="519"/>
                </a:lnTo>
                <a:lnTo>
                  <a:pt x="8" y="520"/>
                </a:lnTo>
                <a:lnTo>
                  <a:pt x="9" y="521"/>
                </a:lnTo>
                <a:lnTo>
                  <a:pt x="10" y="522"/>
                </a:lnTo>
                <a:lnTo>
                  <a:pt x="11" y="522"/>
                </a:lnTo>
                <a:lnTo>
                  <a:pt x="10" y="522"/>
                </a:lnTo>
                <a:lnTo>
                  <a:pt x="10" y="521"/>
                </a:lnTo>
                <a:lnTo>
                  <a:pt x="9" y="521"/>
                </a:lnTo>
                <a:lnTo>
                  <a:pt x="9" y="520"/>
                </a:lnTo>
                <a:lnTo>
                  <a:pt x="9" y="519"/>
                </a:lnTo>
                <a:lnTo>
                  <a:pt x="8" y="519"/>
                </a:lnTo>
                <a:lnTo>
                  <a:pt x="9" y="519"/>
                </a:lnTo>
                <a:lnTo>
                  <a:pt x="9" y="518"/>
                </a:lnTo>
                <a:lnTo>
                  <a:pt x="10" y="518"/>
                </a:lnTo>
                <a:lnTo>
                  <a:pt x="10" y="517"/>
                </a:lnTo>
                <a:lnTo>
                  <a:pt x="11" y="516"/>
                </a:lnTo>
                <a:lnTo>
                  <a:pt x="11" y="515"/>
                </a:lnTo>
                <a:lnTo>
                  <a:pt x="12" y="515"/>
                </a:lnTo>
                <a:lnTo>
                  <a:pt x="12" y="514"/>
                </a:lnTo>
                <a:lnTo>
                  <a:pt x="12" y="513"/>
                </a:lnTo>
                <a:lnTo>
                  <a:pt x="12" y="511"/>
                </a:lnTo>
                <a:lnTo>
                  <a:pt x="12" y="510"/>
                </a:lnTo>
                <a:lnTo>
                  <a:pt x="12" y="509"/>
                </a:lnTo>
                <a:lnTo>
                  <a:pt x="11" y="508"/>
                </a:lnTo>
                <a:lnTo>
                  <a:pt x="11" y="507"/>
                </a:lnTo>
                <a:lnTo>
                  <a:pt x="12" y="508"/>
                </a:lnTo>
                <a:lnTo>
                  <a:pt x="12" y="507"/>
                </a:lnTo>
                <a:lnTo>
                  <a:pt x="12" y="506"/>
                </a:lnTo>
                <a:lnTo>
                  <a:pt x="12" y="505"/>
                </a:lnTo>
                <a:lnTo>
                  <a:pt x="12" y="503"/>
                </a:lnTo>
                <a:lnTo>
                  <a:pt x="12" y="502"/>
                </a:lnTo>
                <a:lnTo>
                  <a:pt x="12" y="501"/>
                </a:lnTo>
                <a:lnTo>
                  <a:pt x="11" y="501"/>
                </a:lnTo>
                <a:lnTo>
                  <a:pt x="11" y="500"/>
                </a:lnTo>
                <a:lnTo>
                  <a:pt x="10" y="499"/>
                </a:lnTo>
                <a:lnTo>
                  <a:pt x="11" y="499"/>
                </a:lnTo>
                <a:lnTo>
                  <a:pt x="11" y="498"/>
                </a:lnTo>
                <a:lnTo>
                  <a:pt x="12" y="498"/>
                </a:lnTo>
                <a:lnTo>
                  <a:pt x="12" y="499"/>
                </a:lnTo>
                <a:lnTo>
                  <a:pt x="13" y="500"/>
                </a:lnTo>
                <a:lnTo>
                  <a:pt x="14" y="500"/>
                </a:lnTo>
                <a:lnTo>
                  <a:pt x="14" y="501"/>
                </a:lnTo>
                <a:lnTo>
                  <a:pt x="14" y="500"/>
                </a:lnTo>
                <a:lnTo>
                  <a:pt x="14" y="499"/>
                </a:lnTo>
                <a:lnTo>
                  <a:pt x="15" y="499"/>
                </a:lnTo>
                <a:lnTo>
                  <a:pt x="16" y="499"/>
                </a:lnTo>
                <a:lnTo>
                  <a:pt x="17" y="499"/>
                </a:lnTo>
                <a:lnTo>
                  <a:pt x="18" y="499"/>
                </a:lnTo>
                <a:lnTo>
                  <a:pt x="19" y="499"/>
                </a:lnTo>
                <a:lnTo>
                  <a:pt x="21" y="498"/>
                </a:lnTo>
                <a:lnTo>
                  <a:pt x="22" y="498"/>
                </a:lnTo>
                <a:lnTo>
                  <a:pt x="25" y="498"/>
                </a:lnTo>
                <a:lnTo>
                  <a:pt x="26" y="498"/>
                </a:lnTo>
                <a:lnTo>
                  <a:pt x="27" y="498"/>
                </a:lnTo>
                <a:lnTo>
                  <a:pt x="27" y="497"/>
                </a:lnTo>
                <a:lnTo>
                  <a:pt x="26" y="497"/>
                </a:lnTo>
                <a:lnTo>
                  <a:pt x="26" y="496"/>
                </a:lnTo>
                <a:lnTo>
                  <a:pt x="25" y="496"/>
                </a:lnTo>
                <a:lnTo>
                  <a:pt x="25" y="495"/>
                </a:lnTo>
                <a:lnTo>
                  <a:pt x="25" y="494"/>
                </a:lnTo>
                <a:lnTo>
                  <a:pt x="26" y="494"/>
                </a:lnTo>
                <a:lnTo>
                  <a:pt x="26" y="492"/>
                </a:lnTo>
                <a:lnTo>
                  <a:pt x="26" y="491"/>
                </a:lnTo>
                <a:lnTo>
                  <a:pt x="27" y="491"/>
                </a:lnTo>
                <a:lnTo>
                  <a:pt x="28" y="491"/>
                </a:lnTo>
                <a:lnTo>
                  <a:pt x="28" y="490"/>
                </a:lnTo>
                <a:lnTo>
                  <a:pt x="29" y="489"/>
                </a:lnTo>
                <a:lnTo>
                  <a:pt x="28" y="489"/>
                </a:lnTo>
                <a:lnTo>
                  <a:pt x="27" y="489"/>
                </a:lnTo>
                <a:lnTo>
                  <a:pt x="27" y="488"/>
                </a:lnTo>
                <a:lnTo>
                  <a:pt x="27" y="487"/>
                </a:lnTo>
                <a:lnTo>
                  <a:pt x="27" y="488"/>
                </a:lnTo>
                <a:lnTo>
                  <a:pt x="26" y="488"/>
                </a:lnTo>
                <a:lnTo>
                  <a:pt x="26" y="487"/>
                </a:lnTo>
                <a:lnTo>
                  <a:pt x="27" y="487"/>
                </a:lnTo>
                <a:lnTo>
                  <a:pt x="26" y="487"/>
                </a:lnTo>
                <a:lnTo>
                  <a:pt x="26" y="486"/>
                </a:lnTo>
                <a:lnTo>
                  <a:pt x="26" y="485"/>
                </a:lnTo>
                <a:lnTo>
                  <a:pt x="27" y="485"/>
                </a:lnTo>
                <a:lnTo>
                  <a:pt x="27" y="484"/>
                </a:lnTo>
                <a:lnTo>
                  <a:pt x="26" y="485"/>
                </a:lnTo>
                <a:lnTo>
                  <a:pt x="25" y="486"/>
                </a:lnTo>
                <a:lnTo>
                  <a:pt x="23" y="486"/>
                </a:lnTo>
                <a:lnTo>
                  <a:pt x="22" y="486"/>
                </a:lnTo>
                <a:lnTo>
                  <a:pt x="22" y="487"/>
                </a:lnTo>
                <a:lnTo>
                  <a:pt x="21" y="487"/>
                </a:lnTo>
                <a:lnTo>
                  <a:pt x="20" y="487"/>
                </a:lnTo>
                <a:lnTo>
                  <a:pt x="18" y="487"/>
                </a:lnTo>
                <a:lnTo>
                  <a:pt x="17" y="486"/>
                </a:lnTo>
                <a:lnTo>
                  <a:pt x="16" y="486"/>
                </a:lnTo>
                <a:lnTo>
                  <a:pt x="15" y="485"/>
                </a:lnTo>
                <a:lnTo>
                  <a:pt x="14" y="485"/>
                </a:lnTo>
                <a:lnTo>
                  <a:pt x="14" y="484"/>
                </a:lnTo>
                <a:lnTo>
                  <a:pt x="14" y="482"/>
                </a:lnTo>
                <a:lnTo>
                  <a:pt x="14" y="481"/>
                </a:lnTo>
                <a:lnTo>
                  <a:pt x="14" y="480"/>
                </a:lnTo>
                <a:lnTo>
                  <a:pt x="13" y="479"/>
                </a:lnTo>
                <a:lnTo>
                  <a:pt x="14" y="479"/>
                </a:lnTo>
                <a:lnTo>
                  <a:pt x="14" y="478"/>
                </a:lnTo>
                <a:lnTo>
                  <a:pt x="14" y="477"/>
                </a:lnTo>
                <a:lnTo>
                  <a:pt x="13" y="477"/>
                </a:lnTo>
                <a:lnTo>
                  <a:pt x="12" y="477"/>
                </a:lnTo>
                <a:lnTo>
                  <a:pt x="12" y="476"/>
                </a:lnTo>
                <a:lnTo>
                  <a:pt x="11" y="475"/>
                </a:lnTo>
                <a:lnTo>
                  <a:pt x="11" y="474"/>
                </a:lnTo>
                <a:lnTo>
                  <a:pt x="11" y="473"/>
                </a:lnTo>
                <a:lnTo>
                  <a:pt x="11" y="472"/>
                </a:lnTo>
                <a:lnTo>
                  <a:pt x="11" y="473"/>
                </a:lnTo>
                <a:lnTo>
                  <a:pt x="12" y="473"/>
                </a:lnTo>
                <a:lnTo>
                  <a:pt x="12" y="472"/>
                </a:lnTo>
                <a:lnTo>
                  <a:pt x="11" y="472"/>
                </a:lnTo>
                <a:lnTo>
                  <a:pt x="10" y="472"/>
                </a:lnTo>
                <a:lnTo>
                  <a:pt x="9" y="472"/>
                </a:lnTo>
                <a:lnTo>
                  <a:pt x="10" y="472"/>
                </a:lnTo>
                <a:lnTo>
                  <a:pt x="9" y="472"/>
                </a:lnTo>
                <a:lnTo>
                  <a:pt x="9" y="471"/>
                </a:lnTo>
                <a:lnTo>
                  <a:pt x="9" y="469"/>
                </a:lnTo>
                <a:lnTo>
                  <a:pt x="8" y="469"/>
                </a:lnTo>
                <a:lnTo>
                  <a:pt x="8" y="468"/>
                </a:lnTo>
                <a:lnTo>
                  <a:pt x="8" y="467"/>
                </a:lnTo>
                <a:lnTo>
                  <a:pt x="8" y="466"/>
                </a:lnTo>
                <a:lnTo>
                  <a:pt x="9" y="466"/>
                </a:lnTo>
                <a:lnTo>
                  <a:pt x="9" y="465"/>
                </a:lnTo>
                <a:lnTo>
                  <a:pt x="9" y="464"/>
                </a:lnTo>
                <a:lnTo>
                  <a:pt x="10" y="464"/>
                </a:lnTo>
                <a:lnTo>
                  <a:pt x="10" y="463"/>
                </a:lnTo>
                <a:lnTo>
                  <a:pt x="11" y="462"/>
                </a:lnTo>
                <a:lnTo>
                  <a:pt x="11" y="461"/>
                </a:lnTo>
                <a:lnTo>
                  <a:pt x="11" y="460"/>
                </a:lnTo>
                <a:lnTo>
                  <a:pt x="12" y="460"/>
                </a:lnTo>
                <a:lnTo>
                  <a:pt x="12" y="461"/>
                </a:lnTo>
                <a:lnTo>
                  <a:pt x="12" y="462"/>
                </a:lnTo>
                <a:lnTo>
                  <a:pt x="13" y="463"/>
                </a:lnTo>
                <a:lnTo>
                  <a:pt x="13" y="464"/>
                </a:lnTo>
                <a:lnTo>
                  <a:pt x="14" y="465"/>
                </a:lnTo>
                <a:lnTo>
                  <a:pt x="15" y="465"/>
                </a:lnTo>
                <a:lnTo>
                  <a:pt x="15" y="464"/>
                </a:lnTo>
                <a:lnTo>
                  <a:pt x="15" y="463"/>
                </a:lnTo>
                <a:lnTo>
                  <a:pt x="16" y="463"/>
                </a:lnTo>
                <a:lnTo>
                  <a:pt x="16" y="464"/>
                </a:lnTo>
                <a:lnTo>
                  <a:pt x="18" y="464"/>
                </a:lnTo>
                <a:lnTo>
                  <a:pt x="19" y="464"/>
                </a:lnTo>
                <a:lnTo>
                  <a:pt x="19" y="463"/>
                </a:lnTo>
                <a:lnTo>
                  <a:pt x="20" y="463"/>
                </a:lnTo>
                <a:lnTo>
                  <a:pt x="22" y="463"/>
                </a:lnTo>
                <a:lnTo>
                  <a:pt x="22" y="462"/>
                </a:lnTo>
                <a:lnTo>
                  <a:pt x="23" y="463"/>
                </a:lnTo>
                <a:lnTo>
                  <a:pt x="25" y="463"/>
                </a:lnTo>
                <a:lnTo>
                  <a:pt x="25" y="462"/>
                </a:lnTo>
                <a:lnTo>
                  <a:pt x="26" y="461"/>
                </a:lnTo>
                <a:lnTo>
                  <a:pt x="26" y="460"/>
                </a:lnTo>
                <a:lnTo>
                  <a:pt x="26" y="459"/>
                </a:lnTo>
                <a:lnTo>
                  <a:pt x="26" y="458"/>
                </a:lnTo>
                <a:lnTo>
                  <a:pt x="25" y="459"/>
                </a:lnTo>
                <a:lnTo>
                  <a:pt x="25" y="458"/>
                </a:lnTo>
                <a:lnTo>
                  <a:pt x="25" y="457"/>
                </a:lnTo>
                <a:lnTo>
                  <a:pt x="26" y="456"/>
                </a:lnTo>
                <a:lnTo>
                  <a:pt x="27" y="456"/>
                </a:lnTo>
                <a:lnTo>
                  <a:pt x="27" y="454"/>
                </a:lnTo>
                <a:lnTo>
                  <a:pt x="27" y="453"/>
                </a:lnTo>
                <a:lnTo>
                  <a:pt x="28" y="453"/>
                </a:lnTo>
                <a:lnTo>
                  <a:pt x="29" y="453"/>
                </a:lnTo>
                <a:lnTo>
                  <a:pt x="29" y="452"/>
                </a:lnTo>
                <a:lnTo>
                  <a:pt x="28" y="452"/>
                </a:lnTo>
                <a:lnTo>
                  <a:pt x="28" y="451"/>
                </a:lnTo>
                <a:lnTo>
                  <a:pt x="28" y="450"/>
                </a:lnTo>
                <a:lnTo>
                  <a:pt x="29" y="450"/>
                </a:lnTo>
                <a:lnTo>
                  <a:pt x="29" y="448"/>
                </a:lnTo>
                <a:lnTo>
                  <a:pt x="29" y="446"/>
                </a:lnTo>
                <a:lnTo>
                  <a:pt x="29" y="443"/>
                </a:lnTo>
                <a:lnTo>
                  <a:pt x="29" y="442"/>
                </a:lnTo>
                <a:lnTo>
                  <a:pt x="30" y="442"/>
                </a:lnTo>
                <a:lnTo>
                  <a:pt x="30" y="440"/>
                </a:lnTo>
                <a:lnTo>
                  <a:pt x="30" y="439"/>
                </a:lnTo>
                <a:lnTo>
                  <a:pt x="29" y="439"/>
                </a:lnTo>
                <a:lnTo>
                  <a:pt x="30" y="439"/>
                </a:lnTo>
                <a:lnTo>
                  <a:pt x="30" y="438"/>
                </a:lnTo>
                <a:lnTo>
                  <a:pt x="31" y="438"/>
                </a:lnTo>
                <a:lnTo>
                  <a:pt x="32" y="437"/>
                </a:lnTo>
                <a:lnTo>
                  <a:pt x="33" y="437"/>
                </a:lnTo>
                <a:lnTo>
                  <a:pt x="34" y="436"/>
                </a:lnTo>
                <a:lnTo>
                  <a:pt x="34" y="435"/>
                </a:lnTo>
                <a:lnTo>
                  <a:pt x="35" y="435"/>
                </a:lnTo>
                <a:lnTo>
                  <a:pt x="36" y="435"/>
                </a:lnTo>
                <a:lnTo>
                  <a:pt x="36" y="436"/>
                </a:lnTo>
                <a:lnTo>
                  <a:pt x="37" y="436"/>
                </a:lnTo>
                <a:lnTo>
                  <a:pt x="39" y="436"/>
                </a:lnTo>
                <a:lnTo>
                  <a:pt x="40" y="437"/>
                </a:lnTo>
                <a:lnTo>
                  <a:pt x="40" y="438"/>
                </a:lnTo>
                <a:lnTo>
                  <a:pt x="41" y="438"/>
                </a:lnTo>
                <a:lnTo>
                  <a:pt x="43" y="437"/>
                </a:lnTo>
                <a:lnTo>
                  <a:pt x="44" y="437"/>
                </a:lnTo>
                <a:lnTo>
                  <a:pt x="44" y="436"/>
                </a:lnTo>
                <a:lnTo>
                  <a:pt x="45" y="435"/>
                </a:lnTo>
                <a:lnTo>
                  <a:pt x="45" y="434"/>
                </a:lnTo>
                <a:lnTo>
                  <a:pt x="46" y="434"/>
                </a:lnTo>
                <a:lnTo>
                  <a:pt x="46" y="435"/>
                </a:lnTo>
                <a:lnTo>
                  <a:pt x="46" y="436"/>
                </a:lnTo>
                <a:lnTo>
                  <a:pt x="47" y="436"/>
                </a:lnTo>
                <a:lnTo>
                  <a:pt x="46" y="436"/>
                </a:lnTo>
                <a:lnTo>
                  <a:pt x="46" y="435"/>
                </a:lnTo>
                <a:lnTo>
                  <a:pt x="48" y="433"/>
                </a:lnTo>
                <a:lnTo>
                  <a:pt x="49" y="433"/>
                </a:lnTo>
                <a:lnTo>
                  <a:pt x="50" y="434"/>
                </a:lnTo>
                <a:lnTo>
                  <a:pt x="50" y="435"/>
                </a:lnTo>
                <a:lnTo>
                  <a:pt x="50" y="434"/>
                </a:lnTo>
                <a:lnTo>
                  <a:pt x="51" y="433"/>
                </a:lnTo>
                <a:lnTo>
                  <a:pt x="52" y="433"/>
                </a:lnTo>
                <a:lnTo>
                  <a:pt x="53" y="433"/>
                </a:lnTo>
                <a:lnTo>
                  <a:pt x="54" y="433"/>
                </a:lnTo>
                <a:lnTo>
                  <a:pt x="55" y="433"/>
                </a:lnTo>
                <a:lnTo>
                  <a:pt x="56" y="433"/>
                </a:lnTo>
                <a:lnTo>
                  <a:pt x="57" y="433"/>
                </a:lnTo>
                <a:lnTo>
                  <a:pt x="58" y="434"/>
                </a:lnTo>
                <a:lnTo>
                  <a:pt x="57" y="434"/>
                </a:lnTo>
                <a:lnTo>
                  <a:pt x="58" y="434"/>
                </a:lnTo>
                <a:lnTo>
                  <a:pt x="58" y="435"/>
                </a:lnTo>
                <a:lnTo>
                  <a:pt x="59" y="435"/>
                </a:lnTo>
                <a:lnTo>
                  <a:pt x="60" y="435"/>
                </a:lnTo>
                <a:lnTo>
                  <a:pt x="62" y="435"/>
                </a:lnTo>
                <a:lnTo>
                  <a:pt x="63" y="435"/>
                </a:lnTo>
                <a:lnTo>
                  <a:pt x="63" y="434"/>
                </a:lnTo>
                <a:lnTo>
                  <a:pt x="64" y="433"/>
                </a:lnTo>
                <a:lnTo>
                  <a:pt x="64" y="434"/>
                </a:lnTo>
                <a:lnTo>
                  <a:pt x="65" y="434"/>
                </a:lnTo>
                <a:lnTo>
                  <a:pt x="65" y="433"/>
                </a:lnTo>
                <a:lnTo>
                  <a:pt x="66" y="431"/>
                </a:lnTo>
                <a:lnTo>
                  <a:pt x="67" y="431"/>
                </a:lnTo>
                <a:lnTo>
                  <a:pt x="67" y="432"/>
                </a:lnTo>
                <a:lnTo>
                  <a:pt x="68" y="432"/>
                </a:lnTo>
                <a:lnTo>
                  <a:pt x="69" y="433"/>
                </a:lnTo>
                <a:lnTo>
                  <a:pt x="69" y="434"/>
                </a:lnTo>
                <a:lnTo>
                  <a:pt x="70" y="434"/>
                </a:lnTo>
                <a:lnTo>
                  <a:pt x="71" y="434"/>
                </a:lnTo>
                <a:lnTo>
                  <a:pt x="72" y="434"/>
                </a:lnTo>
                <a:lnTo>
                  <a:pt x="73" y="434"/>
                </a:lnTo>
                <a:lnTo>
                  <a:pt x="75" y="434"/>
                </a:lnTo>
                <a:lnTo>
                  <a:pt x="76" y="434"/>
                </a:lnTo>
                <a:lnTo>
                  <a:pt x="76" y="433"/>
                </a:lnTo>
                <a:lnTo>
                  <a:pt x="77" y="433"/>
                </a:lnTo>
                <a:lnTo>
                  <a:pt x="76" y="433"/>
                </a:lnTo>
                <a:lnTo>
                  <a:pt x="76" y="432"/>
                </a:lnTo>
                <a:lnTo>
                  <a:pt x="77" y="432"/>
                </a:lnTo>
                <a:lnTo>
                  <a:pt x="77" y="431"/>
                </a:lnTo>
                <a:lnTo>
                  <a:pt x="76" y="431"/>
                </a:lnTo>
                <a:lnTo>
                  <a:pt x="76" y="430"/>
                </a:lnTo>
                <a:lnTo>
                  <a:pt x="76" y="429"/>
                </a:lnTo>
                <a:lnTo>
                  <a:pt x="75" y="429"/>
                </a:lnTo>
                <a:lnTo>
                  <a:pt x="74" y="429"/>
                </a:lnTo>
                <a:lnTo>
                  <a:pt x="75" y="428"/>
                </a:lnTo>
                <a:lnTo>
                  <a:pt x="76" y="427"/>
                </a:lnTo>
                <a:lnTo>
                  <a:pt x="76" y="426"/>
                </a:lnTo>
                <a:lnTo>
                  <a:pt x="75" y="425"/>
                </a:lnTo>
                <a:lnTo>
                  <a:pt x="74" y="424"/>
                </a:lnTo>
                <a:lnTo>
                  <a:pt x="72" y="424"/>
                </a:lnTo>
                <a:lnTo>
                  <a:pt x="72" y="423"/>
                </a:lnTo>
                <a:lnTo>
                  <a:pt x="73" y="423"/>
                </a:lnTo>
                <a:lnTo>
                  <a:pt x="73" y="422"/>
                </a:lnTo>
                <a:lnTo>
                  <a:pt x="73" y="420"/>
                </a:lnTo>
                <a:lnTo>
                  <a:pt x="73" y="419"/>
                </a:lnTo>
                <a:lnTo>
                  <a:pt x="72" y="418"/>
                </a:lnTo>
                <a:lnTo>
                  <a:pt x="72" y="417"/>
                </a:lnTo>
                <a:lnTo>
                  <a:pt x="72" y="416"/>
                </a:lnTo>
                <a:lnTo>
                  <a:pt x="72" y="413"/>
                </a:lnTo>
                <a:lnTo>
                  <a:pt x="72" y="412"/>
                </a:lnTo>
                <a:lnTo>
                  <a:pt x="73" y="412"/>
                </a:lnTo>
                <a:lnTo>
                  <a:pt x="73" y="411"/>
                </a:lnTo>
                <a:lnTo>
                  <a:pt x="72" y="410"/>
                </a:lnTo>
                <a:lnTo>
                  <a:pt x="72" y="409"/>
                </a:lnTo>
                <a:lnTo>
                  <a:pt x="73" y="409"/>
                </a:lnTo>
                <a:lnTo>
                  <a:pt x="74" y="409"/>
                </a:lnTo>
                <a:lnTo>
                  <a:pt x="74" y="408"/>
                </a:lnTo>
                <a:lnTo>
                  <a:pt x="74" y="406"/>
                </a:lnTo>
                <a:lnTo>
                  <a:pt x="73" y="405"/>
                </a:lnTo>
                <a:lnTo>
                  <a:pt x="72" y="405"/>
                </a:lnTo>
                <a:lnTo>
                  <a:pt x="70" y="404"/>
                </a:lnTo>
                <a:lnTo>
                  <a:pt x="70" y="403"/>
                </a:lnTo>
                <a:lnTo>
                  <a:pt x="69" y="403"/>
                </a:lnTo>
                <a:lnTo>
                  <a:pt x="69" y="402"/>
                </a:lnTo>
                <a:lnTo>
                  <a:pt x="70" y="401"/>
                </a:lnTo>
                <a:lnTo>
                  <a:pt x="71" y="399"/>
                </a:lnTo>
                <a:lnTo>
                  <a:pt x="72" y="398"/>
                </a:lnTo>
                <a:lnTo>
                  <a:pt x="73" y="399"/>
                </a:lnTo>
                <a:lnTo>
                  <a:pt x="75" y="401"/>
                </a:lnTo>
                <a:lnTo>
                  <a:pt x="76" y="401"/>
                </a:lnTo>
                <a:lnTo>
                  <a:pt x="77" y="400"/>
                </a:lnTo>
                <a:lnTo>
                  <a:pt x="76" y="400"/>
                </a:lnTo>
                <a:lnTo>
                  <a:pt x="76" y="399"/>
                </a:lnTo>
                <a:lnTo>
                  <a:pt x="77" y="398"/>
                </a:lnTo>
                <a:lnTo>
                  <a:pt x="77" y="399"/>
                </a:lnTo>
                <a:lnTo>
                  <a:pt x="78" y="399"/>
                </a:lnTo>
                <a:lnTo>
                  <a:pt x="78" y="398"/>
                </a:lnTo>
                <a:lnTo>
                  <a:pt x="78" y="397"/>
                </a:lnTo>
                <a:lnTo>
                  <a:pt x="79" y="396"/>
                </a:lnTo>
                <a:lnTo>
                  <a:pt x="80" y="396"/>
                </a:lnTo>
                <a:lnTo>
                  <a:pt x="81" y="396"/>
                </a:lnTo>
                <a:lnTo>
                  <a:pt x="83" y="398"/>
                </a:lnTo>
                <a:lnTo>
                  <a:pt x="83" y="399"/>
                </a:lnTo>
                <a:lnTo>
                  <a:pt x="84" y="400"/>
                </a:lnTo>
                <a:lnTo>
                  <a:pt x="85" y="400"/>
                </a:lnTo>
                <a:lnTo>
                  <a:pt x="85" y="401"/>
                </a:lnTo>
                <a:lnTo>
                  <a:pt x="86" y="402"/>
                </a:lnTo>
                <a:lnTo>
                  <a:pt x="86" y="403"/>
                </a:lnTo>
                <a:lnTo>
                  <a:pt x="87" y="404"/>
                </a:lnTo>
                <a:lnTo>
                  <a:pt x="88" y="404"/>
                </a:lnTo>
                <a:lnTo>
                  <a:pt x="89" y="403"/>
                </a:lnTo>
                <a:lnTo>
                  <a:pt x="90" y="403"/>
                </a:lnTo>
                <a:lnTo>
                  <a:pt x="91" y="402"/>
                </a:lnTo>
                <a:lnTo>
                  <a:pt x="91" y="401"/>
                </a:lnTo>
                <a:lnTo>
                  <a:pt x="92" y="400"/>
                </a:lnTo>
                <a:lnTo>
                  <a:pt x="92" y="399"/>
                </a:lnTo>
                <a:lnTo>
                  <a:pt x="93" y="398"/>
                </a:lnTo>
                <a:lnTo>
                  <a:pt x="94" y="397"/>
                </a:lnTo>
                <a:lnTo>
                  <a:pt x="94" y="398"/>
                </a:lnTo>
                <a:lnTo>
                  <a:pt x="95" y="398"/>
                </a:lnTo>
                <a:lnTo>
                  <a:pt x="97" y="399"/>
                </a:lnTo>
                <a:lnTo>
                  <a:pt x="98" y="399"/>
                </a:lnTo>
                <a:lnTo>
                  <a:pt x="98" y="398"/>
                </a:lnTo>
                <a:lnTo>
                  <a:pt x="98" y="399"/>
                </a:lnTo>
                <a:lnTo>
                  <a:pt x="99" y="399"/>
                </a:lnTo>
                <a:lnTo>
                  <a:pt x="99" y="401"/>
                </a:lnTo>
                <a:lnTo>
                  <a:pt x="98" y="401"/>
                </a:lnTo>
                <a:lnTo>
                  <a:pt x="98" y="402"/>
                </a:lnTo>
                <a:lnTo>
                  <a:pt x="99" y="402"/>
                </a:lnTo>
                <a:lnTo>
                  <a:pt x="100" y="402"/>
                </a:lnTo>
                <a:lnTo>
                  <a:pt x="101" y="402"/>
                </a:lnTo>
                <a:lnTo>
                  <a:pt x="101" y="403"/>
                </a:lnTo>
                <a:lnTo>
                  <a:pt x="102" y="403"/>
                </a:lnTo>
                <a:lnTo>
                  <a:pt x="103" y="403"/>
                </a:lnTo>
                <a:lnTo>
                  <a:pt x="103" y="402"/>
                </a:lnTo>
                <a:lnTo>
                  <a:pt x="104" y="401"/>
                </a:lnTo>
                <a:lnTo>
                  <a:pt x="107" y="400"/>
                </a:lnTo>
                <a:lnTo>
                  <a:pt x="106" y="398"/>
                </a:lnTo>
                <a:lnTo>
                  <a:pt x="105" y="397"/>
                </a:lnTo>
                <a:lnTo>
                  <a:pt x="104" y="397"/>
                </a:lnTo>
                <a:lnTo>
                  <a:pt x="104" y="396"/>
                </a:lnTo>
                <a:lnTo>
                  <a:pt x="104" y="395"/>
                </a:lnTo>
                <a:lnTo>
                  <a:pt x="103" y="394"/>
                </a:lnTo>
                <a:lnTo>
                  <a:pt x="104" y="393"/>
                </a:lnTo>
                <a:lnTo>
                  <a:pt x="104" y="392"/>
                </a:lnTo>
                <a:lnTo>
                  <a:pt x="105" y="392"/>
                </a:lnTo>
                <a:lnTo>
                  <a:pt x="106" y="392"/>
                </a:lnTo>
                <a:lnTo>
                  <a:pt x="107" y="391"/>
                </a:lnTo>
                <a:lnTo>
                  <a:pt x="108" y="391"/>
                </a:lnTo>
                <a:lnTo>
                  <a:pt x="108" y="390"/>
                </a:lnTo>
                <a:lnTo>
                  <a:pt x="108" y="389"/>
                </a:lnTo>
                <a:lnTo>
                  <a:pt x="108" y="388"/>
                </a:lnTo>
                <a:lnTo>
                  <a:pt x="109" y="388"/>
                </a:lnTo>
                <a:lnTo>
                  <a:pt x="110" y="388"/>
                </a:lnTo>
                <a:lnTo>
                  <a:pt x="112" y="386"/>
                </a:lnTo>
                <a:lnTo>
                  <a:pt x="113" y="385"/>
                </a:lnTo>
                <a:lnTo>
                  <a:pt x="113" y="386"/>
                </a:lnTo>
                <a:lnTo>
                  <a:pt x="113" y="387"/>
                </a:lnTo>
                <a:lnTo>
                  <a:pt x="114" y="387"/>
                </a:lnTo>
                <a:lnTo>
                  <a:pt x="116" y="388"/>
                </a:lnTo>
                <a:lnTo>
                  <a:pt x="118" y="388"/>
                </a:lnTo>
                <a:lnTo>
                  <a:pt x="119" y="387"/>
                </a:lnTo>
                <a:lnTo>
                  <a:pt x="119" y="386"/>
                </a:lnTo>
                <a:lnTo>
                  <a:pt x="118" y="385"/>
                </a:lnTo>
                <a:lnTo>
                  <a:pt x="117" y="383"/>
                </a:lnTo>
                <a:lnTo>
                  <a:pt x="116" y="382"/>
                </a:lnTo>
                <a:lnTo>
                  <a:pt x="115" y="382"/>
                </a:lnTo>
                <a:lnTo>
                  <a:pt x="115" y="381"/>
                </a:lnTo>
                <a:lnTo>
                  <a:pt x="115" y="380"/>
                </a:lnTo>
                <a:lnTo>
                  <a:pt x="115" y="379"/>
                </a:lnTo>
                <a:lnTo>
                  <a:pt x="114" y="378"/>
                </a:lnTo>
                <a:lnTo>
                  <a:pt x="113" y="377"/>
                </a:lnTo>
                <a:lnTo>
                  <a:pt x="112" y="378"/>
                </a:lnTo>
                <a:lnTo>
                  <a:pt x="110" y="377"/>
                </a:lnTo>
                <a:lnTo>
                  <a:pt x="110" y="376"/>
                </a:lnTo>
                <a:lnTo>
                  <a:pt x="110" y="375"/>
                </a:lnTo>
                <a:lnTo>
                  <a:pt x="110" y="374"/>
                </a:lnTo>
                <a:lnTo>
                  <a:pt x="110" y="373"/>
                </a:lnTo>
                <a:lnTo>
                  <a:pt x="110" y="372"/>
                </a:lnTo>
                <a:lnTo>
                  <a:pt x="110" y="371"/>
                </a:lnTo>
                <a:lnTo>
                  <a:pt x="110" y="369"/>
                </a:lnTo>
                <a:lnTo>
                  <a:pt x="110" y="368"/>
                </a:lnTo>
                <a:lnTo>
                  <a:pt x="110" y="367"/>
                </a:lnTo>
                <a:lnTo>
                  <a:pt x="109" y="367"/>
                </a:lnTo>
                <a:lnTo>
                  <a:pt x="108" y="367"/>
                </a:lnTo>
                <a:lnTo>
                  <a:pt x="108" y="366"/>
                </a:lnTo>
                <a:lnTo>
                  <a:pt x="107" y="365"/>
                </a:lnTo>
                <a:lnTo>
                  <a:pt x="107" y="364"/>
                </a:lnTo>
                <a:lnTo>
                  <a:pt x="108" y="364"/>
                </a:lnTo>
                <a:lnTo>
                  <a:pt x="108" y="363"/>
                </a:lnTo>
                <a:lnTo>
                  <a:pt x="108" y="364"/>
                </a:lnTo>
                <a:lnTo>
                  <a:pt x="109" y="364"/>
                </a:lnTo>
                <a:lnTo>
                  <a:pt x="109" y="365"/>
                </a:lnTo>
                <a:lnTo>
                  <a:pt x="110" y="365"/>
                </a:lnTo>
                <a:lnTo>
                  <a:pt x="112" y="366"/>
                </a:lnTo>
                <a:lnTo>
                  <a:pt x="113" y="366"/>
                </a:lnTo>
                <a:lnTo>
                  <a:pt x="114" y="365"/>
                </a:lnTo>
                <a:lnTo>
                  <a:pt x="115" y="364"/>
                </a:lnTo>
                <a:lnTo>
                  <a:pt x="114" y="363"/>
                </a:lnTo>
                <a:lnTo>
                  <a:pt x="114" y="361"/>
                </a:lnTo>
                <a:lnTo>
                  <a:pt x="115" y="360"/>
                </a:lnTo>
                <a:lnTo>
                  <a:pt x="115" y="359"/>
                </a:lnTo>
                <a:lnTo>
                  <a:pt x="116" y="359"/>
                </a:lnTo>
                <a:lnTo>
                  <a:pt x="116" y="357"/>
                </a:lnTo>
                <a:lnTo>
                  <a:pt x="116" y="356"/>
                </a:lnTo>
                <a:lnTo>
                  <a:pt x="116" y="355"/>
                </a:lnTo>
                <a:lnTo>
                  <a:pt x="115" y="355"/>
                </a:lnTo>
                <a:lnTo>
                  <a:pt x="115" y="354"/>
                </a:lnTo>
                <a:lnTo>
                  <a:pt x="116" y="354"/>
                </a:lnTo>
                <a:lnTo>
                  <a:pt x="116" y="353"/>
                </a:lnTo>
                <a:lnTo>
                  <a:pt x="117" y="353"/>
                </a:lnTo>
                <a:lnTo>
                  <a:pt x="116" y="353"/>
                </a:lnTo>
                <a:lnTo>
                  <a:pt x="116" y="352"/>
                </a:lnTo>
                <a:lnTo>
                  <a:pt x="116" y="351"/>
                </a:lnTo>
                <a:lnTo>
                  <a:pt x="117" y="351"/>
                </a:lnTo>
                <a:lnTo>
                  <a:pt x="118" y="351"/>
                </a:lnTo>
                <a:lnTo>
                  <a:pt x="119" y="352"/>
                </a:lnTo>
                <a:lnTo>
                  <a:pt x="120" y="353"/>
                </a:lnTo>
                <a:lnTo>
                  <a:pt x="120" y="354"/>
                </a:lnTo>
                <a:lnTo>
                  <a:pt x="121" y="354"/>
                </a:lnTo>
                <a:lnTo>
                  <a:pt x="121" y="353"/>
                </a:lnTo>
                <a:lnTo>
                  <a:pt x="121" y="352"/>
                </a:lnTo>
                <a:lnTo>
                  <a:pt x="122" y="352"/>
                </a:lnTo>
                <a:lnTo>
                  <a:pt x="123" y="351"/>
                </a:lnTo>
                <a:lnTo>
                  <a:pt x="124" y="351"/>
                </a:lnTo>
                <a:lnTo>
                  <a:pt x="124" y="350"/>
                </a:lnTo>
                <a:lnTo>
                  <a:pt x="125" y="351"/>
                </a:lnTo>
                <a:lnTo>
                  <a:pt x="126" y="351"/>
                </a:lnTo>
                <a:lnTo>
                  <a:pt x="127" y="351"/>
                </a:lnTo>
                <a:lnTo>
                  <a:pt x="128" y="351"/>
                </a:lnTo>
                <a:lnTo>
                  <a:pt x="129" y="351"/>
                </a:lnTo>
                <a:lnTo>
                  <a:pt x="130" y="351"/>
                </a:lnTo>
                <a:lnTo>
                  <a:pt x="130" y="350"/>
                </a:lnTo>
                <a:lnTo>
                  <a:pt x="131" y="350"/>
                </a:lnTo>
                <a:lnTo>
                  <a:pt x="131" y="349"/>
                </a:lnTo>
                <a:lnTo>
                  <a:pt x="131" y="348"/>
                </a:lnTo>
                <a:lnTo>
                  <a:pt x="130" y="348"/>
                </a:lnTo>
                <a:lnTo>
                  <a:pt x="131" y="347"/>
                </a:lnTo>
                <a:lnTo>
                  <a:pt x="131" y="348"/>
                </a:lnTo>
                <a:lnTo>
                  <a:pt x="132" y="348"/>
                </a:lnTo>
                <a:lnTo>
                  <a:pt x="133" y="348"/>
                </a:lnTo>
                <a:lnTo>
                  <a:pt x="134" y="348"/>
                </a:lnTo>
                <a:lnTo>
                  <a:pt x="135" y="348"/>
                </a:lnTo>
                <a:lnTo>
                  <a:pt x="136" y="348"/>
                </a:lnTo>
                <a:lnTo>
                  <a:pt x="137" y="348"/>
                </a:lnTo>
                <a:lnTo>
                  <a:pt x="137" y="347"/>
                </a:lnTo>
                <a:lnTo>
                  <a:pt x="137" y="346"/>
                </a:lnTo>
                <a:lnTo>
                  <a:pt x="137" y="345"/>
                </a:lnTo>
                <a:lnTo>
                  <a:pt x="138" y="345"/>
                </a:lnTo>
                <a:lnTo>
                  <a:pt x="139" y="344"/>
                </a:lnTo>
                <a:lnTo>
                  <a:pt x="140" y="344"/>
                </a:lnTo>
                <a:lnTo>
                  <a:pt x="140" y="345"/>
                </a:lnTo>
                <a:lnTo>
                  <a:pt x="141" y="345"/>
                </a:lnTo>
                <a:lnTo>
                  <a:pt x="142" y="345"/>
                </a:lnTo>
                <a:lnTo>
                  <a:pt x="142" y="344"/>
                </a:lnTo>
                <a:lnTo>
                  <a:pt x="143" y="344"/>
                </a:lnTo>
                <a:lnTo>
                  <a:pt x="144" y="343"/>
                </a:lnTo>
                <a:lnTo>
                  <a:pt x="145" y="344"/>
                </a:lnTo>
                <a:lnTo>
                  <a:pt x="145" y="343"/>
                </a:lnTo>
                <a:lnTo>
                  <a:pt x="146" y="343"/>
                </a:lnTo>
                <a:lnTo>
                  <a:pt x="147" y="343"/>
                </a:lnTo>
                <a:lnTo>
                  <a:pt x="148" y="343"/>
                </a:lnTo>
                <a:lnTo>
                  <a:pt x="148" y="342"/>
                </a:lnTo>
                <a:lnTo>
                  <a:pt x="148" y="341"/>
                </a:lnTo>
                <a:lnTo>
                  <a:pt x="149" y="341"/>
                </a:lnTo>
                <a:lnTo>
                  <a:pt x="149" y="340"/>
                </a:lnTo>
                <a:lnTo>
                  <a:pt x="150" y="340"/>
                </a:lnTo>
                <a:lnTo>
                  <a:pt x="150" y="339"/>
                </a:lnTo>
                <a:lnTo>
                  <a:pt x="151" y="339"/>
                </a:lnTo>
                <a:lnTo>
                  <a:pt x="151" y="338"/>
                </a:lnTo>
                <a:lnTo>
                  <a:pt x="150" y="337"/>
                </a:lnTo>
                <a:lnTo>
                  <a:pt x="150" y="336"/>
                </a:lnTo>
                <a:lnTo>
                  <a:pt x="149" y="335"/>
                </a:lnTo>
                <a:lnTo>
                  <a:pt x="148" y="335"/>
                </a:lnTo>
                <a:lnTo>
                  <a:pt x="147" y="334"/>
                </a:lnTo>
                <a:lnTo>
                  <a:pt x="148" y="334"/>
                </a:lnTo>
                <a:lnTo>
                  <a:pt x="148" y="333"/>
                </a:lnTo>
                <a:lnTo>
                  <a:pt x="150" y="334"/>
                </a:lnTo>
                <a:lnTo>
                  <a:pt x="151" y="334"/>
                </a:lnTo>
                <a:lnTo>
                  <a:pt x="151" y="333"/>
                </a:lnTo>
                <a:lnTo>
                  <a:pt x="151" y="332"/>
                </a:lnTo>
                <a:lnTo>
                  <a:pt x="152" y="332"/>
                </a:lnTo>
                <a:lnTo>
                  <a:pt x="153" y="332"/>
                </a:lnTo>
                <a:lnTo>
                  <a:pt x="154" y="332"/>
                </a:lnTo>
                <a:lnTo>
                  <a:pt x="153" y="332"/>
                </a:lnTo>
                <a:lnTo>
                  <a:pt x="154" y="332"/>
                </a:lnTo>
                <a:lnTo>
                  <a:pt x="155" y="333"/>
                </a:lnTo>
                <a:lnTo>
                  <a:pt x="156" y="333"/>
                </a:lnTo>
                <a:lnTo>
                  <a:pt x="157" y="333"/>
                </a:lnTo>
                <a:lnTo>
                  <a:pt x="157" y="332"/>
                </a:lnTo>
                <a:lnTo>
                  <a:pt x="158" y="332"/>
                </a:lnTo>
                <a:lnTo>
                  <a:pt x="158" y="333"/>
                </a:lnTo>
                <a:lnTo>
                  <a:pt x="159" y="332"/>
                </a:lnTo>
                <a:lnTo>
                  <a:pt x="160" y="332"/>
                </a:lnTo>
                <a:lnTo>
                  <a:pt x="160" y="333"/>
                </a:lnTo>
                <a:lnTo>
                  <a:pt x="161" y="333"/>
                </a:lnTo>
                <a:lnTo>
                  <a:pt x="162" y="333"/>
                </a:lnTo>
                <a:lnTo>
                  <a:pt x="163" y="332"/>
                </a:lnTo>
                <a:lnTo>
                  <a:pt x="163" y="331"/>
                </a:lnTo>
                <a:lnTo>
                  <a:pt x="164" y="332"/>
                </a:lnTo>
                <a:lnTo>
                  <a:pt x="165" y="331"/>
                </a:lnTo>
                <a:lnTo>
                  <a:pt x="166" y="330"/>
                </a:lnTo>
                <a:lnTo>
                  <a:pt x="167" y="329"/>
                </a:lnTo>
                <a:lnTo>
                  <a:pt x="166" y="329"/>
                </a:lnTo>
                <a:lnTo>
                  <a:pt x="166" y="328"/>
                </a:lnTo>
                <a:lnTo>
                  <a:pt x="167" y="328"/>
                </a:lnTo>
                <a:lnTo>
                  <a:pt x="167" y="327"/>
                </a:lnTo>
                <a:lnTo>
                  <a:pt x="168" y="327"/>
                </a:lnTo>
                <a:lnTo>
                  <a:pt x="168" y="326"/>
                </a:lnTo>
                <a:lnTo>
                  <a:pt x="169" y="326"/>
                </a:lnTo>
                <a:lnTo>
                  <a:pt x="170" y="327"/>
                </a:lnTo>
                <a:lnTo>
                  <a:pt x="170" y="326"/>
                </a:lnTo>
                <a:lnTo>
                  <a:pt x="170" y="325"/>
                </a:lnTo>
                <a:lnTo>
                  <a:pt x="171" y="325"/>
                </a:lnTo>
                <a:lnTo>
                  <a:pt x="172" y="325"/>
                </a:lnTo>
                <a:lnTo>
                  <a:pt x="172" y="323"/>
                </a:lnTo>
                <a:lnTo>
                  <a:pt x="172" y="322"/>
                </a:lnTo>
                <a:lnTo>
                  <a:pt x="173" y="322"/>
                </a:lnTo>
                <a:lnTo>
                  <a:pt x="173" y="321"/>
                </a:lnTo>
                <a:lnTo>
                  <a:pt x="174" y="321"/>
                </a:lnTo>
                <a:lnTo>
                  <a:pt x="173" y="320"/>
                </a:lnTo>
                <a:lnTo>
                  <a:pt x="174" y="319"/>
                </a:lnTo>
                <a:lnTo>
                  <a:pt x="175" y="319"/>
                </a:lnTo>
                <a:lnTo>
                  <a:pt x="176" y="318"/>
                </a:lnTo>
                <a:lnTo>
                  <a:pt x="175" y="318"/>
                </a:lnTo>
                <a:lnTo>
                  <a:pt x="175" y="317"/>
                </a:lnTo>
                <a:lnTo>
                  <a:pt x="177" y="317"/>
                </a:lnTo>
                <a:lnTo>
                  <a:pt x="178" y="316"/>
                </a:lnTo>
                <a:lnTo>
                  <a:pt x="178" y="315"/>
                </a:lnTo>
                <a:lnTo>
                  <a:pt x="179" y="315"/>
                </a:lnTo>
                <a:lnTo>
                  <a:pt x="179" y="313"/>
                </a:lnTo>
                <a:lnTo>
                  <a:pt x="180" y="311"/>
                </a:lnTo>
                <a:lnTo>
                  <a:pt x="181" y="310"/>
                </a:lnTo>
                <a:lnTo>
                  <a:pt x="181" y="309"/>
                </a:lnTo>
                <a:lnTo>
                  <a:pt x="181" y="308"/>
                </a:lnTo>
                <a:lnTo>
                  <a:pt x="180" y="308"/>
                </a:lnTo>
                <a:lnTo>
                  <a:pt x="180" y="307"/>
                </a:lnTo>
                <a:lnTo>
                  <a:pt x="180" y="305"/>
                </a:lnTo>
                <a:lnTo>
                  <a:pt x="181" y="305"/>
                </a:lnTo>
                <a:lnTo>
                  <a:pt x="182" y="304"/>
                </a:lnTo>
                <a:lnTo>
                  <a:pt x="183" y="304"/>
                </a:lnTo>
                <a:lnTo>
                  <a:pt x="184" y="303"/>
                </a:lnTo>
                <a:lnTo>
                  <a:pt x="183" y="302"/>
                </a:lnTo>
                <a:lnTo>
                  <a:pt x="182" y="301"/>
                </a:lnTo>
                <a:lnTo>
                  <a:pt x="183" y="300"/>
                </a:lnTo>
                <a:lnTo>
                  <a:pt x="184" y="300"/>
                </a:lnTo>
                <a:lnTo>
                  <a:pt x="185" y="299"/>
                </a:lnTo>
                <a:lnTo>
                  <a:pt x="185" y="298"/>
                </a:lnTo>
                <a:lnTo>
                  <a:pt x="186" y="297"/>
                </a:lnTo>
                <a:lnTo>
                  <a:pt x="186" y="298"/>
                </a:lnTo>
                <a:lnTo>
                  <a:pt x="187" y="298"/>
                </a:lnTo>
                <a:lnTo>
                  <a:pt x="187" y="297"/>
                </a:lnTo>
                <a:lnTo>
                  <a:pt x="187" y="296"/>
                </a:lnTo>
                <a:lnTo>
                  <a:pt x="186" y="295"/>
                </a:lnTo>
                <a:lnTo>
                  <a:pt x="186" y="294"/>
                </a:lnTo>
                <a:lnTo>
                  <a:pt x="187" y="293"/>
                </a:lnTo>
                <a:lnTo>
                  <a:pt x="186" y="293"/>
                </a:lnTo>
                <a:lnTo>
                  <a:pt x="186" y="294"/>
                </a:lnTo>
                <a:lnTo>
                  <a:pt x="185" y="293"/>
                </a:lnTo>
                <a:lnTo>
                  <a:pt x="184" y="293"/>
                </a:lnTo>
                <a:lnTo>
                  <a:pt x="184" y="294"/>
                </a:lnTo>
                <a:lnTo>
                  <a:pt x="183" y="293"/>
                </a:lnTo>
                <a:lnTo>
                  <a:pt x="182" y="293"/>
                </a:lnTo>
                <a:lnTo>
                  <a:pt x="181" y="292"/>
                </a:lnTo>
                <a:lnTo>
                  <a:pt x="181" y="291"/>
                </a:lnTo>
                <a:lnTo>
                  <a:pt x="181" y="290"/>
                </a:lnTo>
                <a:lnTo>
                  <a:pt x="181" y="288"/>
                </a:lnTo>
                <a:lnTo>
                  <a:pt x="181" y="287"/>
                </a:lnTo>
                <a:lnTo>
                  <a:pt x="181" y="286"/>
                </a:lnTo>
                <a:lnTo>
                  <a:pt x="181" y="285"/>
                </a:lnTo>
                <a:lnTo>
                  <a:pt x="180" y="284"/>
                </a:lnTo>
                <a:lnTo>
                  <a:pt x="181" y="283"/>
                </a:lnTo>
                <a:lnTo>
                  <a:pt x="182" y="283"/>
                </a:lnTo>
                <a:lnTo>
                  <a:pt x="183" y="283"/>
                </a:lnTo>
                <a:lnTo>
                  <a:pt x="183" y="282"/>
                </a:lnTo>
                <a:lnTo>
                  <a:pt x="183" y="281"/>
                </a:lnTo>
                <a:lnTo>
                  <a:pt x="182" y="281"/>
                </a:lnTo>
                <a:lnTo>
                  <a:pt x="182" y="282"/>
                </a:lnTo>
                <a:lnTo>
                  <a:pt x="182" y="281"/>
                </a:lnTo>
                <a:lnTo>
                  <a:pt x="182" y="280"/>
                </a:lnTo>
                <a:lnTo>
                  <a:pt x="182" y="277"/>
                </a:lnTo>
                <a:lnTo>
                  <a:pt x="182" y="276"/>
                </a:lnTo>
                <a:lnTo>
                  <a:pt x="181" y="276"/>
                </a:lnTo>
                <a:lnTo>
                  <a:pt x="181" y="275"/>
                </a:lnTo>
                <a:lnTo>
                  <a:pt x="181" y="274"/>
                </a:lnTo>
                <a:lnTo>
                  <a:pt x="180" y="274"/>
                </a:lnTo>
                <a:lnTo>
                  <a:pt x="180" y="273"/>
                </a:lnTo>
                <a:lnTo>
                  <a:pt x="180" y="272"/>
                </a:lnTo>
                <a:lnTo>
                  <a:pt x="180" y="271"/>
                </a:lnTo>
                <a:lnTo>
                  <a:pt x="180" y="270"/>
                </a:lnTo>
                <a:lnTo>
                  <a:pt x="180" y="269"/>
                </a:lnTo>
                <a:lnTo>
                  <a:pt x="179" y="269"/>
                </a:lnTo>
                <a:lnTo>
                  <a:pt x="179" y="270"/>
                </a:lnTo>
                <a:lnTo>
                  <a:pt x="178" y="270"/>
                </a:lnTo>
                <a:lnTo>
                  <a:pt x="178" y="269"/>
                </a:lnTo>
                <a:lnTo>
                  <a:pt x="178" y="268"/>
                </a:lnTo>
                <a:lnTo>
                  <a:pt x="178" y="267"/>
                </a:lnTo>
                <a:lnTo>
                  <a:pt x="179" y="267"/>
                </a:lnTo>
                <a:lnTo>
                  <a:pt x="179" y="266"/>
                </a:lnTo>
                <a:lnTo>
                  <a:pt x="180" y="266"/>
                </a:lnTo>
                <a:lnTo>
                  <a:pt x="180" y="265"/>
                </a:lnTo>
                <a:lnTo>
                  <a:pt x="181" y="265"/>
                </a:lnTo>
                <a:lnTo>
                  <a:pt x="181" y="264"/>
                </a:lnTo>
                <a:lnTo>
                  <a:pt x="180" y="263"/>
                </a:lnTo>
                <a:lnTo>
                  <a:pt x="179" y="263"/>
                </a:lnTo>
                <a:lnTo>
                  <a:pt x="179" y="262"/>
                </a:lnTo>
                <a:lnTo>
                  <a:pt x="180" y="261"/>
                </a:lnTo>
                <a:lnTo>
                  <a:pt x="180" y="260"/>
                </a:lnTo>
                <a:lnTo>
                  <a:pt x="180" y="259"/>
                </a:lnTo>
                <a:lnTo>
                  <a:pt x="181" y="259"/>
                </a:lnTo>
                <a:lnTo>
                  <a:pt x="181" y="258"/>
                </a:lnTo>
                <a:lnTo>
                  <a:pt x="181" y="257"/>
                </a:lnTo>
                <a:lnTo>
                  <a:pt x="182" y="257"/>
                </a:lnTo>
                <a:lnTo>
                  <a:pt x="182" y="256"/>
                </a:lnTo>
                <a:lnTo>
                  <a:pt x="183" y="256"/>
                </a:lnTo>
                <a:lnTo>
                  <a:pt x="183" y="255"/>
                </a:lnTo>
                <a:lnTo>
                  <a:pt x="182" y="254"/>
                </a:lnTo>
                <a:lnTo>
                  <a:pt x="182" y="253"/>
                </a:lnTo>
                <a:lnTo>
                  <a:pt x="182" y="252"/>
                </a:lnTo>
                <a:lnTo>
                  <a:pt x="182" y="250"/>
                </a:lnTo>
                <a:lnTo>
                  <a:pt x="183" y="250"/>
                </a:lnTo>
                <a:lnTo>
                  <a:pt x="183" y="249"/>
                </a:lnTo>
                <a:lnTo>
                  <a:pt x="183" y="248"/>
                </a:lnTo>
                <a:lnTo>
                  <a:pt x="183" y="247"/>
                </a:lnTo>
                <a:lnTo>
                  <a:pt x="183" y="246"/>
                </a:lnTo>
                <a:lnTo>
                  <a:pt x="183" y="245"/>
                </a:lnTo>
                <a:lnTo>
                  <a:pt x="184" y="245"/>
                </a:lnTo>
                <a:lnTo>
                  <a:pt x="185" y="245"/>
                </a:lnTo>
                <a:lnTo>
                  <a:pt x="185" y="246"/>
                </a:lnTo>
                <a:lnTo>
                  <a:pt x="186" y="246"/>
                </a:lnTo>
                <a:lnTo>
                  <a:pt x="187" y="245"/>
                </a:lnTo>
                <a:lnTo>
                  <a:pt x="187" y="244"/>
                </a:lnTo>
                <a:lnTo>
                  <a:pt x="188" y="243"/>
                </a:lnTo>
                <a:lnTo>
                  <a:pt x="189" y="242"/>
                </a:lnTo>
                <a:lnTo>
                  <a:pt x="190" y="242"/>
                </a:lnTo>
                <a:lnTo>
                  <a:pt x="190" y="241"/>
                </a:lnTo>
                <a:lnTo>
                  <a:pt x="190" y="240"/>
                </a:lnTo>
                <a:lnTo>
                  <a:pt x="191" y="240"/>
                </a:lnTo>
                <a:lnTo>
                  <a:pt x="191" y="239"/>
                </a:lnTo>
                <a:lnTo>
                  <a:pt x="191" y="238"/>
                </a:lnTo>
                <a:lnTo>
                  <a:pt x="192" y="237"/>
                </a:lnTo>
                <a:lnTo>
                  <a:pt x="192" y="235"/>
                </a:lnTo>
                <a:lnTo>
                  <a:pt x="193" y="234"/>
                </a:lnTo>
                <a:lnTo>
                  <a:pt x="193" y="231"/>
                </a:lnTo>
                <a:lnTo>
                  <a:pt x="192" y="230"/>
                </a:lnTo>
                <a:lnTo>
                  <a:pt x="192" y="229"/>
                </a:lnTo>
                <a:lnTo>
                  <a:pt x="193" y="227"/>
                </a:lnTo>
                <a:lnTo>
                  <a:pt x="193" y="226"/>
                </a:lnTo>
                <a:lnTo>
                  <a:pt x="194" y="226"/>
                </a:lnTo>
                <a:lnTo>
                  <a:pt x="195" y="226"/>
                </a:lnTo>
                <a:lnTo>
                  <a:pt x="196" y="227"/>
                </a:lnTo>
                <a:lnTo>
                  <a:pt x="197" y="226"/>
                </a:lnTo>
                <a:lnTo>
                  <a:pt x="198" y="226"/>
                </a:lnTo>
                <a:lnTo>
                  <a:pt x="199" y="225"/>
                </a:lnTo>
                <a:lnTo>
                  <a:pt x="200" y="225"/>
                </a:lnTo>
                <a:lnTo>
                  <a:pt x="200" y="226"/>
                </a:lnTo>
                <a:lnTo>
                  <a:pt x="201" y="226"/>
                </a:lnTo>
                <a:lnTo>
                  <a:pt x="202" y="225"/>
                </a:lnTo>
                <a:lnTo>
                  <a:pt x="203" y="225"/>
                </a:lnTo>
                <a:lnTo>
                  <a:pt x="204" y="225"/>
                </a:lnTo>
                <a:lnTo>
                  <a:pt x="205" y="225"/>
                </a:lnTo>
                <a:lnTo>
                  <a:pt x="206" y="225"/>
                </a:lnTo>
                <a:lnTo>
                  <a:pt x="206" y="224"/>
                </a:lnTo>
                <a:lnTo>
                  <a:pt x="206" y="223"/>
                </a:lnTo>
                <a:lnTo>
                  <a:pt x="206" y="222"/>
                </a:lnTo>
                <a:lnTo>
                  <a:pt x="207" y="221"/>
                </a:lnTo>
                <a:lnTo>
                  <a:pt x="208" y="221"/>
                </a:lnTo>
                <a:lnTo>
                  <a:pt x="208" y="220"/>
                </a:lnTo>
                <a:lnTo>
                  <a:pt x="209" y="219"/>
                </a:lnTo>
                <a:lnTo>
                  <a:pt x="209" y="218"/>
                </a:lnTo>
                <a:lnTo>
                  <a:pt x="210" y="218"/>
                </a:lnTo>
                <a:lnTo>
                  <a:pt x="211" y="218"/>
                </a:lnTo>
                <a:lnTo>
                  <a:pt x="211" y="216"/>
                </a:lnTo>
                <a:lnTo>
                  <a:pt x="211" y="215"/>
                </a:lnTo>
                <a:lnTo>
                  <a:pt x="210" y="215"/>
                </a:lnTo>
                <a:lnTo>
                  <a:pt x="209" y="215"/>
                </a:lnTo>
                <a:lnTo>
                  <a:pt x="209" y="216"/>
                </a:lnTo>
                <a:lnTo>
                  <a:pt x="208" y="215"/>
                </a:lnTo>
                <a:lnTo>
                  <a:pt x="207" y="215"/>
                </a:lnTo>
                <a:lnTo>
                  <a:pt x="206" y="214"/>
                </a:lnTo>
                <a:lnTo>
                  <a:pt x="207" y="213"/>
                </a:lnTo>
                <a:lnTo>
                  <a:pt x="208" y="213"/>
                </a:lnTo>
                <a:lnTo>
                  <a:pt x="207" y="212"/>
                </a:lnTo>
                <a:lnTo>
                  <a:pt x="207" y="207"/>
                </a:lnTo>
                <a:lnTo>
                  <a:pt x="208" y="207"/>
                </a:lnTo>
                <a:lnTo>
                  <a:pt x="209" y="207"/>
                </a:lnTo>
                <a:lnTo>
                  <a:pt x="210" y="205"/>
                </a:lnTo>
                <a:lnTo>
                  <a:pt x="210" y="203"/>
                </a:lnTo>
                <a:lnTo>
                  <a:pt x="210" y="202"/>
                </a:lnTo>
                <a:lnTo>
                  <a:pt x="211" y="202"/>
                </a:lnTo>
                <a:lnTo>
                  <a:pt x="212" y="203"/>
                </a:lnTo>
                <a:lnTo>
                  <a:pt x="213" y="203"/>
                </a:lnTo>
                <a:lnTo>
                  <a:pt x="214" y="204"/>
                </a:lnTo>
                <a:lnTo>
                  <a:pt x="215" y="203"/>
                </a:lnTo>
                <a:lnTo>
                  <a:pt x="214" y="202"/>
                </a:lnTo>
                <a:lnTo>
                  <a:pt x="215" y="201"/>
                </a:lnTo>
                <a:lnTo>
                  <a:pt x="216" y="201"/>
                </a:lnTo>
                <a:lnTo>
                  <a:pt x="217" y="201"/>
                </a:lnTo>
                <a:lnTo>
                  <a:pt x="217" y="202"/>
                </a:lnTo>
                <a:lnTo>
                  <a:pt x="217" y="203"/>
                </a:lnTo>
                <a:lnTo>
                  <a:pt x="218" y="203"/>
                </a:lnTo>
                <a:lnTo>
                  <a:pt x="220" y="203"/>
                </a:lnTo>
                <a:lnTo>
                  <a:pt x="220" y="204"/>
                </a:lnTo>
                <a:lnTo>
                  <a:pt x="221" y="204"/>
                </a:lnTo>
                <a:lnTo>
                  <a:pt x="222" y="204"/>
                </a:lnTo>
                <a:lnTo>
                  <a:pt x="223" y="205"/>
                </a:lnTo>
                <a:lnTo>
                  <a:pt x="225" y="205"/>
                </a:lnTo>
                <a:lnTo>
                  <a:pt x="225" y="204"/>
                </a:lnTo>
                <a:lnTo>
                  <a:pt x="226" y="204"/>
                </a:lnTo>
                <a:lnTo>
                  <a:pt x="226" y="205"/>
                </a:lnTo>
                <a:lnTo>
                  <a:pt x="227" y="205"/>
                </a:lnTo>
                <a:lnTo>
                  <a:pt x="227" y="204"/>
                </a:lnTo>
                <a:lnTo>
                  <a:pt x="227" y="202"/>
                </a:lnTo>
                <a:lnTo>
                  <a:pt x="228" y="202"/>
                </a:lnTo>
                <a:lnTo>
                  <a:pt x="228" y="200"/>
                </a:lnTo>
                <a:lnTo>
                  <a:pt x="228" y="199"/>
                </a:lnTo>
                <a:lnTo>
                  <a:pt x="228" y="198"/>
                </a:lnTo>
                <a:lnTo>
                  <a:pt x="228" y="197"/>
                </a:lnTo>
                <a:lnTo>
                  <a:pt x="227" y="197"/>
                </a:lnTo>
                <a:lnTo>
                  <a:pt x="227" y="196"/>
                </a:lnTo>
                <a:lnTo>
                  <a:pt x="227" y="195"/>
                </a:lnTo>
                <a:lnTo>
                  <a:pt x="228" y="193"/>
                </a:lnTo>
                <a:lnTo>
                  <a:pt x="228" y="192"/>
                </a:lnTo>
                <a:lnTo>
                  <a:pt x="229" y="193"/>
                </a:lnTo>
                <a:lnTo>
                  <a:pt x="230" y="193"/>
                </a:lnTo>
                <a:lnTo>
                  <a:pt x="231" y="193"/>
                </a:lnTo>
                <a:lnTo>
                  <a:pt x="231" y="192"/>
                </a:lnTo>
                <a:lnTo>
                  <a:pt x="232" y="192"/>
                </a:lnTo>
                <a:lnTo>
                  <a:pt x="232" y="191"/>
                </a:lnTo>
                <a:lnTo>
                  <a:pt x="231" y="191"/>
                </a:lnTo>
                <a:lnTo>
                  <a:pt x="231" y="190"/>
                </a:lnTo>
                <a:lnTo>
                  <a:pt x="231" y="188"/>
                </a:lnTo>
                <a:lnTo>
                  <a:pt x="232" y="188"/>
                </a:lnTo>
                <a:lnTo>
                  <a:pt x="233" y="188"/>
                </a:lnTo>
                <a:lnTo>
                  <a:pt x="233" y="189"/>
                </a:lnTo>
                <a:lnTo>
                  <a:pt x="234" y="189"/>
                </a:lnTo>
                <a:lnTo>
                  <a:pt x="236" y="188"/>
                </a:lnTo>
                <a:lnTo>
                  <a:pt x="237" y="188"/>
                </a:lnTo>
                <a:lnTo>
                  <a:pt x="237" y="189"/>
                </a:lnTo>
                <a:lnTo>
                  <a:pt x="238" y="187"/>
                </a:lnTo>
                <a:lnTo>
                  <a:pt x="238" y="186"/>
                </a:lnTo>
                <a:lnTo>
                  <a:pt x="239" y="186"/>
                </a:lnTo>
                <a:lnTo>
                  <a:pt x="239" y="185"/>
                </a:lnTo>
                <a:lnTo>
                  <a:pt x="240" y="184"/>
                </a:lnTo>
                <a:lnTo>
                  <a:pt x="240" y="183"/>
                </a:lnTo>
                <a:lnTo>
                  <a:pt x="239" y="183"/>
                </a:lnTo>
                <a:lnTo>
                  <a:pt x="240" y="182"/>
                </a:lnTo>
                <a:lnTo>
                  <a:pt x="239" y="182"/>
                </a:lnTo>
                <a:lnTo>
                  <a:pt x="238" y="182"/>
                </a:lnTo>
                <a:lnTo>
                  <a:pt x="238" y="181"/>
                </a:lnTo>
                <a:lnTo>
                  <a:pt x="238" y="180"/>
                </a:lnTo>
                <a:lnTo>
                  <a:pt x="238" y="178"/>
                </a:lnTo>
                <a:lnTo>
                  <a:pt x="238" y="177"/>
                </a:lnTo>
                <a:lnTo>
                  <a:pt x="237" y="177"/>
                </a:lnTo>
                <a:lnTo>
                  <a:pt x="237" y="176"/>
                </a:lnTo>
                <a:lnTo>
                  <a:pt x="236" y="174"/>
                </a:lnTo>
                <a:lnTo>
                  <a:pt x="235" y="173"/>
                </a:lnTo>
                <a:lnTo>
                  <a:pt x="234" y="171"/>
                </a:lnTo>
                <a:lnTo>
                  <a:pt x="234" y="170"/>
                </a:lnTo>
                <a:lnTo>
                  <a:pt x="234" y="169"/>
                </a:lnTo>
                <a:lnTo>
                  <a:pt x="234" y="166"/>
                </a:lnTo>
                <a:lnTo>
                  <a:pt x="234" y="165"/>
                </a:lnTo>
                <a:lnTo>
                  <a:pt x="235" y="162"/>
                </a:lnTo>
                <a:lnTo>
                  <a:pt x="235" y="161"/>
                </a:lnTo>
                <a:lnTo>
                  <a:pt x="234" y="161"/>
                </a:lnTo>
                <a:lnTo>
                  <a:pt x="233" y="160"/>
                </a:lnTo>
                <a:lnTo>
                  <a:pt x="233" y="159"/>
                </a:lnTo>
                <a:lnTo>
                  <a:pt x="233" y="157"/>
                </a:lnTo>
                <a:lnTo>
                  <a:pt x="234" y="155"/>
                </a:lnTo>
                <a:lnTo>
                  <a:pt x="234" y="154"/>
                </a:lnTo>
                <a:lnTo>
                  <a:pt x="235" y="154"/>
                </a:lnTo>
                <a:lnTo>
                  <a:pt x="236" y="155"/>
                </a:lnTo>
                <a:lnTo>
                  <a:pt x="237" y="154"/>
                </a:lnTo>
                <a:lnTo>
                  <a:pt x="238" y="153"/>
                </a:lnTo>
                <a:lnTo>
                  <a:pt x="240" y="153"/>
                </a:lnTo>
                <a:lnTo>
                  <a:pt x="240" y="154"/>
                </a:lnTo>
                <a:lnTo>
                  <a:pt x="240" y="153"/>
                </a:lnTo>
                <a:lnTo>
                  <a:pt x="241" y="153"/>
                </a:lnTo>
                <a:lnTo>
                  <a:pt x="240" y="153"/>
                </a:lnTo>
                <a:lnTo>
                  <a:pt x="240" y="152"/>
                </a:lnTo>
                <a:lnTo>
                  <a:pt x="241" y="152"/>
                </a:lnTo>
                <a:lnTo>
                  <a:pt x="241" y="151"/>
                </a:lnTo>
                <a:lnTo>
                  <a:pt x="242" y="151"/>
                </a:lnTo>
                <a:lnTo>
                  <a:pt x="242" y="150"/>
                </a:lnTo>
                <a:lnTo>
                  <a:pt x="242" y="149"/>
                </a:lnTo>
                <a:lnTo>
                  <a:pt x="243" y="149"/>
                </a:lnTo>
                <a:lnTo>
                  <a:pt x="244" y="150"/>
                </a:lnTo>
                <a:lnTo>
                  <a:pt x="244" y="151"/>
                </a:lnTo>
                <a:lnTo>
                  <a:pt x="245" y="151"/>
                </a:lnTo>
                <a:lnTo>
                  <a:pt x="245" y="150"/>
                </a:lnTo>
                <a:lnTo>
                  <a:pt x="245" y="149"/>
                </a:lnTo>
                <a:lnTo>
                  <a:pt x="246" y="148"/>
                </a:lnTo>
                <a:lnTo>
                  <a:pt x="246" y="147"/>
                </a:lnTo>
                <a:lnTo>
                  <a:pt x="246" y="148"/>
                </a:lnTo>
                <a:lnTo>
                  <a:pt x="247" y="148"/>
                </a:lnTo>
                <a:lnTo>
                  <a:pt x="247" y="147"/>
                </a:lnTo>
                <a:lnTo>
                  <a:pt x="248" y="146"/>
                </a:lnTo>
                <a:lnTo>
                  <a:pt x="249" y="146"/>
                </a:lnTo>
                <a:lnTo>
                  <a:pt x="250" y="146"/>
                </a:lnTo>
                <a:lnTo>
                  <a:pt x="250" y="145"/>
                </a:lnTo>
                <a:lnTo>
                  <a:pt x="250" y="144"/>
                </a:lnTo>
                <a:lnTo>
                  <a:pt x="250" y="143"/>
                </a:lnTo>
                <a:lnTo>
                  <a:pt x="251" y="143"/>
                </a:lnTo>
                <a:lnTo>
                  <a:pt x="251" y="142"/>
                </a:lnTo>
                <a:lnTo>
                  <a:pt x="252" y="141"/>
                </a:lnTo>
                <a:lnTo>
                  <a:pt x="253" y="141"/>
                </a:lnTo>
                <a:lnTo>
                  <a:pt x="253" y="140"/>
                </a:lnTo>
                <a:lnTo>
                  <a:pt x="253" y="137"/>
                </a:lnTo>
                <a:lnTo>
                  <a:pt x="253" y="135"/>
                </a:lnTo>
                <a:lnTo>
                  <a:pt x="252" y="134"/>
                </a:lnTo>
                <a:lnTo>
                  <a:pt x="252" y="135"/>
                </a:lnTo>
                <a:lnTo>
                  <a:pt x="251" y="134"/>
                </a:lnTo>
                <a:lnTo>
                  <a:pt x="251" y="133"/>
                </a:lnTo>
                <a:lnTo>
                  <a:pt x="251" y="132"/>
                </a:lnTo>
                <a:lnTo>
                  <a:pt x="249" y="128"/>
                </a:lnTo>
                <a:lnTo>
                  <a:pt x="248" y="128"/>
                </a:lnTo>
                <a:lnTo>
                  <a:pt x="247" y="128"/>
                </a:lnTo>
                <a:lnTo>
                  <a:pt x="246" y="127"/>
                </a:lnTo>
                <a:lnTo>
                  <a:pt x="246" y="126"/>
                </a:lnTo>
                <a:lnTo>
                  <a:pt x="245" y="126"/>
                </a:lnTo>
                <a:lnTo>
                  <a:pt x="245" y="125"/>
                </a:lnTo>
                <a:lnTo>
                  <a:pt x="245" y="124"/>
                </a:lnTo>
                <a:lnTo>
                  <a:pt x="245" y="123"/>
                </a:lnTo>
                <a:lnTo>
                  <a:pt x="246" y="122"/>
                </a:lnTo>
                <a:lnTo>
                  <a:pt x="247" y="121"/>
                </a:lnTo>
                <a:lnTo>
                  <a:pt x="247" y="120"/>
                </a:lnTo>
                <a:lnTo>
                  <a:pt x="247" y="119"/>
                </a:lnTo>
                <a:lnTo>
                  <a:pt x="247" y="118"/>
                </a:lnTo>
                <a:lnTo>
                  <a:pt x="247" y="117"/>
                </a:lnTo>
                <a:lnTo>
                  <a:pt x="246" y="115"/>
                </a:lnTo>
                <a:lnTo>
                  <a:pt x="245" y="115"/>
                </a:lnTo>
                <a:lnTo>
                  <a:pt x="244" y="114"/>
                </a:lnTo>
                <a:lnTo>
                  <a:pt x="244" y="113"/>
                </a:lnTo>
                <a:lnTo>
                  <a:pt x="244" y="112"/>
                </a:lnTo>
                <a:lnTo>
                  <a:pt x="243" y="112"/>
                </a:lnTo>
                <a:lnTo>
                  <a:pt x="242" y="112"/>
                </a:lnTo>
                <a:lnTo>
                  <a:pt x="242" y="111"/>
                </a:lnTo>
                <a:lnTo>
                  <a:pt x="241" y="110"/>
                </a:lnTo>
                <a:lnTo>
                  <a:pt x="240" y="110"/>
                </a:lnTo>
                <a:lnTo>
                  <a:pt x="240" y="109"/>
                </a:lnTo>
                <a:lnTo>
                  <a:pt x="240" y="108"/>
                </a:lnTo>
                <a:lnTo>
                  <a:pt x="240" y="107"/>
                </a:lnTo>
                <a:lnTo>
                  <a:pt x="239" y="106"/>
                </a:lnTo>
                <a:lnTo>
                  <a:pt x="240" y="105"/>
                </a:lnTo>
                <a:lnTo>
                  <a:pt x="240" y="104"/>
                </a:lnTo>
                <a:lnTo>
                  <a:pt x="241" y="104"/>
                </a:lnTo>
                <a:lnTo>
                  <a:pt x="242" y="104"/>
                </a:lnTo>
                <a:lnTo>
                  <a:pt x="241" y="103"/>
                </a:lnTo>
                <a:lnTo>
                  <a:pt x="241" y="102"/>
                </a:lnTo>
                <a:lnTo>
                  <a:pt x="241" y="100"/>
                </a:lnTo>
                <a:lnTo>
                  <a:pt x="240" y="100"/>
                </a:lnTo>
                <a:lnTo>
                  <a:pt x="240" y="99"/>
                </a:lnTo>
                <a:lnTo>
                  <a:pt x="241" y="99"/>
                </a:lnTo>
                <a:lnTo>
                  <a:pt x="241" y="98"/>
                </a:lnTo>
                <a:lnTo>
                  <a:pt x="242" y="98"/>
                </a:lnTo>
                <a:lnTo>
                  <a:pt x="242" y="97"/>
                </a:lnTo>
                <a:lnTo>
                  <a:pt x="242" y="95"/>
                </a:lnTo>
                <a:lnTo>
                  <a:pt x="243" y="94"/>
                </a:lnTo>
                <a:lnTo>
                  <a:pt x="244" y="94"/>
                </a:lnTo>
                <a:lnTo>
                  <a:pt x="245" y="94"/>
                </a:lnTo>
                <a:lnTo>
                  <a:pt x="246" y="94"/>
                </a:lnTo>
                <a:lnTo>
                  <a:pt x="246" y="93"/>
                </a:lnTo>
                <a:lnTo>
                  <a:pt x="247" y="94"/>
                </a:lnTo>
                <a:lnTo>
                  <a:pt x="248" y="94"/>
                </a:lnTo>
                <a:lnTo>
                  <a:pt x="248" y="93"/>
                </a:lnTo>
                <a:lnTo>
                  <a:pt x="249" y="93"/>
                </a:lnTo>
                <a:lnTo>
                  <a:pt x="250" y="92"/>
                </a:lnTo>
                <a:lnTo>
                  <a:pt x="250" y="91"/>
                </a:lnTo>
                <a:lnTo>
                  <a:pt x="250" y="89"/>
                </a:lnTo>
                <a:lnTo>
                  <a:pt x="250" y="88"/>
                </a:lnTo>
                <a:lnTo>
                  <a:pt x="251" y="88"/>
                </a:lnTo>
                <a:lnTo>
                  <a:pt x="252" y="88"/>
                </a:lnTo>
                <a:lnTo>
                  <a:pt x="253" y="86"/>
                </a:lnTo>
                <a:lnTo>
                  <a:pt x="254" y="85"/>
                </a:lnTo>
                <a:lnTo>
                  <a:pt x="255" y="85"/>
                </a:lnTo>
                <a:lnTo>
                  <a:pt x="257" y="83"/>
                </a:lnTo>
                <a:lnTo>
                  <a:pt x="258" y="82"/>
                </a:lnTo>
                <a:lnTo>
                  <a:pt x="259" y="82"/>
                </a:lnTo>
                <a:lnTo>
                  <a:pt x="260" y="80"/>
                </a:lnTo>
                <a:lnTo>
                  <a:pt x="261" y="80"/>
                </a:lnTo>
                <a:lnTo>
                  <a:pt x="262" y="81"/>
                </a:lnTo>
                <a:lnTo>
                  <a:pt x="263" y="81"/>
                </a:lnTo>
                <a:lnTo>
                  <a:pt x="264" y="80"/>
                </a:lnTo>
                <a:lnTo>
                  <a:pt x="263" y="80"/>
                </a:lnTo>
                <a:lnTo>
                  <a:pt x="264" y="79"/>
                </a:lnTo>
                <a:lnTo>
                  <a:pt x="264" y="78"/>
                </a:lnTo>
                <a:lnTo>
                  <a:pt x="264" y="77"/>
                </a:lnTo>
                <a:lnTo>
                  <a:pt x="264" y="75"/>
                </a:lnTo>
                <a:lnTo>
                  <a:pt x="264" y="74"/>
                </a:lnTo>
                <a:lnTo>
                  <a:pt x="264" y="73"/>
                </a:lnTo>
                <a:lnTo>
                  <a:pt x="265" y="72"/>
                </a:lnTo>
                <a:lnTo>
                  <a:pt x="265" y="70"/>
                </a:lnTo>
                <a:lnTo>
                  <a:pt x="263" y="70"/>
                </a:lnTo>
                <a:lnTo>
                  <a:pt x="262" y="69"/>
                </a:lnTo>
                <a:lnTo>
                  <a:pt x="261" y="69"/>
                </a:lnTo>
                <a:lnTo>
                  <a:pt x="261" y="68"/>
                </a:lnTo>
                <a:lnTo>
                  <a:pt x="261" y="67"/>
                </a:lnTo>
                <a:lnTo>
                  <a:pt x="260" y="67"/>
                </a:lnTo>
                <a:lnTo>
                  <a:pt x="259" y="67"/>
                </a:lnTo>
                <a:lnTo>
                  <a:pt x="259" y="66"/>
                </a:lnTo>
                <a:lnTo>
                  <a:pt x="259" y="65"/>
                </a:lnTo>
                <a:lnTo>
                  <a:pt x="259" y="63"/>
                </a:lnTo>
                <a:lnTo>
                  <a:pt x="259" y="62"/>
                </a:lnTo>
                <a:lnTo>
                  <a:pt x="260" y="62"/>
                </a:lnTo>
                <a:lnTo>
                  <a:pt x="261" y="62"/>
                </a:lnTo>
                <a:lnTo>
                  <a:pt x="262" y="60"/>
                </a:lnTo>
                <a:lnTo>
                  <a:pt x="262" y="59"/>
                </a:lnTo>
                <a:lnTo>
                  <a:pt x="263" y="58"/>
                </a:lnTo>
                <a:lnTo>
                  <a:pt x="262" y="58"/>
                </a:lnTo>
                <a:lnTo>
                  <a:pt x="262" y="57"/>
                </a:lnTo>
                <a:lnTo>
                  <a:pt x="262" y="56"/>
                </a:lnTo>
                <a:lnTo>
                  <a:pt x="263" y="55"/>
                </a:lnTo>
                <a:lnTo>
                  <a:pt x="262" y="55"/>
                </a:lnTo>
                <a:lnTo>
                  <a:pt x="262" y="54"/>
                </a:lnTo>
                <a:lnTo>
                  <a:pt x="263" y="54"/>
                </a:lnTo>
                <a:lnTo>
                  <a:pt x="263" y="53"/>
                </a:lnTo>
                <a:lnTo>
                  <a:pt x="264" y="50"/>
                </a:lnTo>
                <a:lnTo>
                  <a:pt x="265" y="47"/>
                </a:lnTo>
                <a:lnTo>
                  <a:pt x="265" y="46"/>
                </a:lnTo>
                <a:lnTo>
                  <a:pt x="265" y="44"/>
                </a:lnTo>
                <a:lnTo>
                  <a:pt x="265" y="42"/>
                </a:lnTo>
                <a:lnTo>
                  <a:pt x="266" y="42"/>
                </a:lnTo>
                <a:lnTo>
                  <a:pt x="266" y="40"/>
                </a:lnTo>
                <a:lnTo>
                  <a:pt x="267" y="39"/>
                </a:lnTo>
                <a:lnTo>
                  <a:pt x="269" y="40"/>
                </a:lnTo>
                <a:lnTo>
                  <a:pt x="270" y="40"/>
                </a:lnTo>
                <a:lnTo>
                  <a:pt x="270" y="39"/>
                </a:lnTo>
                <a:lnTo>
                  <a:pt x="271" y="39"/>
                </a:lnTo>
                <a:lnTo>
                  <a:pt x="272" y="39"/>
                </a:lnTo>
                <a:lnTo>
                  <a:pt x="273" y="41"/>
                </a:lnTo>
                <a:lnTo>
                  <a:pt x="273" y="42"/>
                </a:lnTo>
                <a:lnTo>
                  <a:pt x="274" y="42"/>
                </a:lnTo>
                <a:lnTo>
                  <a:pt x="275" y="42"/>
                </a:lnTo>
                <a:lnTo>
                  <a:pt x="276" y="42"/>
                </a:lnTo>
                <a:lnTo>
                  <a:pt x="276" y="43"/>
                </a:lnTo>
                <a:lnTo>
                  <a:pt x="278" y="43"/>
                </a:lnTo>
                <a:lnTo>
                  <a:pt x="279" y="43"/>
                </a:lnTo>
                <a:lnTo>
                  <a:pt x="279" y="42"/>
                </a:lnTo>
                <a:lnTo>
                  <a:pt x="279" y="41"/>
                </a:lnTo>
                <a:lnTo>
                  <a:pt x="280" y="41"/>
                </a:lnTo>
                <a:lnTo>
                  <a:pt x="281" y="41"/>
                </a:lnTo>
                <a:lnTo>
                  <a:pt x="283" y="40"/>
                </a:lnTo>
                <a:lnTo>
                  <a:pt x="283" y="39"/>
                </a:lnTo>
                <a:lnTo>
                  <a:pt x="284" y="39"/>
                </a:lnTo>
                <a:lnTo>
                  <a:pt x="285" y="38"/>
                </a:lnTo>
                <a:lnTo>
                  <a:pt x="285" y="39"/>
                </a:lnTo>
                <a:lnTo>
                  <a:pt x="286" y="40"/>
                </a:lnTo>
                <a:lnTo>
                  <a:pt x="286" y="41"/>
                </a:lnTo>
                <a:lnTo>
                  <a:pt x="287" y="41"/>
                </a:lnTo>
                <a:lnTo>
                  <a:pt x="288" y="42"/>
                </a:lnTo>
                <a:lnTo>
                  <a:pt x="288" y="43"/>
                </a:lnTo>
                <a:lnTo>
                  <a:pt x="287" y="43"/>
                </a:lnTo>
                <a:lnTo>
                  <a:pt x="287" y="44"/>
                </a:lnTo>
                <a:lnTo>
                  <a:pt x="288" y="44"/>
                </a:lnTo>
                <a:lnTo>
                  <a:pt x="289" y="45"/>
                </a:lnTo>
                <a:lnTo>
                  <a:pt x="290" y="45"/>
                </a:lnTo>
                <a:lnTo>
                  <a:pt x="290" y="44"/>
                </a:lnTo>
                <a:lnTo>
                  <a:pt x="291" y="43"/>
                </a:lnTo>
                <a:lnTo>
                  <a:pt x="292" y="42"/>
                </a:lnTo>
                <a:lnTo>
                  <a:pt x="292" y="41"/>
                </a:lnTo>
                <a:lnTo>
                  <a:pt x="292" y="40"/>
                </a:lnTo>
                <a:lnTo>
                  <a:pt x="293" y="39"/>
                </a:lnTo>
                <a:lnTo>
                  <a:pt x="294" y="40"/>
                </a:lnTo>
                <a:lnTo>
                  <a:pt x="294" y="41"/>
                </a:lnTo>
                <a:lnTo>
                  <a:pt x="295" y="41"/>
                </a:lnTo>
                <a:lnTo>
                  <a:pt x="294" y="41"/>
                </a:lnTo>
                <a:lnTo>
                  <a:pt x="294" y="42"/>
                </a:lnTo>
                <a:lnTo>
                  <a:pt x="294" y="43"/>
                </a:lnTo>
                <a:lnTo>
                  <a:pt x="295" y="43"/>
                </a:lnTo>
                <a:lnTo>
                  <a:pt x="296" y="44"/>
                </a:lnTo>
                <a:lnTo>
                  <a:pt x="296" y="43"/>
                </a:lnTo>
                <a:lnTo>
                  <a:pt x="299" y="44"/>
                </a:lnTo>
                <a:lnTo>
                  <a:pt x="299" y="45"/>
                </a:lnTo>
                <a:lnTo>
                  <a:pt x="300" y="45"/>
                </a:lnTo>
                <a:lnTo>
                  <a:pt x="301" y="45"/>
                </a:lnTo>
                <a:lnTo>
                  <a:pt x="303" y="45"/>
                </a:lnTo>
                <a:lnTo>
                  <a:pt x="303" y="46"/>
                </a:lnTo>
                <a:lnTo>
                  <a:pt x="305" y="46"/>
                </a:lnTo>
                <a:lnTo>
                  <a:pt x="305" y="47"/>
                </a:lnTo>
                <a:lnTo>
                  <a:pt x="306" y="47"/>
                </a:lnTo>
                <a:lnTo>
                  <a:pt x="309" y="46"/>
                </a:lnTo>
                <a:lnTo>
                  <a:pt x="312" y="46"/>
                </a:lnTo>
                <a:lnTo>
                  <a:pt x="313" y="45"/>
                </a:lnTo>
                <a:lnTo>
                  <a:pt x="314" y="45"/>
                </a:lnTo>
                <a:lnTo>
                  <a:pt x="316" y="46"/>
                </a:lnTo>
                <a:lnTo>
                  <a:pt x="317" y="48"/>
                </a:lnTo>
                <a:lnTo>
                  <a:pt x="318" y="48"/>
                </a:lnTo>
                <a:lnTo>
                  <a:pt x="319" y="49"/>
                </a:lnTo>
                <a:lnTo>
                  <a:pt x="320" y="50"/>
                </a:lnTo>
                <a:lnTo>
                  <a:pt x="320" y="51"/>
                </a:lnTo>
                <a:lnTo>
                  <a:pt x="319" y="51"/>
                </a:lnTo>
                <a:lnTo>
                  <a:pt x="320" y="51"/>
                </a:lnTo>
                <a:lnTo>
                  <a:pt x="321" y="52"/>
                </a:lnTo>
                <a:lnTo>
                  <a:pt x="322" y="53"/>
                </a:lnTo>
                <a:lnTo>
                  <a:pt x="323" y="56"/>
                </a:lnTo>
                <a:lnTo>
                  <a:pt x="322" y="57"/>
                </a:lnTo>
                <a:lnTo>
                  <a:pt x="322" y="58"/>
                </a:lnTo>
                <a:lnTo>
                  <a:pt x="322" y="59"/>
                </a:lnTo>
                <a:lnTo>
                  <a:pt x="323" y="60"/>
                </a:lnTo>
                <a:lnTo>
                  <a:pt x="323" y="61"/>
                </a:lnTo>
                <a:lnTo>
                  <a:pt x="324" y="61"/>
                </a:lnTo>
                <a:lnTo>
                  <a:pt x="325" y="62"/>
                </a:lnTo>
                <a:lnTo>
                  <a:pt x="325" y="63"/>
                </a:lnTo>
                <a:lnTo>
                  <a:pt x="325" y="64"/>
                </a:lnTo>
                <a:lnTo>
                  <a:pt x="325" y="66"/>
                </a:lnTo>
                <a:lnTo>
                  <a:pt x="325" y="67"/>
                </a:lnTo>
                <a:lnTo>
                  <a:pt x="326" y="67"/>
                </a:lnTo>
                <a:lnTo>
                  <a:pt x="328" y="67"/>
                </a:lnTo>
                <a:lnTo>
                  <a:pt x="329" y="68"/>
                </a:lnTo>
                <a:lnTo>
                  <a:pt x="329" y="69"/>
                </a:lnTo>
                <a:lnTo>
                  <a:pt x="329" y="70"/>
                </a:lnTo>
                <a:lnTo>
                  <a:pt x="329" y="71"/>
                </a:lnTo>
                <a:lnTo>
                  <a:pt x="329" y="72"/>
                </a:lnTo>
                <a:lnTo>
                  <a:pt x="329" y="73"/>
                </a:lnTo>
                <a:lnTo>
                  <a:pt x="329" y="74"/>
                </a:lnTo>
                <a:lnTo>
                  <a:pt x="330" y="75"/>
                </a:lnTo>
                <a:lnTo>
                  <a:pt x="331" y="75"/>
                </a:lnTo>
                <a:lnTo>
                  <a:pt x="333" y="74"/>
                </a:lnTo>
                <a:lnTo>
                  <a:pt x="334" y="74"/>
                </a:lnTo>
                <a:lnTo>
                  <a:pt x="335" y="74"/>
                </a:lnTo>
                <a:lnTo>
                  <a:pt x="337" y="74"/>
                </a:lnTo>
                <a:lnTo>
                  <a:pt x="338" y="74"/>
                </a:lnTo>
                <a:lnTo>
                  <a:pt x="339" y="73"/>
                </a:lnTo>
                <a:lnTo>
                  <a:pt x="339" y="72"/>
                </a:lnTo>
                <a:lnTo>
                  <a:pt x="340" y="72"/>
                </a:lnTo>
                <a:lnTo>
                  <a:pt x="342" y="71"/>
                </a:lnTo>
                <a:lnTo>
                  <a:pt x="344" y="71"/>
                </a:lnTo>
                <a:lnTo>
                  <a:pt x="345" y="71"/>
                </a:lnTo>
                <a:lnTo>
                  <a:pt x="345" y="72"/>
                </a:lnTo>
                <a:lnTo>
                  <a:pt x="346" y="71"/>
                </a:lnTo>
                <a:lnTo>
                  <a:pt x="347" y="71"/>
                </a:lnTo>
                <a:lnTo>
                  <a:pt x="348" y="71"/>
                </a:lnTo>
                <a:lnTo>
                  <a:pt x="350" y="71"/>
                </a:lnTo>
                <a:lnTo>
                  <a:pt x="351" y="70"/>
                </a:lnTo>
                <a:lnTo>
                  <a:pt x="351" y="71"/>
                </a:lnTo>
                <a:lnTo>
                  <a:pt x="351" y="70"/>
                </a:lnTo>
                <a:lnTo>
                  <a:pt x="351" y="69"/>
                </a:lnTo>
                <a:lnTo>
                  <a:pt x="352" y="68"/>
                </a:lnTo>
                <a:lnTo>
                  <a:pt x="353" y="68"/>
                </a:lnTo>
                <a:lnTo>
                  <a:pt x="353" y="67"/>
                </a:lnTo>
                <a:lnTo>
                  <a:pt x="352" y="67"/>
                </a:lnTo>
                <a:lnTo>
                  <a:pt x="353" y="66"/>
                </a:lnTo>
                <a:lnTo>
                  <a:pt x="353" y="65"/>
                </a:lnTo>
                <a:lnTo>
                  <a:pt x="353" y="64"/>
                </a:lnTo>
                <a:lnTo>
                  <a:pt x="352" y="63"/>
                </a:lnTo>
                <a:lnTo>
                  <a:pt x="351" y="62"/>
                </a:lnTo>
                <a:lnTo>
                  <a:pt x="350" y="61"/>
                </a:lnTo>
                <a:lnTo>
                  <a:pt x="351" y="61"/>
                </a:lnTo>
                <a:lnTo>
                  <a:pt x="351" y="60"/>
                </a:lnTo>
                <a:lnTo>
                  <a:pt x="351" y="59"/>
                </a:lnTo>
                <a:lnTo>
                  <a:pt x="350" y="59"/>
                </a:lnTo>
                <a:lnTo>
                  <a:pt x="350" y="58"/>
                </a:lnTo>
                <a:lnTo>
                  <a:pt x="349" y="58"/>
                </a:lnTo>
                <a:lnTo>
                  <a:pt x="350" y="58"/>
                </a:lnTo>
                <a:lnTo>
                  <a:pt x="350" y="56"/>
                </a:lnTo>
                <a:lnTo>
                  <a:pt x="351" y="56"/>
                </a:lnTo>
                <a:lnTo>
                  <a:pt x="352" y="55"/>
                </a:lnTo>
                <a:lnTo>
                  <a:pt x="352" y="54"/>
                </a:lnTo>
                <a:lnTo>
                  <a:pt x="352" y="53"/>
                </a:lnTo>
                <a:lnTo>
                  <a:pt x="353" y="52"/>
                </a:lnTo>
                <a:lnTo>
                  <a:pt x="353" y="51"/>
                </a:lnTo>
                <a:lnTo>
                  <a:pt x="350" y="48"/>
                </a:lnTo>
                <a:lnTo>
                  <a:pt x="350" y="47"/>
                </a:lnTo>
                <a:lnTo>
                  <a:pt x="349" y="46"/>
                </a:lnTo>
                <a:lnTo>
                  <a:pt x="349" y="45"/>
                </a:lnTo>
                <a:lnTo>
                  <a:pt x="348" y="45"/>
                </a:lnTo>
                <a:lnTo>
                  <a:pt x="348" y="44"/>
                </a:lnTo>
                <a:lnTo>
                  <a:pt x="349" y="42"/>
                </a:lnTo>
                <a:lnTo>
                  <a:pt x="350" y="41"/>
                </a:lnTo>
                <a:lnTo>
                  <a:pt x="351" y="40"/>
                </a:lnTo>
                <a:lnTo>
                  <a:pt x="353" y="39"/>
                </a:lnTo>
                <a:lnTo>
                  <a:pt x="354" y="39"/>
                </a:lnTo>
                <a:lnTo>
                  <a:pt x="355" y="39"/>
                </a:lnTo>
                <a:lnTo>
                  <a:pt x="355" y="38"/>
                </a:lnTo>
                <a:lnTo>
                  <a:pt x="355" y="37"/>
                </a:lnTo>
                <a:lnTo>
                  <a:pt x="355" y="36"/>
                </a:lnTo>
                <a:lnTo>
                  <a:pt x="354" y="37"/>
                </a:lnTo>
                <a:lnTo>
                  <a:pt x="353" y="36"/>
                </a:lnTo>
                <a:lnTo>
                  <a:pt x="353" y="35"/>
                </a:lnTo>
                <a:lnTo>
                  <a:pt x="353" y="34"/>
                </a:lnTo>
                <a:lnTo>
                  <a:pt x="352" y="34"/>
                </a:lnTo>
                <a:lnTo>
                  <a:pt x="351" y="33"/>
                </a:lnTo>
                <a:lnTo>
                  <a:pt x="352" y="33"/>
                </a:lnTo>
                <a:lnTo>
                  <a:pt x="351" y="32"/>
                </a:lnTo>
                <a:lnTo>
                  <a:pt x="349" y="32"/>
                </a:lnTo>
                <a:lnTo>
                  <a:pt x="348" y="31"/>
                </a:lnTo>
                <a:lnTo>
                  <a:pt x="347" y="31"/>
                </a:lnTo>
                <a:lnTo>
                  <a:pt x="346" y="32"/>
                </a:lnTo>
                <a:lnTo>
                  <a:pt x="345" y="32"/>
                </a:lnTo>
                <a:lnTo>
                  <a:pt x="344" y="32"/>
                </a:lnTo>
                <a:lnTo>
                  <a:pt x="345" y="32"/>
                </a:lnTo>
                <a:lnTo>
                  <a:pt x="345" y="33"/>
                </a:lnTo>
                <a:lnTo>
                  <a:pt x="344" y="33"/>
                </a:lnTo>
                <a:lnTo>
                  <a:pt x="344" y="32"/>
                </a:lnTo>
                <a:lnTo>
                  <a:pt x="342" y="32"/>
                </a:lnTo>
                <a:lnTo>
                  <a:pt x="342" y="33"/>
                </a:lnTo>
                <a:lnTo>
                  <a:pt x="341" y="33"/>
                </a:lnTo>
                <a:lnTo>
                  <a:pt x="340" y="32"/>
                </a:lnTo>
                <a:lnTo>
                  <a:pt x="339" y="32"/>
                </a:lnTo>
                <a:lnTo>
                  <a:pt x="338" y="32"/>
                </a:lnTo>
                <a:lnTo>
                  <a:pt x="338" y="31"/>
                </a:lnTo>
                <a:lnTo>
                  <a:pt x="338" y="30"/>
                </a:lnTo>
                <a:lnTo>
                  <a:pt x="338" y="29"/>
                </a:lnTo>
                <a:lnTo>
                  <a:pt x="338" y="28"/>
                </a:lnTo>
                <a:lnTo>
                  <a:pt x="337" y="28"/>
                </a:lnTo>
                <a:lnTo>
                  <a:pt x="337" y="27"/>
                </a:lnTo>
                <a:lnTo>
                  <a:pt x="337" y="25"/>
                </a:lnTo>
                <a:lnTo>
                  <a:pt x="337" y="23"/>
                </a:lnTo>
                <a:lnTo>
                  <a:pt x="336" y="23"/>
                </a:lnTo>
                <a:lnTo>
                  <a:pt x="336" y="22"/>
                </a:lnTo>
                <a:lnTo>
                  <a:pt x="336" y="21"/>
                </a:lnTo>
                <a:lnTo>
                  <a:pt x="337" y="21"/>
                </a:lnTo>
                <a:lnTo>
                  <a:pt x="337" y="22"/>
                </a:lnTo>
                <a:lnTo>
                  <a:pt x="338" y="22"/>
                </a:lnTo>
                <a:lnTo>
                  <a:pt x="339" y="22"/>
                </a:lnTo>
                <a:lnTo>
                  <a:pt x="340" y="21"/>
                </a:lnTo>
                <a:lnTo>
                  <a:pt x="341" y="21"/>
                </a:lnTo>
                <a:lnTo>
                  <a:pt x="341" y="23"/>
                </a:lnTo>
                <a:lnTo>
                  <a:pt x="341" y="24"/>
                </a:lnTo>
                <a:lnTo>
                  <a:pt x="342" y="25"/>
                </a:lnTo>
                <a:lnTo>
                  <a:pt x="342" y="26"/>
                </a:lnTo>
                <a:lnTo>
                  <a:pt x="344" y="26"/>
                </a:lnTo>
                <a:lnTo>
                  <a:pt x="344" y="25"/>
                </a:lnTo>
                <a:lnTo>
                  <a:pt x="345" y="23"/>
                </a:lnTo>
                <a:lnTo>
                  <a:pt x="346" y="21"/>
                </a:lnTo>
                <a:lnTo>
                  <a:pt x="347" y="21"/>
                </a:lnTo>
                <a:lnTo>
                  <a:pt x="348" y="21"/>
                </a:lnTo>
                <a:lnTo>
                  <a:pt x="348" y="20"/>
                </a:lnTo>
                <a:lnTo>
                  <a:pt x="349" y="19"/>
                </a:lnTo>
                <a:lnTo>
                  <a:pt x="350" y="19"/>
                </a:lnTo>
                <a:lnTo>
                  <a:pt x="350" y="20"/>
                </a:lnTo>
                <a:lnTo>
                  <a:pt x="351" y="20"/>
                </a:lnTo>
                <a:lnTo>
                  <a:pt x="352" y="20"/>
                </a:lnTo>
                <a:lnTo>
                  <a:pt x="354" y="20"/>
                </a:lnTo>
                <a:lnTo>
                  <a:pt x="355" y="19"/>
                </a:lnTo>
                <a:lnTo>
                  <a:pt x="355" y="18"/>
                </a:lnTo>
                <a:lnTo>
                  <a:pt x="356" y="18"/>
                </a:lnTo>
                <a:lnTo>
                  <a:pt x="358" y="17"/>
                </a:lnTo>
                <a:lnTo>
                  <a:pt x="359" y="16"/>
                </a:lnTo>
                <a:lnTo>
                  <a:pt x="360" y="16"/>
                </a:lnTo>
                <a:lnTo>
                  <a:pt x="360" y="15"/>
                </a:lnTo>
                <a:lnTo>
                  <a:pt x="361" y="14"/>
                </a:lnTo>
                <a:lnTo>
                  <a:pt x="362" y="12"/>
                </a:lnTo>
                <a:lnTo>
                  <a:pt x="361" y="12"/>
                </a:lnTo>
                <a:lnTo>
                  <a:pt x="362" y="11"/>
                </a:lnTo>
                <a:lnTo>
                  <a:pt x="363" y="11"/>
                </a:lnTo>
                <a:lnTo>
                  <a:pt x="364" y="12"/>
                </a:lnTo>
                <a:lnTo>
                  <a:pt x="365" y="12"/>
                </a:lnTo>
                <a:lnTo>
                  <a:pt x="366" y="12"/>
                </a:lnTo>
                <a:lnTo>
                  <a:pt x="366" y="11"/>
                </a:lnTo>
                <a:lnTo>
                  <a:pt x="365" y="10"/>
                </a:lnTo>
                <a:lnTo>
                  <a:pt x="365" y="9"/>
                </a:lnTo>
                <a:lnTo>
                  <a:pt x="364" y="9"/>
                </a:lnTo>
                <a:lnTo>
                  <a:pt x="364" y="8"/>
                </a:lnTo>
                <a:lnTo>
                  <a:pt x="365" y="7"/>
                </a:lnTo>
                <a:lnTo>
                  <a:pt x="365" y="6"/>
                </a:lnTo>
                <a:lnTo>
                  <a:pt x="366" y="6"/>
                </a:lnTo>
                <a:lnTo>
                  <a:pt x="367" y="6"/>
                </a:lnTo>
                <a:lnTo>
                  <a:pt x="368" y="6"/>
                </a:lnTo>
                <a:lnTo>
                  <a:pt x="368" y="5"/>
                </a:lnTo>
                <a:lnTo>
                  <a:pt x="367" y="5"/>
                </a:lnTo>
                <a:lnTo>
                  <a:pt x="366" y="5"/>
                </a:lnTo>
                <a:lnTo>
                  <a:pt x="367" y="3"/>
                </a:lnTo>
                <a:lnTo>
                  <a:pt x="368" y="3"/>
                </a:lnTo>
                <a:lnTo>
                  <a:pt x="369" y="3"/>
                </a:lnTo>
                <a:lnTo>
                  <a:pt x="370" y="3"/>
                </a:lnTo>
                <a:lnTo>
                  <a:pt x="370" y="4"/>
                </a:lnTo>
                <a:lnTo>
                  <a:pt x="370" y="5"/>
                </a:lnTo>
                <a:lnTo>
                  <a:pt x="371" y="6"/>
                </a:lnTo>
                <a:lnTo>
                  <a:pt x="371" y="5"/>
                </a:lnTo>
                <a:lnTo>
                  <a:pt x="372" y="5"/>
                </a:lnTo>
                <a:lnTo>
                  <a:pt x="373" y="5"/>
                </a:lnTo>
                <a:lnTo>
                  <a:pt x="373" y="4"/>
                </a:lnTo>
                <a:lnTo>
                  <a:pt x="374" y="3"/>
                </a:lnTo>
                <a:lnTo>
                  <a:pt x="374" y="2"/>
                </a:lnTo>
                <a:lnTo>
                  <a:pt x="376" y="1"/>
                </a:lnTo>
                <a:lnTo>
                  <a:pt x="377" y="0"/>
                </a:lnTo>
                <a:lnTo>
                  <a:pt x="378" y="0"/>
                </a:lnTo>
                <a:lnTo>
                  <a:pt x="378" y="1"/>
                </a:lnTo>
                <a:lnTo>
                  <a:pt x="379" y="2"/>
                </a:lnTo>
                <a:lnTo>
                  <a:pt x="380" y="2"/>
                </a:lnTo>
                <a:lnTo>
                  <a:pt x="380" y="1"/>
                </a:lnTo>
                <a:lnTo>
                  <a:pt x="381" y="2"/>
                </a:lnTo>
                <a:lnTo>
                  <a:pt x="381" y="3"/>
                </a:lnTo>
                <a:lnTo>
                  <a:pt x="382" y="3"/>
                </a:lnTo>
                <a:lnTo>
                  <a:pt x="382" y="2"/>
                </a:lnTo>
                <a:lnTo>
                  <a:pt x="382" y="1"/>
                </a:lnTo>
                <a:lnTo>
                  <a:pt x="382" y="0"/>
                </a:lnTo>
                <a:lnTo>
                  <a:pt x="384" y="0"/>
                </a:lnTo>
                <a:lnTo>
                  <a:pt x="383" y="1"/>
                </a:lnTo>
                <a:lnTo>
                  <a:pt x="383" y="2"/>
                </a:lnTo>
                <a:lnTo>
                  <a:pt x="384" y="2"/>
                </a:lnTo>
                <a:lnTo>
                  <a:pt x="384" y="3"/>
                </a:lnTo>
                <a:lnTo>
                  <a:pt x="385" y="5"/>
                </a:lnTo>
                <a:lnTo>
                  <a:pt x="385" y="7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6" name=""/>
          <p:cNvSpPr/>
          <p:nvPr/>
        </p:nvSpPr>
        <p:spPr>
          <a:xfrm>
            <a:off x="6816600" y="203040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0" y="5"/>
                </a:move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3"/>
                </a:lnTo>
                <a:lnTo>
                  <a:pt x="0" y="5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7" name=""/>
          <p:cNvSpPr/>
          <p:nvPr/>
        </p:nvSpPr>
        <p:spPr>
          <a:xfrm>
            <a:off x="6817680" y="20289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3" y="0"/>
                </a:moveTo>
                <a:lnTo>
                  <a:pt x="3" y="1"/>
                </a:lnTo>
                <a:lnTo>
                  <a:pt x="2" y="1"/>
                </a:lnTo>
                <a:lnTo>
                  <a:pt x="3" y="1"/>
                </a:lnTo>
                <a:lnTo>
                  <a:pt x="5" y="1"/>
                </a:ln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8" name=""/>
          <p:cNvSpPr/>
          <p:nvPr/>
        </p:nvSpPr>
        <p:spPr>
          <a:xfrm>
            <a:off x="6805440" y="202680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4" y="1"/>
                </a:moveTo>
                <a:lnTo>
                  <a:pt x="6" y="2"/>
                </a:lnTo>
                <a:lnTo>
                  <a:pt x="6" y="1"/>
                </a:lnTo>
                <a:lnTo>
                  <a:pt x="6" y="2"/>
                </a:lnTo>
                <a:lnTo>
                  <a:pt x="4" y="3"/>
                </a:lnTo>
                <a:lnTo>
                  <a:pt x="3" y="5"/>
                </a:ln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89" name=""/>
          <p:cNvSpPr/>
          <p:nvPr/>
        </p:nvSpPr>
        <p:spPr>
          <a:xfrm>
            <a:off x="6804000" y="2026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4" y="3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0" name=""/>
          <p:cNvSpPr/>
          <p:nvPr/>
        </p:nvSpPr>
        <p:spPr>
          <a:xfrm>
            <a:off x="6820920" y="202608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3" y="2"/>
                </a:move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1" name=""/>
          <p:cNvSpPr/>
          <p:nvPr/>
        </p:nvSpPr>
        <p:spPr>
          <a:xfrm>
            <a:off x="6806520" y="202500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2"/>
                </a:moveTo>
                <a:lnTo>
                  <a:pt x="6" y="3"/>
                </a:lnTo>
                <a:lnTo>
                  <a:pt x="6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6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2" name=""/>
          <p:cNvSpPr/>
          <p:nvPr/>
        </p:nvSpPr>
        <p:spPr>
          <a:xfrm>
            <a:off x="6809760" y="2024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3" name=""/>
          <p:cNvSpPr/>
          <p:nvPr/>
        </p:nvSpPr>
        <p:spPr>
          <a:xfrm>
            <a:off x="6809040" y="20246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4" name=""/>
          <p:cNvSpPr/>
          <p:nvPr/>
        </p:nvSpPr>
        <p:spPr>
          <a:xfrm>
            <a:off x="6804720" y="2023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1"/>
                </a:moveTo>
                <a:lnTo>
                  <a:pt x="2" y="3"/>
                </a:lnTo>
                <a:lnTo>
                  <a:pt x="2" y="1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5" name=""/>
          <p:cNvSpPr/>
          <p:nvPr/>
        </p:nvSpPr>
        <p:spPr>
          <a:xfrm>
            <a:off x="6816600" y="20232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6" name=""/>
          <p:cNvSpPr/>
          <p:nvPr/>
        </p:nvSpPr>
        <p:spPr>
          <a:xfrm>
            <a:off x="6812640" y="2023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7" name=""/>
          <p:cNvSpPr/>
          <p:nvPr/>
        </p:nvSpPr>
        <p:spPr>
          <a:xfrm>
            <a:off x="6816960" y="2023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8" name=""/>
          <p:cNvSpPr/>
          <p:nvPr/>
        </p:nvSpPr>
        <p:spPr>
          <a:xfrm>
            <a:off x="6813000" y="20228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2"/>
                </a:move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1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99" name=""/>
          <p:cNvSpPr/>
          <p:nvPr/>
        </p:nvSpPr>
        <p:spPr>
          <a:xfrm>
            <a:off x="6804720" y="2022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0" name=""/>
          <p:cNvSpPr/>
          <p:nvPr/>
        </p:nvSpPr>
        <p:spPr>
          <a:xfrm>
            <a:off x="6815880" y="20228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1" name=""/>
          <p:cNvSpPr/>
          <p:nvPr/>
        </p:nvSpPr>
        <p:spPr>
          <a:xfrm>
            <a:off x="6815520" y="2022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0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2" name=""/>
          <p:cNvSpPr/>
          <p:nvPr/>
        </p:nvSpPr>
        <p:spPr>
          <a:xfrm>
            <a:off x="6804720" y="20206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3" name=""/>
          <p:cNvSpPr/>
          <p:nvPr/>
        </p:nvSpPr>
        <p:spPr>
          <a:xfrm>
            <a:off x="6817320" y="20203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3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4" name=""/>
          <p:cNvSpPr/>
          <p:nvPr/>
        </p:nvSpPr>
        <p:spPr>
          <a:xfrm>
            <a:off x="6811920" y="2019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5" name=""/>
          <p:cNvSpPr/>
          <p:nvPr/>
        </p:nvSpPr>
        <p:spPr>
          <a:xfrm>
            <a:off x="6809400" y="2018160"/>
            <a:ext cx="1080" cy="2160"/>
          </a:xfrm>
          <a:custGeom>
            <a:avLst/>
            <a:gdLst/>
            <a:ahLst/>
            <a:rect l="0" t="0" r="r" b="b"/>
            <a:pathLst>
              <a:path w="3" h="6">
                <a:moveTo>
                  <a:pt x="1" y="6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1" y="6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6" name=""/>
          <p:cNvSpPr/>
          <p:nvPr/>
        </p:nvSpPr>
        <p:spPr>
          <a:xfrm>
            <a:off x="6805080" y="20188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7" name=""/>
          <p:cNvSpPr/>
          <p:nvPr/>
        </p:nvSpPr>
        <p:spPr>
          <a:xfrm>
            <a:off x="6808680" y="20174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3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8" name=""/>
          <p:cNvSpPr/>
          <p:nvPr/>
        </p:nvSpPr>
        <p:spPr>
          <a:xfrm>
            <a:off x="6808320" y="20066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1"/>
                </a:move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09" name=""/>
          <p:cNvSpPr/>
          <p:nvPr/>
        </p:nvSpPr>
        <p:spPr>
          <a:xfrm>
            <a:off x="6810120" y="20034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0" name=""/>
          <p:cNvSpPr/>
          <p:nvPr/>
        </p:nvSpPr>
        <p:spPr>
          <a:xfrm>
            <a:off x="6810120" y="2002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1" name=""/>
          <p:cNvSpPr/>
          <p:nvPr/>
        </p:nvSpPr>
        <p:spPr>
          <a:xfrm>
            <a:off x="6820920" y="202500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5" y="1"/>
                </a:moveTo>
                <a:lnTo>
                  <a:pt x="6" y="1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5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2" name=""/>
          <p:cNvSpPr/>
          <p:nvPr/>
        </p:nvSpPr>
        <p:spPr>
          <a:xfrm>
            <a:off x="6823080" y="2024640"/>
            <a:ext cx="2520" cy="1080"/>
          </a:xfrm>
          <a:custGeom>
            <a:avLst/>
            <a:gdLst/>
            <a:ahLst/>
            <a:rect l="0" t="0" r="r" b="b"/>
            <a:pathLst>
              <a:path w="7" h="3">
                <a:moveTo>
                  <a:pt x="4" y="0"/>
                </a:moveTo>
                <a:lnTo>
                  <a:pt x="5" y="0"/>
                </a:lnTo>
                <a:lnTo>
                  <a:pt x="5" y="2"/>
                </a:lnTo>
                <a:lnTo>
                  <a:pt x="7" y="2"/>
                </a:lnTo>
                <a:lnTo>
                  <a:pt x="7" y="3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3" name=""/>
          <p:cNvSpPr/>
          <p:nvPr/>
        </p:nvSpPr>
        <p:spPr>
          <a:xfrm>
            <a:off x="6824520" y="2022120"/>
            <a:ext cx="4320" cy="2880"/>
          </a:xfrm>
          <a:custGeom>
            <a:avLst/>
            <a:gdLst/>
            <a:ahLst/>
            <a:rect l="0" t="0" r="r" b="b"/>
            <a:pathLst>
              <a:path w="12" h="8">
                <a:moveTo>
                  <a:pt x="12" y="2"/>
                </a:moveTo>
                <a:lnTo>
                  <a:pt x="11" y="2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9" y="5"/>
                </a:lnTo>
                <a:lnTo>
                  <a:pt x="9" y="4"/>
                </a:lnTo>
                <a:lnTo>
                  <a:pt x="9" y="5"/>
                </a:lnTo>
                <a:lnTo>
                  <a:pt x="7" y="5"/>
                </a:ln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0" y="6"/>
                </a:lnTo>
                <a:lnTo>
                  <a:pt x="1" y="5"/>
                </a:lnTo>
                <a:lnTo>
                  <a:pt x="2" y="5"/>
                </a:lnTo>
                <a:lnTo>
                  <a:pt x="3" y="5"/>
                </a:lnTo>
                <a:lnTo>
                  <a:pt x="4" y="4"/>
                </a:lnTo>
                <a:lnTo>
                  <a:pt x="5" y="4"/>
                </a:lnTo>
                <a:lnTo>
                  <a:pt x="6" y="4"/>
                </a:lnTo>
                <a:lnTo>
                  <a:pt x="6" y="3"/>
                </a:lnTo>
                <a:lnTo>
                  <a:pt x="9" y="3"/>
                </a:lnTo>
                <a:lnTo>
                  <a:pt x="10" y="3"/>
                </a:lnTo>
                <a:lnTo>
                  <a:pt x="11" y="2"/>
                </a:lnTo>
                <a:lnTo>
                  <a:pt x="10" y="2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2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4" name=""/>
          <p:cNvSpPr/>
          <p:nvPr/>
        </p:nvSpPr>
        <p:spPr>
          <a:xfrm>
            <a:off x="6840720" y="20059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5" name=""/>
          <p:cNvSpPr/>
          <p:nvPr/>
        </p:nvSpPr>
        <p:spPr>
          <a:xfrm>
            <a:off x="6839640" y="20044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4" y="2"/>
                </a:move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6" name=""/>
          <p:cNvSpPr/>
          <p:nvPr/>
        </p:nvSpPr>
        <p:spPr>
          <a:xfrm>
            <a:off x="6847920" y="2002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7" name=""/>
          <p:cNvSpPr/>
          <p:nvPr/>
        </p:nvSpPr>
        <p:spPr>
          <a:xfrm>
            <a:off x="6840360" y="19998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0"/>
                </a:moveTo>
                <a:lnTo>
                  <a:pt x="1" y="1"/>
                </a:lnTo>
                <a:lnTo>
                  <a:pt x="3" y="1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3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8" name=""/>
          <p:cNvSpPr/>
          <p:nvPr/>
        </p:nvSpPr>
        <p:spPr>
          <a:xfrm>
            <a:off x="6843600" y="1999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19" name=""/>
          <p:cNvSpPr/>
          <p:nvPr/>
        </p:nvSpPr>
        <p:spPr>
          <a:xfrm>
            <a:off x="6875640" y="19969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0" name=""/>
          <p:cNvSpPr/>
          <p:nvPr/>
        </p:nvSpPr>
        <p:spPr>
          <a:xfrm>
            <a:off x="6840720" y="1996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1" name=""/>
          <p:cNvSpPr/>
          <p:nvPr/>
        </p:nvSpPr>
        <p:spPr>
          <a:xfrm>
            <a:off x="6839280" y="19962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2" name=""/>
          <p:cNvSpPr/>
          <p:nvPr/>
        </p:nvSpPr>
        <p:spPr>
          <a:xfrm>
            <a:off x="6840720" y="19958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3" name=""/>
          <p:cNvSpPr/>
          <p:nvPr/>
        </p:nvSpPr>
        <p:spPr>
          <a:xfrm>
            <a:off x="6838560" y="19944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4" name=""/>
          <p:cNvSpPr/>
          <p:nvPr/>
        </p:nvSpPr>
        <p:spPr>
          <a:xfrm>
            <a:off x="6851520" y="19933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1"/>
                </a:move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5" name=""/>
          <p:cNvSpPr/>
          <p:nvPr/>
        </p:nvSpPr>
        <p:spPr>
          <a:xfrm>
            <a:off x="6861240" y="1992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6" name=""/>
          <p:cNvSpPr/>
          <p:nvPr/>
        </p:nvSpPr>
        <p:spPr>
          <a:xfrm>
            <a:off x="6858000" y="19911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7" name=""/>
          <p:cNvSpPr/>
          <p:nvPr/>
        </p:nvSpPr>
        <p:spPr>
          <a:xfrm>
            <a:off x="6865920" y="198612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8" name=""/>
          <p:cNvSpPr/>
          <p:nvPr/>
        </p:nvSpPr>
        <p:spPr>
          <a:xfrm>
            <a:off x="6940800" y="19706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29" name=""/>
          <p:cNvSpPr/>
          <p:nvPr/>
        </p:nvSpPr>
        <p:spPr>
          <a:xfrm>
            <a:off x="6941160" y="1969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0" name=""/>
          <p:cNvSpPr/>
          <p:nvPr/>
        </p:nvSpPr>
        <p:spPr>
          <a:xfrm>
            <a:off x="6927840" y="1961280"/>
            <a:ext cx="8280" cy="4320"/>
          </a:xfrm>
          <a:custGeom>
            <a:avLst/>
            <a:gdLst/>
            <a:ahLst/>
            <a:rect l="0" t="0" r="r" b="b"/>
            <a:pathLst>
              <a:path w="23" h="12">
                <a:moveTo>
                  <a:pt x="20" y="1"/>
                </a:moveTo>
                <a:lnTo>
                  <a:pt x="20" y="2"/>
                </a:lnTo>
                <a:lnTo>
                  <a:pt x="20" y="4"/>
                </a:lnTo>
                <a:lnTo>
                  <a:pt x="21" y="4"/>
                </a:lnTo>
                <a:lnTo>
                  <a:pt x="22" y="4"/>
                </a:lnTo>
                <a:lnTo>
                  <a:pt x="22" y="5"/>
                </a:lnTo>
                <a:lnTo>
                  <a:pt x="23" y="5"/>
                </a:lnTo>
                <a:lnTo>
                  <a:pt x="23" y="6"/>
                </a:lnTo>
                <a:lnTo>
                  <a:pt x="23" y="5"/>
                </a:lnTo>
                <a:lnTo>
                  <a:pt x="22" y="5"/>
                </a:lnTo>
                <a:lnTo>
                  <a:pt x="22" y="6"/>
                </a:lnTo>
                <a:lnTo>
                  <a:pt x="22" y="5"/>
                </a:lnTo>
                <a:lnTo>
                  <a:pt x="21" y="5"/>
                </a:lnTo>
                <a:lnTo>
                  <a:pt x="21" y="6"/>
                </a:lnTo>
                <a:lnTo>
                  <a:pt x="21" y="7"/>
                </a:lnTo>
                <a:lnTo>
                  <a:pt x="21" y="8"/>
                </a:lnTo>
                <a:lnTo>
                  <a:pt x="22" y="9"/>
                </a:lnTo>
                <a:lnTo>
                  <a:pt x="22" y="10"/>
                </a:lnTo>
                <a:lnTo>
                  <a:pt x="21" y="11"/>
                </a:lnTo>
                <a:lnTo>
                  <a:pt x="20" y="11"/>
                </a:lnTo>
                <a:lnTo>
                  <a:pt x="20" y="12"/>
                </a:lnTo>
                <a:lnTo>
                  <a:pt x="19" y="12"/>
                </a:lnTo>
                <a:lnTo>
                  <a:pt x="19" y="11"/>
                </a:lnTo>
                <a:lnTo>
                  <a:pt x="20" y="11"/>
                </a:lnTo>
                <a:lnTo>
                  <a:pt x="19" y="11"/>
                </a:lnTo>
                <a:lnTo>
                  <a:pt x="18" y="11"/>
                </a:lnTo>
                <a:lnTo>
                  <a:pt x="16" y="11"/>
                </a:lnTo>
                <a:lnTo>
                  <a:pt x="18" y="11"/>
                </a:lnTo>
                <a:lnTo>
                  <a:pt x="18" y="10"/>
                </a:lnTo>
                <a:lnTo>
                  <a:pt x="16" y="10"/>
                </a:lnTo>
                <a:lnTo>
                  <a:pt x="15" y="10"/>
                </a:lnTo>
                <a:lnTo>
                  <a:pt x="14" y="10"/>
                </a:lnTo>
                <a:lnTo>
                  <a:pt x="13" y="10"/>
                </a:lnTo>
                <a:lnTo>
                  <a:pt x="12" y="10"/>
                </a:lnTo>
                <a:lnTo>
                  <a:pt x="12" y="11"/>
                </a:lnTo>
                <a:lnTo>
                  <a:pt x="11" y="11"/>
                </a:lnTo>
                <a:lnTo>
                  <a:pt x="11" y="10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8" y="9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4" y="2"/>
                </a:lnTo>
                <a:lnTo>
                  <a:pt x="4" y="4"/>
                </a:lnTo>
                <a:lnTo>
                  <a:pt x="5" y="4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7" y="6"/>
                </a:lnTo>
                <a:lnTo>
                  <a:pt x="7" y="7"/>
                </a:lnTo>
                <a:lnTo>
                  <a:pt x="8" y="7"/>
                </a:lnTo>
                <a:lnTo>
                  <a:pt x="9" y="7"/>
                </a:lnTo>
                <a:lnTo>
                  <a:pt x="8" y="6"/>
                </a:lnTo>
                <a:lnTo>
                  <a:pt x="9" y="6"/>
                </a:lnTo>
                <a:lnTo>
                  <a:pt x="10" y="5"/>
                </a:lnTo>
                <a:lnTo>
                  <a:pt x="11" y="4"/>
                </a:lnTo>
                <a:lnTo>
                  <a:pt x="11" y="2"/>
                </a:lnTo>
                <a:lnTo>
                  <a:pt x="11" y="1"/>
                </a:lnTo>
                <a:lnTo>
                  <a:pt x="12" y="1"/>
                </a:lnTo>
                <a:lnTo>
                  <a:pt x="13" y="1"/>
                </a:lnTo>
                <a:lnTo>
                  <a:pt x="14" y="1"/>
                </a:lnTo>
                <a:lnTo>
                  <a:pt x="14" y="2"/>
                </a:lnTo>
                <a:lnTo>
                  <a:pt x="15" y="2"/>
                </a:lnTo>
                <a:lnTo>
                  <a:pt x="15" y="4"/>
                </a:lnTo>
                <a:lnTo>
                  <a:pt x="16" y="4"/>
                </a:lnTo>
                <a:lnTo>
                  <a:pt x="18" y="2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  <a:lnTo>
                  <a:pt x="20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1" name=""/>
          <p:cNvSpPr/>
          <p:nvPr/>
        </p:nvSpPr>
        <p:spPr>
          <a:xfrm>
            <a:off x="6933600" y="1961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2" name=""/>
          <p:cNvSpPr/>
          <p:nvPr/>
        </p:nvSpPr>
        <p:spPr>
          <a:xfrm>
            <a:off x="6932160" y="19573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2"/>
                </a:move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3" name=""/>
          <p:cNvSpPr/>
          <p:nvPr/>
        </p:nvSpPr>
        <p:spPr>
          <a:xfrm>
            <a:off x="6930720" y="19569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34" name=""/>
          <p:cNvSpPr/>
          <p:nvPr/>
        </p:nvSpPr>
        <p:spPr>
          <a:xfrm>
            <a:off x="6601680" y="2038680"/>
            <a:ext cx="2520" cy="5760"/>
          </a:xfrm>
          <a:custGeom>
            <a:avLst/>
            <a:gdLst/>
            <a:ahLst/>
            <a:rect l="0" t="0" r="r" b="b"/>
            <a:pathLst>
              <a:path w="7" h="16">
                <a:moveTo>
                  <a:pt x="6" y="5"/>
                </a:moveTo>
                <a:lnTo>
                  <a:pt x="5" y="5"/>
                </a:lnTo>
                <a:lnTo>
                  <a:pt x="4" y="6"/>
                </a:lnTo>
                <a:lnTo>
                  <a:pt x="5" y="7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10"/>
                </a:lnTo>
                <a:lnTo>
                  <a:pt x="4" y="12"/>
                </a:lnTo>
                <a:lnTo>
                  <a:pt x="3" y="11"/>
                </a:lnTo>
                <a:lnTo>
                  <a:pt x="2" y="11"/>
                </a:lnTo>
                <a:lnTo>
                  <a:pt x="2" y="12"/>
                </a:lnTo>
                <a:lnTo>
                  <a:pt x="3" y="13"/>
                </a:lnTo>
                <a:lnTo>
                  <a:pt x="4" y="13"/>
                </a:lnTo>
                <a:lnTo>
                  <a:pt x="3" y="16"/>
                </a:lnTo>
                <a:lnTo>
                  <a:pt x="2" y="15"/>
                </a:lnTo>
                <a:lnTo>
                  <a:pt x="0" y="12"/>
                </a:lnTo>
                <a:lnTo>
                  <a:pt x="0" y="10"/>
                </a:lnTo>
                <a:lnTo>
                  <a:pt x="0" y="9"/>
                </a:lnTo>
                <a:lnTo>
                  <a:pt x="0" y="8"/>
                </a:lnTo>
                <a:lnTo>
                  <a:pt x="2" y="7"/>
                </a:lnTo>
                <a:lnTo>
                  <a:pt x="2" y="6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0"/>
                </a:lnTo>
                <a:lnTo>
                  <a:pt x="5" y="1"/>
                </a:lnTo>
                <a:lnTo>
                  <a:pt x="6" y="2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5" name=""/>
          <p:cNvSpPr/>
          <p:nvPr/>
        </p:nvSpPr>
        <p:spPr>
          <a:xfrm>
            <a:off x="6602040" y="2039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6" name=""/>
          <p:cNvSpPr/>
          <p:nvPr/>
        </p:nvSpPr>
        <p:spPr>
          <a:xfrm>
            <a:off x="6601680" y="20376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7" name=""/>
          <p:cNvSpPr/>
          <p:nvPr/>
        </p:nvSpPr>
        <p:spPr>
          <a:xfrm>
            <a:off x="6611040" y="203616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0"/>
                </a:moveTo>
                <a:lnTo>
                  <a:pt x="3" y="2"/>
                </a:ln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8" name=""/>
          <p:cNvSpPr/>
          <p:nvPr/>
        </p:nvSpPr>
        <p:spPr>
          <a:xfrm>
            <a:off x="6610680" y="2035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39" name=""/>
          <p:cNvSpPr/>
          <p:nvPr/>
        </p:nvSpPr>
        <p:spPr>
          <a:xfrm>
            <a:off x="6610680" y="203508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1" y="3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1" y="3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0" name=""/>
          <p:cNvSpPr/>
          <p:nvPr/>
        </p:nvSpPr>
        <p:spPr>
          <a:xfrm>
            <a:off x="6610680" y="20347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1" name=""/>
          <p:cNvSpPr/>
          <p:nvPr/>
        </p:nvSpPr>
        <p:spPr>
          <a:xfrm>
            <a:off x="6454440" y="1836360"/>
            <a:ext cx="288720" cy="214920"/>
          </a:xfrm>
          <a:custGeom>
            <a:avLst/>
            <a:gdLst/>
            <a:ahLst/>
            <a:rect l="0" t="0" r="r" b="b"/>
            <a:pathLst>
              <a:path w="802" h="597">
                <a:moveTo>
                  <a:pt x="692" y="6"/>
                </a:moveTo>
                <a:lnTo>
                  <a:pt x="693" y="6"/>
                </a:lnTo>
                <a:lnTo>
                  <a:pt x="694" y="6"/>
                </a:lnTo>
                <a:lnTo>
                  <a:pt x="695" y="6"/>
                </a:lnTo>
                <a:lnTo>
                  <a:pt x="695" y="7"/>
                </a:lnTo>
                <a:lnTo>
                  <a:pt x="696" y="8"/>
                </a:lnTo>
                <a:lnTo>
                  <a:pt x="696" y="7"/>
                </a:lnTo>
                <a:lnTo>
                  <a:pt x="697" y="7"/>
                </a:lnTo>
                <a:lnTo>
                  <a:pt x="697" y="8"/>
                </a:lnTo>
                <a:lnTo>
                  <a:pt x="698" y="8"/>
                </a:lnTo>
                <a:lnTo>
                  <a:pt x="699" y="9"/>
                </a:lnTo>
                <a:lnTo>
                  <a:pt x="700" y="9"/>
                </a:lnTo>
                <a:lnTo>
                  <a:pt x="700" y="10"/>
                </a:lnTo>
                <a:lnTo>
                  <a:pt x="701" y="10"/>
                </a:lnTo>
                <a:lnTo>
                  <a:pt x="702" y="10"/>
                </a:lnTo>
                <a:lnTo>
                  <a:pt x="703" y="9"/>
                </a:lnTo>
                <a:lnTo>
                  <a:pt x="704" y="9"/>
                </a:lnTo>
                <a:lnTo>
                  <a:pt x="705" y="10"/>
                </a:lnTo>
                <a:lnTo>
                  <a:pt x="708" y="9"/>
                </a:lnTo>
                <a:lnTo>
                  <a:pt x="709" y="9"/>
                </a:lnTo>
                <a:lnTo>
                  <a:pt x="710" y="10"/>
                </a:lnTo>
                <a:lnTo>
                  <a:pt x="711" y="10"/>
                </a:lnTo>
                <a:lnTo>
                  <a:pt x="712" y="10"/>
                </a:lnTo>
                <a:lnTo>
                  <a:pt x="712" y="11"/>
                </a:lnTo>
                <a:lnTo>
                  <a:pt x="712" y="12"/>
                </a:lnTo>
                <a:lnTo>
                  <a:pt x="712" y="13"/>
                </a:lnTo>
                <a:lnTo>
                  <a:pt x="713" y="14"/>
                </a:lnTo>
                <a:lnTo>
                  <a:pt x="713" y="15"/>
                </a:lnTo>
                <a:lnTo>
                  <a:pt x="713" y="14"/>
                </a:lnTo>
                <a:lnTo>
                  <a:pt x="714" y="14"/>
                </a:lnTo>
                <a:lnTo>
                  <a:pt x="715" y="14"/>
                </a:lnTo>
                <a:lnTo>
                  <a:pt x="715" y="15"/>
                </a:lnTo>
                <a:lnTo>
                  <a:pt x="716" y="15"/>
                </a:lnTo>
                <a:lnTo>
                  <a:pt x="716" y="14"/>
                </a:lnTo>
                <a:lnTo>
                  <a:pt x="717" y="14"/>
                </a:lnTo>
                <a:lnTo>
                  <a:pt x="718" y="14"/>
                </a:lnTo>
                <a:lnTo>
                  <a:pt x="718" y="13"/>
                </a:lnTo>
                <a:lnTo>
                  <a:pt x="720" y="14"/>
                </a:lnTo>
                <a:lnTo>
                  <a:pt x="720" y="15"/>
                </a:lnTo>
                <a:lnTo>
                  <a:pt x="721" y="16"/>
                </a:lnTo>
                <a:lnTo>
                  <a:pt x="721" y="18"/>
                </a:lnTo>
                <a:lnTo>
                  <a:pt x="720" y="18"/>
                </a:lnTo>
                <a:lnTo>
                  <a:pt x="721" y="19"/>
                </a:lnTo>
                <a:lnTo>
                  <a:pt x="721" y="20"/>
                </a:lnTo>
                <a:lnTo>
                  <a:pt x="720" y="20"/>
                </a:lnTo>
                <a:lnTo>
                  <a:pt x="720" y="21"/>
                </a:lnTo>
                <a:lnTo>
                  <a:pt x="719" y="21"/>
                </a:lnTo>
                <a:lnTo>
                  <a:pt x="719" y="22"/>
                </a:lnTo>
                <a:lnTo>
                  <a:pt x="719" y="24"/>
                </a:lnTo>
                <a:lnTo>
                  <a:pt x="719" y="26"/>
                </a:lnTo>
                <a:lnTo>
                  <a:pt x="718" y="27"/>
                </a:lnTo>
                <a:lnTo>
                  <a:pt x="718" y="28"/>
                </a:lnTo>
                <a:lnTo>
                  <a:pt x="717" y="29"/>
                </a:lnTo>
                <a:lnTo>
                  <a:pt x="718" y="29"/>
                </a:lnTo>
                <a:lnTo>
                  <a:pt x="719" y="31"/>
                </a:lnTo>
                <a:lnTo>
                  <a:pt x="718" y="31"/>
                </a:lnTo>
                <a:lnTo>
                  <a:pt x="719" y="32"/>
                </a:lnTo>
                <a:lnTo>
                  <a:pt x="718" y="33"/>
                </a:lnTo>
                <a:lnTo>
                  <a:pt x="717" y="33"/>
                </a:lnTo>
                <a:lnTo>
                  <a:pt x="717" y="34"/>
                </a:lnTo>
                <a:lnTo>
                  <a:pt x="717" y="35"/>
                </a:lnTo>
                <a:lnTo>
                  <a:pt x="717" y="37"/>
                </a:lnTo>
                <a:lnTo>
                  <a:pt x="716" y="37"/>
                </a:lnTo>
                <a:lnTo>
                  <a:pt x="717" y="38"/>
                </a:lnTo>
                <a:lnTo>
                  <a:pt x="718" y="39"/>
                </a:lnTo>
                <a:lnTo>
                  <a:pt x="718" y="40"/>
                </a:lnTo>
                <a:lnTo>
                  <a:pt x="718" y="41"/>
                </a:lnTo>
                <a:lnTo>
                  <a:pt x="717" y="40"/>
                </a:lnTo>
                <a:lnTo>
                  <a:pt x="718" y="40"/>
                </a:lnTo>
                <a:lnTo>
                  <a:pt x="717" y="40"/>
                </a:lnTo>
                <a:lnTo>
                  <a:pt x="715" y="40"/>
                </a:lnTo>
                <a:lnTo>
                  <a:pt x="714" y="42"/>
                </a:lnTo>
                <a:lnTo>
                  <a:pt x="713" y="43"/>
                </a:lnTo>
                <a:lnTo>
                  <a:pt x="713" y="44"/>
                </a:lnTo>
                <a:lnTo>
                  <a:pt x="713" y="45"/>
                </a:lnTo>
                <a:lnTo>
                  <a:pt x="713" y="46"/>
                </a:lnTo>
                <a:lnTo>
                  <a:pt x="712" y="48"/>
                </a:lnTo>
                <a:lnTo>
                  <a:pt x="712" y="49"/>
                </a:lnTo>
                <a:lnTo>
                  <a:pt x="711" y="49"/>
                </a:lnTo>
                <a:lnTo>
                  <a:pt x="711" y="50"/>
                </a:lnTo>
                <a:lnTo>
                  <a:pt x="711" y="51"/>
                </a:lnTo>
                <a:lnTo>
                  <a:pt x="712" y="52"/>
                </a:lnTo>
                <a:lnTo>
                  <a:pt x="712" y="53"/>
                </a:lnTo>
                <a:lnTo>
                  <a:pt x="713" y="53"/>
                </a:lnTo>
                <a:lnTo>
                  <a:pt x="713" y="55"/>
                </a:lnTo>
                <a:lnTo>
                  <a:pt x="714" y="56"/>
                </a:lnTo>
                <a:lnTo>
                  <a:pt x="714" y="57"/>
                </a:lnTo>
                <a:lnTo>
                  <a:pt x="715" y="58"/>
                </a:lnTo>
                <a:lnTo>
                  <a:pt x="715" y="59"/>
                </a:lnTo>
                <a:lnTo>
                  <a:pt x="716" y="59"/>
                </a:lnTo>
                <a:lnTo>
                  <a:pt x="716" y="60"/>
                </a:lnTo>
                <a:lnTo>
                  <a:pt x="717" y="61"/>
                </a:lnTo>
                <a:lnTo>
                  <a:pt x="716" y="61"/>
                </a:lnTo>
                <a:lnTo>
                  <a:pt x="716" y="62"/>
                </a:lnTo>
                <a:lnTo>
                  <a:pt x="717" y="62"/>
                </a:lnTo>
                <a:lnTo>
                  <a:pt x="718" y="62"/>
                </a:lnTo>
                <a:lnTo>
                  <a:pt x="719" y="63"/>
                </a:lnTo>
                <a:lnTo>
                  <a:pt x="720" y="63"/>
                </a:lnTo>
                <a:lnTo>
                  <a:pt x="721" y="63"/>
                </a:lnTo>
                <a:lnTo>
                  <a:pt x="721" y="62"/>
                </a:lnTo>
                <a:lnTo>
                  <a:pt x="722" y="61"/>
                </a:lnTo>
                <a:lnTo>
                  <a:pt x="722" y="60"/>
                </a:lnTo>
                <a:lnTo>
                  <a:pt x="723" y="59"/>
                </a:lnTo>
                <a:lnTo>
                  <a:pt x="724" y="59"/>
                </a:lnTo>
                <a:lnTo>
                  <a:pt x="725" y="58"/>
                </a:lnTo>
                <a:lnTo>
                  <a:pt x="725" y="57"/>
                </a:lnTo>
                <a:lnTo>
                  <a:pt x="726" y="57"/>
                </a:lnTo>
                <a:lnTo>
                  <a:pt x="727" y="57"/>
                </a:lnTo>
                <a:lnTo>
                  <a:pt x="727" y="58"/>
                </a:lnTo>
                <a:lnTo>
                  <a:pt x="727" y="59"/>
                </a:lnTo>
                <a:lnTo>
                  <a:pt x="728" y="59"/>
                </a:lnTo>
                <a:lnTo>
                  <a:pt x="729" y="59"/>
                </a:lnTo>
                <a:lnTo>
                  <a:pt x="729" y="58"/>
                </a:lnTo>
                <a:lnTo>
                  <a:pt x="730" y="57"/>
                </a:lnTo>
                <a:lnTo>
                  <a:pt x="730" y="58"/>
                </a:lnTo>
                <a:lnTo>
                  <a:pt x="730" y="59"/>
                </a:lnTo>
                <a:lnTo>
                  <a:pt x="731" y="60"/>
                </a:lnTo>
                <a:lnTo>
                  <a:pt x="733" y="60"/>
                </a:lnTo>
                <a:lnTo>
                  <a:pt x="734" y="60"/>
                </a:lnTo>
                <a:lnTo>
                  <a:pt x="734" y="61"/>
                </a:lnTo>
                <a:lnTo>
                  <a:pt x="735" y="60"/>
                </a:lnTo>
                <a:lnTo>
                  <a:pt x="736" y="60"/>
                </a:lnTo>
                <a:lnTo>
                  <a:pt x="737" y="60"/>
                </a:lnTo>
                <a:lnTo>
                  <a:pt x="738" y="60"/>
                </a:lnTo>
                <a:lnTo>
                  <a:pt x="739" y="60"/>
                </a:lnTo>
                <a:lnTo>
                  <a:pt x="738" y="60"/>
                </a:lnTo>
                <a:lnTo>
                  <a:pt x="739" y="61"/>
                </a:lnTo>
                <a:lnTo>
                  <a:pt x="740" y="61"/>
                </a:lnTo>
                <a:lnTo>
                  <a:pt x="742" y="61"/>
                </a:lnTo>
                <a:lnTo>
                  <a:pt x="742" y="62"/>
                </a:lnTo>
                <a:lnTo>
                  <a:pt x="742" y="63"/>
                </a:lnTo>
                <a:lnTo>
                  <a:pt x="741" y="63"/>
                </a:lnTo>
                <a:lnTo>
                  <a:pt x="740" y="63"/>
                </a:lnTo>
                <a:lnTo>
                  <a:pt x="739" y="63"/>
                </a:lnTo>
                <a:lnTo>
                  <a:pt x="739" y="64"/>
                </a:lnTo>
                <a:lnTo>
                  <a:pt x="739" y="65"/>
                </a:lnTo>
                <a:lnTo>
                  <a:pt x="738" y="64"/>
                </a:lnTo>
                <a:lnTo>
                  <a:pt x="737" y="64"/>
                </a:lnTo>
                <a:lnTo>
                  <a:pt x="736" y="65"/>
                </a:lnTo>
                <a:lnTo>
                  <a:pt x="735" y="66"/>
                </a:lnTo>
                <a:lnTo>
                  <a:pt x="735" y="67"/>
                </a:lnTo>
                <a:lnTo>
                  <a:pt x="735" y="68"/>
                </a:lnTo>
                <a:lnTo>
                  <a:pt x="736" y="68"/>
                </a:lnTo>
                <a:lnTo>
                  <a:pt x="737" y="69"/>
                </a:lnTo>
                <a:lnTo>
                  <a:pt x="736" y="69"/>
                </a:lnTo>
                <a:lnTo>
                  <a:pt x="736" y="70"/>
                </a:lnTo>
                <a:lnTo>
                  <a:pt x="737" y="72"/>
                </a:lnTo>
                <a:lnTo>
                  <a:pt x="737" y="73"/>
                </a:lnTo>
                <a:lnTo>
                  <a:pt x="737" y="74"/>
                </a:lnTo>
                <a:lnTo>
                  <a:pt x="735" y="74"/>
                </a:lnTo>
                <a:lnTo>
                  <a:pt x="734" y="74"/>
                </a:lnTo>
                <a:lnTo>
                  <a:pt x="733" y="75"/>
                </a:lnTo>
                <a:lnTo>
                  <a:pt x="733" y="76"/>
                </a:lnTo>
                <a:lnTo>
                  <a:pt x="733" y="77"/>
                </a:lnTo>
                <a:lnTo>
                  <a:pt x="732" y="77"/>
                </a:lnTo>
                <a:lnTo>
                  <a:pt x="731" y="77"/>
                </a:lnTo>
                <a:lnTo>
                  <a:pt x="731" y="78"/>
                </a:lnTo>
                <a:lnTo>
                  <a:pt x="730" y="77"/>
                </a:lnTo>
                <a:lnTo>
                  <a:pt x="729" y="78"/>
                </a:lnTo>
                <a:lnTo>
                  <a:pt x="728" y="78"/>
                </a:lnTo>
                <a:lnTo>
                  <a:pt x="727" y="78"/>
                </a:lnTo>
                <a:lnTo>
                  <a:pt x="726" y="78"/>
                </a:lnTo>
                <a:lnTo>
                  <a:pt x="725" y="78"/>
                </a:lnTo>
                <a:lnTo>
                  <a:pt x="725" y="77"/>
                </a:lnTo>
                <a:lnTo>
                  <a:pt x="725" y="78"/>
                </a:lnTo>
                <a:lnTo>
                  <a:pt x="724" y="78"/>
                </a:lnTo>
                <a:lnTo>
                  <a:pt x="723" y="79"/>
                </a:lnTo>
                <a:lnTo>
                  <a:pt x="723" y="80"/>
                </a:lnTo>
                <a:lnTo>
                  <a:pt x="723" y="81"/>
                </a:lnTo>
                <a:lnTo>
                  <a:pt x="723" y="83"/>
                </a:lnTo>
                <a:lnTo>
                  <a:pt x="724" y="83"/>
                </a:lnTo>
                <a:lnTo>
                  <a:pt x="724" y="84"/>
                </a:lnTo>
                <a:lnTo>
                  <a:pt x="724" y="85"/>
                </a:lnTo>
                <a:lnTo>
                  <a:pt x="724" y="86"/>
                </a:lnTo>
                <a:lnTo>
                  <a:pt x="723" y="86"/>
                </a:lnTo>
                <a:lnTo>
                  <a:pt x="723" y="87"/>
                </a:lnTo>
                <a:lnTo>
                  <a:pt x="723" y="88"/>
                </a:lnTo>
                <a:lnTo>
                  <a:pt x="724" y="90"/>
                </a:lnTo>
                <a:lnTo>
                  <a:pt x="725" y="91"/>
                </a:lnTo>
                <a:lnTo>
                  <a:pt x="726" y="92"/>
                </a:lnTo>
                <a:lnTo>
                  <a:pt x="726" y="93"/>
                </a:lnTo>
                <a:lnTo>
                  <a:pt x="726" y="94"/>
                </a:lnTo>
                <a:lnTo>
                  <a:pt x="725" y="95"/>
                </a:lnTo>
                <a:lnTo>
                  <a:pt x="725" y="96"/>
                </a:lnTo>
                <a:lnTo>
                  <a:pt x="724" y="98"/>
                </a:lnTo>
                <a:lnTo>
                  <a:pt x="724" y="100"/>
                </a:lnTo>
                <a:lnTo>
                  <a:pt x="724" y="101"/>
                </a:lnTo>
                <a:lnTo>
                  <a:pt x="725" y="101"/>
                </a:lnTo>
                <a:lnTo>
                  <a:pt x="725" y="102"/>
                </a:lnTo>
                <a:lnTo>
                  <a:pt x="725" y="103"/>
                </a:lnTo>
                <a:lnTo>
                  <a:pt x="724" y="106"/>
                </a:lnTo>
                <a:lnTo>
                  <a:pt x="724" y="107"/>
                </a:lnTo>
                <a:lnTo>
                  <a:pt x="723" y="107"/>
                </a:lnTo>
                <a:lnTo>
                  <a:pt x="722" y="109"/>
                </a:lnTo>
                <a:lnTo>
                  <a:pt x="722" y="110"/>
                </a:lnTo>
                <a:lnTo>
                  <a:pt x="722" y="111"/>
                </a:lnTo>
                <a:lnTo>
                  <a:pt x="722" y="112"/>
                </a:lnTo>
                <a:lnTo>
                  <a:pt x="721" y="114"/>
                </a:lnTo>
                <a:lnTo>
                  <a:pt x="720" y="114"/>
                </a:lnTo>
                <a:lnTo>
                  <a:pt x="719" y="115"/>
                </a:lnTo>
                <a:lnTo>
                  <a:pt x="718" y="115"/>
                </a:lnTo>
                <a:lnTo>
                  <a:pt x="718" y="116"/>
                </a:lnTo>
                <a:lnTo>
                  <a:pt x="717" y="118"/>
                </a:lnTo>
                <a:lnTo>
                  <a:pt x="715" y="120"/>
                </a:lnTo>
                <a:lnTo>
                  <a:pt x="715" y="121"/>
                </a:lnTo>
                <a:lnTo>
                  <a:pt x="714" y="121"/>
                </a:lnTo>
                <a:lnTo>
                  <a:pt x="713" y="121"/>
                </a:lnTo>
                <a:lnTo>
                  <a:pt x="713" y="122"/>
                </a:lnTo>
                <a:lnTo>
                  <a:pt x="712" y="122"/>
                </a:lnTo>
                <a:lnTo>
                  <a:pt x="710" y="122"/>
                </a:lnTo>
                <a:lnTo>
                  <a:pt x="709" y="123"/>
                </a:lnTo>
                <a:lnTo>
                  <a:pt x="708" y="124"/>
                </a:lnTo>
                <a:lnTo>
                  <a:pt x="708" y="125"/>
                </a:lnTo>
                <a:lnTo>
                  <a:pt x="707" y="125"/>
                </a:lnTo>
                <a:lnTo>
                  <a:pt x="707" y="126"/>
                </a:lnTo>
                <a:lnTo>
                  <a:pt x="707" y="127"/>
                </a:lnTo>
                <a:lnTo>
                  <a:pt x="706" y="128"/>
                </a:lnTo>
                <a:lnTo>
                  <a:pt x="705" y="130"/>
                </a:lnTo>
                <a:lnTo>
                  <a:pt x="704" y="130"/>
                </a:lnTo>
                <a:lnTo>
                  <a:pt x="703" y="130"/>
                </a:lnTo>
                <a:lnTo>
                  <a:pt x="703" y="131"/>
                </a:lnTo>
                <a:lnTo>
                  <a:pt x="702" y="131"/>
                </a:lnTo>
                <a:lnTo>
                  <a:pt x="701" y="132"/>
                </a:lnTo>
                <a:lnTo>
                  <a:pt x="701" y="133"/>
                </a:lnTo>
                <a:lnTo>
                  <a:pt x="702" y="133"/>
                </a:lnTo>
                <a:lnTo>
                  <a:pt x="702" y="134"/>
                </a:lnTo>
                <a:lnTo>
                  <a:pt x="702" y="135"/>
                </a:lnTo>
                <a:lnTo>
                  <a:pt x="702" y="136"/>
                </a:lnTo>
                <a:lnTo>
                  <a:pt x="702" y="137"/>
                </a:lnTo>
                <a:lnTo>
                  <a:pt x="703" y="137"/>
                </a:lnTo>
                <a:lnTo>
                  <a:pt x="703" y="138"/>
                </a:lnTo>
                <a:lnTo>
                  <a:pt x="702" y="140"/>
                </a:lnTo>
                <a:lnTo>
                  <a:pt x="701" y="141"/>
                </a:lnTo>
                <a:lnTo>
                  <a:pt x="700" y="141"/>
                </a:lnTo>
                <a:lnTo>
                  <a:pt x="698" y="142"/>
                </a:lnTo>
                <a:lnTo>
                  <a:pt x="696" y="143"/>
                </a:lnTo>
                <a:lnTo>
                  <a:pt x="694" y="144"/>
                </a:lnTo>
                <a:lnTo>
                  <a:pt x="694" y="145"/>
                </a:lnTo>
                <a:lnTo>
                  <a:pt x="693" y="145"/>
                </a:lnTo>
                <a:lnTo>
                  <a:pt x="692" y="145"/>
                </a:lnTo>
                <a:lnTo>
                  <a:pt x="691" y="145"/>
                </a:lnTo>
                <a:lnTo>
                  <a:pt x="690" y="146"/>
                </a:lnTo>
                <a:lnTo>
                  <a:pt x="690" y="147"/>
                </a:lnTo>
                <a:lnTo>
                  <a:pt x="690" y="148"/>
                </a:lnTo>
                <a:lnTo>
                  <a:pt x="689" y="151"/>
                </a:lnTo>
                <a:lnTo>
                  <a:pt x="688" y="152"/>
                </a:lnTo>
                <a:lnTo>
                  <a:pt x="688" y="153"/>
                </a:lnTo>
                <a:lnTo>
                  <a:pt x="689" y="153"/>
                </a:lnTo>
                <a:lnTo>
                  <a:pt x="689" y="154"/>
                </a:lnTo>
                <a:lnTo>
                  <a:pt x="688" y="154"/>
                </a:lnTo>
                <a:lnTo>
                  <a:pt x="688" y="155"/>
                </a:lnTo>
                <a:lnTo>
                  <a:pt x="687" y="156"/>
                </a:lnTo>
                <a:lnTo>
                  <a:pt x="687" y="157"/>
                </a:lnTo>
                <a:lnTo>
                  <a:pt x="686" y="158"/>
                </a:lnTo>
                <a:lnTo>
                  <a:pt x="685" y="160"/>
                </a:lnTo>
                <a:lnTo>
                  <a:pt x="685" y="161"/>
                </a:lnTo>
                <a:lnTo>
                  <a:pt x="686" y="161"/>
                </a:lnTo>
                <a:lnTo>
                  <a:pt x="686" y="162"/>
                </a:lnTo>
                <a:lnTo>
                  <a:pt x="686" y="163"/>
                </a:lnTo>
                <a:lnTo>
                  <a:pt x="686" y="164"/>
                </a:lnTo>
                <a:lnTo>
                  <a:pt x="686" y="165"/>
                </a:lnTo>
                <a:lnTo>
                  <a:pt x="686" y="166"/>
                </a:lnTo>
                <a:lnTo>
                  <a:pt x="687" y="166"/>
                </a:lnTo>
                <a:lnTo>
                  <a:pt x="688" y="167"/>
                </a:lnTo>
                <a:lnTo>
                  <a:pt x="688" y="168"/>
                </a:lnTo>
                <a:lnTo>
                  <a:pt x="687" y="168"/>
                </a:lnTo>
                <a:lnTo>
                  <a:pt x="687" y="169"/>
                </a:lnTo>
                <a:lnTo>
                  <a:pt x="688" y="169"/>
                </a:lnTo>
                <a:lnTo>
                  <a:pt x="688" y="170"/>
                </a:lnTo>
                <a:lnTo>
                  <a:pt x="689" y="170"/>
                </a:lnTo>
                <a:lnTo>
                  <a:pt x="690" y="170"/>
                </a:lnTo>
                <a:lnTo>
                  <a:pt x="690" y="171"/>
                </a:lnTo>
                <a:lnTo>
                  <a:pt x="689" y="172"/>
                </a:lnTo>
                <a:lnTo>
                  <a:pt x="689" y="173"/>
                </a:lnTo>
                <a:lnTo>
                  <a:pt x="689" y="174"/>
                </a:lnTo>
                <a:lnTo>
                  <a:pt x="689" y="175"/>
                </a:lnTo>
                <a:lnTo>
                  <a:pt x="688" y="175"/>
                </a:lnTo>
                <a:lnTo>
                  <a:pt x="688" y="176"/>
                </a:lnTo>
                <a:lnTo>
                  <a:pt x="689" y="176"/>
                </a:lnTo>
                <a:lnTo>
                  <a:pt x="689" y="175"/>
                </a:lnTo>
                <a:lnTo>
                  <a:pt x="690" y="174"/>
                </a:lnTo>
                <a:lnTo>
                  <a:pt x="690" y="175"/>
                </a:lnTo>
                <a:lnTo>
                  <a:pt x="691" y="175"/>
                </a:lnTo>
                <a:lnTo>
                  <a:pt x="692" y="174"/>
                </a:lnTo>
                <a:lnTo>
                  <a:pt x="693" y="174"/>
                </a:lnTo>
                <a:lnTo>
                  <a:pt x="694" y="174"/>
                </a:lnTo>
                <a:lnTo>
                  <a:pt x="695" y="174"/>
                </a:lnTo>
                <a:lnTo>
                  <a:pt x="696" y="174"/>
                </a:lnTo>
                <a:lnTo>
                  <a:pt x="698" y="173"/>
                </a:lnTo>
                <a:lnTo>
                  <a:pt x="699" y="173"/>
                </a:lnTo>
                <a:lnTo>
                  <a:pt x="699" y="172"/>
                </a:lnTo>
                <a:lnTo>
                  <a:pt x="700" y="173"/>
                </a:lnTo>
                <a:lnTo>
                  <a:pt x="701" y="173"/>
                </a:lnTo>
                <a:lnTo>
                  <a:pt x="701" y="172"/>
                </a:lnTo>
                <a:lnTo>
                  <a:pt x="701" y="171"/>
                </a:lnTo>
                <a:lnTo>
                  <a:pt x="701" y="169"/>
                </a:lnTo>
                <a:lnTo>
                  <a:pt x="700" y="169"/>
                </a:lnTo>
                <a:lnTo>
                  <a:pt x="700" y="168"/>
                </a:lnTo>
                <a:lnTo>
                  <a:pt x="701" y="168"/>
                </a:lnTo>
                <a:lnTo>
                  <a:pt x="702" y="167"/>
                </a:lnTo>
                <a:lnTo>
                  <a:pt x="701" y="165"/>
                </a:lnTo>
                <a:lnTo>
                  <a:pt x="701" y="164"/>
                </a:lnTo>
                <a:lnTo>
                  <a:pt x="702" y="164"/>
                </a:lnTo>
                <a:lnTo>
                  <a:pt x="702" y="163"/>
                </a:lnTo>
                <a:lnTo>
                  <a:pt x="701" y="162"/>
                </a:lnTo>
                <a:lnTo>
                  <a:pt x="702" y="161"/>
                </a:lnTo>
                <a:lnTo>
                  <a:pt x="703" y="160"/>
                </a:lnTo>
                <a:lnTo>
                  <a:pt x="704" y="161"/>
                </a:lnTo>
                <a:lnTo>
                  <a:pt x="705" y="161"/>
                </a:lnTo>
                <a:lnTo>
                  <a:pt x="706" y="160"/>
                </a:lnTo>
                <a:lnTo>
                  <a:pt x="706" y="159"/>
                </a:lnTo>
                <a:lnTo>
                  <a:pt x="707" y="159"/>
                </a:lnTo>
                <a:lnTo>
                  <a:pt x="709" y="158"/>
                </a:lnTo>
                <a:lnTo>
                  <a:pt x="710" y="157"/>
                </a:lnTo>
                <a:lnTo>
                  <a:pt x="711" y="157"/>
                </a:lnTo>
                <a:lnTo>
                  <a:pt x="712" y="157"/>
                </a:lnTo>
                <a:lnTo>
                  <a:pt x="712" y="156"/>
                </a:lnTo>
                <a:lnTo>
                  <a:pt x="712" y="155"/>
                </a:lnTo>
                <a:lnTo>
                  <a:pt x="714" y="153"/>
                </a:lnTo>
                <a:lnTo>
                  <a:pt x="714" y="152"/>
                </a:lnTo>
                <a:lnTo>
                  <a:pt x="715" y="152"/>
                </a:lnTo>
                <a:lnTo>
                  <a:pt x="716" y="151"/>
                </a:lnTo>
                <a:lnTo>
                  <a:pt x="716" y="150"/>
                </a:lnTo>
                <a:lnTo>
                  <a:pt x="717" y="150"/>
                </a:lnTo>
                <a:lnTo>
                  <a:pt x="718" y="150"/>
                </a:lnTo>
                <a:lnTo>
                  <a:pt x="718" y="149"/>
                </a:lnTo>
                <a:lnTo>
                  <a:pt x="718" y="148"/>
                </a:lnTo>
                <a:lnTo>
                  <a:pt x="719" y="148"/>
                </a:lnTo>
                <a:lnTo>
                  <a:pt x="720" y="148"/>
                </a:lnTo>
                <a:lnTo>
                  <a:pt x="721" y="148"/>
                </a:lnTo>
                <a:lnTo>
                  <a:pt x="721" y="149"/>
                </a:lnTo>
                <a:lnTo>
                  <a:pt x="720" y="149"/>
                </a:lnTo>
                <a:lnTo>
                  <a:pt x="721" y="151"/>
                </a:lnTo>
                <a:lnTo>
                  <a:pt x="722" y="151"/>
                </a:lnTo>
                <a:lnTo>
                  <a:pt x="724" y="152"/>
                </a:lnTo>
                <a:lnTo>
                  <a:pt x="724" y="153"/>
                </a:lnTo>
                <a:lnTo>
                  <a:pt x="726" y="154"/>
                </a:lnTo>
                <a:lnTo>
                  <a:pt x="728" y="154"/>
                </a:lnTo>
                <a:lnTo>
                  <a:pt x="728" y="153"/>
                </a:lnTo>
                <a:lnTo>
                  <a:pt x="729" y="153"/>
                </a:lnTo>
                <a:lnTo>
                  <a:pt x="730" y="152"/>
                </a:lnTo>
                <a:lnTo>
                  <a:pt x="730" y="151"/>
                </a:lnTo>
                <a:lnTo>
                  <a:pt x="731" y="150"/>
                </a:lnTo>
                <a:lnTo>
                  <a:pt x="732" y="150"/>
                </a:lnTo>
                <a:lnTo>
                  <a:pt x="733" y="150"/>
                </a:lnTo>
                <a:lnTo>
                  <a:pt x="733" y="151"/>
                </a:lnTo>
                <a:lnTo>
                  <a:pt x="733" y="152"/>
                </a:lnTo>
                <a:lnTo>
                  <a:pt x="733" y="153"/>
                </a:lnTo>
                <a:lnTo>
                  <a:pt x="734" y="153"/>
                </a:lnTo>
                <a:lnTo>
                  <a:pt x="735" y="153"/>
                </a:lnTo>
                <a:lnTo>
                  <a:pt x="736" y="153"/>
                </a:lnTo>
                <a:lnTo>
                  <a:pt x="735" y="155"/>
                </a:lnTo>
                <a:lnTo>
                  <a:pt x="735" y="158"/>
                </a:lnTo>
                <a:lnTo>
                  <a:pt x="735" y="159"/>
                </a:lnTo>
                <a:lnTo>
                  <a:pt x="734" y="160"/>
                </a:lnTo>
                <a:lnTo>
                  <a:pt x="734" y="161"/>
                </a:lnTo>
                <a:lnTo>
                  <a:pt x="735" y="161"/>
                </a:lnTo>
                <a:lnTo>
                  <a:pt x="737" y="162"/>
                </a:lnTo>
                <a:lnTo>
                  <a:pt x="738" y="162"/>
                </a:lnTo>
                <a:lnTo>
                  <a:pt x="739" y="162"/>
                </a:lnTo>
                <a:lnTo>
                  <a:pt x="740" y="162"/>
                </a:lnTo>
                <a:lnTo>
                  <a:pt x="739" y="163"/>
                </a:lnTo>
                <a:lnTo>
                  <a:pt x="740" y="163"/>
                </a:lnTo>
                <a:lnTo>
                  <a:pt x="739" y="165"/>
                </a:lnTo>
                <a:lnTo>
                  <a:pt x="739" y="166"/>
                </a:lnTo>
                <a:lnTo>
                  <a:pt x="738" y="166"/>
                </a:lnTo>
                <a:lnTo>
                  <a:pt x="737" y="166"/>
                </a:lnTo>
                <a:lnTo>
                  <a:pt x="737" y="167"/>
                </a:lnTo>
                <a:lnTo>
                  <a:pt x="736" y="168"/>
                </a:lnTo>
                <a:lnTo>
                  <a:pt x="736" y="169"/>
                </a:lnTo>
                <a:lnTo>
                  <a:pt x="736" y="170"/>
                </a:lnTo>
                <a:lnTo>
                  <a:pt x="737" y="170"/>
                </a:lnTo>
                <a:lnTo>
                  <a:pt x="737" y="171"/>
                </a:lnTo>
                <a:lnTo>
                  <a:pt x="738" y="172"/>
                </a:lnTo>
                <a:lnTo>
                  <a:pt x="739" y="172"/>
                </a:lnTo>
                <a:lnTo>
                  <a:pt x="739" y="174"/>
                </a:lnTo>
                <a:lnTo>
                  <a:pt x="738" y="176"/>
                </a:lnTo>
                <a:lnTo>
                  <a:pt x="738" y="177"/>
                </a:lnTo>
                <a:lnTo>
                  <a:pt x="738" y="178"/>
                </a:lnTo>
                <a:lnTo>
                  <a:pt x="739" y="179"/>
                </a:lnTo>
                <a:lnTo>
                  <a:pt x="738" y="180"/>
                </a:lnTo>
                <a:lnTo>
                  <a:pt x="738" y="183"/>
                </a:lnTo>
                <a:lnTo>
                  <a:pt x="739" y="185"/>
                </a:lnTo>
                <a:lnTo>
                  <a:pt x="740" y="186"/>
                </a:lnTo>
                <a:lnTo>
                  <a:pt x="741" y="187"/>
                </a:lnTo>
                <a:lnTo>
                  <a:pt x="741" y="188"/>
                </a:lnTo>
                <a:lnTo>
                  <a:pt x="742" y="189"/>
                </a:lnTo>
                <a:lnTo>
                  <a:pt x="741" y="191"/>
                </a:lnTo>
                <a:lnTo>
                  <a:pt x="741" y="192"/>
                </a:lnTo>
                <a:lnTo>
                  <a:pt x="740" y="193"/>
                </a:lnTo>
                <a:lnTo>
                  <a:pt x="739" y="195"/>
                </a:lnTo>
                <a:lnTo>
                  <a:pt x="739" y="196"/>
                </a:lnTo>
                <a:lnTo>
                  <a:pt x="739" y="197"/>
                </a:lnTo>
                <a:lnTo>
                  <a:pt x="739" y="198"/>
                </a:lnTo>
                <a:lnTo>
                  <a:pt x="738" y="198"/>
                </a:lnTo>
                <a:lnTo>
                  <a:pt x="738" y="199"/>
                </a:lnTo>
                <a:lnTo>
                  <a:pt x="738" y="200"/>
                </a:lnTo>
                <a:lnTo>
                  <a:pt x="737" y="200"/>
                </a:lnTo>
                <a:lnTo>
                  <a:pt x="737" y="201"/>
                </a:lnTo>
                <a:lnTo>
                  <a:pt x="736" y="202"/>
                </a:lnTo>
                <a:lnTo>
                  <a:pt x="736" y="203"/>
                </a:lnTo>
                <a:lnTo>
                  <a:pt x="736" y="204"/>
                </a:lnTo>
                <a:lnTo>
                  <a:pt x="737" y="203"/>
                </a:lnTo>
                <a:lnTo>
                  <a:pt x="737" y="204"/>
                </a:lnTo>
                <a:lnTo>
                  <a:pt x="738" y="204"/>
                </a:lnTo>
                <a:lnTo>
                  <a:pt x="738" y="205"/>
                </a:lnTo>
                <a:lnTo>
                  <a:pt x="738" y="206"/>
                </a:lnTo>
                <a:lnTo>
                  <a:pt x="739" y="205"/>
                </a:lnTo>
                <a:lnTo>
                  <a:pt x="740" y="205"/>
                </a:lnTo>
                <a:lnTo>
                  <a:pt x="740" y="204"/>
                </a:lnTo>
                <a:lnTo>
                  <a:pt x="742" y="205"/>
                </a:lnTo>
                <a:lnTo>
                  <a:pt x="743" y="205"/>
                </a:lnTo>
                <a:lnTo>
                  <a:pt x="744" y="207"/>
                </a:lnTo>
                <a:lnTo>
                  <a:pt x="745" y="207"/>
                </a:lnTo>
                <a:lnTo>
                  <a:pt x="745" y="208"/>
                </a:lnTo>
                <a:lnTo>
                  <a:pt x="746" y="208"/>
                </a:lnTo>
                <a:lnTo>
                  <a:pt x="747" y="208"/>
                </a:lnTo>
                <a:lnTo>
                  <a:pt x="748" y="207"/>
                </a:lnTo>
                <a:lnTo>
                  <a:pt x="749" y="208"/>
                </a:lnTo>
                <a:lnTo>
                  <a:pt x="749" y="209"/>
                </a:lnTo>
                <a:lnTo>
                  <a:pt x="750" y="208"/>
                </a:lnTo>
                <a:lnTo>
                  <a:pt x="751" y="208"/>
                </a:lnTo>
                <a:lnTo>
                  <a:pt x="751" y="207"/>
                </a:lnTo>
                <a:lnTo>
                  <a:pt x="752" y="205"/>
                </a:lnTo>
                <a:lnTo>
                  <a:pt x="752" y="204"/>
                </a:lnTo>
                <a:lnTo>
                  <a:pt x="752" y="203"/>
                </a:lnTo>
                <a:lnTo>
                  <a:pt x="753" y="202"/>
                </a:lnTo>
                <a:lnTo>
                  <a:pt x="754" y="202"/>
                </a:lnTo>
                <a:lnTo>
                  <a:pt x="756" y="203"/>
                </a:lnTo>
                <a:lnTo>
                  <a:pt x="757" y="203"/>
                </a:lnTo>
                <a:lnTo>
                  <a:pt x="758" y="203"/>
                </a:lnTo>
                <a:lnTo>
                  <a:pt x="758" y="202"/>
                </a:lnTo>
                <a:lnTo>
                  <a:pt x="758" y="201"/>
                </a:lnTo>
                <a:lnTo>
                  <a:pt x="758" y="200"/>
                </a:lnTo>
                <a:lnTo>
                  <a:pt x="757" y="200"/>
                </a:lnTo>
                <a:lnTo>
                  <a:pt x="758" y="199"/>
                </a:lnTo>
                <a:lnTo>
                  <a:pt x="758" y="198"/>
                </a:lnTo>
                <a:lnTo>
                  <a:pt x="759" y="198"/>
                </a:lnTo>
                <a:lnTo>
                  <a:pt x="759" y="197"/>
                </a:lnTo>
                <a:lnTo>
                  <a:pt x="759" y="196"/>
                </a:lnTo>
                <a:lnTo>
                  <a:pt x="760" y="195"/>
                </a:lnTo>
                <a:lnTo>
                  <a:pt x="760" y="194"/>
                </a:lnTo>
                <a:lnTo>
                  <a:pt x="762" y="193"/>
                </a:lnTo>
                <a:lnTo>
                  <a:pt x="762" y="192"/>
                </a:lnTo>
                <a:lnTo>
                  <a:pt x="763" y="191"/>
                </a:lnTo>
                <a:lnTo>
                  <a:pt x="765" y="191"/>
                </a:lnTo>
                <a:lnTo>
                  <a:pt x="766" y="191"/>
                </a:lnTo>
                <a:lnTo>
                  <a:pt x="767" y="191"/>
                </a:lnTo>
                <a:lnTo>
                  <a:pt x="767" y="192"/>
                </a:lnTo>
                <a:lnTo>
                  <a:pt x="768" y="192"/>
                </a:lnTo>
                <a:lnTo>
                  <a:pt x="770" y="192"/>
                </a:lnTo>
                <a:lnTo>
                  <a:pt x="771" y="192"/>
                </a:lnTo>
                <a:lnTo>
                  <a:pt x="771" y="191"/>
                </a:lnTo>
                <a:lnTo>
                  <a:pt x="772" y="190"/>
                </a:lnTo>
                <a:lnTo>
                  <a:pt x="773" y="190"/>
                </a:lnTo>
                <a:lnTo>
                  <a:pt x="773" y="191"/>
                </a:lnTo>
                <a:lnTo>
                  <a:pt x="775" y="192"/>
                </a:lnTo>
                <a:lnTo>
                  <a:pt x="777" y="192"/>
                </a:lnTo>
                <a:lnTo>
                  <a:pt x="778" y="192"/>
                </a:lnTo>
                <a:lnTo>
                  <a:pt x="779" y="192"/>
                </a:lnTo>
                <a:lnTo>
                  <a:pt x="780" y="192"/>
                </a:lnTo>
                <a:lnTo>
                  <a:pt x="782" y="192"/>
                </a:lnTo>
                <a:lnTo>
                  <a:pt x="782" y="193"/>
                </a:lnTo>
                <a:lnTo>
                  <a:pt x="782" y="194"/>
                </a:lnTo>
                <a:lnTo>
                  <a:pt x="783" y="194"/>
                </a:lnTo>
                <a:lnTo>
                  <a:pt x="783" y="195"/>
                </a:lnTo>
                <a:lnTo>
                  <a:pt x="784" y="194"/>
                </a:lnTo>
                <a:lnTo>
                  <a:pt x="784" y="193"/>
                </a:lnTo>
                <a:lnTo>
                  <a:pt x="785" y="193"/>
                </a:lnTo>
                <a:lnTo>
                  <a:pt x="787" y="193"/>
                </a:lnTo>
                <a:lnTo>
                  <a:pt x="788" y="194"/>
                </a:lnTo>
                <a:lnTo>
                  <a:pt x="789" y="194"/>
                </a:lnTo>
                <a:lnTo>
                  <a:pt x="790" y="194"/>
                </a:lnTo>
                <a:lnTo>
                  <a:pt x="790" y="193"/>
                </a:lnTo>
                <a:lnTo>
                  <a:pt x="792" y="193"/>
                </a:lnTo>
                <a:lnTo>
                  <a:pt x="793" y="194"/>
                </a:lnTo>
                <a:lnTo>
                  <a:pt x="794" y="194"/>
                </a:lnTo>
                <a:lnTo>
                  <a:pt x="796" y="194"/>
                </a:lnTo>
                <a:lnTo>
                  <a:pt x="797" y="196"/>
                </a:lnTo>
                <a:lnTo>
                  <a:pt x="798" y="197"/>
                </a:lnTo>
                <a:lnTo>
                  <a:pt x="797" y="197"/>
                </a:lnTo>
                <a:lnTo>
                  <a:pt x="797" y="198"/>
                </a:lnTo>
                <a:lnTo>
                  <a:pt x="796" y="198"/>
                </a:lnTo>
                <a:lnTo>
                  <a:pt x="795" y="197"/>
                </a:lnTo>
                <a:lnTo>
                  <a:pt x="795" y="198"/>
                </a:lnTo>
                <a:lnTo>
                  <a:pt x="794" y="198"/>
                </a:lnTo>
                <a:lnTo>
                  <a:pt x="793" y="198"/>
                </a:lnTo>
                <a:lnTo>
                  <a:pt x="792" y="198"/>
                </a:lnTo>
                <a:lnTo>
                  <a:pt x="791" y="199"/>
                </a:lnTo>
                <a:lnTo>
                  <a:pt x="791" y="201"/>
                </a:lnTo>
                <a:lnTo>
                  <a:pt x="791" y="202"/>
                </a:lnTo>
                <a:lnTo>
                  <a:pt x="790" y="202"/>
                </a:lnTo>
                <a:lnTo>
                  <a:pt x="790" y="203"/>
                </a:lnTo>
                <a:lnTo>
                  <a:pt x="789" y="203"/>
                </a:lnTo>
                <a:lnTo>
                  <a:pt x="789" y="204"/>
                </a:lnTo>
                <a:lnTo>
                  <a:pt x="790" y="204"/>
                </a:lnTo>
                <a:lnTo>
                  <a:pt x="790" y="206"/>
                </a:lnTo>
                <a:lnTo>
                  <a:pt x="790" y="207"/>
                </a:lnTo>
                <a:lnTo>
                  <a:pt x="791" y="208"/>
                </a:lnTo>
                <a:lnTo>
                  <a:pt x="790" y="208"/>
                </a:lnTo>
                <a:lnTo>
                  <a:pt x="789" y="208"/>
                </a:lnTo>
                <a:lnTo>
                  <a:pt x="789" y="209"/>
                </a:lnTo>
                <a:lnTo>
                  <a:pt x="788" y="210"/>
                </a:lnTo>
                <a:lnTo>
                  <a:pt x="789" y="211"/>
                </a:lnTo>
                <a:lnTo>
                  <a:pt x="789" y="212"/>
                </a:lnTo>
                <a:lnTo>
                  <a:pt x="789" y="213"/>
                </a:lnTo>
                <a:lnTo>
                  <a:pt x="789" y="214"/>
                </a:lnTo>
                <a:lnTo>
                  <a:pt x="790" y="214"/>
                </a:lnTo>
                <a:lnTo>
                  <a:pt x="791" y="215"/>
                </a:lnTo>
                <a:lnTo>
                  <a:pt x="791" y="216"/>
                </a:lnTo>
                <a:lnTo>
                  <a:pt x="792" y="216"/>
                </a:lnTo>
                <a:lnTo>
                  <a:pt x="793" y="216"/>
                </a:lnTo>
                <a:lnTo>
                  <a:pt x="793" y="217"/>
                </a:lnTo>
                <a:lnTo>
                  <a:pt x="793" y="218"/>
                </a:lnTo>
                <a:lnTo>
                  <a:pt x="794" y="219"/>
                </a:lnTo>
                <a:lnTo>
                  <a:pt x="795" y="219"/>
                </a:lnTo>
                <a:lnTo>
                  <a:pt x="796" y="221"/>
                </a:lnTo>
                <a:lnTo>
                  <a:pt x="796" y="222"/>
                </a:lnTo>
                <a:lnTo>
                  <a:pt x="796" y="223"/>
                </a:lnTo>
                <a:lnTo>
                  <a:pt x="796" y="224"/>
                </a:lnTo>
                <a:lnTo>
                  <a:pt x="796" y="225"/>
                </a:lnTo>
                <a:lnTo>
                  <a:pt x="795" y="226"/>
                </a:lnTo>
                <a:lnTo>
                  <a:pt x="794" y="227"/>
                </a:lnTo>
                <a:lnTo>
                  <a:pt x="794" y="228"/>
                </a:lnTo>
                <a:lnTo>
                  <a:pt x="794" y="229"/>
                </a:lnTo>
                <a:lnTo>
                  <a:pt x="794" y="230"/>
                </a:lnTo>
                <a:lnTo>
                  <a:pt x="795" y="230"/>
                </a:lnTo>
                <a:lnTo>
                  <a:pt x="795" y="231"/>
                </a:lnTo>
                <a:lnTo>
                  <a:pt x="796" y="232"/>
                </a:lnTo>
                <a:lnTo>
                  <a:pt x="797" y="232"/>
                </a:lnTo>
                <a:lnTo>
                  <a:pt x="798" y="232"/>
                </a:lnTo>
                <a:lnTo>
                  <a:pt x="800" y="236"/>
                </a:lnTo>
                <a:lnTo>
                  <a:pt x="800" y="237"/>
                </a:lnTo>
                <a:lnTo>
                  <a:pt x="800" y="238"/>
                </a:lnTo>
                <a:lnTo>
                  <a:pt x="801" y="239"/>
                </a:lnTo>
                <a:lnTo>
                  <a:pt x="801" y="238"/>
                </a:lnTo>
                <a:lnTo>
                  <a:pt x="802" y="239"/>
                </a:lnTo>
                <a:lnTo>
                  <a:pt x="802" y="241"/>
                </a:lnTo>
                <a:lnTo>
                  <a:pt x="802" y="244"/>
                </a:lnTo>
                <a:lnTo>
                  <a:pt x="802" y="245"/>
                </a:lnTo>
                <a:lnTo>
                  <a:pt x="801" y="245"/>
                </a:lnTo>
                <a:lnTo>
                  <a:pt x="800" y="246"/>
                </a:lnTo>
                <a:lnTo>
                  <a:pt x="800" y="247"/>
                </a:lnTo>
                <a:lnTo>
                  <a:pt x="799" y="247"/>
                </a:lnTo>
                <a:lnTo>
                  <a:pt x="799" y="248"/>
                </a:lnTo>
                <a:lnTo>
                  <a:pt x="799" y="249"/>
                </a:lnTo>
                <a:lnTo>
                  <a:pt x="799" y="250"/>
                </a:lnTo>
                <a:lnTo>
                  <a:pt x="798" y="250"/>
                </a:lnTo>
                <a:lnTo>
                  <a:pt x="797" y="250"/>
                </a:lnTo>
                <a:lnTo>
                  <a:pt x="796" y="251"/>
                </a:lnTo>
                <a:lnTo>
                  <a:pt x="796" y="252"/>
                </a:lnTo>
                <a:lnTo>
                  <a:pt x="795" y="252"/>
                </a:lnTo>
                <a:lnTo>
                  <a:pt x="795" y="251"/>
                </a:lnTo>
                <a:lnTo>
                  <a:pt x="795" y="252"/>
                </a:lnTo>
                <a:lnTo>
                  <a:pt x="794" y="253"/>
                </a:lnTo>
                <a:lnTo>
                  <a:pt x="794" y="254"/>
                </a:lnTo>
                <a:lnTo>
                  <a:pt x="794" y="255"/>
                </a:lnTo>
                <a:lnTo>
                  <a:pt x="793" y="255"/>
                </a:lnTo>
                <a:lnTo>
                  <a:pt x="793" y="254"/>
                </a:lnTo>
                <a:lnTo>
                  <a:pt x="792" y="253"/>
                </a:lnTo>
                <a:lnTo>
                  <a:pt x="791" y="253"/>
                </a:lnTo>
                <a:lnTo>
                  <a:pt x="791" y="254"/>
                </a:lnTo>
                <a:lnTo>
                  <a:pt x="791" y="255"/>
                </a:lnTo>
                <a:lnTo>
                  <a:pt x="790" y="255"/>
                </a:lnTo>
                <a:lnTo>
                  <a:pt x="790" y="256"/>
                </a:lnTo>
                <a:lnTo>
                  <a:pt x="789" y="256"/>
                </a:lnTo>
                <a:lnTo>
                  <a:pt x="789" y="257"/>
                </a:lnTo>
                <a:lnTo>
                  <a:pt x="790" y="257"/>
                </a:lnTo>
                <a:lnTo>
                  <a:pt x="789" y="257"/>
                </a:lnTo>
                <a:lnTo>
                  <a:pt x="789" y="258"/>
                </a:lnTo>
                <a:lnTo>
                  <a:pt x="789" y="257"/>
                </a:lnTo>
                <a:lnTo>
                  <a:pt x="787" y="257"/>
                </a:lnTo>
                <a:lnTo>
                  <a:pt x="786" y="258"/>
                </a:lnTo>
                <a:lnTo>
                  <a:pt x="785" y="259"/>
                </a:lnTo>
                <a:lnTo>
                  <a:pt x="784" y="258"/>
                </a:lnTo>
                <a:lnTo>
                  <a:pt x="783" y="258"/>
                </a:lnTo>
                <a:lnTo>
                  <a:pt x="783" y="259"/>
                </a:lnTo>
                <a:lnTo>
                  <a:pt x="782" y="261"/>
                </a:lnTo>
                <a:lnTo>
                  <a:pt x="782" y="263"/>
                </a:lnTo>
                <a:lnTo>
                  <a:pt x="782" y="264"/>
                </a:lnTo>
                <a:lnTo>
                  <a:pt x="783" y="265"/>
                </a:lnTo>
                <a:lnTo>
                  <a:pt x="784" y="265"/>
                </a:lnTo>
                <a:lnTo>
                  <a:pt x="784" y="266"/>
                </a:lnTo>
                <a:lnTo>
                  <a:pt x="783" y="269"/>
                </a:lnTo>
                <a:lnTo>
                  <a:pt x="783" y="270"/>
                </a:lnTo>
                <a:lnTo>
                  <a:pt x="783" y="272"/>
                </a:lnTo>
                <a:lnTo>
                  <a:pt x="783" y="273"/>
                </a:lnTo>
                <a:lnTo>
                  <a:pt x="783" y="274"/>
                </a:lnTo>
                <a:lnTo>
                  <a:pt x="784" y="276"/>
                </a:lnTo>
                <a:lnTo>
                  <a:pt x="785" y="277"/>
                </a:lnTo>
                <a:lnTo>
                  <a:pt x="786" y="279"/>
                </a:lnTo>
                <a:lnTo>
                  <a:pt x="786" y="280"/>
                </a:lnTo>
                <a:lnTo>
                  <a:pt x="787" y="280"/>
                </a:lnTo>
                <a:lnTo>
                  <a:pt x="787" y="281"/>
                </a:lnTo>
                <a:lnTo>
                  <a:pt x="787" y="283"/>
                </a:lnTo>
                <a:lnTo>
                  <a:pt x="787" y="284"/>
                </a:lnTo>
                <a:lnTo>
                  <a:pt x="787" y="285"/>
                </a:lnTo>
                <a:lnTo>
                  <a:pt x="788" y="285"/>
                </a:lnTo>
                <a:lnTo>
                  <a:pt x="789" y="285"/>
                </a:lnTo>
                <a:lnTo>
                  <a:pt x="788" y="286"/>
                </a:lnTo>
                <a:lnTo>
                  <a:pt x="789" y="286"/>
                </a:lnTo>
                <a:lnTo>
                  <a:pt x="789" y="287"/>
                </a:lnTo>
                <a:lnTo>
                  <a:pt x="788" y="288"/>
                </a:lnTo>
                <a:lnTo>
                  <a:pt x="788" y="289"/>
                </a:lnTo>
                <a:lnTo>
                  <a:pt x="787" y="289"/>
                </a:lnTo>
                <a:lnTo>
                  <a:pt x="787" y="290"/>
                </a:lnTo>
                <a:lnTo>
                  <a:pt x="786" y="292"/>
                </a:lnTo>
                <a:lnTo>
                  <a:pt x="786" y="291"/>
                </a:lnTo>
                <a:lnTo>
                  <a:pt x="785" y="291"/>
                </a:lnTo>
                <a:lnTo>
                  <a:pt x="783" y="292"/>
                </a:lnTo>
                <a:lnTo>
                  <a:pt x="782" y="292"/>
                </a:lnTo>
                <a:lnTo>
                  <a:pt x="782" y="291"/>
                </a:lnTo>
                <a:lnTo>
                  <a:pt x="781" y="291"/>
                </a:lnTo>
                <a:lnTo>
                  <a:pt x="780" y="291"/>
                </a:lnTo>
                <a:lnTo>
                  <a:pt x="780" y="293"/>
                </a:lnTo>
                <a:lnTo>
                  <a:pt x="780" y="294"/>
                </a:lnTo>
                <a:lnTo>
                  <a:pt x="781" y="294"/>
                </a:lnTo>
                <a:lnTo>
                  <a:pt x="781" y="295"/>
                </a:lnTo>
                <a:lnTo>
                  <a:pt x="780" y="295"/>
                </a:lnTo>
                <a:lnTo>
                  <a:pt x="780" y="296"/>
                </a:lnTo>
                <a:lnTo>
                  <a:pt x="779" y="296"/>
                </a:lnTo>
                <a:lnTo>
                  <a:pt x="778" y="296"/>
                </a:lnTo>
                <a:lnTo>
                  <a:pt x="777" y="295"/>
                </a:lnTo>
                <a:lnTo>
                  <a:pt x="777" y="296"/>
                </a:lnTo>
                <a:lnTo>
                  <a:pt x="776" y="298"/>
                </a:lnTo>
                <a:lnTo>
                  <a:pt x="776" y="299"/>
                </a:lnTo>
                <a:lnTo>
                  <a:pt x="776" y="300"/>
                </a:lnTo>
                <a:lnTo>
                  <a:pt x="777" y="300"/>
                </a:lnTo>
                <a:lnTo>
                  <a:pt x="777" y="301"/>
                </a:lnTo>
                <a:lnTo>
                  <a:pt x="777" y="302"/>
                </a:lnTo>
                <a:lnTo>
                  <a:pt x="777" y="303"/>
                </a:lnTo>
                <a:lnTo>
                  <a:pt x="777" y="305"/>
                </a:lnTo>
                <a:lnTo>
                  <a:pt x="776" y="305"/>
                </a:lnTo>
                <a:lnTo>
                  <a:pt x="776" y="307"/>
                </a:lnTo>
                <a:lnTo>
                  <a:pt x="776" y="308"/>
                </a:lnTo>
                <a:lnTo>
                  <a:pt x="775" y="308"/>
                </a:lnTo>
                <a:lnTo>
                  <a:pt x="775" y="307"/>
                </a:lnTo>
                <a:lnTo>
                  <a:pt x="774" y="307"/>
                </a:lnTo>
                <a:lnTo>
                  <a:pt x="774" y="308"/>
                </a:lnTo>
                <a:lnTo>
                  <a:pt x="772" y="308"/>
                </a:lnTo>
                <a:lnTo>
                  <a:pt x="771" y="307"/>
                </a:lnTo>
                <a:lnTo>
                  <a:pt x="770" y="307"/>
                </a:lnTo>
                <a:lnTo>
                  <a:pt x="769" y="307"/>
                </a:lnTo>
                <a:lnTo>
                  <a:pt x="769" y="306"/>
                </a:lnTo>
                <a:lnTo>
                  <a:pt x="767" y="306"/>
                </a:lnTo>
                <a:lnTo>
                  <a:pt x="766" y="306"/>
                </a:lnTo>
                <a:lnTo>
                  <a:pt x="766" y="305"/>
                </a:lnTo>
                <a:lnTo>
                  <a:pt x="766" y="304"/>
                </a:lnTo>
                <a:lnTo>
                  <a:pt x="765" y="304"/>
                </a:lnTo>
                <a:lnTo>
                  <a:pt x="764" y="304"/>
                </a:lnTo>
                <a:lnTo>
                  <a:pt x="763" y="305"/>
                </a:lnTo>
                <a:lnTo>
                  <a:pt x="764" y="306"/>
                </a:lnTo>
                <a:lnTo>
                  <a:pt x="763" y="307"/>
                </a:lnTo>
                <a:lnTo>
                  <a:pt x="762" y="306"/>
                </a:lnTo>
                <a:lnTo>
                  <a:pt x="761" y="306"/>
                </a:lnTo>
                <a:lnTo>
                  <a:pt x="760" y="305"/>
                </a:lnTo>
                <a:lnTo>
                  <a:pt x="759" y="305"/>
                </a:lnTo>
                <a:lnTo>
                  <a:pt x="759" y="306"/>
                </a:lnTo>
                <a:lnTo>
                  <a:pt x="759" y="308"/>
                </a:lnTo>
                <a:lnTo>
                  <a:pt x="758" y="310"/>
                </a:lnTo>
                <a:lnTo>
                  <a:pt x="757" y="310"/>
                </a:lnTo>
                <a:lnTo>
                  <a:pt x="756" y="310"/>
                </a:lnTo>
                <a:lnTo>
                  <a:pt x="756" y="315"/>
                </a:lnTo>
                <a:lnTo>
                  <a:pt x="757" y="316"/>
                </a:lnTo>
                <a:lnTo>
                  <a:pt x="756" y="316"/>
                </a:lnTo>
                <a:lnTo>
                  <a:pt x="755" y="317"/>
                </a:lnTo>
                <a:lnTo>
                  <a:pt x="756" y="318"/>
                </a:lnTo>
                <a:lnTo>
                  <a:pt x="757" y="318"/>
                </a:lnTo>
                <a:lnTo>
                  <a:pt x="758" y="319"/>
                </a:lnTo>
                <a:lnTo>
                  <a:pt x="758" y="318"/>
                </a:lnTo>
                <a:lnTo>
                  <a:pt x="759" y="318"/>
                </a:lnTo>
                <a:lnTo>
                  <a:pt x="760" y="318"/>
                </a:lnTo>
                <a:lnTo>
                  <a:pt x="760" y="319"/>
                </a:lnTo>
                <a:lnTo>
                  <a:pt x="760" y="321"/>
                </a:lnTo>
                <a:lnTo>
                  <a:pt x="759" y="321"/>
                </a:lnTo>
                <a:lnTo>
                  <a:pt x="758" y="321"/>
                </a:lnTo>
                <a:lnTo>
                  <a:pt x="758" y="322"/>
                </a:lnTo>
                <a:lnTo>
                  <a:pt x="757" y="323"/>
                </a:lnTo>
                <a:lnTo>
                  <a:pt x="757" y="324"/>
                </a:lnTo>
                <a:lnTo>
                  <a:pt x="756" y="324"/>
                </a:lnTo>
                <a:lnTo>
                  <a:pt x="755" y="325"/>
                </a:lnTo>
                <a:lnTo>
                  <a:pt x="755" y="326"/>
                </a:lnTo>
                <a:lnTo>
                  <a:pt x="755" y="327"/>
                </a:lnTo>
                <a:lnTo>
                  <a:pt x="755" y="328"/>
                </a:lnTo>
                <a:lnTo>
                  <a:pt x="754" y="328"/>
                </a:lnTo>
                <a:lnTo>
                  <a:pt x="753" y="328"/>
                </a:lnTo>
                <a:lnTo>
                  <a:pt x="752" y="328"/>
                </a:lnTo>
                <a:lnTo>
                  <a:pt x="751" y="328"/>
                </a:lnTo>
                <a:lnTo>
                  <a:pt x="750" y="329"/>
                </a:lnTo>
                <a:lnTo>
                  <a:pt x="749" y="329"/>
                </a:lnTo>
                <a:lnTo>
                  <a:pt x="749" y="328"/>
                </a:lnTo>
                <a:lnTo>
                  <a:pt x="748" y="328"/>
                </a:lnTo>
                <a:lnTo>
                  <a:pt x="747" y="329"/>
                </a:lnTo>
                <a:lnTo>
                  <a:pt x="746" y="329"/>
                </a:lnTo>
                <a:lnTo>
                  <a:pt x="745" y="330"/>
                </a:lnTo>
                <a:lnTo>
                  <a:pt x="744" y="329"/>
                </a:lnTo>
                <a:lnTo>
                  <a:pt x="743" y="329"/>
                </a:lnTo>
                <a:lnTo>
                  <a:pt x="742" y="329"/>
                </a:lnTo>
                <a:lnTo>
                  <a:pt x="742" y="330"/>
                </a:lnTo>
                <a:lnTo>
                  <a:pt x="741" y="332"/>
                </a:lnTo>
                <a:lnTo>
                  <a:pt x="741" y="333"/>
                </a:lnTo>
                <a:lnTo>
                  <a:pt x="742" y="334"/>
                </a:lnTo>
                <a:lnTo>
                  <a:pt x="742" y="337"/>
                </a:lnTo>
                <a:lnTo>
                  <a:pt x="741" y="338"/>
                </a:lnTo>
                <a:lnTo>
                  <a:pt x="741" y="340"/>
                </a:lnTo>
                <a:lnTo>
                  <a:pt x="740" y="341"/>
                </a:lnTo>
                <a:lnTo>
                  <a:pt x="740" y="342"/>
                </a:lnTo>
                <a:lnTo>
                  <a:pt x="740" y="343"/>
                </a:lnTo>
                <a:lnTo>
                  <a:pt x="739" y="343"/>
                </a:lnTo>
                <a:lnTo>
                  <a:pt x="739" y="344"/>
                </a:lnTo>
                <a:lnTo>
                  <a:pt x="739" y="345"/>
                </a:lnTo>
                <a:lnTo>
                  <a:pt x="738" y="345"/>
                </a:lnTo>
                <a:lnTo>
                  <a:pt x="737" y="346"/>
                </a:lnTo>
                <a:lnTo>
                  <a:pt x="736" y="347"/>
                </a:lnTo>
                <a:lnTo>
                  <a:pt x="736" y="348"/>
                </a:lnTo>
                <a:lnTo>
                  <a:pt x="735" y="349"/>
                </a:lnTo>
                <a:lnTo>
                  <a:pt x="734" y="349"/>
                </a:lnTo>
                <a:lnTo>
                  <a:pt x="734" y="348"/>
                </a:lnTo>
                <a:lnTo>
                  <a:pt x="733" y="348"/>
                </a:lnTo>
                <a:lnTo>
                  <a:pt x="732" y="348"/>
                </a:lnTo>
                <a:lnTo>
                  <a:pt x="732" y="349"/>
                </a:lnTo>
                <a:lnTo>
                  <a:pt x="732" y="350"/>
                </a:lnTo>
                <a:lnTo>
                  <a:pt x="732" y="351"/>
                </a:lnTo>
                <a:lnTo>
                  <a:pt x="732" y="352"/>
                </a:lnTo>
                <a:lnTo>
                  <a:pt x="732" y="353"/>
                </a:lnTo>
                <a:lnTo>
                  <a:pt x="731" y="353"/>
                </a:lnTo>
                <a:lnTo>
                  <a:pt x="731" y="355"/>
                </a:lnTo>
                <a:lnTo>
                  <a:pt x="731" y="356"/>
                </a:lnTo>
                <a:lnTo>
                  <a:pt x="731" y="357"/>
                </a:lnTo>
                <a:lnTo>
                  <a:pt x="732" y="358"/>
                </a:lnTo>
                <a:lnTo>
                  <a:pt x="732" y="359"/>
                </a:lnTo>
                <a:lnTo>
                  <a:pt x="731" y="359"/>
                </a:lnTo>
                <a:lnTo>
                  <a:pt x="731" y="360"/>
                </a:lnTo>
                <a:lnTo>
                  <a:pt x="730" y="360"/>
                </a:lnTo>
                <a:lnTo>
                  <a:pt x="730" y="361"/>
                </a:lnTo>
                <a:lnTo>
                  <a:pt x="730" y="362"/>
                </a:lnTo>
                <a:lnTo>
                  <a:pt x="729" y="362"/>
                </a:lnTo>
                <a:lnTo>
                  <a:pt x="729" y="363"/>
                </a:lnTo>
                <a:lnTo>
                  <a:pt x="729" y="364"/>
                </a:lnTo>
                <a:lnTo>
                  <a:pt x="728" y="365"/>
                </a:lnTo>
                <a:lnTo>
                  <a:pt x="728" y="366"/>
                </a:lnTo>
                <a:lnTo>
                  <a:pt x="729" y="366"/>
                </a:lnTo>
                <a:lnTo>
                  <a:pt x="730" y="367"/>
                </a:lnTo>
                <a:lnTo>
                  <a:pt x="730" y="368"/>
                </a:lnTo>
                <a:lnTo>
                  <a:pt x="729" y="368"/>
                </a:lnTo>
                <a:lnTo>
                  <a:pt x="729" y="369"/>
                </a:lnTo>
                <a:lnTo>
                  <a:pt x="728" y="369"/>
                </a:lnTo>
                <a:lnTo>
                  <a:pt x="728" y="370"/>
                </a:lnTo>
                <a:lnTo>
                  <a:pt x="727" y="370"/>
                </a:lnTo>
                <a:lnTo>
                  <a:pt x="727" y="371"/>
                </a:lnTo>
                <a:lnTo>
                  <a:pt x="727" y="372"/>
                </a:lnTo>
                <a:lnTo>
                  <a:pt x="727" y="373"/>
                </a:lnTo>
                <a:lnTo>
                  <a:pt x="728" y="373"/>
                </a:lnTo>
                <a:lnTo>
                  <a:pt x="728" y="372"/>
                </a:lnTo>
                <a:lnTo>
                  <a:pt x="729" y="372"/>
                </a:lnTo>
                <a:lnTo>
                  <a:pt x="729" y="373"/>
                </a:lnTo>
                <a:lnTo>
                  <a:pt x="729" y="374"/>
                </a:lnTo>
                <a:lnTo>
                  <a:pt x="729" y="375"/>
                </a:lnTo>
                <a:lnTo>
                  <a:pt x="729" y="376"/>
                </a:lnTo>
                <a:lnTo>
                  <a:pt x="729" y="377"/>
                </a:lnTo>
                <a:lnTo>
                  <a:pt x="730" y="377"/>
                </a:lnTo>
                <a:lnTo>
                  <a:pt x="730" y="378"/>
                </a:lnTo>
                <a:lnTo>
                  <a:pt x="730" y="379"/>
                </a:lnTo>
                <a:lnTo>
                  <a:pt x="731" y="379"/>
                </a:lnTo>
                <a:lnTo>
                  <a:pt x="731" y="380"/>
                </a:lnTo>
                <a:lnTo>
                  <a:pt x="731" y="383"/>
                </a:lnTo>
                <a:lnTo>
                  <a:pt x="731" y="384"/>
                </a:lnTo>
                <a:lnTo>
                  <a:pt x="731" y="385"/>
                </a:lnTo>
                <a:lnTo>
                  <a:pt x="731" y="384"/>
                </a:lnTo>
                <a:lnTo>
                  <a:pt x="732" y="384"/>
                </a:lnTo>
                <a:lnTo>
                  <a:pt x="732" y="385"/>
                </a:lnTo>
                <a:lnTo>
                  <a:pt x="732" y="386"/>
                </a:lnTo>
                <a:lnTo>
                  <a:pt x="731" y="386"/>
                </a:lnTo>
                <a:lnTo>
                  <a:pt x="730" y="386"/>
                </a:lnTo>
                <a:lnTo>
                  <a:pt x="729" y="387"/>
                </a:lnTo>
                <a:lnTo>
                  <a:pt x="730" y="388"/>
                </a:lnTo>
                <a:lnTo>
                  <a:pt x="730" y="389"/>
                </a:lnTo>
                <a:lnTo>
                  <a:pt x="730" y="390"/>
                </a:lnTo>
                <a:lnTo>
                  <a:pt x="730" y="391"/>
                </a:lnTo>
                <a:lnTo>
                  <a:pt x="730" y="393"/>
                </a:lnTo>
                <a:lnTo>
                  <a:pt x="730" y="394"/>
                </a:lnTo>
                <a:lnTo>
                  <a:pt x="730" y="395"/>
                </a:lnTo>
                <a:lnTo>
                  <a:pt x="731" y="396"/>
                </a:lnTo>
                <a:lnTo>
                  <a:pt x="732" y="396"/>
                </a:lnTo>
                <a:lnTo>
                  <a:pt x="733" y="397"/>
                </a:lnTo>
                <a:lnTo>
                  <a:pt x="733" y="396"/>
                </a:lnTo>
                <a:lnTo>
                  <a:pt x="734" y="396"/>
                </a:lnTo>
                <a:lnTo>
                  <a:pt x="735" y="397"/>
                </a:lnTo>
                <a:lnTo>
                  <a:pt x="735" y="396"/>
                </a:lnTo>
                <a:lnTo>
                  <a:pt x="736" y="396"/>
                </a:lnTo>
                <a:lnTo>
                  <a:pt x="735" y="397"/>
                </a:lnTo>
                <a:lnTo>
                  <a:pt x="735" y="398"/>
                </a:lnTo>
                <a:lnTo>
                  <a:pt x="736" y="399"/>
                </a:lnTo>
                <a:lnTo>
                  <a:pt x="736" y="400"/>
                </a:lnTo>
                <a:lnTo>
                  <a:pt x="736" y="401"/>
                </a:lnTo>
                <a:lnTo>
                  <a:pt x="735" y="401"/>
                </a:lnTo>
                <a:lnTo>
                  <a:pt x="735" y="400"/>
                </a:lnTo>
                <a:lnTo>
                  <a:pt x="734" y="401"/>
                </a:lnTo>
                <a:lnTo>
                  <a:pt x="734" y="402"/>
                </a:lnTo>
                <a:lnTo>
                  <a:pt x="733" y="403"/>
                </a:lnTo>
                <a:lnTo>
                  <a:pt x="732" y="403"/>
                </a:lnTo>
                <a:lnTo>
                  <a:pt x="731" y="404"/>
                </a:lnTo>
                <a:lnTo>
                  <a:pt x="732" y="405"/>
                </a:lnTo>
                <a:lnTo>
                  <a:pt x="733" y="406"/>
                </a:lnTo>
                <a:lnTo>
                  <a:pt x="732" y="407"/>
                </a:lnTo>
                <a:lnTo>
                  <a:pt x="731" y="407"/>
                </a:lnTo>
                <a:lnTo>
                  <a:pt x="730" y="408"/>
                </a:lnTo>
                <a:lnTo>
                  <a:pt x="729" y="408"/>
                </a:lnTo>
                <a:lnTo>
                  <a:pt x="729" y="410"/>
                </a:lnTo>
                <a:lnTo>
                  <a:pt x="729" y="411"/>
                </a:lnTo>
                <a:lnTo>
                  <a:pt x="730" y="411"/>
                </a:lnTo>
                <a:lnTo>
                  <a:pt x="730" y="412"/>
                </a:lnTo>
                <a:lnTo>
                  <a:pt x="730" y="413"/>
                </a:lnTo>
                <a:lnTo>
                  <a:pt x="729" y="414"/>
                </a:lnTo>
                <a:lnTo>
                  <a:pt x="728" y="416"/>
                </a:lnTo>
                <a:lnTo>
                  <a:pt x="728" y="418"/>
                </a:lnTo>
                <a:lnTo>
                  <a:pt x="727" y="418"/>
                </a:lnTo>
                <a:lnTo>
                  <a:pt x="727" y="419"/>
                </a:lnTo>
                <a:lnTo>
                  <a:pt x="726" y="420"/>
                </a:lnTo>
                <a:lnTo>
                  <a:pt x="724" y="420"/>
                </a:lnTo>
                <a:lnTo>
                  <a:pt x="724" y="421"/>
                </a:lnTo>
                <a:lnTo>
                  <a:pt x="725" y="421"/>
                </a:lnTo>
                <a:lnTo>
                  <a:pt x="724" y="422"/>
                </a:lnTo>
                <a:lnTo>
                  <a:pt x="723" y="422"/>
                </a:lnTo>
                <a:lnTo>
                  <a:pt x="722" y="423"/>
                </a:lnTo>
                <a:lnTo>
                  <a:pt x="723" y="424"/>
                </a:lnTo>
                <a:lnTo>
                  <a:pt x="722" y="424"/>
                </a:lnTo>
                <a:lnTo>
                  <a:pt x="722" y="425"/>
                </a:lnTo>
                <a:lnTo>
                  <a:pt x="721" y="425"/>
                </a:lnTo>
                <a:lnTo>
                  <a:pt x="721" y="426"/>
                </a:lnTo>
                <a:lnTo>
                  <a:pt x="721" y="428"/>
                </a:lnTo>
                <a:lnTo>
                  <a:pt x="720" y="428"/>
                </a:lnTo>
                <a:lnTo>
                  <a:pt x="719" y="428"/>
                </a:lnTo>
                <a:lnTo>
                  <a:pt x="719" y="429"/>
                </a:lnTo>
                <a:lnTo>
                  <a:pt x="719" y="430"/>
                </a:lnTo>
                <a:lnTo>
                  <a:pt x="718" y="429"/>
                </a:lnTo>
                <a:lnTo>
                  <a:pt x="717" y="429"/>
                </a:lnTo>
                <a:lnTo>
                  <a:pt x="717" y="430"/>
                </a:lnTo>
                <a:lnTo>
                  <a:pt x="716" y="430"/>
                </a:lnTo>
                <a:lnTo>
                  <a:pt x="716" y="431"/>
                </a:lnTo>
                <a:lnTo>
                  <a:pt x="715" y="431"/>
                </a:lnTo>
                <a:lnTo>
                  <a:pt x="715" y="432"/>
                </a:lnTo>
                <a:lnTo>
                  <a:pt x="716" y="432"/>
                </a:lnTo>
                <a:lnTo>
                  <a:pt x="715" y="433"/>
                </a:lnTo>
                <a:lnTo>
                  <a:pt x="714" y="434"/>
                </a:lnTo>
                <a:lnTo>
                  <a:pt x="713" y="435"/>
                </a:lnTo>
                <a:lnTo>
                  <a:pt x="712" y="434"/>
                </a:lnTo>
                <a:lnTo>
                  <a:pt x="712" y="435"/>
                </a:lnTo>
                <a:lnTo>
                  <a:pt x="711" y="436"/>
                </a:lnTo>
                <a:lnTo>
                  <a:pt x="710" y="436"/>
                </a:lnTo>
                <a:lnTo>
                  <a:pt x="709" y="436"/>
                </a:lnTo>
                <a:lnTo>
                  <a:pt x="709" y="435"/>
                </a:lnTo>
                <a:lnTo>
                  <a:pt x="708" y="435"/>
                </a:lnTo>
                <a:lnTo>
                  <a:pt x="707" y="436"/>
                </a:lnTo>
                <a:lnTo>
                  <a:pt x="707" y="435"/>
                </a:lnTo>
                <a:lnTo>
                  <a:pt x="706" y="435"/>
                </a:lnTo>
                <a:lnTo>
                  <a:pt x="706" y="436"/>
                </a:lnTo>
                <a:lnTo>
                  <a:pt x="705" y="436"/>
                </a:lnTo>
                <a:lnTo>
                  <a:pt x="704" y="436"/>
                </a:lnTo>
                <a:lnTo>
                  <a:pt x="703" y="435"/>
                </a:lnTo>
                <a:lnTo>
                  <a:pt x="702" y="435"/>
                </a:lnTo>
                <a:lnTo>
                  <a:pt x="703" y="435"/>
                </a:lnTo>
                <a:lnTo>
                  <a:pt x="702" y="435"/>
                </a:lnTo>
                <a:lnTo>
                  <a:pt x="701" y="435"/>
                </a:lnTo>
                <a:lnTo>
                  <a:pt x="700" y="435"/>
                </a:lnTo>
                <a:lnTo>
                  <a:pt x="700" y="436"/>
                </a:lnTo>
                <a:lnTo>
                  <a:pt x="700" y="437"/>
                </a:lnTo>
                <a:lnTo>
                  <a:pt x="699" y="437"/>
                </a:lnTo>
                <a:lnTo>
                  <a:pt x="697" y="436"/>
                </a:lnTo>
                <a:lnTo>
                  <a:pt x="697" y="437"/>
                </a:lnTo>
                <a:lnTo>
                  <a:pt x="696" y="437"/>
                </a:lnTo>
                <a:lnTo>
                  <a:pt x="697" y="438"/>
                </a:lnTo>
                <a:lnTo>
                  <a:pt x="698" y="438"/>
                </a:lnTo>
                <a:lnTo>
                  <a:pt x="699" y="439"/>
                </a:lnTo>
                <a:lnTo>
                  <a:pt x="699" y="440"/>
                </a:lnTo>
                <a:lnTo>
                  <a:pt x="700" y="441"/>
                </a:lnTo>
                <a:lnTo>
                  <a:pt x="700" y="442"/>
                </a:lnTo>
                <a:lnTo>
                  <a:pt x="699" y="442"/>
                </a:lnTo>
                <a:lnTo>
                  <a:pt x="699" y="443"/>
                </a:lnTo>
                <a:lnTo>
                  <a:pt x="698" y="443"/>
                </a:lnTo>
                <a:lnTo>
                  <a:pt x="698" y="444"/>
                </a:lnTo>
                <a:lnTo>
                  <a:pt x="697" y="444"/>
                </a:lnTo>
                <a:lnTo>
                  <a:pt x="697" y="445"/>
                </a:lnTo>
                <a:lnTo>
                  <a:pt x="697" y="446"/>
                </a:lnTo>
                <a:lnTo>
                  <a:pt x="696" y="446"/>
                </a:lnTo>
                <a:lnTo>
                  <a:pt x="695" y="446"/>
                </a:lnTo>
                <a:lnTo>
                  <a:pt x="694" y="446"/>
                </a:lnTo>
                <a:lnTo>
                  <a:pt x="694" y="447"/>
                </a:lnTo>
                <a:lnTo>
                  <a:pt x="693" y="446"/>
                </a:lnTo>
                <a:lnTo>
                  <a:pt x="692" y="447"/>
                </a:lnTo>
                <a:lnTo>
                  <a:pt x="691" y="447"/>
                </a:lnTo>
                <a:lnTo>
                  <a:pt x="691" y="448"/>
                </a:lnTo>
                <a:lnTo>
                  <a:pt x="690" y="448"/>
                </a:lnTo>
                <a:lnTo>
                  <a:pt x="689" y="448"/>
                </a:lnTo>
                <a:lnTo>
                  <a:pt x="689" y="447"/>
                </a:lnTo>
                <a:lnTo>
                  <a:pt x="688" y="447"/>
                </a:lnTo>
                <a:lnTo>
                  <a:pt x="687" y="448"/>
                </a:lnTo>
                <a:lnTo>
                  <a:pt x="686" y="448"/>
                </a:lnTo>
                <a:lnTo>
                  <a:pt x="686" y="449"/>
                </a:lnTo>
                <a:lnTo>
                  <a:pt x="686" y="450"/>
                </a:lnTo>
                <a:lnTo>
                  <a:pt x="686" y="451"/>
                </a:lnTo>
                <a:lnTo>
                  <a:pt x="685" y="451"/>
                </a:lnTo>
                <a:lnTo>
                  <a:pt x="684" y="451"/>
                </a:lnTo>
                <a:lnTo>
                  <a:pt x="683" y="451"/>
                </a:lnTo>
                <a:lnTo>
                  <a:pt x="682" y="451"/>
                </a:lnTo>
                <a:lnTo>
                  <a:pt x="681" y="451"/>
                </a:lnTo>
                <a:lnTo>
                  <a:pt x="680" y="451"/>
                </a:lnTo>
                <a:lnTo>
                  <a:pt x="680" y="450"/>
                </a:lnTo>
                <a:lnTo>
                  <a:pt x="679" y="451"/>
                </a:lnTo>
                <a:lnTo>
                  <a:pt x="680" y="451"/>
                </a:lnTo>
                <a:lnTo>
                  <a:pt x="680" y="452"/>
                </a:lnTo>
                <a:lnTo>
                  <a:pt x="680" y="453"/>
                </a:lnTo>
                <a:lnTo>
                  <a:pt x="679" y="453"/>
                </a:lnTo>
                <a:lnTo>
                  <a:pt x="679" y="454"/>
                </a:lnTo>
                <a:lnTo>
                  <a:pt x="678" y="454"/>
                </a:lnTo>
                <a:lnTo>
                  <a:pt x="677" y="454"/>
                </a:lnTo>
                <a:lnTo>
                  <a:pt x="676" y="454"/>
                </a:lnTo>
                <a:lnTo>
                  <a:pt x="675" y="454"/>
                </a:lnTo>
                <a:lnTo>
                  <a:pt x="674" y="454"/>
                </a:lnTo>
                <a:lnTo>
                  <a:pt x="673" y="453"/>
                </a:lnTo>
                <a:lnTo>
                  <a:pt x="673" y="454"/>
                </a:lnTo>
                <a:lnTo>
                  <a:pt x="672" y="454"/>
                </a:lnTo>
                <a:lnTo>
                  <a:pt x="671" y="455"/>
                </a:lnTo>
                <a:lnTo>
                  <a:pt x="670" y="455"/>
                </a:lnTo>
                <a:lnTo>
                  <a:pt x="670" y="456"/>
                </a:lnTo>
                <a:lnTo>
                  <a:pt x="670" y="457"/>
                </a:lnTo>
                <a:lnTo>
                  <a:pt x="669" y="457"/>
                </a:lnTo>
                <a:lnTo>
                  <a:pt x="669" y="456"/>
                </a:lnTo>
                <a:lnTo>
                  <a:pt x="668" y="455"/>
                </a:lnTo>
                <a:lnTo>
                  <a:pt x="667" y="454"/>
                </a:lnTo>
                <a:lnTo>
                  <a:pt x="666" y="454"/>
                </a:lnTo>
                <a:lnTo>
                  <a:pt x="665" y="454"/>
                </a:lnTo>
                <a:lnTo>
                  <a:pt x="665" y="455"/>
                </a:lnTo>
                <a:lnTo>
                  <a:pt x="665" y="456"/>
                </a:lnTo>
                <a:lnTo>
                  <a:pt x="666" y="456"/>
                </a:lnTo>
                <a:lnTo>
                  <a:pt x="665" y="456"/>
                </a:lnTo>
                <a:lnTo>
                  <a:pt x="665" y="457"/>
                </a:lnTo>
                <a:lnTo>
                  <a:pt x="664" y="457"/>
                </a:lnTo>
                <a:lnTo>
                  <a:pt x="664" y="458"/>
                </a:lnTo>
                <a:lnTo>
                  <a:pt x="665" y="458"/>
                </a:lnTo>
                <a:lnTo>
                  <a:pt x="665" y="459"/>
                </a:lnTo>
                <a:lnTo>
                  <a:pt x="665" y="460"/>
                </a:lnTo>
                <a:lnTo>
                  <a:pt x="665" y="462"/>
                </a:lnTo>
                <a:lnTo>
                  <a:pt x="664" y="462"/>
                </a:lnTo>
                <a:lnTo>
                  <a:pt x="664" y="463"/>
                </a:lnTo>
                <a:lnTo>
                  <a:pt x="663" y="464"/>
                </a:lnTo>
                <a:lnTo>
                  <a:pt x="663" y="466"/>
                </a:lnTo>
                <a:lnTo>
                  <a:pt x="664" y="467"/>
                </a:lnTo>
                <a:lnTo>
                  <a:pt x="663" y="468"/>
                </a:lnTo>
                <a:lnTo>
                  <a:pt x="662" y="469"/>
                </a:lnTo>
                <a:lnTo>
                  <a:pt x="661" y="469"/>
                </a:lnTo>
                <a:lnTo>
                  <a:pt x="660" y="468"/>
                </a:lnTo>
                <a:lnTo>
                  <a:pt x="659" y="468"/>
                </a:lnTo>
                <a:lnTo>
                  <a:pt x="659" y="467"/>
                </a:lnTo>
                <a:lnTo>
                  <a:pt x="658" y="467"/>
                </a:lnTo>
                <a:lnTo>
                  <a:pt x="658" y="466"/>
                </a:lnTo>
                <a:lnTo>
                  <a:pt x="658" y="467"/>
                </a:lnTo>
                <a:lnTo>
                  <a:pt x="657" y="467"/>
                </a:lnTo>
                <a:lnTo>
                  <a:pt x="657" y="468"/>
                </a:lnTo>
                <a:lnTo>
                  <a:pt x="658" y="469"/>
                </a:lnTo>
                <a:lnTo>
                  <a:pt x="658" y="470"/>
                </a:lnTo>
                <a:lnTo>
                  <a:pt x="659" y="470"/>
                </a:lnTo>
                <a:lnTo>
                  <a:pt x="660" y="470"/>
                </a:lnTo>
                <a:lnTo>
                  <a:pt x="660" y="471"/>
                </a:lnTo>
                <a:lnTo>
                  <a:pt x="660" y="472"/>
                </a:lnTo>
                <a:lnTo>
                  <a:pt x="660" y="474"/>
                </a:lnTo>
                <a:lnTo>
                  <a:pt x="660" y="475"/>
                </a:lnTo>
                <a:lnTo>
                  <a:pt x="660" y="476"/>
                </a:lnTo>
                <a:lnTo>
                  <a:pt x="660" y="477"/>
                </a:lnTo>
                <a:lnTo>
                  <a:pt x="660" y="478"/>
                </a:lnTo>
                <a:lnTo>
                  <a:pt x="660" y="479"/>
                </a:lnTo>
                <a:lnTo>
                  <a:pt x="660" y="480"/>
                </a:lnTo>
                <a:lnTo>
                  <a:pt x="661" y="481"/>
                </a:lnTo>
                <a:lnTo>
                  <a:pt x="662" y="480"/>
                </a:lnTo>
                <a:lnTo>
                  <a:pt x="663" y="481"/>
                </a:lnTo>
                <a:lnTo>
                  <a:pt x="664" y="482"/>
                </a:lnTo>
                <a:lnTo>
                  <a:pt x="664" y="483"/>
                </a:lnTo>
                <a:lnTo>
                  <a:pt x="664" y="484"/>
                </a:lnTo>
                <a:lnTo>
                  <a:pt x="664" y="485"/>
                </a:lnTo>
                <a:lnTo>
                  <a:pt x="665" y="485"/>
                </a:lnTo>
                <a:lnTo>
                  <a:pt x="666" y="486"/>
                </a:lnTo>
                <a:lnTo>
                  <a:pt x="667" y="488"/>
                </a:lnTo>
                <a:lnTo>
                  <a:pt x="668" y="489"/>
                </a:lnTo>
                <a:lnTo>
                  <a:pt x="668" y="490"/>
                </a:lnTo>
                <a:lnTo>
                  <a:pt x="667" y="491"/>
                </a:lnTo>
                <a:lnTo>
                  <a:pt x="665" y="491"/>
                </a:lnTo>
                <a:lnTo>
                  <a:pt x="663" y="490"/>
                </a:lnTo>
                <a:lnTo>
                  <a:pt x="662" y="490"/>
                </a:lnTo>
                <a:lnTo>
                  <a:pt x="662" y="489"/>
                </a:lnTo>
                <a:lnTo>
                  <a:pt x="662" y="488"/>
                </a:lnTo>
                <a:lnTo>
                  <a:pt x="661" y="489"/>
                </a:lnTo>
                <a:lnTo>
                  <a:pt x="660" y="491"/>
                </a:lnTo>
                <a:lnTo>
                  <a:pt x="659" y="491"/>
                </a:lnTo>
                <a:lnTo>
                  <a:pt x="658" y="491"/>
                </a:lnTo>
                <a:lnTo>
                  <a:pt x="658" y="492"/>
                </a:lnTo>
                <a:lnTo>
                  <a:pt x="658" y="493"/>
                </a:lnTo>
                <a:lnTo>
                  <a:pt x="658" y="494"/>
                </a:lnTo>
                <a:lnTo>
                  <a:pt x="657" y="494"/>
                </a:lnTo>
                <a:lnTo>
                  <a:pt x="656" y="495"/>
                </a:lnTo>
                <a:lnTo>
                  <a:pt x="655" y="495"/>
                </a:lnTo>
                <a:lnTo>
                  <a:pt x="654" y="495"/>
                </a:lnTo>
                <a:lnTo>
                  <a:pt x="654" y="496"/>
                </a:lnTo>
                <a:lnTo>
                  <a:pt x="653" y="497"/>
                </a:lnTo>
                <a:lnTo>
                  <a:pt x="654" y="498"/>
                </a:lnTo>
                <a:lnTo>
                  <a:pt x="654" y="499"/>
                </a:lnTo>
                <a:lnTo>
                  <a:pt x="654" y="500"/>
                </a:lnTo>
                <a:lnTo>
                  <a:pt x="655" y="500"/>
                </a:lnTo>
                <a:lnTo>
                  <a:pt x="656" y="501"/>
                </a:lnTo>
                <a:lnTo>
                  <a:pt x="657" y="503"/>
                </a:lnTo>
                <a:lnTo>
                  <a:pt x="654" y="504"/>
                </a:lnTo>
                <a:lnTo>
                  <a:pt x="653" y="505"/>
                </a:lnTo>
                <a:lnTo>
                  <a:pt x="653" y="506"/>
                </a:lnTo>
                <a:lnTo>
                  <a:pt x="652" y="506"/>
                </a:lnTo>
                <a:lnTo>
                  <a:pt x="651" y="506"/>
                </a:lnTo>
                <a:lnTo>
                  <a:pt x="651" y="505"/>
                </a:lnTo>
                <a:lnTo>
                  <a:pt x="650" y="505"/>
                </a:lnTo>
                <a:lnTo>
                  <a:pt x="649" y="505"/>
                </a:lnTo>
                <a:lnTo>
                  <a:pt x="648" y="505"/>
                </a:lnTo>
                <a:lnTo>
                  <a:pt x="648" y="504"/>
                </a:lnTo>
                <a:lnTo>
                  <a:pt x="649" y="504"/>
                </a:lnTo>
                <a:lnTo>
                  <a:pt x="649" y="502"/>
                </a:lnTo>
                <a:lnTo>
                  <a:pt x="648" y="502"/>
                </a:lnTo>
                <a:lnTo>
                  <a:pt x="648" y="501"/>
                </a:lnTo>
                <a:lnTo>
                  <a:pt x="648" y="502"/>
                </a:lnTo>
                <a:lnTo>
                  <a:pt x="647" y="502"/>
                </a:lnTo>
                <a:lnTo>
                  <a:pt x="645" y="501"/>
                </a:lnTo>
                <a:lnTo>
                  <a:pt x="644" y="501"/>
                </a:lnTo>
                <a:lnTo>
                  <a:pt x="644" y="500"/>
                </a:lnTo>
                <a:lnTo>
                  <a:pt x="643" y="501"/>
                </a:lnTo>
                <a:lnTo>
                  <a:pt x="642" y="502"/>
                </a:lnTo>
                <a:lnTo>
                  <a:pt x="642" y="503"/>
                </a:lnTo>
                <a:lnTo>
                  <a:pt x="641" y="504"/>
                </a:lnTo>
                <a:lnTo>
                  <a:pt x="641" y="505"/>
                </a:lnTo>
                <a:lnTo>
                  <a:pt x="640" y="506"/>
                </a:lnTo>
                <a:lnTo>
                  <a:pt x="639" y="506"/>
                </a:lnTo>
                <a:lnTo>
                  <a:pt x="638" y="507"/>
                </a:lnTo>
                <a:lnTo>
                  <a:pt x="637" y="507"/>
                </a:lnTo>
                <a:lnTo>
                  <a:pt x="636" y="506"/>
                </a:lnTo>
                <a:lnTo>
                  <a:pt x="636" y="505"/>
                </a:lnTo>
                <a:lnTo>
                  <a:pt x="635" y="504"/>
                </a:lnTo>
                <a:lnTo>
                  <a:pt x="635" y="503"/>
                </a:lnTo>
                <a:lnTo>
                  <a:pt x="634" y="503"/>
                </a:lnTo>
                <a:lnTo>
                  <a:pt x="633" y="502"/>
                </a:lnTo>
                <a:lnTo>
                  <a:pt x="633" y="501"/>
                </a:lnTo>
                <a:lnTo>
                  <a:pt x="631" y="499"/>
                </a:lnTo>
                <a:lnTo>
                  <a:pt x="630" y="499"/>
                </a:lnTo>
                <a:lnTo>
                  <a:pt x="629" y="499"/>
                </a:lnTo>
                <a:lnTo>
                  <a:pt x="628" y="500"/>
                </a:lnTo>
                <a:lnTo>
                  <a:pt x="628" y="501"/>
                </a:lnTo>
                <a:lnTo>
                  <a:pt x="628" y="502"/>
                </a:lnTo>
                <a:lnTo>
                  <a:pt x="627" y="502"/>
                </a:lnTo>
                <a:lnTo>
                  <a:pt x="627" y="501"/>
                </a:lnTo>
                <a:lnTo>
                  <a:pt x="626" y="502"/>
                </a:lnTo>
                <a:lnTo>
                  <a:pt x="626" y="503"/>
                </a:lnTo>
                <a:lnTo>
                  <a:pt x="627" y="503"/>
                </a:lnTo>
                <a:lnTo>
                  <a:pt x="626" y="504"/>
                </a:lnTo>
                <a:lnTo>
                  <a:pt x="625" y="504"/>
                </a:lnTo>
                <a:lnTo>
                  <a:pt x="623" y="502"/>
                </a:lnTo>
                <a:lnTo>
                  <a:pt x="622" y="501"/>
                </a:lnTo>
                <a:lnTo>
                  <a:pt x="621" y="502"/>
                </a:lnTo>
                <a:lnTo>
                  <a:pt x="620" y="504"/>
                </a:lnTo>
                <a:lnTo>
                  <a:pt x="619" y="505"/>
                </a:lnTo>
                <a:lnTo>
                  <a:pt x="619" y="506"/>
                </a:lnTo>
                <a:lnTo>
                  <a:pt x="620" y="506"/>
                </a:lnTo>
                <a:lnTo>
                  <a:pt x="620" y="507"/>
                </a:lnTo>
                <a:lnTo>
                  <a:pt x="622" y="508"/>
                </a:lnTo>
                <a:lnTo>
                  <a:pt x="623" y="508"/>
                </a:lnTo>
                <a:lnTo>
                  <a:pt x="624" y="509"/>
                </a:lnTo>
                <a:lnTo>
                  <a:pt x="624" y="511"/>
                </a:lnTo>
                <a:lnTo>
                  <a:pt x="624" y="512"/>
                </a:lnTo>
                <a:lnTo>
                  <a:pt x="623" y="512"/>
                </a:lnTo>
                <a:lnTo>
                  <a:pt x="622" y="512"/>
                </a:lnTo>
                <a:lnTo>
                  <a:pt x="622" y="513"/>
                </a:lnTo>
                <a:lnTo>
                  <a:pt x="623" y="514"/>
                </a:lnTo>
                <a:lnTo>
                  <a:pt x="623" y="515"/>
                </a:lnTo>
                <a:lnTo>
                  <a:pt x="622" y="515"/>
                </a:lnTo>
                <a:lnTo>
                  <a:pt x="622" y="516"/>
                </a:lnTo>
                <a:lnTo>
                  <a:pt x="622" y="519"/>
                </a:lnTo>
                <a:lnTo>
                  <a:pt x="622" y="520"/>
                </a:lnTo>
                <a:lnTo>
                  <a:pt x="622" y="521"/>
                </a:lnTo>
                <a:lnTo>
                  <a:pt x="623" y="522"/>
                </a:lnTo>
                <a:lnTo>
                  <a:pt x="623" y="523"/>
                </a:lnTo>
                <a:lnTo>
                  <a:pt x="623" y="525"/>
                </a:lnTo>
                <a:lnTo>
                  <a:pt x="623" y="526"/>
                </a:lnTo>
                <a:lnTo>
                  <a:pt x="622" y="526"/>
                </a:lnTo>
                <a:lnTo>
                  <a:pt x="622" y="527"/>
                </a:lnTo>
                <a:lnTo>
                  <a:pt x="624" y="527"/>
                </a:lnTo>
                <a:lnTo>
                  <a:pt x="625" y="528"/>
                </a:lnTo>
                <a:lnTo>
                  <a:pt x="626" y="529"/>
                </a:lnTo>
                <a:lnTo>
                  <a:pt x="626" y="530"/>
                </a:lnTo>
                <a:lnTo>
                  <a:pt x="625" y="531"/>
                </a:lnTo>
                <a:lnTo>
                  <a:pt x="624" y="532"/>
                </a:lnTo>
                <a:lnTo>
                  <a:pt x="625" y="532"/>
                </a:lnTo>
                <a:lnTo>
                  <a:pt x="626" y="532"/>
                </a:lnTo>
                <a:lnTo>
                  <a:pt x="626" y="533"/>
                </a:lnTo>
                <a:lnTo>
                  <a:pt x="626" y="534"/>
                </a:lnTo>
                <a:lnTo>
                  <a:pt x="627" y="534"/>
                </a:lnTo>
                <a:lnTo>
                  <a:pt x="627" y="535"/>
                </a:lnTo>
                <a:lnTo>
                  <a:pt x="626" y="535"/>
                </a:lnTo>
                <a:lnTo>
                  <a:pt x="626" y="536"/>
                </a:lnTo>
                <a:lnTo>
                  <a:pt x="627" y="536"/>
                </a:lnTo>
                <a:lnTo>
                  <a:pt x="626" y="536"/>
                </a:lnTo>
                <a:lnTo>
                  <a:pt x="626" y="537"/>
                </a:lnTo>
                <a:lnTo>
                  <a:pt x="625" y="537"/>
                </a:lnTo>
                <a:lnTo>
                  <a:pt x="623" y="537"/>
                </a:lnTo>
                <a:lnTo>
                  <a:pt x="622" y="537"/>
                </a:lnTo>
                <a:lnTo>
                  <a:pt x="621" y="537"/>
                </a:lnTo>
                <a:lnTo>
                  <a:pt x="620" y="537"/>
                </a:lnTo>
                <a:lnTo>
                  <a:pt x="619" y="537"/>
                </a:lnTo>
                <a:lnTo>
                  <a:pt x="619" y="536"/>
                </a:lnTo>
                <a:lnTo>
                  <a:pt x="618" y="535"/>
                </a:lnTo>
                <a:lnTo>
                  <a:pt x="617" y="535"/>
                </a:lnTo>
                <a:lnTo>
                  <a:pt x="617" y="534"/>
                </a:lnTo>
                <a:lnTo>
                  <a:pt x="616" y="534"/>
                </a:lnTo>
                <a:lnTo>
                  <a:pt x="615" y="536"/>
                </a:lnTo>
                <a:lnTo>
                  <a:pt x="615" y="537"/>
                </a:lnTo>
                <a:lnTo>
                  <a:pt x="614" y="537"/>
                </a:lnTo>
                <a:lnTo>
                  <a:pt x="614" y="536"/>
                </a:lnTo>
                <a:lnTo>
                  <a:pt x="613" y="537"/>
                </a:lnTo>
                <a:lnTo>
                  <a:pt x="613" y="538"/>
                </a:lnTo>
                <a:lnTo>
                  <a:pt x="612" y="538"/>
                </a:lnTo>
                <a:lnTo>
                  <a:pt x="610" y="538"/>
                </a:lnTo>
                <a:lnTo>
                  <a:pt x="609" y="538"/>
                </a:lnTo>
                <a:lnTo>
                  <a:pt x="608" y="538"/>
                </a:lnTo>
                <a:lnTo>
                  <a:pt x="608" y="537"/>
                </a:lnTo>
                <a:lnTo>
                  <a:pt x="607" y="537"/>
                </a:lnTo>
                <a:lnTo>
                  <a:pt x="608" y="537"/>
                </a:lnTo>
                <a:lnTo>
                  <a:pt x="607" y="536"/>
                </a:lnTo>
                <a:lnTo>
                  <a:pt x="606" y="536"/>
                </a:lnTo>
                <a:lnTo>
                  <a:pt x="605" y="536"/>
                </a:lnTo>
                <a:lnTo>
                  <a:pt x="604" y="536"/>
                </a:lnTo>
                <a:lnTo>
                  <a:pt x="603" y="536"/>
                </a:lnTo>
                <a:lnTo>
                  <a:pt x="602" y="536"/>
                </a:lnTo>
                <a:lnTo>
                  <a:pt x="601" y="536"/>
                </a:lnTo>
                <a:lnTo>
                  <a:pt x="600" y="537"/>
                </a:lnTo>
                <a:lnTo>
                  <a:pt x="600" y="538"/>
                </a:lnTo>
                <a:lnTo>
                  <a:pt x="600" y="537"/>
                </a:lnTo>
                <a:lnTo>
                  <a:pt x="599" y="536"/>
                </a:lnTo>
                <a:lnTo>
                  <a:pt x="598" y="536"/>
                </a:lnTo>
                <a:lnTo>
                  <a:pt x="596" y="538"/>
                </a:lnTo>
                <a:lnTo>
                  <a:pt x="596" y="539"/>
                </a:lnTo>
                <a:lnTo>
                  <a:pt x="597" y="539"/>
                </a:lnTo>
                <a:lnTo>
                  <a:pt x="596" y="539"/>
                </a:lnTo>
                <a:lnTo>
                  <a:pt x="596" y="538"/>
                </a:lnTo>
                <a:lnTo>
                  <a:pt x="596" y="537"/>
                </a:lnTo>
                <a:lnTo>
                  <a:pt x="595" y="537"/>
                </a:lnTo>
                <a:lnTo>
                  <a:pt x="595" y="538"/>
                </a:lnTo>
                <a:lnTo>
                  <a:pt x="594" y="539"/>
                </a:lnTo>
                <a:lnTo>
                  <a:pt x="594" y="540"/>
                </a:lnTo>
                <a:lnTo>
                  <a:pt x="593" y="540"/>
                </a:lnTo>
                <a:lnTo>
                  <a:pt x="591" y="541"/>
                </a:lnTo>
                <a:lnTo>
                  <a:pt x="590" y="541"/>
                </a:lnTo>
                <a:lnTo>
                  <a:pt x="590" y="540"/>
                </a:lnTo>
                <a:lnTo>
                  <a:pt x="589" y="539"/>
                </a:lnTo>
                <a:lnTo>
                  <a:pt x="587" y="539"/>
                </a:lnTo>
                <a:lnTo>
                  <a:pt x="586" y="539"/>
                </a:lnTo>
                <a:lnTo>
                  <a:pt x="586" y="538"/>
                </a:lnTo>
                <a:lnTo>
                  <a:pt x="585" y="538"/>
                </a:lnTo>
                <a:lnTo>
                  <a:pt x="584" y="538"/>
                </a:lnTo>
                <a:lnTo>
                  <a:pt x="584" y="539"/>
                </a:lnTo>
                <a:lnTo>
                  <a:pt x="583" y="540"/>
                </a:lnTo>
                <a:lnTo>
                  <a:pt x="582" y="540"/>
                </a:lnTo>
                <a:lnTo>
                  <a:pt x="581" y="541"/>
                </a:lnTo>
                <a:lnTo>
                  <a:pt x="580" y="541"/>
                </a:lnTo>
                <a:lnTo>
                  <a:pt x="580" y="542"/>
                </a:lnTo>
                <a:lnTo>
                  <a:pt x="579" y="542"/>
                </a:lnTo>
                <a:lnTo>
                  <a:pt x="580" y="542"/>
                </a:lnTo>
                <a:lnTo>
                  <a:pt x="580" y="543"/>
                </a:lnTo>
                <a:lnTo>
                  <a:pt x="580" y="545"/>
                </a:lnTo>
                <a:lnTo>
                  <a:pt x="579" y="545"/>
                </a:lnTo>
                <a:lnTo>
                  <a:pt x="579" y="546"/>
                </a:lnTo>
                <a:lnTo>
                  <a:pt x="579" y="549"/>
                </a:lnTo>
                <a:lnTo>
                  <a:pt x="579" y="551"/>
                </a:lnTo>
                <a:lnTo>
                  <a:pt x="579" y="554"/>
                </a:lnTo>
                <a:lnTo>
                  <a:pt x="578" y="554"/>
                </a:lnTo>
                <a:lnTo>
                  <a:pt x="578" y="555"/>
                </a:lnTo>
                <a:lnTo>
                  <a:pt x="578" y="556"/>
                </a:lnTo>
                <a:lnTo>
                  <a:pt x="579" y="556"/>
                </a:lnTo>
                <a:lnTo>
                  <a:pt x="579" y="557"/>
                </a:lnTo>
                <a:lnTo>
                  <a:pt x="578" y="557"/>
                </a:lnTo>
                <a:lnTo>
                  <a:pt x="577" y="557"/>
                </a:lnTo>
                <a:lnTo>
                  <a:pt x="577" y="558"/>
                </a:lnTo>
                <a:lnTo>
                  <a:pt x="577" y="560"/>
                </a:lnTo>
                <a:lnTo>
                  <a:pt x="576" y="560"/>
                </a:lnTo>
                <a:lnTo>
                  <a:pt x="575" y="561"/>
                </a:lnTo>
                <a:lnTo>
                  <a:pt x="575" y="562"/>
                </a:lnTo>
                <a:lnTo>
                  <a:pt x="575" y="563"/>
                </a:lnTo>
                <a:lnTo>
                  <a:pt x="576" y="562"/>
                </a:lnTo>
                <a:lnTo>
                  <a:pt x="576" y="563"/>
                </a:lnTo>
                <a:lnTo>
                  <a:pt x="576" y="564"/>
                </a:lnTo>
                <a:lnTo>
                  <a:pt x="576" y="565"/>
                </a:lnTo>
                <a:lnTo>
                  <a:pt x="575" y="566"/>
                </a:lnTo>
                <a:lnTo>
                  <a:pt x="575" y="567"/>
                </a:lnTo>
                <a:lnTo>
                  <a:pt x="573" y="567"/>
                </a:lnTo>
                <a:lnTo>
                  <a:pt x="572" y="566"/>
                </a:lnTo>
                <a:lnTo>
                  <a:pt x="572" y="567"/>
                </a:lnTo>
                <a:lnTo>
                  <a:pt x="570" y="567"/>
                </a:lnTo>
                <a:lnTo>
                  <a:pt x="569" y="567"/>
                </a:lnTo>
                <a:lnTo>
                  <a:pt x="569" y="568"/>
                </a:lnTo>
                <a:lnTo>
                  <a:pt x="568" y="568"/>
                </a:lnTo>
                <a:lnTo>
                  <a:pt x="566" y="568"/>
                </a:lnTo>
                <a:lnTo>
                  <a:pt x="566" y="567"/>
                </a:lnTo>
                <a:lnTo>
                  <a:pt x="565" y="567"/>
                </a:lnTo>
                <a:lnTo>
                  <a:pt x="565" y="568"/>
                </a:lnTo>
                <a:lnTo>
                  <a:pt x="565" y="569"/>
                </a:lnTo>
                <a:lnTo>
                  <a:pt x="564" y="569"/>
                </a:lnTo>
                <a:lnTo>
                  <a:pt x="563" y="568"/>
                </a:lnTo>
                <a:lnTo>
                  <a:pt x="563" y="567"/>
                </a:lnTo>
                <a:lnTo>
                  <a:pt x="562" y="566"/>
                </a:lnTo>
                <a:lnTo>
                  <a:pt x="562" y="565"/>
                </a:lnTo>
                <a:lnTo>
                  <a:pt x="562" y="564"/>
                </a:lnTo>
                <a:lnTo>
                  <a:pt x="561" y="564"/>
                </a:lnTo>
                <a:lnTo>
                  <a:pt x="561" y="565"/>
                </a:lnTo>
                <a:lnTo>
                  <a:pt x="561" y="566"/>
                </a:lnTo>
                <a:lnTo>
                  <a:pt x="560" y="567"/>
                </a:lnTo>
                <a:lnTo>
                  <a:pt x="560" y="568"/>
                </a:lnTo>
                <a:lnTo>
                  <a:pt x="559" y="568"/>
                </a:lnTo>
                <a:lnTo>
                  <a:pt x="559" y="569"/>
                </a:lnTo>
                <a:lnTo>
                  <a:pt x="559" y="570"/>
                </a:lnTo>
                <a:lnTo>
                  <a:pt x="558" y="570"/>
                </a:lnTo>
                <a:lnTo>
                  <a:pt x="558" y="571"/>
                </a:lnTo>
                <a:lnTo>
                  <a:pt x="558" y="572"/>
                </a:lnTo>
                <a:lnTo>
                  <a:pt x="558" y="573"/>
                </a:lnTo>
                <a:lnTo>
                  <a:pt x="559" y="573"/>
                </a:lnTo>
                <a:lnTo>
                  <a:pt x="559" y="575"/>
                </a:lnTo>
                <a:lnTo>
                  <a:pt x="559" y="576"/>
                </a:lnTo>
                <a:lnTo>
                  <a:pt x="559" y="577"/>
                </a:lnTo>
                <a:lnTo>
                  <a:pt x="559" y="578"/>
                </a:lnTo>
                <a:lnTo>
                  <a:pt x="559" y="579"/>
                </a:lnTo>
                <a:lnTo>
                  <a:pt x="560" y="579"/>
                </a:lnTo>
                <a:lnTo>
                  <a:pt x="560" y="580"/>
                </a:lnTo>
                <a:lnTo>
                  <a:pt x="560" y="581"/>
                </a:lnTo>
                <a:lnTo>
                  <a:pt x="560" y="582"/>
                </a:lnTo>
                <a:lnTo>
                  <a:pt x="560" y="583"/>
                </a:lnTo>
                <a:lnTo>
                  <a:pt x="561" y="583"/>
                </a:lnTo>
                <a:lnTo>
                  <a:pt x="561" y="584"/>
                </a:lnTo>
                <a:lnTo>
                  <a:pt x="561" y="585"/>
                </a:lnTo>
                <a:lnTo>
                  <a:pt x="561" y="586"/>
                </a:lnTo>
                <a:lnTo>
                  <a:pt x="562" y="586"/>
                </a:lnTo>
                <a:lnTo>
                  <a:pt x="562" y="587"/>
                </a:lnTo>
                <a:lnTo>
                  <a:pt x="561" y="587"/>
                </a:lnTo>
                <a:lnTo>
                  <a:pt x="561" y="586"/>
                </a:lnTo>
                <a:lnTo>
                  <a:pt x="561" y="585"/>
                </a:lnTo>
                <a:lnTo>
                  <a:pt x="560" y="585"/>
                </a:lnTo>
                <a:lnTo>
                  <a:pt x="560" y="586"/>
                </a:lnTo>
                <a:lnTo>
                  <a:pt x="560" y="587"/>
                </a:lnTo>
                <a:lnTo>
                  <a:pt x="560" y="588"/>
                </a:lnTo>
                <a:lnTo>
                  <a:pt x="560" y="589"/>
                </a:lnTo>
                <a:lnTo>
                  <a:pt x="560" y="590"/>
                </a:lnTo>
                <a:lnTo>
                  <a:pt x="559" y="590"/>
                </a:lnTo>
                <a:lnTo>
                  <a:pt x="559" y="589"/>
                </a:lnTo>
                <a:lnTo>
                  <a:pt x="558" y="589"/>
                </a:lnTo>
                <a:lnTo>
                  <a:pt x="557" y="588"/>
                </a:lnTo>
                <a:lnTo>
                  <a:pt x="557" y="589"/>
                </a:lnTo>
                <a:lnTo>
                  <a:pt x="556" y="589"/>
                </a:lnTo>
                <a:lnTo>
                  <a:pt x="556" y="588"/>
                </a:lnTo>
                <a:lnTo>
                  <a:pt x="556" y="587"/>
                </a:lnTo>
                <a:lnTo>
                  <a:pt x="555" y="587"/>
                </a:lnTo>
                <a:lnTo>
                  <a:pt x="554" y="587"/>
                </a:lnTo>
                <a:lnTo>
                  <a:pt x="553" y="586"/>
                </a:lnTo>
                <a:lnTo>
                  <a:pt x="553" y="585"/>
                </a:lnTo>
                <a:lnTo>
                  <a:pt x="552" y="585"/>
                </a:lnTo>
                <a:lnTo>
                  <a:pt x="551" y="585"/>
                </a:lnTo>
                <a:lnTo>
                  <a:pt x="552" y="585"/>
                </a:lnTo>
                <a:lnTo>
                  <a:pt x="551" y="585"/>
                </a:lnTo>
                <a:lnTo>
                  <a:pt x="551" y="584"/>
                </a:lnTo>
                <a:lnTo>
                  <a:pt x="550" y="583"/>
                </a:lnTo>
                <a:lnTo>
                  <a:pt x="549" y="583"/>
                </a:lnTo>
                <a:lnTo>
                  <a:pt x="549" y="582"/>
                </a:lnTo>
                <a:lnTo>
                  <a:pt x="550" y="582"/>
                </a:lnTo>
                <a:lnTo>
                  <a:pt x="551" y="581"/>
                </a:lnTo>
                <a:lnTo>
                  <a:pt x="551" y="579"/>
                </a:lnTo>
                <a:lnTo>
                  <a:pt x="551" y="578"/>
                </a:lnTo>
                <a:lnTo>
                  <a:pt x="551" y="577"/>
                </a:lnTo>
                <a:lnTo>
                  <a:pt x="551" y="576"/>
                </a:lnTo>
                <a:lnTo>
                  <a:pt x="551" y="575"/>
                </a:lnTo>
                <a:lnTo>
                  <a:pt x="551" y="574"/>
                </a:lnTo>
                <a:lnTo>
                  <a:pt x="550" y="574"/>
                </a:lnTo>
                <a:lnTo>
                  <a:pt x="550" y="573"/>
                </a:lnTo>
                <a:lnTo>
                  <a:pt x="551" y="573"/>
                </a:lnTo>
                <a:lnTo>
                  <a:pt x="552" y="573"/>
                </a:lnTo>
                <a:lnTo>
                  <a:pt x="551" y="573"/>
                </a:lnTo>
                <a:lnTo>
                  <a:pt x="552" y="572"/>
                </a:lnTo>
                <a:lnTo>
                  <a:pt x="552" y="573"/>
                </a:lnTo>
                <a:lnTo>
                  <a:pt x="552" y="572"/>
                </a:lnTo>
                <a:lnTo>
                  <a:pt x="551" y="572"/>
                </a:lnTo>
                <a:lnTo>
                  <a:pt x="552" y="572"/>
                </a:lnTo>
                <a:lnTo>
                  <a:pt x="552" y="571"/>
                </a:lnTo>
                <a:lnTo>
                  <a:pt x="551" y="571"/>
                </a:lnTo>
                <a:lnTo>
                  <a:pt x="551" y="572"/>
                </a:lnTo>
                <a:lnTo>
                  <a:pt x="550" y="572"/>
                </a:lnTo>
                <a:lnTo>
                  <a:pt x="550" y="573"/>
                </a:lnTo>
                <a:lnTo>
                  <a:pt x="549" y="573"/>
                </a:lnTo>
                <a:lnTo>
                  <a:pt x="548" y="573"/>
                </a:lnTo>
                <a:lnTo>
                  <a:pt x="548" y="574"/>
                </a:lnTo>
                <a:lnTo>
                  <a:pt x="548" y="575"/>
                </a:lnTo>
                <a:lnTo>
                  <a:pt x="547" y="575"/>
                </a:lnTo>
                <a:lnTo>
                  <a:pt x="547" y="576"/>
                </a:lnTo>
                <a:lnTo>
                  <a:pt x="547" y="577"/>
                </a:lnTo>
                <a:lnTo>
                  <a:pt x="548" y="577"/>
                </a:lnTo>
                <a:lnTo>
                  <a:pt x="547" y="578"/>
                </a:lnTo>
                <a:lnTo>
                  <a:pt x="547" y="577"/>
                </a:lnTo>
                <a:lnTo>
                  <a:pt x="546" y="577"/>
                </a:lnTo>
                <a:lnTo>
                  <a:pt x="545" y="576"/>
                </a:lnTo>
                <a:lnTo>
                  <a:pt x="545" y="575"/>
                </a:lnTo>
                <a:lnTo>
                  <a:pt x="545" y="574"/>
                </a:lnTo>
                <a:lnTo>
                  <a:pt x="545" y="573"/>
                </a:lnTo>
                <a:lnTo>
                  <a:pt x="544" y="573"/>
                </a:lnTo>
                <a:lnTo>
                  <a:pt x="544" y="572"/>
                </a:lnTo>
                <a:lnTo>
                  <a:pt x="544" y="571"/>
                </a:lnTo>
                <a:lnTo>
                  <a:pt x="544" y="570"/>
                </a:lnTo>
                <a:lnTo>
                  <a:pt x="544" y="568"/>
                </a:lnTo>
                <a:lnTo>
                  <a:pt x="545" y="568"/>
                </a:lnTo>
                <a:lnTo>
                  <a:pt x="545" y="567"/>
                </a:lnTo>
                <a:lnTo>
                  <a:pt x="544" y="567"/>
                </a:lnTo>
                <a:lnTo>
                  <a:pt x="544" y="568"/>
                </a:lnTo>
                <a:lnTo>
                  <a:pt x="545" y="568"/>
                </a:lnTo>
                <a:lnTo>
                  <a:pt x="544" y="568"/>
                </a:lnTo>
                <a:lnTo>
                  <a:pt x="543" y="568"/>
                </a:lnTo>
                <a:lnTo>
                  <a:pt x="543" y="569"/>
                </a:lnTo>
                <a:lnTo>
                  <a:pt x="543" y="570"/>
                </a:lnTo>
                <a:lnTo>
                  <a:pt x="542" y="570"/>
                </a:lnTo>
                <a:lnTo>
                  <a:pt x="542" y="569"/>
                </a:lnTo>
                <a:lnTo>
                  <a:pt x="541" y="569"/>
                </a:lnTo>
                <a:lnTo>
                  <a:pt x="542" y="569"/>
                </a:lnTo>
                <a:lnTo>
                  <a:pt x="542" y="568"/>
                </a:lnTo>
                <a:lnTo>
                  <a:pt x="542" y="567"/>
                </a:lnTo>
                <a:lnTo>
                  <a:pt x="541" y="566"/>
                </a:lnTo>
                <a:lnTo>
                  <a:pt x="541" y="567"/>
                </a:lnTo>
                <a:lnTo>
                  <a:pt x="541" y="566"/>
                </a:lnTo>
                <a:lnTo>
                  <a:pt x="541" y="565"/>
                </a:lnTo>
                <a:lnTo>
                  <a:pt x="540" y="565"/>
                </a:lnTo>
                <a:lnTo>
                  <a:pt x="540" y="564"/>
                </a:lnTo>
                <a:lnTo>
                  <a:pt x="541" y="564"/>
                </a:lnTo>
                <a:lnTo>
                  <a:pt x="540" y="564"/>
                </a:lnTo>
                <a:lnTo>
                  <a:pt x="540" y="563"/>
                </a:lnTo>
                <a:lnTo>
                  <a:pt x="540" y="564"/>
                </a:lnTo>
                <a:lnTo>
                  <a:pt x="539" y="563"/>
                </a:lnTo>
                <a:lnTo>
                  <a:pt x="540" y="563"/>
                </a:lnTo>
                <a:lnTo>
                  <a:pt x="540" y="562"/>
                </a:lnTo>
                <a:lnTo>
                  <a:pt x="539" y="562"/>
                </a:lnTo>
                <a:lnTo>
                  <a:pt x="540" y="562"/>
                </a:lnTo>
                <a:lnTo>
                  <a:pt x="539" y="562"/>
                </a:lnTo>
                <a:lnTo>
                  <a:pt x="539" y="561"/>
                </a:lnTo>
                <a:lnTo>
                  <a:pt x="539" y="560"/>
                </a:lnTo>
                <a:lnTo>
                  <a:pt x="539" y="559"/>
                </a:lnTo>
                <a:lnTo>
                  <a:pt x="540" y="559"/>
                </a:lnTo>
                <a:lnTo>
                  <a:pt x="540" y="558"/>
                </a:lnTo>
                <a:lnTo>
                  <a:pt x="541" y="558"/>
                </a:lnTo>
                <a:lnTo>
                  <a:pt x="542" y="558"/>
                </a:lnTo>
                <a:lnTo>
                  <a:pt x="542" y="557"/>
                </a:lnTo>
                <a:lnTo>
                  <a:pt x="543" y="557"/>
                </a:lnTo>
                <a:lnTo>
                  <a:pt x="543" y="556"/>
                </a:lnTo>
                <a:lnTo>
                  <a:pt x="544" y="556"/>
                </a:lnTo>
                <a:lnTo>
                  <a:pt x="544" y="555"/>
                </a:lnTo>
                <a:lnTo>
                  <a:pt x="544" y="556"/>
                </a:lnTo>
                <a:lnTo>
                  <a:pt x="543" y="556"/>
                </a:lnTo>
                <a:lnTo>
                  <a:pt x="543" y="555"/>
                </a:lnTo>
                <a:lnTo>
                  <a:pt x="543" y="556"/>
                </a:lnTo>
                <a:lnTo>
                  <a:pt x="542" y="556"/>
                </a:lnTo>
                <a:lnTo>
                  <a:pt x="542" y="557"/>
                </a:lnTo>
                <a:lnTo>
                  <a:pt x="541" y="557"/>
                </a:lnTo>
                <a:lnTo>
                  <a:pt x="542" y="557"/>
                </a:lnTo>
                <a:lnTo>
                  <a:pt x="542" y="556"/>
                </a:lnTo>
                <a:lnTo>
                  <a:pt x="541" y="556"/>
                </a:lnTo>
                <a:lnTo>
                  <a:pt x="541" y="557"/>
                </a:lnTo>
                <a:lnTo>
                  <a:pt x="540" y="557"/>
                </a:lnTo>
                <a:lnTo>
                  <a:pt x="539" y="557"/>
                </a:lnTo>
                <a:lnTo>
                  <a:pt x="538" y="557"/>
                </a:lnTo>
                <a:lnTo>
                  <a:pt x="537" y="558"/>
                </a:lnTo>
                <a:lnTo>
                  <a:pt x="536" y="558"/>
                </a:lnTo>
                <a:lnTo>
                  <a:pt x="536" y="559"/>
                </a:lnTo>
                <a:lnTo>
                  <a:pt x="536" y="560"/>
                </a:lnTo>
                <a:lnTo>
                  <a:pt x="535" y="560"/>
                </a:lnTo>
                <a:lnTo>
                  <a:pt x="534" y="561"/>
                </a:lnTo>
                <a:lnTo>
                  <a:pt x="533" y="561"/>
                </a:lnTo>
                <a:lnTo>
                  <a:pt x="534" y="561"/>
                </a:lnTo>
                <a:lnTo>
                  <a:pt x="534" y="562"/>
                </a:lnTo>
                <a:lnTo>
                  <a:pt x="534" y="563"/>
                </a:lnTo>
                <a:lnTo>
                  <a:pt x="534" y="562"/>
                </a:lnTo>
                <a:lnTo>
                  <a:pt x="535" y="562"/>
                </a:lnTo>
                <a:lnTo>
                  <a:pt x="536" y="562"/>
                </a:lnTo>
                <a:lnTo>
                  <a:pt x="535" y="562"/>
                </a:lnTo>
                <a:lnTo>
                  <a:pt x="535" y="563"/>
                </a:lnTo>
                <a:lnTo>
                  <a:pt x="536" y="563"/>
                </a:lnTo>
                <a:lnTo>
                  <a:pt x="536" y="562"/>
                </a:lnTo>
                <a:lnTo>
                  <a:pt x="537" y="563"/>
                </a:lnTo>
                <a:lnTo>
                  <a:pt x="536" y="563"/>
                </a:lnTo>
                <a:lnTo>
                  <a:pt x="536" y="564"/>
                </a:lnTo>
                <a:lnTo>
                  <a:pt x="537" y="564"/>
                </a:lnTo>
                <a:lnTo>
                  <a:pt x="536" y="564"/>
                </a:lnTo>
                <a:lnTo>
                  <a:pt x="536" y="565"/>
                </a:lnTo>
                <a:lnTo>
                  <a:pt x="537" y="565"/>
                </a:lnTo>
                <a:lnTo>
                  <a:pt x="537" y="566"/>
                </a:lnTo>
                <a:lnTo>
                  <a:pt x="536" y="566"/>
                </a:lnTo>
                <a:lnTo>
                  <a:pt x="535" y="566"/>
                </a:lnTo>
                <a:lnTo>
                  <a:pt x="535" y="567"/>
                </a:lnTo>
                <a:lnTo>
                  <a:pt x="534" y="567"/>
                </a:lnTo>
                <a:lnTo>
                  <a:pt x="534" y="566"/>
                </a:lnTo>
                <a:lnTo>
                  <a:pt x="533" y="566"/>
                </a:lnTo>
                <a:lnTo>
                  <a:pt x="532" y="566"/>
                </a:lnTo>
                <a:lnTo>
                  <a:pt x="531" y="566"/>
                </a:lnTo>
                <a:lnTo>
                  <a:pt x="532" y="566"/>
                </a:lnTo>
                <a:lnTo>
                  <a:pt x="533" y="566"/>
                </a:lnTo>
                <a:lnTo>
                  <a:pt x="533" y="567"/>
                </a:lnTo>
                <a:lnTo>
                  <a:pt x="535" y="567"/>
                </a:lnTo>
                <a:lnTo>
                  <a:pt x="536" y="567"/>
                </a:lnTo>
                <a:lnTo>
                  <a:pt x="537" y="568"/>
                </a:lnTo>
                <a:lnTo>
                  <a:pt x="537" y="569"/>
                </a:lnTo>
                <a:lnTo>
                  <a:pt x="537" y="570"/>
                </a:lnTo>
                <a:lnTo>
                  <a:pt x="538" y="570"/>
                </a:lnTo>
                <a:lnTo>
                  <a:pt x="539" y="570"/>
                </a:lnTo>
                <a:lnTo>
                  <a:pt x="539" y="571"/>
                </a:lnTo>
                <a:lnTo>
                  <a:pt x="540" y="571"/>
                </a:lnTo>
                <a:lnTo>
                  <a:pt x="540" y="572"/>
                </a:lnTo>
                <a:lnTo>
                  <a:pt x="540" y="573"/>
                </a:lnTo>
                <a:lnTo>
                  <a:pt x="541" y="572"/>
                </a:lnTo>
                <a:lnTo>
                  <a:pt x="541" y="573"/>
                </a:lnTo>
                <a:lnTo>
                  <a:pt x="540" y="573"/>
                </a:lnTo>
                <a:lnTo>
                  <a:pt x="540" y="574"/>
                </a:lnTo>
                <a:lnTo>
                  <a:pt x="541" y="574"/>
                </a:lnTo>
                <a:lnTo>
                  <a:pt x="542" y="574"/>
                </a:lnTo>
                <a:lnTo>
                  <a:pt x="542" y="575"/>
                </a:lnTo>
                <a:lnTo>
                  <a:pt x="542" y="576"/>
                </a:lnTo>
                <a:lnTo>
                  <a:pt x="541" y="576"/>
                </a:lnTo>
                <a:lnTo>
                  <a:pt x="541" y="577"/>
                </a:lnTo>
                <a:lnTo>
                  <a:pt x="541" y="578"/>
                </a:lnTo>
                <a:lnTo>
                  <a:pt x="540" y="578"/>
                </a:lnTo>
                <a:lnTo>
                  <a:pt x="540" y="579"/>
                </a:lnTo>
                <a:lnTo>
                  <a:pt x="540" y="580"/>
                </a:lnTo>
                <a:lnTo>
                  <a:pt x="540" y="581"/>
                </a:lnTo>
                <a:lnTo>
                  <a:pt x="539" y="582"/>
                </a:lnTo>
                <a:lnTo>
                  <a:pt x="539" y="583"/>
                </a:lnTo>
                <a:lnTo>
                  <a:pt x="538" y="583"/>
                </a:lnTo>
                <a:lnTo>
                  <a:pt x="538" y="584"/>
                </a:lnTo>
                <a:lnTo>
                  <a:pt x="539" y="585"/>
                </a:lnTo>
                <a:lnTo>
                  <a:pt x="538" y="586"/>
                </a:lnTo>
                <a:lnTo>
                  <a:pt x="538" y="587"/>
                </a:lnTo>
                <a:lnTo>
                  <a:pt x="539" y="587"/>
                </a:lnTo>
                <a:lnTo>
                  <a:pt x="538" y="587"/>
                </a:lnTo>
                <a:lnTo>
                  <a:pt x="535" y="586"/>
                </a:lnTo>
                <a:lnTo>
                  <a:pt x="534" y="586"/>
                </a:lnTo>
                <a:lnTo>
                  <a:pt x="534" y="587"/>
                </a:lnTo>
                <a:lnTo>
                  <a:pt x="533" y="587"/>
                </a:lnTo>
                <a:lnTo>
                  <a:pt x="532" y="588"/>
                </a:lnTo>
                <a:lnTo>
                  <a:pt x="531" y="588"/>
                </a:lnTo>
                <a:lnTo>
                  <a:pt x="530" y="589"/>
                </a:lnTo>
                <a:lnTo>
                  <a:pt x="529" y="589"/>
                </a:lnTo>
                <a:lnTo>
                  <a:pt x="529" y="588"/>
                </a:lnTo>
                <a:lnTo>
                  <a:pt x="528" y="589"/>
                </a:lnTo>
                <a:lnTo>
                  <a:pt x="528" y="590"/>
                </a:lnTo>
                <a:lnTo>
                  <a:pt x="527" y="590"/>
                </a:lnTo>
                <a:lnTo>
                  <a:pt x="526" y="590"/>
                </a:lnTo>
                <a:lnTo>
                  <a:pt x="525" y="590"/>
                </a:lnTo>
                <a:lnTo>
                  <a:pt x="524" y="590"/>
                </a:lnTo>
                <a:lnTo>
                  <a:pt x="523" y="590"/>
                </a:lnTo>
                <a:lnTo>
                  <a:pt x="522" y="590"/>
                </a:lnTo>
                <a:lnTo>
                  <a:pt x="521" y="590"/>
                </a:lnTo>
                <a:lnTo>
                  <a:pt x="520" y="590"/>
                </a:lnTo>
                <a:lnTo>
                  <a:pt x="519" y="590"/>
                </a:lnTo>
                <a:lnTo>
                  <a:pt x="518" y="590"/>
                </a:lnTo>
                <a:lnTo>
                  <a:pt x="517" y="591"/>
                </a:lnTo>
                <a:lnTo>
                  <a:pt x="516" y="591"/>
                </a:lnTo>
                <a:lnTo>
                  <a:pt x="515" y="591"/>
                </a:lnTo>
                <a:lnTo>
                  <a:pt x="515" y="590"/>
                </a:lnTo>
                <a:lnTo>
                  <a:pt x="516" y="590"/>
                </a:lnTo>
                <a:lnTo>
                  <a:pt x="516" y="589"/>
                </a:lnTo>
                <a:lnTo>
                  <a:pt x="516" y="588"/>
                </a:lnTo>
                <a:lnTo>
                  <a:pt x="515" y="587"/>
                </a:lnTo>
                <a:lnTo>
                  <a:pt x="515" y="588"/>
                </a:lnTo>
                <a:lnTo>
                  <a:pt x="515" y="589"/>
                </a:lnTo>
                <a:lnTo>
                  <a:pt x="515" y="590"/>
                </a:lnTo>
                <a:lnTo>
                  <a:pt x="514" y="590"/>
                </a:lnTo>
                <a:lnTo>
                  <a:pt x="514" y="591"/>
                </a:lnTo>
                <a:lnTo>
                  <a:pt x="513" y="591"/>
                </a:lnTo>
                <a:lnTo>
                  <a:pt x="512" y="592"/>
                </a:lnTo>
                <a:lnTo>
                  <a:pt x="510" y="592"/>
                </a:lnTo>
                <a:lnTo>
                  <a:pt x="510" y="593"/>
                </a:lnTo>
                <a:lnTo>
                  <a:pt x="509" y="593"/>
                </a:lnTo>
                <a:lnTo>
                  <a:pt x="508" y="593"/>
                </a:lnTo>
                <a:lnTo>
                  <a:pt x="507" y="593"/>
                </a:lnTo>
                <a:lnTo>
                  <a:pt x="506" y="592"/>
                </a:lnTo>
                <a:lnTo>
                  <a:pt x="506" y="591"/>
                </a:lnTo>
                <a:lnTo>
                  <a:pt x="505" y="591"/>
                </a:lnTo>
                <a:lnTo>
                  <a:pt x="506" y="590"/>
                </a:lnTo>
                <a:lnTo>
                  <a:pt x="506" y="589"/>
                </a:lnTo>
                <a:lnTo>
                  <a:pt x="506" y="588"/>
                </a:lnTo>
                <a:lnTo>
                  <a:pt x="506" y="587"/>
                </a:lnTo>
                <a:lnTo>
                  <a:pt x="506" y="588"/>
                </a:lnTo>
                <a:lnTo>
                  <a:pt x="506" y="589"/>
                </a:lnTo>
                <a:lnTo>
                  <a:pt x="505" y="590"/>
                </a:lnTo>
                <a:lnTo>
                  <a:pt x="504" y="589"/>
                </a:lnTo>
                <a:lnTo>
                  <a:pt x="504" y="590"/>
                </a:lnTo>
                <a:lnTo>
                  <a:pt x="505" y="590"/>
                </a:lnTo>
                <a:lnTo>
                  <a:pt x="505" y="591"/>
                </a:lnTo>
                <a:lnTo>
                  <a:pt x="504" y="591"/>
                </a:lnTo>
                <a:lnTo>
                  <a:pt x="504" y="592"/>
                </a:lnTo>
                <a:lnTo>
                  <a:pt x="505" y="593"/>
                </a:lnTo>
                <a:lnTo>
                  <a:pt x="504" y="594"/>
                </a:lnTo>
                <a:lnTo>
                  <a:pt x="502" y="594"/>
                </a:lnTo>
                <a:lnTo>
                  <a:pt x="501" y="594"/>
                </a:lnTo>
                <a:lnTo>
                  <a:pt x="501" y="595"/>
                </a:lnTo>
                <a:lnTo>
                  <a:pt x="500" y="595"/>
                </a:lnTo>
                <a:lnTo>
                  <a:pt x="499" y="596"/>
                </a:lnTo>
                <a:lnTo>
                  <a:pt x="499" y="595"/>
                </a:lnTo>
                <a:lnTo>
                  <a:pt x="498" y="595"/>
                </a:lnTo>
                <a:lnTo>
                  <a:pt x="497" y="595"/>
                </a:lnTo>
                <a:lnTo>
                  <a:pt x="497" y="596"/>
                </a:lnTo>
                <a:lnTo>
                  <a:pt x="498" y="596"/>
                </a:lnTo>
                <a:lnTo>
                  <a:pt x="497" y="596"/>
                </a:lnTo>
                <a:lnTo>
                  <a:pt x="497" y="597"/>
                </a:lnTo>
                <a:lnTo>
                  <a:pt x="496" y="596"/>
                </a:lnTo>
                <a:lnTo>
                  <a:pt x="495" y="595"/>
                </a:lnTo>
                <a:lnTo>
                  <a:pt x="494" y="595"/>
                </a:lnTo>
                <a:lnTo>
                  <a:pt x="493" y="594"/>
                </a:lnTo>
                <a:lnTo>
                  <a:pt x="493" y="595"/>
                </a:lnTo>
                <a:lnTo>
                  <a:pt x="492" y="594"/>
                </a:lnTo>
                <a:lnTo>
                  <a:pt x="491" y="594"/>
                </a:lnTo>
                <a:lnTo>
                  <a:pt x="490" y="594"/>
                </a:lnTo>
                <a:lnTo>
                  <a:pt x="490" y="593"/>
                </a:lnTo>
                <a:lnTo>
                  <a:pt x="489" y="592"/>
                </a:lnTo>
                <a:lnTo>
                  <a:pt x="489" y="593"/>
                </a:lnTo>
                <a:lnTo>
                  <a:pt x="488" y="593"/>
                </a:lnTo>
                <a:lnTo>
                  <a:pt x="488" y="592"/>
                </a:lnTo>
                <a:lnTo>
                  <a:pt x="487" y="592"/>
                </a:lnTo>
                <a:lnTo>
                  <a:pt x="487" y="591"/>
                </a:lnTo>
                <a:lnTo>
                  <a:pt x="486" y="591"/>
                </a:lnTo>
                <a:lnTo>
                  <a:pt x="486" y="592"/>
                </a:lnTo>
                <a:lnTo>
                  <a:pt x="485" y="592"/>
                </a:lnTo>
                <a:lnTo>
                  <a:pt x="485" y="591"/>
                </a:lnTo>
                <a:lnTo>
                  <a:pt x="485" y="590"/>
                </a:lnTo>
                <a:lnTo>
                  <a:pt x="486" y="589"/>
                </a:lnTo>
                <a:lnTo>
                  <a:pt x="487" y="588"/>
                </a:lnTo>
                <a:lnTo>
                  <a:pt x="488" y="586"/>
                </a:lnTo>
                <a:lnTo>
                  <a:pt x="489" y="587"/>
                </a:lnTo>
                <a:lnTo>
                  <a:pt x="490" y="587"/>
                </a:lnTo>
                <a:lnTo>
                  <a:pt x="491" y="587"/>
                </a:lnTo>
                <a:lnTo>
                  <a:pt x="492" y="587"/>
                </a:lnTo>
                <a:lnTo>
                  <a:pt x="493" y="586"/>
                </a:lnTo>
                <a:lnTo>
                  <a:pt x="495" y="585"/>
                </a:lnTo>
                <a:lnTo>
                  <a:pt x="496" y="584"/>
                </a:lnTo>
                <a:lnTo>
                  <a:pt x="497" y="583"/>
                </a:lnTo>
                <a:lnTo>
                  <a:pt x="498" y="582"/>
                </a:lnTo>
                <a:lnTo>
                  <a:pt x="498" y="581"/>
                </a:lnTo>
                <a:lnTo>
                  <a:pt x="498" y="580"/>
                </a:lnTo>
                <a:lnTo>
                  <a:pt x="498" y="579"/>
                </a:lnTo>
                <a:lnTo>
                  <a:pt x="497" y="579"/>
                </a:lnTo>
                <a:lnTo>
                  <a:pt x="497" y="578"/>
                </a:lnTo>
                <a:lnTo>
                  <a:pt x="497" y="577"/>
                </a:lnTo>
                <a:lnTo>
                  <a:pt x="496" y="577"/>
                </a:lnTo>
                <a:lnTo>
                  <a:pt x="496" y="578"/>
                </a:lnTo>
                <a:lnTo>
                  <a:pt x="496" y="577"/>
                </a:lnTo>
                <a:lnTo>
                  <a:pt x="496" y="576"/>
                </a:lnTo>
                <a:lnTo>
                  <a:pt x="496" y="575"/>
                </a:lnTo>
                <a:lnTo>
                  <a:pt x="495" y="575"/>
                </a:lnTo>
                <a:lnTo>
                  <a:pt x="495" y="576"/>
                </a:lnTo>
                <a:lnTo>
                  <a:pt x="495" y="575"/>
                </a:lnTo>
                <a:lnTo>
                  <a:pt x="494" y="575"/>
                </a:lnTo>
                <a:lnTo>
                  <a:pt x="493" y="575"/>
                </a:lnTo>
                <a:lnTo>
                  <a:pt x="492" y="575"/>
                </a:lnTo>
                <a:lnTo>
                  <a:pt x="491" y="575"/>
                </a:lnTo>
                <a:lnTo>
                  <a:pt x="491" y="574"/>
                </a:lnTo>
                <a:lnTo>
                  <a:pt x="491" y="575"/>
                </a:lnTo>
                <a:lnTo>
                  <a:pt x="490" y="575"/>
                </a:lnTo>
                <a:lnTo>
                  <a:pt x="490" y="574"/>
                </a:lnTo>
                <a:lnTo>
                  <a:pt x="489" y="573"/>
                </a:lnTo>
                <a:lnTo>
                  <a:pt x="488" y="573"/>
                </a:lnTo>
                <a:lnTo>
                  <a:pt x="488" y="572"/>
                </a:lnTo>
                <a:lnTo>
                  <a:pt x="488" y="571"/>
                </a:lnTo>
                <a:lnTo>
                  <a:pt x="488" y="570"/>
                </a:lnTo>
                <a:lnTo>
                  <a:pt x="488" y="569"/>
                </a:lnTo>
                <a:lnTo>
                  <a:pt x="489" y="569"/>
                </a:lnTo>
                <a:lnTo>
                  <a:pt x="490" y="569"/>
                </a:lnTo>
                <a:lnTo>
                  <a:pt x="490" y="568"/>
                </a:lnTo>
                <a:lnTo>
                  <a:pt x="491" y="568"/>
                </a:lnTo>
                <a:lnTo>
                  <a:pt x="491" y="567"/>
                </a:lnTo>
                <a:lnTo>
                  <a:pt x="492" y="567"/>
                </a:lnTo>
                <a:lnTo>
                  <a:pt x="492" y="566"/>
                </a:lnTo>
                <a:lnTo>
                  <a:pt x="493" y="566"/>
                </a:lnTo>
                <a:lnTo>
                  <a:pt x="494" y="565"/>
                </a:lnTo>
                <a:lnTo>
                  <a:pt x="493" y="565"/>
                </a:lnTo>
                <a:lnTo>
                  <a:pt x="492" y="566"/>
                </a:lnTo>
                <a:lnTo>
                  <a:pt x="492" y="567"/>
                </a:lnTo>
                <a:lnTo>
                  <a:pt x="491" y="567"/>
                </a:lnTo>
                <a:lnTo>
                  <a:pt x="490" y="567"/>
                </a:lnTo>
                <a:lnTo>
                  <a:pt x="490" y="568"/>
                </a:lnTo>
                <a:lnTo>
                  <a:pt x="489" y="568"/>
                </a:lnTo>
                <a:lnTo>
                  <a:pt x="488" y="569"/>
                </a:lnTo>
                <a:lnTo>
                  <a:pt x="488" y="570"/>
                </a:lnTo>
                <a:lnTo>
                  <a:pt x="488" y="571"/>
                </a:lnTo>
                <a:lnTo>
                  <a:pt x="488" y="572"/>
                </a:lnTo>
                <a:lnTo>
                  <a:pt x="488" y="573"/>
                </a:lnTo>
                <a:lnTo>
                  <a:pt x="487" y="574"/>
                </a:lnTo>
                <a:lnTo>
                  <a:pt x="487" y="573"/>
                </a:lnTo>
                <a:lnTo>
                  <a:pt x="486" y="573"/>
                </a:lnTo>
                <a:lnTo>
                  <a:pt x="485" y="573"/>
                </a:lnTo>
                <a:lnTo>
                  <a:pt x="485" y="572"/>
                </a:lnTo>
                <a:lnTo>
                  <a:pt x="486" y="572"/>
                </a:lnTo>
                <a:lnTo>
                  <a:pt x="486" y="571"/>
                </a:lnTo>
                <a:lnTo>
                  <a:pt x="487" y="571"/>
                </a:lnTo>
                <a:lnTo>
                  <a:pt x="487" y="570"/>
                </a:lnTo>
                <a:lnTo>
                  <a:pt x="488" y="570"/>
                </a:lnTo>
                <a:lnTo>
                  <a:pt x="488" y="569"/>
                </a:lnTo>
                <a:lnTo>
                  <a:pt x="488" y="568"/>
                </a:lnTo>
                <a:lnTo>
                  <a:pt x="488" y="567"/>
                </a:lnTo>
                <a:lnTo>
                  <a:pt x="488" y="566"/>
                </a:lnTo>
                <a:lnTo>
                  <a:pt x="489" y="566"/>
                </a:lnTo>
                <a:lnTo>
                  <a:pt x="489" y="565"/>
                </a:lnTo>
                <a:lnTo>
                  <a:pt x="490" y="565"/>
                </a:lnTo>
                <a:lnTo>
                  <a:pt x="489" y="565"/>
                </a:lnTo>
                <a:lnTo>
                  <a:pt x="488" y="566"/>
                </a:lnTo>
                <a:lnTo>
                  <a:pt x="487" y="567"/>
                </a:lnTo>
                <a:lnTo>
                  <a:pt x="487" y="568"/>
                </a:lnTo>
                <a:lnTo>
                  <a:pt x="488" y="568"/>
                </a:lnTo>
                <a:lnTo>
                  <a:pt x="487" y="568"/>
                </a:lnTo>
                <a:lnTo>
                  <a:pt x="487" y="569"/>
                </a:lnTo>
                <a:lnTo>
                  <a:pt x="486" y="569"/>
                </a:lnTo>
                <a:lnTo>
                  <a:pt x="486" y="570"/>
                </a:lnTo>
                <a:lnTo>
                  <a:pt x="485" y="570"/>
                </a:lnTo>
                <a:lnTo>
                  <a:pt x="484" y="570"/>
                </a:lnTo>
                <a:lnTo>
                  <a:pt x="483" y="571"/>
                </a:lnTo>
                <a:lnTo>
                  <a:pt x="482" y="571"/>
                </a:lnTo>
                <a:lnTo>
                  <a:pt x="481" y="572"/>
                </a:lnTo>
                <a:lnTo>
                  <a:pt x="481" y="573"/>
                </a:lnTo>
                <a:lnTo>
                  <a:pt x="479" y="573"/>
                </a:lnTo>
                <a:lnTo>
                  <a:pt x="478" y="573"/>
                </a:lnTo>
                <a:lnTo>
                  <a:pt x="477" y="573"/>
                </a:lnTo>
                <a:lnTo>
                  <a:pt x="476" y="573"/>
                </a:lnTo>
                <a:lnTo>
                  <a:pt x="475" y="572"/>
                </a:lnTo>
                <a:lnTo>
                  <a:pt x="474" y="572"/>
                </a:lnTo>
                <a:lnTo>
                  <a:pt x="473" y="572"/>
                </a:lnTo>
                <a:lnTo>
                  <a:pt x="473" y="571"/>
                </a:lnTo>
                <a:lnTo>
                  <a:pt x="472" y="571"/>
                </a:lnTo>
                <a:lnTo>
                  <a:pt x="471" y="571"/>
                </a:lnTo>
                <a:lnTo>
                  <a:pt x="471" y="570"/>
                </a:lnTo>
                <a:lnTo>
                  <a:pt x="471" y="569"/>
                </a:lnTo>
                <a:lnTo>
                  <a:pt x="471" y="568"/>
                </a:lnTo>
                <a:lnTo>
                  <a:pt x="470" y="567"/>
                </a:lnTo>
                <a:lnTo>
                  <a:pt x="469" y="567"/>
                </a:lnTo>
                <a:lnTo>
                  <a:pt x="469" y="566"/>
                </a:lnTo>
                <a:lnTo>
                  <a:pt x="468" y="566"/>
                </a:lnTo>
                <a:lnTo>
                  <a:pt x="467" y="565"/>
                </a:lnTo>
                <a:lnTo>
                  <a:pt x="466" y="564"/>
                </a:lnTo>
                <a:lnTo>
                  <a:pt x="465" y="563"/>
                </a:lnTo>
                <a:lnTo>
                  <a:pt x="465" y="561"/>
                </a:lnTo>
                <a:lnTo>
                  <a:pt x="466" y="560"/>
                </a:lnTo>
                <a:lnTo>
                  <a:pt x="466" y="561"/>
                </a:lnTo>
                <a:lnTo>
                  <a:pt x="467" y="560"/>
                </a:lnTo>
                <a:lnTo>
                  <a:pt x="467" y="559"/>
                </a:lnTo>
                <a:lnTo>
                  <a:pt x="466" y="559"/>
                </a:lnTo>
                <a:lnTo>
                  <a:pt x="466" y="558"/>
                </a:lnTo>
                <a:lnTo>
                  <a:pt x="466" y="557"/>
                </a:lnTo>
                <a:lnTo>
                  <a:pt x="466" y="556"/>
                </a:lnTo>
                <a:lnTo>
                  <a:pt x="467" y="556"/>
                </a:lnTo>
                <a:lnTo>
                  <a:pt x="468" y="556"/>
                </a:lnTo>
                <a:lnTo>
                  <a:pt x="469" y="556"/>
                </a:lnTo>
                <a:lnTo>
                  <a:pt x="470" y="556"/>
                </a:lnTo>
                <a:lnTo>
                  <a:pt x="470" y="555"/>
                </a:lnTo>
                <a:lnTo>
                  <a:pt x="471" y="555"/>
                </a:lnTo>
                <a:lnTo>
                  <a:pt x="471" y="554"/>
                </a:lnTo>
                <a:lnTo>
                  <a:pt x="470" y="554"/>
                </a:lnTo>
                <a:lnTo>
                  <a:pt x="470" y="555"/>
                </a:lnTo>
                <a:lnTo>
                  <a:pt x="469" y="555"/>
                </a:lnTo>
                <a:lnTo>
                  <a:pt x="468" y="555"/>
                </a:lnTo>
                <a:lnTo>
                  <a:pt x="469" y="555"/>
                </a:lnTo>
                <a:lnTo>
                  <a:pt x="469" y="554"/>
                </a:lnTo>
                <a:lnTo>
                  <a:pt x="469" y="553"/>
                </a:lnTo>
                <a:lnTo>
                  <a:pt x="469" y="554"/>
                </a:lnTo>
                <a:lnTo>
                  <a:pt x="468" y="554"/>
                </a:lnTo>
                <a:lnTo>
                  <a:pt x="468" y="555"/>
                </a:lnTo>
                <a:lnTo>
                  <a:pt x="467" y="555"/>
                </a:lnTo>
                <a:lnTo>
                  <a:pt x="466" y="555"/>
                </a:lnTo>
                <a:lnTo>
                  <a:pt x="466" y="554"/>
                </a:lnTo>
                <a:lnTo>
                  <a:pt x="467" y="554"/>
                </a:lnTo>
                <a:lnTo>
                  <a:pt x="466" y="554"/>
                </a:lnTo>
                <a:lnTo>
                  <a:pt x="466" y="553"/>
                </a:lnTo>
                <a:lnTo>
                  <a:pt x="466" y="551"/>
                </a:lnTo>
                <a:lnTo>
                  <a:pt x="467" y="551"/>
                </a:lnTo>
                <a:lnTo>
                  <a:pt x="466" y="551"/>
                </a:lnTo>
                <a:lnTo>
                  <a:pt x="466" y="550"/>
                </a:lnTo>
                <a:lnTo>
                  <a:pt x="466" y="551"/>
                </a:lnTo>
                <a:lnTo>
                  <a:pt x="465" y="551"/>
                </a:lnTo>
                <a:lnTo>
                  <a:pt x="465" y="550"/>
                </a:lnTo>
                <a:lnTo>
                  <a:pt x="465" y="548"/>
                </a:lnTo>
                <a:lnTo>
                  <a:pt x="464" y="548"/>
                </a:lnTo>
                <a:lnTo>
                  <a:pt x="464" y="547"/>
                </a:lnTo>
                <a:lnTo>
                  <a:pt x="464" y="548"/>
                </a:lnTo>
                <a:lnTo>
                  <a:pt x="463" y="548"/>
                </a:lnTo>
                <a:lnTo>
                  <a:pt x="463" y="547"/>
                </a:lnTo>
                <a:lnTo>
                  <a:pt x="462" y="546"/>
                </a:lnTo>
                <a:lnTo>
                  <a:pt x="462" y="547"/>
                </a:lnTo>
                <a:lnTo>
                  <a:pt x="463" y="547"/>
                </a:lnTo>
                <a:lnTo>
                  <a:pt x="463" y="548"/>
                </a:lnTo>
                <a:lnTo>
                  <a:pt x="464" y="548"/>
                </a:lnTo>
                <a:lnTo>
                  <a:pt x="464" y="549"/>
                </a:lnTo>
                <a:lnTo>
                  <a:pt x="464" y="550"/>
                </a:lnTo>
                <a:lnTo>
                  <a:pt x="464" y="551"/>
                </a:lnTo>
                <a:lnTo>
                  <a:pt x="464" y="550"/>
                </a:lnTo>
                <a:lnTo>
                  <a:pt x="463" y="550"/>
                </a:lnTo>
                <a:lnTo>
                  <a:pt x="463" y="549"/>
                </a:lnTo>
                <a:lnTo>
                  <a:pt x="462" y="549"/>
                </a:lnTo>
                <a:lnTo>
                  <a:pt x="463" y="549"/>
                </a:lnTo>
                <a:lnTo>
                  <a:pt x="463" y="550"/>
                </a:lnTo>
                <a:lnTo>
                  <a:pt x="463" y="551"/>
                </a:lnTo>
                <a:lnTo>
                  <a:pt x="464" y="551"/>
                </a:lnTo>
                <a:lnTo>
                  <a:pt x="465" y="551"/>
                </a:lnTo>
                <a:lnTo>
                  <a:pt x="465" y="553"/>
                </a:lnTo>
                <a:lnTo>
                  <a:pt x="465" y="554"/>
                </a:lnTo>
                <a:lnTo>
                  <a:pt x="465" y="556"/>
                </a:lnTo>
                <a:lnTo>
                  <a:pt x="465" y="557"/>
                </a:lnTo>
                <a:lnTo>
                  <a:pt x="464" y="558"/>
                </a:lnTo>
                <a:lnTo>
                  <a:pt x="463" y="558"/>
                </a:lnTo>
                <a:lnTo>
                  <a:pt x="464" y="559"/>
                </a:lnTo>
                <a:lnTo>
                  <a:pt x="464" y="560"/>
                </a:lnTo>
                <a:lnTo>
                  <a:pt x="463" y="561"/>
                </a:lnTo>
                <a:lnTo>
                  <a:pt x="463" y="560"/>
                </a:lnTo>
                <a:lnTo>
                  <a:pt x="462" y="560"/>
                </a:lnTo>
                <a:lnTo>
                  <a:pt x="463" y="561"/>
                </a:lnTo>
                <a:lnTo>
                  <a:pt x="463" y="562"/>
                </a:lnTo>
                <a:lnTo>
                  <a:pt x="463" y="561"/>
                </a:lnTo>
                <a:lnTo>
                  <a:pt x="462" y="562"/>
                </a:lnTo>
                <a:lnTo>
                  <a:pt x="463" y="562"/>
                </a:lnTo>
                <a:lnTo>
                  <a:pt x="463" y="563"/>
                </a:lnTo>
                <a:lnTo>
                  <a:pt x="464" y="563"/>
                </a:lnTo>
                <a:lnTo>
                  <a:pt x="464" y="564"/>
                </a:lnTo>
                <a:lnTo>
                  <a:pt x="464" y="565"/>
                </a:lnTo>
                <a:lnTo>
                  <a:pt x="464" y="566"/>
                </a:lnTo>
                <a:lnTo>
                  <a:pt x="464" y="567"/>
                </a:lnTo>
                <a:lnTo>
                  <a:pt x="465" y="567"/>
                </a:lnTo>
                <a:lnTo>
                  <a:pt x="465" y="568"/>
                </a:lnTo>
                <a:lnTo>
                  <a:pt x="466" y="568"/>
                </a:lnTo>
                <a:lnTo>
                  <a:pt x="466" y="569"/>
                </a:lnTo>
                <a:lnTo>
                  <a:pt x="466" y="570"/>
                </a:lnTo>
                <a:lnTo>
                  <a:pt x="465" y="570"/>
                </a:lnTo>
                <a:lnTo>
                  <a:pt x="465" y="569"/>
                </a:lnTo>
                <a:lnTo>
                  <a:pt x="465" y="570"/>
                </a:lnTo>
                <a:lnTo>
                  <a:pt x="464" y="571"/>
                </a:lnTo>
                <a:lnTo>
                  <a:pt x="463" y="571"/>
                </a:lnTo>
                <a:lnTo>
                  <a:pt x="463" y="570"/>
                </a:lnTo>
                <a:lnTo>
                  <a:pt x="462" y="570"/>
                </a:lnTo>
                <a:lnTo>
                  <a:pt x="462" y="569"/>
                </a:lnTo>
                <a:lnTo>
                  <a:pt x="461" y="569"/>
                </a:lnTo>
                <a:lnTo>
                  <a:pt x="461" y="568"/>
                </a:lnTo>
                <a:lnTo>
                  <a:pt x="460" y="569"/>
                </a:lnTo>
                <a:lnTo>
                  <a:pt x="459" y="569"/>
                </a:lnTo>
                <a:lnTo>
                  <a:pt x="458" y="569"/>
                </a:lnTo>
                <a:lnTo>
                  <a:pt x="457" y="569"/>
                </a:lnTo>
                <a:lnTo>
                  <a:pt x="456" y="570"/>
                </a:lnTo>
                <a:lnTo>
                  <a:pt x="455" y="570"/>
                </a:lnTo>
                <a:lnTo>
                  <a:pt x="455" y="571"/>
                </a:lnTo>
                <a:lnTo>
                  <a:pt x="454" y="571"/>
                </a:lnTo>
                <a:lnTo>
                  <a:pt x="454" y="572"/>
                </a:lnTo>
                <a:lnTo>
                  <a:pt x="453" y="572"/>
                </a:lnTo>
                <a:lnTo>
                  <a:pt x="453" y="571"/>
                </a:lnTo>
                <a:lnTo>
                  <a:pt x="452" y="571"/>
                </a:lnTo>
                <a:lnTo>
                  <a:pt x="452" y="570"/>
                </a:lnTo>
                <a:lnTo>
                  <a:pt x="453" y="569"/>
                </a:lnTo>
                <a:lnTo>
                  <a:pt x="452" y="568"/>
                </a:lnTo>
                <a:lnTo>
                  <a:pt x="452" y="567"/>
                </a:lnTo>
                <a:lnTo>
                  <a:pt x="451" y="567"/>
                </a:lnTo>
                <a:lnTo>
                  <a:pt x="450" y="567"/>
                </a:lnTo>
                <a:lnTo>
                  <a:pt x="450" y="566"/>
                </a:lnTo>
                <a:lnTo>
                  <a:pt x="450" y="565"/>
                </a:lnTo>
                <a:lnTo>
                  <a:pt x="451" y="566"/>
                </a:lnTo>
                <a:lnTo>
                  <a:pt x="452" y="566"/>
                </a:lnTo>
                <a:lnTo>
                  <a:pt x="452" y="565"/>
                </a:lnTo>
                <a:lnTo>
                  <a:pt x="451" y="564"/>
                </a:lnTo>
                <a:lnTo>
                  <a:pt x="450" y="563"/>
                </a:lnTo>
                <a:lnTo>
                  <a:pt x="450" y="562"/>
                </a:lnTo>
                <a:lnTo>
                  <a:pt x="450" y="561"/>
                </a:lnTo>
                <a:lnTo>
                  <a:pt x="450" y="560"/>
                </a:lnTo>
                <a:lnTo>
                  <a:pt x="450" y="559"/>
                </a:lnTo>
                <a:lnTo>
                  <a:pt x="451" y="559"/>
                </a:lnTo>
                <a:lnTo>
                  <a:pt x="451" y="557"/>
                </a:lnTo>
                <a:lnTo>
                  <a:pt x="450" y="557"/>
                </a:lnTo>
                <a:lnTo>
                  <a:pt x="450" y="558"/>
                </a:lnTo>
                <a:lnTo>
                  <a:pt x="450" y="559"/>
                </a:lnTo>
                <a:lnTo>
                  <a:pt x="449" y="559"/>
                </a:lnTo>
                <a:lnTo>
                  <a:pt x="449" y="560"/>
                </a:lnTo>
                <a:lnTo>
                  <a:pt x="448" y="560"/>
                </a:lnTo>
                <a:lnTo>
                  <a:pt x="448" y="561"/>
                </a:lnTo>
                <a:lnTo>
                  <a:pt x="447" y="561"/>
                </a:lnTo>
                <a:lnTo>
                  <a:pt x="447" y="560"/>
                </a:lnTo>
                <a:lnTo>
                  <a:pt x="446" y="560"/>
                </a:lnTo>
                <a:lnTo>
                  <a:pt x="446" y="559"/>
                </a:lnTo>
                <a:lnTo>
                  <a:pt x="445" y="559"/>
                </a:lnTo>
                <a:lnTo>
                  <a:pt x="445" y="560"/>
                </a:lnTo>
                <a:lnTo>
                  <a:pt x="445" y="559"/>
                </a:lnTo>
                <a:lnTo>
                  <a:pt x="444" y="560"/>
                </a:lnTo>
                <a:lnTo>
                  <a:pt x="446" y="560"/>
                </a:lnTo>
                <a:lnTo>
                  <a:pt x="446" y="562"/>
                </a:lnTo>
                <a:lnTo>
                  <a:pt x="445" y="562"/>
                </a:lnTo>
                <a:lnTo>
                  <a:pt x="446" y="565"/>
                </a:lnTo>
                <a:lnTo>
                  <a:pt x="444" y="566"/>
                </a:lnTo>
                <a:lnTo>
                  <a:pt x="444" y="565"/>
                </a:lnTo>
                <a:lnTo>
                  <a:pt x="443" y="565"/>
                </a:lnTo>
                <a:lnTo>
                  <a:pt x="442" y="563"/>
                </a:lnTo>
                <a:lnTo>
                  <a:pt x="442" y="562"/>
                </a:lnTo>
                <a:lnTo>
                  <a:pt x="442" y="560"/>
                </a:lnTo>
                <a:lnTo>
                  <a:pt x="442" y="559"/>
                </a:lnTo>
                <a:lnTo>
                  <a:pt x="442" y="557"/>
                </a:lnTo>
                <a:lnTo>
                  <a:pt x="443" y="557"/>
                </a:lnTo>
                <a:lnTo>
                  <a:pt x="443" y="556"/>
                </a:lnTo>
                <a:lnTo>
                  <a:pt x="443" y="555"/>
                </a:lnTo>
                <a:lnTo>
                  <a:pt x="443" y="554"/>
                </a:lnTo>
                <a:lnTo>
                  <a:pt x="444" y="554"/>
                </a:lnTo>
                <a:lnTo>
                  <a:pt x="443" y="554"/>
                </a:lnTo>
                <a:lnTo>
                  <a:pt x="444" y="553"/>
                </a:lnTo>
                <a:lnTo>
                  <a:pt x="444" y="551"/>
                </a:lnTo>
                <a:lnTo>
                  <a:pt x="445" y="550"/>
                </a:lnTo>
                <a:lnTo>
                  <a:pt x="446" y="549"/>
                </a:lnTo>
                <a:lnTo>
                  <a:pt x="446" y="548"/>
                </a:lnTo>
                <a:lnTo>
                  <a:pt x="446" y="549"/>
                </a:lnTo>
                <a:lnTo>
                  <a:pt x="445" y="550"/>
                </a:lnTo>
                <a:lnTo>
                  <a:pt x="444" y="550"/>
                </a:lnTo>
                <a:lnTo>
                  <a:pt x="444" y="549"/>
                </a:lnTo>
                <a:lnTo>
                  <a:pt x="444" y="548"/>
                </a:lnTo>
                <a:lnTo>
                  <a:pt x="444" y="547"/>
                </a:lnTo>
                <a:lnTo>
                  <a:pt x="444" y="548"/>
                </a:lnTo>
                <a:lnTo>
                  <a:pt x="443" y="548"/>
                </a:lnTo>
                <a:lnTo>
                  <a:pt x="443" y="549"/>
                </a:lnTo>
                <a:lnTo>
                  <a:pt x="444" y="549"/>
                </a:lnTo>
                <a:lnTo>
                  <a:pt x="444" y="550"/>
                </a:lnTo>
                <a:lnTo>
                  <a:pt x="444" y="551"/>
                </a:lnTo>
                <a:lnTo>
                  <a:pt x="443" y="551"/>
                </a:lnTo>
                <a:lnTo>
                  <a:pt x="443" y="553"/>
                </a:lnTo>
                <a:lnTo>
                  <a:pt x="443" y="554"/>
                </a:lnTo>
                <a:lnTo>
                  <a:pt x="442" y="554"/>
                </a:lnTo>
                <a:lnTo>
                  <a:pt x="442" y="553"/>
                </a:lnTo>
                <a:lnTo>
                  <a:pt x="441" y="551"/>
                </a:lnTo>
                <a:lnTo>
                  <a:pt x="441" y="553"/>
                </a:lnTo>
                <a:lnTo>
                  <a:pt x="442" y="553"/>
                </a:lnTo>
                <a:lnTo>
                  <a:pt x="442" y="554"/>
                </a:lnTo>
                <a:lnTo>
                  <a:pt x="442" y="555"/>
                </a:lnTo>
                <a:lnTo>
                  <a:pt x="442" y="556"/>
                </a:lnTo>
                <a:lnTo>
                  <a:pt x="442" y="557"/>
                </a:lnTo>
                <a:lnTo>
                  <a:pt x="441" y="557"/>
                </a:lnTo>
                <a:lnTo>
                  <a:pt x="441" y="560"/>
                </a:lnTo>
                <a:lnTo>
                  <a:pt x="440" y="560"/>
                </a:lnTo>
                <a:lnTo>
                  <a:pt x="440" y="561"/>
                </a:lnTo>
                <a:lnTo>
                  <a:pt x="439" y="561"/>
                </a:lnTo>
                <a:lnTo>
                  <a:pt x="439" y="560"/>
                </a:lnTo>
                <a:lnTo>
                  <a:pt x="438" y="560"/>
                </a:lnTo>
                <a:lnTo>
                  <a:pt x="438" y="559"/>
                </a:lnTo>
                <a:lnTo>
                  <a:pt x="438" y="558"/>
                </a:lnTo>
                <a:lnTo>
                  <a:pt x="438" y="557"/>
                </a:lnTo>
                <a:lnTo>
                  <a:pt x="438" y="556"/>
                </a:lnTo>
                <a:lnTo>
                  <a:pt x="438" y="555"/>
                </a:lnTo>
                <a:lnTo>
                  <a:pt x="438" y="554"/>
                </a:lnTo>
                <a:lnTo>
                  <a:pt x="437" y="553"/>
                </a:lnTo>
                <a:lnTo>
                  <a:pt x="436" y="553"/>
                </a:lnTo>
                <a:lnTo>
                  <a:pt x="436" y="551"/>
                </a:lnTo>
                <a:lnTo>
                  <a:pt x="435" y="551"/>
                </a:lnTo>
                <a:lnTo>
                  <a:pt x="435" y="550"/>
                </a:lnTo>
                <a:lnTo>
                  <a:pt x="434" y="549"/>
                </a:lnTo>
                <a:lnTo>
                  <a:pt x="435" y="548"/>
                </a:lnTo>
                <a:lnTo>
                  <a:pt x="436" y="548"/>
                </a:lnTo>
                <a:lnTo>
                  <a:pt x="436" y="547"/>
                </a:lnTo>
                <a:lnTo>
                  <a:pt x="437" y="547"/>
                </a:lnTo>
                <a:lnTo>
                  <a:pt x="437" y="546"/>
                </a:lnTo>
                <a:lnTo>
                  <a:pt x="438" y="545"/>
                </a:lnTo>
                <a:lnTo>
                  <a:pt x="439" y="545"/>
                </a:lnTo>
                <a:lnTo>
                  <a:pt x="439" y="544"/>
                </a:lnTo>
                <a:lnTo>
                  <a:pt x="438" y="544"/>
                </a:lnTo>
                <a:lnTo>
                  <a:pt x="439" y="543"/>
                </a:lnTo>
                <a:lnTo>
                  <a:pt x="440" y="543"/>
                </a:lnTo>
                <a:lnTo>
                  <a:pt x="439" y="542"/>
                </a:lnTo>
                <a:lnTo>
                  <a:pt x="439" y="541"/>
                </a:lnTo>
                <a:lnTo>
                  <a:pt x="439" y="540"/>
                </a:lnTo>
                <a:lnTo>
                  <a:pt x="440" y="540"/>
                </a:lnTo>
                <a:lnTo>
                  <a:pt x="440" y="539"/>
                </a:lnTo>
                <a:lnTo>
                  <a:pt x="441" y="539"/>
                </a:lnTo>
                <a:lnTo>
                  <a:pt x="441" y="538"/>
                </a:lnTo>
                <a:lnTo>
                  <a:pt x="442" y="538"/>
                </a:lnTo>
                <a:lnTo>
                  <a:pt x="441" y="538"/>
                </a:lnTo>
                <a:lnTo>
                  <a:pt x="441" y="537"/>
                </a:lnTo>
                <a:lnTo>
                  <a:pt x="440" y="537"/>
                </a:lnTo>
                <a:lnTo>
                  <a:pt x="441" y="537"/>
                </a:lnTo>
                <a:lnTo>
                  <a:pt x="440" y="537"/>
                </a:lnTo>
                <a:lnTo>
                  <a:pt x="439" y="537"/>
                </a:lnTo>
                <a:lnTo>
                  <a:pt x="439" y="536"/>
                </a:lnTo>
                <a:lnTo>
                  <a:pt x="438" y="537"/>
                </a:lnTo>
                <a:lnTo>
                  <a:pt x="437" y="537"/>
                </a:lnTo>
                <a:lnTo>
                  <a:pt x="436" y="538"/>
                </a:lnTo>
                <a:lnTo>
                  <a:pt x="435" y="538"/>
                </a:lnTo>
                <a:lnTo>
                  <a:pt x="435" y="537"/>
                </a:lnTo>
                <a:lnTo>
                  <a:pt x="434" y="537"/>
                </a:lnTo>
                <a:lnTo>
                  <a:pt x="433" y="537"/>
                </a:lnTo>
                <a:lnTo>
                  <a:pt x="433" y="536"/>
                </a:lnTo>
                <a:lnTo>
                  <a:pt x="433" y="535"/>
                </a:lnTo>
                <a:lnTo>
                  <a:pt x="433" y="534"/>
                </a:lnTo>
                <a:lnTo>
                  <a:pt x="434" y="534"/>
                </a:lnTo>
                <a:lnTo>
                  <a:pt x="433" y="534"/>
                </a:lnTo>
                <a:lnTo>
                  <a:pt x="433" y="535"/>
                </a:lnTo>
                <a:lnTo>
                  <a:pt x="432" y="535"/>
                </a:lnTo>
                <a:lnTo>
                  <a:pt x="432" y="536"/>
                </a:lnTo>
                <a:lnTo>
                  <a:pt x="432" y="537"/>
                </a:lnTo>
                <a:lnTo>
                  <a:pt x="432" y="536"/>
                </a:lnTo>
                <a:lnTo>
                  <a:pt x="431" y="536"/>
                </a:lnTo>
                <a:lnTo>
                  <a:pt x="431" y="537"/>
                </a:lnTo>
                <a:lnTo>
                  <a:pt x="430" y="538"/>
                </a:lnTo>
                <a:lnTo>
                  <a:pt x="429" y="538"/>
                </a:lnTo>
                <a:lnTo>
                  <a:pt x="428" y="538"/>
                </a:lnTo>
                <a:lnTo>
                  <a:pt x="428" y="539"/>
                </a:lnTo>
                <a:lnTo>
                  <a:pt x="428" y="540"/>
                </a:lnTo>
                <a:lnTo>
                  <a:pt x="426" y="540"/>
                </a:lnTo>
                <a:lnTo>
                  <a:pt x="427" y="540"/>
                </a:lnTo>
                <a:lnTo>
                  <a:pt x="427" y="541"/>
                </a:lnTo>
                <a:lnTo>
                  <a:pt x="427" y="542"/>
                </a:lnTo>
                <a:lnTo>
                  <a:pt x="427" y="543"/>
                </a:lnTo>
                <a:lnTo>
                  <a:pt x="426" y="543"/>
                </a:lnTo>
                <a:lnTo>
                  <a:pt x="425" y="543"/>
                </a:lnTo>
                <a:lnTo>
                  <a:pt x="425" y="542"/>
                </a:lnTo>
                <a:lnTo>
                  <a:pt x="424" y="542"/>
                </a:lnTo>
                <a:lnTo>
                  <a:pt x="424" y="541"/>
                </a:lnTo>
                <a:lnTo>
                  <a:pt x="424" y="540"/>
                </a:lnTo>
                <a:lnTo>
                  <a:pt x="424" y="539"/>
                </a:lnTo>
                <a:lnTo>
                  <a:pt x="423" y="539"/>
                </a:lnTo>
                <a:lnTo>
                  <a:pt x="423" y="540"/>
                </a:lnTo>
                <a:lnTo>
                  <a:pt x="423" y="541"/>
                </a:lnTo>
                <a:lnTo>
                  <a:pt x="424" y="542"/>
                </a:lnTo>
                <a:lnTo>
                  <a:pt x="425" y="543"/>
                </a:lnTo>
                <a:lnTo>
                  <a:pt x="425" y="544"/>
                </a:lnTo>
                <a:lnTo>
                  <a:pt x="426" y="544"/>
                </a:lnTo>
                <a:lnTo>
                  <a:pt x="427" y="545"/>
                </a:lnTo>
                <a:lnTo>
                  <a:pt x="427" y="546"/>
                </a:lnTo>
                <a:lnTo>
                  <a:pt x="428" y="546"/>
                </a:lnTo>
                <a:lnTo>
                  <a:pt x="428" y="547"/>
                </a:lnTo>
                <a:lnTo>
                  <a:pt x="428" y="548"/>
                </a:lnTo>
                <a:lnTo>
                  <a:pt x="429" y="548"/>
                </a:lnTo>
                <a:lnTo>
                  <a:pt x="429" y="549"/>
                </a:lnTo>
                <a:lnTo>
                  <a:pt x="428" y="549"/>
                </a:lnTo>
                <a:lnTo>
                  <a:pt x="429" y="550"/>
                </a:lnTo>
                <a:lnTo>
                  <a:pt x="429" y="551"/>
                </a:lnTo>
                <a:lnTo>
                  <a:pt x="429" y="550"/>
                </a:lnTo>
                <a:lnTo>
                  <a:pt x="429" y="551"/>
                </a:lnTo>
                <a:lnTo>
                  <a:pt x="429" y="553"/>
                </a:lnTo>
                <a:lnTo>
                  <a:pt x="430" y="553"/>
                </a:lnTo>
                <a:lnTo>
                  <a:pt x="431" y="553"/>
                </a:lnTo>
                <a:lnTo>
                  <a:pt x="430" y="553"/>
                </a:lnTo>
                <a:lnTo>
                  <a:pt x="430" y="554"/>
                </a:lnTo>
                <a:lnTo>
                  <a:pt x="431" y="555"/>
                </a:lnTo>
                <a:lnTo>
                  <a:pt x="432" y="555"/>
                </a:lnTo>
                <a:lnTo>
                  <a:pt x="433" y="555"/>
                </a:lnTo>
                <a:lnTo>
                  <a:pt x="433" y="556"/>
                </a:lnTo>
                <a:lnTo>
                  <a:pt x="432" y="556"/>
                </a:lnTo>
                <a:lnTo>
                  <a:pt x="432" y="557"/>
                </a:lnTo>
                <a:lnTo>
                  <a:pt x="431" y="557"/>
                </a:lnTo>
                <a:lnTo>
                  <a:pt x="431" y="558"/>
                </a:lnTo>
                <a:lnTo>
                  <a:pt x="430" y="558"/>
                </a:lnTo>
                <a:lnTo>
                  <a:pt x="430" y="559"/>
                </a:lnTo>
                <a:lnTo>
                  <a:pt x="429" y="559"/>
                </a:lnTo>
                <a:lnTo>
                  <a:pt x="429" y="558"/>
                </a:lnTo>
                <a:lnTo>
                  <a:pt x="429" y="557"/>
                </a:lnTo>
                <a:lnTo>
                  <a:pt x="429" y="558"/>
                </a:lnTo>
                <a:lnTo>
                  <a:pt x="428" y="558"/>
                </a:lnTo>
                <a:lnTo>
                  <a:pt x="428" y="557"/>
                </a:lnTo>
                <a:lnTo>
                  <a:pt x="428" y="556"/>
                </a:lnTo>
                <a:lnTo>
                  <a:pt x="428" y="555"/>
                </a:lnTo>
                <a:lnTo>
                  <a:pt x="428" y="556"/>
                </a:lnTo>
                <a:lnTo>
                  <a:pt x="428" y="557"/>
                </a:lnTo>
                <a:lnTo>
                  <a:pt x="428" y="558"/>
                </a:lnTo>
                <a:lnTo>
                  <a:pt x="429" y="559"/>
                </a:lnTo>
                <a:lnTo>
                  <a:pt x="429" y="560"/>
                </a:lnTo>
                <a:lnTo>
                  <a:pt x="428" y="560"/>
                </a:lnTo>
                <a:lnTo>
                  <a:pt x="428" y="561"/>
                </a:lnTo>
                <a:lnTo>
                  <a:pt x="429" y="561"/>
                </a:lnTo>
                <a:lnTo>
                  <a:pt x="429" y="560"/>
                </a:lnTo>
                <a:lnTo>
                  <a:pt x="429" y="559"/>
                </a:lnTo>
                <a:lnTo>
                  <a:pt x="429" y="560"/>
                </a:lnTo>
                <a:lnTo>
                  <a:pt x="430" y="560"/>
                </a:lnTo>
                <a:lnTo>
                  <a:pt x="430" y="559"/>
                </a:lnTo>
                <a:lnTo>
                  <a:pt x="431" y="559"/>
                </a:lnTo>
                <a:lnTo>
                  <a:pt x="432" y="559"/>
                </a:lnTo>
                <a:lnTo>
                  <a:pt x="432" y="558"/>
                </a:lnTo>
                <a:lnTo>
                  <a:pt x="433" y="558"/>
                </a:lnTo>
                <a:lnTo>
                  <a:pt x="433" y="559"/>
                </a:lnTo>
                <a:lnTo>
                  <a:pt x="433" y="560"/>
                </a:lnTo>
                <a:lnTo>
                  <a:pt x="432" y="560"/>
                </a:lnTo>
                <a:lnTo>
                  <a:pt x="432" y="561"/>
                </a:lnTo>
                <a:lnTo>
                  <a:pt x="432" y="562"/>
                </a:lnTo>
                <a:lnTo>
                  <a:pt x="431" y="562"/>
                </a:lnTo>
                <a:lnTo>
                  <a:pt x="431" y="563"/>
                </a:lnTo>
                <a:lnTo>
                  <a:pt x="432" y="562"/>
                </a:lnTo>
                <a:lnTo>
                  <a:pt x="433" y="562"/>
                </a:lnTo>
                <a:lnTo>
                  <a:pt x="433" y="561"/>
                </a:lnTo>
                <a:lnTo>
                  <a:pt x="434" y="561"/>
                </a:lnTo>
                <a:lnTo>
                  <a:pt x="433" y="561"/>
                </a:lnTo>
                <a:lnTo>
                  <a:pt x="434" y="560"/>
                </a:lnTo>
                <a:lnTo>
                  <a:pt x="435" y="561"/>
                </a:lnTo>
                <a:lnTo>
                  <a:pt x="435" y="562"/>
                </a:lnTo>
                <a:lnTo>
                  <a:pt x="435" y="563"/>
                </a:lnTo>
                <a:lnTo>
                  <a:pt x="435" y="564"/>
                </a:lnTo>
                <a:lnTo>
                  <a:pt x="435" y="565"/>
                </a:lnTo>
                <a:lnTo>
                  <a:pt x="434" y="565"/>
                </a:lnTo>
                <a:lnTo>
                  <a:pt x="433" y="565"/>
                </a:lnTo>
                <a:lnTo>
                  <a:pt x="433" y="566"/>
                </a:lnTo>
                <a:lnTo>
                  <a:pt x="432" y="566"/>
                </a:lnTo>
                <a:lnTo>
                  <a:pt x="432" y="567"/>
                </a:lnTo>
                <a:lnTo>
                  <a:pt x="433" y="567"/>
                </a:lnTo>
                <a:lnTo>
                  <a:pt x="433" y="566"/>
                </a:lnTo>
                <a:lnTo>
                  <a:pt x="434" y="565"/>
                </a:lnTo>
                <a:lnTo>
                  <a:pt x="434" y="566"/>
                </a:lnTo>
                <a:lnTo>
                  <a:pt x="433" y="567"/>
                </a:lnTo>
                <a:lnTo>
                  <a:pt x="433" y="568"/>
                </a:lnTo>
                <a:lnTo>
                  <a:pt x="432" y="568"/>
                </a:lnTo>
                <a:lnTo>
                  <a:pt x="432" y="569"/>
                </a:lnTo>
                <a:lnTo>
                  <a:pt x="431" y="569"/>
                </a:lnTo>
                <a:lnTo>
                  <a:pt x="431" y="568"/>
                </a:lnTo>
                <a:lnTo>
                  <a:pt x="430" y="568"/>
                </a:lnTo>
                <a:lnTo>
                  <a:pt x="431" y="568"/>
                </a:lnTo>
                <a:lnTo>
                  <a:pt x="431" y="569"/>
                </a:lnTo>
                <a:lnTo>
                  <a:pt x="430" y="569"/>
                </a:lnTo>
                <a:lnTo>
                  <a:pt x="431" y="569"/>
                </a:lnTo>
                <a:lnTo>
                  <a:pt x="431" y="570"/>
                </a:lnTo>
                <a:lnTo>
                  <a:pt x="431" y="571"/>
                </a:lnTo>
                <a:lnTo>
                  <a:pt x="431" y="572"/>
                </a:lnTo>
                <a:lnTo>
                  <a:pt x="430" y="572"/>
                </a:lnTo>
                <a:lnTo>
                  <a:pt x="430" y="573"/>
                </a:lnTo>
                <a:lnTo>
                  <a:pt x="429" y="574"/>
                </a:lnTo>
                <a:lnTo>
                  <a:pt x="427" y="575"/>
                </a:lnTo>
                <a:lnTo>
                  <a:pt x="426" y="575"/>
                </a:lnTo>
                <a:lnTo>
                  <a:pt x="425" y="575"/>
                </a:lnTo>
                <a:lnTo>
                  <a:pt x="425" y="574"/>
                </a:lnTo>
                <a:lnTo>
                  <a:pt x="426" y="573"/>
                </a:lnTo>
                <a:lnTo>
                  <a:pt x="427" y="572"/>
                </a:lnTo>
                <a:lnTo>
                  <a:pt x="427" y="571"/>
                </a:lnTo>
                <a:lnTo>
                  <a:pt x="426" y="572"/>
                </a:lnTo>
                <a:lnTo>
                  <a:pt x="426" y="573"/>
                </a:lnTo>
                <a:lnTo>
                  <a:pt x="425" y="573"/>
                </a:lnTo>
                <a:lnTo>
                  <a:pt x="425" y="574"/>
                </a:lnTo>
                <a:lnTo>
                  <a:pt x="425" y="575"/>
                </a:lnTo>
                <a:lnTo>
                  <a:pt x="425" y="576"/>
                </a:lnTo>
                <a:lnTo>
                  <a:pt x="426" y="576"/>
                </a:lnTo>
                <a:lnTo>
                  <a:pt x="425" y="576"/>
                </a:lnTo>
                <a:lnTo>
                  <a:pt x="425" y="577"/>
                </a:lnTo>
                <a:lnTo>
                  <a:pt x="424" y="577"/>
                </a:lnTo>
                <a:lnTo>
                  <a:pt x="425" y="577"/>
                </a:lnTo>
                <a:lnTo>
                  <a:pt x="425" y="578"/>
                </a:lnTo>
                <a:lnTo>
                  <a:pt x="423" y="578"/>
                </a:lnTo>
                <a:lnTo>
                  <a:pt x="422" y="578"/>
                </a:lnTo>
                <a:lnTo>
                  <a:pt x="422" y="579"/>
                </a:lnTo>
                <a:lnTo>
                  <a:pt x="422" y="578"/>
                </a:lnTo>
                <a:lnTo>
                  <a:pt x="419" y="578"/>
                </a:lnTo>
                <a:lnTo>
                  <a:pt x="419" y="579"/>
                </a:lnTo>
                <a:lnTo>
                  <a:pt x="418" y="579"/>
                </a:lnTo>
                <a:lnTo>
                  <a:pt x="418" y="580"/>
                </a:lnTo>
                <a:lnTo>
                  <a:pt x="415" y="580"/>
                </a:lnTo>
                <a:lnTo>
                  <a:pt x="414" y="579"/>
                </a:lnTo>
                <a:lnTo>
                  <a:pt x="414" y="578"/>
                </a:lnTo>
                <a:lnTo>
                  <a:pt x="415" y="576"/>
                </a:lnTo>
                <a:lnTo>
                  <a:pt x="417" y="576"/>
                </a:lnTo>
                <a:lnTo>
                  <a:pt x="417" y="575"/>
                </a:lnTo>
                <a:lnTo>
                  <a:pt x="417" y="574"/>
                </a:lnTo>
                <a:lnTo>
                  <a:pt x="416" y="574"/>
                </a:lnTo>
                <a:lnTo>
                  <a:pt x="416" y="573"/>
                </a:lnTo>
                <a:lnTo>
                  <a:pt x="417" y="573"/>
                </a:lnTo>
                <a:lnTo>
                  <a:pt x="418" y="573"/>
                </a:lnTo>
                <a:lnTo>
                  <a:pt x="419" y="573"/>
                </a:lnTo>
                <a:lnTo>
                  <a:pt x="420" y="573"/>
                </a:lnTo>
                <a:lnTo>
                  <a:pt x="421" y="573"/>
                </a:lnTo>
                <a:lnTo>
                  <a:pt x="421" y="572"/>
                </a:lnTo>
                <a:lnTo>
                  <a:pt x="422" y="571"/>
                </a:lnTo>
                <a:lnTo>
                  <a:pt x="421" y="571"/>
                </a:lnTo>
                <a:lnTo>
                  <a:pt x="420" y="571"/>
                </a:lnTo>
                <a:lnTo>
                  <a:pt x="420" y="572"/>
                </a:lnTo>
                <a:lnTo>
                  <a:pt x="419" y="572"/>
                </a:lnTo>
                <a:lnTo>
                  <a:pt x="419" y="571"/>
                </a:lnTo>
                <a:lnTo>
                  <a:pt x="419" y="570"/>
                </a:lnTo>
                <a:lnTo>
                  <a:pt x="420" y="570"/>
                </a:lnTo>
                <a:lnTo>
                  <a:pt x="419" y="570"/>
                </a:lnTo>
                <a:lnTo>
                  <a:pt x="419" y="569"/>
                </a:lnTo>
                <a:lnTo>
                  <a:pt x="420" y="569"/>
                </a:lnTo>
                <a:lnTo>
                  <a:pt x="420" y="568"/>
                </a:lnTo>
                <a:lnTo>
                  <a:pt x="421" y="568"/>
                </a:lnTo>
                <a:lnTo>
                  <a:pt x="421" y="567"/>
                </a:lnTo>
                <a:lnTo>
                  <a:pt x="422" y="567"/>
                </a:lnTo>
                <a:lnTo>
                  <a:pt x="422" y="566"/>
                </a:lnTo>
                <a:lnTo>
                  <a:pt x="423" y="566"/>
                </a:lnTo>
                <a:lnTo>
                  <a:pt x="423" y="565"/>
                </a:lnTo>
                <a:lnTo>
                  <a:pt x="424" y="565"/>
                </a:lnTo>
                <a:lnTo>
                  <a:pt x="425" y="565"/>
                </a:lnTo>
                <a:lnTo>
                  <a:pt x="424" y="565"/>
                </a:lnTo>
                <a:lnTo>
                  <a:pt x="423" y="565"/>
                </a:lnTo>
                <a:lnTo>
                  <a:pt x="422" y="565"/>
                </a:lnTo>
                <a:lnTo>
                  <a:pt x="421" y="565"/>
                </a:lnTo>
                <a:lnTo>
                  <a:pt x="421" y="566"/>
                </a:lnTo>
                <a:lnTo>
                  <a:pt x="420" y="566"/>
                </a:lnTo>
                <a:lnTo>
                  <a:pt x="420" y="567"/>
                </a:lnTo>
                <a:lnTo>
                  <a:pt x="419" y="567"/>
                </a:lnTo>
                <a:lnTo>
                  <a:pt x="419" y="566"/>
                </a:lnTo>
                <a:lnTo>
                  <a:pt x="419" y="565"/>
                </a:lnTo>
                <a:lnTo>
                  <a:pt x="420" y="565"/>
                </a:lnTo>
                <a:lnTo>
                  <a:pt x="420" y="564"/>
                </a:lnTo>
                <a:lnTo>
                  <a:pt x="421" y="564"/>
                </a:lnTo>
                <a:lnTo>
                  <a:pt x="421" y="563"/>
                </a:lnTo>
                <a:lnTo>
                  <a:pt x="420" y="563"/>
                </a:lnTo>
                <a:lnTo>
                  <a:pt x="421" y="563"/>
                </a:lnTo>
                <a:lnTo>
                  <a:pt x="421" y="562"/>
                </a:lnTo>
                <a:lnTo>
                  <a:pt x="420" y="562"/>
                </a:lnTo>
                <a:lnTo>
                  <a:pt x="419" y="562"/>
                </a:lnTo>
                <a:lnTo>
                  <a:pt x="419" y="563"/>
                </a:lnTo>
                <a:lnTo>
                  <a:pt x="420" y="563"/>
                </a:lnTo>
                <a:lnTo>
                  <a:pt x="419" y="563"/>
                </a:lnTo>
                <a:lnTo>
                  <a:pt x="419" y="564"/>
                </a:lnTo>
                <a:lnTo>
                  <a:pt x="418" y="565"/>
                </a:lnTo>
                <a:lnTo>
                  <a:pt x="417" y="565"/>
                </a:lnTo>
                <a:lnTo>
                  <a:pt x="417" y="566"/>
                </a:lnTo>
                <a:lnTo>
                  <a:pt x="416" y="565"/>
                </a:lnTo>
                <a:lnTo>
                  <a:pt x="416" y="564"/>
                </a:lnTo>
                <a:lnTo>
                  <a:pt x="416" y="565"/>
                </a:lnTo>
                <a:lnTo>
                  <a:pt x="415" y="564"/>
                </a:lnTo>
                <a:lnTo>
                  <a:pt x="414" y="564"/>
                </a:lnTo>
                <a:lnTo>
                  <a:pt x="414" y="562"/>
                </a:lnTo>
                <a:lnTo>
                  <a:pt x="414" y="563"/>
                </a:lnTo>
                <a:lnTo>
                  <a:pt x="413" y="563"/>
                </a:lnTo>
                <a:lnTo>
                  <a:pt x="413" y="564"/>
                </a:lnTo>
                <a:lnTo>
                  <a:pt x="413" y="563"/>
                </a:lnTo>
                <a:lnTo>
                  <a:pt x="412" y="563"/>
                </a:lnTo>
                <a:lnTo>
                  <a:pt x="411" y="563"/>
                </a:lnTo>
                <a:lnTo>
                  <a:pt x="411" y="562"/>
                </a:lnTo>
                <a:lnTo>
                  <a:pt x="410" y="562"/>
                </a:lnTo>
                <a:lnTo>
                  <a:pt x="411" y="561"/>
                </a:lnTo>
                <a:lnTo>
                  <a:pt x="411" y="560"/>
                </a:lnTo>
                <a:lnTo>
                  <a:pt x="410" y="560"/>
                </a:lnTo>
                <a:lnTo>
                  <a:pt x="410" y="561"/>
                </a:lnTo>
                <a:lnTo>
                  <a:pt x="410" y="562"/>
                </a:lnTo>
                <a:lnTo>
                  <a:pt x="410" y="563"/>
                </a:lnTo>
                <a:lnTo>
                  <a:pt x="411" y="563"/>
                </a:lnTo>
                <a:lnTo>
                  <a:pt x="411" y="564"/>
                </a:lnTo>
                <a:lnTo>
                  <a:pt x="410" y="564"/>
                </a:lnTo>
                <a:lnTo>
                  <a:pt x="410" y="565"/>
                </a:lnTo>
                <a:lnTo>
                  <a:pt x="410" y="566"/>
                </a:lnTo>
                <a:lnTo>
                  <a:pt x="410" y="564"/>
                </a:lnTo>
                <a:lnTo>
                  <a:pt x="409" y="564"/>
                </a:lnTo>
                <a:lnTo>
                  <a:pt x="410" y="563"/>
                </a:lnTo>
                <a:lnTo>
                  <a:pt x="409" y="564"/>
                </a:lnTo>
                <a:lnTo>
                  <a:pt x="408" y="565"/>
                </a:lnTo>
                <a:lnTo>
                  <a:pt x="408" y="567"/>
                </a:lnTo>
                <a:lnTo>
                  <a:pt x="409" y="567"/>
                </a:lnTo>
                <a:lnTo>
                  <a:pt x="409" y="568"/>
                </a:lnTo>
                <a:lnTo>
                  <a:pt x="410" y="568"/>
                </a:lnTo>
                <a:lnTo>
                  <a:pt x="409" y="568"/>
                </a:lnTo>
                <a:lnTo>
                  <a:pt x="409" y="569"/>
                </a:lnTo>
                <a:lnTo>
                  <a:pt x="409" y="570"/>
                </a:lnTo>
                <a:lnTo>
                  <a:pt x="408" y="570"/>
                </a:lnTo>
                <a:lnTo>
                  <a:pt x="409" y="571"/>
                </a:lnTo>
                <a:lnTo>
                  <a:pt x="408" y="571"/>
                </a:lnTo>
                <a:lnTo>
                  <a:pt x="408" y="572"/>
                </a:lnTo>
                <a:lnTo>
                  <a:pt x="407" y="572"/>
                </a:lnTo>
                <a:lnTo>
                  <a:pt x="407" y="573"/>
                </a:lnTo>
                <a:lnTo>
                  <a:pt x="407" y="574"/>
                </a:lnTo>
                <a:lnTo>
                  <a:pt x="408" y="574"/>
                </a:lnTo>
                <a:lnTo>
                  <a:pt x="408" y="573"/>
                </a:lnTo>
                <a:lnTo>
                  <a:pt x="408" y="574"/>
                </a:lnTo>
                <a:lnTo>
                  <a:pt x="409" y="574"/>
                </a:lnTo>
                <a:lnTo>
                  <a:pt x="409" y="573"/>
                </a:lnTo>
                <a:lnTo>
                  <a:pt x="409" y="574"/>
                </a:lnTo>
                <a:lnTo>
                  <a:pt x="409" y="575"/>
                </a:lnTo>
                <a:lnTo>
                  <a:pt x="408" y="576"/>
                </a:lnTo>
                <a:lnTo>
                  <a:pt x="408" y="577"/>
                </a:lnTo>
                <a:lnTo>
                  <a:pt x="407" y="578"/>
                </a:lnTo>
                <a:lnTo>
                  <a:pt x="406" y="578"/>
                </a:lnTo>
                <a:lnTo>
                  <a:pt x="406" y="579"/>
                </a:lnTo>
                <a:lnTo>
                  <a:pt x="406" y="580"/>
                </a:lnTo>
                <a:lnTo>
                  <a:pt x="404" y="580"/>
                </a:lnTo>
                <a:lnTo>
                  <a:pt x="403" y="581"/>
                </a:lnTo>
                <a:lnTo>
                  <a:pt x="403" y="582"/>
                </a:lnTo>
                <a:lnTo>
                  <a:pt x="402" y="582"/>
                </a:lnTo>
                <a:lnTo>
                  <a:pt x="401" y="583"/>
                </a:lnTo>
                <a:lnTo>
                  <a:pt x="400" y="583"/>
                </a:lnTo>
                <a:lnTo>
                  <a:pt x="399" y="584"/>
                </a:lnTo>
                <a:lnTo>
                  <a:pt x="399" y="585"/>
                </a:lnTo>
                <a:lnTo>
                  <a:pt x="398" y="585"/>
                </a:lnTo>
                <a:lnTo>
                  <a:pt x="397" y="585"/>
                </a:lnTo>
                <a:lnTo>
                  <a:pt x="397" y="584"/>
                </a:lnTo>
                <a:lnTo>
                  <a:pt x="397" y="583"/>
                </a:lnTo>
                <a:lnTo>
                  <a:pt x="398" y="583"/>
                </a:lnTo>
                <a:lnTo>
                  <a:pt x="399" y="583"/>
                </a:lnTo>
                <a:lnTo>
                  <a:pt x="400" y="581"/>
                </a:lnTo>
                <a:lnTo>
                  <a:pt x="401" y="580"/>
                </a:lnTo>
                <a:lnTo>
                  <a:pt x="402" y="576"/>
                </a:lnTo>
                <a:lnTo>
                  <a:pt x="403" y="575"/>
                </a:lnTo>
                <a:lnTo>
                  <a:pt x="403" y="574"/>
                </a:lnTo>
                <a:lnTo>
                  <a:pt x="404" y="574"/>
                </a:lnTo>
                <a:lnTo>
                  <a:pt x="404" y="573"/>
                </a:lnTo>
                <a:lnTo>
                  <a:pt x="403" y="573"/>
                </a:lnTo>
                <a:lnTo>
                  <a:pt x="403" y="574"/>
                </a:lnTo>
                <a:lnTo>
                  <a:pt x="402" y="574"/>
                </a:lnTo>
                <a:lnTo>
                  <a:pt x="401" y="573"/>
                </a:lnTo>
                <a:lnTo>
                  <a:pt x="401" y="572"/>
                </a:lnTo>
                <a:lnTo>
                  <a:pt x="401" y="571"/>
                </a:lnTo>
                <a:lnTo>
                  <a:pt x="400" y="571"/>
                </a:lnTo>
                <a:lnTo>
                  <a:pt x="399" y="571"/>
                </a:lnTo>
                <a:lnTo>
                  <a:pt x="399" y="570"/>
                </a:lnTo>
                <a:lnTo>
                  <a:pt x="398" y="570"/>
                </a:lnTo>
                <a:lnTo>
                  <a:pt x="398" y="571"/>
                </a:lnTo>
                <a:lnTo>
                  <a:pt x="398" y="572"/>
                </a:lnTo>
                <a:lnTo>
                  <a:pt x="397" y="572"/>
                </a:lnTo>
                <a:lnTo>
                  <a:pt x="397" y="573"/>
                </a:lnTo>
                <a:lnTo>
                  <a:pt x="397" y="572"/>
                </a:lnTo>
                <a:lnTo>
                  <a:pt x="396" y="572"/>
                </a:lnTo>
                <a:lnTo>
                  <a:pt x="395" y="572"/>
                </a:lnTo>
                <a:lnTo>
                  <a:pt x="395" y="573"/>
                </a:lnTo>
                <a:lnTo>
                  <a:pt x="394" y="573"/>
                </a:lnTo>
                <a:lnTo>
                  <a:pt x="393" y="573"/>
                </a:lnTo>
                <a:lnTo>
                  <a:pt x="393" y="572"/>
                </a:lnTo>
                <a:lnTo>
                  <a:pt x="393" y="573"/>
                </a:lnTo>
                <a:lnTo>
                  <a:pt x="393" y="574"/>
                </a:lnTo>
                <a:lnTo>
                  <a:pt x="394" y="574"/>
                </a:lnTo>
                <a:lnTo>
                  <a:pt x="394" y="575"/>
                </a:lnTo>
                <a:lnTo>
                  <a:pt x="393" y="575"/>
                </a:lnTo>
                <a:lnTo>
                  <a:pt x="392" y="575"/>
                </a:lnTo>
                <a:lnTo>
                  <a:pt x="391" y="576"/>
                </a:lnTo>
                <a:lnTo>
                  <a:pt x="391" y="577"/>
                </a:lnTo>
                <a:lnTo>
                  <a:pt x="390" y="576"/>
                </a:lnTo>
                <a:lnTo>
                  <a:pt x="390" y="577"/>
                </a:lnTo>
                <a:lnTo>
                  <a:pt x="390" y="578"/>
                </a:lnTo>
                <a:lnTo>
                  <a:pt x="391" y="579"/>
                </a:lnTo>
                <a:lnTo>
                  <a:pt x="392" y="579"/>
                </a:lnTo>
                <a:lnTo>
                  <a:pt x="393" y="579"/>
                </a:lnTo>
                <a:lnTo>
                  <a:pt x="393" y="580"/>
                </a:lnTo>
                <a:lnTo>
                  <a:pt x="394" y="580"/>
                </a:lnTo>
                <a:lnTo>
                  <a:pt x="395" y="580"/>
                </a:lnTo>
                <a:lnTo>
                  <a:pt x="395" y="581"/>
                </a:lnTo>
                <a:lnTo>
                  <a:pt x="394" y="581"/>
                </a:lnTo>
                <a:lnTo>
                  <a:pt x="393" y="581"/>
                </a:lnTo>
                <a:lnTo>
                  <a:pt x="392" y="582"/>
                </a:lnTo>
                <a:lnTo>
                  <a:pt x="391" y="582"/>
                </a:lnTo>
                <a:lnTo>
                  <a:pt x="390" y="582"/>
                </a:lnTo>
                <a:lnTo>
                  <a:pt x="388" y="583"/>
                </a:lnTo>
                <a:lnTo>
                  <a:pt x="387" y="583"/>
                </a:lnTo>
                <a:lnTo>
                  <a:pt x="387" y="582"/>
                </a:lnTo>
                <a:lnTo>
                  <a:pt x="389" y="582"/>
                </a:lnTo>
                <a:lnTo>
                  <a:pt x="389" y="581"/>
                </a:lnTo>
                <a:lnTo>
                  <a:pt x="388" y="581"/>
                </a:lnTo>
                <a:lnTo>
                  <a:pt x="387" y="581"/>
                </a:lnTo>
                <a:lnTo>
                  <a:pt x="386" y="581"/>
                </a:lnTo>
                <a:lnTo>
                  <a:pt x="386" y="580"/>
                </a:lnTo>
                <a:lnTo>
                  <a:pt x="384" y="579"/>
                </a:lnTo>
                <a:lnTo>
                  <a:pt x="384" y="580"/>
                </a:lnTo>
                <a:lnTo>
                  <a:pt x="384" y="581"/>
                </a:lnTo>
                <a:lnTo>
                  <a:pt x="383" y="581"/>
                </a:lnTo>
                <a:lnTo>
                  <a:pt x="382" y="581"/>
                </a:lnTo>
                <a:lnTo>
                  <a:pt x="381" y="581"/>
                </a:lnTo>
                <a:lnTo>
                  <a:pt x="381" y="580"/>
                </a:lnTo>
                <a:lnTo>
                  <a:pt x="380" y="580"/>
                </a:lnTo>
                <a:lnTo>
                  <a:pt x="380" y="579"/>
                </a:lnTo>
                <a:lnTo>
                  <a:pt x="379" y="579"/>
                </a:lnTo>
                <a:lnTo>
                  <a:pt x="378" y="579"/>
                </a:lnTo>
                <a:lnTo>
                  <a:pt x="377" y="579"/>
                </a:lnTo>
                <a:lnTo>
                  <a:pt x="376" y="579"/>
                </a:lnTo>
                <a:lnTo>
                  <a:pt x="375" y="579"/>
                </a:lnTo>
                <a:lnTo>
                  <a:pt x="374" y="579"/>
                </a:lnTo>
                <a:lnTo>
                  <a:pt x="374" y="580"/>
                </a:lnTo>
                <a:lnTo>
                  <a:pt x="373" y="580"/>
                </a:lnTo>
                <a:lnTo>
                  <a:pt x="372" y="580"/>
                </a:lnTo>
                <a:lnTo>
                  <a:pt x="372" y="581"/>
                </a:lnTo>
                <a:lnTo>
                  <a:pt x="372" y="580"/>
                </a:lnTo>
                <a:lnTo>
                  <a:pt x="371" y="580"/>
                </a:lnTo>
                <a:lnTo>
                  <a:pt x="371" y="581"/>
                </a:lnTo>
                <a:lnTo>
                  <a:pt x="371" y="580"/>
                </a:lnTo>
                <a:lnTo>
                  <a:pt x="370" y="580"/>
                </a:lnTo>
                <a:lnTo>
                  <a:pt x="370" y="579"/>
                </a:lnTo>
                <a:lnTo>
                  <a:pt x="370" y="578"/>
                </a:lnTo>
                <a:lnTo>
                  <a:pt x="369" y="578"/>
                </a:lnTo>
                <a:lnTo>
                  <a:pt x="369" y="577"/>
                </a:lnTo>
                <a:lnTo>
                  <a:pt x="369" y="576"/>
                </a:lnTo>
                <a:lnTo>
                  <a:pt x="368" y="576"/>
                </a:lnTo>
                <a:lnTo>
                  <a:pt x="368" y="575"/>
                </a:lnTo>
                <a:lnTo>
                  <a:pt x="367" y="575"/>
                </a:lnTo>
                <a:lnTo>
                  <a:pt x="367" y="574"/>
                </a:lnTo>
                <a:lnTo>
                  <a:pt x="367" y="575"/>
                </a:lnTo>
                <a:lnTo>
                  <a:pt x="366" y="575"/>
                </a:lnTo>
                <a:lnTo>
                  <a:pt x="366" y="574"/>
                </a:lnTo>
                <a:lnTo>
                  <a:pt x="365" y="574"/>
                </a:lnTo>
                <a:lnTo>
                  <a:pt x="365" y="575"/>
                </a:lnTo>
                <a:lnTo>
                  <a:pt x="365" y="574"/>
                </a:lnTo>
                <a:lnTo>
                  <a:pt x="364" y="573"/>
                </a:lnTo>
                <a:lnTo>
                  <a:pt x="364" y="572"/>
                </a:lnTo>
                <a:lnTo>
                  <a:pt x="363" y="572"/>
                </a:lnTo>
                <a:lnTo>
                  <a:pt x="363" y="571"/>
                </a:lnTo>
                <a:lnTo>
                  <a:pt x="364" y="571"/>
                </a:lnTo>
                <a:lnTo>
                  <a:pt x="363" y="571"/>
                </a:lnTo>
                <a:lnTo>
                  <a:pt x="363" y="570"/>
                </a:lnTo>
                <a:lnTo>
                  <a:pt x="364" y="570"/>
                </a:lnTo>
                <a:lnTo>
                  <a:pt x="363" y="570"/>
                </a:lnTo>
                <a:lnTo>
                  <a:pt x="363" y="569"/>
                </a:lnTo>
                <a:lnTo>
                  <a:pt x="362" y="569"/>
                </a:lnTo>
                <a:lnTo>
                  <a:pt x="362" y="568"/>
                </a:lnTo>
                <a:lnTo>
                  <a:pt x="362" y="567"/>
                </a:lnTo>
                <a:lnTo>
                  <a:pt x="361" y="567"/>
                </a:lnTo>
                <a:lnTo>
                  <a:pt x="360" y="566"/>
                </a:lnTo>
                <a:lnTo>
                  <a:pt x="360" y="567"/>
                </a:lnTo>
                <a:lnTo>
                  <a:pt x="359" y="567"/>
                </a:lnTo>
                <a:lnTo>
                  <a:pt x="359" y="568"/>
                </a:lnTo>
                <a:lnTo>
                  <a:pt x="358" y="568"/>
                </a:lnTo>
                <a:lnTo>
                  <a:pt x="358" y="567"/>
                </a:lnTo>
                <a:lnTo>
                  <a:pt x="357" y="567"/>
                </a:lnTo>
                <a:lnTo>
                  <a:pt x="356" y="567"/>
                </a:lnTo>
                <a:lnTo>
                  <a:pt x="356" y="566"/>
                </a:lnTo>
                <a:lnTo>
                  <a:pt x="355" y="566"/>
                </a:lnTo>
                <a:lnTo>
                  <a:pt x="354" y="566"/>
                </a:lnTo>
                <a:lnTo>
                  <a:pt x="354" y="567"/>
                </a:lnTo>
                <a:lnTo>
                  <a:pt x="354" y="566"/>
                </a:lnTo>
                <a:lnTo>
                  <a:pt x="353" y="566"/>
                </a:lnTo>
                <a:lnTo>
                  <a:pt x="352" y="566"/>
                </a:lnTo>
                <a:lnTo>
                  <a:pt x="352" y="567"/>
                </a:lnTo>
                <a:lnTo>
                  <a:pt x="351" y="567"/>
                </a:lnTo>
                <a:lnTo>
                  <a:pt x="351" y="568"/>
                </a:lnTo>
                <a:lnTo>
                  <a:pt x="350" y="568"/>
                </a:lnTo>
                <a:lnTo>
                  <a:pt x="349" y="568"/>
                </a:lnTo>
                <a:lnTo>
                  <a:pt x="348" y="568"/>
                </a:lnTo>
                <a:lnTo>
                  <a:pt x="348" y="569"/>
                </a:lnTo>
                <a:lnTo>
                  <a:pt x="347" y="569"/>
                </a:lnTo>
                <a:lnTo>
                  <a:pt x="346" y="569"/>
                </a:lnTo>
                <a:lnTo>
                  <a:pt x="346" y="570"/>
                </a:lnTo>
                <a:lnTo>
                  <a:pt x="345" y="570"/>
                </a:lnTo>
                <a:lnTo>
                  <a:pt x="345" y="571"/>
                </a:lnTo>
                <a:lnTo>
                  <a:pt x="344" y="571"/>
                </a:lnTo>
                <a:lnTo>
                  <a:pt x="343" y="571"/>
                </a:lnTo>
                <a:lnTo>
                  <a:pt x="342" y="571"/>
                </a:lnTo>
                <a:lnTo>
                  <a:pt x="342" y="572"/>
                </a:lnTo>
                <a:lnTo>
                  <a:pt x="341" y="572"/>
                </a:lnTo>
                <a:lnTo>
                  <a:pt x="341" y="571"/>
                </a:lnTo>
                <a:lnTo>
                  <a:pt x="340" y="571"/>
                </a:lnTo>
                <a:lnTo>
                  <a:pt x="340" y="572"/>
                </a:lnTo>
                <a:lnTo>
                  <a:pt x="339" y="572"/>
                </a:lnTo>
                <a:lnTo>
                  <a:pt x="336" y="572"/>
                </a:lnTo>
                <a:lnTo>
                  <a:pt x="335" y="572"/>
                </a:lnTo>
                <a:lnTo>
                  <a:pt x="334" y="572"/>
                </a:lnTo>
                <a:lnTo>
                  <a:pt x="333" y="572"/>
                </a:lnTo>
                <a:lnTo>
                  <a:pt x="332" y="572"/>
                </a:lnTo>
                <a:lnTo>
                  <a:pt x="331" y="571"/>
                </a:lnTo>
                <a:lnTo>
                  <a:pt x="330" y="571"/>
                </a:lnTo>
                <a:lnTo>
                  <a:pt x="329" y="571"/>
                </a:lnTo>
                <a:lnTo>
                  <a:pt x="329" y="572"/>
                </a:lnTo>
                <a:lnTo>
                  <a:pt x="328" y="572"/>
                </a:lnTo>
                <a:lnTo>
                  <a:pt x="328" y="573"/>
                </a:lnTo>
                <a:lnTo>
                  <a:pt x="328" y="574"/>
                </a:lnTo>
                <a:lnTo>
                  <a:pt x="327" y="574"/>
                </a:lnTo>
                <a:lnTo>
                  <a:pt x="326" y="574"/>
                </a:lnTo>
                <a:lnTo>
                  <a:pt x="325" y="574"/>
                </a:lnTo>
                <a:lnTo>
                  <a:pt x="324" y="574"/>
                </a:lnTo>
                <a:lnTo>
                  <a:pt x="324" y="573"/>
                </a:lnTo>
                <a:lnTo>
                  <a:pt x="323" y="573"/>
                </a:lnTo>
                <a:lnTo>
                  <a:pt x="323" y="574"/>
                </a:lnTo>
                <a:lnTo>
                  <a:pt x="322" y="573"/>
                </a:lnTo>
                <a:lnTo>
                  <a:pt x="321" y="573"/>
                </a:lnTo>
                <a:lnTo>
                  <a:pt x="322" y="573"/>
                </a:lnTo>
                <a:lnTo>
                  <a:pt x="322" y="572"/>
                </a:lnTo>
                <a:lnTo>
                  <a:pt x="322" y="571"/>
                </a:lnTo>
                <a:lnTo>
                  <a:pt x="322" y="570"/>
                </a:lnTo>
                <a:lnTo>
                  <a:pt x="321" y="570"/>
                </a:lnTo>
                <a:lnTo>
                  <a:pt x="321" y="569"/>
                </a:lnTo>
                <a:lnTo>
                  <a:pt x="321" y="568"/>
                </a:lnTo>
                <a:lnTo>
                  <a:pt x="321" y="567"/>
                </a:lnTo>
                <a:lnTo>
                  <a:pt x="321" y="566"/>
                </a:lnTo>
                <a:lnTo>
                  <a:pt x="320" y="566"/>
                </a:lnTo>
                <a:lnTo>
                  <a:pt x="320" y="565"/>
                </a:lnTo>
                <a:lnTo>
                  <a:pt x="319" y="565"/>
                </a:lnTo>
                <a:lnTo>
                  <a:pt x="319" y="566"/>
                </a:lnTo>
                <a:lnTo>
                  <a:pt x="319" y="565"/>
                </a:lnTo>
                <a:lnTo>
                  <a:pt x="318" y="565"/>
                </a:lnTo>
                <a:lnTo>
                  <a:pt x="318" y="566"/>
                </a:lnTo>
                <a:lnTo>
                  <a:pt x="317" y="566"/>
                </a:lnTo>
                <a:lnTo>
                  <a:pt x="316" y="566"/>
                </a:lnTo>
                <a:lnTo>
                  <a:pt x="316" y="567"/>
                </a:lnTo>
                <a:lnTo>
                  <a:pt x="315" y="567"/>
                </a:lnTo>
                <a:lnTo>
                  <a:pt x="315" y="568"/>
                </a:lnTo>
                <a:lnTo>
                  <a:pt x="314" y="568"/>
                </a:lnTo>
                <a:lnTo>
                  <a:pt x="314" y="569"/>
                </a:lnTo>
                <a:lnTo>
                  <a:pt x="313" y="569"/>
                </a:lnTo>
                <a:lnTo>
                  <a:pt x="313" y="570"/>
                </a:lnTo>
                <a:lnTo>
                  <a:pt x="312" y="570"/>
                </a:lnTo>
                <a:lnTo>
                  <a:pt x="312" y="571"/>
                </a:lnTo>
                <a:lnTo>
                  <a:pt x="312" y="572"/>
                </a:lnTo>
                <a:lnTo>
                  <a:pt x="311" y="572"/>
                </a:lnTo>
                <a:lnTo>
                  <a:pt x="311" y="573"/>
                </a:lnTo>
                <a:lnTo>
                  <a:pt x="310" y="573"/>
                </a:lnTo>
                <a:lnTo>
                  <a:pt x="309" y="573"/>
                </a:lnTo>
                <a:lnTo>
                  <a:pt x="308" y="573"/>
                </a:lnTo>
                <a:lnTo>
                  <a:pt x="308" y="572"/>
                </a:lnTo>
                <a:lnTo>
                  <a:pt x="308" y="571"/>
                </a:lnTo>
                <a:lnTo>
                  <a:pt x="308" y="570"/>
                </a:lnTo>
                <a:lnTo>
                  <a:pt x="307" y="570"/>
                </a:lnTo>
                <a:lnTo>
                  <a:pt x="307" y="569"/>
                </a:lnTo>
                <a:lnTo>
                  <a:pt x="308" y="569"/>
                </a:lnTo>
                <a:lnTo>
                  <a:pt x="308" y="568"/>
                </a:lnTo>
                <a:lnTo>
                  <a:pt x="308" y="567"/>
                </a:lnTo>
                <a:lnTo>
                  <a:pt x="308" y="566"/>
                </a:lnTo>
                <a:lnTo>
                  <a:pt x="308" y="565"/>
                </a:lnTo>
                <a:lnTo>
                  <a:pt x="308" y="564"/>
                </a:lnTo>
                <a:lnTo>
                  <a:pt x="307" y="564"/>
                </a:lnTo>
                <a:lnTo>
                  <a:pt x="306" y="564"/>
                </a:lnTo>
                <a:lnTo>
                  <a:pt x="307" y="564"/>
                </a:lnTo>
                <a:lnTo>
                  <a:pt x="307" y="563"/>
                </a:lnTo>
                <a:lnTo>
                  <a:pt x="306" y="563"/>
                </a:lnTo>
                <a:lnTo>
                  <a:pt x="306" y="562"/>
                </a:lnTo>
                <a:lnTo>
                  <a:pt x="305" y="562"/>
                </a:lnTo>
                <a:lnTo>
                  <a:pt x="305" y="561"/>
                </a:lnTo>
                <a:lnTo>
                  <a:pt x="305" y="560"/>
                </a:lnTo>
                <a:lnTo>
                  <a:pt x="304" y="560"/>
                </a:lnTo>
                <a:lnTo>
                  <a:pt x="304" y="559"/>
                </a:lnTo>
                <a:lnTo>
                  <a:pt x="304" y="558"/>
                </a:lnTo>
                <a:lnTo>
                  <a:pt x="303" y="558"/>
                </a:lnTo>
                <a:lnTo>
                  <a:pt x="303" y="557"/>
                </a:lnTo>
                <a:lnTo>
                  <a:pt x="302" y="557"/>
                </a:lnTo>
                <a:lnTo>
                  <a:pt x="302" y="556"/>
                </a:lnTo>
                <a:lnTo>
                  <a:pt x="301" y="556"/>
                </a:lnTo>
                <a:lnTo>
                  <a:pt x="300" y="556"/>
                </a:lnTo>
                <a:lnTo>
                  <a:pt x="300" y="557"/>
                </a:lnTo>
                <a:lnTo>
                  <a:pt x="299" y="557"/>
                </a:lnTo>
                <a:lnTo>
                  <a:pt x="298" y="557"/>
                </a:lnTo>
                <a:lnTo>
                  <a:pt x="298" y="558"/>
                </a:lnTo>
                <a:lnTo>
                  <a:pt x="297" y="558"/>
                </a:lnTo>
                <a:lnTo>
                  <a:pt x="297" y="559"/>
                </a:lnTo>
                <a:lnTo>
                  <a:pt x="296" y="559"/>
                </a:lnTo>
                <a:lnTo>
                  <a:pt x="296" y="560"/>
                </a:lnTo>
                <a:lnTo>
                  <a:pt x="295" y="560"/>
                </a:lnTo>
                <a:lnTo>
                  <a:pt x="294" y="560"/>
                </a:lnTo>
                <a:lnTo>
                  <a:pt x="293" y="560"/>
                </a:lnTo>
                <a:lnTo>
                  <a:pt x="293" y="559"/>
                </a:lnTo>
                <a:lnTo>
                  <a:pt x="292" y="559"/>
                </a:lnTo>
                <a:lnTo>
                  <a:pt x="291" y="559"/>
                </a:lnTo>
                <a:lnTo>
                  <a:pt x="291" y="558"/>
                </a:lnTo>
                <a:lnTo>
                  <a:pt x="291" y="559"/>
                </a:lnTo>
                <a:lnTo>
                  <a:pt x="291" y="558"/>
                </a:lnTo>
                <a:lnTo>
                  <a:pt x="291" y="557"/>
                </a:lnTo>
                <a:lnTo>
                  <a:pt x="290" y="557"/>
                </a:lnTo>
                <a:lnTo>
                  <a:pt x="290" y="556"/>
                </a:lnTo>
                <a:lnTo>
                  <a:pt x="290" y="555"/>
                </a:lnTo>
                <a:lnTo>
                  <a:pt x="289" y="555"/>
                </a:lnTo>
                <a:lnTo>
                  <a:pt x="288" y="555"/>
                </a:lnTo>
                <a:lnTo>
                  <a:pt x="287" y="555"/>
                </a:lnTo>
                <a:lnTo>
                  <a:pt x="287" y="554"/>
                </a:lnTo>
                <a:lnTo>
                  <a:pt x="286" y="554"/>
                </a:lnTo>
                <a:lnTo>
                  <a:pt x="285" y="554"/>
                </a:lnTo>
                <a:lnTo>
                  <a:pt x="285" y="553"/>
                </a:lnTo>
                <a:lnTo>
                  <a:pt x="285" y="554"/>
                </a:lnTo>
                <a:lnTo>
                  <a:pt x="285" y="553"/>
                </a:lnTo>
                <a:lnTo>
                  <a:pt x="284" y="553"/>
                </a:lnTo>
                <a:lnTo>
                  <a:pt x="284" y="551"/>
                </a:lnTo>
                <a:lnTo>
                  <a:pt x="283" y="551"/>
                </a:lnTo>
                <a:lnTo>
                  <a:pt x="283" y="550"/>
                </a:lnTo>
                <a:lnTo>
                  <a:pt x="282" y="550"/>
                </a:lnTo>
                <a:lnTo>
                  <a:pt x="282" y="549"/>
                </a:lnTo>
                <a:lnTo>
                  <a:pt x="281" y="549"/>
                </a:lnTo>
                <a:lnTo>
                  <a:pt x="280" y="549"/>
                </a:lnTo>
                <a:lnTo>
                  <a:pt x="280" y="548"/>
                </a:lnTo>
                <a:lnTo>
                  <a:pt x="279" y="548"/>
                </a:lnTo>
                <a:lnTo>
                  <a:pt x="279" y="547"/>
                </a:lnTo>
                <a:lnTo>
                  <a:pt x="278" y="547"/>
                </a:lnTo>
                <a:lnTo>
                  <a:pt x="277" y="547"/>
                </a:lnTo>
                <a:lnTo>
                  <a:pt x="276" y="547"/>
                </a:lnTo>
                <a:lnTo>
                  <a:pt x="275" y="547"/>
                </a:lnTo>
                <a:lnTo>
                  <a:pt x="275" y="546"/>
                </a:lnTo>
                <a:lnTo>
                  <a:pt x="275" y="547"/>
                </a:lnTo>
                <a:lnTo>
                  <a:pt x="274" y="546"/>
                </a:lnTo>
                <a:lnTo>
                  <a:pt x="273" y="546"/>
                </a:lnTo>
                <a:lnTo>
                  <a:pt x="273" y="545"/>
                </a:lnTo>
                <a:lnTo>
                  <a:pt x="272" y="545"/>
                </a:lnTo>
                <a:lnTo>
                  <a:pt x="271" y="545"/>
                </a:lnTo>
                <a:lnTo>
                  <a:pt x="271" y="544"/>
                </a:lnTo>
                <a:lnTo>
                  <a:pt x="271" y="542"/>
                </a:lnTo>
                <a:lnTo>
                  <a:pt x="271" y="541"/>
                </a:lnTo>
                <a:lnTo>
                  <a:pt x="272" y="541"/>
                </a:lnTo>
                <a:lnTo>
                  <a:pt x="271" y="541"/>
                </a:lnTo>
                <a:lnTo>
                  <a:pt x="272" y="541"/>
                </a:lnTo>
                <a:lnTo>
                  <a:pt x="272" y="540"/>
                </a:lnTo>
                <a:lnTo>
                  <a:pt x="273" y="540"/>
                </a:lnTo>
                <a:lnTo>
                  <a:pt x="274" y="540"/>
                </a:lnTo>
                <a:lnTo>
                  <a:pt x="274" y="539"/>
                </a:lnTo>
                <a:lnTo>
                  <a:pt x="275" y="539"/>
                </a:lnTo>
                <a:lnTo>
                  <a:pt x="275" y="538"/>
                </a:lnTo>
                <a:lnTo>
                  <a:pt x="275" y="539"/>
                </a:lnTo>
                <a:lnTo>
                  <a:pt x="275" y="538"/>
                </a:lnTo>
                <a:lnTo>
                  <a:pt x="276" y="538"/>
                </a:lnTo>
                <a:lnTo>
                  <a:pt x="276" y="537"/>
                </a:lnTo>
                <a:lnTo>
                  <a:pt x="277" y="537"/>
                </a:lnTo>
                <a:lnTo>
                  <a:pt x="277" y="536"/>
                </a:lnTo>
                <a:lnTo>
                  <a:pt x="276" y="536"/>
                </a:lnTo>
                <a:lnTo>
                  <a:pt x="276" y="535"/>
                </a:lnTo>
                <a:lnTo>
                  <a:pt x="276" y="534"/>
                </a:lnTo>
                <a:lnTo>
                  <a:pt x="276" y="533"/>
                </a:lnTo>
                <a:lnTo>
                  <a:pt x="275" y="533"/>
                </a:lnTo>
                <a:lnTo>
                  <a:pt x="275" y="532"/>
                </a:lnTo>
                <a:lnTo>
                  <a:pt x="275" y="533"/>
                </a:lnTo>
                <a:lnTo>
                  <a:pt x="275" y="532"/>
                </a:lnTo>
                <a:lnTo>
                  <a:pt x="274" y="532"/>
                </a:lnTo>
                <a:lnTo>
                  <a:pt x="273" y="532"/>
                </a:lnTo>
                <a:lnTo>
                  <a:pt x="273" y="531"/>
                </a:lnTo>
                <a:lnTo>
                  <a:pt x="272" y="531"/>
                </a:lnTo>
                <a:lnTo>
                  <a:pt x="271" y="531"/>
                </a:lnTo>
                <a:lnTo>
                  <a:pt x="270" y="531"/>
                </a:lnTo>
                <a:lnTo>
                  <a:pt x="270" y="530"/>
                </a:lnTo>
                <a:lnTo>
                  <a:pt x="269" y="530"/>
                </a:lnTo>
                <a:lnTo>
                  <a:pt x="269" y="531"/>
                </a:lnTo>
                <a:lnTo>
                  <a:pt x="268" y="531"/>
                </a:lnTo>
                <a:lnTo>
                  <a:pt x="268" y="532"/>
                </a:lnTo>
                <a:lnTo>
                  <a:pt x="268" y="533"/>
                </a:lnTo>
                <a:lnTo>
                  <a:pt x="267" y="533"/>
                </a:lnTo>
                <a:lnTo>
                  <a:pt x="266" y="533"/>
                </a:lnTo>
                <a:lnTo>
                  <a:pt x="266" y="534"/>
                </a:lnTo>
                <a:lnTo>
                  <a:pt x="266" y="533"/>
                </a:lnTo>
                <a:lnTo>
                  <a:pt x="265" y="533"/>
                </a:lnTo>
                <a:lnTo>
                  <a:pt x="265" y="532"/>
                </a:lnTo>
                <a:lnTo>
                  <a:pt x="264" y="532"/>
                </a:lnTo>
                <a:lnTo>
                  <a:pt x="263" y="532"/>
                </a:lnTo>
                <a:lnTo>
                  <a:pt x="263" y="533"/>
                </a:lnTo>
                <a:lnTo>
                  <a:pt x="263" y="532"/>
                </a:lnTo>
                <a:lnTo>
                  <a:pt x="263" y="531"/>
                </a:lnTo>
                <a:lnTo>
                  <a:pt x="262" y="531"/>
                </a:lnTo>
                <a:lnTo>
                  <a:pt x="262" y="530"/>
                </a:lnTo>
                <a:lnTo>
                  <a:pt x="262" y="529"/>
                </a:lnTo>
                <a:lnTo>
                  <a:pt x="262" y="528"/>
                </a:lnTo>
                <a:lnTo>
                  <a:pt x="262" y="527"/>
                </a:lnTo>
                <a:lnTo>
                  <a:pt x="261" y="527"/>
                </a:lnTo>
                <a:lnTo>
                  <a:pt x="260" y="527"/>
                </a:lnTo>
                <a:lnTo>
                  <a:pt x="259" y="527"/>
                </a:lnTo>
                <a:lnTo>
                  <a:pt x="258" y="527"/>
                </a:lnTo>
                <a:lnTo>
                  <a:pt x="258" y="526"/>
                </a:lnTo>
                <a:lnTo>
                  <a:pt x="257" y="526"/>
                </a:lnTo>
                <a:lnTo>
                  <a:pt x="257" y="527"/>
                </a:lnTo>
                <a:lnTo>
                  <a:pt x="257" y="526"/>
                </a:lnTo>
                <a:lnTo>
                  <a:pt x="256" y="526"/>
                </a:lnTo>
                <a:lnTo>
                  <a:pt x="255" y="526"/>
                </a:lnTo>
                <a:lnTo>
                  <a:pt x="254" y="526"/>
                </a:lnTo>
                <a:lnTo>
                  <a:pt x="254" y="527"/>
                </a:lnTo>
                <a:lnTo>
                  <a:pt x="253" y="526"/>
                </a:lnTo>
                <a:lnTo>
                  <a:pt x="253" y="527"/>
                </a:lnTo>
                <a:lnTo>
                  <a:pt x="252" y="527"/>
                </a:lnTo>
                <a:lnTo>
                  <a:pt x="251" y="527"/>
                </a:lnTo>
                <a:lnTo>
                  <a:pt x="250" y="527"/>
                </a:lnTo>
                <a:lnTo>
                  <a:pt x="249" y="527"/>
                </a:lnTo>
                <a:lnTo>
                  <a:pt x="249" y="526"/>
                </a:lnTo>
                <a:lnTo>
                  <a:pt x="249" y="527"/>
                </a:lnTo>
                <a:lnTo>
                  <a:pt x="249" y="526"/>
                </a:lnTo>
                <a:lnTo>
                  <a:pt x="249" y="525"/>
                </a:lnTo>
                <a:lnTo>
                  <a:pt x="248" y="525"/>
                </a:lnTo>
                <a:lnTo>
                  <a:pt x="248" y="524"/>
                </a:lnTo>
                <a:lnTo>
                  <a:pt x="247" y="524"/>
                </a:lnTo>
                <a:lnTo>
                  <a:pt x="246" y="523"/>
                </a:lnTo>
                <a:lnTo>
                  <a:pt x="245" y="523"/>
                </a:lnTo>
                <a:lnTo>
                  <a:pt x="244" y="523"/>
                </a:lnTo>
                <a:lnTo>
                  <a:pt x="243" y="523"/>
                </a:lnTo>
                <a:lnTo>
                  <a:pt x="242" y="523"/>
                </a:lnTo>
                <a:lnTo>
                  <a:pt x="242" y="524"/>
                </a:lnTo>
                <a:lnTo>
                  <a:pt x="242" y="525"/>
                </a:lnTo>
                <a:lnTo>
                  <a:pt x="241" y="525"/>
                </a:lnTo>
                <a:lnTo>
                  <a:pt x="241" y="526"/>
                </a:lnTo>
                <a:lnTo>
                  <a:pt x="241" y="527"/>
                </a:lnTo>
                <a:lnTo>
                  <a:pt x="240" y="527"/>
                </a:lnTo>
                <a:lnTo>
                  <a:pt x="239" y="527"/>
                </a:lnTo>
                <a:lnTo>
                  <a:pt x="239" y="528"/>
                </a:lnTo>
                <a:lnTo>
                  <a:pt x="239" y="529"/>
                </a:lnTo>
                <a:lnTo>
                  <a:pt x="238" y="529"/>
                </a:lnTo>
                <a:lnTo>
                  <a:pt x="238" y="528"/>
                </a:lnTo>
                <a:lnTo>
                  <a:pt x="237" y="528"/>
                </a:lnTo>
                <a:lnTo>
                  <a:pt x="238" y="528"/>
                </a:lnTo>
                <a:lnTo>
                  <a:pt x="238" y="527"/>
                </a:lnTo>
                <a:lnTo>
                  <a:pt x="237" y="527"/>
                </a:lnTo>
                <a:lnTo>
                  <a:pt x="237" y="526"/>
                </a:lnTo>
                <a:lnTo>
                  <a:pt x="237" y="525"/>
                </a:lnTo>
                <a:lnTo>
                  <a:pt x="237" y="524"/>
                </a:lnTo>
                <a:lnTo>
                  <a:pt x="237" y="523"/>
                </a:lnTo>
                <a:lnTo>
                  <a:pt x="238" y="523"/>
                </a:lnTo>
                <a:lnTo>
                  <a:pt x="238" y="522"/>
                </a:lnTo>
                <a:lnTo>
                  <a:pt x="239" y="522"/>
                </a:lnTo>
                <a:lnTo>
                  <a:pt x="239" y="521"/>
                </a:lnTo>
                <a:lnTo>
                  <a:pt x="239" y="520"/>
                </a:lnTo>
                <a:lnTo>
                  <a:pt x="239" y="519"/>
                </a:lnTo>
                <a:lnTo>
                  <a:pt x="238" y="519"/>
                </a:lnTo>
                <a:lnTo>
                  <a:pt x="238" y="518"/>
                </a:lnTo>
                <a:lnTo>
                  <a:pt x="239" y="517"/>
                </a:lnTo>
                <a:lnTo>
                  <a:pt x="239" y="516"/>
                </a:lnTo>
                <a:lnTo>
                  <a:pt x="239" y="515"/>
                </a:lnTo>
                <a:lnTo>
                  <a:pt x="239" y="514"/>
                </a:lnTo>
                <a:lnTo>
                  <a:pt x="240" y="514"/>
                </a:lnTo>
                <a:lnTo>
                  <a:pt x="240" y="513"/>
                </a:lnTo>
                <a:lnTo>
                  <a:pt x="240" y="512"/>
                </a:lnTo>
                <a:lnTo>
                  <a:pt x="239" y="512"/>
                </a:lnTo>
                <a:lnTo>
                  <a:pt x="238" y="512"/>
                </a:lnTo>
                <a:lnTo>
                  <a:pt x="238" y="511"/>
                </a:lnTo>
                <a:lnTo>
                  <a:pt x="238" y="510"/>
                </a:lnTo>
                <a:lnTo>
                  <a:pt x="238" y="509"/>
                </a:lnTo>
                <a:lnTo>
                  <a:pt x="238" y="508"/>
                </a:lnTo>
                <a:lnTo>
                  <a:pt x="237" y="508"/>
                </a:lnTo>
                <a:lnTo>
                  <a:pt x="237" y="507"/>
                </a:lnTo>
                <a:lnTo>
                  <a:pt x="238" y="507"/>
                </a:lnTo>
                <a:lnTo>
                  <a:pt x="238" y="506"/>
                </a:lnTo>
                <a:lnTo>
                  <a:pt x="239" y="506"/>
                </a:lnTo>
                <a:lnTo>
                  <a:pt x="239" y="505"/>
                </a:lnTo>
                <a:lnTo>
                  <a:pt x="239" y="506"/>
                </a:lnTo>
                <a:lnTo>
                  <a:pt x="239" y="505"/>
                </a:lnTo>
                <a:lnTo>
                  <a:pt x="238" y="504"/>
                </a:lnTo>
                <a:lnTo>
                  <a:pt x="238" y="505"/>
                </a:lnTo>
                <a:lnTo>
                  <a:pt x="238" y="504"/>
                </a:lnTo>
                <a:lnTo>
                  <a:pt x="237" y="504"/>
                </a:lnTo>
                <a:lnTo>
                  <a:pt x="236" y="504"/>
                </a:lnTo>
                <a:lnTo>
                  <a:pt x="236" y="503"/>
                </a:lnTo>
                <a:lnTo>
                  <a:pt x="236" y="502"/>
                </a:lnTo>
                <a:lnTo>
                  <a:pt x="235" y="502"/>
                </a:lnTo>
                <a:lnTo>
                  <a:pt x="236" y="502"/>
                </a:lnTo>
                <a:lnTo>
                  <a:pt x="236" y="501"/>
                </a:lnTo>
                <a:lnTo>
                  <a:pt x="236" y="500"/>
                </a:lnTo>
                <a:lnTo>
                  <a:pt x="237" y="500"/>
                </a:lnTo>
                <a:lnTo>
                  <a:pt x="236" y="500"/>
                </a:lnTo>
                <a:lnTo>
                  <a:pt x="237" y="500"/>
                </a:lnTo>
                <a:lnTo>
                  <a:pt x="238" y="500"/>
                </a:lnTo>
                <a:lnTo>
                  <a:pt x="238" y="499"/>
                </a:lnTo>
                <a:lnTo>
                  <a:pt x="238" y="498"/>
                </a:lnTo>
                <a:lnTo>
                  <a:pt x="239" y="498"/>
                </a:lnTo>
                <a:lnTo>
                  <a:pt x="238" y="498"/>
                </a:lnTo>
                <a:lnTo>
                  <a:pt x="238" y="497"/>
                </a:lnTo>
                <a:lnTo>
                  <a:pt x="238" y="496"/>
                </a:lnTo>
                <a:lnTo>
                  <a:pt x="238" y="495"/>
                </a:lnTo>
                <a:lnTo>
                  <a:pt x="237" y="494"/>
                </a:lnTo>
                <a:lnTo>
                  <a:pt x="237" y="493"/>
                </a:lnTo>
                <a:lnTo>
                  <a:pt x="237" y="492"/>
                </a:lnTo>
                <a:lnTo>
                  <a:pt x="237" y="491"/>
                </a:lnTo>
                <a:lnTo>
                  <a:pt x="237" y="490"/>
                </a:lnTo>
                <a:lnTo>
                  <a:pt x="236" y="490"/>
                </a:lnTo>
                <a:lnTo>
                  <a:pt x="235" y="490"/>
                </a:lnTo>
                <a:lnTo>
                  <a:pt x="235" y="489"/>
                </a:lnTo>
                <a:lnTo>
                  <a:pt x="235" y="488"/>
                </a:lnTo>
                <a:lnTo>
                  <a:pt x="235" y="487"/>
                </a:lnTo>
                <a:lnTo>
                  <a:pt x="234" y="487"/>
                </a:lnTo>
                <a:lnTo>
                  <a:pt x="234" y="486"/>
                </a:lnTo>
                <a:lnTo>
                  <a:pt x="234" y="485"/>
                </a:lnTo>
                <a:lnTo>
                  <a:pt x="234" y="484"/>
                </a:lnTo>
                <a:lnTo>
                  <a:pt x="233" y="484"/>
                </a:lnTo>
                <a:lnTo>
                  <a:pt x="232" y="484"/>
                </a:lnTo>
                <a:lnTo>
                  <a:pt x="231" y="484"/>
                </a:lnTo>
                <a:lnTo>
                  <a:pt x="230" y="484"/>
                </a:lnTo>
                <a:lnTo>
                  <a:pt x="229" y="484"/>
                </a:lnTo>
                <a:lnTo>
                  <a:pt x="228" y="484"/>
                </a:lnTo>
                <a:lnTo>
                  <a:pt x="227" y="484"/>
                </a:lnTo>
                <a:lnTo>
                  <a:pt x="227" y="483"/>
                </a:lnTo>
                <a:lnTo>
                  <a:pt x="226" y="483"/>
                </a:lnTo>
                <a:lnTo>
                  <a:pt x="226" y="484"/>
                </a:lnTo>
                <a:lnTo>
                  <a:pt x="226" y="483"/>
                </a:lnTo>
                <a:lnTo>
                  <a:pt x="225" y="483"/>
                </a:lnTo>
                <a:lnTo>
                  <a:pt x="224" y="483"/>
                </a:lnTo>
                <a:lnTo>
                  <a:pt x="224" y="482"/>
                </a:lnTo>
                <a:lnTo>
                  <a:pt x="224" y="481"/>
                </a:lnTo>
                <a:lnTo>
                  <a:pt x="224" y="480"/>
                </a:lnTo>
                <a:lnTo>
                  <a:pt x="225" y="481"/>
                </a:lnTo>
                <a:lnTo>
                  <a:pt x="225" y="480"/>
                </a:lnTo>
                <a:lnTo>
                  <a:pt x="226" y="480"/>
                </a:lnTo>
                <a:lnTo>
                  <a:pt x="226" y="479"/>
                </a:lnTo>
                <a:lnTo>
                  <a:pt x="226" y="478"/>
                </a:lnTo>
                <a:lnTo>
                  <a:pt x="226" y="477"/>
                </a:lnTo>
                <a:lnTo>
                  <a:pt x="226" y="476"/>
                </a:lnTo>
                <a:lnTo>
                  <a:pt x="225" y="476"/>
                </a:lnTo>
                <a:lnTo>
                  <a:pt x="225" y="475"/>
                </a:lnTo>
                <a:lnTo>
                  <a:pt x="224" y="475"/>
                </a:lnTo>
                <a:lnTo>
                  <a:pt x="224" y="474"/>
                </a:lnTo>
                <a:lnTo>
                  <a:pt x="224" y="473"/>
                </a:lnTo>
                <a:lnTo>
                  <a:pt x="225" y="473"/>
                </a:lnTo>
                <a:lnTo>
                  <a:pt x="224" y="473"/>
                </a:lnTo>
                <a:lnTo>
                  <a:pt x="224" y="472"/>
                </a:lnTo>
                <a:lnTo>
                  <a:pt x="225" y="472"/>
                </a:lnTo>
                <a:lnTo>
                  <a:pt x="225" y="471"/>
                </a:lnTo>
                <a:lnTo>
                  <a:pt x="224" y="471"/>
                </a:lnTo>
                <a:lnTo>
                  <a:pt x="224" y="470"/>
                </a:lnTo>
                <a:lnTo>
                  <a:pt x="224" y="469"/>
                </a:lnTo>
                <a:lnTo>
                  <a:pt x="223" y="469"/>
                </a:lnTo>
                <a:lnTo>
                  <a:pt x="224" y="469"/>
                </a:lnTo>
                <a:lnTo>
                  <a:pt x="224" y="468"/>
                </a:lnTo>
                <a:lnTo>
                  <a:pt x="224" y="469"/>
                </a:lnTo>
                <a:lnTo>
                  <a:pt x="224" y="468"/>
                </a:lnTo>
                <a:lnTo>
                  <a:pt x="225" y="468"/>
                </a:lnTo>
                <a:lnTo>
                  <a:pt x="225" y="467"/>
                </a:lnTo>
                <a:lnTo>
                  <a:pt x="225" y="468"/>
                </a:lnTo>
                <a:lnTo>
                  <a:pt x="226" y="468"/>
                </a:lnTo>
                <a:lnTo>
                  <a:pt x="226" y="467"/>
                </a:lnTo>
                <a:lnTo>
                  <a:pt x="226" y="466"/>
                </a:lnTo>
                <a:lnTo>
                  <a:pt x="226" y="465"/>
                </a:lnTo>
                <a:lnTo>
                  <a:pt x="226" y="462"/>
                </a:lnTo>
                <a:lnTo>
                  <a:pt x="226" y="461"/>
                </a:lnTo>
                <a:lnTo>
                  <a:pt x="227" y="461"/>
                </a:lnTo>
                <a:lnTo>
                  <a:pt x="227" y="460"/>
                </a:lnTo>
                <a:lnTo>
                  <a:pt x="227" y="459"/>
                </a:lnTo>
                <a:lnTo>
                  <a:pt x="227" y="458"/>
                </a:lnTo>
                <a:lnTo>
                  <a:pt x="228" y="458"/>
                </a:lnTo>
                <a:lnTo>
                  <a:pt x="228" y="457"/>
                </a:lnTo>
                <a:lnTo>
                  <a:pt x="228" y="456"/>
                </a:lnTo>
                <a:lnTo>
                  <a:pt x="228" y="455"/>
                </a:lnTo>
                <a:lnTo>
                  <a:pt x="229" y="455"/>
                </a:lnTo>
                <a:lnTo>
                  <a:pt x="229" y="454"/>
                </a:lnTo>
                <a:lnTo>
                  <a:pt x="228" y="454"/>
                </a:lnTo>
                <a:lnTo>
                  <a:pt x="229" y="454"/>
                </a:lnTo>
                <a:lnTo>
                  <a:pt x="229" y="453"/>
                </a:lnTo>
                <a:lnTo>
                  <a:pt x="229" y="452"/>
                </a:lnTo>
                <a:lnTo>
                  <a:pt x="230" y="452"/>
                </a:lnTo>
                <a:lnTo>
                  <a:pt x="231" y="452"/>
                </a:lnTo>
                <a:lnTo>
                  <a:pt x="232" y="452"/>
                </a:lnTo>
                <a:lnTo>
                  <a:pt x="232" y="453"/>
                </a:lnTo>
                <a:lnTo>
                  <a:pt x="231" y="453"/>
                </a:lnTo>
                <a:lnTo>
                  <a:pt x="232" y="453"/>
                </a:lnTo>
                <a:lnTo>
                  <a:pt x="232" y="454"/>
                </a:lnTo>
                <a:lnTo>
                  <a:pt x="233" y="454"/>
                </a:lnTo>
                <a:lnTo>
                  <a:pt x="233" y="455"/>
                </a:lnTo>
                <a:lnTo>
                  <a:pt x="234" y="455"/>
                </a:lnTo>
                <a:lnTo>
                  <a:pt x="235" y="455"/>
                </a:lnTo>
                <a:lnTo>
                  <a:pt x="236" y="455"/>
                </a:lnTo>
                <a:lnTo>
                  <a:pt x="237" y="455"/>
                </a:lnTo>
                <a:lnTo>
                  <a:pt x="238" y="455"/>
                </a:lnTo>
                <a:lnTo>
                  <a:pt x="238" y="454"/>
                </a:lnTo>
                <a:lnTo>
                  <a:pt x="238" y="455"/>
                </a:lnTo>
                <a:lnTo>
                  <a:pt x="239" y="455"/>
                </a:lnTo>
                <a:lnTo>
                  <a:pt x="240" y="455"/>
                </a:lnTo>
                <a:lnTo>
                  <a:pt x="240" y="454"/>
                </a:lnTo>
                <a:lnTo>
                  <a:pt x="241" y="454"/>
                </a:lnTo>
                <a:lnTo>
                  <a:pt x="241" y="453"/>
                </a:lnTo>
                <a:lnTo>
                  <a:pt x="242" y="453"/>
                </a:lnTo>
                <a:lnTo>
                  <a:pt x="242" y="452"/>
                </a:lnTo>
                <a:lnTo>
                  <a:pt x="241" y="452"/>
                </a:lnTo>
                <a:lnTo>
                  <a:pt x="241" y="451"/>
                </a:lnTo>
                <a:lnTo>
                  <a:pt x="241" y="452"/>
                </a:lnTo>
                <a:lnTo>
                  <a:pt x="240" y="452"/>
                </a:lnTo>
                <a:lnTo>
                  <a:pt x="240" y="451"/>
                </a:lnTo>
                <a:lnTo>
                  <a:pt x="240" y="450"/>
                </a:lnTo>
                <a:lnTo>
                  <a:pt x="240" y="451"/>
                </a:lnTo>
                <a:lnTo>
                  <a:pt x="240" y="450"/>
                </a:lnTo>
                <a:lnTo>
                  <a:pt x="241" y="450"/>
                </a:lnTo>
                <a:lnTo>
                  <a:pt x="241" y="449"/>
                </a:lnTo>
                <a:lnTo>
                  <a:pt x="242" y="449"/>
                </a:lnTo>
                <a:lnTo>
                  <a:pt x="241" y="449"/>
                </a:lnTo>
                <a:lnTo>
                  <a:pt x="241" y="448"/>
                </a:lnTo>
                <a:lnTo>
                  <a:pt x="241" y="447"/>
                </a:lnTo>
                <a:lnTo>
                  <a:pt x="242" y="447"/>
                </a:lnTo>
                <a:lnTo>
                  <a:pt x="242" y="446"/>
                </a:lnTo>
                <a:lnTo>
                  <a:pt x="242" y="445"/>
                </a:lnTo>
                <a:lnTo>
                  <a:pt x="243" y="445"/>
                </a:lnTo>
                <a:lnTo>
                  <a:pt x="243" y="444"/>
                </a:lnTo>
                <a:lnTo>
                  <a:pt x="244" y="444"/>
                </a:lnTo>
                <a:lnTo>
                  <a:pt x="245" y="444"/>
                </a:lnTo>
                <a:lnTo>
                  <a:pt x="245" y="443"/>
                </a:lnTo>
                <a:lnTo>
                  <a:pt x="245" y="442"/>
                </a:lnTo>
                <a:lnTo>
                  <a:pt x="244" y="442"/>
                </a:lnTo>
                <a:lnTo>
                  <a:pt x="244" y="441"/>
                </a:lnTo>
                <a:lnTo>
                  <a:pt x="245" y="441"/>
                </a:lnTo>
                <a:lnTo>
                  <a:pt x="245" y="440"/>
                </a:lnTo>
                <a:lnTo>
                  <a:pt x="246" y="440"/>
                </a:lnTo>
                <a:lnTo>
                  <a:pt x="245" y="440"/>
                </a:lnTo>
                <a:lnTo>
                  <a:pt x="246" y="440"/>
                </a:lnTo>
                <a:lnTo>
                  <a:pt x="247" y="440"/>
                </a:lnTo>
                <a:lnTo>
                  <a:pt x="247" y="439"/>
                </a:lnTo>
                <a:lnTo>
                  <a:pt x="246" y="439"/>
                </a:lnTo>
                <a:lnTo>
                  <a:pt x="246" y="438"/>
                </a:lnTo>
                <a:lnTo>
                  <a:pt x="245" y="438"/>
                </a:lnTo>
                <a:lnTo>
                  <a:pt x="245" y="437"/>
                </a:lnTo>
                <a:lnTo>
                  <a:pt x="246" y="436"/>
                </a:lnTo>
                <a:lnTo>
                  <a:pt x="245" y="436"/>
                </a:lnTo>
                <a:lnTo>
                  <a:pt x="245" y="435"/>
                </a:lnTo>
                <a:lnTo>
                  <a:pt x="246" y="435"/>
                </a:lnTo>
                <a:lnTo>
                  <a:pt x="247" y="435"/>
                </a:lnTo>
                <a:lnTo>
                  <a:pt x="247" y="434"/>
                </a:lnTo>
                <a:lnTo>
                  <a:pt x="248" y="434"/>
                </a:lnTo>
                <a:lnTo>
                  <a:pt x="248" y="433"/>
                </a:lnTo>
                <a:lnTo>
                  <a:pt x="248" y="434"/>
                </a:lnTo>
                <a:lnTo>
                  <a:pt x="248" y="433"/>
                </a:lnTo>
                <a:lnTo>
                  <a:pt x="247" y="433"/>
                </a:lnTo>
                <a:lnTo>
                  <a:pt x="248" y="433"/>
                </a:lnTo>
                <a:lnTo>
                  <a:pt x="248" y="432"/>
                </a:lnTo>
                <a:lnTo>
                  <a:pt x="249" y="432"/>
                </a:lnTo>
                <a:lnTo>
                  <a:pt x="250" y="432"/>
                </a:lnTo>
                <a:lnTo>
                  <a:pt x="251" y="432"/>
                </a:lnTo>
                <a:lnTo>
                  <a:pt x="251" y="431"/>
                </a:lnTo>
                <a:lnTo>
                  <a:pt x="252" y="431"/>
                </a:lnTo>
                <a:lnTo>
                  <a:pt x="251" y="431"/>
                </a:lnTo>
                <a:lnTo>
                  <a:pt x="251" y="430"/>
                </a:lnTo>
                <a:lnTo>
                  <a:pt x="252" y="430"/>
                </a:lnTo>
                <a:lnTo>
                  <a:pt x="252" y="429"/>
                </a:lnTo>
                <a:lnTo>
                  <a:pt x="253" y="429"/>
                </a:lnTo>
                <a:lnTo>
                  <a:pt x="253" y="428"/>
                </a:lnTo>
                <a:lnTo>
                  <a:pt x="252" y="428"/>
                </a:lnTo>
                <a:lnTo>
                  <a:pt x="252" y="427"/>
                </a:lnTo>
                <a:lnTo>
                  <a:pt x="251" y="427"/>
                </a:lnTo>
                <a:lnTo>
                  <a:pt x="251" y="426"/>
                </a:lnTo>
                <a:lnTo>
                  <a:pt x="250" y="426"/>
                </a:lnTo>
                <a:lnTo>
                  <a:pt x="249" y="426"/>
                </a:lnTo>
                <a:lnTo>
                  <a:pt x="249" y="427"/>
                </a:lnTo>
                <a:lnTo>
                  <a:pt x="248" y="427"/>
                </a:lnTo>
                <a:lnTo>
                  <a:pt x="247" y="427"/>
                </a:lnTo>
                <a:lnTo>
                  <a:pt x="247" y="426"/>
                </a:lnTo>
                <a:lnTo>
                  <a:pt x="247" y="427"/>
                </a:lnTo>
                <a:lnTo>
                  <a:pt x="246" y="427"/>
                </a:lnTo>
                <a:lnTo>
                  <a:pt x="245" y="427"/>
                </a:lnTo>
                <a:lnTo>
                  <a:pt x="245" y="426"/>
                </a:lnTo>
                <a:lnTo>
                  <a:pt x="246" y="426"/>
                </a:lnTo>
                <a:lnTo>
                  <a:pt x="246" y="425"/>
                </a:lnTo>
                <a:lnTo>
                  <a:pt x="245" y="425"/>
                </a:lnTo>
                <a:lnTo>
                  <a:pt x="244" y="425"/>
                </a:lnTo>
                <a:lnTo>
                  <a:pt x="244" y="424"/>
                </a:lnTo>
                <a:lnTo>
                  <a:pt x="243" y="424"/>
                </a:lnTo>
                <a:lnTo>
                  <a:pt x="243" y="423"/>
                </a:lnTo>
                <a:lnTo>
                  <a:pt x="242" y="423"/>
                </a:lnTo>
                <a:lnTo>
                  <a:pt x="241" y="423"/>
                </a:lnTo>
                <a:lnTo>
                  <a:pt x="241" y="422"/>
                </a:lnTo>
                <a:lnTo>
                  <a:pt x="240" y="421"/>
                </a:lnTo>
                <a:lnTo>
                  <a:pt x="239" y="421"/>
                </a:lnTo>
                <a:lnTo>
                  <a:pt x="239" y="420"/>
                </a:lnTo>
                <a:lnTo>
                  <a:pt x="240" y="420"/>
                </a:lnTo>
                <a:lnTo>
                  <a:pt x="240" y="419"/>
                </a:lnTo>
                <a:lnTo>
                  <a:pt x="239" y="419"/>
                </a:lnTo>
                <a:lnTo>
                  <a:pt x="239" y="418"/>
                </a:lnTo>
                <a:lnTo>
                  <a:pt x="238" y="418"/>
                </a:lnTo>
                <a:lnTo>
                  <a:pt x="237" y="418"/>
                </a:lnTo>
                <a:lnTo>
                  <a:pt x="236" y="418"/>
                </a:lnTo>
                <a:lnTo>
                  <a:pt x="235" y="418"/>
                </a:lnTo>
                <a:lnTo>
                  <a:pt x="235" y="419"/>
                </a:lnTo>
                <a:lnTo>
                  <a:pt x="235" y="420"/>
                </a:lnTo>
                <a:lnTo>
                  <a:pt x="234" y="420"/>
                </a:lnTo>
                <a:lnTo>
                  <a:pt x="234" y="421"/>
                </a:lnTo>
                <a:lnTo>
                  <a:pt x="233" y="421"/>
                </a:lnTo>
                <a:lnTo>
                  <a:pt x="233" y="420"/>
                </a:lnTo>
                <a:lnTo>
                  <a:pt x="232" y="420"/>
                </a:lnTo>
                <a:lnTo>
                  <a:pt x="232" y="419"/>
                </a:lnTo>
                <a:lnTo>
                  <a:pt x="232" y="418"/>
                </a:lnTo>
                <a:lnTo>
                  <a:pt x="231" y="418"/>
                </a:lnTo>
                <a:lnTo>
                  <a:pt x="231" y="417"/>
                </a:lnTo>
                <a:lnTo>
                  <a:pt x="230" y="417"/>
                </a:lnTo>
                <a:lnTo>
                  <a:pt x="230" y="416"/>
                </a:lnTo>
                <a:lnTo>
                  <a:pt x="229" y="416"/>
                </a:lnTo>
                <a:lnTo>
                  <a:pt x="229" y="415"/>
                </a:lnTo>
                <a:lnTo>
                  <a:pt x="229" y="414"/>
                </a:lnTo>
                <a:lnTo>
                  <a:pt x="229" y="413"/>
                </a:lnTo>
                <a:lnTo>
                  <a:pt x="228" y="413"/>
                </a:lnTo>
                <a:lnTo>
                  <a:pt x="227" y="413"/>
                </a:lnTo>
                <a:lnTo>
                  <a:pt x="226" y="413"/>
                </a:lnTo>
                <a:lnTo>
                  <a:pt x="226" y="414"/>
                </a:lnTo>
                <a:lnTo>
                  <a:pt x="225" y="414"/>
                </a:lnTo>
                <a:lnTo>
                  <a:pt x="224" y="414"/>
                </a:lnTo>
                <a:lnTo>
                  <a:pt x="223" y="414"/>
                </a:lnTo>
                <a:lnTo>
                  <a:pt x="222" y="414"/>
                </a:lnTo>
                <a:lnTo>
                  <a:pt x="222" y="413"/>
                </a:lnTo>
                <a:lnTo>
                  <a:pt x="222" y="412"/>
                </a:lnTo>
                <a:lnTo>
                  <a:pt x="221" y="412"/>
                </a:lnTo>
                <a:lnTo>
                  <a:pt x="221" y="411"/>
                </a:lnTo>
                <a:lnTo>
                  <a:pt x="220" y="411"/>
                </a:lnTo>
                <a:lnTo>
                  <a:pt x="219" y="411"/>
                </a:lnTo>
                <a:lnTo>
                  <a:pt x="218" y="411"/>
                </a:lnTo>
                <a:lnTo>
                  <a:pt x="219" y="411"/>
                </a:lnTo>
                <a:lnTo>
                  <a:pt x="219" y="412"/>
                </a:lnTo>
                <a:lnTo>
                  <a:pt x="218" y="412"/>
                </a:lnTo>
                <a:lnTo>
                  <a:pt x="218" y="413"/>
                </a:lnTo>
                <a:lnTo>
                  <a:pt x="218" y="414"/>
                </a:lnTo>
                <a:lnTo>
                  <a:pt x="217" y="414"/>
                </a:lnTo>
                <a:lnTo>
                  <a:pt x="217" y="415"/>
                </a:lnTo>
                <a:lnTo>
                  <a:pt x="218" y="415"/>
                </a:lnTo>
                <a:lnTo>
                  <a:pt x="218" y="416"/>
                </a:lnTo>
                <a:lnTo>
                  <a:pt x="217" y="416"/>
                </a:lnTo>
                <a:lnTo>
                  <a:pt x="216" y="416"/>
                </a:lnTo>
                <a:lnTo>
                  <a:pt x="215" y="416"/>
                </a:lnTo>
                <a:lnTo>
                  <a:pt x="215" y="415"/>
                </a:lnTo>
                <a:lnTo>
                  <a:pt x="215" y="416"/>
                </a:lnTo>
                <a:lnTo>
                  <a:pt x="214" y="416"/>
                </a:lnTo>
                <a:lnTo>
                  <a:pt x="214" y="417"/>
                </a:lnTo>
                <a:lnTo>
                  <a:pt x="214" y="416"/>
                </a:lnTo>
                <a:lnTo>
                  <a:pt x="214" y="417"/>
                </a:lnTo>
                <a:lnTo>
                  <a:pt x="213" y="417"/>
                </a:lnTo>
                <a:lnTo>
                  <a:pt x="213" y="416"/>
                </a:lnTo>
                <a:lnTo>
                  <a:pt x="212" y="416"/>
                </a:lnTo>
                <a:lnTo>
                  <a:pt x="212" y="417"/>
                </a:lnTo>
                <a:lnTo>
                  <a:pt x="212" y="418"/>
                </a:lnTo>
                <a:lnTo>
                  <a:pt x="211" y="418"/>
                </a:lnTo>
                <a:lnTo>
                  <a:pt x="211" y="419"/>
                </a:lnTo>
                <a:lnTo>
                  <a:pt x="210" y="419"/>
                </a:lnTo>
                <a:lnTo>
                  <a:pt x="210" y="418"/>
                </a:lnTo>
                <a:lnTo>
                  <a:pt x="209" y="418"/>
                </a:lnTo>
                <a:lnTo>
                  <a:pt x="208" y="418"/>
                </a:lnTo>
                <a:lnTo>
                  <a:pt x="208" y="419"/>
                </a:lnTo>
                <a:lnTo>
                  <a:pt x="209" y="419"/>
                </a:lnTo>
                <a:lnTo>
                  <a:pt x="208" y="419"/>
                </a:lnTo>
                <a:lnTo>
                  <a:pt x="209" y="419"/>
                </a:lnTo>
                <a:lnTo>
                  <a:pt x="209" y="420"/>
                </a:lnTo>
                <a:lnTo>
                  <a:pt x="208" y="420"/>
                </a:lnTo>
                <a:lnTo>
                  <a:pt x="208" y="419"/>
                </a:lnTo>
                <a:lnTo>
                  <a:pt x="208" y="420"/>
                </a:lnTo>
                <a:lnTo>
                  <a:pt x="207" y="419"/>
                </a:lnTo>
                <a:lnTo>
                  <a:pt x="206" y="419"/>
                </a:lnTo>
                <a:lnTo>
                  <a:pt x="205" y="419"/>
                </a:lnTo>
                <a:lnTo>
                  <a:pt x="204" y="419"/>
                </a:lnTo>
                <a:lnTo>
                  <a:pt x="203" y="419"/>
                </a:lnTo>
                <a:lnTo>
                  <a:pt x="203" y="420"/>
                </a:lnTo>
                <a:lnTo>
                  <a:pt x="203" y="421"/>
                </a:lnTo>
                <a:lnTo>
                  <a:pt x="202" y="421"/>
                </a:lnTo>
                <a:lnTo>
                  <a:pt x="202" y="422"/>
                </a:lnTo>
                <a:lnTo>
                  <a:pt x="201" y="422"/>
                </a:lnTo>
                <a:lnTo>
                  <a:pt x="201" y="421"/>
                </a:lnTo>
                <a:lnTo>
                  <a:pt x="200" y="421"/>
                </a:lnTo>
                <a:lnTo>
                  <a:pt x="200" y="420"/>
                </a:lnTo>
                <a:lnTo>
                  <a:pt x="199" y="420"/>
                </a:lnTo>
                <a:lnTo>
                  <a:pt x="199" y="421"/>
                </a:lnTo>
                <a:lnTo>
                  <a:pt x="199" y="420"/>
                </a:lnTo>
                <a:lnTo>
                  <a:pt x="198" y="421"/>
                </a:lnTo>
                <a:lnTo>
                  <a:pt x="197" y="421"/>
                </a:lnTo>
                <a:lnTo>
                  <a:pt x="197" y="420"/>
                </a:lnTo>
                <a:lnTo>
                  <a:pt x="196" y="420"/>
                </a:lnTo>
                <a:lnTo>
                  <a:pt x="195" y="420"/>
                </a:lnTo>
                <a:lnTo>
                  <a:pt x="195" y="421"/>
                </a:lnTo>
                <a:lnTo>
                  <a:pt x="195" y="420"/>
                </a:lnTo>
                <a:lnTo>
                  <a:pt x="194" y="420"/>
                </a:lnTo>
                <a:lnTo>
                  <a:pt x="193" y="419"/>
                </a:lnTo>
                <a:lnTo>
                  <a:pt x="193" y="420"/>
                </a:lnTo>
                <a:lnTo>
                  <a:pt x="193" y="419"/>
                </a:lnTo>
                <a:lnTo>
                  <a:pt x="192" y="419"/>
                </a:lnTo>
                <a:lnTo>
                  <a:pt x="193" y="419"/>
                </a:lnTo>
                <a:lnTo>
                  <a:pt x="192" y="419"/>
                </a:lnTo>
                <a:lnTo>
                  <a:pt x="192" y="418"/>
                </a:lnTo>
                <a:lnTo>
                  <a:pt x="191" y="418"/>
                </a:lnTo>
                <a:lnTo>
                  <a:pt x="191" y="417"/>
                </a:lnTo>
                <a:lnTo>
                  <a:pt x="192" y="417"/>
                </a:lnTo>
                <a:lnTo>
                  <a:pt x="192" y="416"/>
                </a:lnTo>
                <a:lnTo>
                  <a:pt x="193" y="416"/>
                </a:lnTo>
                <a:lnTo>
                  <a:pt x="193" y="415"/>
                </a:lnTo>
                <a:lnTo>
                  <a:pt x="192" y="415"/>
                </a:lnTo>
                <a:lnTo>
                  <a:pt x="192" y="414"/>
                </a:lnTo>
                <a:lnTo>
                  <a:pt x="191" y="414"/>
                </a:lnTo>
                <a:lnTo>
                  <a:pt x="191" y="413"/>
                </a:lnTo>
                <a:lnTo>
                  <a:pt x="191" y="412"/>
                </a:lnTo>
                <a:lnTo>
                  <a:pt x="190" y="413"/>
                </a:lnTo>
                <a:lnTo>
                  <a:pt x="190" y="412"/>
                </a:lnTo>
                <a:lnTo>
                  <a:pt x="190" y="411"/>
                </a:lnTo>
                <a:lnTo>
                  <a:pt x="190" y="412"/>
                </a:lnTo>
                <a:lnTo>
                  <a:pt x="190" y="411"/>
                </a:lnTo>
                <a:lnTo>
                  <a:pt x="189" y="411"/>
                </a:lnTo>
                <a:lnTo>
                  <a:pt x="190" y="411"/>
                </a:lnTo>
                <a:lnTo>
                  <a:pt x="190" y="410"/>
                </a:lnTo>
                <a:lnTo>
                  <a:pt x="189" y="410"/>
                </a:lnTo>
                <a:lnTo>
                  <a:pt x="188" y="410"/>
                </a:lnTo>
                <a:lnTo>
                  <a:pt x="188" y="409"/>
                </a:lnTo>
                <a:lnTo>
                  <a:pt x="188" y="408"/>
                </a:lnTo>
                <a:lnTo>
                  <a:pt x="187" y="408"/>
                </a:lnTo>
                <a:lnTo>
                  <a:pt x="187" y="407"/>
                </a:lnTo>
                <a:lnTo>
                  <a:pt x="186" y="407"/>
                </a:lnTo>
                <a:lnTo>
                  <a:pt x="186" y="406"/>
                </a:lnTo>
                <a:lnTo>
                  <a:pt x="186" y="407"/>
                </a:lnTo>
                <a:lnTo>
                  <a:pt x="185" y="407"/>
                </a:lnTo>
                <a:lnTo>
                  <a:pt x="185" y="406"/>
                </a:lnTo>
                <a:lnTo>
                  <a:pt x="184" y="406"/>
                </a:lnTo>
                <a:lnTo>
                  <a:pt x="184" y="407"/>
                </a:lnTo>
                <a:lnTo>
                  <a:pt x="183" y="407"/>
                </a:lnTo>
                <a:lnTo>
                  <a:pt x="182" y="407"/>
                </a:lnTo>
                <a:lnTo>
                  <a:pt x="182" y="406"/>
                </a:lnTo>
                <a:lnTo>
                  <a:pt x="181" y="406"/>
                </a:lnTo>
                <a:lnTo>
                  <a:pt x="180" y="406"/>
                </a:lnTo>
                <a:lnTo>
                  <a:pt x="180" y="405"/>
                </a:lnTo>
                <a:lnTo>
                  <a:pt x="179" y="405"/>
                </a:lnTo>
                <a:lnTo>
                  <a:pt x="179" y="406"/>
                </a:lnTo>
                <a:lnTo>
                  <a:pt x="178" y="406"/>
                </a:lnTo>
                <a:lnTo>
                  <a:pt x="177" y="406"/>
                </a:lnTo>
                <a:lnTo>
                  <a:pt x="177" y="407"/>
                </a:lnTo>
                <a:lnTo>
                  <a:pt x="177" y="406"/>
                </a:lnTo>
                <a:lnTo>
                  <a:pt x="176" y="406"/>
                </a:lnTo>
                <a:lnTo>
                  <a:pt x="175" y="406"/>
                </a:lnTo>
                <a:lnTo>
                  <a:pt x="175" y="405"/>
                </a:lnTo>
                <a:lnTo>
                  <a:pt x="175" y="406"/>
                </a:lnTo>
                <a:lnTo>
                  <a:pt x="174" y="406"/>
                </a:lnTo>
                <a:lnTo>
                  <a:pt x="174" y="405"/>
                </a:lnTo>
                <a:lnTo>
                  <a:pt x="173" y="405"/>
                </a:lnTo>
                <a:lnTo>
                  <a:pt x="172" y="405"/>
                </a:lnTo>
                <a:lnTo>
                  <a:pt x="172" y="406"/>
                </a:lnTo>
                <a:lnTo>
                  <a:pt x="171" y="406"/>
                </a:lnTo>
                <a:lnTo>
                  <a:pt x="171" y="405"/>
                </a:lnTo>
                <a:lnTo>
                  <a:pt x="171" y="406"/>
                </a:lnTo>
                <a:lnTo>
                  <a:pt x="170" y="406"/>
                </a:lnTo>
                <a:lnTo>
                  <a:pt x="170" y="405"/>
                </a:lnTo>
                <a:lnTo>
                  <a:pt x="170" y="406"/>
                </a:lnTo>
                <a:lnTo>
                  <a:pt x="169" y="406"/>
                </a:lnTo>
                <a:lnTo>
                  <a:pt x="169" y="405"/>
                </a:lnTo>
                <a:lnTo>
                  <a:pt x="169" y="406"/>
                </a:lnTo>
                <a:lnTo>
                  <a:pt x="168" y="406"/>
                </a:lnTo>
                <a:lnTo>
                  <a:pt x="168" y="405"/>
                </a:lnTo>
                <a:lnTo>
                  <a:pt x="168" y="406"/>
                </a:lnTo>
                <a:lnTo>
                  <a:pt x="167" y="406"/>
                </a:lnTo>
                <a:lnTo>
                  <a:pt x="166" y="406"/>
                </a:lnTo>
                <a:lnTo>
                  <a:pt x="165" y="406"/>
                </a:lnTo>
                <a:lnTo>
                  <a:pt x="165" y="407"/>
                </a:lnTo>
                <a:lnTo>
                  <a:pt x="166" y="407"/>
                </a:lnTo>
                <a:lnTo>
                  <a:pt x="166" y="408"/>
                </a:lnTo>
                <a:lnTo>
                  <a:pt x="166" y="409"/>
                </a:lnTo>
                <a:lnTo>
                  <a:pt x="165" y="409"/>
                </a:lnTo>
                <a:lnTo>
                  <a:pt x="165" y="410"/>
                </a:lnTo>
                <a:lnTo>
                  <a:pt x="165" y="411"/>
                </a:lnTo>
                <a:lnTo>
                  <a:pt x="165" y="412"/>
                </a:lnTo>
                <a:lnTo>
                  <a:pt x="164" y="412"/>
                </a:lnTo>
                <a:lnTo>
                  <a:pt x="163" y="412"/>
                </a:lnTo>
                <a:lnTo>
                  <a:pt x="163" y="411"/>
                </a:lnTo>
                <a:lnTo>
                  <a:pt x="162" y="411"/>
                </a:lnTo>
                <a:lnTo>
                  <a:pt x="161" y="411"/>
                </a:lnTo>
                <a:lnTo>
                  <a:pt x="160" y="411"/>
                </a:lnTo>
                <a:lnTo>
                  <a:pt x="160" y="412"/>
                </a:lnTo>
                <a:lnTo>
                  <a:pt x="159" y="412"/>
                </a:lnTo>
                <a:lnTo>
                  <a:pt x="158" y="412"/>
                </a:lnTo>
                <a:lnTo>
                  <a:pt x="157" y="412"/>
                </a:lnTo>
                <a:lnTo>
                  <a:pt x="157" y="411"/>
                </a:lnTo>
                <a:lnTo>
                  <a:pt x="156" y="411"/>
                </a:lnTo>
                <a:lnTo>
                  <a:pt x="156" y="412"/>
                </a:lnTo>
                <a:lnTo>
                  <a:pt x="155" y="412"/>
                </a:lnTo>
                <a:lnTo>
                  <a:pt x="154" y="412"/>
                </a:lnTo>
                <a:lnTo>
                  <a:pt x="153" y="412"/>
                </a:lnTo>
                <a:lnTo>
                  <a:pt x="153" y="413"/>
                </a:lnTo>
                <a:lnTo>
                  <a:pt x="152" y="413"/>
                </a:lnTo>
                <a:lnTo>
                  <a:pt x="153" y="414"/>
                </a:lnTo>
                <a:lnTo>
                  <a:pt x="152" y="414"/>
                </a:lnTo>
                <a:lnTo>
                  <a:pt x="152" y="415"/>
                </a:lnTo>
                <a:lnTo>
                  <a:pt x="152" y="414"/>
                </a:lnTo>
                <a:lnTo>
                  <a:pt x="151" y="414"/>
                </a:lnTo>
                <a:lnTo>
                  <a:pt x="151" y="413"/>
                </a:lnTo>
                <a:lnTo>
                  <a:pt x="151" y="412"/>
                </a:lnTo>
                <a:lnTo>
                  <a:pt x="150" y="412"/>
                </a:lnTo>
                <a:lnTo>
                  <a:pt x="150" y="411"/>
                </a:lnTo>
                <a:lnTo>
                  <a:pt x="149" y="411"/>
                </a:lnTo>
                <a:lnTo>
                  <a:pt x="150" y="411"/>
                </a:lnTo>
                <a:lnTo>
                  <a:pt x="149" y="411"/>
                </a:lnTo>
                <a:lnTo>
                  <a:pt x="149" y="410"/>
                </a:lnTo>
                <a:lnTo>
                  <a:pt x="149" y="409"/>
                </a:lnTo>
                <a:lnTo>
                  <a:pt x="149" y="410"/>
                </a:lnTo>
                <a:lnTo>
                  <a:pt x="149" y="409"/>
                </a:lnTo>
                <a:lnTo>
                  <a:pt x="150" y="409"/>
                </a:lnTo>
                <a:lnTo>
                  <a:pt x="150" y="408"/>
                </a:lnTo>
                <a:lnTo>
                  <a:pt x="149" y="408"/>
                </a:lnTo>
                <a:lnTo>
                  <a:pt x="148" y="408"/>
                </a:lnTo>
                <a:lnTo>
                  <a:pt x="148" y="407"/>
                </a:lnTo>
                <a:lnTo>
                  <a:pt x="148" y="406"/>
                </a:lnTo>
                <a:lnTo>
                  <a:pt x="147" y="406"/>
                </a:lnTo>
                <a:lnTo>
                  <a:pt x="147" y="405"/>
                </a:lnTo>
                <a:lnTo>
                  <a:pt x="146" y="405"/>
                </a:lnTo>
                <a:lnTo>
                  <a:pt x="146" y="406"/>
                </a:lnTo>
                <a:lnTo>
                  <a:pt x="145" y="406"/>
                </a:lnTo>
                <a:lnTo>
                  <a:pt x="144" y="406"/>
                </a:lnTo>
                <a:lnTo>
                  <a:pt x="144" y="405"/>
                </a:lnTo>
                <a:lnTo>
                  <a:pt x="143" y="405"/>
                </a:lnTo>
                <a:lnTo>
                  <a:pt x="143" y="404"/>
                </a:lnTo>
                <a:lnTo>
                  <a:pt x="142" y="403"/>
                </a:lnTo>
                <a:lnTo>
                  <a:pt x="142" y="402"/>
                </a:lnTo>
                <a:lnTo>
                  <a:pt x="141" y="402"/>
                </a:lnTo>
                <a:lnTo>
                  <a:pt x="140" y="402"/>
                </a:lnTo>
                <a:lnTo>
                  <a:pt x="140" y="401"/>
                </a:lnTo>
                <a:lnTo>
                  <a:pt x="139" y="401"/>
                </a:lnTo>
                <a:lnTo>
                  <a:pt x="140" y="401"/>
                </a:lnTo>
                <a:lnTo>
                  <a:pt x="139" y="401"/>
                </a:lnTo>
                <a:lnTo>
                  <a:pt x="138" y="401"/>
                </a:lnTo>
                <a:lnTo>
                  <a:pt x="137" y="401"/>
                </a:lnTo>
                <a:lnTo>
                  <a:pt x="137" y="400"/>
                </a:lnTo>
                <a:lnTo>
                  <a:pt x="136" y="400"/>
                </a:lnTo>
                <a:lnTo>
                  <a:pt x="136" y="399"/>
                </a:lnTo>
                <a:lnTo>
                  <a:pt x="136" y="398"/>
                </a:lnTo>
                <a:lnTo>
                  <a:pt x="136" y="397"/>
                </a:lnTo>
                <a:lnTo>
                  <a:pt x="135" y="397"/>
                </a:lnTo>
                <a:lnTo>
                  <a:pt x="135" y="396"/>
                </a:lnTo>
                <a:lnTo>
                  <a:pt x="134" y="396"/>
                </a:lnTo>
                <a:lnTo>
                  <a:pt x="134" y="397"/>
                </a:lnTo>
                <a:lnTo>
                  <a:pt x="135" y="397"/>
                </a:lnTo>
                <a:lnTo>
                  <a:pt x="134" y="397"/>
                </a:lnTo>
                <a:lnTo>
                  <a:pt x="133" y="397"/>
                </a:lnTo>
                <a:lnTo>
                  <a:pt x="132" y="397"/>
                </a:lnTo>
                <a:lnTo>
                  <a:pt x="131" y="397"/>
                </a:lnTo>
                <a:lnTo>
                  <a:pt x="130" y="397"/>
                </a:lnTo>
                <a:lnTo>
                  <a:pt x="130" y="396"/>
                </a:lnTo>
                <a:lnTo>
                  <a:pt x="130" y="397"/>
                </a:lnTo>
                <a:lnTo>
                  <a:pt x="130" y="396"/>
                </a:lnTo>
                <a:lnTo>
                  <a:pt x="129" y="396"/>
                </a:lnTo>
                <a:lnTo>
                  <a:pt x="128" y="396"/>
                </a:lnTo>
                <a:lnTo>
                  <a:pt x="128" y="395"/>
                </a:lnTo>
                <a:lnTo>
                  <a:pt x="127" y="395"/>
                </a:lnTo>
                <a:lnTo>
                  <a:pt x="126" y="395"/>
                </a:lnTo>
                <a:lnTo>
                  <a:pt x="126" y="396"/>
                </a:lnTo>
                <a:lnTo>
                  <a:pt x="125" y="396"/>
                </a:lnTo>
                <a:lnTo>
                  <a:pt x="125" y="397"/>
                </a:lnTo>
                <a:lnTo>
                  <a:pt x="124" y="397"/>
                </a:lnTo>
                <a:lnTo>
                  <a:pt x="124" y="396"/>
                </a:lnTo>
                <a:lnTo>
                  <a:pt x="123" y="396"/>
                </a:lnTo>
                <a:lnTo>
                  <a:pt x="123" y="395"/>
                </a:lnTo>
                <a:lnTo>
                  <a:pt x="123" y="396"/>
                </a:lnTo>
                <a:lnTo>
                  <a:pt x="123" y="395"/>
                </a:lnTo>
                <a:lnTo>
                  <a:pt x="123" y="396"/>
                </a:lnTo>
                <a:lnTo>
                  <a:pt x="122" y="396"/>
                </a:lnTo>
                <a:lnTo>
                  <a:pt x="121" y="396"/>
                </a:lnTo>
                <a:lnTo>
                  <a:pt x="121" y="397"/>
                </a:lnTo>
                <a:lnTo>
                  <a:pt x="121" y="396"/>
                </a:lnTo>
                <a:lnTo>
                  <a:pt x="120" y="396"/>
                </a:lnTo>
                <a:lnTo>
                  <a:pt x="119" y="396"/>
                </a:lnTo>
                <a:lnTo>
                  <a:pt x="119" y="395"/>
                </a:lnTo>
                <a:lnTo>
                  <a:pt x="119" y="394"/>
                </a:lnTo>
                <a:lnTo>
                  <a:pt x="119" y="393"/>
                </a:lnTo>
                <a:lnTo>
                  <a:pt x="119" y="392"/>
                </a:lnTo>
                <a:lnTo>
                  <a:pt x="119" y="391"/>
                </a:lnTo>
                <a:lnTo>
                  <a:pt x="119" y="390"/>
                </a:lnTo>
                <a:lnTo>
                  <a:pt x="119" y="389"/>
                </a:lnTo>
                <a:lnTo>
                  <a:pt x="119" y="388"/>
                </a:lnTo>
                <a:lnTo>
                  <a:pt x="119" y="387"/>
                </a:lnTo>
                <a:lnTo>
                  <a:pt x="120" y="387"/>
                </a:lnTo>
                <a:lnTo>
                  <a:pt x="120" y="386"/>
                </a:lnTo>
                <a:lnTo>
                  <a:pt x="120" y="385"/>
                </a:lnTo>
                <a:lnTo>
                  <a:pt x="120" y="386"/>
                </a:lnTo>
                <a:lnTo>
                  <a:pt x="120" y="385"/>
                </a:lnTo>
                <a:lnTo>
                  <a:pt x="119" y="385"/>
                </a:lnTo>
                <a:lnTo>
                  <a:pt x="119" y="384"/>
                </a:lnTo>
                <a:lnTo>
                  <a:pt x="118" y="384"/>
                </a:lnTo>
                <a:lnTo>
                  <a:pt x="118" y="383"/>
                </a:lnTo>
                <a:lnTo>
                  <a:pt x="118" y="382"/>
                </a:lnTo>
                <a:lnTo>
                  <a:pt x="117" y="382"/>
                </a:lnTo>
                <a:lnTo>
                  <a:pt x="117" y="381"/>
                </a:lnTo>
                <a:lnTo>
                  <a:pt x="117" y="380"/>
                </a:lnTo>
                <a:lnTo>
                  <a:pt x="116" y="379"/>
                </a:lnTo>
                <a:lnTo>
                  <a:pt x="115" y="378"/>
                </a:lnTo>
                <a:lnTo>
                  <a:pt x="115" y="377"/>
                </a:lnTo>
                <a:lnTo>
                  <a:pt x="116" y="377"/>
                </a:lnTo>
                <a:lnTo>
                  <a:pt x="115" y="376"/>
                </a:lnTo>
                <a:lnTo>
                  <a:pt x="116" y="376"/>
                </a:lnTo>
                <a:lnTo>
                  <a:pt x="116" y="375"/>
                </a:lnTo>
                <a:lnTo>
                  <a:pt x="117" y="375"/>
                </a:lnTo>
                <a:lnTo>
                  <a:pt x="118" y="375"/>
                </a:lnTo>
                <a:lnTo>
                  <a:pt x="118" y="374"/>
                </a:lnTo>
                <a:lnTo>
                  <a:pt x="119" y="374"/>
                </a:lnTo>
                <a:lnTo>
                  <a:pt x="119" y="372"/>
                </a:lnTo>
                <a:lnTo>
                  <a:pt x="119" y="371"/>
                </a:lnTo>
                <a:lnTo>
                  <a:pt x="120" y="371"/>
                </a:lnTo>
                <a:lnTo>
                  <a:pt x="120" y="370"/>
                </a:lnTo>
                <a:lnTo>
                  <a:pt x="121" y="369"/>
                </a:lnTo>
                <a:lnTo>
                  <a:pt x="121" y="368"/>
                </a:lnTo>
                <a:lnTo>
                  <a:pt x="122" y="367"/>
                </a:lnTo>
                <a:lnTo>
                  <a:pt x="124" y="367"/>
                </a:lnTo>
                <a:lnTo>
                  <a:pt x="124" y="366"/>
                </a:lnTo>
                <a:lnTo>
                  <a:pt x="124" y="365"/>
                </a:lnTo>
                <a:lnTo>
                  <a:pt x="125" y="365"/>
                </a:lnTo>
                <a:lnTo>
                  <a:pt x="125" y="366"/>
                </a:lnTo>
                <a:lnTo>
                  <a:pt x="125" y="365"/>
                </a:lnTo>
                <a:lnTo>
                  <a:pt x="126" y="365"/>
                </a:lnTo>
                <a:lnTo>
                  <a:pt x="126" y="364"/>
                </a:lnTo>
                <a:lnTo>
                  <a:pt x="127" y="364"/>
                </a:lnTo>
                <a:lnTo>
                  <a:pt x="128" y="364"/>
                </a:lnTo>
                <a:lnTo>
                  <a:pt x="128" y="363"/>
                </a:lnTo>
                <a:lnTo>
                  <a:pt x="129" y="363"/>
                </a:lnTo>
                <a:lnTo>
                  <a:pt x="130" y="363"/>
                </a:lnTo>
                <a:lnTo>
                  <a:pt x="130" y="364"/>
                </a:lnTo>
                <a:lnTo>
                  <a:pt x="130" y="365"/>
                </a:lnTo>
                <a:lnTo>
                  <a:pt x="130" y="366"/>
                </a:lnTo>
                <a:lnTo>
                  <a:pt x="131" y="366"/>
                </a:lnTo>
                <a:lnTo>
                  <a:pt x="132" y="366"/>
                </a:lnTo>
                <a:lnTo>
                  <a:pt x="133" y="365"/>
                </a:lnTo>
                <a:lnTo>
                  <a:pt x="133" y="364"/>
                </a:lnTo>
                <a:lnTo>
                  <a:pt x="132" y="363"/>
                </a:lnTo>
                <a:lnTo>
                  <a:pt x="131" y="363"/>
                </a:lnTo>
                <a:lnTo>
                  <a:pt x="130" y="363"/>
                </a:lnTo>
                <a:lnTo>
                  <a:pt x="130" y="362"/>
                </a:lnTo>
                <a:lnTo>
                  <a:pt x="131" y="362"/>
                </a:lnTo>
                <a:lnTo>
                  <a:pt x="132" y="362"/>
                </a:lnTo>
                <a:lnTo>
                  <a:pt x="132" y="361"/>
                </a:lnTo>
                <a:lnTo>
                  <a:pt x="132" y="360"/>
                </a:lnTo>
                <a:lnTo>
                  <a:pt x="131" y="360"/>
                </a:lnTo>
                <a:lnTo>
                  <a:pt x="130" y="359"/>
                </a:lnTo>
                <a:lnTo>
                  <a:pt x="130" y="358"/>
                </a:lnTo>
                <a:lnTo>
                  <a:pt x="129" y="358"/>
                </a:lnTo>
                <a:lnTo>
                  <a:pt x="128" y="357"/>
                </a:lnTo>
                <a:lnTo>
                  <a:pt x="127" y="357"/>
                </a:lnTo>
                <a:lnTo>
                  <a:pt x="126" y="357"/>
                </a:lnTo>
                <a:lnTo>
                  <a:pt x="126" y="356"/>
                </a:lnTo>
                <a:lnTo>
                  <a:pt x="127" y="356"/>
                </a:lnTo>
                <a:lnTo>
                  <a:pt x="129" y="356"/>
                </a:lnTo>
                <a:lnTo>
                  <a:pt x="129" y="357"/>
                </a:lnTo>
                <a:lnTo>
                  <a:pt x="130" y="356"/>
                </a:lnTo>
                <a:lnTo>
                  <a:pt x="131" y="356"/>
                </a:lnTo>
                <a:lnTo>
                  <a:pt x="132" y="357"/>
                </a:lnTo>
                <a:lnTo>
                  <a:pt x="133" y="357"/>
                </a:lnTo>
                <a:lnTo>
                  <a:pt x="134" y="356"/>
                </a:lnTo>
                <a:lnTo>
                  <a:pt x="135" y="356"/>
                </a:lnTo>
                <a:lnTo>
                  <a:pt x="135" y="355"/>
                </a:lnTo>
                <a:lnTo>
                  <a:pt x="135" y="354"/>
                </a:lnTo>
                <a:lnTo>
                  <a:pt x="136" y="353"/>
                </a:lnTo>
                <a:lnTo>
                  <a:pt x="137" y="353"/>
                </a:lnTo>
                <a:lnTo>
                  <a:pt x="138" y="353"/>
                </a:lnTo>
                <a:lnTo>
                  <a:pt x="138" y="352"/>
                </a:lnTo>
                <a:lnTo>
                  <a:pt x="139" y="351"/>
                </a:lnTo>
                <a:lnTo>
                  <a:pt x="138" y="351"/>
                </a:lnTo>
                <a:lnTo>
                  <a:pt x="139" y="350"/>
                </a:lnTo>
                <a:lnTo>
                  <a:pt x="139" y="349"/>
                </a:lnTo>
                <a:lnTo>
                  <a:pt x="140" y="349"/>
                </a:lnTo>
                <a:lnTo>
                  <a:pt x="141" y="349"/>
                </a:lnTo>
                <a:lnTo>
                  <a:pt x="142" y="349"/>
                </a:lnTo>
                <a:lnTo>
                  <a:pt x="142" y="348"/>
                </a:lnTo>
                <a:lnTo>
                  <a:pt x="143" y="348"/>
                </a:lnTo>
                <a:lnTo>
                  <a:pt x="144" y="348"/>
                </a:lnTo>
                <a:lnTo>
                  <a:pt x="144" y="349"/>
                </a:lnTo>
                <a:lnTo>
                  <a:pt x="145" y="349"/>
                </a:lnTo>
                <a:lnTo>
                  <a:pt x="145" y="348"/>
                </a:lnTo>
                <a:lnTo>
                  <a:pt x="146" y="347"/>
                </a:lnTo>
                <a:lnTo>
                  <a:pt x="145" y="347"/>
                </a:lnTo>
                <a:lnTo>
                  <a:pt x="145" y="346"/>
                </a:lnTo>
                <a:lnTo>
                  <a:pt x="145" y="345"/>
                </a:lnTo>
                <a:lnTo>
                  <a:pt x="145" y="344"/>
                </a:lnTo>
                <a:lnTo>
                  <a:pt x="146" y="344"/>
                </a:lnTo>
                <a:lnTo>
                  <a:pt x="146" y="343"/>
                </a:lnTo>
                <a:lnTo>
                  <a:pt x="148" y="342"/>
                </a:lnTo>
                <a:lnTo>
                  <a:pt x="149" y="341"/>
                </a:lnTo>
                <a:lnTo>
                  <a:pt x="149" y="342"/>
                </a:lnTo>
                <a:lnTo>
                  <a:pt x="150" y="341"/>
                </a:lnTo>
                <a:lnTo>
                  <a:pt x="151" y="341"/>
                </a:lnTo>
                <a:lnTo>
                  <a:pt x="152" y="341"/>
                </a:lnTo>
                <a:lnTo>
                  <a:pt x="153" y="341"/>
                </a:lnTo>
                <a:lnTo>
                  <a:pt x="154" y="342"/>
                </a:lnTo>
                <a:lnTo>
                  <a:pt x="154" y="343"/>
                </a:lnTo>
                <a:lnTo>
                  <a:pt x="155" y="344"/>
                </a:lnTo>
                <a:lnTo>
                  <a:pt x="154" y="344"/>
                </a:lnTo>
                <a:lnTo>
                  <a:pt x="154" y="345"/>
                </a:lnTo>
                <a:lnTo>
                  <a:pt x="155" y="345"/>
                </a:lnTo>
                <a:lnTo>
                  <a:pt x="156" y="345"/>
                </a:lnTo>
                <a:lnTo>
                  <a:pt x="156" y="344"/>
                </a:lnTo>
                <a:lnTo>
                  <a:pt x="157" y="344"/>
                </a:lnTo>
                <a:lnTo>
                  <a:pt x="158" y="344"/>
                </a:lnTo>
                <a:lnTo>
                  <a:pt x="158" y="345"/>
                </a:lnTo>
                <a:lnTo>
                  <a:pt x="159" y="346"/>
                </a:lnTo>
                <a:lnTo>
                  <a:pt x="160" y="346"/>
                </a:lnTo>
                <a:lnTo>
                  <a:pt x="161" y="345"/>
                </a:lnTo>
                <a:lnTo>
                  <a:pt x="161" y="346"/>
                </a:lnTo>
                <a:lnTo>
                  <a:pt x="163" y="346"/>
                </a:lnTo>
                <a:lnTo>
                  <a:pt x="164" y="346"/>
                </a:lnTo>
                <a:lnTo>
                  <a:pt x="164" y="347"/>
                </a:lnTo>
                <a:lnTo>
                  <a:pt x="164" y="348"/>
                </a:lnTo>
                <a:lnTo>
                  <a:pt x="164" y="349"/>
                </a:lnTo>
                <a:lnTo>
                  <a:pt x="163" y="349"/>
                </a:lnTo>
                <a:lnTo>
                  <a:pt x="163" y="350"/>
                </a:lnTo>
                <a:lnTo>
                  <a:pt x="164" y="351"/>
                </a:lnTo>
                <a:lnTo>
                  <a:pt x="165" y="351"/>
                </a:lnTo>
                <a:lnTo>
                  <a:pt x="166" y="351"/>
                </a:lnTo>
                <a:lnTo>
                  <a:pt x="166" y="350"/>
                </a:lnTo>
                <a:lnTo>
                  <a:pt x="166" y="349"/>
                </a:lnTo>
                <a:lnTo>
                  <a:pt x="167" y="349"/>
                </a:lnTo>
                <a:lnTo>
                  <a:pt x="167" y="348"/>
                </a:lnTo>
                <a:lnTo>
                  <a:pt x="168" y="348"/>
                </a:lnTo>
                <a:lnTo>
                  <a:pt x="168" y="347"/>
                </a:lnTo>
                <a:lnTo>
                  <a:pt x="168" y="346"/>
                </a:lnTo>
                <a:lnTo>
                  <a:pt x="169" y="346"/>
                </a:lnTo>
                <a:lnTo>
                  <a:pt x="169" y="347"/>
                </a:lnTo>
                <a:lnTo>
                  <a:pt x="170" y="347"/>
                </a:lnTo>
                <a:lnTo>
                  <a:pt x="171" y="346"/>
                </a:lnTo>
                <a:lnTo>
                  <a:pt x="172" y="346"/>
                </a:lnTo>
                <a:lnTo>
                  <a:pt x="172" y="345"/>
                </a:lnTo>
                <a:lnTo>
                  <a:pt x="173" y="345"/>
                </a:lnTo>
                <a:lnTo>
                  <a:pt x="173" y="344"/>
                </a:lnTo>
                <a:lnTo>
                  <a:pt x="172" y="344"/>
                </a:lnTo>
                <a:lnTo>
                  <a:pt x="173" y="344"/>
                </a:lnTo>
                <a:lnTo>
                  <a:pt x="173" y="343"/>
                </a:lnTo>
                <a:lnTo>
                  <a:pt x="173" y="342"/>
                </a:lnTo>
                <a:lnTo>
                  <a:pt x="174" y="341"/>
                </a:lnTo>
                <a:lnTo>
                  <a:pt x="174" y="342"/>
                </a:lnTo>
                <a:lnTo>
                  <a:pt x="176" y="341"/>
                </a:lnTo>
                <a:lnTo>
                  <a:pt x="177" y="340"/>
                </a:lnTo>
                <a:lnTo>
                  <a:pt x="178" y="339"/>
                </a:lnTo>
                <a:lnTo>
                  <a:pt x="178" y="338"/>
                </a:lnTo>
                <a:lnTo>
                  <a:pt x="178" y="337"/>
                </a:lnTo>
                <a:lnTo>
                  <a:pt x="179" y="337"/>
                </a:lnTo>
                <a:lnTo>
                  <a:pt x="179" y="336"/>
                </a:lnTo>
                <a:lnTo>
                  <a:pt x="178" y="335"/>
                </a:lnTo>
                <a:lnTo>
                  <a:pt x="177" y="335"/>
                </a:lnTo>
                <a:lnTo>
                  <a:pt x="177" y="334"/>
                </a:lnTo>
                <a:lnTo>
                  <a:pt x="177" y="333"/>
                </a:lnTo>
                <a:lnTo>
                  <a:pt x="177" y="332"/>
                </a:lnTo>
                <a:lnTo>
                  <a:pt x="178" y="331"/>
                </a:lnTo>
                <a:lnTo>
                  <a:pt x="179" y="331"/>
                </a:lnTo>
                <a:lnTo>
                  <a:pt x="179" y="329"/>
                </a:lnTo>
                <a:lnTo>
                  <a:pt x="180" y="329"/>
                </a:lnTo>
                <a:lnTo>
                  <a:pt x="180" y="328"/>
                </a:lnTo>
                <a:lnTo>
                  <a:pt x="179" y="328"/>
                </a:lnTo>
                <a:lnTo>
                  <a:pt x="180" y="327"/>
                </a:lnTo>
                <a:lnTo>
                  <a:pt x="181" y="326"/>
                </a:lnTo>
                <a:lnTo>
                  <a:pt x="181" y="325"/>
                </a:lnTo>
                <a:lnTo>
                  <a:pt x="181" y="324"/>
                </a:lnTo>
                <a:lnTo>
                  <a:pt x="181" y="323"/>
                </a:lnTo>
                <a:lnTo>
                  <a:pt x="180" y="323"/>
                </a:lnTo>
                <a:lnTo>
                  <a:pt x="180" y="322"/>
                </a:lnTo>
                <a:lnTo>
                  <a:pt x="181" y="322"/>
                </a:lnTo>
                <a:lnTo>
                  <a:pt x="181" y="321"/>
                </a:lnTo>
                <a:lnTo>
                  <a:pt x="181" y="320"/>
                </a:lnTo>
                <a:lnTo>
                  <a:pt x="182" y="318"/>
                </a:lnTo>
                <a:lnTo>
                  <a:pt x="181" y="318"/>
                </a:lnTo>
                <a:lnTo>
                  <a:pt x="180" y="317"/>
                </a:lnTo>
                <a:lnTo>
                  <a:pt x="180" y="315"/>
                </a:lnTo>
                <a:lnTo>
                  <a:pt x="180" y="314"/>
                </a:lnTo>
                <a:lnTo>
                  <a:pt x="180" y="313"/>
                </a:lnTo>
                <a:lnTo>
                  <a:pt x="180" y="312"/>
                </a:lnTo>
                <a:lnTo>
                  <a:pt x="179" y="311"/>
                </a:lnTo>
                <a:lnTo>
                  <a:pt x="179" y="310"/>
                </a:lnTo>
                <a:lnTo>
                  <a:pt x="179" y="309"/>
                </a:lnTo>
                <a:lnTo>
                  <a:pt x="179" y="308"/>
                </a:lnTo>
                <a:lnTo>
                  <a:pt x="180" y="308"/>
                </a:lnTo>
                <a:lnTo>
                  <a:pt x="181" y="307"/>
                </a:lnTo>
                <a:lnTo>
                  <a:pt x="182" y="307"/>
                </a:lnTo>
                <a:lnTo>
                  <a:pt x="183" y="307"/>
                </a:lnTo>
                <a:lnTo>
                  <a:pt x="184" y="307"/>
                </a:lnTo>
                <a:lnTo>
                  <a:pt x="185" y="307"/>
                </a:lnTo>
                <a:lnTo>
                  <a:pt x="185" y="306"/>
                </a:lnTo>
                <a:lnTo>
                  <a:pt x="185" y="304"/>
                </a:lnTo>
                <a:lnTo>
                  <a:pt x="184" y="304"/>
                </a:lnTo>
                <a:lnTo>
                  <a:pt x="183" y="303"/>
                </a:lnTo>
                <a:lnTo>
                  <a:pt x="183" y="302"/>
                </a:lnTo>
                <a:lnTo>
                  <a:pt x="183" y="301"/>
                </a:lnTo>
                <a:lnTo>
                  <a:pt x="184" y="301"/>
                </a:lnTo>
                <a:lnTo>
                  <a:pt x="184" y="302"/>
                </a:lnTo>
                <a:lnTo>
                  <a:pt x="185" y="302"/>
                </a:lnTo>
                <a:lnTo>
                  <a:pt x="185" y="301"/>
                </a:lnTo>
                <a:lnTo>
                  <a:pt x="186" y="301"/>
                </a:lnTo>
                <a:lnTo>
                  <a:pt x="186" y="300"/>
                </a:lnTo>
                <a:lnTo>
                  <a:pt x="185" y="299"/>
                </a:lnTo>
                <a:lnTo>
                  <a:pt x="184" y="299"/>
                </a:lnTo>
                <a:lnTo>
                  <a:pt x="183" y="299"/>
                </a:lnTo>
                <a:lnTo>
                  <a:pt x="182" y="299"/>
                </a:lnTo>
                <a:lnTo>
                  <a:pt x="182" y="298"/>
                </a:lnTo>
                <a:lnTo>
                  <a:pt x="181" y="298"/>
                </a:lnTo>
                <a:lnTo>
                  <a:pt x="181" y="297"/>
                </a:lnTo>
                <a:lnTo>
                  <a:pt x="181" y="296"/>
                </a:lnTo>
                <a:lnTo>
                  <a:pt x="180" y="296"/>
                </a:lnTo>
                <a:lnTo>
                  <a:pt x="180" y="295"/>
                </a:lnTo>
                <a:lnTo>
                  <a:pt x="180" y="294"/>
                </a:lnTo>
                <a:lnTo>
                  <a:pt x="179" y="294"/>
                </a:lnTo>
                <a:lnTo>
                  <a:pt x="179" y="293"/>
                </a:lnTo>
                <a:lnTo>
                  <a:pt x="179" y="291"/>
                </a:lnTo>
                <a:lnTo>
                  <a:pt x="179" y="290"/>
                </a:lnTo>
                <a:lnTo>
                  <a:pt x="178" y="290"/>
                </a:lnTo>
                <a:lnTo>
                  <a:pt x="177" y="289"/>
                </a:lnTo>
                <a:lnTo>
                  <a:pt x="176" y="289"/>
                </a:lnTo>
                <a:lnTo>
                  <a:pt x="176" y="288"/>
                </a:lnTo>
                <a:lnTo>
                  <a:pt x="175" y="287"/>
                </a:lnTo>
                <a:lnTo>
                  <a:pt x="175" y="286"/>
                </a:lnTo>
                <a:lnTo>
                  <a:pt x="174" y="286"/>
                </a:lnTo>
                <a:lnTo>
                  <a:pt x="173" y="286"/>
                </a:lnTo>
                <a:lnTo>
                  <a:pt x="173" y="285"/>
                </a:lnTo>
                <a:lnTo>
                  <a:pt x="174" y="285"/>
                </a:lnTo>
                <a:lnTo>
                  <a:pt x="175" y="282"/>
                </a:lnTo>
                <a:lnTo>
                  <a:pt x="174" y="282"/>
                </a:lnTo>
                <a:lnTo>
                  <a:pt x="174" y="281"/>
                </a:lnTo>
                <a:lnTo>
                  <a:pt x="173" y="281"/>
                </a:lnTo>
                <a:lnTo>
                  <a:pt x="173" y="282"/>
                </a:lnTo>
                <a:lnTo>
                  <a:pt x="172" y="282"/>
                </a:lnTo>
                <a:lnTo>
                  <a:pt x="172" y="281"/>
                </a:lnTo>
                <a:lnTo>
                  <a:pt x="172" y="280"/>
                </a:lnTo>
                <a:lnTo>
                  <a:pt x="171" y="280"/>
                </a:lnTo>
                <a:lnTo>
                  <a:pt x="170" y="280"/>
                </a:lnTo>
                <a:lnTo>
                  <a:pt x="170" y="279"/>
                </a:lnTo>
                <a:lnTo>
                  <a:pt x="170" y="278"/>
                </a:lnTo>
                <a:lnTo>
                  <a:pt x="170" y="277"/>
                </a:lnTo>
                <a:lnTo>
                  <a:pt x="170" y="275"/>
                </a:lnTo>
                <a:lnTo>
                  <a:pt x="169" y="274"/>
                </a:lnTo>
                <a:lnTo>
                  <a:pt x="168" y="273"/>
                </a:lnTo>
                <a:lnTo>
                  <a:pt x="167" y="273"/>
                </a:lnTo>
                <a:lnTo>
                  <a:pt x="166" y="273"/>
                </a:lnTo>
                <a:lnTo>
                  <a:pt x="165" y="273"/>
                </a:lnTo>
                <a:lnTo>
                  <a:pt x="164" y="271"/>
                </a:lnTo>
                <a:lnTo>
                  <a:pt x="163" y="271"/>
                </a:lnTo>
                <a:lnTo>
                  <a:pt x="162" y="271"/>
                </a:lnTo>
                <a:lnTo>
                  <a:pt x="160" y="272"/>
                </a:lnTo>
                <a:lnTo>
                  <a:pt x="160" y="271"/>
                </a:lnTo>
                <a:lnTo>
                  <a:pt x="159" y="271"/>
                </a:lnTo>
                <a:lnTo>
                  <a:pt x="158" y="271"/>
                </a:lnTo>
                <a:lnTo>
                  <a:pt x="156" y="270"/>
                </a:lnTo>
                <a:lnTo>
                  <a:pt x="154" y="272"/>
                </a:lnTo>
                <a:lnTo>
                  <a:pt x="154" y="273"/>
                </a:lnTo>
                <a:lnTo>
                  <a:pt x="154" y="275"/>
                </a:lnTo>
                <a:lnTo>
                  <a:pt x="153" y="275"/>
                </a:lnTo>
                <a:lnTo>
                  <a:pt x="154" y="275"/>
                </a:lnTo>
                <a:lnTo>
                  <a:pt x="155" y="276"/>
                </a:lnTo>
                <a:lnTo>
                  <a:pt x="155" y="277"/>
                </a:lnTo>
                <a:lnTo>
                  <a:pt x="155" y="278"/>
                </a:lnTo>
                <a:lnTo>
                  <a:pt x="154" y="280"/>
                </a:lnTo>
                <a:lnTo>
                  <a:pt x="153" y="280"/>
                </a:lnTo>
                <a:lnTo>
                  <a:pt x="152" y="280"/>
                </a:lnTo>
                <a:lnTo>
                  <a:pt x="152" y="279"/>
                </a:lnTo>
                <a:lnTo>
                  <a:pt x="151" y="279"/>
                </a:lnTo>
                <a:lnTo>
                  <a:pt x="150" y="279"/>
                </a:lnTo>
                <a:lnTo>
                  <a:pt x="150" y="278"/>
                </a:lnTo>
                <a:lnTo>
                  <a:pt x="149" y="278"/>
                </a:lnTo>
                <a:lnTo>
                  <a:pt x="149" y="279"/>
                </a:lnTo>
                <a:lnTo>
                  <a:pt x="148" y="280"/>
                </a:lnTo>
                <a:lnTo>
                  <a:pt x="148" y="281"/>
                </a:lnTo>
                <a:lnTo>
                  <a:pt x="147" y="281"/>
                </a:lnTo>
                <a:lnTo>
                  <a:pt x="146" y="282"/>
                </a:lnTo>
                <a:lnTo>
                  <a:pt x="146" y="281"/>
                </a:lnTo>
                <a:lnTo>
                  <a:pt x="145" y="282"/>
                </a:lnTo>
                <a:lnTo>
                  <a:pt x="144" y="282"/>
                </a:lnTo>
                <a:lnTo>
                  <a:pt x="143" y="282"/>
                </a:lnTo>
                <a:lnTo>
                  <a:pt x="142" y="281"/>
                </a:lnTo>
                <a:lnTo>
                  <a:pt x="142" y="280"/>
                </a:lnTo>
                <a:lnTo>
                  <a:pt x="143" y="279"/>
                </a:lnTo>
                <a:lnTo>
                  <a:pt x="143" y="278"/>
                </a:lnTo>
                <a:lnTo>
                  <a:pt x="143" y="277"/>
                </a:lnTo>
                <a:lnTo>
                  <a:pt x="142" y="277"/>
                </a:lnTo>
                <a:lnTo>
                  <a:pt x="141" y="277"/>
                </a:lnTo>
                <a:lnTo>
                  <a:pt x="140" y="277"/>
                </a:lnTo>
                <a:lnTo>
                  <a:pt x="140" y="276"/>
                </a:lnTo>
                <a:lnTo>
                  <a:pt x="139" y="276"/>
                </a:lnTo>
                <a:lnTo>
                  <a:pt x="139" y="277"/>
                </a:lnTo>
                <a:lnTo>
                  <a:pt x="138" y="277"/>
                </a:lnTo>
                <a:lnTo>
                  <a:pt x="138" y="278"/>
                </a:lnTo>
                <a:lnTo>
                  <a:pt x="137" y="278"/>
                </a:lnTo>
                <a:lnTo>
                  <a:pt x="136" y="278"/>
                </a:lnTo>
                <a:lnTo>
                  <a:pt x="135" y="278"/>
                </a:lnTo>
                <a:lnTo>
                  <a:pt x="134" y="278"/>
                </a:lnTo>
                <a:lnTo>
                  <a:pt x="134" y="277"/>
                </a:lnTo>
                <a:lnTo>
                  <a:pt x="133" y="277"/>
                </a:lnTo>
                <a:lnTo>
                  <a:pt x="133" y="278"/>
                </a:lnTo>
                <a:lnTo>
                  <a:pt x="132" y="279"/>
                </a:lnTo>
                <a:lnTo>
                  <a:pt x="131" y="280"/>
                </a:lnTo>
                <a:lnTo>
                  <a:pt x="130" y="280"/>
                </a:lnTo>
                <a:lnTo>
                  <a:pt x="130" y="281"/>
                </a:lnTo>
                <a:lnTo>
                  <a:pt x="129" y="281"/>
                </a:lnTo>
                <a:lnTo>
                  <a:pt x="129" y="280"/>
                </a:lnTo>
                <a:lnTo>
                  <a:pt x="128" y="280"/>
                </a:lnTo>
                <a:lnTo>
                  <a:pt x="128" y="281"/>
                </a:lnTo>
                <a:lnTo>
                  <a:pt x="127" y="281"/>
                </a:lnTo>
                <a:lnTo>
                  <a:pt x="127" y="280"/>
                </a:lnTo>
                <a:lnTo>
                  <a:pt x="127" y="279"/>
                </a:lnTo>
                <a:lnTo>
                  <a:pt x="127" y="278"/>
                </a:lnTo>
                <a:lnTo>
                  <a:pt x="127" y="277"/>
                </a:lnTo>
                <a:lnTo>
                  <a:pt x="127" y="276"/>
                </a:lnTo>
                <a:lnTo>
                  <a:pt x="127" y="275"/>
                </a:lnTo>
                <a:lnTo>
                  <a:pt x="127" y="274"/>
                </a:lnTo>
                <a:lnTo>
                  <a:pt x="127" y="275"/>
                </a:lnTo>
                <a:lnTo>
                  <a:pt x="126" y="275"/>
                </a:lnTo>
                <a:lnTo>
                  <a:pt x="126" y="274"/>
                </a:lnTo>
                <a:lnTo>
                  <a:pt x="126" y="273"/>
                </a:lnTo>
                <a:lnTo>
                  <a:pt x="125" y="272"/>
                </a:lnTo>
                <a:lnTo>
                  <a:pt x="126" y="272"/>
                </a:lnTo>
                <a:lnTo>
                  <a:pt x="125" y="271"/>
                </a:lnTo>
                <a:lnTo>
                  <a:pt x="125" y="270"/>
                </a:lnTo>
                <a:lnTo>
                  <a:pt x="124" y="269"/>
                </a:lnTo>
                <a:lnTo>
                  <a:pt x="123" y="269"/>
                </a:lnTo>
                <a:lnTo>
                  <a:pt x="123" y="268"/>
                </a:lnTo>
                <a:lnTo>
                  <a:pt x="122" y="268"/>
                </a:lnTo>
                <a:lnTo>
                  <a:pt x="121" y="269"/>
                </a:lnTo>
                <a:lnTo>
                  <a:pt x="121" y="270"/>
                </a:lnTo>
                <a:lnTo>
                  <a:pt x="120" y="269"/>
                </a:lnTo>
                <a:lnTo>
                  <a:pt x="119" y="269"/>
                </a:lnTo>
                <a:lnTo>
                  <a:pt x="118" y="269"/>
                </a:lnTo>
                <a:lnTo>
                  <a:pt x="118" y="270"/>
                </a:lnTo>
                <a:lnTo>
                  <a:pt x="117" y="270"/>
                </a:lnTo>
                <a:lnTo>
                  <a:pt x="116" y="270"/>
                </a:lnTo>
                <a:lnTo>
                  <a:pt x="116" y="269"/>
                </a:lnTo>
                <a:lnTo>
                  <a:pt x="115" y="270"/>
                </a:lnTo>
                <a:lnTo>
                  <a:pt x="115" y="271"/>
                </a:lnTo>
                <a:lnTo>
                  <a:pt x="115" y="272"/>
                </a:lnTo>
                <a:lnTo>
                  <a:pt x="114" y="272"/>
                </a:lnTo>
                <a:lnTo>
                  <a:pt x="114" y="273"/>
                </a:lnTo>
                <a:lnTo>
                  <a:pt x="114" y="275"/>
                </a:lnTo>
                <a:lnTo>
                  <a:pt x="114" y="276"/>
                </a:lnTo>
                <a:lnTo>
                  <a:pt x="114" y="277"/>
                </a:lnTo>
                <a:lnTo>
                  <a:pt x="113" y="277"/>
                </a:lnTo>
                <a:lnTo>
                  <a:pt x="113" y="278"/>
                </a:lnTo>
                <a:lnTo>
                  <a:pt x="113" y="279"/>
                </a:lnTo>
                <a:lnTo>
                  <a:pt x="112" y="279"/>
                </a:lnTo>
                <a:lnTo>
                  <a:pt x="112" y="280"/>
                </a:lnTo>
                <a:lnTo>
                  <a:pt x="113" y="281"/>
                </a:lnTo>
                <a:lnTo>
                  <a:pt x="113" y="282"/>
                </a:lnTo>
                <a:lnTo>
                  <a:pt x="112" y="282"/>
                </a:lnTo>
                <a:lnTo>
                  <a:pt x="112" y="283"/>
                </a:lnTo>
                <a:lnTo>
                  <a:pt x="111" y="283"/>
                </a:lnTo>
                <a:lnTo>
                  <a:pt x="110" y="283"/>
                </a:lnTo>
                <a:lnTo>
                  <a:pt x="109" y="282"/>
                </a:lnTo>
                <a:lnTo>
                  <a:pt x="108" y="282"/>
                </a:lnTo>
                <a:lnTo>
                  <a:pt x="107" y="282"/>
                </a:lnTo>
                <a:lnTo>
                  <a:pt x="107" y="281"/>
                </a:lnTo>
                <a:lnTo>
                  <a:pt x="106" y="281"/>
                </a:lnTo>
                <a:lnTo>
                  <a:pt x="105" y="281"/>
                </a:lnTo>
                <a:lnTo>
                  <a:pt x="104" y="282"/>
                </a:lnTo>
                <a:lnTo>
                  <a:pt x="103" y="282"/>
                </a:lnTo>
                <a:lnTo>
                  <a:pt x="103" y="281"/>
                </a:lnTo>
                <a:lnTo>
                  <a:pt x="102" y="281"/>
                </a:lnTo>
                <a:lnTo>
                  <a:pt x="102" y="280"/>
                </a:lnTo>
                <a:lnTo>
                  <a:pt x="101" y="279"/>
                </a:lnTo>
                <a:lnTo>
                  <a:pt x="101" y="278"/>
                </a:lnTo>
                <a:lnTo>
                  <a:pt x="101" y="277"/>
                </a:lnTo>
                <a:lnTo>
                  <a:pt x="100" y="277"/>
                </a:lnTo>
                <a:lnTo>
                  <a:pt x="99" y="277"/>
                </a:lnTo>
                <a:lnTo>
                  <a:pt x="99" y="276"/>
                </a:lnTo>
                <a:lnTo>
                  <a:pt x="98" y="276"/>
                </a:lnTo>
                <a:lnTo>
                  <a:pt x="97" y="275"/>
                </a:lnTo>
                <a:lnTo>
                  <a:pt x="96" y="275"/>
                </a:lnTo>
                <a:lnTo>
                  <a:pt x="96" y="274"/>
                </a:lnTo>
                <a:lnTo>
                  <a:pt x="95" y="274"/>
                </a:lnTo>
                <a:lnTo>
                  <a:pt x="94" y="274"/>
                </a:lnTo>
                <a:lnTo>
                  <a:pt x="94" y="273"/>
                </a:lnTo>
                <a:lnTo>
                  <a:pt x="94" y="272"/>
                </a:lnTo>
                <a:lnTo>
                  <a:pt x="93" y="272"/>
                </a:lnTo>
                <a:lnTo>
                  <a:pt x="93" y="271"/>
                </a:lnTo>
                <a:lnTo>
                  <a:pt x="92" y="271"/>
                </a:lnTo>
                <a:lnTo>
                  <a:pt x="91" y="272"/>
                </a:lnTo>
                <a:lnTo>
                  <a:pt x="91" y="271"/>
                </a:lnTo>
                <a:lnTo>
                  <a:pt x="90" y="271"/>
                </a:lnTo>
                <a:lnTo>
                  <a:pt x="90" y="272"/>
                </a:lnTo>
                <a:lnTo>
                  <a:pt x="90" y="273"/>
                </a:lnTo>
                <a:lnTo>
                  <a:pt x="89" y="273"/>
                </a:lnTo>
                <a:lnTo>
                  <a:pt x="88" y="273"/>
                </a:lnTo>
                <a:lnTo>
                  <a:pt x="88" y="274"/>
                </a:lnTo>
                <a:lnTo>
                  <a:pt x="89" y="274"/>
                </a:lnTo>
                <a:lnTo>
                  <a:pt x="89" y="275"/>
                </a:lnTo>
                <a:lnTo>
                  <a:pt x="90" y="275"/>
                </a:lnTo>
                <a:lnTo>
                  <a:pt x="90" y="276"/>
                </a:lnTo>
                <a:lnTo>
                  <a:pt x="89" y="277"/>
                </a:lnTo>
                <a:lnTo>
                  <a:pt x="89" y="278"/>
                </a:lnTo>
                <a:lnTo>
                  <a:pt x="88" y="278"/>
                </a:lnTo>
                <a:lnTo>
                  <a:pt x="87" y="277"/>
                </a:lnTo>
                <a:lnTo>
                  <a:pt x="87" y="278"/>
                </a:lnTo>
                <a:lnTo>
                  <a:pt x="86" y="278"/>
                </a:lnTo>
                <a:lnTo>
                  <a:pt x="85" y="277"/>
                </a:lnTo>
                <a:lnTo>
                  <a:pt x="85" y="276"/>
                </a:lnTo>
                <a:lnTo>
                  <a:pt x="84" y="276"/>
                </a:lnTo>
                <a:lnTo>
                  <a:pt x="83" y="275"/>
                </a:lnTo>
                <a:lnTo>
                  <a:pt x="82" y="274"/>
                </a:lnTo>
                <a:lnTo>
                  <a:pt x="81" y="273"/>
                </a:lnTo>
                <a:lnTo>
                  <a:pt x="80" y="271"/>
                </a:lnTo>
                <a:lnTo>
                  <a:pt x="80" y="270"/>
                </a:lnTo>
                <a:lnTo>
                  <a:pt x="79" y="270"/>
                </a:lnTo>
                <a:lnTo>
                  <a:pt x="78" y="269"/>
                </a:lnTo>
                <a:lnTo>
                  <a:pt x="78" y="268"/>
                </a:lnTo>
                <a:lnTo>
                  <a:pt x="79" y="268"/>
                </a:lnTo>
                <a:lnTo>
                  <a:pt x="79" y="267"/>
                </a:lnTo>
                <a:lnTo>
                  <a:pt x="78" y="267"/>
                </a:lnTo>
                <a:lnTo>
                  <a:pt x="78" y="266"/>
                </a:lnTo>
                <a:lnTo>
                  <a:pt x="79" y="266"/>
                </a:lnTo>
                <a:lnTo>
                  <a:pt x="79" y="265"/>
                </a:lnTo>
                <a:lnTo>
                  <a:pt x="80" y="265"/>
                </a:lnTo>
                <a:lnTo>
                  <a:pt x="81" y="265"/>
                </a:lnTo>
                <a:lnTo>
                  <a:pt x="81" y="266"/>
                </a:lnTo>
                <a:lnTo>
                  <a:pt x="82" y="266"/>
                </a:lnTo>
                <a:lnTo>
                  <a:pt x="83" y="266"/>
                </a:lnTo>
                <a:lnTo>
                  <a:pt x="84" y="265"/>
                </a:lnTo>
                <a:lnTo>
                  <a:pt x="83" y="264"/>
                </a:lnTo>
                <a:lnTo>
                  <a:pt x="84" y="264"/>
                </a:lnTo>
                <a:lnTo>
                  <a:pt x="85" y="262"/>
                </a:lnTo>
                <a:lnTo>
                  <a:pt x="85" y="261"/>
                </a:lnTo>
                <a:lnTo>
                  <a:pt x="85" y="260"/>
                </a:lnTo>
                <a:lnTo>
                  <a:pt x="84" y="260"/>
                </a:lnTo>
                <a:lnTo>
                  <a:pt x="84" y="259"/>
                </a:lnTo>
                <a:lnTo>
                  <a:pt x="83" y="259"/>
                </a:lnTo>
                <a:lnTo>
                  <a:pt x="82" y="259"/>
                </a:lnTo>
                <a:lnTo>
                  <a:pt x="81" y="258"/>
                </a:lnTo>
                <a:lnTo>
                  <a:pt x="81" y="257"/>
                </a:lnTo>
                <a:lnTo>
                  <a:pt x="81" y="256"/>
                </a:lnTo>
                <a:lnTo>
                  <a:pt x="80" y="255"/>
                </a:lnTo>
                <a:lnTo>
                  <a:pt x="79" y="255"/>
                </a:lnTo>
                <a:lnTo>
                  <a:pt x="78" y="255"/>
                </a:lnTo>
                <a:lnTo>
                  <a:pt x="78" y="254"/>
                </a:lnTo>
                <a:lnTo>
                  <a:pt x="79" y="254"/>
                </a:lnTo>
                <a:lnTo>
                  <a:pt x="78" y="253"/>
                </a:lnTo>
                <a:lnTo>
                  <a:pt x="77" y="252"/>
                </a:lnTo>
                <a:lnTo>
                  <a:pt x="77" y="251"/>
                </a:lnTo>
                <a:lnTo>
                  <a:pt x="76" y="252"/>
                </a:lnTo>
                <a:lnTo>
                  <a:pt x="76" y="251"/>
                </a:lnTo>
                <a:lnTo>
                  <a:pt x="77" y="251"/>
                </a:lnTo>
                <a:lnTo>
                  <a:pt x="78" y="251"/>
                </a:lnTo>
                <a:lnTo>
                  <a:pt x="78" y="250"/>
                </a:lnTo>
                <a:lnTo>
                  <a:pt x="77" y="249"/>
                </a:lnTo>
                <a:lnTo>
                  <a:pt x="78" y="248"/>
                </a:lnTo>
                <a:lnTo>
                  <a:pt x="80" y="246"/>
                </a:lnTo>
                <a:lnTo>
                  <a:pt x="80" y="245"/>
                </a:lnTo>
                <a:lnTo>
                  <a:pt x="80" y="244"/>
                </a:lnTo>
                <a:lnTo>
                  <a:pt x="78" y="244"/>
                </a:lnTo>
                <a:lnTo>
                  <a:pt x="77" y="244"/>
                </a:lnTo>
                <a:lnTo>
                  <a:pt x="77" y="243"/>
                </a:lnTo>
                <a:lnTo>
                  <a:pt x="76" y="242"/>
                </a:lnTo>
                <a:lnTo>
                  <a:pt x="75" y="242"/>
                </a:lnTo>
                <a:lnTo>
                  <a:pt x="75" y="241"/>
                </a:lnTo>
                <a:lnTo>
                  <a:pt x="74" y="241"/>
                </a:lnTo>
                <a:lnTo>
                  <a:pt x="73" y="241"/>
                </a:lnTo>
                <a:lnTo>
                  <a:pt x="72" y="241"/>
                </a:lnTo>
                <a:lnTo>
                  <a:pt x="70" y="241"/>
                </a:lnTo>
                <a:lnTo>
                  <a:pt x="70" y="240"/>
                </a:lnTo>
                <a:lnTo>
                  <a:pt x="69" y="240"/>
                </a:lnTo>
                <a:lnTo>
                  <a:pt x="69" y="239"/>
                </a:lnTo>
                <a:lnTo>
                  <a:pt x="69" y="238"/>
                </a:lnTo>
                <a:lnTo>
                  <a:pt x="70" y="238"/>
                </a:lnTo>
                <a:lnTo>
                  <a:pt x="70" y="237"/>
                </a:lnTo>
                <a:lnTo>
                  <a:pt x="69" y="237"/>
                </a:lnTo>
                <a:lnTo>
                  <a:pt x="70" y="236"/>
                </a:lnTo>
                <a:lnTo>
                  <a:pt x="69" y="235"/>
                </a:lnTo>
                <a:lnTo>
                  <a:pt x="68" y="235"/>
                </a:lnTo>
                <a:lnTo>
                  <a:pt x="67" y="234"/>
                </a:lnTo>
                <a:lnTo>
                  <a:pt x="66" y="234"/>
                </a:lnTo>
                <a:lnTo>
                  <a:pt x="65" y="234"/>
                </a:lnTo>
                <a:lnTo>
                  <a:pt x="64" y="234"/>
                </a:lnTo>
                <a:lnTo>
                  <a:pt x="64" y="233"/>
                </a:lnTo>
                <a:lnTo>
                  <a:pt x="64" y="232"/>
                </a:lnTo>
                <a:lnTo>
                  <a:pt x="63" y="232"/>
                </a:lnTo>
                <a:lnTo>
                  <a:pt x="62" y="232"/>
                </a:lnTo>
                <a:lnTo>
                  <a:pt x="61" y="233"/>
                </a:lnTo>
                <a:lnTo>
                  <a:pt x="60" y="233"/>
                </a:lnTo>
                <a:lnTo>
                  <a:pt x="59" y="233"/>
                </a:lnTo>
                <a:lnTo>
                  <a:pt x="58" y="234"/>
                </a:lnTo>
                <a:lnTo>
                  <a:pt x="57" y="234"/>
                </a:lnTo>
                <a:lnTo>
                  <a:pt x="57" y="235"/>
                </a:lnTo>
                <a:lnTo>
                  <a:pt x="56" y="236"/>
                </a:lnTo>
                <a:lnTo>
                  <a:pt x="55" y="236"/>
                </a:lnTo>
                <a:lnTo>
                  <a:pt x="54" y="236"/>
                </a:lnTo>
                <a:lnTo>
                  <a:pt x="53" y="236"/>
                </a:lnTo>
                <a:lnTo>
                  <a:pt x="52" y="236"/>
                </a:lnTo>
                <a:lnTo>
                  <a:pt x="51" y="236"/>
                </a:lnTo>
                <a:lnTo>
                  <a:pt x="50" y="236"/>
                </a:lnTo>
                <a:lnTo>
                  <a:pt x="51" y="236"/>
                </a:lnTo>
                <a:lnTo>
                  <a:pt x="50" y="235"/>
                </a:lnTo>
                <a:lnTo>
                  <a:pt x="49" y="234"/>
                </a:lnTo>
                <a:lnTo>
                  <a:pt x="48" y="234"/>
                </a:lnTo>
                <a:lnTo>
                  <a:pt x="47" y="234"/>
                </a:lnTo>
                <a:lnTo>
                  <a:pt x="46" y="233"/>
                </a:lnTo>
                <a:lnTo>
                  <a:pt x="45" y="233"/>
                </a:lnTo>
                <a:lnTo>
                  <a:pt x="45" y="234"/>
                </a:lnTo>
                <a:lnTo>
                  <a:pt x="44" y="233"/>
                </a:lnTo>
                <a:lnTo>
                  <a:pt x="43" y="233"/>
                </a:lnTo>
                <a:lnTo>
                  <a:pt x="42" y="232"/>
                </a:lnTo>
                <a:lnTo>
                  <a:pt x="41" y="232"/>
                </a:lnTo>
                <a:lnTo>
                  <a:pt x="40" y="232"/>
                </a:lnTo>
                <a:lnTo>
                  <a:pt x="40" y="233"/>
                </a:lnTo>
                <a:lnTo>
                  <a:pt x="39" y="233"/>
                </a:lnTo>
                <a:lnTo>
                  <a:pt x="38" y="232"/>
                </a:lnTo>
                <a:lnTo>
                  <a:pt x="37" y="232"/>
                </a:lnTo>
                <a:lnTo>
                  <a:pt x="36" y="232"/>
                </a:lnTo>
                <a:lnTo>
                  <a:pt x="35" y="232"/>
                </a:lnTo>
                <a:lnTo>
                  <a:pt x="35" y="231"/>
                </a:lnTo>
                <a:lnTo>
                  <a:pt x="34" y="231"/>
                </a:lnTo>
                <a:lnTo>
                  <a:pt x="34" y="230"/>
                </a:lnTo>
                <a:lnTo>
                  <a:pt x="33" y="230"/>
                </a:lnTo>
                <a:lnTo>
                  <a:pt x="33" y="231"/>
                </a:lnTo>
                <a:lnTo>
                  <a:pt x="32" y="231"/>
                </a:lnTo>
                <a:lnTo>
                  <a:pt x="32" y="233"/>
                </a:lnTo>
                <a:lnTo>
                  <a:pt x="30" y="232"/>
                </a:lnTo>
                <a:lnTo>
                  <a:pt x="29" y="232"/>
                </a:lnTo>
                <a:lnTo>
                  <a:pt x="28" y="232"/>
                </a:lnTo>
                <a:lnTo>
                  <a:pt x="28" y="233"/>
                </a:lnTo>
                <a:lnTo>
                  <a:pt x="28" y="234"/>
                </a:lnTo>
                <a:lnTo>
                  <a:pt x="27" y="234"/>
                </a:lnTo>
                <a:lnTo>
                  <a:pt x="27" y="235"/>
                </a:lnTo>
                <a:lnTo>
                  <a:pt x="28" y="235"/>
                </a:lnTo>
                <a:lnTo>
                  <a:pt x="28" y="236"/>
                </a:lnTo>
                <a:lnTo>
                  <a:pt x="28" y="237"/>
                </a:lnTo>
                <a:lnTo>
                  <a:pt x="28" y="238"/>
                </a:lnTo>
                <a:lnTo>
                  <a:pt x="28" y="239"/>
                </a:lnTo>
                <a:lnTo>
                  <a:pt x="28" y="240"/>
                </a:lnTo>
                <a:lnTo>
                  <a:pt x="29" y="240"/>
                </a:lnTo>
                <a:lnTo>
                  <a:pt x="29" y="241"/>
                </a:lnTo>
                <a:lnTo>
                  <a:pt x="29" y="242"/>
                </a:lnTo>
                <a:lnTo>
                  <a:pt x="28" y="242"/>
                </a:lnTo>
                <a:lnTo>
                  <a:pt x="28" y="243"/>
                </a:lnTo>
                <a:lnTo>
                  <a:pt x="29" y="243"/>
                </a:lnTo>
                <a:lnTo>
                  <a:pt x="29" y="244"/>
                </a:lnTo>
                <a:lnTo>
                  <a:pt x="30" y="244"/>
                </a:lnTo>
                <a:lnTo>
                  <a:pt x="29" y="244"/>
                </a:lnTo>
                <a:lnTo>
                  <a:pt x="29" y="245"/>
                </a:lnTo>
                <a:lnTo>
                  <a:pt x="29" y="246"/>
                </a:lnTo>
                <a:lnTo>
                  <a:pt x="28" y="246"/>
                </a:lnTo>
                <a:lnTo>
                  <a:pt x="28" y="247"/>
                </a:lnTo>
                <a:lnTo>
                  <a:pt x="27" y="247"/>
                </a:lnTo>
                <a:lnTo>
                  <a:pt x="26" y="247"/>
                </a:lnTo>
                <a:lnTo>
                  <a:pt x="26" y="246"/>
                </a:lnTo>
                <a:lnTo>
                  <a:pt x="25" y="246"/>
                </a:lnTo>
                <a:lnTo>
                  <a:pt x="25" y="245"/>
                </a:lnTo>
                <a:lnTo>
                  <a:pt x="24" y="245"/>
                </a:lnTo>
                <a:lnTo>
                  <a:pt x="24" y="244"/>
                </a:lnTo>
                <a:lnTo>
                  <a:pt x="23" y="243"/>
                </a:lnTo>
                <a:lnTo>
                  <a:pt x="22" y="243"/>
                </a:lnTo>
                <a:lnTo>
                  <a:pt x="22" y="242"/>
                </a:lnTo>
                <a:lnTo>
                  <a:pt x="22" y="241"/>
                </a:lnTo>
                <a:lnTo>
                  <a:pt x="21" y="241"/>
                </a:lnTo>
                <a:lnTo>
                  <a:pt x="20" y="241"/>
                </a:lnTo>
                <a:lnTo>
                  <a:pt x="19" y="241"/>
                </a:lnTo>
                <a:lnTo>
                  <a:pt x="19" y="240"/>
                </a:lnTo>
                <a:lnTo>
                  <a:pt x="18" y="240"/>
                </a:lnTo>
                <a:lnTo>
                  <a:pt x="17" y="240"/>
                </a:lnTo>
                <a:lnTo>
                  <a:pt x="18" y="240"/>
                </a:lnTo>
                <a:lnTo>
                  <a:pt x="18" y="239"/>
                </a:lnTo>
                <a:lnTo>
                  <a:pt x="18" y="238"/>
                </a:lnTo>
                <a:lnTo>
                  <a:pt x="19" y="238"/>
                </a:lnTo>
                <a:lnTo>
                  <a:pt x="19" y="237"/>
                </a:lnTo>
                <a:lnTo>
                  <a:pt x="19" y="236"/>
                </a:lnTo>
                <a:lnTo>
                  <a:pt x="19" y="235"/>
                </a:lnTo>
                <a:lnTo>
                  <a:pt x="18" y="235"/>
                </a:lnTo>
                <a:lnTo>
                  <a:pt x="17" y="235"/>
                </a:lnTo>
                <a:lnTo>
                  <a:pt x="16" y="235"/>
                </a:lnTo>
                <a:lnTo>
                  <a:pt x="15" y="235"/>
                </a:lnTo>
                <a:lnTo>
                  <a:pt x="14" y="235"/>
                </a:lnTo>
                <a:lnTo>
                  <a:pt x="14" y="234"/>
                </a:lnTo>
                <a:lnTo>
                  <a:pt x="14" y="233"/>
                </a:lnTo>
                <a:lnTo>
                  <a:pt x="13" y="232"/>
                </a:lnTo>
                <a:lnTo>
                  <a:pt x="14" y="232"/>
                </a:lnTo>
                <a:lnTo>
                  <a:pt x="14" y="231"/>
                </a:lnTo>
                <a:lnTo>
                  <a:pt x="13" y="231"/>
                </a:lnTo>
                <a:lnTo>
                  <a:pt x="13" y="230"/>
                </a:lnTo>
                <a:lnTo>
                  <a:pt x="13" y="229"/>
                </a:lnTo>
                <a:lnTo>
                  <a:pt x="13" y="228"/>
                </a:lnTo>
                <a:lnTo>
                  <a:pt x="12" y="228"/>
                </a:lnTo>
                <a:lnTo>
                  <a:pt x="11" y="228"/>
                </a:lnTo>
                <a:lnTo>
                  <a:pt x="11" y="226"/>
                </a:lnTo>
                <a:lnTo>
                  <a:pt x="11" y="225"/>
                </a:lnTo>
                <a:lnTo>
                  <a:pt x="10" y="225"/>
                </a:lnTo>
                <a:lnTo>
                  <a:pt x="10" y="224"/>
                </a:lnTo>
                <a:lnTo>
                  <a:pt x="11" y="224"/>
                </a:lnTo>
                <a:lnTo>
                  <a:pt x="11" y="223"/>
                </a:lnTo>
                <a:lnTo>
                  <a:pt x="10" y="222"/>
                </a:lnTo>
                <a:lnTo>
                  <a:pt x="9" y="221"/>
                </a:lnTo>
                <a:lnTo>
                  <a:pt x="9" y="222"/>
                </a:lnTo>
                <a:lnTo>
                  <a:pt x="9" y="221"/>
                </a:lnTo>
                <a:lnTo>
                  <a:pt x="8" y="221"/>
                </a:lnTo>
                <a:lnTo>
                  <a:pt x="8" y="220"/>
                </a:lnTo>
                <a:lnTo>
                  <a:pt x="8" y="219"/>
                </a:lnTo>
                <a:lnTo>
                  <a:pt x="7" y="219"/>
                </a:lnTo>
                <a:lnTo>
                  <a:pt x="7" y="217"/>
                </a:lnTo>
                <a:lnTo>
                  <a:pt x="7" y="216"/>
                </a:lnTo>
                <a:lnTo>
                  <a:pt x="7" y="215"/>
                </a:lnTo>
                <a:lnTo>
                  <a:pt x="6" y="215"/>
                </a:lnTo>
                <a:lnTo>
                  <a:pt x="6" y="214"/>
                </a:lnTo>
                <a:lnTo>
                  <a:pt x="6" y="212"/>
                </a:lnTo>
                <a:lnTo>
                  <a:pt x="6" y="211"/>
                </a:lnTo>
                <a:lnTo>
                  <a:pt x="6" y="210"/>
                </a:lnTo>
                <a:lnTo>
                  <a:pt x="5" y="209"/>
                </a:lnTo>
                <a:lnTo>
                  <a:pt x="4" y="208"/>
                </a:lnTo>
                <a:lnTo>
                  <a:pt x="3" y="208"/>
                </a:lnTo>
                <a:lnTo>
                  <a:pt x="3" y="209"/>
                </a:lnTo>
                <a:lnTo>
                  <a:pt x="2" y="209"/>
                </a:lnTo>
                <a:lnTo>
                  <a:pt x="1" y="209"/>
                </a:lnTo>
                <a:lnTo>
                  <a:pt x="0" y="209"/>
                </a:lnTo>
                <a:lnTo>
                  <a:pt x="0" y="208"/>
                </a:lnTo>
                <a:lnTo>
                  <a:pt x="1" y="208"/>
                </a:lnTo>
                <a:lnTo>
                  <a:pt x="2" y="208"/>
                </a:lnTo>
                <a:lnTo>
                  <a:pt x="3" y="208"/>
                </a:lnTo>
                <a:lnTo>
                  <a:pt x="3" y="207"/>
                </a:lnTo>
                <a:lnTo>
                  <a:pt x="4" y="207"/>
                </a:lnTo>
                <a:lnTo>
                  <a:pt x="5" y="207"/>
                </a:lnTo>
                <a:lnTo>
                  <a:pt x="6" y="205"/>
                </a:lnTo>
                <a:lnTo>
                  <a:pt x="6" y="203"/>
                </a:lnTo>
                <a:lnTo>
                  <a:pt x="7" y="202"/>
                </a:lnTo>
                <a:lnTo>
                  <a:pt x="7" y="201"/>
                </a:lnTo>
                <a:lnTo>
                  <a:pt x="7" y="200"/>
                </a:lnTo>
                <a:lnTo>
                  <a:pt x="8" y="199"/>
                </a:lnTo>
                <a:lnTo>
                  <a:pt x="8" y="198"/>
                </a:lnTo>
                <a:lnTo>
                  <a:pt x="9" y="198"/>
                </a:lnTo>
                <a:lnTo>
                  <a:pt x="10" y="198"/>
                </a:lnTo>
                <a:lnTo>
                  <a:pt x="11" y="198"/>
                </a:lnTo>
                <a:lnTo>
                  <a:pt x="12" y="198"/>
                </a:lnTo>
                <a:lnTo>
                  <a:pt x="13" y="199"/>
                </a:lnTo>
                <a:lnTo>
                  <a:pt x="13" y="200"/>
                </a:lnTo>
                <a:lnTo>
                  <a:pt x="14" y="200"/>
                </a:lnTo>
                <a:lnTo>
                  <a:pt x="15" y="200"/>
                </a:lnTo>
                <a:lnTo>
                  <a:pt x="16" y="200"/>
                </a:lnTo>
                <a:lnTo>
                  <a:pt x="16" y="201"/>
                </a:lnTo>
                <a:lnTo>
                  <a:pt x="17" y="202"/>
                </a:lnTo>
                <a:lnTo>
                  <a:pt x="18" y="204"/>
                </a:lnTo>
                <a:lnTo>
                  <a:pt x="19" y="206"/>
                </a:lnTo>
                <a:lnTo>
                  <a:pt x="20" y="206"/>
                </a:lnTo>
                <a:lnTo>
                  <a:pt x="22" y="206"/>
                </a:lnTo>
                <a:lnTo>
                  <a:pt x="23" y="207"/>
                </a:lnTo>
                <a:lnTo>
                  <a:pt x="24" y="207"/>
                </a:lnTo>
                <a:lnTo>
                  <a:pt x="25" y="207"/>
                </a:lnTo>
                <a:lnTo>
                  <a:pt x="26" y="207"/>
                </a:lnTo>
                <a:lnTo>
                  <a:pt x="27" y="208"/>
                </a:lnTo>
                <a:lnTo>
                  <a:pt x="27" y="209"/>
                </a:lnTo>
                <a:lnTo>
                  <a:pt x="27" y="210"/>
                </a:lnTo>
                <a:lnTo>
                  <a:pt x="28" y="210"/>
                </a:lnTo>
                <a:lnTo>
                  <a:pt x="28" y="211"/>
                </a:lnTo>
                <a:lnTo>
                  <a:pt x="29" y="211"/>
                </a:lnTo>
                <a:lnTo>
                  <a:pt x="31" y="211"/>
                </a:lnTo>
                <a:lnTo>
                  <a:pt x="32" y="211"/>
                </a:lnTo>
                <a:lnTo>
                  <a:pt x="32" y="210"/>
                </a:lnTo>
                <a:lnTo>
                  <a:pt x="32" y="209"/>
                </a:lnTo>
                <a:lnTo>
                  <a:pt x="32" y="208"/>
                </a:lnTo>
                <a:lnTo>
                  <a:pt x="33" y="207"/>
                </a:lnTo>
                <a:lnTo>
                  <a:pt x="33" y="206"/>
                </a:lnTo>
                <a:lnTo>
                  <a:pt x="34" y="206"/>
                </a:lnTo>
                <a:lnTo>
                  <a:pt x="35" y="206"/>
                </a:lnTo>
                <a:lnTo>
                  <a:pt x="36" y="206"/>
                </a:lnTo>
                <a:lnTo>
                  <a:pt x="37" y="206"/>
                </a:lnTo>
                <a:lnTo>
                  <a:pt x="38" y="206"/>
                </a:lnTo>
                <a:lnTo>
                  <a:pt x="38" y="205"/>
                </a:lnTo>
                <a:lnTo>
                  <a:pt x="39" y="205"/>
                </a:lnTo>
                <a:lnTo>
                  <a:pt x="40" y="205"/>
                </a:lnTo>
                <a:lnTo>
                  <a:pt x="41" y="205"/>
                </a:lnTo>
                <a:lnTo>
                  <a:pt x="41" y="204"/>
                </a:lnTo>
                <a:lnTo>
                  <a:pt x="42" y="204"/>
                </a:lnTo>
                <a:lnTo>
                  <a:pt x="43" y="203"/>
                </a:lnTo>
                <a:lnTo>
                  <a:pt x="43" y="202"/>
                </a:lnTo>
                <a:lnTo>
                  <a:pt x="44" y="202"/>
                </a:lnTo>
                <a:lnTo>
                  <a:pt x="44" y="201"/>
                </a:lnTo>
                <a:lnTo>
                  <a:pt x="44" y="199"/>
                </a:lnTo>
                <a:lnTo>
                  <a:pt x="44" y="198"/>
                </a:lnTo>
                <a:lnTo>
                  <a:pt x="44" y="197"/>
                </a:lnTo>
                <a:lnTo>
                  <a:pt x="45" y="197"/>
                </a:lnTo>
                <a:lnTo>
                  <a:pt x="46" y="196"/>
                </a:lnTo>
                <a:lnTo>
                  <a:pt x="47" y="196"/>
                </a:lnTo>
                <a:lnTo>
                  <a:pt x="48" y="195"/>
                </a:lnTo>
                <a:lnTo>
                  <a:pt x="49" y="195"/>
                </a:lnTo>
                <a:lnTo>
                  <a:pt x="50" y="195"/>
                </a:lnTo>
                <a:lnTo>
                  <a:pt x="50" y="194"/>
                </a:lnTo>
                <a:lnTo>
                  <a:pt x="51" y="194"/>
                </a:lnTo>
                <a:lnTo>
                  <a:pt x="52" y="194"/>
                </a:lnTo>
                <a:lnTo>
                  <a:pt x="54" y="194"/>
                </a:lnTo>
                <a:lnTo>
                  <a:pt x="54" y="193"/>
                </a:lnTo>
                <a:lnTo>
                  <a:pt x="55" y="193"/>
                </a:lnTo>
                <a:lnTo>
                  <a:pt x="56" y="193"/>
                </a:lnTo>
                <a:lnTo>
                  <a:pt x="58" y="192"/>
                </a:lnTo>
                <a:lnTo>
                  <a:pt x="59" y="192"/>
                </a:lnTo>
                <a:lnTo>
                  <a:pt x="59" y="191"/>
                </a:lnTo>
                <a:lnTo>
                  <a:pt x="60" y="191"/>
                </a:lnTo>
                <a:lnTo>
                  <a:pt x="61" y="191"/>
                </a:lnTo>
                <a:lnTo>
                  <a:pt x="62" y="191"/>
                </a:lnTo>
                <a:lnTo>
                  <a:pt x="62" y="190"/>
                </a:lnTo>
                <a:lnTo>
                  <a:pt x="62" y="189"/>
                </a:lnTo>
                <a:lnTo>
                  <a:pt x="61" y="189"/>
                </a:lnTo>
                <a:lnTo>
                  <a:pt x="61" y="188"/>
                </a:lnTo>
                <a:lnTo>
                  <a:pt x="61" y="187"/>
                </a:lnTo>
                <a:lnTo>
                  <a:pt x="62" y="186"/>
                </a:lnTo>
                <a:lnTo>
                  <a:pt x="62" y="185"/>
                </a:lnTo>
                <a:lnTo>
                  <a:pt x="62" y="184"/>
                </a:lnTo>
                <a:lnTo>
                  <a:pt x="63" y="184"/>
                </a:lnTo>
                <a:lnTo>
                  <a:pt x="63" y="183"/>
                </a:lnTo>
                <a:lnTo>
                  <a:pt x="63" y="182"/>
                </a:lnTo>
                <a:lnTo>
                  <a:pt x="62" y="182"/>
                </a:lnTo>
                <a:lnTo>
                  <a:pt x="62" y="181"/>
                </a:lnTo>
                <a:lnTo>
                  <a:pt x="63" y="181"/>
                </a:lnTo>
                <a:lnTo>
                  <a:pt x="63" y="180"/>
                </a:lnTo>
                <a:lnTo>
                  <a:pt x="64" y="180"/>
                </a:lnTo>
                <a:lnTo>
                  <a:pt x="65" y="179"/>
                </a:lnTo>
                <a:lnTo>
                  <a:pt x="66" y="178"/>
                </a:lnTo>
                <a:lnTo>
                  <a:pt x="66" y="177"/>
                </a:lnTo>
                <a:lnTo>
                  <a:pt x="66" y="176"/>
                </a:lnTo>
                <a:lnTo>
                  <a:pt x="67" y="176"/>
                </a:lnTo>
                <a:lnTo>
                  <a:pt x="67" y="175"/>
                </a:lnTo>
                <a:lnTo>
                  <a:pt x="68" y="175"/>
                </a:lnTo>
                <a:lnTo>
                  <a:pt x="68" y="174"/>
                </a:lnTo>
                <a:lnTo>
                  <a:pt x="69" y="173"/>
                </a:lnTo>
                <a:lnTo>
                  <a:pt x="70" y="173"/>
                </a:lnTo>
                <a:lnTo>
                  <a:pt x="70" y="172"/>
                </a:lnTo>
                <a:lnTo>
                  <a:pt x="72" y="172"/>
                </a:lnTo>
                <a:lnTo>
                  <a:pt x="73" y="172"/>
                </a:lnTo>
                <a:lnTo>
                  <a:pt x="73" y="171"/>
                </a:lnTo>
                <a:lnTo>
                  <a:pt x="73" y="170"/>
                </a:lnTo>
                <a:lnTo>
                  <a:pt x="74" y="170"/>
                </a:lnTo>
                <a:lnTo>
                  <a:pt x="75" y="170"/>
                </a:lnTo>
                <a:lnTo>
                  <a:pt x="76" y="170"/>
                </a:lnTo>
                <a:lnTo>
                  <a:pt x="77" y="169"/>
                </a:lnTo>
                <a:lnTo>
                  <a:pt x="77" y="168"/>
                </a:lnTo>
                <a:lnTo>
                  <a:pt x="78" y="167"/>
                </a:lnTo>
                <a:lnTo>
                  <a:pt x="79" y="167"/>
                </a:lnTo>
                <a:lnTo>
                  <a:pt x="79" y="166"/>
                </a:lnTo>
                <a:lnTo>
                  <a:pt x="80" y="166"/>
                </a:lnTo>
                <a:lnTo>
                  <a:pt x="81" y="166"/>
                </a:lnTo>
                <a:lnTo>
                  <a:pt x="82" y="166"/>
                </a:lnTo>
                <a:lnTo>
                  <a:pt x="82" y="167"/>
                </a:lnTo>
                <a:lnTo>
                  <a:pt x="82" y="168"/>
                </a:lnTo>
                <a:lnTo>
                  <a:pt x="84" y="168"/>
                </a:lnTo>
                <a:lnTo>
                  <a:pt x="84" y="169"/>
                </a:lnTo>
                <a:lnTo>
                  <a:pt x="84" y="170"/>
                </a:lnTo>
                <a:lnTo>
                  <a:pt x="85" y="170"/>
                </a:lnTo>
                <a:lnTo>
                  <a:pt x="86" y="169"/>
                </a:lnTo>
                <a:lnTo>
                  <a:pt x="86" y="170"/>
                </a:lnTo>
                <a:lnTo>
                  <a:pt x="87" y="170"/>
                </a:lnTo>
                <a:lnTo>
                  <a:pt x="87" y="171"/>
                </a:lnTo>
                <a:lnTo>
                  <a:pt x="86" y="171"/>
                </a:lnTo>
                <a:lnTo>
                  <a:pt x="86" y="173"/>
                </a:lnTo>
                <a:lnTo>
                  <a:pt x="87" y="173"/>
                </a:lnTo>
                <a:lnTo>
                  <a:pt x="87" y="174"/>
                </a:lnTo>
                <a:lnTo>
                  <a:pt x="88" y="174"/>
                </a:lnTo>
                <a:lnTo>
                  <a:pt x="89" y="174"/>
                </a:lnTo>
                <a:lnTo>
                  <a:pt x="90" y="174"/>
                </a:lnTo>
                <a:lnTo>
                  <a:pt x="91" y="174"/>
                </a:lnTo>
                <a:lnTo>
                  <a:pt x="91" y="175"/>
                </a:lnTo>
                <a:lnTo>
                  <a:pt x="94" y="175"/>
                </a:lnTo>
                <a:lnTo>
                  <a:pt x="94" y="174"/>
                </a:lnTo>
                <a:lnTo>
                  <a:pt x="95" y="174"/>
                </a:lnTo>
                <a:lnTo>
                  <a:pt x="95" y="173"/>
                </a:lnTo>
                <a:lnTo>
                  <a:pt x="96" y="173"/>
                </a:lnTo>
                <a:lnTo>
                  <a:pt x="97" y="173"/>
                </a:lnTo>
                <a:lnTo>
                  <a:pt x="97" y="172"/>
                </a:lnTo>
                <a:lnTo>
                  <a:pt x="98" y="172"/>
                </a:lnTo>
                <a:lnTo>
                  <a:pt x="100" y="172"/>
                </a:lnTo>
                <a:lnTo>
                  <a:pt x="101" y="173"/>
                </a:lnTo>
                <a:lnTo>
                  <a:pt x="102" y="173"/>
                </a:lnTo>
                <a:lnTo>
                  <a:pt x="103" y="173"/>
                </a:lnTo>
                <a:lnTo>
                  <a:pt x="104" y="174"/>
                </a:lnTo>
                <a:lnTo>
                  <a:pt x="105" y="174"/>
                </a:lnTo>
                <a:lnTo>
                  <a:pt x="106" y="175"/>
                </a:lnTo>
                <a:lnTo>
                  <a:pt x="106" y="176"/>
                </a:lnTo>
                <a:lnTo>
                  <a:pt x="106" y="177"/>
                </a:lnTo>
                <a:lnTo>
                  <a:pt x="107" y="177"/>
                </a:lnTo>
                <a:lnTo>
                  <a:pt x="107" y="178"/>
                </a:lnTo>
                <a:lnTo>
                  <a:pt x="107" y="179"/>
                </a:lnTo>
                <a:lnTo>
                  <a:pt x="107" y="180"/>
                </a:lnTo>
                <a:lnTo>
                  <a:pt x="107" y="181"/>
                </a:lnTo>
                <a:lnTo>
                  <a:pt x="108" y="181"/>
                </a:lnTo>
                <a:lnTo>
                  <a:pt x="108" y="182"/>
                </a:lnTo>
                <a:lnTo>
                  <a:pt x="108" y="183"/>
                </a:lnTo>
                <a:lnTo>
                  <a:pt x="109" y="183"/>
                </a:lnTo>
                <a:lnTo>
                  <a:pt x="110" y="183"/>
                </a:lnTo>
                <a:lnTo>
                  <a:pt x="110" y="184"/>
                </a:lnTo>
                <a:lnTo>
                  <a:pt x="111" y="184"/>
                </a:lnTo>
                <a:lnTo>
                  <a:pt x="111" y="185"/>
                </a:lnTo>
                <a:lnTo>
                  <a:pt x="111" y="186"/>
                </a:lnTo>
                <a:lnTo>
                  <a:pt x="111" y="187"/>
                </a:lnTo>
                <a:lnTo>
                  <a:pt x="111" y="188"/>
                </a:lnTo>
                <a:lnTo>
                  <a:pt x="112" y="188"/>
                </a:lnTo>
                <a:lnTo>
                  <a:pt x="112" y="189"/>
                </a:lnTo>
                <a:lnTo>
                  <a:pt x="113" y="189"/>
                </a:lnTo>
                <a:lnTo>
                  <a:pt x="114" y="189"/>
                </a:lnTo>
                <a:lnTo>
                  <a:pt x="115" y="189"/>
                </a:lnTo>
                <a:lnTo>
                  <a:pt x="116" y="189"/>
                </a:lnTo>
                <a:lnTo>
                  <a:pt x="117" y="189"/>
                </a:lnTo>
                <a:lnTo>
                  <a:pt x="117" y="190"/>
                </a:lnTo>
                <a:lnTo>
                  <a:pt x="118" y="190"/>
                </a:lnTo>
                <a:lnTo>
                  <a:pt x="120" y="190"/>
                </a:lnTo>
                <a:lnTo>
                  <a:pt x="120" y="189"/>
                </a:lnTo>
                <a:lnTo>
                  <a:pt x="121" y="189"/>
                </a:lnTo>
                <a:lnTo>
                  <a:pt x="122" y="189"/>
                </a:lnTo>
                <a:lnTo>
                  <a:pt x="123" y="189"/>
                </a:lnTo>
                <a:lnTo>
                  <a:pt x="124" y="189"/>
                </a:lnTo>
                <a:lnTo>
                  <a:pt x="124" y="190"/>
                </a:lnTo>
                <a:lnTo>
                  <a:pt x="124" y="191"/>
                </a:lnTo>
                <a:lnTo>
                  <a:pt x="124" y="192"/>
                </a:lnTo>
                <a:lnTo>
                  <a:pt x="125" y="192"/>
                </a:lnTo>
                <a:lnTo>
                  <a:pt x="126" y="192"/>
                </a:lnTo>
                <a:lnTo>
                  <a:pt x="127" y="192"/>
                </a:lnTo>
                <a:lnTo>
                  <a:pt x="127" y="193"/>
                </a:lnTo>
                <a:lnTo>
                  <a:pt x="128" y="193"/>
                </a:lnTo>
                <a:lnTo>
                  <a:pt x="129" y="193"/>
                </a:lnTo>
                <a:lnTo>
                  <a:pt x="129" y="192"/>
                </a:lnTo>
                <a:lnTo>
                  <a:pt x="130" y="192"/>
                </a:lnTo>
                <a:lnTo>
                  <a:pt x="131" y="192"/>
                </a:lnTo>
                <a:lnTo>
                  <a:pt x="132" y="192"/>
                </a:lnTo>
                <a:lnTo>
                  <a:pt x="132" y="193"/>
                </a:lnTo>
                <a:lnTo>
                  <a:pt x="133" y="193"/>
                </a:lnTo>
                <a:lnTo>
                  <a:pt x="134" y="193"/>
                </a:lnTo>
                <a:lnTo>
                  <a:pt x="134" y="194"/>
                </a:lnTo>
                <a:lnTo>
                  <a:pt x="135" y="194"/>
                </a:lnTo>
                <a:lnTo>
                  <a:pt x="135" y="195"/>
                </a:lnTo>
                <a:lnTo>
                  <a:pt x="136" y="195"/>
                </a:lnTo>
                <a:lnTo>
                  <a:pt x="136" y="196"/>
                </a:lnTo>
                <a:lnTo>
                  <a:pt x="137" y="196"/>
                </a:lnTo>
                <a:lnTo>
                  <a:pt x="137" y="197"/>
                </a:lnTo>
                <a:lnTo>
                  <a:pt x="138" y="197"/>
                </a:lnTo>
                <a:lnTo>
                  <a:pt x="139" y="197"/>
                </a:lnTo>
                <a:lnTo>
                  <a:pt x="139" y="198"/>
                </a:lnTo>
                <a:lnTo>
                  <a:pt x="140" y="198"/>
                </a:lnTo>
                <a:lnTo>
                  <a:pt x="140" y="199"/>
                </a:lnTo>
                <a:lnTo>
                  <a:pt x="141" y="199"/>
                </a:lnTo>
                <a:lnTo>
                  <a:pt x="141" y="200"/>
                </a:lnTo>
                <a:lnTo>
                  <a:pt x="142" y="200"/>
                </a:lnTo>
                <a:lnTo>
                  <a:pt x="142" y="201"/>
                </a:lnTo>
                <a:lnTo>
                  <a:pt x="143" y="201"/>
                </a:lnTo>
                <a:lnTo>
                  <a:pt x="144" y="201"/>
                </a:lnTo>
                <a:lnTo>
                  <a:pt x="146" y="201"/>
                </a:lnTo>
                <a:lnTo>
                  <a:pt x="147" y="201"/>
                </a:lnTo>
                <a:lnTo>
                  <a:pt x="147" y="200"/>
                </a:lnTo>
                <a:lnTo>
                  <a:pt x="148" y="200"/>
                </a:lnTo>
                <a:lnTo>
                  <a:pt x="149" y="200"/>
                </a:lnTo>
                <a:lnTo>
                  <a:pt x="149" y="199"/>
                </a:lnTo>
                <a:lnTo>
                  <a:pt x="150" y="199"/>
                </a:lnTo>
                <a:lnTo>
                  <a:pt x="150" y="198"/>
                </a:lnTo>
                <a:lnTo>
                  <a:pt x="152" y="198"/>
                </a:lnTo>
                <a:lnTo>
                  <a:pt x="153" y="198"/>
                </a:lnTo>
                <a:lnTo>
                  <a:pt x="153" y="199"/>
                </a:lnTo>
                <a:lnTo>
                  <a:pt x="154" y="199"/>
                </a:lnTo>
                <a:lnTo>
                  <a:pt x="154" y="198"/>
                </a:lnTo>
                <a:lnTo>
                  <a:pt x="155" y="198"/>
                </a:lnTo>
                <a:lnTo>
                  <a:pt x="157" y="198"/>
                </a:lnTo>
                <a:lnTo>
                  <a:pt x="158" y="198"/>
                </a:lnTo>
                <a:lnTo>
                  <a:pt x="159" y="198"/>
                </a:lnTo>
                <a:lnTo>
                  <a:pt x="159" y="199"/>
                </a:lnTo>
                <a:lnTo>
                  <a:pt x="158" y="199"/>
                </a:lnTo>
                <a:lnTo>
                  <a:pt x="159" y="199"/>
                </a:lnTo>
                <a:lnTo>
                  <a:pt x="159" y="201"/>
                </a:lnTo>
                <a:lnTo>
                  <a:pt x="159" y="202"/>
                </a:lnTo>
                <a:lnTo>
                  <a:pt x="159" y="203"/>
                </a:lnTo>
                <a:lnTo>
                  <a:pt x="160" y="203"/>
                </a:lnTo>
                <a:lnTo>
                  <a:pt x="160" y="204"/>
                </a:lnTo>
                <a:lnTo>
                  <a:pt x="161" y="204"/>
                </a:lnTo>
                <a:lnTo>
                  <a:pt x="161" y="205"/>
                </a:lnTo>
                <a:lnTo>
                  <a:pt x="162" y="205"/>
                </a:lnTo>
                <a:lnTo>
                  <a:pt x="163" y="205"/>
                </a:lnTo>
                <a:lnTo>
                  <a:pt x="163" y="206"/>
                </a:lnTo>
                <a:lnTo>
                  <a:pt x="163" y="207"/>
                </a:lnTo>
                <a:lnTo>
                  <a:pt x="164" y="208"/>
                </a:lnTo>
                <a:lnTo>
                  <a:pt x="164" y="207"/>
                </a:lnTo>
                <a:lnTo>
                  <a:pt x="164" y="208"/>
                </a:lnTo>
                <a:lnTo>
                  <a:pt x="165" y="208"/>
                </a:lnTo>
                <a:lnTo>
                  <a:pt x="165" y="209"/>
                </a:lnTo>
                <a:lnTo>
                  <a:pt x="166" y="209"/>
                </a:lnTo>
                <a:lnTo>
                  <a:pt x="167" y="209"/>
                </a:lnTo>
                <a:lnTo>
                  <a:pt x="167" y="208"/>
                </a:lnTo>
                <a:lnTo>
                  <a:pt x="168" y="208"/>
                </a:lnTo>
                <a:lnTo>
                  <a:pt x="168" y="207"/>
                </a:lnTo>
                <a:lnTo>
                  <a:pt x="169" y="207"/>
                </a:lnTo>
                <a:lnTo>
                  <a:pt x="169" y="206"/>
                </a:lnTo>
                <a:lnTo>
                  <a:pt x="169" y="205"/>
                </a:lnTo>
                <a:lnTo>
                  <a:pt x="169" y="204"/>
                </a:lnTo>
                <a:lnTo>
                  <a:pt x="170" y="203"/>
                </a:lnTo>
                <a:lnTo>
                  <a:pt x="170" y="202"/>
                </a:lnTo>
                <a:lnTo>
                  <a:pt x="171" y="202"/>
                </a:lnTo>
                <a:lnTo>
                  <a:pt x="172" y="202"/>
                </a:lnTo>
                <a:lnTo>
                  <a:pt x="172" y="201"/>
                </a:lnTo>
                <a:lnTo>
                  <a:pt x="173" y="201"/>
                </a:lnTo>
                <a:lnTo>
                  <a:pt x="174" y="201"/>
                </a:lnTo>
                <a:lnTo>
                  <a:pt x="175" y="201"/>
                </a:lnTo>
                <a:lnTo>
                  <a:pt x="175" y="200"/>
                </a:lnTo>
                <a:lnTo>
                  <a:pt x="176" y="200"/>
                </a:lnTo>
                <a:lnTo>
                  <a:pt x="177" y="199"/>
                </a:lnTo>
                <a:lnTo>
                  <a:pt x="177" y="198"/>
                </a:lnTo>
                <a:lnTo>
                  <a:pt x="178" y="198"/>
                </a:lnTo>
                <a:lnTo>
                  <a:pt x="179" y="198"/>
                </a:lnTo>
                <a:lnTo>
                  <a:pt x="179" y="197"/>
                </a:lnTo>
                <a:lnTo>
                  <a:pt x="179" y="196"/>
                </a:lnTo>
                <a:lnTo>
                  <a:pt x="179" y="195"/>
                </a:lnTo>
                <a:lnTo>
                  <a:pt x="180" y="194"/>
                </a:lnTo>
                <a:lnTo>
                  <a:pt x="181" y="194"/>
                </a:lnTo>
                <a:lnTo>
                  <a:pt x="182" y="194"/>
                </a:lnTo>
                <a:lnTo>
                  <a:pt x="182" y="195"/>
                </a:lnTo>
                <a:lnTo>
                  <a:pt x="182" y="194"/>
                </a:lnTo>
                <a:lnTo>
                  <a:pt x="183" y="194"/>
                </a:lnTo>
                <a:lnTo>
                  <a:pt x="183" y="193"/>
                </a:lnTo>
                <a:lnTo>
                  <a:pt x="183" y="192"/>
                </a:lnTo>
                <a:lnTo>
                  <a:pt x="184" y="191"/>
                </a:lnTo>
                <a:lnTo>
                  <a:pt x="184" y="190"/>
                </a:lnTo>
                <a:lnTo>
                  <a:pt x="184" y="189"/>
                </a:lnTo>
                <a:lnTo>
                  <a:pt x="185" y="189"/>
                </a:lnTo>
                <a:lnTo>
                  <a:pt x="185" y="188"/>
                </a:lnTo>
                <a:lnTo>
                  <a:pt x="185" y="187"/>
                </a:lnTo>
                <a:lnTo>
                  <a:pt x="186" y="186"/>
                </a:lnTo>
                <a:lnTo>
                  <a:pt x="186" y="185"/>
                </a:lnTo>
                <a:lnTo>
                  <a:pt x="186" y="184"/>
                </a:lnTo>
                <a:lnTo>
                  <a:pt x="186" y="183"/>
                </a:lnTo>
                <a:lnTo>
                  <a:pt x="186" y="182"/>
                </a:lnTo>
                <a:lnTo>
                  <a:pt x="186" y="181"/>
                </a:lnTo>
                <a:lnTo>
                  <a:pt x="185" y="181"/>
                </a:lnTo>
                <a:lnTo>
                  <a:pt x="185" y="180"/>
                </a:lnTo>
                <a:lnTo>
                  <a:pt x="185" y="179"/>
                </a:lnTo>
                <a:lnTo>
                  <a:pt x="185" y="178"/>
                </a:lnTo>
                <a:lnTo>
                  <a:pt x="184" y="178"/>
                </a:lnTo>
                <a:lnTo>
                  <a:pt x="184" y="177"/>
                </a:lnTo>
                <a:lnTo>
                  <a:pt x="183" y="177"/>
                </a:lnTo>
                <a:lnTo>
                  <a:pt x="183" y="176"/>
                </a:lnTo>
                <a:lnTo>
                  <a:pt x="182" y="175"/>
                </a:lnTo>
                <a:lnTo>
                  <a:pt x="182" y="174"/>
                </a:lnTo>
                <a:lnTo>
                  <a:pt x="182" y="173"/>
                </a:lnTo>
                <a:lnTo>
                  <a:pt x="181" y="173"/>
                </a:lnTo>
                <a:lnTo>
                  <a:pt x="180" y="172"/>
                </a:lnTo>
                <a:lnTo>
                  <a:pt x="180" y="171"/>
                </a:lnTo>
                <a:lnTo>
                  <a:pt x="181" y="170"/>
                </a:lnTo>
                <a:lnTo>
                  <a:pt x="182" y="170"/>
                </a:lnTo>
                <a:lnTo>
                  <a:pt x="183" y="170"/>
                </a:lnTo>
                <a:lnTo>
                  <a:pt x="183" y="171"/>
                </a:lnTo>
                <a:lnTo>
                  <a:pt x="184" y="171"/>
                </a:lnTo>
                <a:lnTo>
                  <a:pt x="185" y="171"/>
                </a:lnTo>
                <a:lnTo>
                  <a:pt x="185" y="170"/>
                </a:lnTo>
                <a:lnTo>
                  <a:pt x="186" y="170"/>
                </a:lnTo>
                <a:lnTo>
                  <a:pt x="186" y="169"/>
                </a:lnTo>
                <a:lnTo>
                  <a:pt x="186" y="168"/>
                </a:lnTo>
                <a:lnTo>
                  <a:pt x="187" y="168"/>
                </a:lnTo>
                <a:lnTo>
                  <a:pt x="188" y="168"/>
                </a:lnTo>
                <a:lnTo>
                  <a:pt x="189" y="168"/>
                </a:lnTo>
                <a:lnTo>
                  <a:pt x="190" y="169"/>
                </a:lnTo>
                <a:lnTo>
                  <a:pt x="191" y="169"/>
                </a:lnTo>
                <a:lnTo>
                  <a:pt x="192" y="169"/>
                </a:lnTo>
                <a:lnTo>
                  <a:pt x="192" y="168"/>
                </a:lnTo>
                <a:lnTo>
                  <a:pt x="193" y="168"/>
                </a:lnTo>
                <a:lnTo>
                  <a:pt x="194" y="168"/>
                </a:lnTo>
                <a:lnTo>
                  <a:pt x="195" y="168"/>
                </a:lnTo>
                <a:lnTo>
                  <a:pt x="195" y="169"/>
                </a:lnTo>
                <a:lnTo>
                  <a:pt x="196" y="169"/>
                </a:lnTo>
                <a:lnTo>
                  <a:pt x="197" y="169"/>
                </a:lnTo>
                <a:lnTo>
                  <a:pt x="197" y="168"/>
                </a:lnTo>
                <a:lnTo>
                  <a:pt x="198" y="168"/>
                </a:lnTo>
                <a:lnTo>
                  <a:pt x="199" y="167"/>
                </a:lnTo>
                <a:lnTo>
                  <a:pt x="200" y="167"/>
                </a:lnTo>
                <a:lnTo>
                  <a:pt x="201" y="167"/>
                </a:lnTo>
                <a:lnTo>
                  <a:pt x="202" y="167"/>
                </a:lnTo>
                <a:lnTo>
                  <a:pt x="203" y="166"/>
                </a:lnTo>
                <a:lnTo>
                  <a:pt x="204" y="166"/>
                </a:lnTo>
                <a:lnTo>
                  <a:pt x="205" y="165"/>
                </a:lnTo>
                <a:lnTo>
                  <a:pt x="207" y="165"/>
                </a:lnTo>
                <a:lnTo>
                  <a:pt x="208" y="164"/>
                </a:lnTo>
                <a:lnTo>
                  <a:pt x="209" y="164"/>
                </a:lnTo>
                <a:lnTo>
                  <a:pt x="210" y="163"/>
                </a:lnTo>
                <a:lnTo>
                  <a:pt x="211" y="163"/>
                </a:lnTo>
                <a:lnTo>
                  <a:pt x="211" y="162"/>
                </a:lnTo>
                <a:lnTo>
                  <a:pt x="212" y="162"/>
                </a:lnTo>
                <a:lnTo>
                  <a:pt x="212" y="161"/>
                </a:lnTo>
                <a:lnTo>
                  <a:pt x="213" y="161"/>
                </a:lnTo>
                <a:lnTo>
                  <a:pt x="214" y="161"/>
                </a:lnTo>
                <a:lnTo>
                  <a:pt x="215" y="160"/>
                </a:lnTo>
                <a:lnTo>
                  <a:pt x="216" y="160"/>
                </a:lnTo>
                <a:lnTo>
                  <a:pt x="217" y="160"/>
                </a:lnTo>
                <a:lnTo>
                  <a:pt x="218" y="160"/>
                </a:lnTo>
                <a:lnTo>
                  <a:pt x="218" y="159"/>
                </a:lnTo>
                <a:lnTo>
                  <a:pt x="219" y="159"/>
                </a:lnTo>
                <a:lnTo>
                  <a:pt x="220" y="158"/>
                </a:lnTo>
                <a:lnTo>
                  <a:pt x="220" y="157"/>
                </a:lnTo>
                <a:lnTo>
                  <a:pt x="221" y="157"/>
                </a:lnTo>
                <a:lnTo>
                  <a:pt x="221" y="156"/>
                </a:lnTo>
                <a:lnTo>
                  <a:pt x="222" y="156"/>
                </a:lnTo>
                <a:lnTo>
                  <a:pt x="223" y="155"/>
                </a:lnTo>
                <a:lnTo>
                  <a:pt x="225" y="155"/>
                </a:lnTo>
                <a:lnTo>
                  <a:pt x="225" y="156"/>
                </a:lnTo>
                <a:lnTo>
                  <a:pt x="226" y="155"/>
                </a:lnTo>
                <a:lnTo>
                  <a:pt x="227" y="155"/>
                </a:lnTo>
                <a:lnTo>
                  <a:pt x="227" y="154"/>
                </a:lnTo>
                <a:lnTo>
                  <a:pt x="227" y="153"/>
                </a:lnTo>
                <a:lnTo>
                  <a:pt x="228" y="153"/>
                </a:lnTo>
                <a:lnTo>
                  <a:pt x="228" y="152"/>
                </a:lnTo>
                <a:lnTo>
                  <a:pt x="229" y="152"/>
                </a:lnTo>
                <a:lnTo>
                  <a:pt x="230" y="151"/>
                </a:lnTo>
                <a:lnTo>
                  <a:pt x="231" y="151"/>
                </a:lnTo>
                <a:lnTo>
                  <a:pt x="232" y="150"/>
                </a:lnTo>
                <a:lnTo>
                  <a:pt x="232" y="149"/>
                </a:lnTo>
                <a:lnTo>
                  <a:pt x="232" y="148"/>
                </a:lnTo>
                <a:lnTo>
                  <a:pt x="232" y="147"/>
                </a:lnTo>
                <a:lnTo>
                  <a:pt x="232" y="146"/>
                </a:lnTo>
                <a:lnTo>
                  <a:pt x="233" y="146"/>
                </a:lnTo>
                <a:lnTo>
                  <a:pt x="233" y="145"/>
                </a:lnTo>
                <a:lnTo>
                  <a:pt x="235" y="145"/>
                </a:lnTo>
                <a:lnTo>
                  <a:pt x="236" y="145"/>
                </a:lnTo>
                <a:lnTo>
                  <a:pt x="236" y="144"/>
                </a:lnTo>
                <a:lnTo>
                  <a:pt x="237" y="144"/>
                </a:lnTo>
                <a:lnTo>
                  <a:pt x="238" y="144"/>
                </a:lnTo>
                <a:lnTo>
                  <a:pt x="239" y="145"/>
                </a:lnTo>
                <a:lnTo>
                  <a:pt x="239" y="146"/>
                </a:lnTo>
                <a:lnTo>
                  <a:pt x="240" y="146"/>
                </a:lnTo>
                <a:lnTo>
                  <a:pt x="241" y="146"/>
                </a:lnTo>
                <a:lnTo>
                  <a:pt x="242" y="146"/>
                </a:lnTo>
                <a:lnTo>
                  <a:pt x="242" y="145"/>
                </a:lnTo>
                <a:lnTo>
                  <a:pt x="243" y="145"/>
                </a:lnTo>
                <a:lnTo>
                  <a:pt x="244" y="144"/>
                </a:lnTo>
                <a:lnTo>
                  <a:pt x="245" y="144"/>
                </a:lnTo>
                <a:lnTo>
                  <a:pt x="246" y="144"/>
                </a:lnTo>
                <a:lnTo>
                  <a:pt x="246" y="145"/>
                </a:lnTo>
                <a:lnTo>
                  <a:pt x="247" y="145"/>
                </a:lnTo>
                <a:lnTo>
                  <a:pt x="249" y="145"/>
                </a:lnTo>
                <a:lnTo>
                  <a:pt x="250" y="145"/>
                </a:lnTo>
                <a:lnTo>
                  <a:pt x="251" y="145"/>
                </a:lnTo>
                <a:lnTo>
                  <a:pt x="251" y="144"/>
                </a:lnTo>
                <a:lnTo>
                  <a:pt x="252" y="144"/>
                </a:lnTo>
                <a:lnTo>
                  <a:pt x="253" y="144"/>
                </a:lnTo>
                <a:lnTo>
                  <a:pt x="254" y="144"/>
                </a:lnTo>
                <a:lnTo>
                  <a:pt x="254" y="143"/>
                </a:lnTo>
                <a:lnTo>
                  <a:pt x="255" y="143"/>
                </a:lnTo>
                <a:lnTo>
                  <a:pt x="256" y="144"/>
                </a:lnTo>
                <a:lnTo>
                  <a:pt x="257" y="144"/>
                </a:lnTo>
                <a:lnTo>
                  <a:pt x="258" y="144"/>
                </a:lnTo>
                <a:lnTo>
                  <a:pt x="258" y="143"/>
                </a:lnTo>
                <a:lnTo>
                  <a:pt x="259" y="143"/>
                </a:lnTo>
                <a:lnTo>
                  <a:pt x="259" y="142"/>
                </a:lnTo>
                <a:lnTo>
                  <a:pt x="259" y="139"/>
                </a:lnTo>
                <a:lnTo>
                  <a:pt x="259" y="138"/>
                </a:lnTo>
                <a:lnTo>
                  <a:pt x="260" y="137"/>
                </a:lnTo>
                <a:lnTo>
                  <a:pt x="261" y="136"/>
                </a:lnTo>
                <a:lnTo>
                  <a:pt x="262" y="136"/>
                </a:lnTo>
                <a:lnTo>
                  <a:pt x="263" y="136"/>
                </a:lnTo>
                <a:lnTo>
                  <a:pt x="264" y="136"/>
                </a:lnTo>
                <a:lnTo>
                  <a:pt x="265" y="136"/>
                </a:lnTo>
                <a:lnTo>
                  <a:pt x="266" y="137"/>
                </a:lnTo>
                <a:lnTo>
                  <a:pt x="267" y="137"/>
                </a:lnTo>
                <a:lnTo>
                  <a:pt x="267" y="138"/>
                </a:lnTo>
                <a:lnTo>
                  <a:pt x="268" y="137"/>
                </a:lnTo>
                <a:lnTo>
                  <a:pt x="269" y="137"/>
                </a:lnTo>
                <a:lnTo>
                  <a:pt x="269" y="136"/>
                </a:lnTo>
                <a:lnTo>
                  <a:pt x="268" y="135"/>
                </a:lnTo>
                <a:lnTo>
                  <a:pt x="269" y="134"/>
                </a:lnTo>
                <a:lnTo>
                  <a:pt x="271" y="133"/>
                </a:lnTo>
                <a:lnTo>
                  <a:pt x="271" y="132"/>
                </a:lnTo>
                <a:lnTo>
                  <a:pt x="271" y="131"/>
                </a:lnTo>
                <a:lnTo>
                  <a:pt x="271" y="130"/>
                </a:lnTo>
                <a:lnTo>
                  <a:pt x="271" y="129"/>
                </a:lnTo>
                <a:lnTo>
                  <a:pt x="270" y="129"/>
                </a:lnTo>
                <a:lnTo>
                  <a:pt x="270" y="128"/>
                </a:lnTo>
                <a:lnTo>
                  <a:pt x="271" y="127"/>
                </a:lnTo>
                <a:lnTo>
                  <a:pt x="271" y="126"/>
                </a:lnTo>
                <a:lnTo>
                  <a:pt x="271" y="125"/>
                </a:lnTo>
                <a:lnTo>
                  <a:pt x="271" y="124"/>
                </a:lnTo>
                <a:lnTo>
                  <a:pt x="271" y="123"/>
                </a:lnTo>
                <a:lnTo>
                  <a:pt x="270" y="123"/>
                </a:lnTo>
                <a:lnTo>
                  <a:pt x="269" y="123"/>
                </a:lnTo>
                <a:lnTo>
                  <a:pt x="268" y="123"/>
                </a:lnTo>
                <a:lnTo>
                  <a:pt x="268" y="122"/>
                </a:lnTo>
                <a:lnTo>
                  <a:pt x="268" y="121"/>
                </a:lnTo>
                <a:lnTo>
                  <a:pt x="267" y="121"/>
                </a:lnTo>
                <a:lnTo>
                  <a:pt x="267" y="120"/>
                </a:lnTo>
                <a:lnTo>
                  <a:pt x="268" y="120"/>
                </a:lnTo>
                <a:lnTo>
                  <a:pt x="268" y="119"/>
                </a:lnTo>
                <a:lnTo>
                  <a:pt x="267" y="119"/>
                </a:lnTo>
                <a:lnTo>
                  <a:pt x="267" y="117"/>
                </a:lnTo>
                <a:lnTo>
                  <a:pt x="266" y="117"/>
                </a:lnTo>
                <a:lnTo>
                  <a:pt x="266" y="116"/>
                </a:lnTo>
                <a:lnTo>
                  <a:pt x="266" y="115"/>
                </a:lnTo>
                <a:lnTo>
                  <a:pt x="266" y="114"/>
                </a:lnTo>
                <a:lnTo>
                  <a:pt x="266" y="113"/>
                </a:lnTo>
                <a:lnTo>
                  <a:pt x="267" y="113"/>
                </a:lnTo>
                <a:lnTo>
                  <a:pt x="268" y="112"/>
                </a:lnTo>
                <a:lnTo>
                  <a:pt x="269" y="113"/>
                </a:lnTo>
                <a:lnTo>
                  <a:pt x="269" y="112"/>
                </a:lnTo>
                <a:lnTo>
                  <a:pt x="270" y="112"/>
                </a:lnTo>
                <a:lnTo>
                  <a:pt x="269" y="112"/>
                </a:lnTo>
                <a:lnTo>
                  <a:pt x="270" y="111"/>
                </a:lnTo>
                <a:lnTo>
                  <a:pt x="270" y="110"/>
                </a:lnTo>
                <a:lnTo>
                  <a:pt x="270" y="109"/>
                </a:lnTo>
                <a:lnTo>
                  <a:pt x="270" y="108"/>
                </a:lnTo>
                <a:lnTo>
                  <a:pt x="271" y="108"/>
                </a:lnTo>
                <a:lnTo>
                  <a:pt x="271" y="107"/>
                </a:lnTo>
                <a:lnTo>
                  <a:pt x="271" y="106"/>
                </a:lnTo>
                <a:lnTo>
                  <a:pt x="272" y="106"/>
                </a:lnTo>
                <a:lnTo>
                  <a:pt x="273" y="106"/>
                </a:lnTo>
                <a:lnTo>
                  <a:pt x="274" y="105"/>
                </a:lnTo>
                <a:lnTo>
                  <a:pt x="274" y="106"/>
                </a:lnTo>
                <a:lnTo>
                  <a:pt x="275" y="105"/>
                </a:lnTo>
                <a:lnTo>
                  <a:pt x="276" y="105"/>
                </a:lnTo>
                <a:lnTo>
                  <a:pt x="277" y="104"/>
                </a:lnTo>
                <a:lnTo>
                  <a:pt x="277" y="103"/>
                </a:lnTo>
                <a:lnTo>
                  <a:pt x="277" y="102"/>
                </a:lnTo>
                <a:lnTo>
                  <a:pt x="276" y="101"/>
                </a:lnTo>
                <a:lnTo>
                  <a:pt x="277" y="100"/>
                </a:lnTo>
                <a:lnTo>
                  <a:pt x="277" y="99"/>
                </a:lnTo>
                <a:lnTo>
                  <a:pt x="276" y="99"/>
                </a:lnTo>
                <a:lnTo>
                  <a:pt x="277" y="99"/>
                </a:lnTo>
                <a:lnTo>
                  <a:pt x="278" y="98"/>
                </a:lnTo>
                <a:lnTo>
                  <a:pt x="279" y="98"/>
                </a:lnTo>
                <a:lnTo>
                  <a:pt x="281" y="98"/>
                </a:lnTo>
                <a:lnTo>
                  <a:pt x="282" y="98"/>
                </a:lnTo>
                <a:lnTo>
                  <a:pt x="283" y="98"/>
                </a:lnTo>
                <a:lnTo>
                  <a:pt x="284" y="98"/>
                </a:lnTo>
                <a:lnTo>
                  <a:pt x="285" y="98"/>
                </a:lnTo>
                <a:lnTo>
                  <a:pt x="286" y="98"/>
                </a:lnTo>
                <a:lnTo>
                  <a:pt x="286" y="97"/>
                </a:lnTo>
                <a:lnTo>
                  <a:pt x="287" y="97"/>
                </a:lnTo>
                <a:lnTo>
                  <a:pt x="288" y="97"/>
                </a:lnTo>
                <a:lnTo>
                  <a:pt x="289" y="96"/>
                </a:lnTo>
                <a:lnTo>
                  <a:pt x="289" y="94"/>
                </a:lnTo>
                <a:lnTo>
                  <a:pt x="290" y="94"/>
                </a:lnTo>
                <a:lnTo>
                  <a:pt x="291" y="94"/>
                </a:lnTo>
                <a:lnTo>
                  <a:pt x="291" y="93"/>
                </a:lnTo>
                <a:lnTo>
                  <a:pt x="292" y="93"/>
                </a:lnTo>
                <a:lnTo>
                  <a:pt x="293" y="93"/>
                </a:lnTo>
                <a:lnTo>
                  <a:pt x="293" y="94"/>
                </a:lnTo>
                <a:lnTo>
                  <a:pt x="294" y="94"/>
                </a:lnTo>
                <a:lnTo>
                  <a:pt x="295" y="95"/>
                </a:lnTo>
                <a:lnTo>
                  <a:pt x="294" y="96"/>
                </a:lnTo>
                <a:lnTo>
                  <a:pt x="294" y="97"/>
                </a:lnTo>
                <a:lnTo>
                  <a:pt x="294" y="98"/>
                </a:lnTo>
                <a:lnTo>
                  <a:pt x="294" y="99"/>
                </a:lnTo>
                <a:lnTo>
                  <a:pt x="295" y="100"/>
                </a:lnTo>
                <a:lnTo>
                  <a:pt x="296" y="101"/>
                </a:lnTo>
                <a:lnTo>
                  <a:pt x="297" y="101"/>
                </a:lnTo>
                <a:lnTo>
                  <a:pt x="299" y="102"/>
                </a:lnTo>
                <a:lnTo>
                  <a:pt x="300" y="103"/>
                </a:lnTo>
                <a:lnTo>
                  <a:pt x="301" y="104"/>
                </a:lnTo>
                <a:lnTo>
                  <a:pt x="301" y="105"/>
                </a:lnTo>
                <a:lnTo>
                  <a:pt x="302" y="105"/>
                </a:lnTo>
                <a:lnTo>
                  <a:pt x="302" y="106"/>
                </a:lnTo>
                <a:lnTo>
                  <a:pt x="302" y="105"/>
                </a:lnTo>
                <a:lnTo>
                  <a:pt x="303" y="105"/>
                </a:lnTo>
                <a:lnTo>
                  <a:pt x="303" y="106"/>
                </a:lnTo>
                <a:lnTo>
                  <a:pt x="304" y="106"/>
                </a:lnTo>
                <a:lnTo>
                  <a:pt x="304" y="107"/>
                </a:lnTo>
                <a:lnTo>
                  <a:pt x="303" y="107"/>
                </a:lnTo>
                <a:lnTo>
                  <a:pt x="303" y="108"/>
                </a:lnTo>
                <a:lnTo>
                  <a:pt x="304" y="108"/>
                </a:lnTo>
                <a:lnTo>
                  <a:pt x="304" y="109"/>
                </a:lnTo>
                <a:lnTo>
                  <a:pt x="304" y="110"/>
                </a:lnTo>
                <a:lnTo>
                  <a:pt x="305" y="110"/>
                </a:lnTo>
                <a:lnTo>
                  <a:pt x="305" y="111"/>
                </a:lnTo>
                <a:lnTo>
                  <a:pt x="304" y="111"/>
                </a:lnTo>
                <a:lnTo>
                  <a:pt x="304" y="112"/>
                </a:lnTo>
                <a:lnTo>
                  <a:pt x="304" y="113"/>
                </a:lnTo>
                <a:lnTo>
                  <a:pt x="304" y="114"/>
                </a:lnTo>
                <a:lnTo>
                  <a:pt x="303" y="114"/>
                </a:lnTo>
                <a:lnTo>
                  <a:pt x="302" y="114"/>
                </a:lnTo>
                <a:lnTo>
                  <a:pt x="302" y="115"/>
                </a:lnTo>
                <a:lnTo>
                  <a:pt x="302" y="116"/>
                </a:lnTo>
                <a:lnTo>
                  <a:pt x="302" y="117"/>
                </a:lnTo>
                <a:lnTo>
                  <a:pt x="303" y="117"/>
                </a:lnTo>
                <a:lnTo>
                  <a:pt x="303" y="118"/>
                </a:lnTo>
                <a:lnTo>
                  <a:pt x="303" y="117"/>
                </a:lnTo>
                <a:lnTo>
                  <a:pt x="304" y="117"/>
                </a:lnTo>
                <a:lnTo>
                  <a:pt x="305" y="118"/>
                </a:lnTo>
                <a:lnTo>
                  <a:pt x="305" y="117"/>
                </a:lnTo>
                <a:lnTo>
                  <a:pt x="306" y="117"/>
                </a:lnTo>
                <a:lnTo>
                  <a:pt x="306" y="118"/>
                </a:lnTo>
                <a:lnTo>
                  <a:pt x="307" y="118"/>
                </a:lnTo>
                <a:lnTo>
                  <a:pt x="307" y="119"/>
                </a:lnTo>
                <a:lnTo>
                  <a:pt x="308" y="118"/>
                </a:lnTo>
                <a:lnTo>
                  <a:pt x="308" y="117"/>
                </a:lnTo>
                <a:lnTo>
                  <a:pt x="309" y="116"/>
                </a:lnTo>
                <a:lnTo>
                  <a:pt x="309" y="117"/>
                </a:lnTo>
                <a:lnTo>
                  <a:pt x="310" y="117"/>
                </a:lnTo>
                <a:lnTo>
                  <a:pt x="311" y="117"/>
                </a:lnTo>
                <a:lnTo>
                  <a:pt x="311" y="118"/>
                </a:lnTo>
                <a:lnTo>
                  <a:pt x="311" y="119"/>
                </a:lnTo>
                <a:lnTo>
                  <a:pt x="312" y="119"/>
                </a:lnTo>
                <a:lnTo>
                  <a:pt x="313" y="119"/>
                </a:lnTo>
                <a:lnTo>
                  <a:pt x="314" y="119"/>
                </a:lnTo>
                <a:lnTo>
                  <a:pt x="314" y="120"/>
                </a:lnTo>
                <a:lnTo>
                  <a:pt x="313" y="121"/>
                </a:lnTo>
                <a:lnTo>
                  <a:pt x="312" y="123"/>
                </a:lnTo>
                <a:lnTo>
                  <a:pt x="312" y="124"/>
                </a:lnTo>
                <a:lnTo>
                  <a:pt x="312" y="125"/>
                </a:lnTo>
                <a:lnTo>
                  <a:pt x="313" y="125"/>
                </a:lnTo>
                <a:lnTo>
                  <a:pt x="313" y="126"/>
                </a:lnTo>
                <a:lnTo>
                  <a:pt x="314" y="126"/>
                </a:lnTo>
                <a:lnTo>
                  <a:pt x="314" y="127"/>
                </a:lnTo>
                <a:lnTo>
                  <a:pt x="314" y="128"/>
                </a:lnTo>
                <a:lnTo>
                  <a:pt x="314" y="129"/>
                </a:lnTo>
                <a:lnTo>
                  <a:pt x="314" y="131"/>
                </a:lnTo>
                <a:lnTo>
                  <a:pt x="315" y="132"/>
                </a:lnTo>
                <a:lnTo>
                  <a:pt x="316" y="132"/>
                </a:lnTo>
                <a:lnTo>
                  <a:pt x="316" y="133"/>
                </a:lnTo>
                <a:lnTo>
                  <a:pt x="317" y="133"/>
                </a:lnTo>
                <a:lnTo>
                  <a:pt x="317" y="132"/>
                </a:lnTo>
                <a:lnTo>
                  <a:pt x="318" y="131"/>
                </a:lnTo>
                <a:lnTo>
                  <a:pt x="319" y="131"/>
                </a:lnTo>
                <a:lnTo>
                  <a:pt x="319" y="130"/>
                </a:lnTo>
                <a:lnTo>
                  <a:pt x="320" y="130"/>
                </a:lnTo>
                <a:lnTo>
                  <a:pt x="320" y="131"/>
                </a:lnTo>
                <a:lnTo>
                  <a:pt x="321" y="131"/>
                </a:lnTo>
                <a:lnTo>
                  <a:pt x="321" y="132"/>
                </a:lnTo>
                <a:lnTo>
                  <a:pt x="320" y="132"/>
                </a:lnTo>
                <a:lnTo>
                  <a:pt x="320" y="133"/>
                </a:lnTo>
                <a:lnTo>
                  <a:pt x="321" y="133"/>
                </a:lnTo>
                <a:lnTo>
                  <a:pt x="320" y="133"/>
                </a:lnTo>
                <a:lnTo>
                  <a:pt x="320" y="134"/>
                </a:lnTo>
                <a:lnTo>
                  <a:pt x="320" y="135"/>
                </a:lnTo>
                <a:lnTo>
                  <a:pt x="320" y="136"/>
                </a:lnTo>
                <a:lnTo>
                  <a:pt x="319" y="137"/>
                </a:lnTo>
                <a:lnTo>
                  <a:pt x="319" y="138"/>
                </a:lnTo>
                <a:lnTo>
                  <a:pt x="319" y="139"/>
                </a:lnTo>
                <a:lnTo>
                  <a:pt x="319" y="140"/>
                </a:lnTo>
                <a:lnTo>
                  <a:pt x="322" y="140"/>
                </a:lnTo>
                <a:lnTo>
                  <a:pt x="323" y="140"/>
                </a:lnTo>
                <a:lnTo>
                  <a:pt x="324" y="140"/>
                </a:lnTo>
                <a:lnTo>
                  <a:pt x="325" y="139"/>
                </a:lnTo>
                <a:lnTo>
                  <a:pt x="326" y="139"/>
                </a:lnTo>
                <a:lnTo>
                  <a:pt x="326" y="138"/>
                </a:lnTo>
                <a:lnTo>
                  <a:pt x="327" y="138"/>
                </a:lnTo>
                <a:lnTo>
                  <a:pt x="330" y="136"/>
                </a:lnTo>
                <a:lnTo>
                  <a:pt x="330" y="135"/>
                </a:lnTo>
                <a:lnTo>
                  <a:pt x="331" y="135"/>
                </a:lnTo>
                <a:lnTo>
                  <a:pt x="332" y="136"/>
                </a:lnTo>
                <a:lnTo>
                  <a:pt x="332" y="135"/>
                </a:lnTo>
                <a:lnTo>
                  <a:pt x="332" y="134"/>
                </a:lnTo>
                <a:lnTo>
                  <a:pt x="333" y="134"/>
                </a:lnTo>
                <a:lnTo>
                  <a:pt x="333" y="135"/>
                </a:lnTo>
                <a:lnTo>
                  <a:pt x="334" y="135"/>
                </a:lnTo>
                <a:lnTo>
                  <a:pt x="334" y="134"/>
                </a:lnTo>
                <a:lnTo>
                  <a:pt x="334" y="133"/>
                </a:lnTo>
                <a:lnTo>
                  <a:pt x="334" y="132"/>
                </a:lnTo>
                <a:lnTo>
                  <a:pt x="335" y="131"/>
                </a:lnTo>
                <a:lnTo>
                  <a:pt x="335" y="130"/>
                </a:lnTo>
                <a:lnTo>
                  <a:pt x="335" y="129"/>
                </a:lnTo>
                <a:lnTo>
                  <a:pt x="336" y="129"/>
                </a:lnTo>
                <a:lnTo>
                  <a:pt x="337" y="129"/>
                </a:lnTo>
                <a:lnTo>
                  <a:pt x="338" y="129"/>
                </a:lnTo>
                <a:lnTo>
                  <a:pt x="338" y="128"/>
                </a:lnTo>
                <a:lnTo>
                  <a:pt x="337" y="128"/>
                </a:lnTo>
                <a:lnTo>
                  <a:pt x="338" y="128"/>
                </a:lnTo>
                <a:lnTo>
                  <a:pt x="338" y="127"/>
                </a:lnTo>
                <a:lnTo>
                  <a:pt x="338" y="128"/>
                </a:lnTo>
                <a:lnTo>
                  <a:pt x="339" y="128"/>
                </a:lnTo>
                <a:lnTo>
                  <a:pt x="339" y="127"/>
                </a:lnTo>
                <a:lnTo>
                  <a:pt x="340" y="127"/>
                </a:lnTo>
                <a:lnTo>
                  <a:pt x="340" y="128"/>
                </a:lnTo>
                <a:lnTo>
                  <a:pt x="340" y="129"/>
                </a:lnTo>
                <a:lnTo>
                  <a:pt x="339" y="130"/>
                </a:lnTo>
                <a:lnTo>
                  <a:pt x="338" y="130"/>
                </a:lnTo>
                <a:lnTo>
                  <a:pt x="339" y="130"/>
                </a:lnTo>
                <a:lnTo>
                  <a:pt x="339" y="131"/>
                </a:lnTo>
                <a:lnTo>
                  <a:pt x="340" y="131"/>
                </a:lnTo>
                <a:lnTo>
                  <a:pt x="339" y="131"/>
                </a:lnTo>
                <a:lnTo>
                  <a:pt x="340" y="132"/>
                </a:lnTo>
                <a:lnTo>
                  <a:pt x="340" y="133"/>
                </a:lnTo>
                <a:lnTo>
                  <a:pt x="340" y="134"/>
                </a:lnTo>
                <a:lnTo>
                  <a:pt x="339" y="134"/>
                </a:lnTo>
                <a:lnTo>
                  <a:pt x="339" y="135"/>
                </a:lnTo>
                <a:lnTo>
                  <a:pt x="340" y="135"/>
                </a:lnTo>
                <a:lnTo>
                  <a:pt x="340" y="136"/>
                </a:lnTo>
                <a:lnTo>
                  <a:pt x="339" y="136"/>
                </a:lnTo>
                <a:lnTo>
                  <a:pt x="340" y="136"/>
                </a:lnTo>
                <a:lnTo>
                  <a:pt x="340" y="137"/>
                </a:lnTo>
                <a:lnTo>
                  <a:pt x="341" y="137"/>
                </a:lnTo>
                <a:lnTo>
                  <a:pt x="342" y="138"/>
                </a:lnTo>
                <a:lnTo>
                  <a:pt x="342" y="139"/>
                </a:lnTo>
                <a:lnTo>
                  <a:pt x="343" y="139"/>
                </a:lnTo>
                <a:lnTo>
                  <a:pt x="343" y="140"/>
                </a:lnTo>
                <a:lnTo>
                  <a:pt x="343" y="141"/>
                </a:lnTo>
                <a:lnTo>
                  <a:pt x="342" y="141"/>
                </a:lnTo>
                <a:lnTo>
                  <a:pt x="342" y="142"/>
                </a:lnTo>
                <a:lnTo>
                  <a:pt x="343" y="142"/>
                </a:lnTo>
                <a:lnTo>
                  <a:pt x="344" y="142"/>
                </a:lnTo>
                <a:lnTo>
                  <a:pt x="344" y="141"/>
                </a:lnTo>
                <a:lnTo>
                  <a:pt x="344" y="140"/>
                </a:lnTo>
                <a:lnTo>
                  <a:pt x="345" y="140"/>
                </a:lnTo>
                <a:lnTo>
                  <a:pt x="346" y="139"/>
                </a:lnTo>
                <a:lnTo>
                  <a:pt x="347" y="138"/>
                </a:lnTo>
                <a:lnTo>
                  <a:pt x="347" y="137"/>
                </a:lnTo>
                <a:lnTo>
                  <a:pt x="348" y="137"/>
                </a:lnTo>
                <a:lnTo>
                  <a:pt x="349" y="137"/>
                </a:lnTo>
                <a:lnTo>
                  <a:pt x="350" y="138"/>
                </a:lnTo>
                <a:lnTo>
                  <a:pt x="350" y="139"/>
                </a:lnTo>
                <a:lnTo>
                  <a:pt x="350" y="140"/>
                </a:lnTo>
                <a:lnTo>
                  <a:pt x="349" y="141"/>
                </a:lnTo>
                <a:lnTo>
                  <a:pt x="349" y="142"/>
                </a:lnTo>
                <a:lnTo>
                  <a:pt x="350" y="142"/>
                </a:lnTo>
                <a:lnTo>
                  <a:pt x="350" y="143"/>
                </a:lnTo>
                <a:lnTo>
                  <a:pt x="351" y="143"/>
                </a:lnTo>
                <a:lnTo>
                  <a:pt x="351" y="144"/>
                </a:lnTo>
                <a:lnTo>
                  <a:pt x="352" y="145"/>
                </a:lnTo>
                <a:lnTo>
                  <a:pt x="352" y="146"/>
                </a:lnTo>
                <a:lnTo>
                  <a:pt x="351" y="146"/>
                </a:lnTo>
                <a:lnTo>
                  <a:pt x="352" y="147"/>
                </a:lnTo>
                <a:lnTo>
                  <a:pt x="352" y="148"/>
                </a:lnTo>
                <a:lnTo>
                  <a:pt x="353" y="148"/>
                </a:lnTo>
                <a:lnTo>
                  <a:pt x="353" y="149"/>
                </a:lnTo>
                <a:lnTo>
                  <a:pt x="352" y="149"/>
                </a:lnTo>
                <a:lnTo>
                  <a:pt x="351" y="150"/>
                </a:lnTo>
                <a:lnTo>
                  <a:pt x="350" y="150"/>
                </a:lnTo>
                <a:lnTo>
                  <a:pt x="350" y="151"/>
                </a:lnTo>
                <a:lnTo>
                  <a:pt x="350" y="152"/>
                </a:lnTo>
                <a:lnTo>
                  <a:pt x="351" y="152"/>
                </a:lnTo>
                <a:lnTo>
                  <a:pt x="351" y="151"/>
                </a:lnTo>
                <a:lnTo>
                  <a:pt x="352" y="151"/>
                </a:lnTo>
                <a:lnTo>
                  <a:pt x="353" y="152"/>
                </a:lnTo>
                <a:lnTo>
                  <a:pt x="354" y="151"/>
                </a:lnTo>
                <a:lnTo>
                  <a:pt x="355" y="151"/>
                </a:lnTo>
                <a:lnTo>
                  <a:pt x="355" y="150"/>
                </a:lnTo>
                <a:lnTo>
                  <a:pt x="356" y="150"/>
                </a:lnTo>
                <a:lnTo>
                  <a:pt x="357" y="151"/>
                </a:lnTo>
                <a:lnTo>
                  <a:pt x="358" y="151"/>
                </a:lnTo>
                <a:lnTo>
                  <a:pt x="358" y="152"/>
                </a:lnTo>
                <a:lnTo>
                  <a:pt x="359" y="151"/>
                </a:lnTo>
                <a:lnTo>
                  <a:pt x="361" y="151"/>
                </a:lnTo>
                <a:lnTo>
                  <a:pt x="361" y="150"/>
                </a:lnTo>
                <a:lnTo>
                  <a:pt x="361" y="149"/>
                </a:lnTo>
                <a:lnTo>
                  <a:pt x="362" y="149"/>
                </a:lnTo>
                <a:lnTo>
                  <a:pt x="362" y="148"/>
                </a:lnTo>
                <a:lnTo>
                  <a:pt x="363" y="148"/>
                </a:lnTo>
                <a:lnTo>
                  <a:pt x="364" y="148"/>
                </a:lnTo>
                <a:lnTo>
                  <a:pt x="365" y="147"/>
                </a:lnTo>
                <a:lnTo>
                  <a:pt x="366" y="147"/>
                </a:lnTo>
                <a:lnTo>
                  <a:pt x="367" y="147"/>
                </a:lnTo>
                <a:lnTo>
                  <a:pt x="368" y="146"/>
                </a:lnTo>
                <a:lnTo>
                  <a:pt x="369" y="146"/>
                </a:lnTo>
                <a:lnTo>
                  <a:pt x="369" y="145"/>
                </a:lnTo>
                <a:lnTo>
                  <a:pt x="370" y="145"/>
                </a:lnTo>
                <a:lnTo>
                  <a:pt x="370" y="144"/>
                </a:lnTo>
                <a:lnTo>
                  <a:pt x="371" y="144"/>
                </a:lnTo>
                <a:lnTo>
                  <a:pt x="372" y="144"/>
                </a:lnTo>
                <a:lnTo>
                  <a:pt x="373" y="144"/>
                </a:lnTo>
                <a:lnTo>
                  <a:pt x="374" y="144"/>
                </a:lnTo>
                <a:lnTo>
                  <a:pt x="374" y="143"/>
                </a:lnTo>
                <a:lnTo>
                  <a:pt x="374" y="142"/>
                </a:lnTo>
                <a:lnTo>
                  <a:pt x="375" y="142"/>
                </a:lnTo>
                <a:lnTo>
                  <a:pt x="376" y="142"/>
                </a:lnTo>
                <a:lnTo>
                  <a:pt x="376" y="143"/>
                </a:lnTo>
                <a:lnTo>
                  <a:pt x="377" y="142"/>
                </a:lnTo>
                <a:lnTo>
                  <a:pt x="378" y="142"/>
                </a:lnTo>
                <a:lnTo>
                  <a:pt x="379" y="142"/>
                </a:lnTo>
                <a:lnTo>
                  <a:pt x="381" y="142"/>
                </a:lnTo>
                <a:lnTo>
                  <a:pt x="382" y="142"/>
                </a:lnTo>
                <a:lnTo>
                  <a:pt x="383" y="142"/>
                </a:lnTo>
                <a:lnTo>
                  <a:pt x="384" y="142"/>
                </a:lnTo>
                <a:lnTo>
                  <a:pt x="385" y="141"/>
                </a:lnTo>
                <a:lnTo>
                  <a:pt x="386" y="141"/>
                </a:lnTo>
                <a:lnTo>
                  <a:pt x="387" y="140"/>
                </a:lnTo>
                <a:lnTo>
                  <a:pt x="387" y="139"/>
                </a:lnTo>
                <a:lnTo>
                  <a:pt x="388" y="139"/>
                </a:lnTo>
                <a:lnTo>
                  <a:pt x="388" y="138"/>
                </a:lnTo>
                <a:lnTo>
                  <a:pt x="389" y="138"/>
                </a:lnTo>
                <a:lnTo>
                  <a:pt x="390" y="137"/>
                </a:lnTo>
                <a:lnTo>
                  <a:pt x="390" y="136"/>
                </a:lnTo>
                <a:lnTo>
                  <a:pt x="389" y="136"/>
                </a:lnTo>
                <a:lnTo>
                  <a:pt x="389" y="135"/>
                </a:lnTo>
                <a:lnTo>
                  <a:pt x="389" y="134"/>
                </a:lnTo>
                <a:lnTo>
                  <a:pt x="390" y="134"/>
                </a:lnTo>
                <a:lnTo>
                  <a:pt x="390" y="133"/>
                </a:lnTo>
                <a:lnTo>
                  <a:pt x="390" y="132"/>
                </a:lnTo>
                <a:lnTo>
                  <a:pt x="389" y="132"/>
                </a:lnTo>
                <a:lnTo>
                  <a:pt x="390" y="131"/>
                </a:lnTo>
                <a:lnTo>
                  <a:pt x="391" y="129"/>
                </a:lnTo>
                <a:lnTo>
                  <a:pt x="391" y="127"/>
                </a:lnTo>
                <a:lnTo>
                  <a:pt x="391" y="126"/>
                </a:lnTo>
                <a:lnTo>
                  <a:pt x="390" y="125"/>
                </a:lnTo>
                <a:lnTo>
                  <a:pt x="390" y="124"/>
                </a:lnTo>
                <a:lnTo>
                  <a:pt x="391" y="123"/>
                </a:lnTo>
                <a:lnTo>
                  <a:pt x="391" y="122"/>
                </a:lnTo>
                <a:lnTo>
                  <a:pt x="391" y="120"/>
                </a:lnTo>
                <a:lnTo>
                  <a:pt x="390" y="120"/>
                </a:lnTo>
                <a:lnTo>
                  <a:pt x="390" y="119"/>
                </a:lnTo>
                <a:lnTo>
                  <a:pt x="391" y="118"/>
                </a:lnTo>
                <a:lnTo>
                  <a:pt x="392" y="119"/>
                </a:lnTo>
                <a:lnTo>
                  <a:pt x="393" y="119"/>
                </a:lnTo>
                <a:lnTo>
                  <a:pt x="394" y="119"/>
                </a:lnTo>
                <a:lnTo>
                  <a:pt x="395" y="118"/>
                </a:lnTo>
                <a:lnTo>
                  <a:pt x="395" y="117"/>
                </a:lnTo>
                <a:lnTo>
                  <a:pt x="394" y="117"/>
                </a:lnTo>
                <a:lnTo>
                  <a:pt x="394" y="116"/>
                </a:lnTo>
                <a:lnTo>
                  <a:pt x="394" y="115"/>
                </a:lnTo>
                <a:lnTo>
                  <a:pt x="393" y="114"/>
                </a:lnTo>
                <a:lnTo>
                  <a:pt x="392" y="114"/>
                </a:lnTo>
                <a:lnTo>
                  <a:pt x="392" y="113"/>
                </a:lnTo>
                <a:lnTo>
                  <a:pt x="393" y="112"/>
                </a:lnTo>
                <a:lnTo>
                  <a:pt x="394" y="111"/>
                </a:lnTo>
                <a:lnTo>
                  <a:pt x="395" y="111"/>
                </a:lnTo>
                <a:lnTo>
                  <a:pt x="397" y="112"/>
                </a:lnTo>
                <a:lnTo>
                  <a:pt x="397" y="111"/>
                </a:lnTo>
                <a:lnTo>
                  <a:pt x="397" y="112"/>
                </a:lnTo>
                <a:lnTo>
                  <a:pt x="398" y="112"/>
                </a:lnTo>
                <a:lnTo>
                  <a:pt x="398" y="113"/>
                </a:lnTo>
                <a:lnTo>
                  <a:pt x="399" y="113"/>
                </a:lnTo>
                <a:lnTo>
                  <a:pt x="399" y="114"/>
                </a:lnTo>
                <a:lnTo>
                  <a:pt x="400" y="115"/>
                </a:lnTo>
                <a:lnTo>
                  <a:pt x="401" y="115"/>
                </a:lnTo>
                <a:lnTo>
                  <a:pt x="401" y="114"/>
                </a:lnTo>
                <a:lnTo>
                  <a:pt x="401" y="113"/>
                </a:lnTo>
                <a:lnTo>
                  <a:pt x="400" y="112"/>
                </a:lnTo>
                <a:lnTo>
                  <a:pt x="400" y="111"/>
                </a:lnTo>
                <a:lnTo>
                  <a:pt x="400" y="110"/>
                </a:lnTo>
                <a:lnTo>
                  <a:pt x="401" y="110"/>
                </a:lnTo>
                <a:lnTo>
                  <a:pt x="402" y="110"/>
                </a:lnTo>
                <a:lnTo>
                  <a:pt x="402" y="109"/>
                </a:lnTo>
                <a:lnTo>
                  <a:pt x="403" y="109"/>
                </a:lnTo>
                <a:lnTo>
                  <a:pt x="404" y="108"/>
                </a:lnTo>
                <a:lnTo>
                  <a:pt x="404" y="109"/>
                </a:lnTo>
                <a:lnTo>
                  <a:pt x="405" y="108"/>
                </a:lnTo>
                <a:lnTo>
                  <a:pt x="406" y="107"/>
                </a:lnTo>
                <a:lnTo>
                  <a:pt x="406" y="106"/>
                </a:lnTo>
                <a:lnTo>
                  <a:pt x="407" y="104"/>
                </a:lnTo>
                <a:lnTo>
                  <a:pt x="407" y="103"/>
                </a:lnTo>
                <a:lnTo>
                  <a:pt x="408" y="103"/>
                </a:lnTo>
                <a:lnTo>
                  <a:pt x="410" y="102"/>
                </a:lnTo>
                <a:lnTo>
                  <a:pt x="411" y="102"/>
                </a:lnTo>
                <a:lnTo>
                  <a:pt x="412" y="102"/>
                </a:lnTo>
                <a:lnTo>
                  <a:pt x="412" y="103"/>
                </a:lnTo>
                <a:lnTo>
                  <a:pt x="413" y="104"/>
                </a:lnTo>
                <a:lnTo>
                  <a:pt x="414" y="105"/>
                </a:lnTo>
                <a:lnTo>
                  <a:pt x="415" y="106"/>
                </a:lnTo>
                <a:lnTo>
                  <a:pt x="416" y="106"/>
                </a:lnTo>
                <a:lnTo>
                  <a:pt x="417" y="107"/>
                </a:lnTo>
                <a:lnTo>
                  <a:pt x="417" y="108"/>
                </a:lnTo>
                <a:lnTo>
                  <a:pt x="418" y="109"/>
                </a:lnTo>
                <a:lnTo>
                  <a:pt x="419" y="110"/>
                </a:lnTo>
                <a:lnTo>
                  <a:pt x="419" y="111"/>
                </a:lnTo>
                <a:lnTo>
                  <a:pt x="419" y="112"/>
                </a:lnTo>
                <a:lnTo>
                  <a:pt x="419" y="113"/>
                </a:lnTo>
                <a:lnTo>
                  <a:pt x="420" y="114"/>
                </a:lnTo>
                <a:lnTo>
                  <a:pt x="420" y="113"/>
                </a:lnTo>
                <a:lnTo>
                  <a:pt x="421" y="113"/>
                </a:lnTo>
                <a:lnTo>
                  <a:pt x="421" y="112"/>
                </a:lnTo>
                <a:lnTo>
                  <a:pt x="422" y="112"/>
                </a:lnTo>
                <a:lnTo>
                  <a:pt x="424" y="111"/>
                </a:lnTo>
                <a:lnTo>
                  <a:pt x="426" y="111"/>
                </a:lnTo>
                <a:lnTo>
                  <a:pt x="427" y="112"/>
                </a:lnTo>
                <a:lnTo>
                  <a:pt x="428" y="112"/>
                </a:lnTo>
                <a:lnTo>
                  <a:pt x="429" y="114"/>
                </a:lnTo>
                <a:lnTo>
                  <a:pt x="429" y="115"/>
                </a:lnTo>
                <a:lnTo>
                  <a:pt x="429" y="116"/>
                </a:lnTo>
                <a:lnTo>
                  <a:pt x="430" y="116"/>
                </a:lnTo>
                <a:lnTo>
                  <a:pt x="431" y="117"/>
                </a:lnTo>
                <a:lnTo>
                  <a:pt x="432" y="117"/>
                </a:lnTo>
                <a:lnTo>
                  <a:pt x="433" y="118"/>
                </a:lnTo>
                <a:lnTo>
                  <a:pt x="434" y="120"/>
                </a:lnTo>
                <a:lnTo>
                  <a:pt x="434" y="121"/>
                </a:lnTo>
                <a:lnTo>
                  <a:pt x="435" y="122"/>
                </a:lnTo>
                <a:lnTo>
                  <a:pt x="436" y="122"/>
                </a:lnTo>
                <a:lnTo>
                  <a:pt x="437" y="124"/>
                </a:lnTo>
                <a:lnTo>
                  <a:pt x="437" y="125"/>
                </a:lnTo>
                <a:lnTo>
                  <a:pt x="437" y="126"/>
                </a:lnTo>
                <a:lnTo>
                  <a:pt x="438" y="127"/>
                </a:lnTo>
                <a:lnTo>
                  <a:pt x="440" y="129"/>
                </a:lnTo>
                <a:lnTo>
                  <a:pt x="441" y="129"/>
                </a:lnTo>
                <a:lnTo>
                  <a:pt x="441" y="126"/>
                </a:lnTo>
                <a:lnTo>
                  <a:pt x="441" y="125"/>
                </a:lnTo>
                <a:lnTo>
                  <a:pt x="441" y="124"/>
                </a:lnTo>
                <a:lnTo>
                  <a:pt x="440" y="123"/>
                </a:lnTo>
                <a:lnTo>
                  <a:pt x="440" y="121"/>
                </a:lnTo>
                <a:lnTo>
                  <a:pt x="440" y="120"/>
                </a:lnTo>
                <a:lnTo>
                  <a:pt x="440" y="119"/>
                </a:lnTo>
                <a:lnTo>
                  <a:pt x="440" y="118"/>
                </a:lnTo>
                <a:lnTo>
                  <a:pt x="439" y="117"/>
                </a:lnTo>
                <a:lnTo>
                  <a:pt x="438" y="117"/>
                </a:lnTo>
                <a:lnTo>
                  <a:pt x="437" y="117"/>
                </a:lnTo>
                <a:lnTo>
                  <a:pt x="437" y="116"/>
                </a:lnTo>
                <a:lnTo>
                  <a:pt x="437" y="115"/>
                </a:lnTo>
                <a:lnTo>
                  <a:pt x="437" y="114"/>
                </a:lnTo>
                <a:lnTo>
                  <a:pt x="438" y="114"/>
                </a:lnTo>
                <a:lnTo>
                  <a:pt x="438" y="113"/>
                </a:lnTo>
                <a:lnTo>
                  <a:pt x="438" y="112"/>
                </a:lnTo>
                <a:lnTo>
                  <a:pt x="439" y="109"/>
                </a:lnTo>
                <a:lnTo>
                  <a:pt x="439" y="108"/>
                </a:lnTo>
                <a:lnTo>
                  <a:pt x="439" y="109"/>
                </a:lnTo>
                <a:lnTo>
                  <a:pt x="440" y="109"/>
                </a:lnTo>
                <a:lnTo>
                  <a:pt x="440" y="110"/>
                </a:lnTo>
                <a:lnTo>
                  <a:pt x="441" y="110"/>
                </a:lnTo>
                <a:lnTo>
                  <a:pt x="441" y="109"/>
                </a:lnTo>
                <a:lnTo>
                  <a:pt x="441" y="108"/>
                </a:lnTo>
                <a:lnTo>
                  <a:pt x="440" y="108"/>
                </a:lnTo>
                <a:lnTo>
                  <a:pt x="439" y="107"/>
                </a:lnTo>
                <a:lnTo>
                  <a:pt x="440" y="107"/>
                </a:lnTo>
                <a:lnTo>
                  <a:pt x="440" y="106"/>
                </a:lnTo>
                <a:lnTo>
                  <a:pt x="441" y="105"/>
                </a:lnTo>
                <a:lnTo>
                  <a:pt x="441" y="104"/>
                </a:lnTo>
                <a:lnTo>
                  <a:pt x="442" y="104"/>
                </a:lnTo>
                <a:lnTo>
                  <a:pt x="442" y="103"/>
                </a:lnTo>
                <a:lnTo>
                  <a:pt x="444" y="103"/>
                </a:lnTo>
                <a:lnTo>
                  <a:pt x="445" y="102"/>
                </a:lnTo>
                <a:lnTo>
                  <a:pt x="446" y="103"/>
                </a:lnTo>
                <a:lnTo>
                  <a:pt x="447" y="103"/>
                </a:lnTo>
                <a:lnTo>
                  <a:pt x="447" y="104"/>
                </a:lnTo>
                <a:lnTo>
                  <a:pt x="448" y="104"/>
                </a:lnTo>
                <a:lnTo>
                  <a:pt x="448" y="102"/>
                </a:lnTo>
                <a:lnTo>
                  <a:pt x="447" y="102"/>
                </a:lnTo>
                <a:lnTo>
                  <a:pt x="446" y="101"/>
                </a:lnTo>
                <a:lnTo>
                  <a:pt x="445" y="100"/>
                </a:lnTo>
                <a:lnTo>
                  <a:pt x="444" y="100"/>
                </a:lnTo>
                <a:lnTo>
                  <a:pt x="445" y="98"/>
                </a:lnTo>
                <a:lnTo>
                  <a:pt x="444" y="98"/>
                </a:lnTo>
                <a:lnTo>
                  <a:pt x="444" y="97"/>
                </a:lnTo>
                <a:lnTo>
                  <a:pt x="444" y="96"/>
                </a:lnTo>
                <a:lnTo>
                  <a:pt x="445" y="95"/>
                </a:lnTo>
                <a:lnTo>
                  <a:pt x="446" y="95"/>
                </a:lnTo>
                <a:lnTo>
                  <a:pt x="447" y="95"/>
                </a:lnTo>
                <a:lnTo>
                  <a:pt x="447" y="96"/>
                </a:lnTo>
                <a:lnTo>
                  <a:pt x="447" y="95"/>
                </a:lnTo>
                <a:lnTo>
                  <a:pt x="447" y="94"/>
                </a:lnTo>
                <a:lnTo>
                  <a:pt x="448" y="94"/>
                </a:lnTo>
                <a:lnTo>
                  <a:pt x="447" y="93"/>
                </a:lnTo>
                <a:lnTo>
                  <a:pt x="447" y="92"/>
                </a:lnTo>
                <a:lnTo>
                  <a:pt x="447" y="91"/>
                </a:lnTo>
                <a:lnTo>
                  <a:pt x="448" y="91"/>
                </a:lnTo>
                <a:lnTo>
                  <a:pt x="449" y="91"/>
                </a:lnTo>
                <a:lnTo>
                  <a:pt x="450" y="91"/>
                </a:lnTo>
                <a:lnTo>
                  <a:pt x="451" y="90"/>
                </a:lnTo>
                <a:lnTo>
                  <a:pt x="453" y="90"/>
                </a:lnTo>
                <a:lnTo>
                  <a:pt x="454" y="89"/>
                </a:lnTo>
                <a:lnTo>
                  <a:pt x="455" y="90"/>
                </a:lnTo>
                <a:lnTo>
                  <a:pt x="455" y="91"/>
                </a:lnTo>
                <a:lnTo>
                  <a:pt x="456" y="91"/>
                </a:lnTo>
                <a:lnTo>
                  <a:pt x="457" y="91"/>
                </a:lnTo>
                <a:lnTo>
                  <a:pt x="458" y="91"/>
                </a:lnTo>
                <a:lnTo>
                  <a:pt x="457" y="92"/>
                </a:lnTo>
                <a:lnTo>
                  <a:pt x="457" y="93"/>
                </a:lnTo>
                <a:lnTo>
                  <a:pt x="457" y="94"/>
                </a:lnTo>
                <a:lnTo>
                  <a:pt x="458" y="94"/>
                </a:lnTo>
                <a:lnTo>
                  <a:pt x="458" y="95"/>
                </a:lnTo>
                <a:lnTo>
                  <a:pt x="459" y="95"/>
                </a:lnTo>
                <a:lnTo>
                  <a:pt x="459" y="96"/>
                </a:lnTo>
                <a:lnTo>
                  <a:pt x="459" y="97"/>
                </a:lnTo>
                <a:lnTo>
                  <a:pt x="458" y="97"/>
                </a:lnTo>
                <a:lnTo>
                  <a:pt x="457" y="99"/>
                </a:lnTo>
                <a:lnTo>
                  <a:pt x="458" y="100"/>
                </a:lnTo>
                <a:lnTo>
                  <a:pt x="459" y="100"/>
                </a:lnTo>
                <a:lnTo>
                  <a:pt x="459" y="101"/>
                </a:lnTo>
                <a:lnTo>
                  <a:pt x="459" y="102"/>
                </a:lnTo>
                <a:lnTo>
                  <a:pt x="460" y="103"/>
                </a:lnTo>
                <a:lnTo>
                  <a:pt x="461" y="102"/>
                </a:lnTo>
                <a:lnTo>
                  <a:pt x="461" y="101"/>
                </a:lnTo>
                <a:lnTo>
                  <a:pt x="462" y="100"/>
                </a:lnTo>
                <a:lnTo>
                  <a:pt x="463" y="100"/>
                </a:lnTo>
                <a:lnTo>
                  <a:pt x="464" y="100"/>
                </a:lnTo>
                <a:lnTo>
                  <a:pt x="464" y="99"/>
                </a:lnTo>
                <a:lnTo>
                  <a:pt x="465" y="99"/>
                </a:lnTo>
                <a:lnTo>
                  <a:pt x="466" y="99"/>
                </a:lnTo>
                <a:lnTo>
                  <a:pt x="467" y="99"/>
                </a:lnTo>
                <a:lnTo>
                  <a:pt x="468" y="99"/>
                </a:lnTo>
                <a:lnTo>
                  <a:pt x="469" y="99"/>
                </a:lnTo>
                <a:lnTo>
                  <a:pt x="469" y="100"/>
                </a:lnTo>
                <a:lnTo>
                  <a:pt x="468" y="100"/>
                </a:lnTo>
                <a:lnTo>
                  <a:pt x="468" y="101"/>
                </a:lnTo>
                <a:lnTo>
                  <a:pt x="469" y="101"/>
                </a:lnTo>
                <a:lnTo>
                  <a:pt x="470" y="101"/>
                </a:lnTo>
                <a:lnTo>
                  <a:pt x="471" y="101"/>
                </a:lnTo>
                <a:lnTo>
                  <a:pt x="472" y="100"/>
                </a:lnTo>
                <a:lnTo>
                  <a:pt x="473" y="99"/>
                </a:lnTo>
                <a:lnTo>
                  <a:pt x="475" y="99"/>
                </a:lnTo>
                <a:lnTo>
                  <a:pt x="476" y="100"/>
                </a:lnTo>
                <a:lnTo>
                  <a:pt x="477" y="100"/>
                </a:lnTo>
                <a:lnTo>
                  <a:pt x="477" y="101"/>
                </a:lnTo>
                <a:lnTo>
                  <a:pt x="477" y="102"/>
                </a:lnTo>
                <a:lnTo>
                  <a:pt x="478" y="102"/>
                </a:lnTo>
                <a:lnTo>
                  <a:pt x="479" y="102"/>
                </a:lnTo>
                <a:lnTo>
                  <a:pt x="479" y="101"/>
                </a:lnTo>
                <a:lnTo>
                  <a:pt x="481" y="103"/>
                </a:lnTo>
                <a:lnTo>
                  <a:pt x="481" y="104"/>
                </a:lnTo>
                <a:lnTo>
                  <a:pt x="483" y="104"/>
                </a:lnTo>
                <a:lnTo>
                  <a:pt x="485" y="103"/>
                </a:lnTo>
                <a:lnTo>
                  <a:pt x="486" y="103"/>
                </a:lnTo>
                <a:lnTo>
                  <a:pt x="486" y="102"/>
                </a:lnTo>
                <a:lnTo>
                  <a:pt x="487" y="101"/>
                </a:lnTo>
                <a:lnTo>
                  <a:pt x="488" y="102"/>
                </a:lnTo>
                <a:lnTo>
                  <a:pt x="488" y="101"/>
                </a:lnTo>
                <a:lnTo>
                  <a:pt x="489" y="101"/>
                </a:lnTo>
                <a:lnTo>
                  <a:pt x="489" y="100"/>
                </a:lnTo>
                <a:lnTo>
                  <a:pt x="487" y="99"/>
                </a:lnTo>
                <a:lnTo>
                  <a:pt x="487" y="98"/>
                </a:lnTo>
                <a:lnTo>
                  <a:pt x="486" y="98"/>
                </a:lnTo>
                <a:lnTo>
                  <a:pt x="485" y="98"/>
                </a:lnTo>
                <a:lnTo>
                  <a:pt x="485" y="97"/>
                </a:lnTo>
                <a:lnTo>
                  <a:pt x="485" y="96"/>
                </a:lnTo>
                <a:lnTo>
                  <a:pt x="485" y="94"/>
                </a:lnTo>
                <a:lnTo>
                  <a:pt x="484" y="94"/>
                </a:lnTo>
                <a:lnTo>
                  <a:pt x="484" y="93"/>
                </a:lnTo>
                <a:lnTo>
                  <a:pt x="485" y="93"/>
                </a:lnTo>
                <a:lnTo>
                  <a:pt x="485" y="92"/>
                </a:lnTo>
                <a:lnTo>
                  <a:pt x="484" y="92"/>
                </a:lnTo>
                <a:lnTo>
                  <a:pt x="483" y="91"/>
                </a:lnTo>
                <a:lnTo>
                  <a:pt x="483" y="90"/>
                </a:lnTo>
                <a:lnTo>
                  <a:pt x="484" y="88"/>
                </a:lnTo>
                <a:lnTo>
                  <a:pt x="486" y="84"/>
                </a:lnTo>
                <a:lnTo>
                  <a:pt x="487" y="84"/>
                </a:lnTo>
                <a:lnTo>
                  <a:pt x="487" y="83"/>
                </a:lnTo>
                <a:lnTo>
                  <a:pt x="488" y="83"/>
                </a:lnTo>
                <a:lnTo>
                  <a:pt x="488" y="82"/>
                </a:lnTo>
                <a:lnTo>
                  <a:pt x="487" y="82"/>
                </a:lnTo>
                <a:lnTo>
                  <a:pt x="487" y="81"/>
                </a:lnTo>
                <a:lnTo>
                  <a:pt x="488" y="80"/>
                </a:lnTo>
                <a:lnTo>
                  <a:pt x="487" y="79"/>
                </a:lnTo>
                <a:lnTo>
                  <a:pt x="486" y="79"/>
                </a:lnTo>
                <a:lnTo>
                  <a:pt x="486" y="78"/>
                </a:lnTo>
                <a:lnTo>
                  <a:pt x="486" y="77"/>
                </a:lnTo>
                <a:lnTo>
                  <a:pt x="484" y="78"/>
                </a:lnTo>
                <a:lnTo>
                  <a:pt x="484" y="79"/>
                </a:lnTo>
                <a:lnTo>
                  <a:pt x="483" y="79"/>
                </a:lnTo>
                <a:lnTo>
                  <a:pt x="482" y="79"/>
                </a:lnTo>
                <a:lnTo>
                  <a:pt x="483" y="79"/>
                </a:lnTo>
                <a:lnTo>
                  <a:pt x="482" y="78"/>
                </a:lnTo>
                <a:lnTo>
                  <a:pt x="480" y="78"/>
                </a:lnTo>
                <a:lnTo>
                  <a:pt x="480" y="79"/>
                </a:lnTo>
                <a:lnTo>
                  <a:pt x="479" y="79"/>
                </a:lnTo>
                <a:lnTo>
                  <a:pt x="478" y="79"/>
                </a:lnTo>
                <a:lnTo>
                  <a:pt x="478" y="80"/>
                </a:lnTo>
                <a:lnTo>
                  <a:pt x="478" y="81"/>
                </a:lnTo>
                <a:lnTo>
                  <a:pt x="477" y="82"/>
                </a:lnTo>
                <a:lnTo>
                  <a:pt x="476" y="83"/>
                </a:lnTo>
                <a:lnTo>
                  <a:pt x="476" y="84"/>
                </a:lnTo>
                <a:lnTo>
                  <a:pt x="475" y="85"/>
                </a:lnTo>
                <a:lnTo>
                  <a:pt x="474" y="85"/>
                </a:lnTo>
                <a:lnTo>
                  <a:pt x="473" y="84"/>
                </a:lnTo>
                <a:lnTo>
                  <a:pt x="472" y="84"/>
                </a:lnTo>
                <a:lnTo>
                  <a:pt x="471" y="85"/>
                </a:lnTo>
                <a:lnTo>
                  <a:pt x="470" y="84"/>
                </a:lnTo>
                <a:lnTo>
                  <a:pt x="469" y="84"/>
                </a:lnTo>
                <a:lnTo>
                  <a:pt x="469" y="81"/>
                </a:lnTo>
                <a:lnTo>
                  <a:pt x="469" y="80"/>
                </a:lnTo>
                <a:lnTo>
                  <a:pt x="471" y="79"/>
                </a:lnTo>
                <a:lnTo>
                  <a:pt x="472" y="78"/>
                </a:lnTo>
                <a:lnTo>
                  <a:pt x="474" y="77"/>
                </a:lnTo>
                <a:lnTo>
                  <a:pt x="474" y="78"/>
                </a:lnTo>
                <a:lnTo>
                  <a:pt x="475" y="78"/>
                </a:lnTo>
                <a:lnTo>
                  <a:pt x="476" y="78"/>
                </a:lnTo>
                <a:lnTo>
                  <a:pt x="476" y="77"/>
                </a:lnTo>
                <a:lnTo>
                  <a:pt x="475" y="77"/>
                </a:lnTo>
                <a:lnTo>
                  <a:pt x="476" y="77"/>
                </a:lnTo>
                <a:lnTo>
                  <a:pt x="477" y="77"/>
                </a:lnTo>
                <a:lnTo>
                  <a:pt x="478" y="77"/>
                </a:lnTo>
                <a:lnTo>
                  <a:pt x="478" y="76"/>
                </a:lnTo>
                <a:lnTo>
                  <a:pt x="478" y="75"/>
                </a:lnTo>
                <a:lnTo>
                  <a:pt x="479" y="75"/>
                </a:lnTo>
                <a:lnTo>
                  <a:pt x="479" y="74"/>
                </a:lnTo>
                <a:lnTo>
                  <a:pt x="480" y="74"/>
                </a:lnTo>
                <a:lnTo>
                  <a:pt x="480" y="75"/>
                </a:lnTo>
                <a:lnTo>
                  <a:pt x="480" y="74"/>
                </a:lnTo>
                <a:lnTo>
                  <a:pt x="479" y="73"/>
                </a:lnTo>
                <a:lnTo>
                  <a:pt x="479" y="72"/>
                </a:lnTo>
                <a:lnTo>
                  <a:pt x="481" y="71"/>
                </a:lnTo>
                <a:lnTo>
                  <a:pt x="482" y="71"/>
                </a:lnTo>
                <a:lnTo>
                  <a:pt x="483" y="71"/>
                </a:lnTo>
                <a:lnTo>
                  <a:pt x="484" y="71"/>
                </a:lnTo>
                <a:lnTo>
                  <a:pt x="485" y="71"/>
                </a:lnTo>
                <a:lnTo>
                  <a:pt x="486" y="71"/>
                </a:lnTo>
                <a:lnTo>
                  <a:pt x="486" y="72"/>
                </a:lnTo>
                <a:lnTo>
                  <a:pt x="487" y="72"/>
                </a:lnTo>
                <a:lnTo>
                  <a:pt x="488" y="73"/>
                </a:lnTo>
                <a:lnTo>
                  <a:pt x="488" y="72"/>
                </a:lnTo>
                <a:lnTo>
                  <a:pt x="489" y="71"/>
                </a:lnTo>
                <a:lnTo>
                  <a:pt x="490" y="70"/>
                </a:lnTo>
                <a:lnTo>
                  <a:pt x="490" y="69"/>
                </a:lnTo>
                <a:lnTo>
                  <a:pt x="491" y="69"/>
                </a:lnTo>
                <a:lnTo>
                  <a:pt x="492" y="69"/>
                </a:lnTo>
                <a:lnTo>
                  <a:pt x="493" y="69"/>
                </a:lnTo>
                <a:lnTo>
                  <a:pt x="494" y="69"/>
                </a:lnTo>
                <a:lnTo>
                  <a:pt x="495" y="70"/>
                </a:lnTo>
                <a:lnTo>
                  <a:pt x="495" y="71"/>
                </a:lnTo>
                <a:lnTo>
                  <a:pt x="496" y="72"/>
                </a:lnTo>
                <a:lnTo>
                  <a:pt x="495" y="73"/>
                </a:lnTo>
                <a:lnTo>
                  <a:pt x="494" y="74"/>
                </a:lnTo>
                <a:lnTo>
                  <a:pt x="494" y="75"/>
                </a:lnTo>
                <a:lnTo>
                  <a:pt x="494" y="76"/>
                </a:lnTo>
                <a:lnTo>
                  <a:pt x="495" y="76"/>
                </a:lnTo>
                <a:lnTo>
                  <a:pt x="495" y="77"/>
                </a:lnTo>
                <a:lnTo>
                  <a:pt x="496" y="77"/>
                </a:lnTo>
                <a:lnTo>
                  <a:pt x="497" y="76"/>
                </a:lnTo>
                <a:lnTo>
                  <a:pt x="497" y="75"/>
                </a:lnTo>
                <a:lnTo>
                  <a:pt x="496" y="75"/>
                </a:lnTo>
                <a:lnTo>
                  <a:pt x="497" y="75"/>
                </a:lnTo>
                <a:lnTo>
                  <a:pt x="498" y="75"/>
                </a:lnTo>
                <a:lnTo>
                  <a:pt x="499" y="75"/>
                </a:lnTo>
                <a:lnTo>
                  <a:pt x="500" y="74"/>
                </a:lnTo>
                <a:lnTo>
                  <a:pt x="500" y="73"/>
                </a:lnTo>
                <a:lnTo>
                  <a:pt x="499" y="72"/>
                </a:lnTo>
                <a:lnTo>
                  <a:pt x="498" y="70"/>
                </a:lnTo>
                <a:lnTo>
                  <a:pt x="498" y="69"/>
                </a:lnTo>
                <a:lnTo>
                  <a:pt x="499" y="69"/>
                </a:lnTo>
                <a:lnTo>
                  <a:pt x="500" y="70"/>
                </a:lnTo>
                <a:lnTo>
                  <a:pt x="501" y="71"/>
                </a:lnTo>
                <a:lnTo>
                  <a:pt x="502" y="71"/>
                </a:lnTo>
                <a:lnTo>
                  <a:pt x="502" y="72"/>
                </a:lnTo>
                <a:lnTo>
                  <a:pt x="502" y="73"/>
                </a:lnTo>
                <a:lnTo>
                  <a:pt x="501" y="73"/>
                </a:lnTo>
                <a:lnTo>
                  <a:pt x="501" y="74"/>
                </a:lnTo>
                <a:lnTo>
                  <a:pt x="501" y="75"/>
                </a:lnTo>
                <a:lnTo>
                  <a:pt x="501" y="74"/>
                </a:lnTo>
                <a:lnTo>
                  <a:pt x="502" y="74"/>
                </a:lnTo>
                <a:lnTo>
                  <a:pt x="502" y="75"/>
                </a:lnTo>
                <a:lnTo>
                  <a:pt x="502" y="76"/>
                </a:lnTo>
                <a:lnTo>
                  <a:pt x="502" y="77"/>
                </a:lnTo>
                <a:lnTo>
                  <a:pt x="503" y="78"/>
                </a:lnTo>
                <a:lnTo>
                  <a:pt x="504" y="77"/>
                </a:lnTo>
                <a:lnTo>
                  <a:pt x="505" y="78"/>
                </a:lnTo>
                <a:lnTo>
                  <a:pt x="506" y="79"/>
                </a:lnTo>
                <a:lnTo>
                  <a:pt x="507" y="80"/>
                </a:lnTo>
                <a:lnTo>
                  <a:pt x="508" y="80"/>
                </a:lnTo>
                <a:lnTo>
                  <a:pt x="510" y="80"/>
                </a:lnTo>
                <a:lnTo>
                  <a:pt x="511" y="80"/>
                </a:lnTo>
                <a:lnTo>
                  <a:pt x="513" y="80"/>
                </a:lnTo>
                <a:lnTo>
                  <a:pt x="513" y="79"/>
                </a:lnTo>
                <a:lnTo>
                  <a:pt x="513" y="78"/>
                </a:lnTo>
                <a:lnTo>
                  <a:pt x="515" y="78"/>
                </a:lnTo>
                <a:lnTo>
                  <a:pt x="516" y="78"/>
                </a:lnTo>
                <a:lnTo>
                  <a:pt x="516" y="76"/>
                </a:lnTo>
                <a:lnTo>
                  <a:pt x="515" y="75"/>
                </a:lnTo>
                <a:lnTo>
                  <a:pt x="514" y="75"/>
                </a:lnTo>
                <a:lnTo>
                  <a:pt x="514" y="74"/>
                </a:lnTo>
                <a:lnTo>
                  <a:pt x="515" y="74"/>
                </a:lnTo>
                <a:lnTo>
                  <a:pt x="515" y="73"/>
                </a:lnTo>
                <a:lnTo>
                  <a:pt x="515" y="72"/>
                </a:lnTo>
                <a:lnTo>
                  <a:pt x="515" y="71"/>
                </a:lnTo>
                <a:lnTo>
                  <a:pt x="516" y="71"/>
                </a:lnTo>
                <a:lnTo>
                  <a:pt x="516" y="69"/>
                </a:lnTo>
                <a:lnTo>
                  <a:pt x="515" y="69"/>
                </a:lnTo>
                <a:lnTo>
                  <a:pt x="515" y="68"/>
                </a:lnTo>
                <a:lnTo>
                  <a:pt x="516" y="66"/>
                </a:lnTo>
                <a:lnTo>
                  <a:pt x="516" y="65"/>
                </a:lnTo>
                <a:lnTo>
                  <a:pt x="517" y="65"/>
                </a:lnTo>
                <a:lnTo>
                  <a:pt x="518" y="65"/>
                </a:lnTo>
                <a:lnTo>
                  <a:pt x="519" y="64"/>
                </a:lnTo>
                <a:lnTo>
                  <a:pt x="521" y="62"/>
                </a:lnTo>
                <a:lnTo>
                  <a:pt x="521" y="60"/>
                </a:lnTo>
                <a:lnTo>
                  <a:pt x="521" y="59"/>
                </a:lnTo>
                <a:lnTo>
                  <a:pt x="521" y="58"/>
                </a:lnTo>
                <a:lnTo>
                  <a:pt x="523" y="57"/>
                </a:lnTo>
                <a:lnTo>
                  <a:pt x="524" y="57"/>
                </a:lnTo>
                <a:lnTo>
                  <a:pt x="525" y="56"/>
                </a:lnTo>
                <a:lnTo>
                  <a:pt x="526" y="55"/>
                </a:lnTo>
                <a:lnTo>
                  <a:pt x="526" y="52"/>
                </a:lnTo>
                <a:lnTo>
                  <a:pt x="526" y="51"/>
                </a:lnTo>
                <a:lnTo>
                  <a:pt x="525" y="51"/>
                </a:lnTo>
                <a:lnTo>
                  <a:pt x="525" y="50"/>
                </a:lnTo>
                <a:lnTo>
                  <a:pt x="523" y="51"/>
                </a:lnTo>
                <a:lnTo>
                  <a:pt x="523" y="50"/>
                </a:lnTo>
                <a:lnTo>
                  <a:pt x="524" y="50"/>
                </a:lnTo>
                <a:lnTo>
                  <a:pt x="525" y="50"/>
                </a:lnTo>
                <a:lnTo>
                  <a:pt x="525" y="49"/>
                </a:lnTo>
                <a:lnTo>
                  <a:pt x="525" y="48"/>
                </a:lnTo>
                <a:lnTo>
                  <a:pt x="526" y="48"/>
                </a:lnTo>
                <a:lnTo>
                  <a:pt x="527" y="48"/>
                </a:lnTo>
                <a:lnTo>
                  <a:pt x="528" y="47"/>
                </a:lnTo>
                <a:lnTo>
                  <a:pt x="529" y="47"/>
                </a:lnTo>
                <a:lnTo>
                  <a:pt x="529" y="46"/>
                </a:lnTo>
                <a:lnTo>
                  <a:pt x="530" y="45"/>
                </a:lnTo>
                <a:lnTo>
                  <a:pt x="531" y="43"/>
                </a:lnTo>
                <a:lnTo>
                  <a:pt x="531" y="42"/>
                </a:lnTo>
                <a:lnTo>
                  <a:pt x="532" y="42"/>
                </a:lnTo>
                <a:lnTo>
                  <a:pt x="532" y="43"/>
                </a:lnTo>
                <a:lnTo>
                  <a:pt x="533" y="44"/>
                </a:lnTo>
                <a:lnTo>
                  <a:pt x="534" y="45"/>
                </a:lnTo>
                <a:lnTo>
                  <a:pt x="534" y="46"/>
                </a:lnTo>
                <a:lnTo>
                  <a:pt x="535" y="46"/>
                </a:lnTo>
                <a:lnTo>
                  <a:pt x="537" y="47"/>
                </a:lnTo>
                <a:lnTo>
                  <a:pt x="537" y="46"/>
                </a:lnTo>
                <a:lnTo>
                  <a:pt x="538" y="46"/>
                </a:lnTo>
                <a:lnTo>
                  <a:pt x="538" y="45"/>
                </a:lnTo>
                <a:lnTo>
                  <a:pt x="537" y="45"/>
                </a:lnTo>
                <a:lnTo>
                  <a:pt x="537" y="44"/>
                </a:lnTo>
                <a:lnTo>
                  <a:pt x="538" y="43"/>
                </a:lnTo>
                <a:lnTo>
                  <a:pt x="539" y="43"/>
                </a:lnTo>
                <a:lnTo>
                  <a:pt x="540" y="44"/>
                </a:lnTo>
                <a:lnTo>
                  <a:pt x="541" y="45"/>
                </a:lnTo>
                <a:lnTo>
                  <a:pt x="541" y="44"/>
                </a:lnTo>
                <a:lnTo>
                  <a:pt x="542" y="44"/>
                </a:lnTo>
                <a:lnTo>
                  <a:pt x="543" y="43"/>
                </a:lnTo>
                <a:lnTo>
                  <a:pt x="545" y="42"/>
                </a:lnTo>
                <a:lnTo>
                  <a:pt x="545" y="41"/>
                </a:lnTo>
                <a:lnTo>
                  <a:pt x="546" y="40"/>
                </a:lnTo>
                <a:lnTo>
                  <a:pt x="547" y="40"/>
                </a:lnTo>
                <a:lnTo>
                  <a:pt x="548" y="40"/>
                </a:lnTo>
                <a:lnTo>
                  <a:pt x="549" y="41"/>
                </a:lnTo>
                <a:lnTo>
                  <a:pt x="549" y="42"/>
                </a:lnTo>
                <a:lnTo>
                  <a:pt x="548" y="44"/>
                </a:lnTo>
                <a:lnTo>
                  <a:pt x="549" y="44"/>
                </a:lnTo>
                <a:lnTo>
                  <a:pt x="550" y="45"/>
                </a:lnTo>
                <a:lnTo>
                  <a:pt x="550" y="44"/>
                </a:lnTo>
                <a:lnTo>
                  <a:pt x="551" y="44"/>
                </a:lnTo>
                <a:lnTo>
                  <a:pt x="552" y="44"/>
                </a:lnTo>
                <a:lnTo>
                  <a:pt x="552" y="45"/>
                </a:lnTo>
                <a:lnTo>
                  <a:pt x="553" y="45"/>
                </a:lnTo>
                <a:lnTo>
                  <a:pt x="553" y="46"/>
                </a:lnTo>
                <a:lnTo>
                  <a:pt x="554" y="46"/>
                </a:lnTo>
                <a:lnTo>
                  <a:pt x="554" y="45"/>
                </a:lnTo>
                <a:lnTo>
                  <a:pt x="554" y="44"/>
                </a:lnTo>
                <a:lnTo>
                  <a:pt x="555" y="44"/>
                </a:lnTo>
                <a:lnTo>
                  <a:pt x="555" y="45"/>
                </a:lnTo>
                <a:lnTo>
                  <a:pt x="556" y="46"/>
                </a:lnTo>
                <a:lnTo>
                  <a:pt x="557" y="47"/>
                </a:lnTo>
                <a:lnTo>
                  <a:pt x="557" y="48"/>
                </a:lnTo>
                <a:lnTo>
                  <a:pt x="556" y="49"/>
                </a:lnTo>
                <a:lnTo>
                  <a:pt x="555" y="50"/>
                </a:lnTo>
                <a:lnTo>
                  <a:pt x="555" y="52"/>
                </a:lnTo>
                <a:lnTo>
                  <a:pt x="554" y="52"/>
                </a:lnTo>
                <a:lnTo>
                  <a:pt x="553" y="51"/>
                </a:lnTo>
                <a:lnTo>
                  <a:pt x="553" y="52"/>
                </a:lnTo>
                <a:lnTo>
                  <a:pt x="553" y="53"/>
                </a:lnTo>
                <a:lnTo>
                  <a:pt x="552" y="54"/>
                </a:lnTo>
                <a:lnTo>
                  <a:pt x="551" y="55"/>
                </a:lnTo>
                <a:lnTo>
                  <a:pt x="552" y="56"/>
                </a:lnTo>
                <a:lnTo>
                  <a:pt x="553" y="57"/>
                </a:lnTo>
                <a:lnTo>
                  <a:pt x="553" y="58"/>
                </a:lnTo>
                <a:lnTo>
                  <a:pt x="552" y="58"/>
                </a:lnTo>
                <a:lnTo>
                  <a:pt x="551" y="59"/>
                </a:lnTo>
                <a:lnTo>
                  <a:pt x="552" y="59"/>
                </a:lnTo>
                <a:lnTo>
                  <a:pt x="552" y="60"/>
                </a:lnTo>
                <a:lnTo>
                  <a:pt x="553" y="61"/>
                </a:lnTo>
                <a:lnTo>
                  <a:pt x="553" y="60"/>
                </a:lnTo>
                <a:lnTo>
                  <a:pt x="554" y="60"/>
                </a:lnTo>
                <a:lnTo>
                  <a:pt x="555" y="60"/>
                </a:lnTo>
                <a:lnTo>
                  <a:pt x="555" y="59"/>
                </a:lnTo>
                <a:lnTo>
                  <a:pt x="555" y="60"/>
                </a:lnTo>
                <a:lnTo>
                  <a:pt x="556" y="60"/>
                </a:lnTo>
                <a:lnTo>
                  <a:pt x="557" y="60"/>
                </a:lnTo>
                <a:lnTo>
                  <a:pt x="558" y="59"/>
                </a:lnTo>
                <a:lnTo>
                  <a:pt x="559" y="59"/>
                </a:lnTo>
                <a:lnTo>
                  <a:pt x="560" y="59"/>
                </a:lnTo>
                <a:lnTo>
                  <a:pt x="561" y="59"/>
                </a:lnTo>
                <a:lnTo>
                  <a:pt x="561" y="61"/>
                </a:lnTo>
                <a:lnTo>
                  <a:pt x="562" y="62"/>
                </a:lnTo>
                <a:lnTo>
                  <a:pt x="564" y="61"/>
                </a:lnTo>
                <a:lnTo>
                  <a:pt x="566" y="60"/>
                </a:lnTo>
                <a:lnTo>
                  <a:pt x="566" y="59"/>
                </a:lnTo>
                <a:lnTo>
                  <a:pt x="566" y="58"/>
                </a:lnTo>
                <a:lnTo>
                  <a:pt x="567" y="58"/>
                </a:lnTo>
                <a:lnTo>
                  <a:pt x="567" y="57"/>
                </a:lnTo>
                <a:lnTo>
                  <a:pt x="567" y="56"/>
                </a:lnTo>
                <a:lnTo>
                  <a:pt x="567" y="55"/>
                </a:lnTo>
                <a:lnTo>
                  <a:pt x="566" y="54"/>
                </a:lnTo>
                <a:lnTo>
                  <a:pt x="565" y="52"/>
                </a:lnTo>
                <a:lnTo>
                  <a:pt x="565" y="51"/>
                </a:lnTo>
                <a:lnTo>
                  <a:pt x="565" y="50"/>
                </a:lnTo>
                <a:lnTo>
                  <a:pt x="565" y="49"/>
                </a:lnTo>
                <a:lnTo>
                  <a:pt x="566" y="49"/>
                </a:lnTo>
                <a:lnTo>
                  <a:pt x="565" y="49"/>
                </a:lnTo>
                <a:lnTo>
                  <a:pt x="564" y="48"/>
                </a:lnTo>
                <a:lnTo>
                  <a:pt x="563" y="48"/>
                </a:lnTo>
                <a:lnTo>
                  <a:pt x="563" y="47"/>
                </a:lnTo>
                <a:lnTo>
                  <a:pt x="563" y="45"/>
                </a:lnTo>
                <a:lnTo>
                  <a:pt x="563" y="44"/>
                </a:lnTo>
                <a:lnTo>
                  <a:pt x="564" y="44"/>
                </a:lnTo>
                <a:lnTo>
                  <a:pt x="564" y="43"/>
                </a:lnTo>
                <a:lnTo>
                  <a:pt x="564" y="42"/>
                </a:lnTo>
                <a:lnTo>
                  <a:pt x="565" y="42"/>
                </a:lnTo>
                <a:lnTo>
                  <a:pt x="565" y="41"/>
                </a:lnTo>
                <a:lnTo>
                  <a:pt x="566" y="41"/>
                </a:lnTo>
                <a:lnTo>
                  <a:pt x="567" y="42"/>
                </a:lnTo>
                <a:lnTo>
                  <a:pt x="569" y="42"/>
                </a:lnTo>
                <a:lnTo>
                  <a:pt x="571" y="43"/>
                </a:lnTo>
                <a:lnTo>
                  <a:pt x="572" y="42"/>
                </a:lnTo>
                <a:lnTo>
                  <a:pt x="573" y="41"/>
                </a:lnTo>
                <a:lnTo>
                  <a:pt x="573" y="40"/>
                </a:lnTo>
                <a:lnTo>
                  <a:pt x="574" y="39"/>
                </a:lnTo>
                <a:lnTo>
                  <a:pt x="574" y="38"/>
                </a:lnTo>
                <a:lnTo>
                  <a:pt x="574" y="35"/>
                </a:lnTo>
                <a:lnTo>
                  <a:pt x="575" y="33"/>
                </a:lnTo>
                <a:lnTo>
                  <a:pt x="576" y="31"/>
                </a:lnTo>
                <a:lnTo>
                  <a:pt x="576" y="30"/>
                </a:lnTo>
                <a:lnTo>
                  <a:pt x="576" y="28"/>
                </a:lnTo>
                <a:lnTo>
                  <a:pt x="577" y="27"/>
                </a:lnTo>
                <a:lnTo>
                  <a:pt x="578" y="27"/>
                </a:lnTo>
                <a:lnTo>
                  <a:pt x="580" y="25"/>
                </a:lnTo>
                <a:lnTo>
                  <a:pt x="580" y="24"/>
                </a:lnTo>
                <a:lnTo>
                  <a:pt x="582" y="22"/>
                </a:lnTo>
                <a:lnTo>
                  <a:pt x="583" y="23"/>
                </a:lnTo>
                <a:lnTo>
                  <a:pt x="583" y="24"/>
                </a:lnTo>
                <a:lnTo>
                  <a:pt x="584" y="24"/>
                </a:lnTo>
                <a:lnTo>
                  <a:pt x="585" y="24"/>
                </a:lnTo>
                <a:lnTo>
                  <a:pt x="586" y="24"/>
                </a:lnTo>
                <a:lnTo>
                  <a:pt x="587" y="24"/>
                </a:lnTo>
                <a:lnTo>
                  <a:pt x="587" y="25"/>
                </a:lnTo>
                <a:lnTo>
                  <a:pt x="588" y="26"/>
                </a:lnTo>
                <a:lnTo>
                  <a:pt x="589" y="27"/>
                </a:lnTo>
                <a:lnTo>
                  <a:pt x="590" y="27"/>
                </a:lnTo>
                <a:lnTo>
                  <a:pt x="590" y="26"/>
                </a:lnTo>
                <a:lnTo>
                  <a:pt x="591" y="25"/>
                </a:lnTo>
                <a:lnTo>
                  <a:pt x="591" y="26"/>
                </a:lnTo>
                <a:lnTo>
                  <a:pt x="592" y="26"/>
                </a:lnTo>
                <a:lnTo>
                  <a:pt x="593" y="26"/>
                </a:lnTo>
                <a:lnTo>
                  <a:pt x="594" y="26"/>
                </a:lnTo>
                <a:lnTo>
                  <a:pt x="594" y="25"/>
                </a:lnTo>
                <a:lnTo>
                  <a:pt x="595" y="26"/>
                </a:lnTo>
                <a:lnTo>
                  <a:pt x="596" y="26"/>
                </a:lnTo>
                <a:lnTo>
                  <a:pt x="595" y="26"/>
                </a:lnTo>
                <a:lnTo>
                  <a:pt x="595" y="27"/>
                </a:lnTo>
                <a:lnTo>
                  <a:pt x="595" y="28"/>
                </a:lnTo>
                <a:lnTo>
                  <a:pt x="595" y="29"/>
                </a:lnTo>
                <a:lnTo>
                  <a:pt x="596" y="30"/>
                </a:lnTo>
                <a:lnTo>
                  <a:pt x="596" y="31"/>
                </a:lnTo>
                <a:lnTo>
                  <a:pt x="595" y="31"/>
                </a:lnTo>
                <a:lnTo>
                  <a:pt x="595" y="32"/>
                </a:lnTo>
                <a:lnTo>
                  <a:pt x="594" y="33"/>
                </a:lnTo>
                <a:lnTo>
                  <a:pt x="594" y="34"/>
                </a:lnTo>
                <a:lnTo>
                  <a:pt x="594" y="35"/>
                </a:lnTo>
                <a:lnTo>
                  <a:pt x="593" y="35"/>
                </a:lnTo>
                <a:lnTo>
                  <a:pt x="593" y="36"/>
                </a:lnTo>
                <a:lnTo>
                  <a:pt x="593" y="37"/>
                </a:lnTo>
                <a:lnTo>
                  <a:pt x="593" y="39"/>
                </a:lnTo>
                <a:lnTo>
                  <a:pt x="592" y="40"/>
                </a:lnTo>
                <a:lnTo>
                  <a:pt x="592" y="41"/>
                </a:lnTo>
                <a:lnTo>
                  <a:pt x="594" y="41"/>
                </a:lnTo>
                <a:lnTo>
                  <a:pt x="595" y="41"/>
                </a:lnTo>
                <a:lnTo>
                  <a:pt x="595" y="42"/>
                </a:lnTo>
                <a:lnTo>
                  <a:pt x="596" y="42"/>
                </a:lnTo>
                <a:lnTo>
                  <a:pt x="596" y="43"/>
                </a:lnTo>
                <a:lnTo>
                  <a:pt x="596" y="44"/>
                </a:lnTo>
                <a:lnTo>
                  <a:pt x="597" y="44"/>
                </a:lnTo>
                <a:lnTo>
                  <a:pt x="597" y="43"/>
                </a:lnTo>
                <a:lnTo>
                  <a:pt x="598" y="42"/>
                </a:lnTo>
                <a:lnTo>
                  <a:pt x="599" y="43"/>
                </a:lnTo>
                <a:lnTo>
                  <a:pt x="600" y="44"/>
                </a:lnTo>
                <a:lnTo>
                  <a:pt x="601" y="44"/>
                </a:lnTo>
                <a:lnTo>
                  <a:pt x="602" y="44"/>
                </a:lnTo>
                <a:lnTo>
                  <a:pt x="603" y="43"/>
                </a:lnTo>
                <a:lnTo>
                  <a:pt x="603" y="42"/>
                </a:lnTo>
                <a:lnTo>
                  <a:pt x="603" y="41"/>
                </a:lnTo>
                <a:lnTo>
                  <a:pt x="603" y="40"/>
                </a:lnTo>
                <a:lnTo>
                  <a:pt x="605" y="39"/>
                </a:lnTo>
                <a:lnTo>
                  <a:pt x="605" y="38"/>
                </a:lnTo>
                <a:lnTo>
                  <a:pt x="606" y="38"/>
                </a:lnTo>
                <a:lnTo>
                  <a:pt x="607" y="39"/>
                </a:lnTo>
                <a:lnTo>
                  <a:pt x="607" y="40"/>
                </a:lnTo>
                <a:lnTo>
                  <a:pt x="608" y="41"/>
                </a:lnTo>
                <a:lnTo>
                  <a:pt x="610" y="42"/>
                </a:lnTo>
                <a:lnTo>
                  <a:pt x="611" y="44"/>
                </a:lnTo>
                <a:lnTo>
                  <a:pt x="611" y="45"/>
                </a:lnTo>
                <a:lnTo>
                  <a:pt x="611" y="46"/>
                </a:lnTo>
                <a:lnTo>
                  <a:pt x="612" y="47"/>
                </a:lnTo>
                <a:lnTo>
                  <a:pt x="612" y="48"/>
                </a:lnTo>
                <a:lnTo>
                  <a:pt x="611" y="48"/>
                </a:lnTo>
                <a:lnTo>
                  <a:pt x="611" y="50"/>
                </a:lnTo>
                <a:lnTo>
                  <a:pt x="613" y="51"/>
                </a:lnTo>
                <a:lnTo>
                  <a:pt x="613" y="50"/>
                </a:lnTo>
                <a:lnTo>
                  <a:pt x="614" y="50"/>
                </a:lnTo>
                <a:lnTo>
                  <a:pt x="615" y="50"/>
                </a:lnTo>
                <a:lnTo>
                  <a:pt x="616" y="50"/>
                </a:lnTo>
                <a:lnTo>
                  <a:pt x="618" y="50"/>
                </a:lnTo>
                <a:lnTo>
                  <a:pt x="619" y="49"/>
                </a:lnTo>
                <a:lnTo>
                  <a:pt x="620" y="48"/>
                </a:lnTo>
                <a:lnTo>
                  <a:pt x="621" y="47"/>
                </a:lnTo>
                <a:lnTo>
                  <a:pt x="621" y="46"/>
                </a:lnTo>
                <a:lnTo>
                  <a:pt x="621" y="45"/>
                </a:lnTo>
                <a:lnTo>
                  <a:pt x="622" y="43"/>
                </a:lnTo>
                <a:lnTo>
                  <a:pt x="623" y="42"/>
                </a:lnTo>
                <a:lnTo>
                  <a:pt x="623" y="41"/>
                </a:lnTo>
                <a:lnTo>
                  <a:pt x="623" y="40"/>
                </a:lnTo>
                <a:lnTo>
                  <a:pt x="623" y="39"/>
                </a:lnTo>
                <a:lnTo>
                  <a:pt x="623" y="38"/>
                </a:lnTo>
                <a:lnTo>
                  <a:pt x="624" y="37"/>
                </a:lnTo>
                <a:lnTo>
                  <a:pt x="625" y="37"/>
                </a:lnTo>
                <a:lnTo>
                  <a:pt x="625" y="36"/>
                </a:lnTo>
                <a:lnTo>
                  <a:pt x="625" y="34"/>
                </a:lnTo>
                <a:lnTo>
                  <a:pt x="626" y="33"/>
                </a:lnTo>
                <a:lnTo>
                  <a:pt x="627" y="32"/>
                </a:lnTo>
                <a:lnTo>
                  <a:pt x="628" y="32"/>
                </a:lnTo>
                <a:lnTo>
                  <a:pt x="629" y="31"/>
                </a:lnTo>
                <a:lnTo>
                  <a:pt x="630" y="30"/>
                </a:lnTo>
                <a:lnTo>
                  <a:pt x="630" y="29"/>
                </a:lnTo>
                <a:lnTo>
                  <a:pt x="631" y="28"/>
                </a:lnTo>
                <a:lnTo>
                  <a:pt x="632" y="27"/>
                </a:lnTo>
                <a:lnTo>
                  <a:pt x="635" y="25"/>
                </a:lnTo>
                <a:lnTo>
                  <a:pt x="636" y="24"/>
                </a:lnTo>
                <a:lnTo>
                  <a:pt x="637" y="25"/>
                </a:lnTo>
                <a:lnTo>
                  <a:pt x="637" y="26"/>
                </a:lnTo>
                <a:lnTo>
                  <a:pt x="638" y="26"/>
                </a:lnTo>
                <a:lnTo>
                  <a:pt x="638" y="25"/>
                </a:lnTo>
                <a:lnTo>
                  <a:pt x="639" y="24"/>
                </a:lnTo>
                <a:lnTo>
                  <a:pt x="640" y="23"/>
                </a:lnTo>
                <a:lnTo>
                  <a:pt x="641" y="22"/>
                </a:lnTo>
                <a:lnTo>
                  <a:pt x="641" y="21"/>
                </a:lnTo>
                <a:lnTo>
                  <a:pt x="642" y="20"/>
                </a:lnTo>
                <a:lnTo>
                  <a:pt x="643" y="20"/>
                </a:lnTo>
                <a:lnTo>
                  <a:pt x="643" y="18"/>
                </a:lnTo>
                <a:lnTo>
                  <a:pt x="644" y="17"/>
                </a:lnTo>
                <a:lnTo>
                  <a:pt x="644" y="16"/>
                </a:lnTo>
                <a:lnTo>
                  <a:pt x="643" y="16"/>
                </a:lnTo>
                <a:lnTo>
                  <a:pt x="643" y="15"/>
                </a:lnTo>
                <a:lnTo>
                  <a:pt x="643" y="13"/>
                </a:lnTo>
                <a:lnTo>
                  <a:pt x="643" y="12"/>
                </a:lnTo>
                <a:lnTo>
                  <a:pt x="644" y="12"/>
                </a:lnTo>
                <a:lnTo>
                  <a:pt x="645" y="12"/>
                </a:lnTo>
                <a:lnTo>
                  <a:pt x="647" y="11"/>
                </a:lnTo>
                <a:lnTo>
                  <a:pt x="647" y="10"/>
                </a:lnTo>
                <a:lnTo>
                  <a:pt x="648" y="9"/>
                </a:lnTo>
                <a:lnTo>
                  <a:pt x="650" y="6"/>
                </a:lnTo>
                <a:lnTo>
                  <a:pt x="651" y="6"/>
                </a:lnTo>
                <a:lnTo>
                  <a:pt x="651" y="7"/>
                </a:lnTo>
                <a:lnTo>
                  <a:pt x="651" y="8"/>
                </a:lnTo>
                <a:lnTo>
                  <a:pt x="650" y="8"/>
                </a:lnTo>
                <a:lnTo>
                  <a:pt x="651" y="8"/>
                </a:lnTo>
                <a:lnTo>
                  <a:pt x="653" y="9"/>
                </a:lnTo>
                <a:lnTo>
                  <a:pt x="654" y="9"/>
                </a:lnTo>
                <a:lnTo>
                  <a:pt x="655" y="9"/>
                </a:lnTo>
                <a:lnTo>
                  <a:pt x="655" y="8"/>
                </a:lnTo>
                <a:lnTo>
                  <a:pt x="656" y="8"/>
                </a:lnTo>
                <a:lnTo>
                  <a:pt x="657" y="8"/>
                </a:lnTo>
                <a:lnTo>
                  <a:pt x="658" y="8"/>
                </a:lnTo>
                <a:lnTo>
                  <a:pt x="660" y="10"/>
                </a:lnTo>
                <a:lnTo>
                  <a:pt x="660" y="11"/>
                </a:lnTo>
                <a:lnTo>
                  <a:pt x="661" y="11"/>
                </a:lnTo>
                <a:lnTo>
                  <a:pt x="662" y="11"/>
                </a:lnTo>
                <a:lnTo>
                  <a:pt x="662" y="10"/>
                </a:lnTo>
                <a:lnTo>
                  <a:pt x="662" y="9"/>
                </a:lnTo>
                <a:lnTo>
                  <a:pt x="663" y="8"/>
                </a:lnTo>
                <a:lnTo>
                  <a:pt x="664" y="8"/>
                </a:lnTo>
                <a:lnTo>
                  <a:pt x="664" y="9"/>
                </a:lnTo>
                <a:lnTo>
                  <a:pt x="664" y="10"/>
                </a:lnTo>
                <a:lnTo>
                  <a:pt x="664" y="11"/>
                </a:lnTo>
                <a:lnTo>
                  <a:pt x="664" y="12"/>
                </a:lnTo>
                <a:lnTo>
                  <a:pt x="663" y="12"/>
                </a:lnTo>
                <a:lnTo>
                  <a:pt x="663" y="13"/>
                </a:lnTo>
                <a:lnTo>
                  <a:pt x="663" y="14"/>
                </a:lnTo>
                <a:lnTo>
                  <a:pt x="664" y="15"/>
                </a:lnTo>
                <a:lnTo>
                  <a:pt x="665" y="16"/>
                </a:lnTo>
                <a:lnTo>
                  <a:pt x="666" y="16"/>
                </a:lnTo>
                <a:lnTo>
                  <a:pt x="667" y="15"/>
                </a:lnTo>
                <a:lnTo>
                  <a:pt x="669" y="14"/>
                </a:lnTo>
                <a:lnTo>
                  <a:pt x="670" y="14"/>
                </a:lnTo>
                <a:lnTo>
                  <a:pt x="671" y="15"/>
                </a:lnTo>
                <a:lnTo>
                  <a:pt x="672" y="15"/>
                </a:lnTo>
                <a:lnTo>
                  <a:pt x="672" y="16"/>
                </a:lnTo>
                <a:lnTo>
                  <a:pt x="673" y="16"/>
                </a:lnTo>
                <a:lnTo>
                  <a:pt x="674" y="15"/>
                </a:lnTo>
                <a:lnTo>
                  <a:pt x="676" y="14"/>
                </a:lnTo>
                <a:lnTo>
                  <a:pt x="677" y="14"/>
                </a:lnTo>
                <a:lnTo>
                  <a:pt x="678" y="13"/>
                </a:lnTo>
                <a:lnTo>
                  <a:pt x="680" y="13"/>
                </a:lnTo>
                <a:lnTo>
                  <a:pt x="681" y="13"/>
                </a:lnTo>
                <a:lnTo>
                  <a:pt x="682" y="13"/>
                </a:lnTo>
                <a:lnTo>
                  <a:pt x="682" y="14"/>
                </a:lnTo>
                <a:lnTo>
                  <a:pt x="682" y="15"/>
                </a:lnTo>
                <a:lnTo>
                  <a:pt x="682" y="16"/>
                </a:lnTo>
                <a:lnTo>
                  <a:pt x="683" y="16"/>
                </a:lnTo>
                <a:lnTo>
                  <a:pt x="683" y="15"/>
                </a:lnTo>
                <a:lnTo>
                  <a:pt x="684" y="13"/>
                </a:lnTo>
                <a:lnTo>
                  <a:pt x="684" y="12"/>
                </a:lnTo>
                <a:lnTo>
                  <a:pt x="684" y="10"/>
                </a:lnTo>
                <a:lnTo>
                  <a:pt x="684" y="9"/>
                </a:lnTo>
                <a:lnTo>
                  <a:pt x="683" y="8"/>
                </a:lnTo>
                <a:lnTo>
                  <a:pt x="684" y="8"/>
                </a:lnTo>
                <a:lnTo>
                  <a:pt x="684" y="7"/>
                </a:lnTo>
                <a:lnTo>
                  <a:pt x="685" y="7"/>
                </a:lnTo>
                <a:lnTo>
                  <a:pt x="685" y="6"/>
                </a:lnTo>
                <a:lnTo>
                  <a:pt x="685" y="5"/>
                </a:lnTo>
                <a:lnTo>
                  <a:pt x="685" y="4"/>
                </a:lnTo>
                <a:lnTo>
                  <a:pt x="685" y="3"/>
                </a:lnTo>
                <a:lnTo>
                  <a:pt x="685" y="2"/>
                </a:lnTo>
                <a:lnTo>
                  <a:pt x="685" y="1"/>
                </a:lnTo>
                <a:lnTo>
                  <a:pt x="686" y="1"/>
                </a:lnTo>
                <a:lnTo>
                  <a:pt x="686" y="0"/>
                </a:lnTo>
                <a:lnTo>
                  <a:pt x="687" y="0"/>
                </a:lnTo>
                <a:lnTo>
                  <a:pt x="688" y="0"/>
                </a:lnTo>
                <a:lnTo>
                  <a:pt x="689" y="1"/>
                </a:lnTo>
                <a:lnTo>
                  <a:pt x="689" y="2"/>
                </a:lnTo>
                <a:lnTo>
                  <a:pt x="689" y="3"/>
                </a:lnTo>
                <a:lnTo>
                  <a:pt x="690" y="3"/>
                </a:lnTo>
                <a:lnTo>
                  <a:pt x="691" y="3"/>
                </a:lnTo>
                <a:lnTo>
                  <a:pt x="691" y="4"/>
                </a:lnTo>
                <a:lnTo>
                  <a:pt x="690" y="5"/>
                </a:lnTo>
                <a:lnTo>
                  <a:pt x="691" y="6"/>
                </a:lnTo>
                <a:lnTo>
                  <a:pt x="692" y="6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2" name=""/>
          <p:cNvSpPr/>
          <p:nvPr/>
        </p:nvSpPr>
        <p:spPr>
          <a:xfrm>
            <a:off x="6634800" y="207144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0"/>
                </a:move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3" name=""/>
          <p:cNvSpPr/>
          <p:nvPr/>
        </p:nvSpPr>
        <p:spPr>
          <a:xfrm>
            <a:off x="6630120" y="2064960"/>
            <a:ext cx="2520" cy="3600"/>
          </a:xfrm>
          <a:custGeom>
            <a:avLst/>
            <a:gdLst/>
            <a:ahLst/>
            <a:rect l="0" t="0" r="r" b="b"/>
            <a:pathLst>
              <a:path w="7" h="10">
                <a:moveTo>
                  <a:pt x="4" y="7"/>
                </a:moveTo>
                <a:lnTo>
                  <a:pt x="3" y="7"/>
                </a:lnTo>
                <a:lnTo>
                  <a:pt x="3" y="6"/>
                </a:lnTo>
                <a:lnTo>
                  <a:pt x="2" y="6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2" y="10"/>
                </a:lnTo>
                <a:lnTo>
                  <a:pt x="1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5" y="7"/>
                </a:lnTo>
                <a:lnTo>
                  <a:pt x="4" y="7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4" name=""/>
          <p:cNvSpPr/>
          <p:nvPr/>
        </p:nvSpPr>
        <p:spPr>
          <a:xfrm>
            <a:off x="6630120" y="2046960"/>
            <a:ext cx="1080" cy="360"/>
          </a:xfrm>
          <a:custGeom>
            <a:avLst/>
            <a:gdLst/>
            <a:ahLst/>
            <a:rect l="0" t="0" r="r" b="b"/>
            <a:pathLst>
              <a:path w="3" h="1">
                <a:moveTo>
                  <a:pt x="0" y="1"/>
                </a:move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5" name=""/>
          <p:cNvSpPr/>
          <p:nvPr/>
        </p:nvSpPr>
        <p:spPr>
          <a:xfrm>
            <a:off x="6614640" y="20415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3"/>
                </a:moveTo>
                <a:lnTo>
                  <a:pt x="0" y="4"/>
                </a:lnTo>
                <a:lnTo>
                  <a:pt x="2" y="1"/>
                </a:lnTo>
                <a:lnTo>
                  <a:pt x="2" y="3"/>
                </a:lnTo>
                <a:lnTo>
                  <a:pt x="3" y="0"/>
                </a:lnTo>
                <a:lnTo>
                  <a:pt x="5" y="1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6" name=""/>
          <p:cNvSpPr/>
          <p:nvPr/>
        </p:nvSpPr>
        <p:spPr>
          <a:xfrm>
            <a:off x="6628320" y="20408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3" y="1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7" name=""/>
          <p:cNvSpPr/>
          <p:nvPr/>
        </p:nvSpPr>
        <p:spPr>
          <a:xfrm>
            <a:off x="6629760" y="203976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8" name=""/>
          <p:cNvSpPr/>
          <p:nvPr/>
        </p:nvSpPr>
        <p:spPr>
          <a:xfrm>
            <a:off x="6621480" y="203688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9" name=""/>
          <p:cNvSpPr/>
          <p:nvPr/>
        </p:nvSpPr>
        <p:spPr>
          <a:xfrm>
            <a:off x="6611040" y="202968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6" y="1"/>
                </a:moveTo>
                <a:lnTo>
                  <a:pt x="5" y="2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close/>
              </a:path>
            </a:pathLst>
          </a:custGeom>
          <a:solidFill>
            <a:srgbClr val="FFF2AB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0" name=""/>
          <p:cNvSpPr/>
          <p:nvPr/>
        </p:nvSpPr>
        <p:spPr>
          <a:xfrm>
            <a:off x="6422400" y="1714320"/>
            <a:ext cx="226440" cy="198360"/>
          </a:xfrm>
          <a:custGeom>
            <a:avLst/>
            <a:gdLst/>
            <a:ahLst/>
            <a:rect l="0" t="0" r="r" b="b"/>
            <a:pathLst>
              <a:path w="629" h="551">
                <a:moveTo>
                  <a:pt x="419" y="3"/>
                </a:moveTo>
                <a:lnTo>
                  <a:pt x="419" y="5"/>
                </a:lnTo>
                <a:lnTo>
                  <a:pt x="420" y="5"/>
                </a:lnTo>
                <a:lnTo>
                  <a:pt x="420" y="6"/>
                </a:lnTo>
                <a:lnTo>
                  <a:pt x="420" y="7"/>
                </a:lnTo>
                <a:lnTo>
                  <a:pt x="420" y="8"/>
                </a:lnTo>
                <a:lnTo>
                  <a:pt x="420" y="9"/>
                </a:lnTo>
                <a:lnTo>
                  <a:pt x="421" y="10"/>
                </a:lnTo>
                <a:lnTo>
                  <a:pt x="422" y="9"/>
                </a:lnTo>
                <a:lnTo>
                  <a:pt x="422" y="8"/>
                </a:lnTo>
                <a:lnTo>
                  <a:pt x="422" y="7"/>
                </a:lnTo>
                <a:lnTo>
                  <a:pt x="424" y="6"/>
                </a:lnTo>
                <a:lnTo>
                  <a:pt x="425" y="7"/>
                </a:lnTo>
                <a:lnTo>
                  <a:pt x="425" y="8"/>
                </a:lnTo>
                <a:lnTo>
                  <a:pt x="426" y="8"/>
                </a:lnTo>
                <a:lnTo>
                  <a:pt x="427" y="8"/>
                </a:lnTo>
                <a:lnTo>
                  <a:pt x="427" y="7"/>
                </a:lnTo>
                <a:lnTo>
                  <a:pt x="428" y="7"/>
                </a:lnTo>
                <a:lnTo>
                  <a:pt x="428" y="8"/>
                </a:lnTo>
                <a:lnTo>
                  <a:pt x="428" y="9"/>
                </a:lnTo>
                <a:lnTo>
                  <a:pt x="429" y="9"/>
                </a:lnTo>
                <a:lnTo>
                  <a:pt x="430" y="10"/>
                </a:lnTo>
                <a:lnTo>
                  <a:pt x="431" y="10"/>
                </a:lnTo>
                <a:lnTo>
                  <a:pt x="432" y="10"/>
                </a:lnTo>
                <a:lnTo>
                  <a:pt x="432" y="9"/>
                </a:lnTo>
                <a:lnTo>
                  <a:pt x="433" y="9"/>
                </a:lnTo>
                <a:lnTo>
                  <a:pt x="433" y="8"/>
                </a:lnTo>
                <a:lnTo>
                  <a:pt x="433" y="7"/>
                </a:lnTo>
                <a:lnTo>
                  <a:pt x="434" y="7"/>
                </a:lnTo>
                <a:lnTo>
                  <a:pt x="434" y="8"/>
                </a:lnTo>
                <a:lnTo>
                  <a:pt x="433" y="8"/>
                </a:lnTo>
                <a:lnTo>
                  <a:pt x="434" y="8"/>
                </a:lnTo>
                <a:lnTo>
                  <a:pt x="435" y="7"/>
                </a:lnTo>
                <a:lnTo>
                  <a:pt x="435" y="6"/>
                </a:lnTo>
                <a:lnTo>
                  <a:pt x="435" y="5"/>
                </a:lnTo>
                <a:lnTo>
                  <a:pt x="436" y="5"/>
                </a:lnTo>
                <a:lnTo>
                  <a:pt x="436" y="4"/>
                </a:lnTo>
                <a:lnTo>
                  <a:pt x="437" y="3"/>
                </a:lnTo>
                <a:lnTo>
                  <a:pt x="438" y="3"/>
                </a:lnTo>
                <a:lnTo>
                  <a:pt x="439" y="4"/>
                </a:lnTo>
                <a:lnTo>
                  <a:pt x="439" y="5"/>
                </a:lnTo>
                <a:lnTo>
                  <a:pt x="439" y="6"/>
                </a:lnTo>
                <a:lnTo>
                  <a:pt x="440" y="7"/>
                </a:lnTo>
                <a:lnTo>
                  <a:pt x="441" y="7"/>
                </a:lnTo>
                <a:lnTo>
                  <a:pt x="441" y="8"/>
                </a:lnTo>
                <a:lnTo>
                  <a:pt x="442" y="8"/>
                </a:lnTo>
                <a:lnTo>
                  <a:pt x="442" y="9"/>
                </a:lnTo>
                <a:lnTo>
                  <a:pt x="443" y="10"/>
                </a:lnTo>
                <a:lnTo>
                  <a:pt x="444" y="10"/>
                </a:lnTo>
                <a:lnTo>
                  <a:pt x="444" y="11"/>
                </a:lnTo>
                <a:lnTo>
                  <a:pt x="443" y="11"/>
                </a:lnTo>
                <a:lnTo>
                  <a:pt x="443" y="12"/>
                </a:lnTo>
                <a:lnTo>
                  <a:pt x="443" y="13"/>
                </a:lnTo>
                <a:lnTo>
                  <a:pt x="443" y="14"/>
                </a:lnTo>
                <a:lnTo>
                  <a:pt x="442" y="15"/>
                </a:lnTo>
                <a:lnTo>
                  <a:pt x="442" y="16"/>
                </a:lnTo>
                <a:lnTo>
                  <a:pt x="442" y="17"/>
                </a:lnTo>
                <a:lnTo>
                  <a:pt x="441" y="20"/>
                </a:lnTo>
                <a:lnTo>
                  <a:pt x="441" y="21"/>
                </a:lnTo>
                <a:lnTo>
                  <a:pt x="442" y="21"/>
                </a:lnTo>
                <a:lnTo>
                  <a:pt x="443" y="22"/>
                </a:lnTo>
                <a:lnTo>
                  <a:pt x="444" y="22"/>
                </a:lnTo>
                <a:lnTo>
                  <a:pt x="444" y="23"/>
                </a:lnTo>
                <a:lnTo>
                  <a:pt x="445" y="23"/>
                </a:lnTo>
                <a:lnTo>
                  <a:pt x="445" y="25"/>
                </a:lnTo>
                <a:lnTo>
                  <a:pt x="445" y="26"/>
                </a:lnTo>
                <a:lnTo>
                  <a:pt x="445" y="27"/>
                </a:lnTo>
                <a:lnTo>
                  <a:pt x="444" y="28"/>
                </a:lnTo>
                <a:lnTo>
                  <a:pt x="444" y="29"/>
                </a:lnTo>
                <a:lnTo>
                  <a:pt x="445" y="29"/>
                </a:lnTo>
                <a:lnTo>
                  <a:pt x="446" y="30"/>
                </a:lnTo>
                <a:lnTo>
                  <a:pt x="447" y="30"/>
                </a:lnTo>
                <a:lnTo>
                  <a:pt x="447" y="31"/>
                </a:lnTo>
                <a:lnTo>
                  <a:pt x="448" y="31"/>
                </a:lnTo>
                <a:lnTo>
                  <a:pt x="449" y="31"/>
                </a:lnTo>
                <a:lnTo>
                  <a:pt x="450" y="31"/>
                </a:lnTo>
                <a:lnTo>
                  <a:pt x="450" y="32"/>
                </a:lnTo>
                <a:lnTo>
                  <a:pt x="450" y="31"/>
                </a:lnTo>
                <a:lnTo>
                  <a:pt x="450" y="30"/>
                </a:lnTo>
                <a:lnTo>
                  <a:pt x="450" y="29"/>
                </a:lnTo>
                <a:lnTo>
                  <a:pt x="451" y="29"/>
                </a:lnTo>
                <a:lnTo>
                  <a:pt x="452" y="29"/>
                </a:lnTo>
                <a:lnTo>
                  <a:pt x="452" y="28"/>
                </a:lnTo>
                <a:lnTo>
                  <a:pt x="452" y="27"/>
                </a:lnTo>
                <a:lnTo>
                  <a:pt x="452" y="26"/>
                </a:lnTo>
                <a:lnTo>
                  <a:pt x="451" y="26"/>
                </a:lnTo>
                <a:lnTo>
                  <a:pt x="452" y="26"/>
                </a:lnTo>
                <a:lnTo>
                  <a:pt x="453" y="26"/>
                </a:lnTo>
                <a:lnTo>
                  <a:pt x="454" y="26"/>
                </a:lnTo>
                <a:lnTo>
                  <a:pt x="456" y="24"/>
                </a:lnTo>
                <a:lnTo>
                  <a:pt x="456" y="23"/>
                </a:lnTo>
                <a:lnTo>
                  <a:pt x="456" y="22"/>
                </a:lnTo>
                <a:lnTo>
                  <a:pt x="457" y="22"/>
                </a:lnTo>
                <a:lnTo>
                  <a:pt x="458" y="22"/>
                </a:lnTo>
                <a:lnTo>
                  <a:pt x="459" y="23"/>
                </a:lnTo>
                <a:lnTo>
                  <a:pt x="462" y="23"/>
                </a:lnTo>
                <a:lnTo>
                  <a:pt x="463" y="23"/>
                </a:lnTo>
                <a:lnTo>
                  <a:pt x="465" y="23"/>
                </a:lnTo>
                <a:lnTo>
                  <a:pt x="466" y="22"/>
                </a:lnTo>
                <a:lnTo>
                  <a:pt x="467" y="21"/>
                </a:lnTo>
                <a:lnTo>
                  <a:pt x="468" y="21"/>
                </a:lnTo>
                <a:lnTo>
                  <a:pt x="467" y="21"/>
                </a:lnTo>
                <a:lnTo>
                  <a:pt x="468" y="20"/>
                </a:lnTo>
                <a:lnTo>
                  <a:pt x="468" y="19"/>
                </a:lnTo>
                <a:lnTo>
                  <a:pt x="469" y="19"/>
                </a:lnTo>
                <a:lnTo>
                  <a:pt x="470" y="18"/>
                </a:lnTo>
                <a:lnTo>
                  <a:pt x="470" y="17"/>
                </a:lnTo>
                <a:lnTo>
                  <a:pt x="471" y="17"/>
                </a:lnTo>
                <a:lnTo>
                  <a:pt x="472" y="17"/>
                </a:lnTo>
                <a:lnTo>
                  <a:pt x="474" y="17"/>
                </a:lnTo>
                <a:lnTo>
                  <a:pt x="475" y="18"/>
                </a:lnTo>
                <a:lnTo>
                  <a:pt x="477" y="18"/>
                </a:lnTo>
                <a:lnTo>
                  <a:pt x="477" y="19"/>
                </a:lnTo>
                <a:lnTo>
                  <a:pt x="478" y="19"/>
                </a:lnTo>
                <a:lnTo>
                  <a:pt x="478" y="21"/>
                </a:lnTo>
                <a:lnTo>
                  <a:pt x="480" y="21"/>
                </a:lnTo>
                <a:lnTo>
                  <a:pt x="480" y="20"/>
                </a:lnTo>
                <a:lnTo>
                  <a:pt x="481" y="20"/>
                </a:lnTo>
                <a:lnTo>
                  <a:pt x="482" y="19"/>
                </a:lnTo>
                <a:lnTo>
                  <a:pt x="483" y="19"/>
                </a:lnTo>
                <a:lnTo>
                  <a:pt x="483" y="18"/>
                </a:lnTo>
                <a:lnTo>
                  <a:pt x="484" y="18"/>
                </a:lnTo>
                <a:lnTo>
                  <a:pt x="485" y="18"/>
                </a:lnTo>
                <a:lnTo>
                  <a:pt x="485" y="19"/>
                </a:lnTo>
                <a:lnTo>
                  <a:pt x="485" y="20"/>
                </a:lnTo>
                <a:lnTo>
                  <a:pt x="486" y="20"/>
                </a:lnTo>
                <a:lnTo>
                  <a:pt x="487" y="21"/>
                </a:lnTo>
                <a:lnTo>
                  <a:pt x="488" y="21"/>
                </a:lnTo>
                <a:lnTo>
                  <a:pt x="488" y="22"/>
                </a:lnTo>
                <a:lnTo>
                  <a:pt x="487" y="22"/>
                </a:lnTo>
                <a:lnTo>
                  <a:pt x="487" y="23"/>
                </a:lnTo>
                <a:lnTo>
                  <a:pt x="488" y="23"/>
                </a:lnTo>
                <a:lnTo>
                  <a:pt x="488" y="24"/>
                </a:lnTo>
                <a:lnTo>
                  <a:pt x="489" y="23"/>
                </a:lnTo>
                <a:lnTo>
                  <a:pt x="490" y="23"/>
                </a:lnTo>
                <a:lnTo>
                  <a:pt x="490" y="22"/>
                </a:lnTo>
                <a:lnTo>
                  <a:pt x="491" y="22"/>
                </a:lnTo>
                <a:lnTo>
                  <a:pt x="491" y="21"/>
                </a:lnTo>
                <a:lnTo>
                  <a:pt x="491" y="20"/>
                </a:lnTo>
                <a:lnTo>
                  <a:pt x="491" y="19"/>
                </a:lnTo>
                <a:lnTo>
                  <a:pt x="491" y="18"/>
                </a:lnTo>
                <a:lnTo>
                  <a:pt x="492" y="18"/>
                </a:lnTo>
                <a:lnTo>
                  <a:pt x="492" y="17"/>
                </a:lnTo>
                <a:lnTo>
                  <a:pt x="492" y="16"/>
                </a:lnTo>
                <a:lnTo>
                  <a:pt x="493" y="16"/>
                </a:lnTo>
                <a:lnTo>
                  <a:pt x="494" y="16"/>
                </a:lnTo>
                <a:lnTo>
                  <a:pt x="494" y="17"/>
                </a:lnTo>
                <a:lnTo>
                  <a:pt x="495" y="17"/>
                </a:lnTo>
                <a:lnTo>
                  <a:pt x="496" y="17"/>
                </a:lnTo>
                <a:lnTo>
                  <a:pt x="496" y="18"/>
                </a:lnTo>
                <a:lnTo>
                  <a:pt x="495" y="20"/>
                </a:lnTo>
                <a:lnTo>
                  <a:pt x="495" y="21"/>
                </a:lnTo>
                <a:lnTo>
                  <a:pt x="495" y="22"/>
                </a:lnTo>
                <a:lnTo>
                  <a:pt x="496" y="24"/>
                </a:lnTo>
                <a:lnTo>
                  <a:pt x="496" y="25"/>
                </a:lnTo>
                <a:lnTo>
                  <a:pt x="496" y="26"/>
                </a:lnTo>
                <a:lnTo>
                  <a:pt x="497" y="27"/>
                </a:lnTo>
                <a:lnTo>
                  <a:pt x="497" y="28"/>
                </a:lnTo>
                <a:lnTo>
                  <a:pt x="497" y="30"/>
                </a:lnTo>
                <a:lnTo>
                  <a:pt x="497" y="31"/>
                </a:lnTo>
                <a:lnTo>
                  <a:pt x="498" y="32"/>
                </a:lnTo>
                <a:lnTo>
                  <a:pt x="498" y="33"/>
                </a:lnTo>
                <a:lnTo>
                  <a:pt x="499" y="33"/>
                </a:lnTo>
                <a:lnTo>
                  <a:pt x="500" y="33"/>
                </a:lnTo>
                <a:lnTo>
                  <a:pt x="500" y="34"/>
                </a:lnTo>
                <a:lnTo>
                  <a:pt x="501" y="34"/>
                </a:lnTo>
                <a:lnTo>
                  <a:pt x="501" y="35"/>
                </a:lnTo>
                <a:lnTo>
                  <a:pt x="501" y="38"/>
                </a:lnTo>
                <a:lnTo>
                  <a:pt x="501" y="39"/>
                </a:lnTo>
                <a:lnTo>
                  <a:pt x="501" y="40"/>
                </a:lnTo>
                <a:lnTo>
                  <a:pt x="501" y="42"/>
                </a:lnTo>
                <a:lnTo>
                  <a:pt x="501" y="43"/>
                </a:lnTo>
                <a:lnTo>
                  <a:pt x="500" y="43"/>
                </a:lnTo>
                <a:lnTo>
                  <a:pt x="500" y="44"/>
                </a:lnTo>
                <a:lnTo>
                  <a:pt x="500" y="45"/>
                </a:lnTo>
                <a:lnTo>
                  <a:pt x="501" y="45"/>
                </a:lnTo>
                <a:lnTo>
                  <a:pt x="501" y="46"/>
                </a:lnTo>
                <a:lnTo>
                  <a:pt x="501" y="47"/>
                </a:lnTo>
                <a:lnTo>
                  <a:pt x="501" y="48"/>
                </a:lnTo>
                <a:lnTo>
                  <a:pt x="501" y="49"/>
                </a:lnTo>
                <a:lnTo>
                  <a:pt x="502" y="49"/>
                </a:lnTo>
                <a:lnTo>
                  <a:pt x="504" y="50"/>
                </a:lnTo>
                <a:lnTo>
                  <a:pt x="505" y="50"/>
                </a:lnTo>
                <a:lnTo>
                  <a:pt x="505" y="51"/>
                </a:lnTo>
                <a:lnTo>
                  <a:pt x="505" y="52"/>
                </a:lnTo>
                <a:lnTo>
                  <a:pt x="505" y="53"/>
                </a:lnTo>
                <a:lnTo>
                  <a:pt x="504" y="54"/>
                </a:lnTo>
                <a:lnTo>
                  <a:pt x="503" y="55"/>
                </a:lnTo>
                <a:lnTo>
                  <a:pt x="501" y="57"/>
                </a:lnTo>
                <a:lnTo>
                  <a:pt x="501" y="58"/>
                </a:lnTo>
                <a:lnTo>
                  <a:pt x="500" y="59"/>
                </a:lnTo>
                <a:lnTo>
                  <a:pt x="500" y="61"/>
                </a:lnTo>
                <a:lnTo>
                  <a:pt x="500" y="62"/>
                </a:lnTo>
                <a:lnTo>
                  <a:pt x="500" y="63"/>
                </a:lnTo>
                <a:lnTo>
                  <a:pt x="499" y="64"/>
                </a:lnTo>
                <a:lnTo>
                  <a:pt x="499" y="65"/>
                </a:lnTo>
                <a:lnTo>
                  <a:pt x="500" y="66"/>
                </a:lnTo>
                <a:lnTo>
                  <a:pt x="500" y="65"/>
                </a:lnTo>
                <a:lnTo>
                  <a:pt x="501" y="65"/>
                </a:lnTo>
                <a:lnTo>
                  <a:pt x="501" y="66"/>
                </a:lnTo>
                <a:lnTo>
                  <a:pt x="502" y="66"/>
                </a:lnTo>
                <a:lnTo>
                  <a:pt x="503" y="67"/>
                </a:lnTo>
                <a:lnTo>
                  <a:pt x="504" y="68"/>
                </a:lnTo>
                <a:lnTo>
                  <a:pt x="505" y="68"/>
                </a:lnTo>
                <a:lnTo>
                  <a:pt x="506" y="69"/>
                </a:lnTo>
                <a:lnTo>
                  <a:pt x="507" y="69"/>
                </a:lnTo>
                <a:lnTo>
                  <a:pt x="508" y="69"/>
                </a:lnTo>
                <a:lnTo>
                  <a:pt x="509" y="70"/>
                </a:lnTo>
                <a:lnTo>
                  <a:pt x="510" y="71"/>
                </a:lnTo>
                <a:lnTo>
                  <a:pt x="511" y="71"/>
                </a:lnTo>
                <a:lnTo>
                  <a:pt x="512" y="70"/>
                </a:lnTo>
                <a:lnTo>
                  <a:pt x="513" y="71"/>
                </a:lnTo>
                <a:lnTo>
                  <a:pt x="514" y="71"/>
                </a:lnTo>
                <a:lnTo>
                  <a:pt x="515" y="71"/>
                </a:lnTo>
                <a:lnTo>
                  <a:pt x="516" y="71"/>
                </a:lnTo>
                <a:lnTo>
                  <a:pt x="517" y="71"/>
                </a:lnTo>
                <a:lnTo>
                  <a:pt x="517" y="70"/>
                </a:lnTo>
                <a:lnTo>
                  <a:pt x="518" y="70"/>
                </a:lnTo>
                <a:lnTo>
                  <a:pt x="520" y="69"/>
                </a:lnTo>
                <a:lnTo>
                  <a:pt x="520" y="68"/>
                </a:lnTo>
                <a:lnTo>
                  <a:pt x="521" y="68"/>
                </a:lnTo>
                <a:lnTo>
                  <a:pt x="521" y="69"/>
                </a:lnTo>
                <a:lnTo>
                  <a:pt x="523" y="69"/>
                </a:lnTo>
                <a:lnTo>
                  <a:pt x="523" y="68"/>
                </a:lnTo>
                <a:lnTo>
                  <a:pt x="523" y="67"/>
                </a:lnTo>
                <a:lnTo>
                  <a:pt x="524" y="67"/>
                </a:lnTo>
                <a:lnTo>
                  <a:pt x="525" y="68"/>
                </a:lnTo>
                <a:lnTo>
                  <a:pt x="526" y="69"/>
                </a:lnTo>
                <a:lnTo>
                  <a:pt x="525" y="69"/>
                </a:lnTo>
                <a:lnTo>
                  <a:pt x="525" y="70"/>
                </a:lnTo>
                <a:lnTo>
                  <a:pt x="526" y="70"/>
                </a:lnTo>
                <a:lnTo>
                  <a:pt x="527" y="70"/>
                </a:lnTo>
                <a:lnTo>
                  <a:pt x="528" y="70"/>
                </a:lnTo>
                <a:lnTo>
                  <a:pt x="529" y="70"/>
                </a:lnTo>
                <a:lnTo>
                  <a:pt x="530" y="70"/>
                </a:lnTo>
                <a:lnTo>
                  <a:pt x="531" y="70"/>
                </a:lnTo>
                <a:lnTo>
                  <a:pt x="531" y="71"/>
                </a:lnTo>
                <a:lnTo>
                  <a:pt x="530" y="71"/>
                </a:lnTo>
                <a:lnTo>
                  <a:pt x="530" y="72"/>
                </a:lnTo>
                <a:lnTo>
                  <a:pt x="531" y="72"/>
                </a:lnTo>
                <a:lnTo>
                  <a:pt x="529" y="74"/>
                </a:lnTo>
                <a:lnTo>
                  <a:pt x="528" y="75"/>
                </a:lnTo>
                <a:lnTo>
                  <a:pt x="528" y="76"/>
                </a:lnTo>
                <a:lnTo>
                  <a:pt x="527" y="76"/>
                </a:lnTo>
                <a:lnTo>
                  <a:pt x="528" y="76"/>
                </a:lnTo>
                <a:lnTo>
                  <a:pt x="528" y="77"/>
                </a:lnTo>
                <a:lnTo>
                  <a:pt x="528" y="79"/>
                </a:lnTo>
                <a:lnTo>
                  <a:pt x="528" y="80"/>
                </a:lnTo>
                <a:lnTo>
                  <a:pt x="528" y="81"/>
                </a:lnTo>
                <a:lnTo>
                  <a:pt x="528" y="82"/>
                </a:lnTo>
                <a:lnTo>
                  <a:pt x="527" y="82"/>
                </a:lnTo>
                <a:lnTo>
                  <a:pt x="525" y="82"/>
                </a:lnTo>
                <a:lnTo>
                  <a:pt x="524" y="83"/>
                </a:lnTo>
                <a:lnTo>
                  <a:pt x="525" y="85"/>
                </a:lnTo>
                <a:lnTo>
                  <a:pt x="525" y="86"/>
                </a:lnTo>
                <a:lnTo>
                  <a:pt x="525" y="87"/>
                </a:lnTo>
                <a:lnTo>
                  <a:pt x="525" y="88"/>
                </a:lnTo>
                <a:lnTo>
                  <a:pt x="526" y="89"/>
                </a:lnTo>
                <a:lnTo>
                  <a:pt x="526" y="90"/>
                </a:lnTo>
                <a:lnTo>
                  <a:pt x="526" y="91"/>
                </a:lnTo>
                <a:lnTo>
                  <a:pt x="526" y="92"/>
                </a:lnTo>
                <a:lnTo>
                  <a:pt x="527" y="92"/>
                </a:lnTo>
                <a:lnTo>
                  <a:pt x="527" y="93"/>
                </a:lnTo>
                <a:lnTo>
                  <a:pt x="527" y="94"/>
                </a:lnTo>
                <a:lnTo>
                  <a:pt x="528" y="94"/>
                </a:lnTo>
                <a:lnTo>
                  <a:pt x="528" y="95"/>
                </a:lnTo>
                <a:lnTo>
                  <a:pt x="528" y="96"/>
                </a:lnTo>
                <a:lnTo>
                  <a:pt x="528" y="97"/>
                </a:lnTo>
                <a:lnTo>
                  <a:pt x="528" y="98"/>
                </a:lnTo>
                <a:lnTo>
                  <a:pt x="527" y="98"/>
                </a:lnTo>
                <a:lnTo>
                  <a:pt x="526" y="98"/>
                </a:lnTo>
                <a:lnTo>
                  <a:pt x="525" y="98"/>
                </a:lnTo>
                <a:lnTo>
                  <a:pt x="525" y="99"/>
                </a:lnTo>
                <a:lnTo>
                  <a:pt x="525" y="100"/>
                </a:lnTo>
                <a:lnTo>
                  <a:pt x="525" y="102"/>
                </a:lnTo>
                <a:lnTo>
                  <a:pt x="525" y="103"/>
                </a:lnTo>
                <a:lnTo>
                  <a:pt x="525" y="105"/>
                </a:lnTo>
                <a:lnTo>
                  <a:pt x="526" y="105"/>
                </a:lnTo>
                <a:lnTo>
                  <a:pt x="527" y="105"/>
                </a:lnTo>
                <a:lnTo>
                  <a:pt x="527" y="106"/>
                </a:lnTo>
                <a:lnTo>
                  <a:pt x="528" y="106"/>
                </a:lnTo>
                <a:lnTo>
                  <a:pt x="528" y="107"/>
                </a:lnTo>
                <a:lnTo>
                  <a:pt x="529" y="107"/>
                </a:lnTo>
                <a:lnTo>
                  <a:pt x="531" y="106"/>
                </a:lnTo>
                <a:lnTo>
                  <a:pt x="531" y="107"/>
                </a:lnTo>
                <a:lnTo>
                  <a:pt x="532" y="107"/>
                </a:lnTo>
                <a:lnTo>
                  <a:pt x="532" y="106"/>
                </a:lnTo>
                <a:lnTo>
                  <a:pt x="533" y="106"/>
                </a:lnTo>
                <a:lnTo>
                  <a:pt x="534" y="106"/>
                </a:lnTo>
                <a:lnTo>
                  <a:pt x="535" y="105"/>
                </a:lnTo>
                <a:lnTo>
                  <a:pt x="535" y="104"/>
                </a:lnTo>
                <a:lnTo>
                  <a:pt x="534" y="104"/>
                </a:lnTo>
                <a:lnTo>
                  <a:pt x="533" y="104"/>
                </a:lnTo>
                <a:lnTo>
                  <a:pt x="533" y="103"/>
                </a:lnTo>
                <a:lnTo>
                  <a:pt x="533" y="102"/>
                </a:lnTo>
                <a:lnTo>
                  <a:pt x="534" y="101"/>
                </a:lnTo>
                <a:lnTo>
                  <a:pt x="534" y="100"/>
                </a:lnTo>
                <a:lnTo>
                  <a:pt x="535" y="100"/>
                </a:lnTo>
                <a:lnTo>
                  <a:pt x="536" y="99"/>
                </a:lnTo>
                <a:lnTo>
                  <a:pt x="537" y="99"/>
                </a:lnTo>
                <a:lnTo>
                  <a:pt x="537" y="98"/>
                </a:lnTo>
                <a:lnTo>
                  <a:pt x="537" y="97"/>
                </a:lnTo>
                <a:lnTo>
                  <a:pt x="536" y="96"/>
                </a:lnTo>
                <a:lnTo>
                  <a:pt x="536" y="95"/>
                </a:lnTo>
                <a:lnTo>
                  <a:pt x="535" y="95"/>
                </a:lnTo>
                <a:lnTo>
                  <a:pt x="534" y="94"/>
                </a:lnTo>
                <a:lnTo>
                  <a:pt x="534" y="93"/>
                </a:lnTo>
                <a:lnTo>
                  <a:pt x="533" y="93"/>
                </a:lnTo>
                <a:lnTo>
                  <a:pt x="531" y="92"/>
                </a:lnTo>
                <a:lnTo>
                  <a:pt x="532" y="90"/>
                </a:lnTo>
                <a:lnTo>
                  <a:pt x="533" y="89"/>
                </a:lnTo>
                <a:lnTo>
                  <a:pt x="534" y="89"/>
                </a:lnTo>
                <a:lnTo>
                  <a:pt x="535" y="89"/>
                </a:lnTo>
                <a:lnTo>
                  <a:pt x="536" y="89"/>
                </a:lnTo>
                <a:lnTo>
                  <a:pt x="537" y="89"/>
                </a:lnTo>
                <a:lnTo>
                  <a:pt x="537" y="88"/>
                </a:lnTo>
                <a:lnTo>
                  <a:pt x="538" y="88"/>
                </a:lnTo>
                <a:lnTo>
                  <a:pt x="538" y="87"/>
                </a:lnTo>
                <a:lnTo>
                  <a:pt x="539" y="87"/>
                </a:lnTo>
                <a:lnTo>
                  <a:pt x="540" y="87"/>
                </a:lnTo>
                <a:lnTo>
                  <a:pt x="540" y="88"/>
                </a:lnTo>
                <a:lnTo>
                  <a:pt x="540" y="89"/>
                </a:lnTo>
                <a:lnTo>
                  <a:pt x="540" y="90"/>
                </a:lnTo>
                <a:lnTo>
                  <a:pt x="541" y="90"/>
                </a:lnTo>
                <a:lnTo>
                  <a:pt x="542" y="90"/>
                </a:lnTo>
                <a:lnTo>
                  <a:pt x="542" y="92"/>
                </a:lnTo>
                <a:lnTo>
                  <a:pt x="543" y="92"/>
                </a:lnTo>
                <a:lnTo>
                  <a:pt x="542" y="92"/>
                </a:lnTo>
                <a:lnTo>
                  <a:pt x="543" y="93"/>
                </a:lnTo>
                <a:lnTo>
                  <a:pt x="544" y="94"/>
                </a:lnTo>
                <a:lnTo>
                  <a:pt x="545" y="94"/>
                </a:lnTo>
                <a:lnTo>
                  <a:pt x="546" y="95"/>
                </a:lnTo>
                <a:lnTo>
                  <a:pt x="545" y="96"/>
                </a:lnTo>
                <a:lnTo>
                  <a:pt x="545" y="97"/>
                </a:lnTo>
                <a:lnTo>
                  <a:pt x="545" y="98"/>
                </a:lnTo>
                <a:lnTo>
                  <a:pt x="544" y="99"/>
                </a:lnTo>
                <a:lnTo>
                  <a:pt x="544" y="100"/>
                </a:lnTo>
                <a:lnTo>
                  <a:pt x="545" y="101"/>
                </a:lnTo>
                <a:lnTo>
                  <a:pt x="546" y="101"/>
                </a:lnTo>
                <a:lnTo>
                  <a:pt x="546" y="102"/>
                </a:lnTo>
                <a:lnTo>
                  <a:pt x="545" y="103"/>
                </a:lnTo>
                <a:lnTo>
                  <a:pt x="545" y="104"/>
                </a:lnTo>
                <a:lnTo>
                  <a:pt x="546" y="104"/>
                </a:lnTo>
                <a:lnTo>
                  <a:pt x="545" y="106"/>
                </a:lnTo>
                <a:lnTo>
                  <a:pt x="544" y="107"/>
                </a:lnTo>
                <a:lnTo>
                  <a:pt x="544" y="108"/>
                </a:lnTo>
                <a:lnTo>
                  <a:pt x="545" y="108"/>
                </a:lnTo>
                <a:lnTo>
                  <a:pt x="545" y="109"/>
                </a:lnTo>
                <a:lnTo>
                  <a:pt x="544" y="110"/>
                </a:lnTo>
                <a:lnTo>
                  <a:pt x="543" y="111"/>
                </a:lnTo>
                <a:lnTo>
                  <a:pt x="542" y="111"/>
                </a:lnTo>
                <a:lnTo>
                  <a:pt x="541" y="111"/>
                </a:lnTo>
                <a:lnTo>
                  <a:pt x="541" y="112"/>
                </a:lnTo>
                <a:lnTo>
                  <a:pt x="540" y="112"/>
                </a:lnTo>
                <a:lnTo>
                  <a:pt x="540" y="113"/>
                </a:lnTo>
                <a:lnTo>
                  <a:pt x="540" y="115"/>
                </a:lnTo>
                <a:lnTo>
                  <a:pt x="541" y="116"/>
                </a:lnTo>
                <a:lnTo>
                  <a:pt x="541" y="117"/>
                </a:lnTo>
                <a:lnTo>
                  <a:pt x="541" y="118"/>
                </a:lnTo>
                <a:lnTo>
                  <a:pt x="541" y="119"/>
                </a:lnTo>
                <a:lnTo>
                  <a:pt x="542" y="119"/>
                </a:lnTo>
                <a:lnTo>
                  <a:pt x="543" y="119"/>
                </a:lnTo>
                <a:lnTo>
                  <a:pt x="544" y="119"/>
                </a:lnTo>
                <a:lnTo>
                  <a:pt x="544" y="120"/>
                </a:lnTo>
                <a:lnTo>
                  <a:pt x="544" y="121"/>
                </a:lnTo>
                <a:lnTo>
                  <a:pt x="544" y="123"/>
                </a:lnTo>
                <a:lnTo>
                  <a:pt x="545" y="122"/>
                </a:lnTo>
                <a:lnTo>
                  <a:pt x="545" y="121"/>
                </a:lnTo>
                <a:lnTo>
                  <a:pt x="545" y="120"/>
                </a:lnTo>
                <a:lnTo>
                  <a:pt x="547" y="120"/>
                </a:lnTo>
                <a:lnTo>
                  <a:pt x="548" y="119"/>
                </a:lnTo>
                <a:lnTo>
                  <a:pt x="548" y="118"/>
                </a:lnTo>
                <a:lnTo>
                  <a:pt x="548" y="117"/>
                </a:lnTo>
                <a:lnTo>
                  <a:pt x="549" y="117"/>
                </a:lnTo>
                <a:lnTo>
                  <a:pt x="550" y="117"/>
                </a:lnTo>
                <a:lnTo>
                  <a:pt x="550" y="118"/>
                </a:lnTo>
                <a:lnTo>
                  <a:pt x="551" y="119"/>
                </a:lnTo>
                <a:lnTo>
                  <a:pt x="551" y="120"/>
                </a:lnTo>
                <a:lnTo>
                  <a:pt x="552" y="120"/>
                </a:lnTo>
                <a:lnTo>
                  <a:pt x="552" y="121"/>
                </a:lnTo>
                <a:lnTo>
                  <a:pt x="552" y="122"/>
                </a:lnTo>
                <a:lnTo>
                  <a:pt x="553" y="122"/>
                </a:lnTo>
                <a:lnTo>
                  <a:pt x="554" y="123"/>
                </a:lnTo>
                <a:lnTo>
                  <a:pt x="554" y="122"/>
                </a:lnTo>
                <a:lnTo>
                  <a:pt x="555" y="122"/>
                </a:lnTo>
                <a:lnTo>
                  <a:pt x="556" y="121"/>
                </a:lnTo>
                <a:lnTo>
                  <a:pt x="557" y="120"/>
                </a:lnTo>
                <a:lnTo>
                  <a:pt x="558" y="120"/>
                </a:lnTo>
                <a:lnTo>
                  <a:pt x="559" y="120"/>
                </a:lnTo>
                <a:lnTo>
                  <a:pt x="560" y="120"/>
                </a:lnTo>
                <a:lnTo>
                  <a:pt x="561" y="120"/>
                </a:lnTo>
                <a:lnTo>
                  <a:pt x="561" y="121"/>
                </a:lnTo>
                <a:lnTo>
                  <a:pt x="562" y="121"/>
                </a:lnTo>
                <a:lnTo>
                  <a:pt x="562" y="122"/>
                </a:lnTo>
                <a:lnTo>
                  <a:pt x="561" y="122"/>
                </a:lnTo>
                <a:lnTo>
                  <a:pt x="561" y="123"/>
                </a:lnTo>
                <a:lnTo>
                  <a:pt x="562" y="123"/>
                </a:lnTo>
                <a:lnTo>
                  <a:pt x="562" y="124"/>
                </a:lnTo>
                <a:lnTo>
                  <a:pt x="563" y="124"/>
                </a:lnTo>
                <a:lnTo>
                  <a:pt x="564" y="124"/>
                </a:lnTo>
                <a:lnTo>
                  <a:pt x="565" y="125"/>
                </a:lnTo>
                <a:lnTo>
                  <a:pt x="566" y="125"/>
                </a:lnTo>
                <a:lnTo>
                  <a:pt x="567" y="126"/>
                </a:lnTo>
                <a:lnTo>
                  <a:pt x="567" y="127"/>
                </a:lnTo>
                <a:lnTo>
                  <a:pt x="568" y="127"/>
                </a:lnTo>
                <a:lnTo>
                  <a:pt x="570" y="127"/>
                </a:lnTo>
                <a:lnTo>
                  <a:pt x="570" y="126"/>
                </a:lnTo>
                <a:lnTo>
                  <a:pt x="571" y="125"/>
                </a:lnTo>
                <a:lnTo>
                  <a:pt x="570" y="124"/>
                </a:lnTo>
                <a:lnTo>
                  <a:pt x="570" y="123"/>
                </a:lnTo>
                <a:lnTo>
                  <a:pt x="570" y="122"/>
                </a:lnTo>
                <a:lnTo>
                  <a:pt x="571" y="122"/>
                </a:lnTo>
                <a:lnTo>
                  <a:pt x="572" y="121"/>
                </a:lnTo>
                <a:lnTo>
                  <a:pt x="572" y="120"/>
                </a:lnTo>
                <a:lnTo>
                  <a:pt x="573" y="120"/>
                </a:lnTo>
                <a:lnTo>
                  <a:pt x="573" y="121"/>
                </a:lnTo>
                <a:lnTo>
                  <a:pt x="573" y="122"/>
                </a:lnTo>
                <a:lnTo>
                  <a:pt x="575" y="122"/>
                </a:lnTo>
                <a:lnTo>
                  <a:pt x="576" y="123"/>
                </a:lnTo>
                <a:lnTo>
                  <a:pt x="577" y="124"/>
                </a:lnTo>
                <a:lnTo>
                  <a:pt x="578" y="124"/>
                </a:lnTo>
                <a:lnTo>
                  <a:pt x="578" y="123"/>
                </a:lnTo>
                <a:lnTo>
                  <a:pt x="579" y="123"/>
                </a:lnTo>
                <a:lnTo>
                  <a:pt x="580" y="122"/>
                </a:lnTo>
                <a:lnTo>
                  <a:pt x="580" y="121"/>
                </a:lnTo>
                <a:lnTo>
                  <a:pt x="579" y="120"/>
                </a:lnTo>
                <a:lnTo>
                  <a:pt x="579" y="119"/>
                </a:lnTo>
                <a:lnTo>
                  <a:pt x="578" y="119"/>
                </a:lnTo>
                <a:lnTo>
                  <a:pt x="578" y="118"/>
                </a:lnTo>
                <a:lnTo>
                  <a:pt x="578" y="117"/>
                </a:lnTo>
                <a:lnTo>
                  <a:pt x="577" y="117"/>
                </a:lnTo>
                <a:lnTo>
                  <a:pt x="577" y="116"/>
                </a:lnTo>
                <a:lnTo>
                  <a:pt x="578" y="116"/>
                </a:lnTo>
                <a:lnTo>
                  <a:pt x="578" y="115"/>
                </a:lnTo>
                <a:lnTo>
                  <a:pt x="579" y="115"/>
                </a:lnTo>
                <a:lnTo>
                  <a:pt x="580" y="114"/>
                </a:lnTo>
                <a:lnTo>
                  <a:pt x="581" y="114"/>
                </a:lnTo>
                <a:lnTo>
                  <a:pt x="581" y="113"/>
                </a:lnTo>
                <a:lnTo>
                  <a:pt x="582" y="112"/>
                </a:lnTo>
                <a:lnTo>
                  <a:pt x="581" y="112"/>
                </a:lnTo>
                <a:lnTo>
                  <a:pt x="582" y="111"/>
                </a:lnTo>
                <a:lnTo>
                  <a:pt x="582" y="110"/>
                </a:lnTo>
                <a:lnTo>
                  <a:pt x="583" y="110"/>
                </a:lnTo>
                <a:lnTo>
                  <a:pt x="583" y="109"/>
                </a:lnTo>
                <a:lnTo>
                  <a:pt x="583" y="108"/>
                </a:lnTo>
                <a:lnTo>
                  <a:pt x="584" y="108"/>
                </a:lnTo>
                <a:lnTo>
                  <a:pt x="584" y="107"/>
                </a:lnTo>
                <a:lnTo>
                  <a:pt x="583" y="107"/>
                </a:lnTo>
                <a:lnTo>
                  <a:pt x="583" y="106"/>
                </a:lnTo>
                <a:lnTo>
                  <a:pt x="584" y="106"/>
                </a:lnTo>
                <a:lnTo>
                  <a:pt x="584" y="105"/>
                </a:lnTo>
                <a:lnTo>
                  <a:pt x="585" y="105"/>
                </a:lnTo>
                <a:lnTo>
                  <a:pt x="585" y="104"/>
                </a:lnTo>
                <a:lnTo>
                  <a:pt x="584" y="104"/>
                </a:lnTo>
                <a:lnTo>
                  <a:pt x="584" y="103"/>
                </a:lnTo>
                <a:lnTo>
                  <a:pt x="585" y="102"/>
                </a:lnTo>
                <a:lnTo>
                  <a:pt x="585" y="101"/>
                </a:lnTo>
                <a:lnTo>
                  <a:pt x="585" y="99"/>
                </a:lnTo>
                <a:lnTo>
                  <a:pt x="585" y="98"/>
                </a:lnTo>
                <a:lnTo>
                  <a:pt x="585" y="97"/>
                </a:lnTo>
                <a:lnTo>
                  <a:pt x="585" y="96"/>
                </a:lnTo>
                <a:lnTo>
                  <a:pt x="586" y="97"/>
                </a:lnTo>
                <a:lnTo>
                  <a:pt x="587" y="96"/>
                </a:lnTo>
                <a:lnTo>
                  <a:pt x="587" y="95"/>
                </a:lnTo>
                <a:lnTo>
                  <a:pt x="586" y="95"/>
                </a:lnTo>
                <a:lnTo>
                  <a:pt x="587" y="95"/>
                </a:lnTo>
                <a:lnTo>
                  <a:pt x="588" y="95"/>
                </a:lnTo>
                <a:lnTo>
                  <a:pt x="588" y="94"/>
                </a:lnTo>
                <a:lnTo>
                  <a:pt x="588" y="93"/>
                </a:lnTo>
                <a:lnTo>
                  <a:pt x="587" y="93"/>
                </a:lnTo>
                <a:lnTo>
                  <a:pt x="587" y="92"/>
                </a:lnTo>
                <a:lnTo>
                  <a:pt x="588" y="92"/>
                </a:lnTo>
                <a:lnTo>
                  <a:pt x="589" y="92"/>
                </a:lnTo>
                <a:lnTo>
                  <a:pt x="589" y="91"/>
                </a:lnTo>
                <a:lnTo>
                  <a:pt x="589" y="90"/>
                </a:lnTo>
                <a:lnTo>
                  <a:pt x="590" y="90"/>
                </a:lnTo>
                <a:lnTo>
                  <a:pt x="591" y="89"/>
                </a:lnTo>
                <a:lnTo>
                  <a:pt x="592" y="89"/>
                </a:lnTo>
                <a:lnTo>
                  <a:pt x="593" y="89"/>
                </a:lnTo>
                <a:lnTo>
                  <a:pt x="593" y="90"/>
                </a:lnTo>
                <a:lnTo>
                  <a:pt x="595" y="89"/>
                </a:lnTo>
                <a:lnTo>
                  <a:pt x="596" y="88"/>
                </a:lnTo>
                <a:lnTo>
                  <a:pt x="597" y="87"/>
                </a:lnTo>
                <a:lnTo>
                  <a:pt x="598" y="87"/>
                </a:lnTo>
                <a:lnTo>
                  <a:pt x="598" y="88"/>
                </a:lnTo>
                <a:lnTo>
                  <a:pt x="597" y="88"/>
                </a:lnTo>
                <a:lnTo>
                  <a:pt x="597" y="89"/>
                </a:lnTo>
                <a:lnTo>
                  <a:pt x="596" y="91"/>
                </a:lnTo>
                <a:lnTo>
                  <a:pt x="597" y="92"/>
                </a:lnTo>
                <a:lnTo>
                  <a:pt x="596" y="92"/>
                </a:lnTo>
                <a:lnTo>
                  <a:pt x="596" y="93"/>
                </a:lnTo>
                <a:lnTo>
                  <a:pt x="596" y="95"/>
                </a:lnTo>
                <a:lnTo>
                  <a:pt x="596" y="98"/>
                </a:lnTo>
                <a:lnTo>
                  <a:pt x="597" y="98"/>
                </a:lnTo>
                <a:lnTo>
                  <a:pt x="597" y="99"/>
                </a:lnTo>
                <a:lnTo>
                  <a:pt x="597" y="100"/>
                </a:lnTo>
                <a:lnTo>
                  <a:pt x="598" y="100"/>
                </a:lnTo>
                <a:lnTo>
                  <a:pt x="598" y="101"/>
                </a:lnTo>
                <a:lnTo>
                  <a:pt x="599" y="101"/>
                </a:lnTo>
                <a:lnTo>
                  <a:pt x="599" y="102"/>
                </a:lnTo>
                <a:lnTo>
                  <a:pt x="599" y="103"/>
                </a:lnTo>
                <a:lnTo>
                  <a:pt x="598" y="104"/>
                </a:lnTo>
                <a:lnTo>
                  <a:pt x="598" y="105"/>
                </a:lnTo>
                <a:lnTo>
                  <a:pt x="597" y="106"/>
                </a:lnTo>
                <a:lnTo>
                  <a:pt x="597" y="107"/>
                </a:lnTo>
                <a:lnTo>
                  <a:pt x="598" y="108"/>
                </a:lnTo>
                <a:lnTo>
                  <a:pt x="598" y="109"/>
                </a:lnTo>
                <a:lnTo>
                  <a:pt x="598" y="110"/>
                </a:lnTo>
                <a:lnTo>
                  <a:pt x="598" y="109"/>
                </a:lnTo>
                <a:lnTo>
                  <a:pt x="599" y="109"/>
                </a:lnTo>
                <a:lnTo>
                  <a:pt x="599" y="110"/>
                </a:lnTo>
                <a:lnTo>
                  <a:pt x="599" y="111"/>
                </a:lnTo>
                <a:lnTo>
                  <a:pt x="600" y="111"/>
                </a:lnTo>
                <a:lnTo>
                  <a:pt x="601" y="111"/>
                </a:lnTo>
                <a:lnTo>
                  <a:pt x="601" y="112"/>
                </a:lnTo>
                <a:lnTo>
                  <a:pt x="600" y="112"/>
                </a:lnTo>
                <a:lnTo>
                  <a:pt x="600" y="113"/>
                </a:lnTo>
                <a:lnTo>
                  <a:pt x="601" y="114"/>
                </a:lnTo>
                <a:lnTo>
                  <a:pt x="602" y="113"/>
                </a:lnTo>
                <a:lnTo>
                  <a:pt x="603" y="112"/>
                </a:lnTo>
                <a:lnTo>
                  <a:pt x="604" y="112"/>
                </a:lnTo>
                <a:lnTo>
                  <a:pt x="604" y="111"/>
                </a:lnTo>
                <a:lnTo>
                  <a:pt x="605" y="111"/>
                </a:lnTo>
                <a:lnTo>
                  <a:pt x="606" y="112"/>
                </a:lnTo>
                <a:lnTo>
                  <a:pt x="607" y="112"/>
                </a:lnTo>
                <a:lnTo>
                  <a:pt x="607" y="113"/>
                </a:lnTo>
                <a:lnTo>
                  <a:pt x="607" y="114"/>
                </a:lnTo>
                <a:lnTo>
                  <a:pt x="606" y="114"/>
                </a:lnTo>
                <a:lnTo>
                  <a:pt x="606" y="115"/>
                </a:lnTo>
                <a:lnTo>
                  <a:pt x="607" y="115"/>
                </a:lnTo>
                <a:lnTo>
                  <a:pt x="607" y="114"/>
                </a:lnTo>
                <a:lnTo>
                  <a:pt x="608" y="114"/>
                </a:lnTo>
                <a:lnTo>
                  <a:pt x="608" y="113"/>
                </a:lnTo>
                <a:lnTo>
                  <a:pt x="609" y="113"/>
                </a:lnTo>
                <a:lnTo>
                  <a:pt x="609" y="114"/>
                </a:lnTo>
                <a:lnTo>
                  <a:pt x="610" y="114"/>
                </a:lnTo>
                <a:lnTo>
                  <a:pt x="611" y="114"/>
                </a:lnTo>
                <a:lnTo>
                  <a:pt x="610" y="114"/>
                </a:lnTo>
                <a:lnTo>
                  <a:pt x="610" y="115"/>
                </a:lnTo>
                <a:lnTo>
                  <a:pt x="609" y="115"/>
                </a:lnTo>
                <a:lnTo>
                  <a:pt x="608" y="116"/>
                </a:lnTo>
                <a:lnTo>
                  <a:pt x="608" y="117"/>
                </a:lnTo>
                <a:lnTo>
                  <a:pt x="607" y="118"/>
                </a:lnTo>
                <a:lnTo>
                  <a:pt x="607" y="119"/>
                </a:lnTo>
                <a:lnTo>
                  <a:pt x="607" y="120"/>
                </a:lnTo>
                <a:lnTo>
                  <a:pt x="605" y="121"/>
                </a:lnTo>
                <a:lnTo>
                  <a:pt x="605" y="123"/>
                </a:lnTo>
                <a:lnTo>
                  <a:pt x="605" y="124"/>
                </a:lnTo>
                <a:lnTo>
                  <a:pt x="605" y="125"/>
                </a:lnTo>
                <a:lnTo>
                  <a:pt x="605" y="126"/>
                </a:lnTo>
                <a:lnTo>
                  <a:pt x="605" y="127"/>
                </a:lnTo>
                <a:lnTo>
                  <a:pt x="604" y="127"/>
                </a:lnTo>
                <a:lnTo>
                  <a:pt x="604" y="128"/>
                </a:lnTo>
                <a:lnTo>
                  <a:pt x="605" y="128"/>
                </a:lnTo>
                <a:lnTo>
                  <a:pt x="605" y="129"/>
                </a:lnTo>
                <a:lnTo>
                  <a:pt x="605" y="130"/>
                </a:lnTo>
                <a:lnTo>
                  <a:pt x="604" y="130"/>
                </a:lnTo>
                <a:lnTo>
                  <a:pt x="604" y="131"/>
                </a:lnTo>
                <a:lnTo>
                  <a:pt x="604" y="132"/>
                </a:lnTo>
                <a:lnTo>
                  <a:pt x="603" y="132"/>
                </a:lnTo>
                <a:lnTo>
                  <a:pt x="603" y="133"/>
                </a:lnTo>
                <a:lnTo>
                  <a:pt x="602" y="134"/>
                </a:lnTo>
                <a:lnTo>
                  <a:pt x="602" y="135"/>
                </a:lnTo>
                <a:lnTo>
                  <a:pt x="602" y="136"/>
                </a:lnTo>
                <a:lnTo>
                  <a:pt x="602" y="137"/>
                </a:lnTo>
                <a:lnTo>
                  <a:pt x="601" y="137"/>
                </a:lnTo>
                <a:lnTo>
                  <a:pt x="601" y="139"/>
                </a:lnTo>
                <a:lnTo>
                  <a:pt x="601" y="140"/>
                </a:lnTo>
                <a:lnTo>
                  <a:pt x="600" y="140"/>
                </a:lnTo>
                <a:lnTo>
                  <a:pt x="600" y="141"/>
                </a:lnTo>
                <a:lnTo>
                  <a:pt x="600" y="142"/>
                </a:lnTo>
                <a:lnTo>
                  <a:pt x="600" y="143"/>
                </a:lnTo>
                <a:lnTo>
                  <a:pt x="601" y="143"/>
                </a:lnTo>
                <a:lnTo>
                  <a:pt x="601" y="142"/>
                </a:lnTo>
                <a:lnTo>
                  <a:pt x="602" y="142"/>
                </a:lnTo>
                <a:lnTo>
                  <a:pt x="602" y="141"/>
                </a:lnTo>
                <a:lnTo>
                  <a:pt x="603" y="141"/>
                </a:lnTo>
                <a:lnTo>
                  <a:pt x="603" y="140"/>
                </a:lnTo>
                <a:lnTo>
                  <a:pt x="604" y="140"/>
                </a:lnTo>
                <a:lnTo>
                  <a:pt x="604" y="139"/>
                </a:lnTo>
                <a:lnTo>
                  <a:pt x="605" y="139"/>
                </a:lnTo>
                <a:lnTo>
                  <a:pt x="606" y="139"/>
                </a:lnTo>
                <a:lnTo>
                  <a:pt x="606" y="140"/>
                </a:lnTo>
                <a:lnTo>
                  <a:pt x="607" y="140"/>
                </a:lnTo>
                <a:lnTo>
                  <a:pt x="608" y="141"/>
                </a:lnTo>
                <a:lnTo>
                  <a:pt x="608" y="142"/>
                </a:lnTo>
                <a:lnTo>
                  <a:pt x="609" y="142"/>
                </a:lnTo>
                <a:lnTo>
                  <a:pt x="609" y="143"/>
                </a:lnTo>
                <a:lnTo>
                  <a:pt x="608" y="144"/>
                </a:lnTo>
                <a:lnTo>
                  <a:pt x="607" y="145"/>
                </a:lnTo>
                <a:lnTo>
                  <a:pt x="606" y="146"/>
                </a:lnTo>
                <a:lnTo>
                  <a:pt x="605" y="145"/>
                </a:lnTo>
                <a:lnTo>
                  <a:pt x="604" y="146"/>
                </a:lnTo>
                <a:lnTo>
                  <a:pt x="604" y="147"/>
                </a:lnTo>
                <a:lnTo>
                  <a:pt x="603" y="147"/>
                </a:lnTo>
                <a:lnTo>
                  <a:pt x="603" y="148"/>
                </a:lnTo>
                <a:lnTo>
                  <a:pt x="603" y="150"/>
                </a:lnTo>
                <a:lnTo>
                  <a:pt x="602" y="150"/>
                </a:lnTo>
                <a:lnTo>
                  <a:pt x="601" y="150"/>
                </a:lnTo>
                <a:lnTo>
                  <a:pt x="601" y="151"/>
                </a:lnTo>
                <a:lnTo>
                  <a:pt x="601" y="153"/>
                </a:lnTo>
                <a:lnTo>
                  <a:pt x="602" y="154"/>
                </a:lnTo>
                <a:lnTo>
                  <a:pt x="602" y="156"/>
                </a:lnTo>
                <a:lnTo>
                  <a:pt x="602" y="157"/>
                </a:lnTo>
                <a:lnTo>
                  <a:pt x="603" y="158"/>
                </a:lnTo>
                <a:lnTo>
                  <a:pt x="602" y="160"/>
                </a:lnTo>
                <a:lnTo>
                  <a:pt x="602" y="161"/>
                </a:lnTo>
                <a:lnTo>
                  <a:pt x="603" y="161"/>
                </a:lnTo>
                <a:lnTo>
                  <a:pt x="604" y="162"/>
                </a:lnTo>
                <a:lnTo>
                  <a:pt x="605" y="162"/>
                </a:lnTo>
                <a:lnTo>
                  <a:pt x="604" y="163"/>
                </a:lnTo>
                <a:lnTo>
                  <a:pt x="604" y="162"/>
                </a:lnTo>
                <a:lnTo>
                  <a:pt x="603" y="163"/>
                </a:lnTo>
                <a:lnTo>
                  <a:pt x="604" y="164"/>
                </a:lnTo>
                <a:lnTo>
                  <a:pt x="605" y="164"/>
                </a:lnTo>
                <a:lnTo>
                  <a:pt x="605" y="165"/>
                </a:lnTo>
                <a:lnTo>
                  <a:pt x="606" y="165"/>
                </a:lnTo>
                <a:lnTo>
                  <a:pt x="605" y="165"/>
                </a:lnTo>
                <a:lnTo>
                  <a:pt x="605" y="166"/>
                </a:lnTo>
                <a:lnTo>
                  <a:pt x="605" y="167"/>
                </a:lnTo>
                <a:lnTo>
                  <a:pt x="605" y="168"/>
                </a:lnTo>
                <a:lnTo>
                  <a:pt x="605" y="169"/>
                </a:lnTo>
                <a:lnTo>
                  <a:pt x="605" y="170"/>
                </a:lnTo>
                <a:lnTo>
                  <a:pt x="604" y="170"/>
                </a:lnTo>
                <a:lnTo>
                  <a:pt x="604" y="171"/>
                </a:lnTo>
                <a:lnTo>
                  <a:pt x="604" y="172"/>
                </a:lnTo>
                <a:lnTo>
                  <a:pt x="604" y="173"/>
                </a:lnTo>
                <a:lnTo>
                  <a:pt x="605" y="173"/>
                </a:lnTo>
                <a:lnTo>
                  <a:pt x="606" y="173"/>
                </a:lnTo>
                <a:lnTo>
                  <a:pt x="607" y="175"/>
                </a:lnTo>
                <a:lnTo>
                  <a:pt x="607" y="176"/>
                </a:lnTo>
                <a:lnTo>
                  <a:pt x="608" y="177"/>
                </a:lnTo>
                <a:lnTo>
                  <a:pt x="609" y="178"/>
                </a:lnTo>
                <a:lnTo>
                  <a:pt x="608" y="178"/>
                </a:lnTo>
                <a:lnTo>
                  <a:pt x="607" y="179"/>
                </a:lnTo>
                <a:lnTo>
                  <a:pt x="608" y="179"/>
                </a:lnTo>
                <a:lnTo>
                  <a:pt x="609" y="179"/>
                </a:lnTo>
                <a:lnTo>
                  <a:pt x="610" y="179"/>
                </a:lnTo>
                <a:lnTo>
                  <a:pt x="611" y="179"/>
                </a:lnTo>
                <a:lnTo>
                  <a:pt x="612" y="179"/>
                </a:lnTo>
                <a:lnTo>
                  <a:pt x="613" y="180"/>
                </a:lnTo>
                <a:lnTo>
                  <a:pt x="613" y="181"/>
                </a:lnTo>
                <a:lnTo>
                  <a:pt x="614" y="182"/>
                </a:lnTo>
                <a:lnTo>
                  <a:pt x="615" y="182"/>
                </a:lnTo>
                <a:lnTo>
                  <a:pt x="617" y="183"/>
                </a:lnTo>
                <a:lnTo>
                  <a:pt x="618" y="184"/>
                </a:lnTo>
                <a:lnTo>
                  <a:pt x="618" y="185"/>
                </a:lnTo>
                <a:lnTo>
                  <a:pt x="617" y="185"/>
                </a:lnTo>
                <a:lnTo>
                  <a:pt x="617" y="186"/>
                </a:lnTo>
                <a:lnTo>
                  <a:pt x="617" y="187"/>
                </a:lnTo>
                <a:lnTo>
                  <a:pt x="618" y="188"/>
                </a:lnTo>
                <a:lnTo>
                  <a:pt x="618" y="189"/>
                </a:lnTo>
                <a:lnTo>
                  <a:pt x="619" y="189"/>
                </a:lnTo>
                <a:lnTo>
                  <a:pt x="619" y="190"/>
                </a:lnTo>
                <a:lnTo>
                  <a:pt x="619" y="192"/>
                </a:lnTo>
                <a:lnTo>
                  <a:pt x="618" y="193"/>
                </a:lnTo>
                <a:lnTo>
                  <a:pt x="618" y="194"/>
                </a:lnTo>
                <a:lnTo>
                  <a:pt x="617" y="194"/>
                </a:lnTo>
                <a:lnTo>
                  <a:pt x="617" y="196"/>
                </a:lnTo>
                <a:lnTo>
                  <a:pt x="617" y="197"/>
                </a:lnTo>
                <a:lnTo>
                  <a:pt x="618" y="198"/>
                </a:lnTo>
                <a:lnTo>
                  <a:pt x="617" y="199"/>
                </a:lnTo>
                <a:lnTo>
                  <a:pt x="616" y="199"/>
                </a:lnTo>
                <a:lnTo>
                  <a:pt x="616" y="198"/>
                </a:lnTo>
                <a:lnTo>
                  <a:pt x="615" y="198"/>
                </a:lnTo>
                <a:lnTo>
                  <a:pt x="615" y="199"/>
                </a:lnTo>
                <a:lnTo>
                  <a:pt x="615" y="200"/>
                </a:lnTo>
                <a:lnTo>
                  <a:pt x="614" y="200"/>
                </a:lnTo>
                <a:lnTo>
                  <a:pt x="613" y="200"/>
                </a:lnTo>
                <a:lnTo>
                  <a:pt x="613" y="199"/>
                </a:lnTo>
                <a:lnTo>
                  <a:pt x="611" y="200"/>
                </a:lnTo>
                <a:lnTo>
                  <a:pt x="610" y="202"/>
                </a:lnTo>
                <a:lnTo>
                  <a:pt x="609" y="202"/>
                </a:lnTo>
                <a:lnTo>
                  <a:pt x="608" y="202"/>
                </a:lnTo>
                <a:lnTo>
                  <a:pt x="608" y="203"/>
                </a:lnTo>
                <a:lnTo>
                  <a:pt x="607" y="204"/>
                </a:lnTo>
                <a:lnTo>
                  <a:pt x="606" y="204"/>
                </a:lnTo>
                <a:lnTo>
                  <a:pt x="606" y="205"/>
                </a:lnTo>
                <a:lnTo>
                  <a:pt x="605" y="206"/>
                </a:lnTo>
                <a:lnTo>
                  <a:pt x="604" y="207"/>
                </a:lnTo>
                <a:lnTo>
                  <a:pt x="603" y="207"/>
                </a:lnTo>
                <a:lnTo>
                  <a:pt x="602" y="208"/>
                </a:lnTo>
                <a:lnTo>
                  <a:pt x="601" y="208"/>
                </a:lnTo>
                <a:lnTo>
                  <a:pt x="600" y="209"/>
                </a:lnTo>
                <a:lnTo>
                  <a:pt x="601" y="210"/>
                </a:lnTo>
                <a:lnTo>
                  <a:pt x="601" y="211"/>
                </a:lnTo>
                <a:lnTo>
                  <a:pt x="601" y="212"/>
                </a:lnTo>
                <a:lnTo>
                  <a:pt x="601" y="213"/>
                </a:lnTo>
                <a:lnTo>
                  <a:pt x="600" y="215"/>
                </a:lnTo>
                <a:lnTo>
                  <a:pt x="598" y="215"/>
                </a:lnTo>
                <a:lnTo>
                  <a:pt x="597" y="215"/>
                </a:lnTo>
                <a:lnTo>
                  <a:pt x="596" y="215"/>
                </a:lnTo>
                <a:lnTo>
                  <a:pt x="596" y="216"/>
                </a:lnTo>
                <a:lnTo>
                  <a:pt x="595" y="216"/>
                </a:lnTo>
                <a:lnTo>
                  <a:pt x="595" y="215"/>
                </a:lnTo>
                <a:lnTo>
                  <a:pt x="595" y="214"/>
                </a:lnTo>
                <a:lnTo>
                  <a:pt x="593" y="214"/>
                </a:lnTo>
                <a:lnTo>
                  <a:pt x="592" y="212"/>
                </a:lnTo>
                <a:lnTo>
                  <a:pt x="591" y="211"/>
                </a:lnTo>
                <a:lnTo>
                  <a:pt x="591" y="212"/>
                </a:lnTo>
                <a:lnTo>
                  <a:pt x="590" y="213"/>
                </a:lnTo>
                <a:lnTo>
                  <a:pt x="589" y="214"/>
                </a:lnTo>
                <a:lnTo>
                  <a:pt x="588" y="214"/>
                </a:lnTo>
                <a:lnTo>
                  <a:pt x="587" y="216"/>
                </a:lnTo>
                <a:lnTo>
                  <a:pt x="586" y="216"/>
                </a:lnTo>
                <a:lnTo>
                  <a:pt x="585" y="216"/>
                </a:lnTo>
                <a:lnTo>
                  <a:pt x="585" y="215"/>
                </a:lnTo>
                <a:lnTo>
                  <a:pt x="586" y="215"/>
                </a:lnTo>
                <a:lnTo>
                  <a:pt x="586" y="214"/>
                </a:lnTo>
                <a:lnTo>
                  <a:pt x="585" y="213"/>
                </a:lnTo>
                <a:lnTo>
                  <a:pt x="585" y="212"/>
                </a:lnTo>
                <a:lnTo>
                  <a:pt x="584" y="212"/>
                </a:lnTo>
                <a:lnTo>
                  <a:pt x="583" y="213"/>
                </a:lnTo>
                <a:lnTo>
                  <a:pt x="583" y="214"/>
                </a:lnTo>
                <a:lnTo>
                  <a:pt x="582" y="215"/>
                </a:lnTo>
                <a:lnTo>
                  <a:pt x="581" y="215"/>
                </a:lnTo>
                <a:lnTo>
                  <a:pt x="580" y="215"/>
                </a:lnTo>
                <a:lnTo>
                  <a:pt x="580" y="216"/>
                </a:lnTo>
                <a:lnTo>
                  <a:pt x="581" y="216"/>
                </a:lnTo>
                <a:lnTo>
                  <a:pt x="582" y="216"/>
                </a:lnTo>
                <a:lnTo>
                  <a:pt x="582" y="215"/>
                </a:lnTo>
                <a:lnTo>
                  <a:pt x="583" y="215"/>
                </a:lnTo>
                <a:lnTo>
                  <a:pt x="583" y="214"/>
                </a:lnTo>
                <a:lnTo>
                  <a:pt x="584" y="214"/>
                </a:lnTo>
                <a:lnTo>
                  <a:pt x="584" y="215"/>
                </a:lnTo>
                <a:lnTo>
                  <a:pt x="584" y="216"/>
                </a:lnTo>
                <a:lnTo>
                  <a:pt x="582" y="217"/>
                </a:lnTo>
                <a:lnTo>
                  <a:pt x="582" y="218"/>
                </a:lnTo>
                <a:lnTo>
                  <a:pt x="581" y="218"/>
                </a:lnTo>
                <a:lnTo>
                  <a:pt x="582" y="219"/>
                </a:lnTo>
                <a:lnTo>
                  <a:pt x="581" y="220"/>
                </a:lnTo>
                <a:lnTo>
                  <a:pt x="581" y="221"/>
                </a:lnTo>
                <a:lnTo>
                  <a:pt x="581" y="222"/>
                </a:lnTo>
                <a:lnTo>
                  <a:pt x="582" y="222"/>
                </a:lnTo>
                <a:lnTo>
                  <a:pt x="581" y="224"/>
                </a:lnTo>
                <a:lnTo>
                  <a:pt x="580" y="223"/>
                </a:lnTo>
                <a:lnTo>
                  <a:pt x="579" y="224"/>
                </a:lnTo>
                <a:lnTo>
                  <a:pt x="580" y="224"/>
                </a:lnTo>
                <a:lnTo>
                  <a:pt x="580" y="225"/>
                </a:lnTo>
                <a:lnTo>
                  <a:pt x="579" y="226"/>
                </a:lnTo>
                <a:lnTo>
                  <a:pt x="578" y="226"/>
                </a:lnTo>
                <a:lnTo>
                  <a:pt x="577" y="226"/>
                </a:lnTo>
                <a:lnTo>
                  <a:pt x="577" y="227"/>
                </a:lnTo>
                <a:lnTo>
                  <a:pt x="576" y="227"/>
                </a:lnTo>
                <a:lnTo>
                  <a:pt x="575" y="227"/>
                </a:lnTo>
                <a:lnTo>
                  <a:pt x="575" y="226"/>
                </a:lnTo>
                <a:lnTo>
                  <a:pt x="575" y="225"/>
                </a:lnTo>
                <a:lnTo>
                  <a:pt x="574" y="225"/>
                </a:lnTo>
                <a:lnTo>
                  <a:pt x="574" y="226"/>
                </a:lnTo>
                <a:lnTo>
                  <a:pt x="574" y="227"/>
                </a:lnTo>
                <a:lnTo>
                  <a:pt x="574" y="228"/>
                </a:lnTo>
                <a:lnTo>
                  <a:pt x="575" y="228"/>
                </a:lnTo>
                <a:lnTo>
                  <a:pt x="575" y="229"/>
                </a:lnTo>
                <a:lnTo>
                  <a:pt x="575" y="230"/>
                </a:lnTo>
                <a:lnTo>
                  <a:pt x="574" y="230"/>
                </a:lnTo>
                <a:lnTo>
                  <a:pt x="574" y="231"/>
                </a:lnTo>
                <a:lnTo>
                  <a:pt x="574" y="232"/>
                </a:lnTo>
                <a:lnTo>
                  <a:pt x="574" y="233"/>
                </a:lnTo>
                <a:lnTo>
                  <a:pt x="573" y="233"/>
                </a:lnTo>
                <a:lnTo>
                  <a:pt x="573" y="232"/>
                </a:lnTo>
                <a:lnTo>
                  <a:pt x="572" y="232"/>
                </a:lnTo>
                <a:lnTo>
                  <a:pt x="570" y="233"/>
                </a:lnTo>
                <a:lnTo>
                  <a:pt x="569" y="234"/>
                </a:lnTo>
                <a:lnTo>
                  <a:pt x="568" y="234"/>
                </a:lnTo>
                <a:lnTo>
                  <a:pt x="568" y="233"/>
                </a:lnTo>
                <a:lnTo>
                  <a:pt x="567" y="234"/>
                </a:lnTo>
                <a:lnTo>
                  <a:pt x="567" y="235"/>
                </a:lnTo>
                <a:lnTo>
                  <a:pt x="567" y="236"/>
                </a:lnTo>
                <a:lnTo>
                  <a:pt x="566" y="236"/>
                </a:lnTo>
                <a:lnTo>
                  <a:pt x="566" y="237"/>
                </a:lnTo>
                <a:lnTo>
                  <a:pt x="565" y="237"/>
                </a:lnTo>
                <a:lnTo>
                  <a:pt x="565" y="238"/>
                </a:lnTo>
                <a:lnTo>
                  <a:pt x="564" y="238"/>
                </a:lnTo>
                <a:lnTo>
                  <a:pt x="564" y="239"/>
                </a:lnTo>
                <a:lnTo>
                  <a:pt x="563" y="239"/>
                </a:lnTo>
                <a:lnTo>
                  <a:pt x="562" y="239"/>
                </a:lnTo>
                <a:lnTo>
                  <a:pt x="561" y="239"/>
                </a:lnTo>
                <a:lnTo>
                  <a:pt x="559" y="240"/>
                </a:lnTo>
                <a:lnTo>
                  <a:pt x="559" y="241"/>
                </a:lnTo>
                <a:lnTo>
                  <a:pt x="560" y="242"/>
                </a:lnTo>
                <a:lnTo>
                  <a:pt x="561" y="242"/>
                </a:lnTo>
                <a:lnTo>
                  <a:pt x="561" y="243"/>
                </a:lnTo>
                <a:lnTo>
                  <a:pt x="561" y="244"/>
                </a:lnTo>
                <a:lnTo>
                  <a:pt x="561" y="246"/>
                </a:lnTo>
                <a:lnTo>
                  <a:pt x="561" y="247"/>
                </a:lnTo>
                <a:lnTo>
                  <a:pt x="560" y="247"/>
                </a:lnTo>
                <a:lnTo>
                  <a:pt x="559" y="249"/>
                </a:lnTo>
                <a:lnTo>
                  <a:pt x="559" y="250"/>
                </a:lnTo>
                <a:lnTo>
                  <a:pt x="558" y="250"/>
                </a:lnTo>
                <a:lnTo>
                  <a:pt x="557" y="251"/>
                </a:lnTo>
                <a:lnTo>
                  <a:pt x="557" y="252"/>
                </a:lnTo>
                <a:lnTo>
                  <a:pt x="557" y="253"/>
                </a:lnTo>
                <a:lnTo>
                  <a:pt x="556" y="253"/>
                </a:lnTo>
                <a:lnTo>
                  <a:pt x="556" y="252"/>
                </a:lnTo>
                <a:lnTo>
                  <a:pt x="555" y="252"/>
                </a:lnTo>
                <a:lnTo>
                  <a:pt x="554" y="252"/>
                </a:lnTo>
                <a:lnTo>
                  <a:pt x="554" y="253"/>
                </a:lnTo>
                <a:lnTo>
                  <a:pt x="553" y="254"/>
                </a:lnTo>
                <a:lnTo>
                  <a:pt x="552" y="255"/>
                </a:lnTo>
                <a:lnTo>
                  <a:pt x="551" y="255"/>
                </a:lnTo>
                <a:lnTo>
                  <a:pt x="550" y="255"/>
                </a:lnTo>
                <a:lnTo>
                  <a:pt x="549" y="254"/>
                </a:lnTo>
                <a:lnTo>
                  <a:pt x="547" y="255"/>
                </a:lnTo>
                <a:lnTo>
                  <a:pt x="547" y="256"/>
                </a:lnTo>
                <a:lnTo>
                  <a:pt x="548" y="256"/>
                </a:lnTo>
                <a:lnTo>
                  <a:pt x="551" y="259"/>
                </a:lnTo>
                <a:lnTo>
                  <a:pt x="552" y="259"/>
                </a:lnTo>
                <a:lnTo>
                  <a:pt x="552" y="258"/>
                </a:lnTo>
                <a:lnTo>
                  <a:pt x="553" y="258"/>
                </a:lnTo>
                <a:lnTo>
                  <a:pt x="553" y="259"/>
                </a:lnTo>
                <a:lnTo>
                  <a:pt x="553" y="260"/>
                </a:lnTo>
                <a:lnTo>
                  <a:pt x="553" y="261"/>
                </a:lnTo>
                <a:lnTo>
                  <a:pt x="554" y="262"/>
                </a:lnTo>
                <a:lnTo>
                  <a:pt x="555" y="262"/>
                </a:lnTo>
                <a:lnTo>
                  <a:pt x="556" y="263"/>
                </a:lnTo>
                <a:lnTo>
                  <a:pt x="556" y="264"/>
                </a:lnTo>
                <a:lnTo>
                  <a:pt x="556" y="265"/>
                </a:lnTo>
                <a:lnTo>
                  <a:pt x="555" y="265"/>
                </a:lnTo>
                <a:lnTo>
                  <a:pt x="556" y="266"/>
                </a:lnTo>
                <a:lnTo>
                  <a:pt x="557" y="265"/>
                </a:lnTo>
                <a:lnTo>
                  <a:pt x="558" y="265"/>
                </a:lnTo>
                <a:lnTo>
                  <a:pt x="558" y="264"/>
                </a:lnTo>
                <a:lnTo>
                  <a:pt x="559" y="263"/>
                </a:lnTo>
                <a:lnTo>
                  <a:pt x="559" y="264"/>
                </a:lnTo>
                <a:lnTo>
                  <a:pt x="560" y="263"/>
                </a:lnTo>
                <a:lnTo>
                  <a:pt x="560" y="262"/>
                </a:lnTo>
                <a:lnTo>
                  <a:pt x="561" y="262"/>
                </a:lnTo>
                <a:lnTo>
                  <a:pt x="561" y="263"/>
                </a:lnTo>
                <a:lnTo>
                  <a:pt x="561" y="264"/>
                </a:lnTo>
                <a:lnTo>
                  <a:pt x="561" y="265"/>
                </a:lnTo>
                <a:lnTo>
                  <a:pt x="563" y="264"/>
                </a:lnTo>
                <a:lnTo>
                  <a:pt x="564" y="263"/>
                </a:lnTo>
                <a:lnTo>
                  <a:pt x="564" y="261"/>
                </a:lnTo>
                <a:lnTo>
                  <a:pt x="563" y="261"/>
                </a:lnTo>
                <a:lnTo>
                  <a:pt x="563" y="260"/>
                </a:lnTo>
                <a:lnTo>
                  <a:pt x="564" y="260"/>
                </a:lnTo>
                <a:lnTo>
                  <a:pt x="565" y="260"/>
                </a:lnTo>
                <a:lnTo>
                  <a:pt x="566" y="259"/>
                </a:lnTo>
                <a:lnTo>
                  <a:pt x="567" y="258"/>
                </a:lnTo>
                <a:lnTo>
                  <a:pt x="568" y="257"/>
                </a:lnTo>
                <a:lnTo>
                  <a:pt x="569" y="257"/>
                </a:lnTo>
                <a:lnTo>
                  <a:pt x="570" y="256"/>
                </a:lnTo>
                <a:lnTo>
                  <a:pt x="571" y="255"/>
                </a:lnTo>
                <a:lnTo>
                  <a:pt x="572" y="253"/>
                </a:lnTo>
                <a:lnTo>
                  <a:pt x="572" y="254"/>
                </a:lnTo>
                <a:lnTo>
                  <a:pt x="573" y="254"/>
                </a:lnTo>
                <a:lnTo>
                  <a:pt x="574" y="254"/>
                </a:lnTo>
                <a:lnTo>
                  <a:pt x="575" y="254"/>
                </a:lnTo>
                <a:lnTo>
                  <a:pt x="575" y="253"/>
                </a:lnTo>
                <a:lnTo>
                  <a:pt x="577" y="252"/>
                </a:lnTo>
                <a:lnTo>
                  <a:pt x="578" y="251"/>
                </a:lnTo>
                <a:lnTo>
                  <a:pt x="579" y="251"/>
                </a:lnTo>
                <a:lnTo>
                  <a:pt x="580" y="251"/>
                </a:lnTo>
                <a:lnTo>
                  <a:pt x="581" y="251"/>
                </a:lnTo>
                <a:lnTo>
                  <a:pt x="582" y="251"/>
                </a:lnTo>
                <a:lnTo>
                  <a:pt x="583" y="251"/>
                </a:lnTo>
                <a:lnTo>
                  <a:pt x="583" y="252"/>
                </a:lnTo>
                <a:lnTo>
                  <a:pt x="582" y="253"/>
                </a:lnTo>
                <a:lnTo>
                  <a:pt x="581" y="253"/>
                </a:lnTo>
                <a:lnTo>
                  <a:pt x="580" y="255"/>
                </a:lnTo>
                <a:lnTo>
                  <a:pt x="580" y="257"/>
                </a:lnTo>
                <a:lnTo>
                  <a:pt x="583" y="258"/>
                </a:lnTo>
                <a:lnTo>
                  <a:pt x="583" y="257"/>
                </a:lnTo>
                <a:lnTo>
                  <a:pt x="584" y="257"/>
                </a:lnTo>
                <a:lnTo>
                  <a:pt x="585" y="257"/>
                </a:lnTo>
                <a:lnTo>
                  <a:pt x="585" y="258"/>
                </a:lnTo>
                <a:lnTo>
                  <a:pt x="586" y="258"/>
                </a:lnTo>
                <a:lnTo>
                  <a:pt x="587" y="257"/>
                </a:lnTo>
                <a:lnTo>
                  <a:pt x="587" y="256"/>
                </a:lnTo>
                <a:lnTo>
                  <a:pt x="588" y="256"/>
                </a:lnTo>
                <a:lnTo>
                  <a:pt x="589" y="256"/>
                </a:lnTo>
                <a:lnTo>
                  <a:pt x="590" y="255"/>
                </a:lnTo>
                <a:lnTo>
                  <a:pt x="591" y="254"/>
                </a:lnTo>
                <a:lnTo>
                  <a:pt x="591" y="253"/>
                </a:lnTo>
                <a:lnTo>
                  <a:pt x="591" y="252"/>
                </a:lnTo>
                <a:lnTo>
                  <a:pt x="592" y="251"/>
                </a:lnTo>
                <a:lnTo>
                  <a:pt x="593" y="251"/>
                </a:lnTo>
                <a:lnTo>
                  <a:pt x="593" y="250"/>
                </a:lnTo>
                <a:lnTo>
                  <a:pt x="594" y="249"/>
                </a:lnTo>
                <a:lnTo>
                  <a:pt x="595" y="248"/>
                </a:lnTo>
                <a:lnTo>
                  <a:pt x="596" y="248"/>
                </a:lnTo>
                <a:lnTo>
                  <a:pt x="596" y="249"/>
                </a:lnTo>
                <a:lnTo>
                  <a:pt x="596" y="250"/>
                </a:lnTo>
                <a:lnTo>
                  <a:pt x="597" y="251"/>
                </a:lnTo>
                <a:lnTo>
                  <a:pt x="598" y="250"/>
                </a:lnTo>
                <a:lnTo>
                  <a:pt x="599" y="250"/>
                </a:lnTo>
                <a:lnTo>
                  <a:pt x="600" y="250"/>
                </a:lnTo>
                <a:lnTo>
                  <a:pt x="601" y="249"/>
                </a:lnTo>
                <a:lnTo>
                  <a:pt x="602" y="249"/>
                </a:lnTo>
                <a:lnTo>
                  <a:pt x="603" y="249"/>
                </a:lnTo>
                <a:lnTo>
                  <a:pt x="604" y="249"/>
                </a:lnTo>
                <a:lnTo>
                  <a:pt x="604" y="248"/>
                </a:lnTo>
                <a:lnTo>
                  <a:pt x="607" y="247"/>
                </a:lnTo>
                <a:lnTo>
                  <a:pt x="607" y="248"/>
                </a:lnTo>
                <a:lnTo>
                  <a:pt x="608" y="248"/>
                </a:lnTo>
                <a:lnTo>
                  <a:pt x="609" y="248"/>
                </a:lnTo>
                <a:lnTo>
                  <a:pt x="609" y="247"/>
                </a:lnTo>
                <a:lnTo>
                  <a:pt x="610" y="248"/>
                </a:lnTo>
                <a:lnTo>
                  <a:pt x="609" y="248"/>
                </a:lnTo>
                <a:lnTo>
                  <a:pt x="610" y="248"/>
                </a:lnTo>
                <a:lnTo>
                  <a:pt x="610" y="247"/>
                </a:lnTo>
                <a:lnTo>
                  <a:pt x="611" y="247"/>
                </a:lnTo>
                <a:lnTo>
                  <a:pt x="612" y="247"/>
                </a:lnTo>
                <a:lnTo>
                  <a:pt x="613" y="247"/>
                </a:lnTo>
                <a:lnTo>
                  <a:pt x="613" y="248"/>
                </a:lnTo>
                <a:lnTo>
                  <a:pt x="614" y="251"/>
                </a:lnTo>
                <a:lnTo>
                  <a:pt x="615" y="251"/>
                </a:lnTo>
                <a:lnTo>
                  <a:pt x="616" y="251"/>
                </a:lnTo>
                <a:lnTo>
                  <a:pt x="617" y="250"/>
                </a:lnTo>
                <a:lnTo>
                  <a:pt x="618" y="250"/>
                </a:lnTo>
                <a:lnTo>
                  <a:pt x="618" y="249"/>
                </a:lnTo>
                <a:lnTo>
                  <a:pt x="618" y="250"/>
                </a:lnTo>
                <a:lnTo>
                  <a:pt x="619" y="250"/>
                </a:lnTo>
                <a:lnTo>
                  <a:pt x="619" y="251"/>
                </a:lnTo>
                <a:lnTo>
                  <a:pt x="618" y="252"/>
                </a:lnTo>
                <a:lnTo>
                  <a:pt x="617" y="254"/>
                </a:lnTo>
                <a:lnTo>
                  <a:pt x="617" y="255"/>
                </a:lnTo>
                <a:lnTo>
                  <a:pt x="617" y="256"/>
                </a:lnTo>
                <a:lnTo>
                  <a:pt x="618" y="256"/>
                </a:lnTo>
                <a:lnTo>
                  <a:pt x="620" y="256"/>
                </a:lnTo>
                <a:lnTo>
                  <a:pt x="620" y="257"/>
                </a:lnTo>
                <a:lnTo>
                  <a:pt x="619" y="257"/>
                </a:lnTo>
                <a:lnTo>
                  <a:pt x="618" y="257"/>
                </a:lnTo>
                <a:lnTo>
                  <a:pt x="617" y="257"/>
                </a:lnTo>
                <a:lnTo>
                  <a:pt x="617" y="258"/>
                </a:lnTo>
                <a:lnTo>
                  <a:pt x="618" y="258"/>
                </a:lnTo>
                <a:lnTo>
                  <a:pt x="619" y="258"/>
                </a:lnTo>
                <a:lnTo>
                  <a:pt x="620" y="259"/>
                </a:lnTo>
                <a:lnTo>
                  <a:pt x="621" y="259"/>
                </a:lnTo>
                <a:lnTo>
                  <a:pt x="621" y="258"/>
                </a:lnTo>
                <a:lnTo>
                  <a:pt x="620" y="258"/>
                </a:lnTo>
                <a:lnTo>
                  <a:pt x="620" y="257"/>
                </a:lnTo>
                <a:lnTo>
                  <a:pt x="621" y="257"/>
                </a:lnTo>
                <a:lnTo>
                  <a:pt x="621" y="256"/>
                </a:lnTo>
                <a:lnTo>
                  <a:pt x="622" y="256"/>
                </a:lnTo>
                <a:lnTo>
                  <a:pt x="624" y="257"/>
                </a:lnTo>
                <a:lnTo>
                  <a:pt x="624" y="258"/>
                </a:lnTo>
                <a:lnTo>
                  <a:pt x="623" y="258"/>
                </a:lnTo>
                <a:lnTo>
                  <a:pt x="623" y="260"/>
                </a:lnTo>
                <a:lnTo>
                  <a:pt x="624" y="262"/>
                </a:lnTo>
                <a:lnTo>
                  <a:pt x="624" y="263"/>
                </a:lnTo>
                <a:lnTo>
                  <a:pt x="625" y="263"/>
                </a:lnTo>
                <a:lnTo>
                  <a:pt x="626" y="264"/>
                </a:lnTo>
                <a:lnTo>
                  <a:pt x="626" y="266"/>
                </a:lnTo>
                <a:lnTo>
                  <a:pt x="626" y="267"/>
                </a:lnTo>
                <a:lnTo>
                  <a:pt x="625" y="267"/>
                </a:lnTo>
                <a:lnTo>
                  <a:pt x="625" y="266"/>
                </a:lnTo>
                <a:lnTo>
                  <a:pt x="625" y="267"/>
                </a:lnTo>
                <a:lnTo>
                  <a:pt x="624" y="268"/>
                </a:lnTo>
                <a:lnTo>
                  <a:pt x="625" y="268"/>
                </a:lnTo>
                <a:lnTo>
                  <a:pt x="625" y="269"/>
                </a:lnTo>
                <a:lnTo>
                  <a:pt x="626" y="269"/>
                </a:lnTo>
                <a:lnTo>
                  <a:pt x="626" y="268"/>
                </a:lnTo>
                <a:lnTo>
                  <a:pt x="627" y="269"/>
                </a:lnTo>
                <a:lnTo>
                  <a:pt x="627" y="270"/>
                </a:lnTo>
                <a:lnTo>
                  <a:pt x="627" y="271"/>
                </a:lnTo>
                <a:lnTo>
                  <a:pt x="629" y="271"/>
                </a:lnTo>
                <a:lnTo>
                  <a:pt x="629" y="272"/>
                </a:lnTo>
                <a:lnTo>
                  <a:pt x="627" y="272"/>
                </a:lnTo>
                <a:lnTo>
                  <a:pt x="626" y="272"/>
                </a:lnTo>
                <a:lnTo>
                  <a:pt x="626" y="273"/>
                </a:lnTo>
                <a:lnTo>
                  <a:pt x="625" y="273"/>
                </a:lnTo>
                <a:lnTo>
                  <a:pt x="625" y="274"/>
                </a:lnTo>
                <a:lnTo>
                  <a:pt x="626" y="274"/>
                </a:lnTo>
                <a:lnTo>
                  <a:pt x="625" y="275"/>
                </a:lnTo>
                <a:lnTo>
                  <a:pt x="624" y="274"/>
                </a:lnTo>
                <a:lnTo>
                  <a:pt x="623" y="274"/>
                </a:lnTo>
                <a:lnTo>
                  <a:pt x="622" y="274"/>
                </a:lnTo>
                <a:lnTo>
                  <a:pt x="621" y="275"/>
                </a:lnTo>
                <a:lnTo>
                  <a:pt x="621" y="276"/>
                </a:lnTo>
                <a:lnTo>
                  <a:pt x="620" y="276"/>
                </a:lnTo>
                <a:lnTo>
                  <a:pt x="618" y="277"/>
                </a:lnTo>
                <a:lnTo>
                  <a:pt x="617" y="278"/>
                </a:lnTo>
                <a:lnTo>
                  <a:pt x="616" y="279"/>
                </a:lnTo>
                <a:lnTo>
                  <a:pt x="615" y="279"/>
                </a:lnTo>
                <a:lnTo>
                  <a:pt x="615" y="280"/>
                </a:lnTo>
                <a:lnTo>
                  <a:pt x="615" y="282"/>
                </a:lnTo>
                <a:lnTo>
                  <a:pt x="616" y="282"/>
                </a:lnTo>
                <a:lnTo>
                  <a:pt x="617" y="282"/>
                </a:lnTo>
                <a:lnTo>
                  <a:pt x="617" y="281"/>
                </a:lnTo>
                <a:lnTo>
                  <a:pt x="617" y="280"/>
                </a:lnTo>
                <a:lnTo>
                  <a:pt x="618" y="280"/>
                </a:lnTo>
                <a:lnTo>
                  <a:pt x="619" y="279"/>
                </a:lnTo>
                <a:lnTo>
                  <a:pt x="619" y="278"/>
                </a:lnTo>
                <a:lnTo>
                  <a:pt x="620" y="278"/>
                </a:lnTo>
                <a:lnTo>
                  <a:pt x="621" y="278"/>
                </a:lnTo>
                <a:lnTo>
                  <a:pt x="620" y="279"/>
                </a:lnTo>
                <a:lnTo>
                  <a:pt x="621" y="279"/>
                </a:lnTo>
                <a:lnTo>
                  <a:pt x="621" y="280"/>
                </a:lnTo>
                <a:lnTo>
                  <a:pt x="622" y="280"/>
                </a:lnTo>
                <a:lnTo>
                  <a:pt x="622" y="279"/>
                </a:lnTo>
                <a:lnTo>
                  <a:pt x="622" y="280"/>
                </a:lnTo>
                <a:lnTo>
                  <a:pt x="623" y="280"/>
                </a:lnTo>
                <a:lnTo>
                  <a:pt x="624" y="280"/>
                </a:lnTo>
                <a:lnTo>
                  <a:pt x="624" y="281"/>
                </a:lnTo>
                <a:lnTo>
                  <a:pt x="623" y="281"/>
                </a:lnTo>
                <a:lnTo>
                  <a:pt x="623" y="283"/>
                </a:lnTo>
                <a:lnTo>
                  <a:pt x="623" y="284"/>
                </a:lnTo>
                <a:lnTo>
                  <a:pt x="622" y="285"/>
                </a:lnTo>
                <a:lnTo>
                  <a:pt x="622" y="286"/>
                </a:lnTo>
                <a:lnTo>
                  <a:pt x="621" y="288"/>
                </a:lnTo>
                <a:lnTo>
                  <a:pt x="622" y="288"/>
                </a:lnTo>
                <a:lnTo>
                  <a:pt x="623" y="290"/>
                </a:lnTo>
                <a:lnTo>
                  <a:pt x="624" y="292"/>
                </a:lnTo>
                <a:lnTo>
                  <a:pt x="624" y="293"/>
                </a:lnTo>
                <a:lnTo>
                  <a:pt x="623" y="294"/>
                </a:lnTo>
                <a:lnTo>
                  <a:pt x="624" y="295"/>
                </a:lnTo>
                <a:lnTo>
                  <a:pt x="624" y="296"/>
                </a:lnTo>
                <a:lnTo>
                  <a:pt x="623" y="296"/>
                </a:lnTo>
                <a:lnTo>
                  <a:pt x="622" y="296"/>
                </a:lnTo>
                <a:lnTo>
                  <a:pt x="622" y="295"/>
                </a:lnTo>
                <a:lnTo>
                  <a:pt x="622" y="294"/>
                </a:lnTo>
                <a:lnTo>
                  <a:pt x="623" y="294"/>
                </a:lnTo>
                <a:lnTo>
                  <a:pt x="623" y="293"/>
                </a:lnTo>
                <a:lnTo>
                  <a:pt x="621" y="293"/>
                </a:lnTo>
                <a:lnTo>
                  <a:pt x="621" y="294"/>
                </a:lnTo>
                <a:lnTo>
                  <a:pt x="620" y="294"/>
                </a:lnTo>
                <a:lnTo>
                  <a:pt x="619" y="294"/>
                </a:lnTo>
                <a:lnTo>
                  <a:pt x="619" y="293"/>
                </a:lnTo>
                <a:lnTo>
                  <a:pt x="618" y="293"/>
                </a:lnTo>
                <a:lnTo>
                  <a:pt x="618" y="294"/>
                </a:lnTo>
                <a:lnTo>
                  <a:pt x="616" y="294"/>
                </a:lnTo>
                <a:lnTo>
                  <a:pt x="615" y="296"/>
                </a:lnTo>
                <a:lnTo>
                  <a:pt x="614" y="296"/>
                </a:lnTo>
                <a:lnTo>
                  <a:pt x="612" y="297"/>
                </a:lnTo>
                <a:lnTo>
                  <a:pt x="613" y="297"/>
                </a:lnTo>
                <a:lnTo>
                  <a:pt x="613" y="298"/>
                </a:lnTo>
                <a:lnTo>
                  <a:pt x="613" y="299"/>
                </a:lnTo>
                <a:lnTo>
                  <a:pt x="612" y="299"/>
                </a:lnTo>
                <a:lnTo>
                  <a:pt x="611" y="298"/>
                </a:lnTo>
                <a:lnTo>
                  <a:pt x="609" y="298"/>
                </a:lnTo>
                <a:lnTo>
                  <a:pt x="609" y="299"/>
                </a:lnTo>
                <a:lnTo>
                  <a:pt x="610" y="299"/>
                </a:lnTo>
                <a:lnTo>
                  <a:pt x="610" y="300"/>
                </a:lnTo>
                <a:lnTo>
                  <a:pt x="608" y="301"/>
                </a:lnTo>
                <a:lnTo>
                  <a:pt x="607" y="301"/>
                </a:lnTo>
                <a:lnTo>
                  <a:pt x="605" y="302"/>
                </a:lnTo>
                <a:lnTo>
                  <a:pt x="605" y="301"/>
                </a:lnTo>
                <a:lnTo>
                  <a:pt x="603" y="301"/>
                </a:lnTo>
                <a:lnTo>
                  <a:pt x="602" y="300"/>
                </a:lnTo>
                <a:lnTo>
                  <a:pt x="601" y="300"/>
                </a:lnTo>
                <a:lnTo>
                  <a:pt x="601" y="301"/>
                </a:lnTo>
                <a:lnTo>
                  <a:pt x="600" y="301"/>
                </a:lnTo>
                <a:lnTo>
                  <a:pt x="599" y="301"/>
                </a:lnTo>
                <a:lnTo>
                  <a:pt x="599" y="302"/>
                </a:lnTo>
                <a:lnTo>
                  <a:pt x="600" y="303"/>
                </a:lnTo>
                <a:lnTo>
                  <a:pt x="600" y="304"/>
                </a:lnTo>
                <a:lnTo>
                  <a:pt x="601" y="304"/>
                </a:lnTo>
                <a:lnTo>
                  <a:pt x="601" y="305"/>
                </a:lnTo>
                <a:lnTo>
                  <a:pt x="601" y="306"/>
                </a:lnTo>
                <a:lnTo>
                  <a:pt x="602" y="306"/>
                </a:lnTo>
                <a:lnTo>
                  <a:pt x="603" y="307"/>
                </a:lnTo>
                <a:lnTo>
                  <a:pt x="604" y="307"/>
                </a:lnTo>
                <a:lnTo>
                  <a:pt x="604" y="308"/>
                </a:lnTo>
                <a:lnTo>
                  <a:pt x="605" y="308"/>
                </a:lnTo>
                <a:lnTo>
                  <a:pt x="606" y="307"/>
                </a:lnTo>
                <a:lnTo>
                  <a:pt x="607" y="308"/>
                </a:lnTo>
                <a:lnTo>
                  <a:pt x="608" y="309"/>
                </a:lnTo>
                <a:lnTo>
                  <a:pt x="609" y="310"/>
                </a:lnTo>
                <a:lnTo>
                  <a:pt x="609" y="311"/>
                </a:lnTo>
                <a:lnTo>
                  <a:pt x="609" y="312"/>
                </a:lnTo>
                <a:lnTo>
                  <a:pt x="610" y="313"/>
                </a:lnTo>
                <a:lnTo>
                  <a:pt x="610" y="314"/>
                </a:lnTo>
                <a:lnTo>
                  <a:pt x="610" y="315"/>
                </a:lnTo>
                <a:lnTo>
                  <a:pt x="610" y="317"/>
                </a:lnTo>
                <a:lnTo>
                  <a:pt x="611" y="317"/>
                </a:lnTo>
                <a:lnTo>
                  <a:pt x="611" y="318"/>
                </a:lnTo>
                <a:lnTo>
                  <a:pt x="611" y="319"/>
                </a:lnTo>
                <a:lnTo>
                  <a:pt x="612" y="319"/>
                </a:lnTo>
                <a:lnTo>
                  <a:pt x="612" y="321"/>
                </a:lnTo>
                <a:lnTo>
                  <a:pt x="611" y="322"/>
                </a:lnTo>
                <a:lnTo>
                  <a:pt x="610" y="322"/>
                </a:lnTo>
                <a:lnTo>
                  <a:pt x="609" y="323"/>
                </a:lnTo>
                <a:lnTo>
                  <a:pt x="609" y="324"/>
                </a:lnTo>
                <a:lnTo>
                  <a:pt x="610" y="324"/>
                </a:lnTo>
                <a:lnTo>
                  <a:pt x="610" y="326"/>
                </a:lnTo>
                <a:lnTo>
                  <a:pt x="609" y="326"/>
                </a:lnTo>
                <a:lnTo>
                  <a:pt x="608" y="327"/>
                </a:lnTo>
                <a:lnTo>
                  <a:pt x="607" y="328"/>
                </a:lnTo>
                <a:lnTo>
                  <a:pt x="607" y="329"/>
                </a:lnTo>
                <a:lnTo>
                  <a:pt x="608" y="329"/>
                </a:lnTo>
                <a:lnTo>
                  <a:pt x="609" y="329"/>
                </a:lnTo>
                <a:lnTo>
                  <a:pt x="609" y="330"/>
                </a:lnTo>
                <a:lnTo>
                  <a:pt x="610" y="330"/>
                </a:lnTo>
                <a:lnTo>
                  <a:pt x="609" y="330"/>
                </a:lnTo>
                <a:lnTo>
                  <a:pt x="607" y="332"/>
                </a:lnTo>
                <a:lnTo>
                  <a:pt x="606" y="332"/>
                </a:lnTo>
                <a:lnTo>
                  <a:pt x="605" y="332"/>
                </a:lnTo>
                <a:lnTo>
                  <a:pt x="605" y="333"/>
                </a:lnTo>
                <a:lnTo>
                  <a:pt x="604" y="333"/>
                </a:lnTo>
                <a:lnTo>
                  <a:pt x="604" y="334"/>
                </a:lnTo>
                <a:lnTo>
                  <a:pt x="603" y="334"/>
                </a:lnTo>
                <a:lnTo>
                  <a:pt x="604" y="334"/>
                </a:lnTo>
                <a:lnTo>
                  <a:pt x="603" y="335"/>
                </a:lnTo>
                <a:lnTo>
                  <a:pt x="603" y="336"/>
                </a:lnTo>
                <a:lnTo>
                  <a:pt x="602" y="336"/>
                </a:lnTo>
                <a:lnTo>
                  <a:pt x="602" y="337"/>
                </a:lnTo>
                <a:lnTo>
                  <a:pt x="602" y="338"/>
                </a:lnTo>
                <a:lnTo>
                  <a:pt x="602" y="339"/>
                </a:lnTo>
                <a:lnTo>
                  <a:pt x="601" y="339"/>
                </a:lnTo>
                <a:lnTo>
                  <a:pt x="600" y="340"/>
                </a:lnTo>
                <a:lnTo>
                  <a:pt x="600" y="341"/>
                </a:lnTo>
                <a:lnTo>
                  <a:pt x="601" y="343"/>
                </a:lnTo>
                <a:lnTo>
                  <a:pt x="600" y="344"/>
                </a:lnTo>
                <a:lnTo>
                  <a:pt x="599" y="344"/>
                </a:lnTo>
                <a:lnTo>
                  <a:pt x="598" y="345"/>
                </a:lnTo>
                <a:lnTo>
                  <a:pt x="598" y="346"/>
                </a:lnTo>
                <a:lnTo>
                  <a:pt x="598" y="348"/>
                </a:lnTo>
                <a:lnTo>
                  <a:pt x="599" y="348"/>
                </a:lnTo>
                <a:lnTo>
                  <a:pt x="599" y="349"/>
                </a:lnTo>
                <a:lnTo>
                  <a:pt x="598" y="349"/>
                </a:lnTo>
                <a:lnTo>
                  <a:pt x="599" y="349"/>
                </a:lnTo>
                <a:lnTo>
                  <a:pt x="599" y="350"/>
                </a:lnTo>
                <a:lnTo>
                  <a:pt x="600" y="350"/>
                </a:lnTo>
                <a:lnTo>
                  <a:pt x="600" y="349"/>
                </a:lnTo>
                <a:lnTo>
                  <a:pt x="601" y="350"/>
                </a:lnTo>
                <a:lnTo>
                  <a:pt x="602" y="350"/>
                </a:lnTo>
                <a:lnTo>
                  <a:pt x="603" y="350"/>
                </a:lnTo>
                <a:lnTo>
                  <a:pt x="604" y="352"/>
                </a:lnTo>
                <a:lnTo>
                  <a:pt x="605" y="353"/>
                </a:lnTo>
                <a:lnTo>
                  <a:pt x="605" y="354"/>
                </a:lnTo>
                <a:lnTo>
                  <a:pt x="606" y="353"/>
                </a:lnTo>
                <a:lnTo>
                  <a:pt x="607" y="352"/>
                </a:lnTo>
                <a:lnTo>
                  <a:pt x="608" y="352"/>
                </a:lnTo>
                <a:lnTo>
                  <a:pt x="610" y="351"/>
                </a:lnTo>
                <a:lnTo>
                  <a:pt x="613" y="351"/>
                </a:lnTo>
                <a:lnTo>
                  <a:pt x="614" y="351"/>
                </a:lnTo>
                <a:lnTo>
                  <a:pt x="615" y="351"/>
                </a:lnTo>
                <a:lnTo>
                  <a:pt x="615" y="350"/>
                </a:lnTo>
                <a:lnTo>
                  <a:pt x="616" y="350"/>
                </a:lnTo>
                <a:lnTo>
                  <a:pt x="616" y="349"/>
                </a:lnTo>
                <a:lnTo>
                  <a:pt x="617" y="348"/>
                </a:lnTo>
                <a:lnTo>
                  <a:pt x="618" y="348"/>
                </a:lnTo>
                <a:lnTo>
                  <a:pt x="619" y="348"/>
                </a:lnTo>
                <a:lnTo>
                  <a:pt x="619" y="349"/>
                </a:lnTo>
                <a:lnTo>
                  <a:pt x="619" y="350"/>
                </a:lnTo>
                <a:lnTo>
                  <a:pt x="618" y="350"/>
                </a:lnTo>
                <a:lnTo>
                  <a:pt x="618" y="351"/>
                </a:lnTo>
                <a:lnTo>
                  <a:pt x="617" y="351"/>
                </a:lnTo>
                <a:lnTo>
                  <a:pt x="617" y="352"/>
                </a:lnTo>
                <a:lnTo>
                  <a:pt x="617" y="353"/>
                </a:lnTo>
                <a:lnTo>
                  <a:pt x="617" y="354"/>
                </a:lnTo>
                <a:lnTo>
                  <a:pt x="616" y="355"/>
                </a:lnTo>
                <a:lnTo>
                  <a:pt x="615" y="356"/>
                </a:lnTo>
                <a:lnTo>
                  <a:pt x="616" y="357"/>
                </a:lnTo>
                <a:lnTo>
                  <a:pt x="617" y="358"/>
                </a:lnTo>
                <a:lnTo>
                  <a:pt x="617" y="359"/>
                </a:lnTo>
                <a:lnTo>
                  <a:pt x="617" y="360"/>
                </a:lnTo>
                <a:lnTo>
                  <a:pt x="618" y="360"/>
                </a:lnTo>
                <a:lnTo>
                  <a:pt x="619" y="361"/>
                </a:lnTo>
                <a:lnTo>
                  <a:pt x="618" y="362"/>
                </a:lnTo>
                <a:lnTo>
                  <a:pt x="618" y="361"/>
                </a:lnTo>
                <a:lnTo>
                  <a:pt x="618" y="362"/>
                </a:lnTo>
                <a:lnTo>
                  <a:pt x="617" y="362"/>
                </a:lnTo>
                <a:lnTo>
                  <a:pt x="618" y="363"/>
                </a:lnTo>
                <a:lnTo>
                  <a:pt x="618" y="364"/>
                </a:lnTo>
                <a:lnTo>
                  <a:pt x="619" y="364"/>
                </a:lnTo>
                <a:lnTo>
                  <a:pt x="619" y="365"/>
                </a:lnTo>
                <a:lnTo>
                  <a:pt x="618" y="365"/>
                </a:lnTo>
                <a:lnTo>
                  <a:pt x="618" y="366"/>
                </a:lnTo>
                <a:lnTo>
                  <a:pt x="619" y="367"/>
                </a:lnTo>
                <a:lnTo>
                  <a:pt x="619" y="368"/>
                </a:lnTo>
                <a:lnTo>
                  <a:pt x="621" y="368"/>
                </a:lnTo>
                <a:lnTo>
                  <a:pt x="621" y="367"/>
                </a:lnTo>
                <a:lnTo>
                  <a:pt x="622" y="368"/>
                </a:lnTo>
                <a:lnTo>
                  <a:pt x="622" y="369"/>
                </a:lnTo>
                <a:lnTo>
                  <a:pt x="623" y="370"/>
                </a:lnTo>
                <a:lnTo>
                  <a:pt x="623" y="371"/>
                </a:lnTo>
                <a:lnTo>
                  <a:pt x="623" y="372"/>
                </a:lnTo>
                <a:lnTo>
                  <a:pt x="622" y="373"/>
                </a:lnTo>
                <a:lnTo>
                  <a:pt x="621" y="373"/>
                </a:lnTo>
                <a:lnTo>
                  <a:pt x="620" y="373"/>
                </a:lnTo>
                <a:lnTo>
                  <a:pt x="619" y="373"/>
                </a:lnTo>
                <a:lnTo>
                  <a:pt x="619" y="374"/>
                </a:lnTo>
                <a:lnTo>
                  <a:pt x="618" y="374"/>
                </a:lnTo>
                <a:lnTo>
                  <a:pt x="617" y="374"/>
                </a:lnTo>
                <a:lnTo>
                  <a:pt x="617" y="373"/>
                </a:lnTo>
                <a:lnTo>
                  <a:pt x="616" y="373"/>
                </a:lnTo>
                <a:lnTo>
                  <a:pt x="616" y="374"/>
                </a:lnTo>
                <a:lnTo>
                  <a:pt x="616" y="376"/>
                </a:lnTo>
                <a:lnTo>
                  <a:pt x="616" y="377"/>
                </a:lnTo>
                <a:lnTo>
                  <a:pt x="617" y="378"/>
                </a:lnTo>
                <a:lnTo>
                  <a:pt x="617" y="379"/>
                </a:lnTo>
                <a:lnTo>
                  <a:pt x="618" y="379"/>
                </a:lnTo>
                <a:lnTo>
                  <a:pt x="619" y="379"/>
                </a:lnTo>
                <a:lnTo>
                  <a:pt x="619" y="380"/>
                </a:lnTo>
                <a:lnTo>
                  <a:pt x="619" y="381"/>
                </a:lnTo>
                <a:lnTo>
                  <a:pt x="620" y="381"/>
                </a:lnTo>
                <a:lnTo>
                  <a:pt x="620" y="382"/>
                </a:lnTo>
                <a:lnTo>
                  <a:pt x="619" y="384"/>
                </a:lnTo>
                <a:lnTo>
                  <a:pt x="618" y="385"/>
                </a:lnTo>
                <a:lnTo>
                  <a:pt x="618" y="386"/>
                </a:lnTo>
                <a:lnTo>
                  <a:pt x="617" y="386"/>
                </a:lnTo>
                <a:lnTo>
                  <a:pt x="616" y="387"/>
                </a:lnTo>
                <a:lnTo>
                  <a:pt x="615" y="387"/>
                </a:lnTo>
                <a:lnTo>
                  <a:pt x="614" y="387"/>
                </a:lnTo>
                <a:lnTo>
                  <a:pt x="614" y="388"/>
                </a:lnTo>
                <a:lnTo>
                  <a:pt x="614" y="389"/>
                </a:lnTo>
                <a:lnTo>
                  <a:pt x="613" y="389"/>
                </a:lnTo>
                <a:lnTo>
                  <a:pt x="612" y="389"/>
                </a:lnTo>
                <a:lnTo>
                  <a:pt x="612" y="390"/>
                </a:lnTo>
                <a:lnTo>
                  <a:pt x="614" y="389"/>
                </a:lnTo>
                <a:lnTo>
                  <a:pt x="614" y="390"/>
                </a:lnTo>
                <a:lnTo>
                  <a:pt x="615" y="390"/>
                </a:lnTo>
                <a:lnTo>
                  <a:pt x="615" y="391"/>
                </a:lnTo>
                <a:lnTo>
                  <a:pt x="615" y="394"/>
                </a:lnTo>
                <a:lnTo>
                  <a:pt x="614" y="395"/>
                </a:lnTo>
                <a:lnTo>
                  <a:pt x="613" y="396"/>
                </a:lnTo>
                <a:lnTo>
                  <a:pt x="612" y="396"/>
                </a:lnTo>
                <a:lnTo>
                  <a:pt x="610" y="397"/>
                </a:lnTo>
                <a:lnTo>
                  <a:pt x="610" y="398"/>
                </a:lnTo>
                <a:lnTo>
                  <a:pt x="610" y="399"/>
                </a:lnTo>
                <a:lnTo>
                  <a:pt x="610" y="401"/>
                </a:lnTo>
                <a:lnTo>
                  <a:pt x="608" y="403"/>
                </a:lnTo>
                <a:lnTo>
                  <a:pt x="607" y="404"/>
                </a:lnTo>
                <a:lnTo>
                  <a:pt x="606" y="404"/>
                </a:lnTo>
                <a:lnTo>
                  <a:pt x="605" y="404"/>
                </a:lnTo>
                <a:lnTo>
                  <a:pt x="605" y="405"/>
                </a:lnTo>
                <a:lnTo>
                  <a:pt x="604" y="407"/>
                </a:lnTo>
                <a:lnTo>
                  <a:pt x="604" y="408"/>
                </a:lnTo>
                <a:lnTo>
                  <a:pt x="605" y="408"/>
                </a:lnTo>
                <a:lnTo>
                  <a:pt x="605" y="410"/>
                </a:lnTo>
                <a:lnTo>
                  <a:pt x="604" y="410"/>
                </a:lnTo>
                <a:lnTo>
                  <a:pt x="604" y="411"/>
                </a:lnTo>
                <a:lnTo>
                  <a:pt x="604" y="412"/>
                </a:lnTo>
                <a:lnTo>
                  <a:pt x="604" y="413"/>
                </a:lnTo>
                <a:lnTo>
                  <a:pt x="603" y="413"/>
                </a:lnTo>
                <a:lnTo>
                  <a:pt x="603" y="414"/>
                </a:lnTo>
                <a:lnTo>
                  <a:pt x="604" y="414"/>
                </a:lnTo>
                <a:lnTo>
                  <a:pt x="605" y="415"/>
                </a:lnTo>
                <a:lnTo>
                  <a:pt x="605" y="417"/>
                </a:lnTo>
                <a:lnTo>
                  <a:pt x="604" y="417"/>
                </a:lnTo>
                <a:lnTo>
                  <a:pt x="602" y="417"/>
                </a:lnTo>
                <a:lnTo>
                  <a:pt x="602" y="418"/>
                </a:lnTo>
                <a:lnTo>
                  <a:pt x="602" y="419"/>
                </a:lnTo>
                <a:lnTo>
                  <a:pt x="600" y="419"/>
                </a:lnTo>
                <a:lnTo>
                  <a:pt x="599" y="419"/>
                </a:lnTo>
                <a:lnTo>
                  <a:pt x="597" y="419"/>
                </a:lnTo>
                <a:lnTo>
                  <a:pt x="596" y="419"/>
                </a:lnTo>
                <a:lnTo>
                  <a:pt x="595" y="418"/>
                </a:lnTo>
                <a:lnTo>
                  <a:pt x="594" y="417"/>
                </a:lnTo>
                <a:lnTo>
                  <a:pt x="593" y="416"/>
                </a:lnTo>
                <a:lnTo>
                  <a:pt x="592" y="417"/>
                </a:lnTo>
                <a:lnTo>
                  <a:pt x="591" y="416"/>
                </a:lnTo>
                <a:lnTo>
                  <a:pt x="591" y="415"/>
                </a:lnTo>
                <a:lnTo>
                  <a:pt x="591" y="414"/>
                </a:lnTo>
                <a:lnTo>
                  <a:pt x="591" y="413"/>
                </a:lnTo>
                <a:lnTo>
                  <a:pt x="590" y="413"/>
                </a:lnTo>
                <a:lnTo>
                  <a:pt x="590" y="414"/>
                </a:lnTo>
                <a:lnTo>
                  <a:pt x="590" y="413"/>
                </a:lnTo>
                <a:lnTo>
                  <a:pt x="590" y="412"/>
                </a:lnTo>
                <a:lnTo>
                  <a:pt x="591" y="412"/>
                </a:lnTo>
                <a:lnTo>
                  <a:pt x="591" y="411"/>
                </a:lnTo>
                <a:lnTo>
                  <a:pt x="591" y="410"/>
                </a:lnTo>
                <a:lnTo>
                  <a:pt x="590" y="410"/>
                </a:lnTo>
                <a:lnTo>
                  <a:pt x="589" y="409"/>
                </a:lnTo>
                <a:lnTo>
                  <a:pt x="588" y="408"/>
                </a:lnTo>
                <a:lnTo>
                  <a:pt x="587" y="408"/>
                </a:lnTo>
                <a:lnTo>
                  <a:pt x="587" y="409"/>
                </a:lnTo>
                <a:lnTo>
                  <a:pt x="588" y="411"/>
                </a:lnTo>
                <a:lnTo>
                  <a:pt x="589" y="412"/>
                </a:lnTo>
                <a:lnTo>
                  <a:pt x="589" y="413"/>
                </a:lnTo>
                <a:lnTo>
                  <a:pt x="588" y="414"/>
                </a:lnTo>
                <a:lnTo>
                  <a:pt x="587" y="414"/>
                </a:lnTo>
                <a:lnTo>
                  <a:pt x="586" y="414"/>
                </a:lnTo>
                <a:lnTo>
                  <a:pt x="585" y="414"/>
                </a:lnTo>
                <a:lnTo>
                  <a:pt x="586" y="414"/>
                </a:lnTo>
                <a:lnTo>
                  <a:pt x="586" y="415"/>
                </a:lnTo>
                <a:lnTo>
                  <a:pt x="585" y="416"/>
                </a:lnTo>
                <a:lnTo>
                  <a:pt x="584" y="416"/>
                </a:lnTo>
                <a:lnTo>
                  <a:pt x="584" y="415"/>
                </a:lnTo>
                <a:lnTo>
                  <a:pt x="583" y="415"/>
                </a:lnTo>
                <a:lnTo>
                  <a:pt x="583" y="414"/>
                </a:lnTo>
                <a:lnTo>
                  <a:pt x="583" y="413"/>
                </a:lnTo>
                <a:lnTo>
                  <a:pt x="584" y="412"/>
                </a:lnTo>
                <a:lnTo>
                  <a:pt x="585" y="411"/>
                </a:lnTo>
                <a:lnTo>
                  <a:pt x="584" y="410"/>
                </a:lnTo>
                <a:lnTo>
                  <a:pt x="584" y="409"/>
                </a:lnTo>
                <a:lnTo>
                  <a:pt x="583" y="408"/>
                </a:lnTo>
                <a:lnTo>
                  <a:pt x="582" y="408"/>
                </a:lnTo>
                <a:lnTo>
                  <a:pt x="581" y="408"/>
                </a:lnTo>
                <a:lnTo>
                  <a:pt x="580" y="408"/>
                </a:lnTo>
                <a:lnTo>
                  <a:pt x="579" y="408"/>
                </a:lnTo>
                <a:lnTo>
                  <a:pt x="579" y="409"/>
                </a:lnTo>
                <a:lnTo>
                  <a:pt x="578" y="410"/>
                </a:lnTo>
                <a:lnTo>
                  <a:pt x="577" y="411"/>
                </a:lnTo>
                <a:lnTo>
                  <a:pt x="577" y="412"/>
                </a:lnTo>
                <a:lnTo>
                  <a:pt x="576" y="411"/>
                </a:lnTo>
                <a:lnTo>
                  <a:pt x="575" y="411"/>
                </a:lnTo>
                <a:lnTo>
                  <a:pt x="575" y="410"/>
                </a:lnTo>
                <a:lnTo>
                  <a:pt x="574" y="410"/>
                </a:lnTo>
                <a:lnTo>
                  <a:pt x="573" y="410"/>
                </a:lnTo>
                <a:lnTo>
                  <a:pt x="572" y="410"/>
                </a:lnTo>
                <a:lnTo>
                  <a:pt x="571" y="410"/>
                </a:lnTo>
                <a:lnTo>
                  <a:pt x="570" y="410"/>
                </a:lnTo>
                <a:lnTo>
                  <a:pt x="568" y="411"/>
                </a:lnTo>
                <a:lnTo>
                  <a:pt x="568" y="412"/>
                </a:lnTo>
                <a:lnTo>
                  <a:pt x="569" y="413"/>
                </a:lnTo>
                <a:lnTo>
                  <a:pt x="569" y="414"/>
                </a:lnTo>
                <a:lnTo>
                  <a:pt x="569" y="413"/>
                </a:lnTo>
                <a:lnTo>
                  <a:pt x="568" y="413"/>
                </a:lnTo>
                <a:lnTo>
                  <a:pt x="568" y="414"/>
                </a:lnTo>
                <a:lnTo>
                  <a:pt x="567" y="414"/>
                </a:lnTo>
                <a:lnTo>
                  <a:pt x="567" y="415"/>
                </a:lnTo>
                <a:lnTo>
                  <a:pt x="567" y="416"/>
                </a:lnTo>
                <a:lnTo>
                  <a:pt x="566" y="416"/>
                </a:lnTo>
                <a:lnTo>
                  <a:pt x="565" y="416"/>
                </a:lnTo>
                <a:lnTo>
                  <a:pt x="564" y="416"/>
                </a:lnTo>
                <a:lnTo>
                  <a:pt x="565" y="416"/>
                </a:lnTo>
                <a:lnTo>
                  <a:pt x="565" y="417"/>
                </a:lnTo>
                <a:lnTo>
                  <a:pt x="564" y="417"/>
                </a:lnTo>
                <a:lnTo>
                  <a:pt x="563" y="417"/>
                </a:lnTo>
                <a:lnTo>
                  <a:pt x="563" y="416"/>
                </a:lnTo>
                <a:lnTo>
                  <a:pt x="561" y="417"/>
                </a:lnTo>
                <a:lnTo>
                  <a:pt x="560" y="418"/>
                </a:lnTo>
                <a:lnTo>
                  <a:pt x="558" y="419"/>
                </a:lnTo>
                <a:lnTo>
                  <a:pt x="558" y="420"/>
                </a:lnTo>
                <a:lnTo>
                  <a:pt x="558" y="423"/>
                </a:lnTo>
                <a:lnTo>
                  <a:pt x="559" y="423"/>
                </a:lnTo>
                <a:lnTo>
                  <a:pt x="560" y="424"/>
                </a:lnTo>
                <a:lnTo>
                  <a:pt x="561" y="423"/>
                </a:lnTo>
                <a:lnTo>
                  <a:pt x="562" y="423"/>
                </a:lnTo>
                <a:lnTo>
                  <a:pt x="563" y="424"/>
                </a:lnTo>
                <a:lnTo>
                  <a:pt x="564" y="424"/>
                </a:lnTo>
                <a:lnTo>
                  <a:pt x="565" y="423"/>
                </a:lnTo>
                <a:lnTo>
                  <a:pt x="565" y="422"/>
                </a:lnTo>
                <a:lnTo>
                  <a:pt x="566" y="421"/>
                </a:lnTo>
                <a:lnTo>
                  <a:pt x="567" y="420"/>
                </a:lnTo>
                <a:lnTo>
                  <a:pt x="567" y="419"/>
                </a:lnTo>
                <a:lnTo>
                  <a:pt x="567" y="418"/>
                </a:lnTo>
                <a:lnTo>
                  <a:pt x="568" y="418"/>
                </a:lnTo>
                <a:lnTo>
                  <a:pt x="569" y="418"/>
                </a:lnTo>
                <a:lnTo>
                  <a:pt x="569" y="417"/>
                </a:lnTo>
                <a:lnTo>
                  <a:pt x="571" y="417"/>
                </a:lnTo>
                <a:lnTo>
                  <a:pt x="572" y="418"/>
                </a:lnTo>
                <a:lnTo>
                  <a:pt x="571" y="418"/>
                </a:lnTo>
                <a:lnTo>
                  <a:pt x="572" y="418"/>
                </a:lnTo>
                <a:lnTo>
                  <a:pt x="573" y="418"/>
                </a:lnTo>
                <a:lnTo>
                  <a:pt x="573" y="417"/>
                </a:lnTo>
                <a:lnTo>
                  <a:pt x="575" y="416"/>
                </a:lnTo>
                <a:lnTo>
                  <a:pt x="575" y="417"/>
                </a:lnTo>
                <a:lnTo>
                  <a:pt x="575" y="418"/>
                </a:lnTo>
                <a:lnTo>
                  <a:pt x="576" y="418"/>
                </a:lnTo>
                <a:lnTo>
                  <a:pt x="577" y="419"/>
                </a:lnTo>
                <a:lnTo>
                  <a:pt x="576" y="420"/>
                </a:lnTo>
                <a:lnTo>
                  <a:pt x="576" y="421"/>
                </a:lnTo>
                <a:lnTo>
                  <a:pt x="577" y="421"/>
                </a:lnTo>
                <a:lnTo>
                  <a:pt x="577" y="422"/>
                </a:lnTo>
                <a:lnTo>
                  <a:pt x="576" y="422"/>
                </a:lnTo>
                <a:lnTo>
                  <a:pt x="576" y="423"/>
                </a:lnTo>
                <a:lnTo>
                  <a:pt x="575" y="423"/>
                </a:lnTo>
                <a:lnTo>
                  <a:pt x="573" y="427"/>
                </a:lnTo>
                <a:lnTo>
                  <a:pt x="572" y="429"/>
                </a:lnTo>
                <a:lnTo>
                  <a:pt x="572" y="430"/>
                </a:lnTo>
                <a:lnTo>
                  <a:pt x="573" y="431"/>
                </a:lnTo>
                <a:lnTo>
                  <a:pt x="574" y="431"/>
                </a:lnTo>
                <a:lnTo>
                  <a:pt x="574" y="432"/>
                </a:lnTo>
                <a:lnTo>
                  <a:pt x="573" y="432"/>
                </a:lnTo>
                <a:lnTo>
                  <a:pt x="573" y="433"/>
                </a:lnTo>
                <a:lnTo>
                  <a:pt x="574" y="433"/>
                </a:lnTo>
                <a:lnTo>
                  <a:pt x="574" y="435"/>
                </a:lnTo>
                <a:lnTo>
                  <a:pt x="574" y="436"/>
                </a:lnTo>
                <a:lnTo>
                  <a:pt x="574" y="437"/>
                </a:lnTo>
                <a:lnTo>
                  <a:pt x="575" y="437"/>
                </a:lnTo>
                <a:lnTo>
                  <a:pt x="576" y="437"/>
                </a:lnTo>
                <a:lnTo>
                  <a:pt x="576" y="438"/>
                </a:lnTo>
                <a:lnTo>
                  <a:pt x="578" y="439"/>
                </a:lnTo>
                <a:lnTo>
                  <a:pt x="578" y="440"/>
                </a:lnTo>
                <a:lnTo>
                  <a:pt x="577" y="440"/>
                </a:lnTo>
                <a:lnTo>
                  <a:pt x="577" y="441"/>
                </a:lnTo>
                <a:lnTo>
                  <a:pt x="576" y="440"/>
                </a:lnTo>
                <a:lnTo>
                  <a:pt x="575" y="441"/>
                </a:lnTo>
                <a:lnTo>
                  <a:pt x="575" y="442"/>
                </a:lnTo>
                <a:lnTo>
                  <a:pt x="574" y="442"/>
                </a:lnTo>
                <a:lnTo>
                  <a:pt x="572" y="443"/>
                </a:lnTo>
                <a:lnTo>
                  <a:pt x="570" y="443"/>
                </a:lnTo>
                <a:lnTo>
                  <a:pt x="570" y="442"/>
                </a:lnTo>
                <a:lnTo>
                  <a:pt x="568" y="440"/>
                </a:lnTo>
                <a:lnTo>
                  <a:pt x="568" y="441"/>
                </a:lnTo>
                <a:lnTo>
                  <a:pt x="567" y="441"/>
                </a:lnTo>
                <a:lnTo>
                  <a:pt x="566" y="441"/>
                </a:lnTo>
                <a:lnTo>
                  <a:pt x="566" y="440"/>
                </a:lnTo>
                <a:lnTo>
                  <a:pt x="566" y="439"/>
                </a:lnTo>
                <a:lnTo>
                  <a:pt x="565" y="439"/>
                </a:lnTo>
                <a:lnTo>
                  <a:pt x="564" y="438"/>
                </a:lnTo>
                <a:lnTo>
                  <a:pt x="562" y="438"/>
                </a:lnTo>
                <a:lnTo>
                  <a:pt x="561" y="439"/>
                </a:lnTo>
                <a:lnTo>
                  <a:pt x="560" y="440"/>
                </a:lnTo>
                <a:lnTo>
                  <a:pt x="559" y="440"/>
                </a:lnTo>
                <a:lnTo>
                  <a:pt x="558" y="440"/>
                </a:lnTo>
                <a:lnTo>
                  <a:pt x="557" y="440"/>
                </a:lnTo>
                <a:lnTo>
                  <a:pt x="557" y="439"/>
                </a:lnTo>
                <a:lnTo>
                  <a:pt x="558" y="439"/>
                </a:lnTo>
                <a:lnTo>
                  <a:pt x="558" y="438"/>
                </a:lnTo>
                <a:lnTo>
                  <a:pt x="557" y="438"/>
                </a:lnTo>
                <a:lnTo>
                  <a:pt x="556" y="438"/>
                </a:lnTo>
                <a:lnTo>
                  <a:pt x="555" y="438"/>
                </a:lnTo>
                <a:lnTo>
                  <a:pt x="554" y="438"/>
                </a:lnTo>
                <a:lnTo>
                  <a:pt x="553" y="438"/>
                </a:lnTo>
                <a:lnTo>
                  <a:pt x="553" y="439"/>
                </a:lnTo>
                <a:lnTo>
                  <a:pt x="552" y="439"/>
                </a:lnTo>
                <a:lnTo>
                  <a:pt x="551" y="439"/>
                </a:lnTo>
                <a:lnTo>
                  <a:pt x="550" y="440"/>
                </a:lnTo>
                <a:lnTo>
                  <a:pt x="550" y="441"/>
                </a:lnTo>
                <a:lnTo>
                  <a:pt x="549" y="442"/>
                </a:lnTo>
                <a:lnTo>
                  <a:pt x="548" y="441"/>
                </a:lnTo>
                <a:lnTo>
                  <a:pt x="548" y="440"/>
                </a:lnTo>
                <a:lnTo>
                  <a:pt x="548" y="439"/>
                </a:lnTo>
                <a:lnTo>
                  <a:pt x="547" y="439"/>
                </a:lnTo>
                <a:lnTo>
                  <a:pt x="546" y="438"/>
                </a:lnTo>
                <a:lnTo>
                  <a:pt x="547" y="436"/>
                </a:lnTo>
                <a:lnTo>
                  <a:pt x="548" y="436"/>
                </a:lnTo>
                <a:lnTo>
                  <a:pt x="548" y="435"/>
                </a:lnTo>
                <a:lnTo>
                  <a:pt x="548" y="434"/>
                </a:lnTo>
                <a:lnTo>
                  <a:pt x="547" y="434"/>
                </a:lnTo>
                <a:lnTo>
                  <a:pt x="547" y="433"/>
                </a:lnTo>
                <a:lnTo>
                  <a:pt x="546" y="433"/>
                </a:lnTo>
                <a:lnTo>
                  <a:pt x="546" y="432"/>
                </a:lnTo>
                <a:lnTo>
                  <a:pt x="546" y="431"/>
                </a:lnTo>
                <a:lnTo>
                  <a:pt x="547" y="430"/>
                </a:lnTo>
                <a:lnTo>
                  <a:pt x="546" y="430"/>
                </a:lnTo>
                <a:lnTo>
                  <a:pt x="545" y="430"/>
                </a:lnTo>
                <a:lnTo>
                  <a:pt x="544" y="430"/>
                </a:lnTo>
                <a:lnTo>
                  <a:pt x="544" y="429"/>
                </a:lnTo>
                <a:lnTo>
                  <a:pt x="543" y="428"/>
                </a:lnTo>
                <a:lnTo>
                  <a:pt x="542" y="429"/>
                </a:lnTo>
                <a:lnTo>
                  <a:pt x="540" y="429"/>
                </a:lnTo>
                <a:lnTo>
                  <a:pt x="539" y="430"/>
                </a:lnTo>
                <a:lnTo>
                  <a:pt x="538" y="430"/>
                </a:lnTo>
                <a:lnTo>
                  <a:pt x="537" y="430"/>
                </a:lnTo>
                <a:lnTo>
                  <a:pt x="536" y="430"/>
                </a:lnTo>
                <a:lnTo>
                  <a:pt x="536" y="431"/>
                </a:lnTo>
                <a:lnTo>
                  <a:pt x="536" y="432"/>
                </a:lnTo>
                <a:lnTo>
                  <a:pt x="537" y="433"/>
                </a:lnTo>
                <a:lnTo>
                  <a:pt x="536" y="433"/>
                </a:lnTo>
                <a:lnTo>
                  <a:pt x="536" y="434"/>
                </a:lnTo>
                <a:lnTo>
                  <a:pt x="536" y="435"/>
                </a:lnTo>
                <a:lnTo>
                  <a:pt x="536" y="434"/>
                </a:lnTo>
                <a:lnTo>
                  <a:pt x="535" y="434"/>
                </a:lnTo>
                <a:lnTo>
                  <a:pt x="534" y="434"/>
                </a:lnTo>
                <a:lnTo>
                  <a:pt x="533" y="435"/>
                </a:lnTo>
                <a:lnTo>
                  <a:pt x="533" y="436"/>
                </a:lnTo>
                <a:lnTo>
                  <a:pt x="533" y="437"/>
                </a:lnTo>
                <a:lnTo>
                  <a:pt x="534" y="437"/>
                </a:lnTo>
                <a:lnTo>
                  <a:pt x="533" y="439"/>
                </a:lnTo>
                <a:lnTo>
                  <a:pt x="534" y="439"/>
                </a:lnTo>
                <a:lnTo>
                  <a:pt x="535" y="440"/>
                </a:lnTo>
                <a:lnTo>
                  <a:pt x="536" y="441"/>
                </a:lnTo>
                <a:lnTo>
                  <a:pt x="537" y="441"/>
                </a:lnTo>
                <a:lnTo>
                  <a:pt x="537" y="443"/>
                </a:lnTo>
                <a:lnTo>
                  <a:pt x="536" y="443"/>
                </a:lnTo>
                <a:lnTo>
                  <a:pt x="536" y="442"/>
                </a:lnTo>
                <a:lnTo>
                  <a:pt x="535" y="442"/>
                </a:lnTo>
                <a:lnTo>
                  <a:pt x="534" y="441"/>
                </a:lnTo>
                <a:lnTo>
                  <a:pt x="533" y="442"/>
                </a:lnTo>
                <a:lnTo>
                  <a:pt x="531" y="442"/>
                </a:lnTo>
                <a:lnTo>
                  <a:pt x="531" y="443"/>
                </a:lnTo>
                <a:lnTo>
                  <a:pt x="530" y="443"/>
                </a:lnTo>
                <a:lnTo>
                  <a:pt x="530" y="444"/>
                </a:lnTo>
                <a:lnTo>
                  <a:pt x="529" y="445"/>
                </a:lnTo>
                <a:lnTo>
                  <a:pt x="529" y="446"/>
                </a:lnTo>
                <a:lnTo>
                  <a:pt x="528" y="446"/>
                </a:lnTo>
                <a:lnTo>
                  <a:pt x="529" y="447"/>
                </a:lnTo>
                <a:lnTo>
                  <a:pt x="530" y="447"/>
                </a:lnTo>
                <a:lnTo>
                  <a:pt x="530" y="448"/>
                </a:lnTo>
                <a:lnTo>
                  <a:pt x="530" y="449"/>
                </a:lnTo>
                <a:lnTo>
                  <a:pt x="529" y="449"/>
                </a:lnTo>
                <a:lnTo>
                  <a:pt x="529" y="448"/>
                </a:lnTo>
                <a:lnTo>
                  <a:pt x="528" y="448"/>
                </a:lnTo>
                <a:lnTo>
                  <a:pt x="528" y="447"/>
                </a:lnTo>
                <a:lnTo>
                  <a:pt x="528" y="448"/>
                </a:lnTo>
                <a:lnTo>
                  <a:pt x="527" y="451"/>
                </a:lnTo>
                <a:lnTo>
                  <a:pt x="527" y="452"/>
                </a:lnTo>
                <a:lnTo>
                  <a:pt x="527" y="453"/>
                </a:lnTo>
                <a:lnTo>
                  <a:pt x="526" y="453"/>
                </a:lnTo>
                <a:lnTo>
                  <a:pt x="526" y="455"/>
                </a:lnTo>
                <a:lnTo>
                  <a:pt x="526" y="456"/>
                </a:lnTo>
                <a:lnTo>
                  <a:pt x="526" y="457"/>
                </a:lnTo>
                <a:lnTo>
                  <a:pt x="527" y="457"/>
                </a:lnTo>
                <a:lnTo>
                  <a:pt x="528" y="457"/>
                </a:lnTo>
                <a:lnTo>
                  <a:pt x="529" y="458"/>
                </a:lnTo>
                <a:lnTo>
                  <a:pt x="529" y="459"/>
                </a:lnTo>
                <a:lnTo>
                  <a:pt x="529" y="460"/>
                </a:lnTo>
                <a:lnTo>
                  <a:pt x="529" y="461"/>
                </a:lnTo>
                <a:lnTo>
                  <a:pt x="529" y="463"/>
                </a:lnTo>
                <a:lnTo>
                  <a:pt x="530" y="464"/>
                </a:lnTo>
                <a:lnTo>
                  <a:pt x="530" y="465"/>
                </a:lnTo>
                <a:lnTo>
                  <a:pt x="530" y="466"/>
                </a:lnTo>
                <a:lnTo>
                  <a:pt x="530" y="469"/>
                </a:lnTo>
                <a:lnTo>
                  <a:pt x="529" y="469"/>
                </a:lnTo>
                <a:lnTo>
                  <a:pt x="527" y="467"/>
                </a:lnTo>
                <a:lnTo>
                  <a:pt x="526" y="466"/>
                </a:lnTo>
                <a:lnTo>
                  <a:pt x="526" y="465"/>
                </a:lnTo>
                <a:lnTo>
                  <a:pt x="526" y="464"/>
                </a:lnTo>
                <a:lnTo>
                  <a:pt x="525" y="462"/>
                </a:lnTo>
                <a:lnTo>
                  <a:pt x="524" y="462"/>
                </a:lnTo>
                <a:lnTo>
                  <a:pt x="523" y="461"/>
                </a:lnTo>
                <a:lnTo>
                  <a:pt x="523" y="460"/>
                </a:lnTo>
                <a:lnTo>
                  <a:pt x="522" y="458"/>
                </a:lnTo>
                <a:lnTo>
                  <a:pt x="521" y="457"/>
                </a:lnTo>
                <a:lnTo>
                  <a:pt x="520" y="457"/>
                </a:lnTo>
                <a:lnTo>
                  <a:pt x="519" y="456"/>
                </a:lnTo>
                <a:lnTo>
                  <a:pt x="518" y="456"/>
                </a:lnTo>
                <a:lnTo>
                  <a:pt x="518" y="455"/>
                </a:lnTo>
                <a:lnTo>
                  <a:pt x="518" y="453"/>
                </a:lnTo>
                <a:lnTo>
                  <a:pt x="517" y="451"/>
                </a:lnTo>
                <a:lnTo>
                  <a:pt x="516" y="451"/>
                </a:lnTo>
                <a:lnTo>
                  <a:pt x="515" y="450"/>
                </a:lnTo>
                <a:lnTo>
                  <a:pt x="513" y="450"/>
                </a:lnTo>
                <a:lnTo>
                  <a:pt x="511" y="451"/>
                </a:lnTo>
                <a:lnTo>
                  <a:pt x="510" y="451"/>
                </a:lnTo>
                <a:lnTo>
                  <a:pt x="510" y="452"/>
                </a:lnTo>
                <a:lnTo>
                  <a:pt x="509" y="452"/>
                </a:lnTo>
                <a:lnTo>
                  <a:pt x="509" y="453"/>
                </a:lnTo>
                <a:lnTo>
                  <a:pt x="508" y="452"/>
                </a:lnTo>
                <a:lnTo>
                  <a:pt x="508" y="451"/>
                </a:lnTo>
                <a:lnTo>
                  <a:pt x="508" y="450"/>
                </a:lnTo>
                <a:lnTo>
                  <a:pt x="508" y="449"/>
                </a:lnTo>
                <a:lnTo>
                  <a:pt x="507" y="448"/>
                </a:lnTo>
                <a:lnTo>
                  <a:pt x="506" y="447"/>
                </a:lnTo>
                <a:lnTo>
                  <a:pt x="506" y="446"/>
                </a:lnTo>
                <a:lnTo>
                  <a:pt x="505" y="445"/>
                </a:lnTo>
                <a:lnTo>
                  <a:pt x="504" y="445"/>
                </a:lnTo>
                <a:lnTo>
                  <a:pt x="503" y="444"/>
                </a:lnTo>
                <a:lnTo>
                  <a:pt x="502" y="443"/>
                </a:lnTo>
                <a:lnTo>
                  <a:pt x="501" y="442"/>
                </a:lnTo>
                <a:lnTo>
                  <a:pt x="501" y="441"/>
                </a:lnTo>
                <a:lnTo>
                  <a:pt x="500" y="441"/>
                </a:lnTo>
                <a:lnTo>
                  <a:pt x="499" y="441"/>
                </a:lnTo>
                <a:lnTo>
                  <a:pt x="497" y="442"/>
                </a:lnTo>
                <a:lnTo>
                  <a:pt x="496" y="442"/>
                </a:lnTo>
                <a:lnTo>
                  <a:pt x="496" y="443"/>
                </a:lnTo>
                <a:lnTo>
                  <a:pt x="495" y="445"/>
                </a:lnTo>
                <a:lnTo>
                  <a:pt x="495" y="446"/>
                </a:lnTo>
                <a:lnTo>
                  <a:pt x="494" y="447"/>
                </a:lnTo>
                <a:lnTo>
                  <a:pt x="493" y="448"/>
                </a:lnTo>
                <a:lnTo>
                  <a:pt x="493" y="447"/>
                </a:lnTo>
                <a:lnTo>
                  <a:pt x="492" y="448"/>
                </a:lnTo>
                <a:lnTo>
                  <a:pt x="491" y="448"/>
                </a:lnTo>
                <a:lnTo>
                  <a:pt x="491" y="449"/>
                </a:lnTo>
                <a:lnTo>
                  <a:pt x="490" y="449"/>
                </a:lnTo>
                <a:lnTo>
                  <a:pt x="489" y="449"/>
                </a:lnTo>
                <a:lnTo>
                  <a:pt x="489" y="450"/>
                </a:lnTo>
                <a:lnTo>
                  <a:pt x="489" y="451"/>
                </a:lnTo>
                <a:lnTo>
                  <a:pt x="490" y="452"/>
                </a:lnTo>
                <a:lnTo>
                  <a:pt x="490" y="453"/>
                </a:lnTo>
                <a:lnTo>
                  <a:pt x="490" y="455"/>
                </a:lnTo>
                <a:lnTo>
                  <a:pt x="489" y="455"/>
                </a:lnTo>
                <a:lnTo>
                  <a:pt x="488" y="453"/>
                </a:lnTo>
                <a:lnTo>
                  <a:pt x="488" y="452"/>
                </a:lnTo>
                <a:lnTo>
                  <a:pt x="487" y="452"/>
                </a:lnTo>
                <a:lnTo>
                  <a:pt x="487" y="451"/>
                </a:lnTo>
                <a:lnTo>
                  <a:pt x="486" y="451"/>
                </a:lnTo>
                <a:lnTo>
                  <a:pt x="486" y="450"/>
                </a:lnTo>
                <a:lnTo>
                  <a:pt x="486" y="451"/>
                </a:lnTo>
                <a:lnTo>
                  <a:pt x="484" y="450"/>
                </a:lnTo>
                <a:lnTo>
                  <a:pt x="483" y="450"/>
                </a:lnTo>
                <a:lnTo>
                  <a:pt x="482" y="451"/>
                </a:lnTo>
                <a:lnTo>
                  <a:pt x="481" y="452"/>
                </a:lnTo>
                <a:lnTo>
                  <a:pt x="481" y="453"/>
                </a:lnTo>
                <a:lnTo>
                  <a:pt x="482" y="453"/>
                </a:lnTo>
                <a:lnTo>
                  <a:pt x="483" y="455"/>
                </a:lnTo>
                <a:lnTo>
                  <a:pt x="483" y="456"/>
                </a:lnTo>
                <a:lnTo>
                  <a:pt x="483" y="457"/>
                </a:lnTo>
                <a:lnTo>
                  <a:pt x="484" y="457"/>
                </a:lnTo>
                <a:lnTo>
                  <a:pt x="484" y="458"/>
                </a:lnTo>
                <a:lnTo>
                  <a:pt x="483" y="459"/>
                </a:lnTo>
                <a:lnTo>
                  <a:pt x="482" y="459"/>
                </a:lnTo>
                <a:lnTo>
                  <a:pt x="481" y="459"/>
                </a:lnTo>
                <a:lnTo>
                  <a:pt x="480" y="458"/>
                </a:lnTo>
                <a:lnTo>
                  <a:pt x="479" y="459"/>
                </a:lnTo>
                <a:lnTo>
                  <a:pt x="479" y="460"/>
                </a:lnTo>
                <a:lnTo>
                  <a:pt x="480" y="460"/>
                </a:lnTo>
                <a:lnTo>
                  <a:pt x="480" y="462"/>
                </a:lnTo>
                <a:lnTo>
                  <a:pt x="480" y="463"/>
                </a:lnTo>
                <a:lnTo>
                  <a:pt x="479" y="464"/>
                </a:lnTo>
                <a:lnTo>
                  <a:pt x="479" y="465"/>
                </a:lnTo>
                <a:lnTo>
                  <a:pt x="480" y="466"/>
                </a:lnTo>
                <a:lnTo>
                  <a:pt x="480" y="467"/>
                </a:lnTo>
                <a:lnTo>
                  <a:pt x="480" y="469"/>
                </a:lnTo>
                <a:lnTo>
                  <a:pt x="479" y="471"/>
                </a:lnTo>
                <a:lnTo>
                  <a:pt x="478" y="472"/>
                </a:lnTo>
                <a:lnTo>
                  <a:pt x="479" y="472"/>
                </a:lnTo>
                <a:lnTo>
                  <a:pt x="479" y="473"/>
                </a:lnTo>
                <a:lnTo>
                  <a:pt x="479" y="474"/>
                </a:lnTo>
                <a:lnTo>
                  <a:pt x="478" y="474"/>
                </a:lnTo>
                <a:lnTo>
                  <a:pt x="478" y="475"/>
                </a:lnTo>
                <a:lnTo>
                  <a:pt x="478" y="476"/>
                </a:lnTo>
                <a:lnTo>
                  <a:pt x="479" y="476"/>
                </a:lnTo>
                <a:lnTo>
                  <a:pt x="479" y="477"/>
                </a:lnTo>
                <a:lnTo>
                  <a:pt x="478" y="478"/>
                </a:lnTo>
                <a:lnTo>
                  <a:pt x="477" y="478"/>
                </a:lnTo>
                <a:lnTo>
                  <a:pt x="477" y="479"/>
                </a:lnTo>
                <a:lnTo>
                  <a:pt x="476" y="479"/>
                </a:lnTo>
                <a:lnTo>
                  <a:pt x="476" y="480"/>
                </a:lnTo>
                <a:lnTo>
                  <a:pt x="475" y="481"/>
                </a:lnTo>
                <a:lnTo>
                  <a:pt x="474" y="481"/>
                </a:lnTo>
                <a:lnTo>
                  <a:pt x="473" y="482"/>
                </a:lnTo>
                <a:lnTo>
                  <a:pt x="472" y="482"/>
                </a:lnTo>
                <a:lnTo>
                  <a:pt x="471" y="482"/>
                </a:lnTo>
                <a:lnTo>
                  <a:pt x="470" y="482"/>
                </a:lnTo>
                <a:lnTo>
                  <a:pt x="468" y="482"/>
                </a:lnTo>
                <a:lnTo>
                  <a:pt x="467" y="482"/>
                </a:lnTo>
                <a:lnTo>
                  <a:pt x="466" y="482"/>
                </a:lnTo>
                <a:lnTo>
                  <a:pt x="465" y="483"/>
                </a:lnTo>
                <a:lnTo>
                  <a:pt x="465" y="482"/>
                </a:lnTo>
                <a:lnTo>
                  <a:pt x="464" y="482"/>
                </a:lnTo>
                <a:lnTo>
                  <a:pt x="463" y="482"/>
                </a:lnTo>
                <a:lnTo>
                  <a:pt x="463" y="483"/>
                </a:lnTo>
                <a:lnTo>
                  <a:pt x="463" y="484"/>
                </a:lnTo>
                <a:lnTo>
                  <a:pt x="462" y="484"/>
                </a:lnTo>
                <a:lnTo>
                  <a:pt x="461" y="484"/>
                </a:lnTo>
                <a:lnTo>
                  <a:pt x="460" y="484"/>
                </a:lnTo>
                <a:lnTo>
                  <a:pt x="459" y="484"/>
                </a:lnTo>
                <a:lnTo>
                  <a:pt x="459" y="485"/>
                </a:lnTo>
                <a:lnTo>
                  <a:pt x="458" y="485"/>
                </a:lnTo>
                <a:lnTo>
                  <a:pt x="458" y="486"/>
                </a:lnTo>
                <a:lnTo>
                  <a:pt x="457" y="486"/>
                </a:lnTo>
                <a:lnTo>
                  <a:pt x="456" y="487"/>
                </a:lnTo>
                <a:lnTo>
                  <a:pt x="455" y="487"/>
                </a:lnTo>
                <a:lnTo>
                  <a:pt x="454" y="487"/>
                </a:lnTo>
                <a:lnTo>
                  <a:pt x="453" y="488"/>
                </a:lnTo>
                <a:lnTo>
                  <a:pt x="452" y="488"/>
                </a:lnTo>
                <a:lnTo>
                  <a:pt x="451" y="488"/>
                </a:lnTo>
                <a:lnTo>
                  <a:pt x="451" y="489"/>
                </a:lnTo>
                <a:lnTo>
                  <a:pt x="450" y="489"/>
                </a:lnTo>
                <a:lnTo>
                  <a:pt x="450" y="490"/>
                </a:lnTo>
                <a:lnTo>
                  <a:pt x="450" y="491"/>
                </a:lnTo>
                <a:lnTo>
                  <a:pt x="448" y="491"/>
                </a:lnTo>
                <a:lnTo>
                  <a:pt x="447" y="492"/>
                </a:lnTo>
                <a:lnTo>
                  <a:pt x="447" y="491"/>
                </a:lnTo>
                <a:lnTo>
                  <a:pt x="446" y="491"/>
                </a:lnTo>
                <a:lnTo>
                  <a:pt x="445" y="490"/>
                </a:lnTo>
                <a:lnTo>
                  <a:pt x="444" y="490"/>
                </a:lnTo>
                <a:lnTo>
                  <a:pt x="444" y="491"/>
                </a:lnTo>
                <a:lnTo>
                  <a:pt x="443" y="491"/>
                </a:lnTo>
                <a:lnTo>
                  <a:pt x="442" y="492"/>
                </a:lnTo>
                <a:lnTo>
                  <a:pt x="441" y="491"/>
                </a:lnTo>
                <a:lnTo>
                  <a:pt x="440" y="491"/>
                </a:lnTo>
                <a:lnTo>
                  <a:pt x="440" y="492"/>
                </a:lnTo>
                <a:lnTo>
                  <a:pt x="439" y="492"/>
                </a:lnTo>
                <a:lnTo>
                  <a:pt x="439" y="491"/>
                </a:lnTo>
                <a:lnTo>
                  <a:pt x="439" y="490"/>
                </a:lnTo>
                <a:lnTo>
                  <a:pt x="440" y="490"/>
                </a:lnTo>
                <a:lnTo>
                  <a:pt x="441" y="489"/>
                </a:lnTo>
                <a:lnTo>
                  <a:pt x="442" y="489"/>
                </a:lnTo>
                <a:lnTo>
                  <a:pt x="442" y="488"/>
                </a:lnTo>
                <a:lnTo>
                  <a:pt x="441" y="488"/>
                </a:lnTo>
                <a:lnTo>
                  <a:pt x="441" y="487"/>
                </a:lnTo>
                <a:lnTo>
                  <a:pt x="440" y="486"/>
                </a:lnTo>
                <a:lnTo>
                  <a:pt x="441" y="486"/>
                </a:lnTo>
                <a:lnTo>
                  <a:pt x="441" y="485"/>
                </a:lnTo>
                <a:lnTo>
                  <a:pt x="440" y="484"/>
                </a:lnTo>
                <a:lnTo>
                  <a:pt x="440" y="483"/>
                </a:lnTo>
                <a:lnTo>
                  <a:pt x="439" y="483"/>
                </a:lnTo>
                <a:lnTo>
                  <a:pt x="439" y="482"/>
                </a:lnTo>
                <a:lnTo>
                  <a:pt x="438" y="482"/>
                </a:lnTo>
                <a:lnTo>
                  <a:pt x="438" y="481"/>
                </a:lnTo>
                <a:lnTo>
                  <a:pt x="439" y="480"/>
                </a:lnTo>
                <a:lnTo>
                  <a:pt x="439" y="479"/>
                </a:lnTo>
                <a:lnTo>
                  <a:pt x="439" y="478"/>
                </a:lnTo>
                <a:lnTo>
                  <a:pt x="438" y="477"/>
                </a:lnTo>
                <a:lnTo>
                  <a:pt x="437" y="477"/>
                </a:lnTo>
                <a:lnTo>
                  <a:pt x="436" y="477"/>
                </a:lnTo>
                <a:lnTo>
                  <a:pt x="436" y="478"/>
                </a:lnTo>
                <a:lnTo>
                  <a:pt x="435" y="479"/>
                </a:lnTo>
                <a:lnTo>
                  <a:pt x="434" y="480"/>
                </a:lnTo>
                <a:lnTo>
                  <a:pt x="433" y="480"/>
                </a:lnTo>
                <a:lnTo>
                  <a:pt x="433" y="481"/>
                </a:lnTo>
                <a:lnTo>
                  <a:pt x="433" y="482"/>
                </a:lnTo>
                <a:lnTo>
                  <a:pt x="432" y="482"/>
                </a:lnTo>
                <a:lnTo>
                  <a:pt x="431" y="482"/>
                </a:lnTo>
                <a:lnTo>
                  <a:pt x="431" y="481"/>
                </a:lnTo>
                <a:lnTo>
                  <a:pt x="432" y="481"/>
                </a:lnTo>
                <a:lnTo>
                  <a:pt x="432" y="480"/>
                </a:lnTo>
                <a:lnTo>
                  <a:pt x="432" y="479"/>
                </a:lnTo>
                <a:lnTo>
                  <a:pt x="431" y="479"/>
                </a:lnTo>
                <a:lnTo>
                  <a:pt x="431" y="478"/>
                </a:lnTo>
                <a:lnTo>
                  <a:pt x="430" y="477"/>
                </a:lnTo>
                <a:lnTo>
                  <a:pt x="429" y="477"/>
                </a:lnTo>
                <a:lnTo>
                  <a:pt x="429" y="476"/>
                </a:lnTo>
                <a:lnTo>
                  <a:pt x="428" y="476"/>
                </a:lnTo>
                <a:lnTo>
                  <a:pt x="429" y="476"/>
                </a:lnTo>
                <a:lnTo>
                  <a:pt x="429" y="475"/>
                </a:lnTo>
                <a:lnTo>
                  <a:pt x="428" y="475"/>
                </a:lnTo>
                <a:lnTo>
                  <a:pt x="428" y="474"/>
                </a:lnTo>
                <a:lnTo>
                  <a:pt x="429" y="474"/>
                </a:lnTo>
                <a:lnTo>
                  <a:pt x="429" y="473"/>
                </a:lnTo>
                <a:lnTo>
                  <a:pt x="429" y="472"/>
                </a:lnTo>
                <a:lnTo>
                  <a:pt x="428" y="471"/>
                </a:lnTo>
                <a:lnTo>
                  <a:pt x="429" y="471"/>
                </a:lnTo>
                <a:lnTo>
                  <a:pt x="428" y="471"/>
                </a:lnTo>
                <a:lnTo>
                  <a:pt x="428" y="470"/>
                </a:lnTo>
                <a:lnTo>
                  <a:pt x="427" y="470"/>
                </a:lnTo>
                <a:lnTo>
                  <a:pt x="428" y="470"/>
                </a:lnTo>
                <a:lnTo>
                  <a:pt x="429" y="469"/>
                </a:lnTo>
                <a:lnTo>
                  <a:pt x="429" y="468"/>
                </a:lnTo>
                <a:lnTo>
                  <a:pt x="429" y="467"/>
                </a:lnTo>
                <a:lnTo>
                  <a:pt x="428" y="467"/>
                </a:lnTo>
                <a:lnTo>
                  <a:pt x="428" y="468"/>
                </a:lnTo>
                <a:lnTo>
                  <a:pt x="427" y="468"/>
                </a:lnTo>
                <a:lnTo>
                  <a:pt x="427" y="467"/>
                </a:lnTo>
                <a:lnTo>
                  <a:pt x="427" y="468"/>
                </a:lnTo>
                <a:lnTo>
                  <a:pt x="426" y="468"/>
                </a:lnTo>
                <a:lnTo>
                  <a:pt x="427" y="468"/>
                </a:lnTo>
                <a:lnTo>
                  <a:pt x="427" y="469"/>
                </a:lnTo>
                <a:lnTo>
                  <a:pt x="426" y="469"/>
                </a:lnTo>
                <a:lnTo>
                  <a:pt x="425" y="469"/>
                </a:lnTo>
                <a:lnTo>
                  <a:pt x="424" y="469"/>
                </a:lnTo>
                <a:lnTo>
                  <a:pt x="424" y="470"/>
                </a:lnTo>
                <a:lnTo>
                  <a:pt x="424" y="471"/>
                </a:lnTo>
                <a:lnTo>
                  <a:pt x="423" y="472"/>
                </a:lnTo>
                <a:lnTo>
                  <a:pt x="423" y="473"/>
                </a:lnTo>
                <a:lnTo>
                  <a:pt x="423" y="474"/>
                </a:lnTo>
                <a:lnTo>
                  <a:pt x="423" y="475"/>
                </a:lnTo>
                <a:lnTo>
                  <a:pt x="422" y="475"/>
                </a:lnTo>
                <a:lnTo>
                  <a:pt x="422" y="474"/>
                </a:lnTo>
                <a:lnTo>
                  <a:pt x="421" y="474"/>
                </a:lnTo>
                <a:lnTo>
                  <a:pt x="421" y="475"/>
                </a:lnTo>
                <a:lnTo>
                  <a:pt x="421" y="476"/>
                </a:lnTo>
                <a:lnTo>
                  <a:pt x="420" y="475"/>
                </a:lnTo>
                <a:lnTo>
                  <a:pt x="419" y="475"/>
                </a:lnTo>
                <a:lnTo>
                  <a:pt x="419" y="476"/>
                </a:lnTo>
                <a:lnTo>
                  <a:pt x="416" y="478"/>
                </a:lnTo>
                <a:lnTo>
                  <a:pt x="415" y="478"/>
                </a:lnTo>
                <a:lnTo>
                  <a:pt x="415" y="479"/>
                </a:lnTo>
                <a:lnTo>
                  <a:pt x="414" y="479"/>
                </a:lnTo>
                <a:lnTo>
                  <a:pt x="413" y="480"/>
                </a:lnTo>
                <a:lnTo>
                  <a:pt x="412" y="480"/>
                </a:lnTo>
                <a:lnTo>
                  <a:pt x="411" y="480"/>
                </a:lnTo>
                <a:lnTo>
                  <a:pt x="408" y="480"/>
                </a:lnTo>
                <a:lnTo>
                  <a:pt x="408" y="479"/>
                </a:lnTo>
                <a:lnTo>
                  <a:pt x="408" y="478"/>
                </a:lnTo>
                <a:lnTo>
                  <a:pt x="408" y="477"/>
                </a:lnTo>
                <a:lnTo>
                  <a:pt x="409" y="476"/>
                </a:lnTo>
                <a:lnTo>
                  <a:pt x="409" y="475"/>
                </a:lnTo>
                <a:lnTo>
                  <a:pt x="409" y="474"/>
                </a:lnTo>
                <a:lnTo>
                  <a:pt x="409" y="473"/>
                </a:lnTo>
                <a:lnTo>
                  <a:pt x="410" y="473"/>
                </a:lnTo>
                <a:lnTo>
                  <a:pt x="409" y="473"/>
                </a:lnTo>
                <a:lnTo>
                  <a:pt x="409" y="472"/>
                </a:lnTo>
                <a:lnTo>
                  <a:pt x="410" y="472"/>
                </a:lnTo>
                <a:lnTo>
                  <a:pt x="410" y="471"/>
                </a:lnTo>
                <a:lnTo>
                  <a:pt x="409" y="471"/>
                </a:lnTo>
                <a:lnTo>
                  <a:pt x="409" y="470"/>
                </a:lnTo>
                <a:lnTo>
                  <a:pt x="408" y="470"/>
                </a:lnTo>
                <a:lnTo>
                  <a:pt x="408" y="471"/>
                </a:lnTo>
                <a:lnTo>
                  <a:pt x="407" y="471"/>
                </a:lnTo>
                <a:lnTo>
                  <a:pt x="406" y="472"/>
                </a:lnTo>
                <a:lnTo>
                  <a:pt x="406" y="473"/>
                </a:lnTo>
                <a:lnTo>
                  <a:pt x="405" y="473"/>
                </a:lnTo>
                <a:lnTo>
                  <a:pt x="405" y="472"/>
                </a:lnTo>
                <a:lnTo>
                  <a:pt x="404" y="472"/>
                </a:lnTo>
                <a:lnTo>
                  <a:pt x="403" y="471"/>
                </a:lnTo>
                <a:lnTo>
                  <a:pt x="403" y="469"/>
                </a:lnTo>
                <a:lnTo>
                  <a:pt x="403" y="468"/>
                </a:lnTo>
                <a:lnTo>
                  <a:pt x="403" y="467"/>
                </a:lnTo>
                <a:lnTo>
                  <a:pt x="403" y="466"/>
                </a:lnTo>
                <a:lnTo>
                  <a:pt x="402" y="466"/>
                </a:lnTo>
                <a:lnTo>
                  <a:pt x="402" y="465"/>
                </a:lnTo>
                <a:lnTo>
                  <a:pt x="401" y="465"/>
                </a:lnTo>
                <a:lnTo>
                  <a:pt x="401" y="464"/>
                </a:lnTo>
                <a:lnTo>
                  <a:pt x="401" y="463"/>
                </a:lnTo>
                <a:lnTo>
                  <a:pt x="402" y="461"/>
                </a:lnTo>
                <a:lnTo>
                  <a:pt x="403" y="460"/>
                </a:lnTo>
                <a:lnTo>
                  <a:pt x="403" y="459"/>
                </a:lnTo>
                <a:lnTo>
                  <a:pt x="402" y="459"/>
                </a:lnTo>
                <a:lnTo>
                  <a:pt x="401" y="459"/>
                </a:lnTo>
                <a:lnTo>
                  <a:pt x="400" y="459"/>
                </a:lnTo>
                <a:lnTo>
                  <a:pt x="400" y="458"/>
                </a:lnTo>
                <a:lnTo>
                  <a:pt x="400" y="457"/>
                </a:lnTo>
                <a:lnTo>
                  <a:pt x="399" y="457"/>
                </a:lnTo>
                <a:lnTo>
                  <a:pt x="398" y="457"/>
                </a:lnTo>
                <a:lnTo>
                  <a:pt x="398" y="456"/>
                </a:lnTo>
                <a:lnTo>
                  <a:pt x="397" y="457"/>
                </a:lnTo>
                <a:lnTo>
                  <a:pt x="397" y="458"/>
                </a:lnTo>
                <a:lnTo>
                  <a:pt x="396" y="459"/>
                </a:lnTo>
                <a:lnTo>
                  <a:pt x="396" y="458"/>
                </a:lnTo>
                <a:lnTo>
                  <a:pt x="395" y="458"/>
                </a:lnTo>
                <a:lnTo>
                  <a:pt x="395" y="457"/>
                </a:lnTo>
                <a:lnTo>
                  <a:pt x="394" y="457"/>
                </a:lnTo>
                <a:lnTo>
                  <a:pt x="394" y="458"/>
                </a:lnTo>
                <a:lnTo>
                  <a:pt x="393" y="457"/>
                </a:lnTo>
                <a:lnTo>
                  <a:pt x="392" y="457"/>
                </a:lnTo>
                <a:lnTo>
                  <a:pt x="392" y="458"/>
                </a:lnTo>
                <a:lnTo>
                  <a:pt x="392" y="457"/>
                </a:lnTo>
                <a:lnTo>
                  <a:pt x="391" y="457"/>
                </a:lnTo>
                <a:lnTo>
                  <a:pt x="391" y="456"/>
                </a:lnTo>
                <a:lnTo>
                  <a:pt x="391" y="455"/>
                </a:lnTo>
                <a:lnTo>
                  <a:pt x="391" y="453"/>
                </a:lnTo>
                <a:lnTo>
                  <a:pt x="392" y="453"/>
                </a:lnTo>
                <a:lnTo>
                  <a:pt x="393" y="453"/>
                </a:lnTo>
                <a:lnTo>
                  <a:pt x="393" y="452"/>
                </a:lnTo>
                <a:lnTo>
                  <a:pt x="393" y="451"/>
                </a:lnTo>
                <a:lnTo>
                  <a:pt x="393" y="450"/>
                </a:lnTo>
                <a:lnTo>
                  <a:pt x="394" y="450"/>
                </a:lnTo>
                <a:lnTo>
                  <a:pt x="394" y="449"/>
                </a:lnTo>
                <a:lnTo>
                  <a:pt x="393" y="449"/>
                </a:lnTo>
                <a:lnTo>
                  <a:pt x="393" y="448"/>
                </a:lnTo>
                <a:lnTo>
                  <a:pt x="393" y="447"/>
                </a:lnTo>
                <a:lnTo>
                  <a:pt x="392" y="447"/>
                </a:lnTo>
                <a:lnTo>
                  <a:pt x="392" y="446"/>
                </a:lnTo>
                <a:lnTo>
                  <a:pt x="393" y="446"/>
                </a:lnTo>
                <a:lnTo>
                  <a:pt x="393" y="445"/>
                </a:lnTo>
                <a:lnTo>
                  <a:pt x="392" y="445"/>
                </a:lnTo>
                <a:lnTo>
                  <a:pt x="392" y="444"/>
                </a:lnTo>
                <a:lnTo>
                  <a:pt x="391" y="444"/>
                </a:lnTo>
                <a:lnTo>
                  <a:pt x="391" y="445"/>
                </a:lnTo>
                <a:lnTo>
                  <a:pt x="391" y="444"/>
                </a:lnTo>
                <a:lnTo>
                  <a:pt x="390" y="444"/>
                </a:lnTo>
                <a:lnTo>
                  <a:pt x="390" y="443"/>
                </a:lnTo>
                <a:lnTo>
                  <a:pt x="389" y="442"/>
                </a:lnTo>
                <a:lnTo>
                  <a:pt x="388" y="441"/>
                </a:lnTo>
                <a:lnTo>
                  <a:pt x="386" y="440"/>
                </a:lnTo>
                <a:lnTo>
                  <a:pt x="385" y="440"/>
                </a:lnTo>
                <a:lnTo>
                  <a:pt x="384" y="439"/>
                </a:lnTo>
                <a:lnTo>
                  <a:pt x="383" y="438"/>
                </a:lnTo>
                <a:lnTo>
                  <a:pt x="383" y="437"/>
                </a:lnTo>
                <a:lnTo>
                  <a:pt x="383" y="436"/>
                </a:lnTo>
                <a:lnTo>
                  <a:pt x="383" y="435"/>
                </a:lnTo>
                <a:lnTo>
                  <a:pt x="384" y="434"/>
                </a:lnTo>
                <a:lnTo>
                  <a:pt x="383" y="433"/>
                </a:lnTo>
                <a:lnTo>
                  <a:pt x="382" y="433"/>
                </a:lnTo>
                <a:lnTo>
                  <a:pt x="382" y="432"/>
                </a:lnTo>
                <a:lnTo>
                  <a:pt x="381" y="432"/>
                </a:lnTo>
                <a:lnTo>
                  <a:pt x="380" y="432"/>
                </a:lnTo>
                <a:lnTo>
                  <a:pt x="380" y="433"/>
                </a:lnTo>
                <a:lnTo>
                  <a:pt x="379" y="433"/>
                </a:lnTo>
                <a:lnTo>
                  <a:pt x="378" y="433"/>
                </a:lnTo>
                <a:lnTo>
                  <a:pt x="378" y="435"/>
                </a:lnTo>
                <a:lnTo>
                  <a:pt x="377" y="436"/>
                </a:lnTo>
                <a:lnTo>
                  <a:pt x="376" y="436"/>
                </a:lnTo>
                <a:lnTo>
                  <a:pt x="375" y="436"/>
                </a:lnTo>
                <a:lnTo>
                  <a:pt x="375" y="437"/>
                </a:lnTo>
                <a:lnTo>
                  <a:pt x="374" y="437"/>
                </a:lnTo>
                <a:lnTo>
                  <a:pt x="373" y="437"/>
                </a:lnTo>
                <a:lnTo>
                  <a:pt x="372" y="437"/>
                </a:lnTo>
                <a:lnTo>
                  <a:pt x="371" y="437"/>
                </a:lnTo>
                <a:lnTo>
                  <a:pt x="370" y="437"/>
                </a:lnTo>
                <a:lnTo>
                  <a:pt x="368" y="437"/>
                </a:lnTo>
                <a:lnTo>
                  <a:pt x="367" y="437"/>
                </a:lnTo>
                <a:lnTo>
                  <a:pt x="366" y="438"/>
                </a:lnTo>
                <a:lnTo>
                  <a:pt x="365" y="438"/>
                </a:lnTo>
                <a:lnTo>
                  <a:pt x="366" y="438"/>
                </a:lnTo>
                <a:lnTo>
                  <a:pt x="366" y="439"/>
                </a:lnTo>
                <a:lnTo>
                  <a:pt x="365" y="440"/>
                </a:lnTo>
                <a:lnTo>
                  <a:pt x="366" y="441"/>
                </a:lnTo>
                <a:lnTo>
                  <a:pt x="366" y="442"/>
                </a:lnTo>
                <a:lnTo>
                  <a:pt x="366" y="443"/>
                </a:lnTo>
                <a:lnTo>
                  <a:pt x="365" y="444"/>
                </a:lnTo>
                <a:lnTo>
                  <a:pt x="364" y="444"/>
                </a:lnTo>
                <a:lnTo>
                  <a:pt x="363" y="445"/>
                </a:lnTo>
                <a:lnTo>
                  <a:pt x="363" y="444"/>
                </a:lnTo>
                <a:lnTo>
                  <a:pt x="362" y="445"/>
                </a:lnTo>
                <a:lnTo>
                  <a:pt x="361" y="445"/>
                </a:lnTo>
                <a:lnTo>
                  <a:pt x="360" y="445"/>
                </a:lnTo>
                <a:lnTo>
                  <a:pt x="360" y="446"/>
                </a:lnTo>
                <a:lnTo>
                  <a:pt x="360" y="447"/>
                </a:lnTo>
                <a:lnTo>
                  <a:pt x="359" y="447"/>
                </a:lnTo>
                <a:lnTo>
                  <a:pt x="359" y="448"/>
                </a:lnTo>
                <a:lnTo>
                  <a:pt x="359" y="449"/>
                </a:lnTo>
                <a:lnTo>
                  <a:pt x="359" y="450"/>
                </a:lnTo>
                <a:lnTo>
                  <a:pt x="358" y="451"/>
                </a:lnTo>
                <a:lnTo>
                  <a:pt x="359" y="451"/>
                </a:lnTo>
                <a:lnTo>
                  <a:pt x="358" y="451"/>
                </a:lnTo>
                <a:lnTo>
                  <a:pt x="358" y="452"/>
                </a:lnTo>
                <a:lnTo>
                  <a:pt x="357" y="451"/>
                </a:lnTo>
                <a:lnTo>
                  <a:pt x="356" y="452"/>
                </a:lnTo>
                <a:lnTo>
                  <a:pt x="355" y="452"/>
                </a:lnTo>
                <a:lnTo>
                  <a:pt x="355" y="453"/>
                </a:lnTo>
                <a:lnTo>
                  <a:pt x="355" y="455"/>
                </a:lnTo>
                <a:lnTo>
                  <a:pt x="355" y="456"/>
                </a:lnTo>
                <a:lnTo>
                  <a:pt x="355" y="457"/>
                </a:lnTo>
                <a:lnTo>
                  <a:pt x="356" y="457"/>
                </a:lnTo>
                <a:lnTo>
                  <a:pt x="356" y="459"/>
                </a:lnTo>
                <a:lnTo>
                  <a:pt x="357" y="459"/>
                </a:lnTo>
                <a:lnTo>
                  <a:pt x="357" y="460"/>
                </a:lnTo>
                <a:lnTo>
                  <a:pt x="356" y="460"/>
                </a:lnTo>
                <a:lnTo>
                  <a:pt x="356" y="461"/>
                </a:lnTo>
                <a:lnTo>
                  <a:pt x="357" y="461"/>
                </a:lnTo>
                <a:lnTo>
                  <a:pt x="357" y="462"/>
                </a:lnTo>
                <a:lnTo>
                  <a:pt x="357" y="463"/>
                </a:lnTo>
                <a:lnTo>
                  <a:pt x="358" y="463"/>
                </a:lnTo>
                <a:lnTo>
                  <a:pt x="359" y="463"/>
                </a:lnTo>
                <a:lnTo>
                  <a:pt x="360" y="463"/>
                </a:lnTo>
                <a:lnTo>
                  <a:pt x="360" y="464"/>
                </a:lnTo>
                <a:lnTo>
                  <a:pt x="360" y="465"/>
                </a:lnTo>
                <a:lnTo>
                  <a:pt x="360" y="466"/>
                </a:lnTo>
                <a:lnTo>
                  <a:pt x="360" y="467"/>
                </a:lnTo>
                <a:lnTo>
                  <a:pt x="359" y="468"/>
                </a:lnTo>
                <a:lnTo>
                  <a:pt x="359" y="469"/>
                </a:lnTo>
                <a:lnTo>
                  <a:pt x="360" y="469"/>
                </a:lnTo>
                <a:lnTo>
                  <a:pt x="360" y="470"/>
                </a:lnTo>
                <a:lnTo>
                  <a:pt x="360" y="471"/>
                </a:lnTo>
                <a:lnTo>
                  <a:pt x="360" y="472"/>
                </a:lnTo>
                <a:lnTo>
                  <a:pt x="360" y="473"/>
                </a:lnTo>
                <a:lnTo>
                  <a:pt x="358" y="474"/>
                </a:lnTo>
                <a:lnTo>
                  <a:pt x="357" y="475"/>
                </a:lnTo>
                <a:lnTo>
                  <a:pt x="358" y="476"/>
                </a:lnTo>
                <a:lnTo>
                  <a:pt x="358" y="477"/>
                </a:lnTo>
                <a:lnTo>
                  <a:pt x="357" y="477"/>
                </a:lnTo>
                <a:lnTo>
                  <a:pt x="356" y="478"/>
                </a:lnTo>
                <a:lnTo>
                  <a:pt x="356" y="477"/>
                </a:lnTo>
                <a:lnTo>
                  <a:pt x="355" y="477"/>
                </a:lnTo>
                <a:lnTo>
                  <a:pt x="354" y="476"/>
                </a:lnTo>
                <a:lnTo>
                  <a:pt x="353" y="476"/>
                </a:lnTo>
                <a:lnTo>
                  <a:pt x="352" y="476"/>
                </a:lnTo>
                <a:lnTo>
                  <a:pt x="351" y="476"/>
                </a:lnTo>
                <a:lnTo>
                  <a:pt x="350" y="476"/>
                </a:lnTo>
                <a:lnTo>
                  <a:pt x="349" y="477"/>
                </a:lnTo>
                <a:lnTo>
                  <a:pt x="348" y="478"/>
                </a:lnTo>
                <a:lnTo>
                  <a:pt x="348" y="479"/>
                </a:lnTo>
                <a:lnTo>
                  <a:pt x="348" y="482"/>
                </a:lnTo>
                <a:lnTo>
                  <a:pt x="348" y="483"/>
                </a:lnTo>
                <a:lnTo>
                  <a:pt x="347" y="483"/>
                </a:lnTo>
                <a:lnTo>
                  <a:pt x="347" y="484"/>
                </a:lnTo>
                <a:lnTo>
                  <a:pt x="346" y="484"/>
                </a:lnTo>
                <a:lnTo>
                  <a:pt x="345" y="484"/>
                </a:lnTo>
                <a:lnTo>
                  <a:pt x="344" y="483"/>
                </a:lnTo>
                <a:lnTo>
                  <a:pt x="343" y="483"/>
                </a:lnTo>
                <a:lnTo>
                  <a:pt x="343" y="484"/>
                </a:lnTo>
                <a:lnTo>
                  <a:pt x="342" y="484"/>
                </a:lnTo>
                <a:lnTo>
                  <a:pt x="341" y="484"/>
                </a:lnTo>
                <a:lnTo>
                  <a:pt x="340" y="484"/>
                </a:lnTo>
                <a:lnTo>
                  <a:pt x="340" y="485"/>
                </a:lnTo>
                <a:lnTo>
                  <a:pt x="339" y="485"/>
                </a:lnTo>
                <a:lnTo>
                  <a:pt x="338" y="485"/>
                </a:lnTo>
                <a:lnTo>
                  <a:pt x="336" y="485"/>
                </a:lnTo>
                <a:lnTo>
                  <a:pt x="335" y="485"/>
                </a:lnTo>
                <a:lnTo>
                  <a:pt x="335" y="484"/>
                </a:lnTo>
                <a:lnTo>
                  <a:pt x="334" y="484"/>
                </a:lnTo>
                <a:lnTo>
                  <a:pt x="333" y="484"/>
                </a:lnTo>
                <a:lnTo>
                  <a:pt x="332" y="485"/>
                </a:lnTo>
                <a:lnTo>
                  <a:pt x="331" y="485"/>
                </a:lnTo>
                <a:lnTo>
                  <a:pt x="331" y="486"/>
                </a:lnTo>
                <a:lnTo>
                  <a:pt x="330" y="486"/>
                </a:lnTo>
                <a:lnTo>
                  <a:pt x="329" y="486"/>
                </a:lnTo>
                <a:lnTo>
                  <a:pt x="328" y="486"/>
                </a:lnTo>
                <a:lnTo>
                  <a:pt x="328" y="485"/>
                </a:lnTo>
                <a:lnTo>
                  <a:pt x="327" y="484"/>
                </a:lnTo>
                <a:lnTo>
                  <a:pt x="326" y="484"/>
                </a:lnTo>
                <a:lnTo>
                  <a:pt x="325" y="484"/>
                </a:lnTo>
                <a:lnTo>
                  <a:pt x="325" y="485"/>
                </a:lnTo>
                <a:lnTo>
                  <a:pt x="324" y="485"/>
                </a:lnTo>
                <a:lnTo>
                  <a:pt x="322" y="485"/>
                </a:lnTo>
                <a:lnTo>
                  <a:pt x="322" y="486"/>
                </a:lnTo>
                <a:lnTo>
                  <a:pt x="321" y="486"/>
                </a:lnTo>
                <a:lnTo>
                  <a:pt x="321" y="487"/>
                </a:lnTo>
                <a:lnTo>
                  <a:pt x="321" y="488"/>
                </a:lnTo>
                <a:lnTo>
                  <a:pt x="321" y="489"/>
                </a:lnTo>
                <a:lnTo>
                  <a:pt x="321" y="490"/>
                </a:lnTo>
                <a:lnTo>
                  <a:pt x="320" y="491"/>
                </a:lnTo>
                <a:lnTo>
                  <a:pt x="319" y="491"/>
                </a:lnTo>
                <a:lnTo>
                  <a:pt x="318" y="492"/>
                </a:lnTo>
                <a:lnTo>
                  <a:pt x="317" y="492"/>
                </a:lnTo>
                <a:lnTo>
                  <a:pt x="317" y="493"/>
                </a:lnTo>
                <a:lnTo>
                  <a:pt x="316" y="493"/>
                </a:lnTo>
                <a:lnTo>
                  <a:pt x="316" y="494"/>
                </a:lnTo>
                <a:lnTo>
                  <a:pt x="316" y="495"/>
                </a:lnTo>
                <a:lnTo>
                  <a:pt x="315" y="495"/>
                </a:lnTo>
                <a:lnTo>
                  <a:pt x="314" y="496"/>
                </a:lnTo>
                <a:lnTo>
                  <a:pt x="314" y="495"/>
                </a:lnTo>
                <a:lnTo>
                  <a:pt x="312" y="495"/>
                </a:lnTo>
                <a:lnTo>
                  <a:pt x="311" y="496"/>
                </a:lnTo>
                <a:lnTo>
                  <a:pt x="310" y="496"/>
                </a:lnTo>
                <a:lnTo>
                  <a:pt x="310" y="497"/>
                </a:lnTo>
                <a:lnTo>
                  <a:pt x="309" y="497"/>
                </a:lnTo>
                <a:lnTo>
                  <a:pt x="309" y="498"/>
                </a:lnTo>
                <a:lnTo>
                  <a:pt x="308" y="499"/>
                </a:lnTo>
                <a:lnTo>
                  <a:pt x="307" y="499"/>
                </a:lnTo>
                <a:lnTo>
                  <a:pt x="307" y="500"/>
                </a:lnTo>
                <a:lnTo>
                  <a:pt x="306" y="500"/>
                </a:lnTo>
                <a:lnTo>
                  <a:pt x="305" y="500"/>
                </a:lnTo>
                <a:lnTo>
                  <a:pt x="304" y="500"/>
                </a:lnTo>
                <a:lnTo>
                  <a:pt x="303" y="501"/>
                </a:lnTo>
                <a:lnTo>
                  <a:pt x="302" y="501"/>
                </a:lnTo>
                <a:lnTo>
                  <a:pt x="301" y="501"/>
                </a:lnTo>
                <a:lnTo>
                  <a:pt x="301" y="502"/>
                </a:lnTo>
                <a:lnTo>
                  <a:pt x="300" y="502"/>
                </a:lnTo>
                <a:lnTo>
                  <a:pt x="300" y="503"/>
                </a:lnTo>
                <a:lnTo>
                  <a:pt x="299" y="503"/>
                </a:lnTo>
                <a:lnTo>
                  <a:pt x="298" y="504"/>
                </a:lnTo>
                <a:lnTo>
                  <a:pt x="297" y="504"/>
                </a:lnTo>
                <a:lnTo>
                  <a:pt x="296" y="505"/>
                </a:lnTo>
                <a:lnTo>
                  <a:pt x="294" y="505"/>
                </a:lnTo>
                <a:lnTo>
                  <a:pt x="293" y="506"/>
                </a:lnTo>
                <a:lnTo>
                  <a:pt x="292" y="506"/>
                </a:lnTo>
                <a:lnTo>
                  <a:pt x="291" y="507"/>
                </a:lnTo>
                <a:lnTo>
                  <a:pt x="290" y="507"/>
                </a:lnTo>
                <a:lnTo>
                  <a:pt x="289" y="507"/>
                </a:lnTo>
                <a:lnTo>
                  <a:pt x="288" y="507"/>
                </a:lnTo>
                <a:lnTo>
                  <a:pt x="287" y="508"/>
                </a:lnTo>
                <a:lnTo>
                  <a:pt x="286" y="508"/>
                </a:lnTo>
                <a:lnTo>
                  <a:pt x="286" y="509"/>
                </a:lnTo>
                <a:lnTo>
                  <a:pt x="285" y="509"/>
                </a:lnTo>
                <a:lnTo>
                  <a:pt x="284" y="509"/>
                </a:lnTo>
                <a:lnTo>
                  <a:pt x="284" y="508"/>
                </a:lnTo>
                <a:lnTo>
                  <a:pt x="283" y="508"/>
                </a:lnTo>
                <a:lnTo>
                  <a:pt x="282" y="508"/>
                </a:lnTo>
                <a:lnTo>
                  <a:pt x="281" y="508"/>
                </a:lnTo>
                <a:lnTo>
                  <a:pt x="281" y="509"/>
                </a:lnTo>
                <a:lnTo>
                  <a:pt x="280" y="509"/>
                </a:lnTo>
                <a:lnTo>
                  <a:pt x="279" y="509"/>
                </a:lnTo>
                <a:lnTo>
                  <a:pt x="278" y="508"/>
                </a:lnTo>
                <a:lnTo>
                  <a:pt x="277" y="508"/>
                </a:lnTo>
                <a:lnTo>
                  <a:pt x="276" y="508"/>
                </a:lnTo>
                <a:lnTo>
                  <a:pt x="275" y="508"/>
                </a:lnTo>
                <a:lnTo>
                  <a:pt x="275" y="509"/>
                </a:lnTo>
                <a:lnTo>
                  <a:pt x="275" y="510"/>
                </a:lnTo>
                <a:lnTo>
                  <a:pt x="274" y="510"/>
                </a:lnTo>
                <a:lnTo>
                  <a:pt x="274" y="511"/>
                </a:lnTo>
                <a:lnTo>
                  <a:pt x="273" y="511"/>
                </a:lnTo>
                <a:lnTo>
                  <a:pt x="272" y="511"/>
                </a:lnTo>
                <a:lnTo>
                  <a:pt x="272" y="510"/>
                </a:lnTo>
                <a:lnTo>
                  <a:pt x="271" y="510"/>
                </a:lnTo>
                <a:lnTo>
                  <a:pt x="270" y="510"/>
                </a:lnTo>
                <a:lnTo>
                  <a:pt x="269" y="511"/>
                </a:lnTo>
                <a:lnTo>
                  <a:pt x="269" y="512"/>
                </a:lnTo>
                <a:lnTo>
                  <a:pt x="270" y="513"/>
                </a:lnTo>
                <a:lnTo>
                  <a:pt x="271" y="513"/>
                </a:lnTo>
                <a:lnTo>
                  <a:pt x="271" y="514"/>
                </a:lnTo>
                <a:lnTo>
                  <a:pt x="271" y="515"/>
                </a:lnTo>
                <a:lnTo>
                  <a:pt x="272" y="516"/>
                </a:lnTo>
                <a:lnTo>
                  <a:pt x="272" y="517"/>
                </a:lnTo>
                <a:lnTo>
                  <a:pt x="273" y="517"/>
                </a:lnTo>
                <a:lnTo>
                  <a:pt x="273" y="518"/>
                </a:lnTo>
                <a:lnTo>
                  <a:pt x="274" y="518"/>
                </a:lnTo>
                <a:lnTo>
                  <a:pt x="274" y="519"/>
                </a:lnTo>
                <a:lnTo>
                  <a:pt x="274" y="520"/>
                </a:lnTo>
                <a:lnTo>
                  <a:pt x="274" y="521"/>
                </a:lnTo>
                <a:lnTo>
                  <a:pt x="275" y="521"/>
                </a:lnTo>
                <a:lnTo>
                  <a:pt x="275" y="522"/>
                </a:lnTo>
                <a:lnTo>
                  <a:pt x="275" y="523"/>
                </a:lnTo>
                <a:lnTo>
                  <a:pt x="275" y="524"/>
                </a:lnTo>
                <a:lnTo>
                  <a:pt x="275" y="525"/>
                </a:lnTo>
                <a:lnTo>
                  <a:pt x="275" y="526"/>
                </a:lnTo>
                <a:lnTo>
                  <a:pt x="274" y="527"/>
                </a:lnTo>
                <a:lnTo>
                  <a:pt x="274" y="528"/>
                </a:lnTo>
                <a:lnTo>
                  <a:pt x="274" y="529"/>
                </a:lnTo>
                <a:lnTo>
                  <a:pt x="273" y="529"/>
                </a:lnTo>
                <a:lnTo>
                  <a:pt x="273" y="530"/>
                </a:lnTo>
                <a:lnTo>
                  <a:pt x="273" y="531"/>
                </a:lnTo>
                <a:lnTo>
                  <a:pt x="272" y="532"/>
                </a:lnTo>
                <a:lnTo>
                  <a:pt x="272" y="533"/>
                </a:lnTo>
                <a:lnTo>
                  <a:pt x="272" y="534"/>
                </a:lnTo>
                <a:lnTo>
                  <a:pt x="271" y="534"/>
                </a:lnTo>
                <a:lnTo>
                  <a:pt x="271" y="535"/>
                </a:lnTo>
                <a:lnTo>
                  <a:pt x="271" y="534"/>
                </a:lnTo>
                <a:lnTo>
                  <a:pt x="270" y="534"/>
                </a:lnTo>
                <a:lnTo>
                  <a:pt x="269" y="534"/>
                </a:lnTo>
                <a:lnTo>
                  <a:pt x="268" y="535"/>
                </a:lnTo>
                <a:lnTo>
                  <a:pt x="268" y="536"/>
                </a:lnTo>
                <a:lnTo>
                  <a:pt x="268" y="537"/>
                </a:lnTo>
                <a:lnTo>
                  <a:pt x="268" y="538"/>
                </a:lnTo>
                <a:lnTo>
                  <a:pt x="267" y="538"/>
                </a:lnTo>
                <a:lnTo>
                  <a:pt x="266" y="538"/>
                </a:lnTo>
                <a:lnTo>
                  <a:pt x="266" y="539"/>
                </a:lnTo>
                <a:lnTo>
                  <a:pt x="265" y="540"/>
                </a:lnTo>
                <a:lnTo>
                  <a:pt x="264" y="540"/>
                </a:lnTo>
                <a:lnTo>
                  <a:pt x="264" y="541"/>
                </a:lnTo>
                <a:lnTo>
                  <a:pt x="263" y="541"/>
                </a:lnTo>
                <a:lnTo>
                  <a:pt x="262" y="541"/>
                </a:lnTo>
                <a:lnTo>
                  <a:pt x="261" y="541"/>
                </a:lnTo>
                <a:lnTo>
                  <a:pt x="261" y="542"/>
                </a:lnTo>
                <a:lnTo>
                  <a:pt x="260" y="542"/>
                </a:lnTo>
                <a:lnTo>
                  <a:pt x="259" y="542"/>
                </a:lnTo>
                <a:lnTo>
                  <a:pt x="259" y="543"/>
                </a:lnTo>
                <a:lnTo>
                  <a:pt x="258" y="544"/>
                </a:lnTo>
                <a:lnTo>
                  <a:pt x="258" y="545"/>
                </a:lnTo>
                <a:lnTo>
                  <a:pt x="258" y="546"/>
                </a:lnTo>
                <a:lnTo>
                  <a:pt x="258" y="547"/>
                </a:lnTo>
                <a:lnTo>
                  <a:pt x="257" y="547"/>
                </a:lnTo>
                <a:lnTo>
                  <a:pt x="257" y="548"/>
                </a:lnTo>
                <a:lnTo>
                  <a:pt x="256" y="548"/>
                </a:lnTo>
                <a:lnTo>
                  <a:pt x="256" y="549"/>
                </a:lnTo>
                <a:lnTo>
                  <a:pt x="255" y="549"/>
                </a:lnTo>
                <a:lnTo>
                  <a:pt x="254" y="549"/>
                </a:lnTo>
                <a:lnTo>
                  <a:pt x="254" y="548"/>
                </a:lnTo>
                <a:lnTo>
                  <a:pt x="253" y="548"/>
                </a:lnTo>
                <a:lnTo>
                  <a:pt x="253" y="547"/>
                </a:lnTo>
                <a:lnTo>
                  <a:pt x="253" y="548"/>
                </a:lnTo>
                <a:lnTo>
                  <a:pt x="252" y="547"/>
                </a:lnTo>
                <a:lnTo>
                  <a:pt x="252" y="546"/>
                </a:lnTo>
                <a:lnTo>
                  <a:pt x="252" y="545"/>
                </a:lnTo>
                <a:lnTo>
                  <a:pt x="251" y="545"/>
                </a:lnTo>
                <a:lnTo>
                  <a:pt x="250" y="545"/>
                </a:lnTo>
                <a:lnTo>
                  <a:pt x="250" y="544"/>
                </a:lnTo>
                <a:lnTo>
                  <a:pt x="249" y="544"/>
                </a:lnTo>
                <a:lnTo>
                  <a:pt x="249" y="543"/>
                </a:lnTo>
                <a:lnTo>
                  <a:pt x="248" y="543"/>
                </a:lnTo>
                <a:lnTo>
                  <a:pt x="248" y="542"/>
                </a:lnTo>
                <a:lnTo>
                  <a:pt x="248" y="541"/>
                </a:lnTo>
                <a:lnTo>
                  <a:pt x="248" y="539"/>
                </a:lnTo>
                <a:lnTo>
                  <a:pt x="247" y="539"/>
                </a:lnTo>
                <a:lnTo>
                  <a:pt x="248" y="539"/>
                </a:lnTo>
                <a:lnTo>
                  <a:pt x="248" y="538"/>
                </a:lnTo>
                <a:lnTo>
                  <a:pt x="247" y="538"/>
                </a:lnTo>
                <a:lnTo>
                  <a:pt x="246" y="538"/>
                </a:lnTo>
                <a:lnTo>
                  <a:pt x="244" y="538"/>
                </a:lnTo>
                <a:lnTo>
                  <a:pt x="243" y="538"/>
                </a:lnTo>
                <a:lnTo>
                  <a:pt x="243" y="539"/>
                </a:lnTo>
                <a:lnTo>
                  <a:pt x="242" y="539"/>
                </a:lnTo>
                <a:lnTo>
                  <a:pt x="242" y="538"/>
                </a:lnTo>
                <a:lnTo>
                  <a:pt x="241" y="538"/>
                </a:lnTo>
                <a:lnTo>
                  <a:pt x="239" y="538"/>
                </a:lnTo>
                <a:lnTo>
                  <a:pt x="239" y="539"/>
                </a:lnTo>
                <a:lnTo>
                  <a:pt x="238" y="539"/>
                </a:lnTo>
                <a:lnTo>
                  <a:pt x="238" y="540"/>
                </a:lnTo>
                <a:lnTo>
                  <a:pt x="237" y="540"/>
                </a:lnTo>
                <a:lnTo>
                  <a:pt x="236" y="540"/>
                </a:lnTo>
                <a:lnTo>
                  <a:pt x="236" y="541"/>
                </a:lnTo>
                <a:lnTo>
                  <a:pt x="235" y="541"/>
                </a:lnTo>
                <a:lnTo>
                  <a:pt x="233" y="541"/>
                </a:lnTo>
                <a:lnTo>
                  <a:pt x="232" y="541"/>
                </a:lnTo>
                <a:lnTo>
                  <a:pt x="231" y="541"/>
                </a:lnTo>
                <a:lnTo>
                  <a:pt x="231" y="540"/>
                </a:lnTo>
                <a:lnTo>
                  <a:pt x="230" y="540"/>
                </a:lnTo>
                <a:lnTo>
                  <a:pt x="230" y="539"/>
                </a:lnTo>
                <a:lnTo>
                  <a:pt x="229" y="539"/>
                </a:lnTo>
                <a:lnTo>
                  <a:pt x="229" y="538"/>
                </a:lnTo>
                <a:lnTo>
                  <a:pt x="228" y="538"/>
                </a:lnTo>
                <a:lnTo>
                  <a:pt x="228" y="537"/>
                </a:lnTo>
                <a:lnTo>
                  <a:pt x="227" y="537"/>
                </a:lnTo>
                <a:lnTo>
                  <a:pt x="226" y="537"/>
                </a:lnTo>
                <a:lnTo>
                  <a:pt x="226" y="536"/>
                </a:lnTo>
                <a:lnTo>
                  <a:pt x="225" y="536"/>
                </a:lnTo>
                <a:lnTo>
                  <a:pt x="225" y="535"/>
                </a:lnTo>
                <a:lnTo>
                  <a:pt x="224" y="535"/>
                </a:lnTo>
                <a:lnTo>
                  <a:pt x="224" y="534"/>
                </a:lnTo>
                <a:lnTo>
                  <a:pt x="223" y="534"/>
                </a:lnTo>
                <a:lnTo>
                  <a:pt x="223" y="533"/>
                </a:lnTo>
                <a:lnTo>
                  <a:pt x="222" y="533"/>
                </a:lnTo>
                <a:lnTo>
                  <a:pt x="221" y="533"/>
                </a:lnTo>
                <a:lnTo>
                  <a:pt x="221" y="532"/>
                </a:lnTo>
                <a:lnTo>
                  <a:pt x="220" y="532"/>
                </a:lnTo>
                <a:lnTo>
                  <a:pt x="219" y="532"/>
                </a:lnTo>
                <a:lnTo>
                  <a:pt x="218" y="532"/>
                </a:lnTo>
                <a:lnTo>
                  <a:pt x="218" y="533"/>
                </a:lnTo>
                <a:lnTo>
                  <a:pt x="217" y="533"/>
                </a:lnTo>
                <a:lnTo>
                  <a:pt x="216" y="533"/>
                </a:lnTo>
                <a:lnTo>
                  <a:pt x="216" y="532"/>
                </a:lnTo>
                <a:lnTo>
                  <a:pt x="215" y="532"/>
                </a:lnTo>
                <a:lnTo>
                  <a:pt x="214" y="532"/>
                </a:lnTo>
                <a:lnTo>
                  <a:pt x="213" y="532"/>
                </a:lnTo>
                <a:lnTo>
                  <a:pt x="213" y="531"/>
                </a:lnTo>
                <a:lnTo>
                  <a:pt x="213" y="530"/>
                </a:lnTo>
                <a:lnTo>
                  <a:pt x="213" y="529"/>
                </a:lnTo>
                <a:lnTo>
                  <a:pt x="212" y="529"/>
                </a:lnTo>
                <a:lnTo>
                  <a:pt x="211" y="529"/>
                </a:lnTo>
                <a:lnTo>
                  <a:pt x="210" y="529"/>
                </a:lnTo>
                <a:lnTo>
                  <a:pt x="209" y="529"/>
                </a:lnTo>
                <a:lnTo>
                  <a:pt x="209" y="530"/>
                </a:lnTo>
                <a:lnTo>
                  <a:pt x="207" y="530"/>
                </a:lnTo>
                <a:lnTo>
                  <a:pt x="206" y="530"/>
                </a:lnTo>
                <a:lnTo>
                  <a:pt x="206" y="529"/>
                </a:lnTo>
                <a:lnTo>
                  <a:pt x="205" y="529"/>
                </a:lnTo>
                <a:lnTo>
                  <a:pt x="204" y="529"/>
                </a:lnTo>
                <a:lnTo>
                  <a:pt x="203" y="529"/>
                </a:lnTo>
                <a:lnTo>
                  <a:pt x="202" y="529"/>
                </a:lnTo>
                <a:lnTo>
                  <a:pt x="201" y="529"/>
                </a:lnTo>
                <a:lnTo>
                  <a:pt x="201" y="528"/>
                </a:lnTo>
                <a:lnTo>
                  <a:pt x="200" y="528"/>
                </a:lnTo>
                <a:lnTo>
                  <a:pt x="200" y="527"/>
                </a:lnTo>
                <a:lnTo>
                  <a:pt x="200" y="526"/>
                </a:lnTo>
                <a:lnTo>
                  <a:pt x="200" y="525"/>
                </a:lnTo>
                <a:lnTo>
                  <a:pt x="200" y="524"/>
                </a:lnTo>
                <a:lnTo>
                  <a:pt x="199" y="524"/>
                </a:lnTo>
                <a:lnTo>
                  <a:pt x="199" y="523"/>
                </a:lnTo>
                <a:lnTo>
                  <a:pt x="198" y="523"/>
                </a:lnTo>
                <a:lnTo>
                  <a:pt x="197" y="523"/>
                </a:lnTo>
                <a:lnTo>
                  <a:pt x="197" y="522"/>
                </a:lnTo>
                <a:lnTo>
                  <a:pt x="197" y="521"/>
                </a:lnTo>
                <a:lnTo>
                  <a:pt x="196" y="521"/>
                </a:lnTo>
                <a:lnTo>
                  <a:pt x="196" y="520"/>
                </a:lnTo>
                <a:lnTo>
                  <a:pt x="196" y="519"/>
                </a:lnTo>
                <a:lnTo>
                  <a:pt x="196" y="518"/>
                </a:lnTo>
                <a:lnTo>
                  <a:pt x="196" y="517"/>
                </a:lnTo>
                <a:lnTo>
                  <a:pt x="195" y="517"/>
                </a:lnTo>
                <a:lnTo>
                  <a:pt x="195" y="516"/>
                </a:lnTo>
                <a:lnTo>
                  <a:pt x="195" y="515"/>
                </a:lnTo>
                <a:lnTo>
                  <a:pt x="194" y="514"/>
                </a:lnTo>
                <a:lnTo>
                  <a:pt x="193" y="514"/>
                </a:lnTo>
                <a:lnTo>
                  <a:pt x="192" y="513"/>
                </a:lnTo>
                <a:lnTo>
                  <a:pt x="191" y="513"/>
                </a:lnTo>
                <a:lnTo>
                  <a:pt x="190" y="513"/>
                </a:lnTo>
                <a:lnTo>
                  <a:pt x="189" y="512"/>
                </a:lnTo>
                <a:lnTo>
                  <a:pt x="187" y="512"/>
                </a:lnTo>
                <a:lnTo>
                  <a:pt x="186" y="512"/>
                </a:lnTo>
                <a:lnTo>
                  <a:pt x="186" y="513"/>
                </a:lnTo>
                <a:lnTo>
                  <a:pt x="185" y="513"/>
                </a:lnTo>
                <a:lnTo>
                  <a:pt x="184" y="513"/>
                </a:lnTo>
                <a:lnTo>
                  <a:pt x="184" y="514"/>
                </a:lnTo>
                <a:lnTo>
                  <a:pt x="183" y="514"/>
                </a:lnTo>
                <a:lnTo>
                  <a:pt x="183" y="515"/>
                </a:lnTo>
                <a:lnTo>
                  <a:pt x="180" y="515"/>
                </a:lnTo>
                <a:lnTo>
                  <a:pt x="180" y="514"/>
                </a:lnTo>
                <a:lnTo>
                  <a:pt x="179" y="514"/>
                </a:lnTo>
                <a:lnTo>
                  <a:pt x="178" y="514"/>
                </a:lnTo>
                <a:lnTo>
                  <a:pt x="177" y="514"/>
                </a:lnTo>
                <a:lnTo>
                  <a:pt x="176" y="514"/>
                </a:lnTo>
                <a:lnTo>
                  <a:pt x="176" y="513"/>
                </a:lnTo>
                <a:lnTo>
                  <a:pt x="175" y="513"/>
                </a:lnTo>
                <a:lnTo>
                  <a:pt x="175" y="511"/>
                </a:lnTo>
                <a:lnTo>
                  <a:pt x="176" y="511"/>
                </a:lnTo>
                <a:lnTo>
                  <a:pt x="176" y="510"/>
                </a:lnTo>
                <a:lnTo>
                  <a:pt x="175" y="510"/>
                </a:lnTo>
                <a:lnTo>
                  <a:pt x="175" y="509"/>
                </a:lnTo>
                <a:lnTo>
                  <a:pt x="174" y="510"/>
                </a:lnTo>
                <a:lnTo>
                  <a:pt x="173" y="510"/>
                </a:lnTo>
                <a:lnTo>
                  <a:pt x="173" y="509"/>
                </a:lnTo>
                <a:lnTo>
                  <a:pt x="173" y="508"/>
                </a:lnTo>
                <a:lnTo>
                  <a:pt x="171" y="508"/>
                </a:lnTo>
                <a:lnTo>
                  <a:pt x="171" y="507"/>
                </a:lnTo>
                <a:lnTo>
                  <a:pt x="171" y="506"/>
                </a:lnTo>
                <a:lnTo>
                  <a:pt x="170" y="506"/>
                </a:lnTo>
                <a:lnTo>
                  <a:pt x="169" y="506"/>
                </a:lnTo>
                <a:lnTo>
                  <a:pt x="168" y="506"/>
                </a:lnTo>
                <a:lnTo>
                  <a:pt x="168" y="507"/>
                </a:lnTo>
                <a:lnTo>
                  <a:pt x="167" y="507"/>
                </a:lnTo>
                <a:lnTo>
                  <a:pt x="166" y="508"/>
                </a:lnTo>
                <a:lnTo>
                  <a:pt x="166" y="509"/>
                </a:lnTo>
                <a:lnTo>
                  <a:pt x="165" y="510"/>
                </a:lnTo>
                <a:lnTo>
                  <a:pt x="164" y="510"/>
                </a:lnTo>
                <a:lnTo>
                  <a:pt x="163" y="510"/>
                </a:lnTo>
                <a:lnTo>
                  <a:pt x="162" y="510"/>
                </a:lnTo>
                <a:lnTo>
                  <a:pt x="162" y="511"/>
                </a:lnTo>
                <a:lnTo>
                  <a:pt x="162" y="512"/>
                </a:lnTo>
                <a:lnTo>
                  <a:pt x="161" y="512"/>
                </a:lnTo>
                <a:lnTo>
                  <a:pt x="160" y="512"/>
                </a:lnTo>
                <a:lnTo>
                  <a:pt x="160" y="513"/>
                </a:lnTo>
                <a:lnTo>
                  <a:pt x="159" y="513"/>
                </a:lnTo>
                <a:lnTo>
                  <a:pt x="158" y="514"/>
                </a:lnTo>
                <a:lnTo>
                  <a:pt x="158" y="515"/>
                </a:lnTo>
                <a:lnTo>
                  <a:pt x="157" y="515"/>
                </a:lnTo>
                <a:lnTo>
                  <a:pt x="157" y="516"/>
                </a:lnTo>
                <a:lnTo>
                  <a:pt x="156" y="516"/>
                </a:lnTo>
                <a:lnTo>
                  <a:pt x="156" y="517"/>
                </a:lnTo>
                <a:lnTo>
                  <a:pt x="156" y="518"/>
                </a:lnTo>
                <a:lnTo>
                  <a:pt x="155" y="519"/>
                </a:lnTo>
                <a:lnTo>
                  <a:pt x="154" y="520"/>
                </a:lnTo>
                <a:lnTo>
                  <a:pt x="153" y="520"/>
                </a:lnTo>
                <a:lnTo>
                  <a:pt x="153" y="521"/>
                </a:lnTo>
                <a:lnTo>
                  <a:pt x="152" y="521"/>
                </a:lnTo>
                <a:lnTo>
                  <a:pt x="152" y="522"/>
                </a:lnTo>
                <a:lnTo>
                  <a:pt x="153" y="522"/>
                </a:lnTo>
                <a:lnTo>
                  <a:pt x="153" y="523"/>
                </a:lnTo>
                <a:lnTo>
                  <a:pt x="153" y="524"/>
                </a:lnTo>
                <a:lnTo>
                  <a:pt x="152" y="524"/>
                </a:lnTo>
                <a:lnTo>
                  <a:pt x="152" y="525"/>
                </a:lnTo>
                <a:lnTo>
                  <a:pt x="152" y="526"/>
                </a:lnTo>
                <a:lnTo>
                  <a:pt x="151" y="527"/>
                </a:lnTo>
                <a:lnTo>
                  <a:pt x="151" y="528"/>
                </a:lnTo>
                <a:lnTo>
                  <a:pt x="151" y="529"/>
                </a:lnTo>
                <a:lnTo>
                  <a:pt x="152" y="529"/>
                </a:lnTo>
                <a:lnTo>
                  <a:pt x="152" y="530"/>
                </a:lnTo>
                <a:lnTo>
                  <a:pt x="152" y="531"/>
                </a:lnTo>
                <a:lnTo>
                  <a:pt x="151" y="531"/>
                </a:lnTo>
                <a:lnTo>
                  <a:pt x="150" y="531"/>
                </a:lnTo>
                <a:lnTo>
                  <a:pt x="149" y="531"/>
                </a:lnTo>
                <a:lnTo>
                  <a:pt x="149" y="532"/>
                </a:lnTo>
                <a:lnTo>
                  <a:pt x="148" y="532"/>
                </a:lnTo>
                <a:lnTo>
                  <a:pt x="146" y="533"/>
                </a:lnTo>
                <a:lnTo>
                  <a:pt x="145" y="533"/>
                </a:lnTo>
                <a:lnTo>
                  <a:pt x="144" y="533"/>
                </a:lnTo>
                <a:lnTo>
                  <a:pt x="144" y="534"/>
                </a:lnTo>
                <a:lnTo>
                  <a:pt x="142" y="534"/>
                </a:lnTo>
                <a:lnTo>
                  <a:pt x="141" y="534"/>
                </a:lnTo>
                <a:lnTo>
                  <a:pt x="140" y="534"/>
                </a:lnTo>
                <a:lnTo>
                  <a:pt x="140" y="535"/>
                </a:lnTo>
                <a:lnTo>
                  <a:pt x="139" y="535"/>
                </a:lnTo>
                <a:lnTo>
                  <a:pt x="138" y="535"/>
                </a:lnTo>
                <a:lnTo>
                  <a:pt x="137" y="536"/>
                </a:lnTo>
                <a:lnTo>
                  <a:pt x="136" y="536"/>
                </a:lnTo>
                <a:lnTo>
                  <a:pt x="135" y="537"/>
                </a:lnTo>
                <a:lnTo>
                  <a:pt x="134" y="537"/>
                </a:lnTo>
                <a:lnTo>
                  <a:pt x="134" y="538"/>
                </a:lnTo>
                <a:lnTo>
                  <a:pt x="134" y="539"/>
                </a:lnTo>
                <a:lnTo>
                  <a:pt x="134" y="541"/>
                </a:lnTo>
                <a:lnTo>
                  <a:pt x="134" y="542"/>
                </a:lnTo>
                <a:lnTo>
                  <a:pt x="133" y="542"/>
                </a:lnTo>
                <a:lnTo>
                  <a:pt x="133" y="543"/>
                </a:lnTo>
                <a:lnTo>
                  <a:pt x="132" y="544"/>
                </a:lnTo>
                <a:lnTo>
                  <a:pt x="131" y="544"/>
                </a:lnTo>
                <a:lnTo>
                  <a:pt x="131" y="545"/>
                </a:lnTo>
                <a:lnTo>
                  <a:pt x="130" y="545"/>
                </a:lnTo>
                <a:lnTo>
                  <a:pt x="129" y="545"/>
                </a:lnTo>
                <a:lnTo>
                  <a:pt x="128" y="545"/>
                </a:lnTo>
                <a:lnTo>
                  <a:pt x="128" y="546"/>
                </a:lnTo>
                <a:lnTo>
                  <a:pt x="127" y="546"/>
                </a:lnTo>
                <a:lnTo>
                  <a:pt x="126" y="546"/>
                </a:lnTo>
                <a:lnTo>
                  <a:pt x="125" y="546"/>
                </a:lnTo>
                <a:lnTo>
                  <a:pt x="124" y="546"/>
                </a:lnTo>
                <a:lnTo>
                  <a:pt x="123" y="546"/>
                </a:lnTo>
                <a:lnTo>
                  <a:pt x="123" y="547"/>
                </a:lnTo>
                <a:lnTo>
                  <a:pt x="122" y="548"/>
                </a:lnTo>
                <a:lnTo>
                  <a:pt x="122" y="549"/>
                </a:lnTo>
                <a:lnTo>
                  <a:pt x="122" y="550"/>
                </a:lnTo>
                <a:lnTo>
                  <a:pt x="122" y="551"/>
                </a:lnTo>
                <a:lnTo>
                  <a:pt x="121" y="551"/>
                </a:lnTo>
                <a:lnTo>
                  <a:pt x="119" y="551"/>
                </a:lnTo>
                <a:lnTo>
                  <a:pt x="118" y="551"/>
                </a:lnTo>
                <a:lnTo>
                  <a:pt x="118" y="550"/>
                </a:lnTo>
                <a:lnTo>
                  <a:pt x="117" y="550"/>
                </a:lnTo>
                <a:lnTo>
                  <a:pt x="117" y="549"/>
                </a:lnTo>
                <a:lnTo>
                  <a:pt x="117" y="548"/>
                </a:lnTo>
                <a:lnTo>
                  <a:pt x="116" y="547"/>
                </a:lnTo>
                <a:lnTo>
                  <a:pt x="115" y="547"/>
                </a:lnTo>
                <a:lnTo>
                  <a:pt x="114" y="547"/>
                </a:lnTo>
                <a:lnTo>
                  <a:pt x="113" y="547"/>
                </a:lnTo>
                <a:lnTo>
                  <a:pt x="112" y="546"/>
                </a:lnTo>
                <a:lnTo>
                  <a:pt x="110" y="546"/>
                </a:lnTo>
                <a:lnTo>
                  <a:pt x="109" y="546"/>
                </a:lnTo>
                <a:lnTo>
                  <a:pt x="108" y="544"/>
                </a:lnTo>
                <a:lnTo>
                  <a:pt x="107" y="542"/>
                </a:lnTo>
                <a:lnTo>
                  <a:pt x="106" y="541"/>
                </a:lnTo>
                <a:lnTo>
                  <a:pt x="106" y="540"/>
                </a:lnTo>
                <a:lnTo>
                  <a:pt x="105" y="540"/>
                </a:lnTo>
                <a:lnTo>
                  <a:pt x="104" y="540"/>
                </a:lnTo>
                <a:lnTo>
                  <a:pt x="103" y="540"/>
                </a:lnTo>
                <a:lnTo>
                  <a:pt x="103" y="539"/>
                </a:lnTo>
                <a:lnTo>
                  <a:pt x="102" y="538"/>
                </a:lnTo>
                <a:lnTo>
                  <a:pt x="101" y="538"/>
                </a:lnTo>
                <a:lnTo>
                  <a:pt x="100" y="538"/>
                </a:lnTo>
                <a:lnTo>
                  <a:pt x="99" y="538"/>
                </a:lnTo>
                <a:lnTo>
                  <a:pt x="99" y="537"/>
                </a:lnTo>
                <a:lnTo>
                  <a:pt x="99" y="536"/>
                </a:lnTo>
                <a:lnTo>
                  <a:pt x="100" y="535"/>
                </a:lnTo>
                <a:lnTo>
                  <a:pt x="100" y="534"/>
                </a:lnTo>
                <a:lnTo>
                  <a:pt x="100" y="533"/>
                </a:lnTo>
                <a:lnTo>
                  <a:pt x="101" y="532"/>
                </a:lnTo>
                <a:lnTo>
                  <a:pt x="100" y="531"/>
                </a:lnTo>
                <a:lnTo>
                  <a:pt x="100" y="530"/>
                </a:lnTo>
                <a:lnTo>
                  <a:pt x="100" y="529"/>
                </a:lnTo>
                <a:lnTo>
                  <a:pt x="100" y="528"/>
                </a:lnTo>
                <a:lnTo>
                  <a:pt x="101" y="527"/>
                </a:lnTo>
                <a:lnTo>
                  <a:pt x="101" y="526"/>
                </a:lnTo>
                <a:lnTo>
                  <a:pt x="102" y="525"/>
                </a:lnTo>
                <a:lnTo>
                  <a:pt x="103" y="524"/>
                </a:lnTo>
                <a:lnTo>
                  <a:pt x="104" y="523"/>
                </a:lnTo>
                <a:lnTo>
                  <a:pt x="104" y="522"/>
                </a:lnTo>
                <a:lnTo>
                  <a:pt x="105" y="521"/>
                </a:lnTo>
                <a:lnTo>
                  <a:pt x="106" y="519"/>
                </a:lnTo>
                <a:lnTo>
                  <a:pt x="107" y="519"/>
                </a:lnTo>
                <a:lnTo>
                  <a:pt x="107" y="518"/>
                </a:lnTo>
                <a:lnTo>
                  <a:pt x="108" y="518"/>
                </a:lnTo>
                <a:lnTo>
                  <a:pt x="109" y="518"/>
                </a:lnTo>
                <a:lnTo>
                  <a:pt x="110" y="517"/>
                </a:lnTo>
                <a:lnTo>
                  <a:pt x="110" y="516"/>
                </a:lnTo>
                <a:lnTo>
                  <a:pt x="110" y="515"/>
                </a:lnTo>
                <a:lnTo>
                  <a:pt x="111" y="515"/>
                </a:lnTo>
                <a:lnTo>
                  <a:pt x="111" y="514"/>
                </a:lnTo>
                <a:lnTo>
                  <a:pt x="112" y="513"/>
                </a:lnTo>
                <a:lnTo>
                  <a:pt x="113" y="512"/>
                </a:lnTo>
                <a:lnTo>
                  <a:pt x="113" y="511"/>
                </a:lnTo>
                <a:lnTo>
                  <a:pt x="113" y="510"/>
                </a:lnTo>
                <a:lnTo>
                  <a:pt x="114" y="509"/>
                </a:lnTo>
                <a:lnTo>
                  <a:pt x="115" y="509"/>
                </a:lnTo>
                <a:lnTo>
                  <a:pt x="116" y="508"/>
                </a:lnTo>
                <a:lnTo>
                  <a:pt x="115" y="508"/>
                </a:lnTo>
                <a:lnTo>
                  <a:pt x="115" y="507"/>
                </a:lnTo>
                <a:lnTo>
                  <a:pt x="116" y="507"/>
                </a:lnTo>
                <a:lnTo>
                  <a:pt x="117" y="506"/>
                </a:lnTo>
                <a:lnTo>
                  <a:pt x="118" y="506"/>
                </a:lnTo>
                <a:lnTo>
                  <a:pt x="118" y="505"/>
                </a:lnTo>
                <a:lnTo>
                  <a:pt x="118" y="504"/>
                </a:lnTo>
                <a:lnTo>
                  <a:pt x="117" y="504"/>
                </a:lnTo>
                <a:lnTo>
                  <a:pt x="117" y="503"/>
                </a:lnTo>
                <a:lnTo>
                  <a:pt x="117" y="502"/>
                </a:lnTo>
                <a:lnTo>
                  <a:pt x="117" y="501"/>
                </a:lnTo>
                <a:lnTo>
                  <a:pt x="116" y="500"/>
                </a:lnTo>
                <a:lnTo>
                  <a:pt x="115" y="499"/>
                </a:lnTo>
                <a:lnTo>
                  <a:pt x="114" y="499"/>
                </a:lnTo>
                <a:lnTo>
                  <a:pt x="113" y="498"/>
                </a:lnTo>
                <a:lnTo>
                  <a:pt x="112" y="498"/>
                </a:lnTo>
                <a:lnTo>
                  <a:pt x="111" y="499"/>
                </a:lnTo>
                <a:lnTo>
                  <a:pt x="110" y="499"/>
                </a:lnTo>
                <a:lnTo>
                  <a:pt x="109" y="499"/>
                </a:lnTo>
                <a:lnTo>
                  <a:pt x="108" y="499"/>
                </a:lnTo>
                <a:lnTo>
                  <a:pt x="108" y="498"/>
                </a:lnTo>
                <a:lnTo>
                  <a:pt x="109" y="498"/>
                </a:lnTo>
                <a:lnTo>
                  <a:pt x="110" y="498"/>
                </a:lnTo>
                <a:lnTo>
                  <a:pt x="111" y="498"/>
                </a:lnTo>
                <a:lnTo>
                  <a:pt x="112" y="498"/>
                </a:lnTo>
                <a:lnTo>
                  <a:pt x="113" y="498"/>
                </a:lnTo>
                <a:lnTo>
                  <a:pt x="114" y="497"/>
                </a:lnTo>
                <a:lnTo>
                  <a:pt x="115" y="497"/>
                </a:lnTo>
                <a:lnTo>
                  <a:pt x="115" y="496"/>
                </a:lnTo>
                <a:lnTo>
                  <a:pt x="115" y="495"/>
                </a:lnTo>
                <a:lnTo>
                  <a:pt x="115" y="494"/>
                </a:lnTo>
                <a:lnTo>
                  <a:pt x="116" y="493"/>
                </a:lnTo>
                <a:lnTo>
                  <a:pt x="116" y="492"/>
                </a:lnTo>
                <a:lnTo>
                  <a:pt x="116" y="491"/>
                </a:lnTo>
                <a:lnTo>
                  <a:pt x="117" y="491"/>
                </a:lnTo>
                <a:lnTo>
                  <a:pt x="117" y="490"/>
                </a:lnTo>
                <a:lnTo>
                  <a:pt x="118" y="489"/>
                </a:lnTo>
                <a:lnTo>
                  <a:pt x="119" y="489"/>
                </a:lnTo>
                <a:lnTo>
                  <a:pt x="119" y="487"/>
                </a:lnTo>
                <a:lnTo>
                  <a:pt x="119" y="486"/>
                </a:lnTo>
                <a:lnTo>
                  <a:pt x="120" y="485"/>
                </a:lnTo>
                <a:lnTo>
                  <a:pt x="120" y="484"/>
                </a:lnTo>
                <a:lnTo>
                  <a:pt x="120" y="483"/>
                </a:lnTo>
                <a:lnTo>
                  <a:pt x="119" y="483"/>
                </a:lnTo>
                <a:lnTo>
                  <a:pt x="119" y="482"/>
                </a:lnTo>
                <a:lnTo>
                  <a:pt x="120" y="482"/>
                </a:lnTo>
                <a:lnTo>
                  <a:pt x="120" y="481"/>
                </a:lnTo>
                <a:lnTo>
                  <a:pt x="122" y="480"/>
                </a:lnTo>
                <a:lnTo>
                  <a:pt x="123" y="481"/>
                </a:lnTo>
                <a:lnTo>
                  <a:pt x="124" y="482"/>
                </a:lnTo>
                <a:lnTo>
                  <a:pt x="125" y="484"/>
                </a:lnTo>
                <a:lnTo>
                  <a:pt x="127" y="486"/>
                </a:lnTo>
                <a:lnTo>
                  <a:pt x="128" y="486"/>
                </a:lnTo>
                <a:lnTo>
                  <a:pt x="129" y="486"/>
                </a:lnTo>
                <a:lnTo>
                  <a:pt x="129" y="485"/>
                </a:lnTo>
                <a:lnTo>
                  <a:pt x="129" y="484"/>
                </a:lnTo>
                <a:lnTo>
                  <a:pt x="128" y="483"/>
                </a:lnTo>
                <a:lnTo>
                  <a:pt x="128" y="482"/>
                </a:lnTo>
                <a:lnTo>
                  <a:pt x="129" y="482"/>
                </a:lnTo>
                <a:lnTo>
                  <a:pt x="128" y="481"/>
                </a:lnTo>
                <a:lnTo>
                  <a:pt x="128" y="479"/>
                </a:lnTo>
                <a:lnTo>
                  <a:pt x="128" y="478"/>
                </a:lnTo>
                <a:lnTo>
                  <a:pt x="129" y="478"/>
                </a:lnTo>
                <a:lnTo>
                  <a:pt x="130" y="478"/>
                </a:lnTo>
                <a:lnTo>
                  <a:pt x="130" y="477"/>
                </a:lnTo>
                <a:lnTo>
                  <a:pt x="131" y="477"/>
                </a:lnTo>
                <a:lnTo>
                  <a:pt x="130" y="477"/>
                </a:lnTo>
                <a:lnTo>
                  <a:pt x="130" y="476"/>
                </a:lnTo>
                <a:lnTo>
                  <a:pt x="129" y="475"/>
                </a:lnTo>
                <a:lnTo>
                  <a:pt x="129" y="474"/>
                </a:lnTo>
                <a:lnTo>
                  <a:pt x="128" y="474"/>
                </a:lnTo>
                <a:lnTo>
                  <a:pt x="127" y="475"/>
                </a:lnTo>
                <a:lnTo>
                  <a:pt x="127" y="476"/>
                </a:lnTo>
                <a:lnTo>
                  <a:pt x="126" y="475"/>
                </a:lnTo>
                <a:lnTo>
                  <a:pt x="126" y="474"/>
                </a:lnTo>
                <a:lnTo>
                  <a:pt x="125" y="473"/>
                </a:lnTo>
                <a:lnTo>
                  <a:pt x="124" y="473"/>
                </a:lnTo>
                <a:lnTo>
                  <a:pt x="123" y="473"/>
                </a:lnTo>
                <a:lnTo>
                  <a:pt x="123" y="474"/>
                </a:lnTo>
                <a:lnTo>
                  <a:pt x="122" y="474"/>
                </a:lnTo>
                <a:lnTo>
                  <a:pt x="121" y="474"/>
                </a:lnTo>
                <a:lnTo>
                  <a:pt x="121" y="473"/>
                </a:lnTo>
                <a:lnTo>
                  <a:pt x="120" y="473"/>
                </a:lnTo>
                <a:lnTo>
                  <a:pt x="119" y="473"/>
                </a:lnTo>
                <a:lnTo>
                  <a:pt x="118" y="472"/>
                </a:lnTo>
                <a:lnTo>
                  <a:pt x="118" y="471"/>
                </a:lnTo>
                <a:lnTo>
                  <a:pt x="118" y="470"/>
                </a:lnTo>
                <a:lnTo>
                  <a:pt x="117" y="470"/>
                </a:lnTo>
                <a:lnTo>
                  <a:pt x="117" y="471"/>
                </a:lnTo>
                <a:lnTo>
                  <a:pt x="116" y="470"/>
                </a:lnTo>
                <a:lnTo>
                  <a:pt x="115" y="471"/>
                </a:lnTo>
                <a:lnTo>
                  <a:pt x="114" y="471"/>
                </a:lnTo>
                <a:lnTo>
                  <a:pt x="113" y="472"/>
                </a:lnTo>
                <a:lnTo>
                  <a:pt x="113" y="471"/>
                </a:lnTo>
                <a:lnTo>
                  <a:pt x="112" y="471"/>
                </a:lnTo>
                <a:lnTo>
                  <a:pt x="111" y="471"/>
                </a:lnTo>
                <a:lnTo>
                  <a:pt x="111" y="470"/>
                </a:lnTo>
                <a:lnTo>
                  <a:pt x="110" y="470"/>
                </a:lnTo>
                <a:lnTo>
                  <a:pt x="111" y="470"/>
                </a:lnTo>
                <a:lnTo>
                  <a:pt x="112" y="469"/>
                </a:lnTo>
                <a:lnTo>
                  <a:pt x="111" y="468"/>
                </a:lnTo>
                <a:lnTo>
                  <a:pt x="111" y="467"/>
                </a:lnTo>
                <a:lnTo>
                  <a:pt x="111" y="466"/>
                </a:lnTo>
                <a:lnTo>
                  <a:pt x="111" y="465"/>
                </a:lnTo>
                <a:lnTo>
                  <a:pt x="112" y="465"/>
                </a:lnTo>
                <a:lnTo>
                  <a:pt x="111" y="465"/>
                </a:lnTo>
                <a:lnTo>
                  <a:pt x="111" y="464"/>
                </a:lnTo>
                <a:lnTo>
                  <a:pt x="111" y="463"/>
                </a:lnTo>
                <a:lnTo>
                  <a:pt x="111" y="462"/>
                </a:lnTo>
                <a:lnTo>
                  <a:pt x="110" y="462"/>
                </a:lnTo>
                <a:lnTo>
                  <a:pt x="108" y="462"/>
                </a:lnTo>
                <a:lnTo>
                  <a:pt x="107" y="461"/>
                </a:lnTo>
                <a:lnTo>
                  <a:pt x="106" y="461"/>
                </a:lnTo>
                <a:lnTo>
                  <a:pt x="106" y="460"/>
                </a:lnTo>
                <a:lnTo>
                  <a:pt x="106" y="459"/>
                </a:lnTo>
                <a:lnTo>
                  <a:pt x="105" y="459"/>
                </a:lnTo>
                <a:lnTo>
                  <a:pt x="104" y="458"/>
                </a:lnTo>
                <a:lnTo>
                  <a:pt x="104" y="457"/>
                </a:lnTo>
                <a:lnTo>
                  <a:pt x="103" y="457"/>
                </a:lnTo>
                <a:lnTo>
                  <a:pt x="103" y="458"/>
                </a:lnTo>
                <a:lnTo>
                  <a:pt x="102" y="458"/>
                </a:lnTo>
                <a:lnTo>
                  <a:pt x="102" y="459"/>
                </a:lnTo>
                <a:lnTo>
                  <a:pt x="101" y="458"/>
                </a:lnTo>
                <a:lnTo>
                  <a:pt x="100" y="458"/>
                </a:lnTo>
                <a:lnTo>
                  <a:pt x="100" y="457"/>
                </a:lnTo>
                <a:lnTo>
                  <a:pt x="100" y="456"/>
                </a:lnTo>
                <a:lnTo>
                  <a:pt x="100" y="455"/>
                </a:lnTo>
                <a:lnTo>
                  <a:pt x="101" y="455"/>
                </a:lnTo>
                <a:lnTo>
                  <a:pt x="101" y="453"/>
                </a:lnTo>
                <a:lnTo>
                  <a:pt x="100" y="452"/>
                </a:lnTo>
                <a:lnTo>
                  <a:pt x="101" y="452"/>
                </a:lnTo>
                <a:lnTo>
                  <a:pt x="101" y="451"/>
                </a:lnTo>
                <a:lnTo>
                  <a:pt x="100" y="451"/>
                </a:lnTo>
                <a:lnTo>
                  <a:pt x="100" y="450"/>
                </a:lnTo>
                <a:lnTo>
                  <a:pt x="100" y="449"/>
                </a:lnTo>
                <a:lnTo>
                  <a:pt x="101" y="449"/>
                </a:lnTo>
                <a:lnTo>
                  <a:pt x="101" y="448"/>
                </a:lnTo>
                <a:lnTo>
                  <a:pt x="101" y="447"/>
                </a:lnTo>
                <a:lnTo>
                  <a:pt x="101" y="445"/>
                </a:lnTo>
                <a:lnTo>
                  <a:pt x="102" y="443"/>
                </a:lnTo>
                <a:lnTo>
                  <a:pt x="101" y="443"/>
                </a:lnTo>
                <a:lnTo>
                  <a:pt x="101" y="442"/>
                </a:lnTo>
                <a:lnTo>
                  <a:pt x="102" y="442"/>
                </a:lnTo>
                <a:lnTo>
                  <a:pt x="101" y="442"/>
                </a:lnTo>
                <a:lnTo>
                  <a:pt x="101" y="441"/>
                </a:lnTo>
                <a:lnTo>
                  <a:pt x="101" y="442"/>
                </a:lnTo>
                <a:lnTo>
                  <a:pt x="100" y="442"/>
                </a:lnTo>
                <a:lnTo>
                  <a:pt x="101" y="442"/>
                </a:lnTo>
                <a:lnTo>
                  <a:pt x="101" y="443"/>
                </a:lnTo>
                <a:lnTo>
                  <a:pt x="100" y="443"/>
                </a:lnTo>
                <a:lnTo>
                  <a:pt x="100" y="442"/>
                </a:lnTo>
                <a:lnTo>
                  <a:pt x="99" y="442"/>
                </a:lnTo>
                <a:lnTo>
                  <a:pt x="98" y="442"/>
                </a:lnTo>
                <a:lnTo>
                  <a:pt x="97" y="443"/>
                </a:lnTo>
                <a:lnTo>
                  <a:pt x="96" y="444"/>
                </a:lnTo>
                <a:lnTo>
                  <a:pt x="95" y="444"/>
                </a:lnTo>
                <a:lnTo>
                  <a:pt x="94" y="446"/>
                </a:lnTo>
                <a:lnTo>
                  <a:pt x="93" y="446"/>
                </a:lnTo>
                <a:lnTo>
                  <a:pt x="92" y="445"/>
                </a:lnTo>
                <a:lnTo>
                  <a:pt x="91" y="445"/>
                </a:lnTo>
                <a:lnTo>
                  <a:pt x="91" y="446"/>
                </a:lnTo>
                <a:lnTo>
                  <a:pt x="90" y="446"/>
                </a:lnTo>
                <a:lnTo>
                  <a:pt x="90" y="448"/>
                </a:lnTo>
                <a:lnTo>
                  <a:pt x="89" y="448"/>
                </a:lnTo>
                <a:lnTo>
                  <a:pt x="89" y="447"/>
                </a:lnTo>
                <a:lnTo>
                  <a:pt x="88" y="446"/>
                </a:lnTo>
                <a:lnTo>
                  <a:pt x="87" y="446"/>
                </a:lnTo>
                <a:lnTo>
                  <a:pt x="87" y="445"/>
                </a:lnTo>
                <a:lnTo>
                  <a:pt x="88" y="445"/>
                </a:lnTo>
                <a:lnTo>
                  <a:pt x="88" y="444"/>
                </a:lnTo>
                <a:lnTo>
                  <a:pt x="89" y="444"/>
                </a:lnTo>
                <a:lnTo>
                  <a:pt x="89" y="443"/>
                </a:lnTo>
                <a:lnTo>
                  <a:pt x="89" y="442"/>
                </a:lnTo>
                <a:lnTo>
                  <a:pt x="89" y="441"/>
                </a:lnTo>
                <a:lnTo>
                  <a:pt x="89" y="440"/>
                </a:lnTo>
                <a:lnTo>
                  <a:pt x="89" y="439"/>
                </a:lnTo>
                <a:lnTo>
                  <a:pt x="88" y="438"/>
                </a:lnTo>
                <a:lnTo>
                  <a:pt x="88" y="437"/>
                </a:lnTo>
                <a:lnTo>
                  <a:pt x="88" y="436"/>
                </a:lnTo>
                <a:lnTo>
                  <a:pt x="88" y="435"/>
                </a:lnTo>
                <a:lnTo>
                  <a:pt x="87" y="435"/>
                </a:lnTo>
                <a:lnTo>
                  <a:pt x="87" y="434"/>
                </a:lnTo>
                <a:lnTo>
                  <a:pt x="86" y="434"/>
                </a:lnTo>
                <a:lnTo>
                  <a:pt x="85" y="434"/>
                </a:lnTo>
                <a:lnTo>
                  <a:pt x="84" y="434"/>
                </a:lnTo>
                <a:lnTo>
                  <a:pt x="83" y="434"/>
                </a:lnTo>
                <a:lnTo>
                  <a:pt x="83" y="435"/>
                </a:lnTo>
                <a:lnTo>
                  <a:pt x="83" y="434"/>
                </a:lnTo>
                <a:lnTo>
                  <a:pt x="83" y="435"/>
                </a:lnTo>
                <a:lnTo>
                  <a:pt x="82" y="435"/>
                </a:lnTo>
                <a:lnTo>
                  <a:pt x="82" y="436"/>
                </a:lnTo>
                <a:lnTo>
                  <a:pt x="81" y="436"/>
                </a:lnTo>
                <a:lnTo>
                  <a:pt x="81" y="435"/>
                </a:lnTo>
                <a:lnTo>
                  <a:pt x="82" y="435"/>
                </a:lnTo>
                <a:lnTo>
                  <a:pt x="82" y="434"/>
                </a:lnTo>
                <a:lnTo>
                  <a:pt x="81" y="433"/>
                </a:lnTo>
                <a:lnTo>
                  <a:pt x="80" y="433"/>
                </a:lnTo>
                <a:lnTo>
                  <a:pt x="79" y="433"/>
                </a:lnTo>
                <a:lnTo>
                  <a:pt x="78" y="430"/>
                </a:lnTo>
                <a:lnTo>
                  <a:pt x="77" y="430"/>
                </a:lnTo>
                <a:lnTo>
                  <a:pt x="76" y="429"/>
                </a:lnTo>
                <a:lnTo>
                  <a:pt x="77" y="428"/>
                </a:lnTo>
                <a:lnTo>
                  <a:pt x="76" y="427"/>
                </a:lnTo>
                <a:lnTo>
                  <a:pt x="76" y="426"/>
                </a:lnTo>
                <a:lnTo>
                  <a:pt x="76" y="424"/>
                </a:lnTo>
                <a:lnTo>
                  <a:pt x="77" y="422"/>
                </a:lnTo>
                <a:lnTo>
                  <a:pt x="77" y="421"/>
                </a:lnTo>
                <a:lnTo>
                  <a:pt x="77" y="420"/>
                </a:lnTo>
                <a:lnTo>
                  <a:pt x="77" y="419"/>
                </a:lnTo>
                <a:lnTo>
                  <a:pt x="77" y="418"/>
                </a:lnTo>
                <a:lnTo>
                  <a:pt x="77" y="417"/>
                </a:lnTo>
                <a:lnTo>
                  <a:pt x="78" y="417"/>
                </a:lnTo>
                <a:lnTo>
                  <a:pt x="78" y="416"/>
                </a:lnTo>
                <a:lnTo>
                  <a:pt x="77" y="415"/>
                </a:lnTo>
                <a:lnTo>
                  <a:pt x="77" y="414"/>
                </a:lnTo>
                <a:lnTo>
                  <a:pt x="78" y="414"/>
                </a:lnTo>
                <a:lnTo>
                  <a:pt x="78" y="413"/>
                </a:lnTo>
                <a:lnTo>
                  <a:pt x="78" y="414"/>
                </a:lnTo>
                <a:lnTo>
                  <a:pt x="79" y="415"/>
                </a:lnTo>
                <a:lnTo>
                  <a:pt x="80" y="415"/>
                </a:lnTo>
                <a:lnTo>
                  <a:pt x="80" y="416"/>
                </a:lnTo>
                <a:lnTo>
                  <a:pt x="80" y="417"/>
                </a:lnTo>
                <a:lnTo>
                  <a:pt x="81" y="417"/>
                </a:lnTo>
                <a:lnTo>
                  <a:pt x="82" y="417"/>
                </a:lnTo>
                <a:lnTo>
                  <a:pt x="83" y="417"/>
                </a:lnTo>
                <a:lnTo>
                  <a:pt x="83" y="416"/>
                </a:lnTo>
                <a:lnTo>
                  <a:pt x="84" y="416"/>
                </a:lnTo>
                <a:lnTo>
                  <a:pt x="84" y="415"/>
                </a:lnTo>
                <a:lnTo>
                  <a:pt x="84" y="414"/>
                </a:lnTo>
                <a:lnTo>
                  <a:pt x="84" y="413"/>
                </a:lnTo>
                <a:lnTo>
                  <a:pt x="85" y="414"/>
                </a:lnTo>
                <a:lnTo>
                  <a:pt x="85" y="413"/>
                </a:lnTo>
                <a:lnTo>
                  <a:pt x="85" y="412"/>
                </a:lnTo>
                <a:lnTo>
                  <a:pt x="86" y="411"/>
                </a:lnTo>
                <a:lnTo>
                  <a:pt x="86" y="410"/>
                </a:lnTo>
                <a:lnTo>
                  <a:pt x="85" y="410"/>
                </a:lnTo>
                <a:lnTo>
                  <a:pt x="85" y="409"/>
                </a:lnTo>
                <a:lnTo>
                  <a:pt x="86" y="409"/>
                </a:lnTo>
                <a:lnTo>
                  <a:pt x="87" y="409"/>
                </a:lnTo>
                <a:lnTo>
                  <a:pt x="87" y="408"/>
                </a:lnTo>
                <a:lnTo>
                  <a:pt x="87" y="407"/>
                </a:lnTo>
                <a:lnTo>
                  <a:pt x="88" y="407"/>
                </a:lnTo>
                <a:lnTo>
                  <a:pt x="88" y="406"/>
                </a:lnTo>
                <a:lnTo>
                  <a:pt x="88" y="405"/>
                </a:lnTo>
                <a:lnTo>
                  <a:pt x="88" y="404"/>
                </a:lnTo>
                <a:lnTo>
                  <a:pt x="88" y="403"/>
                </a:lnTo>
                <a:lnTo>
                  <a:pt x="88" y="402"/>
                </a:lnTo>
                <a:lnTo>
                  <a:pt x="89" y="402"/>
                </a:lnTo>
                <a:lnTo>
                  <a:pt x="89" y="401"/>
                </a:lnTo>
                <a:lnTo>
                  <a:pt x="90" y="401"/>
                </a:lnTo>
                <a:lnTo>
                  <a:pt x="90" y="400"/>
                </a:lnTo>
                <a:lnTo>
                  <a:pt x="89" y="400"/>
                </a:lnTo>
                <a:lnTo>
                  <a:pt x="89" y="399"/>
                </a:lnTo>
                <a:lnTo>
                  <a:pt x="89" y="398"/>
                </a:lnTo>
                <a:lnTo>
                  <a:pt x="88" y="398"/>
                </a:lnTo>
                <a:lnTo>
                  <a:pt x="87" y="398"/>
                </a:lnTo>
                <a:lnTo>
                  <a:pt x="87" y="397"/>
                </a:lnTo>
                <a:lnTo>
                  <a:pt x="87" y="395"/>
                </a:lnTo>
                <a:lnTo>
                  <a:pt x="88" y="395"/>
                </a:lnTo>
                <a:lnTo>
                  <a:pt x="89" y="394"/>
                </a:lnTo>
                <a:lnTo>
                  <a:pt x="89" y="393"/>
                </a:lnTo>
                <a:lnTo>
                  <a:pt x="89" y="392"/>
                </a:lnTo>
                <a:lnTo>
                  <a:pt x="90" y="392"/>
                </a:lnTo>
                <a:lnTo>
                  <a:pt x="90" y="391"/>
                </a:lnTo>
                <a:lnTo>
                  <a:pt x="90" y="390"/>
                </a:lnTo>
                <a:lnTo>
                  <a:pt x="90" y="389"/>
                </a:lnTo>
                <a:lnTo>
                  <a:pt x="91" y="389"/>
                </a:lnTo>
                <a:lnTo>
                  <a:pt x="91" y="388"/>
                </a:lnTo>
                <a:lnTo>
                  <a:pt x="92" y="387"/>
                </a:lnTo>
                <a:lnTo>
                  <a:pt x="92" y="385"/>
                </a:lnTo>
                <a:lnTo>
                  <a:pt x="92" y="384"/>
                </a:lnTo>
                <a:lnTo>
                  <a:pt x="93" y="384"/>
                </a:lnTo>
                <a:lnTo>
                  <a:pt x="92" y="383"/>
                </a:lnTo>
                <a:lnTo>
                  <a:pt x="92" y="382"/>
                </a:lnTo>
                <a:lnTo>
                  <a:pt x="92" y="381"/>
                </a:lnTo>
                <a:lnTo>
                  <a:pt x="93" y="381"/>
                </a:lnTo>
                <a:lnTo>
                  <a:pt x="93" y="379"/>
                </a:lnTo>
                <a:lnTo>
                  <a:pt x="93" y="378"/>
                </a:lnTo>
                <a:lnTo>
                  <a:pt x="92" y="377"/>
                </a:lnTo>
                <a:lnTo>
                  <a:pt x="91" y="376"/>
                </a:lnTo>
                <a:lnTo>
                  <a:pt x="91" y="375"/>
                </a:lnTo>
                <a:lnTo>
                  <a:pt x="92" y="375"/>
                </a:lnTo>
                <a:lnTo>
                  <a:pt x="93" y="375"/>
                </a:lnTo>
                <a:lnTo>
                  <a:pt x="94" y="376"/>
                </a:lnTo>
                <a:lnTo>
                  <a:pt x="95" y="376"/>
                </a:lnTo>
                <a:lnTo>
                  <a:pt x="95" y="377"/>
                </a:lnTo>
                <a:lnTo>
                  <a:pt x="96" y="377"/>
                </a:lnTo>
                <a:lnTo>
                  <a:pt x="96" y="376"/>
                </a:lnTo>
                <a:lnTo>
                  <a:pt x="96" y="375"/>
                </a:lnTo>
                <a:lnTo>
                  <a:pt x="97" y="375"/>
                </a:lnTo>
                <a:lnTo>
                  <a:pt x="98" y="375"/>
                </a:lnTo>
                <a:lnTo>
                  <a:pt x="98" y="374"/>
                </a:lnTo>
                <a:lnTo>
                  <a:pt x="99" y="373"/>
                </a:lnTo>
                <a:lnTo>
                  <a:pt x="99" y="372"/>
                </a:lnTo>
                <a:lnTo>
                  <a:pt x="99" y="370"/>
                </a:lnTo>
                <a:lnTo>
                  <a:pt x="98" y="370"/>
                </a:lnTo>
                <a:lnTo>
                  <a:pt x="98" y="369"/>
                </a:lnTo>
                <a:lnTo>
                  <a:pt x="98" y="368"/>
                </a:lnTo>
                <a:lnTo>
                  <a:pt x="98" y="367"/>
                </a:lnTo>
                <a:lnTo>
                  <a:pt x="98" y="366"/>
                </a:lnTo>
                <a:lnTo>
                  <a:pt x="98" y="365"/>
                </a:lnTo>
                <a:lnTo>
                  <a:pt x="98" y="364"/>
                </a:lnTo>
                <a:lnTo>
                  <a:pt x="99" y="364"/>
                </a:lnTo>
                <a:lnTo>
                  <a:pt x="99" y="363"/>
                </a:lnTo>
                <a:lnTo>
                  <a:pt x="100" y="362"/>
                </a:lnTo>
                <a:lnTo>
                  <a:pt x="100" y="361"/>
                </a:lnTo>
                <a:lnTo>
                  <a:pt x="100" y="360"/>
                </a:lnTo>
                <a:lnTo>
                  <a:pt x="100" y="359"/>
                </a:lnTo>
                <a:lnTo>
                  <a:pt x="101" y="359"/>
                </a:lnTo>
                <a:lnTo>
                  <a:pt x="101" y="358"/>
                </a:lnTo>
                <a:lnTo>
                  <a:pt x="101" y="357"/>
                </a:lnTo>
                <a:lnTo>
                  <a:pt x="100" y="356"/>
                </a:lnTo>
                <a:lnTo>
                  <a:pt x="100" y="355"/>
                </a:lnTo>
                <a:lnTo>
                  <a:pt x="101" y="354"/>
                </a:lnTo>
                <a:lnTo>
                  <a:pt x="101" y="353"/>
                </a:lnTo>
                <a:lnTo>
                  <a:pt x="102" y="352"/>
                </a:lnTo>
                <a:lnTo>
                  <a:pt x="103" y="352"/>
                </a:lnTo>
                <a:lnTo>
                  <a:pt x="103" y="351"/>
                </a:lnTo>
                <a:lnTo>
                  <a:pt x="104" y="350"/>
                </a:lnTo>
                <a:lnTo>
                  <a:pt x="104" y="349"/>
                </a:lnTo>
                <a:lnTo>
                  <a:pt x="105" y="349"/>
                </a:lnTo>
                <a:lnTo>
                  <a:pt x="106" y="347"/>
                </a:lnTo>
                <a:lnTo>
                  <a:pt x="108" y="347"/>
                </a:lnTo>
                <a:lnTo>
                  <a:pt x="108" y="346"/>
                </a:lnTo>
                <a:lnTo>
                  <a:pt x="109" y="346"/>
                </a:lnTo>
                <a:lnTo>
                  <a:pt x="110" y="346"/>
                </a:lnTo>
                <a:lnTo>
                  <a:pt x="111" y="345"/>
                </a:lnTo>
                <a:lnTo>
                  <a:pt x="112" y="345"/>
                </a:lnTo>
                <a:lnTo>
                  <a:pt x="113" y="345"/>
                </a:lnTo>
                <a:lnTo>
                  <a:pt x="113" y="344"/>
                </a:lnTo>
                <a:lnTo>
                  <a:pt x="112" y="344"/>
                </a:lnTo>
                <a:lnTo>
                  <a:pt x="112" y="343"/>
                </a:lnTo>
                <a:lnTo>
                  <a:pt x="113" y="342"/>
                </a:lnTo>
                <a:lnTo>
                  <a:pt x="114" y="341"/>
                </a:lnTo>
                <a:lnTo>
                  <a:pt x="114" y="342"/>
                </a:lnTo>
                <a:lnTo>
                  <a:pt x="115" y="342"/>
                </a:lnTo>
                <a:lnTo>
                  <a:pt x="115" y="341"/>
                </a:lnTo>
                <a:lnTo>
                  <a:pt x="115" y="340"/>
                </a:lnTo>
                <a:lnTo>
                  <a:pt x="114" y="339"/>
                </a:lnTo>
                <a:lnTo>
                  <a:pt x="113" y="338"/>
                </a:lnTo>
                <a:lnTo>
                  <a:pt x="113" y="337"/>
                </a:lnTo>
                <a:lnTo>
                  <a:pt x="114" y="336"/>
                </a:lnTo>
                <a:lnTo>
                  <a:pt x="113" y="335"/>
                </a:lnTo>
                <a:lnTo>
                  <a:pt x="113" y="334"/>
                </a:lnTo>
                <a:lnTo>
                  <a:pt x="113" y="333"/>
                </a:lnTo>
                <a:lnTo>
                  <a:pt x="112" y="333"/>
                </a:lnTo>
                <a:lnTo>
                  <a:pt x="111" y="333"/>
                </a:lnTo>
                <a:lnTo>
                  <a:pt x="111" y="332"/>
                </a:lnTo>
                <a:lnTo>
                  <a:pt x="110" y="331"/>
                </a:lnTo>
                <a:lnTo>
                  <a:pt x="110" y="330"/>
                </a:lnTo>
                <a:lnTo>
                  <a:pt x="110" y="329"/>
                </a:lnTo>
                <a:lnTo>
                  <a:pt x="110" y="328"/>
                </a:lnTo>
                <a:lnTo>
                  <a:pt x="110" y="327"/>
                </a:lnTo>
                <a:lnTo>
                  <a:pt x="109" y="326"/>
                </a:lnTo>
                <a:lnTo>
                  <a:pt x="108" y="326"/>
                </a:lnTo>
                <a:lnTo>
                  <a:pt x="108" y="325"/>
                </a:lnTo>
                <a:lnTo>
                  <a:pt x="108" y="324"/>
                </a:lnTo>
                <a:lnTo>
                  <a:pt x="107" y="324"/>
                </a:lnTo>
                <a:lnTo>
                  <a:pt x="107" y="323"/>
                </a:lnTo>
                <a:lnTo>
                  <a:pt x="106" y="323"/>
                </a:lnTo>
                <a:lnTo>
                  <a:pt x="104" y="322"/>
                </a:lnTo>
                <a:lnTo>
                  <a:pt x="103" y="322"/>
                </a:lnTo>
                <a:lnTo>
                  <a:pt x="103" y="321"/>
                </a:lnTo>
                <a:lnTo>
                  <a:pt x="104" y="320"/>
                </a:lnTo>
                <a:lnTo>
                  <a:pt x="104" y="319"/>
                </a:lnTo>
                <a:lnTo>
                  <a:pt x="104" y="318"/>
                </a:lnTo>
                <a:lnTo>
                  <a:pt x="104" y="317"/>
                </a:lnTo>
                <a:lnTo>
                  <a:pt x="103" y="317"/>
                </a:lnTo>
                <a:lnTo>
                  <a:pt x="104" y="316"/>
                </a:lnTo>
                <a:lnTo>
                  <a:pt x="103" y="316"/>
                </a:lnTo>
                <a:lnTo>
                  <a:pt x="103" y="315"/>
                </a:lnTo>
                <a:lnTo>
                  <a:pt x="102" y="314"/>
                </a:lnTo>
                <a:lnTo>
                  <a:pt x="101" y="315"/>
                </a:lnTo>
                <a:lnTo>
                  <a:pt x="100" y="315"/>
                </a:lnTo>
                <a:lnTo>
                  <a:pt x="99" y="315"/>
                </a:lnTo>
                <a:lnTo>
                  <a:pt x="97" y="315"/>
                </a:lnTo>
                <a:lnTo>
                  <a:pt x="96" y="315"/>
                </a:lnTo>
                <a:lnTo>
                  <a:pt x="95" y="315"/>
                </a:lnTo>
                <a:lnTo>
                  <a:pt x="94" y="316"/>
                </a:lnTo>
                <a:lnTo>
                  <a:pt x="93" y="315"/>
                </a:lnTo>
                <a:lnTo>
                  <a:pt x="93" y="314"/>
                </a:lnTo>
                <a:lnTo>
                  <a:pt x="92" y="314"/>
                </a:lnTo>
                <a:lnTo>
                  <a:pt x="92" y="313"/>
                </a:lnTo>
                <a:lnTo>
                  <a:pt x="92" y="312"/>
                </a:lnTo>
                <a:lnTo>
                  <a:pt x="91" y="312"/>
                </a:lnTo>
                <a:lnTo>
                  <a:pt x="92" y="312"/>
                </a:lnTo>
                <a:lnTo>
                  <a:pt x="92" y="310"/>
                </a:lnTo>
                <a:lnTo>
                  <a:pt x="92" y="309"/>
                </a:lnTo>
                <a:lnTo>
                  <a:pt x="92" y="308"/>
                </a:lnTo>
                <a:lnTo>
                  <a:pt x="92" y="307"/>
                </a:lnTo>
                <a:lnTo>
                  <a:pt x="91" y="306"/>
                </a:lnTo>
                <a:lnTo>
                  <a:pt x="91" y="305"/>
                </a:lnTo>
                <a:lnTo>
                  <a:pt x="90" y="305"/>
                </a:lnTo>
                <a:lnTo>
                  <a:pt x="90" y="304"/>
                </a:lnTo>
                <a:lnTo>
                  <a:pt x="90" y="303"/>
                </a:lnTo>
                <a:lnTo>
                  <a:pt x="89" y="302"/>
                </a:lnTo>
                <a:lnTo>
                  <a:pt x="88" y="302"/>
                </a:lnTo>
                <a:lnTo>
                  <a:pt x="88" y="301"/>
                </a:lnTo>
                <a:lnTo>
                  <a:pt x="88" y="300"/>
                </a:lnTo>
                <a:lnTo>
                  <a:pt x="87" y="300"/>
                </a:lnTo>
                <a:lnTo>
                  <a:pt x="86" y="300"/>
                </a:lnTo>
                <a:lnTo>
                  <a:pt x="85" y="300"/>
                </a:lnTo>
                <a:lnTo>
                  <a:pt x="85" y="301"/>
                </a:lnTo>
                <a:lnTo>
                  <a:pt x="85" y="303"/>
                </a:lnTo>
                <a:lnTo>
                  <a:pt x="85" y="304"/>
                </a:lnTo>
                <a:lnTo>
                  <a:pt x="84" y="304"/>
                </a:lnTo>
                <a:lnTo>
                  <a:pt x="83" y="306"/>
                </a:lnTo>
                <a:lnTo>
                  <a:pt x="84" y="307"/>
                </a:lnTo>
                <a:lnTo>
                  <a:pt x="83" y="307"/>
                </a:lnTo>
                <a:lnTo>
                  <a:pt x="83" y="308"/>
                </a:lnTo>
                <a:lnTo>
                  <a:pt x="82" y="308"/>
                </a:lnTo>
                <a:lnTo>
                  <a:pt x="81" y="309"/>
                </a:lnTo>
                <a:lnTo>
                  <a:pt x="81" y="310"/>
                </a:lnTo>
                <a:lnTo>
                  <a:pt x="81" y="311"/>
                </a:lnTo>
                <a:lnTo>
                  <a:pt x="80" y="311"/>
                </a:lnTo>
                <a:lnTo>
                  <a:pt x="79" y="311"/>
                </a:lnTo>
                <a:lnTo>
                  <a:pt x="78" y="311"/>
                </a:lnTo>
                <a:lnTo>
                  <a:pt x="77" y="311"/>
                </a:lnTo>
                <a:lnTo>
                  <a:pt x="77" y="312"/>
                </a:lnTo>
                <a:lnTo>
                  <a:pt x="76" y="312"/>
                </a:lnTo>
                <a:lnTo>
                  <a:pt x="76" y="311"/>
                </a:lnTo>
                <a:lnTo>
                  <a:pt x="75" y="310"/>
                </a:lnTo>
                <a:lnTo>
                  <a:pt x="74" y="309"/>
                </a:lnTo>
                <a:lnTo>
                  <a:pt x="73" y="309"/>
                </a:lnTo>
                <a:lnTo>
                  <a:pt x="72" y="309"/>
                </a:lnTo>
                <a:lnTo>
                  <a:pt x="72" y="310"/>
                </a:lnTo>
                <a:lnTo>
                  <a:pt x="72" y="311"/>
                </a:lnTo>
                <a:lnTo>
                  <a:pt x="71" y="311"/>
                </a:lnTo>
                <a:lnTo>
                  <a:pt x="70" y="311"/>
                </a:lnTo>
                <a:lnTo>
                  <a:pt x="70" y="310"/>
                </a:lnTo>
                <a:lnTo>
                  <a:pt x="69" y="310"/>
                </a:lnTo>
                <a:lnTo>
                  <a:pt x="68" y="310"/>
                </a:lnTo>
                <a:lnTo>
                  <a:pt x="68" y="311"/>
                </a:lnTo>
                <a:lnTo>
                  <a:pt x="67" y="311"/>
                </a:lnTo>
                <a:lnTo>
                  <a:pt x="66" y="310"/>
                </a:lnTo>
                <a:lnTo>
                  <a:pt x="65" y="310"/>
                </a:lnTo>
                <a:lnTo>
                  <a:pt x="64" y="310"/>
                </a:lnTo>
                <a:lnTo>
                  <a:pt x="63" y="309"/>
                </a:lnTo>
                <a:lnTo>
                  <a:pt x="62" y="309"/>
                </a:lnTo>
                <a:lnTo>
                  <a:pt x="61" y="309"/>
                </a:lnTo>
                <a:lnTo>
                  <a:pt x="60" y="308"/>
                </a:lnTo>
                <a:lnTo>
                  <a:pt x="59" y="308"/>
                </a:lnTo>
                <a:lnTo>
                  <a:pt x="58" y="308"/>
                </a:lnTo>
                <a:lnTo>
                  <a:pt x="57" y="308"/>
                </a:lnTo>
                <a:lnTo>
                  <a:pt x="56" y="309"/>
                </a:lnTo>
                <a:lnTo>
                  <a:pt x="55" y="310"/>
                </a:lnTo>
                <a:lnTo>
                  <a:pt x="55" y="311"/>
                </a:lnTo>
                <a:lnTo>
                  <a:pt x="54" y="312"/>
                </a:lnTo>
                <a:lnTo>
                  <a:pt x="54" y="313"/>
                </a:lnTo>
                <a:lnTo>
                  <a:pt x="53" y="313"/>
                </a:lnTo>
                <a:lnTo>
                  <a:pt x="53" y="314"/>
                </a:lnTo>
                <a:lnTo>
                  <a:pt x="52" y="316"/>
                </a:lnTo>
                <a:lnTo>
                  <a:pt x="51" y="316"/>
                </a:lnTo>
                <a:lnTo>
                  <a:pt x="50" y="317"/>
                </a:lnTo>
                <a:lnTo>
                  <a:pt x="50" y="318"/>
                </a:lnTo>
                <a:lnTo>
                  <a:pt x="50" y="319"/>
                </a:lnTo>
                <a:lnTo>
                  <a:pt x="50" y="320"/>
                </a:lnTo>
                <a:lnTo>
                  <a:pt x="51" y="321"/>
                </a:lnTo>
                <a:lnTo>
                  <a:pt x="51" y="322"/>
                </a:lnTo>
                <a:lnTo>
                  <a:pt x="51" y="323"/>
                </a:lnTo>
                <a:lnTo>
                  <a:pt x="50" y="324"/>
                </a:lnTo>
                <a:lnTo>
                  <a:pt x="49" y="324"/>
                </a:lnTo>
                <a:lnTo>
                  <a:pt x="49" y="325"/>
                </a:lnTo>
                <a:lnTo>
                  <a:pt x="48" y="325"/>
                </a:lnTo>
                <a:lnTo>
                  <a:pt x="48" y="324"/>
                </a:lnTo>
                <a:lnTo>
                  <a:pt x="47" y="324"/>
                </a:lnTo>
                <a:lnTo>
                  <a:pt x="46" y="323"/>
                </a:lnTo>
                <a:lnTo>
                  <a:pt x="46" y="324"/>
                </a:lnTo>
                <a:lnTo>
                  <a:pt x="45" y="324"/>
                </a:lnTo>
                <a:lnTo>
                  <a:pt x="44" y="324"/>
                </a:lnTo>
                <a:lnTo>
                  <a:pt x="44" y="323"/>
                </a:lnTo>
                <a:lnTo>
                  <a:pt x="43" y="323"/>
                </a:lnTo>
                <a:lnTo>
                  <a:pt x="42" y="323"/>
                </a:lnTo>
                <a:lnTo>
                  <a:pt x="41" y="323"/>
                </a:lnTo>
                <a:lnTo>
                  <a:pt x="40" y="323"/>
                </a:lnTo>
                <a:lnTo>
                  <a:pt x="39" y="323"/>
                </a:lnTo>
                <a:lnTo>
                  <a:pt x="38" y="323"/>
                </a:lnTo>
                <a:lnTo>
                  <a:pt x="37" y="323"/>
                </a:lnTo>
                <a:lnTo>
                  <a:pt x="36" y="323"/>
                </a:lnTo>
                <a:lnTo>
                  <a:pt x="35" y="324"/>
                </a:lnTo>
                <a:lnTo>
                  <a:pt x="34" y="324"/>
                </a:lnTo>
                <a:lnTo>
                  <a:pt x="33" y="324"/>
                </a:lnTo>
                <a:lnTo>
                  <a:pt x="32" y="323"/>
                </a:lnTo>
                <a:lnTo>
                  <a:pt x="31" y="323"/>
                </a:lnTo>
                <a:lnTo>
                  <a:pt x="30" y="323"/>
                </a:lnTo>
                <a:lnTo>
                  <a:pt x="30" y="324"/>
                </a:lnTo>
                <a:lnTo>
                  <a:pt x="29" y="324"/>
                </a:lnTo>
                <a:lnTo>
                  <a:pt x="28" y="323"/>
                </a:lnTo>
                <a:lnTo>
                  <a:pt x="27" y="323"/>
                </a:lnTo>
                <a:lnTo>
                  <a:pt x="27" y="322"/>
                </a:lnTo>
                <a:lnTo>
                  <a:pt x="26" y="321"/>
                </a:lnTo>
                <a:lnTo>
                  <a:pt x="26" y="322"/>
                </a:lnTo>
                <a:lnTo>
                  <a:pt x="25" y="322"/>
                </a:lnTo>
                <a:lnTo>
                  <a:pt x="24" y="322"/>
                </a:lnTo>
                <a:lnTo>
                  <a:pt x="24" y="321"/>
                </a:lnTo>
                <a:lnTo>
                  <a:pt x="24" y="320"/>
                </a:lnTo>
                <a:lnTo>
                  <a:pt x="23" y="320"/>
                </a:lnTo>
                <a:lnTo>
                  <a:pt x="24" y="320"/>
                </a:lnTo>
                <a:lnTo>
                  <a:pt x="24" y="319"/>
                </a:lnTo>
                <a:lnTo>
                  <a:pt x="23" y="319"/>
                </a:lnTo>
                <a:lnTo>
                  <a:pt x="23" y="318"/>
                </a:lnTo>
                <a:lnTo>
                  <a:pt x="22" y="317"/>
                </a:lnTo>
                <a:lnTo>
                  <a:pt x="21" y="317"/>
                </a:lnTo>
                <a:lnTo>
                  <a:pt x="20" y="317"/>
                </a:lnTo>
                <a:lnTo>
                  <a:pt x="20" y="316"/>
                </a:lnTo>
                <a:lnTo>
                  <a:pt x="19" y="316"/>
                </a:lnTo>
                <a:lnTo>
                  <a:pt x="18" y="315"/>
                </a:lnTo>
                <a:lnTo>
                  <a:pt x="19" y="315"/>
                </a:lnTo>
                <a:lnTo>
                  <a:pt x="19" y="314"/>
                </a:lnTo>
                <a:lnTo>
                  <a:pt x="19" y="313"/>
                </a:lnTo>
                <a:lnTo>
                  <a:pt x="18" y="312"/>
                </a:lnTo>
                <a:lnTo>
                  <a:pt x="18" y="311"/>
                </a:lnTo>
                <a:lnTo>
                  <a:pt x="17" y="311"/>
                </a:lnTo>
                <a:lnTo>
                  <a:pt x="17" y="310"/>
                </a:lnTo>
                <a:lnTo>
                  <a:pt x="17" y="309"/>
                </a:lnTo>
                <a:lnTo>
                  <a:pt x="18" y="307"/>
                </a:lnTo>
                <a:lnTo>
                  <a:pt x="18" y="306"/>
                </a:lnTo>
                <a:lnTo>
                  <a:pt x="18" y="305"/>
                </a:lnTo>
                <a:lnTo>
                  <a:pt x="18" y="303"/>
                </a:lnTo>
                <a:lnTo>
                  <a:pt x="18" y="302"/>
                </a:lnTo>
                <a:lnTo>
                  <a:pt x="19" y="302"/>
                </a:lnTo>
                <a:lnTo>
                  <a:pt x="19" y="301"/>
                </a:lnTo>
                <a:lnTo>
                  <a:pt x="19" y="300"/>
                </a:lnTo>
                <a:lnTo>
                  <a:pt x="19" y="299"/>
                </a:lnTo>
                <a:lnTo>
                  <a:pt x="19" y="298"/>
                </a:lnTo>
                <a:lnTo>
                  <a:pt x="19" y="297"/>
                </a:lnTo>
                <a:lnTo>
                  <a:pt x="18" y="297"/>
                </a:lnTo>
                <a:lnTo>
                  <a:pt x="17" y="298"/>
                </a:lnTo>
                <a:lnTo>
                  <a:pt x="16" y="298"/>
                </a:lnTo>
                <a:lnTo>
                  <a:pt x="15" y="298"/>
                </a:lnTo>
                <a:lnTo>
                  <a:pt x="15" y="297"/>
                </a:lnTo>
                <a:lnTo>
                  <a:pt x="14" y="296"/>
                </a:lnTo>
                <a:lnTo>
                  <a:pt x="14" y="295"/>
                </a:lnTo>
                <a:lnTo>
                  <a:pt x="14" y="294"/>
                </a:lnTo>
                <a:lnTo>
                  <a:pt x="14" y="293"/>
                </a:lnTo>
                <a:lnTo>
                  <a:pt x="14" y="292"/>
                </a:lnTo>
                <a:lnTo>
                  <a:pt x="13" y="292"/>
                </a:lnTo>
                <a:lnTo>
                  <a:pt x="13" y="291"/>
                </a:lnTo>
                <a:lnTo>
                  <a:pt x="12" y="290"/>
                </a:lnTo>
                <a:lnTo>
                  <a:pt x="12" y="289"/>
                </a:lnTo>
                <a:lnTo>
                  <a:pt x="12" y="288"/>
                </a:lnTo>
                <a:lnTo>
                  <a:pt x="12" y="286"/>
                </a:lnTo>
                <a:lnTo>
                  <a:pt x="13" y="286"/>
                </a:lnTo>
                <a:lnTo>
                  <a:pt x="14" y="286"/>
                </a:lnTo>
                <a:lnTo>
                  <a:pt x="14" y="285"/>
                </a:lnTo>
                <a:lnTo>
                  <a:pt x="14" y="284"/>
                </a:lnTo>
                <a:lnTo>
                  <a:pt x="14" y="283"/>
                </a:lnTo>
                <a:lnTo>
                  <a:pt x="15" y="283"/>
                </a:lnTo>
                <a:lnTo>
                  <a:pt x="16" y="283"/>
                </a:lnTo>
                <a:lnTo>
                  <a:pt x="17" y="282"/>
                </a:lnTo>
                <a:lnTo>
                  <a:pt x="18" y="282"/>
                </a:lnTo>
                <a:lnTo>
                  <a:pt x="19" y="282"/>
                </a:lnTo>
                <a:lnTo>
                  <a:pt x="20" y="281"/>
                </a:lnTo>
                <a:lnTo>
                  <a:pt x="20" y="280"/>
                </a:lnTo>
                <a:lnTo>
                  <a:pt x="19" y="280"/>
                </a:lnTo>
                <a:lnTo>
                  <a:pt x="19" y="279"/>
                </a:lnTo>
                <a:lnTo>
                  <a:pt x="19" y="278"/>
                </a:lnTo>
                <a:lnTo>
                  <a:pt x="18" y="277"/>
                </a:lnTo>
                <a:lnTo>
                  <a:pt x="18" y="276"/>
                </a:lnTo>
                <a:lnTo>
                  <a:pt x="18" y="275"/>
                </a:lnTo>
                <a:lnTo>
                  <a:pt x="19" y="275"/>
                </a:lnTo>
                <a:lnTo>
                  <a:pt x="20" y="274"/>
                </a:lnTo>
                <a:lnTo>
                  <a:pt x="20" y="273"/>
                </a:lnTo>
                <a:lnTo>
                  <a:pt x="20" y="272"/>
                </a:lnTo>
                <a:lnTo>
                  <a:pt x="19" y="271"/>
                </a:lnTo>
                <a:lnTo>
                  <a:pt x="18" y="271"/>
                </a:lnTo>
                <a:lnTo>
                  <a:pt x="17" y="270"/>
                </a:lnTo>
                <a:lnTo>
                  <a:pt x="17" y="269"/>
                </a:lnTo>
                <a:lnTo>
                  <a:pt x="17" y="268"/>
                </a:lnTo>
                <a:lnTo>
                  <a:pt x="17" y="267"/>
                </a:lnTo>
                <a:lnTo>
                  <a:pt x="16" y="267"/>
                </a:lnTo>
                <a:lnTo>
                  <a:pt x="16" y="266"/>
                </a:lnTo>
                <a:lnTo>
                  <a:pt x="15" y="265"/>
                </a:lnTo>
                <a:lnTo>
                  <a:pt x="15" y="264"/>
                </a:lnTo>
                <a:lnTo>
                  <a:pt x="15" y="263"/>
                </a:lnTo>
                <a:lnTo>
                  <a:pt x="14" y="262"/>
                </a:lnTo>
                <a:lnTo>
                  <a:pt x="13" y="261"/>
                </a:lnTo>
                <a:lnTo>
                  <a:pt x="13" y="260"/>
                </a:lnTo>
                <a:lnTo>
                  <a:pt x="12" y="260"/>
                </a:lnTo>
                <a:lnTo>
                  <a:pt x="11" y="260"/>
                </a:lnTo>
                <a:lnTo>
                  <a:pt x="10" y="259"/>
                </a:lnTo>
                <a:lnTo>
                  <a:pt x="9" y="259"/>
                </a:lnTo>
                <a:lnTo>
                  <a:pt x="9" y="260"/>
                </a:lnTo>
                <a:lnTo>
                  <a:pt x="8" y="261"/>
                </a:lnTo>
                <a:lnTo>
                  <a:pt x="7" y="261"/>
                </a:lnTo>
                <a:lnTo>
                  <a:pt x="7" y="262"/>
                </a:lnTo>
                <a:lnTo>
                  <a:pt x="7" y="263"/>
                </a:lnTo>
                <a:lnTo>
                  <a:pt x="6" y="264"/>
                </a:lnTo>
                <a:lnTo>
                  <a:pt x="5" y="264"/>
                </a:lnTo>
                <a:lnTo>
                  <a:pt x="4" y="264"/>
                </a:lnTo>
                <a:lnTo>
                  <a:pt x="4" y="265"/>
                </a:lnTo>
                <a:lnTo>
                  <a:pt x="3" y="265"/>
                </a:lnTo>
                <a:lnTo>
                  <a:pt x="3" y="264"/>
                </a:lnTo>
                <a:lnTo>
                  <a:pt x="4" y="264"/>
                </a:lnTo>
                <a:lnTo>
                  <a:pt x="4" y="263"/>
                </a:lnTo>
                <a:lnTo>
                  <a:pt x="4" y="262"/>
                </a:lnTo>
                <a:lnTo>
                  <a:pt x="4" y="261"/>
                </a:lnTo>
                <a:lnTo>
                  <a:pt x="3" y="261"/>
                </a:lnTo>
                <a:lnTo>
                  <a:pt x="2" y="261"/>
                </a:lnTo>
                <a:lnTo>
                  <a:pt x="2" y="260"/>
                </a:lnTo>
                <a:lnTo>
                  <a:pt x="2" y="259"/>
                </a:lnTo>
                <a:lnTo>
                  <a:pt x="0" y="259"/>
                </a:lnTo>
                <a:lnTo>
                  <a:pt x="0" y="258"/>
                </a:lnTo>
                <a:lnTo>
                  <a:pt x="2" y="258"/>
                </a:lnTo>
                <a:lnTo>
                  <a:pt x="2" y="257"/>
                </a:lnTo>
                <a:lnTo>
                  <a:pt x="3" y="256"/>
                </a:lnTo>
                <a:lnTo>
                  <a:pt x="4" y="257"/>
                </a:lnTo>
                <a:lnTo>
                  <a:pt x="5" y="257"/>
                </a:lnTo>
                <a:lnTo>
                  <a:pt x="6" y="258"/>
                </a:lnTo>
                <a:lnTo>
                  <a:pt x="7" y="258"/>
                </a:lnTo>
                <a:lnTo>
                  <a:pt x="7" y="257"/>
                </a:lnTo>
                <a:lnTo>
                  <a:pt x="7" y="256"/>
                </a:lnTo>
                <a:lnTo>
                  <a:pt x="7" y="255"/>
                </a:lnTo>
                <a:lnTo>
                  <a:pt x="6" y="255"/>
                </a:lnTo>
                <a:lnTo>
                  <a:pt x="5" y="255"/>
                </a:lnTo>
                <a:lnTo>
                  <a:pt x="4" y="254"/>
                </a:lnTo>
                <a:lnTo>
                  <a:pt x="3" y="254"/>
                </a:lnTo>
                <a:lnTo>
                  <a:pt x="4" y="253"/>
                </a:lnTo>
                <a:lnTo>
                  <a:pt x="4" y="252"/>
                </a:lnTo>
                <a:lnTo>
                  <a:pt x="5" y="251"/>
                </a:lnTo>
                <a:lnTo>
                  <a:pt x="6" y="251"/>
                </a:lnTo>
                <a:lnTo>
                  <a:pt x="7" y="251"/>
                </a:lnTo>
                <a:lnTo>
                  <a:pt x="8" y="251"/>
                </a:lnTo>
                <a:lnTo>
                  <a:pt x="8" y="250"/>
                </a:lnTo>
                <a:lnTo>
                  <a:pt x="9" y="250"/>
                </a:lnTo>
                <a:lnTo>
                  <a:pt x="10" y="250"/>
                </a:lnTo>
                <a:lnTo>
                  <a:pt x="11" y="250"/>
                </a:lnTo>
                <a:lnTo>
                  <a:pt x="11" y="251"/>
                </a:lnTo>
                <a:lnTo>
                  <a:pt x="11" y="250"/>
                </a:lnTo>
                <a:lnTo>
                  <a:pt x="12" y="250"/>
                </a:lnTo>
                <a:lnTo>
                  <a:pt x="12" y="249"/>
                </a:lnTo>
                <a:lnTo>
                  <a:pt x="12" y="250"/>
                </a:lnTo>
                <a:lnTo>
                  <a:pt x="12" y="249"/>
                </a:lnTo>
                <a:lnTo>
                  <a:pt x="13" y="249"/>
                </a:lnTo>
                <a:lnTo>
                  <a:pt x="13" y="248"/>
                </a:lnTo>
                <a:lnTo>
                  <a:pt x="13" y="247"/>
                </a:lnTo>
                <a:lnTo>
                  <a:pt x="12" y="247"/>
                </a:lnTo>
                <a:lnTo>
                  <a:pt x="13" y="246"/>
                </a:lnTo>
                <a:lnTo>
                  <a:pt x="13" y="247"/>
                </a:lnTo>
                <a:lnTo>
                  <a:pt x="14" y="247"/>
                </a:lnTo>
                <a:lnTo>
                  <a:pt x="14" y="246"/>
                </a:lnTo>
                <a:lnTo>
                  <a:pt x="14" y="245"/>
                </a:lnTo>
                <a:lnTo>
                  <a:pt x="15" y="245"/>
                </a:lnTo>
                <a:lnTo>
                  <a:pt x="15" y="244"/>
                </a:lnTo>
                <a:lnTo>
                  <a:pt x="16" y="244"/>
                </a:lnTo>
                <a:lnTo>
                  <a:pt x="16" y="243"/>
                </a:lnTo>
                <a:lnTo>
                  <a:pt x="16" y="242"/>
                </a:lnTo>
                <a:lnTo>
                  <a:pt x="17" y="242"/>
                </a:lnTo>
                <a:lnTo>
                  <a:pt x="17" y="241"/>
                </a:lnTo>
                <a:lnTo>
                  <a:pt x="17" y="240"/>
                </a:lnTo>
                <a:lnTo>
                  <a:pt x="18" y="240"/>
                </a:lnTo>
                <a:lnTo>
                  <a:pt x="19" y="240"/>
                </a:lnTo>
                <a:lnTo>
                  <a:pt x="19" y="239"/>
                </a:lnTo>
                <a:lnTo>
                  <a:pt x="20" y="238"/>
                </a:lnTo>
                <a:lnTo>
                  <a:pt x="20" y="237"/>
                </a:lnTo>
                <a:lnTo>
                  <a:pt x="21" y="237"/>
                </a:lnTo>
                <a:lnTo>
                  <a:pt x="21" y="236"/>
                </a:lnTo>
                <a:lnTo>
                  <a:pt x="21" y="235"/>
                </a:lnTo>
                <a:lnTo>
                  <a:pt x="21" y="236"/>
                </a:lnTo>
                <a:lnTo>
                  <a:pt x="22" y="236"/>
                </a:lnTo>
                <a:lnTo>
                  <a:pt x="22" y="234"/>
                </a:lnTo>
                <a:lnTo>
                  <a:pt x="23" y="234"/>
                </a:lnTo>
                <a:lnTo>
                  <a:pt x="25" y="234"/>
                </a:lnTo>
                <a:lnTo>
                  <a:pt x="26" y="234"/>
                </a:lnTo>
                <a:lnTo>
                  <a:pt x="26" y="233"/>
                </a:lnTo>
                <a:lnTo>
                  <a:pt x="27" y="232"/>
                </a:lnTo>
                <a:lnTo>
                  <a:pt x="27" y="231"/>
                </a:lnTo>
                <a:lnTo>
                  <a:pt x="28" y="231"/>
                </a:lnTo>
                <a:lnTo>
                  <a:pt x="29" y="231"/>
                </a:lnTo>
                <a:lnTo>
                  <a:pt x="29" y="230"/>
                </a:lnTo>
                <a:lnTo>
                  <a:pt x="29" y="229"/>
                </a:lnTo>
                <a:lnTo>
                  <a:pt x="30" y="228"/>
                </a:lnTo>
                <a:lnTo>
                  <a:pt x="30" y="227"/>
                </a:lnTo>
                <a:lnTo>
                  <a:pt x="30" y="226"/>
                </a:lnTo>
                <a:lnTo>
                  <a:pt x="31" y="226"/>
                </a:lnTo>
                <a:lnTo>
                  <a:pt x="31" y="225"/>
                </a:lnTo>
                <a:lnTo>
                  <a:pt x="32" y="225"/>
                </a:lnTo>
                <a:lnTo>
                  <a:pt x="33" y="225"/>
                </a:lnTo>
                <a:lnTo>
                  <a:pt x="33" y="224"/>
                </a:lnTo>
                <a:lnTo>
                  <a:pt x="33" y="221"/>
                </a:lnTo>
                <a:lnTo>
                  <a:pt x="33" y="220"/>
                </a:lnTo>
                <a:lnTo>
                  <a:pt x="33" y="219"/>
                </a:lnTo>
                <a:lnTo>
                  <a:pt x="34" y="219"/>
                </a:lnTo>
                <a:lnTo>
                  <a:pt x="34" y="218"/>
                </a:lnTo>
                <a:lnTo>
                  <a:pt x="35" y="218"/>
                </a:lnTo>
                <a:lnTo>
                  <a:pt x="35" y="217"/>
                </a:lnTo>
                <a:lnTo>
                  <a:pt x="35" y="216"/>
                </a:lnTo>
                <a:lnTo>
                  <a:pt x="36" y="216"/>
                </a:lnTo>
                <a:lnTo>
                  <a:pt x="35" y="215"/>
                </a:lnTo>
                <a:lnTo>
                  <a:pt x="36" y="215"/>
                </a:lnTo>
                <a:lnTo>
                  <a:pt x="35" y="215"/>
                </a:lnTo>
                <a:lnTo>
                  <a:pt x="36" y="215"/>
                </a:lnTo>
                <a:lnTo>
                  <a:pt x="36" y="214"/>
                </a:lnTo>
                <a:lnTo>
                  <a:pt x="36" y="213"/>
                </a:lnTo>
                <a:lnTo>
                  <a:pt x="36" y="212"/>
                </a:lnTo>
                <a:lnTo>
                  <a:pt x="36" y="213"/>
                </a:lnTo>
                <a:lnTo>
                  <a:pt x="37" y="213"/>
                </a:lnTo>
                <a:lnTo>
                  <a:pt x="37" y="214"/>
                </a:lnTo>
                <a:lnTo>
                  <a:pt x="38" y="214"/>
                </a:lnTo>
                <a:lnTo>
                  <a:pt x="39" y="214"/>
                </a:lnTo>
                <a:lnTo>
                  <a:pt x="38" y="215"/>
                </a:lnTo>
                <a:lnTo>
                  <a:pt x="39" y="215"/>
                </a:lnTo>
                <a:lnTo>
                  <a:pt x="40" y="215"/>
                </a:lnTo>
                <a:lnTo>
                  <a:pt x="41" y="215"/>
                </a:lnTo>
                <a:lnTo>
                  <a:pt x="41" y="216"/>
                </a:lnTo>
                <a:lnTo>
                  <a:pt x="42" y="216"/>
                </a:lnTo>
                <a:lnTo>
                  <a:pt x="43" y="215"/>
                </a:lnTo>
                <a:lnTo>
                  <a:pt x="44" y="214"/>
                </a:lnTo>
                <a:lnTo>
                  <a:pt x="45" y="214"/>
                </a:lnTo>
                <a:lnTo>
                  <a:pt x="45" y="215"/>
                </a:lnTo>
                <a:lnTo>
                  <a:pt x="45" y="216"/>
                </a:lnTo>
                <a:lnTo>
                  <a:pt x="45" y="217"/>
                </a:lnTo>
                <a:lnTo>
                  <a:pt x="45" y="219"/>
                </a:lnTo>
                <a:lnTo>
                  <a:pt x="45" y="220"/>
                </a:lnTo>
                <a:lnTo>
                  <a:pt x="45" y="221"/>
                </a:lnTo>
                <a:lnTo>
                  <a:pt x="46" y="221"/>
                </a:lnTo>
                <a:lnTo>
                  <a:pt x="46" y="222"/>
                </a:lnTo>
                <a:lnTo>
                  <a:pt x="47" y="222"/>
                </a:lnTo>
                <a:lnTo>
                  <a:pt x="48" y="223"/>
                </a:lnTo>
                <a:lnTo>
                  <a:pt x="49" y="223"/>
                </a:lnTo>
                <a:lnTo>
                  <a:pt x="50" y="224"/>
                </a:lnTo>
                <a:lnTo>
                  <a:pt x="51" y="225"/>
                </a:lnTo>
                <a:lnTo>
                  <a:pt x="52" y="225"/>
                </a:lnTo>
                <a:lnTo>
                  <a:pt x="52" y="226"/>
                </a:lnTo>
                <a:lnTo>
                  <a:pt x="53" y="226"/>
                </a:lnTo>
                <a:lnTo>
                  <a:pt x="54" y="226"/>
                </a:lnTo>
                <a:lnTo>
                  <a:pt x="54" y="225"/>
                </a:lnTo>
                <a:lnTo>
                  <a:pt x="55" y="225"/>
                </a:lnTo>
                <a:lnTo>
                  <a:pt x="56" y="226"/>
                </a:lnTo>
                <a:lnTo>
                  <a:pt x="57" y="227"/>
                </a:lnTo>
                <a:lnTo>
                  <a:pt x="57" y="228"/>
                </a:lnTo>
                <a:lnTo>
                  <a:pt x="57" y="229"/>
                </a:lnTo>
                <a:lnTo>
                  <a:pt x="58" y="230"/>
                </a:lnTo>
                <a:lnTo>
                  <a:pt x="58" y="231"/>
                </a:lnTo>
                <a:lnTo>
                  <a:pt x="59" y="232"/>
                </a:lnTo>
                <a:lnTo>
                  <a:pt x="60" y="233"/>
                </a:lnTo>
                <a:lnTo>
                  <a:pt x="62" y="234"/>
                </a:lnTo>
                <a:lnTo>
                  <a:pt x="62" y="233"/>
                </a:lnTo>
                <a:lnTo>
                  <a:pt x="63" y="233"/>
                </a:lnTo>
                <a:lnTo>
                  <a:pt x="63" y="231"/>
                </a:lnTo>
                <a:lnTo>
                  <a:pt x="64" y="231"/>
                </a:lnTo>
                <a:lnTo>
                  <a:pt x="65" y="232"/>
                </a:lnTo>
                <a:lnTo>
                  <a:pt x="66" y="232"/>
                </a:lnTo>
                <a:lnTo>
                  <a:pt x="66" y="231"/>
                </a:lnTo>
                <a:lnTo>
                  <a:pt x="66" y="230"/>
                </a:lnTo>
                <a:lnTo>
                  <a:pt x="67" y="231"/>
                </a:lnTo>
                <a:lnTo>
                  <a:pt x="68" y="231"/>
                </a:lnTo>
                <a:lnTo>
                  <a:pt x="69" y="231"/>
                </a:lnTo>
                <a:lnTo>
                  <a:pt x="70" y="230"/>
                </a:lnTo>
                <a:lnTo>
                  <a:pt x="70" y="229"/>
                </a:lnTo>
                <a:lnTo>
                  <a:pt x="69" y="227"/>
                </a:lnTo>
                <a:lnTo>
                  <a:pt x="69" y="226"/>
                </a:lnTo>
                <a:lnTo>
                  <a:pt x="70" y="225"/>
                </a:lnTo>
                <a:lnTo>
                  <a:pt x="71" y="224"/>
                </a:lnTo>
                <a:lnTo>
                  <a:pt x="71" y="223"/>
                </a:lnTo>
                <a:lnTo>
                  <a:pt x="72" y="223"/>
                </a:lnTo>
                <a:lnTo>
                  <a:pt x="74" y="221"/>
                </a:lnTo>
                <a:lnTo>
                  <a:pt x="75" y="219"/>
                </a:lnTo>
                <a:lnTo>
                  <a:pt x="75" y="218"/>
                </a:lnTo>
                <a:lnTo>
                  <a:pt x="76" y="218"/>
                </a:lnTo>
                <a:lnTo>
                  <a:pt x="76" y="217"/>
                </a:lnTo>
                <a:lnTo>
                  <a:pt x="77" y="217"/>
                </a:lnTo>
                <a:lnTo>
                  <a:pt x="79" y="214"/>
                </a:lnTo>
                <a:lnTo>
                  <a:pt x="79" y="213"/>
                </a:lnTo>
                <a:lnTo>
                  <a:pt x="79" y="212"/>
                </a:lnTo>
                <a:lnTo>
                  <a:pt x="79" y="211"/>
                </a:lnTo>
                <a:lnTo>
                  <a:pt x="80" y="210"/>
                </a:lnTo>
                <a:lnTo>
                  <a:pt x="81" y="210"/>
                </a:lnTo>
                <a:lnTo>
                  <a:pt x="82" y="211"/>
                </a:lnTo>
                <a:lnTo>
                  <a:pt x="83" y="210"/>
                </a:lnTo>
                <a:lnTo>
                  <a:pt x="84" y="211"/>
                </a:lnTo>
                <a:lnTo>
                  <a:pt x="85" y="211"/>
                </a:lnTo>
                <a:lnTo>
                  <a:pt x="86" y="211"/>
                </a:lnTo>
                <a:lnTo>
                  <a:pt x="86" y="212"/>
                </a:lnTo>
                <a:lnTo>
                  <a:pt x="86" y="213"/>
                </a:lnTo>
                <a:lnTo>
                  <a:pt x="87" y="213"/>
                </a:lnTo>
                <a:lnTo>
                  <a:pt x="87" y="214"/>
                </a:lnTo>
                <a:lnTo>
                  <a:pt x="88" y="214"/>
                </a:lnTo>
                <a:lnTo>
                  <a:pt x="89" y="214"/>
                </a:lnTo>
                <a:lnTo>
                  <a:pt x="89" y="215"/>
                </a:lnTo>
                <a:lnTo>
                  <a:pt x="92" y="216"/>
                </a:lnTo>
                <a:lnTo>
                  <a:pt x="94" y="216"/>
                </a:lnTo>
                <a:lnTo>
                  <a:pt x="95" y="216"/>
                </a:lnTo>
                <a:lnTo>
                  <a:pt x="96" y="216"/>
                </a:lnTo>
                <a:lnTo>
                  <a:pt x="95" y="217"/>
                </a:lnTo>
                <a:lnTo>
                  <a:pt x="95" y="218"/>
                </a:lnTo>
                <a:lnTo>
                  <a:pt x="96" y="218"/>
                </a:lnTo>
                <a:lnTo>
                  <a:pt x="97" y="218"/>
                </a:lnTo>
                <a:lnTo>
                  <a:pt x="97" y="219"/>
                </a:lnTo>
                <a:lnTo>
                  <a:pt x="97" y="220"/>
                </a:lnTo>
                <a:lnTo>
                  <a:pt x="99" y="224"/>
                </a:lnTo>
                <a:lnTo>
                  <a:pt x="99" y="225"/>
                </a:lnTo>
                <a:lnTo>
                  <a:pt x="100" y="225"/>
                </a:lnTo>
                <a:lnTo>
                  <a:pt x="100" y="226"/>
                </a:lnTo>
                <a:lnTo>
                  <a:pt x="100" y="227"/>
                </a:lnTo>
                <a:lnTo>
                  <a:pt x="100" y="226"/>
                </a:lnTo>
                <a:lnTo>
                  <a:pt x="101" y="226"/>
                </a:lnTo>
                <a:lnTo>
                  <a:pt x="102" y="226"/>
                </a:lnTo>
                <a:lnTo>
                  <a:pt x="103" y="226"/>
                </a:lnTo>
                <a:lnTo>
                  <a:pt x="104" y="226"/>
                </a:lnTo>
                <a:lnTo>
                  <a:pt x="105" y="228"/>
                </a:lnTo>
                <a:lnTo>
                  <a:pt x="107" y="229"/>
                </a:lnTo>
                <a:lnTo>
                  <a:pt x="108" y="229"/>
                </a:lnTo>
                <a:lnTo>
                  <a:pt x="110" y="228"/>
                </a:lnTo>
                <a:lnTo>
                  <a:pt x="112" y="227"/>
                </a:lnTo>
                <a:lnTo>
                  <a:pt x="113" y="228"/>
                </a:lnTo>
                <a:lnTo>
                  <a:pt x="114" y="228"/>
                </a:lnTo>
                <a:lnTo>
                  <a:pt x="116" y="226"/>
                </a:lnTo>
                <a:lnTo>
                  <a:pt x="118" y="225"/>
                </a:lnTo>
                <a:lnTo>
                  <a:pt x="119" y="225"/>
                </a:lnTo>
                <a:lnTo>
                  <a:pt x="120" y="225"/>
                </a:lnTo>
                <a:lnTo>
                  <a:pt x="121" y="225"/>
                </a:lnTo>
                <a:lnTo>
                  <a:pt x="122" y="224"/>
                </a:lnTo>
                <a:lnTo>
                  <a:pt x="124" y="226"/>
                </a:lnTo>
                <a:lnTo>
                  <a:pt x="124" y="228"/>
                </a:lnTo>
                <a:lnTo>
                  <a:pt x="125" y="228"/>
                </a:lnTo>
                <a:lnTo>
                  <a:pt x="126" y="228"/>
                </a:lnTo>
                <a:lnTo>
                  <a:pt x="128" y="224"/>
                </a:lnTo>
                <a:lnTo>
                  <a:pt x="130" y="224"/>
                </a:lnTo>
                <a:lnTo>
                  <a:pt x="131" y="224"/>
                </a:lnTo>
                <a:lnTo>
                  <a:pt x="133" y="225"/>
                </a:lnTo>
                <a:lnTo>
                  <a:pt x="133" y="226"/>
                </a:lnTo>
                <a:lnTo>
                  <a:pt x="133" y="229"/>
                </a:lnTo>
                <a:lnTo>
                  <a:pt x="133" y="230"/>
                </a:lnTo>
                <a:lnTo>
                  <a:pt x="134" y="231"/>
                </a:lnTo>
                <a:lnTo>
                  <a:pt x="135" y="231"/>
                </a:lnTo>
                <a:lnTo>
                  <a:pt x="135" y="230"/>
                </a:lnTo>
                <a:lnTo>
                  <a:pt x="136" y="230"/>
                </a:lnTo>
                <a:lnTo>
                  <a:pt x="137" y="230"/>
                </a:lnTo>
                <a:lnTo>
                  <a:pt x="137" y="229"/>
                </a:lnTo>
                <a:lnTo>
                  <a:pt x="138" y="229"/>
                </a:lnTo>
                <a:lnTo>
                  <a:pt x="139" y="229"/>
                </a:lnTo>
                <a:lnTo>
                  <a:pt x="139" y="227"/>
                </a:lnTo>
                <a:lnTo>
                  <a:pt x="140" y="226"/>
                </a:lnTo>
                <a:lnTo>
                  <a:pt x="142" y="226"/>
                </a:lnTo>
                <a:lnTo>
                  <a:pt x="142" y="225"/>
                </a:lnTo>
                <a:lnTo>
                  <a:pt x="142" y="224"/>
                </a:lnTo>
                <a:lnTo>
                  <a:pt x="143" y="224"/>
                </a:lnTo>
                <a:lnTo>
                  <a:pt x="144" y="224"/>
                </a:lnTo>
                <a:lnTo>
                  <a:pt x="144" y="223"/>
                </a:lnTo>
                <a:lnTo>
                  <a:pt x="145" y="223"/>
                </a:lnTo>
                <a:lnTo>
                  <a:pt x="147" y="222"/>
                </a:lnTo>
                <a:lnTo>
                  <a:pt x="148" y="221"/>
                </a:lnTo>
                <a:lnTo>
                  <a:pt x="149" y="220"/>
                </a:lnTo>
                <a:lnTo>
                  <a:pt x="150" y="220"/>
                </a:lnTo>
                <a:lnTo>
                  <a:pt x="152" y="218"/>
                </a:lnTo>
                <a:lnTo>
                  <a:pt x="153" y="218"/>
                </a:lnTo>
                <a:lnTo>
                  <a:pt x="153" y="219"/>
                </a:lnTo>
                <a:lnTo>
                  <a:pt x="153" y="218"/>
                </a:lnTo>
                <a:lnTo>
                  <a:pt x="153" y="217"/>
                </a:lnTo>
                <a:lnTo>
                  <a:pt x="154" y="217"/>
                </a:lnTo>
                <a:lnTo>
                  <a:pt x="156" y="216"/>
                </a:lnTo>
                <a:lnTo>
                  <a:pt x="157" y="216"/>
                </a:lnTo>
                <a:lnTo>
                  <a:pt x="158" y="216"/>
                </a:lnTo>
                <a:lnTo>
                  <a:pt x="159" y="217"/>
                </a:lnTo>
                <a:lnTo>
                  <a:pt x="160" y="216"/>
                </a:lnTo>
                <a:lnTo>
                  <a:pt x="161" y="216"/>
                </a:lnTo>
                <a:lnTo>
                  <a:pt x="163" y="216"/>
                </a:lnTo>
                <a:lnTo>
                  <a:pt x="164" y="217"/>
                </a:lnTo>
                <a:lnTo>
                  <a:pt x="165" y="217"/>
                </a:lnTo>
                <a:lnTo>
                  <a:pt x="166" y="217"/>
                </a:lnTo>
                <a:lnTo>
                  <a:pt x="166" y="218"/>
                </a:lnTo>
                <a:lnTo>
                  <a:pt x="167" y="218"/>
                </a:lnTo>
                <a:lnTo>
                  <a:pt x="168" y="219"/>
                </a:lnTo>
                <a:lnTo>
                  <a:pt x="168" y="220"/>
                </a:lnTo>
                <a:lnTo>
                  <a:pt x="167" y="221"/>
                </a:lnTo>
                <a:lnTo>
                  <a:pt x="168" y="222"/>
                </a:lnTo>
                <a:lnTo>
                  <a:pt x="168" y="221"/>
                </a:lnTo>
                <a:lnTo>
                  <a:pt x="169" y="221"/>
                </a:lnTo>
                <a:lnTo>
                  <a:pt x="169" y="220"/>
                </a:lnTo>
                <a:lnTo>
                  <a:pt x="169" y="219"/>
                </a:lnTo>
                <a:lnTo>
                  <a:pt x="170" y="219"/>
                </a:lnTo>
                <a:lnTo>
                  <a:pt x="171" y="218"/>
                </a:lnTo>
                <a:lnTo>
                  <a:pt x="171" y="217"/>
                </a:lnTo>
                <a:lnTo>
                  <a:pt x="172" y="216"/>
                </a:lnTo>
                <a:lnTo>
                  <a:pt x="172" y="215"/>
                </a:lnTo>
                <a:lnTo>
                  <a:pt x="173" y="215"/>
                </a:lnTo>
                <a:lnTo>
                  <a:pt x="173" y="214"/>
                </a:lnTo>
                <a:lnTo>
                  <a:pt x="173" y="213"/>
                </a:lnTo>
                <a:lnTo>
                  <a:pt x="172" y="213"/>
                </a:lnTo>
                <a:lnTo>
                  <a:pt x="172" y="212"/>
                </a:lnTo>
                <a:lnTo>
                  <a:pt x="173" y="212"/>
                </a:lnTo>
                <a:lnTo>
                  <a:pt x="173" y="211"/>
                </a:lnTo>
                <a:lnTo>
                  <a:pt x="173" y="210"/>
                </a:lnTo>
                <a:lnTo>
                  <a:pt x="174" y="210"/>
                </a:lnTo>
                <a:lnTo>
                  <a:pt x="173" y="209"/>
                </a:lnTo>
                <a:lnTo>
                  <a:pt x="173" y="208"/>
                </a:lnTo>
                <a:lnTo>
                  <a:pt x="173" y="207"/>
                </a:lnTo>
                <a:lnTo>
                  <a:pt x="174" y="207"/>
                </a:lnTo>
                <a:lnTo>
                  <a:pt x="175" y="205"/>
                </a:lnTo>
                <a:lnTo>
                  <a:pt x="176" y="204"/>
                </a:lnTo>
                <a:lnTo>
                  <a:pt x="176" y="203"/>
                </a:lnTo>
                <a:lnTo>
                  <a:pt x="175" y="203"/>
                </a:lnTo>
                <a:lnTo>
                  <a:pt x="175" y="202"/>
                </a:lnTo>
                <a:lnTo>
                  <a:pt x="175" y="201"/>
                </a:lnTo>
                <a:lnTo>
                  <a:pt x="174" y="201"/>
                </a:lnTo>
                <a:lnTo>
                  <a:pt x="173" y="201"/>
                </a:lnTo>
                <a:lnTo>
                  <a:pt x="173" y="200"/>
                </a:lnTo>
                <a:lnTo>
                  <a:pt x="174" y="200"/>
                </a:lnTo>
                <a:lnTo>
                  <a:pt x="174" y="199"/>
                </a:lnTo>
                <a:lnTo>
                  <a:pt x="174" y="198"/>
                </a:lnTo>
                <a:lnTo>
                  <a:pt x="174" y="197"/>
                </a:lnTo>
                <a:lnTo>
                  <a:pt x="176" y="196"/>
                </a:lnTo>
                <a:lnTo>
                  <a:pt x="177" y="195"/>
                </a:lnTo>
                <a:lnTo>
                  <a:pt x="179" y="194"/>
                </a:lnTo>
                <a:lnTo>
                  <a:pt x="179" y="193"/>
                </a:lnTo>
                <a:lnTo>
                  <a:pt x="180" y="193"/>
                </a:lnTo>
                <a:lnTo>
                  <a:pt x="180" y="192"/>
                </a:lnTo>
                <a:lnTo>
                  <a:pt x="180" y="191"/>
                </a:lnTo>
                <a:lnTo>
                  <a:pt x="180" y="190"/>
                </a:lnTo>
                <a:lnTo>
                  <a:pt x="179" y="190"/>
                </a:lnTo>
                <a:lnTo>
                  <a:pt x="180" y="190"/>
                </a:lnTo>
                <a:lnTo>
                  <a:pt x="180" y="189"/>
                </a:lnTo>
                <a:lnTo>
                  <a:pt x="181" y="189"/>
                </a:lnTo>
                <a:lnTo>
                  <a:pt x="181" y="188"/>
                </a:lnTo>
                <a:lnTo>
                  <a:pt x="181" y="186"/>
                </a:lnTo>
                <a:lnTo>
                  <a:pt x="180" y="185"/>
                </a:lnTo>
                <a:lnTo>
                  <a:pt x="180" y="184"/>
                </a:lnTo>
                <a:lnTo>
                  <a:pt x="180" y="182"/>
                </a:lnTo>
                <a:lnTo>
                  <a:pt x="181" y="182"/>
                </a:lnTo>
                <a:lnTo>
                  <a:pt x="181" y="181"/>
                </a:lnTo>
                <a:lnTo>
                  <a:pt x="182" y="180"/>
                </a:lnTo>
                <a:lnTo>
                  <a:pt x="182" y="179"/>
                </a:lnTo>
                <a:lnTo>
                  <a:pt x="183" y="179"/>
                </a:lnTo>
                <a:lnTo>
                  <a:pt x="184" y="178"/>
                </a:lnTo>
                <a:lnTo>
                  <a:pt x="185" y="178"/>
                </a:lnTo>
                <a:lnTo>
                  <a:pt x="185" y="177"/>
                </a:lnTo>
                <a:lnTo>
                  <a:pt x="186" y="176"/>
                </a:lnTo>
                <a:lnTo>
                  <a:pt x="187" y="176"/>
                </a:lnTo>
                <a:lnTo>
                  <a:pt x="188" y="175"/>
                </a:lnTo>
                <a:lnTo>
                  <a:pt x="189" y="175"/>
                </a:lnTo>
                <a:lnTo>
                  <a:pt x="189" y="176"/>
                </a:lnTo>
                <a:lnTo>
                  <a:pt x="190" y="176"/>
                </a:lnTo>
                <a:lnTo>
                  <a:pt x="190" y="175"/>
                </a:lnTo>
                <a:lnTo>
                  <a:pt x="190" y="174"/>
                </a:lnTo>
                <a:lnTo>
                  <a:pt x="191" y="174"/>
                </a:lnTo>
                <a:lnTo>
                  <a:pt x="193" y="174"/>
                </a:lnTo>
                <a:lnTo>
                  <a:pt x="194" y="174"/>
                </a:lnTo>
                <a:lnTo>
                  <a:pt x="194" y="173"/>
                </a:lnTo>
                <a:lnTo>
                  <a:pt x="196" y="173"/>
                </a:lnTo>
                <a:lnTo>
                  <a:pt x="196" y="174"/>
                </a:lnTo>
                <a:lnTo>
                  <a:pt x="197" y="174"/>
                </a:lnTo>
                <a:lnTo>
                  <a:pt x="197" y="173"/>
                </a:lnTo>
                <a:lnTo>
                  <a:pt x="198" y="173"/>
                </a:lnTo>
                <a:lnTo>
                  <a:pt x="200" y="173"/>
                </a:lnTo>
                <a:lnTo>
                  <a:pt x="200" y="174"/>
                </a:lnTo>
                <a:lnTo>
                  <a:pt x="201" y="174"/>
                </a:lnTo>
                <a:lnTo>
                  <a:pt x="202" y="174"/>
                </a:lnTo>
                <a:lnTo>
                  <a:pt x="203" y="174"/>
                </a:lnTo>
                <a:lnTo>
                  <a:pt x="203" y="175"/>
                </a:lnTo>
                <a:lnTo>
                  <a:pt x="204" y="175"/>
                </a:lnTo>
                <a:lnTo>
                  <a:pt x="205" y="176"/>
                </a:lnTo>
                <a:lnTo>
                  <a:pt x="205" y="177"/>
                </a:lnTo>
                <a:lnTo>
                  <a:pt x="206" y="177"/>
                </a:lnTo>
                <a:lnTo>
                  <a:pt x="206" y="178"/>
                </a:lnTo>
                <a:lnTo>
                  <a:pt x="206" y="179"/>
                </a:lnTo>
                <a:lnTo>
                  <a:pt x="207" y="179"/>
                </a:lnTo>
                <a:lnTo>
                  <a:pt x="207" y="180"/>
                </a:lnTo>
                <a:lnTo>
                  <a:pt x="209" y="179"/>
                </a:lnTo>
                <a:lnTo>
                  <a:pt x="210" y="180"/>
                </a:lnTo>
                <a:lnTo>
                  <a:pt x="211" y="180"/>
                </a:lnTo>
                <a:lnTo>
                  <a:pt x="212" y="180"/>
                </a:lnTo>
                <a:lnTo>
                  <a:pt x="212" y="181"/>
                </a:lnTo>
                <a:lnTo>
                  <a:pt x="212" y="182"/>
                </a:lnTo>
                <a:lnTo>
                  <a:pt x="212" y="183"/>
                </a:lnTo>
                <a:lnTo>
                  <a:pt x="213" y="183"/>
                </a:lnTo>
                <a:lnTo>
                  <a:pt x="213" y="184"/>
                </a:lnTo>
                <a:lnTo>
                  <a:pt x="214" y="184"/>
                </a:lnTo>
                <a:lnTo>
                  <a:pt x="214" y="185"/>
                </a:lnTo>
                <a:lnTo>
                  <a:pt x="214" y="186"/>
                </a:lnTo>
                <a:lnTo>
                  <a:pt x="214" y="187"/>
                </a:lnTo>
                <a:lnTo>
                  <a:pt x="215" y="187"/>
                </a:lnTo>
                <a:lnTo>
                  <a:pt x="216" y="187"/>
                </a:lnTo>
                <a:lnTo>
                  <a:pt x="216" y="186"/>
                </a:lnTo>
                <a:lnTo>
                  <a:pt x="217" y="186"/>
                </a:lnTo>
                <a:lnTo>
                  <a:pt x="217" y="185"/>
                </a:lnTo>
                <a:lnTo>
                  <a:pt x="218" y="184"/>
                </a:lnTo>
                <a:lnTo>
                  <a:pt x="219" y="184"/>
                </a:lnTo>
                <a:lnTo>
                  <a:pt x="220" y="184"/>
                </a:lnTo>
                <a:lnTo>
                  <a:pt x="220" y="185"/>
                </a:lnTo>
                <a:lnTo>
                  <a:pt x="222" y="185"/>
                </a:lnTo>
                <a:lnTo>
                  <a:pt x="224" y="184"/>
                </a:lnTo>
                <a:lnTo>
                  <a:pt x="224" y="183"/>
                </a:lnTo>
                <a:lnTo>
                  <a:pt x="224" y="182"/>
                </a:lnTo>
                <a:lnTo>
                  <a:pt x="224" y="181"/>
                </a:lnTo>
                <a:lnTo>
                  <a:pt x="225" y="181"/>
                </a:lnTo>
                <a:lnTo>
                  <a:pt x="226" y="181"/>
                </a:lnTo>
                <a:lnTo>
                  <a:pt x="227" y="181"/>
                </a:lnTo>
                <a:lnTo>
                  <a:pt x="228" y="180"/>
                </a:lnTo>
                <a:lnTo>
                  <a:pt x="229" y="180"/>
                </a:lnTo>
                <a:lnTo>
                  <a:pt x="230" y="180"/>
                </a:lnTo>
                <a:lnTo>
                  <a:pt x="231" y="180"/>
                </a:lnTo>
                <a:lnTo>
                  <a:pt x="232" y="180"/>
                </a:lnTo>
                <a:lnTo>
                  <a:pt x="233" y="180"/>
                </a:lnTo>
                <a:lnTo>
                  <a:pt x="234" y="181"/>
                </a:lnTo>
                <a:lnTo>
                  <a:pt x="236" y="181"/>
                </a:lnTo>
                <a:lnTo>
                  <a:pt x="237" y="181"/>
                </a:lnTo>
                <a:lnTo>
                  <a:pt x="238" y="181"/>
                </a:lnTo>
                <a:lnTo>
                  <a:pt x="239" y="180"/>
                </a:lnTo>
                <a:lnTo>
                  <a:pt x="240" y="179"/>
                </a:lnTo>
                <a:lnTo>
                  <a:pt x="240" y="178"/>
                </a:lnTo>
                <a:lnTo>
                  <a:pt x="241" y="177"/>
                </a:lnTo>
                <a:lnTo>
                  <a:pt x="241" y="178"/>
                </a:lnTo>
                <a:lnTo>
                  <a:pt x="242" y="178"/>
                </a:lnTo>
                <a:lnTo>
                  <a:pt x="244" y="177"/>
                </a:lnTo>
                <a:lnTo>
                  <a:pt x="245" y="177"/>
                </a:lnTo>
                <a:lnTo>
                  <a:pt x="245" y="176"/>
                </a:lnTo>
                <a:lnTo>
                  <a:pt x="246" y="177"/>
                </a:lnTo>
                <a:lnTo>
                  <a:pt x="246" y="178"/>
                </a:lnTo>
                <a:lnTo>
                  <a:pt x="246" y="179"/>
                </a:lnTo>
                <a:lnTo>
                  <a:pt x="246" y="178"/>
                </a:lnTo>
                <a:lnTo>
                  <a:pt x="247" y="178"/>
                </a:lnTo>
                <a:lnTo>
                  <a:pt x="248" y="178"/>
                </a:lnTo>
                <a:lnTo>
                  <a:pt x="250" y="177"/>
                </a:lnTo>
                <a:lnTo>
                  <a:pt x="251" y="177"/>
                </a:lnTo>
                <a:lnTo>
                  <a:pt x="252" y="176"/>
                </a:lnTo>
                <a:lnTo>
                  <a:pt x="253" y="176"/>
                </a:lnTo>
                <a:lnTo>
                  <a:pt x="254" y="176"/>
                </a:lnTo>
                <a:lnTo>
                  <a:pt x="255" y="176"/>
                </a:lnTo>
                <a:lnTo>
                  <a:pt x="255" y="177"/>
                </a:lnTo>
                <a:lnTo>
                  <a:pt x="256" y="176"/>
                </a:lnTo>
                <a:lnTo>
                  <a:pt x="257" y="176"/>
                </a:lnTo>
                <a:lnTo>
                  <a:pt x="258" y="175"/>
                </a:lnTo>
                <a:lnTo>
                  <a:pt x="259" y="175"/>
                </a:lnTo>
                <a:lnTo>
                  <a:pt x="260" y="174"/>
                </a:lnTo>
                <a:lnTo>
                  <a:pt x="260" y="173"/>
                </a:lnTo>
                <a:lnTo>
                  <a:pt x="261" y="173"/>
                </a:lnTo>
                <a:lnTo>
                  <a:pt x="262" y="173"/>
                </a:lnTo>
                <a:lnTo>
                  <a:pt x="263" y="173"/>
                </a:lnTo>
                <a:lnTo>
                  <a:pt x="264" y="173"/>
                </a:lnTo>
                <a:lnTo>
                  <a:pt x="265" y="173"/>
                </a:lnTo>
                <a:lnTo>
                  <a:pt x="266" y="173"/>
                </a:lnTo>
                <a:lnTo>
                  <a:pt x="267" y="173"/>
                </a:lnTo>
                <a:lnTo>
                  <a:pt x="269" y="173"/>
                </a:lnTo>
                <a:lnTo>
                  <a:pt x="270" y="174"/>
                </a:lnTo>
                <a:lnTo>
                  <a:pt x="271" y="175"/>
                </a:lnTo>
                <a:lnTo>
                  <a:pt x="272" y="175"/>
                </a:lnTo>
                <a:lnTo>
                  <a:pt x="272" y="174"/>
                </a:lnTo>
                <a:lnTo>
                  <a:pt x="272" y="175"/>
                </a:lnTo>
                <a:lnTo>
                  <a:pt x="273" y="175"/>
                </a:lnTo>
                <a:lnTo>
                  <a:pt x="274" y="175"/>
                </a:lnTo>
                <a:lnTo>
                  <a:pt x="274" y="176"/>
                </a:lnTo>
                <a:lnTo>
                  <a:pt x="275" y="175"/>
                </a:lnTo>
                <a:lnTo>
                  <a:pt x="276" y="174"/>
                </a:lnTo>
                <a:lnTo>
                  <a:pt x="277" y="175"/>
                </a:lnTo>
                <a:lnTo>
                  <a:pt x="277" y="174"/>
                </a:lnTo>
                <a:lnTo>
                  <a:pt x="278" y="174"/>
                </a:lnTo>
                <a:lnTo>
                  <a:pt x="279" y="174"/>
                </a:lnTo>
                <a:lnTo>
                  <a:pt x="280" y="174"/>
                </a:lnTo>
                <a:lnTo>
                  <a:pt x="280" y="173"/>
                </a:lnTo>
                <a:lnTo>
                  <a:pt x="281" y="172"/>
                </a:lnTo>
                <a:lnTo>
                  <a:pt x="282" y="172"/>
                </a:lnTo>
                <a:lnTo>
                  <a:pt x="284" y="171"/>
                </a:lnTo>
                <a:lnTo>
                  <a:pt x="285" y="170"/>
                </a:lnTo>
                <a:lnTo>
                  <a:pt x="286" y="169"/>
                </a:lnTo>
                <a:lnTo>
                  <a:pt x="287" y="169"/>
                </a:lnTo>
                <a:lnTo>
                  <a:pt x="288" y="169"/>
                </a:lnTo>
                <a:lnTo>
                  <a:pt x="289" y="168"/>
                </a:lnTo>
                <a:lnTo>
                  <a:pt x="290" y="168"/>
                </a:lnTo>
                <a:lnTo>
                  <a:pt x="290" y="167"/>
                </a:lnTo>
                <a:lnTo>
                  <a:pt x="289" y="167"/>
                </a:lnTo>
                <a:lnTo>
                  <a:pt x="288" y="167"/>
                </a:lnTo>
                <a:lnTo>
                  <a:pt x="287" y="167"/>
                </a:lnTo>
                <a:lnTo>
                  <a:pt x="287" y="166"/>
                </a:lnTo>
                <a:lnTo>
                  <a:pt x="287" y="165"/>
                </a:lnTo>
                <a:lnTo>
                  <a:pt x="288" y="165"/>
                </a:lnTo>
                <a:lnTo>
                  <a:pt x="288" y="164"/>
                </a:lnTo>
                <a:lnTo>
                  <a:pt x="289" y="163"/>
                </a:lnTo>
                <a:lnTo>
                  <a:pt x="289" y="162"/>
                </a:lnTo>
                <a:lnTo>
                  <a:pt x="289" y="161"/>
                </a:lnTo>
                <a:lnTo>
                  <a:pt x="288" y="161"/>
                </a:lnTo>
                <a:lnTo>
                  <a:pt x="288" y="160"/>
                </a:lnTo>
                <a:lnTo>
                  <a:pt x="288" y="159"/>
                </a:lnTo>
                <a:lnTo>
                  <a:pt x="288" y="158"/>
                </a:lnTo>
                <a:lnTo>
                  <a:pt x="287" y="159"/>
                </a:lnTo>
                <a:lnTo>
                  <a:pt x="287" y="158"/>
                </a:lnTo>
                <a:lnTo>
                  <a:pt x="286" y="158"/>
                </a:lnTo>
                <a:lnTo>
                  <a:pt x="285" y="158"/>
                </a:lnTo>
                <a:lnTo>
                  <a:pt x="285" y="157"/>
                </a:lnTo>
                <a:lnTo>
                  <a:pt x="286" y="157"/>
                </a:lnTo>
                <a:lnTo>
                  <a:pt x="286" y="156"/>
                </a:lnTo>
                <a:lnTo>
                  <a:pt x="286" y="155"/>
                </a:lnTo>
                <a:lnTo>
                  <a:pt x="286" y="154"/>
                </a:lnTo>
                <a:lnTo>
                  <a:pt x="287" y="154"/>
                </a:lnTo>
                <a:lnTo>
                  <a:pt x="287" y="153"/>
                </a:lnTo>
                <a:lnTo>
                  <a:pt x="287" y="152"/>
                </a:lnTo>
                <a:lnTo>
                  <a:pt x="288" y="152"/>
                </a:lnTo>
                <a:lnTo>
                  <a:pt x="288" y="151"/>
                </a:lnTo>
                <a:lnTo>
                  <a:pt x="287" y="151"/>
                </a:lnTo>
                <a:lnTo>
                  <a:pt x="287" y="150"/>
                </a:lnTo>
                <a:lnTo>
                  <a:pt x="287" y="149"/>
                </a:lnTo>
                <a:lnTo>
                  <a:pt x="286" y="149"/>
                </a:lnTo>
                <a:lnTo>
                  <a:pt x="286" y="148"/>
                </a:lnTo>
                <a:lnTo>
                  <a:pt x="285" y="147"/>
                </a:lnTo>
                <a:lnTo>
                  <a:pt x="285" y="146"/>
                </a:lnTo>
                <a:lnTo>
                  <a:pt x="284" y="146"/>
                </a:lnTo>
                <a:lnTo>
                  <a:pt x="283" y="146"/>
                </a:lnTo>
                <a:lnTo>
                  <a:pt x="283" y="145"/>
                </a:lnTo>
                <a:lnTo>
                  <a:pt x="283" y="146"/>
                </a:lnTo>
                <a:lnTo>
                  <a:pt x="282" y="146"/>
                </a:lnTo>
                <a:lnTo>
                  <a:pt x="281" y="146"/>
                </a:lnTo>
                <a:lnTo>
                  <a:pt x="281" y="145"/>
                </a:lnTo>
                <a:lnTo>
                  <a:pt x="280" y="146"/>
                </a:lnTo>
                <a:lnTo>
                  <a:pt x="280" y="145"/>
                </a:lnTo>
                <a:lnTo>
                  <a:pt x="279" y="145"/>
                </a:lnTo>
                <a:lnTo>
                  <a:pt x="279" y="144"/>
                </a:lnTo>
                <a:lnTo>
                  <a:pt x="279" y="143"/>
                </a:lnTo>
                <a:lnTo>
                  <a:pt x="279" y="142"/>
                </a:lnTo>
                <a:lnTo>
                  <a:pt x="280" y="142"/>
                </a:lnTo>
                <a:lnTo>
                  <a:pt x="280" y="141"/>
                </a:lnTo>
                <a:lnTo>
                  <a:pt x="281" y="141"/>
                </a:lnTo>
                <a:lnTo>
                  <a:pt x="281" y="140"/>
                </a:lnTo>
                <a:lnTo>
                  <a:pt x="281" y="139"/>
                </a:lnTo>
                <a:lnTo>
                  <a:pt x="282" y="139"/>
                </a:lnTo>
                <a:lnTo>
                  <a:pt x="282" y="138"/>
                </a:lnTo>
                <a:lnTo>
                  <a:pt x="281" y="138"/>
                </a:lnTo>
                <a:lnTo>
                  <a:pt x="281" y="137"/>
                </a:lnTo>
                <a:lnTo>
                  <a:pt x="280" y="136"/>
                </a:lnTo>
                <a:lnTo>
                  <a:pt x="280" y="135"/>
                </a:lnTo>
                <a:lnTo>
                  <a:pt x="279" y="135"/>
                </a:lnTo>
                <a:lnTo>
                  <a:pt x="278" y="134"/>
                </a:lnTo>
                <a:lnTo>
                  <a:pt x="277" y="134"/>
                </a:lnTo>
                <a:lnTo>
                  <a:pt x="277" y="133"/>
                </a:lnTo>
                <a:lnTo>
                  <a:pt x="277" y="132"/>
                </a:lnTo>
                <a:lnTo>
                  <a:pt x="276" y="132"/>
                </a:lnTo>
                <a:lnTo>
                  <a:pt x="275" y="131"/>
                </a:lnTo>
                <a:lnTo>
                  <a:pt x="275" y="130"/>
                </a:lnTo>
                <a:lnTo>
                  <a:pt x="274" y="130"/>
                </a:lnTo>
                <a:lnTo>
                  <a:pt x="273" y="130"/>
                </a:lnTo>
                <a:lnTo>
                  <a:pt x="273" y="129"/>
                </a:lnTo>
                <a:lnTo>
                  <a:pt x="272" y="129"/>
                </a:lnTo>
                <a:lnTo>
                  <a:pt x="272" y="128"/>
                </a:lnTo>
                <a:lnTo>
                  <a:pt x="271" y="128"/>
                </a:lnTo>
                <a:lnTo>
                  <a:pt x="270" y="128"/>
                </a:lnTo>
                <a:lnTo>
                  <a:pt x="269" y="127"/>
                </a:lnTo>
                <a:lnTo>
                  <a:pt x="268" y="127"/>
                </a:lnTo>
                <a:lnTo>
                  <a:pt x="267" y="127"/>
                </a:lnTo>
                <a:lnTo>
                  <a:pt x="267" y="126"/>
                </a:lnTo>
                <a:lnTo>
                  <a:pt x="266" y="126"/>
                </a:lnTo>
                <a:lnTo>
                  <a:pt x="265" y="127"/>
                </a:lnTo>
                <a:lnTo>
                  <a:pt x="264" y="127"/>
                </a:lnTo>
                <a:lnTo>
                  <a:pt x="263" y="127"/>
                </a:lnTo>
                <a:lnTo>
                  <a:pt x="261" y="128"/>
                </a:lnTo>
                <a:lnTo>
                  <a:pt x="261" y="129"/>
                </a:lnTo>
                <a:lnTo>
                  <a:pt x="260" y="129"/>
                </a:lnTo>
                <a:lnTo>
                  <a:pt x="258" y="130"/>
                </a:lnTo>
                <a:lnTo>
                  <a:pt x="257" y="130"/>
                </a:lnTo>
                <a:lnTo>
                  <a:pt x="256" y="130"/>
                </a:lnTo>
                <a:lnTo>
                  <a:pt x="256" y="131"/>
                </a:lnTo>
                <a:lnTo>
                  <a:pt x="257" y="131"/>
                </a:lnTo>
                <a:lnTo>
                  <a:pt x="257" y="132"/>
                </a:lnTo>
                <a:lnTo>
                  <a:pt x="257" y="133"/>
                </a:lnTo>
                <a:lnTo>
                  <a:pt x="256" y="133"/>
                </a:lnTo>
                <a:lnTo>
                  <a:pt x="256" y="132"/>
                </a:lnTo>
                <a:lnTo>
                  <a:pt x="255" y="132"/>
                </a:lnTo>
                <a:lnTo>
                  <a:pt x="254" y="132"/>
                </a:lnTo>
                <a:lnTo>
                  <a:pt x="253" y="132"/>
                </a:lnTo>
                <a:lnTo>
                  <a:pt x="252" y="132"/>
                </a:lnTo>
                <a:lnTo>
                  <a:pt x="252" y="133"/>
                </a:lnTo>
                <a:lnTo>
                  <a:pt x="251" y="133"/>
                </a:lnTo>
                <a:lnTo>
                  <a:pt x="251" y="132"/>
                </a:lnTo>
                <a:lnTo>
                  <a:pt x="251" y="131"/>
                </a:lnTo>
                <a:lnTo>
                  <a:pt x="250" y="131"/>
                </a:lnTo>
                <a:lnTo>
                  <a:pt x="250" y="130"/>
                </a:lnTo>
                <a:lnTo>
                  <a:pt x="249" y="130"/>
                </a:lnTo>
                <a:lnTo>
                  <a:pt x="249" y="129"/>
                </a:lnTo>
                <a:lnTo>
                  <a:pt x="247" y="129"/>
                </a:lnTo>
                <a:lnTo>
                  <a:pt x="247" y="130"/>
                </a:lnTo>
                <a:lnTo>
                  <a:pt x="246" y="130"/>
                </a:lnTo>
                <a:lnTo>
                  <a:pt x="245" y="130"/>
                </a:lnTo>
                <a:lnTo>
                  <a:pt x="244" y="131"/>
                </a:lnTo>
                <a:lnTo>
                  <a:pt x="243" y="131"/>
                </a:lnTo>
                <a:lnTo>
                  <a:pt x="243" y="132"/>
                </a:lnTo>
                <a:lnTo>
                  <a:pt x="242" y="132"/>
                </a:lnTo>
                <a:lnTo>
                  <a:pt x="241" y="132"/>
                </a:lnTo>
                <a:lnTo>
                  <a:pt x="241" y="131"/>
                </a:lnTo>
                <a:lnTo>
                  <a:pt x="240" y="131"/>
                </a:lnTo>
                <a:lnTo>
                  <a:pt x="241" y="131"/>
                </a:lnTo>
                <a:lnTo>
                  <a:pt x="241" y="130"/>
                </a:lnTo>
                <a:lnTo>
                  <a:pt x="241" y="129"/>
                </a:lnTo>
                <a:lnTo>
                  <a:pt x="240" y="129"/>
                </a:lnTo>
                <a:lnTo>
                  <a:pt x="239" y="128"/>
                </a:lnTo>
                <a:lnTo>
                  <a:pt x="239" y="127"/>
                </a:lnTo>
                <a:lnTo>
                  <a:pt x="239" y="126"/>
                </a:lnTo>
                <a:lnTo>
                  <a:pt x="239" y="125"/>
                </a:lnTo>
                <a:lnTo>
                  <a:pt x="240" y="123"/>
                </a:lnTo>
                <a:lnTo>
                  <a:pt x="240" y="122"/>
                </a:lnTo>
                <a:lnTo>
                  <a:pt x="241" y="122"/>
                </a:lnTo>
                <a:lnTo>
                  <a:pt x="241" y="121"/>
                </a:lnTo>
                <a:lnTo>
                  <a:pt x="241" y="120"/>
                </a:lnTo>
                <a:lnTo>
                  <a:pt x="242" y="119"/>
                </a:lnTo>
                <a:lnTo>
                  <a:pt x="242" y="118"/>
                </a:lnTo>
                <a:lnTo>
                  <a:pt x="241" y="117"/>
                </a:lnTo>
                <a:lnTo>
                  <a:pt x="240" y="117"/>
                </a:lnTo>
                <a:lnTo>
                  <a:pt x="240" y="116"/>
                </a:lnTo>
                <a:lnTo>
                  <a:pt x="239" y="116"/>
                </a:lnTo>
                <a:lnTo>
                  <a:pt x="238" y="116"/>
                </a:lnTo>
                <a:lnTo>
                  <a:pt x="237" y="115"/>
                </a:lnTo>
                <a:lnTo>
                  <a:pt x="236" y="113"/>
                </a:lnTo>
                <a:lnTo>
                  <a:pt x="236" y="112"/>
                </a:lnTo>
                <a:lnTo>
                  <a:pt x="235" y="111"/>
                </a:lnTo>
                <a:lnTo>
                  <a:pt x="235" y="110"/>
                </a:lnTo>
                <a:lnTo>
                  <a:pt x="234" y="109"/>
                </a:lnTo>
                <a:lnTo>
                  <a:pt x="234" y="110"/>
                </a:lnTo>
                <a:lnTo>
                  <a:pt x="233" y="110"/>
                </a:lnTo>
                <a:lnTo>
                  <a:pt x="233" y="109"/>
                </a:lnTo>
                <a:lnTo>
                  <a:pt x="232" y="109"/>
                </a:lnTo>
                <a:lnTo>
                  <a:pt x="232" y="108"/>
                </a:lnTo>
                <a:lnTo>
                  <a:pt x="232" y="107"/>
                </a:lnTo>
                <a:lnTo>
                  <a:pt x="231" y="106"/>
                </a:lnTo>
                <a:lnTo>
                  <a:pt x="230" y="106"/>
                </a:lnTo>
                <a:lnTo>
                  <a:pt x="229" y="107"/>
                </a:lnTo>
                <a:lnTo>
                  <a:pt x="229" y="108"/>
                </a:lnTo>
                <a:lnTo>
                  <a:pt x="230" y="109"/>
                </a:lnTo>
                <a:lnTo>
                  <a:pt x="228" y="109"/>
                </a:lnTo>
                <a:lnTo>
                  <a:pt x="227" y="109"/>
                </a:lnTo>
                <a:lnTo>
                  <a:pt x="226" y="110"/>
                </a:lnTo>
                <a:lnTo>
                  <a:pt x="226" y="111"/>
                </a:lnTo>
                <a:lnTo>
                  <a:pt x="226" y="112"/>
                </a:lnTo>
                <a:lnTo>
                  <a:pt x="226" y="113"/>
                </a:lnTo>
                <a:lnTo>
                  <a:pt x="226" y="114"/>
                </a:lnTo>
                <a:lnTo>
                  <a:pt x="225" y="114"/>
                </a:lnTo>
                <a:lnTo>
                  <a:pt x="224" y="113"/>
                </a:lnTo>
                <a:lnTo>
                  <a:pt x="222" y="113"/>
                </a:lnTo>
                <a:lnTo>
                  <a:pt x="221" y="112"/>
                </a:lnTo>
                <a:lnTo>
                  <a:pt x="220" y="111"/>
                </a:lnTo>
                <a:lnTo>
                  <a:pt x="220" y="110"/>
                </a:lnTo>
                <a:lnTo>
                  <a:pt x="219" y="110"/>
                </a:lnTo>
                <a:lnTo>
                  <a:pt x="219" y="109"/>
                </a:lnTo>
                <a:lnTo>
                  <a:pt x="218" y="109"/>
                </a:lnTo>
                <a:lnTo>
                  <a:pt x="217" y="109"/>
                </a:lnTo>
                <a:lnTo>
                  <a:pt x="217" y="108"/>
                </a:lnTo>
                <a:lnTo>
                  <a:pt x="216" y="109"/>
                </a:lnTo>
                <a:lnTo>
                  <a:pt x="216" y="110"/>
                </a:lnTo>
                <a:lnTo>
                  <a:pt x="216" y="109"/>
                </a:lnTo>
                <a:lnTo>
                  <a:pt x="215" y="108"/>
                </a:lnTo>
                <a:lnTo>
                  <a:pt x="216" y="107"/>
                </a:lnTo>
                <a:lnTo>
                  <a:pt x="217" y="106"/>
                </a:lnTo>
                <a:lnTo>
                  <a:pt x="217" y="105"/>
                </a:lnTo>
                <a:lnTo>
                  <a:pt x="217" y="104"/>
                </a:lnTo>
                <a:lnTo>
                  <a:pt x="217" y="103"/>
                </a:lnTo>
                <a:lnTo>
                  <a:pt x="217" y="102"/>
                </a:lnTo>
                <a:lnTo>
                  <a:pt x="217" y="101"/>
                </a:lnTo>
                <a:lnTo>
                  <a:pt x="217" y="100"/>
                </a:lnTo>
                <a:lnTo>
                  <a:pt x="216" y="99"/>
                </a:lnTo>
                <a:lnTo>
                  <a:pt x="216" y="98"/>
                </a:lnTo>
                <a:lnTo>
                  <a:pt x="216" y="97"/>
                </a:lnTo>
                <a:lnTo>
                  <a:pt x="217" y="97"/>
                </a:lnTo>
                <a:lnTo>
                  <a:pt x="216" y="96"/>
                </a:lnTo>
                <a:lnTo>
                  <a:pt x="216" y="95"/>
                </a:lnTo>
                <a:lnTo>
                  <a:pt x="216" y="94"/>
                </a:lnTo>
                <a:lnTo>
                  <a:pt x="215" y="94"/>
                </a:lnTo>
                <a:lnTo>
                  <a:pt x="215" y="95"/>
                </a:lnTo>
                <a:lnTo>
                  <a:pt x="214" y="94"/>
                </a:lnTo>
                <a:lnTo>
                  <a:pt x="213" y="94"/>
                </a:lnTo>
                <a:lnTo>
                  <a:pt x="212" y="93"/>
                </a:lnTo>
                <a:lnTo>
                  <a:pt x="213" y="93"/>
                </a:lnTo>
                <a:lnTo>
                  <a:pt x="213" y="92"/>
                </a:lnTo>
                <a:lnTo>
                  <a:pt x="213" y="91"/>
                </a:lnTo>
                <a:lnTo>
                  <a:pt x="213" y="90"/>
                </a:lnTo>
                <a:lnTo>
                  <a:pt x="212" y="90"/>
                </a:lnTo>
                <a:lnTo>
                  <a:pt x="213" y="89"/>
                </a:lnTo>
                <a:lnTo>
                  <a:pt x="213" y="88"/>
                </a:lnTo>
                <a:lnTo>
                  <a:pt x="214" y="88"/>
                </a:lnTo>
                <a:lnTo>
                  <a:pt x="214" y="87"/>
                </a:lnTo>
                <a:lnTo>
                  <a:pt x="214" y="86"/>
                </a:lnTo>
                <a:lnTo>
                  <a:pt x="214" y="85"/>
                </a:lnTo>
                <a:lnTo>
                  <a:pt x="214" y="84"/>
                </a:lnTo>
                <a:lnTo>
                  <a:pt x="215" y="84"/>
                </a:lnTo>
                <a:lnTo>
                  <a:pt x="216" y="84"/>
                </a:lnTo>
                <a:lnTo>
                  <a:pt x="217" y="84"/>
                </a:lnTo>
                <a:lnTo>
                  <a:pt x="218" y="84"/>
                </a:lnTo>
                <a:lnTo>
                  <a:pt x="219" y="83"/>
                </a:lnTo>
                <a:lnTo>
                  <a:pt x="218" y="83"/>
                </a:lnTo>
                <a:lnTo>
                  <a:pt x="219" y="82"/>
                </a:lnTo>
                <a:lnTo>
                  <a:pt x="220" y="82"/>
                </a:lnTo>
                <a:lnTo>
                  <a:pt x="220" y="81"/>
                </a:lnTo>
                <a:lnTo>
                  <a:pt x="220" y="80"/>
                </a:lnTo>
                <a:lnTo>
                  <a:pt x="220" y="79"/>
                </a:lnTo>
                <a:lnTo>
                  <a:pt x="221" y="79"/>
                </a:lnTo>
                <a:lnTo>
                  <a:pt x="221" y="78"/>
                </a:lnTo>
                <a:lnTo>
                  <a:pt x="221" y="77"/>
                </a:lnTo>
                <a:lnTo>
                  <a:pt x="221" y="76"/>
                </a:lnTo>
                <a:lnTo>
                  <a:pt x="222" y="76"/>
                </a:lnTo>
                <a:lnTo>
                  <a:pt x="222" y="75"/>
                </a:lnTo>
                <a:lnTo>
                  <a:pt x="222" y="76"/>
                </a:lnTo>
                <a:lnTo>
                  <a:pt x="223" y="76"/>
                </a:lnTo>
                <a:lnTo>
                  <a:pt x="224" y="76"/>
                </a:lnTo>
                <a:lnTo>
                  <a:pt x="224" y="75"/>
                </a:lnTo>
                <a:lnTo>
                  <a:pt x="225" y="75"/>
                </a:lnTo>
                <a:lnTo>
                  <a:pt x="225" y="74"/>
                </a:lnTo>
                <a:lnTo>
                  <a:pt x="226" y="74"/>
                </a:lnTo>
                <a:lnTo>
                  <a:pt x="226" y="73"/>
                </a:lnTo>
                <a:lnTo>
                  <a:pt x="227" y="73"/>
                </a:lnTo>
                <a:lnTo>
                  <a:pt x="228" y="74"/>
                </a:lnTo>
                <a:lnTo>
                  <a:pt x="228" y="75"/>
                </a:lnTo>
                <a:lnTo>
                  <a:pt x="228" y="76"/>
                </a:lnTo>
                <a:lnTo>
                  <a:pt x="229" y="76"/>
                </a:lnTo>
                <a:lnTo>
                  <a:pt x="229" y="75"/>
                </a:lnTo>
                <a:lnTo>
                  <a:pt x="230" y="75"/>
                </a:lnTo>
                <a:lnTo>
                  <a:pt x="230" y="74"/>
                </a:lnTo>
                <a:lnTo>
                  <a:pt x="231" y="74"/>
                </a:lnTo>
                <a:lnTo>
                  <a:pt x="231" y="73"/>
                </a:lnTo>
                <a:lnTo>
                  <a:pt x="232" y="74"/>
                </a:lnTo>
                <a:lnTo>
                  <a:pt x="233" y="75"/>
                </a:lnTo>
                <a:lnTo>
                  <a:pt x="234" y="75"/>
                </a:lnTo>
                <a:lnTo>
                  <a:pt x="234" y="74"/>
                </a:lnTo>
                <a:lnTo>
                  <a:pt x="235" y="74"/>
                </a:lnTo>
                <a:lnTo>
                  <a:pt x="236" y="74"/>
                </a:lnTo>
                <a:lnTo>
                  <a:pt x="236" y="75"/>
                </a:lnTo>
                <a:lnTo>
                  <a:pt x="237" y="74"/>
                </a:lnTo>
                <a:lnTo>
                  <a:pt x="238" y="74"/>
                </a:lnTo>
                <a:lnTo>
                  <a:pt x="239" y="75"/>
                </a:lnTo>
                <a:lnTo>
                  <a:pt x="239" y="74"/>
                </a:lnTo>
                <a:lnTo>
                  <a:pt x="240" y="74"/>
                </a:lnTo>
                <a:lnTo>
                  <a:pt x="240" y="75"/>
                </a:lnTo>
                <a:lnTo>
                  <a:pt x="241" y="75"/>
                </a:lnTo>
                <a:lnTo>
                  <a:pt x="242" y="75"/>
                </a:lnTo>
                <a:lnTo>
                  <a:pt x="243" y="74"/>
                </a:lnTo>
                <a:lnTo>
                  <a:pt x="244" y="74"/>
                </a:lnTo>
                <a:lnTo>
                  <a:pt x="244" y="73"/>
                </a:lnTo>
                <a:lnTo>
                  <a:pt x="243" y="73"/>
                </a:lnTo>
                <a:lnTo>
                  <a:pt x="243" y="72"/>
                </a:lnTo>
                <a:lnTo>
                  <a:pt x="242" y="72"/>
                </a:lnTo>
                <a:lnTo>
                  <a:pt x="242" y="70"/>
                </a:lnTo>
                <a:lnTo>
                  <a:pt x="242" y="69"/>
                </a:lnTo>
                <a:lnTo>
                  <a:pt x="242" y="68"/>
                </a:lnTo>
                <a:lnTo>
                  <a:pt x="242" y="66"/>
                </a:lnTo>
                <a:lnTo>
                  <a:pt x="243" y="66"/>
                </a:lnTo>
                <a:lnTo>
                  <a:pt x="244" y="66"/>
                </a:lnTo>
                <a:lnTo>
                  <a:pt x="246" y="65"/>
                </a:lnTo>
                <a:lnTo>
                  <a:pt x="247" y="65"/>
                </a:lnTo>
                <a:lnTo>
                  <a:pt x="247" y="64"/>
                </a:lnTo>
                <a:lnTo>
                  <a:pt x="246" y="63"/>
                </a:lnTo>
                <a:lnTo>
                  <a:pt x="246" y="62"/>
                </a:lnTo>
                <a:lnTo>
                  <a:pt x="247" y="62"/>
                </a:lnTo>
                <a:lnTo>
                  <a:pt x="247" y="61"/>
                </a:lnTo>
                <a:lnTo>
                  <a:pt x="248" y="61"/>
                </a:lnTo>
                <a:lnTo>
                  <a:pt x="249" y="61"/>
                </a:lnTo>
                <a:lnTo>
                  <a:pt x="249" y="60"/>
                </a:lnTo>
                <a:lnTo>
                  <a:pt x="250" y="58"/>
                </a:lnTo>
                <a:lnTo>
                  <a:pt x="250" y="57"/>
                </a:lnTo>
                <a:lnTo>
                  <a:pt x="250" y="55"/>
                </a:lnTo>
                <a:lnTo>
                  <a:pt x="251" y="56"/>
                </a:lnTo>
                <a:lnTo>
                  <a:pt x="251" y="57"/>
                </a:lnTo>
                <a:lnTo>
                  <a:pt x="252" y="58"/>
                </a:lnTo>
                <a:lnTo>
                  <a:pt x="253" y="57"/>
                </a:lnTo>
                <a:lnTo>
                  <a:pt x="254" y="57"/>
                </a:lnTo>
                <a:lnTo>
                  <a:pt x="254" y="58"/>
                </a:lnTo>
                <a:lnTo>
                  <a:pt x="255" y="58"/>
                </a:lnTo>
                <a:lnTo>
                  <a:pt x="255" y="59"/>
                </a:lnTo>
                <a:lnTo>
                  <a:pt x="256" y="59"/>
                </a:lnTo>
                <a:lnTo>
                  <a:pt x="256" y="60"/>
                </a:lnTo>
                <a:lnTo>
                  <a:pt x="256" y="61"/>
                </a:lnTo>
                <a:lnTo>
                  <a:pt x="256" y="62"/>
                </a:lnTo>
                <a:lnTo>
                  <a:pt x="257" y="62"/>
                </a:lnTo>
                <a:lnTo>
                  <a:pt x="257" y="63"/>
                </a:lnTo>
                <a:lnTo>
                  <a:pt x="257" y="64"/>
                </a:lnTo>
                <a:lnTo>
                  <a:pt x="258" y="64"/>
                </a:lnTo>
                <a:lnTo>
                  <a:pt x="258" y="63"/>
                </a:lnTo>
                <a:lnTo>
                  <a:pt x="259" y="64"/>
                </a:lnTo>
                <a:lnTo>
                  <a:pt x="260" y="64"/>
                </a:lnTo>
                <a:lnTo>
                  <a:pt x="261" y="64"/>
                </a:lnTo>
                <a:lnTo>
                  <a:pt x="262" y="64"/>
                </a:lnTo>
                <a:lnTo>
                  <a:pt x="262" y="65"/>
                </a:lnTo>
                <a:lnTo>
                  <a:pt x="263" y="66"/>
                </a:lnTo>
                <a:lnTo>
                  <a:pt x="263" y="67"/>
                </a:lnTo>
                <a:lnTo>
                  <a:pt x="262" y="67"/>
                </a:lnTo>
                <a:lnTo>
                  <a:pt x="263" y="68"/>
                </a:lnTo>
                <a:lnTo>
                  <a:pt x="264" y="68"/>
                </a:lnTo>
                <a:lnTo>
                  <a:pt x="264" y="69"/>
                </a:lnTo>
                <a:lnTo>
                  <a:pt x="264" y="70"/>
                </a:lnTo>
                <a:lnTo>
                  <a:pt x="265" y="71"/>
                </a:lnTo>
                <a:lnTo>
                  <a:pt x="266" y="71"/>
                </a:lnTo>
                <a:lnTo>
                  <a:pt x="267" y="70"/>
                </a:lnTo>
                <a:lnTo>
                  <a:pt x="266" y="70"/>
                </a:lnTo>
                <a:lnTo>
                  <a:pt x="267" y="69"/>
                </a:lnTo>
                <a:lnTo>
                  <a:pt x="268" y="69"/>
                </a:lnTo>
                <a:lnTo>
                  <a:pt x="269" y="70"/>
                </a:lnTo>
                <a:lnTo>
                  <a:pt x="270" y="70"/>
                </a:lnTo>
                <a:lnTo>
                  <a:pt x="271" y="70"/>
                </a:lnTo>
                <a:lnTo>
                  <a:pt x="271" y="71"/>
                </a:lnTo>
                <a:lnTo>
                  <a:pt x="271" y="72"/>
                </a:lnTo>
                <a:lnTo>
                  <a:pt x="271" y="73"/>
                </a:lnTo>
                <a:lnTo>
                  <a:pt x="272" y="73"/>
                </a:lnTo>
                <a:lnTo>
                  <a:pt x="273" y="74"/>
                </a:lnTo>
                <a:lnTo>
                  <a:pt x="273" y="75"/>
                </a:lnTo>
                <a:lnTo>
                  <a:pt x="273" y="76"/>
                </a:lnTo>
                <a:lnTo>
                  <a:pt x="273" y="77"/>
                </a:lnTo>
                <a:lnTo>
                  <a:pt x="274" y="78"/>
                </a:lnTo>
                <a:lnTo>
                  <a:pt x="275" y="78"/>
                </a:lnTo>
                <a:lnTo>
                  <a:pt x="276" y="78"/>
                </a:lnTo>
                <a:lnTo>
                  <a:pt x="277" y="78"/>
                </a:lnTo>
                <a:lnTo>
                  <a:pt x="277" y="79"/>
                </a:lnTo>
                <a:lnTo>
                  <a:pt x="278" y="79"/>
                </a:lnTo>
                <a:lnTo>
                  <a:pt x="278" y="80"/>
                </a:lnTo>
                <a:lnTo>
                  <a:pt x="279" y="80"/>
                </a:lnTo>
                <a:lnTo>
                  <a:pt x="280" y="81"/>
                </a:lnTo>
                <a:lnTo>
                  <a:pt x="281" y="81"/>
                </a:lnTo>
                <a:lnTo>
                  <a:pt x="282" y="82"/>
                </a:lnTo>
                <a:lnTo>
                  <a:pt x="282" y="83"/>
                </a:lnTo>
                <a:lnTo>
                  <a:pt x="283" y="83"/>
                </a:lnTo>
                <a:lnTo>
                  <a:pt x="283" y="82"/>
                </a:lnTo>
                <a:lnTo>
                  <a:pt x="284" y="82"/>
                </a:lnTo>
                <a:lnTo>
                  <a:pt x="285" y="83"/>
                </a:lnTo>
                <a:lnTo>
                  <a:pt x="285" y="84"/>
                </a:lnTo>
                <a:lnTo>
                  <a:pt x="285" y="85"/>
                </a:lnTo>
                <a:lnTo>
                  <a:pt x="285" y="86"/>
                </a:lnTo>
                <a:lnTo>
                  <a:pt x="286" y="86"/>
                </a:lnTo>
                <a:lnTo>
                  <a:pt x="287" y="87"/>
                </a:lnTo>
                <a:lnTo>
                  <a:pt x="288" y="88"/>
                </a:lnTo>
                <a:lnTo>
                  <a:pt x="288" y="89"/>
                </a:lnTo>
                <a:lnTo>
                  <a:pt x="290" y="89"/>
                </a:lnTo>
                <a:lnTo>
                  <a:pt x="291" y="89"/>
                </a:lnTo>
                <a:lnTo>
                  <a:pt x="292" y="89"/>
                </a:lnTo>
                <a:lnTo>
                  <a:pt x="293" y="89"/>
                </a:lnTo>
                <a:lnTo>
                  <a:pt x="293" y="88"/>
                </a:lnTo>
                <a:lnTo>
                  <a:pt x="293" y="87"/>
                </a:lnTo>
                <a:lnTo>
                  <a:pt x="293" y="86"/>
                </a:lnTo>
                <a:lnTo>
                  <a:pt x="293" y="84"/>
                </a:lnTo>
                <a:lnTo>
                  <a:pt x="293" y="83"/>
                </a:lnTo>
                <a:lnTo>
                  <a:pt x="294" y="82"/>
                </a:lnTo>
                <a:lnTo>
                  <a:pt x="294" y="81"/>
                </a:lnTo>
                <a:lnTo>
                  <a:pt x="294" y="80"/>
                </a:lnTo>
                <a:lnTo>
                  <a:pt x="294" y="79"/>
                </a:lnTo>
                <a:lnTo>
                  <a:pt x="295" y="78"/>
                </a:lnTo>
                <a:lnTo>
                  <a:pt x="296" y="78"/>
                </a:lnTo>
                <a:lnTo>
                  <a:pt x="296" y="79"/>
                </a:lnTo>
                <a:lnTo>
                  <a:pt x="297" y="79"/>
                </a:lnTo>
                <a:lnTo>
                  <a:pt x="298" y="79"/>
                </a:lnTo>
                <a:lnTo>
                  <a:pt x="299" y="80"/>
                </a:lnTo>
                <a:lnTo>
                  <a:pt x="300" y="79"/>
                </a:lnTo>
                <a:lnTo>
                  <a:pt x="300" y="80"/>
                </a:lnTo>
                <a:lnTo>
                  <a:pt x="303" y="82"/>
                </a:lnTo>
                <a:lnTo>
                  <a:pt x="303" y="83"/>
                </a:lnTo>
                <a:lnTo>
                  <a:pt x="304" y="83"/>
                </a:lnTo>
                <a:lnTo>
                  <a:pt x="305" y="83"/>
                </a:lnTo>
                <a:lnTo>
                  <a:pt x="305" y="82"/>
                </a:lnTo>
                <a:lnTo>
                  <a:pt x="306" y="82"/>
                </a:lnTo>
                <a:lnTo>
                  <a:pt x="307" y="82"/>
                </a:lnTo>
                <a:lnTo>
                  <a:pt x="307" y="81"/>
                </a:lnTo>
                <a:lnTo>
                  <a:pt x="306" y="80"/>
                </a:lnTo>
                <a:lnTo>
                  <a:pt x="305" y="80"/>
                </a:lnTo>
                <a:lnTo>
                  <a:pt x="305" y="79"/>
                </a:lnTo>
                <a:lnTo>
                  <a:pt x="304" y="79"/>
                </a:lnTo>
                <a:lnTo>
                  <a:pt x="305" y="79"/>
                </a:lnTo>
                <a:lnTo>
                  <a:pt x="304" y="79"/>
                </a:lnTo>
                <a:lnTo>
                  <a:pt x="304" y="78"/>
                </a:lnTo>
                <a:lnTo>
                  <a:pt x="303" y="77"/>
                </a:lnTo>
                <a:lnTo>
                  <a:pt x="303" y="76"/>
                </a:lnTo>
                <a:lnTo>
                  <a:pt x="303" y="75"/>
                </a:lnTo>
                <a:lnTo>
                  <a:pt x="304" y="75"/>
                </a:lnTo>
                <a:lnTo>
                  <a:pt x="305" y="76"/>
                </a:lnTo>
                <a:lnTo>
                  <a:pt x="306" y="76"/>
                </a:lnTo>
                <a:lnTo>
                  <a:pt x="306" y="77"/>
                </a:lnTo>
                <a:lnTo>
                  <a:pt x="306" y="78"/>
                </a:lnTo>
                <a:lnTo>
                  <a:pt x="307" y="78"/>
                </a:lnTo>
                <a:lnTo>
                  <a:pt x="307" y="79"/>
                </a:lnTo>
                <a:lnTo>
                  <a:pt x="308" y="79"/>
                </a:lnTo>
                <a:lnTo>
                  <a:pt x="309" y="78"/>
                </a:lnTo>
                <a:lnTo>
                  <a:pt x="309" y="77"/>
                </a:lnTo>
                <a:lnTo>
                  <a:pt x="308" y="77"/>
                </a:lnTo>
                <a:lnTo>
                  <a:pt x="307" y="77"/>
                </a:lnTo>
                <a:lnTo>
                  <a:pt x="307" y="76"/>
                </a:lnTo>
                <a:lnTo>
                  <a:pt x="306" y="76"/>
                </a:lnTo>
                <a:lnTo>
                  <a:pt x="306" y="75"/>
                </a:lnTo>
                <a:lnTo>
                  <a:pt x="305" y="74"/>
                </a:lnTo>
                <a:lnTo>
                  <a:pt x="306" y="73"/>
                </a:lnTo>
                <a:lnTo>
                  <a:pt x="306" y="72"/>
                </a:lnTo>
                <a:lnTo>
                  <a:pt x="307" y="70"/>
                </a:lnTo>
                <a:lnTo>
                  <a:pt x="307" y="69"/>
                </a:lnTo>
                <a:lnTo>
                  <a:pt x="307" y="68"/>
                </a:lnTo>
                <a:lnTo>
                  <a:pt x="306" y="67"/>
                </a:lnTo>
                <a:lnTo>
                  <a:pt x="307" y="67"/>
                </a:lnTo>
                <a:lnTo>
                  <a:pt x="307" y="68"/>
                </a:lnTo>
                <a:lnTo>
                  <a:pt x="308" y="67"/>
                </a:lnTo>
                <a:lnTo>
                  <a:pt x="309" y="66"/>
                </a:lnTo>
                <a:lnTo>
                  <a:pt x="309" y="65"/>
                </a:lnTo>
                <a:lnTo>
                  <a:pt x="308" y="65"/>
                </a:lnTo>
                <a:lnTo>
                  <a:pt x="308" y="64"/>
                </a:lnTo>
                <a:lnTo>
                  <a:pt x="307" y="63"/>
                </a:lnTo>
                <a:lnTo>
                  <a:pt x="308" y="63"/>
                </a:lnTo>
                <a:lnTo>
                  <a:pt x="308" y="62"/>
                </a:lnTo>
                <a:lnTo>
                  <a:pt x="307" y="62"/>
                </a:lnTo>
                <a:lnTo>
                  <a:pt x="307" y="61"/>
                </a:lnTo>
                <a:lnTo>
                  <a:pt x="306" y="61"/>
                </a:lnTo>
                <a:lnTo>
                  <a:pt x="306" y="60"/>
                </a:lnTo>
                <a:lnTo>
                  <a:pt x="306" y="59"/>
                </a:lnTo>
                <a:lnTo>
                  <a:pt x="305" y="58"/>
                </a:lnTo>
                <a:lnTo>
                  <a:pt x="305" y="57"/>
                </a:lnTo>
                <a:lnTo>
                  <a:pt x="304" y="57"/>
                </a:lnTo>
                <a:lnTo>
                  <a:pt x="303" y="56"/>
                </a:lnTo>
                <a:lnTo>
                  <a:pt x="302" y="55"/>
                </a:lnTo>
                <a:lnTo>
                  <a:pt x="302" y="54"/>
                </a:lnTo>
                <a:lnTo>
                  <a:pt x="301" y="53"/>
                </a:lnTo>
                <a:lnTo>
                  <a:pt x="301" y="52"/>
                </a:lnTo>
                <a:lnTo>
                  <a:pt x="301" y="51"/>
                </a:lnTo>
                <a:lnTo>
                  <a:pt x="302" y="51"/>
                </a:lnTo>
                <a:lnTo>
                  <a:pt x="302" y="52"/>
                </a:lnTo>
                <a:lnTo>
                  <a:pt x="303" y="52"/>
                </a:lnTo>
                <a:lnTo>
                  <a:pt x="303" y="51"/>
                </a:lnTo>
                <a:lnTo>
                  <a:pt x="302" y="51"/>
                </a:lnTo>
                <a:lnTo>
                  <a:pt x="302" y="50"/>
                </a:lnTo>
                <a:lnTo>
                  <a:pt x="301" y="50"/>
                </a:lnTo>
                <a:lnTo>
                  <a:pt x="301" y="49"/>
                </a:lnTo>
                <a:lnTo>
                  <a:pt x="302" y="48"/>
                </a:lnTo>
                <a:lnTo>
                  <a:pt x="303" y="48"/>
                </a:lnTo>
                <a:lnTo>
                  <a:pt x="303" y="47"/>
                </a:lnTo>
                <a:lnTo>
                  <a:pt x="302" y="47"/>
                </a:lnTo>
                <a:lnTo>
                  <a:pt x="303" y="47"/>
                </a:lnTo>
                <a:lnTo>
                  <a:pt x="304" y="48"/>
                </a:lnTo>
                <a:lnTo>
                  <a:pt x="304" y="49"/>
                </a:lnTo>
                <a:lnTo>
                  <a:pt x="305" y="50"/>
                </a:lnTo>
                <a:lnTo>
                  <a:pt x="307" y="51"/>
                </a:lnTo>
                <a:lnTo>
                  <a:pt x="308" y="51"/>
                </a:lnTo>
                <a:lnTo>
                  <a:pt x="308" y="52"/>
                </a:lnTo>
                <a:lnTo>
                  <a:pt x="308" y="53"/>
                </a:lnTo>
                <a:lnTo>
                  <a:pt x="309" y="53"/>
                </a:lnTo>
                <a:lnTo>
                  <a:pt x="310" y="53"/>
                </a:lnTo>
                <a:lnTo>
                  <a:pt x="310" y="55"/>
                </a:lnTo>
                <a:lnTo>
                  <a:pt x="311" y="54"/>
                </a:lnTo>
                <a:lnTo>
                  <a:pt x="312" y="54"/>
                </a:lnTo>
                <a:lnTo>
                  <a:pt x="312" y="55"/>
                </a:lnTo>
                <a:lnTo>
                  <a:pt x="312" y="56"/>
                </a:lnTo>
                <a:lnTo>
                  <a:pt x="313" y="56"/>
                </a:lnTo>
                <a:lnTo>
                  <a:pt x="313" y="57"/>
                </a:lnTo>
                <a:lnTo>
                  <a:pt x="313" y="58"/>
                </a:lnTo>
                <a:lnTo>
                  <a:pt x="312" y="58"/>
                </a:lnTo>
                <a:lnTo>
                  <a:pt x="312" y="59"/>
                </a:lnTo>
                <a:lnTo>
                  <a:pt x="312" y="60"/>
                </a:lnTo>
                <a:lnTo>
                  <a:pt x="313" y="60"/>
                </a:lnTo>
                <a:lnTo>
                  <a:pt x="313" y="61"/>
                </a:lnTo>
                <a:lnTo>
                  <a:pt x="314" y="62"/>
                </a:lnTo>
                <a:lnTo>
                  <a:pt x="315" y="63"/>
                </a:lnTo>
                <a:lnTo>
                  <a:pt x="316" y="63"/>
                </a:lnTo>
                <a:lnTo>
                  <a:pt x="318" y="64"/>
                </a:lnTo>
                <a:lnTo>
                  <a:pt x="318" y="65"/>
                </a:lnTo>
                <a:lnTo>
                  <a:pt x="319" y="67"/>
                </a:lnTo>
                <a:lnTo>
                  <a:pt x="320" y="68"/>
                </a:lnTo>
                <a:lnTo>
                  <a:pt x="321" y="67"/>
                </a:lnTo>
                <a:lnTo>
                  <a:pt x="322" y="67"/>
                </a:lnTo>
                <a:lnTo>
                  <a:pt x="322" y="68"/>
                </a:lnTo>
                <a:lnTo>
                  <a:pt x="322" y="69"/>
                </a:lnTo>
                <a:lnTo>
                  <a:pt x="321" y="69"/>
                </a:lnTo>
                <a:lnTo>
                  <a:pt x="320" y="69"/>
                </a:lnTo>
                <a:lnTo>
                  <a:pt x="319" y="69"/>
                </a:lnTo>
                <a:lnTo>
                  <a:pt x="318" y="70"/>
                </a:lnTo>
                <a:lnTo>
                  <a:pt x="319" y="70"/>
                </a:lnTo>
                <a:lnTo>
                  <a:pt x="320" y="71"/>
                </a:lnTo>
                <a:lnTo>
                  <a:pt x="320" y="72"/>
                </a:lnTo>
                <a:lnTo>
                  <a:pt x="320" y="73"/>
                </a:lnTo>
                <a:lnTo>
                  <a:pt x="319" y="74"/>
                </a:lnTo>
                <a:lnTo>
                  <a:pt x="318" y="73"/>
                </a:lnTo>
                <a:lnTo>
                  <a:pt x="318" y="74"/>
                </a:lnTo>
                <a:lnTo>
                  <a:pt x="317" y="75"/>
                </a:lnTo>
                <a:lnTo>
                  <a:pt x="317" y="76"/>
                </a:lnTo>
                <a:lnTo>
                  <a:pt x="318" y="76"/>
                </a:lnTo>
                <a:lnTo>
                  <a:pt x="318" y="77"/>
                </a:lnTo>
                <a:lnTo>
                  <a:pt x="318" y="79"/>
                </a:lnTo>
                <a:lnTo>
                  <a:pt x="318" y="80"/>
                </a:lnTo>
                <a:lnTo>
                  <a:pt x="317" y="82"/>
                </a:lnTo>
                <a:lnTo>
                  <a:pt x="316" y="82"/>
                </a:lnTo>
                <a:lnTo>
                  <a:pt x="316" y="83"/>
                </a:lnTo>
                <a:lnTo>
                  <a:pt x="315" y="83"/>
                </a:lnTo>
                <a:lnTo>
                  <a:pt x="315" y="84"/>
                </a:lnTo>
                <a:lnTo>
                  <a:pt x="314" y="84"/>
                </a:lnTo>
                <a:lnTo>
                  <a:pt x="313" y="84"/>
                </a:lnTo>
                <a:lnTo>
                  <a:pt x="312" y="85"/>
                </a:lnTo>
                <a:lnTo>
                  <a:pt x="313" y="87"/>
                </a:lnTo>
                <a:lnTo>
                  <a:pt x="313" y="88"/>
                </a:lnTo>
                <a:lnTo>
                  <a:pt x="314" y="88"/>
                </a:lnTo>
                <a:lnTo>
                  <a:pt x="315" y="88"/>
                </a:lnTo>
                <a:lnTo>
                  <a:pt x="316" y="88"/>
                </a:lnTo>
                <a:lnTo>
                  <a:pt x="316" y="87"/>
                </a:lnTo>
                <a:lnTo>
                  <a:pt x="315" y="86"/>
                </a:lnTo>
                <a:lnTo>
                  <a:pt x="315" y="85"/>
                </a:lnTo>
                <a:lnTo>
                  <a:pt x="316" y="85"/>
                </a:lnTo>
                <a:lnTo>
                  <a:pt x="317" y="86"/>
                </a:lnTo>
                <a:lnTo>
                  <a:pt x="318" y="86"/>
                </a:lnTo>
                <a:lnTo>
                  <a:pt x="319" y="86"/>
                </a:lnTo>
                <a:lnTo>
                  <a:pt x="320" y="86"/>
                </a:lnTo>
                <a:lnTo>
                  <a:pt x="320" y="87"/>
                </a:lnTo>
                <a:lnTo>
                  <a:pt x="320" y="88"/>
                </a:lnTo>
                <a:lnTo>
                  <a:pt x="321" y="89"/>
                </a:lnTo>
                <a:lnTo>
                  <a:pt x="322" y="89"/>
                </a:lnTo>
                <a:lnTo>
                  <a:pt x="322" y="88"/>
                </a:lnTo>
                <a:lnTo>
                  <a:pt x="323" y="88"/>
                </a:lnTo>
                <a:lnTo>
                  <a:pt x="323" y="87"/>
                </a:lnTo>
                <a:lnTo>
                  <a:pt x="324" y="88"/>
                </a:lnTo>
                <a:lnTo>
                  <a:pt x="324" y="89"/>
                </a:lnTo>
                <a:lnTo>
                  <a:pt x="325" y="89"/>
                </a:lnTo>
                <a:lnTo>
                  <a:pt x="326" y="88"/>
                </a:lnTo>
                <a:lnTo>
                  <a:pt x="327" y="89"/>
                </a:lnTo>
                <a:lnTo>
                  <a:pt x="326" y="90"/>
                </a:lnTo>
                <a:lnTo>
                  <a:pt x="326" y="91"/>
                </a:lnTo>
                <a:lnTo>
                  <a:pt x="327" y="92"/>
                </a:lnTo>
                <a:lnTo>
                  <a:pt x="328" y="92"/>
                </a:lnTo>
                <a:lnTo>
                  <a:pt x="329" y="92"/>
                </a:lnTo>
                <a:lnTo>
                  <a:pt x="330" y="91"/>
                </a:lnTo>
                <a:lnTo>
                  <a:pt x="331" y="91"/>
                </a:lnTo>
                <a:lnTo>
                  <a:pt x="332" y="90"/>
                </a:lnTo>
                <a:lnTo>
                  <a:pt x="332" y="88"/>
                </a:lnTo>
                <a:lnTo>
                  <a:pt x="332" y="87"/>
                </a:lnTo>
                <a:lnTo>
                  <a:pt x="331" y="87"/>
                </a:lnTo>
                <a:lnTo>
                  <a:pt x="331" y="86"/>
                </a:lnTo>
                <a:lnTo>
                  <a:pt x="330" y="84"/>
                </a:lnTo>
                <a:lnTo>
                  <a:pt x="330" y="83"/>
                </a:lnTo>
                <a:lnTo>
                  <a:pt x="330" y="81"/>
                </a:lnTo>
                <a:lnTo>
                  <a:pt x="331" y="80"/>
                </a:lnTo>
                <a:lnTo>
                  <a:pt x="333" y="80"/>
                </a:lnTo>
                <a:lnTo>
                  <a:pt x="334" y="79"/>
                </a:lnTo>
                <a:lnTo>
                  <a:pt x="335" y="79"/>
                </a:lnTo>
                <a:lnTo>
                  <a:pt x="336" y="79"/>
                </a:lnTo>
                <a:lnTo>
                  <a:pt x="336" y="78"/>
                </a:lnTo>
                <a:lnTo>
                  <a:pt x="335" y="77"/>
                </a:lnTo>
                <a:lnTo>
                  <a:pt x="334" y="77"/>
                </a:lnTo>
                <a:lnTo>
                  <a:pt x="333" y="76"/>
                </a:lnTo>
                <a:lnTo>
                  <a:pt x="333" y="74"/>
                </a:lnTo>
                <a:lnTo>
                  <a:pt x="333" y="73"/>
                </a:lnTo>
                <a:lnTo>
                  <a:pt x="334" y="73"/>
                </a:lnTo>
                <a:lnTo>
                  <a:pt x="335" y="72"/>
                </a:lnTo>
                <a:lnTo>
                  <a:pt x="336" y="72"/>
                </a:lnTo>
                <a:lnTo>
                  <a:pt x="337" y="72"/>
                </a:lnTo>
                <a:lnTo>
                  <a:pt x="337" y="73"/>
                </a:lnTo>
                <a:lnTo>
                  <a:pt x="337" y="74"/>
                </a:lnTo>
                <a:lnTo>
                  <a:pt x="337" y="75"/>
                </a:lnTo>
                <a:lnTo>
                  <a:pt x="338" y="76"/>
                </a:lnTo>
                <a:lnTo>
                  <a:pt x="339" y="76"/>
                </a:lnTo>
                <a:lnTo>
                  <a:pt x="339" y="75"/>
                </a:lnTo>
                <a:lnTo>
                  <a:pt x="340" y="75"/>
                </a:lnTo>
                <a:lnTo>
                  <a:pt x="341" y="74"/>
                </a:lnTo>
                <a:lnTo>
                  <a:pt x="341" y="73"/>
                </a:lnTo>
                <a:lnTo>
                  <a:pt x="341" y="72"/>
                </a:lnTo>
                <a:lnTo>
                  <a:pt x="340" y="72"/>
                </a:lnTo>
                <a:lnTo>
                  <a:pt x="341" y="72"/>
                </a:lnTo>
                <a:lnTo>
                  <a:pt x="344" y="72"/>
                </a:lnTo>
                <a:lnTo>
                  <a:pt x="345" y="71"/>
                </a:lnTo>
                <a:lnTo>
                  <a:pt x="345" y="70"/>
                </a:lnTo>
                <a:lnTo>
                  <a:pt x="345" y="69"/>
                </a:lnTo>
                <a:lnTo>
                  <a:pt x="344" y="68"/>
                </a:lnTo>
                <a:lnTo>
                  <a:pt x="345" y="68"/>
                </a:lnTo>
                <a:lnTo>
                  <a:pt x="345" y="67"/>
                </a:lnTo>
                <a:lnTo>
                  <a:pt x="345" y="66"/>
                </a:lnTo>
                <a:lnTo>
                  <a:pt x="347" y="64"/>
                </a:lnTo>
                <a:lnTo>
                  <a:pt x="347" y="63"/>
                </a:lnTo>
                <a:lnTo>
                  <a:pt x="345" y="63"/>
                </a:lnTo>
                <a:lnTo>
                  <a:pt x="345" y="64"/>
                </a:lnTo>
                <a:lnTo>
                  <a:pt x="344" y="64"/>
                </a:lnTo>
                <a:lnTo>
                  <a:pt x="343" y="63"/>
                </a:lnTo>
                <a:lnTo>
                  <a:pt x="343" y="62"/>
                </a:lnTo>
                <a:lnTo>
                  <a:pt x="344" y="62"/>
                </a:lnTo>
                <a:lnTo>
                  <a:pt x="344" y="61"/>
                </a:lnTo>
                <a:lnTo>
                  <a:pt x="343" y="60"/>
                </a:lnTo>
                <a:lnTo>
                  <a:pt x="343" y="59"/>
                </a:lnTo>
                <a:lnTo>
                  <a:pt x="342" y="59"/>
                </a:lnTo>
                <a:lnTo>
                  <a:pt x="341" y="59"/>
                </a:lnTo>
                <a:lnTo>
                  <a:pt x="340" y="58"/>
                </a:lnTo>
                <a:lnTo>
                  <a:pt x="340" y="57"/>
                </a:lnTo>
                <a:lnTo>
                  <a:pt x="340" y="55"/>
                </a:lnTo>
                <a:lnTo>
                  <a:pt x="341" y="55"/>
                </a:lnTo>
                <a:lnTo>
                  <a:pt x="341" y="54"/>
                </a:lnTo>
                <a:lnTo>
                  <a:pt x="342" y="53"/>
                </a:lnTo>
                <a:lnTo>
                  <a:pt x="344" y="53"/>
                </a:lnTo>
                <a:lnTo>
                  <a:pt x="344" y="54"/>
                </a:lnTo>
                <a:lnTo>
                  <a:pt x="345" y="53"/>
                </a:lnTo>
                <a:lnTo>
                  <a:pt x="346" y="53"/>
                </a:lnTo>
                <a:lnTo>
                  <a:pt x="346" y="52"/>
                </a:lnTo>
                <a:lnTo>
                  <a:pt x="347" y="51"/>
                </a:lnTo>
                <a:lnTo>
                  <a:pt x="348" y="51"/>
                </a:lnTo>
                <a:lnTo>
                  <a:pt x="349" y="51"/>
                </a:lnTo>
                <a:lnTo>
                  <a:pt x="350" y="50"/>
                </a:lnTo>
                <a:lnTo>
                  <a:pt x="351" y="49"/>
                </a:lnTo>
                <a:lnTo>
                  <a:pt x="352" y="51"/>
                </a:lnTo>
                <a:lnTo>
                  <a:pt x="352" y="52"/>
                </a:lnTo>
                <a:lnTo>
                  <a:pt x="352" y="53"/>
                </a:lnTo>
                <a:lnTo>
                  <a:pt x="353" y="53"/>
                </a:lnTo>
                <a:lnTo>
                  <a:pt x="353" y="55"/>
                </a:lnTo>
                <a:lnTo>
                  <a:pt x="355" y="54"/>
                </a:lnTo>
                <a:lnTo>
                  <a:pt x="356" y="54"/>
                </a:lnTo>
                <a:lnTo>
                  <a:pt x="356" y="53"/>
                </a:lnTo>
                <a:lnTo>
                  <a:pt x="356" y="54"/>
                </a:lnTo>
                <a:lnTo>
                  <a:pt x="357" y="54"/>
                </a:lnTo>
                <a:lnTo>
                  <a:pt x="358" y="54"/>
                </a:lnTo>
                <a:lnTo>
                  <a:pt x="357" y="53"/>
                </a:lnTo>
                <a:lnTo>
                  <a:pt x="357" y="52"/>
                </a:lnTo>
                <a:lnTo>
                  <a:pt x="357" y="51"/>
                </a:lnTo>
                <a:lnTo>
                  <a:pt x="357" y="50"/>
                </a:lnTo>
                <a:lnTo>
                  <a:pt x="357" y="49"/>
                </a:lnTo>
                <a:lnTo>
                  <a:pt x="357" y="48"/>
                </a:lnTo>
                <a:lnTo>
                  <a:pt x="357" y="47"/>
                </a:lnTo>
                <a:lnTo>
                  <a:pt x="357" y="46"/>
                </a:lnTo>
                <a:lnTo>
                  <a:pt x="357" y="45"/>
                </a:lnTo>
                <a:lnTo>
                  <a:pt x="357" y="44"/>
                </a:lnTo>
                <a:lnTo>
                  <a:pt x="358" y="44"/>
                </a:lnTo>
                <a:lnTo>
                  <a:pt x="359" y="44"/>
                </a:lnTo>
                <a:lnTo>
                  <a:pt x="360" y="44"/>
                </a:lnTo>
                <a:lnTo>
                  <a:pt x="361" y="43"/>
                </a:lnTo>
                <a:lnTo>
                  <a:pt x="361" y="42"/>
                </a:lnTo>
                <a:lnTo>
                  <a:pt x="360" y="42"/>
                </a:lnTo>
                <a:lnTo>
                  <a:pt x="360" y="41"/>
                </a:lnTo>
                <a:lnTo>
                  <a:pt x="360" y="40"/>
                </a:lnTo>
                <a:lnTo>
                  <a:pt x="361" y="40"/>
                </a:lnTo>
                <a:lnTo>
                  <a:pt x="363" y="41"/>
                </a:lnTo>
                <a:lnTo>
                  <a:pt x="363" y="42"/>
                </a:lnTo>
                <a:lnTo>
                  <a:pt x="362" y="42"/>
                </a:lnTo>
                <a:lnTo>
                  <a:pt x="363" y="43"/>
                </a:lnTo>
                <a:lnTo>
                  <a:pt x="364" y="43"/>
                </a:lnTo>
                <a:lnTo>
                  <a:pt x="364" y="42"/>
                </a:lnTo>
                <a:lnTo>
                  <a:pt x="363" y="42"/>
                </a:lnTo>
                <a:lnTo>
                  <a:pt x="364" y="41"/>
                </a:lnTo>
                <a:lnTo>
                  <a:pt x="364" y="40"/>
                </a:lnTo>
                <a:lnTo>
                  <a:pt x="365" y="39"/>
                </a:lnTo>
                <a:lnTo>
                  <a:pt x="366" y="39"/>
                </a:lnTo>
                <a:lnTo>
                  <a:pt x="366" y="40"/>
                </a:lnTo>
                <a:lnTo>
                  <a:pt x="366" y="41"/>
                </a:lnTo>
                <a:lnTo>
                  <a:pt x="365" y="41"/>
                </a:lnTo>
                <a:lnTo>
                  <a:pt x="365" y="42"/>
                </a:lnTo>
                <a:lnTo>
                  <a:pt x="365" y="43"/>
                </a:lnTo>
                <a:lnTo>
                  <a:pt x="366" y="43"/>
                </a:lnTo>
                <a:lnTo>
                  <a:pt x="368" y="42"/>
                </a:lnTo>
                <a:lnTo>
                  <a:pt x="368" y="40"/>
                </a:lnTo>
                <a:lnTo>
                  <a:pt x="369" y="40"/>
                </a:lnTo>
                <a:lnTo>
                  <a:pt x="370" y="40"/>
                </a:lnTo>
                <a:lnTo>
                  <a:pt x="371" y="40"/>
                </a:lnTo>
                <a:lnTo>
                  <a:pt x="372" y="40"/>
                </a:lnTo>
                <a:lnTo>
                  <a:pt x="373" y="40"/>
                </a:lnTo>
                <a:lnTo>
                  <a:pt x="374" y="40"/>
                </a:lnTo>
                <a:lnTo>
                  <a:pt x="374" y="41"/>
                </a:lnTo>
                <a:lnTo>
                  <a:pt x="374" y="42"/>
                </a:lnTo>
                <a:lnTo>
                  <a:pt x="375" y="41"/>
                </a:lnTo>
                <a:lnTo>
                  <a:pt x="374" y="41"/>
                </a:lnTo>
                <a:lnTo>
                  <a:pt x="375" y="41"/>
                </a:lnTo>
                <a:lnTo>
                  <a:pt x="376" y="41"/>
                </a:lnTo>
                <a:lnTo>
                  <a:pt x="377" y="41"/>
                </a:lnTo>
                <a:lnTo>
                  <a:pt x="378" y="40"/>
                </a:lnTo>
                <a:lnTo>
                  <a:pt x="379" y="40"/>
                </a:lnTo>
                <a:lnTo>
                  <a:pt x="379" y="41"/>
                </a:lnTo>
                <a:lnTo>
                  <a:pt x="380" y="42"/>
                </a:lnTo>
                <a:lnTo>
                  <a:pt x="380" y="43"/>
                </a:lnTo>
                <a:lnTo>
                  <a:pt x="380" y="44"/>
                </a:lnTo>
                <a:lnTo>
                  <a:pt x="379" y="44"/>
                </a:lnTo>
                <a:lnTo>
                  <a:pt x="379" y="45"/>
                </a:lnTo>
                <a:lnTo>
                  <a:pt x="379" y="46"/>
                </a:lnTo>
                <a:lnTo>
                  <a:pt x="380" y="46"/>
                </a:lnTo>
                <a:lnTo>
                  <a:pt x="382" y="46"/>
                </a:lnTo>
                <a:lnTo>
                  <a:pt x="382" y="47"/>
                </a:lnTo>
                <a:lnTo>
                  <a:pt x="381" y="47"/>
                </a:lnTo>
                <a:lnTo>
                  <a:pt x="381" y="48"/>
                </a:lnTo>
                <a:lnTo>
                  <a:pt x="381" y="49"/>
                </a:lnTo>
                <a:lnTo>
                  <a:pt x="381" y="50"/>
                </a:lnTo>
                <a:lnTo>
                  <a:pt x="381" y="52"/>
                </a:lnTo>
                <a:lnTo>
                  <a:pt x="382" y="52"/>
                </a:lnTo>
                <a:lnTo>
                  <a:pt x="381" y="53"/>
                </a:lnTo>
                <a:lnTo>
                  <a:pt x="381" y="54"/>
                </a:lnTo>
                <a:lnTo>
                  <a:pt x="382" y="54"/>
                </a:lnTo>
                <a:lnTo>
                  <a:pt x="383" y="54"/>
                </a:lnTo>
                <a:lnTo>
                  <a:pt x="384" y="55"/>
                </a:lnTo>
                <a:lnTo>
                  <a:pt x="385" y="55"/>
                </a:lnTo>
                <a:lnTo>
                  <a:pt x="385" y="54"/>
                </a:lnTo>
                <a:lnTo>
                  <a:pt x="385" y="53"/>
                </a:lnTo>
                <a:lnTo>
                  <a:pt x="385" y="52"/>
                </a:lnTo>
                <a:lnTo>
                  <a:pt x="385" y="51"/>
                </a:lnTo>
                <a:lnTo>
                  <a:pt x="386" y="52"/>
                </a:lnTo>
                <a:lnTo>
                  <a:pt x="387" y="52"/>
                </a:lnTo>
                <a:lnTo>
                  <a:pt x="387" y="51"/>
                </a:lnTo>
                <a:lnTo>
                  <a:pt x="388" y="51"/>
                </a:lnTo>
                <a:lnTo>
                  <a:pt x="389" y="51"/>
                </a:lnTo>
                <a:lnTo>
                  <a:pt x="390" y="50"/>
                </a:lnTo>
                <a:lnTo>
                  <a:pt x="391" y="50"/>
                </a:lnTo>
                <a:lnTo>
                  <a:pt x="392" y="50"/>
                </a:lnTo>
                <a:lnTo>
                  <a:pt x="393" y="50"/>
                </a:lnTo>
                <a:lnTo>
                  <a:pt x="394" y="49"/>
                </a:lnTo>
                <a:lnTo>
                  <a:pt x="394" y="48"/>
                </a:lnTo>
                <a:lnTo>
                  <a:pt x="395" y="48"/>
                </a:lnTo>
                <a:lnTo>
                  <a:pt x="395" y="47"/>
                </a:lnTo>
                <a:lnTo>
                  <a:pt x="394" y="47"/>
                </a:lnTo>
                <a:lnTo>
                  <a:pt x="394" y="46"/>
                </a:lnTo>
                <a:lnTo>
                  <a:pt x="393" y="46"/>
                </a:lnTo>
                <a:lnTo>
                  <a:pt x="393" y="45"/>
                </a:lnTo>
                <a:lnTo>
                  <a:pt x="394" y="45"/>
                </a:lnTo>
                <a:lnTo>
                  <a:pt x="396" y="45"/>
                </a:lnTo>
                <a:lnTo>
                  <a:pt x="397" y="45"/>
                </a:lnTo>
                <a:lnTo>
                  <a:pt x="398" y="45"/>
                </a:lnTo>
                <a:lnTo>
                  <a:pt x="399" y="45"/>
                </a:lnTo>
                <a:lnTo>
                  <a:pt x="399" y="44"/>
                </a:lnTo>
                <a:lnTo>
                  <a:pt x="400" y="44"/>
                </a:lnTo>
                <a:lnTo>
                  <a:pt x="400" y="43"/>
                </a:lnTo>
                <a:lnTo>
                  <a:pt x="400" y="42"/>
                </a:lnTo>
                <a:lnTo>
                  <a:pt x="400" y="41"/>
                </a:lnTo>
                <a:lnTo>
                  <a:pt x="401" y="41"/>
                </a:lnTo>
                <a:lnTo>
                  <a:pt x="401" y="40"/>
                </a:lnTo>
                <a:lnTo>
                  <a:pt x="402" y="40"/>
                </a:lnTo>
                <a:lnTo>
                  <a:pt x="403" y="40"/>
                </a:lnTo>
                <a:lnTo>
                  <a:pt x="402" y="39"/>
                </a:lnTo>
                <a:lnTo>
                  <a:pt x="402" y="38"/>
                </a:lnTo>
                <a:lnTo>
                  <a:pt x="402" y="37"/>
                </a:lnTo>
                <a:lnTo>
                  <a:pt x="403" y="36"/>
                </a:lnTo>
                <a:lnTo>
                  <a:pt x="404" y="34"/>
                </a:lnTo>
                <a:lnTo>
                  <a:pt x="405" y="33"/>
                </a:lnTo>
                <a:lnTo>
                  <a:pt x="405" y="32"/>
                </a:lnTo>
                <a:lnTo>
                  <a:pt x="404" y="32"/>
                </a:lnTo>
                <a:lnTo>
                  <a:pt x="403" y="32"/>
                </a:lnTo>
                <a:lnTo>
                  <a:pt x="402" y="32"/>
                </a:lnTo>
                <a:lnTo>
                  <a:pt x="402" y="31"/>
                </a:lnTo>
                <a:lnTo>
                  <a:pt x="401" y="30"/>
                </a:lnTo>
                <a:lnTo>
                  <a:pt x="401" y="29"/>
                </a:lnTo>
                <a:lnTo>
                  <a:pt x="401" y="28"/>
                </a:lnTo>
                <a:lnTo>
                  <a:pt x="400" y="28"/>
                </a:lnTo>
                <a:lnTo>
                  <a:pt x="400" y="27"/>
                </a:lnTo>
                <a:lnTo>
                  <a:pt x="399" y="28"/>
                </a:lnTo>
                <a:lnTo>
                  <a:pt x="398" y="28"/>
                </a:lnTo>
                <a:lnTo>
                  <a:pt x="397" y="27"/>
                </a:lnTo>
                <a:lnTo>
                  <a:pt x="397" y="26"/>
                </a:lnTo>
                <a:lnTo>
                  <a:pt x="398" y="24"/>
                </a:lnTo>
                <a:lnTo>
                  <a:pt x="399" y="23"/>
                </a:lnTo>
                <a:lnTo>
                  <a:pt x="400" y="23"/>
                </a:lnTo>
                <a:lnTo>
                  <a:pt x="400" y="22"/>
                </a:lnTo>
                <a:lnTo>
                  <a:pt x="400" y="21"/>
                </a:lnTo>
                <a:lnTo>
                  <a:pt x="400" y="20"/>
                </a:lnTo>
                <a:lnTo>
                  <a:pt x="399" y="20"/>
                </a:lnTo>
                <a:lnTo>
                  <a:pt x="398" y="19"/>
                </a:lnTo>
                <a:lnTo>
                  <a:pt x="398" y="18"/>
                </a:lnTo>
                <a:lnTo>
                  <a:pt x="398" y="17"/>
                </a:lnTo>
                <a:lnTo>
                  <a:pt x="397" y="16"/>
                </a:lnTo>
                <a:lnTo>
                  <a:pt x="398" y="15"/>
                </a:lnTo>
                <a:lnTo>
                  <a:pt x="398" y="14"/>
                </a:lnTo>
                <a:lnTo>
                  <a:pt x="398" y="15"/>
                </a:lnTo>
                <a:lnTo>
                  <a:pt x="399" y="15"/>
                </a:lnTo>
                <a:lnTo>
                  <a:pt x="400" y="16"/>
                </a:lnTo>
                <a:lnTo>
                  <a:pt x="401" y="16"/>
                </a:lnTo>
                <a:lnTo>
                  <a:pt x="401" y="15"/>
                </a:lnTo>
                <a:lnTo>
                  <a:pt x="402" y="15"/>
                </a:lnTo>
                <a:lnTo>
                  <a:pt x="402" y="16"/>
                </a:lnTo>
                <a:lnTo>
                  <a:pt x="402" y="15"/>
                </a:lnTo>
                <a:lnTo>
                  <a:pt x="403" y="14"/>
                </a:lnTo>
                <a:lnTo>
                  <a:pt x="403" y="13"/>
                </a:lnTo>
                <a:lnTo>
                  <a:pt x="403" y="12"/>
                </a:lnTo>
                <a:lnTo>
                  <a:pt x="404" y="12"/>
                </a:lnTo>
                <a:lnTo>
                  <a:pt x="404" y="11"/>
                </a:lnTo>
                <a:lnTo>
                  <a:pt x="403" y="11"/>
                </a:lnTo>
                <a:lnTo>
                  <a:pt x="402" y="11"/>
                </a:lnTo>
                <a:lnTo>
                  <a:pt x="402" y="10"/>
                </a:lnTo>
                <a:lnTo>
                  <a:pt x="401" y="10"/>
                </a:lnTo>
                <a:lnTo>
                  <a:pt x="401" y="9"/>
                </a:lnTo>
                <a:lnTo>
                  <a:pt x="402" y="7"/>
                </a:lnTo>
                <a:lnTo>
                  <a:pt x="401" y="6"/>
                </a:lnTo>
                <a:lnTo>
                  <a:pt x="401" y="5"/>
                </a:lnTo>
                <a:lnTo>
                  <a:pt x="401" y="4"/>
                </a:lnTo>
                <a:lnTo>
                  <a:pt x="402" y="4"/>
                </a:lnTo>
                <a:lnTo>
                  <a:pt x="403" y="4"/>
                </a:lnTo>
                <a:lnTo>
                  <a:pt x="404" y="4"/>
                </a:lnTo>
                <a:lnTo>
                  <a:pt x="404" y="3"/>
                </a:lnTo>
                <a:lnTo>
                  <a:pt x="405" y="3"/>
                </a:lnTo>
                <a:lnTo>
                  <a:pt x="405" y="2"/>
                </a:lnTo>
                <a:lnTo>
                  <a:pt x="405" y="3"/>
                </a:lnTo>
                <a:lnTo>
                  <a:pt x="406" y="3"/>
                </a:lnTo>
                <a:lnTo>
                  <a:pt x="407" y="3"/>
                </a:lnTo>
                <a:lnTo>
                  <a:pt x="407" y="4"/>
                </a:lnTo>
                <a:lnTo>
                  <a:pt x="408" y="5"/>
                </a:lnTo>
                <a:lnTo>
                  <a:pt x="407" y="5"/>
                </a:lnTo>
                <a:lnTo>
                  <a:pt x="407" y="6"/>
                </a:lnTo>
                <a:lnTo>
                  <a:pt x="408" y="6"/>
                </a:lnTo>
                <a:lnTo>
                  <a:pt x="410" y="6"/>
                </a:lnTo>
                <a:lnTo>
                  <a:pt x="411" y="6"/>
                </a:lnTo>
                <a:lnTo>
                  <a:pt x="411" y="5"/>
                </a:lnTo>
                <a:lnTo>
                  <a:pt x="413" y="4"/>
                </a:lnTo>
                <a:lnTo>
                  <a:pt x="414" y="3"/>
                </a:lnTo>
                <a:lnTo>
                  <a:pt x="414" y="4"/>
                </a:lnTo>
                <a:lnTo>
                  <a:pt x="416" y="2"/>
                </a:lnTo>
                <a:lnTo>
                  <a:pt x="416" y="1"/>
                </a:lnTo>
                <a:lnTo>
                  <a:pt x="417" y="1"/>
                </a:lnTo>
                <a:lnTo>
                  <a:pt x="417" y="0"/>
                </a:lnTo>
                <a:lnTo>
                  <a:pt x="418" y="0"/>
                </a:lnTo>
                <a:lnTo>
                  <a:pt x="418" y="1"/>
                </a:lnTo>
                <a:lnTo>
                  <a:pt x="419" y="1"/>
                </a:lnTo>
                <a:lnTo>
                  <a:pt x="419" y="2"/>
                </a:lnTo>
                <a:lnTo>
                  <a:pt x="419" y="3"/>
                </a:lnTo>
                <a:close/>
              </a:path>
            </a:pathLst>
          </a:custGeom>
          <a:solidFill>
            <a:srgbClr val="FEA065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1" name=""/>
          <p:cNvSpPr/>
          <p:nvPr/>
        </p:nvSpPr>
        <p:spPr>
          <a:xfrm>
            <a:off x="6710040" y="22914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2"/>
                </a:moveTo>
                <a:lnTo>
                  <a:pt x="1" y="1"/>
                </a:lnTo>
                <a:lnTo>
                  <a:pt x="4" y="0"/>
                </a:lnTo>
                <a:lnTo>
                  <a:pt x="4" y="1"/>
                </a:lnTo>
                <a:lnTo>
                  <a:pt x="5" y="2"/>
                </a:lnTo>
                <a:lnTo>
                  <a:pt x="4" y="4"/>
                </a:ln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2" name=""/>
          <p:cNvSpPr/>
          <p:nvPr/>
        </p:nvSpPr>
        <p:spPr>
          <a:xfrm>
            <a:off x="6721200" y="226296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4" y="4"/>
                </a:move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4" y="2"/>
                </a:lnTo>
                <a:lnTo>
                  <a:pt x="6" y="0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7" y="6"/>
                </a:lnTo>
                <a:lnTo>
                  <a:pt x="6" y="6"/>
                </a:lnTo>
                <a:lnTo>
                  <a:pt x="5" y="6"/>
                </a:lnTo>
                <a:lnTo>
                  <a:pt x="4" y="4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3" name=""/>
          <p:cNvSpPr/>
          <p:nvPr/>
        </p:nvSpPr>
        <p:spPr>
          <a:xfrm>
            <a:off x="6720120" y="22366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0"/>
                </a:moveTo>
                <a:lnTo>
                  <a:pt x="2" y="1"/>
                </a:lnTo>
                <a:lnTo>
                  <a:pt x="4" y="1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4" name=""/>
          <p:cNvSpPr/>
          <p:nvPr/>
        </p:nvSpPr>
        <p:spPr>
          <a:xfrm>
            <a:off x="6719760" y="2234880"/>
            <a:ext cx="4680" cy="2880"/>
          </a:xfrm>
          <a:custGeom>
            <a:avLst/>
            <a:gdLst/>
            <a:ahLst/>
            <a:rect l="0" t="0" r="r" b="b"/>
            <a:pathLst>
              <a:path w="13" h="8">
                <a:moveTo>
                  <a:pt x="10" y="6"/>
                </a:moveTo>
                <a:lnTo>
                  <a:pt x="9" y="6"/>
                </a:lnTo>
                <a:lnTo>
                  <a:pt x="8" y="7"/>
                </a:lnTo>
                <a:lnTo>
                  <a:pt x="6" y="7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5" y="6"/>
                </a:lnTo>
                <a:lnTo>
                  <a:pt x="6" y="6"/>
                </a:lnTo>
                <a:lnTo>
                  <a:pt x="6" y="4"/>
                </a:lnTo>
                <a:lnTo>
                  <a:pt x="8" y="3"/>
                </a:lnTo>
                <a:lnTo>
                  <a:pt x="9" y="3"/>
                </a:lnTo>
                <a:lnTo>
                  <a:pt x="10" y="3"/>
                </a:ln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6" y="2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2" y="4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4" y="1"/>
                </a:lnTo>
                <a:lnTo>
                  <a:pt x="5" y="1"/>
                </a:lnTo>
                <a:lnTo>
                  <a:pt x="6" y="0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  <a:lnTo>
                  <a:pt x="13" y="2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1" y="6"/>
                </a:lnTo>
                <a:lnTo>
                  <a:pt x="10" y="6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5" name=""/>
          <p:cNvSpPr/>
          <p:nvPr/>
        </p:nvSpPr>
        <p:spPr>
          <a:xfrm>
            <a:off x="6653160" y="21888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6" name=""/>
          <p:cNvSpPr/>
          <p:nvPr/>
        </p:nvSpPr>
        <p:spPr>
          <a:xfrm>
            <a:off x="6642720" y="218736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7" name=""/>
          <p:cNvSpPr/>
          <p:nvPr/>
        </p:nvSpPr>
        <p:spPr>
          <a:xfrm>
            <a:off x="6652080" y="21873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8" name=""/>
          <p:cNvSpPr/>
          <p:nvPr/>
        </p:nvSpPr>
        <p:spPr>
          <a:xfrm>
            <a:off x="6640920" y="21862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9" name=""/>
          <p:cNvSpPr/>
          <p:nvPr/>
        </p:nvSpPr>
        <p:spPr>
          <a:xfrm>
            <a:off x="6645600" y="21866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0" name=""/>
          <p:cNvSpPr/>
          <p:nvPr/>
        </p:nvSpPr>
        <p:spPr>
          <a:xfrm>
            <a:off x="6655680" y="21834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1" name=""/>
          <p:cNvSpPr/>
          <p:nvPr/>
        </p:nvSpPr>
        <p:spPr>
          <a:xfrm>
            <a:off x="6678360" y="2169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2" name=""/>
          <p:cNvSpPr/>
          <p:nvPr/>
        </p:nvSpPr>
        <p:spPr>
          <a:xfrm>
            <a:off x="6683040" y="216792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2" y="3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3" name=""/>
          <p:cNvSpPr/>
          <p:nvPr/>
        </p:nvSpPr>
        <p:spPr>
          <a:xfrm>
            <a:off x="6682680" y="2167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4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4" name=""/>
          <p:cNvSpPr/>
          <p:nvPr/>
        </p:nvSpPr>
        <p:spPr>
          <a:xfrm>
            <a:off x="6686280" y="21474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5" name=""/>
          <p:cNvSpPr/>
          <p:nvPr/>
        </p:nvSpPr>
        <p:spPr>
          <a:xfrm>
            <a:off x="6612480" y="2104200"/>
            <a:ext cx="92160" cy="86400"/>
          </a:xfrm>
          <a:custGeom>
            <a:avLst/>
            <a:gdLst/>
            <a:ahLst/>
            <a:rect l="0" t="0" r="r" b="b"/>
            <a:pathLst>
              <a:path w="256" h="240">
                <a:moveTo>
                  <a:pt x="224" y="14"/>
                </a:moveTo>
                <a:lnTo>
                  <a:pt x="225" y="14"/>
                </a:lnTo>
                <a:lnTo>
                  <a:pt x="225" y="15"/>
                </a:lnTo>
                <a:lnTo>
                  <a:pt x="226" y="15"/>
                </a:lnTo>
                <a:lnTo>
                  <a:pt x="227" y="15"/>
                </a:lnTo>
                <a:lnTo>
                  <a:pt x="227" y="16"/>
                </a:lnTo>
                <a:lnTo>
                  <a:pt x="227" y="17"/>
                </a:lnTo>
                <a:lnTo>
                  <a:pt x="228" y="17"/>
                </a:lnTo>
                <a:lnTo>
                  <a:pt x="228" y="18"/>
                </a:lnTo>
                <a:lnTo>
                  <a:pt x="230" y="19"/>
                </a:lnTo>
                <a:lnTo>
                  <a:pt x="232" y="19"/>
                </a:lnTo>
                <a:lnTo>
                  <a:pt x="233" y="20"/>
                </a:lnTo>
                <a:lnTo>
                  <a:pt x="234" y="20"/>
                </a:lnTo>
                <a:lnTo>
                  <a:pt x="235" y="20"/>
                </a:lnTo>
                <a:lnTo>
                  <a:pt x="235" y="21"/>
                </a:lnTo>
                <a:lnTo>
                  <a:pt x="235" y="20"/>
                </a:lnTo>
                <a:lnTo>
                  <a:pt x="236" y="20"/>
                </a:lnTo>
                <a:lnTo>
                  <a:pt x="236" y="21"/>
                </a:lnTo>
                <a:lnTo>
                  <a:pt x="237" y="21"/>
                </a:lnTo>
                <a:lnTo>
                  <a:pt x="237" y="20"/>
                </a:lnTo>
                <a:lnTo>
                  <a:pt x="237" y="21"/>
                </a:lnTo>
                <a:lnTo>
                  <a:pt x="238" y="21"/>
                </a:lnTo>
                <a:lnTo>
                  <a:pt x="239" y="21"/>
                </a:lnTo>
                <a:lnTo>
                  <a:pt x="240" y="21"/>
                </a:lnTo>
                <a:lnTo>
                  <a:pt x="240" y="20"/>
                </a:lnTo>
                <a:lnTo>
                  <a:pt x="242" y="20"/>
                </a:lnTo>
                <a:lnTo>
                  <a:pt x="243" y="20"/>
                </a:lnTo>
                <a:lnTo>
                  <a:pt x="243" y="19"/>
                </a:lnTo>
                <a:lnTo>
                  <a:pt x="244" y="19"/>
                </a:lnTo>
                <a:lnTo>
                  <a:pt x="244" y="18"/>
                </a:lnTo>
                <a:lnTo>
                  <a:pt x="245" y="18"/>
                </a:lnTo>
                <a:lnTo>
                  <a:pt x="245" y="19"/>
                </a:lnTo>
                <a:lnTo>
                  <a:pt x="245" y="20"/>
                </a:lnTo>
                <a:lnTo>
                  <a:pt x="247" y="23"/>
                </a:lnTo>
                <a:lnTo>
                  <a:pt x="247" y="26"/>
                </a:lnTo>
                <a:lnTo>
                  <a:pt x="247" y="27"/>
                </a:lnTo>
                <a:lnTo>
                  <a:pt x="247" y="28"/>
                </a:lnTo>
                <a:lnTo>
                  <a:pt x="248" y="29"/>
                </a:lnTo>
                <a:lnTo>
                  <a:pt x="248" y="30"/>
                </a:lnTo>
                <a:lnTo>
                  <a:pt x="248" y="31"/>
                </a:lnTo>
                <a:lnTo>
                  <a:pt x="249" y="31"/>
                </a:lnTo>
                <a:lnTo>
                  <a:pt x="249" y="32"/>
                </a:lnTo>
                <a:lnTo>
                  <a:pt x="249" y="33"/>
                </a:lnTo>
                <a:lnTo>
                  <a:pt x="249" y="34"/>
                </a:lnTo>
                <a:lnTo>
                  <a:pt x="250" y="35"/>
                </a:lnTo>
                <a:lnTo>
                  <a:pt x="250" y="37"/>
                </a:lnTo>
                <a:lnTo>
                  <a:pt x="251" y="39"/>
                </a:lnTo>
                <a:lnTo>
                  <a:pt x="251" y="41"/>
                </a:lnTo>
                <a:lnTo>
                  <a:pt x="251" y="42"/>
                </a:lnTo>
                <a:lnTo>
                  <a:pt x="251" y="45"/>
                </a:lnTo>
                <a:lnTo>
                  <a:pt x="252" y="46"/>
                </a:lnTo>
                <a:lnTo>
                  <a:pt x="252" y="50"/>
                </a:lnTo>
                <a:lnTo>
                  <a:pt x="252" y="51"/>
                </a:lnTo>
                <a:lnTo>
                  <a:pt x="252" y="52"/>
                </a:lnTo>
                <a:lnTo>
                  <a:pt x="252" y="55"/>
                </a:lnTo>
                <a:lnTo>
                  <a:pt x="252" y="56"/>
                </a:lnTo>
                <a:lnTo>
                  <a:pt x="253" y="58"/>
                </a:lnTo>
                <a:lnTo>
                  <a:pt x="254" y="58"/>
                </a:lnTo>
                <a:lnTo>
                  <a:pt x="255" y="58"/>
                </a:lnTo>
                <a:lnTo>
                  <a:pt x="254" y="58"/>
                </a:lnTo>
                <a:lnTo>
                  <a:pt x="254" y="59"/>
                </a:lnTo>
                <a:lnTo>
                  <a:pt x="255" y="59"/>
                </a:lnTo>
                <a:lnTo>
                  <a:pt x="255" y="60"/>
                </a:lnTo>
                <a:lnTo>
                  <a:pt x="255" y="61"/>
                </a:lnTo>
                <a:lnTo>
                  <a:pt x="255" y="62"/>
                </a:lnTo>
                <a:lnTo>
                  <a:pt x="255" y="63"/>
                </a:lnTo>
                <a:lnTo>
                  <a:pt x="256" y="62"/>
                </a:lnTo>
                <a:lnTo>
                  <a:pt x="256" y="63"/>
                </a:lnTo>
                <a:lnTo>
                  <a:pt x="255" y="64"/>
                </a:lnTo>
                <a:lnTo>
                  <a:pt x="253" y="63"/>
                </a:lnTo>
                <a:lnTo>
                  <a:pt x="252" y="63"/>
                </a:lnTo>
                <a:lnTo>
                  <a:pt x="250" y="63"/>
                </a:lnTo>
                <a:lnTo>
                  <a:pt x="248" y="65"/>
                </a:lnTo>
                <a:lnTo>
                  <a:pt x="248" y="66"/>
                </a:lnTo>
                <a:lnTo>
                  <a:pt x="247" y="67"/>
                </a:lnTo>
                <a:lnTo>
                  <a:pt x="247" y="68"/>
                </a:lnTo>
                <a:lnTo>
                  <a:pt x="246" y="68"/>
                </a:lnTo>
                <a:lnTo>
                  <a:pt x="245" y="69"/>
                </a:lnTo>
                <a:lnTo>
                  <a:pt x="244" y="69"/>
                </a:lnTo>
                <a:lnTo>
                  <a:pt x="243" y="69"/>
                </a:lnTo>
                <a:lnTo>
                  <a:pt x="243" y="70"/>
                </a:lnTo>
                <a:lnTo>
                  <a:pt x="242" y="70"/>
                </a:lnTo>
                <a:lnTo>
                  <a:pt x="242" y="71"/>
                </a:lnTo>
                <a:lnTo>
                  <a:pt x="242" y="72"/>
                </a:lnTo>
                <a:lnTo>
                  <a:pt x="241" y="72"/>
                </a:lnTo>
                <a:lnTo>
                  <a:pt x="241" y="73"/>
                </a:lnTo>
                <a:lnTo>
                  <a:pt x="240" y="74"/>
                </a:lnTo>
                <a:lnTo>
                  <a:pt x="239" y="75"/>
                </a:lnTo>
                <a:lnTo>
                  <a:pt x="239" y="76"/>
                </a:lnTo>
                <a:lnTo>
                  <a:pt x="238" y="76"/>
                </a:lnTo>
                <a:lnTo>
                  <a:pt x="238" y="77"/>
                </a:lnTo>
                <a:lnTo>
                  <a:pt x="237" y="77"/>
                </a:lnTo>
                <a:lnTo>
                  <a:pt x="236" y="76"/>
                </a:lnTo>
                <a:lnTo>
                  <a:pt x="235" y="76"/>
                </a:lnTo>
                <a:lnTo>
                  <a:pt x="235" y="75"/>
                </a:lnTo>
                <a:lnTo>
                  <a:pt x="236" y="75"/>
                </a:lnTo>
                <a:lnTo>
                  <a:pt x="235" y="75"/>
                </a:lnTo>
                <a:lnTo>
                  <a:pt x="235" y="74"/>
                </a:lnTo>
                <a:lnTo>
                  <a:pt x="235" y="73"/>
                </a:lnTo>
                <a:lnTo>
                  <a:pt x="234" y="73"/>
                </a:lnTo>
                <a:lnTo>
                  <a:pt x="235" y="73"/>
                </a:lnTo>
                <a:lnTo>
                  <a:pt x="235" y="72"/>
                </a:lnTo>
                <a:lnTo>
                  <a:pt x="234" y="72"/>
                </a:lnTo>
                <a:lnTo>
                  <a:pt x="234" y="71"/>
                </a:lnTo>
                <a:lnTo>
                  <a:pt x="234" y="70"/>
                </a:lnTo>
                <a:lnTo>
                  <a:pt x="234" y="69"/>
                </a:lnTo>
                <a:lnTo>
                  <a:pt x="233" y="68"/>
                </a:lnTo>
                <a:lnTo>
                  <a:pt x="234" y="67"/>
                </a:lnTo>
                <a:lnTo>
                  <a:pt x="235" y="67"/>
                </a:lnTo>
                <a:lnTo>
                  <a:pt x="235" y="66"/>
                </a:lnTo>
                <a:lnTo>
                  <a:pt x="236" y="67"/>
                </a:lnTo>
                <a:lnTo>
                  <a:pt x="238" y="67"/>
                </a:lnTo>
                <a:lnTo>
                  <a:pt x="239" y="67"/>
                </a:lnTo>
                <a:lnTo>
                  <a:pt x="238" y="67"/>
                </a:lnTo>
                <a:lnTo>
                  <a:pt x="238" y="66"/>
                </a:lnTo>
                <a:lnTo>
                  <a:pt x="239" y="65"/>
                </a:lnTo>
                <a:lnTo>
                  <a:pt x="239" y="64"/>
                </a:lnTo>
                <a:lnTo>
                  <a:pt x="239" y="63"/>
                </a:lnTo>
                <a:lnTo>
                  <a:pt x="240" y="62"/>
                </a:lnTo>
                <a:lnTo>
                  <a:pt x="241" y="62"/>
                </a:lnTo>
                <a:lnTo>
                  <a:pt x="242" y="62"/>
                </a:lnTo>
                <a:lnTo>
                  <a:pt x="241" y="62"/>
                </a:lnTo>
                <a:lnTo>
                  <a:pt x="240" y="62"/>
                </a:lnTo>
                <a:lnTo>
                  <a:pt x="241" y="62"/>
                </a:lnTo>
                <a:lnTo>
                  <a:pt x="240" y="62"/>
                </a:lnTo>
                <a:lnTo>
                  <a:pt x="239" y="62"/>
                </a:lnTo>
                <a:lnTo>
                  <a:pt x="239" y="63"/>
                </a:lnTo>
                <a:lnTo>
                  <a:pt x="239" y="64"/>
                </a:lnTo>
                <a:lnTo>
                  <a:pt x="239" y="65"/>
                </a:lnTo>
                <a:lnTo>
                  <a:pt x="238" y="65"/>
                </a:lnTo>
                <a:lnTo>
                  <a:pt x="237" y="65"/>
                </a:lnTo>
                <a:lnTo>
                  <a:pt x="235" y="65"/>
                </a:lnTo>
                <a:lnTo>
                  <a:pt x="235" y="64"/>
                </a:lnTo>
                <a:lnTo>
                  <a:pt x="234" y="65"/>
                </a:lnTo>
                <a:lnTo>
                  <a:pt x="233" y="65"/>
                </a:lnTo>
                <a:lnTo>
                  <a:pt x="232" y="65"/>
                </a:lnTo>
                <a:lnTo>
                  <a:pt x="231" y="65"/>
                </a:lnTo>
                <a:lnTo>
                  <a:pt x="230" y="65"/>
                </a:lnTo>
                <a:lnTo>
                  <a:pt x="230" y="64"/>
                </a:lnTo>
                <a:lnTo>
                  <a:pt x="229" y="64"/>
                </a:lnTo>
                <a:lnTo>
                  <a:pt x="229" y="65"/>
                </a:lnTo>
                <a:lnTo>
                  <a:pt x="228" y="65"/>
                </a:lnTo>
                <a:lnTo>
                  <a:pt x="227" y="65"/>
                </a:lnTo>
                <a:lnTo>
                  <a:pt x="227" y="66"/>
                </a:lnTo>
                <a:lnTo>
                  <a:pt x="228" y="66"/>
                </a:lnTo>
                <a:lnTo>
                  <a:pt x="228" y="65"/>
                </a:lnTo>
                <a:lnTo>
                  <a:pt x="229" y="65"/>
                </a:lnTo>
                <a:lnTo>
                  <a:pt x="229" y="66"/>
                </a:lnTo>
                <a:lnTo>
                  <a:pt x="230" y="67"/>
                </a:lnTo>
                <a:lnTo>
                  <a:pt x="231" y="69"/>
                </a:lnTo>
                <a:lnTo>
                  <a:pt x="232" y="69"/>
                </a:lnTo>
                <a:lnTo>
                  <a:pt x="232" y="70"/>
                </a:lnTo>
                <a:lnTo>
                  <a:pt x="233" y="70"/>
                </a:lnTo>
                <a:lnTo>
                  <a:pt x="233" y="71"/>
                </a:lnTo>
                <a:lnTo>
                  <a:pt x="233" y="72"/>
                </a:lnTo>
                <a:lnTo>
                  <a:pt x="235" y="75"/>
                </a:lnTo>
                <a:lnTo>
                  <a:pt x="235" y="76"/>
                </a:lnTo>
                <a:lnTo>
                  <a:pt x="234" y="76"/>
                </a:lnTo>
                <a:lnTo>
                  <a:pt x="234" y="75"/>
                </a:lnTo>
                <a:lnTo>
                  <a:pt x="233" y="75"/>
                </a:lnTo>
                <a:lnTo>
                  <a:pt x="232" y="75"/>
                </a:lnTo>
                <a:lnTo>
                  <a:pt x="232" y="76"/>
                </a:lnTo>
                <a:lnTo>
                  <a:pt x="231" y="77"/>
                </a:lnTo>
                <a:lnTo>
                  <a:pt x="231" y="78"/>
                </a:lnTo>
                <a:lnTo>
                  <a:pt x="232" y="79"/>
                </a:lnTo>
                <a:lnTo>
                  <a:pt x="232" y="80"/>
                </a:lnTo>
                <a:lnTo>
                  <a:pt x="231" y="81"/>
                </a:lnTo>
                <a:lnTo>
                  <a:pt x="231" y="82"/>
                </a:lnTo>
                <a:lnTo>
                  <a:pt x="230" y="82"/>
                </a:lnTo>
                <a:lnTo>
                  <a:pt x="230" y="83"/>
                </a:lnTo>
                <a:lnTo>
                  <a:pt x="229" y="84"/>
                </a:lnTo>
                <a:lnTo>
                  <a:pt x="228" y="84"/>
                </a:lnTo>
                <a:lnTo>
                  <a:pt x="228" y="85"/>
                </a:lnTo>
                <a:lnTo>
                  <a:pt x="227" y="85"/>
                </a:lnTo>
                <a:lnTo>
                  <a:pt x="227" y="86"/>
                </a:lnTo>
                <a:lnTo>
                  <a:pt x="228" y="85"/>
                </a:lnTo>
                <a:lnTo>
                  <a:pt x="228" y="86"/>
                </a:lnTo>
                <a:lnTo>
                  <a:pt x="227" y="86"/>
                </a:lnTo>
                <a:lnTo>
                  <a:pt x="227" y="87"/>
                </a:lnTo>
                <a:lnTo>
                  <a:pt x="227" y="88"/>
                </a:lnTo>
                <a:lnTo>
                  <a:pt x="227" y="89"/>
                </a:lnTo>
                <a:lnTo>
                  <a:pt x="226" y="89"/>
                </a:lnTo>
                <a:lnTo>
                  <a:pt x="225" y="90"/>
                </a:lnTo>
                <a:lnTo>
                  <a:pt x="224" y="90"/>
                </a:lnTo>
                <a:lnTo>
                  <a:pt x="224" y="91"/>
                </a:lnTo>
                <a:lnTo>
                  <a:pt x="223" y="91"/>
                </a:lnTo>
                <a:lnTo>
                  <a:pt x="223" y="90"/>
                </a:lnTo>
                <a:lnTo>
                  <a:pt x="221" y="90"/>
                </a:lnTo>
                <a:lnTo>
                  <a:pt x="220" y="90"/>
                </a:lnTo>
                <a:lnTo>
                  <a:pt x="219" y="91"/>
                </a:lnTo>
                <a:lnTo>
                  <a:pt x="219" y="92"/>
                </a:lnTo>
                <a:lnTo>
                  <a:pt x="218" y="92"/>
                </a:lnTo>
                <a:lnTo>
                  <a:pt x="218" y="93"/>
                </a:lnTo>
                <a:lnTo>
                  <a:pt x="217" y="94"/>
                </a:lnTo>
                <a:lnTo>
                  <a:pt x="217" y="95"/>
                </a:lnTo>
                <a:lnTo>
                  <a:pt x="217" y="96"/>
                </a:lnTo>
                <a:lnTo>
                  <a:pt x="217" y="97"/>
                </a:lnTo>
                <a:lnTo>
                  <a:pt x="218" y="97"/>
                </a:lnTo>
                <a:lnTo>
                  <a:pt x="218" y="98"/>
                </a:lnTo>
                <a:lnTo>
                  <a:pt x="218" y="99"/>
                </a:lnTo>
                <a:lnTo>
                  <a:pt x="219" y="99"/>
                </a:lnTo>
                <a:lnTo>
                  <a:pt x="219" y="100"/>
                </a:lnTo>
                <a:lnTo>
                  <a:pt x="218" y="100"/>
                </a:lnTo>
                <a:lnTo>
                  <a:pt x="218" y="101"/>
                </a:lnTo>
                <a:lnTo>
                  <a:pt x="217" y="102"/>
                </a:lnTo>
                <a:lnTo>
                  <a:pt x="216" y="102"/>
                </a:lnTo>
                <a:lnTo>
                  <a:pt x="216" y="103"/>
                </a:lnTo>
                <a:lnTo>
                  <a:pt x="216" y="102"/>
                </a:lnTo>
                <a:lnTo>
                  <a:pt x="215" y="102"/>
                </a:lnTo>
                <a:lnTo>
                  <a:pt x="214" y="103"/>
                </a:lnTo>
                <a:lnTo>
                  <a:pt x="213" y="103"/>
                </a:lnTo>
                <a:lnTo>
                  <a:pt x="213" y="105"/>
                </a:lnTo>
                <a:lnTo>
                  <a:pt x="214" y="105"/>
                </a:lnTo>
                <a:lnTo>
                  <a:pt x="214" y="106"/>
                </a:lnTo>
                <a:lnTo>
                  <a:pt x="214" y="108"/>
                </a:lnTo>
                <a:lnTo>
                  <a:pt x="213" y="109"/>
                </a:lnTo>
                <a:lnTo>
                  <a:pt x="212" y="111"/>
                </a:lnTo>
                <a:lnTo>
                  <a:pt x="212" y="112"/>
                </a:lnTo>
                <a:lnTo>
                  <a:pt x="211" y="113"/>
                </a:lnTo>
                <a:lnTo>
                  <a:pt x="211" y="114"/>
                </a:lnTo>
                <a:lnTo>
                  <a:pt x="211" y="115"/>
                </a:lnTo>
                <a:lnTo>
                  <a:pt x="210" y="116"/>
                </a:lnTo>
                <a:lnTo>
                  <a:pt x="209" y="116"/>
                </a:lnTo>
                <a:lnTo>
                  <a:pt x="209" y="117"/>
                </a:lnTo>
                <a:lnTo>
                  <a:pt x="209" y="118"/>
                </a:lnTo>
                <a:lnTo>
                  <a:pt x="209" y="119"/>
                </a:lnTo>
                <a:lnTo>
                  <a:pt x="208" y="120"/>
                </a:lnTo>
                <a:lnTo>
                  <a:pt x="208" y="121"/>
                </a:lnTo>
                <a:lnTo>
                  <a:pt x="208" y="120"/>
                </a:lnTo>
                <a:lnTo>
                  <a:pt x="207" y="121"/>
                </a:lnTo>
                <a:lnTo>
                  <a:pt x="206" y="121"/>
                </a:lnTo>
                <a:lnTo>
                  <a:pt x="206" y="122"/>
                </a:lnTo>
                <a:lnTo>
                  <a:pt x="205" y="122"/>
                </a:lnTo>
                <a:lnTo>
                  <a:pt x="205" y="123"/>
                </a:lnTo>
                <a:lnTo>
                  <a:pt x="206" y="123"/>
                </a:lnTo>
                <a:lnTo>
                  <a:pt x="206" y="124"/>
                </a:lnTo>
                <a:lnTo>
                  <a:pt x="206" y="125"/>
                </a:lnTo>
                <a:lnTo>
                  <a:pt x="206" y="126"/>
                </a:lnTo>
                <a:lnTo>
                  <a:pt x="206" y="127"/>
                </a:lnTo>
                <a:lnTo>
                  <a:pt x="205" y="127"/>
                </a:lnTo>
                <a:lnTo>
                  <a:pt x="205" y="128"/>
                </a:lnTo>
                <a:lnTo>
                  <a:pt x="206" y="128"/>
                </a:lnTo>
                <a:lnTo>
                  <a:pt x="206" y="127"/>
                </a:lnTo>
                <a:lnTo>
                  <a:pt x="206" y="126"/>
                </a:lnTo>
                <a:lnTo>
                  <a:pt x="206" y="124"/>
                </a:lnTo>
                <a:lnTo>
                  <a:pt x="207" y="123"/>
                </a:lnTo>
                <a:lnTo>
                  <a:pt x="207" y="124"/>
                </a:lnTo>
                <a:lnTo>
                  <a:pt x="207" y="125"/>
                </a:lnTo>
                <a:lnTo>
                  <a:pt x="207" y="126"/>
                </a:lnTo>
                <a:lnTo>
                  <a:pt x="207" y="127"/>
                </a:lnTo>
                <a:lnTo>
                  <a:pt x="207" y="128"/>
                </a:lnTo>
                <a:lnTo>
                  <a:pt x="207" y="129"/>
                </a:lnTo>
                <a:lnTo>
                  <a:pt x="207" y="132"/>
                </a:lnTo>
                <a:lnTo>
                  <a:pt x="206" y="133"/>
                </a:lnTo>
                <a:lnTo>
                  <a:pt x="206" y="134"/>
                </a:lnTo>
                <a:lnTo>
                  <a:pt x="204" y="134"/>
                </a:lnTo>
                <a:lnTo>
                  <a:pt x="203" y="135"/>
                </a:lnTo>
                <a:lnTo>
                  <a:pt x="203" y="136"/>
                </a:lnTo>
                <a:lnTo>
                  <a:pt x="203" y="137"/>
                </a:lnTo>
                <a:lnTo>
                  <a:pt x="202" y="138"/>
                </a:lnTo>
                <a:lnTo>
                  <a:pt x="202" y="139"/>
                </a:lnTo>
                <a:lnTo>
                  <a:pt x="201" y="140"/>
                </a:lnTo>
                <a:lnTo>
                  <a:pt x="201" y="141"/>
                </a:lnTo>
                <a:lnTo>
                  <a:pt x="201" y="143"/>
                </a:lnTo>
                <a:lnTo>
                  <a:pt x="201" y="144"/>
                </a:lnTo>
                <a:lnTo>
                  <a:pt x="201" y="145"/>
                </a:lnTo>
                <a:lnTo>
                  <a:pt x="200" y="147"/>
                </a:lnTo>
                <a:lnTo>
                  <a:pt x="200" y="150"/>
                </a:lnTo>
                <a:lnTo>
                  <a:pt x="201" y="150"/>
                </a:lnTo>
                <a:lnTo>
                  <a:pt x="201" y="151"/>
                </a:lnTo>
                <a:lnTo>
                  <a:pt x="201" y="152"/>
                </a:lnTo>
                <a:lnTo>
                  <a:pt x="201" y="153"/>
                </a:lnTo>
                <a:lnTo>
                  <a:pt x="200" y="152"/>
                </a:lnTo>
                <a:lnTo>
                  <a:pt x="199" y="152"/>
                </a:lnTo>
                <a:lnTo>
                  <a:pt x="198" y="153"/>
                </a:lnTo>
                <a:lnTo>
                  <a:pt x="197" y="153"/>
                </a:lnTo>
                <a:lnTo>
                  <a:pt x="197" y="154"/>
                </a:lnTo>
                <a:lnTo>
                  <a:pt x="196" y="155"/>
                </a:lnTo>
                <a:lnTo>
                  <a:pt x="196" y="154"/>
                </a:lnTo>
                <a:lnTo>
                  <a:pt x="195" y="154"/>
                </a:lnTo>
                <a:lnTo>
                  <a:pt x="195" y="155"/>
                </a:lnTo>
                <a:lnTo>
                  <a:pt x="196" y="155"/>
                </a:lnTo>
                <a:lnTo>
                  <a:pt x="196" y="156"/>
                </a:lnTo>
                <a:lnTo>
                  <a:pt x="196" y="157"/>
                </a:lnTo>
                <a:lnTo>
                  <a:pt x="196" y="158"/>
                </a:lnTo>
                <a:lnTo>
                  <a:pt x="195" y="159"/>
                </a:lnTo>
                <a:lnTo>
                  <a:pt x="194" y="159"/>
                </a:lnTo>
                <a:lnTo>
                  <a:pt x="193" y="159"/>
                </a:lnTo>
                <a:lnTo>
                  <a:pt x="192" y="159"/>
                </a:lnTo>
                <a:lnTo>
                  <a:pt x="193" y="160"/>
                </a:lnTo>
                <a:lnTo>
                  <a:pt x="192" y="160"/>
                </a:lnTo>
                <a:lnTo>
                  <a:pt x="192" y="161"/>
                </a:lnTo>
                <a:lnTo>
                  <a:pt x="193" y="162"/>
                </a:lnTo>
                <a:lnTo>
                  <a:pt x="194" y="162"/>
                </a:lnTo>
                <a:lnTo>
                  <a:pt x="195" y="162"/>
                </a:lnTo>
                <a:lnTo>
                  <a:pt x="195" y="163"/>
                </a:lnTo>
                <a:lnTo>
                  <a:pt x="196" y="163"/>
                </a:lnTo>
                <a:lnTo>
                  <a:pt x="197" y="163"/>
                </a:lnTo>
                <a:lnTo>
                  <a:pt x="198" y="163"/>
                </a:lnTo>
                <a:lnTo>
                  <a:pt x="198" y="164"/>
                </a:lnTo>
                <a:lnTo>
                  <a:pt x="199" y="164"/>
                </a:lnTo>
                <a:lnTo>
                  <a:pt x="200" y="163"/>
                </a:lnTo>
                <a:lnTo>
                  <a:pt x="201" y="163"/>
                </a:lnTo>
                <a:lnTo>
                  <a:pt x="200" y="162"/>
                </a:lnTo>
                <a:lnTo>
                  <a:pt x="199" y="161"/>
                </a:lnTo>
                <a:lnTo>
                  <a:pt x="199" y="160"/>
                </a:lnTo>
                <a:lnTo>
                  <a:pt x="200" y="160"/>
                </a:lnTo>
                <a:lnTo>
                  <a:pt x="200" y="159"/>
                </a:lnTo>
                <a:lnTo>
                  <a:pt x="199" y="158"/>
                </a:lnTo>
                <a:lnTo>
                  <a:pt x="199" y="157"/>
                </a:lnTo>
                <a:lnTo>
                  <a:pt x="199" y="156"/>
                </a:lnTo>
                <a:lnTo>
                  <a:pt x="198" y="156"/>
                </a:lnTo>
                <a:lnTo>
                  <a:pt x="198" y="155"/>
                </a:lnTo>
                <a:lnTo>
                  <a:pt x="199" y="154"/>
                </a:lnTo>
                <a:lnTo>
                  <a:pt x="199" y="153"/>
                </a:lnTo>
                <a:lnTo>
                  <a:pt x="200" y="152"/>
                </a:lnTo>
                <a:lnTo>
                  <a:pt x="200" y="153"/>
                </a:lnTo>
                <a:lnTo>
                  <a:pt x="201" y="154"/>
                </a:lnTo>
                <a:lnTo>
                  <a:pt x="201" y="156"/>
                </a:lnTo>
                <a:lnTo>
                  <a:pt x="201" y="158"/>
                </a:lnTo>
                <a:lnTo>
                  <a:pt x="201" y="160"/>
                </a:lnTo>
                <a:lnTo>
                  <a:pt x="202" y="161"/>
                </a:lnTo>
                <a:lnTo>
                  <a:pt x="202" y="162"/>
                </a:lnTo>
                <a:lnTo>
                  <a:pt x="202" y="163"/>
                </a:lnTo>
                <a:lnTo>
                  <a:pt x="202" y="164"/>
                </a:lnTo>
                <a:lnTo>
                  <a:pt x="203" y="164"/>
                </a:lnTo>
                <a:lnTo>
                  <a:pt x="204" y="165"/>
                </a:lnTo>
                <a:lnTo>
                  <a:pt x="203" y="166"/>
                </a:lnTo>
                <a:lnTo>
                  <a:pt x="203" y="165"/>
                </a:lnTo>
                <a:lnTo>
                  <a:pt x="202" y="165"/>
                </a:lnTo>
                <a:lnTo>
                  <a:pt x="201" y="165"/>
                </a:lnTo>
                <a:lnTo>
                  <a:pt x="201" y="166"/>
                </a:lnTo>
                <a:lnTo>
                  <a:pt x="201" y="167"/>
                </a:lnTo>
                <a:lnTo>
                  <a:pt x="200" y="166"/>
                </a:lnTo>
                <a:lnTo>
                  <a:pt x="199" y="166"/>
                </a:lnTo>
                <a:lnTo>
                  <a:pt x="199" y="167"/>
                </a:lnTo>
                <a:lnTo>
                  <a:pt x="198" y="167"/>
                </a:lnTo>
                <a:lnTo>
                  <a:pt x="198" y="166"/>
                </a:lnTo>
                <a:lnTo>
                  <a:pt x="197" y="166"/>
                </a:lnTo>
                <a:lnTo>
                  <a:pt x="196" y="166"/>
                </a:lnTo>
                <a:lnTo>
                  <a:pt x="196" y="167"/>
                </a:lnTo>
                <a:lnTo>
                  <a:pt x="195" y="167"/>
                </a:lnTo>
                <a:lnTo>
                  <a:pt x="195" y="168"/>
                </a:lnTo>
                <a:lnTo>
                  <a:pt x="194" y="169"/>
                </a:lnTo>
                <a:lnTo>
                  <a:pt x="194" y="171"/>
                </a:lnTo>
                <a:lnTo>
                  <a:pt x="194" y="172"/>
                </a:lnTo>
                <a:lnTo>
                  <a:pt x="193" y="172"/>
                </a:lnTo>
                <a:lnTo>
                  <a:pt x="193" y="171"/>
                </a:lnTo>
                <a:lnTo>
                  <a:pt x="192" y="172"/>
                </a:lnTo>
                <a:lnTo>
                  <a:pt x="192" y="173"/>
                </a:lnTo>
                <a:lnTo>
                  <a:pt x="192" y="174"/>
                </a:lnTo>
                <a:lnTo>
                  <a:pt x="192" y="177"/>
                </a:lnTo>
                <a:lnTo>
                  <a:pt x="192" y="178"/>
                </a:lnTo>
                <a:lnTo>
                  <a:pt x="191" y="178"/>
                </a:lnTo>
                <a:lnTo>
                  <a:pt x="190" y="179"/>
                </a:lnTo>
                <a:lnTo>
                  <a:pt x="190" y="180"/>
                </a:lnTo>
                <a:lnTo>
                  <a:pt x="189" y="179"/>
                </a:lnTo>
                <a:lnTo>
                  <a:pt x="188" y="179"/>
                </a:lnTo>
                <a:lnTo>
                  <a:pt x="188" y="178"/>
                </a:lnTo>
                <a:lnTo>
                  <a:pt x="187" y="178"/>
                </a:lnTo>
                <a:lnTo>
                  <a:pt x="187" y="179"/>
                </a:lnTo>
                <a:lnTo>
                  <a:pt x="186" y="179"/>
                </a:lnTo>
                <a:lnTo>
                  <a:pt x="186" y="178"/>
                </a:lnTo>
                <a:lnTo>
                  <a:pt x="186" y="179"/>
                </a:lnTo>
                <a:lnTo>
                  <a:pt x="185" y="179"/>
                </a:lnTo>
                <a:lnTo>
                  <a:pt x="185" y="180"/>
                </a:lnTo>
                <a:lnTo>
                  <a:pt x="184" y="180"/>
                </a:lnTo>
                <a:lnTo>
                  <a:pt x="184" y="179"/>
                </a:lnTo>
                <a:lnTo>
                  <a:pt x="183" y="179"/>
                </a:lnTo>
                <a:lnTo>
                  <a:pt x="183" y="178"/>
                </a:lnTo>
                <a:lnTo>
                  <a:pt x="182" y="178"/>
                </a:lnTo>
                <a:lnTo>
                  <a:pt x="182" y="179"/>
                </a:lnTo>
                <a:lnTo>
                  <a:pt x="181" y="179"/>
                </a:lnTo>
                <a:lnTo>
                  <a:pt x="182" y="178"/>
                </a:lnTo>
                <a:lnTo>
                  <a:pt x="183" y="177"/>
                </a:lnTo>
                <a:lnTo>
                  <a:pt x="184" y="177"/>
                </a:lnTo>
                <a:lnTo>
                  <a:pt x="185" y="177"/>
                </a:lnTo>
                <a:lnTo>
                  <a:pt x="186" y="177"/>
                </a:lnTo>
                <a:lnTo>
                  <a:pt x="187" y="177"/>
                </a:lnTo>
                <a:lnTo>
                  <a:pt x="188" y="177"/>
                </a:lnTo>
                <a:lnTo>
                  <a:pt x="189" y="177"/>
                </a:lnTo>
                <a:lnTo>
                  <a:pt x="189" y="176"/>
                </a:lnTo>
                <a:lnTo>
                  <a:pt x="190" y="176"/>
                </a:lnTo>
                <a:lnTo>
                  <a:pt x="190" y="177"/>
                </a:lnTo>
                <a:lnTo>
                  <a:pt x="190" y="176"/>
                </a:lnTo>
                <a:lnTo>
                  <a:pt x="189" y="175"/>
                </a:lnTo>
                <a:lnTo>
                  <a:pt x="188" y="175"/>
                </a:lnTo>
                <a:lnTo>
                  <a:pt x="188" y="176"/>
                </a:lnTo>
                <a:lnTo>
                  <a:pt x="189" y="176"/>
                </a:lnTo>
                <a:lnTo>
                  <a:pt x="189" y="177"/>
                </a:lnTo>
                <a:lnTo>
                  <a:pt x="188" y="177"/>
                </a:lnTo>
                <a:lnTo>
                  <a:pt x="187" y="176"/>
                </a:lnTo>
                <a:lnTo>
                  <a:pt x="186" y="176"/>
                </a:lnTo>
                <a:lnTo>
                  <a:pt x="186" y="177"/>
                </a:lnTo>
                <a:lnTo>
                  <a:pt x="185" y="176"/>
                </a:lnTo>
                <a:lnTo>
                  <a:pt x="184" y="176"/>
                </a:lnTo>
                <a:lnTo>
                  <a:pt x="183" y="176"/>
                </a:lnTo>
                <a:lnTo>
                  <a:pt x="183" y="177"/>
                </a:lnTo>
                <a:lnTo>
                  <a:pt x="182" y="177"/>
                </a:lnTo>
                <a:lnTo>
                  <a:pt x="181" y="178"/>
                </a:lnTo>
                <a:lnTo>
                  <a:pt x="181" y="179"/>
                </a:lnTo>
                <a:lnTo>
                  <a:pt x="180" y="180"/>
                </a:lnTo>
                <a:lnTo>
                  <a:pt x="179" y="180"/>
                </a:lnTo>
                <a:lnTo>
                  <a:pt x="178" y="179"/>
                </a:lnTo>
                <a:lnTo>
                  <a:pt x="177" y="179"/>
                </a:lnTo>
                <a:lnTo>
                  <a:pt x="176" y="179"/>
                </a:lnTo>
                <a:lnTo>
                  <a:pt x="175" y="180"/>
                </a:lnTo>
                <a:lnTo>
                  <a:pt x="174" y="180"/>
                </a:lnTo>
                <a:lnTo>
                  <a:pt x="172" y="181"/>
                </a:lnTo>
                <a:lnTo>
                  <a:pt x="171" y="183"/>
                </a:lnTo>
                <a:lnTo>
                  <a:pt x="171" y="184"/>
                </a:lnTo>
                <a:lnTo>
                  <a:pt x="170" y="184"/>
                </a:lnTo>
                <a:lnTo>
                  <a:pt x="170" y="183"/>
                </a:lnTo>
                <a:lnTo>
                  <a:pt x="169" y="183"/>
                </a:lnTo>
                <a:lnTo>
                  <a:pt x="169" y="184"/>
                </a:lnTo>
                <a:lnTo>
                  <a:pt x="168" y="185"/>
                </a:lnTo>
                <a:lnTo>
                  <a:pt x="167" y="185"/>
                </a:lnTo>
                <a:lnTo>
                  <a:pt x="167" y="186"/>
                </a:lnTo>
                <a:lnTo>
                  <a:pt x="166" y="186"/>
                </a:lnTo>
                <a:lnTo>
                  <a:pt x="166" y="187"/>
                </a:lnTo>
                <a:lnTo>
                  <a:pt x="165" y="188"/>
                </a:lnTo>
                <a:lnTo>
                  <a:pt x="165" y="189"/>
                </a:lnTo>
                <a:lnTo>
                  <a:pt x="164" y="189"/>
                </a:lnTo>
                <a:lnTo>
                  <a:pt x="163" y="189"/>
                </a:lnTo>
                <a:lnTo>
                  <a:pt x="163" y="190"/>
                </a:lnTo>
                <a:lnTo>
                  <a:pt x="162" y="190"/>
                </a:lnTo>
                <a:lnTo>
                  <a:pt x="162" y="191"/>
                </a:lnTo>
                <a:lnTo>
                  <a:pt x="162" y="192"/>
                </a:lnTo>
                <a:lnTo>
                  <a:pt x="161" y="193"/>
                </a:lnTo>
                <a:lnTo>
                  <a:pt x="160" y="193"/>
                </a:lnTo>
                <a:lnTo>
                  <a:pt x="159" y="193"/>
                </a:lnTo>
                <a:lnTo>
                  <a:pt x="159" y="194"/>
                </a:lnTo>
                <a:lnTo>
                  <a:pt x="158" y="194"/>
                </a:lnTo>
                <a:lnTo>
                  <a:pt x="158" y="195"/>
                </a:lnTo>
                <a:lnTo>
                  <a:pt x="157" y="197"/>
                </a:lnTo>
                <a:lnTo>
                  <a:pt x="156" y="199"/>
                </a:lnTo>
                <a:lnTo>
                  <a:pt x="156" y="200"/>
                </a:lnTo>
                <a:lnTo>
                  <a:pt x="156" y="201"/>
                </a:lnTo>
                <a:lnTo>
                  <a:pt x="155" y="201"/>
                </a:lnTo>
                <a:lnTo>
                  <a:pt x="155" y="204"/>
                </a:lnTo>
                <a:lnTo>
                  <a:pt x="154" y="206"/>
                </a:lnTo>
                <a:lnTo>
                  <a:pt x="154" y="208"/>
                </a:lnTo>
                <a:lnTo>
                  <a:pt x="154" y="209"/>
                </a:lnTo>
                <a:lnTo>
                  <a:pt x="154" y="210"/>
                </a:lnTo>
                <a:lnTo>
                  <a:pt x="153" y="210"/>
                </a:lnTo>
                <a:lnTo>
                  <a:pt x="153" y="209"/>
                </a:lnTo>
                <a:lnTo>
                  <a:pt x="153" y="208"/>
                </a:lnTo>
                <a:lnTo>
                  <a:pt x="153" y="207"/>
                </a:lnTo>
                <a:lnTo>
                  <a:pt x="153" y="206"/>
                </a:lnTo>
                <a:lnTo>
                  <a:pt x="152" y="206"/>
                </a:lnTo>
                <a:lnTo>
                  <a:pt x="151" y="207"/>
                </a:lnTo>
                <a:lnTo>
                  <a:pt x="151" y="208"/>
                </a:lnTo>
                <a:lnTo>
                  <a:pt x="151" y="209"/>
                </a:lnTo>
                <a:lnTo>
                  <a:pt x="151" y="208"/>
                </a:lnTo>
                <a:lnTo>
                  <a:pt x="152" y="209"/>
                </a:lnTo>
                <a:lnTo>
                  <a:pt x="151" y="209"/>
                </a:lnTo>
                <a:lnTo>
                  <a:pt x="150" y="209"/>
                </a:lnTo>
                <a:lnTo>
                  <a:pt x="150" y="210"/>
                </a:lnTo>
                <a:lnTo>
                  <a:pt x="150" y="211"/>
                </a:lnTo>
                <a:lnTo>
                  <a:pt x="150" y="210"/>
                </a:lnTo>
                <a:lnTo>
                  <a:pt x="150" y="209"/>
                </a:lnTo>
                <a:lnTo>
                  <a:pt x="151" y="209"/>
                </a:lnTo>
                <a:lnTo>
                  <a:pt x="151" y="210"/>
                </a:lnTo>
                <a:lnTo>
                  <a:pt x="152" y="210"/>
                </a:lnTo>
                <a:lnTo>
                  <a:pt x="153" y="210"/>
                </a:lnTo>
                <a:lnTo>
                  <a:pt x="153" y="211"/>
                </a:lnTo>
                <a:lnTo>
                  <a:pt x="152" y="212"/>
                </a:lnTo>
                <a:lnTo>
                  <a:pt x="152" y="213"/>
                </a:lnTo>
                <a:lnTo>
                  <a:pt x="151" y="213"/>
                </a:lnTo>
                <a:lnTo>
                  <a:pt x="150" y="213"/>
                </a:lnTo>
                <a:lnTo>
                  <a:pt x="149" y="213"/>
                </a:lnTo>
                <a:lnTo>
                  <a:pt x="148" y="214"/>
                </a:lnTo>
                <a:lnTo>
                  <a:pt x="147" y="214"/>
                </a:lnTo>
                <a:lnTo>
                  <a:pt x="146" y="214"/>
                </a:lnTo>
                <a:lnTo>
                  <a:pt x="147" y="214"/>
                </a:lnTo>
                <a:lnTo>
                  <a:pt x="147" y="213"/>
                </a:lnTo>
                <a:lnTo>
                  <a:pt x="146" y="213"/>
                </a:lnTo>
                <a:lnTo>
                  <a:pt x="145" y="213"/>
                </a:lnTo>
                <a:lnTo>
                  <a:pt x="143" y="213"/>
                </a:lnTo>
                <a:lnTo>
                  <a:pt x="143" y="212"/>
                </a:lnTo>
                <a:lnTo>
                  <a:pt x="143" y="211"/>
                </a:lnTo>
                <a:lnTo>
                  <a:pt x="143" y="210"/>
                </a:lnTo>
                <a:lnTo>
                  <a:pt x="144" y="210"/>
                </a:lnTo>
                <a:lnTo>
                  <a:pt x="145" y="211"/>
                </a:lnTo>
                <a:lnTo>
                  <a:pt x="146" y="212"/>
                </a:lnTo>
                <a:lnTo>
                  <a:pt x="147" y="212"/>
                </a:lnTo>
                <a:lnTo>
                  <a:pt x="149" y="210"/>
                </a:lnTo>
                <a:lnTo>
                  <a:pt x="149" y="209"/>
                </a:lnTo>
                <a:lnTo>
                  <a:pt x="149" y="208"/>
                </a:lnTo>
                <a:lnTo>
                  <a:pt x="150" y="208"/>
                </a:lnTo>
                <a:lnTo>
                  <a:pt x="150" y="207"/>
                </a:lnTo>
                <a:lnTo>
                  <a:pt x="150" y="206"/>
                </a:lnTo>
                <a:lnTo>
                  <a:pt x="149" y="206"/>
                </a:lnTo>
                <a:lnTo>
                  <a:pt x="149" y="205"/>
                </a:lnTo>
                <a:lnTo>
                  <a:pt x="148" y="206"/>
                </a:lnTo>
                <a:lnTo>
                  <a:pt x="149" y="206"/>
                </a:lnTo>
                <a:lnTo>
                  <a:pt x="148" y="207"/>
                </a:lnTo>
                <a:lnTo>
                  <a:pt x="147" y="207"/>
                </a:lnTo>
                <a:lnTo>
                  <a:pt x="146" y="207"/>
                </a:lnTo>
                <a:lnTo>
                  <a:pt x="145" y="207"/>
                </a:lnTo>
                <a:lnTo>
                  <a:pt x="145" y="208"/>
                </a:lnTo>
                <a:lnTo>
                  <a:pt x="144" y="209"/>
                </a:lnTo>
                <a:lnTo>
                  <a:pt x="143" y="210"/>
                </a:lnTo>
                <a:lnTo>
                  <a:pt x="142" y="210"/>
                </a:lnTo>
                <a:lnTo>
                  <a:pt x="140" y="209"/>
                </a:lnTo>
                <a:lnTo>
                  <a:pt x="138" y="209"/>
                </a:lnTo>
                <a:lnTo>
                  <a:pt x="137" y="209"/>
                </a:lnTo>
                <a:lnTo>
                  <a:pt x="136" y="209"/>
                </a:lnTo>
                <a:lnTo>
                  <a:pt x="135" y="210"/>
                </a:lnTo>
                <a:lnTo>
                  <a:pt x="134" y="211"/>
                </a:lnTo>
                <a:lnTo>
                  <a:pt x="133" y="211"/>
                </a:lnTo>
                <a:lnTo>
                  <a:pt x="132" y="212"/>
                </a:lnTo>
                <a:lnTo>
                  <a:pt x="130" y="213"/>
                </a:lnTo>
                <a:lnTo>
                  <a:pt x="129" y="213"/>
                </a:lnTo>
                <a:lnTo>
                  <a:pt x="128" y="214"/>
                </a:lnTo>
                <a:lnTo>
                  <a:pt x="127" y="214"/>
                </a:lnTo>
                <a:lnTo>
                  <a:pt x="127" y="212"/>
                </a:lnTo>
                <a:lnTo>
                  <a:pt x="127" y="211"/>
                </a:lnTo>
                <a:lnTo>
                  <a:pt x="126" y="211"/>
                </a:lnTo>
                <a:lnTo>
                  <a:pt x="125" y="211"/>
                </a:lnTo>
                <a:lnTo>
                  <a:pt x="124" y="211"/>
                </a:lnTo>
                <a:lnTo>
                  <a:pt x="123" y="211"/>
                </a:lnTo>
                <a:lnTo>
                  <a:pt x="123" y="212"/>
                </a:lnTo>
                <a:lnTo>
                  <a:pt x="122" y="212"/>
                </a:lnTo>
                <a:lnTo>
                  <a:pt x="121" y="214"/>
                </a:lnTo>
                <a:lnTo>
                  <a:pt x="119" y="215"/>
                </a:lnTo>
                <a:lnTo>
                  <a:pt x="118" y="217"/>
                </a:lnTo>
                <a:lnTo>
                  <a:pt x="118" y="218"/>
                </a:lnTo>
                <a:lnTo>
                  <a:pt x="118" y="219"/>
                </a:lnTo>
                <a:lnTo>
                  <a:pt x="118" y="220"/>
                </a:lnTo>
                <a:lnTo>
                  <a:pt x="117" y="221"/>
                </a:lnTo>
                <a:lnTo>
                  <a:pt x="117" y="222"/>
                </a:lnTo>
                <a:lnTo>
                  <a:pt x="116" y="223"/>
                </a:lnTo>
                <a:lnTo>
                  <a:pt x="116" y="225"/>
                </a:lnTo>
                <a:lnTo>
                  <a:pt x="116" y="226"/>
                </a:lnTo>
                <a:lnTo>
                  <a:pt x="117" y="226"/>
                </a:lnTo>
                <a:lnTo>
                  <a:pt x="118" y="226"/>
                </a:lnTo>
                <a:lnTo>
                  <a:pt x="117" y="227"/>
                </a:lnTo>
                <a:lnTo>
                  <a:pt x="117" y="226"/>
                </a:lnTo>
                <a:lnTo>
                  <a:pt x="116" y="227"/>
                </a:lnTo>
                <a:lnTo>
                  <a:pt x="115" y="227"/>
                </a:lnTo>
                <a:lnTo>
                  <a:pt x="115" y="226"/>
                </a:lnTo>
                <a:lnTo>
                  <a:pt x="115" y="225"/>
                </a:lnTo>
                <a:lnTo>
                  <a:pt x="114" y="225"/>
                </a:lnTo>
                <a:lnTo>
                  <a:pt x="113" y="225"/>
                </a:lnTo>
                <a:lnTo>
                  <a:pt x="113" y="226"/>
                </a:lnTo>
                <a:lnTo>
                  <a:pt x="112" y="225"/>
                </a:lnTo>
                <a:lnTo>
                  <a:pt x="111" y="226"/>
                </a:lnTo>
                <a:lnTo>
                  <a:pt x="111" y="227"/>
                </a:lnTo>
                <a:lnTo>
                  <a:pt x="112" y="227"/>
                </a:lnTo>
                <a:lnTo>
                  <a:pt x="112" y="228"/>
                </a:lnTo>
                <a:lnTo>
                  <a:pt x="113" y="228"/>
                </a:lnTo>
                <a:lnTo>
                  <a:pt x="113" y="227"/>
                </a:lnTo>
                <a:lnTo>
                  <a:pt x="114" y="227"/>
                </a:lnTo>
                <a:lnTo>
                  <a:pt x="114" y="226"/>
                </a:lnTo>
                <a:lnTo>
                  <a:pt x="114" y="225"/>
                </a:lnTo>
                <a:lnTo>
                  <a:pt x="114" y="226"/>
                </a:lnTo>
                <a:lnTo>
                  <a:pt x="114" y="227"/>
                </a:lnTo>
                <a:lnTo>
                  <a:pt x="114" y="228"/>
                </a:lnTo>
                <a:lnTo>
                  <a:pt x="115" y="228"/>
                </a:lnTo>
                <a:lnTo>
                  <a:pt x="116" y="228"/>
                </a:lnTo>
                <a:lnTo>
                  <a:pt x="117" y="228"/>
                </a:lnTo>
                <a:lnTo>
                  <a:pt x="118" y="228"/>
                </a:lnTo>
                <a:lnTo>
                  <a:pt x="119" y="229"/>
                </a:lnTo>
                <a:lnTo>
                  <a:pt x="119" y="230"/>
                </a:lnTo>
                <a:lnTo>
                  <a:pt x="118" y="230"/>
                </a:lnTo>
                <a:lnTo>
                  <a:pt x="118" y="231"/>
                </a:lnTo>
                <a:lnTo>
                  <a:pt x="117" y="231"/>
                </a:lnTo>
                <a:lnTo>
                  <a:pt x="117" y="232"/>
                </a:lnTo>
                <a:lnTo>
                  <a:pt x="117" y="233"/>
                </a:lnTo>
                <a:lnTo>
                  <a:pt x="116" y="233"/>
                </a:lnTo>
                <a:lnTo>
                  <a:pt x="115" y="233"/>
                </a:lnTo>
                <a:lnTo>
                  <a:pt x="114" y="233"/>
                </a:lnTo>
                <a:lnTo>
                  <a:pt x="114" y="234"/>
                </a:lnTo>
                <a:lnTo>
                  <a:pt x="115" y="234"/>
                </a:lnTo>
                <a:lnTo>
                  <a:pt x="115" y="235"/>
                </a:lnTo>
                <a:lnTo>
                  <a:pt x="114" y="235"/>
                </a:lnTo>
                <a:lnTo>
                  <a:pt x="113" y="234"/>
                </a:lnTo>
                <a:lnTo>
                  <a:pt x="113" y="233"/>
                </a:lnTo>
                <a:lnTo>
                  <a:pt x="113" y="232"/>
                </a:lnTo>
                <a:lnTo>
                  <a:pt x="114" y="233"/>
                </a:lnTo>
                <a:lnTo>
                  <a:pt x="114" y="232"/>
                </a:lnTo>
                <a:lnTo>
                  <a:pt x="113" y="232"/>
                </a:lnTo>
                <a:lnTo>
                  <a:pt x="113" y="231"/>
                </a:lnTo>
                <a:lnTo>
                  <a:pt x="112" y="231"/>
                </a:lnTo>
                <a:lnTo>
                  <a:pt x="111" y="231"/>
                </a:lnTo>
                <a:lnTo>
                  <a:pt x="110" y="231"/>
                </a:lnTo>
                <a:lnTo>
                  <a:pt x="109" y="231"/>
                </a:lnTo>
                <a:lnTo>
                  <a:pt x="107" y="232"/>
                </a:lnTo>
                <a:lnTo>
                  <a:pt x="106" y="232"/>
                </a:lnTo>
                <a:lnTo>
                  <a:pt x="105" y="233"/>
                </a:lnTo>
                <a:lnTo>
                  <a:pt x="105" y="235"/>
                </a:lnTo>
                <a:lnTo>
                  <a:pt x="104" y="235"/>
                </a:lnTo>
                <a:lnTo>
                  <a:pt x="104" y="236"/>
                </a:lnTo>
                <a:lnTo>
                  <a:pt x="105" y="236"/>
                </a:lnTo>
                <a:lnTo>
                  <a:pt x="106" y="238"/>
                </a:lnTo>
                <a:lnTo>
                  <a:pt x="105" y="238"/>
                </a:lnTo>
                <a:lnTo>
                  <a:pt x="105" y="237"/>
                </a:lnTo>
                <a:lnTo>
                  <a:pt x="104" y="237"/>
                </a:lnTo>
                <a:lnTo>
                  <a:pt x="104" y="238"/>
                </a:lnTo>
                <a:lnTo>
                  <a:pt x="103" y="238"/>
                </a:lnTo>
                <a:lnTo>
                  <a:pt x="102" y="237"/>
                </a:lnTo>
                <a:lnTo>
                  <a:pt x="101" y="238"/>
                </a:lnTo>
                <a:lnTo>
                  <a:pt x="102" y="238"/>
                </a:lnTo>
                <a:lnTo>
                  <a:pt x="101" y="239"/>
                </a:lnTo>
                <a:lnTo>
                  <a:pt x="101" y="240"/>
                </a:lnTo>
                <a:lnTo>
                  <a:pt x="99" y="238"/>
                </a:lnTo>
                <a:lnTo>
                  <a:pt x="100" y="238"/>
                </a:lnTo>
                <a:lnTo>
                  <a:pt x="100" y="237"/>
                </a:lnTo>
                <a:lnTo>
                  <a:pt x="100" y="236"/>
                </a:lnTo>
                <a:lnTo>
                  <a:pt x="101" y="235"/>
                </a:lnTo>
                <a:lnTo>
                  <a:pt x="101" y="234"/>
                </a:lnTo>
                <a:lnTo>
                  <a:pt x="100" y="234"/>
                </a:lnTo>
                <a:lnTo>
                  <a:pt x="99" y="234"/>
                </a:lnTo>
                <a:lnTo>
                  <a:pt x="99" y="233"/>
                </a:lnTo>
                <a:lnTo>
                  <a:pt x="98" y="233"/>
                </a:lnTo>
                <a:lnTo>
                  <a:pt x="98" y="232"/>
                </a:lnTo>
                <a:lnTo>
                  <a:pt x="99" y="231"/>
                </a:lnTo>
                <a:lnTo>
                  <a:pt x="99" y="232"/>
                </a:lnTo>
                <a:lnTo>
                  <a:pt x="100" y="231"/>
                </a:lnTo>
                <a:lnTo>
                  <a:pt x="101" y="230"/>
                </a:lnTo>
                <a:lnTo>
                  <a:pt x="101" y="228"/>
                </a:lnTo>
                <a:lnTo>
                  <a:pt x="100" y="228"/>
                </a:lnTo>
                <a:lnTo>
                  <a:pt x="100" y="229"/>
                </a:lnTo>
                <a:lnTo>
                  <a:pt x="100" y="230"/>
                </a:lnTo>
                <a:lnTo>
                  <a:pt x="99" y="230"/>
                </a:lnTo>
                <a:lnTo>
                  <a:pt x="98" y="231"/>
                </a:lnTo>
                <a:lnTo>
                  <a:pt x="97" y="231"/>
                </a:lnTo>
                <a:lnTo>
                  <a:pt x="97" y="232"/>
                </a:lnTo>
                <a:lnTo>
                  <a:pt x="96" y="232"/>
                </a:lnTo>
                <a:lnTo>
                  <a:pt x="97" y="232"/>
                </a:lnTo>
                <a:lnTo>
                  <a:pt x="97" y="233"/>
                </a:lnTo>
                <a:lnTo>
                  <a:pt x="97" y="232"/>
                </a:lnTo>
                <a:lnTo>
                  <a:pt x="97" y="233"/>
                </a:lnTo>
                <a:lnTo>
                  <a:pt x="97" y="234"/>
                </a:lnTo>
                <a:lnTo>
                  <a:pt x="96" y="234"/>
                </a:lnTo>
                <a:lnTo>
                  <a:pt x="96" y="233"/>
                </a:lnTo>
                <a:lnTo>
                  <a:pt x="95" y="232"/>
                </a:lnTo>
                <a:lnTo>
                  <a:pt x="94" y="232"/>
                </a:lnTo>
                <a:lnTo>
                  <a:pt x="94" y="233"/>
                </a:lnTo>
                <a:lnTo>
                  <a:pt x="94" y="234"/>
                </a:lnTo>
                <a:lnTo>
                  <a:pt x="93" y="234"/>
                </a:lnTo>
                <a:lnTo>
                  <a:pt x="92" y="235"/>
                </a:lnTo>
                <a:lnTo>
                  <a:pt x="92" y="236"/>
                </a:lnTo>
                <a:lnTo>
                  <a:pt x="91" y="236"/>
                </a:lnTo>
                <a:lnTo>
                  <a:pt x="90" y="235"/>
                </a:lnTo>
                <a:lnTo>
                  <a:pt x="90" y="234"/>
                </a:lnTo>
                <a:lnTo>
                  <a:pt x="91" y="233"/>
                </a:lnTo>
                <a:lnTo>
                  <a:pt x="92" y="233"/>
                </a:lnTo>
                <a:lnTo>
                  <a:pt x="92" y="232"/>
                </a:lnTo>
                <a:lnTo>
                  <a:pt x="91" y="232"/>
                </a:lnTo>
                <a:lnTo>
                  <a:pt x="91" y="231"/>
                </a:lnTo>
                <a:lnTo>
                  <a:pt x="92" y="231"/>
                </a:lnTo>
                <a:lnTo>
                  <a:pt x="93" y="231"/>
                </a:lnTo>
                <a:lnTo>
                  <a:pt x="93" y="230"/>
                </a:lnTo>
                <a:lnTo>
                  <a:pt x="93" y="228"/>
                </a:lnTo>
                <a:lnTo>
                  <a:pt x="92" y="228"/>
                </a:lnTo>
                <a:lnTo>
                  <a:pt x="92" y="227"/>
                </a:lnTo>
                <a:lnTo>
                  <a:pt x="91" y="226"/>
                </a:lnTo>
                <a:lnTo>
                  <a:pt x="90" y="226"/>
                </a:lnTo>
                <a:lnTo>
                  <a:pt x="89" y="226"/>
                </a:lnTo>
                <a:lnTo>
                  <a:pt x="89" y="225"/>
                </a:lnTo>
                <a:lnTo>
                  <a:pt x="88" y="225"/>
                </a:lnTo>
                <a:lnTo>
                  <a:pt x="87" y="225"/>
                </a:lnTo>
                <a:lnTo>
                  <a:pt x="85" y="224"/>
                </a:lnTo>
                <a:lnTo>
                  <a:pt x="82" y="224"/>
                </a:lnTo>
                <a:lnTo>
                  <a:pt x="81" y="224"/>
                </a:lnTo>
                <a:lnTo>
                  <a:pt x="80" y="224"/>
                </a:lnTo>
                <a:lnTo>
                  <a:pt x="79" y="224"/>
                </a:lnTo>
                <a:lnTo>
                  <a:pt x="78" y="224"/>
                </a:lnTo>
                <a:lnTo>
                  <a:pt x="77" y="224"/>
                </a:lnTo>
                <a:lnTo>
                  <a:pt x="77" y="223"/>
                </a:lnTo>
                <a:lnTo>
                  <a:pt x="76" y="223"/>
                </a:lnTo>
                <a:lnTo>
                  <a:pt x="75" y="222"/>
                </a:lnTo>
                <a:lnTo>
                  <a:pt x="74" y="222"/>
                </a:lnTo>
                <a:lnTo>
                  <a:pt x="72" y="222"/>
                </a:lnTo>
                <a:lnTo>
                  <a:pt x="71" y="222"/>
                </a:lnTo>
                <a:lnTo>
                  <a:pt x="69" y="223"/>
                </a:lnTo>
                <a:lnTo>
                  <a:pt x="68" y="223"/>
                </a:lnTo>
                <a:lnTo>
                  <a:pt x="67" y="223"/>
                </a:lnTo>
                <a:lnTo>
                  <a:pt x="66" y="223"/>
                </a:lnTo>
                <a:lnTo>
                  <a:pt x="64" y="223"/>
                </a:lnTo>
                <a:lnTo>
                  <a:pt x="63" y="223"/>
                </a:lnTo>
                <a:lnTo>
                  <a:pt x="62" y="224"/>
                </a:lnTo>
                <a:lnTo>
                  <a:pt x="61" y="225"/>
                </a:lnTo>
                <a:lnTo>
                  <a:pt x="60" y="225"/>
                </a:lnTo>
                <a:lnTo>
                  <a:pt x="59" y="225"/>
                </a:lnTo>
                <a:lnTo>
                  <a:pt x="58" y="224"/>
                </a:lnTo>
                <a:lnTo>
                  <a:pt x="57" y="224"/>
                </a:lnTo>
                <a:lnTo>
                  <a:pt x="56" y="223"/>
                </a:lnTo>
                <a:lnTo>
                  <a:pt x="55" y="221"/>
                </a:lnTo>
                <a:lnTo>
                  <a:pt x="56" y="221"/>
                </a:lnTo>
                <a:lnTo>
                  <a:pt x="56" y="220"/>
                </a:lnTo>
                <a:lnTo>
                  <a:pt x="56" y="219"/>
                </a:lnTo>
                <a:lnTo>
                  <a:pt x="55" y="218"/>
                </a:lnTo>
                <a:lnTo>
                  <a:pt x="54" y="218"/>
                </a:lnTo>
                <a:lnTo>
                  <a:pt x="53" y="218"/>
                </a:lnTo>
                <a:lnTo>
                  <a:pt x="53" y="217"/>
                </a:lnTo>
                <a:lnTo>
                  <a:pt x="52" y="216"/>
                </a:lnTo>
                <a:lnTo>
                  <a:pt x="51" y="215"/>
                </a:lnTo>
                <a:lnTo>
                  <a:pt x="50" y="215"/>
                </a:lnTo>
                <a:lnTo>
                  <a:pt x="49" y="215"/>
                </a:lnTo>
                <a:lnTo>
                  <a:pt x="47" y="215"/>
                </a:lnTo>
                <a:lnTo>
                  <a:pt x="46" y="215"/>
                </a:lnTo>
                <a:lnTo>
                  <a:pt x="44" y="215"/>
                </a:lnTo>
                <a:lnTo>
                  <a:pt x="43" y="216"/>
                </a:lnTo>
                <a:lnTo>
                  <a:pt x="42" y="216"/>
                </a:lnTo>
                <a:lnTo>
                  <a:pt x="41" y="216"/>
                </a:lnTo>
                <a:lnTo>
                  <a:pt x="40" y="216"/>
                </a:lnTo>
                <a:lnTo>
                  <a:pt x="39" y="216"/>
                </a:lnTo>
                <a:lnTo>
                  <a:pt x="39" y="215"/>
                </a:lnTo>
                <a:lnTo>
                  <a:pt x="39" y="214"/>
                </a:lnTo>
                <a:lnTo>
                  <a:pt x="38" y="214"/>
                </a:lnTo>
                <a:lnTo>
                  <a:pt x="38" y="213"/>
                </a:lnTo>
                <a:lnTo>
                  <a:pt x="37" y="213"/>
                </a:lnTo>
                <a:lnTo>
                  <a:pt x="37" y="212"/>
                </a:lnTo>
                <a:lnTo>
                  <a:pt x="37" y="211"/>
                </a:lnTo>
                <a:lnTo>
                  <a:pt x="36" y="211"/>
                </a:lnTo>
                <a:lnTo>
                  <a:pt x="35" y="210"/>
                </a:lnTo>
                <a:lnTo>
                  <a:pt x="34" y="210"/>
                </a:lnTo>
                <a:lnTo>
                  <a:pt x="33" y="210"/>
                </a:lnTo>
                <a:lnTo>
                  <a:pt x="33" y="209"/>
                </a:lnTo>
                <a:lnTo>
                  <a:pt x="31" y="209"/>
                </a:lnTo>
                <a:lnTo>
                  <a:pt x="30" y="209"/>
                </a:lnTo>
                <a:lnTo>
                  <a:pt x="29" y="209"/>
                </a:lnTo>
                <a:lnTo>
                  <a:pt x="28" y="208"/>
                </a:lnTo>
                <a:lnTo>
                  <a:pt x="27" y="208"/>
                </a:lnTo>
                <a:lnTo>
                  <a:pt x="26" y="208"/>
                </a:lnTo>
                <a:lnTo>
                  <a:pt x="26" y="207"/>
                </a:lnTo>
                <a:lnTo>
                  <a:pt x="26" y="206"/>
                </a:lnTo>
                <a:lnTo>
                  <a:pt x="26" y="207"/>
                </a:lnTo>
                <a:lnTo>
                  <a:pt x="25" y="207"/>
                </a:lnTo>
                <a:lnTo>
                  <a:pt x="25" y="206"/>
                </a:lnTo>
                <a:lnTo>
                  <a:pt x="25" y="205"/>
                </a:lnTo>
                <a:lnTo>
                  <a:pt x="25" y="206"/>
                </a:lnTo>
                <a:lnTo>
                  <a:pt x="25" y="205"/>
                </a:lnTo>
                <a:lnTo>
                  <a:pt x="24" y="205"/>
                </a:lnTo>
                <a:lnTo>
                  <a:pt x="23" y="204"/>
                </a:lnTo>
                <a:lnTo>
                  <a:pt x="22" y="203"/>
                </a:lnTo>
                <a:lnTo>
                  <a:pt x="21" y="202"/>
                </a:lnTo>
                <a:lnTo>
                  <a:pt x="19" y="201"/>
                </a:lnTo>
                <a:lnTo>
                  <a:pt x="17" y="201"/>
                </a:lnTo>
                <a:lnTo>
                  <a:pt x="15" y="200"/>
                </a:lnTo>
                <a:lnTo>
                  <a:pt x="14" y="200"/>
                </a:lnTo>
                <a:lnTo>
                  <a:pt x="10" y="200"/>
                </a:lnTo>
                <a:lnTo>
                  <a:pt x="9" y="199"/>
                </a:lnTo>
                <a:lnTo>
                  <a:pt x="8" y="199"/>
                </a:lnTo>
                <a:lnTo>
                  <a:pt x="8" y="198"/>
                </a:lnTo>
                <a:lnTo>
                  <a:pt x="7" y="197"/>
                </a:lnTo>
                <a:lnTo>
                  <a:pt x="7" y="196"/>
                </a:lnTo>
                <a:lnTo>
                  <a:pt x="7" y="195"/>
                </a:lnTo>
                <a:lnTo>
                  <a:pt x="6" y="194"/>
                </a:lnTo>
                <a:lnTo>
                  <a:pt x="6" y="193"/>
                </a:lnTo>
                <a:lnTo>
                  <a:pt x="7" y="191"/>
                </a:lnTo>
                <a:lnTo>
                  <a:pt x="7" y="190"/>
                </a:lnTo>
                <a:lnTo>
                  <a:pt x="7" y="189"/>
                </a:lnTo>
                <a:lnTo>
                  <a:pt x="8" y="188"/>
                </a:lnTo>
                <a:lnTo>
                  <a:pt x="9" y="186"/>
                </a:lnTo>
                <a:lnTo>
                  <a:pt x="9" y="185"/>
                </a:lnTo>
                <a:lnTo>
                  <a:pt x="9" y="184"/>
                </a:lnTo>
                <a:lnTo>
                  <a:pt x="9" y="183"/>
                </a:lnTo>
                <a:lnTo>
                  <a:pt x="9" y="182"/>
                </a:lnTo>
                <a:lnTo>
                  <a:pt x="9" y="181"/>
                </a:lnTo>
                <a:lnTo>
                  <a:pt x="9" y="180"/>
                </a:lnTo>
                <a:lnTo>
                  <a:pt x="9" y="179"/>
                </a:lnTo>
                <a:lnTo>
                  <a:pt x="9" y="178"/>
                </a:lnTo>
                <a:lnTo>
                  <a:pt x="9" y="177"/>
                </a:lnTo>
                <a:lnTo>
                  <a:pt x="8" y="177"/>
                </a:lnTo>
                <a:lnTo>
                  <a:pt x="9" y="176"/>
                </a:lnTo>
                <a:lnTo>
                  <a:pt x="9" y="175"/>
                </a:lnTo>
                <a:lnTo>
                  <a:pt x="9" y="174"/>
                </a:lnTo>
                <a:lnTo>
                  <a:pt x="8" y="174"/>
                </a:lnTo>
                <a:lnTo>
                  <a:pt x="9" y="173"/>
                </a:lnTo>
                <a:lnTo>
                  <a:pt x="8" y="172"/>
                </a:lnTo>
                <a:lnTo>
                  <a:pt x="8" y="171"/>
                </a:lnTo>
                <a:lnTo>
                  <a:pt x="8" y="170"/>
                </a:lnTo>
                <a:lnTo>
                  <a:pt x="8" y="169"/>
                </a:lnTo>
                <a:lnTo>
                  <a:pt x="7" y="169"/>
                </a:lnTo>
                <a:lnTo>
                  <a:pt x="6" y="166"/>
                </a:lnTo>
                <a:lnTo>
                  <a:pt x="6" y="165"/>
                </a:lnTo>
                <a:lnTo>
                  <a:pt x="5" y="163"/>
                </a:lnTo>
                <a:lnTo>
                  <a:pt x="5" y="162"/>
                </a:lnTo>
                <a:lnTo>
                  <a:pt x="4" y="162"/>
                </a:lnTo>
                <a:lnTo>
                  <a:pt x="3" y="161"/>
                </a:lnTo>
                <a:lnTo>
                  <a:pt x="2" y="161"/>
                </a:lnTo>
                <a:lnTo>
                  <a:pt x="1" y="161"/>
                </a:lnTo>
                <a:lnTo>
                  <a:pt x="1" y="160"/>
                </a:lnTo>
                <a:lnTo>
                  <a:pt x="1" y="159"/>
                </a:lnTo>
                <a:lnTo>
                  <a:pt x="1" y="158"/>
                </a:lnTo>
                <a:lnTo>
                  <a:pt x="2" y="156"/>
                </a:lnTo>
                <a:lnTo>
                  <a:pt x="3" y="156"/>
                </a:lnTo>
                <a:lnTo>
                  <a:pt x="2" y="156"/>
                </a:lnTo>
                <a:lnTo>
                  <a:pt x="2" y="155"/>
                </a:lnTo>
                <a:lnTo>
                  <a:pt x="3" y="154"/>
                </a:lnTo>
                <a:lnTo>
                  <a:pt x="3" y="153"/>
                </a:lnTo>
                <a:lnTo>
                  <a:pt x="4" y="152"/>
                </a:lnTo>
                <a:lnTo>
                  <a:pt x="4" y="151"/>
                </a:lnTo>
                <a:lnTo>
                  <a:pt x="4" y="150"/>
                </a:lnTo>
                <a:lnTo>
                  <a:pt x="4" y="149"/>
                </a:lnTo>
                <a:lnTo>
                  <a:pt x="5" y="148"/>
                </a:lnTo>
                <a:lnTo>
                  <a:pt x="5" y="147"/>
                </a:lnTo>
                <a:lnTo>
                  <a:pt x="4" y="146"/>
                </a:lnTo>
                <a:lnTo>
                  <a:pt x="4" y="145"/>
                </a:lnTo>
                <a:lnTo>
                  <a:pt x="3" y="145"/>
                </a:lnTo>
                <a:lnTo>
                  <a:pt x="3" y="144"/>
                </a:lnTo>
                <a:lnTo>
                  <a:pt x="3" y="143"/>
                </a:lnTo>
                <a:lnTo>
                  <a:pt x="3" y="142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2" y="136"/>
                </a:lnTo>
                <a:lnTo>
                  <a:pt x="2" y="135"/>
                </a:lnTo>
                <a:lnTo>
                  <a:pt x="2" y="134"/>
                </a:lnTo>
                <a:lnTo>
                  <a:pt x="1" y="131"/>
                </a:lnTo>
                <a:lnTo>
                  <a:pt x="1" y="129"/>
                </a:lnTo>
                <a:lnTo>
                  <a:pt x="0" y="129"/>
                </a:lnTo>
                <a:lnTo>
                  <a:pt x="0" y="128"/>
                </a:lnTo>
                <a:lnTo>
                  <a:pt x="0" y="127"/>
                </a:lnTo>
                <a:lnTo>
                  <a:pt x="1" y="127"/>
                </a:lnTo>
                <a:lnTo>
                  <a:pt x="2" y="127"/>
                </a:lnTo>
                <a:lnTo>
                  <a:pt x="3" y="126"/>
                </a:lnTo>
                <a:lnTo>
                  <a:pt x="4" y="125"/>
                </a:lnTo>
                <a:lnTo>
                  <a:pt x="5" y="124"/>
                </a:lnTo>
                <a:lnTo>
                  <a:pt x="5" y="123"/>
                </a:lnTo>
                <a:lnTo>
                  <a:pt x="5" y="122"/>
                </a:lnTo>
                <a:lnTo>
                  <a:pt x="5" y="121"/>
                </a:lnTo>
                <a:lnTo>
                  <a:pt x="6" y="121"/>
                </a:lnTo>
                <a:lnTo>
                  <a:pt x="6" y="120"/>
                </a:lnTo>
                <a:lnTo>
                  <a:pt x="7" y="120"/>
                </a:lnTo>
                <a:lnTo>
                  <a:pt x="7" y="119"/>
                </a:lnTo>
                <a:lnTo>
                  <a:pt x="6" y="119"/>
                </a:lnTo>
                <a:lnTo>
                  <a:pt x="6" y="117"/>
                </a:lnTo>
                <a:lnTo>
                  <a:pt x="6" y="116"/>
                </a:lnTo>
                <a:lnTo>
                  <a:pt x="5" y="115"/>
                </a:lnTo>
                <a:lnTo>
                  <a:pt x="4" y="115"/>
                </a:lnTo>
                <a:lnTo>
                  <a:pt x="3" y="114"/>
                </a:lnTo>
                <a:lnTo>
                  <a:pt x="2" y="114"/>
                </a:lnTo>
                <a:lnTo>
                  <a:pt x="2" y="113"/>
                </a:lnTo>
                <a:lnTo>
                  <a:pt x="2" y="112"/>
                </a:lnTo>
                <a:lnTo>
                  <a:pt x="2" y="111"/>
                </a:lnTo>
                <a:lnTo>
                  <a:pt x="2" y="109"/>
                </a:lnTo>
                <a:lnTo>
                  <a:pt x="2" y="108"/>
                </a:lnTo>
                <a:lnTo>
                  <a:pt x="2" y="107"/>
                </a:lnTo>
                <a:lnTo>
                  <a:pt x="2" y="105"/>
                </a:lnTo>
                <a:lnTo>
                  <a:pt x="2" y="104"/>
                </a:lnTo>
                <a:lnTo>
                  <a:pt x="3" y="104"/>
                </a:lnTo>
                <a:lnTo>
                  <a:pt x="4" y="105"/>
                </a:lnTo>
                <a:lnTo>
                  <a:pt x="5" y="105"/>
                </a:lnTo>
                <a:lnTo>
                  <a:pt x="6" y="105"/>
                </a:lnTo>
                <a:lnTo>
                  <a:pt x="5" y="105"/>
                </a:lnTo>
                <a:lnTo>
                  <a:pt x="5" y="104"/>
                </a:lnTo>
                <a:lnTo>
                  <a:pt x="4" y="104"/>
                </a:lnTo>
                <a:lnTo>
                  <a:pt x="5" y="104"/>
                </a:lnTo>
                <a:lnTo>
                  <a:pt x="4" y="104"/>
                </a:lnTo>
                <a:lnTo>
                  <a:pt x="4" y="103"/>
                </a:lnTo>
                <a:lnTo>
                  <a:pt x="3" y="103"/>
                </a:lnTo>
                <a:lnTo>
                  <a:pt x="4" y="102"/>
                </a:lnTo>
                <a:lnTo>
                  <a:pt x="5" y="102"/>
                </a:lnTo>
                <a:lnTo>
                  <a:pt x="4" y="102"/>
                </a:lnTo>
                <a:lnTo>
                  <a:pt x="5" y="102"/>
                </a:lnTo>
                <a:lnTo>
                  <a:pt x="5" y="103"/>
                </a:lnTo>
                <a:lnTo>
                  <a:pt x="6" y="104"/>
                </a:lnTo>
                <a:lnTo>
                  <a:pt x="6" y="103"/>
                </a:lnTo>
                <a:lnTo>
                  <a:pt x="5" y="102"/>
                </a:lnTo>
                <a:lnTo>
                  <a:pt x="5" y="101"/>
                </a:lnTo>
                <a:lnTo>
                  <a:pt x="6" y="101"/>
                </a:lnTo>
                <a:lnTo>
                  <a:pt x="7" y="102"/>
                </a:lnTo>
                <a:lnTo>
                  <a:pt x="7" y="103"/>
                </a:lnTo>
                <a:lnTo>
                  <a:pt x="8" y="103"/>
                </a:lnTo>
                <a:lnTo>
                  <a:pt x="7" y="102"/>
                </a:lnTo>
                <a:lnTo>
                  <a:pt x="7" y="101"/>
                </a:lnTo>
                <a:lnTo>
                  <a:pt x="7" y="100"/>
                </a:lnTo>
                <a:lnTo>
                  <a:pt x="6" y="100"/>
                </a:lnTo>
                <a:lnTo>
                  <a:pt x="6" y="99"/>
                </a:lnTo>
                <a:lnTo>
                  <a:pt x="5" y="99"/>
                </a:lnTo>
                <a:lnTo>
                  <a:pt x="5" y="98"/>
                </a:lnTo>
                <a:lnTo>
                  <a:pt x="6" y="97"/>
                </a:lnTo>
                <a:lnTo>
                  <a:pt x="7" y="97"/>
                </a:lnTo>
                <a:lnTo>
                  <a:pt x="7" y="96"/>
                </a:lnTo>
                <a:lnTo>
                  <a:pt x="7" y="95"/>
                </a:lnTo>
                <a:lnTo>
                  <a:pt x="8" y="95"/>
                </a:lnTo>
                <a:lnTo>
                  <a:pt x="11" y="95"/>
                </a:lnTo>
                <a:lnTo>
                  <a:pt x="12" y="95"/>
                </a:lnTo>
                <a:lnTo>
                  <a:pt x="13" y="95"/>
                </a:lnTo>
                <a:lnTo>
                  <a:pt x="14" y="94"/>
                </a:lnTo>
                <a:lnTo>
                  <a:pt x="15" y="94"/>
                </a:lnTo>
                <a:lnTo>
                  <a:pt x="15" y="93"/>
                </a:lnTo>
                <a:lnTo>
                  <a:pt x="16" y="93"/>
                </a:lnTo>
                <a:lnTo>
                  <a:pt x="17" y="92"/>
                </a:lnTo>
                <a:lnTo>
                  <a:pt x="19" y="90"/>
                </a:lnTo>
                <a:lnTo>
                  <a:pt x="20" y="89"/>
                </a:lnTo>
                <a:lnTo>
                  <a:pt x="21" y="88"/>
                </a:lnTo>
                <a:lnTo>
                  <a:pt x="21" y="87"/>
                </a:lnTo>
                <a:lnTo>
                  <a:pt x="22" y="87"/>
                </a:lnTo>
                <a:lnTo>
                  <a:pt x="22" y="86"/>
                </a:lnTo>
                <a:lnTo>
                  <a:pt x="23" y="86"/>
                </a:lnTo>
                <a:lnTo>
                  <a:pt x="24" y="86"/>
                </a:lnTo>
                <a:lnTo>
                  <a:pt x="25" y="86"/>
                </a:lnTo>
                <a:lnTo>
                  <a:pt x="26" y="85"/>
                </a:lnTo>
                <a:lnTo>
                  <a:pt x="27" y="85"/>
                </a:lnTo>
                <a:lnTo>
                  <a:pt x="27" y="84"/>
                </a:lnTo>
                <a:lnTo>
                  <a:pt x="28" y="84"/>
                </a:lnTo>
                <a:lnTo>
                  <a:pt x="29" y="83"/>
                </a:lnTo>
                <a:lnTo>
                  <a:pt x="31" y="81"/>
                </a:lnTo>
                <a:lnTo>
                  <a:pt x="32" y="80"/>
                </a:lnTo>
                <a:lnTo>
                  <a:pt x="33" y="79"/>
                </a:lnTo>
                <a:lnTo>
                  <a:pt x="34" y="79"/>
                </a:lnTo>
                <a:lnTo>
                  <a:pt x="34" y="78"/>
                </a:lnTo>
                <a:lnTo>
                  <a:pt x="35" y="78"/>
                </a:lnTo>
                <a:lnTo>
                  <a:pt x="35" y="79"/>
                </a:lnTo>
                <a:lnTo>
                  <a:pt x="36" y="79"/>
                </a:lnTo>
                <a:lnTo>
                  <a:pt x="35" y="78"/>
                </a:lnTo>
                <a:lnTo>
                  <a:pt x="34" y="78"/>
                </a:lnTo>
                <a:lnTo>
                  <a:pt x="34" y="79"/>
                </a:lnTo>
                <a:lnTo>
                  <a:pt x="34" y="78"/>
                </a:lnTo>
                <a:lnTo>
                  <a:pt x="35" y="76"/>
                </a:lnTo>
                <a:lnTo>
                  <a:pt x="36" y="76"/>
                </a:lnTo>
                <a:lnTo>
                  <a:pt x="37" y="75"/>
                </a:lnTo>
                <a:lnTo>
                  <a:pt x="38" y="75"/>
                </a:lnTo>
                <a:lnTo>
                  <a:pt x="39" y="73"/>
                </a:lnTo>
                <a:lnTo>
                  <a:pt x="40" y="72"/>
                </a:lnTo>
                <a:lnTo>
                  <a:pt x="41" y="70"/>
                </a:lnTo>
                <a:lnTo>
                  <a:pt x="42" y="70"/>
                </a:lnTo>
                <a:lnTo>
                  <a:pt x="42" y="69"/>
                </a:lnTo>
                <a:lnTo>
                  <a:pt x="44" y="69"/>
                </a:lnTo>
                <a:lnTo>
                  <a:pt x="44" y="68"/>
                </a:lnTo>
                <a:lnTo>
                  <a:pt x="46" y="68"/>
                </a:lnTo>
                <a:lnTo>
                  <a:pt x="47" y="68"/>
                </a:lnTo>
                <a:lnTo>
                  <a:pt x="49" y="67"/>
                </a:lnTo>
                <a:lnTo>
                  <a:pt x="50" y="66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5" y="63"/>
                </a:lnTo>
                <a:lnTo>
                  <a:pt x="56" y="63"/>
                </a:lnTo>
                <a:lnTo>
                  <a:pt x="57" y="63"/>
                </a:lnTo>
                <a:lnTo>
                  <a:pt x="58" y="62"/>
                </a:lnTo>
                <a:lnTo>
                  <a:pt x="60" y="61"/>
                </a:lnTo>
                <a:lnTo>
                  <a:pt x="61" y="60"/>
                </a:lnTo>
                <a:lnTo>
                  <a:pt x="62" y="59"/>
                </a:lnTo>
                <a:lnTo>
                  <a:pt x="61" y="59"/>
                </a:lnTo>
                <a:lnTo>
                  <a:pt x="62" y="59"/>
                </a:lnTo>
                <a:lnTo>
                  <a:pt x="62" y="58"/>
                </a:lnTo>
                <a:lnTo>
                  <a:pt x="63" y="58"/>
                </a:lnTo>
                <a:lnTo>
                  <a:pt x="63" y="57"/>
                </a:lnTo>
                <a:lnTo>
                  <a:pt x="63" y="56"/>
                </a:lnTo>
                <a:lnTo>
                  <a:pt x="63" y="55"/>
                </a:lnTo>
                <a:lnTo>
                  <a:pt x="63" y="54"/>
                </a:lnTo>
                <a:lnTo>
                  <a:pt x="63" y="53"/>
                </a:lnTo>
                <a:lnTo>
                  <a:pt x="63" y="54"/>
                </a:lnTo>
                <a:lnTo>
                  <a:pt x="64" y="54"/>
                </a:lnTo>
                <a:lnTo>
                  <a:pt x="64" y="55"/>
                </a:lnTo>
                <a:lnTo>
                  <a:pt x="64" y="54"/>
                </a:lnTo>
                <a:lnTo>
                  <a:pt x="65" y="54"/>
                </a:lnTo>
                <a:lnTo>
                  <a:pt x="65" y="53"/>
                </a:lnTo>
                <a:lnTo>
                  <a:pt x="66" y="53"/>
                </a:lnTo>
                <a:lnTo>
                  <a:pt x="69" y="53"/>
                </a:lnTo>
                <a:lnTo>
                  <a:pt x="71" y="54"/>
                </a:lnTo>
                <a:lnTo>
                  <a:pt x="71" y="55"/>
                </a:lnTo>
                <a:lnTo>
                  <a:pt x="72" y="55"/>
                </a:lnTo>
                <a:lnTo>
                  <a:pt x="71" y="55"/>
                </a:lnTo>
                <a:lnTo>
                  <a:pt x="72" y="55"/>
                </a:lnTo>
                <a:lnTo>
                  <a:pt x="72" y="56"/>
                </a:lnTo>
                <a:lnTo>
                  <a:pt x="72" y="57"/>
                </a:lnTo>
                <a:lnTo>
                  <a:pt x="73" y="57"/>
                </a:lnTo>
                <a:lnTo>
                  <a:pt x="73" y="56"/>
                </a:lnTo>
                <a:lnTo>
                  <a:pt x="73" y="54"/>
                </a:lnTo>
                <a:lnTo>
                  <a:pt x="72" y="53"/>
                </a:lnTo>
                <a:lnTo>
                  <a:pt x="71" y="53"/>
                </a:lnTo>
                <a:lnTo>
                  <a:pt x="70" y="52"/>
                </a:lnTo>
                <a:lnTo>
                  <a:pt x="69" y="51"/>
                </a:lnTo>
                <a:lnTo>
                  <a:pt x="69" y="50"/>
                </a:lnTo>
                <a:lnTo>
                  <a:pt x="70" y="50"/>
                </a:lnTo>
                <a:lnTo>
                  <a:pt x="71" y="49"/>
                </a:lnTo>
                <a:lnTo>
                  <a:pt x="72" y="49"/>
                </a:lnTo>
                <a:lnTo>
                  <a:pt x="72" y="50"/>
                </a:lnTo>
                <a:lnTo>
                  <a:pt x="73" y="50"/>
                </a:lnTo>
                <a:lnTo>
                  <a:pt x="73" y="49"/>
                </a:lnTo>
                <a:lnTo>
                  <a:pt x="72" y="49"/>
                </a:lnTo>
                <a:lnTo>
                  <a:pt x="73" y="48"/>
                </a:lnTo>
                <a:lnTo>
                  <a:pt x="73" y="47"/>
                </a:lnTo>
                <a:lnTo>
                  <a:pt x="74" y="46"/>
                </a:lnTo>
                <a:lnTo>
                  <a:pt x="74" y="47"/>
                </a:lnTo>
                <a:lnTo>
                  <a:pt x="74" y="46"/>
                </a:lnTo>
                <a:lnTo>
                  <a:pt x="73" y="46"/>
                </a:lnTo>
                <a:lnTo>
                  <a:pt x="72" y="46"/>
                </a:lnTo>
                <a:lnTo>
                  <a:pt x="71" y="46"/>
                </a:lnTo>
                <a:lnTo>
                  <a:pt x="71" y="45"/>
                </a:lnTo>
                <a:lnTo>
                  <a:pt x="70" y="45"/>
                </a:lnTo>
                <a:lnTo>
                  <a:pt x="69" y="45"/>
                </a:lnTo>
                <a:lnTo>
                  <a:pt x="70" y="45"/>
                </a:lnTo>
                <a:lnTo>
                  <a:pt x="69" y="46"/>
                </a:lnTo>
                <a:lnTo>
                  <a:pt x="69" y="47"/>
                </a:lnTo>
                <a:lnTo>
                  <a:pt x="69" y="48"/>
                </a:lnTo>
                <a:lnTo>
                  <a:pt x="68" y="49"/>
                </a:lnTo>
                <a:lnTo>
                  <a:pt x="68" y="48"/>
                </a:lnTo>
                <a:lnTo>
                  <a:pt x="68" y="47"/>
                </a:lnTo>
                <a:lnTo>
                  <a:pt x="67" y="48"/>
                </a:lnTo>
                <a:lnTo>
                  <a:pt x="67" y="49"/>
                </a:lnTo>
                <a:lnTo>
                  <a:pt x="66" y="49"/>
                </a:lnTo>
                <a:lnTo>
                  <a:pt x="66" y="48"/>
                </a:lnTo>
                <a:lnTo>
                  <a:pt x="65" y="48"/>
                </a:lnTo>
                <a:lnTo>
                  <a:pt x="65" y="49"/>
                </a:lnTo>
                <a:lnTo>
                  <a:pt x="65" y="48"/>
                </a:lnTo>
                <a:lnTo>
                  <a:pt x="64" y="49"/>
                </a:lnTo>
                <a:lnTo>
                  <a:pt x="65" y="49"/>
                </a:lnTo>
                <a:lnTo>
                  <a:pt x="65" y="50"/>
                </a:lnTo>
                <a:lnTo>
                  <a:pt x="64" y="51"/>
                </a:lnTo>
                <a:lnTo>
                  <a:pt x="63" y="51"/>
                </a:lnTo>
                <a:lnTo>
                  <a:pt x="63" y="50"/>
                </a:lnTo>
                <a:lnTo>
                  <a:pt x="63" y="51"/>
                </a:lnTo>
                <a:lnTo>
                  <a:pt x="63" y="52"/>
                </a:lnTo>
                <a:lnTo>
                  <a:pt x="63" y="53"/>
                </a:lnTo>
                <a:lnTo>
                  <a:pt x="62" y="53"/>
                </a:lnTo>
                <a:lnTo>
                  <a:pt x="61" y="52"/>
                </a:lnTo>
                <a:lnTo>
                  <a:pt x="60" y="52"/>
                </a:lnTo>
                <a:lnTo>
                  <a:pt x="60" y="53"/>
                </a:lnTo>
                <a:lnTo>
                  <a:pt x="59" y="54"/>
                </a:lnTo>
                <a:lnTo>
                  <a:pt x="58" y="54"/>
                </a:lnTo>
                <a:lnTo>
                  <a:pt x="57" y="54"/>
                </a:lnTo>
                <a:lnTo>
                  <a:pt x="57" y="55"/>
                </a:lnTo>
                <a:lnTo>
                  <a:pt x="56" y="55"/>
                </a:lnTo>
                <a:lnTo>
                  <a:pt x="56" y="53"/>
                </a:lnTo>
                <a:lnTo>
                  <a:pt x="57" y="53"/>
                </a:lnTo>
                <a:lnTo>
                  <a:pt x="58" y="53"/>
                </a:lnTo>
                <a:lnTo>
                  <a:pt x="58" y="52"/>
                </a:lnTo>
                <a:lnTo>
                  <a:pt x="59" y="52"/>
                </a:lnTo>
                <a:lnTo>
                  <a:pt x="59" y="51"/>
                </a:lnTo>
                <a:lnTo>
                  <a:pt x="58" y="50"/>
                </a:lnTo>
                <a:lnTo>
                  <a:pt x="58" y="49"/>
                </a:lnTo>
                <a:lnTo>
                  <a:pt x="58" y="48"/>
                </a:lnTo>
                <a:lnTo>
                  <a:pt x="58" y="47"/>
                </a:lnTo>
                <a:lnTo>
                  <a:pt x="57" y="47"/>
                </a:lnTo>
                <a:lnTo>
                  <a:pt x="57" y="45"/>
                </a:lnTo>
                <a:lnTo>
                  <a:pt x="58" y="44"/>
                </a:lnTo>
                <a:lnTo>
                  <a:pt x="58" y="42"/>
                </a:lnTo>
                <a:lnTo>
                  <a:pt x="59" y="42"/>
                </a:lnTo>
                <a:lnTo>
                  <a:pt x="59" y="41"/>
                </a:lnTo>
                <a:lnTo>
                  <a:pt x="60" y="41"/>
                </a:lnTo>
                <a:lnTo>
                  <a:pt x="61" y="40"/>
                </a:lnTo>
                <a:lnTo>
                  <a:pt x="62" y="41"/>
                </a:lnTo>
                <a:lnTo>
                  <a:pt x="63" y="40"/>
                </a:lnTo>
                <a:lnTo>
                  <a:pt x="63" y="39"/>
                </a:lnTo>
                <a:lnTo>
                  <a:pt x="63" y="38"/>
                </a:lnTo>
                <a:lnTo>
                  <a:pt x="64" y="38"/>
                </a:lnTo>
                <a:lnTo>
                  <a:pt x="64" y="37"/>
                </a:lnTo>
                <a:lnTo>
                  <a:pt x="65" y="37"/>
                </a:lnTo>
                <a:lnTo>
                  <a:pt x="64" y="38"/>
                </a:lnTo>
                <a:lnTo>
                  <a:pt x="65" y="38"/>
                </a:lnTo>
                <a:lnTo>
                  <a:pt x="66" y="38"/>
                </a:lnTo>
                <a:lnTo>
                  <a:pt x="65" y="38"/>
                </a:lnTo>
                <a:lnTo>
                  <a:pt x="65" y="37"/>
                </a:lnTo>
                <a:lnTo>
                  <a:pt x="66" y="37"/>
                </a:lnTo>
                <a:lnTo>
                  <a:pt x="67" y="37"/>
                </a:lnTo>
                <a:lnTo>
                  <a:pt x="68" y="37"/>
                </a:lnTo>
                <a:lnTo>
                  <a:pt x="68" y="36"/>
                </a:lnTo>
                <a:lnTo>
                  <a:pt x="67" y="36"/>
                </a:lnTo>
                <a:lnTo>
                  <a:pt x="67" y="35"/>
                </a:lnTo>
                <a:lnTo>
                  <a:pt x="68" y="35"/>
                </a:lnTo>
                <a:lnTo>
                  <a:pt x="68" y="34"/>
                </a:lnTo>
                <a:lnTo>
                  <a:pt x="68" y="33"/>
                </a:lnTo>
                <a:lnTo>
                  <a:pt x="68" y="32"/>
                </a:lnTo>
                <a:lnTo>
                  <a:pt x="69" y="32"/>
                </a:lnTo>
                <a:lnTo>
                  <a:pt x="70" y="32"/>
                </a:lnTo>
                <a:lnTo>
                  <a:pt x="70" y="33"/>
                </a:lnTo>
                <a:lnTo>
                  <a:pt x="71" y="33"/>
                </a:lnTo>
                <a:lnTo>
                  <a:pt x="71" y="32"/>
                </a:lnTo>
                <a:lnTo>
                  <a:pt x="71" y="31"/>
                </a:lnTo>
                <a:lnTo>
                  <a:pt x="72" y="30"/>
                </a:lnTo>
                <a:lnTo>
                  <a:pt x="73" y="30"/>
                </a:lnTo>
                <a:lnTo>
                  <a:pt x="74" y="30"/>
                </a:lnTo>
                <a:lnTo>
                  <a:pt x="75" y="31"/>
                </a:lnTo>
                <a:lnTo>
                  <a:pt x="75" y="32"/>
                </a:lnTo>
                <a:lnTo>
                  <a:pt x="74" y="32"/>
                </a:lnTo>
                <a:lnTo>
                  <a:pt x="74" y="33"/>
                </a:lnTo>
                <a:lnTo>
                  <a:pt x="74" y="34"/>
                </a:lnTo>
                <a:lnTo>
                  <a:pt x="75" y="34"/>
                </a:lnTo>
                <a:lnTo>
                  <a:pt x="76" y="34"/>
                </a:lnTo>
                <a:lnTo>
                  <a:pt x="77" y="34"/>
                </a:lnTo>
                <a:lnTo>
                  <a:pt x="78" y="33"/>
                </a:lnTo>
                <a:lnTo>
                  <a:pt x="79" y="33"/>
                </a:lnTo>
                <a:lnTo>
                  <a:pt x="80" y="33"/>
                </a:lnTo>
                <a:lnTo>
                  <a:pt x="80" y="34"/>
                </a:lnTo>
                <a:lnTo>
                  <a:pt x="80" y="35"/>
                </a:lnTo>
                <a:lnTo>
                  <a:pt x="81" y="34"/>
                </a:lnTo>
                <a:lnTo>
                  <a:pt x="80" y="34"/>
                </a:lnTo>
                <a:lnTo>
                  <a:pt x="80" y="33"/>
                </a:lnTo>
                <a:lnTo>
                  <a:pt x="81" y="33"/>
                </a:lnTo>
                <a:lnTo>
                  <a:pt x="81" y="34"/>
                </a:lnTo>
                <a:lnTo>
                  <a:pt x="81" y="35"/>
                </a:lnTo>
                <a:lnTo>
                  <a:pt x="82" y="35"/>
                </a:lnTo>
                <a:lnTo>
                  <a:pt x="83" y="36"/>
                </a:lnTo>
                <a:lnTo>
                  <a:pt x="83" y="37"/>
                </a:lnTo>
                <a:lnTo>
                  <a:pt x="84" y="37"/>
                </a:lnTo>
                <a:lnTo>
                  <a:pt x="85" y="37"/>
                </a:lnTo>
                <a:lnTo>
                  <a:pt x="84" y="38"/>
                </a:lnTo>
                <a:lnTo>
                  <a:pt x="85" y="38"/>
                </a:lnTo>
                <a:lnTo>
                  <a:pt x="85" y="37"/>
                </a:lnTo>
                <a:lnTo>
                  <a:pt x="86" y="37"/>
                </a:lnTo>
                <a:lnTo>
                  <a:pt x="86" y="36"/>
                </a:lnTo>
                <a:lnTo>
                  <a:pt x="87" y="35"/>
                </a:lnTo>
                <a:lnTo>
                  <a:pt x="87" y="36"/>
                </a:lnTo>
                <a:lnTo>
                  <a:pt x="88" y="36"/>
                </a:lnTo>
                <a:lnTo>
                  <a:pt x="87" y="36"/>
                </a:lnTo>
                <a:lnTo>
                  <a:pt x="88" y="37"/>
                </a:lnTo>
                <a:lnTo>
                  <a:pt x="88" y="36"/>
                </a:lnTo>
                <a:lnTo>
                  <a:pt x="89" y="36"/>
                </a:lnTo>
                <a:lnTo>
                  <a:pt x="90" y="37"/>
                </a:lnTo>
                <a:lnTo>
                  <a:pt x="90" y="38"/>
                </a:lnTo>
                <a:lnTo>
                  <a:pt x="90" y="40"/>
                </a:lnTo>
                <a:lnTo>
                  <a:pt x="90" y="41"/>
                </a:lnTo>
                <a:lnTo>
                  <a:pt x="91" y="41"/>
                </a:lnTo>
                <a:lnTo>
                  <a:pt x="91" y="40"/>
                </a:lnTo>
                <a:lnTo>
                  <a:pt x="91" y="39"/>
                </a:lnTo>
                <a:lnTo>
                  <a:pt x="92" y="39"/>
                </a:lnTo>
                <a:lnTo>
                  <a:pt x="93" y="39"/>
                </a:lnTo>
                <a:lnTo>
                  <a:pt x="94" y="39"/>
                </a:lnTo>
                <a:lnTo>
                  <a:pt x="95" y="38"/>
                </a:lnTo>
                <a:lnTo>
                  <a:pt x="96" y="38"/>
                </a:lnTo>
                <a:lnTo>
                  <a:pt x="96" y="37"/>
                </a:lnTo>
                <a:lnTo>
                  <a:pt x="97" y="36"/>
                </a:lnTo>
                <a:lnTo>
                  <a:pt x="97" y="38"/>
                </a:lnTo>
                <a:lnTo>
                  <a:pt x="97" y="39"/>
                </a:lnTo>
                <a:lnTo>
                  <a:pt x="96" y="39"/>
                </a:lnTo>
                <a:lnTo>
                  <a:pt x="95" y="40"/>
                </a:lnTo>
                <a:lnTo>
                  <a:pt x="96" y="40"/>
                </a:lnTo>
                <a:lnTo>
                  <a:pt x="96" y="39"/>
                </a:lnTo>
                <a:lnTo>
                  <a:pt x="97" y="39"/>
                </a:lnTo>
                <a:lnTo>
                  <a:pt x="97" y="40"/>
                </a:lnTo>
                <a:lnTo>
                  <a:pt x="96" y="40"/>
                </a:lnTo>
                <a:lnTo>
                  <a:pt x="97" y="39"/>
                </a:lnTo>
                <a:lnTo>
                  <a:pt x="98" y="38"/>
                </a:lnTo>
                <a:lnTo>
                  <a:pt x="99" y="37"/>
                </a:lnTo>
                <a:lnTo>
                  <a:pt x="99" y="38"/>
                </a:lnTo>
                <a:lnTo>
                  <a:pt x="100" y="38"/>
                </a:lnTo>
                <a:lnTo>
                  <a:pt x="100" y="37"/>
                </a:lnTo>
                <a:lnTo>
                  <a:pt x="101" y="37"/>
                </a:lnTo>
                <a:lnTo>
                  <a:pt x="100" y="37"/>
                </a:lnTo>
                <a:lnTo>
                  <a:pt x="99" y="36"/>
                </a:lnTo>
                <a:lnTo>
                  <a:pt x="98" y="36"/>
                </a:lnTo>
                <a:lnTo>
                  <a:pt x="97" y="36"/>
                </a:lnTo>
                <a:lnTo>
                  <a:pt x="97" y="35"/>
                </a:lnTo>
                <a:lnTo>
                  <a:pt x="96" y="35"/>
                </a:lnTo>
                <a:lnTo>
                  <a:pt x="96" y="36"/>
                </a:lnTo>
                <a:lnTo>
                  <a:pt x="95" y="35"/>
                </a:lnTo>
                <a:lnTo>
                  <a:pt x="95" y="34"/>
                </a:lnTo>
                <a:lnTo>
                  <a:pt x="96" y="34"/>
                </a:lnTo>
                <a:lnTo>
                  <a:pt x="96" y="33"/>
                </a:lnTo>
                <a:lnTo>
                  <a:pt x="95" y="32"/>
                </a:lnTo>
                <a:lnTo>
                  <a:pt x="95" y="31"/>
                </a:lnTo>
                <a:lnTo>
                  <a:pt x="96" y="30"/>
                </a:lnTo>
                <a:lnTo>
                  <a:pt x="97" y="30"/>
                </a:lnTo>
                <a:lnTo>
                  <a:pt x="98" y="30"/>
                </a:lnTo>
                <a:lnTo>
                  <a:pt x="98" y="31"/>
                </a:lnTo>
                <a:lnTo>
                  <a:pt x="98" y="30"/>
                </a:lnTo>
                <a:lnTo>
                  <a:pt x="99" y="30"/>
                </a:lnTo>
                <a:lnTo>
                  <a:pt x="99" y="31"/>
                </a:lnTo>
                <a:lnTo>
                  <a:pt x="100" y="31"/>
                </a:lnTo>
                <a:lnTo>
                  <a:pt x="99" y="31"/>
                </a:lnTo>
                <a:lnTo>
                  <a:pt x="99" y="30"/>
                </a:lnTo>
                <a:lnTo>
                  <a:pt x="98" y="30"/>
                </a:lnTo>
                <a:lnTo>
                  <a:pt x="97" y="30"/>
                </a:lnTo>
                <a:lnTo>
                  <a:pt x="96" y="29"/>
                </a:lnTo>
                <a:lnTo>
                  <a:pt x="96" y="28"/>
                </a:lnTo>
                <a:lnTo>
                  <a:pt x="97" y="27"/>
                </a:lnTo>
                <a:lnTo>
                  <a:pt x="97" y="26"/>
                </a:lnTo>
                <a:lnTo>
                  <a:pt x="98" y="26"/>
                </a:lnTo>
                <a:lnTo>
                  <a:pt x="99" y="26"/>
                </a:lnTo>
                <a:lnTo>
                  <a:pt x="99" y="25"/>
                </a:lnTo>
                <a:lnTo>
                  <a:pt x="100" y="25"/>
                </a:lnTo>
                <a:lnTo>
                  <a:pt x="100" y="24"/>
                </a:lnTo>
                <a:lnTo>
                  <a:pt x="101" y="24"/>
                </a:lnTo>
                <a:lnTo>
                  <a:pt x="101" y="23"/>
                </a:lnTo>
                <a:lnTo>
                  <a:pt x="101" y="22"/>
                </a:lnTo>
                <a:lnTo>
                  <a:pt x="102" y="22"/>
                </a:lnTo>
                <a:lnTo>
                  <a:pt x="103" y="22"/>
                </a:lnTo>
                <a:lnTo>
                  <a:pt x="105" y="21"/>
                </a:lnTo>
                <a:lnTo>
                  <a:pt x="108" y="21"/>
                </a:lnTo>
                <a:lnTo>
                  <a:pt x="109" y="20"/>
                </a:lnTo>
                <a:lnTo>
                  <a:pt x="110" y="20"/>
                </a:lnTo>
                <a:lnTo>
                  <a:pt x="111" y="20"/>
                </a:lnTo>
                <a:lnTo>
                  <a:pt x="111" y="19"/>
                </a:lnTo>
                <a:lnTo>
                  <a:pt x="112" y="19"/>
                </a:lnTo>
                <a:lnTo>
                  <a:pt x="112" y="20"/>
                </a:lnTo>
                <a:lnTo>
                  <a:pt x="112" y="19"/>
                </a:lnTo>
                <a:lnTo>
                  <a:pt x="112" y="20"/>
                </a:lnTo>
                <a:lnTo>
                  <a:pt x="112" y="19"/>
                </a:lnTo>
                <a:lnTo>
                  <a:pt x="114" y="19"/>
                </a:lnTo>
                <a:lnTo>
                  <a:pt x="115" y="19"/>
                </a:lnTo>
                <a:lnTo>
                  <a:pt x="115" y="18"/>
                </a:lnTo>
                <a:lnTo>
                  <a:pt x="115" y="19"/>
                </a:lnTo>
                <a:lnTo>
                  <a:pt x="116" y="19"/>
                </a:lnTo>
                <a:lnTo>
                  <a:pt x="116" y="20"/>
                </a:lnTo>
                <a:lnTo>
                  <a:pt x="117" y="20"/>
                </a:lnTo>
                <a:lnTo>
                  <a:pt x="117" y="21"/>
                </a:lnTo>
                <a:lnTo>
                  <a:pt x="117" y="22"/>
                </a:lnTo>
                <a:lnTo>
                  <a:pt x="117" y="23"/>
                </a:lnTo>
                <a:lnTo>
                  <a:pt x="118" y="23"/>
                </a:lnTo>
                <a:lnTo>
                  <a:pt x="118" y="22"/>
                </a:lnTo>
                <a:lnTo>
                  <a:pt x="119" y="22"/>
                </a:lnTo>
                <a:lnTo>
                  <a:pt x="119" y="23"/>
                </a:lnTo>
                <a:lnTo>
                  <a:pt x="121" y="24"/>
                </a:lnTo>
                <a:lnTo>
                  <a:pt x="122" y="24"/>
                </a:lnTo>
                <a:lnTo>
                  <a:pt x="124" y="24"/>
                </a:lnTo>
                <a:lnTo>
                  <a:pt x="125" y="24"/>
                </a:lnTo>
                <a:lnTo>
                  <a:pt x="126" y="24"/>
                </a:lnTo>
                <a:lnTo>
                  <a:pt x="126" y="25"/>
                </a:lnTo>
                <a:lnTo>
                  <a:pt x="126" y="26"/>
                </a:lnTo>
                <a:lnTo>
                  <a:pt x="126" y="27"/>
                </a:lnTo>
                <a:lnTo>
                  <a:pt x="126" y="28"/>
                </a:lnTo>
                <a:lnTo>
                  <a:pt x="128" y="27"/>
                </a:lnTo>
                <a:lnTo>
                  <a:pt x="128" y="26"/>
                </a:lnTo>
                <a:lnTo>
                  <a:pt x="128" y="25"/>
                </a:lnTo>
                <a:lnTo>
                  <a:pt x="127" y="24"/>
                </a:lnTo>
                <a:lnTo>
                  <a:pt x="128" y="23"/>
                </a:lnTo>
                <a:lnTo>
                  <a:pt x="127" y="23"/>
                </a:lnTo>
                <a:lnTo>
                  <a:pt x="127" y="22"/>
                </a:lnTo>
                <a:lnTo>
                  <a:pt x="129" y="22"/>
                </a:lnTo>
                <a:lnTo>
                  <a:pt x="129" y="23"/>
                </a:lnTo>
                <a:lnTo>
                  <a:pt x="130" y="23"/>
                </a:lnTo>
                <a:lnTo>
                  <a:pt x="129" y="24"/>
                </a:lnTo>
                <a:lnTo>
                  <a:pt x="130" y="26"/>
                </a:lnTo>
                <a:lnTo>
                  <a:pt x="131" y="27"/>
                </a:lnTo>
                <a:lnTo>
                  <a:pt x="130" y="27"/>
                </a:lnTo>
                <a:lnTo>
                  <a:pt x="130" y="28"/>
                </a:lnTo>
                <a:lnTo>
                  <a:pt x="129" y="28"/>
                </a:lnTo>
                <a:lnTo>
                  <a:pt x="129" y="29"/>
                </a:lnTo>
                <a:lnTo>
                  <a:pt x="129" y="30"/>
                </a:lnTo>
                <a:lnTo>
                  <a:pt x="130" y="30"/>
                </a:lnTo>
                <a:lnTo>
                  <a:pt x="130" y="31"/>
                </a:lnTo>
                <a:lnTo>
                  <a:pt x="131" y="30"/>
                </a:lnTo>
                <a:lnTo>
                  <a:pt x="130" y="29"/>
                </a:lnTo>
                <a:lnTo>
                  <a:pt x="129" y="28"/>
                </a:lnTo>
                <a:lnTo>
                  <a:pt x="130" y="27"/>
                </a:lnTo>
                <a:lnTo>
                  <a:pt x="133" y="27"/>
                </a:lnTo>
                <a:lnTo>
                  <a:pt x="133" y="28"/>
                </a:lnTo>
                <a:lnTo>
                  <a:pt x="133" y="27"/>
                </a:lnTo>
                <a:lnTo>
                  <a:pt x="132" y="27"/>
                </a:lnTo>
                <a:lnTo>
                  <a:pt x="133" y="27"/>
                </a:lnTo>
                <a:lnTo>
                  <a:pt x="133" y="26"/>
                </a:lnTo>
                <a:lnTo>
                  <a:pt x="134" y="26"/>
                </a:lnTo>
                <a:lnTo>
                  <a:pt x="134" y="25"/>
                </a:lnTo>
                <a:lnTo>
                  <a:pt x="133" y="24"/>
                </a:lnTo>
                <a:lnTo>
                  <a:pt x="134" y="24"/>
                </a:lnTo>
                <a:lnTo>
                  <a:pt x="135" y="24"/>
                </a:lnTo>
                <a:lnTo>
                  <a:pt x="135" y="23"/>
                </a:lnTo>
                <a:lnTo>
                  <a:pt x="135" y="22"/>
                </a:lnTo>
                <a:lnTo>
                  <a:pt x="134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2"/>
                </a:lnTo>
                <a:lnTo>
                  <a:pt x="136" y="22"/>
                </a:lnTo>
                <a:lnTo>
                  <a:pt x="137" y="22"/>
                </a:lnTo>
                <a:lnTo>
                  <a:pt x="138" y="22"/>
                </a:lnTo>
                <a:lnTo>
                  <a:pt x="139" y="22"/>
                </a:lnTo>
                <a:lnTo>
                  <a:pt x="139" y="21"/>
                </a:lnTo>
                <a:lnTo>
                  <a:pt x="140" y="21"/>
                </a:lnTo>
                <a:lnTo>
                  <a:pt x="141" y="21"/>
                </a:lnTo>
                <a:lnTo>
                  <a:pt x="141" y="22"/>
                </a:lnTo>
                <a:lnTo>
                  <a:pt x="142" y="23"/>
                </a:lnTo>
                <a:lnTo>
                  <a:pt x="142" y="24"/>
                </a:lnTo>
                <a:lnTo>
                  <a:pt x="142" y="25"/>
                </a:lnTo>
                <a:lnTo>
                  <a:pt x="143" y="26"/>
                </a:lnTo>
                <a:lnTo>
                  <a:pt x="144" y="26"/>
                </a:lnTo>
                <a:lnTo>
                  <a:pt x="145" y="27"/>
                </a:lnTo>
                <a:lnTo>
                  <a:pt x="146" y="27"/>
                </a:lnTo>
                <a:lnTo>
                  <a:pt x="147" y="27"/>
                </a:lnTo>
                <a:lnTo>
                  <a:pt x="148" y="27"/>
                </a:lnTo>
                <a:lnTo>
                  <a:pt x="149" y="27"/>
                </a:lnTo>
                <a:lnTo>
                  <a:pt x="149" y="26"/>
                </a:lnTo>
                <a:lnTo>
                  <a:pt x="148" y="26"/>
                </a:lnTo>
                <a:lnTo>
                  <a:pt x="149" y="26"/>
                </a:lnTo>
                <a:lnTo>
                  <a:pt x="149" y="27"/>
                </a:lnTo>
                <a:lnTo>
                  <a:pt x="148" y="27"/>
                </a:lnTo>
                <a:lnTo>
                  <a:pt x="147" y="28"/>
                </a:lnTo>
                <a:lnTo>
                  <a:pt x="146" y="27"/>
                </a:lnTo>
                <a:lnTo>
                  <a:pt x="145" y="27"/>
                </a:lnTo>
                <a:lnTo>
                  <a:pt x="145" y="28"/>
                </a:lnTo>
                <a:lnTo>
                  <a:pt x="145" y="29"/>
                </a:lnTo>
                <a:lnTo>
                  <a:pt x="144" y="29"/>
                </a:lnTo>
                <a:lnTo>
                  <a:pt x="143" y="29"/>
                </a:lnTo>
                <a:lnTo>
                  <a:pt x="142" y="30"/>
                </a:lnTo>
                <a:lnTo>
                  <a:pt x="143" y="31"/>
                </a:lnTo>
                <a:lnTo>
                  <a:pt x="144" y="31"/>
                </a:lnTo>
                <a:lnTo>
                  <a:pt x="145" y="31"/>
                </a:lnTo>
                <a:lnTo>
                  <a:pt x="146" y="31"/>
                </a:lnTo>
                <a:lnTo>
                  <a:pt x="146" y="32"/>
                </a:lnTo>
                <a:lnTo>
                  <a:pt x="146" y="31"/>
                </a:lnTo>
                <a:lnTo>
                  <a:pt x="146" y="30"/>
                </a:lnTo>
                <a:lnTo>
                  <a:pt x="147" y="30"/>
                </a:lnTo>
                <a:lnTo>
                  <a:pt x="147" y="31"/>
                </a:lnTo>
                <a:lnTo>
                  <a:pt x="148" y="30"/>
                </a:lnTo>
                <a:lnTo>
                  <a:pt x="147" y="30"/>
                </a:lnTo>
                <a:lnTo>
                  <a:pt x="146" y="30"/>
                </a:lnTo>
                <a:lnTo>
                  <a:pt x="146" y="29"/>
                </a:lnTo>
                <a:lnTo>
                  <a:pt x="145" y="29"/>
                </a:lnTo>
                <a:lnTo>
                  <a:pt x="145" y="28"/>
                </a:lnTo>
                <a:lnTo>
                  <a:pt x="146" y="28"/>
                </a:lnTo>
                <a:lnTo>
                  <a:pt x="147" y="28"/>
                </a:lnTo>
                <a:lnTo>
                  <a:pt x="148" y="28"/>
                </a:lnTo>
                <a:lnTo>
                  <a:pt x="149" y="27"/>
                </a:lnTo>
                <a:lnTo>
                  <a:pt x="149" y="26"/>
                </a:lnTo>
                <a:lnTo>
                  <a:pt x="148" y="26"/>
                </a:lnTo>
                <a:lnTo>
                  <a:pt x="148" y="25"/>
                </a:lnTo>
                <a:lnTo>
                  <a:pt x="149" y="25"/>
                </a:lnTo>
                <a:lnTo>
                  <a:pt x="150" y="25"/>
                </a:lnTo>
                <a:lnTo>
                  <a:pt x="151" y="24"/>
                </a:lnTo>
                <a:lnTo>
                  <a:pt x="152" y="24"/>
                </a:lnTo>
                <a:lnTo>
                  <a:pt x="152" y="23"/>
                </a:lnTo>
                <a:lnTo>
                  <a:pt x="153" y="23"/>
                </a:lnTo>
                <a:lnTo>
                  <a:pt x="153" y="22"/>
                </a:lnTo>
                <a:lnTo>
                  <a:pt x="154" y="22"/>
                </a:lnTo>
                <a:lnTo>
                  <a:pt x="154" y="23"/>
                </a:lnTo>
                <a:lnTo>
                  <a:pt x="155" y="23"/>
                </a:lnTo>
                <a:lnTo>
                  <a:pt x="156" y="23"/>
                </a:lnTo>
                <a:lnTo>
                  <a:pt x="157" y="23"/>
                </a:lnTo>
                <a:lnTo>
                  <a:pt x="158" y="23"/>
                </a:lnTo>
                <a:lnTo>
                  <a:pt x="159" y="23"/>
                </a:lnTo>
                <a:lnTo>
                  <a:pt x="159" y="24"/>
                </a:lnTo>
                <a:lnTo>
                  <a:pt x="159" y="25"/>
                </a:lnTo>
                <a:lnTo>
                  <a:pt x="159" y="24"/>
                </a:lnTo>
                <a:lnTo>
                  <a:pt x="159" y="23"/>
                </a:lnTo>
                <a:lnTo>
                  <a:pt x="160" y="23"/>
                </a:lnTo>
                <a:lnTo>
                  <a:pt x="160" y="22"/>
                </a:lnTo>
                <a:lnTo>
                  <a:pt x="159" y="22"/>
                </a:lnTo>
                <a:lnTo>
                  <a:pt x="158" y="22"/>
                </a:lnTo>
                <a:lnTo>
                  <a:pt x="157" y="23"/>
                </a:lnTo>
                <a:lnTo>
                  <a:pt x="156" y="22"/>
                </a:lnTo>
                <a:lnTo>
                  <a:pt x="155" y="22"/>
                </a:lnTo>
                <a:lnTo>
                  <a:pt x="154" y="22"/>
                </a:lnTo>
                <a:lnTo>
                  <a:pt x="156" y="22"/>
                </a:lnTo>
                <a:lnTo>
                  <a:pt x="157" y="22"/>
                </a:lnTo>
                <a:lnTo>
                  <a:pt x="157" y="21"/>
                </a:lnTo>
                <a:lnTo>
                  <a:pt x="159" y="21"/>
                </a:lnTo>
                <a:lnTo>
                  <a:pt x="160" y="20"/>
                </a:lnTo>
                <a:lnTo>
                  <a:pt x="160" y="19"/>
                </a:lnTo>
                <a:lnTo>
                  <a:pt x="161" y="19"/>
                </a:lnTo>
                <a:lnTo>
                  <a:pt x="161" y="18"/>
                </a:lnTo>
                <a:lnTo>
                  <a:pt x="162" y="17"/>
                </a:lnTo>
                <a:lnTo>
                  <a:pt x="162" y="16"/>
                </a:lnTo>
                <a:lnTo>
                  <a:pt x="162" y="15"/>
                </a:lnTo>
                <a:lnTo>
                  <a:pt x="163" y="14"/>
                </a:lnTo>
                <a:lnTo>
                  <a:pt x="163" y="13"/>
                </a:lnTo>
                <a:lnTo>
                  <a:pt x="164" y="13"/>
                </a:lnTo>
                <a:lnTo>
                  <a:pt x="165" y="13"/>
                </a:lnTo>
                <a:lnTo>
                  <a:pt x="165" y="12"/>
                </a:lnTo>
                <a:lnTo>
                  <a:pt x="166" y="13"/>
                </a:lnTo>
                <a:lnTo>
                  <a:pt x="167" y="13"/>
                </a:lnTo>
                <a:lnTo>
                  <a:pt x="167" y="12"/>
                </a:lnTo>
                <a:lnTo>
                  <a:pt x="168" y="13"/>
                </a:lnTo>
                <a:lnTo>
                  <a:pt x="169" y="13"/>
                </a:lnTo>
                <a:lnTo>
                  <a:pt x="169" y="14"/>
                </a:lnTo>
                <a:lnTo>
                  <a:pt x="170" y="14"/>
                </a:lnTo>
                <a:lnTo>
                  <a:pt x="170" y="15"/>
                </a:lnTo>
                <a:lnTo>
                  <a:pt x="171" y="15"/>
                </a:lnTo>
                <a:lnTo>
                  <a:pt x="172" y="16"/>
                </a:lnTo>
                <a:lnTo>
                  <a:pt x="173" y="16"/>
                </a:lnTo>
                <a:lnTo>
                  <a:pt x="173" y="17"/>
                </a:lnTo>
                <a:lnTo>
                  <a:pt x="174" y="17"/>
                </a:lnTo>
                <a:lnTo>
                  <a:pt x="175" y="17"/>
                </a:lnTo>
                <a:lnTo>
                  <a:pt x="176" y="17"/>
                </a:lnTo>
                <a:lnTo>
                  <a:pt x="176" y="16"/>
                </a:lnTo>
                <a:lnTo>
                  <a:pt x="176" y="15"/>
                </a:lnTo>
                <a:lnTo>
                  <a:pt x="177" y="15"/>
                </a:lnTo>
                <a:lnTo>
                  <a:pt x="177" y="16"/>
                </a:lnTo>
                <a:lnTo>
                  <a:pt x="178" y="16"/>
                </a:lnTo>
                <a:lnTo>
                  <a:pt x="179" y="15"/>
                </a:lnTo>
                <a:lnTo>
                  <a:pt x="180" y="15"/>
                </a:lnTo>
                <a:lnTo>
                  <a:pt x="180" y="14"/>
                </a:lnTo>
                <a:lnTo>
                  <a:pt x="181" y="14"/>
                </a:lnTo>
                <a:lnTo>
                  <a:pt x="179" y="13"/>
                </a:lnTo>
                <a:lnTo>
                  <a:pt x="178" y="13"/>
                </a:lnTo>
                <a:lnTo>
                  <a:pt x="178" y="12"/>
                </a:lnTo>
                <a:lnTo>
                  <a:pt x="179" y="12"/>
                </a:lnTo>
                <a:lnTo>
                  <a:pt x="179" y="10"/>
                </a:lnTo>
                <a:lnTo>
                  <a:pt x="180" y="10"/>
                </a:lnTo>
                <a:lnTo>
                  <a:pt x="181" y="10"/>
                </a:lnTo>
                <a:lnTo>
                  <a:pt x="183" y="9"/>
                </a:lnTo>
                <a:lnTo>
                  <a:pt x="184" y="8"/>
                </a:lnTo>
                <a:lnTo>
                  <a:pt x="185" y="8"/>
                </a:lnTo>
                <a:lnTo>
                  <a:pt x="186" y="9"/>
                </a:lnTo>
                <a:lnTo>
                  <a:pt x="186" y="10"/>
                </a:lnTo>
                <a:lnTo>
                  <a:pt x="187" y="10"/>
                </a:lnTo>
                <a:lnTo>
                  <a:pt x="188" y="10"/>
                </a:lnTo>
                <a:lnTo>
                  <a:pt x="189" y="10"/>
                </a:lnTo>
                <a:lnTo>
                  <a:pt x="189" y="12"/>
                </a:lnTo>
                <a:lnTo>
                  <a:pt x="190" y="12"/>
                </a:lnTo>
                <a:lnTo>
                  <a:pt x="190" y="13"/>
                </a:lnTo>
                <a:lnTo>
                  <a:pt x="191" y="13"/>
                </a:lnTo>
                <a:lnTo>
                  <a:pt x="192" y="13"/>
                </a:lnTo>
                <a:lnTo>
                  <a:pt x="192" y="14"/>
                </a:lnTo>
                <a:lnTo>
                  <a:pt x="193" y="14"/>
                </a:lnTo>
                <a:lnTo>
                  <a:pt x="193" y="15"/>
                </a:lnTo>
                <a:lnTo>
                  <a:pt x="194" y="15"/>
                </a:lnTo>
                <a:lnTo>
                  <a:pt x="195" y="15"/>
                </a:lnTo>
                <a:lnTo>
                  <a:pt x="195" y="16"/>
                </a:lnTo>
                <a:lnTo>
                  <a:pt x="196" y="16"/>
                </a:lnTo>
                <a:lnTo>
                  <a:pt x="197" y="17"/>
                </a:lnTo>
                <a:lnTo>
                  <a:pt x="198" y="17"/>
                </a:lnTo>
                <a:lnTo>
                  <a:pt x="199" y="17"/>
                </a:lnTo>
                <a:lnTo>
                  <a:pt x="199" y="18"/>
                </a:lnTo>
                <a:lnTo>
                  <a:pt x="200" y="18"/>
                </a:lnTo>
                <a:lnTo>
                  <a:pt x="202" y="18"/>
                </a:lnTo>
                <a:lnTo>
                  <a:pt x="203" y="18"/>
                </a:lnTo>
                <a:lnTo>
                  <a:pt x="204" y="18"/>
                </a:lnTo>
                <a:lnTo>
                  <a:pt x="203" y="18"/>
                </a:lnTo>
                <a:lnTo>
                  <a:pt x="203" y="19"/>
                </a:lnTo>
                <a:lnTo>
                  <a:pt x="203" y="20"/>
                </a:lnTo>
                <a:lnTo>
                  <a:pt x="203" y="21"/>
                </a:lnTo>
                <a:lnTo>
                  <a:pt x="204" y="23"/>
                </a:lnTo>
                <a:lnTo>
                  <a:pt x="204" y="24"/>
                </a:lnTo>
                <a:lnTo>
                  <a:pt x="205" y="24"/>
                </a:lnTo>
                <a:lnTo>
                  <a:pt x="205" y="23"/>
                </a:lnTo>
                <a:lnTo>
                  <a:pt x="206" y="23"/>
                </a:lnTo>
                <a:lnTo>
                  <a:pt x="207" y="22"/>
                </a:lnTo>
                <a:lnTo>
                  <a:pt x="206" y="21"/>
                </a:lnTo>
                <a:lnTo>
                  <a:pt x="207" y="20"/>
                </a:lnTo>
                <a:lnTo>
                  <a:pt x="208" y="20"/>
                </a:lnTo>
                <a:lnTo>
                  <a:pt x="208" y="21"/>
                </a:lnTo>
                <a:lnTo>
                  <a:pt x="208" y="22"/>
                </a:lnTo>
                <a:lnTo>
                  <a:pt x="208" y="23"/>
                </a:lnTo>
                <a:lnTo>
                  <a:pt x="208" y="24"/>
                </a:lnTo>
                <a:lnTo>
                  <a:pt x="209" y="25"/>
                </a:lnTo>
                <a:lnTo>
                  <a:pt x="208" y="25"/>
                </a:lnTo>
                <a:lnTo>
                  <a:pt x="207" y="26"/>
                </a:lnTo>
                <a:lnTo>
                  <a:pt x="205" y="26"/>
                </a:lnTo>
                <a:lnTo>
                  <a:pt x="206" y="26"/>
                </a:lnTo>
                <a:lnTo>
                  <a:pt x="207" y="26"/>
                </a:lnTo>
                <a:lnTo>
                  <a:pt x="207" y="27"/>
                </a:lnTo>
                <a:lnTo>
                  <a:pt x="208" y="27"/>
                </a:lnTo>
                <a:lnTo>
                  <a:pt x="208" y="26"/>
                </a:lnTo>
                <a:lnTo>
                  <a:pt x="209" y="26"/>
                </a:lnTo>
                <a:lnTo>
                  <a:pt x="209" y="27"/>
                </a:lnTo>
                <a:lnTo>
                  <a:pt x="208" y="27"/>
                </a:lnTo>
                <a:lnTo>
                  <a:pt x="208" y="28"/>
                </a:lnTo>
                <a:lnTo>
                  <a:pt x="208" y="27"/>
                </a:lnTo>
                <a:lnTo>
                  <a:pt x="208" y="28"/>
                </a:lnTo>
                <a:lnTo>
                  <a:pt x="209" y="29"/>
                </a:lnTo>
                <a:lnTo>
                  <a:pt x="209" y="28"/>
                </a:lnTo>
                <a:lnTo>
                  <a:pt x="209" y="29"/>
                </a:lnTo>
                <a:lnTo>
                  <a:pt x="209" y="30"/>
                </a:lnTo>
                <a:lnTo>
                  <a:pt x="210" y="31"/>
                </a:lnTo>
                <a:lnTo>
                  <a:pt x="210" y="32"/>
                </a:lnTo>
                <a:lnTo>
                  <a:pt x="210" y="33"/>
                </a:lnTo>
                <a:lnTo>
                  <a:pt x="211" y="32"/>
                </a:lnTo>
                <a:lnTo>
                  <a:pt x="210" y="32"/>
                </a:lnTo>
                <a:lnTo>
                  <a:pt x="210" y="31"/>
                </a:lnTo>
                <a:lnTo>
                  <a:pt x="210" y="30"/>
                </a:lnTo>
                <a:lnTo>
                  <a:pt x="210" y="29"/>
                </a:lnTo>
                <a:lnTo>
                  <a:pt x="212" y="29"/>
                </a:lnTo>
                <a:lnTo>
                  <a:pt x="213" y="30"/>
                </a:lnTo>
                <a:lnTo>
                  <a:pt x="213" y="29"/>
                </a:lnTo>
                <a:lnTo>
                  <a:pt x="213" y="28"/>
                </a:lnTo>
                <a:lnTo>
                  <a:pt x="212" y="27"/>
                </a:lnTo>
                <a:lnTo>
                  <a:pt x="212" y="26"/>
                </a:lnTo>
                <a:lnTo>
                  <a:pt x="212" y="24"/>
                </a:lnTo>
                <a:lnTo>
                  <a:pt x="212" y="23"/>
                </a:lnTo>
                <a:lnTo>
                  <a:pt x="211" y="22"/>
                </a:lnTo>
                <a:lnTo>
                  <a:pt x="211" y="20"/>
                </a:lnTo>
                <a:lnTo>
                  <a:pt x="211" y="19"/>
                </a:lnTo>
                <a:lnTo>
                  <a:pt x="210" y="19"/>
                </a:lnTo>
                <a:lnTo>
                  <a:pt x="211" y="19"/>
                </a:lnTo>
                <a:lnTo>
                  <a:pt x="210" y="19"/>
                </a:lnTo>
                <a:lnTo>
                  <a:pt x="210" y="18"/>
                </a:lnTo>
                <a:lnTo>
                  <a:pt x="211" y="19"/>
                </a:lnTo>
                <a:lnTo>
                  <a:pt x="211" y="18"/>
                </a:lnTo>
                <a:lnTo>
                  <a:pt x="211" y="17"/>
                </a:lnTo>
                <a:lnTo>
                  <a:pt x="211" y="18"/>
                </a:lnTo>
                <a:lnTo>
                  <a:pt x="210" y="18"/>
                </a:lnTo>
                <a:lnTo>
                  <a:pt x="210" y="17"/>
                </a:lnTo>
                <a:lnTo>
                  <a:pt x="209" y="17"/>
                </a:lnTo>
                <a:lnTo>
                  <a:pt x="208" y="17"/>
                </a:lnTo>
                <a:lnTo>
                  <a:pt x="208" y="18"/>
                </a:lnTo>
                <a:lnTo>
                  <a:pt x="207" y="18"/>
                </a:lnTo>
                <a:lnTo>
                  <a:pt x="207" y="17"/>
                </a:lnTo>
                <a:lnTo>
                  <a:pt x="207" y="16"/>
                </a:lnTo>
                <a:lnTo>
                  <a:pt x="206" y="16"/>
                </a:lnTo>
                <a:lnTo>
                  <a:pt x="206" y="14"/>
                </a:lnTo>
                <a:lnTo>
                  <a:pt x="207" y="14"/>
                </a:lnTo>
                <a:lnTo>
                  <a:pt x="207" y="13"/>
                </a:lnTo>
                <a:lnTo>
                  <a:pt x="207" y="12"/>
                </a:lnTo>
                <a:lnTo>
                  <a:pt x="207" y="10"/>
                </a:lnTo>
                <a:lnTo>
                  <a:pt x="208" y="10"/>
                </a:lnTo>
                <a:lnTo>
                  <a:pt x="208" y="9"/>
                </a:lnTo>
                <a:lnTo>
                  <a:pt x="207" y="9"/>
                </a:lnTo>
                <a:lnTo>
                  <a:pt x="207" y="8"/>
                </a:lnTo>
                <a:lnTo>
                  <a:pt x="208" y="8"/>
                </a:lnTo>
                <a:lnTo>
                  <a:pt x="208" y="7"/>
                </a:lnTo>
                <a:lnTo>
                  <a:pt x="209" y="7"/>
                </a:lnTo>
                <a:lnTo>
                  <a:pt x="209" y="6"/>
                </a:lnTo>
                <a:lnTo>
                  <a:pt x="210" y="6"/>
                </a:lnTo>
                <a:lnTo>
                  <a:pt x="211" y="6"/>
                </a:lnTo>
                <a:lnTo>
                  <a:pt x="212" y="6"/>
                </a:lnTo>
                <a:lnTo>
                  <a:pt x="214" y="6"/>
                </a:lnTo>
                <a:lnTo>
                  <a:pt x="215" y="6"/>
                </a:lnTo>
                <a:lnTo>
                  <a:pt x="215" y="5"/>
                </a:lnTo>
                <a:lnTo>
                  <a:pt x="216" y="5"/>
                </a:lnTo>
                <a:lnTo>
                  <a:pt x="216" y="4"/>
                </a:lnTo>
                <a:lnTo>
                  <a:pt x="217" y="4"/>
                </a:lnTo>
                <a:lnTo>
                  <a:pt x="217" y="3"/>
                </a:lnTo>
                <a:lnTo>
                  <a:pt x="218" y="2"/>
                </a:lnTo>
                <a:lnTo>
                  <a:pt x="218" y="1"/>
                </a:lnTo>
                <a:lnTo>
                  <a:pt x="217" y="1"/>
                </a:lnTo>
                <a:lnTo>
                  <a:pt x="218" y="1"/>
                </a:lnTo>
                <a:lnTo>
                  <a:pt x="219" y="0"/>
                </a:lnTo>
                <a:lnTo>
                  <a:pt x="219" y="1"/>
                </a:lnTo>
                <a:lnTo>
                  <a:pt x="219" y="2"/>
                </a:lnTo>
                <a:lnTo>
                  <a:pt x="220" y="2"/>
                </a:lnTo>
                <a:lnTo>
                  <a:pt x="220" y="3"/>
                </a:lnTo>
                <a:lnTo>
                  <a:pt x="220" y="4"/>
                </a:lnTo>
                <a:lnTo>
                  <a:pt x="221" y="7"/>
                </a:lnTo>
                <a:lnTo>
                  <a:pt x="222" y="10"/>
                </a:lnTo>
                <a:lnTo>
                  <a:pt x="224" y="13"/>
                </a:lnTo>
                <a:lnTo>
                  <a:pt x="224" y="14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6" name=""/>
          <p:cNvSpPr/>
          <p:nvPr/>
        </p:nvSpPr>
        <p:spPr>
          <a:xfrm>
            <a:off x="6688440" y="214452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7" name=""/>
          <p:cNvSpPr/>
          <p:nvPr/>
        </p:nvSpPr>
        <p:spPr>
          <a:xfrm>
            <a:off x="6614280" y="2140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8" name=""/>
          <p:cNvSpPr/>
          <p:nvPr/>
        </p:nvSpPr>
        <p:spPr>
          <a:xfrm>
            <a:off x="6633000" y="21250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9" name=""/>
          <p:cNvSpPr/>
          <p:nvPr/>
        </p:nvSpPr>
        <p:spPr>
          <a:xfrm>
            <a:off x="6710400" y="21146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0" name=""/>
          <p:cNvSpPr/>
          <p:nvPr/>
        </p:nvSpPr>
        <p:spPr>
          <a:xfrm>
            <a:off x="6685920" y="21099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1" name=""/>
          <p:cNvSpPr/>
          <p:nvPr/>
        </p:nvSpPr>
        <p:spPr>
          <a:xfrm>
            <a:off x="6673680" y="2107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2" name=""/>
          <p:cNvSpPr/>
          <p:nvPr/>
        </p:nvSpPr>
        <p:spPr>
          <a:xfrm>
            <a:off x="6748200" y="22939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2" y="2"/>
                </a:moveTo>
                <a:lnTo>
                  <a:pt x="5" y="2"/>
                </a:lnTo>
                <a:lnTo>
                  <a:pt x="6" y="0"/>
                </a:lnTo>
                <a:lnTo>
                  <a:pt x="7" y="2"/>
                </a:lnTo>
                <a:lnTo>
                  <a:pt x="7" y="4"/>
                </a:lnTo>
                <a:lnTo>
                  <a:pt x="6" y="5"/>
                </a:lnTo>
                <a:lnTo>
                  <a:pt x="4" y="8"/>
                </a:lnTo>
                <a:lnTo>
                  <a:pt x="2" y="8"/>
                </a:lnTo>
                <a:lnTo>
                  <a:pt x="1" y="8"/>
                </a:lnTo>
                <a:lnTo>
                  <a:pt x="0" y="6"/>
                </a:lnTo>
                <a:lnTo>
                  <a:pt x="0" y="5"/>
                </a:lnTo>
                <a:lnTo>
                  <a:pt x="1" y="4"/>
                </a:lnTo>
                <a:lnTo>
                  <a:pt x="2" y="2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3" name=""/>
          <p:cNvSpPr/>
          <p:nvPr/>
        </p:nvSpPr>
        <p:spPr>
          <a:xfrm>
            <a:off x="6731280" y="227988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0" y="2"/>
                </a:moveTo>
                <a:lnTo>
                  <a:pt x="0" y="1"/>
                </a:lnTo>
                <a:lnTo>
                  <a:pt x="1" y="1"/>
                </a:lnTo>
                <a:lnTo>
                  <a:pt x="4" y="1"/>
                </a:lnTo>
                <a:lnTo>
                  <a:pt x="5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lnTo>
                  <a:pt x="6" y="4"/>
                </a:lnTo>
                <a:lnTo>
                  <a:pt x="5" y="6"/>
                </a:lnTo>
                <a:lnTo>
                  <a:pt x="4" y="6"/>
                </a:lnTo>
                <a:lnTo>
                  <a:pt x="3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4" name=""/>
          <p:cNvSpPr/>
          <p:nvPr/>
        </p:nvSpPr>
        <p:spPr>
          <a:xfrm>
            <a:off x="6729120" y="22737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0" y="2"/>
                </a:move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4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5" name=""/>
          <p:cNvSpPr/>
          <p:nvPr/>
        </p:nvSpPr>
        <p:spPr>
          <a:xfrm>
            <a:off x="6724080" y="2271600"/>
            <a:ext cx="5400" cy="5040"/>
          </a:xfrm>
          <a:custGeom>
            <a:avLst/>
            <a:gdLst/>
            <a:ahLst/>
            <a:rect l="0" t="0" r="r" b="b"/>
            <a:pathLst>
              <a:path w="15" h="14">
                <a:moveTo>
                  <a:pt x="6" y="7"/>
                </a:moveTo>
                <a:lnTo>
                  <a:pt x="3" y="8"/>
                </a:lnTo>
                <a:lnTo>
                  <a:pt x="3" y="10"/>
                </a:lnTo>
                <a:lnTo>
                  <a:pt x="4" y="11"/>
                </a:lnTo>
                <a:lnTo>
                  <a:pt x="6" y="11"/>
                </a:lnTo>
                <a:lnTo>
                  <a:pt x="7" y="11"/>
                </a:lnTo>
                <a:lnTo>
                  <a:pt x="8" y="10"/>
                </a:lnTo>
                <a:lnTo>
                  <a:pt x="9" y="8"/>
                </a:lnTo>
                <a:lnTo>
                  <a:pt x="10" y="8"/>
                </a:lnTo>
                <a:lnTo>
                  <a:pt x="12" y="7"/>
                </a:lnTo>
                <a:lnTo>
                  <a:pt x="14" y="6"/>
                </a:lnTo>
                <a:lnTo>
                  <a:pt x="15" y="6"/>
                </a:lnTo>
                <a:lnTo>
                  <a:pt x="15" y="7"/>
                </a:lnTo>
                <a:lnTo>
                  <a:pt x="15" y="8"/>
                </a:lnTo>
                <a:lnTo>
                  <a:pt x="14" y="8"/>
                </a:lnTo>
                <a:lnTo>
                  <a:pt x="12" y="10"/>
                </a:lnTo>
                <a:lnTo>
                  <a:pt x="10" y="10"/>
                </a:lnTo>
                <a:lnTo>
                  <a:pt x="9" y="12"/>
                </a:lnTo>
                <a:lnTo>
                  <a:pt x="8" y="13"/>
                </a:lnTo>
                <a:lnTo>
                  <a:pt x="7" y="13"/>
                </a:lnTo>
                <a:lnTo>
                  <a:pt x="6" y="14"/>
                </a:lnTo>
                <a:lnTo>
                  <a:pt x="2" y="14"/>
                </a:lnTo>
                <a:lnTo>
                  <a:pt x="1" y="14"/>
                </a:lnTo>
                <a:lnTo>
                  <a:pt x="0" y="13"/>
                </a:lnTo>
                <a:lnTo>
                  <a:pt x="0" y="12"/>
                </a:lnTo>
                <a:lnTo>
                  <a:pt x="0" y="8"/>
                </a:lnTo>
                <a:lnTo>
                  <a:pt x="1" y="7"/>
                </a:lnTo>
                <a:lnTo>
                  <a:pt x="6" y="4"/>
                </a:lnTo>
                <a:lnTo>
                  <a:pt x="10" y="1"/>
                </a:lnTo>
                <a:lnTo>
                  <a:pt x="11" y="1"/>
                </a:lnTo>
                <a:lnTo>
                  <a:pt x="12" y="1"/>
                </a:lnTo>
                <a:lnTo>
                  <a:pt x="13" y="0"/>
                </a:lnTo>
                <a:lnTo>
                  <a:pt x="13" y="1"/>
                </a:ln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7" y="5"/>
                </a:lnTo>
                <a:lnTo>
                  <a:pt x="6" y="7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6" name=""/>
          <p:cNvSpPr/>
          <p:nvPr/>
        </p:nvSpPr>
        <p:spPr>
          <a:xfrm>
            <a:off x="6728400" y="2271240"/>
            <a:ext cx="5760" cy="3600"/>
          </a:xfrm>
          <a:custGeom>
            <a:avLst/>
            <a:gdLst/>
            <a:ahLst/>
            <a:rect l="0" t="0" r="r" b="b"/>
            <a:pathLst>
              <a:path w="16" h="10">
                <a:moveTo>
                  <a:pt x="10" y="10"/>
                </a:moveTo>
                <a:lnTo>
                  <a:pt x="9" y="10"/>
                </a:lnTo>
                <a:lnTo>
                  <a:pt x="8" y="10"/>
                </a:lnTo>
                <a:lnTo>
                  <a:pt x="6" y="10"/>
                </a:lnTo>
                <a:lnTo>
                  <a:pt x="5" y="10"/>
                </a:lnTo>
                <a:lnTo>
                  <a:pt x="5" y="9"/>
                </a:lnTo>
                <a:lnTo>
                  <a:pt x="6" y="9"/>
                </a:lnTo>
                <a:lnTo>
                  <a:pt x="9" y="9"/>
                </a:lnTo>
                <a:lnTo>
                  <a:pt x="10" y="9"/>
                </a:lnTo>
                <a:lnTo>
                  <a:pt x="11" y="8"/>
                </a:lnTo>
                <a:lnTo>
                  <a:pt x="13" y="7"/>
                </a:lnTo>
                <a:lnTo>
                  <a:pt x="13" y="4"/>
                </a:lnTo>
                <a:lnTo>
                  <a:pt x="13" y="3"/>
                </a:lnTo>
                <a:lnTo>
                  <a:pt x="12" y="3"/>
                </a:lnTo>
                <a:lnTo>
                  <a:pt x="12" y="2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8" y="3"/>
                </a:lnTo>
                <a:lnTo>
                  <a:pt x="5" y="3"/>
                </a:lnTo>
                <a:lnTo>
                  <a:pt x="4" y="3"/>
                </a:lnTo>
                <a:lnTo>
                  <a:pt x="2" y="3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5" y="1"/>
                </a:lnTo>
                <a:lnTo>
                  <a:pt x="8" y="1"/>
                </a:lnTo>
                <a:lnTo>
                  <a:pt x="9" y="0"/>
                </a:lnTo>
                <a:lnTo>
                  <a:pt x="12" y="0"/>
                </a:lnTo>
                <a:lnTo>
                  <a:pt x="13" y="0"/>
                </a:lnTo>
                <a:lnTo>
                  <a:pt x="14" y="1"/>
                </a:lnTo>
                <a:lnTo>
                  <a:pt x="15" y="1"/>
                </a:lnTo>
                <a:lnTo>
                  <a:pt x="16" y="3"/>
                </a:lnTo>
                <a:lnTo>
                  <a:pt x="16" y="4"/>
                </a:lnTo>
                <a:lnTo>
                  <a:pt x="15" y="7"/>
                </a:lnTo>
                <a:lnTo>
                  <a:pt x="14" y="9"/>
                </a:lnTo>
                <a:lnTo>
                  <a:pt x="11" y="10"/>
                </a:lnTo>
                <a:lnTo>
                  <a:pt x="10" y="1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7" name=""/>
          <p:cNvSpPr/>
          <p:nvPr/>
        </p:nvSpPr>
        <p:spPr>
          <a:xfrm>
            <a:off x="6754680" y="2269080"/>
            <a:ext cx="6480" cy="2880"/>
          </a:xfrm>
          <a:custGeom>
            <a:avLst/>
            <a:gdLst/>
            <a:ahLst/>
            <a:rect l="0" t="0" r="r" b="b"/>
            <a:pathLst>
              <a:path w="18" h="8">
                <a:moveTo>
                  <a:pt x="8" y="5"/>
                </a:moveTo>
                <a:lnTo>
                  <a:pt x="6" y="7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1" y="8"/>
                </a:lnTo>
                <a:lnTo>
                  <a:pt x="0" y="7"/>
                </a:lnTo>
                <a:lnTo>
                  <a:pt x="0" y="5"/>
                </a:lnTo>
                <a:lnTo>
                  <a:pt x="1" y="4"/>
                </a:lnTo>
                <a:lnTo>
                  <a:pt x="3" y="3"/>
                </a:lnTo>
                <a:lnTo>
                  <a:pt x="6" y="2"/>
                </a:lnTo>
                <a:lnTo>
                  <a:pt x="8" y="2"/>
                </a:lnTo>
                <a:lnTo>
                  <a:pt x="11" y="1"/>
                </a:lnTo>
                <a:lnTo>
                  <a:pt x="14" y="1"/>
                </a:lnTo>
                <a:lnTo>
                  <a:pt x="15" y="1"/>
                </a:lnTo>
                <a:lnTo>
                  <a:pt x="17" y="0"/>
                </a:lnTo>
                <a:lnTo>
                  <a:pt x="18" y="1"/>
                </a:lnTo>
                <a:lnTo>
                  <a:pt x="18" y="3"/>
                </a:lnTo>
                <a:lnTo>
                  <a:pt x="18" y="4"/>
                </a:lnTo>
                <a:lnTo>
                  <a:pt x="17" y="4"/>
                </a:lnTo>
                <a:lnTo>
                  <a:pt x="15" y="4"/>
                </a:lnTo>
                <a:lnTo>
                  <a:pt x="12" y="4"/>
                </a:lnTo>
                <a:lnTo>
                  <a:pt x="11" y="4"/>
                </a:lnTo>
                <a:lnTo>
                  <a:pt x="9" y="4"/>
                </a:lnTo>
                <a:lnTo>
                  <a:pt x="8" y="5"/>
                </a:lnTo>
                <a:close/>
              </a:path>
            </a:pathLst>
          </a:custGeom>
          <a:solidFill>
            <a:srgbClr val="FFF7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8" name=""/>
          <p:cNvSpPr/>
          <p:nvPr/>
        </p:nvSpPr>
        <p:spPr>
          <a:xfrm>
            <a:off x="6754680" y="2269080"/>
            <a:ext cx="6480" cy="2880"/>
          </a:xfrm>
          <a:custGeom>
            <a:avLst/>
            <a:gdLst/>
            <a:ahLst/>
            <a:rect l="0" t="0" r="r" b="b"/>
            <a:pathLst>
              <a:path w="18" h="8">
                <a:moveTo>
                  <a:pt x="8" y="5"/>
                </a:moveTo>
                <a:lnTo>
                  <a:pt x="6" y="7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1" y="8"/>
                </a:lnTo>
                <a:lnTo>
                  <a:pt x="0" y="7"/>
                </a:lnTo>
                <a:lnTo>
                  <a:pt x="0" y="5"/>
                </a:lnTo>
                <a:lnTo>
                  <a:pt x="1" y="4"/>
                </a:lnTo>
                <a:lnTo>
                  <a:pt x="3" y="3"/>
                </a:lnTo>
                <a:lnTo>
                  <a:pt x="6" y="2"/>
                </a:lnTo>
                <a:lnTo>
                  <a:pt x="8" y="2"/>
                </a:lnTo>
                <a:lnTo>
                  <a:pt x="11" y="1"/>
                </a:lnTo>
                <a:lnTo>
                  <a:pt x="14" y="1"/>
                </a:lnTo>
                <a:lnTo>
                  <a:pt x="15" y="1"/>
                </a:lnTo>
                <a:lnTo>
                  <a:pt x="17" y="0"/>
                </a:lnTo>
                <a:lnTo>
                  <a:pt x="18" y="1"/>
                </a:lnTo>
                <a:lnTo>
                  <a:pt x="18" y="3"/>
                </a:lnTo>
                <a:lnTo>
                  <a:pt x="18" y="4"/>
                </a:lnTo>
                <a:lnTo>
                  <a:pt x="17" y="4"/>
                </a:lnTo>
                <a:lnTo>
                  <a:pt x="15" y="4"/>
                </a:lnTo>
                <a:lnTo>
                  <a:pt x="12" y="4"/>
                </a:lnTo>
                <a:lnTo>
                  <a:pt x="11" y="4"/>
                </a:lnTo>
                <a:lnTo>
                  <a:pt x="9" y="4"/>
                </a:lnTo>
                <a:lnTo>
                  <a:pt x="8" y="5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9" name=""/>
          <p:cNvSpPr/>
          <p:nvPr/>
        </p:nvSpPr>
        <p:spPr>
          <a:xfrm>
            <a:off x="6739560" y="2267640"/>
            <a:ext cx="4320" cy="2520"/>
          </a:xfrm>
          <a:custGeom>
            <a:avLst/>
            <a:gdLst/>
            <a:ahLst/>
            <a:rect l="0" t="0" r="r" b="b"/>
            <a:pathLst>
              <a:path w="12" h="7">
                <a:moveTo>
                  <a:pt x="0" y="5"/>
                </a:moveTo>
                <a:lnTo>
                  <a:pt x="0" y="3"/>
                </a:lnTo>
                <a:lnTo>
                  <a:pt x="1" y="2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1"/>
                </a:lnTo>
                <a:lnTo>
                  <a:pt x="12" y="1"/>
                </a:lnTo>
                <a:lnTo>
                  <a:pt x="12" y="2"/>
                </a:lnTo>
                <a:lnTo>
                  <a:pt x="12" y="3"/>
                </a:lnTo>
                <a:lnTo>
                  <a:pt x="12" y="5"/>
                </a:lnTo>
                <a:lnTo>
                  <a:pt x="11" y="5"/>
                </a:lnTo>
                <a:lnTo>
                  <a:pt x="10" y="6"/>
                </a:lnTo>
                <a:lnTo>
                  <a:pt x="8" y="6"/>
                </a:lnTo>
                <a:lnTo>
                  <a:pt x="6" y="6"/>
                </a:lnTo>
                <a:lnTo>
                  <a:pt x="4" y="7"/>
                </a:lnTo>
                <a:lnTo>
                  <a:pt x="3" y="7"/>
                </a:lnTo>
                <a:lnTo>
                  <a:pt x="2" y="7"/>
                </a:lnTo>
                <a:lnTo>
                  <a:pt x="1" y="6"/>
                </a:lnTo>
                <a:lnTo>
                  <a:pt x="0" y="5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0" name=""/>
          <p:cNvSpPr/>
          <p:nvPr/>
        </p:nvSpPr>
        <p:spPr>
          <a:xfrm>
            <a:off x="6729120" y="22633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1" name=""/>
          <p:cNvSpPr/>
          <p:nvPr/>
        </p:nvSpPr>
        <p:spPr>
          <a:xfrm>
            <a:off x="6724440" y="2261880"/>
            <a:ext cx="1800" cy="2520"/>
          </a:xfrm>
          <a:custGeom>
            <a:avLst/>
            <a:gdLst/>
            <a:ahLst/>
            <a:rect l="0" t="0" r="r" b="b"/>
            <a:pathLst>
              <a:path w="5" h="7">
                <a:moveTo>
                  <a:pt x="0" y="5"/>
                </a:move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4" y="3"/>
                </a:ln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2" name=""/>
          <p:cNvSpPr/>
          <p:nvPr/>
        </p:nvSpPr>
        <p:spPr>
          <a:xfrm>
            <a:off x="6730560" y="2259360"/>
            <a:ext cx="2160" cy="4320"/>
          </a:xfrm>
          <a:custGeom>
            <a:avLst/>
            <a:gdLst/>
            <a:ahLst/>
            <a:rect l="0" t="0" r="r" b="b"/>
            <a:pathLst>
              <a:path w="6" h="12">
                <a:moveTo>
                  <a:pt x="1" y="9"/>
                </a:moveTo>
                <a:lnTo>
                  <a:pt x="3" y="8"/>
                </a:lnTo>
                <a:lnTo>
                  <a:pt x="4" y="7"/>
                </a:lnTo>
                <a:lnTo>
                  <a:pt x="4" y="6"/>
                </a:lnTo>
                <a:lnTo>
                  <a:pt x="4" y="4"/>
                </a:lnTo>
                <a:lnTo>
                  <a:pt x="3" y="3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2"/>
                </a:lnTo>
                <a:lnTo>
                  <a:pt x="1" y="12"/>
                </a:lnTo>
                <a:lnTo>
                  <a:pt x="0" y="12"/>
                </a:lnTo>
                <a:lnTo>
                  <a:pt x="0" y="10"/>
                </a:lnTo>
                <a:lnTo>
                  <a:pt x="1" y="9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3" name=""/>
          <p:cNvSpPr/>
          <p:nvPr/>
        </p:nvSpPr>
        <p:spPr>
          <a:xfrm>
            <a:off x="6724800" y="22611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4" name=""/>
          <p:cNvSpPr/>
          <p:nvPr/>
        </p:nvSpPr>
        <p:spPr>
          <a:xfrm>
            <a:off x="6725160" y="22593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1" y="2"/>
                </a:move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5" name=""/>
          <p:cNvSpPr/>
          <p:nvPr/>
        </p:nvSpPr>
        <p:spPr>
          <a:xfrm>
            <a:off x="6729840" y="2259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6" name=""/>
          <p:cNvSpPr/>
          <p:nvPr/>
        </p:nvSpPr>
        <p:spPr>
          <a:xfrm>
            <a:off x="6729480" y="22593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7" name=""/>
          <p:cNvSpPr/>
          <p:nvPr/>
        </p:nvSpPr>
        <p:spPr>
          <a:xfrm>
            <a:off x="6728760" y="22586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8" name=""/>
          <p:cNvSpPr/>
          <p:nvPr/>
        </p:nvSpPr>
        <p:spPr>
          <a:xfrm>
            <a:off x="6727320" y="225792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3"/>
                </a:move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3" y="5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9" name=""/>
          <p:cNvSpPr/>
          <p:nvPr/>
        </p:nvSpPr>
        <p:spPr>
          <a:xfrm>
            <a:off x="6728760" y="225720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1" y="3"/>
                </a:move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5" y="3"/>
                </a:lnTo>
                <a:lnTo>
                  <a:pt x="5" y="5"/>
                </a:lnTo>
                <a:lnTo>
                  <a:pt x="5" y="6"/>
                </a:lnTo>
                <a:lnTo>
                  <a:pt x="4" y="5"/>
                </a:lnTo>
                <a:lnTo>
                  <a:pt x="2" y="3"/>
                </a:lnTo>
                <a:lnTo>
                  <a:pt x="1" y="3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0" name=""/>
          <p:cNvSpPr/>
          <p:nvPr/>
        </p:nvSpPr>
        <p:spPr>
          <a:xfrm>
            <a:off x="6748200" y="224856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0" y="3"/>
                </a:moveTo>
                <a:lnTo>
                  <a:pt x="1" y="0"/>
                </a:lnTo>
                <a:lnTo>
                  <a:pt x="3" y="1"/>
                </a:lnTo>
                <a:lnTo>
                  <a:pt x="5" y="3"/>
                </a:lnTo>
                <a:lnTo>
                  <a:pt x="7" y="4"/>
                </a:lnTo>
                <a:lnTo>
                  <a:pt x="7" y="5"/>
                </a:lnTo>
                <a:lnTo>
                  <a:pt x="7" y="6"/>
                </a:lnTo>
                <a:lnTo>
                  <a:pt x="6" y="7"/>
                </a:lnTo>
                <a:lnTo>
                  <a:pt x="5" y="7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1" name=""/>
          <p:cNvSpPr/>
          <p:nvPr/>
        </p:nvSpPr>
        <p:spPr>
          <a:xfrm>
            <a:off x="6753240" y="224640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2"/>
                </a:moveTo>
                <a:lnTo>
                  <a:pt x="3" y="3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3"/>
                </a:lnTo>
                <a:lnTo>
                  <a:pt x="3" y="3"/>
                </a:lnTo>
                <a:lnTo>
                  <a:pt x="3" y="2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2" name=""/>
          <p:cNvSpPr/>
          <p:nvPr/>
        </p:nvSpPr>
        <p:spPr>
          <a:xfrm>
            <a:off x="6751800" y="2241000"/>
            <a:ext cx="2520" cy="3240"/>
          </a:xfrm>
          <a:custGeom>
            <a:avLst/>
            <a:gdLst/>
            <a:ahLst/>
            <a:rect l="0" t="0" r="r" b="b"/>
            <a:pathLst>
              <a:path w="7" h="9">
                <a:moveTo>
                  <a:pt x="2" y="5"/>
                </a:move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5" y="3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7" y="9"/>
                </a:lnTo>
                <a:lnTo>
                  <a:pt x="6" y="9"/>
                </a:lnTo>
                <a:lnTo>
                  <a:pt x="5" y="8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3" name=""/>
          <p:cNvSpPr/>
          <p:nvPr/>
        </p:nvSpPr>
        <p:spPr>
          <a:xfrm>
            <a:off x="6748200" y="2239920"/>
            <a:ext cx="3960" cy="2160"/>
          </a:xfrm>
          <a:custGeom>
            <a:avLst/>
            <a:gdLst/>
            <a:ahLst/>
            <a:rect l="0" t="0" r="r" b="b"/>
            <a:pathLst>
              <a:path w="11" h="6">
                <a:moveTo>
                  <a:pt x="5" y="5"/>
                </a:moveTo>
                <a:lnTo>
                  <a:pt x="4" y="5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7" y="1"/>
                </a:lnTo>
                <a:lnTo>
                  <a:pt x="8" y="2"/>
                </a:lnTo>
                <a:lnTo>
                  <a:pt x="9" y="2"/>
                </a:lnTo>
                <a:lnTo>
                  <a:pt x="11" y="3"/>
                </a:lnTo>
                <a:lnTo>
                  <a:pt x="11" y="5"/>
                </a:lnTo>
                <a:lnTo>
                  <a:pt x="9" y="5"/>
                </a:lnTo>
                <a:lnTo>
                  <a:pt x="8" y="5"/>
                </a:lnTo>
                <a:lnTo>
                  <a:pt x="6" y="5"/>
                </a:lnTo>
                <a:lnTo>
                  <a:pt x="5" y="5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4" name=""/>
          <p:cNvSpPr/>
          <p:nvPr/>
        </p:nvSpPr>
        <p:spPr>
          <a:xfrm>
            <a:off x="6787080" y="2698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5" name=""/>
          <p:cNvSpPr/>
          <p:nvPr/>
        </p:nvSpPr>
        <p:spPr>
          <a:xfrm>
            <a:off x="6787800" y="2698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6" name=""/>
          <p:cNvSpPr/>
          <p:nvPr/>
        </p:nvSpPr>
        <p:spPr>
          <a:xfrm>
            <a:off x="6792120" y="2613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7" name=""/>
          <p:cNvSpPr/>
          <p:nvPr/>
        </p:nvSpPr>
        <p:spPr>
          <a:xfrm>
            <a:off x="6805440" y="25848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8" name=""/>
          <p:cNvSpPr/>
          <p:nvPr/>
        </p:nvSpPr>
        <p:spPr>
          <a:xfrm>
            <a:off x="6830280" y="25246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9" name=""/>
          <p:cNvSpPr/>
          <p:nvPr/>
        </p:nvSpPr>
        <p:spPr>
          <a:xfrm>
            <a:off x="6827040" y="2495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0" name=""/>
          <p:cNvSpPr/>
          <p:nvPr/>
        </p:nvSpPr>
        <p:spPr>
          <a:xfrm>
            <a:off x="6960960" y="23212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1" name=""/>
          <p:cNvSpPr/>
          <p:nvPr/>
        </p:nvSpPr>
        <p:spPr>
          <a:xfrm>
            <a:off x="6959160" y="2320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2" name=""/>
          <p:cNvSpPr/>
          <p:nvPr/>
        </p:nvSpPr>
        <p:spPr>
          <a:xfrm>
            <a:off x="6957720" y="2320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3" name=""/>
          <p:cNvSpPr/>
          <p:nvPr/>
        </p:nvSpPr>
        <p:spPr>
          <a:xfrm>
            <a:off x="6961680" y="23202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4" name=""/>
          <p:cNvSpPr/>
          <p:nvPr/>
        </p:nvSpPr>
        <p:spPr>
          <a:xfrm>
            <a:off x="6957720" y="2316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5" name=""/>
          <p:cNvSpPr/>
          <p:nvPr/>
        </p:nvSpPr>
        <p:spPr>
          <a:xfrm>
            <a:off x="6757200" y="2279880"/>
            <a:ext cx="6840" cy="3240"/>
          </a:xfrm>
          <a:custGeom>
            <a:avLst/>
            <a:gdLst/>
            <a:ahLst/>
            <a:rect l="0" t="0" r="r" b="b"/>
            <a:pathLst>
              <a:path w="19" h="9">
                <a:moveTo>
                  <a:pt x="18" y="5"/>
                </a:moveTo>
                <a:lnTo>
                  <a:pt x="18" y="6"/>
                </a:lnTo>
                <a:lnTo>
                  <a:pt x="17" y="6"/>
                </a:lnTo>
                <a:lnTo>
                  <a:pt x="16" y="8"/>
                </a:lnTo>
                <a:lnTo>
                  <a:pt x="15" y="8"/>
                </a:lnTo>
                <a:lnTo>
                  <a:pt x="10" y="9"/>
                </a:lnTo>
                <a:lnTo>
                  <a:pt x="4" y="9"/>
                </a:lnTo>
                <a:lnTo>
                  <a:pt x="1" y="9"/>
                </a:lnTo>
                <a:lnTo>
                  <a:pt x="0" y="8"/>
                </a:lnTo>
                <a:lnTo>
                  <a:pt x="0" y="6"/>
                </a:lnTo>
                <a:lnTo>
                  <a:pt x="1" y="5"/>
                </a:lnTo>
                <a:lnTo>
                  <a:pt x="1" y="4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10" y="2"/>
                </a:lnTo>
                <a:lnTo>
                  <a:pt x="11" y="1"/>
                </a:lnTo>
                <a:lnTo>
                  <a:pt x="12" y="1"/>
                </a:lnTo>
                <a:lnTo>
                  <a:pt x="13" y="1"/>
                </a:lnTo>
                <a:lnTo>
                  <a:pt x="14" y="1"/>
                </a:lnTo>
                <a:lnTo>
                  <a:pt x="15" y="0"/>
                </a:lnTo>
                <a:lnTo>
                  <a:pt x="16" y="0"/>
                </a:lnTo>
                <a:lnTo>
                  <a:pt x="17" y="0"/>
                </a:lnTo>
                <a:lnTo>
                  <a:pt x="18" y="1"/>
                </a:lnTo>
                <a:lnTo>
                  <a:pt x="19" y="1"/>
                </a:lnTo>
                <a:lnTo>
                  <a:pt x="19" y="3"/>
                </a:lnTo>
                <a:lnTo>
                  <a:pt x="19" y="4"/>
                </a:lnTo>
                <a:lnTo>
                  <a:pt x="18" y="5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6" name=""/>
          <p:cNvSpPr/>
          <p:nvPr/>
        </p:nvSpPr>
        <p:spPr>
          <a:xfrm>
            <a:off x="6918120" y="2266920"/>
            <a:ext cx="2880" cy="3600"/>
          </a:xfrm>
          <a:custGeom>
            <a:avLst/>
            <a:gdLst/>
            <a:ahLst/>
            <a:rect l="0" t="0" r="r" b="b"/>
            <a:pathLst>
              <a:path w="8" h="10">
                <a:moveTo>
                  <a:pt x="5" y="0"/>
                </a:moveTo>
                <a:lnTo>
                  <a:pt x="7" y="1"/>
                </a:lnTo>
                <a:lnTo>
                  <a:pt x="8" y="2"/>
                </a:lnTo>
                <a:lnTo>
                  <a:pt x="8" y="5"/>
                </a:lnTo>
                <a:lnTo>
                  <a:pt x="7" y="7"/>
                </a:lnTo>
                <a:lnTo>
                  <a:pt x="6" y="10"/>
                </a:lnTo>
                <a:lnTo>
                  <a:pt x="3" y="10"/>
                </a:lnTo>
                <a:lnTo>
                  <a:pt x="1" y="7"/>
                </a:lnTo>
                <a:lnTo>
                  <a:pt x="0" y="5"/>
                </a:lnTo>
                <a:lnTo>
                  <a:pt x="1" y="2"/>
                </a:lnTo>
                <a:lnTo>
                  <a:pt x="2" y="1"/>
                </a:lnTo>
                <a:lnTo>
                  <a:pt x="5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7" name=""/>
          <p:cNvSpPr/>
          <p:nvPr/>
        </p:nvSpPr>
        <p:spPr>
          <a:xfrm>
            <a:off x="6765840" y="22672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2" y="0"/>
                </a:moveTo>
                <a:lnTo>
                  <a:pt x="4" y="1"/>
                </a:lnTo>
                <a:lnTo>
                  <a:pt x="4" y="2"/>
                </a:lnTo>
                <a:lnTo>
                  <a:pt x="4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2"/>
                </a:lnTo>
                <a:lnTo>
                  <a:pt x="1" y="1"/>
                </a:lnTo>
                <a:lnTo>
                  <a:pt x="2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8" name=""/>
          <p:cNvSpPr/>
          <p:nvPr/>
        </p:nvSpPr>
        <p:spPr>
          <a:xfrm>
            <a:off x="6764760" y="226476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1" y="0"/>
                </a:moveTo>
                <a:lnTo>
                  <a:pt x="2" y="0"/>
                </a:lnTo>
                <a:lnTo>
                  <a:pt x="4" y="0"/>
                </a:lnTo>
                <a:lnTo>
                  <a:pt x="5" y="1"/>
                </a:lnTo>
                <a:lnTo>
                  <a:pt x="5" y="4"/>
                </a:lnTo>
                <a:lnTo>
                  <a:pt x="5" y="5"/>
                </a:lnTo>
                <a:lnTo>
                  <a:pt x="2" y="6"/>
                </a:lnTo>
                <a:lnTo>
                  <a:pt x="1" y="5"/>
                </a:lnTo>
                <a:lnTo>
                  <a:pt x="0" y="3"/>
                </a:lnTo>
                <a:lnTo>
                  <a:pt x="1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9" name=""/>
          <p:cNvSpPr/>
          <p:nvPr/>
        </p:nvSpPr>
        <p:spPr>
          <a:xfrm>
            <a:off x="6759360" y="225972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1" y="5"/>
                </a:moveTo>
                <a:lnTo>
                  <a:pt x="2" y="4"/>
                </a:lnTo>
                <a:lnTo>
                  <a:pt x="5" y="3"/>
                </a:lnTo>
                <a:lnTo>
                  <a:pt x="6" y="3"/>
                </a:lnTo>
                <a:lnTo>
                  <a:pt x="8" y="1"/>
                </a:lnTo>
                <a:lnTo>
                  <a:pt x="9" y="0"/>
                </a:lnTo>
                <a:lnTo>
                  <a:pt x="10" y="1"/>
                </a:lnTo>
                <a:lnTo>
                  <a:pt x="10" y="2"/>
                </a:lnTo>
                <a:lnTo>
                  <a:pt x="9" y="3"/>
                </a:lnTo>
                <a:lnTo>
                  <a:pt x="8" y="4"/>
                </a:lnTo>
                <a:lnTo>
                  <a:pt x="7" y="5"/>
                </a:lnTo>
                <a:lnTo>
                  <a:pt x="6" y="5"/>
                </a:lnTo>
                <a:lnTo>
                  <a:pt x="5" y="6"/>
                </a:lnTo>
                <a:lnTo>
                  <a:pt x="2" y="8"/>
                </a:lnTo>
                <a:lnTo>
                  <a:pt x="1" y="10"/>
                </a:lnTo>
                <a:lnTo>
                  <a:pt x="0" y="9"/>
                </a:lnTo>
                <a:lnTo>
                  <a:pt x="0" y="6"/>
                </a:lnTo>
                <a:lnTo>
                  <a:pt x="1" y="5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0" name=""/>
          <p:cNvSpPr/>
          <p:nvPr/>
        </p:nvSpPr>
        <p:spPr>
          <a:xfrm>
            <a:off x="6764760" y="2258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1" name=""/>
          <p:cNvSpPr/>
          <p:nvPr/>
        </p:nvSpPr>
        <p:spPr>
          <a:xfrm>
            <a:off x="6767640" y="225360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6" y="2"/>
                </a:lnTo>
                <a:lnTo>
                  <a:pt x="6" y="4"/>
                </a:lnTo>
                <a:lnTo>
                  <a:pt x="4" y="4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2" name=""/>
          <p:cNvSpPr/>
          <p:nvPr/>
        </p:nvSpPr>
        <p:spPr>
          <a:xfrm>
            <a:off x="6773400" y="22492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2" y="0"/>
                </a:move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4" y="4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3" name=""/>
          <p:cNvSpPr/>
          <p:nvPr/>
        </p:nvSpPr>
        <p:spPr>
          <a:xfrm>
            <a:off x="6808680" y="2143800"/>
            <a:ext cx="5400" cy="3960"/>
          </a:xfrm>
          <a:custGeom>
            <a:avLst/>
            <a:gdLst/>
            <a:ahLst/>
            <a:rect l="0" t="0" r="r" b="b"/>
            <a:pathLst>
              <a:path w="15" h="11">
                <a:moveTo>
                  <a:pt x="1" y="2"/>
                </a:moveTo>
                <a:lnTo>
                  <a:pt x="3" y="1"/>
                </a:lnTo>
                <a:lnTo>
                  <a:pt x="5" y="0"/>
                </a:lnTo>
                <a:lnTo>
                  <a:pt x="8" y="0"/>
                </a:lnTo>
                <a:lnTo>
                  <a:pt x="11" y="1"/>
                </a:lnTo>
                <a:lnTo>
                  <a:pt x="14" y="1"/>
                </a:lnTo>
                <a:lnTo>
                  <a:pt x="15" y="4"/>
                </a:lnTo>
                <a:lnTo>
                  <a:pt x="14" y="6"/>
                </a:lnTo>
                <a:lnTo>
                  <a:pt x="13" y="8"/>
                </a:lnTo>
                <a:lnTo>
                  <a:pt x="11" y="9"/>
                </a:lnTo>
                <a:lnTo>
                  <a:pt x="8" y="11"/>
                </a:lnTo>
                <a:lnTo>
                  <a:pt x="6" y="11"/>
                </a:lnTo>
                <a:lnTo>
                  <a:pt x="3" y="9"/>
                </a:lnTo>
                <a:lnTo>
                  <a:pt x="1" y="8"/>
                </a:lnTo>
                <a:lnTo>
                  <a:pt x="0" y="5"/>
                </a:lnTo>
                <a:lnTo>
                  <a:pt x="1" y="2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4" name=""/>
          <p:cNvSpPr/>
          <p:nvPr/>
        </p:nvSpPr>
        <p:spPr>
          <a:xfrm>
            <a:off x="6777720" y="213120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0" y="2"/>
                </a:move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8" y="3"/>
                </a:lnTo>
                <a:lnTo>
                  <a:pt x="8" y="4"/>
                </a:lnTo>
                <a:lnTo>
                  <a:pt x="6" y="7"/>
                </a:lnTo>
                <a:lnTo>
                  <a:pt x="5" y="8"/>
                </a:lnTo>
                <a:lnTo>
                  <a:pt x="3" y="8"/>
                </a:lnTo>
                <a:lnTo>
                  <a:pt x="2" y="8"/>
                </a:lnTo>
                <a:lnTo>
                  <a:pt x="1" y="8"/>
                </a:lnTo>
                <a:lnTo>
                  <a:pt x="0" y="7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5" name=""/>
          <p:cNvSpPr/>
          <p:nvPr/>
        </p:nvSpPr>
        <p:spPr>
          <a:xfrm>
            <a:off x="6999840" y="12884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4"/>
                </a:moveTo>
                <a:lnTo>
                  <a:pt x="0" y="3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6" name=""/>
          <p:cNvSpPr/>
          <p:nvPr/>
        </p:nvSpPr>
        <p:spPr>
          <a:xfrm>
            <a:off x="6998400" y="12877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1" y="4"/>
                </a:move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5" y="0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1" y="4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7" name=""/>
          <p:cNvSpPr/>
          <p:nvPr/>
        </p:nvSpPr>
        <p:spPr>
          <a:xfrm>
            <a:off x="6795720" y="1138680"/>
            <a:ext cx="242640" cy="282600"/>
          </a:xfrm>
          <a:custGeom>
            <a:avLst/>
            <a:gdLst/>
            <a:ahLst/>
            <a:rect l="0" t="0" r="r" b="b"/>
            <a:pathLst>
              <a:path w="674" h="785">
                <a:moveTo>
                  <a:pt x="458" y="1"/>
                </a:moveTo>
                <a:lnTo>
                  <a:pt x="458" y="2"/>
                </a:lnTo>
                <a:lnTo>
                  <a:pt x="457" y="3"/>
                </a:lnTo>
                <a:lnTo>
                  <a:pt x="458" y="5"/>
                </a:lnTo>
                <a:lnTo>
                  <a:pt x="459" y="5"/>
                </a:lnTo>
                <a:lnTo>
                  <a:pt x="461" y="6"/>
                </a:lnTo>
                <a:lnTo>
                  <a:pt x="462" y="7"/>
                </a:lnTo>
                <a:lnTo>
                  <a:pt x="462" y="8"/>
                </a:lnTo>
                <a:lnTo>
                  <a:pt x="462" y="9"/>
                </a:lnTo>
                <a:lnTo>
                  <a:pt x="463" y="9"/>
                </a:lnTo>
                <a:lnTo>
                  <a:pt x="464" y="9"/>
                </a:lnTo>
                <a:lnTo>
                  <a:pt x="465" y="12"/>
                </a:lnTo>
                <a:lnTo>
                  <a:pt x="465" y="14"/>
                </a:lnTo>
                <a:lnTo>
                  <a:pt x="465" y="15"/>
                </a:lnTo>
                <a:lnTo>
                  <a:pt x="467" y="15"/>
                </a:lnTo>
                <a:lnTo>
                  <a:pt x="468" y="16"/>
                </a:lnTo>
                <a:lnTo>
                  <a:pt x="469" y="16"/>
                </a:lnTo>
                <a:lnTo>
                  <a:pt x="470" y="17"/>
                </a:lnTo>
                <a:lnTo>
                  <a:pt x="471" y="17"/>
                </a:lnTo>
                <a:lnTo>
                  <a:pt x="472" y="19"/>
                </a:lnTo>
                <a:lnTo>
                  <a:pt x="473" y="19"/>
                </a:lnTo>
                <a:lnTo>
                  <a:pt x="473" y="20"/>
                </a:lnTo>
                <a:lnTo>
                  <a:pt x="475" y="22"/>
                </a:lnTo>
                <a:lnTo>
                  <a:pt x="476" y="22"/>
                </a:lnTo>
                <a:lnTo>
                  <a:pt x="476" y="23"/>
                </a:lnTo>
                <a:lnTo>
                  <a:pt x="477" y="23"/>
                </a:lnTo>
                <a:lnTo>
                  <a:pt x="477" y="24"/>
                </a:lnTo>
                <a:lnTo>
                  <a:pt x="478" y="24"/>
                </a:lnTo>
                <a:lnTo>
                  <a:pt x="479" y="24"/>
                </a:lnTo>
                <a:lnTo>
                  <a:pt x="480" y="25"/>
                </a:lnTo>
                <a:lnTo>
                  <a:pt x="481" y="26"/>
                </a:lnTo>
                <a:lnTo>
                  <a:pt x="481" y="27"/>
                </a:lnTo>
                <a:lnTo>
                  <a:pt x="481" y="28"/>
                </a:lnTo>
                <a:lnTo>
                  <a:pt x="482" y="28"/>
                </a:lnTo>
                <a:lnTo>
                  <a:pt x="482" y="29"/>
                </a:lnTo>
                <a:lnTo>
                  <a:pt x="481" y="30"/>
                </a:lnTo>
                <a:lnTo>
                  <a:pt x="480" y="32"/>
                </a:lnTo>
                <a:lnTo>
                  <a:pt x="480" y="33"/>
                </a:lnTo>
                <a:lnTo>
                  <a:pt x="480" y="34"/>
                </a:lnTo>
                <a:lnTo>
                  <a:pt x="480" y="35"/>
                </a:lnTo>
                <a:lnTo>
                  <a:pt x="481" y="35"/>
                </a:lnTo>
                <a:lnTo>
                  <a:pt x="481" y="36"/>
                </a:lnTo>
                <a:lnTo>
                  <a:pt x="482" y="36"/>
                </a:lnTo>
                <a:lnTo>
                  <a:pt x="481" y="36"/>
                </a:lnTo>
                <a:lnTo>
                  <a:pt x="482" y="36"/>
                </a:lnTo>
                <a:lnTo>
                  <a:pt x="483" y="36"/>
                </a:lnTo>
                <a:lnTo>
                  <a:pt x="484" y="36"/>
                </a:lnTo>
                <a:lnTo>
                  <a:pt x="485" y="37"/>
                </a:lnTo>
                <a:lnTo>
                  <a:pt x="485" y="39"/>
                </a:lnTo>
                <a:lnTo>
                  <a:pt x="485" y="40"/>
                </a:lnTo>
                <a:lnTo>
                  <a:pt x="483" y="41"/>
                </a:lnTo>
                <a:lnTo>
                  <a:pt x="482" y="42"/>
                </a:lnTo>
                <a:lnTo>
                  <a:pt x="481" y="42"/>
                </a:lnTo>
                <a:lnTo>
                  <a:pt x="480" y="42"/>
                </a:lnTo>
                <a:lnTo>
                  <a:pt x="480" y="43"/>
                </a:lnTo>
                <a:lnTo>
                  <a:pt x="479" y="43"/>
                </a:lnTo>
                <a:lnTo>
                  <a:pt x="478" y="43"/>
                </a:lnTo>
                <a:lnTo>
                  <a:pt x="477" y="44"/>
                </a:lnTo>
                <a:lnTo>
                  <a:pt x="476" y="45"/>
                </a:lnTo>
                <a:lnTo>
                  <a:pt x="475" y="45"/>
                </a:lnTo>
                <a:lnTo>
                  <a:pt x="476" y="45"/>
                </a:lnTo>
                <a:lnTo>
                  <a:pt x="476" y="46"/>
                </a:lnTo>
                <a:lnTo>
                  <a:pt x="477" y="46"/>
                </a:lnTo>
                <a:lnTo>
                  <a:pt x="479" y="47"/>
                </a:lnTo>
                <a:lnTo>
                  <a:pt x="479" y="48"/>
                </a:lnTo>
                <a:lnTo>
                  <a:pt x="480" y="48"/>
                </a:lnTo>
                <a:lnTo>
                  <a:pt x="481" y="48"/>
                </a:lnTo>
                <a:lnTo>
                  <a:pt x="481" y="49"/>
                </a:lnTo>
                <a:lnTo>
                  <a:pt x="481" y="48"/>
                </a:lnTo>
                <a:lnTo>
                  <a:pt x="481" y="49"/>
                </a:lnTo>
                <a:lnTo>
                  <a:pt x="482" y="49"/>
                </a:lnTo>
                <a:lnTo>
                  <a:pt x="483" y="50"/>
                </a:lnTo>
                <a:lnTo>
                  <a:pt x="483" y="51"/>
                </a:lnTo>
                <a:lnTo>
                  <a:pt x="484" y="51"/>
                </a:lnTo>
                <a:lnTo>
                  <a:pt x="485" y="51"/>
                </a:lnTo>
                <a:lnTo>
                  <a:pt x="486" y="51"/>
                </a:lnTo>
                <a:lnTo>
                  <a:pt x="486" y="52"/>
                </a:lnTo>
                <a:lnTo>
                  <a:pt x="489" y="52"/>
                </a:lnTo>
                <a:lnTo>
                  <a:pt x="489" y="53"/>
                </a:lnTo>
                <a:lnTo>
                  <a:pt x="491" y="54"/>
                </a:lnTo>
                <a:lnTo>
                  <a:pt x="490" y="55"/>
                </a:lnTo>
                <a:lnTo>
                  <a:pt x="489" y="56"/>
                </a:lnTo>
                <a:lnTo>
                  <a:pt x="489" y="58"/>
                </a:lnTo>
                <a:lnTo>
                  <a:pt x="489" y="59"/>
                </a:lnTo>
                <a:lnTo>
                  <a:pt x="489" y="60"/>
                </a:lnTo>
                <a:lnTo>
                  <a:pt x="488" y="60"/>
                </a:lnTo>
                <a:lnTo>
                  <a:pt x="488" y="61"/>
                </a:lnTo>
                <a:lnTo>
                  <a:pt x="489" y="61"/>
                </a:lnTo>
                <a:lnTo>
                  <a:pt x="491" y="62"/>
                </a:lnTo>
                <a:lnTo>
                  <a:pt x="492" y="62"/>
                </a:lnTo>
                <a:lnTo>
                  <a:pt x="493" y="62"/>
                </a:lnTo>
                <a:lnTo>
                  <a:pt x="493" y="63"/>
                </a:lnTo>
                <a:lnTo>
                  <a:pt x="494" y="63"/>
                </a:lnTo>
                <a:lnTo>
                  <a:pt x="495" y="63"/>
                </a:lnTo>
                <a:lnTo>
                  <a:pt x="496" y="64"/>
                </a:lnTo>
                <a:lnTo>
                  <a:pt x="495" y="65"/>
                </a:lnTo>
                <a:lnTo>
                  <a:pt x="495" y="66"/>
                </a:lnTo>
                <a:lnTo>
                  <a:pt x="495" y="67"/>
                </a:lnTo>
                <a:lnTo>
                  <a:pt x="494" y="66"/>
                </a:lnTo>
                <a:lnTo>
                  <a:pt x="493" y="66"/>
                </a:lnTo>
                <a:lnTo>
                  <a:pt x="494" y="67"/>
                </a:lnTo>
                <a:lnTo>
                  <a:pt x="494" y="68"/>
                </a:lnTo>
                <a:lnTo>
                  <a:pt x="493" y="68"/>
                </a:lnTo>
                <a:lnTo>
                  <a:pt x="493" y="69"/>
                </a:lnTo>
                <a:lnTo>
                  <a:pt x="492" y="69"/>
                </a:lnTo>
                <a:lnTo>
                  <a:pt x="491" y="69"/>
                </a:lnTo>
                <a:lnTo>
                  <a:pt x="491" y="70"/>
                </a:lnTo>
                <a:lnTo>
                  <a:pt x="493" y="70"/>
                </a:lnTo>
                <a:lnTo>
                  <a:pt x="495" y="70"/>
                </a:lnTo>
                <a:lnTo>
                  <a:pt x="496" y="71"/>
                </a:lnTo>
                <a:lnTo>
                  <a:pt x="499" y="70"/>
                </a:lnTo>
                <a:lnTo>
                  <a:pt x="501" y="69"/>
                </a:lnTo>
                <a:lnTo>
                  <a:pt x="501" y="68"/>
                </a:lnTo>
                <a:lnTo>
                  <a:pt x="502" y="68"/>
                </a:lnTo>
                <a:lnTo>
                  <a:pt x="502" y="67"/>
                </a:lnTo>
                <a:lnTo>
                  <a:pt x="502" y="66"/>
                </a:lnTo>
                <a:lnTo>
                  <a:pt x="502" y="65"/>
                </a:lnTo>
                <a:lnTo>
                  <a:pt x="502" y="64"/>
                </a:lnTo>
                <a:lnTo>
                  <a:pt x="503" y="63"/>
                </a:lnTo>
                <a:lnTo>
                  <a:pt x="504" y="63"/>
                </a:lnTo>
                <a:lnTo>
                  <a:pt x="505" y="63"/>
                </a:lnTo>
                <a:lnTo>
                  <a:pt x="506" y="63"/>
                </a:lnTo>
                <a:lnTo>
                  <a:pt x="507" y="64"/>
                </a:lnTo>
                <a:lnTo>
                  <a:pt x="507" y="65"/>
                </a:lnTo>
                <a:lnTo>
                  <a:pt x="508" y="66"/>
                </a:lnTo>
                <a:lnTo>
                  <a:pt x="509" y="66"/>
                </a:lnTo>
                <a:lnTo>
                  <a:pt x="509" y="67"/>
                </a:lnTo>
                <a:lnTo>
                  <a:pt x="510" y="67"/>
                </a:lnTo>
                <a:lnTo>
                  <a:pt x="510" y="68"/>
                </a:lnTo>
                <a:lnTo>
                  <a:pt x="509" y="69"/>
                </a:lnTo>
                <a:lnTo>
                  <a:pt x="508" y="69"/>
                </a:lnTo>
                <a:lnTo>
                  <a:pt x="508" y="70"/>
                </a:lnTo>
                <a:lnTo>
                  <a:pt x="507" y="71"/>
                </a:lnTo>
                <a:lnTo>
                  <a:pt x="506" y="71"/>
                </a:lnTo>
                <a:lnTo>
                  <a:pt x="506" y="72"/>
                </a:lnTo>
                <a:lnTo>
                  <a:pt x="505" y="72"/>
                </a:lnTo>
                <a:lnTo>
                  <a:pt x="504" y="71"/>
                </a:lnTo>
                <a:lnTo>
                  <a:pt x="504" y="72"/>
                </a:lnTo>
                <a:lnTo>
                  <a:pt x="504" y="73"/>
                </a:lnTo>
                <a:lnTo>
                  <a:pt x="505" y="73"/>
                </a:lnTo>
                <a:lnTo>
                  <a:pt x="506" y="73"/>
                </a:lnTo>
                <a:lnTo>
                  <a:pt x="509" y="73"/>
                </a:lnTo>
                <a:lnTo>
                  <a:pt x="510" y="73"/>
                </a:lnTo>
                <a:lnTo>
                  <a:pt x="510" y="74"/>
                </a:lnTo>
                <a:lnTo>
                  <a:pt x="510" y="75"/>
                </a:lnTo>
                <a:lnTo>
                  <a:pt x="511" y="75"/>
                </a:lnTo>
                <a:lnTo>
                  <a:pt x="512" y="75"/>
                </a:lnTo>
                <a:lnTo>
                  <a:pt x="512" y="76"/>
                </a:lnTo>
                <a:lnTo>
                  <a:pt x="511" y="76"/>
                </a:lnTo>
                <a:lnTo>
                  <a:pt x="511" y="77"/>
                </a:lnTo>
                <a:lnTo>
                  <a:pt x="511" y="78"/>
                </a:lnTo>
                <a:lnTo>
                  <a:pt x="511" y="79"/>
                </a:lnTo>
                <a:lnTo>
                  <a:pt x="511" y="81"/>
                </a:lnTo>
                <a:lnTo>
                  <a:pt x="509" y="82"/>
                </a:lnTo>
                <a:lnTo>
                  <a:pt x="508" y="82"/>
                </a:lnTo>
                <a:lnTo>
                  <a:pt x="507" y="82"/>
                </a:lnTo>
                <a:lnTo>
                  <a:pt x="507" y="83"/>
                </a:lnTo>
                <a:lnTo>
                  <a:pt x="507" y="84"/>
                </a:lnTo>
                <a:lnTo>
                  <a:pt x="509" y="85"/>
                </a:lnTo>
                <a:lnTo>
                  <a:pt x="510" y="86"/>
                </a:lnTo>
                <a:lnTo>
                  <a:pt x="511" y="86"/>
                </a:lnTo>
                <a:lnTo>
                  <a:pt x="512" y="88"/>
                </a:lnTo>
                <a:lnTo>
                  <a:pt x="513" y="88"/>
                </a:lnTo>
                <a:lnTo>
                  <a:pt x="514" y="89"/>
                </a:lnTo>
                <a:lnTo>
                  <a:pt x="514" y="90"/>
                </a:lnTo>
                <a:lnTo>
                  <a:pt x="514" y="91"/>
                </a:lnTo>
                <a:lnTo>
                  <a:pt x="515" y="91"/>
                </a:lnTo>
                <a:lnTo>
                  <a:pt x="515" y="92"/>
                </a:lnTo>
                <a:lnTo>
                  <a:pt x="515" y="93"/>
                </a:lnTo>
                <a:lnTo>
                  <a:pt x="514" y="93"/>
                </a:lnTo>
                <a:lnTo>
                  <a:pt x="513" y="93"/>
                </a:lnTo>
                <a:lnTo>
                  <a:pt x="513" y="94"/>
                </a:lnTo>
                <a:lnTo>
                  <a:pt x="512" y="95"/>
                </a:lnTo>
                <a:lnTo>
                  <a:pt x="512" y="96"/>
                </a:lnTo>
                <a:lnTo>
                  <a:pt x="512" y="97"/>
                </a:lnTo>
                <a:lnTo>
                  <a:pt x="512" y="98"/>
                </a:lnTo>
                <a:lnTo>
                  <a:pt x="511" y="100"/>
                </a:lnTo>
                <a:lnTo>
                  <a:pt x="510" y="101"/>
                </a:lnTo>
                <a:lnTo>
                  <a:pt x="509" y="101"/>
                </a:lnTo>
                <a:lnTo>
                  <a:pt x="509" y="102"/>
                </a:lnTo>
                <a:lnTo>
                  <a:pt x="508" y="102"/>
                </a:lnTo>
                <a:lnTo>
                  <a:pt x="506" y="102"/>
                </a:lnTo>
                <a:lnTo>
                  <a:pt x="505" y="101"/>
                </a:lnTo>
                <a:lnTo>
                  <a:pt x="505" y="100"/>
                </a:lnTo>
                <a:lnTo>
                  <a:pt x="504" y="100"/>
                </a:lnTo>
                <a:lnTo>
                  <a:pt x="504" y="99"/>
                </a:lnTo>
                <a:lnTo>
                  <a:pt x="505" y="99"/>
                </a:lnTo>
                <a:lnTo>
                  <a:pt x="505" y="98"/>
                </a:lnTo>
                <a:lnTo>
                  <a:pt x="503" y="96"/>
                </a:lnTo>
                <a:lnTo>
                  <a:pt x="502" y="96"/>
                </a:lnTo>
                <a:lnTo>
                  <a:pt x="501" y="96"/>
                </a:lnTo>
                <a:lnTo>
                  <a:pt x="500" y="97"/>
                </a:lnTo>
                <a:lnTo>
                  <a:pt x="499" y="96"/>
                </a:lnTo>
                <a:lnTo>
                  <a:pt x="498" y="96"/>
                </a:lnTo>
                <a:lnTo>
                  <a:pt x="497" y="96"/>
                </a:lnTo>
                <a:lnTo>
                  <a:pt x="496" y="97"/>
                </a:lnTo>
                <a:lnTo>
                  <a:pt x="495" y="98"/>
                </a:lnTo>
                <a:lnTo>
                  <a:pt x="494" y="98"/>
                </a:lnTo>
                <a:lnTo>
                  <a:pt x="494" y="99"/>
                </a:lnTo>
                <a:lnTo>
                  <a:pt x="495" y="99"/>
                </a:lnTo>
                <a:lnTo>
                  <a:pt x="495" y="100"/>
                </a:lnTo>
                <a:lnTo>
                  <a:pt x="494" y="100"/>
                </a:lnTo>
                <a:lnTo>
                  <a:pt x="493" y="101"/>
                </a:lnTo>
                <a:lnTo>
                  <a:pt x="493" y="102"/>
                </a:lnTo>
                <a:lnTo>
                  <a:pt x="494" y="102"/>
                </a:lnTo>
                <a:lnTo>
                  <a:pt x="494" y="104"/>
                </a:lnTo>
                <a:lnTo>
                  <a:pt x="493" y="104"/>
                </a:lnTo>
                <a:lnTo>
                  <a:pt x="493" y="105"/>
                </a:lnTo>
                <a:lnTo>
                  <a:pt x="493" y="106"/>
                </a:lnTo>
                <a:lnTo>
                  <a:pt x="494" y="107"/>
                </a:lnTo>
                <a:lnTo>
                  <a:pt x="495" y="107"/>
                </a:lnTo>
                <a:lnTo>
                  <a:pt x="495" y="109"/>
                </a:lnTo>
                <a:lnTo>
                  <a:pt x="496" y="109"/>
                </a:lnTo>
                <a:lnTo>
                  <a:pt x="496" y="110"/>
                </a:lnTo>
                <a:lnTo>
                  <a:pt x="496" y="111"/>
                </a:lnTo>
                <a:lnTo>
                  <a:pt x="496" y="112"/>
                </a:lnTo>
                <a:lnTo>
                  <a:pt x="497" y="112"/>
                </a:lnTo>
                <a:lnTo>
                  <a:pt x="497" y="113"/>
                </a:lnTo>
                <a:lnTo>
                  <a:pt x="498" y="113"/>
                </a:lnTo>
                <a:lnTo>
                  <a:pt x="499" y="114"/>
                </a:lnTo>
                <a:lnTo>
                  <a:pt x="500" y="115"/>
                </a:lnTo>
                <a:lnTo>
                  <a:pt x="501" y="116"/>
                </a:lnTo>
                <a:lnTo>
                  <a:pt x="502" y="117"/>
                </a:lnTo>
                <a:lnTo>
                  <a:pt x="501" y="118"/>
                </a:lnTo>
                <a:lnTo>
                  <a:pt x="501" y="119"/>
                </a:lnTo>
                <a:lnTo>
                  <a:pt x="502" y="121"/>
                </a:lnTo>
                <a:lnTo>
                  <a:pt x="502" y="122"/>
                </a:lnTo>
                <a:lnTo>
                  <a:pt x="503" y="122"/>
                </a:lnTo>
                <a:lnTo>
                  <a:pt x="503" y="123"/>
                </a:lnTo>
                <a:lnTo>
                  <a:pt x="503" y="124"/>
                </a:lnTo>
                <a:lnTo>
                  <a:pt x="504" y="124"/>
                </a:lnTo>
                <a:lnTo>
                  <a:pt x="505" y="124"/>
                </a:lnTo>
                <a:lnTo>
                  <a:pt x="506" y="124"/>
                </a:lnTo>
                <a:lnTo>
                  <a:pt x="507" y="125"/>
                </a:lnTo>
                <a:lnTo>
                  <a:pt x="508" y="125"/>
                </a:lnTo>
                <a:lnTo>
                  <a:pt x="509" y="125"/>
                </a:lnTo>
                <a:lnTo>
                  <a:pt x="509" y="126"/>
                </a:lnTo>
                <a:lnTo>
                  <a:pt x="510" y="126"/>
                </a:lnTo>
                <a:lnTo>
                  <a:pt x="511" y="126"/>
                </a:lnTo>
                <a:lnTo>
                  <a:pt x="511" y="125"/>
                </a:lnTo>
                <a:lnTo>
                  <a:pt x="512" y="126"/>
                </a:lnTo>
                <a:lnTo>
                  <a:pt x="512" y="127"/>
                </a:lnTo>
                <a:lnTo>
                  <a:pt x="511" y="127"/>
                </a:lnTo>
                <a:lnTo>
                  <a:pt x="511" y="128"/>
                </a:lnTo>
                <a:lnTo>
                  <a:pt x="511" y="129"/>
                </a:lnTo>
                <a:lnTo>
                  <a:pt x="511" y="130"/>
                </a:lnTo>
                <a:lnTo>
                  <a:pt x="512" y="131"/>
                </a:lnTo>
                <a:lnTo>
                  <a:pt x="513" y="131"/>
                </a:lnTo>
                <a:lnTo>
                  <a:pt x="513" y="132"/>
                </a:lnTo>
                <a:lnTo>
                  <a:pt x="512" y="133"/>
                </a:lnTo>
                <a:lnTo>
                  <a:pt x="511" y="133"/>
                </a:lnTo>
                <a:lnTo>
                  <a:pt x="511" y="134"/>
                </a:lnTo>
                <a:lnTo>
                  <a:pt x="511" y="135"/>
                </a:lnTo>
                <a:lnTo>
                  <a:pt x="511" y="136"/>
                </a:lnTo>
                <a:lnTo>
                  <a:pt x="510" y="136"/>
                </a:lnTo>
                <a:lnTo>
                  <a:pt x="508" y="136"/>
                </a:lnTo>
                <a:lnTo>
                  <a:pt x="507" y="137"/>
                </a:lnTo>
                <a:lnTo>
                  <a:pt x="507" y="138"/>
                </a:lnTo>
                <a:lnTo>
                  <a:pt x="508" y="138"/>
                </a:lnTo>
                <a:lnTo>
                  <a:pt x="509" y="138"/>
                </a:lnTo>
                <a:lnTo>
                  <a:pt x="510" y="138"/>
                </a:lnTo>
                <a:lnTo>
                  <a:pt x="511" y="138"/>
                </a:lnTo>
                <a:lnTo>
                  <a:pt x="512" y="139"/>
                </a:lnTo>
                <a:lnTo>
                  <a:pt x="513" y="140"/>
                </a:lnTo>
                <a:lnTo>
                  <a:pt x="514" y="140"/>
                </a:lnTo>
                <a:lnTo>
                  <a:pt x="515" y="140"/>
                </a:lnTo>
                <a:lnTo>
                  <a:pt x="515" y="141"/>
                </a:lnTo>
                <a:lnTo>
                  <a:pt x="517" y="143"/>
                </a:lnTo>
                <a:lnTo>
                  <a:pt x="516" y="143"/>
                </a:lnTo>
                <a:lnTo>
                  <a:pt x="516" y="145"/>
                </a:lnTo>
                <a:lnTo>
                  <a:pt x="516" y="146"/>
                </a:lnTo>
                <a:lnTo>
                  <a:pt x="516" y="147"/>
                </a:lnTo>
                <a:lnTo>
                  <a:pt x="517" y="147"/>
                </a:lnTo>
                <a:lnTo>
                  <a:pt x="516" y="148"/>
                </a:lnTo>
                <a:lnTo>
                  <a:pt x="516" y="149"/>
                </a:lnTo>
                <a:lnTo>
                  <a:pt x="515" y="149"/>
                </a:lnTo>
                <a:lnTo>
                  <a:pt x="516" y="149"/>
                </a:lnTo>
                <a:lnTo>
                  <a:pt x="516" y="150"/>
                </a:lnTo>
                <a:lnTo>
                  <a:pt x="516" y="151"/>
                </a:lnTo>
                <a:lnTo>
                  <a:pt x="517" y="152"/>
                </a:lnTo>
                <a:lnTo>
                  <a:pt x="517" y="153"/>
                </a:lnTo>
                <a:lnTo>
                  <a:pt x="516" y="153"/>
                </a:lnTo>
                <a:lnTo>
                  <a:pt x="517" y="154"/>
                </a:lnTo>
                <a:lnTo>
                  <a:pt x="518" y="155"/>
                </a:lnTo>
                <a:lnTo>
                  <a:pt x="518" y="156"/>
                </a:lnTo>
                <a:lnTo>
                  <a:pt x="520" y="156"/>
                </a:lnTo>
                <a:lnTo>
                  <a:pt x="521" y="156"/>
                </a:lnTo>
                <a:lnTo>
                  <a:pt x="521" y="155"/>
                </a:lnTo>
                <a:lnTo>
                  <a:pt x="522" y="155"/>
                </a:lnTo>
                <a:lnTo>
                  <a:pt x="523" y="155"/>
                </a:lnTo>
                <a:lnTo>
                  <a:pt x="523" y="154"/>
                </a:lnTo>
                <a:lnTo>
                  <a:pt x="522" y="154"/>
                </a:lnTo>
                <a:lnTo>
                  <a:pt x="522" y="153"/>
                </a:lnTo>
                <a:lnTo>
                  <a:pt x="524" y="153"/>
                </a:lnTo>
                <a:lnTo>
                  <a:pt x="525" y="153"/>
                </a:lnTo>
                <a:lnTo>
                  <a:pt x="526" y="153"/>
                </a:lnTo>
                <a:lnTo>
                  <a:pt x="527" y="153"/>
                </a:lnTo>
                <a:lnTo>
                  <a:pt x="527" y="152"/>
                </a:lnTo>
                <a:lnTo>
                  <a:pt x="528" y="152"/>
                </a:lnTo>
                <a:lnTo>
                  <a:pt x="530" y="152"/>
                </a:lnTo>
                <a:lnTo>
                  <a:pt x="531" y="152"/>
                </a:lnTo>
                <a:lnTo>
                  <a:pt x="533" y="152"/>
                </a:lnTo>
                <a:lnTo>
                  <a:pt x="534" y="151"/>
                </a:lnTo>
                <a:lnTo>
                  <a:pt x="534" y="150"/>
                </a:lnTo>
                <a:lnTo>
                  <a:pt x="535" y="151"/>
                </a:lnTo>
                <a:lnTo>
                  <a:pt x="536" y="152"/>
                </a:lnTo>
                <a:lnTo>
                  <a:pt x="537" y="151"/>
                </a:lnTo>
                <a:lnTo>
                  <a:pt x="538" y="151"/>
                </a:lnTo>
                <a:lnTo>
                  <a:pt x="540" y="151"/>
                </a:lnTo>
                <a:lnTo>
                  <a:pt x="541" y="151"/>
                </a:lnTo>
                <a:lnTo>
                  <a:pt x="542" y="152"/>
                </a:lnTo>
                <a:lnTo>
                  <a:pt x="543" y="152"/>
                </a:lnTo>
                <a:lnTo>
                  <a:pt x="543" y="151"/>
                </a:lnTo>
                <a:lnTo>
                  <a:pt x="544" y="152"/>
                </a:lnTo>
                <a:lnTo>
                  <a:pt x="545" y="152"/>
                </a:lnTo>
                <a:lnTo>
                  <a:pt x="547" y="152"/>
                </a:lnTo>
                <a:lnTo>
                  <a:pt x="548" y="152"/>
                </a:lnTo>
                <a:lnTo>
                  <a:pt x="549" y="151"/>
                </a:lnTo>
                <a:lnTo>
                  <a:pt x="550" y="152"/>
                </a:lnTo>
                <a:lnTo>
                  <a:pt x="551" y="152"/>
                </a:lnTo>
                <a:lnTo>
                  <a:pt x="551" y="153"/>
                </a:lnTo>
                <a:lnTo>
                  <a:pt x="552" y="153"/>
                </a:lnTo>
                <a:lnTo>
                  <a:pt x="552" y="154"/>
                </a:lnTo>
                <a:lnTo>
                  <a:pt x="552" y="153"/>
                </a:lnTo>
                <a:lnTo>
                  <a:pt x="553" y="153"/>
                </a:lnTo>
                <a:lnTo>
                  <a:pt x="554" y="153"/>
                </a:lnTo>
                <a:lnTo>
                  <a:pt x="554" y="154"/>
                </a:lnTo>
                <a:lnTo>
                  <a:pt x="556" y="155"/>
                </a:lnTo>
                <a:lnTo>
                  <a:pt x="557" y="155"/>
                </a:lnTo>
                <a:lnTo>
                  <a:pt x="558" y="155"/>
                </a:lnTo>
                <a:lnTo>
                  <a:pt x="559" y="154"/>
                </a:lnTo>
                <a:lnTo>
                  <a:pt x="559" y="153"/>
                </a:lnTo>
                <a:lnTo>
                  <a:pt x="559" y="152"/>
                </a:lnTo>
                <a:lnTo>
                  <a:pt x="560" y="152"/>
                </a:lnTo>
                <a:lnTo>
                  <a:pt x="560" y="151"/>
                </a:lnTo>
                <a:lnTo>
                  <a:pt x="561" y="150"/>
                </a:lnTo>
                <a:lnTo>
                  <a:pt x="562" y="150"/>
                </a:lnTo>
                <a:lnTo>
                  <a:pt x="563" y="150"/>
                </a:lnTo>
                <a:lnTo>
                  <a:pt x="565" y="149"/>
                </a:lnTo>
                <a:lnTo>
                  <a:pt x="566" y="149"/>
                </a:lnTo>
                <a:lnTo>
                  <a:pt x="567" y="149"/>
                </a:lnTo>
                <a:lnTo>
                  <a:pt x="567" y="148"/>
                </a:lnTo>
                <a:lnTo>
                  <a:pt x="568" y="147"/>
                </a:lnTo>
                <a:lnTo>
                  <a:pt x="568" y="148"/>
                </a:lnTo>
                <a:lnTo>
                  <a:pt x="568" y="149"/>
                </a:lnTo>
                <a:lnTo>
                  <a:pt x="567" y="150"/>
                </a:lnTo>
                <a:lnTo>
                  <a:pt x="567" y="151"/>
                </a:lnTo>
                <a:lnTo>
                  <a:pt x="568" y="153"/>
                </a:lnTo>
                <a:lnTo>
                  <a:pt x="569" y="153"/>
                </a:lnTo>
                <a:lnTo>
                  <a:pt x="570" y="155"/>
                </a:lnTo>
                <a:lnTo>
                  <a:pt x="570" y="156"/>
                </a:lnTo>
                <a:lnTo>
                  <a:pt x="570" y="157"/>
                </a:lnTo>
                <a:lnTo>
                  <a:pt x="571" y="157"/>
                </a:lnTo>
                <a:lnTo>
                  <a:pt x="572" y="156"/>
                </a:lnTo>
                <a:lnTo>
                  <a:pt x="573" y="157"/>
                </a:lnTo>
                <a:lnTo>
                  <a:pt x="574" y="157"/>
                </a:lnTo>
                <a:lnTo>
                  <a:pt x="575" y="157"/>
                </a:lnTo>
                <a:lnTo>
                  <a:pt x="576" y="157"/>
                </a:lnTo>
                <a:lnTo>
                  <a:pt x="577" y="157"/>
                </a:lnTo>
                <a:lnTo>
                  <a:pt x="578" y="157"/>
                </a:lnTo>
                <a:lnTo>
                  <a:pt x="578" y="156"/>
                </a:lnTo>
                <a:lnTo>
                  <a:pt x="579" y="156"/>
                </a:lnTo>
                <a:lnTo>
                  <a:pt x="580" y="156"/>
                </a:lnTo>
                <a:lnTo>
                  <a:pt x="580" y="157"/>
                </a:lnTo>
                <a:lnTo>
                  <a:pt x="581" y="157"/>
                </a:lnTo>
                <a:lnTo>
                  <a:pt x="581" y="156"/>
                </a:lnTo>
                <a:lnTo>
                  <a:pt x="582" y="156"/>
                </a:lnTo>
                <a:lnTo>
                  <a:pt x="583" y="156"/>
                </a:lnTo>
                <a:lnTo>
                  <a:pt x="583" y="157"/>
                </a:lnTo>
                <a:lnTo>
                  <a:pt x="585" y="157"/>
                </a:lnTo>
                <a:lnTo>
                  <a:pt x="586" y="157"/>
                </a:lnTo>
                <a:lnTo>
                  <a:pt x="587" y="157"/>
                </a:lnTo>
                <a:lnTo>
                  <a:pt x="588" y="158"/>
                </a:lnTo>
                <a:lnTo>
                  <a:pt x="589" y="158"/>
                </a:lnTo>
                <a:lnTo>
                  <a:pt x="590" y="158"/>
                </a:lnTo>
                <a:lnTo>
                  <a:pt x="591" y="158"/>
                </a:lnTo>
                <a:lnTo>
                  <a:pt x="592" y="158"/>
                </a:lnTo>
                <a:lnTo>
                  <a:pt x="593" y="158"/>
                </a:lnTo>
                <a:lnTo>
                  <a:pt x="595" y="158"/>
                </a:lnTo>
                <a:lnTo>
                  <a:pt x="596" y="158"/>
                </a:lnTo>
                <a:lnTo>
                  <a:pt x="597" y="158"/>
                </a:lnTo>
                <a:lnTo>
                  <a:pt x="598" y="158"/>
                </a:lnTo>
                <a:lnTo>
                  <a:pt x="599" y="158"/>
                </a:lnTo>
                <a:lnTo>
                  <a:pt x="601" y="158"/>
                </a:lnTo>
                <a:lnTo>
                  <a:pt x="602" y="158"/>
                </a:lnTo>
                <a:lnTo>
                  <a:pt x="603" y="159"/>
                </a:lnTo>
                <a:lnTo>
                  <a:pt x="605" y="159"/>
                </a:lnTo>
                <a:lnTo>
                  <a:pt x="606" y="158"/>
                </a:lnTo>
                <a:lnTo>
                  <a:pt x="606" y="157"/>
                </a:lnTo>
                <a:lnTo>
                  <a:pt x="607" y="157"/>
                </a:lnTo>
                <a:lnTo>
                  <a:pt x="607" y="156"/>
                </a:lnTo>
                <a:lnTo>
                  <a:pt x="608" y="156"/>
                </a:lnTo>
                <a:lnTo>
                  <a:pt x="609" y="156"/>
                </a:lnTo>
                <a:lnTo>
                  <a:pt x="610" y="159"/>
                </a:lnTo>
                <a:lnTo>
                  <a:pt x="610" y="160"/>
                </a:lnTo>
                <a:lnTo>
                  <a:pt x="609" y="161"/>
                </a:lnTo>
                <a:lnTo>
                  <a:pt x="608" y="163"/>
                </a:lnTo>
                <a:lnTo>
                  <a:pt x="607" y="163"/>
                </a:lnTo>
                <a:lnTo>
                  <a:pt x="606" y="164"/>
                </a:lnTo>
                <a:lnTo>
                  <a:pt x="606" y="166"/>
                </a:lnTo>
                <a:lnTo>
                  <a:pt x="606" y="167"/>
                </a:lnTo>
                <a:lnTo>
                  <a:pt x="605" y="167"/>
                </a:lnTo>
                <a:lnTo>
                  <a:pt x="604" y="167"/>
                </a:lnTo>
                <a:lnTo>
                  <a:pt x="603" y="167"/>
                </a:lnTo>
                <a:lnTo>
                  <a:pt x="602" y="167"/>
                </a:lnTo>
                <a:lnTo>
                  <a:pt x="602" y="168"/>
                </a:lnTo>
                <a:lnTo>
                  <a:pt x="602" y="169"/>
                </a:lnTo>
                <a:lnTo>
                  <a:pt x="603" y="169"/>
                </a:lnTo>
                <a:lnTo>
                  <a:pt x="604" y="169"/>
                </a:lnTo>
                <a:lnTo>
                  <a:pt x="605" y="170"/>
                </a:lnTo>
                <a:lnTo>
                  <a:pt x="604" y="171"/>
                </a:lnTo>
                <a:lnTo>
                  <a:pt x="603" y="171"/>
                </a:lnTo>
                <a:lnTo>
                  <a:pt x="601" y="173"/>
                </a:lnTo>
                <a:lnTo>
                  <a:pt x="600" y="173"/>
                </a:lnTo>
                <a:lnTo>
                  <a:pt x="599" y="175"/>
                </a:lnTo>
                <a:lnTo>
                  <a:pt x="599" y="176"/>
                </a:lnTo>
                <a:lnTo>
                  <a:pt x="598" y="176"/>
                </a:lnTo>
                <a:lnTo>
                  <a:pt x="598" y="177"/>
                </a:lnTo>
                <a:lnTo>
                  <a:pt x="597" y="177"/>
                </a:lnTo>
                <a:lnTo>
                  <a:pt x="595" y="177"/>
                </a:lnTo>
                <a:lnTo>
                  <a:pt x="594" y="177"/>
                </a:lnTo>
                <a:lnTo>
                  <a:pt x="593" y="177"/>
                </a:lnTo>
                <a:lnTo>
                  <a:pt x="592" y="177"/>
                </a:lnTo>
                <a:lnTo>
                  <a:pt x="592" y="178"/>
                </a:lnTo>
                <a:lnTo>
                  <a:pt x="593" y="178"/>
                </a:lnTo>
                <a:lnTo>
                  <a:pt x="593" y="179"/>
                </a:lnTo>
                <a:lnTo>
                  <a:pt x="592" y="181"/>
                </a:lnTo>
                <a:lnTo>
                  <a:pt x="592" y="183"/>
                </a:lnTo>
                <a:lnTo>
                  <a:pt x="592" y="184"/>
                </a:lnTo>
                <a:lnTo>
                  <a:pt x="591" y="185"/>
                </a:lnTo>
                <a:lnTo>
                  <a:pt x="590" y="184"/>
                </a:lnTo>
                <a:lnTo>
                  <a:pt x="589" y="184"/>
                </a:lnTo>
                <a:lnTo>
                  <a:pt x="589" y="185"/>
                </a:lnTo>
                <a:lnTo>
                  <a:pt x="588" y="185"/>
                </a:lnTo>
                <a:lnTo>
                  <a:pt x="588" y="186"/>
                </a:lnTo>
                <a:lnTo>
                  <a:pt x="587" y="186"/>
                </a:lnTo>
                <a:lnTo>
                  <a:pt x="586" y="185"/>
                </a:lnTo>
                <a:lnTo>
                  <a:pt x="585" y="185"/>
                </a:lnTo>
                <a:lnTo>
                  <a:pt x="584" y="185"/>
                </a:lnTo>
                <a:lnTo>
                  <a:pt x="583" y="184"/>
                </a:lnTo>
                <a:lnTo>
                  <a:pt x="582" y="184"/>
                </a:lnTo>
                <a:lnTo>
                  <a:pt x="580" y="184"/>
                </a:lnTo>
                <a:lnTo>
                  <a:pt x="579" y="185"/>
                </a:lnTo>
                <a:lnTo>
                  <a:pt x="578" y="186"/>
                </a:lnTo>
                <a:lnTo>
                  <a:pt x="577" y="187"/>
                </a:lnTo>
                <a:lnTo>
                  <a:pt x="577" y="189"/>
                </a:lnTo>
                <a:lnTo>
                  <a:pt x="578" y="190"/>
                </a:lnTo>
                <a:lnTo>
                  <a:pt x="579" y="191"/>
                </a:lnTo>
                <a:lnTo>
                  <a:pt x="580" y="191"/>
                </a:lnTo>
                <a:lnTo>
                  <a:pt x="581" y="191"/>
                </a:lnTo>
                <a:lnTo>
                  <a:pt x="582" y="192"/>
                </a:lnTo>
                <a:lnTo>
                  <a:pt x="583" y="192"/>
                </a:lnTo>
                <a:lnTo>
                  <a:pt x="584" y="192"/>
                </a:lnTo>
                <a:lnTo>
                  <a:pt x="586" y="192"/>
                </a:lnTo>
                <a:lnTo>
                  <a:pt x="586" y="193"/>
                </a:lnTo>
                <a:lnTo>
                  <a:pt x="586" y="194"/>
                </a:lnTo>
                <a:lnTo>
                  <a:pt x="586" y="195"/>
                </a:lnTo>
                <a:lnTo>
                  <a:pt x="585" y="195"/>
                </a:lnTo>
                <a:lnTo>
                  <a:pt x="584" y="196"/>
                </a:lnTo>
                <a:lnTo>
                  <a:pt x="584" y="197"/>
                </a:lnTo>
                <a:lnTo>
                  <a:pt x="583" y="197"/>
                </a:lnTo>
                <a:lnTo>
                  <a:pt x="581" y="198"/>
                </a:lnTo>
                <a:lnTo>
                  <a:pt x="578" y="198"/>
                </a:lnTo>
                <a:lnTo>
                  <a:pt x="577" y="198"/>
                </a:lnTo>
                <a:lnTo>
                  <a:pt x="576" y="198"/>
                </a:lnTo>
                <a:lnTo>
                  <a:pt x="575" y="197"/>
                </a:lnTo>
                <a:lnTo>
                  <a:pt x="574" y="198"/>
                </a:lnTo>
                <a:lnTo>
                  <a:pt x="573" y="199"/>
                </a:lnTo>
                <a:lnTo>
                  <a:pt x="573" y="200"/>
                </a:lnTo>
                <a:lnTo>
                  <a:pt x="573" y="201"/>
                </a:lnTo>
                <a:lnTo>
                  <a:pt x="573" y="202"/>
                </a:lnTo>
                <a:lnTo>
                  <a:pt x="572" y="202"/>
                </a:lnTo>
                <a:lnTo>
                  <a:pt x="572" y="203"/>
                </a:lnTo>
                <a:lnTo>
                  <a:pt x="572" y="205"/>
                </a:lnTo>
                <a:lnTo>
                  <a:pt x="572" y="206"/>
                </a:lnTo>
                <a:lnTo>
                  <a:pt x="572" y="208"/>
                </a:lnTo>
                <a:lnTo>
                  <a:pt x="572" y="209"/>
                </a:lnTo>
                <a:lnTo>
                  <a:pt x="571" y="209"/>
                </a:lnTo>
                <a:lnTo>
                  <a:pt x="571" y="210"/>
                </a:lnTo>
                <a:lnTo>
                  <a:pt x="570" y="211"/>
                </a:lnTo>
                <a:lnTo>
                  <a:pt x="570" y="212"/>
                </a:lnTo>
                <a:lnTo>
                  <a:pt x="569" y="212"/>
                </a:lnTo>
                <a:lnTo>
                  <a:pt x="568" y="214"/>
                </a:lnTo>
                <a:lnTo>
                  <a:pt x="568" y="215"/>
                </a:lnTo>
                <a:lnTo>
                  <a:pt x="568" y="216"/>
                </a:lnTo>
                <a:lnTo>
                  <a:pt x="568" y="217"/>
                </a:lnTo>
                <a:lnTo>
                  <a:pt x="569" y="217"/>
                </a:lnTo>
                <a:lnTo>
                  <a:pt x="570" y="218"/>
                </a:lnTo>
                <a:lnTo>
                  <a:pt x="571" y="218"/>
                </a:lnTo>
                <a:lnTo>
                  <a:pt x="571" y="219"/>
                </a:lnTo>
                <a:lnTo>
                  <a:pt x="572" y="219"/>
                </a:lnTo>
                <a:lnTo>
                  <a:pt x="573" y="220"/>
                </a:lnTo>
                <a:lnTo>
                  <a:pt x="573" y="219"/>
                </a:lnTo>
                <a:lnTo>
                  <a:pt x="574" y="219"/>
                </a:lnTo>
                <a:lnTo>
                  <a:pt x="574" y="220"/>
                </a:lnTo>
                <a:lnTo>
                  <a:pt x="574" y="221"/>
                </a:lnTo>
                <a:lnTo>
                  <a:pt x="574" y="222"/>
                </a:lnTo>
                <a:lnTo>
                  <a:pt x="573" y="222"/>
                </a:lnTo>
                <a:lnTo>
                  <a:pt x="573" y="223"/>
                </a:lnTo>
                <a:lnTo>
                  <a:pt x="574" y="222"/>
                </a:lnTo>
                <a:lnTo>
                  <a:pt x="575" y="222"/>
                </a:lnTo>
                <a:lnTo>
                  <a:pt x="575" y="223"/>
                </a:lnTo>
                <a:lnTo>
                  <a:pt x="577" y="223"/>
                </a:lnTo>
                <a:lnTo>
                  <a:pt x="578" y="223"/>
                </a:lnTo>
                <a:lnTo>
                  <a:pt x="579" y="224"/>
                </a:lnTo>
                <a:lnTo>
                  <a:pt x="579" y="225"/>
                </a:lnTo>
                <a:lnTo>
                  <a:pt x="580" y="226"/>
                </a:lnTo>
                <a:lnTo>
                  <a:pt x="580" y="227"/>
                </a:lnTo>
                <a:lnTo>
                  <a:pt x="582" y="228"/>
                </a:lnTo>
                <a:lnTo>
                  <a:pt x="582" y="229"/>
                </a:lnTo>
                <a:lnTo>
                  <a:pt x="583" y="229"/>
                </a:lnTo>
                <a:lnTo>
                  <a:pt x="584" y="230"/>
                </a:lnTo>
                <a:lnTo>
                  <a:pt x="585" y="230"/>
                </a:lnTo>
                <a:lnTo>
                  <a:pt x="585" y="231"/>
                </a:lnTo>
                <a:lnTo>
                  <a:pt x="586" y="230"/>
                </a:lnTo>
                <a:lnTo>
                  <a:pt x="587" y="230"/>
                </a:lnTo>
                <a:lnTo>
                  <a:pt x="589" y="231"/>
                </a:lnTo>
                <a:lnTo>
                  <a:pt x="589" y="232"/>
                </a:lnTo>
                <a:lnTo>
                  <a:pt x="589" y="233"/>
                </a:lnTo>
                <a:lnTo>
                  <a:pt x="590" y="233"/>
                </a:lnTo>
                <a:lnTo>
                  <a:pt x="591" y="234"/>
                </a:lnTo>
                <a:lnTo>
                  <a:pt x="591" y="233"/>
                </a:lnTo>
                <a:lnTo>
                  <a:pt x="592" y="232"/>
                </a:lnTo>
                <a:lnTo>
                  <a:pt x="593" y="232"/>
                </a:lnTo>
                <a:lnTo>
                  <a:pt x="593" y="233"/>
                </a:lnTo>
                <a:lnTo>
                  <a:pt x="594" y="233"/>
                </a:lnTo>
                <a:lnTo>
                  <a:pt x="595" y="233"/>
                </a:lnTo>
                <a:lnTo>
                  <a:pt x="596" y="233"/>
                </a:lnTo>
                <a:lnTo>
                  <a:pt x="597" y="232"/>
                </a:lnTo>
                <a:lnTo>
                  <a:pt x="598" y="231"/>
                </a:lnTo>
                <a:lnTo>
                  <a:pt x="599" y="231"/>
                </a:lnTo>
                <a:lnTo>
                  <a:pt x="600" y="231"/>
                </a:lnTo>
                <a:lnTo>
                  <a:pt x="600" y="230"/>
                </a:lnTo>
                <a:lnTo>
                  <a:pt x="601" y="230"/>
                </a:lnTo>
                <a:lnTo>
                  <a:pt x="603" y="231"/>
                </a:lnTo>
                <a:lnTo>
                  <a:pt x="603" y="232"/>
                </a:lnTo>
                <a:lnTo>
                  <a:pt x="603" y="233"/>
                </a:lnTo>
                <a:lnTo>
                  <a:pt x="603" y="234"/>
                </a:lnTo>
                <a:lnTo>
                  <a:pt x="602" y="234"/>
                </a:lnTo>
                <a:lnTo>
                  <a:pt x="602" y="235"/>
                </a:lnTo>
                <a:lnTo>
                  <a:pt x="601" y="235"/>
                </a:lnTo>
                <a:lnTo>
                  <a:pt x="600" y="236"/>
                </a:lnTo>
                <a:lnTo>
                  <a:pt x="599" y="237"/>
                </a:lnTo>
                <a:lnTo>
                  <a:pt x="599" y="238"/>
                </a:lnTo>
                <a:lnTo>
                  <a:pt x="600" y="238"/>
                </a:lnTo>
                <a:lnTo>
                  <a:pt x="600" y="239"/>
                </a:lnTo>
                <a:lnTo>
                  <a:pt x="600" y="241"/>
                </a:lnTo>
                <a:lnTo>
                  <a:pt x="601" y="241"/>
                </a:lnTo>
                <a:lnTo>
                  <a:pt x="602" y="241"/>
                </a:lnTo>
                <a:lnTo>
                  <a:pt x="602" y="240"/>
                </a:lnTo>
                <a:lnTo>
                  <a:pt x="603" y="240"/>
                </a:lnTo>
                <a:lnTo>
                  <a:pt x="603" y="241"/>
                </a:lnTo>
                <a:lnTo>
                  <a:pt x="604" y="241"/>
                </a:lnTo>
                <a:lnTo>
                  <a:pt x="604" y="240"/>
                </a:lnTo>
                <a:lnTo>
                  <a:pt x="605" y="240"/>
                </a:lnTo>
                <a:lnTo>
                  <a:pt x="606" y="240"/>
                </a:lnTo>
                <a:lnTo>
                  <a:pt x="608" y="240"/>
                </a:lnTo>
                <a:lnTo>
                  <a:pt x="608" y="241"/>
                </a:lnTo>
                <a:lnTo>
                  <a:pt x="609" y="241"/>
                </a:lnTo>
                <a:lnTo>
                  <a:pt x="609" y="242"/>
                </a:lnTo>
                <a:lnTo>
                  <a:pt x="608" y="242"/>
                </a:lnTo>
                <a:lnTo>
                  <a:pt x="608" y="243"/>
                </a:lnTo>
                <a:lnTo>
                  <a:pt x="607" y="244"/>
                </a:lnTo>
                <a:lnTo>
                  <a:pt x="607" y="245"/>
                </a:lnTo>
                <a:lnTo>
                  <a:pt x="608" y="245"/>
                </a:lnTo>
                <a:lnTo>
                  <a:pt x="609" y="245"/>
                </a:lnTo>
                <a:lnTo>
                  <a:pt x="608" y="246"/>
                </a:lnTo>
                <a:lnTo>
                  <a:pt x="609" y="246"/>
                </a:lnTo>
                <a:lnTo>
                  <a:pt x="609" y="247"/>
                </a:lnTo>
                <a:lnTo>
                  <a:pt x="610" y="247"/>
                </a:lnTo>
                <a:lnTo>
                  <a:pt x="611" y="247"/>
                </a:lnTo>
                <a:lnTo>
                  <a:pt x="611" y="248"/>
                </a:lnTo>
                <a:lnTo>
                  <a:pt x="613" y="248"/>
                </a:lnTo>
                <a:lnTo>
                  <a:pt x="615" y="248"/>
                </a:lnTo>
                <a:lnTo>
                  <a:pt x="615" y="249"/>
                </a:lnTo>
                <a:lnTo>
                  <a:pt x="616" y="249"/>
                </a:lnTo>
                <a:lnTo>
                  <a:pt x="617" y="249"/>
                </a:lnTo>
                <a:lnTo>
                  <a:pt x="618" y="249"/>
                </a:lnTo>
                <a:lnTo>
                  <a:pt x="619" y="249"/>
                </a:lnTo>
                <a:lnTo>
                  <a:pt x="620" y="249"/>
                </a:lnTo>
                <a:lnTo>
                  <a:pt x="621" y="248"/>
                </a:lnTo>
                <a:lnTo>
                  <a:pt x="623" y="247"/>
                </a:lnTo>
                <a:lnTo>
                  <a:pt x="624" y="247"/>
                </a:lnTo>
                <a:lnTo>
                  <a:pt x="625" y="247"/>
                </a:lnTo>
                <a:lnTo>
                  <a:pt x="625" y="248"/>
                </a:lnTo>
                <a:lnTo>
                  <a:pt x="625" y="249"/>
                </a:lnTo>
                <a:lnTo>
                  <a:pt x="624" y="249"/>
                </a:lnTo>
                <a:lnTo>
                  <a:pt x="625" y="250"/>
                </a:lnTo>
                <a:lnTo>
                  <a:pt x="626" y="250"/>
                </a:lnTo>
                <a:lnTo>
                  <a:pt x="626" y="249"/>
                </a:lnTo>
                <a:lnTo>
                  <a:pt x="627" y="249"/>
                </a:lnTo>
                <a:lnTo>
                  <a:pt x="628" y="248"/>
                </a:lnTo>
                <a:lnTo>
                  <a:pt x="629" y="248"/>
                </a:lnTo>
                <a:lnTo>
                  <a:pt x="630" y="248"/>
                </a:lnTo>
                <a:lnTo>
                  <a:pt x="631" y="249"/>
                </a:lnTo>
                <a:lnTo>
                  <a:pt x="632" y="249"/>
                </a:lnTo>
                <a:lnTo>
                  <a:pt x="632" y="248"/>
                </a:lnTo>
                <a:lnTo>
                  <a:pt x="634" y="249"/>
                </a:lnTo>
                <a:lnTo>
                  <a:pt x="635" y="249"/>
                </a:lnTo>
                <a:lnTo>
                  <a:pt x="636" y="248"/>
                </a:lnTo>
                <a:lnTo>
                  <a:pt x="636" y="247"/>
                </a:lnTo>
                <a:lnTo>
                  <a:pt x="637" y="246"/>
                </a:lnTo>
                <a:lnTo>
                  <a:pt x="637" y="247"/>
                </a:lnTo>
                <a:lnTo>
                  <a:pt x="638" y="247"/>
                </a:lnTo>
                <a:lnTo>
                  <a:pt x="639" y="247"/>
                </a:lnTo>
                <a:lnTo>
                  <a:pt x="640" y="247"/>
                </a:lnTo>
                <a:lnTo>
                  <a:pt x="640" y="246"/>
                </a:lnTo>
                <a:lnTo>
                  <a:pt x="641" y="247"/>
                </a:lnTo>
                <a:lnTo>
                  <a:pt x="641" y="248"/>
                </a:lnTo>
                <a:lnTo>
                  <a:pt x="642" y="248"/>
                </a:lnTo>
                <a:lnTo>
                  <a:pt x="642" y="249"/>
                </a:lnTo>
                <a:lnTo>
                  <a:pt x="643" y="249"/>
                </a:lnTo>
                <a:lnTo>
                  <a:pt x="644" y="249"/>
                </a:lnTo>
                <a:lnTo>
                  <a:pt x="644" y="250"/>
                </a:lnTo>
                <a:lnTo>
                  <a:pt x="643" y="250"/>
                </a:lnTo>
                <a:lnTo>
                  <a:pt x="642" y="251"/>
                </a:lnTo>
                <a:lnTo>
                  <a:pt x="641" y="251"/>
                </a:lnTo>
                <a:lnTo>
                  <a:pt x="641" y="252"/>
                </a:lnTo>
                <a:lnTo>
                  <a:pt x="642" y="252"/>
                </a:lnTo>
                <a:lnTo>
                  <a:pt x="643" y="253"/>
                </a:lnTo>
                <a:lnTo>
                  <a:pt x="643" y="254"/>
                </a:lnTo>
                <a:lnTo>
                  <a:pt x="645" y="256"/>
                </a:lnTo>
                <a:lnTo>
                  <a:pt x="646" y="256"/>
                </a:lnTo>
                <a:lnTo>
                  <a:pt x="647" y="257"/>
                </a:lnTo>
                <a:lnTo>
                  <a:pt x="647" y="259"/>
                </a:lnTo>
                <a:lnTo>
                  <a:pt x="646" y="260"/>
                </a:lnTo>
                <a:lnTo>
                  <a:pt x="646" y="261"/>
                </a:lnTo>
                <a:lnTo>
                  <a:pt x="646" y="262"/>
                </a:lnTo>
                <a:lnTo>
                  <a:pt x="647" y="262"/>
                </a:lnTo>
                <a:lnTo>
                  <a:pt x="647" y="263"/>
                </a:lnTo>
                <a:lnTo>
                  <a:pt x="646" y="263"/>
                </a:lnTo>
                <a:lnTo>
                  <a:pt x="647" y="264"/>
                </a:lnTo>
                <a:lnTo>
                  <a:pt x="646" y="266"/>
                </a:lnTo>
                <a:lnTo>
                  <a:pt x="645" y="266"/>
                </a:lnTo>
                <a:lnTo>
                  <a:pt x="645" y="267"/>
                </a:lnTo>
                <a:lnTo>
                  <a:pt x="645" y="268"/>
                </a:lnTo>
                <a:lnTo>
                  <a:pt x="646" y="268"/>
                </a:lnTo>
                <a:lnTo>
                  <a:pt x="646" y="269"/>
                </a:lnTo>
                <a:lnTo>
                  <a:pt x="647" y="269"/>
                </a:lnTo>
                <a:lnTo>
                  <a:pt x="647" y="270"/>
                </a:lnTo>
                <a:lnTo>
                  <a:pt x="646" y="271"/>
                </a:lnTo>
                <a:lnTo>
                  <a:pt x="646" y="272"/>
                </a:lnTo>
                <a:lnTo>
                  <a:pt x="647" y="272"/>
                </a:lnTo>
                <a:lnTo>
                  <a:pt x="648" y="273"/>
                </a:lnTo>
                <a:lnTo>
                  <a:pt x="649" y="273"/>
                </a:lnTo>
                <a:lnTo>
                  <a:pt x="649" y="274"/>
                </a:lnTo>
                <a:lnTo>
                  <a:pt x="648" y="274"/>
                </a:lnTo>
                <a:lnTo>
                  <a:pt x="648" y="275"/>
                </a:lnTo>
                <a:lnTo>
                  <a:pt x="649" y="275"/>
                </a:lnTo>
                <a:lnTo>
                  <a:pt x="648" y="275"/>
                </a:lnTo>
                <a:lnTo>
                  <a:pt x="648" y="276"/>
                </a:lnTo>
                <a:lnTo>
                  <a:pt x="649" y="276"/>
                </a:lnTo>
                <a:lnTo>
                  <a:pt x="649" y="277"/>
                </a:lnTo>
                <a:lnTo>
                  <a:pt x="650" y="277"/>
                </a:lnTo>
                <a:lnTo>
                  <a:pt x="651" y="278"/>
                </a:lnTo>
                <a:lnTo>
                  <a:pt x="652" y="278"/>
                </a:lnTo>
                <a:lnTo>
                  <a:pt x="652" y="279"/>
                </a:lnTo>
                <a:lnTo>
                  <a:pt x="653" y="280"/>
                </a:lnTo>
                <a:lnTo>
                  <a:pt x="652" y="280"/>
                </a:lnTo>
                <a:lnTo>
                  <a:pt x="652" y="281"/>
                </a:lnTo>
                <a:lnTo>
                  <a:pt x="651" y="283"/>
                </a:lnTo>
                <a:lnTo>
                  <a:pt x="650" y="283"/>
                </a:lnTo>
                <a:lnTo>
                  <a:pt x="650" y="284"/>
                </a:lnTo>
                <a:lnTo>
                  <a:pt x="650" y="285"/>
                </a:lnTo>
                <a:lnTo>
                  <a:pt x="649" y="285"/>
                </a:lnTo>
                <a:lnTo>
                  <a:pt x="649" y="286"/>
                </a:lnTo>
                <a:lnTo>
                  <a:pt x="650" y="286"/>
                </a:lnTo>
                <a:lnTo>
                  <a:pt x="651" y="285"/>
                </a:lnTo>
                <a:lnTo>
                  <a:pt x="652" y="285"/>
                </a:lnTo>
                <a:lnTo>
                  <a:pt x="653" y="285"/>
                </a:lnTo>
                <a:lnTo>
                  <a:pt x="654" y="284"/>
                </a:lnTo>
                <a:lnTo>
                  <a:pt x="655" y="284"/>
                </a:lnTo>
                <a:lnTo>
                  <a:pt x="655" y="285"/>
                </a:lnTo>
                <a:lnTo>
                  <a:pt x="656" y="286"/>
                </a:lnTo>
                <a:lnTo>
                  <a:pt x="657" y="288"/>
                </a:lnTo>
                <a:lnTo>
                  <a:pt x="658" y="288"/>
                </a:lnTo>
                <a:lnTo>
                  <a:pt x="658" y="289"/>
                </a:lnTo>
                <a:lnTo>
                  <a:pt x="659" y="289"/>
                </a:lnTo>
                <a:lnTo>
                  <a:pt x="660" y="289"/>
                </a:lnTo>
                <a:lnTo>
                  <a:pt x="660" y="288"/>
                </a:lnTo>
                <a:lnTo>
                  <a:pt x="662" y="288"/>
                </a:lnTo>
                <a:lnTo>
                  <a:pt x="663" y="290"/>
                </a:lnTo>
                <a:lnTo>
                  <a:pt x="663" y="291"/>
                </a:lnTo>
                <a:lnTo>
                  <a:pt x="663" y="292"/>
                </a:lnTo>
                <a:lnTo>
                  <a:pt x="664" y="295"/>
                </a:lnTo>
                <a:lnTo>
                  <a:pt x="664" y="296"/>
                </a:lnTo>
                <a:lnTo>
                  <a:pt x="663" y="297"/>
                </a:lnTo>
                <a:lnTo>
                  <a:pt x="663" y="298"/>
                </a:lnTo>
                <a:lnTo>
                  <a:pt x="662" y="299"/>
                </a:lnTo>
                <a:lnTo>
                  <a:pt x="661" y="300"/>
                </a:lnTo>
                <a:lnTo>
                  <a:pt x="662" y="300"/>
                </a:lnTo>
                <a:lnTo>
                  <a:pt x="663" y="302"/>
                </a:lnTo>
                <a:lnTo>
                  <a:pt x="664" y="302"/>
                </a:lnTo>
                <a:lnTo>
                  <a:pt x="665" y="303"/>
                </a:lnTo>
                <a:lnTo>
                  <a:pt x="664" y="303"/>
                </a:lnTo>
                <a:lnTo>
                  <a:pt x="664" y="304"/>
                </a:lnTo>
                <a:lnTo>
                  <a:pt x="665" y="307"/>
                </a:lnTo>
                <a:lnTo>
                  <a:pt x="666" y="307"/>
                </a:lnTo>
                <a:lnTo>
                  <a:pt x="668" y="308"/>
                </a:lnTo>
                <a:lnTo>
                  <a:pt x="669" y="308"/>
                </a:lnTo>
                <a:lnTo>
                  <a:pt x="669" y="307"/>
                </a:lnTo>
                <a:lnTo>
                  <a:pt x="670" y="306"/>
                </a:lnTo>
                <a:lnTo>
                  <a:pt x="671" y="307"/>
                </a:lnTo>
                <a:lnTo>
                  <a:pt x="672" y="307"/>
                </a:lnTo>
                <a:lnTo>
                  <a:pt x="672" y="308"/>
                </a:lnTo>
                <a:lnTo>
                  <a:pt x="673" y="308"/>
                </a:lnTo>
                <a:lnTo>
                  <a:pt x="674" y="309"/>
                </a:lnTo>
                <a:lnTo>
                  <a:pt x="673" y="310"/>
                </a:lnTo>
                <a:lnTo>
                  <a:pt x="673" y="311"/>
                </a:lnTo>
                <a:lnTo>
                  <a:pt x="673" y="312"/>
                </a:lnTo>
                <a:lnTo>
                  <a:pt x="673" y="313"/>
                </a:lnTo>
                <a:lnTo>
                  <a:pt x="674" y="313"/>
                </a:lnTo>
                <a:lnTo>
                  <a:pt x="674" y="314"/>
                </a:lnTo>
                <a:lnTo>
                  <a:pt x="673" y="314"/>
                </a:lnTo>
                <a:lnTo>
                  <a:pt x="672" y="314"/>
                </a:lnTo>
                <a:lnTo>
                  <a:pt x="671" y="315"/>
                </a:lnTo>
                <a:lnTo>
                  <a:pt x="670" y="315"/>
                </a:lnTo>
                <a:lnTo>
                  <a:pt x="669" y="315"/>
                </a:lnTo>
                <a:lnTo>
                  <a:pt x="668" y="316"/>
                </a:lnTo>
                <a:lnTo>
                  <a:pt x="668" y="317"/>
                </a:lnTo>
                <a:lnTo>
                  <a:pt x="667" y="317"/>
                </a:lnTo>
                <a:lnTo>
                  <a:pt x="667" y="318"/>
                </a:lnTo>
                <a:lnTo>
                  <a:pt x="666" y="318"/>
                </a:lnTo>
                <a:lnTo>
                  <a:pt x="664" y="318"/>
                </a:lnTo>
                <a:lnTo>
                  <a:pt x="662" y="319"/>
                </a:lnTo>
                <a:lnTo>
                  <a:pt x="661" y="319"/>
                </a:lnTo>
                <a:lnTo>
                  <a:pt x="660" y="319"/>
                </a:lnTo>
                <a:lnTo>
                  <a:pt x="659" y="319"/>
                </a:lnTo>
                <a:lnTo>
                  <a:pt x="659" y="320"/>
                </a:lnTo>
                <a:lnTo>
                  <a:pt x="658" y="320"/>
                </a:lnTo>
                <a:lnTo>
                  <a:pt x="657" y="320"/>
                </a:lnTo>
                <a:lnTo>
                  <a:pt x="657" y="321"/>
                </a:lnTo>
                <a:lnTo>
                  <a:pt x="656" y="321"/>
                </a:lnTo>
                <a:lnTo>
                  <a:pt x="655" y="320"/>
                </a:lnTo>
                <a:lnTo>
                  <a:pt x="654" y="320"/>
                </a:lnTo>
                <a:lnTo>
                  <a:pt x="654" y="321"/>
                </a:lnTo>
                <a:lnTo>
                  <a:pt x="653" y="321"/>
                </a:lnTo>
                <a:lnTo>
                  <a:pt x="652" y="321"/>
                </a:lnTo>
                <a:lnTo>
                  <a:pt x="652" y="322"/>
                </a:lnTo>
                <a:lnTo>
                  <a:pt x="652" y="321"/>
                </a:lnTo>
                <a:lnTo>
                  <a:pt x="651" y="321"/>
                </a:lnTo>
                <a:lnTo>
                  <a:pt x="650" y="322"/>
                </a:lnTo>
                <a:lnTo>
                  <a:pt x="649" y="323"/>
                </a:lnTo>
                <a:lnTo>
                  <a:pt x="648" y="324"/>
                </a:lnTo>
                <a:lnTo>
                  <a:pt x="648" y="323"/>
                </a:lnTo>
                <a:lnTo>
                  <a:pt x="647" y="323"/>
                </a:lnTo>
                <a:lnTo>
                  <a:pt x="646" y="323"/>
                </a:lnTo>
                <a:lnTo>
                  <a:pt x="646" y="324"/>
                </a:lnTo>
                <a:lnTo>
                  <a:pt x="645" y="325"/>
                </a:lnTo>
                <a:lnTo>
                  <a:pt x="645" y="324"/>
                </a:lnTo>
                <a:lnTo>
                  <a:pt x="644" y="324"/>
                </a:lnTo>
                <a:lnTo>
                  <a:pt x="643" y="324"/>
                </a:lnTo>
                <a:lnTo>
                  <a:pt x="641" y="325"/>
                </a:lnTo>
                <a:lnTo>
                  <a:pt x="641" y="326"/>
                </a:lnTo>
                <a:lnTo>
                  <a:pt x="640" y="326"/>
                </a:lnTo>
                <a:lnTo>
                  <a:pt x="640" y="327"/>
                </a:lnTo>
                <a:lnTo>
                  <a:pt x="640" y="329"/>
                </a:lnTo>
                <a:lnTo>
                  <a:pt x="639" y="331"/>
                </a:lnTo>
                <a:lnTo>
                  <a:pt x="638" y="332"/>
                </a:lnTo>
                <a:lnTo>
                  <a:pt x="639" y="332"/>
                </a:lnTo>
                <a:lnTo>
                  <a:pt x="638" y="332"/>
                </a:lnTo>
                <a:lnTo>
                  <a:pt x="639" y="332"/>
                </a:lnTo>
                <a:lnTo>
                  <a:pt x="640" y="332"/>
                </a:lnTo>
                <a:lnTo>
                  <a:pt x="640" y="333"/>
                </a:lnTo>
                <a:lnTo>
                  <a:pt x="640" y="334"/>
                </a:lnTo>
                <a:lnTo>
                  <a:pt x="640" y="335"/>
                </a:lnTo>
                <a:lnTo>
                  <a:pt x="639" y="335"/>
                </a:lnTo>
                <a:lnTo>
                  <a:pt x="638" y="335"/>
                </a:lnTo>
                <a:lnTo>
                  <a:pt x="638" y="334"/>
                </a:lnTo>
                <a:lnTo>
                  <a:pt x="637" y="334"/>
                </a:lnTo>
                <a:lnTo>
                  <a:pt x="636" y="335"/>
                </a:lnTo>
                <a:lnTo>
                  <a:pt x="635" y="335"/>
                </a:lnTo>
                <a:lnTo>
                  <a:pt x="633" y="335"/>
                </a:lnTo>
                <a:lnTo>
                  <a:pt x="632" y="336"/>
                </a:lnTo>
                <a:lnTo>
                  <a:pt x="631" y="336"/>
                </a:lnTo>
                <a:lnTo>
                  <a:pt x="630" y="337"/>
                </a:lnTo>
                <a:lnTo>
                  <a:pt x="629" y="337"/>
                </a:lnTo>
                <a:lnTo>
                  <a:pt x="629" y="338"/>
                </a:lnTo>
                <a:lnTo>
                  <a:pt x="628" y="339"/>
                </a:lnTo>
                <a:lnTo>
                  <a:pt x="627" y="339"/>
                </a:lnTo>
                <a:lnTo>
                  <a:pt x="627" y="340"/>
                </a:lnTo>
                <a:lnTo>
                  <a:pt x="625" y="341"/>
                </a:lnTo>
                <a:lnTo>
                  <a:pt x="623" y="343"/>
                </a:lnTo>
                <a:lnTo>
                  <a:pt x="622" y="343"/>
                </a:lnTo>
                <a:lnTo>
                  <a:pt x="622" y="344"/>
                </a:lnTo>
                <a:lnTo>
                  <a:pt x="621" y="345"/>
                </a:lnTo>
                <a:lnTo>
                  <a:pt x="621" y="346"/>
                </a:lnTo>
                <a:lnTo>
                  <a:pt x="620" y="346"/>
                </a:lnTo>
                <a:lnTo>
                  <a:pt x="620" y="348"/>
                </a:lnTo>
                <a:lnTo>
                  <a:pt x="619" y="350"/>
                </a:lnTo>
                <a:lnTo>
                  <a:pt x="619" y="351"/>
                </a:lnTo>
                <a:lnTo>
                  <a:pt x="619" y="352"/>
                </a:lnTo>
                <a:lnTo>
                  <a:pt x="618" y="352"/>
                </a:lnTo>
                <a:lnTo>
                  <a:pt x="618" y="353"/>
                </a:lnTo>
                <a:lnTo>
                  <a:pt x="618" y="354"/>
                </a:lnTo>
                <a:lnTo>
                  <a:pt x="617" y="356"/>
                </a:lnTo>
                <a:lnTo>
                  <a:pt x="617" y="357"/>
                </a:lnTo>
                <a:lnTo>
                  <a:pt x="616" y="360"/>
                </a:lnTo>
                <a:lnTo>
                  <a:pt x="615" y="361"/>
                </a:lnTo>
                <a:lnTo>
                  <a:pt x="615" y="362"/>
                </a:lnTo>
                <a:lnTo>
                  <a:pt x="614" y="363"/>
                </a:lnTo>
                <a:lnTo>
                  <a:pt x="614" y="364"/>
                </a:lnTo>
                <a:lnTo>
                  <a:pt x="614" y="365"/>
                </a:lnTo>
                <a:lnTo>
                  <a:pt x="613" y="367"/>
                </a:lnTo>
                <a:lnTo>
                  <a:pt x="613" y="368"/>
                </a:lnTo>
                <a:lnTo>
                  <a:pt x="612" y="368"/>
                </a:lnTo>
                <a:lnTo>
                  <a:pt x="612" y="369"/>
                </a:lnTo>
                <a:lnTo>
                  <a:pt x="612" y="370"/>
                </a:lnTo>
                <a:lnTo>
                  <a:pt x="612" y="372"/>
                </a:lnTo>
                <a:lnTo>
                  <a:pt x="611" y="373"/>
                </a:lnTo>
                <a:lnTo>
                  <a:pt x="611" y="374"/>
                </a:lnTo>
                <a:lnTo>
                  <a:pt x="612" y="375"/>
                </a:lnTo>
                <a:lnTo>
                  <a:pt x="612" y="374"/>
                </a:lnTo>
                <a:lnTo>
                  <a:pt x="613" y="374"/>
                </a:lnTo>
                <a:lnTo>
                  <a:pt x="613" y="375"/>
                </a:lnTo>
                <a:lnTo>
                  <a:pt x="614" y="376"/>
                </a:lnTo>
                <a:lnTo>
                  <a:pt x="615" y="378"/>
                </a:lnTo>
                <a:lnTo>
                  <a:pt x="616" y="379"/>
                </a:lnTo>
                <a:lnTo>
                  <a:pt x="617" y="380"/>
                </a:lnTo>
                <a:lnTo>
                  <a:pt x="617" y="381"/>
                </a:lnTo>
                <a:lnTo>
                  <a:pt x="616" y="381"/>
                </a:lnTo>
                <a:lnTo>
                  <a:pt x="616" y="382"/>
                </a:lnTo>
                <a:lnTo>
                  <a:pt x="615" y="382"/>
                </a:lnTo>
                <a:lnTo>
                  <a:pt x="616" y="382"/>
                </a:lnTo>
                <a:lnTo>
                  <a:pt x="616" y="383"/>
                </a:lnTo>
                <a:lnTo>
                  <a:pt x="616" y="384"/>
                </a:lnTo>
                <a:lnTo>
                  <a:pt x="615" y="384"/>
                </a:lnTo>
                <a:lnTo>
                  <a:pt x="614" y="384"/>
                </a:lnTo>
                <a:lnTo>
                  <a:pt x="614" y="385"/>
                </a:lnTo>
                <a:lnTo>
                  <a:pt x="615" y="385"/>
                </a:lnTo>
                <a:lnTo>
                  <a:pt x="614" y="386"/>
                </a:lnTo>
                <a:lnTo>
                  <a:pt x="614" y="387"/>
                </a:lnTo>
                <a:lnTo>
                  <a:pt x="613" y="387"/>
                </a:lnTo>
                <a:lnTo>
                  <a:pt x="612" y="387"/>
                </a:lnTo>
                <a:lnTo>
                  <a:pt x="612" y="388"/>
                </a:lnTo>
                <a:lnTo>
                  <a:pt x="613" y="387"/>
                </a:lnTo>
                <a:lnTo>
                  <a:pt x="613" y="388"/>
                </a:lnTo>
                <a:lnTo>
                  <a:pt x="612" y="389"/>
                </a:lnTo>
                <a:lnTo>
                  <a:pt x="611" y="390"/>
                </a:lnTo>
                <a:lnTo>
                  <a:pt x="609" y="390"/>
                </a:lnTo>
                <a:lnTo>
                  <a:pt x="608" y="390"/>
                </a:lnTo>
                <a:lnTo>
                  <a:pt x="606" y="391"/>
                </a:lnTo>
                <a:lnTo>
                  <a:pt x="606" y="390"/>
                </a:lnTo>
                <a:lnTo>
                  <a:pt x="606" y="389"/>
                </a:lnTo>
                <a:lnTo>
                  <a:pt x="605" y="390"/>
                </a:lnTo>
                <a:lnTo>
                  <a:pt x="604" y="389"/>
                </a:lnTo>
                <a:lnTo>
                  <a:pt x="604" y="390"/>
                </a:lnTo>
                <a:lnTo>
                  <a:pt x="603" y="390"/>
                </a:lnTo>
                <a:lnTo>
                  <a:pt x="603" y="391"/>
                </a:lnTo>
                <a:lnTo>
                  <a:pt x="603" y="392"/>
                </a:lnTo>
                <a:lnTo>
                  <a:pt x="602" y="392"/>
                </a:lnTo>
                <a:lnTo>
                  <a:pt x="602" y="393"/>
                </a:lnTo>
                <a:lnTo>
                  <a:pt x="601" y="393"/>
                </a:lnTo>
                <a:lnTo>
                  <a:pt x="601" y="394"/>
                </a:lnTo>
                <a:lnTo>
                  <a:pt x="599" y="396"/>
                </a:lnTo>
                <a:lnTo>
                  <a:pt x="598" y="397"/>
                </a:lnTo>
                <a:lnTo>
                  <a:pt x="598" y="398"/>
                </a:lnTo>
                <a:lnTo>
                  <a:pt x="598" y="399"/>
                </a:lnTo>
                <a:lnTo>
                  <a:pt x="597" y="399"/>
                </a:lnTo>
                <a:lnTo>
                  <a:pt x="596" y="400"/>
                </a:lnTo>
                <a:lnTo>
                  <a:pt x="595" y="400"/>
                </a:lnTo>
                <a:lnTo>
                  <a:pt x="595" y="401"/>
                </a:lnTo>
                <a:lnTo>
                  <a:pt x="594" y="402"/>
                </a:lnTo>
                <a:lnTo>
                  <a:pt x="593" y="403"/>
                </a:lnTo>
                <a:lnTo>
                  <a:pt x="595" y="404"/>
                </a:lnTo>
                <a:lnTo>
                  <a:pt x="595" y="405"/>
                </a:lnTo>
                <a:lnTo>
                  <a:pt x="593" y="406"/>
                </a:lnTo>
                <a:lnTo>
                  <a:pt x="592" y="407"/>
                </a:lnTo>
                <a:lnTo>
                  <a:pt x="591" y="407"/>
                </a:lnTo>
                <a:lnTo>
                  <a:pt x="590" y="408"/>
                </a:lnTo>
                <a:lnTo>
                  <a:pt x="587" y="409"/>
                </a:lnTo>
                <a:lnTo>
                  <a:pt x="588" y="411"/>
                </a:lnTo>
                <a:lnTo>
                  <a:pt x="588" y="412"/>
                </a:lnTo>
                <a:lnTo>
                  <a:pt x="587" y="411"/>
                </a:lnTo>
                <a:lnTo>
                  <a:pt x="584" y="412"/>
                </a:lnTo>
                <a:lnTo>
                  <a:pt x="583" y="411"/>
                </a:lnTo>
                <a:lnTo>
                  <a:pt x="582" y="412"/>
                </a:lnTo>
                <a:lnTo>
                  <a:pt x="583" y="412"/>
                </a:lnTo>
                <a:lnTo>
                  <a:pt x="582" y="413"/>
                </a:lnTo>
                <a:lnTo>
                  <a:pt x="581" y="414"/>
                </a:lnTo>
                <a:lnTo>
                  <a:pt x="580" y="414"/>
                </a:lnTo>
                <a:lnTo>
                  <a:pt x="578" y="416"/>
                </a:lnTo>
                <a:lnTo>
                  <a:pt x="577" y="417"/>
                </a:lnTo>
                <a:lnTo>
                  <a:pt x="576" y="418"/>
                </a:lnTo>
                <a:lnTo>
                  <a:pt x="575" y="418"/>
                </a:lnTo>
                <a:lnTo>
                  <a:pt x="573" y="419"/>
                </a:lnTo>
                <a:lnTo>
                  <a:pt x="572" y="418"/>
                </a:lnTo>
                <a:lnTo>
                  <a:pt x="572" y="417"/>
                </a:lnTo>
                <a:lnTo>
                  <a:pt x="573" y="417"/>
                </a:lnTo>
                <a:lnTo>
                  <a:pt x="574" y="416"/>
                </a:lnTo>
                <a:lnTo>
                  <a:pt x="575" y="415"/>
                </a:lnTo>
                <a:lnTo>
                  <a:pt x="576" y="414"/>
                </a:lnTo>
                <a:lnTo>
                  <a:pt x="577" y="414"/>
                </a:lnTo>
                <a:lnTo>
                  <a:pt x="578" y="413"/>
                </a:lnTo>
                <a:lnTo>
                  <a:pt x="579" y="412"/>
                </a:lnTo>
                <a:lnTo>
                  <a:pt x="581" y="411"/>
                </a:lnTo>
                <a:lnTo>
                  <a:pt x="582" y="411"/>
                </a:lnTo>
                <a:lnTo>
                  <a:pt x="583" y="411"/>
                </a:lnTo>
                <a:lnTo>
                  <a:pt x="583" y="410"/>
                </a:lnTo>
                <a:lnTo>
                  <a:pt x="581" y="411"/>
                </a:lnTo>
                <a:lnTo>
                  <a:pt x="580" y="411"/>
                </a:lnTo>
                <a:lnTo>
                  <a:pt x="579" y="411"/>
                </a:lnTo>
                <a:lnTo>
                  <a:pt x="578" y="411"/>
                </a:lnTo>
                <a:lnTo>
                  <a:pt x="578" y="412"/>
                </a:lnTo>
                <a:lnTo>
                  <a:pt x="577" y="412"/>
                </a:lnTo>
                <a:lnTo>
                  <a:pt x="577" y="411"/>
                </a:lnTo>
                <a:lnTo>
                  <a:pt x="577" y="412"/>
                </a:lnTo>
                <a:lnTo>
                  <a:pt x="575" y="412"/>
                </a:lnTo>
                <a:lnTo>
                  <a:pt x="575" y="413"/>
                </a:lnTo>
                <a:lnTo>
                  <a:pt x="574" y="413"/>
                </a:lnTo>
                <a:lnTo>
                  <a:pt x="573" y="414"/>
                </a:lnTo>
                <a:lnTo>
                  <a:pt x="572" y="414"/>
                </a:lnTo>
                <a:lnTo>
                  <a:pt x="571" y="414"/>
                </a:lnTo>
                <a:lnTo>
                  <a:pt x="570" y="413"/>
                </a:lnTo>
                <a:lnTo>
                  <a:pt x="569" y="413"/>
                </a:lnTo>
                <a:lnTo>
                  <a:pt x="569" y="412"/>
                </a:lnTo>
                <a:lnTo>
                  <a:pt x="570" y="412"/>
                </a:lnTo>
                <a:lnTo>
                  <a:pt x="571" y="412"/>
                </a:lnTo>
                <a:lnTo>
                  <a:pt x="571" y="411"/>
                </a:lnTo>
                <a:lnTo>
                  <a:pt x="570" y="411"/>
                </a:lnTo>
                <a:lnTo>
                  <a:pt x="570" y="410"/>
                </a:lnTo>
                <a:lnTo>
                  <a:pt x="569" y="409"/>
                </a:lnTo>
                <a:lnTo>
                  <a:pt x="569" y="408"/>
                </a:lnTo>
                <a:lnTo>
                  <a:pt x="569" y="407"/>
                </a:lnTo>
                <a:lnTo>
                  <a:pt x="569" y="408"/>
                </a:lnTo>
                <a:lnTo>
                  <a:pt x="569" y="410"/>
                </a:lnTo>
                <a:lnTo>
                  <a:pt x="570" y="411"/>
                </a:lnTo>
                <a:lnTo>
                  <a:pt x="570" y="412"/>
                </a:lnTo>
                <a:lnTo>
                  <a:pt x="569" y="412"/>
                </a:lnTo>
                <a:lnTo>
                  <a:pt x="569" y="413"/>
                </a:lnTo>
                <a:lnTo>
                  <a:pt x="568" y="413"/>
                </a:lnTo>
                <a:lnTo>
                  <a:pt x="568" y="414"/>
                </a:lnTo>
                <a:lnTo>
                  <a:pt x="567" y="414"/>
                </a:lnTo>
                <a:lnTo>
                  <a:pt x="566" y="414"/>
                </a:lnTo>
                <a:lnTo>
                  <a:pt x="565" y="415"/>
                </a:lnTo>
                <a:lnTo>
                  <a:pt x="564" y="416"/>
                </a:lnTo>
                <a:lnTo>
                  <a:pt x="565" y="416"/>
                </a:lnTo>
                <a:lnTo>
                  <a:pt x="564" y="416"/>
                </a:lnTo>
                <a:lnTo>
                  <a:pt x="563" y="417"/>
                </a:lnTo>
                <a:lnTo>
                  <a:pt x="560" y="417"/>
                </a:lnTo>
                <a:lnTo>
                  <a:pt x="559" y="417"/>
                </a:lnTo>
                <a:lnTo>
                  <a:pt x="559" y="416"/>
                </a:lnTo>
                <a:lnTo>
                  <a:pt x="555" y="416"/>
                </a:lnTo>
                <a:lnTo>
                  <a:pt x="553" y="416"/>
                </a:lnTo>
                <a:lnTo>
                  <a:pt x="552" y="415"/>
                </a:lnTo>
                <a:lnTo>
                  <a:pt x="551" y="416"/>
                </a:lnTo>
                <a:lnTo>
                  <a:pt x="551" y="415"/>
                </a:lnTo>
                <a:lnTo>
                  <a:pt x="550" y="414"/>
                </a:lnTo>
                <a:lnTo>
                  <a:pt x="550" y="415"/>
                </a:lnTo>
                <a:lnTo>
                  <a:pt x="548" y="414"/>
                </a:lnTo>
                <a:lnTo>
                  <a:pt x="546" y="414"/>
                </a:lnTo>
                <a:lnTo>
                  <a:pt x="545" y="414"/>
                </a:lnTo>
                <a:lnTo>
                  <a:pt x="544" y="414"/>
                </a:lnTo>
                <a:lnTo>
                  <a:pt x="545" y="414"/>
                </a:lnTo>
                <a:lnTo>
                  <a:pt x="544" y="415"/>
                </a:lnTo>
                <a:lnTo>
                  <a:pt x="544" y="414"/>
                </a:lnTo>
                <a:lnTo>
                  <a:pt x="541" y="416"/>
                </a:lnTo>
                <a:lnTo>
                  <a:pt x="540" y="416"/>
                </a:lnTo>
                <a:lnTo>
                  <a:pt x="539" y="416"/>
                </a:lnTo>
                <a:lnTo>
                  <a:pt x="538" y="416"/>
                </a:lnTo>
                <a:lnTo>
                  <a:pt x="538" y="415"/>
                </a:lnTo>
                <a:lnTo>
                  <a:pt x="537" y="415"/>
                </a:lnTo>
                <a:lnTo>
                  <a:pt x="536" y="415"/>
                </a:lnTo>
                <a:lnTo>
                  <a:pt x="535" y="415"/>
                </a:lnTo>
                <a:lnTo>
                  <a:pt x="536" y="415"/>
                </a:lnTo>
                <a:lnTo>
                  <a:pt x="536" y="416"/>
                </a:lnTo>
                <a:lnTo>
                  <a:pt x="537" y="416"/>
                </a:lnTo>
                <a:lnTo>
                  <a:pt x="537" y="417"/>
                </a:lnTo>
                <a:lnTo>
                  <a:pt x="540" y="420"/>
                </a:lnTo>
                <a:lnTo>
                  <a:pt x="539" y="421"/>
                </a:lnTo>
                <a:lnTo>
                  <a:pt x="538" y="420"/>
                </a:lnTo>
                <a:lnTo>
                  <a:pt x="536" y="419"/>
                </a:lnTo>
                <a:lnTo>
                  <a:pt x="535" y="420"/>
                </a:lnTo>
                <a:lnTo>
                  <a:pt x="537" y="421"/>
                </a:lnTo>
                <a:lnTo>
                  <a:pt x="536" y="422"/>
                </a:lnTo>
                <a:lnTo>
                  <a:pt x="532" y="421"/>
                </a:lnTo>
                <a:lnTo>
                  <a:pt x="532" y="422"/>
                </a:lnTo>
                <a:lnTo>
                  <a:pt x="533" y="422"/>
                </a:lnTo>
                <a:lnTo>
                  <a:pt x="532" y="424"/>
                </a:lnTo>
                <a:lnTo>
                  <a:pt x="532" y="423"/>
                </a:lnTo>
                <a:lnTo>
                  <a:pt x="531" y="423"/>
                </a:lnTo>
                <a:lnTo>
                  <a:pt x="530" y="422"/>
                </a:lnTo>
                <a:lnTo>
                  <a:pt x="529" y="422"/>
                </a:lnTo>
                <a:lnTo>
                  <a:pt x="529" y="423"/>
                </a:lnTo>
                <a:lnTo>
                  <a:pt x="529" y="424"/>
                </a:lnTo>
                <a:lnTo>
                  <a:pt x="529" y="425"/>
                </a:lnTo>
                <a:lnTo>
                  <a:pt x="530" y="426"/>
                </a:lnTo>
                <a:lnTo>
                  <a:pt x="529" y="426"/>
                </a:lnTo>
                <a:lnTo>
                  <a:pt x="530" y="427"/>
                </a:lnTo>
                <a:lnTo>
                  <a:pt x="531" y="427"/>
                </a:lnTo>
                <a:lnTo>
                  <a:pt x="534" y="428"/>
                </a:lnTo>
                <a:lnTo>
                  <a:pt x="535" y="428"/>
                </a:lnTo>
                <a:lnTo>
                  <a:pt x="536" y="429"/>
                </a:lnTo>
                <a:lnTo>
                  <a:pt x="537" y="431"/>
                </a:lnTo>
                <a:lnTo>
                  <a:pt x="538" y="432"/>
                </a:lnTo>
                <a:lnTo>
                  <a:pt x="538" y="433"/>
                </a:lnTo>
                <a:lnTo>
                  <a:pt x="539" y="434"/>
                </a:lnTo>
                <a:lnTo>
                  <a:pt x="540" y="433"/>
                </a:lnTo>
                <a:lnTo>
                  <a:pt x="541" y="431"/>
                </a:lnTo>
                <a:lnTo>
                  <a:pt x="543" y="429"/>
                </a:lnTo>
                <a:lnTo>
                  <a:pt x="545" y="428"/>
                </a:lnTo>
                <a:lnTo>
                  <a:pt x="545" y="427"/>
                </a:lnTo>
                <a:lnTo>
                  <a:pt x="545" y="426"/>
                </a:lnTo>
                <a:lnTo>
                  <a:pt x="544" y="425"/>
                </a:lnTo>
                <a:lnTo>
                  <a:pt x="546" y="424"/>
                </a:lnTo>
                <a:lnTo>
                  <a:pt x="547" y="426"/>
                </a:lnTo>
                <a:lnTo>
                  <a:pt x="547" y="428"/>
                </a:lnTo>
                <a:lnTo>
                  <a:pt x="545" y="431"/>
                </a:lnTo>
                <a:lnTo>
                  <a:pt x="544" y="433"/>
                </a:lnTo>
                <a:lnTo>
                  <a:pt x="542" y="436"/>
                </a:lnTo>
                <a:lnTo>
                  <a:pt x="541" y="437"/>
                </a:lnTo>
                <a:lnTo>
                  <a:pt x="539" y="438"/>
                </a:lnTo>
                <a:lnTo>
                  <a:pt x="537" y="440"/>
                </a:lnTo>
                <a:lnTo>
                  <a:pt x="533" y="443"/>
                </a:lnTo>
                <a:lnTo>
                  <a:pt x="532" y="443"/>
                </a:lnTo>
                <a:lnTo>
                  <a:pt x="530" y="440"/>
                </a:lnTo>
                <a:lnTo>
                  <a:pt x="531" y="440"/>
                </a:lnTo>
                <a:lnTo>
                  <a:pt x="531" y="439"/>
                </a:lnTo>
                <a:lnTo>
                  <a:pt x="530" y="438"/>
                </a:lnTo>
                <a:lnTo>
                  <a:pt x="529" y="436"/>
                </a:lnTo>
                <a:lnTo>
                  <a:pt x="529" y="432"/>
                </a:lnTo>
                <a:lnTo>
                  <a:pt x="528" y="432"/>
                </a:lnTo>
                <a:lnTo>
                  <a:pt x="528" y="430"/>
                </a:lnTo>
                <a:lnTo>
                  <a:pt x="527" y="431"/>
                </a:lnTo>
                <a:lnTo>
                  <a:pt x="527" y="432"/>
                </a:lnTo>
                <a:lnTo>
                  <a:pt x="527" y="434"/>
                </a:lnTo>
                <a:lnTo>
                  <a:pt x="527" y="435"/>
                </a:lnTo>
                <a:lnTo>
                  <a:pt x="527" y="439"/>
                </a:lnTo>
                <a:lnTo>
                  <a:pt x="526" y="439"/>
                </a:lnTo>
                <a:lnTo>
                  <a:pt x="525" y="438"/>
                </a:lnTo>
                <a:lnTo>
                  <a:pt x="524" y="438"/>
                </a:lnTo>
                <a:lnTo>
                  <a:pt x="523" y="438"/>
                </a:lnTo>
                <a:lnTo>
                  <a:pt x="523" y="432"/>
                </a:lnTo>
                <a:lnTo>
                  <a:pt x="524" y="430"/>
                </a:lnTo>
                <a:lnTo>
                  <a:pt x="525" y="430"/>
                </a:lnTo>
                <a:lnTo>
                  <a:pt x="526" y="430"/>
                </a:lnTo>
                <a:lnTo>
                  <a:pt x="526" y="429"/>
                </a:lnTo>
                <a:lnTo>
                  <a:pt x="527" y="429"/>
                </a:lnTo>
                <a:lnTo>
                  <a:pt x="528" y="428"/>
                </a:lnTo>
                <a:lnTo>
                  <a:pt x="530" y="427"/>
                </a:lnTo>
                <a:lnTo>
                  <a:pt x="529" y="427"/>
                </a:lnTo>
                <a:lnTo>
                  <a:pt x="529" y="426"/>
                </a:lnTo>
                <a:lnTo>
                  <a:pt x="528" y="427"/>
                </a:lnTo>
                <a:lnTo>
                  <a:pt x="525" y="429"/>
                </a:lnTo>
                <a:lnTo>
                  <a:pt x="524" y="430"/>
                </a:lnTo>
                <a:lnTo>
                  <a:pt x="523" y="430"/>
                </a:lnTo>
                <a:lnTo>
                  <a:pt x="522" y="432"/>
                </a:lnTo>
                <a:lnTo>
                  <a:pt x="522" y="437"/>
                </a:lnTo>
                <a:lnTo>
                  <a:pt x="519" y="435"/>
                </a:lnTo>
                <a:lnTo>
                  <a:pt x="518" y="435"/>
                </a:lnTo>
                <a:lnTo>
                  <a:pt x="518" y="430"/>
                </a:lnTo>
                <a:lnTo>
                  <a:pt x="518" y="428"/>
                </a:lnTo>
                <a:lnTo>
                  <a:pt x="517" y="429"/>
                </a:lnTo>
                <a:lnTo>
                  <a:pt x="517" y="430"/>
                </a:lnTo>
                <a:lnTo>
                  <a:pt x="516" y="430"/>
                </a:lnTo>
                <a:lnTo>
                  <a:pt x="515" y="430"/>
                </a:lnTo>
                <a:lnTo>
                  <a:pt x="513" y="430"/>
                </a:lnTo>
                <a:lnTo>
                  <a:pt x="513" y="429"/>
                </a:lnTo>
                <a:lnTo>
                  <a:pt x="512" y="429"/>
                </a:lnTo>
                <a:lnTo>
                  <a:pt x="511" y="428"/>
                </a:lnTo>
                <a:lnTo>
                  <a:pt x="509" y="428"/>
                </a:lnTo>
                <a:lnTo>
                  <a:pt x="508" y="428"/>
                </a:lnTo>
                <a:lnTo>
                  <a:pt x="507" y="428"/>
                </a:lnTo>
                <a:lnTo>
                  <a:pt x="506" y="428"/>
                </a:lnTo>
                <a:lnTo>
                  <a:pt x="505" y="427"/>
                </a:lnTo>
                <a:lnTo>
                  <a:pt x="504" y="426"/>
                </a:lnTo>
                <a:lnTo>
                  <a:pt x="501" y="425"/>
                </a:lnTo>
                <a:lnTo>
                  <a:pt x="500" y="423"/>
                </a:lnTo>
                <a:lnTo>
                  <a:pt x="499" y="422"/>
                </a:lnTo>
                <a:lnTo>
                  <a:pt x="499" y="421"/>
                </a:lnTo>
                <a:lnTo>
                  <a:pt x="499" y="420"/>
                </a:lnTo>
                <a:lnTo>
                  <a:pt x="498" y="419"/>
                </a:lnTo>
                <a:lnTo>
                  <a:pt x="498" y="418"/>
                </a:lnTo>
                <a:lnTo>
                  <a:pt x="497" y="417"/>
                </a:lnTo>
                <a:lnTo>
                  <a:pt x="497" y="416"/>
                </a:lnTo>
                <a:lnTo>
                  <a:pt x="496" y="415"/>
                </a:lnTo>
                <a:lnTo>
                  <a:pt x="495" y="414"/>
                </a:lnTo>
                <a:lnTo>
                  <a:pt x="494" y="413"/>
                </a:lnTo>
                <a:lnTo>
                  <a:pt x="494" y="412"/>
                </a:lnTo>
                <a:lnTo>
                  <a:pt x="493" y="413"/>
                </a:lnTo>
                <a:lnTo>
                  <a:pt x="493" y="412"/>
                </a:lnTo>
                <a:lnTo>
                  <a:pt x="493" y="411"/>
                </a:lnTo>
                <a:lnTo>
                  <a:pt x="493" y="410"/>
                </a:lnTo>
                <a:lnTo>
                  <a:pt x="492" y="410"/>
                </a:lnTo>
                <a:lnTo>
                  <a:pt x="490" y="410"/>
                </a:lnTo>
                <a:lnTo>
                  <a:pt x="489" y="409"/>
                </a:lnTo>
                <a:lnTo>
                  <a:pt x="490" y="409"/>
                </a:lnTo>
                <a:lnTo>
                  <a:pt x="489" y="408"/>
                </a:lnTo>
                <a:lnTo>
                  <a:pt x="488" y="408"/>
                </a:lnTo>
                <a:lnTo>
                  <a:pt x="487" y="408"/>
                </a:lnTo>
                <a:lnTo>
                  <a:pt x="486" y="407"/>
                </a:lnTo>
                <a:lnTo>
                  <a:pt x="485" y="407"/>
                </a:lnTo>
                <a:lnTo>
                  <a:pt x="484" y="407"/>
                </a:lnTo>
                <a:lnTo>
                  <a:pt x="483" y="407"/>
                </a:lnTo>
                <a:lnTo>
                  <a:pt x="482" y="407"/>
                </a:lnTo>
                <a:lnTo>
                  <a:pt x="482" y="406"/>
                </a:lnTo>
                <a:lnTo>
                  <a:pt x="485" y="406"/>
                </a:lnTo>
                <a:lnTo>
                  <a:pt x="485" y="405"/>
                </a:lnTo>
                <a:lnTo>
                  <a:pt x="485" y="402"/>
                </a:lnTo>
                <a:lnTo>
                  <a:pt x="484" y="402"/>
                </a:lnTo>
                <a:lnTo>
                  <a:pt x="483" y="402"/>
                </a:lnTo>
                <a:lnTo>
                  <a:pt x="482" y="401"/>
                </a:lnTo>
                <a:lnTo>
                  <a:pt x="482" y="400"/>
                </a:lnTo>
                <a:lnTo>
                  <a:pt x="482" y="399"/>
                </a:lnTo>
                <a:lnTo>
                  <a:pt x="482" y="398"/>
                </a:lnTo>
                <a:lnTo>
                  <a:pt x="481" y="398"/>
                </a:lnTo>
                <a:lnTo>
                  <a:pt x="481" y="399"/>
                </a:lnTo>
                <a:lnTo>
                  <a:pt x="480" y="399"/>
                </a:lnTo>
                <a:lnTo>
                  <a:pt x="479" y="398"/>
                </a:lnTo>
                <a:lnTo>
                  <a:pt x="478" y="398"/>
                </a:lnTo>
                <a:lnTo>
                  <a:pt x="476" y="397"/>
                </a:lnTo>
                <a:lnTo>
                  <a:pt x="476" y="396"/>
                </a:lnTo>
                <a:lnTo>
                  <a:pt x="476" y="395"/>
                </a:lnTo>
                <a:lnTo>
                  <a:pt x="475" y="395"/>
                </a:lnTo>
                <a:lnTo>
                  <a:pt x="474" y="395"/>
                </a:lnTo>
                <a:lnTo>
                  <a:pt x="473" y="395"/>
                </a:lnTo>
                <a:lnTo>
                  <a:pt x="472" y="395"/>
                </a:lnTo>
                <a:lnTo>
                  <a:pt x="470" y="395"/>
                </a:lnTo>
                <a:lnTo>
                  <a:pt x="469" y="395"/>
                </a:lnTo>
                <a:lnTo>
                  <a:pt x="468" y="395"/>
                </a:lnTo>
                <a:lnTo>
                  <a:pt x="468" y="394"/>
                </a:lnTo>
                <a:lnTo>
                  <a:pt x="467" y="394"/>
                </a:lnTo>
                <a:lnTo>
                  <a:pt x="467" y="393"/>
                </a:lnTo>
                <a:lnTo>
                  <a:pt x="466" y="393"/>
                </a:lnTo>
                <a:lnTo>
                  <a:pt x="465" y="394"/>
                </a:lnTo>
                <a:lnTo>
                  <a:pt x="464" y="394"/>
                </a:lnTo>
                <a:lnTo>
                  <a:pt x="464" y="393"/>
                </a:lnTo>
                <a:lnTo>
                  <a:pt x="463" y="393"/>
                </a:lnTo>
                <a:lnTo>
                  <a:pt x="463" y="394"/>
                </a:lnTo>
                <a:lnTo>
                  <a:pt x="462" y="394"/>
                </a:lnTo>
                <a:lnTo>
                  <a:pt x="463" y="394"/>
                </a:lnTo>
                <a:lnTo>
                  <a:pt x="463" y="393"/>
                </a:lnTo>
                <a:lnTo>
                  <a:pt x="462" y="393"/>
                </a:lnTo>
                <a:lnTo>
                  <a:pt x="462" y="392"/>
                </a:lnTo>
                <a:lnTo>
                  <a:pt x="463" y="392"/>
                </a:lnTo>
                <a:lnTo>
                  <a:pt x="463" y="391"/>
                </a:lnTo>
                <a:lnTo>
                  <a:pt x="464" y="390"/>
                </a:lnTo>
                <a:lnTo>
                  <a:pt x="464" y="389"/>
                </a:lnTo>
                <a:lnTo>
                  <a:pt x="463" y="389"/>
                </a:lnTo>
                <a:lnTo>
                  <a:pt x="463" y="390"/>
                </a:lnTo>
                <a:lnTo>
                  <a:pt x="462" y="391"/>
                </a:lnTo>
                <a:lnTo>
                  <a:pt x="461" y="391"/>
                </a:lnTo>
                <a:lnTo>
                  <a:pt x="461" y="390"/>
                </a:lnTo>
                <a:lnTo>
                  <a:pt x="460" y="390"/>
                </a:lnTo>
                <a:lnTo>
                  <a:pt x="460" y="391"/>
                </a:lnTo>
                <a:lnTo>
                  <a:pt x="459" y="391"/>
                </a:lnTo>
                <a:lnTo>
                  <a:pt x="458" y="391"/>
                </a:lnTo>
                <a:lnTo>
                  <a:pt x="458" y="390"/>
                </a:lnTo>
                <a:lnTo>
                  <a:pt x="458" y="389"/>
                </a:lnTo>
                <a:lnTo>
                  <a:pt x="458" y="388"/>
                </a:lnTo>
                <a:lnTo>
                  <a:pt x="459" y="388"/>
                </a:lnTo>
                <a:lnTo>
                  <a:pt x="461" y="388"/>
                </a:lnTo>
                <a:lnTo>
                  <a:pt x="462" y="388"/>
                </a:lnTo>
                <a:lnTo>
                  <a:pt x="463" y="388"/>
                </a:lnTo>
                <a:lnTo>
                  <a:pt x="463" y="387"/>
                </a:lnTo>
                <a:lnTo>
                  <a:pt x="464" y="388"/>
                </a:lnTo>
                <a:lnTo>
                  <a:pt x="465" y="388"/>
                </a:lnTo>
                <a:lnTo>
                  <a:pt x="464" y="387"/>
                </a:lnTo>
                <a:lnTo>
                  <a:pt x="464" y="386"/>
                </a:lnTo>
                <a:lnTo>
                  <a:pt x="464" y="385"/>
                </a:lnTo>
                <a:lnTo>
                  <a:pt x="463" y="385"/>
                </a:lnTo>
                <a:lnTo>
                  <a:pt x="463" y="384"/>
                </a:lnTo>
                <a:lnTo>
                  <a:pt x="465" y="384"/>
                </a:lnTo>
                <a:lnTo>
                  <a:pt x="465" y="379"/>
                </a:lnTo>
                <a:lnTo>
                  <a:pt x="466" y="377"/>
                </a:lnTo>
                <a:lnTo>
                  <a:pt x="467" y="377"/>
                </a:lnTo>
                <a:lnTo>
                  <a:pt x="468" y="377"/>
                </a:lnTo>
                <a:lnTo>
                  <a:pt x="468" y="376"/>
                </a:lnTo>
                <a:lnTo>
                  <a:pt x="468" y="375"/>
                </a:lnTo>
                <a:lnTo>
                  <a:pt x="467" y="375"/>
                </a:lnTo>
                <a:lnTo>
                  <a:pt x="468" y="375"/>
                </a:lnTo>
                <a:lnTo>
                  <a:pt x="468" y="373"/>
                </a:lnTo>
                <a:lnTo>
                  <a:pt x="468" y="372"/>
                </a:lnTo>
                <a:lnTo>
                  <a:pt x="469" y="372"/>
                </a:lnTo>
                <a:lnTo>
                  <a:pt x="469" y="371"/>
                </a:lnTo>
                <a:lnTo>
                  <a:pt x="470" y="371"/>
                </a:lnTo>
                <a:lnTo>
                  <a:pt x="469" y="371"/>
                </a:lnTo>
                <a:lnTo>
                  <a:pt x="469" y="370"/>
                </a:lnTo>
                <a:lnTo>
                  <a:pt x="469" y="369"/>
                </a:lnTo>
                <a:lnTo>
                  <a:pt x="469" y="368"/>
                </a:lnTo>
                <a:lnTo>
                  <a:pt x="470" y="368"/>
                </a:lnTo>
                <a:lnTo>
                  <a:pt x="470" y="367"/>
                </a:lnTo>
                <a:lnTo>
                  <a:pt x="471" y="365"/>
                </a:lnTo>
                <a:lnTo>
                  <a:pt x="471" y="364"/>
                </a:lnTo>
                <a:lnTo>
                  <a:pt x="472" y="363"/>
                </a:lnTo>
                <a:lnTo>
                  <a:pt x="471" y="363"/>
                </a:lnTo>
                <a:lnTo>
                  <a:pt x="470" y="363"/>
                </a:lnTo>
                <a:lnTo>
                  <a:pt x="470" y="362"/>
                </a:lnTo>
                <a:lnTo>
                  <a:pt x="469" y="362"/>
                </a:lnTo>
                <a:lnTo>
                  <a:pt x="468" y="362"/>
                </a:lnTo>
                <a:lnTo>
                  <a:pt x="467" y="362"/>
                </a:lnTo>
                <a:lnTo>
                  <a:pt x="466" y="362"/>
                </a:lnTo>
                <a:lnTo>
                  <a:pt x="466" y="361"/>
                </a:lnTo>
                <a:lnTo>
                  <a:pt x="465" y="361"/>
                </a:lnTo>
                <a:lnTo>
                  <a:pt x="465" y="360"/>
                </a:lnTo>
                <a:lnTo>
                  <a:pt x="464" y="361"/>
                </a:lnTo>
                <a:lnTo>
                  <a:pt x="463" y="361"/>
                </a:lnTo>
                <a:lnTo>
                  <a:pt x="463" y="362"/>
                </a:lnTo>
                <a:lnTo>
                  <a:pt x="463" y="361"/>
                </a:lnTo>
                <a:lnTo>
                  <a:pt x="462" y="362"/>
                </a:lnTo>
                <a:lnTo>
                  <a:pt x="461" y="362"/>
                </a:lnTo>
                <a:lnTo>
                  <a:pt x="460" y="362"/>
                </a:lnTo>
                <a:lnTo>
                  <a:pt x="460" y="361"/>
                </a:lnTo>
                <a:lnTo>
                  <a:pt x="459" y="361"/>
                </a:lnTo>
                <a:lnTo>
                  <a:pt x="458" y="360"/>
                </a:lnTo>
                <a:lnTo>
                  <a:pt x="457" y="360"/>
                </a:lnTo>
                <a:lnTo>
                  <a:pt x="457" y="361"/>
                </a:lnTo>
                <a:lnTo>
                  <a:pt x="456" y="361"/>
                </a:lnTo>
                <a:lnTo>
                  <a:pt x="455" y="361"/>
                </a:lnTo>
                <a:lnTo>
                  <a:pt x="454" y="361"/>
                </a:lnTo>
                <a:lnTo>
                  <a:pt x="453" y="361"/>
                </a:lnTo>
                <a:lnTo>
                  <a:pt x="452" y="362"/>
                </a:lnTo>
                <a:lnTo>
                  <a:pt x="452" y="361"/>
                </a:lnTo>
                <a:lnTo>
                  <a:pt x="453" y="362"/>
                </a:lnTo>
                <a:lnTo>
                  <a:pt x="453" y="363"/>
                </a:lnTo>
                <a:lnTo>
                  <a:pt x="452" y="363"/>
                </a:lnTo>
                <a:lnTo>
                  <a:pt x="451" y="363"/>
                </a:lnTo>
                <a:lnTo>
                  <a:pt x="451" y="364"/>
                </a:lnTo>
                <a:lnTo>
                  <a:pt x="451" y="365"/>
                </a:lnTo>
                <a:lnTo>
                  <a:pt x="451" y="367"/>
                </a:lnTo>
                <a:lnTo>
                  <a:pt x="452" y="367"/>
                </a:lnTo>
                <a:lnTo>
                  <a:pt x="452" y="368"/>
                </a:lnTo>
                <a:lnTo>
                  <a:pt x="451" y="368"/>
                </a:lnTo>
                <a:lnTo>
                  <a:pt x="451" y="369"/>
                </a:lnTo>
                <a:lnTo>
                  <a:pt x="450" y="369"/>
                </a:lnTo>
                <a:lnTo>
                  <a:pt x="449" y="369"/>
                </a:lnTo>
                <a:lnTo>
                  <a:pt x="449" y="370"/>
                </a:lnTo>
                <a:lnTo>
                  <a:pt x="448" y="369"/>
                </a:lnTo>
                <a:lnTo>
                  <a:pt x="448" y="368"/>
                </a:lnTo>
                <a:lnTo>
                  <a:pt x="448" y="367"/>
                </a:lnTo>
                <a:lnTo>
                  <a:pt x="447" y="367"/>
                </a:lnTo>
                <a:lnTo>
                  <a:pt x="448" y="367"/>
                </a:lnTo>
                <a:lnTo>
                  <a:pt x="447" y="367"/>
                </a:lnTo>
                <a:lnTo>
                  <a:pt x="446" y="365"/>
                </a:lnTo>
                <a:lnTo>
                  <a:pt x="446" y="364"/>
                </a:lnTo>
                <a:lnTo>
                  <a:pt x="447" y="365"/>
                </a:lnTo>
                <a:lnTo>
                  <a:pt x="448" y="364"/>
                </a:lnTo>
                <a:lnTo>
                  <a:pt x="448" y="363"/>
                </a:lnTo>
                <a:lnTo>
                  <a:pt x="447" y="363"/>
                </a:lnTo>
                <a:lnTo>
                  <a:pt x="446" y="363"/>
                </a:lnTo>
                <a:lnTo>
                  <a:pt x="446" y="362"/>
                </a:lnTo>
                <a:lnTo>
                  <a:pt x="445" y="362"/>
                </a:lnTo>
                <a:lnTo>
                  <a:pt x="444" y="362"/>
                </a:lnTo>
                <a:lnTo>
                  <a:pt x="444" y="363"/>
                </a:lnTo>
                <a:lnTo>
                  <a:pt x="443" y="363"/>
                </a:lnTo>
                <a:lnTo>
                  <a:pt x="442" y="363"/>
                </a:lnTo>
                <a:lnTo>
                  <a:pt x="442" y="362"/>
                </a:lnTo>
                <a:lnTo>
                  <a:pt x="442" y="361"/>
                </a:lnTo>
                <a:lnTo>
                  <a:pt x="441" y="361"/>
                </a:lnTo>
                <a:lnTo>
                  <a:pt x="440" y="361"/>
                </a:lnTo>
                <a:lnTo>
                  <a:pt x="441" y="360"/>
                </a:lnTo>
                <a:lnTo>
                  <a:pt x="440" y="360"/>
                </a:lnTo>
                <a:lnTo>
                  <a:pt x="440" y="361"/>
                </a:lnTo>
                <a:lnTo>
                  <a:pt x="439" y="361"/>
                </a:lnTo>
                <a:lnTo>
                  <a:pt x="439" y="360"/>
                </a:lnTo>
                <a:lnTo>
                  <a:pt x="440" y="360"/>
                </a:lnTo>
                <a:lnTo>
                  <a:pt x="440" y="359"/>
                </a:lnTo>
                <a:lnTo>
                  <a:pt x="441" y="359"/>
                </a:lnTo>
                <a:lnTo>
                  <a:pt x="441" y="358"/>
                </a:lnTo>
                <a:lnTo>
                  <a:pt x="441" y="357"/>
                </a:lnTo>
                <a:lnTo>
                  <a:pt x="442" y="357"/>
                </a:lnTo>
                <a:lnTo>
                  <a:pt x="442" y="356"/>
                </a:lnTo>
                <a:lnTo>
                  <a:pt x="443" y="356"/>
                </a:lnTo>
                <a:lnTo>
                  <a:pt x="443" y="355"/>
                </a:lnTo>
                <a:lnTo>
                  <a:pt x="444" y="355"/>
                </a:lnTo>
                <a:lnTo>
                  <a:pt x="443" y="354"/>
                </a:lnTo>
                <a:lnTo>
                  <a:pt x="444" y="353"/>
                </a:lnTo>
                <a:lnTo>
                  <a:pt x="444" y="352"/>
                </a:lnTo>
                <a:lnTo>
                  <a:pt x="443" y="352"/>
                </a:lnTo>
                <a:lnTo>
                  <a:pt x="443" y="353"/>
                </a:lnTo>
                <a:lnTo>
                  <a:pt x="443" y="352"/>
                </a:lnTo>
                <a:lnTo>
                  <a:pt x="442" y="352"/>
                </a:lnTo>
                <a:lnTo>
                  <a:pt x="443" y="352"/>
                </a:lnTo>
                <a:lnTo>
                  <a:pt x="443" y="351"/>
                </a:lnTo>
                <a:lnTo>
                  <a:pt x="442" y="351"/>
                </a:lnTo>
                <a:lnTo>
                  <a:pt x="442" y="350"/>
                </a:lnTo>
                <a:lnTo>
                  <a:pt x="441" y="350"/>
                </a:lnTo>
                <a:lnTo>
                  <a:pt x="441" y="349"/>
                </a:lnTo>
                <a:lnTo>
                  <a:pt x="442" y="349"/>
                </a:lnTo>
                <a:lnTo>
                  <a:pt x="442" y="348"/>
                </a:lnTo>
                <a:lnTo>
                  <a:pt x="441" y="348"/>
                </a:lnTo>
                <a:lnTo>
                  <a:pt x="441" y="349"/>
                </a:lnTo>
                <a:lnTo>
                  <a:pt x="440" y="349"/>
                </a:lnTo>
                <a:lnTo>
                  <a:pt x="440" y="348"/>
                </a:lnTo>
                <a:lnTo>
                  <a:pt x="439" y="348"/>
                </a:lnTo>
                <a:lnTo>
                  <a:pt x="438" y="348"/>
                </a:lnTo>
                <a:lnTo>
                  <a:pt x="437" y="348"/>
                </a:lnTo>
                <a:lnTo>
                  <a:pt x="436" y="347"/>
                </a:lnTo>
                <a:lnTo>
                  <a:pt x="436" y="346"/>
                </a:lnTo>
                <a:lnTo>
                  <a:pt x="435" y="346"/>
                </a:lnTo>
                <a:lnTo>
                  <a:pt x="434" y="346"/>
                </a:lnTo>
                <a:lnTo>
                  <a:pt x="434" y="345"/>
                </a:lnTo>
                <a:lnTo>
                  <a:pt x="435" y="345"/>
                </a:lnTo>
                <a:lnTo>
                  <a:pt x="435" y="344"/>
                </a:lnTo>
                <a:lnTo>
                  <a:pt x="436" y="344"/>
                </a:lnTo>
                <a:lnTo>
                  <a:pt x="436" y="343"/>
                </a:lnTo>
                <a:lnTo>
                  <a:pt x="435" y="343"/>
                </a:lnTo>
                <a:lnTo>
                  <a:pt x="434" y="343"/>
                </a:lnTo>
                <a:lnTo>
                  <a:pt x="434" y="342"/>
                </a:lnTo>
                <a:lnTo>
                  <a:pt x="433" y="342"/>
                </a:lnTo>
                <a:lnTo>
                  <a:pt x="432" y="342"/>
                </a:lnTo>
                <a:lnTo>
                  <a:pt x="432" y="341"/>
                </a:lnTo>
                <a:lnTo>
                  <a:pt x="431" y="341"/>
                </a:lnTo>
                <a:lnTo>
                  <a:pt x="431" y="342"/>
                </a:lnTo>
                <a:lnTo>
                  <a:pt x="431" y="341"/>
                </a:lnTo>
                <a:lnTo>
                  <a:pt x="430" y="341"/>
                </a:lnTo>
                <a:lnTo>
                  <a:pt x="431" y="341"/>
                </a:lnTo>
                <a:lnTo>
                  <a:pt x="432" y="340"/>
                </a:lnTo>
                <a:lnTo>
                  <a:pt x="431" y="340"/>
                </a:lnTo>
                <a:lnTo>
                  <a:pt x="431" y="339"/>
                </a:lnTo>
                <a:lnTo>
                  <a:pt x="432" y="338"/>
                </a:lnTo>
                <a:lnTo>
                  <a:pt x="432" y="337"/>
                </a:lnTo>
                <a:lnTo>
                  <a:pt x="432" y="336"/>
                </a:lnTo>
                <a:lnTo>
                  <a:pt x="432" y="335"/>
                </a:lnTo>
                <a:lnTo>
                  <a:pt x="431" y="334"/>
                </a:lnTo>
                <a:lnTo>
                  <a:pt x="431" y="333"/>
                </a:lnTo>
                <a:lnTo>
                  <a:pt x="430" y="332"/>
                </a:lnTo>
                <a:lnTo>
                  <a:pt x="431" y="331"/>
                </a:lnTo>
                <a:lnTo>
                  <a:pt x="430" y="330"/>
                </a:lnTo>
                <a:lnTo>
                  <a:pt x="429" y="328"/>
                </a:lnTo>
                <a:lnTo>
                  <a:pt x="428" y="328"/>
                </a:lnTo>
                <a:lnTo>
                  <a:pt x="428" y="326"/>
                </a:lnTo>
                <a:lnTo>
                  <a:pt x="428" y="325"/>
                </a:lnTo>
                <a:lnTo>
                  <a:pt x="427" y="325"/>
                </a:lnTo>
                <a:lnTo>
                  <a:pt x="427" y="324"/>
                </a:lnTo>
                <a:lnTo>
                  <a:pt x="426" y="324"/>
                </a:lnTo>
                <a:lnTo>
                  <a:pt x="427" y="324"/>
                </a:lnTo>
                <a:lnTo>
                  <a:pt x="427" y="323"/>
                </a:lnTo>
                <a:lnTo>
                  <a:pt x="427" y="324"/>
                </a:lnTo>
                <a:lnTo>
                  <a:pt x="427" y="323"/>
                </a:lnTo>
                <a:lnTo>
                  <a:pt x="427" y="322"/>
                </a:lnTo>
                <a:lnTo>
                  <a:pt x="427" y="323"/>
                </a:lnTo>
                <a:lnTo>
                  <a:pt x="427" y="322"/>
                </a:lnTo>
                <a:lnTo>
                  <a:pt x="428" y="322"/>
                </a:lnTo>
                <a:lnTo>
                  <a:pt x="429" y="321"/>
                </a:lnTo>
                <a:lnTo>
                  <a:pt x="428" y="321"/>
                </a:lnTo>
                <a:lnTo>
                  <a:pt x="427" y="320"/>
                </a:lnTo>
                <a:lnTo>
                  <a:pt x="427" y="319"/>
                </a:lnTo>
                <a:lnTo>
                  <a:pt x="428" y="319"/>
                </a:lnTo>
                <a:lnTo>
                  <a:pt x="429" y="319"/>
                </a:lnTo>
                <a:lnTo>
                  <a:pt x="429" y="318"/>
                </a:lnTo>
                <a:lnTo>
                  <a:pt x="430" y="318"/>
                </a:lnTo>
                <a:lnTo>
                  <a:pt x="430" y="317"/>
                </a:lnTo>
                <a:lnTo>
                  <a:pt x="430" y="316"/>
                </a:lnTo>
                <a:lnTo>
                  <a:pt x="431" y="316"/>
                </a:lnTo>
                <a:lnTo>
                  <a:pt x="431" y="315"/>
                </a:lnTo>
                <a:lnTo>
                  <a:pt x="430" y="314"/>
                </a:lnTo>
                <a:lnTo>
                  <a:pt x="430" y="313"/>
                </a:lnTo>
                <a:lnTo>
                  <a:pt x="431" y="313"/>
                </a:lnTo>
                <a:lnTo>
                  <a:pt x="432" y="313"/>
                </a:lnTo>
                <a:lnTo>
                  <a:pt x="433" y="313"/>
                </a:lnTo>
                <a:lnTo>
                  <a:pt x="433" y="314"/>
                </a:lnTo>
                <a:lnTo>
                  <a:pt x="433" y="313"/>
                </a:lnTo>
                <a:lnTo>
                  <a:pt x="434" y="313"/>
                </a:lnTo>
                <a:lnTo>
                  <a:pt x="435" y="313"/>
                </a:lnTo>
                <a:lnTo>
                  <a:pt x="436" y="313"/>
                </a:lnTo>
                <a:lnTo>
                  <a:pt x="437" y="313"/>
                </a:lnTo>
                <a:lnTo>
                  <a:pt x="437" y="314"/>
                </a:lnTo>
                <a:lnTo>
                  <a:pt x="437" y="315"/>
                </a:lnTo>
                <a:lnTo>
                  <a:pt x="438" y="315"/>
                </a:lnTo>
                <a:lnTo>
                  <a:pt x="438" y="316"/>
                </a:lnTo>
                <a:lnTo>
                  <a:pt x="439" y="316"/>
                </a:lnTo>
                <a:lnTo>
                  <a:pt x="440" y="316"/>
                </a:lnTo>
                <a:lnTo>
                  <a:pt x="441" y="316"/>
                </a:lnTo>
                <a:lnTo>
                  <a:pt x="442" y="316"/>
                </a:lnTo>
                <a:lnTo>
                  <a:pt x="443" y="316"/>
                </a:lnTo>
                <a:lnTo>
                  <a:pt x="444" y="317"/>
                </a:lnTo>
                <a:lnTo>
                  <a:pt x="445" y="316"/>
                </a:lnTo>
                <a:lnTo>
                  <a:pt x="445" y="315"/>
                </a:lnTo>
                <a:lnTo>
                  <a:pt x="446" y="315"/>
                </a:lnTo>
                <a:lnTo>
                  <a:pt x="446" y="314"/>
                </a:lnTo>
                <a:lnTo>
                  <a:pt x="447" y="314"/>
                </a:lnTo>
                <a:lnTo>
                  <a:pt x="448" y="314"/>
                </a:lnTo>
                <a:lnTo>
                  <a:pt x="449" y="315"/>
                </a:lnTo>
                <a:lnTo>
                  <a:pt x="450" y="316"/>
                </a:lnTo>
                <a:lnTo>
                  <a:pt x="451" y="316"/>
                </a:lnTo>
                <a:lnTo>
                  <a:pt x="452" y="316"/>
                </a:lnTo>
                <a:lnTo>
                  <a:pt x="452" y="317"/>
                </a:lnTo>
                <a:lnTo>
                  <a:pt x="453" y="317"/>
                </a:lnTo>
                <a:lnTo>
                  <a:pt x="453" y="316"/>
                </a:lnTo>
                <a:lnTo>
                  <a:pt x="454" y="316"/>
                </a:lnTo>
                <a:lnTo>
                  <a:pt x="455" y="316"/>
                </a:lnTo>
                <a:lnTo>
                  <a:pt x="456" y="317"/>
                </a:lnTo>
                <a:lnTo>
                  <a:pt x="456" y="316"/>
                </a:lnTo>
                <a:lnTo>
                  <a:pt x="456" y="315"/>
                </a:lnTo>
                <a:lnTo>
                  <a:pt x="456" y="314"/>
                </a:lnTo>
                <a:lnTo>
                  <a:pt x="457" y="314"/>
                </a:lnTo>
                <a:lnTo>
                  <a:pt x="457" y="313"/>
                </a:lnTo>
                <a:lnTo>
                  <a:pt x="457" y="312"/>
                </a:lnTo>
                <a:lnTo>
                  <a:pt x="457" y="311"/>
                </a:lnTo>
                <a:lnTo>
                  <a:pt x="456" y="311"/>
                </a:lnTo>
                <a:lnTo>
                  <a:pt x="456" y="310"/>
                </a:lnTo>
                <a:lnTo>
                  <a:pt x="454" y="310"/>
                </a:lnTo>
                <a:lnTo>
                  <a:pt x="453" y="310"/>
                </a:lnTo>
                <a:lnTo>
                  <a:pt x="453" y="311"/>
                </a:lnTo>
                <a:lnTo>
                  <a:pt x="452" y="311"/>
                </a:lnTo>
                <a:lnTo>
                  <a:pt x="452" y="309"/>
                </a:lnTo>
                <a:lnTo>
                  <a:pt x="452" y="308"/>
                </a:lnTo>
                <a:lnTo>
                  <a:pt x="452" y="307"/>
                </a:lnTo>
                <a:lnTo>
                  <a:pt x="453" y="307"/>
                </a:lnTo>
                <a:lnTo>
                  <a:pt x="454" y="307"/>
                </a:lnTo>
                <a:lnTo>
                  <a:pt x="455" y="306"/>
                </a:lnTo>
                <a:lnTo>
                  <a:pt x="454" y="305"/>
                </a:lnTo>
                <a:lnTo>
                  <a:pt x="453" y="305"/>
                </a:lnTo>
                <a:lnTo>
                  <a:pt x="453" y="304"/>
                </a:lnTo>
                <a:lnTo>
                  <a:pt x="453" y="303"/>
                </a:lnTo>
                <a:lnTo>
                  <a:pt x="452" y="303"/>
                </a:lnTo>
                <a:lnTo>
                  <a:pt x="451" y="303"/>
                </a:lnTo>
                <a:lnTo>
                  <a:pt x="448" y="303"/>
                </a:lnTo>
                <a:lnTo>
                  <a:pt x="448" y="302"/>
                </a:lnTo>
                <a:lnTo>
                  <a:pt x="448" y="301"/>
                </a:lnTo>
                <a:lnTo>
                  <a:pt x="447" y="301"/>
                </a:lnTo>
                <a:lnTo>
                  <a:pt x="446" y="301"/>
                </a:lnTo>
                <a:lnTo>
                  <a:pt x="446" y="302"/>
                </a:lnTo>
                <a:lnTo>
                  <a:pt x="446" y="303"/>
                </a:lnTo>
                <a:lnTo>
                  <a:pt x="445" y="303"/>
                </a:lnTo>
                <a:lnTo>
                  <a:pt x="444" y="303"/>
                </a:lnTo>
                <a:lnTo>
                  <a:pt x="444" y="302"/>
                </a:lnTo>
                <a:lnTo>
                  <a:pt x="444" y="301"/>
                </a:lnTo>
                <a:lnTo>
                  <a:pt x="443" y="301"/>
                </a:lnTo>
                <a:lnTo>
                  <a:pt x="442" y="302"/>
                </a:lnTo>
                <a:lnTo>
                  <a:pt x="442" y="301"/>
                </a:lnTo>
                <a:lnTo>
                  <a:pt x="441" y="301"/>
                </a:lnTo>
                <a:lnTo>
                  <a:pt x="442" y="301"/>
                </a:lnTo>
                <a:lnTo>
                  <a:pt x="442" y="300"/>
                </a:lnTo>
                <a:lnTo>
                  <a:pt x="442" y="299"/>
                </a:lnTo>
                <a:lnTo>
                  <a:pt x="442" y="298"/>
                </a:lnTo>
                <a:lnTo>
                  <a:pt x="442" y="297"/>
                </a:lnTo>
                <a:lnTo>
                  <a:pt x="441" y="297"/>
                </a:lnTo>
                <a:lnTo>
                  <a:pt x="440" y="297"/>
                </a:lnTo>
                <a:lnTo>
                  <a:pt x="440" y="296"/>
                </a:lnTo>
                <a:lnTo>
                  <a:pt x="440" y="295"/>
                </a:lnTo>
                <a:lnTo>
                  <a:pt x="439" y="294"/>
                </a:lnTo>
                <a:lnTo>
                  <a:pt x="438" y="293"/>
                </a:lnTo>
                <a:lnTo>
                  <a:pt x="437" y="293"/>
                </a:lnTo>
                <a:lnTo>
                  <a:pt x="437" y="292"/>
                </a:lnTo>
                <a:lnTo>
                  <a:pt x="436" y="292"/>
                </a:lnTo>
                <a:lnTo>
                  <a:pt x="435" y="292"/>
                </a:lnTo>
                <a:lnTo>
                  <a:pt x="434" y="291"/>
                </a:lnTo>
                <a:lnTo>
                  <a:pt x="434" y="290"/>
                </a:lnTo>
                <a:lnTo>
                  <a:pt x="434" y="289"/>
                </a:lnTo>
                <a:lnTo>
                  <a:pt x="433" y="288"/>
                </a:lnTo>
                <a:lnTo>
                  <a:pt x="433" y="287"/>
                </a:lnTo>
                <a:lnTo>
                  <a:pt x="434" y="287"/>
                </a:lnTo>
                <a:lnTo>
                  <a:pt x="434" y="286"/>
                </a:lnTo>
                <a:lnTo>
                  <a:pt x="433" y="286"/>
                </a:lnTo>
                <a:lnTo>
                  <a:pt x="433" y="285"/>
                </a:lnTo>
                <a:lnTo>
                  <a:pt x="431" y="285"/>
                </a:lnTo>
                <a:lnTo>
                  <a:pt x="430" y="285"/>
                </a:lnTo>
                <a:lnTo>
                  <a:pt x="429" y="285"/>
                </a:lnTo>
                <a:lnTo>
                  <a:pt x="427" y="285"/>
                </a:lnTo>
                <a:lnTo>
                  <a:pt x="426" y="285"/>
                </a:lnTo>
                <a:lnTo>
                  <a:pt x="425" y="285"/>
                </a:lnTo>
                <a:lnTo>
                  <a:pt x="424" y="284"/>
                </a:lnTo>
                <a:lnTo>
                  <a:pt x="423" y="284"/>
                </a:lnTo>
                <a:lnTo>
                  <a:pt x="422" y="283"/>
                </a:lnTo>
                <a:lnTo>
                  <a:pt x="421" y="283"/>
                </a:lnTo>
                <a:lnTo>
                  <a:pt x="421" y="282"/>
                </a:lnTo>
                <a:lnTo>
                  <a:pt x="419" y="282"/>
                </a:lnTo>
                <a:lnTo>
                  <a:pt x="418" y="283"/>
                </a:lnTo>
                <a:lnTo>
                  <a:pt x="417" y="283"/>
                </a:lnTo>
                <a:lnTo>
                  <a:pt x="417" y="284"/>
                </a:lnTo>
                <a:lnTo>
                  <a:pt x="416" y="285"/>
                </a:lnTo>
                <a:lnTo>
                  <a:pt x="415" y="285"/>
                </a:lnTo>
                <a:lnTo>
                  <a:pt x="414" y="285"/>
                </a:lnTo>
                <a:lnTo>
                  <a:pt x="414" y="286"/>
                </a:lnTo>
                <a:lnTo>
                  <a:pt x="414" y="285"/>
                </a:lnTo>
                <a:lnTo>
                  <a:pt x="413" y="285"/>
                </a:lnTo>
                <a:lnTo>
                  <a:pt x="412" y="285"/>
                </a:lnTo>
                <a:lnTo>
                  <a:pt x="411" y="285"/>
                </a:lnTo>
                <a:lnTo>
                  <a:pt x="410" y="285"/>
                </a:lnTo>
                <a:lnTo>
                  <a:pt x="410" y="284"/>
                </a:lnTo>
                <a:lnTo>
                  <a:pt x="409" y="283"/>
                </a:lnTo>
                <a:lnTo>
                  <a:pt x="409" y="282"/>
                </a:lnTo>
                <a:lnTo>
                  <a:pt x="409" y="280"/>
                </a:lnTo>
                <a:lnTo>
                  <a:pt x="408" y="279"/>
                </a:lnTo>
                <a:lnTo>
                  <a:pt x="408" y="278"/>
                </a:lnTo>
                <a:lnTo>
                  <a:pt x="407" y="279"/>
                </a:lnTo>
                <a:lnTo>
                  <a:pt x="406" y="279"/>
                </a:lnTo>
                <a:lnTo>
                  <a:pt x="404" y="279"/>
                </a:lnTo>
                <a:lnTo>
                  <a:pt x="404" y="278"/>
                </a:lnTo>
                <a:lnTo>
                  <a:pt x="404" y="277"/>
                </a:lnTo>
                <a:lnTo>
                  <a:pt x="403" y="276"/>
                </a:lnTo>
                <a:lnTo>
                  <a:pt x="402" y="276"/>
                </a:lnTo>
                <a:lnTo>
                  <a:pt x="402" y="275"/>
                </a:lnTo>
                <a:lnTo>
                  <a:pt x="402" y="274"/>
                </a:lnTo>
                <a:lnTo>
                  <a:pt x="402" y="273"/>
                </a:lnTo>
                <a:lnTo>
                  <a:pt x="402" y="272"/>
                </a:lnTo>
                <a:lnTo>
                  <a:pt x="401" y="272"/>
                </a:lnTo>
                <a:lnTo>
                  <a:pt x="401" y="273"/>
                </a:lnTo>
                <a:lnTo>
                  <a:pt x="401" y="272"/>
                </a:lnTo>
                <a:lnTo>
                  <a:pt x="400" y="271"/>
                </a:lnTo>
                <a:lnTo>
                  <a:pt x="400" y="270"/>
                </a:lnTo>
                <a:lnTo>
                  <a:pt x="399" y="269"/>
                </a:lnTo>
                <a:lnTo>
                  <a:pt x="399" y="268"/>
                </a:lnTo>
                <a:lnTo>
                  <a:pt x="398" y="268"/>
                </a:lnTo>
                <a:lnTo>
                  <a:pt x="397" y="268"/>
                </a:lnTo>
                <a:lnTo>
                  <a:pt x="397" y="267"/>
                </a:lnTo>
                <a:lnTo>
                  <a:pt x="397" y="266"/>
                </a:lnTo>
                <a:lnTo>
                  <a:pt x="398" y="266"/>
                </a:lnTo>
                <a:lnTo>
                  <a:pt x="399" y="266"/>
                </a:lnTo>
                <a:lnTo>
                  <a:pt x="398" y="265"/>
                </a:lnTo>
                <a:lnTo>
                  <a:pt x="398" y="263"/>
                </a:lnTo>
                <a:lnTo>
                  <a:pt x="399" y="262"/>
                </a:lnTo>
                <a:lnTo>
                  <a:pt x="400" y="261"/>
                </a:lnTo>
                <a:lnTo>
                  <a:pt x="401" y="260"/>
                </a:lnTo>
                <a:lnTo>
                  <a:pt x="399" y="259"/>
                </a:lnTo>
                <a:lnTo>
                  <a:pt x="398" y="258"/>
                </a:lnTo>
                <a:lnTo>
                  <a:pt x="398" y="257"/>
                </a:lnTo>
                <a:lnTo>
                  <a:pt x="397" y="256"/>
                </a:lnTo>
                <a:lnTo>
                  <a:pt x="397" y="255"/>
                </a:lnTo>
                <a:lnTo>
                  <a:pt x="396" y="254"/>
                </a:lnTo>
                <a:lnTo>
                  <a:pt x="396" y="253"/>
                </a:lnTo>
                <a:lnTo>
                  <a:pt x="396" y="254"/>
                </a:lnTo>
                <a:lnTo>
                  <a:pt x="395" y="253"/>
                </a:lnTo>
                <a:lnTo>
                  <a:pt x="396" y="252"/>
                </a:lnTo>
                <a:lnTo>
                  <a:pt x="396" y="251"/>
                </a:lnTo>
                <a:lnTo>
                  <a:pt x="397" y="251"/>
                </a:lnTo>
                <a:lnTo>
                  <a:pt x="397" y="252"/>
                </a:lnTo>
                <a:lnTo>
                  <a:pt x="398" y="252"/>
                </a:lnTo>
                <a:lnTo>
                  <a:pt x="398" y="251"/>
                </a:lnTo>
                <a:lnTo>
                  <a:pt x="399" y="251"/>
                </a:lnTo>
                <a:lnTo>
                  <a:pt x="401" y="251"/>
                </a:lnTo>
                <a:lnTo>
                  <a:pt x="400" y="250"/>
                </a:lnTo>
                <a:lnTo>
                  <a:pt x="399" y="248"/>
                </a:lnTo>
                <a:lnTo>
                  <a:pt x="400" y="247"/>
                </a:lnTo>
                <a:lnTo>
                  <a:pt x="402" y="246"/>
                </a:lnTo>
                <a:lnTo>
                  <a:pt x="403" y="246"/>
                </a:lnTo>
                <a:lnTo>
                  <a:pt x="403" y="245"/>
                </a:lnTo>
                <a:lnTo>
                  <a:pt x="404" y="245"/>
                </a:lnTo>
                <a:lnTo>
                  <a:pt x="405" y="245"/>
                </a:lnTo>
                <a:lnTo>
                  <a:pt x="406" y="244"/>
                </a:lnTo>
                <a:lnTo>
                  <a:pt x="407" y="244"/>
                </a:lnTo>
                <a:lnTo>
                  <a:pt x="408" y="244"/>
                </a:lnTo>
                <a:lnTo>
                  <a:pt x="409" y="244"/>
                </a:lnTo>
                <a:lnTo>
                  <a:pt x="409" y="243"/>
                </a:lnTo>
                <a:lnTo>
                  <a:pt x="410" y="243"/>
                </a:lnTo>
                <a:lnTo>
                  <a:pt x="411" y="244"/>
                </a:lnTo>
                <a:lnTo>
                  <a:pt x="413" y="245"/>
                </a:lnTo>
                <a:lnTo>
                  <a:pt x="414" y="246"/>
                </a:lnTo>
                <a:lnTo>
                  <a:pt x="414" y="245"/>
                </a:lnTo>
                <a:lnTo>
                  <a:pt x="415" y="245"/>
                </a:lnTo>
                <a:lnTo>
                  <a:pt x="416" y="244"/>
                </a:lnTo>
                <a:lnTo>
                  <a:pt x="417" y="245"/>
                </a:lnTo>
                <a:lnTo>
                  <a:pt x="418" y="245"/>
                </a:lnTo>
                <a:lnTo>
                  <a:pt x="418" y="244"/>
                </a:lnTo>
                <a:lnTo>
                  <a:pt x="419" y="244"/>
                </a:lnTo>
                <a:lnTo>
                  <a:pt x="419" y="243"/>
                </a:lnTo>
                <a:lnTo>
                  <a:pt x="418" y="243"/>
                </a:lnTo>
                <a:lnTo>
                  <a:pt x="417" y="241"/>
                </a:lnTo>
                <a:lnTo>
                  <a:pt x="417" y="240"/>
                </a:lnTo>
                <a:lnTo>
                  <a:pt x="417" y="239"/>
                </a:lnTo>
                <a:lnTo>
                  <a:pt x="418" y="239"/>
                </a:lnTo>
                <a:lnTo>
                  <a:pt x="418" y="238"/>
                </a:lnTo>
                <a:lnTo>
                  <a:pt x="418" y="237"/>
                </a:lnTo>
                <a:lnTo>
                  <a:pt x="418" y="236"/>
                </a:lnTo>
                <a:lnTo>
                  <a:pt x="418" y="237"/>
                </a:lnTo>
                <a:lnTo>
                  <a:pt x="419" y="237"/>
                </a:lnTo>
                <a:lnTo>
                  <a:pt x="419" y="238"/>
                </a:lnTo>
                <a:lnTo>
                  <a:pt x="420" y="238"/>
                </a:lnTo>
                <a:lnTo>
                  <a:pt x="421" y="237"/>
                </a:lnTo>
                <a:lnTo>
                  <a:pt x="421" y="235"/>
                </a:lnTo>
                <a:lnTo>
                  <a:pt x="422" y="235"/>
                </a:lnTo>
                <a:lnTo>
                  <a:pt x="423" y="235"/>
                </a:lnTo>
                <a:lnTo>
                  <a:pt x="423" y="236"/>
                </a:lnTo>
                <a:lnTo>
                  <a:pt x="423" y="237"/>
                </a:lnTo>
                <a:lnTo>
                  <a:pt x="424" y="237"/>
                </a:lnTo>
                <a:lnTo>
                  <a:pt x="425" y="237"/>
                </a:lnTo>
                <a:lnTo>
                  <a:pt x="426" y="237"/>
                </a:lnTo>
                <a:lnTo>
                  <a:pt x="427" y="235"/>
                </a:lnTo>
                <a:lnTo>
                  <a:pt x="426" y="235"/>
                </a:lnTo>
                <a:lnTo>
                  <a:pt x="427" y="235"/>
                </a:lnTo>
                <a:lnTo>
                  <a:pt x="427" y="234"/>
                </a:lnTo>
                <a:lnTo>
                  <a:pt x="428" y="234"/>
                </a:lnTo>
                <a:lnTo>
                  <a:pt x="427" y="234"/>
                </a:lnTo>
                <a:lnTo>
                  <a:pt x="427" y="233"/>
                </a:lnTo>
                <a:lnTo>
                  <a:pt x="426" y="233"/>
                </a:lnTo>
                <a:lnTo>
                  <a:pt x="426" y="232"/>
                </a:lnTo>
                <a:lnTo>
                  <a:pt x="424" y="232"/>
                </a:lnTo>
                <a:lnTo>
                  <a:pt x="423" y="232"/>
                </a:lnTo>
                <a:lnTo>
                  <a:pt x="422" y="232"/>
                </a:lnTo>
                <a:lnTo>
                  <a:pt x="420" y="232"/>
                </a:lnTo>
                <a:lnTo>
                  <a:pt x="418" y="231"/>
                </a:lnTo>
                <a:lnTo>
                  <a:pt x="417" y="231"/>
                </a:lnTo>
                <a:lnTo>
                  <a:pt x="416" y="231"/>
                </a:lnTo>
                <a:lnTo>
                  <a:pt x="415" y="231"/>
                </a:lnTo>
                <a:lnTo>
                  <a:pt x="413" y="232"/>
                </a:lnTo>
                <a:lnTo>
                  <a:pt x="412" y="232"/>
                </a:lnTo>
                <a:lnTo>
                  <a:pt x="411" y="232"/>
                </a:lnTo>
                <a:lnTo>
                  <a:pt x="410" y="232"/>
                </a:lnTo>
                <a:lnTo>
                  <a:pt x="409" y="232"/>
                </a:lnTo>
                <a:lnTo>
                  <a:pt x="409" y="233"/>
                </a:lnTo>
                <a:lnTo>
                  <a:pt x="409" y="234"/>
                </a:lnTo>
                <a:lnTo>
                  <a:pt x="407" y="234"/>
                </a:lnTo>
                <a:lnTo>
                  <a:pt x="404" y="234"/>
                </a:lnTo>
                <a:lnTo>
                  <a:pt x="403" y="234"/>
                </a:lnTo>
                <a:lnTo>
                  <a:pt x="403" y="233"/>
                </a:lnTo>
                <a:lnTo>
                  <a:pt x="402" y="232"/>
                </a:lnTo>
                <a:lnTo>
                  <a:pt x="401" y="231"/>
                </a:lnTo>
                <a:lnTo>
                  <a:pt x="400" y="232"/>
                </a:lnTo>
                <a:lnTo>
                  <a:pt x="399" y="232"/>
                </a:lnTo>
                <a:lnTo>
                  <a:pt x="398" y="231"/>
                </a:lnTo>
                <a:lnTo>
                  <a:pt x="397" y="231"/>
                </a:lnTo>
                <a:lnTo>
                  <a:pt x="396" y="230"/>
                </a:lnTo>
                <a:lnTo>
                  <a:pt x="395" y="230"/>
                </a:lnTo>
                <a:lnTo>
                  <a:pt x="393" y="230"/>
                </a:lnTo>
                <a:lnTo>
                  <a:pt x="391" y="229"/>
                </a:lnTo>
                <a:lnTo>
                  <a:pt x="390" y="230"/>
                </a:lnTo>
                <a:lnTo>
                  <a:pt x="388" y="229"/>
                </a:lnTo>
                <a:lnTo>
                  <a:pt x="387" y="229"/>
                </a:lnTo>
                <a:lnTo>
                  <a:pt x="386" y="229"/>
                </a:lnTo>
                <a:lnTo>
                  <a:pt x="385" y="229"/>
                </a:lnTo>
                <a:lnTo>
                  <a:pt x="385" y="228"/>
                </a:lnTo>
                <a:lnTo>
                  <a:pt x="384" y="228"/>
                </a:lnTo>
                <a:lnTo>
                  <a:pt x="382" y="229"/>
                </a:lnTo>
                <a:lnTo>
                  <a:pt x="381" y="229"/>
                </a:lnTo>
                <a:lnTo>
                  <a:pt x="378" y="229"/>
                </a:lnTo>
                <a:lnTo>
                  <a:pt x="377" y="229"/>
                </a:lnTo>
                <a:lnTo>
                  <a:pt x="377" y="230"/>
                </a:lnTo>
                <a:lnTo>
                  <a:pt x="376" y="230"/>
                </a:lnTo>
                <a:lnTo>
                  <a:pt x="374" y="229"/>
                </a:lnTo>
                <a:lnTo>
                  <a:pt x="372" y="229"/>
                </a:lnTo>
                <a:lnTo>
                  <a:pt x="371" y="229"/>
                </a:lnTo>
                <a:lnTo>
                  <a:pt x="370" y="228"/>
                </a:lnTo>
                <a:lnTo>
                  <a:pt x="370" y="227"/>
                </a:lnTo>
                <a:lnTo>
                  <a:pt x="369" y="226"/>
                </a:lnTo>
                <a:lnTo>
                  <a:pt x="368" y="226"/>
                </a:lnTo>
                <a:lnTo>
                  <a:pt x="367" y="225"/>
                </a:lnTo>
                <a:lnTo>
                  <a:pt x="367" y="224"/>
                </a:lnTo>
                <a:lnTo>
                  <a:pt x="366" y="224"/>
                </a:lnTo>
                <a:lnTo>
                  <a:pt x="365" y="223"/>
                </a:lnTo>
                <a:lnTo>
                  <a:pt x="366" y="222"/>
                </a:lnTo>
                <a:lnTo>
                  <a:pt x="365" y="221"/>
                </a:lnTo>
                <a:lnTo>
                  <a:pt x="366" y="220"/>
                </a:lnTo>
                <a:lnTo>
                  <a:pt x="365" y="220"/>
                </a:lnTo>
                <a:lnTo>
                  <a:pt x="364" y="220"/>
                </a:lnTo>
                <a:lnTo>
                  <a:pt x="363" y="220"/>
                </a:lnTo>
                <a:lnTo>
                  <a:pt x="362" y="219"/>
                </a:lnTo>
                <a:lnTo>
                  <a:pt x="363" y="219"/>
                </a:lnTo>
                <a:lnTo>
                  <a:pt x="363" y="217"/>
                </a:lnTo>
                <a:lnTo>
                  <a:pt x="362" y="217"/>
                </a:lnTo>
                <a:lnTo>
                  <a:pt x="361" y="217"/>
                </a:lnTo>
                <a:lnTo>
                  <a:pt x="361" y="216"/>
                </a:lnTo>
                <a:lnTo>
                  <a:pt x="361" y="215"/>
                </a:lnTo>
                <a:lnTo>
                  <a:pt x="360" y="215"/>
                </a:lnTo>
                <a:lnTo>
                  <a:pt x="360" y="214"/>
                </a:lnTo>
                <a:lnTo>
                  <a:pt x="359" y="214"/>
                </a:lnTo>
                <a:lnTo>
                  <a:pt x="359" y="213"/>
                </a:lnTo>
                <a:lnTo>
                  <a:pt x="358" y="213"/>
                </a:lnTo>
                <a:lnTo>
                  <a:pt x="357" y="213"/>
                </a:lnTo>
                <a:lnTo>
                  <a:pt x="356" y="212"/>
                </a:lnTo>
                <a:lnTo>
                  <a:pt x="355" y="212"/>
                </a:lnTo>
                <a:lnTo>
                  <a:pt x="355" y="211"/>
                </a:lnTo>
                <a:lnTo>
                  <a:pt x="354" y="211"/>
                </a:lnTo>
                <a:lnTo>
                  <a:pt x="353" y="212"/>
                </a:lnTo>
                <a:lnTo>
                  <a:pt x="352" y="212"/>
                </a:lnTo>
                <a:lnTo>
                  <a:pt x="352" y="211"/>
                </a:lnTo>
                <a:lnTo>
                  <a:pt x="352" y="210"/>
                </a:lnTo>
                <a:lnTo>
                  <a:pt x="350" y="208"/>
                </a:lnTo>
                <a:lnTo>
                  <a:pt x="349" y="207"/>
                </a:lnTo>
                <a:lnTo>
                  <a:pt x="348" y="207"/>
                </a:lnTo>
                <a:lnTo>
                  <a:pt x="347" y="206"/>
                </a:lnTo>
                <a:lnTo>
                  <a:pt x="346" y="206"/>
                </a:lnTo>
                <a:lnTo>
                  <a:pt x="345" y="205"/>
                </a:lnTo>
                <a:lnTo>
                  <a:pt x="344" y="204"/>
                </a:lnTo>
                <a:lnTo>
                  <a:pt x="343" y="204"/>
                </a:lnTo>
                <a:lnTo>
                  <a:pt x="344" y="203"/>
                </a:lnTo>
                <a:lnTo>
                  <a:pt x="344" y="202"/>
                </a:lnTo>
                <a:lnTo>
                  <a:pt x="343" y="202"/>
                </a:lnTo>
                <a:lnTo>
                  <a:pt x="342" y="201"/>
                </a:lnTo>
                <a:lnTo>
                  <a:pt x="342" y="200"/>
                </a:lnTo>
                <a:lnTo>
                  <a:pt x="341" y="199"/>
                </a:lnTo>
                <a:lnTo>
                  <a:pt x="341" y="198"/>
                </a:lnTo>
                <a:lnTo>
                  <a:pt x="340" y="198"/>
                </a:lnTo>
                <a:lnTo>
                  <a:pt x="340" y="197"/>
                </a:lnTo>
                <a:lnTo>
                  <a:pt x="340" y="196"/>
                </a:lnTo>
                <a:lnTo>
                  <a:pt x="340" y="195"/>
                </a:lnTo>
                <a:lnTo>
                  <a:pt x="340" y="193"/>
                </a:lnTo>
                <a:lnTo>
                  <a:pt x="341" y="192"/>
                </a:lnTo>
                <a:lnTo>
                  <a:pt x="342" y="191"/>
                </a:lnTo>
                <a:lnTo>
                  <a:pt x="341" y="190"/>
                </a:lnTo>
                <a:lnTo>
                  <a:pt x="341" y="189"/>
                </a:lnTo>
                <a:lnTo>
                  <a:pt x="341" y="188"/>
                </a:lnTo>
                <a:lnTo>
                  <a:pt x="340" y="188"/>
                </a:lnTo>
                <a:lnTo>
                  <a:pt x="339" y="188"/>
                </a:lnTo>
                <a:lnTo>
                  <a:pt x="338" y="187"/>
                </a:lnTo>
                <a:lnTo>
                  <a:pt x="337" y="187"/>
                </a:lnTo>
                <a:lnTo>
                  <a:pt x="337" y="186"/>
                </a:lnTo>
                <a:lnTo>
                  <a:pt x="336" y="186"/>
                </a:lnTo>
                <a:lnTo>
                  <a:pt x="335" y="186"/>
                </a:lnTo>
                <a:lnTo>
                  <a:pt x="333" y="187"/>
                </a:lnTo>
                <a:lnTo>
                  <a:pt x="333" y="188"/>
                </a:lnTo>
                <a:lnTo>
                  <a:pt x="333" y="189"/>
                </a:lnTo>
                <a:lnTo>
                  <a:pt x="334" y="190"/>
                </a:lnTo>
                <a:lnTo>
                  <a:pt x="334" y="191"/>
                </a:lnTo>
                <a:lnTo>
                  <a:pt x="333" y="192"/>
                </a:lnTo>
                <a:lnTo>
                  <a:pt x="333" y="193"/>
                </a:lnTo>
                <a:lnTo>
                  <a:pt x="333" y="194"/>
                </a:lnTo>
                <a:lnTo>
                  <a:pt x="333" y="195"/>
                </a:lnTo>
                <a:lnTo>
                  <a:pt x="332" y="196"/>
                </a:lnTo>
                <a:lnTo>
                  <a:pt x="331" y="196"/>
                </a:lnTo>
                <a:lnTo>
                  <a:pt x="330" y="196"/>
                </a:lnTo>
                <a:lnTo>
                  <a:pt x="329" y="196"/>
                </a:lnTo>
                <a:lnTo>
                  <a:pt x="329" y="195"/>
                </a:lnTo>
                <a:lnTo>
                  <a:pt x="328" y="194"/>
                </a:lnTo>
                <a:lnTo>
                  <a:pt x="327" y="194"/>
                </a:lnTo>
                <a:lnTo>
                  <a:pt x="327" y="195"/>
                </a:lnTo>
                <a:lnTo>
                  <a:pt x="326" y="195"/>
                </a:lnTo>
                <a:lnTo>
                  <a:pt x="324" y="195"/>
                </a:lnTo>
                <a:lnTo>
                  <a:pt x="323" y="196"/>
                </a:lnTo>
                <a:lnTo>
                  <a:pt x="322" y="196"/>
                </a:lnTo>
                <a:lnTo>
                  <a:pt x="321" y="196"/>
                </a:lnTo>
                <a:lnTo>
                  <a:pt x="320" y="196"/>
                </a:lnTo>
                <a:lnTo>
                  <a:pt x="318" y="196"/>
                </a:lnTo>
                <a:lnTo>
                  <a:pt x="317" y="195"/>
                </a:lnTo>
                <a:lnTo>
                  <a:pt x="316" y="196"/>
                </a:lnTo>
                <a:lnTo>
                  <a:pt x="316" y="197"/>
                </a:lnTo>
                <a:lnTo>
                  <a:pt x="316" y="198"/>
                </a:lnTo>
                <a:lnTo>
                  <a:pt x="316" y="199"/>
                </a:lnTo>
                <a:lnTo>
                  <a:pt x="317" y="201"/>
                </a:lnTo>
                <a:lnTo>
                  <a:pt x="318" y="202"/>
                </a:lnTo>
                <a:lnTo>
                  <a:pt x="318" y="203"/>
                </a:lnTo>
                <a:lnTo>
                  <a:pt x="318" y="205"/>
                </a:lnTo>
                <a:lnTo>
                  <a:pt x="318" y="206"/>
                </a:lnTo>
                <a:lnTo>
                  <a:pt x="317" y="206"/>
                </a:lnTo>
                <a:lnTo>
                  <a:pt x="317" y="205"/>
                </a:lnTo>
                <a:lnTo>
                  <a:pt x="316" y="205"/>
                </a:lnTo>
                <a:lnTo>
                  <a:pt x="315" y="205"/>
                </a:lnTo>
                <a:lnTo>
                  <a:pt x="314" y="205"/>
                </a:lnTo>
                <a:lnTo>
                  <a:pt x="313" y="205"/>
                </a:lnTo>
                <a:lnTo>
                  <a:pt x="312" y="205"/>
                </a:lnTo>
                <a:lnTo>
                  <a:pt x="310" y="205"/>
                </a:lnTo>
                <a:lnTo>
                  <a:pt x="309" y="203"/>
                </a:lnTo>
                <a:lnTo>
                  <a:pt x="309" y="202"/>
                </a:lnTo>
                <a:lnTo>
                  <a:pt x="308" y="202"/>
                </a:lnTo>
                <a:lnTo>
                  <a:pt x="308" y="201"/>
                </a:lnTo>
                <a:lnTo>
                  <a:pt x="308" y="200"/>
                </a:lnTo>
                <a:lnTo>
                  <a:pt x="307" y="200"/>
                </a:lnTo>
                <a:lnTo>
                  <a:pt x="306" y="200"/>
                </a:lnTo>
                <a:lnTo>
                  <a:pt x="306" y="201"/>
                </a:lnTo>
                <a:lnTo>
                  <a:pt x="305" y="201"/>
                </a:lnTo>
                <a:lnTo>
                  <a:pt x="304" y="201"/>
                </a:lnTo>
                <a:lnTo>
                  <a:pt x="304" y="202"/>
                </a:lnTo>
                <a:lnTo>
                  <a:pt x="303" y="203"/>
                </a:lnTo>
                <a:lnTo>
                  <a:pt x="303" y="204"/>
                </a:lnTo>
                <a:lnTo>
                  <a:pt x="303" y="205"/>
                </a:lnTo>
                <a:lnTo>
                  <a:pt x="306" y="207"/>
                </a:lnTo>
                <a:lnTo>
                  <a:pt x="307" y="208"/>
                </a:lnTo>
                <a:lnTo>
                  <a:pt x="308" y="209"/>
                </a:lnTo>
                <a:lnTo>
                  <a:pt x="309" y="210"/>
                </a:lnTo>
                <a:lnTo>
                  <a:pt x="310" y="211"/>
                </a:lnTo>
                <a:lnTo>
                  <a:pt x="311" y="212"/>
                </a:lnTo>
                <a:lnTo>
                  <a:pt x="311" y="213"/>
                </a:lnTo>
                <a:lnTo>
                  <a:pt x="311" y="214"/>
                </a:lnTo>
                <a:lnTo>
                  <a:pt x="313" y="214"/>
                </a:lnTo>
                <a:lnTo>
                  <a:pt x="314" y="215"/>
                </a:lnTo>
                <a:lnTo>
                  <a:pt x="315" y="216"/>
                </a:lnTo>
                <a:lnTo>
                  <a:pt x="316" y="217"/>
                </a:lnTo>
                <a:lnTo>
                  <a:pt x="317" y="218"/>
                </a:lnTo>
                <a:lnTo>
                  <a:pt x="317" y="219"/>
                </a:lnTo>
                <a:lnTo>
                  <a:pt x="317" y="220"/>
                </a:lnTo>
                <a:lnTo>
                  <a:pt x="317" y="221"/>
                </a:lnTo>
                <a:lnTo>
                  <a:pt x="316" y="221"/>
                </a:lnTo>
                <a:lnTo>
                  <a:pt x="315" y="221"/>
                </a:lnTo>
                <a:lnTo>
                  <a:pt x="314" y="221"/>
                </a:lnTo>
                <a:lnTo>
                  <a:pt x="313" y="221"/>
                </a:lnTo>
                <a:lnTo>
                  <a:pt x="312" y="221"/>
                </a:lnTo>
                <a:lnTo>
                  <a:pt x="312" y="220"/>
                </a:lnTo>
                <a:lnTo>
                  <a:pt x="311" y="219"/>
                </a:lnTo>
                <a:lnTo>
                  <a:pt x="309" y="220"/>
                </a:lnTo>
                <a:lnTo>
                  <a:pt x="308" y="220"/>
                </a:lnTo>
                <a:lnTo>
                  <a:pt x="306" y="221"/>
                </a:lnTo>
                <a:lnTo>
                  <a:pt x="305" y="221"/>
                </a:lnTo>
                <a:lnTo>
                  <a:pt x="305" y="220"/>
                </a:lnTo>
                <a:lnTo>
                  <a:pt x="304" y="220"/>
                </a:lnTo>
                <a:lnTo>
                  <a:pt x="303" y="220"/>
                </a:lnTo>
                <a:lnTo>
                  <a:pt x="302" y="220"/>
                </a:lnTo>
                <a:lnTo>
                  <a:pt x="301" y="221"/>
                </a:lnTo>
                <a:lnTo>
                  <a:pt x="301" y="222"/>
                </a:lnTo>
                <a:lnTo>
                  <a:pt x="301" y="223"/>
                </a:lnTo>
                <a:lnTo>
                  <a:pt x="300" y="222"/>
                </a:lnTo>
                <a:lnTo>
                  <a:pt x="299" y="222"/>
                </a:lnTo>
                <a:lnTo>
                  <a:pt x="299" y="221"/>
                </a:lnTo>
                <a:lnTo>
                  <a:pt x="298" y="221"/>
                </a:lnTo>
                <a:lnTo>
                  <a:pt x="298" y="222"/>
                </a:lnTo>
                <a:lnTo>
                  <a:pt x="297" y="221"/>
                </a:lnTo>
                <a:lnTo>
                  <a:pt x="297" y="220"/>
                </a:lnTo>
                <a:lnTo>
                  <a:pt x="296" y="220"/>
                </a:lnTo>
                <a:lnTo>
                  <a:pt x="295" y="219"/>
                </a:lnTo>
                <a:lnTo>
                  <a:pt x="295" y="218"/>
                </a:lnTo>
                <a:lnTo>
                  <a:pt x="294" y="218"/>
                </a:lnTo>
                <a:lnTo>
                  <a:pt x="293" y="219"/>
                </a:lnTo>
                <a:lnTo>
                  <a:pt x="293" y="221"/>
                </a:lnTo>
                <a:lnTo>
                  <a:pt x="292" y="221"/>
                </a:lnTo>
                <a:lnTo>
                  <a:pt x="292" y="222"/>
                </a:lnTo>
                <a:lnTo>
                  <a:pt x="292" y="223"/>
                </a:lnTo>
                <a:lnTo>
                  <a:pt x="291" y="223"/>
                </a:lnTo>
                <a:lnTo>
                  <a:pt x="291" y="224"/>
                </a:lnTo>
                <a:lnTo>
                  <a:pt x="290" y="225"/>
                </a:lnTo>
                <a:lnTo>
                  <a:pt x="289" y="226"/>
                </a:lnTo>
                <a:lnTo>
                  <a:pt x="288" y="226"/>
                </a:lnTo>
                <a:lnTo>
                  <a:pt x="287" y="228"/>
                </a:lnTo>
                <a:lnTo>
                  <a:pt x="287" y="229"/>
                </a:lnTo>
                <a:lnTo>
                  <a:pt x="286" y="230"/>
                </a:lnTo>
                <a:lnTo>
                  <a:pt x="286" y="231"/>
                </a:lnTo>
                <a:lnTo>
                  <a:pt x="286" y="233"/>
                </a:lnTo>
                <a:lnTo>
                  <a:pt x="286" y="234"/>
                </a:lnTo>
                <a:lnTo>
                  <a:pt x="284" y="234"/>
                </a:lnTo>
                <a:lnTo>
                  <a:pt x="283" y="233"/>
                </a:lnTo>
                <a:lnTo>
                  <a:pt x="282" y="233"/>
                </a:lnTo>
                <a:lnTo>
                  <a:pt x="282" y="234"/>
                </a:lnTo>
                <a:lnTo>
                  <a:pt x="281" y="235"/>
                </a:lnTo>
                <a:lnTo>
                  <a:pt x="280" y="235"/>
                </a:lnTo>
                <a:lnTo>
                  <a:pt x="280" y="236"/>
                </a:lnTo>
                <a:lnTo>
                  <a:pt x="280" y="237"/>
                </a:lnTo>
                <a:lnTo>
                  <a:pt x="281" y="237"/>
                </a:lnTo>
                <a:lnTo>
                  <a:pt x="281" y="238"/>
                </a:lnTo>
                <a:lnTo>
                  <a:pt x="280" y="238"/>
                </a:lnTo>
                <a:lnTo>
                  <a:pt x="279" y="238"/>
                </a:lnTo>
                <a:lnTo>
                  <a:pt x="279" y="237"/>
                </a:lnTo>
                <a:lnTo>
                  <a:pt x="278" y="238"/>
                </a:lnTo>
                <a:lnTo>
                  <a:pt x="277" y="239"/>
                </a:lnTo>
                <a:lnTo>
                  <a:pt x="276" y="239"/>
                </a:lnTo>
                <a:lnTo>
                  <a:pt x="274" y="240"/>
                </a:lnTo>
                <a:lnTo>
                  <a:pt x="273" y="240"/>
                </a:lnTo>
                <a:lnTo>
                  <a:pt x="272" y="241"/>
                </a:lnTo>
                <a:lnTo>
                  <a:pt x="271" y="241"/>
                </a:lnTo>
                <a:lnTo>
                  <a:pt x="270" y="241"/>
                </a:lnTo>
                <a:lnTo>
                  <a:pt x="270" y="240"/>
                </a:lnTo>
                <a:lnTo>
                  <a:pt x="269" y="241"/>
                </a:lnTo>
                <a:lnTo>
                  <a:pt x="269" y="242"/>
                </a:lnTo>
                <a:lnTo>
                  <a:pt x="268" y="242"/>
                </a:lnTo>
                <a:lnTo>
                  <a:pt x="267" y="243"/>
                </a:lnTo>
                <a:lnTo>
                  <a:pt x="266" y="244"/>
                </a:lnTo>
                <a:lnTo>
                  <a:pt x="265" y="244"/>
                </a:lnTo>
                <a:lnTo>
                  <a:pt x="265" y="243"/>
                </a:lnTo>
                <a:lnTo>
                  <a:pt x="265" y="242"/>
                </a:lnTo>
                <a:lnTo>
                  <a:pt x="265" y="241"/>
                </a:lnTo>
                <a:lnTo>
                  <a:pt x="264" y="241"/>
                </a:lnTo>
                <a:lnTo>
                  <a:pt x="264" y="240"/>
                </a:lnTo>
                <a:lnTo>
                  <a:pt x="263" y="240"/>
                </a:lnTo>
                <a:lnTo>
                  <a:pt x="260" y="239"/>
                </a:lnTo>
                <a:lnTo>
                  <a:pt x="259" y="239"/>
                </a:lnTo>
                <a:lnTo>
                  <a:pt x="258" y="239"/>
                </a:lnTo>
                <a:lnTo>
                  <a:pt x="257" y="239"/>
                </a:lnTo>
                <a:lnTo>
                  <a:pt x="256" y="240"/>
                </a:lnTo>
                <a:lnTo>
                  <a:pt x="256" y="241"/>
                </a:lnTo>
                <a:lnTo>
                  <a:pt x="255" y="241"/>
                </a:lnTo>
                <a:lnTo>
                  <a:pt x="255" y="242"/>
                </a:lnTo>
                <a:lnTo>
                  <a:pt x="253" y="242"/>
                </a:lnTo>
                <a:lnTo>
                  <a:pt x="252" y="242"/>
                </a:lnTo>
                <a:lnTo>
                  <a:pt x="251" y="242"/>
                </a:lnTo>
                <a:lnTo>
                  <a:pt x="250" y="242"/>
                </a:lnTo>
                <a:lnTo>
                  <a:pt x="249" y="242"/>
                </a:lnTo>
                <a:lnTo>
                  <a:pt x="249" y="243"/>
                </a:lnTo>
                <a:lnTo>
                  <a:pt x="248" y="245"/>
                </a:lnTo>
                <a:lnTo>
                  <a:pt x="248" y="246"/>
                </a:lnTo>
                <a:lnTo>
                  <a:pt x="246" y="246"/>
                </a:lnTo>
                <a:lnTo>
                  <a:pt x="245" y="246"/>
                </a:lnTo>
                <a:lnTo>
                  <a:pt x="244" y="246"/>
                </a:lnTo>
                <a:lnTo>
                  <a:pt x="243" y="247"/>
                </a:lnTo>
                <a:lnTo>
                  <a:pt x="242" y="248"/>
                </a:lnTo>
                <a:lnTo>
                  <a:pt x="241" y="249"/>
                </a:lnTo>
                <a:lnTo>
                  <a:pt x="241" y="250"/>
                </a:lnTo>
                <a:lnTo>
                  <a:pt x="240" y="251"/>
                </a:lnTo>
                <a:lnTo>
                  <a:pt x="240" y="252"/>
                </a:lnTo>
                <a:lnTo>
                  <a:pt x="239" y="252"/>
                </a:lnTo>
                <a:lnTo>
                  <a:pt x="240" y="253"/>
                </a:lnTo>
                <a:lnTo>
                  <a:pt x="242" y="253"/>
                </a:lnTo>
                <a:lnTo>
                  <a:pt x="243" y="253"/>
                </a:lnTo>
                <a:lnTo>
                  <a:pt x="244" y="254"/>
                </a:lnTo>
                <a:lnTo>
                  <a:pt x="243" y="256"/>
                </a:lnTo>
                <a:lnTo>
                  <a:pt x="243" y="257"/>
                </a:lnTo>
                <a:lnTo>
                  <a:pt x="243" y="258"/>
                </a:lnTo>
                <a:lnTo>
                  <a:pt x="243" y="259"/>
                </a:lnTo>
                <a:lnTo>
                  <a:pt x="243" y="260"/>
                </a:lnTo>
                <a:lnTo>
                  <a:pt x="244" y="260"/>
                </a:lnTo>
                <a:lnTo>
                  <a:pt x="246" y="262"/>
                </a:lnTo>
                <a:lnTo>
                  <a:pt x="250" y="266"/>
                </a:lnTo>
                <a:lnTo>
                  <a:pt x="250" y="267"/>
                </a:lnTo>
                <a:lnTo>
                  <a:pt x="250" y="268"/>
                </a:lnTo>
                <a:lnTo>
                  <a:pt x="251" y="268"/>
                </a:lnTo>
                <a:lnTo>
                  <a:pt x="252" y="268"/>
                </a:lnTo>
                <a:lnTo>
                  <a:pt x="253" y="268"/>
                </a:lnTo>
                <a:lnTo>
                  <a:pt x="253" y="269"/>
                </a:lnTo>
                <a:lnTo>
                  <a:pt x="252" y="269"/>
                </a:lnTo>
                <a:lnTo>
                  <a:pt x="253" y="270"/>
                </a:lnTo>
                <a:lnTo>
                  <a:pt x="254" y="270"/>
                </a:lnTo>
                <a:lnTo>
                  <a:pt x="256" y="270"/>
                </a:lnTo>
                <a:lnTo>
                  <a:pt x="257" y="270"/>
                </a:lnTo>
                <a:lnTo>
                  <a:pt x="258" y="270"/>
                </a:lnTo>
                <a:lnTo>
                  <a:pt x="259" y="270"/>
                </a:lnTo>
                <a:lnTo>
                  <a:pt x="259" y="271"/>
                </a:lnTo>
                <a:lnTo>
                  <a:pt x="259" y="272"/>
                </a:lnTo>
                <a:lnTo>
                  <a:pt x="259" y="274"/>
                </a:lnTo>
                <a:lnTo>
                  <a:pt x="260" y="274"/>
                </a:lnTo>
                <a:lnTo>
                  <a:pt x="261" y="275"/>
                </a:lnTo>
                <a:lnTo>
                  <a:pt x="261" y="276"/>
                </a:lnTo>
                <a:lnTo>
                  <a:pt x="261" y="277"/>
                </a:lnTo>
                <a:lnTo>
                  <a:pt x="262" y="278"/>
                </a:lnTo>
                <a:lnTo>
                  <a:pt x="262" y="279"/>
                </a:lnTo>
                <a:lnTo>
                  <a:pt x="263" y="280"/>
                </a:lnTo>
                <a:lnTo>
                  <a:pt x="264" y="281"/>
                </a:lnTo>
                <a:lnTo>
                  <a:pt x="264" y="282"/>
                </a:lnTo>
                <a:lnTo>
                  <a:pt x="263" y="282"/>
                </a:lnTo>
                <a:lnTo>
                  <a:pt x="261" y="282"/>
                </a:lnTo>
                <a:lnTo>
                  <a:pt x="260" y="282"/>
                </a:lnTo>
                <a:lnTo>
                  <a:pt x="259" y="283"/>
                </a:lnTo>
                <a:lnTo>
                  <a:pt x="258" y="283"/>
                </a:lnTo>
                <a:lnTo>
                  <a:pt x="258" y="284"/>
                </a:lnTo>
                <a:lnTo>
                  <a:pt x="258" y="285"/>
                </a:lnTo>
                <a:lnTo>
                  <a:pt x="257" y="285"/>
                </a:lnTo>
                <a:lnTo>
                  <a:pt x="256" y="285"/>
                </a:lnTo>
                <a:lnTo>
                  <a:pt x="255" y="287"/>
                </a:lnTo>
                <a:lnTo>
                  <a:pt x="255" y="288"/>
                </a:lnTo>
                <a:lnTo>
                  <a:pt x="254" y="290"/>
                </a:lnTo>
                <a:lnTo>
                  <a:pt x="253" y="290"/>
                </a:lnTo>
                <a:lnTo>
                  <a:pt x="252" y="290"/>
                </a:lnTo>
                <a:lnTo>
                  <a:pt x="251" y="291"/>
                </a:lnTo>
                <a:lnTo>
                  <a:pt x="252" y="291"/>
                </a:lnTo>
                <a:lnTo>
                  <a:pt x="251" y="292"/>
                </a:lnTo>
                <a:lnTo>
                  <a:pt x="251" y="293"/>
                </a:lnTo>
                <a:lnTo>
                  <a:pt x="252" y="294"/>
                </a:lnTo>
                <a:lnTo>
                  <a:pt x="252" y="295"/>
                </a:lnTo>
                <a:lnTo>
                  <a:pt x="251" y="295"/>
                </a:lnTo>
                <a:lnTo>
                  <a:pt x="250" y="295"/>
                </a:lnTo>
                <a:lnTo>
                  <a:pt x="249" y="295"/>
                </a:lnTo>
                <a:lnTo>
                  <a:pt x="249" y="294"/>
                </a:lnTo>
                <a:lnTo>
                  <a:pt x="248" y="294"/>
                </a:lnTo>
                <a:lnTo>
                  <a:pt x="247" y="294"/>
                </a:lnTo>
                <a:lnTo>
                  <a:pt x="246" y="294"/>
                </a:lnTo>
                <a:lnTo>
                  <a:pt x="246" y="293"/>
                </a:lnTo>
                <a:lnTo>
                  <a:pt x="245" y="293"/>
                </a:lnTo>
                <a:lnTo>
                  <a:pt x="245" y="292"/>
                </a:lnTo>
                <a:lnTo>
                  <a:pt x="245" y="291"/>
                </a:lnTo>
                <a:lnTo>
                  <a:pt x="244" y="291"/>
                </a:lnTo>
                <a:lnTo>
                  <a:pt x="243" y="292"/>
                </a:lnTo>
                <a:lnTo>
                  <a:pt x="242" y="293"/>
                </a:lnTo>
                <a:lnTo>
                  <a:pt x="241" y="293"/>
                </a:lnTo>
                <a:lnTo>
                  <a:pt x="241" y="294"/>
                </a:lnTo>
                <a:lnTo>
                  <a:pt x="241" y="295"/>
                </a:lnTo>
                <a:lnTo>
                  <a:pt x="241" y="296"/>
                </a:lnTo>
                <a:lnTo>
                  <a:pt x="240" y="296"/>
                </a:lnTo>
                <a:lnTo>
                  <a:pt x="239" y="297"/>
                </a:lnTo>
                <a:lnTo>
                  <a:pt x="238" y="297"/>
                </a:lnTo>
                <a:lnTo>
                  <a:pt x="237" y="297"/>
                </a:lnTo>
                <a:lnTo>
                  <a:pt x="236" y="297"/>
                </a:lnTo>
                <a:lnTo>
                  <a:pt x="235" y="297"/>
                </a:lnTo>
                <a:lnTo>
                  <a:pt x="234" y="297"/>
                </a:lnTo>
                <a:lnTo>
                  <a:pt x="233" y="297"/>
                </a:lnTo>
                <a:lnTo>
                  <a:pt x="231" y="297"/>
                </a:lnTo>
                <a:lnTo>
                  <a:pt x="230" y="297"/>
                </a:lnTo>
                <a:lnTo>
                  <a:pt x="230" y="298"/>
                </a:lnTo>
                <a:lnTo>
                  <a:pt x="230" y="299"/>
                </a:lnTo>
                <a:lnTo>
                  <a:pt x="229" y="299"/>
                </a:lnTo>
                <a:lnTo>
                  <a:pt x="227" y="298"/>
                </a:lnTo>
                <a:lnTo>
                  <a:pt x="226" y="298"/>
                </a:lnTo>
                <a:lnTo>
                  <a:pt x="225" y="298"/>
                </a:lnTo>
                <a:lnTo>
                  <a:pt x="225" y="299"/>
                </a:lnTo>
                <a:lnTo>
                  <a:pt x="224" y="300"/>
                </a:lnTo>
                <a:lnTo>
                  <a:pt x="224" y="301"/>
                </a:lnTo>
                <a:lnTo>
                  <a:pt x="223" y="301"/>
                </a:lnTo>
                <a:lnTo>
                  <a:pt x="221" y="301"/>
                </a:lnTo>
                <a:lnTo>
                  <a:pt x="220" y="302"/>
                </a:lnTo>
                <a:lnTo>
                  <a:pt x="220" y="303"/>
                </a:lnTo>
                <a:lnTo>
                  <a:pt x="219" y="303"/>
                </a:lnTo>
                <a:lnTo>
                  <a:pt x="218" y="303"/>
                </a:lnTo>
                <a:lnTo>
                  <a:pt x="217" y="303"/>
                </a:lnTo>
                <a:lnTo>
                  <a:pt x="217" y="304"/>
                </a:lnTo>
                <a:lnTo>
                  <a:pt x="216" y="305"/>
                </a:lnTo>
                <a:lnTo>
                  <a:pt x="215" y="306"/>
                </a:lnTo>
                <a:lnTo>
                  <a:pt x="214" y="307"/>
                </a:lnTo>
                <a:lnTo>
                  <a:pt x="213" y="307"/>
                </a:lnTo>
                <a:lnTo>
                  <a:pt x="213" y="308"/>
                </a:lnTo>
                <a:lnTo>
                  <a:pt x="212" y="308"/>
                </a:lnTo>
                <a:lnTo>
                  <a:pt x="212" y="309"/>
                </a:lnTo>
                <a:lnTo>
                  <a:pt x="211" y="309"/>
                </a:lnTo>
                <a:lnTo>
                  <a:pt x="210" y="309"/>
                </a:lnTo>
                <a:lnTo>
                  <a:pt x="210" y="310"/>
                </a:lnTo>
                <a:lnTo>
                  <a:pt x="209" y="310"/>
                </a:lnTo>
                <a:lnTo>
                  <a:pt x="209" y="311"/>
                </a:lnTo>
                <a:lnTo>
                  <a:pt x="208" y="311"/>
                </a:lnTo>
                <a:lnTo>
                  <a:pt x="209" y="312"/>
                </a:lnTo>
                <a:lnTo>
                  <a:pt x="209" y="313"/>
                </a:lnTo>
                <a:lnTo>
                  <a:pt x="208" y="313"/>
                </a:lnTo>
                <a:lnTo>
                  <a:pt x="208" y="314"/>
                </a:lnTo>
                <a:lnTo>
                  <a:pt x="207" y="314"/>
                </a:lnTo>
                <a:lnTo>
                  <a:pt x="207" y="315"/>
                </a:lnTo>
                <a:lnTo>
                  <a:pt x="207" y="316"/>
                </a:lnTo>
                <a:lnTo>
                  <a:pt x="207" y="317"/>
                </a:lnTo>
                <a:lnTo>
                  <a:pt x="207" y="318"/>
                </a:lnTo>
                <a:lnTo>
                  <a:pt x="207" y="319"/>
                </a:lnTo>
                <a:lnTo>
                  <a:pt x="208" y="319"/>
                </a:lnTo>
                <a:lnTo>
                  <a:pt x="208" y="318"/>
                </a:lnTo>
                <a:lnTo>
                  <a:pt x="209" y="318"/>
                </a:lnTo>
                <a:lnTo>
                  <a:pt x="209" y="319"/>
                </a:lnTo>
                <a:lnTo>
                  <a:pt x="210" y="319"/>
                </a:lnTo>
                <a:lnTo>
                  <a:pt x="211" y="320"/>
                </a:lnTo>
                <a:lnTo>
                  <a:pt x="212" y="320"/>
                </a:lnTo>
                <a:lnTo>
                  <a:pt x="213" y="320"/>
                </a:lnTo>
                <a:lnTo>
                  <a:pt x="213" y="321"/>
                </a:lnTo>
                <a:lnTo>
                  <a:pt x="213" y="322"/>
                </a:lnTo>
                <a:lnTo>
                  <a:pt x="214" y="322"/>
                </a:lnTo>
                <a:lnTo>
                  <a:pt x="215" y="322"/>
                </a:lnTo>
                <a:lnTo>
                  <a:pt x="215" y="323"/>
                </a:lnTo>
                <a:lnTo>
                  <a:pt x="216" y="323"/>
                </a:lnTo>
                <a:lnTo>
                  <a:pt x="216" y="324"/>
                </a:lnTo>
                <a:lnTo>
                  <a:pt x="217" y="324"/>
                </a:lnTo>
                <a:lnTo>
                  <a:pt x="217" y="325"/>
                </a:lnTo>
                <a:lnTo>
                  <a:pt x="216" y="325"/>
                </a:lnTo>
                <a:lnTo>
                  <a:pt x="216" y="326"/>
                </a:lnTo>
                <a:lnTo>
                  <a:pt x="216" y="327"/>
                </a:lnTo>
                <a:lnTo>
                  <a:pt x="217" y="327"/>
                </a:lnTo>
                <a:lnTo>
                  <a:pt x="218" y="327"/>
                </a:lnTo>
                <a:lnTo>
                  <a:pt x="218" y="328"/>
                </a:lnTo>
                <a:lnTo>
                  <a:pt x="217" y="328"/>
                </a:lnTo>
                <a:lnTo>
                  <a:pt x="217" y="329"/>
                </a:lnTo>
                <a:lnTo>
                  <a:pt x="216" y="331"/>
                </a:lnTo>
                <a:lnTo>
                  <a:pt x="216" y="332"/>
                </a:lnTo>
                <a:lnTo>
                  <a:pt x="217" y="332"/>
                </a:lnTo>
                <a:lnTo>
                  <a:pt x="218" y="332"/>
                </a:lnTo>
                <a:lnTo>
                  <a:pt x="218" y="333"/>
                </a:lnTo>
                <a:lnTo>
                  <a:pt x="219" y="333"/>
                </a:lnTo>
                <a:lnTo>
                  <a:pt x="220" y="334"/>
                </a:lnTo>
                <a:lnTo>
                  <a:pt x="221" y="335"/>
                </a:lnTo>
                <a:lnTo>
                  <a:pt x="222" y="335"/>
                </a:lnTo>
                <a:lnTo>
                  <a:pt x="221" y="336"/>
                </a:lnTo>
                <a:lnTo>
                  <a:pt x="220" y="337"/>
                </a:lnTo>
                <a:lnTo>
                  <a:pt x="219" y="337"/>
                </a:lnTo>
                <a:lnTo>
                  <a:pt x="218" y="337"/>
                </a:lnTo>
                <a:lnTo>
                  <a:pt x="217" y="338"/>
                </a:lnTo>
                <a:lnTo>
                  <a:pt x="216" y="338"/>
                </a:lnTo>
                <a:lnTo>
                  <a:pt x="216" y="339"/>
                </a:lnTo>
                <a:lnTo>
                  <a:pt x="215" y="339"/>
                </a:lnTo>
                <a:lnTo>
                  <a:pt x="215" y="338"/>
                </a:lnTo>
                <a:lnTo>
                  <a:pt x="214" y="337"/>
                </a:lnTo>
                <a:lnTo>
                  <a:pt x="213" y="337"/>
                </a:lnTo>
                <a:lnTo>
                  <a:pt x="212" y="337"/>
                </a:lnTo>
                <a:lnTo>
                  <a:pt x="211" y="338"/>
                </a:lnTo>
                <a:lnTo>
                  <a:pt x="210" y="339"/>
                </a:lnTo>
                <a:lnTo>
                  <a:pt x="209" y="339"/>
                </a:lnTo>
                <a:lnTo>
                  <a:pt x="209" y="338"/>
                </a:lnTo>
                <a:lnTo>
                  <a:pt x="208" y="339"/>
                </a:lnTo>
                <a:lnTo>
                  <a:pt x="207" y="339"/>
                </a:lnTo>
                <a:lnTo>
                  <a:pt x="207" y="340"/>
                </a:lnTo>
                <a:lnTo>
                  <a:pt x="208" y="340"/>
                </a:lnTo>
                <a:lnTo>
                  <a:pt x="208" y="341"/>
                </a:lnTo>
                <a:lnTo>
                  <a:pt x="208" y="342"/>
                </a:lnTo>
                <a:lnTo>
                  <a:pt x="209" y="343"/>
                </a:lnTo>
                <a:lnTo>
                  <a:pt x="210" y="343"/>
                </a:lnTo>
                <a:lnTo>
                  <a:pt x="211" y="344"/>
                </a:lnTo>
                <a:lnTo>
                  <a:pt x="211" y="343"/>
                </a:lnTo>
                <a:lnTo>
                  <a:pt x="212" y="343"/>
                </a:lnTo>
                <a:lnTo>
                  <a:pt x="213" y="343"/>
                </a:lnTo>
                <a:lnTo>
                  <a:pt x="214" y="344"/>
                </a:lnTo>
                <a:lnTo>
                  <a:pt x="213" y="344"/>
                </a:lnTo>
                <a:lnTo>
                  <a:pt x="213" y="345"/>
                </a:lnTo>
                <a:lnTo>
                  <a:pt x="214" y="345"/>
                </a:lnTo>
                <a:lnTo>
                  <a:pt x="214" y="346"/>
                </a:lnTo>
                <a:lnTo>
                  <a:pt x="214" y="347"/>
                </a:lnTo>
                <a:lnTo>
                  <a:pt x="214" y="348"/>
                </a:lnTo>
                <a:lnTo>
                  <a:pt x="214" y="349"/>
                </a:lnTo>
                <a:lnTo>
                  <a:pt x="215" y="349"/>
                </a:lnTo>
                <a:lnTo>
                  <a:pt x="215" y="350"/>
                </a:lnTo>
                <a:lnTo>
                  <a:pt x="214" y="350"/>
                </a:lnTo>
                <a:lnTo>
                  <a:pt x="214" y="351"/>
                </a:lnTo>
                <a:lnTo>
                  <a:pt x="213" y="351"/>
                </a:lnTo>
                <a:lnTo>
                  <a:pt x="213" y="352"/>
                </a:lnTo>
                <a:lnTo>
                  <a:pt x="214" y="352"/>
                </a:lnTo>
                <a:lnTo>
                  <a:pt x="213" y="353"/>
                </a:lnTo>
                <a:lnTo>
                  <a:pt x="212" y="353"/>
                </a:lnTo>
                <a:lnTo>
                  <a:pt x="212" y="354"/>
                </a:lnTo>
                <a:lnTo>
                  <a:pt x="214" y="355"/>
                </a:lnTo>
                <a:lnTo>
                  <a:pt x="214" y="354"/>
                </a:lnTo>
                <a:lnTo>
                  <a:pt x="215" y="354"/>
                </a:lnTo>
                <a:lnTo>
                  <a:pt x="216" y="355"/>
                </a:lnTo>
                <a:lnTo>
                  <a:pt x="217" y="355"/>
                </a:lnTo>
                <a:lnTo>
                  <a:pt x="217" y="356"/>
                </a:lnTo>
                <a:lnTo>
                  <a:pt x="217" y="357"/>
                </a:lnTo>
                <a:lnTo>
                  <a:pt x="217" y="358"/>
                </a:lnTo>
                <a:lnTo>
                  <a:pt x="216" y="359"/>
                </a:lnTo>
                <a:lnTo>
                  <a:pt x="216" y="360"/>
                </a:lnTo>
                <a:lnTo>
                  <a:pt x="216" y="361"/>
                </a:lnTo>
                <a:lnTo>
                  <a:pt x="217" y="361"/>
                </a:lnTo>
                <a:lnTo>
                  <a:pt x="218" y="360"/>
                </a:lnTo>
                <a:lnTo>
                  <a:pt x="218" y="359"/>
                </a:lnTo>
                <a:lnTo>
                  <a:pt x="219" y="358"/>
                </a:lnTo>
                <a:lnTo>
                  <a:pt x="220" y="358"/>
                </a:lnTo>
                <a:lnTo>
                  <a:pt x="221" y="359"/>
                </a:lnTo>
                <a:lnTo>
                  <a:pt x="221" y="360"/>
                </a:lnTo>
                <a:lnTo>
                  <a:pt x="222" y="360"/>
                </a:lnTo>
                <a:lnTo>
                  <a:pt x="222" y="361"/>
                </a:lnTo>
                <a:lnTo>
                  <a:pt x="223" y="362"/>
                </a:lnTo>
                <a:lnTo>
                  <a:pt x="224" y="362"/>
                </a:lnTo>
                <a:lnTo>
                  <a:pt x="224" y="361"/>
                </a:lnTo>
                <a:lnTo>
                  <a:pt x="225" y="360"/>
                </a:lnTo>
                <a:lnTo>
                  <a:pt x="226" y="360"/>
                </a:lnTo>
                <a:lnTo>
                  <a:pt x="227" y="360"/>
                </a:lnTo>
                <a:lnTo>
                  <a:pt x="228" y="360"/>
                </a:lnTo>
                <a:lnTo>
                  <a:pt x="229" y="361"/>
                </a:lnTo>
                <a:lnTo>
                  <a:pt x="229" y="360"/>
                </a:lnTo>
                <a:lnTo>
                  <a:pt x="230" y="360"/>
                </a:lnTo>
                <a:lnTo>
                  <a:pt x="230" y="361"/>
                </a:lnTo>
                <a:lnTo>
                  <a:pt x="231" y="360"/>
                </a:lnTo>
                <a:lnTo>
                  <a:pt x="232" y="360"/>
                </a:lnTo>
                <a:lnTo>
                  <a:pt x="232" y="359"/>
                </a:lnTo>
                <a:lnTo>
                  <a:pt x="232" y="358"/>
                </a:lnTo>
                <a:lnTo>
                  <a:pt x="232" y="359"/>
                </a:lnTo>
                <a:lnTo>
                  <a:pt x="233" y="359"/>
                </a:lnTo>
                <a:lnTo>
                  <a:pt x="233" y="360"/>
                </a:lnTo>
                <a:lnTo>
                  <a:pt x="234" y="360"/>
                </a:lnTo>
                <a:lnTo>
                  <a:pt x="235" y="361"/>
                </a:lnTo>
                <a:lnTo>
                  <a:pt x="235" y="362"/>
                </a:lnTo>
                <a:lnTo>
                  <a:pt x="235" y="363"/>
                </a:lnTo>
                <a:lnTo>
                  <a:pt x="236" y="363"/>
                </a:lnTo>
                <a:lnTo>
                  <a:pt x="235" y="364"/>
                </a:lnTo>
                <a:lnTo>
                  <a:pt x="235" y="365"/>
                </a:lnTo>
                <a:lnTo>
                  <a:pt x="237" y="365"/>
                </a:lnTo>
                <a:lnTo>
                  <a:pt x="238" y="365"/>
                </a:lnTo>
                <a:lnTo>
                  <a:pt x="238" y="367"/>
                </a:lnTo>
                <a:lnTo>
                  <a:pt x="238" y="368"/>
                </a:lnTo>
                <a:lnTo>
                  <a:pt x="239" y="368"/>
                </a:lnTo>
                <a:lnTo>
                  <a:pt x="240" y="368"/>
                </a:lnTo>
                <a:lnTo>
                  <a:pt x="240" y="369"/>
                </a:lnTo>
                <a:lnTo>
                  <a:pt x="240" y="370"/>
                </a:lnTo>
                <a:lnTo>
                  <a:pt x="241" y="371"/>
                </a:lnTo>
                <a:lnTo>
                  <a:pt x="241" y="372"/>
                </a:lnTo>
                <a:lnTo>
                  <a:pt x="242" y="372"/>
                </a:lnTo>
                <a:lnTo>
                  <a:pt x="242" y="371"/>
                </a:lnTo>
                <a:lnTo>
                  <a:pt x="242" y="372"/>
                </a:lnTo>
                <a:lnTo>
                  <a:pt x="243" y="372"/>
                </a:lnTo>
                <a:lnTo>
                  <a:pt x="243" y="371"/>
                </a:lnTo>
                <a:lnTo>
                  <a:pt x="244" y="372"/>
                </a:lnTo>
                <a:lnTo>
                  <a:pt x="245" y="372"/>
                </a:lnTo>
                <a:lnTo>
                  <a:pt x="246" y="372"/>
                </a:lnTo>
                <a:lnTo>
                  <a:pt x="247" y="372"/>
                </a:lnTo>
                <a:lnTo>
                  <a:pt x="248" y="372"/>
                </a:lnTo>
                <a:lnTo>
                  <a:pt x="249" y="372"/>
                </a:lnTo>
                <a:lnTo>
                  <a:pt x="248" y="371"/>
                </a:lnTo>
                <a:lnTo>
                  <a:pt x="248" y="370"/>
                </a:lnTo>
                <a:lnTo>
                  <a:pt x="249" y="369"/>
                </a:lnTo>
                <a:lnTo>
                  <a:pt x="249" y="368"/>
                </a:lnTo>
                <a:lnTo>
                  <a:pt x="250" y="368"/>
                </a:lnTo>
                <a:lnTo>
                  <a:pt x="251" y="368"/>
                </a:lnTo>
                <a:lnTo>
                  <a:pt x="251" y="367"/>
                </a:lnTo>
                <a:lnTo>
                  <a:pt x="252" y="367"/>
                </a:lnTo>
                <a:lnTo>
                  <a:pt x="253" y="367"/>
                </a:lnTo>
                <a:lnTo>
                  <a:pt x="253" y="368"/>
                </a:lnTo>
                <a:lnTo>
                  <a:pt x="254" y="368"/>
                </a:lnTo>
                <a:lnTo>
                  <a:pt x="254" y="367"/>
                </a:lnTo>
                <a:lnTo>
                  <a:pt x="255" y="368"/>
                </a:lnTo>
                <a:lnTo>
                  <a:pt x="255" y="367"/>
                </a:lnTo>
                <a:lnTo>
                  <a:pt x="256" y="367"/>
                </a:lnTo>
                <a:lnTo>
                  <a:pt x="256" y="365"/>
                </a:lnTo>
                <a:lnTo>
                  <a:pt x="256" y="364"/>
                </a:lnTo>
                <a:lnTo>
                  <a:pt x="257" y="364"/>
                </a:lnTo>
                <a:lnTo>
                  <a:pt x="258" y="364"/>
                </a:lnTo>
                <a:lnTo>
                  <a:pt x="258" y="363"/>
                </a:lnTo>
                <a:lnTo>
                  <a:pt x="258" y="362"/>
                </a:lnTo>
                <a:lnTo>
                  <a:pt x="257" y="362"/>
                </a:lnTo>
                <a:lnTo>
                  <a:pt x="258" y="360"/>
                </a:lnTo>
                <a:lnTo>
                  <a:pt x="259" y="361"/>
                </a:lnTo>
                <a:lnTo>
                  <a:pt x="260" y="361"/>
                </a:lnTo>
                <a:lnTo>
                  <a:pt x="260" y="362"/>
                </a:lnTo>
                <a:lnTo>
                  <a:pt x="261" y="363"/>
                </a:lnTo>
                <a:lnTo>
                  <a:pt x="262" y="364"/>
                </a:lnTo>
                <a:lnTo>
                  <a:pt x="263" y="365"/>
                </a:lnTo>
                <a:lnTo>
                  <a:pt x="264" y="365"/>
                </a:lnTo>
                <a:lnTo>
                  <a:pt x="264" y="364"/>
                </a:lnTo>
                <a:lnTo>
                  <a:pt x="265" y="364"/>
                </a:lnTo>
                <a:lnTo>
                  <a:pt x="265" y="363"/>
                </a:lnTo>
                <a:lnTo>
                  <a:pt x="265" y="362"/>
                </a:lnTo>
                <a:lnTo>
                  <a:pt x="265" y="361"/>
                </a:lnTo>
                <a:lnTo>
                  <a:pt x="266" y="361"/>
                </a:lnTo>
                <a:lnTo>
                  <a:pt x="266" y="362"/>
                </a:lnTo>
                <a:lnTo>
                  <a:pt x="267" y="362"/>
                </a:lnTo>
                <a:lnTo>
                  <a:pt x="267" y="363"/>
                </a:lnTo>
                <a:lnTo>
                  <a:pt x="268" y="363"/>
                </a:lnTo>
                <a:lnTo>
                  <a:pt x="269" y="362"/>
                </a:lnTo>
                <a:lnTo>
                  <a:pt x="270" y="362"/>
                </a:lnTo>
                <a:lnTo>
                  <a:pt x="270" y="363"/>
                </a:lnTo>
                <a:lnTo>
                  <a:pt x="271" y="363"/>
                </a:lnTo>
                <a:lnTo>
                  <a:pt x="271" y="364"/>
                </a:lnTo>
                <a:lnTo>
                  <a:pt x="274" y="364"/>
                </a:lnTo>
                <a:lnTo>
                  <a:pt x="277" y="363"/>
                </a:lnTo>
                <a:lnTo>
                  <a:pt x="278" y="363"/>
                </a:lnTo>
                <a:lnTo>
                  <a:pt x="279" y="363"/>
                </a:lnTo>
                <a:lnTo>
                  <a:pt x="279" y="364"/>
                </a:lnTo>
                <a:lnTo>
                  <a:pt x="280" y="364"/>
                </a:lnTo>
                <a:lnTo>
                  <a:pt x="281" y="363"/>
                </a:lnTo>
                <a:lnTo>
                  <a:pt x="281" y="364"/>
                </a:lnTo>
                <a:lnTo>
                  <a:pt x="282" y="364"/>
                </a:lnTo>
                <a:lnTo>
                  <a:pt x="283" y="364"/>
                </a:lnTo>
                <a:lnTo>
                  <a:pt x="284" y="363"/>
                </a:lnTo>
                <a:lnTo>
                  <a:pt x="284" y="364"/>
                </a:lnTo>
                <a:lnTo>
                  <a:pt x="284" y="363"/>
                </a:lnTo>
                <a:lnTo>
                  <a:pt x="285" y="362"/>
                </a:lnTo>
                <a:lnTo>
                  <a:pt x="287" y="362"/>
                </a:lnTo>
                <a:lnTo>
                  <a:pt x="288" y="362"/>
                </a:lnTo>
                <a:lnTo>
                  <a:pt x="289" y="362"/>
                </a:lnTo>
                <a:lnTo>
                  <a:pt x="290" y="362"/>
                </a:lnTo>
                <a:lnTo>
                  <a:pt x="290" y="363"/>
                </a:lnTo>
                <a:lnTo>
                  <a:pt x="291" y="363"/>
                </a:lnTo>
                <a:lnTo>
                  <a:pt x="292" y="363"/>
                </a:lnTo>
                <a:lnTo>
                  <a:pt x="292" y="364"/>
                </a:lnTo>
                <a:lnTo>
                  <a:pt x="292" y="365"/>
                </a:lnTo>
                <a:lnTo>
                  <a:pt x="293" y="365"/>
                </a:lnTo>
                <a:lnTo>
                  <a:pt x="294" y="365"/>
                </a:lnTo>
                <a:lnTo>
                  <a:pt x="294" y="367"/>
                </a:lnTo>
                <a:lnTo>
                  <a:pt x="294" y="368"/>
                </a:lnTo>
                <a:lnTo>
                  <a:pt x="294" y="369"/>
                </a:lnTo>
                <a:lnTo>
                  <a:pt x="294" y="370"/>
                </a:lnTo>
                <a:lnTo>
                  <a:pt x="294" y="371"/>
                </a:lnTo>
                <a:lnTo>
                  <a:pt x="295" y="372"/>
                </a:lnTo>
                <a:lnTo>
                  <a:pt x="295" y="373"/>
                </a:lnTo>
                <a:lnTo>
                  <a:pt x="297" y="374"/>
                </a:lnTo>
                <a:lnTo>
                  <a:pt x="298" y="374"/>
                </a:lnTo>
                <a:lnTo>
                  <a:pt x="299" y="374"/>
                </a:lnTo>
                <a:lnTo>
                  <a:pt x="300" y="375"/>
                </a:lnTo>
                <a:lnTo>
                  <a:pt x="301" y="375"/>
                </a:lnTo>
                <a:lnTo>
                  <a:pt x="301" y="376"/>
                </a:lnTo>
                <a:lnTo>
                  <a:pt x="302" y="377"/>
                </a:lnTo>
                <a:lnTo>
                  <a:pt x="303" y="379"/>
                </a:lnTo>
                <a:lnTo>
                  <a:pt x="305" y="379"/>
                </a:lnTo>
                <a:lnTo>
                  <a:pt x="306" y="379"/>
                </a:lnTo>
                <a:lnTo>
                  <a:pt x="307" y="379"/>
                </a:lnTo>
                <a:lnTo>
                  <a:pt x="308" y="379"/>
                </a:lnTo>
                <a:lnTo>
                  <a:pt x="309" y="379"/>
                </a:lnTo>
                <a:lnTo>
                  <a:pt x="310" y="379"/>
                </a:lnTo>
                <a:lnTo>
                  <a:pt x="311" y="379"/>
                </a:lnTo>
                <a:lnTo>
                  <a:pt x="312" y="379"/>
                </a:lnTo>
                <a:lnTo>
                  <a:pt x="313" y="380"/>
                </a:lnTo>
                <a:lnTo>
                  <a:pt x="314" y="380"/>
                </a:lnTo>
                <a:lnTo>
                  <a:pt x="315" y="380"/>
                </a:lnTo>
                <a:lnTo>
                  <a:pt x="316" y="379"/>
                </a:lnTo>
                <a:lnTo>
                  <a:pt x="316" y="378"/>
                </a:lnTo>
                <a:lnTo>
                  <a:pt x="315" y="378"/>
                </a:lnTo>
                <a:lnTo>
                  <a:pt x="315" y="376"/>
                </a:lnTo>
                <a:lnTo>
                  <a:pt x="315" y="375"/>
                </a:lnTo>
                <a:lnTo>
                  <a:pt x="314" y="375"/>
                </a:lnTo>
                <a:lnTo>
                  <a:pt x="314" y="376"/>
                </a:lnTo>
                <a:lnTo>
                  <a:pt x="313" y="376"/>
                </a:lnTo>
                <a:lnTo>
                  <a:pt x="314" y="376"/>
                </a:lnTo>
                <a:lnTo>
                  <a:pt x="314" y="375"/>
                </a:lnTo>
                <a:lnTo>
                  <a:pt x="313" y="375"/>
                </a:lnTo>
                <a:lnTo>
                  <a:pt x="312" y="375"/>
                </a:lnTo>
                <a:lnTo>
                  <a:pt x="311" y="375"/>
                </a:lnTo>
                <a:lnTo>
                  <a:pt x="312" y="375"/>
                </a:lnTo>
                <a:lnTo>
                  <a:pt x="312" y="374"/>
                </a:lnTo>
                <a:lnTo>
                  <a:pt x="313" y="374"/>
                </a:lnTo>
                <a:lnTo>
                  <a:pt x="312" y="373"/>
                </a:lnTo>
                <a:lnTo>
                  <a:pt x="312" y="372"/>
                </a:lnTo>
                <a:lnTo>
                  <a:pt x="311" y="372"/>
                </a:lnTo>
                <a:lnTo>
                  <a:pt x="311" y="371"/>
                </a:lnTo>
                <a:lnTo>
                  <a:pt x="311" y="370"/>
                </a:lnTo>
                <a:lnTo>
                  <a:pt x="312" y="370"/>
                </a:lnTo>
                <a:lnTo>
                  <a:pt x="313" y="370"/>
                </a:lnTo>
                <a:lnTo>
                  <a:pt x="313" y="371"/>
                </a:lnTo>
                <a:lnTo>
                  <a:pt x="313" y="372"/>
                </a:lnTo>
                <a:lnTo>
                  <a:pt x="314" y="372"/>
                </a:lnTo>
                <a:lnTo>
                  <a:pt x="315" y="372"/>
                </a:lnTo>
                <a:lnTo>
                  <a:pt x="315" y="371"/>
                </a:lnTo>
                <a:lnTo>
                  <a:pt x="314" y="370"/>
                </a:lnTo>
                <a:lnTo>
                  <a:pt x="315" y="370"/>
                </a:lnTo>
                <a:lnTo>
                  <a:pt x="316" y="370"/>
                </a:lnTo>
                <a:lnTo>
                  <a:pt x="317" y="370"/>
                </a:lnTo>
                <a:lnTo>
                  <a:pt x="318" y="369"/>
                </a:lnTo>
                <a:lnTo>
                  <a:pt x="319" y="369"/>
                </a:lnTo>
                <a:lnTo>
                  <a:pt x="319" y="368"/>
                </a:lnTo>
                <a:lnTo>
                  <a:pt x="318" y="368"/>
                </a:lnTo>
                <a:lnTo>
                  <a:pt x="318" y="367"/>
                </a:lnTo>
                <a:lnTo>
                  <a:pt x="319" y="367"/>
                </a:lnTo>
                <a:lnTo>
                  <a:pt x="320" y="367"/>
                </a:lnTo>
                <a:lnTo>
                  <a:pt x="321" y="367"/>
                </a:lnTo>
                <a:lnTo>
                  <a:pt x="322" y="367"/>
                </a:lnTo>
                <a:lnTo>
                  <a:pt x="322" y="365"/>
                </a:lnTo>
                <a:lnTo>
                  <a:pt x="323" y="364"/>
                </a:lnTo>
                <a:lnTo>
                  <a:pt x="324" y="364"/>
                </a:lnTo>
                <a:lnTo>
                  <a:pt x="324" y="363"/>
                </a:lnTo>
                <a:lnTo>
                  <a:pt x="323" y="363"/>
                </a:lnTo>
                <a:lnTo>
                  <a:pt x="323" y="362"/>
                </a:lnTo>
                <a:lnTo>
                  <a:pt x="323" y="361"/>
                </a:lnTo>
                <a:lnTo>
                  <a:pt x="324" y="361"/>
                </a:lnTo>
                <a:lnTo>
                  <a:pt x="325" y="361"/>
                </a:lnTo>
                <a:lnTo>
                  <a:pt x="325" y="360"/>
                </a:lnTo>
                <a:lnTo>
                  <a:pt x="326" y="360"/>
                </a:lnTo>
                <a:lnTo>
                  <a:pt x="326" y="361"/>
                </a:lnTo>
                <a:lnTo>
                  <a:pt x="327" y="360"/>
                </a:lnTo>
                <a:lnTo>
                  <a:pt x="328" y="360"/>
                </a:lnTo>
                <a:lnTo>
                  <a:pt x="328" y="359"/>
                </a:lnTo>
                <a:lnTo>
                  <a:pt x="328" y="358"/>
                </a:lnTo>
                <a:lnTo>
                  <a:pt x="329" y="358"/>
                </a:lnTo>
                <a:lnTo>
                  <a:pt x="330" y="358"/>
                </a:lnTo>
                <a:lnTo>
                  <a:pt x="331" y="358"/>
                </a:lnTo>
                <a:lnTo>
                  <a:pt x="332" y="358"/>
                </a:lnTo>
                <a:lnTo>
                  <a:pt x="332" y="357"/>
                </a:lnTo>
                <a:lnTo>
                  <a:pt x="332" y="358"/>
                </a:lnTo>
                <a:lnTo>
                  <a:pt x="333" y="358"/>
                </a:lnTo>
                <a:lnTo>
                  <a:pt x="333" y="359"/>
                </a:lnTo>
                <a:lnTo>
                  <a:pt x="333" y="360"/>
                </a:lnTo>
                <a:lnTo>
                  <a:pt x="334" y="360"/>
                </a:lnTo>
                <a:lnTo>
                  <a:pt x="335" y="360"/>
                </a:lnTo>
                <a:lnTo>
                  <a:pt x="336" y="360"/>
                </a:lnTo>
                <a:lnTo>
                  <a:pt x="337" y="360"/>
                </a:lnTo>
                <a:lnTo>
                  <a:pt x="338" y="360"/>
                </a:lnTo>
                <a:lnTo>
                  <a:pt x="339" y="360"/>
                </a:lnTo>
                <a:lnTo>
                  <a:pt x="341" y="360"/>
                </a:lnTo>
                <a:lnTo>
                  <a:pt x="342" y="361"/>
                </a:lnTo>
                <a:lnTo>
                  <a:pt x="342" y="362"/>
                </a:lnTo>
                <a:lnTo>
                  <a:pt x="343" y="362"/>
                </a:lnTo>
                <a:lnTo>
                  <a:pt x="344" y="362"/>
                </a:lnTo>
                <a:lnTo>
                  <a:pt x="344" y="361"/>
                </a:lnTo>
                <a:lnTo>
                  <a:pt x="345" y="361"/>
                </a:lnTo>
                <a:lnTo>
                  <a:pt x="344" y="360"/>
                </a:lnTo>
                <a:lnTo>
                  <a:pt x="343" y="359"/>
                </a:lnTo>
                <a:lnTo>
                  <a:pt x="342" y="359"/>
                </a:lnTo>
                <a:lnTo>
                  <a:pt x="342" y="358"/>
                </a:lnTo>
                <a:lnTo>
                  <a:pt x="343" y="358"/>
                </a:lnTo>
                <a:lnTo>
                  <a:pt x="344" y="358"/>
                </a:lnTo>
                <a:lnTo>
                  <a:pt x="345" y="358"/>
                </a:lnTo>
                <a:lnTo>
                  <a:pt x="346" y="358"/>
                </a:lnTo>
                <a:lnTo>
                  <a:pt x="347" y="358"/>
                </a:lnTo>
                <a:lnTo>
                  <a:pt x="346" y="358"/>
                </a:lnTo>
                <a:lnTo>
                  <a:pt x="347" y="358"/>
                </a:lnTo>
                <a:lnTo>
                  <a:pt x="348" y="358"/>
                </a:lnTo>
                <a:lnTo>
                  <a:pt x="349" y="359"/>
                </a:lnTo>
                <a:lnTo>
                  <a:pt x="349" y="360"/>
                </a:lnTo>
                <a:lnTo>
                  <a:pt x="350" y="360"/>
                </a:lnTo>
                <a:lnTo>
                  <a:pt x="350" y="361"/>
                </a:lnTo>
                <a:lnTo>
                  <a:pt x="351" y="361"/>
                </a:lnTo>
                <a:lnTo>
                  <a:pt x="352" y="360"/>
                </a:lnTo>
                <a:lnTo>
                  <a:pt x="351" y="359"/>
                </a:lnTo>
                <a:lnTo>
                  <a:pt x="353" y="359"/>
                </a:lnTo>
                <a:lnTo>
                  <a:pt x="354" y="359"/>
                </a:lnTo>
                <a:lnTo>
                  <a:pt x="354" y="358"/>
                </a:lnTo>
                <a:lnTo>
                  <a:pt x="354" y="359"/>
                </a:lnTo>
                <a:lnTo>
                  <a:pt x="354" y="360"/>
                </a:lnTo>
                <a:lnTo>
                  <a:pt x="353" y="360"/>
                </a:lnTo>
                <a:lnTo>
                  <a:pt x="353" y="359"/>
                </a:lnTo>
                <a:lnTo>
                  <a:pt x="352" y="360"/>
                </a:lnTo>
                <a:lnTo>
                  <a:pt x="353" y="360"/>
                </a:lnTo>
                <a:lnTo>
                  <a:pt x="353" y="361"/>
                </a:lnTo>
                <a:lnTo>
                  <a:pt x="352" y="361"/>
                </a:lnTo>
                <a:lnTo>
                  <a:pt x="352" y="362"/>
                </a:lnTo>
                <a:lnTo>
                  <a:pt x="353" y="362"/>
                </a:lnTo>
                <a:lnTo>
                  <a:pt x="354" y="363"/>
                </a:lnTo>
                <a:lnTo>
                  <a:pt x="353" y="364"/>
                </a:lnTo>
                <a:lnTo>
                  <a:pt x="352" y="364"/>
                </a:lnTo>
                <a:lnTo>
                  <a:pt x="351" y="367"/>
                </a:lnTo>
                <a:lnTo>
                  <a:pt x="352" y="368"/>
                </a:lnTo>
                <a:lnTo>
                  <a:pt x="353" y="369"/>
                </a:lnTo>
                <a:lnTo>
                  <a:pt x="353" y="370"/>
                </a:lnTo>
                <a:lnTo>
                  <a:pt x="354" y="370"/>
                </a:lnTo>
                <a:lnTo>
                  <a:pt x="354" y="369"/>
                </a:lnTo>
                <a:lnTo>
                  <a:pt x="355" y="369"/>
                </a:lnTo>
                <a:lnTo>
                  <a:pt x="355" y="370"/>
                </a:lnTo>
                <a:lnTo>
                  <a:pt x="355" y="371"/>
                </a:lnTo>
                <a:lnTo>
                  <a:pt x="355" y="372"/>
                </a:lnTo>
                <a:lnTo>
                  <a:pt x="354" y="372"/>
                </a:lnTo>
                <a:lnTo>
                  <a:pt x="354" y="373"/>
                </a:lnTo>
                <a:lnTo>
                  <a:pt x="355" y="375"/>
                </a:lnTo>
                <a:lnTo>
                  <a:pt x="355" y="376"/>
                </a:lnTo>
                <a:lnTo>
                  <a:pt x="354" y="376"/>
                </a:lnTo>
                <a:lnTo>
                  <a:pt x="353" y="376"/>
                </a:lnTo>
                <a:lnTo>
                  <a:pt x="352" y="376"/>
                </a:lnTo>
                <a:lnTo>
                  <a:pt x="351" y="377"/>
                </a:lnTo>
                <a:lnTo>
                  <a:pt x="352" y="378"/>
                </a:lnTo>
                <a:lnTo>
                  <a:pt x="352" y="379"/>
                </a:lnTo>
                <a:lnTo>
                  <a:pt x="352" y="380"/>
                </a:lnTo>
                <a:lnTo>
                  <a:pt x="352" y="379"/>
                </a:lnTo>
                <a:lnTo>
                  <a:pt x="353" y="380"/>
                </a:lnTo>
                <a:lnTo>
                  <a:pt x="353" y="379"/>
                </a:lnTo>
                <a:lnTo>
                  <a:pt x="354" y="379"/>
                </a:lnTo>
                <a:lnTo>
                  <a:pt x="355" y="380"/>
                </a:lnTo>
                <a:lnTo>
                  <a:pt x="355" y="381"/>
                </a:lnTo>
                <a:lnTo>
                  <a:pt x="356" y="381"/>
                </a:lnTo>
                <a:lnTo>
                  <a:pt x="357" y="381"/>
                </a:lnTo>
                <a:lnTo>
                  <a:pt x="357" y="380"/>
                </a:lnTo>
                <a:lnTo>
                  <a:pt x="358" y="380"/>
                </a:lnTo>
                <a:lnTo>
                  <a:pt x="359" y="381"/>
                </a:lnTo>
                <a:lnTo>
                  <a:pt x="360" y="381"/>
                </a:lnTo>
                <a:lnTo>
                  <a:pt x="360" y="382"/>
                </a:lnTo>
                <a:lnTo>
                  <a:pt x="359" y="382"/>
                </a:lnTo>
                <a:lnTo>
                  <a:pt x="358" y="383"/>
                </a:lnTo>
                <a:lnTo>
                  <a:pt x="358" y="384"/>
                </a:lnTo>
                <a:lnTo>
                  <a:pt x="357" y="384"/>
                </a:lnTo>
                <a:lnTo>
                  <a:pt x="357" y="383"/>
                </a:lnTo>
                <a:lnTo>
                  <a:pt x="357" y="384"/>
                </a:lnTo>
                <a:lnTo>
                  <a:pt x="356" y="384"/>
                </a:lnTo>
                <a:lnTo>
                  <a:pt x="357" y="384"/>
                </a:lnTo>
                <a:lnTo>
                  <a:pt x="357" y="385"/>
                </a:lnTo>
                <a:lnTo>
                  <a:pt x="356" y="385"/>
                </a:lnTo>
                <a:lnTo>
                  <a:pt x="356" y="386"/>
                </a:lnTo>
                <a:lnTo>
                  <a:pt x="357" y="387"/>
                </a:lnTo>
                <a:lnTo>
                  <a:pt x="357" y="388"/>
                </a:lnTo>
                <a:lnTo>
                  <a:pt x="356" y="388"/>
                </a:lnTo>
                <a:lnTo>
                  <a:pt x="354" y="388"/>
                </a:lnTo>
                <a:lnTo>
                  <a:pt x="354" y="389"/>
                </a:lnTo>
                <a:lnTo>
                  <a:pt x="355" y="389"/>
                </a:lnTo>
                <a:lnTo>
                  <a:pt x="355" y="390"/>
                </a:lnTo>
                <a:lnTo>
                  <a:pt x="356" y="390"/>
                </a:lnTo>
                <a:lnTo>
                  <a:pt x="356" y="389"/>
                </a:lnTo>
                <a:lnTo>
                  <a:pt x="356" y="390"/>
                </a:lnTo>
                <a:lnTo>
                  <a:pt x="355" y="390"/>
                </a:lnTo>
                <a:lnTo>
                  <a:pt x="355" y="391"/>
                </a:lnTo>
                <a:lnTo>
                  <a:pt x="355" y="392"/>
                </a:lnTo>
                <a:lnTo>
                  <a:pt x="356" y="393"/>
                </a:lnTo>
                <a:lnTo>
                  <a:pt x="356" y="392"/>
                </a:lnTo>
                <a:lnTo>
                  <a:pt x="357" y="392"/>
                </a:lnTo>
                <a:lnTo>
                  <a:pt x="358" y="392"/>
                </a:lnTo>
                <a:lnTo>
                  <a:pt x="359" y="391"/>
                </a:lnTo>
                <a:lnTo>
                  <a:pt x="360" y="390"/>
                </a:lnTo>
                <a:lnTo>
                  <a:pt x="360" y="391"/>
                </a:lnTo>
                <a:lnTo>
                  <a:pt x="360" y="392"/>
                </a:lnTo>
                <a:lnTo>
                  <a:pt x="360" y="393"/>
                </a:lnTo>
                <a:lnTo>
                  <a:pt x="361" y="392"/>
                </a:lnTo>
                <a:lnTo>
                  <a:pt x="361" y="393"/>
                </a:lnTo>
                <a:lnTo>
                  <a:pt x="362" y="394"/>
                </a:lnTo>
                <a:lnTo>
                  <a:pt x="362" y="395"/>
                </a:lnTo>
                <a:lnTo>
                  <a:pt x="362" y="396"/>
                </a:lnTo>
                <a:lnTo>
                  <a:pt x="362" y="397"/>
                </a:lnTo>
                <a:lnTo>
                  <a:pt x="361" y="397"/>
                </a:lnTo>
                <a:lnTo>
                  <a:pt x="360" y="397"/>
                </a:lnTo>
                <a:lnTo>
                  <a:pt x="360" y="398"/>
                </a:lnTo>
                <a:lnTo>
                  <a:pt x="360" y="399"/>
                </a:lnTo>
                <a:lnTo>
                  <a:pt x="360" y="401"/>
                </a:lnTo>
                <a:lnTo>
                  <a:pt x="361" y="401"/>
                </a:lnTo>
                <a:lnTo>
                  <a:pt x="360" y="401"/>
                </a:lnTo>
                <a:lnTo>
                  <a:pt x="360" y="402"/>
                </a:lnTo>
                <a:lnTo>
                  <a:pt x="361" y="402"/>
                </a:lnTo>
                <a:lnTo>
                  <a:pt x="361" y="403"/>
                </a:lnTo>
                <a:lnTo>
                  <a:pt x="360" y="403"/>
                </a:lnTo>
                <a:lnTo>
                  <a:pt x="360" y="404"/>
                </a:lnTo>
                <a:lnTo>
                  <a:pt x="361" y="404"/>
                </a:lnTo>
                <a:lnTo>
                  <a:pt x="361" y="405"/>
                </a:lnTo>
                <a:lnTo>
                  <a:pt x="362" y="405"/>
                </a:lnTo>
                <a:lnTo>
                  <a:pt x="362" y="406"/>
                </a:lnTo>
                <a:lnTo>
                  <a:pt x="361" y="406"/>
                </a:lnTo>
                <a:lnTo>
                  <a:pt x="360" y="406"/>
                </a:lnTo>
                <a:lnTo>
                  <a:pt x="360" y="407"/>
                </a:lnTo>
                <a:lnTo>
                  <a:pt x="359" y="407"/>
                </a:lnTo>
                <a:lnTo>
                  <a:pt x="358" y="407"/>
                </a:lnTo>
                <a:lnTo>
                  <a:pt x="358" y="408"/>
                </a:lnTo>
                <a:lnTo>
                  <a:pt x="359" y="408"/>
                </a:lnTo>
                <a:lnTo>
                  <a:pt x="359" y="409"/>
                </a:lnTo>
                <a:lnTo>
                  <a:pt x="359" y="410"/>
                </a:lnTo>
                <a:lnTo>
                  <a:pt x="359" y="412"/>
                </a:lnTo>
                <a:lnTo>
                  <a:pt x="359" y="413"/>
                </a:lnTo>
                <a:lnTo>
                  <a:pt x="359" y="414"/>
                </a:lnTo>
                <a:lnTo>
                  <a:pt x="359" y="415"/>
                </a:lnTo>
                <a:lnTo>
                  <a:pt x="359" y="414"/>
                </a:lnTo>
                <a:lnTo>
                  <a:pt x="360" y="414"/>
                </a:lnTo>
                <a:lnTo>
                  <a:pt x="360" y="415"/>
                </a:lnTo>
                <a:lnTo>
                  <a:pt x="361" y="414"/>
                </a:lnTo>
                <a:lnTo>
                  <a:pt x="362" y="414"/>
                </a:lnTo>
                <a:lnTo>
                  <a:pt x="363" y="415"/>
                </a:lnTo>
                <a:lnTo>
                  <a:pt x="364" y="415"/>
                </a:lnTo>
                <a:lnTo>
                  <a:pt x="364" y="416"/>
                </a:lnTo>
                <a:lnTo>
                  <a:pt x="364" y="417"/>
                </a:lnTo>
                <a:lnTo>
                  <a:pt x="365" y="416"/>
                </a:lnTo>
                <a:lnTo>
                  <a:pt x="365" y="417"/>
                </a:lnTo>
                <a:lnTo>
                  <a:pt x="365" y="418"/>
                </a:lnTo>
                <a:lnTo>
                  <a:pt x="365" y="419"/>
                </a:lnTo>
                <a:lnTo>
                  <a:pt x="366" y="419"/>
                </a:lnTo>
                <a:lnTo>
                  <a:pt x="365" y="419"/>
                </a:lnTo>
                <a:lnTo>
                  <a:pt x="365" y="420"/>
                </a:lnTo>
                <a:lnTo>
                  <a:pt x="364" y="420"/>
                </a:lnTo>
                <a:lnTo>
                  <a:pt x="364" y="421"/>
                </a:lnTo>
                <a:lnTo>
                  <a:pt x="363" y="422"/>
                </a:lnTo>
                <a:lnTo>
                  <a:pt x="362" y="423"/>
                </a:lnTo>
                <a:lnTo>
                  <a:pt x="362" y="424"/>
                </a:lnTo>
                <a:lnTo>
                  <a:pt x="361" y="424"/>
                </a:lnTo>
                <a:lnTo>
                  <a:pt x="360" y="425"/>
                </a:lnTo>
                <a:lnTo>
                  <a:pt x="360" y="426"/>
                </a:lnTo>
                <a:lnTo>
                  <a:pt x="359" y="426"/>
                </a:lnTo>
                <a:lnTo>
                  <a:pt x="359" y="427"/>
                </a:lnTo>
                <a:lnTo>
                  <a:pt x="357" y="427"/>
                </a:lnTo>
                <a:lnTo>
                  <a:pt x="356" y="427"/>
                </a:lnTo>
                <a:lnTo>
                  <a:pt x="355" y="427"/>
                </a:lnTo>
                <a:lnTo>
                  <a:pt x="354" y="427"/>
                </a:lnTo>
                <a:lnTo>
                  <a:pt x="353" y="427"/>
                </a:lnTo>
                <a:lnTo>
                  <a:pt x="352" y="427"/>
                </a:lnTo>
                <a:lnTo>
                  <a:pt x="351" y="427"/>
                </a:lnTo>
                <a:lnTo>
                  <a:pt x="351" y="426"/>
                </a:lnTo>
                <a:lnTo>
                  <a:pt x="352" y="426"/>
                </a:lnTo>
                <a:lnTo>
                  <a:pt x="351" y="426"/>
                </a:lnTo>
                <a:lnTo>
                  <a:pt x="350" y="426"/>
                </a:lnTo>
                <a:lnTo>
                  <a:pt x="350" y="427"/>
                </a:lnTo>
                <a:lnTo>
                  <a:pt x="349" y="427"/>
                </a:lnTo>
                <a:lnTo>
                  <a:pt x="348" y="427"/>
                </a:lnTo>
                <a:lnTo>
                  <a:pt x="347" y="428"/>
                </a:lnTo>
                <a:lnTo>
                  <a:pt x="347" y="429"/>
                </a:lnTo>
                <a:lnTo>
                  <a:pt x="348" y="429"/>
                </a:lnTo>
                <a:lnTo>
                  <a:pt x="348" y="431"/>
                </a:lnTo>
                <a:lnTo>
                  <a:pt x="348" y="432"/>
                </a:lnTo>
                <a:lnTo>
                  <a:pt x="348" y="433"/>
                </a:lnTo>
                <a:lnTo>
                  <a:pt x="347" y="433"/>
                </a:lnTo>
                <a:lnTo>
                  <a:pt x="347" y="434"/>
                </a:lnTo>
                <a:lnTo>
                  <a:pt x="346" y="435"/>
                </a:lnTo>
                <a:lnTo>
                  <a:pt x="345" y="436"/>
                </a:lnTo>
                <a:lnTo>
                  <a:pt x="344" y="438"/>
                </a:lnTo>
                <a:lnTo>
                  <a:pt x="344" y="439"/>
                </a:lnTo>
                <a:lnTo>
                  <a:pt x="344" y="440"/>
                </a:lnTo>
                <a:lnTo>
                  <a:pt x="343" y="440"/>
                </a:lnTo>
                <a:lnTo>
                  <a:pt x="343" y="441"/>
                </a:lnTo>
                <a:lnTo>
                  <a:pt x="343" y="445"/>
                </a:lnTo>
                <a:lnTo>
                  <a:pt x="344" y="445"/>
                </a:lnTo>
                <a:lnTo>
                  <a:pt x="344" y="448"/>
                </a:lnTo>
                <a:lnTo>
                  <a:pt x="344" y="451"/>
                </a:lnTo>
                <a:lnTo>
                  <a:pt x="345" y="451"/>
                </a:lnTo>
                <a:lnTo>
                  <a:pt x="347" y="451"/>
                </a:lnTo>
                <a:lnTo>
                  <a:pt x="347" y="452"/>
                </a:lnTo>
                <a:lnTo>
                  <a:pt x="346" y="452"/>
                </a:lnTo>
                <a:lnTo>
                  <a:pt x="346" y="453"/>
                </a:lnTo>
                <a:lnTo>
                  <a:pt x="347" y="453"/>
                </a:lnTo>
                <a:lnTo>
                  <a:pt x="347" y="454"/>
                </a:lnTo>
                <a:lnTo>
                  <a:pt x="347" y="455"/>
                </a:lnTo>
                <a:lnTo>
                  <a:pt x="346" y="456"/>
                </a:lnTo>
                <a:lnTo>
                  <a:pt x="347" y="456"/>
                </a:lnTo>
                <a:lnTo>
                  <a:pt x="346" y="457"/>
                </a:lnTo>
                <a:lnTo>
                  <a:pt x="347" y="457"/>
                </a:lnTo>
                <a:lnTo>
                  <a:pt x="346" y="457"/>
                </a:lnTo>
                <a:lnTo>
                  <a:pt x="346" y="458"/>
                </a:lnTo>
                <a:lnTo>
                  <a:pt x="346" y="459"/>
                </a:lnTo>
                <a:lnTo>
                  <a:pt x="347" y="459"/>
                </a:lnTo>
                <a:lnTo>
                  <a:pt x="347" y="460"/>
                </a:lnTo>
                <a:lnTo>
                  <a:pt x="347" y="461"/>
                </a:lnTo>
                <a:lnTo>
                  <a:pt x="347" y="462"/>
                </a:lnTo>
                <a:lnTo>
                  <a:pt x="347" y="463"/>
                </a:lnTo>
                <a:lnTo>
                  <a:pt x="347" y="462"/>
                </a:lnTo>
                <a:lnTo>
                  <a:pt x="348" y="462"/>
                </a:lnTo>
                <a:lnTo>
                  <a:pt x="349" y="463"/>
                </a:lnTo>
                <a:lnTo>
                  <a:pt x="349" y="464"/>
                </a:lnTo>
                <a:lnTo>
                  <a:pt x="350" y="464"/>
                </a:lnTo>
                <a:lnTo>
                  <a:pt x="351" y="464"/>
                </a:lnTo>
                <a:lnTo>
                  <a:pt x="352" y="464"/>
                </a:lnTo>
                <a:lnTo>
                  <a:pt x="352" y="463"/>
                </a:lnTo>
                <a:lnTo>
                  <a:pt x="353" y="463"/>
                </a:lnTo>
                <a:lnTo>
                  <a:pt x="354" y="464"/>
                </a:lnTo>
                <a:lnTo>
                  <a:pt x="356" y="464"/>
                </a:lnTo>
                <a:lnTo>
                  <a:pt x="357" y="464"/>
                </a:lnTo>
                <a:lnTo>
                  <a:pt x="359" y="464"/>
                </a:lnTo>
                <a:lnTo>
                  <a:pt x="359" y="463"/>
                </a:lnTo>
                <a:lnTo>
                  <a:pt x="360" y="463"/>
                </a:lnTo>
                <a:lnTo>
                  <a:pt x="360" y="464"/>
                </a:lnTo>
                <a:lnTo>
                  <a:pt x="360" y="465"/>
                </a:lnTo>
                <a:lnTo>
                  <a:pt x="360" y="466"/>
                </a:lnTo>
                <a:lnTo>
                  <a:pt x="359" y="466"/>
                </a:lnTo>
                <a:lnTo>
                  <a:pt x="359" y="467"/>
                </a:lnTo>
                <a:lnTo>
                  <a:pt x="360" y="467"/>
                </a:lnTo>
                <a:lnTo>
                  <a:pt x="360" y="468"/>
                </a:lnTo>
                <a:lnTo>
                  <a:pt x="360" y="469"/>
                </a:lnTo>
                <a:lnTo>
                  <a:pt x="360" y="470"/>
                </a:lnTo>
                <a:lnTo>
                  <a:pt x="360" y="471"/>
                </a:lnTo>
                <a:lnTo>
                  <a:pt x="361" y="471"/>
                </a:lnTo>
                <a:lnTo>
                  <a:pt x="363" y="471"/>
                </a:lnTo>
                <a:lnTo>
                  <a:pt x="364" y="471"/>
                </a:lnTo>
                <a:lnTo>
                  <a:pt x="365" y="470"/>
                </a:lnTo>
                <a:lnTo>
                  <a:pt x="365" y="471"/>
                </a:lnTo>
                <a:lnTo>
                  <a:pt x="366" y="471"/>
                </a:lnTo>
                <a:lnTo>
                  <a:pt x="366" y="470"/>
                </a:lnTo>
                <a:lnTo>
                  <a:pt x="368" y="470"/>
                </a:lnTo>
                <a:lnTo>
                  <a:pt x="369" y="470"/>
                </a:lnTo>
                <a:lnTo>
                  <a:pt x="373" y="469"/>
                </a:lnTo>
                <a:lnTo>
                  <a:pt x="373" y="470"/>
                </a:lnTo>
                <a:lnTo>
                  <a:pt x="374" y="470"/>
                </a:lnTo>
                <a:lnTo>
                  <a:pt x="375" y="470"/>
                </a:lnTo>
                <a:lnTo>
                  <a:pt x="375" y="469"/>
                </a:lnTo>
                <a:lnTo>
                  <a:pt x="378" y="468"/>
                </a:lnTo>
                <a:lnTo>
                  <a:pt x="378" y="469"/>
                </a:lnTo>
                <a:lnTo>
                  <a:pt x="378" y="470"/>
                </a:lnTo>
                <a:lnTo>
                  <a:pt x="379" y="470"/>
                </a:lnTo>
                <a:lnTo>
                  <a:pt x="379" y="471"/>
                </a:lnTo>
                <a:lnTo>
                  <a:pt x="381" y="471"/>
                </a:lnTo>
                <a:lnTo>
                  <a:pt x="380" y="472"/>
                </a:lnTo>
                <a:lnTo>
                  <a:pt x="380" y="473"/>
                </a:lnTo>
                <a:lnTo>
                  <a:pt x="379" y="474"/>
                </a:lnTo>
                <a:lnTo>
                  <a:pt x="379" y="475"/>
                </a:lnTo>
                <a:lnTo>
                  <a:pt x="379" y="476"/>
                </a:lnTo>
                <a:lnTo>
                  <a:pt x="380" y="476"/>
                </a:lnTo>
                <a:lnTo>
                  <a:pt x="380" y="477"/>
                </a:lnTo>
                <a:lnTo>
                  <a:pt x="381" y="479"/>
                </a:lnTo>
                <a:lnTo>
                  <a:pt x="381" y="480"/>
                </a:lnTo>
                <a:lnTo>
                  <a:pt x="382" y="480"/>
                </a:lnTo>
                <a:lnTo>
                  <a:pt x="383" y="480"/>
                </a:lnTo>
                <a:lnTo>
                  <a:pt x="382" y="480"/>
                </a:lnTo>
                <a:lnTo>
                  <a:pt x="383" y="481"/>
                </a:lnTo>
                <a:lnTo>
                  <a:pt x="384" y="481"/>
                </a:lnTo>
                <a:lnTo>
                  <a:pt x="384" y="482"/>
                </a:lnTo>
                <a:lnTo>
                  <a:pt x="385" y="483"/>
                </a:lnTo>
                <a:lnTo>
                  <a:pt x="385" y="482"/>
                </a:lnTo>
                <a:lnTo>
                  <a:pt x="386" y="482"/>
                </a:lnTo>
                <a:lnTo>
                  <a:pt x="386" y="481"/>
                </a:lnTo>
                <a:lnTo>
                  <a:pt x="387" y="481"/>
                </a:lnTo>
                <a:lnTo>
                  <a:pt x="388" y="481"/>
                </a:lnTo>
                <a:lnTo>
                  <a:pt x="388" y="480"/>
                </a:lnTo>
                <a:lnTo>
                  <a:pt x="389" y="480"/>
                </a:lnTo>
                <a:lnTo>
                  <a:pt x="389" y="479"/>
                </a:lnTo>
                <a:lnTo>
                  <a:pt x="390" y="479"/>
                </a:lnTo>
                <a:lnTo>
                  <a:pt x="391" y="479"/>
                </a:lnTo>
                <a:lnTo>
                  <a:pt x="392" y="479"/>
                </a:lnTo>
                <a:lnTo>
                  <a:pt x="393" y="478"/>
                </a:lnTo>
                <a:lnTo>
                  <a:pt x="394" y="478"/>
                </a:lnTo>
                <a:lnTo>
                  <a:pt x="395" y="478"/>
                </a:lnTo>
                <a:lnTo>
                  <a:pt x="395" y="477"/>
                </a:lnTo>
                <a:lnTo>
                  <a:pt x="396" y="477"/>
                </a:lnTo>
                <a:lnTo>
                  <a:pt x="396" y="476"/>
                </a:lnTo>
                <a:lnTo>
                  <a:pt x="397" y="476"/>
                </a:lnTo>
                <a:lnTo>
                  <a:pt x="398" y="476"/>
                </a:lnTo>
                <a:lnTo>
                  <a:pt x="397" y="477"/>
                </a:lnTo>
                <a:lnTo>
                  <a:pt x="398" y="477"/>
                </a:lnTo>
                <a:lnTo>
                  <a:pt x="398" y="478"/>
                </a:lnTo>
                <a:lnTo>
                  <a:pt x="399" y="479"/>
                </a:lnTo>
                <a:lnTo>
                  <a:pt x="400" y="479"/>
                </a:lnTo>
                <a:lnTo>
                  <a:pt x="401" y="480"/>
                </a:lnTo>
                <a:lnTo>
                  <a:pt x="400" y="481"/>
                </a:lnTo>
                <a:lnTo>
                  <a:pt x="399" y="481"/>
                </a:lnTo>
                <a:lnTo>
                  <a:pt x="398" y="483"/>
                </a:lnTo>
                <a:lnTo>
                  <a:pt x="399" y="483"/>
                </a:lnTo>
                <a:lnTo>
                  <a:pt x="400" y="483"/>
                </a:lnTo>
                <a:lnTo>
                  <a:pt x="400" y="482"/>
                </a:lnTo>
                <a:lnTo>
                  <a:pt x="401" y="482"/>
                </a:lnTo>
                <a:lnTo>
                  <a:pt x="401" y="483"/>
                </a:lnTo>
                <a:lnTo>
                  <a:pt x="399" y="483"/>
                </a:lnTo>
                <a:lnTo>
                  <a:pt x="399" y="484"/>
                </a:lnTo>
                <a:lnTo>
                  <a:pt x="399" y="485"/>
                </a:lnTo>
                <a:lnTo>
                  <a:pt x="400" y="486"/>
                </a:lnTo>
                <a:lnTo>
                  <a:pt x="401" y="485"/>
                </a:lnTo>
                <a:lnTo>
                  <a:pt x="401" y="486"/>
                </a:lnTo>
                <a:lnTo>
                  <a:pt x="402" y="486"/>
                </a:lnTo>
                <a:lnTo>
                  <a:pt x="404" y="485"/>
                </a:lnTo>
                <a:lnTo>
                  <a:pt x="404" y="484"/>
                </a:lnTo>
                <a:lnTo>
                  <a:pt x="405" y="484"/>
                </a:lnTo>
                <a:lnTo>
                  <a:pt x="405" y="485"/>
                </a:lnTo>
                <a:lnTo>
                  <a:pt x="406" y="486"/>
                </a:lnTo>
                <a:lnTo>
                  <a:pt x="407" y="486"/>
                </a:lnTo>
                <a:lnTo>
                  <a:pt x="407" y="485"/>
                </a:lnTo>
                <a:lnTo>
                  <a:pt x="408" y="485"/>
                </a:lnTo>
                <a:lnTo>
                  <a:pt x="409" y="485"/>
                </a:lnTo>
                <a:lnTo>
                  <a:pt x="410" y="485"/>
                </a:lnTo>
                <a:lnTo>
                  <a:pt x="411" y="485"/>
                </a:lnTo>
                <a:lnTo>
                  <a:pt x="411" y="484"/>
                </a:lnTo>
                <a:lnTo>
                  <a:pt x="411" y="483"/>
                </a:lnTo>
                <a:lnTo>
                  <a:pt x="412" y="483"/>
                </a:lnTo>
                <a:lnTo>
                  <a:pt x="412" y="485"/>
                </a:lnTo>
                <a:lnTo>
                  <a:pt x="413" y="485"/>
                </a:lnTo>
                <a:lnTo>
                  <a:pt x="414" y="484"/>
                </a:lnTo>
                <a:lnTo>
                  <a:pt x="415" y="484"/>
                </a:lnTo>
                <a:lnTo>
                  <a:pt x="416" y="483"/>
                </a:lnTo>
                <a:lnTo>
                  <a:pt x="416" y="482"/>
                </a:lnTo>
                <a:lnTo>
                  <a:pt x="417" y="481"/>
                </a:lnTo>
                <a:lnTo>
                  <a:pt x="417" y="482"/>
                </a:lnTo>
                <a:lnTo>
                  <a:pt x="418" y="482"/>
                </a:lnTo>
                <a:lnTo>
                  <a:pt x="418" y="481"/>
                </a:lnTo>
                <a:lnTo>
                  <a:pt x="419" y="481"/>
                </a:lnTo>
                <a:lnTo>
                  <a:pt x="419" y="480"/>
                </a:lnTo>
                <a:lnTo>
                  <a:pt x="420" y="480"/>
                </a:lnTo>
                <a:lnTo>
                  <a:pt x="421" y="480"/>
                </a:lnTo>
                <a:lnTo>
                  <a:pt x="422" y="480"/>
                </a:lnTo>
                <a:lnTo>
                  <a:pt x="423" y="479"/>
                </a:lnTo>
                <a:lnTo>
                  <a:pt x="423" y="480"/>
                </a:lnTo>
                <a:lnTo>
                  <a:pt x="424" y="480"/>
                </a:lnTo>
                <a:lnTo>
                  <a:pt x="424" y="479"/>
                </a:lnTo>
                <a:lnTo>
                  <a:pt x="425" y="479"/>
                </a:lnTo>
                <a:lnTo>
                  <a:pt x="427" y="479"/>
                </a:lnTo>
                <a:lnTo>
                  <a:pt x="428" y="479"/>
                </a:lnTo>
                <a:lnTo>
                  <a:pt x="429" y="479"/>
                </a:lnTo>
                <a:lnTo>
                  <a:pt x="429" y="480"/>
                </a:lnTo>
                <a:lnTo>
                  <a:pt x="428" y="480"/>
                </a:lnTo>
                <a:lnTo>
                  <a:pt x="429" y="481"/>
                </a:lnTo>
                <a:lnTo>
                  <a:pt x="430" y="480"/>
                </a:lnTo>
                <a:lnTo>
                  <a:pt x="430" y="479"/>
                </a:lnTo>
                <a:lnTo>
                  <a:pt x="431" y="479"/>
                </a:lnTo>
                <a:lnTo>
                  <a:pt x="432" y="479"/>
                </a:lnTo>
                <a:lnTo>
                  <a:pt x="433" y="479"/>
                </a:lnTo>
                <a:lnTo>
                  <a:pt x="434" y="479"/>
                </a:lnTo>
                <a:lnTo>
                  <a:pt x="434" y="480"/>
                </a:lnTo>
                <a:lnTo>
                  <a:pt x="434" y="479"/>
                </a:lnTo>
                <a:lnTo>
                  <a:pt x="435" y="479"/>
                </a:lnTo>
                <a:lnTo>
                  <a:pt x="436" y="479"/>
                </a:lnTo>
                <a:lnTo>
                  <a:pt x="436" y="481"/>
                </a:lnTo>
                <a:lnTo>
                  <a:pt x="437" y="482"/>
                </a:lnTo>
                <a:lnTo>
                  <a:pt x="436" y="482"/>
                </a:lnTo>
                <a:lnTo>
                  <a:pt x="437" y="483"/>
                </a:lnTo>
                <a:lnTo>
                  <a:pt x="437" y="484"/>
                </a:lnTo>
                <a:lnTo>
                  <a:pt x="437" y="485"/>
                </a:lnTo>
                <a:lnTo>
                  <a:pt x="438" y="487"/>
                </a:lnTo>
                <a:lnTo>
                  <a:pt x="439" y="487"/>
                </a:lnTo>
                <a:lnTo>
                  <a:pt x="439" y="488"/>
                </a:lnTo>
                <a:lnTo>
                  <a:pt x="440" y="490"/>
                </a:lnTo>
                <a:lnTo>
                  <a:pt x="440" y="491"/>
                </a:lnTo>
                <a:lnTo>
                  <a:pt x="441" y="493"/>
                </a:lnTo>
                <a:lnTo>
                  <a:pt x="440" y="493"/>
                </a:lnTo>
                <a:lnTo>
                  <a:pt x="440" y="494"/>
                </a:lnTo>
                <a:lnTo>
                  <a:pt x="441" y="494"/>
                </a:lnTo>
                <a:lnTo>
                  <a:pt x="442" y="495"/>
                </a:lnTo>
                <a:lnTo>
                  <a:pt x="443" y="496"/>
                </a:lnTo>
                <a:lnTo>
                  <a:pt x="444" y="498"/>
                </a:lnTo>
                <a:lnTo>
                  <a:pt x="444" y="499"/>
                </a:lnTo>
                <a:lnTo>
                  <a:pt x="445" y="500"/>
                </a:lnTo>
                <a:lnTo>
                  <a:pt x="445" y="501"/>
                </a:lnTo>
                <a:lnTo>
                  <a:pt x="446" y="501"/>
                </a:lnTo>
                <a:lnTo>
                  <a:pt x="446" y="502"/>
                </a:lnTo>
                <a:lnTo>
                  <a:pt x="446" y="503"/>
                </a:lnTo>
                <a:lnTo>
                  <a:pt x="447" y="504"/>
                </a:lnTo>
                <a:lnTo>
                  <a:pt x="448" y="505"/>
                </a:lnTo>
                <a:lnTo>
                  <a:pt x="448" y="506"/>
                </a:lnTo>
                <a:lnTo>
                  <a:pt x="449" y="507"/>
                </a:lnTo>
                <a:lnTo>
                  <a:pt x="450" y="508"/>
                </a:lnTo>
                <a:lnTo>
                  <a:pt x="451" y="510"/>
                </a:lnTo>
                <a:lnTo>
                  <a:pt x="452" y="512"/>
                </a:lnTo>
                <a:lnTo>
                  <a:pt x="453" y="512"/>
                </a:lnTo>
                <a:lnTo>
                  <a:pt x="454" y="513"/>
                </a:lnTo>
                <a:lnTo>
                  <a:pt x="455" y="513"/>
                </a:lnTo>
                <a:lnTo>
                  <a:pt x="454" y="512"/>
                </a:lnTo>
                <a:lnTo>
                  <a:pt x="455" y="512"/>
                </a:lnTo>
                <a:lnTo>
                  <a:pt x="455" y="511"/>
                </a:lnTo>
                <a:lnTo>
                  <a:pt x="456" y="511"/>
                </a:lnTo>
                <a:lnTo>
                  <a:pt x="457" y="511"/>
                </a:lnTo>
                <a:lnTo>
                  <a:pt x="458" y="510"/>
                </a:lnTo>
                <a:lnTo>
                  <a:pt x="459" y="511"/>
                </a:lnTo>
                <a:lnTo>
                  <a:pt x="462" y="509"/>
                </a:lnTo>
                <a:lnTo>
                  <a:pt x="463" y="510"/>
                </a:lnTo>
                <a:lnTo>
                  <a:pt x="464" y="510"/>
                </a:lnTo>
                <a:lnTo>
                  <a:pt x="461" y="513"/>
                </a:lnTo>
                <a:lnTo>
                  <a:pt x="462" y="514"/>
                </a:lnTo>
                <a:lnTo>
                  <a:pt x="466" y="511"/>
                </a:lnTo>
                <a:lnTo>
                  <a:pt x="472" y="507"/>
                </a:lnTo>
                <a:lnTo>
                  <a:pt x="473" y="509"/>
                </a:lnTo>
                <a:lnTo>
                  <a:pt x="471" y="510"/>
                </a:lnTo>
                <a:lnTo>
                  <a:pt x="471" y="511"/>
                </a:lnTo>
                <a:lnTo>
                  <a:pt x="468" y="512"/>
                </a:lnTo>
                <a:lnTo>
                  <a:pt x="466" y="512"/>
                </a:lnTo>
                <a:lnTo>
                  <a:pt x="465" y="513"/>
                </a:lnTo>
                <a:lnTo>
                  <a:pt x="465" y="514"/>
                </a:lnTo>
                <a:lnTo>
                  <a:pt x="466" y="515"/>
                </a:lnTo>
                <a:lnTo>
                  <a:pt x="467" y="514"/>
                </a:lnTo>
                <a:lnTo>
                  <a:pt x="468" y="514"/>
                </a:lnTo>
                <a:lnTo>
                  <a:pt x="469" y="514"/>
                </a:lnTo>
                <a:lnTo>
                  <a:pt x="468" y="514"/>
                </a:lnTo>
                <a:lnTo>
                  <a:pt x="467" y="516"/>
                </a:lnTo>
                <a:lnTo>
                  <a:pt x="463" y="519"/>
                </a:lnTo>
                <a:lnTo>
                  <a:pt x="462" y="519"/>
                </a:lnTo>
                <a:lnTo>
                  <a:pt x="463" y="520"/>
                </a:lnTo>
                <a:lnTo>
                  <a:pt x="463" y="521"/>
                </a:lnTo>
                <a:lnTo>
                  <a:pt x="462" y="521"/>
                </a:lnTo>
                <a:lnTo>
                  <a:pt x="461" y="521"/>
                </a:lnTo>
                <a:lnTo>
                  <a:pt x="460" y="521"/>
                </a:lnTo>
                <a:lnTo>
                  <a:pt x="460" y="520"/>
                </a:lnTo>
                <a:lnTo>
                  <a:pt x="459" y="519"/>
                </a:lnTo>
                <a:lnTo>
                  <a:pt x="458" y="519"/>
                </a:lnTo>
                <a:lnTo>
                  <a:pt x="457" y="521"/>
                </a:lnTo>
                <a:lnTo>
                  <a:pt x="459" y="523"/>
                </a:lnTo>
                <a:lnTo>
                  <a:pt x="459" y="524"/>
                </a:lnTo>
                <a:lnTo>
                  <a:pt x="459" y="525"/>
                </a:lnTo>
                <a:lnTo>
                  <a:pt x="458" y="525"/>
                </a:lnTo>
                <a:lnTo>
                  <a:pt x="458" y="526"/>
                </a:lnTo>
                <a:lnTo>
                  <a:pt x="458" y="527"/>
                </a:lnTo>
                <a:lnTo>
                  <a:pt x="457" y="528"/>
                </a:lnTo>
                <a:lnTo>
                  <a:pt x="457" y="529"/>
                </a:lnTo>
                <a:lnTo>
                  <a:pt x="457" y="530"/>
                </a:lnTo>
                <a:lnTo>
                  <a:pt x="456" y="531"/>
                </a:lnTo>
                <a:lnTo>
                  <a:pt x="457" y="531"/>
                </a:lnTo>
                <a:lnTo>
                  <a:pt x="458" y="531"/>
                </a:lnTo>
                <a:lnTo>
                  <a:pt x="458" y="532"/>
                </a:lnTo>
                <a:lnTo>
                  <a:pt x="457" y="532"/>
                </a:lnTo>
                <a:lnTo>
                  <a:pt x="456" y="532"/>
                </a:lnTo>
                <a:lnTo>
                  <a:pt x="455" y="532"/>
                </a:lnTo>
                <a:lnTo>
                  <a:pt x="455" y="533"/>
                </a:lnTo>
                <a:lnTo>
                  <a:pt x="454" y="533"/>
                </a:lnTo>
                <a:lnTo>
                  <a:pt x="454" y="534"/>
                </a:lnTo>
                <a:lnTo>
                  <a:pt x="454" y="535"/>
                </a:lnTo>
                <a:lnTo>
                  <a:pt x="455" y="536"/>
                </a:lnTo>
                <a:lnTo>
                  <a:pt x="454" y="537"/>
                </a:lnTo>
                <a:lnTo>
                  <a:pt x="453" y="537"/>
                </a:lnTo>
                <a:lnTo>
                  <a:pt x="452" y="538"/>
                </a:lnTo>
                <a:lnTo>
                  <a:pt x="451" y="539"/>
                </a:lnTo>
                <a:lnTo>
                  <a:pt x="450" y="539"/>
                </a:lnTo>
                <a:lnTo>
                  <a:pt x="450" y="540"/>
                </a:lnTo>
                <a:lnTo>
                  <a:pt x="450" y="541"/>
                </a:lnTo>
                <a:lnTo>
                  <a:pt x="450" y="542"/>
                </a:lnTo>
                <a:lnTo>
                  <a:pt x="449" y="542"/>
                </a:lnTo>
                <a:lnTo>
                  <a:pt x="448" y="543"/>
                </a:lnTo>
                <a:lnTo>
                  <a:pt x="447" y="543"/>
                </a:lnTo>
                <a:lnTo>
                  <a:pt x="446" y="543"/>
                </a:lnTo>
                <a:lnTo>
                  <a:pt x="445" y="543"/>
                </a:lnTo>
                <a:lnTo>
                  <a:pt x="444" y="543"/>
                </a:lnTo>
                <a:lnTo>
                  <a:pt x="444" y="544"/>
                </a:lnTo>
                <a:lnTo>
                  <a:pt x="443" y="544"/>
                </a:lnTo>
                <a:lnTo>
                  <a:pt x="442" y="544"/>
                </a:lnTo>
                <a:lnTo>
                  <a:pt x="441" y="544"/>
                </a:lnTo>
                <a:lnTo>
                  <a:pt x="440" y="544"/>
                </a:lnTo>
                <a:lnTo>
                  <a:pt x="439" y="544"/>
                </a:lnTo>
                <a:lnTo>
                  <a:pt x="438" y="544"/>
                </a:lnTo>
                <a:lnTo>
                  <a:pt x="437" y="544"/>
                </a:lnTo>
                <a:lnTo>
                  <a:pt x="436" y="544"/>
                </a:lnTo>
                <a:lnTo>
                  <a:pt x="435" y="544"/>
                </a:lnTo>
                <a:lnTo>
                  <a:pt x="434" y="545"/>
                </a:lnTo>
                <a:lnTo>
                  <a:pt x="433" y="545"/>
                </a:lnTo>
                <a:lnTo>
                  <a:pt x="433" y="546"/>
                </a:lnTo>
                <a:lnTo>
                  <a:pt x="432" y="546"/>
                </a:lnTo>
                <a:lnTo>
                  <a:pt x="432" y="547"/>
                </a:lnTo>
                <a:lnTo>
                  <a:pt x="432" y="548"/>
                </a:lnTo>
                <a:lnTo>
                  <a:pt x="431" y="549"/>
                </a:lnTo>
                <a:lnTo>
                  <a:pt x="431" y="550"/>
                </a:lnTo>
                <a:lnTo>
                  <a:pt x="431" y="551"/>
                </a:lnTo>
                <a:lnTo>
                  <a:pt x="430" y="551"/>
                </a:lnTo>
                <a:lnTo>
                  <a:pt x="429" y="552"/>
                </a:lnTo>
                <a:lnTo>
                  <a:pt x="429" y="553"/>
                </a:lnTo>
                <a:lnTo>
                  <a:pt x="429" y="554"/>
                </a:lnTo>
                <a:lnTo>
                  <a:pt x="428" y="555"/>
                </a:lnTo>
                <a:lnTo>
                  <a:pt x="428" y="557"/>
                </a:lnTo>
                <a:lnTo>
                  <a:pt x="428" y="558"/>
                </a:lnTo>
                <a:lnTo>
                  <a:pt x="427" y="559"/>
                </a:lnTo>
                <a:lnTo>
                  <a:pt x="427" y="560"/>
                </a:lnTo>
                <a:lnTo>
                  <a:pt x="426" y="560"/>
                </a:lnTo>
                <a:lnTo>
                  <a:pt x="426" y="561"/>
                </a:lnTo>
                <a:lnTo>
                  <a:pt x="425" y="561"/>
                </a:lnTo>
                <a:lnTo>
                  <a:pt x="424" y="562"/>
                </a:lnTo>
                <a:lnTo>
                  <a:pt x="423" y="564"/>
                </a:lnTo>
                <a:lnTo>
                  <a:pt x="423" y="565"/>
                </a:lnTo>
                <a:lnTo>
                  <a:pt x="420" y="570"/>
                </a:lnTo>
                <a:lnTo>
                  <a:pt x="419" y="570"/>
                </a:lnTo>
                <a:lnTo>
                  <a:pt x="418" y="571"/>
                </a:lnTo>
                <a:lnTo>
                  <a:pt x="417" y="571"/>
                </a:lnTo>
                <a:lnTo>
                  <a:pt x="416" y="571"/>
                </a:lnTo>
                <a:lnTo>
                  <a:pt x="414" y="570"/>
                </a:lnTo>
                <a:lnTo>
                  <a:pt x="413" y="570"/>
                </a:lnTo>
                <a:lnTo>
                  <a:pt x="412" y="570"/>
                </a:lnTo>
                <a:lnTo>
                  <a:pt x="411" y="570"/>
                </a:lnTo>
                <a:lnTo>
                  <a:pt x="411" y="569"/>
                </a:lnTo>
                <a:lnTo>
                  <a:pt x="410" y="569"/>
                </a:lnTo>
                <a:lnTo>
                  <a:pt x="409" y="569"/>
                </a:lnTo>
                <a:lnTo>
                  <a:pt x="407" y="569"/>
                </a:lnTo>
                <a:lnTo>
                  <a:pt x="406" y="570"/>
                </a:lnTo>
                <a:lnTo>
                  <a:pt x="405" y="570"/>
                </a:lnTo>
                <a:lnTo>
                  <a:pt x="404" y="571"/>
                </a:lnTo>
                <a:lnTo>
                  <a:pt x="403" y="571"/>
                </a:lnTo>
                <a:lnTo>
                  <a:pt x="402" y="572"/>
                </a:lnTo>
                <a:lnTo>
                  <a:pt x="401" y="572"/>
                </a:lnTo>
                <a:lnTo>
                  <a:pt x="400" y="572"/>
                </a:lnTo>
                <a:lnTo>
                  <a:pt x="399" y="571"/>
                </a:lnTo>
                <a:lnTo>
                  <a:pt x="398" y="571"/>
                </a:lnTo>
                <a:lnTo>
                  <a:pt x="395" y="571"/>
                </a:lnTo>
                <a:lnTo>
                  <a:pt x="394" y="571"/>
                </a:lnTo>
                <a:lnTo>
                  <a:pt x="393" y="570"/>
                </a:lnTo>
                <a:lnTo>
                  <a:pt x="392" y="571"/>
                </a:lnTo>
                <a:lnTo>
                  <a:pt x="391" y="571"/>
                </a:lnTo>
                <a:lnTo>
                  <a:pt x="391" y="572"/>
                </a:lnTo>
                <a:lnTo>
                  <a:pt x="389" y="572"/>
                </a:lnTo>
                <a:lnTo>
                  <a:pt x="388" y="571"/>
                </a:lnTo>
                <a:lnTo>
                  <a:pt x="385" y="571"/>
                </a:lnTo>
                <a:lnTo>
                  <a:pt x="384" y="571"/>
                </a:lnTo>
                <a:lnTo>
                  <a:pt x="383" y="570"/>
                </a:lnTo>
                <a:lnTo>
                  <a:pt x="382" y="570"/>
                </a:lnTo>
                <a:lnTo>
                  <a:pt x="381" y="571"/>
                </a:lnTo>
                <a:lnTo>
                  <a:pt x="380" y="571"/>
                </a:lnTo>
                <a:lnTo>
                  <a:pt x="379" y="571"/>
                </a:lnTo>
                <a:lnTo>
                  <a:pt x="378" y="571"/>
                </a:lnTo>
                <a:lnTo>
                  <a:pt x="377" y="572"/>
                </a:lnTo>
                <a:lnTo>
                  <a:pt x="376" y="572"/>
                </a:lnTo>
                <a:lnTo>
                  <a:pt x="374" y="572"/>
                </a:lnTo>
                <a:lnTo>
                  <a:pt x="372" y="572"/>
                </a:lnTo>
                <a:lnTo>
                  <a:pt x="371" y="571"/>
                </a:lnTo>
                <a:lnTo>
                  <a:pt x="369" y="571"/>
                </a:lnTo>
                <a:lnTo>
                  <a:pt x="369" y="572"/>
                </a:lnTo>
                <a:lnTo>
                  <a:pt x="368" y="572"/>
                </a:lnTo>
                <a:lnTo>
                  <a:pt x="367" y="572"/>
                </a:lnTo>
                <a:lnTo>
                  <a:pt x="367" y="571"/>
                </a:lnTo>
                <a:lnTo>
                  <a:pt x="365" y="571"/>
                </a:lnTo>
                <a:lnTo>
                  <a:pt x="364" y="571"/>
                </a:lnTo>
                <a:lnTo>
                  <a:pt x="362" y="571"/>
                </a:lnTo>
                <a:lnTo>
                  <a:pt x="361" y="571"/>
                </a:lnTo>
                <a:lnTo>
                  <a:pt x="358" y="572"/>
                </a:lnTo>
                <a:lnTo>
                  <a:pt x="356" y="572"/>
                </a:lnTo>
                <a:lnTo>
                  <a:pt x="355" y="571"/>
                </a:lnTo>
                <a:lnTo>
                  <a:pt x="354" y="571"/>
                </a:lnTo>
                <a:lnTo>
                  <a:pt x="353" y="570"/>
                </a:lnTo>
                <a:lnTo>
                  <a:pt x="353" y="571"/>
                </a:lnTo>
                <a:lnTo>
                  <a:pt x="352" y="571"/>
                </a:lnTo>
                <a:lnTo>
                  <a:pt x="351" y="571"/>
                </a:lnTo>
                <a:lnTo>
                  <a:pt x="351" y="572"/>
                </a:lnTo>
                <a:lnTo>
                  <a:pt x="351" y="573"/>
                </a:lnTo>
                <a:lnTo>
                  <a:pt x="350" y="574"/>
                </a:lnTo>
                <a:lnTo>
                  <a:pt x="349" y="575"/>
                </a:lnTo>
                <a:lnTo>
                  <a:pt x="348" y="576"/>
                </a:lnTo>
                <a:lnTo>
                  <a:pt x="348" y="577"/>
                </a:lnTo>
                <a:lnTo>
                  <a:pt x="348" y="578"/>
                </a:lnTo>
                <a:lnTo>
                  <a:pt x="348" y="580"/>
                </a:lnTo>
                <a:lnTo>
                  <a:pt x="347" y="581"/>
                </a:lnTo>
                <a:lnTo>
                  <a:pt x="346" y="581"/>
                </a:lnTo>
                <a:lnTo>
                  <a:pt x="345" y="581"/>
                </a:lnTo>
                <a:lnTo>
                  <a:pt x="345" y="580"/>
                </a:lnTo>
                <a:lnTo>
                  <a:pt x="344" y="580"/>
                </a:lnTo>
                <a:lnTo>
                  <a:pt x="344" y="581"/>
                </a:lnTo>
                <a:lnTo>
                  <a:pt x="344" y="582"/>
                </a:lnTo>
                <a:lnTo>
                  <a:pt x="344" y="583"/>
                </a:lnTo>
                <a:lnTo>
                  <a:pt x="345" y="583"/>
                </a:lnTo>
                <a:lnTo>
                  <a:pt x="344" y="583"/>
                </a:lnTo>
                <a:lnTo>
                  <a:pt x="344" y="584"/>
                </a:lnTo>
                <a:lnTo>
                  <a:pt x="343" y="584"/>
                </a:lnTo>
                <a:lnTo>
                  <a:pt x="342" y="584"/>
                </a:lnTo>
                <a:lnTo>
                  <a:pt x="343" y="584"/>
                </a:lnTo>
                <a:lnTo>
                  <a:pt x="343" y="583"/>
                </a:lnTo>
                <a:lnTo>
                  <a:pt x="342" y="583"/>
                </a:lnTo>
                <a:lnTo>
                  <a:pt x="342" y="584"/>
                </a:lnTo>
                <a:lnTo>
                  <a:pt x="342" y="585"/>
                </a:lnTo>
                <a:lnTo>
                  <a:pt x="341" y="585"/>
                </a:lnTo>
                <a:lnTo>
                  <a:pt x="340" y="585"/>
                </a:lnTo>
                <a:lnTo>
                  <a:pt x="339" y="585"/>
                </a:lnTo>
                <a:lnTo>
                  <a:pt x="339" y="586"/>
                </a:lnTo>
                <a:lnTo>
                  <a:pt x="339" y="588"/>
                </a:lnTo>
                <a:lnTo>
                  <a:pt x="338" y="589"/>
                </a:lnTo>
                <a:lnTo>
                  <a:pt x="338" y="590"/>
                </a:lnTo>
                <a:lnTo>
                  <a:pt x="337" y="591"/>
                </a:lnTo>
                <a:lnTo>
                  <a:pt x="336" y="591"/>
                </a:lnTo>
                <a:lnTo>
                  <a:pt x="336" y="590"/>
                </a:lnTo>
                <a:lnTo>
                  <a:pt x="335" y="591"/>
                </a:lnTo>
                <a:lnTo>
                  <a:pt x="336" y="592"/>
                </a:lnTo>
                <a:lnTo>
                  <a:pt x="335" y="593"/>
                </a:lnTo>
                <a:lnTo>
                  <a:pt x="334" y="594"/>
                </a:lnTo>
                <a:lnTo>
                  <a:pt x="334" y="595"/>
                </a:lnTo>
                <a:lnTo>
                  <a:pt x="333" y="596"/>
                </a:lnTo>
                <a:lnTo>
                  <a:pt x="332" y="597"/>
                </a:lnTo>
                <a:lnTo>
                  <a:pt x="331" y="598"/>
                </a:lnTo>
                <a:lnTo>
                  <a:pt x="329" y="599"/>
                </a:lnTo>
                <a:lnTo>
                  <a:pt x="328" y="600"/>
                </a:lnTo>
                <a:lnTo>
                  <a:pt x="328" y="601"/>
                </a:lnTo>
                <a:lnTo>
                  <a:pt x="327" y="601"/>
                </a:lnTo>
                <a:lnTo>
                  <a:pt x="327" y="602"/>
                </a:lnTo>
                <a:lnTo>
                  <a:pt x="326" y="602"/>
                </a:lnTo>
                <a:lnTo>
                  <a:pt x="326" y="603"/>
                </a:lnTo>
                <a:lnTo>
                  <a:pt x="325" y="604"/>
                </a:lnTo>
                <a:lnTo>
                  <a:pt x="324" y="604"/>
                </a:lnTo>
                <a:lnTo>
                  <a:pt x="323" y="605"/>
                </a:lnTo>
                <a:lnTo>
                  <a:pt x="322" y="606"/>
                </a:lnTo>
                <a:lnTo>
                  <a:pt x="322" y="607"/>
                </a:lnTo>
                <a:lnTo>
                  <a:pt x="321" y="607"/>
                </a:lnTo>
                <a:lnTo>
                  <a:pt x="321" y="608"/>
                </a:lnTo>
                <a:lnTo>
                  <a:pt x="320" y="608"/>
                </a:lnTo>
                <a:lnTo>
                  <a:pt x="320" y="609"/>
                </a:lnTo>
                <a:lnTo>
                  <a:pt x="319" y="609"/>
                </a:lnTo>
                <a:lnTo>
                  <a:pt x="319" y="610"/>
                </a:lnTo>
                <a:lnTo>
                  <a:pt x="317" y="610"/>
                </a:lnTo>
                <a:lnTo>
                  <a:pt x="316" y="611"/>
                </a:lnTo>
                <a:lnTo>
                  <a:pt x="315" y="612"/>
                </a:lnTo>
                <a:lnTo>
                  <a:pt x="315" y="615"/>
                </a:lnTo>
                <a:lnTo>
                  <a:pt x="314" y="615"/>
                </a:lnTo>
                <a:lnTo>
                  <a:pt x="313" y="615"/>
                </a:lnTo>
                <a:lnTo>
                  <a:pt x="311" y="613"/>
                </a:lnTo>
                <a:lnTo>
                  <a:pt x="312" y="613"/>
                </a:lnTo>
                <a:lnTo>
                  <a:pt x="312" y="612"/>
                </a:lnTo>
                <a:lnTo>
                  <a:pt x="311" y="612"/>
                </a:lnTo>
                <a:lnTo>
                  <a:pt x="311" y="611"/>
                </a:lnTo>
                <a:lnTo>
                  <a:pt x="310" y="611"/>
                </a:lnTo>
                <a:lnTo>
                  <a:pt x="309" y="611"/>
                </a:lnTo>
                <a:lnTo>
                  <a:pt x="309" y="610"/>
                </a:lnTo>
                <a:lnTo>
                  <a:pt x="309" y="609"/>
                </a:lnTo>
                <a:lnTo>
                  <a:pt x="308" y="609"/>
                </a:lnTo>
                <a:lnTo>
                  <a:pt x="308" y="610"/>
                </a:lnTo>
                <a:lnTo>
                  <a:pt x="308" y="609"/>
                </a:lnTo>
                <a:lnTo>
                  <a:pt x="307" y="609"/>
                </a:lnTo>
                <a:lnTo>
                  <a:pt x="307" y="608"/>
                </a:lnTo>
                <a:lnTo>
                  <a:pt x="308" y="607"/>
                </a:lnTo>
                <a:lnTo>
                  <a:pt x="308" y="606"/>
                </a:lnTo>
                <a:lnTo>
                  <a:pt x="308" y="605"/>
                </a:lnTo>
                <a:lnTo>
                  <a:pt x="307" y="604"/>
                </a:lnTo>
                <a:lnTo>
                  <a:pt x="306" y="604"/>
                </a:lnTo>
                <a:lnTo>
                  <a:pt x="305" y="604"/>
                </a:lnTo>
                <a:lnTo>
                  <a:pt x="304" y="604"/>
                </a:lnTo>
                <a:lnTo>
                  <a:pt x="305" y="604"/>
                </a:lnTo>
                <a:lnTo>
                  <a:pt x="304" y="603"/>
                </a:lnTo>
                <a:lnTo>
                  <a:pt x="304" y="602"/>
                </a:lnTo>
                <a:lnTo>
                  <a:pt x="303" y="602"/>
                </a:lnTo>
                <a:lnTo>
                  <a:pt x="302" y="603"/>
                </a:lnTo>
                <a:lnTo>
                  <a:pt x="303" y="603"/>
                </a:lnTo>
                <a:lnTo>
                  <a:pt x="303" y="604"/>
                </a:lnTo>
                <a:lnTo>
                  <a:pt x="302" y="604"/>
                </a:lnTo>
                <a:lnTo>
                  <a:pt x="301" y="604"/>
                </a:lnTo>
                <a:lnTo>
                  <a:pt x="300" y="604"/>
                </a:lnTo>
                <a:lnTo>
                  <a:pt x="300" y="605"/>
                </a:lnTo>
                <a:lnTo>
                  <a:pt x="299" y="605"/>
                </a:lnTo>
                <a:lnTo>
                  <a:pt x="299" y="606"/>
                </a:lnTo>
                <a:lnTo>
                  <a:pt x="299" y="607"/>
                </a:lnTo>
                <a:lnTo>
                  <a:pt x="299" y="608"/>
                </a:lnTo>
                <a:lnTo>
                  <a:pt x="298" y="608"/>
                </a:lnTo>
                <a:lnTo>
                  <a:pt x="298" y="609"/>
                </a:lnTo>
                <a:lnTo>
                  <a:pt x="299" y="609"/>
                </a:lnTo>
                <a:lnTo>
                  <a:pt x="298" y="609"/>
                </a:lnTo>
                <a:lnTo>
                  <a:pt x="297" y="609"/>
                </a:lnTo>
                <a:lnTo>
                  <a:pt x="297" y="610"/>
                </a:lnTo>
                <a:lnTo>
                  <a:pt x="298" y="610"/>
                </a:lnTo>
                <a:lnTo>
                  <a:pt x="298" y="611"/>
                </a:lnTo>
                <a:lnTo>
                  <a:pt x="299" y="611"/>
                </a:lnTo>
                <a:lnTo>
                  <a:pt x="298" y="612"/>
                </a:lnTo>
                <a:lnTo>
                  <a:pt x="298" y="613"/>
                </a:lnTo>
                <a:lnTo>
                  <a:pt x="299" y="612"/>
                </a:lnTo>
                <a:lnTo>
                  <a:pt x="299" y="613"/>
                </a:lnTo>
                <a:lnTo>
                  <a:pt x="298" y="613"/>
                </a:lnTo>
                <a:lnTo>
                  <a:pt x="298" y="614"/>
                </a:lnTo>
                <a:lnTo>
                  <a:pt x="299" y="614"/>
                </a:lnTo>
                <a:lnTo>
                  <a:pt x="298" y="614"/>
                </a:lnTo>
                <a:lnTo>
                  <a:pt x="297" y="615"/>
                </a:lnTo>
                <a:lnTo>
                  <a:pt x="298" y="616"/>
                </a:lnTo>
                <a:lnTo>
                  <a:pt x="297" y="616"/>
                </a:lnTo>
                <a:lnTo>
                  <a:pt x="296" y="615"/>
                </a:lnTo>
                <a:lnTo>
                  <a:pt x="295" y="614"/>
                </a:lnTo>
                <a:lnTo>
                  <a:pt x="294" y="613"/>
                </a:lnTo>
                <a:lnTo>
                  <a:pt x="293" y="613"/>
                </a:lnTo>
                <a:lnTo>
                  <a:pt x="293" y="614"/>
                </a:lnTo>
                <a:lnTo>
                  <a:pt x="293" y="615"/>
                </a:lnTo>
                <a:lnTo>
                  <a:pt x="292" y="615"/>
                </a:lnTo>
                <a:lnTo>
                  <a:pt x="292" y="616"/>
                </a:lnTo>
                <a:lnTo>
                  <a:pt x="292" y="617"/>
                </a:lnTo>
                <a:lnTo>
                  <a:pt x="293" y="617"/>
                </a:lnTo>
                <a:lnTo>
                  <a:pt x="294" y="617"/>
                </a:lnTo>
                <a:lnTo>
                  <a:pt x="294" y="618"/>
                </a:lnTo>
                <a:lnTo>
                  <a:pt x="294" y="619"/>
                </a:lnTo>
                <a:lnTo>
                  <a:pt x="293" y="619"/>
                </a:lnTo>
                <a:lnTo>
                  <a:pt x="292" y="620"/>
                </a:lnTo>
                <a:lnTo>
                  <a:pt x="292" y="621"/>
                </a:lnTo>
                <a:lnTo>
                  <a:pt x="293" y="621"/>
                </a:lnTo>
                <a:lnTo>
                  <a:pt x="294" y="621"/>
                </a:lnTo>
                <a:lnTo>
                  <a:pt x="295" y="621"/>
                </a:lnTo>
                <a:lnTo>
                  <a:pt x="296" y="621"/>
                </a:lnTo>
                <a:lnTo>
                  <a:pt x="296" y="620"/>
                </a:lnTo>
                <a:lnTo>
                  <a:pt x="297" y="620"/>
                </a:lnTo>
                <a:lnTo>
                  <a:pt x="297" y="621"/>
                </a:lnTo>
                <a:lnTo>
                  <a:pt x="296" y="621"/>
                </a:lnTo>
                <a:lnTo>
                  <a:pt x="296" y="622"/>
                </a:lnTo>
                <a:lnTo>
                  <a:pt x="297" y="622"/>
                </a:lnTo>
                <a:lnTo>
                  <a:pt x="297" y="623"/>
                </a:lnTo>
                <a:lnTo>
                  <a:pt x="298" y="623"/>
                </a:lnTo>
                <a:lnTo>
                  <a:pt x="298" y="624"/>
                </a:lnTo>
                <a:lnTo>
                  <a:pt x="297" y="624"/>
                </a:lnTo>
                <a:lnTo>
                  <a:pt x="297" y="625"/>
                </a:lnTo>
                <a:lnTo>
                  <a:pt x="296" y="625"/>
                </a:lnTo>
                <a:lnTo>
                  <a:pt x="296" y="626"/>
                </a:lnTo>
                <a:lnTo>
                  <a:pt x="295" y="626"/>
                </a:lnTo>
                <a:lnTo>
                  <a:pt x="295" y="627"/>
                </a:lnTo>
                <a:lnTo>
                  <a:pt x="294" y="628"/>
                </a:lnTo>
                <a:lnTo>
                  <a:pt x="293" y="628"/>
                </a:lnTo>
                <a:lnTo>
                  <a:pt x="293" y="629"/>
                </a:lnTo>
                <a:lnTo>
                  <a:pt x="292" y="629"/>
                </a:lnTo>
                <a:lnTo>
                  <a:pt x="292" y="628"/>
                </a:lnTo>
                <a:lnTo>
                  <a:pt x="291" y="628"/>
                </a:lnTo>
                <a:lnTo>
                  <a:pt x="290" y="628"/>
                </a:lnTo>
                <a:lnTo>
                  <a:pt x="289" y="628"/>
                </a:lnTo>
                <a:lnTo>
                  <a:pt x="288" y="628"/>
                </a:lnTo>
                <a:lnTo>
                  <a:pt x="287" y="627"/>
                </a:lnTo>
                <a:lnTo>
                  <a:pt x="286" y="626"/>
                </a:lnTo>
                <a:lnTo>
                  <a:pt x="285" y="626"/>
                </a:lnTo>
                <a:lnTo>
                  <a:pt x="284" y="627"/>
                </a:lnTo>
                <a:lnTo>
                  <a:pt x="283" y="627"/>
                </a:lnTo>
                <a:lnTo>
                  <a:pt x="282" y="627"/>
                </a:lnTo>
                <a:lnTo>
                  <a:pt x="281" y="627"/>
                </a:lnTo>
                <a:lnTo>
                  <a:pt x="280" y="627"/>
                </a:lnTo>
                <a:lnTo>
                  <a:pt x="280" y="628"/>
                </a:lnTo>
                <a:lnTo>
                  <a:pt x="279" y="628"/>
                </a:lnTo>
                <a:lnTo>
                  <a:pt x="277" y="627"/>
                </a:lnTo>
                <a:lnTo>
                  <a:pt x="276" y="628"/>
                </a:lnTo>
                <a:lnTo>
                  <a:pt x="274" y="628"/>
                </a:lnTo>
                <a:lnTo>
                  <a:pt x="273" y="628"/>
                </a:lnTo>
                <a:lnTo>
                  <a:pt x="273" y="629"/>
                </a:lnTo>
                <a:lnTo>
                  <a:pt x="272" y="629"/>
                </a:lnTo>
                <a:lnTo>
                  <a:pt x="271" y="629"/>
                </a:lnTo>
                <a:lnTo>
                  <a:pt x="270" y="629"/>
                </a:lnTo>
                <a:lnTo>
                  <a:pt x="270" y="630"/>
                </a:lnTo>
                <a:lnTo>
                  <a:pt x="269" y="630"/>
                </a:lnTo>
                <a:lnTo>
                  <a:pt x="268" y="631"/>
                </a:lnTo>
                <a:lnTo>
                  <a:pt x="267" y="631"/>
                </a:lnTo>
                <a:lnTo>
                  <a:pt x="266" y="631"/>
                </a:lnTo>
                <a:lnTo>
                  <a:pt x="265" y="631"/>
                </a:lnTo>
                <a:lnTo>
                  <a:pt x="265" y="632"/>
                </a:lnTo>
                <a:lnTo>
                  <a:pt x="266" y="633"/>
                </a:lnTo>
                <a:lnTo>
                  <a:pt x="266" y="634"/>
                </a:lnTo>
                <a:lnTo>
                  <a:pt x="265" y="635"/>
                </a:lnTo>
                <a:lnTo>
                  <a:pt x="265" y="636"/>
                </a:lnTo>
                <a:lnTo>
                  <a:pt x="265" y="637"/>
                </a:lnTo>
                <a:lnTo>
                  <a:pt x="264" y="637"/>
                </a:lnTo>
                <a:lnTo>
                  <a:pt x="264" y="638"/>
                </a:lnTo>
                <a:lnTo>
                  <a:pt x="265" y="639"/>
                </a:lnTo>
                <a:lnTo>
                  <a:pt x="265" y="641"/>
                </a:lnTo>
                <a:lnTo>
                  <a:pt x="264" y="641"/>
                </a:lnTo>
                <a:lnTo>
                  <a:pt x="264" y="642"/>
                </a:lnTo>
                <a:lnTo>
                  <a:pt x="264" y="643"/>
                </a:lnTo>
                <a:lnTo>
                  <a:pt x="264" y="644"/>
                </a:lnTo>
                <a:lnTo>
                  <a:pt x="263" y="644"/>
                </a:lnTo>
                <a:lnTo>
                  <a:pt x="263" y="645"/>
                </a:lnTo>
                <a:lnTo>
                  <a:pt x="262" y="645"/>
                </a:lnTo>
                <a:lnTo>
                  <a:pt x="261" y="645"/>
                </a:lnTo>
                <a:lnTo>
                  <a:pt x="260" y="645"/>
                </a:lnTo>
                <a:lnTo>
                  <a:pt x="260" y="646"/>
                </a:lnTo>
                <a:lnTo>
                  <a:pt x="259" y="646"/>
                </a:lnTo>
                <a:lnTo>
                  <a:pt x="258" y="647"/>
                </a:lnTo>
                <a:lnTo>
                  <a:pt x="258" y="648"/>
                </a:lnTo>
                <a:lnTo>
                  <a:pt x="257" y="649"/>
                </a:lnTo>
                <a:lnTo>
                  <a:pt x="257" y="650"/>
                </a:lnTo>
                <a:lnTo>
                  <a:pt x="258" y="650"/>
                </a:lnTo>
                <a:lnTo>
                  <a:pt x="258" y="651"/>
                </a:lnTo>
                <a:lnTo>
                  <a:pt x="257" y="652"/>
                </a:lnTo>
                <a:lnTo>
                  <a:pt x="256" y="652"/>
                </a:lnTo>
                <a:lnTo>
                  <a:pt x="256" y="653"/>
                </a:lnTo>
                <a:lnTo>
                  <a:pt x="255" y="653"/>
                </a:lnTo>
                <a:lnTo>
                  <a:pt x="255" y="654"/>
                </a:lnTo>
                <a:lnTo>
                  <a:pt x="255" y="655"/>
                </a:lnTo>
                <a:lnTo>
                  <a:pt x="255" y="656"/>
                </a:lnTo>
                <a:lnTo>
                  <a:pt x="255" y="657"/>
                </a:lnTo>
                <a:lnTo>
                  <a:pt x="255" y="658"/>
                </a:lnTo>
                <a:lnTo>
                  <a:pt x="255" y="659"/>
                </a:lnTo>
                <a:lnTo>
                  <a:pt x="254" y="659"/>
                </a:lnTo>
                <a:lnTo>
                  <a:pt x="254" y="660"/>
                </a:lnTo>
                <a:lnTo>
                  <a:pt x="254" y="661"/>
                </a:lnTo>
                <a:lnTo>
                  <a:pt x="254" y="662"/>
                </a:lnTo>
                <a:lnTo>
                  <a:pt x="253" y="662"/>
                </a:lnTo>
                <a:lnTo>
                  <a:pt x="253" y="663"/>
                </a:lnTo>
                <a:lnTo>
                  <a:pt x="252" y="664"/>
                </a:lnTo>
                <a:lnTo>
                  <a:pt x="252" y="665"/>
                </a:lnTo>
                <a:lnTo>
                  <a:pt x="251" y="665"/>
                </a:lnTo>
                <a:lnTo>
                  <a:pt x="250" y="666"/>
                </a:lnTo>
                <a:lnTo>
                  <a:pt x="250" y="667"/>
                </a:lnTo>
                <a:lnTo>
                  <a:pt x="249" y="668"/>
                </a:lnTo>
                <a:lnTo>
                  <a:pt x="248" y="668"/>
                </a:lnTo>
                <a:lnTo>
                  <a:pt x="247" y="668"/>
                </a:lnTo>
                <a:lnTo>
                  <a:pt x="248" y="669"/>
                </a:lnTo>
                <a:lnTo>
                  <a:pt x="248" y="670"/>
                </a:lnTo>
                <a:lnTo>
                  <a:pt x="247" y="670"/>
                </a:lnTo>
                <a:lnTo>
                  <a:pt x="247" y="671"/>
                </a:lnTo>
                <a:lnTo>
                  <a:pt x="246" y="671"/>
                </a:lnTo>
                <a:lnTo>
                  <a:pt x="245" y="671"/>
                </a:lnTo>
                <a:lnTo>
                  <a:pt x="244" y="673"/>
                </a:lnTo>
                <a:lnTo>
                  <a:pt x="245" y="674"/>
                </a:lnTo>
                <a:lnTo>
                  <a:pt x="245" y="675"/>
                </a:lnTo>
                <a:lnTo>
                  <a:pt x="246" y="675"/>
                </a:lnTo>
                <a:lnTo>
                  <a:pt x="246" y="676"/>
                </a:lnTo>
                <a:lnTo>
                  <a:pt x="245" y="677"/>
                </a:lnTo>
                <a:lnTo>
                  <a:pt x="245" y="678"/>
                </a:lnTo>
                <a:lnTo>
                  <a:pt x="244" y="678"/>
                </a:lnTo>
                <a:lnTo>
                  <a:pt x="244" y="679"/>
                </a:lnTo>
                <a:lnTo>
                  <a:pt x="243" y="679"/>
                </a:lnTo>
                <a:lnTo>
                  <a:pt x="242" y="679"/>
                </a:lnTo>
                <a:lnTo>
                  <a:pt x="242" y="680"/>
                </a:lnTo>
                <a:lnTo>
                  <a:pt x="243" y="680"/>
                </a:lnTo>
                <a:lnTo>
                  <a:pt x="242" y="680"/>
                </a:lnTo>
                <a:lnTo>
                  <a:pt x="242" y="681"/>
                </a:lnTo>
                <a:lnTo>
                  <a:pt x="243" y="681"/>
                </a:lnTo>
                <a:lnTo>
                  <a:pt x="243" y="682"/>
                </a:lnTo>
                <a:lnTo>
                  <a:pt x="242" y="683"/>
                </a:lnTo>
                <a:lnTo>
                  <a:pt x="241" y="683"/>
                </a:lnTo>
                <a:lnTo>
                  <a:pt x="240" y="683"/>
                </a:lnTo>
                <a:lnTo>
                  <a:pt x="240" y="684"/>
                </a:lnTo>
                <a:lnTo>
                  <a:pt x="239" y="684"/>
                </a:lnTo>
                <a:lnTo>
                  <a:pt x="238" y="685"/>
                </a:lnTo>
                <a:lnTo>
                  <a:pt x="237" y="686"/>
                </a:lnTo>
                <a:lnTo>
                  <a:pt x="237" y="687"/>
                </a:lnTo>
                <a:lnTo>
                  <a:pt x="236" y="687"/>
                </a:lnTo>
                <a:lnTo>
                  <a:pt x="236" y="688"/>
                </a:lnTo>
                <a:lnTo>
                  <a:pt x="235" y="690"/>
                </a:lnTo>
                <a:lnTo>
                  <a:pt x="235" y="691"/>
                </a:lnTo>
                <a:lnTo>
                  <a:pt x="235" y="692"/>
                </a:lnTo>
                <a:lnTo>
                  <a:pt x="235" y="693"/>
                </a:lnTo>
                <a:lnTo>
                  <a:pt x="234" y="694"/>
                </a:lnTo>
                <a:lnTo>
                  <a:pt x="233" y="695"/>
                </a:lnTo>
                <a:lnTo>
                  <a:pt x="233" y="694"/>
                </a:lnTo>
                <a:lnTo>
                  <a:pt x="232" y="694"/>
                </a:lnTo>
                <a:lnTo>
                  <a:pt x="231" y="694"/>
                </a:lnTo>
                <a:lnTo>
                  <a:pt x="231" y="695"/>
                </a:lnTo>
                <a:lnTo>
                  <a:pt x="230" y="695"/>
                </a:lnTo>
                <a:lnTo>
                  <a:pt x="229" y="696"/>
                </a:lnTo>
                <a:lnTo>
                  <a:pt x="228" y="696"/>
                </a:lnTo>
                <a:lnTo>
                  <a:pt x="227" y="696"/>
                </a:lnTo>
                <a:lnTo>
                  <a:pt x="227" y="697"/>
                </a:lnTo>
                <a:lnTo>
                  <a:pt x="225" y="697"/>
                </a:lnTo>
                <a:lnTo>
                  <a:pt x="225" y="698"/>
                </a:lnTo>
                <a:lnTo>
                  <a:pt x="224" y="698"/>
                </a:lnTo>
                <a:lnTo>
                  <a:pt x="223" y="698"/>
                </a:lnTo>
                <a:lnTo>
                  <a:pt x="223" y="699"/>
                </a:lnTo>
                <a:lnTo>
                  <a:pt x="221" y="699"/>
                </a:lnTo>
                <a:lnTo>
                  <a:pt x="220" y="698"/>
                </a:lnTo>
                <a:lnTo>
                  <a:pt x="219" y="699"/>
                </a:lnTo>
                <a:lnTo>
                  <a:pt x="218" y="699"/>
                </a:lnTo>
                <a:lnTo>
                  <a:pt x="217" y="699"/>
                </a:lnTo>
                <a:lnTo>
                  <a:pt x="217" y="700"/>
                </a:lnTo>
                <a:lnTo>
                  <a:pt x="216" y="700"/>
                </a:lnTo>
                <a:lnTo>
                  <a:pt x="214" y="700"/>
                </a:lnTo>
                <a:lnTo>
                  <a:pt x="213" y="700"/>
                </a:lnTo>
                <a:lnTo>
                  <a:pt x="212" y="701"/>
                </a:lnTo>
                <a:lnTo>
                  <a:pt x="212" y="702"/>
                </a:lnTo>
                <a:lnTo>
                  <a:pt x="211" y="703"/>
                </a:lnTo>
                <a:lnTo>
                  <a:pt x="211" y="704"/>
                </a:lnTo>
                <a:lnTo>
                  <a:pt x="210" y="704"/>
                </a:lnTo>
                <a:lnTo>
                  <a:pt x="210" y="705"/>
                </a:lnTo>
                <a:lnTo>
                  <a:pt x="209" y="706"/>
                </a:lnTo>
                <a:lnTo>
                  <a:pt x="209" y="707"/>
                </a:lnTo>
                <a:lnTo>
                  <a:pt x="209" y="708"/>
                </a:lnTo>
                <a:lnTo>
                  <a:pt x="208" y="709"/>
                </a:lnTo>
                <a:lnTo>
                  <a:pt x="207" y="709"/>
                </a:lnTo>
                <a:lnTo>
                  <a:pt x="206" y="709"/>
                </a:lnTo>
                <a:lnTo>
                  <a:pt x="206" y="710"/>
                </a:lnTo>
                <a:lnTo>
                  <a:pt x="205" y="711"/>
                </a:lnTo>
                <a:lnTo>
                  <a:pt x="205" y="712"/>
                </a:lnTo>
                <a:lnTo>
                  <a:pt x="204" y="712"/>
                </a:lnTo>
                <a:lnTo>
                  <a:pt x="203" y="712"/>
                </a:lnTo>
                <a:lnTo>
                  <a:pt x="203" y="713"/>
                </a:lnTo>
                <a:lnTo>
                  <a:pt x="203" y="714"/>
                </a:lnTo>
                <a:lnTo>
                  <a:pt x="202" y="716"/>
                </a:lnTo>
                <a:lnTo>
                  <a:pt x="200" y="717"/>
                </a:lnTo>
                <a:lnTo>
                  <a:pt x="200" y="716"/>
                </a:lnTo>
                <a:lnTo>
                  <a:pt x="199" y="716"/>
                </a:lnTo>
                <a:lnTo>
                  <a:pt x="199" y="717"/>
                </a:lnTo>
                <a:lnTo>
                  <a:pt x="199" y="718"/>
                </a:lnTo>
                <a:lnTo>
                  <a:pt x="198" y="718"/>
                </a:lnTo>
                <a:lnTo>
                  <a:pt x="199" y="718"/>
                </a:lnTo>
                <a:lnTo>
                  <a:pt x="199" y="719"/>
                </a:lnTo>
                <a:lnTo>
                  <a:pt x="198" y="719"/>
                </a:lnTo>
                <a:lnTo>
                  <a:pt x="198" y="720"/>
                </a:lnTo>
                <a:lnTo>
                  <a:pt x="198" y="721"/>
                </a:lnTo>
                <a:lnTo>
                  <a:pt x="197" y="721"/>
                </a:lnTo>
                <a:lnTo>
                  <a:pt x="197" y="722"/>
                </a:lnTo>
                <a:lnTo>
                  <a:pt x="197" y="723"/>
                </a:lnTo>
                <a:lnTo>
                  <a:pt x="197" y="724"/>
                </a:lnTo>
                <a:lnTo>
                  <a:pt x="197" y="725"/>
                </a:lnTo>
                <a:lnTo>
                  <a:pt x="197" y="726"/>
                </a:lnTo>
                <a:lnTo>
                  <a:pt x="196" y="726"/>
                </a:lnTo>
                <a:lnTo>
                  <a:pt x="196" y="727"/>
                </a:lnTo>
                <a:lnTo>
                  <a:pt x="195" y="727"/>
                </a:lnTo>
                <a:lnTo>
                  <a:pt x="195" y="728"/>
                </a:lnTo>
                <a:lnTo>
                  <a:pt x="194" y="728"/>
                </a:lnTo>
                <a:lnTo>
                  <a:pt x="194" y="729"/>
                </a:lnTo>
                <a:lnTo>
                  <a:pt x="193" y="730"/>
                </a:lnTo>
                <a:lnTo>
                  <a:pt x="193" y="731"/>
                </a:lnTo>
                <a:lnTo>
                  <a:pt x="192" y="732"/>
                </a:lnTo>
                <a:lnTo>
                  <a:pt x="192" y="733"/>
                </a:lnTo>
                <a:lnTo>
                  <a:pt x="192" y="734"/>
                </a:lnTo>
                <a:lnTo>
                  <a:pt x="193" y="734"/>
                </a:lnTo>
                <a:lnTo>
                  <a:pt x="193" y="735"/>
                </a:lnTo>
                <a:lnTo>
                  <a:pt x="192" y="735"/>
                </a:lnTo>
                <a:lnTo>
                  <a:pt x="193" y="736"/>
                </a:lnTo>
                <a:lnTo>
                  <a:pt x="194" y="736"/>
                </a:lnTo>
                <a:lnTo>
                  <a:pt x="195" y="737"/>
                </a:lnTo>
                <a:lnTo>
                  <a:pt x="196" y="737"/>
                </a:lnTo>
                <a:lnTo>
                  <a:pt x="196" y="738"/>
                </a:lnTo>
                <a:lnTo>
                  <a:pt x="195" y="739"/>
                </a:lnTo>
                <a:lnTo>
                  <a:pt x="195" y="740"/>
                </a:lnTo>
                <a:lnTo>
                  <a:pt x="195" y="739"/>
                </a:lnTo>
                <a:lnTo>
                  <a:pt x="195" y="740"/>
                </a:lnTo>
                <a:lnTo>
                  <a:pt x="194" y="740"/>
                </a:lnTo>
                <a:lnTo>
                  <a:pt x="194" y="741"/>
                </a:lnTo>
                <a:lnTo>
                  <a:pt x="193" y="741"/>
                </a:lnTo>
                <a:lnTo>
                  <a:pt x="193" y="742"/>
                </a:lnTo>
                <a:lnTo>
                  <a:pt x="194" y="742"/>
                </a:lnTo>
                <a:lnTo>
                  <a:pt x="195" y="742"/>
                </a:lnTo>
                <a:lnTo>
                  <a:pt x="195" y="743"/>
                </a:lnTo>
                <a:lnTo>
                  <a:pt x="196" y="743"/>
                </a:lnTo>
                <a:lnTo>
                  <a:pt x="197" y="743"/>
                </a:lnTo>
                <a:lnTo>
                  <a:pt x="197" y="744"/>
                </a:lnTo>
                <a:lnTo>
                  <a:pt x="196" y="744"/>
                </a:lnTo>
                <a:lnTo>
                  <a:pt x="198" y="744"/>
                </a:lnTo>
                <a:lnTo>
                  <a:pt x="198" y="745"/>
                </a:lnTo>
                <a:lnTo>
                  <a:pt x="198" y="746"/>
                </a:lnTo>
                <a:lnTo>
                  <a:pt x="198" y="747"/>
                </a:lnTo>
                <a:lnTo>
                  <a:pt x="198" y="748"/>
                </a:lnTo>
                <a:lnTo>
                  <a:pt x="199" y="748"/>
                </a:lnTo>
                <a:lnTo>
                  <a:pt x="198" y="749"/>
                </a:lnTo>
                <a:lnTo>
                  <a:pt x="199" y="749"/>
                </a:lnTo>
                <a:lnTo>
                  <a:pt x="200" y="749"/>
                </a:lnTo>
                <a:lnTo>
                  <a:pt x="201" y="750"/>
                </a:lnTo>
                <a:lnTo>
                  <a:pt x="201" y="752"/>
                </a:lnTo>
                <a:lnTo>
                  <a:pt x="200" y="753"/>
                </a:lnTo>
                <a:lnTo>
                  <a:pt x="199" y="753"/>
                </a:lnTo>
                <a:lnTo>
                  <a:pt x="199" y="754"/>
                </a:lnTo>
                <a:lnTo>
                  <a:pt x="200" y="754"/>
                </a:lnTo>
                <a:lnTo>
                  <a:pt x="200" y="755"/>
                </a:lnTo>
                <a:lnTo>
                  <a:pt x="201" y="754"/>
                </a:lnTo>
                <a:lnTo>
                  <a:pt x="202" y="753"/>
                </a:lnTo>
                <a:lnTo>
                  <a:pt x="203" y="753"/>
                </a:lnTo>
                <a:lnTo>
                  <a:pt x="204" y="753"/>
                </a:lnTo>
                <a:lnTo>
                  <a:pt x="205" y="753"/>
                </a:lnTo>
                <a:lnTo>
                  <a:pt x="205" y="752"/>
                </a:lnTo>
                <a:lnTo>
                  <a:pt x="206" y="752"/>
                </a:lnTo>
                <a:lnTo>
                  <a:pt x="207" y="753"/>
                </a:lnTo>
                <a:lnTo>
                  <a:pt x="206" y="753"/>
                </a:lnTo>
                <a:lnTo>
                  <a:pt x="206" y="754"/>
                </a:lnTo>
                <a:lnTo>
                  <a:pt x="206" y="755"/>
                </a:lnTo>
                <a:lnTo>
                  <a:pt x="207" y="755"/>
                </a:lnTo>
                <a:lnTo>
                  <a:pt x="206" y="756"/>
                </a:lnTo>
                <a:lnTo>
                  <a:pt x="206" y="757"/>
                </a:lnTo>
                <a:lnTo>
                  <a:pt x="207" y="757"/>
                </a:lnTo>
                <a:lnTo>
                  <a:pt x="207" y="758"/>
                </a:lnTo>
                <a:lnTo>
                  <a:pt x="208" y="758"/>
                </a:lnTo>
                <a:lnTo>
                  <a:pt x="209" y="758"/>
                </a:lnTo>
                <a:lnTo>
                  <a:pt x="210" y="758"/>
                </a:lnTo>
                <a:lnTo>
                  <a:pt x="211" y="758"/>
                </a:lnTo>
                <a:lnTo>
                  <a:pt x="211" y="759"/>
                </a:lnTo>
                <a:lnTo>
                  <a:pt x="211" y="760"/>
                </a:lnTo>
                <a:lnTo>
                  <a:pt x="211" y="761"/>
                </a:lnTo>
                <a:lnTo>
                  <a:pt x="212" y="762"/>
                </a:lnTo>
                <a:lnTo>
                  <a:pt x="212" y="763"/>
                </a:lnTo>
                <a:lnTo>
                  <a:pt x="212" y="764"/>
                </a:lnTo>
                <a:lnTo>
                  <a:pt x="212" y="765"/>
                </a:lnTo>
                <a:lnTo>
                  <a:pt x="212" y="766"/>
                </a:lnTo>
                <a:lnTo>
                  <a:pt x="213" y="767"/>
                </a:lnTo>
                <a:lnTo>
                  <a:pt x="212" y="768"/>
                </a:lnTo>
                <a:lnTo>
                  <a:pt x="212" y="769"/>
                </a:lnTo>
                <a:lnTo>
                  <a:pt x="212" y="770"/>
                </a:lnTo>
                <a:lnTo>
                  <a:pt x="213" y="770"/>
                </a:lnTo>
                <a:lnTo>
                  <a:pt x="213" y="771"/>
                </a:lnTo>
                <a:lnTo>
                  <a:pt x="212" y="771"/>
                </a:lnTo>
                <a:lnTo>
                  <a:pt x="212" y="772"/>
                </a:lnTo>
                <a:lnTo>
                  <a:pt x="213" y="772"/>
                </a:lnTo>
                <a:lnTo>
                  <a:pt x="213" y="773"/>
                </a:lnTo>
                <a:lnTo>
                  <a:pt x="212" y="773"/>
                </a:lnTo>
                <a:lnTo>
                  <a:pt x="211" y="773"/>
                </a:lnTo>
                <a:lnTo>
                  <a:pt x="211" y="772"/>
                </a:lnTo>
                <a:lnTo>
                  <a:pt x="212" y="772"/>
                </a:lnTo>
                <a:lnTo>
                  <a:pt x="212" y="771"/>
                </a:lnTo>
                <a:lnTo>
                  <a:pt x="211" y="771"/>
                </a:lnTo>
                <a:lnTo>
                  <a:pt x="210" y="770"/>
                </a:lnTo>
                <a:lnTo>
                  <a:pt x="209" y="771"/>
                </a:lnTo>
                <a:lnTo>
                  <a:pt x="209" y="772"/>
                </a:lnTo>
                <a:lnTo>
                  <a:pt x="210" y="772"/>
                </a:lnTo>
                <a:lnTo>
                  <a:pt x="210" y="773"/>
                </a:lnTo>
                <a:lnTo>
                  <a:pt x="209" y="773"/>
                </a:lnTo>
                <a:lnTo>
                  <a:pt x="209" y="774"/>
                </a:lnTo>
                <a:lnTo>
                  <a:pt x="208" y="773"/>
                </a:lnTo>
                <a:lnTo>
                  <a:pt x="207" y="774"/>
                </a:lnTo>
                <a:lnTo>
                  <a:pt x="207" y="775"/>
                </a:lnTo>
                <a:lnTo>
                  <a:pt x="206" y="775"/>
                </a:lnTo>
                <a:lnTo>
                  <a:pt x="205" y="775"/>
                </a:lnTo>
                <a:lnTo>
                  <a:pt x="205" y="774"/>
                </a:lnTo>
                <a:lnTo>
                  <a:pt x="205" y="773"/>
                </a:lnTo>
                <a:lnTo>
                  <a:pt x="205" y="772"/>
                </a:lnTo>
                <a:lnTo>
                  <a:pt x="204" y="773"/>
                </a:lnTo>
                <a:lnTo>
                  <a:pt x="204" y="774"/>
                </a:lnTo>
                <a:lnTo>
                  <a:pt x="204" y="775"/>
                </a:lnTo>
                <a:lnTo>
                  <a:pt x="203" y="776"/>
                </a:lnTo>
                <a:lnTo>
                  <a:pt x="202" y="776"/>
                </a:lnTo>
                <a:lnTo>
                  <a:pt x="201" y="776"/>
                </a:lnTo>
                <a:lnTo>
                  <a:pt x="201" y="777"/>
                </a:lnTo>
                <a:lnTo>
                  <a:pt x="202" y="777"/>
                </a:lnTo>
                <a:lnTo>
                  <a:pt x="202" y="778"/>
                </a:lnTo>
                <a:lnTo>
                  <a:pt x="201" y="778"/>
                </a:lnTo>
                <a:lnTo>
                  <a:pt x="201" y="779"/>
                </a:lnTo>
                <a:lnTo>
                  <a:pt x="200" y="780"/>
                </a:lnTo>
                <a:lnTo>
                  <a:pt x="198" y="781"/>
                </a:lnTo>
                <a:lnTo>
                  <a:pt x="197" y="780"/>
                </a:lnTo>
                <a:lnTo>
                  <a:pt x="197" y="781"/>
                </a:lnTo>
                <a:lnTo>
                  <a:pt x="196" y="781"/>
                </a:lnTo>
                <a:lnTo>
                  <a:pt x="195" y="781"/>
                </a:lnTo>
                <a:lnTo>
                  <a:pt x="194" y="780"/>
                </a:lnTo>
                <a:lnTo>
                  <a:pt x="194" y="779"/>
                </a:lnTo>
                <a:lnTo>
                  <a:pt x="193" y="779"/>
                </a:lnTo>
                <a:lnTo>
                  <a:pt x="193" y="778"/>
                </a:lnTo>
                <a:lnTo>
                  <a:pt x="194" y="778"/>
                </a:lnTo>
                <a:lnTo>
                  <a:pt x="194" y="777"/>
                </a:lnTo>
                <a:lnTo>
                  <a:pt x="194" y="776"/>
                </a:lnTo>
                <a:lnTo>
                  <a:pt x="194" y="775"/>
                </a:lnTo>
                <a:lnTo>
                  <a:pt x="193" y="775"/>
                </a:lnTo>
                <a:lnTo>
                  <a:pt x="192" y="775"/>
                </a:lnTo>
                <a:lnTo>
                  <a:pt x="191" y="775"/>
                </a:lnTo>
                <a:lnTo>
                  <a:pt x="191" y="774"/>
                </a:lnTo>
                <a:lnTo>
                  <a:pt x="191" y="773"/>
                </a:lnTo>
                <a:lnTo>
                  <a:pt x="190" y="773"/>
                </a:lnTo>
                <a:lnTo>
                  <a:pt x="190" y="772"/>
                </a:lnTo>
                <a:lnTo>
                  <a:pt x="190" y="771"/>
                </a:lnTo>
                <a:lnTo>
                  <a:pt x="189" y="770"/>
                </a:lnTo>
                <a:lnTo>
                  <a:pt x="188" y="769"/>
                </a:lnTo>
                <a:lnTo>
                  <a:pt x="188" y="768"/>
                </a:lnTo>
                <a:lnTo>
                  <a:pt x="187" y="768"/>
                </a:lnTo>
                <a:lnTo>
                  <a:pt x="186" y="767"/>
                </a:lnTo>
                <a:lnTo>
                  <a:pt x="186" y="768"/>
                </a:lnTo>
                <a:lnTo>
                  <a:pt x="185" y="768"/>
                </a:lnTo>
                <a:lnTo>
                  <a:pt x="184" y="767"/>
                </a:lnTo>
                <a:lnTo>
                  <a:pt x="183" y="767"/>
                </a:lnTo>
                <a:lnTo>
                  <a:pt x="183" y="766"/>
                </a:lnTo>
                <a:lnTo>
                  <a:pt x="183" y="767"/>
                </a:lnTo>
                <a:lnTo>
                  <a:pt x="182" y="768"/>
                </a:lnTo>
                <a:lnTo>
                  <a:pt x="181" y="768"/>
                </a:lnTo>
                <a:lnTo>
                  <a:pt x="180" y="769"/>
                </a:lnTo>
                <a:lnTo>
                  <a:pt x="180" y="768"/>
                </a:lnTo>
                <a:lnTo>
                  <a:pt x="179" y="768"/>
                </a:lnTo>
                <a:lnTo>
                  <a:pt x="180" y="768"/>
                </a:lnTo>
                <a:lnTo>
                  <a:pt x="179" y="768"/>
                </a:lnTo>
                <a:lnTo>
                  <a:pt x="178" y="767"/>
                </a:lnTo>
                <a:lnTo>
                  <a:pt x="178" y="766"/>
                </a:lnTo>
                <a:lnTo>
                  <a:pt x="177" y="766"/>
                </a:lnTo>
                <a:lnTo>
                  <a:pt x="176" y="766"/>
                </a:lnTo>
                <a:lnTo>
                  <a:pt x="175" y="766"/>
                </a:lnTo>
                <a:lnTo>
                  <a:pt x="175" y="767"/>
                </a:lnTo>
                <a:lnTo>
                  <a:pt x="174" y="767"/>
                </a:lnTo>
                <a:lnTo>
                  <a:pt x="174" y="768"/>
                </a:lnTo>
                <a:lnTo>
                  <a:pt x="173" y="768"/>
                </a:lnTo>
                <a:lnTo>
                  <a:pt x="172" y="770"/>
                </a:lnTo>
                <a:lnTo>
                  <a:pt x="173" y="770"/>
                </a:lnTo>
                <a:lnTo>
                  <a:pt x="172" y="770"/>
                </a:lnTo>
                <a:lnTo>
                  <a:pt x="172" y="771"/>
                </a:lnTo>
                <a:lnTo>
                  <a:pt x="171" y="770"/>
                </a:lnTo>
                <a:lnTo>
                  <a:pt x="170" y="770"/>
                </a:lnTo>
                <a:lnTo>
                  <a:pt x="169" y="770"/>
                </a:lnTo>
                <a:lnTo>
                  <a:pt x="168" y="770"/>
                </a:lnTo>
                <a:lnTo>
                  <a:pt x="168" y="771"/>
                </a:lnTo>
                <a:lnTo>
                  <a:pt x="168" y="772"/>
                </a:lnTo>
                <a:lnTo>
                  <a:pt x="167" y="772"/>
                </a:lnTo>
                <a:lnTo>
                  <a:pt x="167" y="773"/>
                </a:lnTo>
                <a:lnTo>
                  <a:pt x="167" y="774"/>
                </a:lnTo>
                <a:lnTo>
                  <a:pt x="167" y="775"/>
                </a:lnTo>
                <a:lnTo>
                  <a:pt x="167" y="776"/>
                </a:lnTo>
                <a:lnTo>
                  <a:pt x="167" y="777"/>
                </a:lnTo>
                <a:lnTo>
                  <a:pt x="167" y="778"/>
                </a:lnTo>
                <a:lnTo>
                  <a:pt x="166" y="778"/>
                </a:lnTo>
                <a:lnTo>
                  <a:pt x="166" y="779"/>
                </a:lnTo>
                <a:lnTo>
                  <a:pt x="166" y="780"/>
                </a:lnTo>
                <a:lnTo>
                  <a:pt x="165" y="779"/>
                </a:lnTo>
                <a:lnTo>
                  <a:pt x="163" y="782"/>
                </a:lnTo>
                <a:lnTo>
                  <a:pt x="163" y="783"/>
                </a:lnTo>
                <a:lnTo>
                  <a:pt x="162" y="783"/>
                </a:lnTo>
                <a:lnTo>
                  <a:pt x="161" y="784"/>
                </a:lnTo>
                <a:lnTo>
                  <a:pt x="161" y="783"/>
                </a:lnTo>
                <a:lnTo>
                  <a:pt x="160" y="783"/>
                </a:lnTo>
                <a:lnTo>
                  <a:pt x="159" y="783"/>
                </a:lnTo>
                <a:lnTo>
                  <a:pt x="157" y="783"/>
                </a:lnTo>
                <a:lnTo>
                  <a:pt x="156" y="784"/>
                </a:lnTo>
                <a:lnTo>
                  <a:pt x="155" y="784"/>
                </a:lnTo>
                <a:lnTo>
                  <a:pt x="154" y="784"/>
                </a:lnTo>
                <a:lnTo>
                  <a:pt x="154" y="785"/>
                </a:lnTo>
                <a:lnTo>
                  <a:pt x="153" y="785"/>
                </a:lnTo>
                <a:lnTo>
                  <a:pt x="153" y="784"/>
                </a:lnTo>
                <a:lnTo>
                  <a:pt x="153" y="783"/>
                </a:lnTo>
                <a:lnTo>
                  <a:pt x="154" y="783"/>
                </a:lnTo>
                <a:lnTo>
                  <a:pt x="154" y="782"/>
                </a:lnTo>
                <a:lnTo>
                  <a:pt x="154" y="781"/>
                </a:lnTo>
                <a:lnTo>
                  <a:pt x="154" y="780"/>
                </a:lnTo>
                <a:lnTo>
                  <a:pt x="155" y="780"/>
                </a:lnTo>
                <a:lnTo>
                  <a:pt x="155" y="779"/>
                </a:lnTo>
                <a:lnTo>
                  <a:pt x="154" y="779"/>
                </a:lnTo>
                <a:lnTo>
                  <a:pt x="153" y="779"/>
                </a:lnTo>
                <a:lnTo>
                  <a:pt x="153" y="778"/>
                </a:lnTo>
                <a:lnTo>
                  <a:pt x="152" y="777"/>
                </a:lnTo>
                <a:lnTo>
                  <a:pt x="153" y="776"/>
                </a:lnTo>
                <a:lnTo>
                  <a:pt x="153" y="775"/>
                </a:lnTo>
                <a:lnTo>
                  <a:pt x="153" y="774"/>
                </a:lnTo>
                <a:lnTo>
                  <a:pt x="152" y="774"/>
                </a:lnTo>
                <a:lnTo>
                  <a:pt x="152" y="775"/>
                </a:lnTo>
                <a:lnTo>
                  <a:pt x="151" y="775"/>
                </a:lnTo>
                <a:lnTo>
                  <a:pt x="151" y="774"/>
                </a:lnTo>
                <a:lnTo>
                  <a:pt x="150" y="774"/>
                </a:lnTo>
                <a:lnTo>
                  <a:pt x="149" y="774"/>
                </a:lnTo>
                <a:lnTo>
                  <a:pt x="148" y="774"/>
                </a:lnTo>
                <a:lnTo>
                  <a:pt x="147" y="774"/>
                </a:lnTo>
                <a:lnTo>
                  <a:pt x="147" y="775"/>
                </a:lnTo>
                <a:lnTo>
                  <a:pt x="147" y="776"/>
                </a:lnTo>
                <a:lnTo>
                  <a:pt x="146" y="776"/>
                </a:lnTo>
                <a:lnTo>
                  <a:pt x="145" y="776"/>
                </a:lnTo>
                <a:lnTo>
                  <a:pt x="144" y="776"/>
                </a:lnTo>
                <a:lnTo>
                  <a:pt x="143" y="776"/>
                </a:lnTo>
                <a:lnTo>
                  <a:pt x="142" y="776"/>
                </a:lnTo>
                <a:lnTo>
                  <a:pt x="141" y="776"/>
                </a:lnTo>
                <a:lnTo>
                  <a:pt x="140" y="775"/>
                </a:lnTo>
                <a:lnTo>
                  <a:pt x="139" y="775"/>
                </a:lnTo>
                <a:lnTo>
                  <a:pt x="139" y="776"/>
                </a:lnTo>
                <a:lnTo>
                  <a:pt x="138" y="776"/>
                </a:lnTo>
                <a:lnTo>
                  <a:pt x="137" y="776"/>
                </a:lnTo>
                <a:lnTo>
                  <a:pt x="137" y="775"/>
                </a:lnTo>
                <a:lnTo>
                  <a:pt x="136" y="775"/>
                </a:lnTo>
                <a:lnTo>
                  <a:pt x="136" y="774"/>
                </a:lnTo>
                <a:lnTo>
                  <a:pt x="136" y="773"/>
                </a:lnTo>
                <a:lnTo>
                  <a:pt x="135" y="773"/>
                </a:lnTo>
                <a:lnTo>
                  <a:pt x="134" y="773"/>
                </a:lnTo>
                <a:lnTo>
                  <a:pt x="133" y="773"/>
                </a:lnTo>
                <a:lnTo>
                  <a:pt x="133" y="774"/>
                </a:lnTo>
                <a:lnTo>
                  <a:pt x="132" y="774"/>
                </a:lnTo>
                <a:lnTo>
                  <a:pt x="131" y="774"/>
                </a:lnTo>
                <a:lnTo>
                  <a:pt x="130" y="774"/>
                </a:lnTo>
                <a:lnTo>
                  <a:pt x="130" y="775"/>
                </a:lnTo>
                <a:lnTo>
                  <a:pt x="129" y="775"/>
                </a:lnTo>
                <a:lnTo>
                  <a:pt x="128" y="775"/>
                </a:lnTo>
                <a:lnTo>
                  <a:pt x="127" y="774"/>
                </a:lnTo>
                <a:lnTo>
                  <a:pt x="126" y="774"/>
                </a:lnTo>
                <a:lnTo>
                  <a:pt x="126" y="775"/>
                </a:lnTo>
                <a:lnTo>
                  <a:pt x="125" y="775"/>
                </a:lnTo>
                <a:lnTo>
                  <a:pt x="124" y="775"/>
                </a:lnTo>
                <a:lnTo>
                  <a:pt x="124" y="776"/>
                </a:lnTo>
                <a:lnTo>
                  <a:pt x="123" y="776"/>
                </a:lnTo>
                <a:lnTo>
                  <a:pt x="122" y="776"/>
                </a:lnTo>
                <a:lnTo>
                  <a:pt x="121" y="776"/>
                </a:lnTo>
                <a:lnTo>
                  <a:pt x="121" y="777"/>
                </a:lnTo>
                <a:lnTo>
                  <a:pt x="120" y="777"/>
                </a:lnTo>
                <a:lnTo>
                  <a:pt x="119" y="777"/>
                </a:lnTo>
                <a:lnTo>
                  <a:pt x="118" y="777"/>
                </a:lnTo>
                <a:lnTo>
                  <a:pt x="118" y="776"/>
                </a:lnTo>
                <a:lnTo>
                  <a:pt x="119" y="776"/>
                </a:lnTo>
                <a:lnTo>
                  <a:pt x="119" y="775"/>
                </a:lnTo>
                <a:lnTo>
                  <a:pt x="119" y="774"/>
                </a:lnTo>
                <a:lnTo>
                  <a:pt x="118" y="774"/>
                </a:lnTo>
                <a:lnTo>
                  <a:pt x="117" y="774"/>
                </a:lnTo>
                <a:lnTo>
                  <a:pt x="117" y="773"/>
                </a:lnTo>
                <a:lnTo>
                  <a:pt x="116" y="773"/>
                </a:lnTo>
                <a:lnTo>
                  <a:pt x="115" y="773"/>
                </a:lnTo>
                <a:lnTo>
                  <a:pt x="114" y="772"/>
                </a:lnTo>
                <a:lnTo>
                  <a:pt x="113" y="772"/>
                </a:lnTo>
                <a:lnTo>
                  <a:pt x="113" y="771"/>
                </a:lnTo>
                <a:lnTo>
                  <a:pt x="113" y="770"/>
                </a:lnTo>
                <a:lnTo>
                  <a:pt x="112" y="770"/>
                </a:lnTo>
                <a:lnTo>
                  <a:pt x="111" y="771"/>
                </a:lnTo>
                <a:lnTo>
                  <a:pt x="111" y="770"/>
                </a:lnTo>
                <a:lnTo>
                  <a:pt x="110" y="770"/>
                </a:lnTo>
                <a:lnTo>
                  <a:pt x="109" y="770"/>
                </a:lnTo>
                <a:lnTo>
                  <a:pt x="108" y="770"/>
                </a:lnTo>
                <a:lnTo>
                  <a:pt x="107" y="770"/>
                </a:lnTo>
                <a:lnTo>
                  <a:pt x="107" y="769"/>
                </a:lnTo>
                <a:lnTo>
                  <a:pt x="106" y="769"/>
                </a:lnTo>
                <a:lnTo>
                  <a:pt x="106" y="768"/>
                </a:lnTo>
                <a:lnTo>
                  <a:pt x="105" y="767"/>
                </a:lnTo>
                <a:lnTo>
                  <a:pt x="105" y="766"/>
                </a:lnTo>
                <a:lnTo>
                  <a:pt x="104" y="766"/>
                </a:lnTo>
                <a:lnTo>
                  <a:pt x="103" y="767"/>
                </a:lnTo>
                <a:lnTo>
                  <a:pt x="103" y="768"/>
                </a:lnTo>
                <a:lnTo>
                  <a:pt x="102" y="768"/>
                </a:lnTo>
                <a:lnTo>
                  <a:pt x="102" y="767"/>
                </a:lnTo>
                <a:lnTo>
                  <a:pt x="100" y="767"/>
                </a:lnTo>
                <a:lnTo>
                  <a:pt x="100" y="766"/>
                </a:lnTo>
                <a:lnTo>
                  <a:pt x="100" y="765"/>
                </a:lnTo>
                <a:lnTo>
                  <a:pt x="100" y="764"/>
                </a:lnTo>
                <a:lnTo>
                  <a:pt x="99" y="764"/>
                </a:lnTo>
                <a:lnTo>
                  <a:pt x="99" y="765"/>
                </a:lnTo>
                <a:lnTo>
                  <a:pt x="98" y="765"/>
                </a:lnTo>
                <a:lnTo>
                  <a:pt x="97" y="765"/>
                </a:lnTo>
                <a:lnTo>
                  <a:pt x="97" y="764"/>
                </a:lnTo>
                <a:lnTo>
                  <a:pt x="96" y="764"/>
                </a:lnTo>
                <a:lnTo>
                  <a:pt x="95" y="764"/>
                </a:lnTo>
                <a:lnTo>
                  <a:pt x="94" y="764"/>
                </a:lnTo>
                <a:lnTo>
                  <a:pt x="94" y="763"/>
                </a:lnTo>
                <a:lnTo>
                  <a:pt x="94" y="762"/>
                </a:lnTo>
                <a:lnTo>
                  <a:pt x="93" y="762"/>
                </a:lnTo>
                <a:lnTo>
                  <a:pt x="93" y="761"/>
                </a:lnTo>
                <a:lnTo>
                  <a:pt x="91" y="761"/>
                </a:lnTo>
                <a:lnTo>
                  <a:pt x="91" y="762"/>
                </a:lnTo>
                <a:lnTo>
                  <a:pt x="91" y="761"/>
                </a:lnTo>
                <a:lnTo>
                  <a:pt x="90" y="761"/>
                </a:lnTo>
                <a:lnTo>
                  <a:pt x="89" y="761"/>
                </a:lnTo>
                <a:lnTo>
                  <a:pt x="89" y="762"/>
                </a:lnTo>
                <a:lnTo>
                  <a:pt x="88" y="762"/>
                </a:lnTo>
                <a:lnTo>
                  <a:pt x="87" y="762"/>
                </a:lnTo>
                <a:lnTo>
                  <a:pt x="87" y="761"/>
                </a:lnTo>
                <a:lnTo>
                  <a:pt x="86" y="761"/>
                </a:lnTo>
                <a:lnTo>
                  <a:pt x="85" y="760"/>
                </a:lnTo>
                <a:lnTo>
                  <a:pt x="84" y="760"/>
                </a:lnTo>
                <a:lnTo>
                  <a:pt x="83" y="760"/>
                </a:lnTo>
                <a:lnTo>
                  <a:pt x="83" y="761"/>
                </a:lnTo>
                <a:lnTo>
                  <a:pt x="82" y="761"/>
                </a:lnTo>
                <a:lnTo>
                  <a:pt x="81" y="760"/>
                </a:lnTo>
                <a:lnTo>
                  <a:pt x="80" y="759"/>
                </a:lnTo>
                <a:lnTo>
                  <a:pt x="79" y="759"/>
                </a:lnTo>
                <a:lnTo>
                  <a:pt x="78" y="760"/>
                </a:lnTo>
                <a:lnTo>
                  <a:pt x="78" y="761"/>
                </a:lnTo>
                <a:lnTo>
                  <a:pt x="79" y="761"/>
                </a:lnTo>
                <a:lnTo>
                  <a:pt x="78" y="761"/>
                </a:lnTo>
                <a:lnTo>
                  <a:pt x="78" y="762"/>
                </a:lnTo>
                <a:lnTo>
                  <a:pt x="77" y="762"/>
                </a:lnTo>
                <a:lnTo>
                  <a:pt x="76" y="762"/>
                </a:lnTo>
                <a:lnTo>
                  <a:pt x="75" y="762"/>
                </a:lnTo>
                <a:lnTo>
                  <a:pt x="75" y="761"/>
                </a:lnTo>
                <a:lnTo>
                  <a:pt x="75" y="760"/>
                </a:lnTo>
                <a:lnTo>
                  <a:pt x="75" y="759"/>
                </a:lnTo>
                <a:lnTo>
                  <a:pt x="74" y="759"/>
                </a:lnTo>
                <a:lnTo>
                  <a:pt x="73" y="759"/>
                </a:lnTo>
                <a:lnTo>
                  <a:pt x="72" y="758"/>
                </a:lnTo>
                <a:lnTo>
                  <a:pt x="71" y="758"/>
                </a:lnTo>
                <a:lnTo>
                  <a:pt x="70" y="758"/>
                </a:lnTo>
                <a:lnTo>
                  <a:pt x="70" y="759"/>
                </a:lnTo>
                <a:lnTo>
                  <a:pt x="69" y="759"/>
                </a:lnTo>
                <a:lnTo>
                  <a:pt x="69" y="758"/>
                </a:lnTo>
                <a:lnTo>
                  <a:pt x="69" y="759"/>
                </a:lnTo>
                <a:lnTo>
                  <a:pt x="68" y="759"/>
                </a:lnTo>
                <a:lnTo>
                  <a:pt x="68" y="758"/>
                </a:lnTo>
                <a:lnTo>
                  <a:pt x="67" y="758"/>
                </a:lnTo>
                <a:lnTo>
                  <a:pt x="66" y="758"/>
                </a:lnTo>
                <a:lnTo>
                  <a:pt x="66" y="759"/>
                </a:lnTo>
                <a:lnTo>
                  <a:pt x="65" y="759"/>
                </a:lnTo>
                <a:lnTo>
                  <a:pt x="63" y="759"/>
                </a:lnTo>
                <a:lnTo>
                  <a:pt x="63" y="758"/>
                </a:lnTo>
                <a:lnTo>
                  <a:pt x="63" y="757"/>
                </a:lnTo>
                <a:lnTo>
                  <a:pt x="62" y="756"/>
                </a:lnTo>
                <a:lnTo>
                  <a:pt x="61" y="756"/>
                </a:lnTo>
                <a:lnTo>
                  <a:pt x="61" y="755"/>
                </a:lnTo>
                <a:lnTo>
                  <a:pt x="62" y="755"/>
                </a:lnTo>
                <a:lnTo>
                  <a:pt x="62" y="754"/>
                </a:lnTo>
                <a:lnTo>
                  <a:pt x="63" y="754"/>
                </a:lnTo>
                <a:lnTo>
                  <a:pt x="63" y="753"/>
                </a:lnTo>
                <a:lnTo>
                  <a:pt x="63" y="752"/>
                </a:lnTo>
                <a:lnTo>
                  <a:pt x="62" y="752"/>
                </a:lnTo>
                <a:lnTo>
                  <a:pt x="61" y="752"/>
                </a:lnTo>
                <a:lnTo>
                  <a:pt x="60" y="752"/>
                </a:lnTo>
                <a:lnTo>
                  <a:pt x="60" y="753"/>
                </a:lnTo>
                <a:lnTo>
                  <a:pt x="60" y="752"/>
                </a:lnTo>
                <a:lnTo>
                  <a:pt x="60" y="751"/>
                </a:lnTo>
                <a:lnTo>
                  <a:pt x="60" y="750"/>
                </a:lnTo>
                <a:lnTo>
                  <a:pt x="60" y="749"/>
                </a:lnTo>
                <a:lnTo>
                  <a:pt x="59" y="749"/>
                </a:lnTo>
                <a:lnTo>
                  <a:pt x="58" y="749"/>
                </a:lnTo>
                <a:lnTo>
                  <a:pt x="58" y="750"/>
                </a:lnTo>
                <a:lnTo>
                  <a:pt x="57" y="750"/>
                </a:lnTo>
                <a:lnTo>
                  <a:pt x="57" y="749"/>
                </a:lnTo>
                <a:lnTo>
                  <a:pt x="56" y="749"/>
                </a:lnTo>
                <a:lnTo>
                  <a:pt x="55" y="748"/>
                </a:lnTo>
                <a:lnTo>
                  <a:pt x="54" y="749"/>
                </a:lnTo>
                <a:lnTo>
                  <a:pt x="55" y="750"/>
                </a:lnTo>
                <a:lnTo>
                  <a:pt x="56" y="750"/>
                </a:lnTo>
                <a:lnTo>
                  <a:pt x="57" y="751"/>
                </a:lnTo>
                <a:lnTo>
                  <a:pt x="57" y="752"/>
                </a:lnTo>
                <a:lnTo>
                  <a:pt x="56" y="754"/>
                </a:lnTo>
                <a:lnTo>
                  <a:pt x="56" y="753"/>
                </a:lnTo>
                <a:lnTo>
                  <a:pt x="55" y="753"/>
                </a:lnTo>
                <a:lnTo>
                  <a:pt x="55" y="752"/>
                </a:lnTo>
                <a:lnTo>
                  <a:pt x="54" y="751"/>
                </a:lnTo>
                <a:lnTo>
                  <a:pt x="53" y="749"/>
                </a:lnTo>
                <a:lnTo>
                  <a:pt x="52" y="749"/>
                </a:lnTo>
                <a:lnTo>
                  <a:pt x="52" y="748"/>
                </a:lnTo>
                <a:lnTo>
                  <a:pt x="51" y="748"/>
                </a:lnTo>
                <a:lnTo>
                  <a:pt x="51" y="749"/>
                </a:lnTo>
                <a:lnTo>
                  <a:pt x="51" y="750"/>
                </a:lnTo>
                <a:lnTo>
                  <a:pt x="52" y="750"/>
                </a:lnTo>
                <a:lnTo>
                  <a:pt x="52" y="751"/>
                </a:lnTo>
                <a:lnTo>
                  <a:pt x="51" y="751"/>
                </a:lnTo>
                <a:lnTo>
                  <a:pt x="50" y="751"/>
                </a:lnTo>
                <a:lnTo>
                  <a:pt x="50" y="752"/>
                </a:lnTo>
                <a:lnTo>
                  <a:pt x="50" y="753"/>
                </a:lnTo>
                <a:lnTo>
                  <a:pt x="48" y="754"/>
                </a:lnTo>
                <a:lnTo>
                  <a:pt x="47" y="754"/>
                </a:lnTo>
                <a:lnTo>
                  <a:pt x="47" y="753"/>
                </a:lnTo>
                <a:lnTo>
                  <a:pt x="45" y="750"/>
                </a:lnTo>
                <a:lnTo>
                  <a:pt x="45" y="749"/>
                </a:lnTo>
                <a:lnTo>
                  <a:pt x="44" y="749"/>
                </a:lnTo>
                <a:lnTo>
                  <a:pt x="43" y="749"/>
                </a:lnTo>
                <a:lnTo>
                  <a:pt x="42" y="749"/>
                </a:lnTo>
                <a:lnTo>
                  <a:pt x="41" y="749"/>
                </a:lnTo>
                <a:lnTo>
                  <a:pt x="41" y="750"/>
                </a:lnTo>
                <a:lnTo>
                  <a:pt x="41" y="751"/>
                </a:lnTo>
                <a:lnTo>
                  <a:pt x="42" y="751"/>
                </a:lnTo>
                <a:lnTo>
                  <a:pt x="42" y="752"/>
                </a:lnTo>
                <a:lnTo>
                  <a:pt x="41" y="752"/>
                </a:lnTo>
                <a:lnTo>
                  <a:pt x="40" y="751"/>
                </a:lnTo>
                <a:lnTo>
                  <a:pt x="39" y="751"/>
                </a:lnTo>
                <a:lnTo>
                  <a:pt x="38" y="751"/>
                </a:lnTo>
                <a:lnTo>
                  <a:pt x="38" y="752"/>
                </a:lnTo>
                <a:lnTo>
                  <a:pt x="37" y="752"/>
                </a:lnTo>
                <a:lnTo>
                  <a:pt x="37" y="751"/>
                </a:lnTo>
                <a:lnTo>
                  <a:pt x="36" y="750"/>
                </a:lnTo>
                <a:lnTo>
                  <a:pt x="35" y="750"/>
                </a:lnTo>
                <a:lnTo>
                  <a:pt x="34" y="749"/>
                </a:lnTo>
                <a:lnTo>
                  <a:pt x="32" y="749"/>
                </a:lnTo>
                <a:lnTo>
                  <a:pt x="32" y="748"/>
                </a:lnTo>
                <a:lnTo>
                  <a:pt x="31" y="748"/>
                </a:lnTo>
                <a:lnTo>
                  <a:pt x="31" y="747"/>
                </a:lnTo>
                <a:lnTo>
                  <a:pt x="30" y="747"/>
                </a:lnTo>
                <a:lnTo>
                  <a:pt x="30" y="748"/>
                </a:lnTo>
                <a:lnTo>
                  <a:pt x="30" y="749"/>
                </a:lnTo>
                <a:lnTo>
                  <a:pt x="29" y="748"/>
                </a:lnTo>
                <a:lnTo>
                  <a:pt x="29" y="747"/>
                </a:lnTo>
                <a:lnTo>
                  <a:pt x="30" y="747"/>
                </a:lnTo>
                <a:lnTo>
                  <a:pt x="30" y="746"/>
                </a:lnTo>
                <a:lnTo>
                  <a:pt x="28" y="746"/>
                </a:lnTo>
                <a:lnTo>
                  <a:pt x="28" y="744"/>
                </a:lnTo>
                <a:lnTo>
                  <a:pt x="27" y="742"/>
                </a:lnTo>
                <a:lnTo>
                  <a:pt x="26" y="741"/>
                </a:lnTo>
                <a:lnTo>
                  <a:pt x="26" y="740"/>
                </a:lnTo>
                <a:lnTo>
                  <a:pt x="25" y="740"/>
                </a:lnTo>
                <a:lnTo>
                  <a:pt x="24" y="741"/>
                </a:lnTo>
                <a:lnTo>
                  <a:pt x="23" y="741"/>
                </a:lnTo>
                <a:lnTo>
                  <a:pt x="21" y="740"/>
                </a:lnTo>
                <a:lnTo>
                  <a:pt x="20" y="739"/>
                </a:lnTo>
                <a:lnTo>
                  <a:pt x="19" y="738"/>
                </a:lnTo>
                <a:lnTo>
                  <a:pt x="18" y="737"/>
                </a:lnTo>
                <a:lnTo>
                  <a:pt x="18" y="736"/>
                </a:lnTo>
                <a:lnTo>
                  <a:pt x="17" y="736"/>
                </a:lnTo>
                <a:lnTo>
                  <a:pt x="16" y="736"/>
                </a:lnTo>
                <a:lnTo>
                  <a:pt x="14" y="737"/>
                </a:lnTo>
                <a:lnTo>
                  <a:pt x="13" y="737"/>
                </a:lnTo>
                <a:lnTo>
                  <a:pt x="13" y="735"/>
                </a:lnTo>
                <a:lnTo>
                  <a:pt x="13" y="734"/>
                </a:lnTo>
                <a:lnTo>
                  <a:pt x="13" y="733"/>
                </a:lnTo>
                <a:lnTo>
                  <a:pt x="11" y="733"/>
                </a:lnTo>
                <a:lnTo>
                  <a:pt x="10" y="732"/>
                </a:lnTo>
                <a:lnTo>
                  <a:pt x="10" y="730"/>
                </a:lnTo>
                <a:lnTo>
                  <a:pt x="11" y="728"/>
                </a:lnTo>
                <a:lnTo>
                  <a:pt x="10" y="728"/>
                </a:lnTo>
                <a:lnTo>
                  <a:pt x="9" y="727"/>
                </a:lnTo>
                <a:lnTo>
                  <a:pt x="9" y="726"/>
                </a:lnTo>
                <a:lnTo>
                  <a:pt x="11" y="726"/>
                </a:lnTo>
                <a:lnTo>
                  <a:pt x="12" y="726"/>
                </a:lnTo>
                <a:lnTo>
                  <a:pt x="12" y="727"/>
                </a:lnTo>
                <a:lnTo>
                  <a:pt x="13" y="727"/>
                </a:lnTo>
                <a:lnTo>
                  <a:pt x="13" y="726"/>
                </a:lnTo>
                <a:lnTo>
                  <a:pt x="14" y="726"/>
                </a:lnTo>
                <a:lnTo>
                  <a:pt x="14" y="725"/>
                </a:lnTo>
                <a:lnTo>
                  <a:pt x="14" y="724"/>
                </a:lnTo>
                <a:lnTo>
                  <a:pt x="13" y="724"/>
                </a:lnTo>
                <a:lnTo>
                  <a:pt x="10" y="721"/>
                </a:lnTo>
                <a:lnTo>
                  <a:pt x="9" y="721"/>
                </a:lnTo>
                <a:lnTo>
                  <a:pt x="8" y="720"/>
                </a:lnTo>
                <a:lnTo>
                  <a:pt x="9" y="719"/>
                </a:lnTo>
                <a:lnTo>
                  <a:pt x="9" y="718"/>
                </a:lnTo>
                <a:lnTo>
                  <a:pt x="9" y="717"/>
                </a:lnTo>
                <a:lnTo>
                  <a:pt x="10" y="717"/>
                </a:lnTo>
                <a:lnTo>
                  <a:pt x="9" y="717"/>
                </a:lnTo>
                <a:lnTo>
                  <a:pt x="7" y="717"/>
                </a:lnTo>
                <a:lnTo>
                  <a:pt x="3" y="715"/>
                </a:lnTo>
                <a:lnTo>
                  <a:pt x="2" y="715"/>
                </a:lnTo>
                <a:lnTo>
                  <a:pt x="2" y="714"/>
                </a:lnTo>
                <a:lnTo>
                  <a:pt x="2" y="713"/>
                </a:lnTo>
                <a:lnTo>
                  <a:pt x="2" y="712"/>
                </a:lnTo>
                <a:lnTo>
                  <a:pt x="3" y="711"/>
                </a:lnTo>
                <a:lnTo>
                  <a:pt x="4" y="711"/>
                </a:lnTo>
                <a:lnTo>
                  <a:pt x="4" y="710"/>
                </a:lnTo>
                <a:lnTo>
                  <a:pt x="5" y="709"/>
                </a:lnTo>
                <a:lnTo>
                  <a:pt x="6" y="708"/>
                </a:lnTo>
                <a:lnTo>
                  <a:pt x="5" y="706"/>
                </a:lnTo>
                <a:lnTo>
                  <a:pt x="4" y="706"/>
                </a:lnTo>
                <a:lnTo>
                  <a:pt x="3" y="707"/>
                </a:lnTo>
                <a:lnTo>
                  <a:pt x="2" y="707"/>
                </a:lnTo>
                <a:lnTo>
                  <a:pt x="1" y="707"/>
                </a:lnTo>
                <a:lnTo>
                  <a:pt x="0" y="706"/>
                </a:lnTo>
                <a:lnTo>
                  <a:pt x="1" y="705"/>
                </a:lnTo>
                <a:lnTo>
                  <a:pt x="2" y="703"/>
                </a:lnTo>
                <a:lnTo>
                  <a:pt x="3" y="703"/>
                </a:lnTo>
                <a:lnTo>
                  <a:pt x="4" y="703"/>
                </a:lnTo>
                <a:lnTo>
                  <a:pt x="5" y="703"/>
                </a:lnTo>
                <a:lnTo>
                  <a:pt x="6" y="704"/>
                </a:lnTo>
                <a:lnTo>
                  <a:pt x="7" y="704"/>
                </a:lnTo>
                <a:lnTo>
                  <a:pt x="8" y="703"/>
                </a:lnTo>
                <a:lnTo>
                  <a:pt x="9" y="703"/>
                </a:lnTo>
                <a:lnTo>
                  <a:pt x="9" y="702"/>
                </a:lnTo>
                <a:lnTo>
                  <a:pt x="8" y="702"/>
                </a:lnTo>
                <a:lnTo>
                  <a:pt x="8" y="701"/>
                </a:lnTo>
                <a:lnTo>
                  <a:pt x="12" y="700"/>
                </a:lnTo>
                <a:lnTo>
                  <a:pt x="12" y="701"/>
                </a:lnTo>
                <a:lnTo>
                  <a:pt x="13" y="701"/>
                </a:lnTo>
                <a:lnTo>
                  <a:pt x="14" y="701"/>
                </a:lnTo>
                <a:lnTo>
                  <a:pt x="15" y="701"/>
                </a:lnTo>
                <a:lnTo>
                  <a:pt x="16" y="701"/>
                </a:lnTo>
                <a:lnTo>
                  <a:pt x="19" y="698"/>
                </a:lnTo>
                <a:lnTo>
                  <a:pt x="21" y="697"/>
                </a:lnTo>
                <a:lnTo>
                  <a:pt x="22" y="697"/>
                </a:lnTo>
                <a:lnTo>
                  <a:pt x="23" y="696"/>
                </a:lnTo>
                <a:lnTo>
                  <a:pt x="22" y="695"/>
                </a:lnTo>
                <a:lnTo>
                  <a:pt x="23" y="693"/>
                </a:lnTo>
                <a:lnTo>
                  <a:pt x="23" y="692"/>
                </a:lnTo>
                <a:lnTo>
                  <a:pt x="23" y="690"/>
                </a:lnTo>
                <a:lnTo>
                  <a:pt x="23" y="689"/>
                </a:lnTo>
                <a:lnTo>
                  <a:pt x="24" y="687"/>
                </a:lnTo>
                <a:lnTo>
                  <a:pt x="24" y="686"/>
                </a:lnTo>
                <a:lnTo>
                  <a:pt x="25" y="685"/>
                </a:lnTo>
                <a:lnTo>
                  <a:pt x="26" y="685"/>
                </a:lnTo>
                <a:lnTo>
                  <a:pt x="28" y="686"/>
                </a:lnTo>
                <a:lnTo>
                  <a:pt x="29" y="686"/>
                </a:lnTo>
                <a:lnTo>
                  <a:pt x="29" y="687"/>
                </a:lnTo>
                <a:lnTo>
                  <a:pt x="29" y="688"/>
                </a:lnTo>
                <a:lnTo>
                  <a:pt x="28" y="688"/>
                </a:lnTo>
                <a:lnTo>
                  <a:pt x="29" y="690"/>
                </a:lnTo>
                <a:lnTo>
                  <a:pt x="30" y="690"/>
                </a:lnTo>
                <a:lnTo>
                  <a:pt x="31" y="690"/>
                </a:lnTo>
                <a:lnTo>
                  <a:pt x="31" y="689"/>
                </a:lnTo>
                <a:lnTo>
                  <a:pt x="31" y="688"/>
                </a:lnTo>
                <a:lnTo>
                  <a:pt x="34" y="687"/>
                </a:lnTo>
                <a:lnTo>
                  <a:pt x="35" y="687"/>
                </a:lnTo>
                <a:lnTo>
                  <a:pt x="35" y="686"/>
                </a:lnTo>
                <a:lnTo>
                  <a:pt x="36" y="686"/>
                </a:lnTo>
                <a:lnTo>
                  <a:pt x="35" y="685"/>
                </a:lnTo>
                <a:lnTo>
                  <a:pt x="34" y="682"/>
                </a:lnTo>
                <a:lnTo>
                  <a:pt x="32" y="680"/>
                </a:lnTo>
                <a:lnTo>
                  <a:pt x="32" y="679"/>
                </a:lnTo>
                <a:lnTo>
                  <a:pt x="31" y="677"/>
                </a:lnTo>
                <a:lnTo>
                  <a:pt x="32" y="677"/>
                </a:lnTo>
                <a:lnTo>
                  <a:pt x="32" y="676"/>
                </a:lnTo>
                <a:lnTo>
                  <a:pt x="34" y="674"/>
                </a:lnTo>
                <a:lnTo>
                  <a:pt x="35" y="673"/>
                </a:lnTo>
                <a:lnTo>
                  <a:pt x="35" y="672"/>
                </a:lnTo>
                <a:lnTo>
                  <a:pt x="34" y="672"/>
                </a:lnTo>
                <a:lnTo>
                  <a:pt x="34" y="671"/>
                </a:lnTo>
                <a:lnTo>
                  <a:pt x="33" y="671"/>
                </a:lnTo>
                <a:lnTo>
                  <a:pt x="32" y="670"/>
                </a:lnTo>
                <a:lnTo>
                  <a:pt x="33" y="668"/>
                </a:lnTo>
                <a:lnTo>
                  <a:pt x="34" y="668"/>
                </a:lnTo>
                <a:lnTo>
                  <a:pt x="34" y="667"/>
                </a:lnTo>
                <a:lnTo>
                  <a:pt x="35" y="667"/>
                </a:lnTo>
                <a:lnTo>
                  <a:pt x="35" y="666"/>
                </a:lnTo>
                <a:lnTo>
                  <a:pt x="34" y="665"/>
                </a:lnTo>
                <a:lnTo>
                  <a:pt x="33" y="665"/>
                </a:lnTo>
                <a:lnTo>
                  <a:pt x="32" y="663"/>
                </a:lnTo>
                <a:lnTo>
                  <a:pt x="31" y="663"/>
                </a:lnTo>
                <a:lnTo>
                  <a:pt x="32" y="662"/>
                </a:lnTo>
                <a:lnTo>
                  <a:pt x="32" y="661"/>
                </a:lnTo>
                <a:lnTo>
                  <a:pt x="32" y="660"/>
                </a:lnTo>
                <a:lnTo>
                  <a:pt x="33" y="660"/>
                </a:lnTo>
                <a:lnTo>
                  <a:pt x="33" y="659"/>
                </a:lnTo>
                <a:lnTo>
                  <a:pt x="33" y="657"/>
                </a:lnTo>
                <a:lnTo>
                  <a:pt x="33" y="656"/>
                </a:lnTo>
                <a:lnTo>
                  <a:pt x="33" y="655"/>
                </a:lnTo>
                <a:lnTo>
                  <a:pt x="33" y="654"/>
                </a:lnTo>
                <a:lnTo>
                  <a:pt x="33" y="653"/>
                </a:lnTo>
                <a:lnTo>
                  <a:pt x="34" y="653"/>
                </a:lnTo>
                <a:lnTo>
                  <a:pt x="35" y="653"/>
                </a:lnTo>
                <a:lnTo>
                  <a:pt x="36" y="653"/>
                </a:lnTo>
                <a:lnTo>
                  <a:pt x="36" y="652"/>
                </a:lnTo>
                <a:lnTo>
                  <a:pt x="37" y="652"/>
                </a:lnTo>
                <a:lnTo>
                  <a:pt x="38" y="651"/>
                </a:lnTo>
                <a:lnTo>
                  <a:pt x="39" y="651"/>
                </a:lnTo>
                <a:lnTo>
                  <a:pt x="39" y="650"/>
                </a:lnTo>
                <a:lnTo>
                  <a:pt x="39" y="649"/>
                </a:lnTo>
                <a:lnTo>
                  <a:pt x="41" y="647"/>
                </a:lnTo>
                <a:lnTo>
                  <a:pt x="43" y="645"/>
                </a:lnTo>
                <a:lnTo>
                  <a:pt x="44" y="642"/>
                </a:lnTo>
                <a:lnTo>
                  <a:pt x="45" y="641"/>
                </a:lnTo>
                <a:lnTo>
                  <a:pt x="44" y="641"/>
                </a:lnTo>
                <a:lnTo>
                  <a:pt x="45" y="639"/>
                </a:lnTo>
                <a:lnTo>
                  <a:pt x="46" y="639"/>
                </a:lnTo>
                <a:lnTo>
                  <a:pt x="46" y="635"/>
                </a:lnTo>
                <a:lnTo>
                  <a:pt x="46" y="634"/>
                </a:lnTo>
                <a:lnTo>
                  <a:pt x="47" y="634"/>
                </a:lnTo>
                <a:lnTo>
                  <a:pt x="47" y="633"/>
                </a:lnTo>
                <a:lnTo>
                  <a:pt x="48" y="632"/>
                </a:lnTo>
                <a:lnTo>
                  <a:pt x="48" y="631"/>
                </a:lnTo>
                <a:lnTo>
                  <a:pt x="49" y="631"/>
                </a:lnTo>
                <a:lnTo>
                  <a:pt x="49" y="630"/>
                </a:lnTo>
                <a:lnTo>
                  <a:pt x="51" y="631"/>
                </a:lnTo>
                <a:lnTo>
                  <a:pt x="52" y="631"/>
                </a:lnTo>
                <a:lnTo>
                  <a:pt x="52" y="630"/>
                </a:lnTo>
                <a:lnTo>
                  <a:pt x="52" y="628"/>
                </a:lnTo>
                <a:lnTo>
                  <a:pt x="52" y="627"/>
                </a:lnTo>
                <a:lnTo>
                  <a:pt x="52" y="626"/>
                </a:lnTo>
                <a:lnTo>
                  <a:pt x="53" y="626"/>
                </a:lnTo>
                <a:lnTo>
                  <a:pt x="53" y="625"/>
                </a:lnTo>
                <a:lnTo>
                  <a:pt x="54" y="624"/>
                </a:lnTo>
                <a:lnTo>
                  <a:pt x="54" y="623"/>
                </a:lnTo>
                <a:lnTo>
                  <a:pt x="56" y="622"/>
                </a:lnTo>
                <a:lnTo>
                  <a:pt x="57" y="621"/>
                </a:lnTo>
                <a:lnTo>
                  <a:pt x="57" y="622"/>
                </a:lnTo>
                <a:lnTo>
                  <a:pt x="58" y="622"/>
                </a:lnTo>
                <a:lnTo>
                  <a:pt x="58" y="621"/>
                </a:lnTo>
                <a:lnTo>
                  <a:pt x="59" y="620"/>
                </a:lnTo>
                <a:lnTo>
                  <a:pt x="60" y="619"/>
                </a:lnTo>
                <a:lnTo>
                  <a:pt x="60" y="618"/>
                </a:lnTo>
                <a:lnTo>
                  <a:pt x="60" y="616"/>
                </a:lnTo>
                <a:lnTo>
                  <a:pt x="60" y="615"/>
                </a:lnTo>
                <a:lnTo>
                  <a:pt x="60" y="614"/>
                </a:lnTo>
                <a:lnTo>
                  <a:pt x="61" y="614"/>
                </a:lnTo>
                <a:lnTo>
                  <a:pt x="62" y="613"/>
                </a:lnTo>
                <a:lnTo>
                  <a:pt x="62" y="612"/>
                </a:lnTo>
                <a:lnTo>
                  <a:pt x="63" y="611"/>
                </a:lnTo>
                <a:lnTo>
                  <a:pt x="63" y="610"/>
                </a:lnTo>
                <a:lnTo>
                  <a:pt x="64" y="610"/>
                </a:lnTo>
                <a:lnTo>
                  <a:pt x="64" y="611"/>
                </a:lnTo>
                <a:lnTo>
                  <a:pt x="64" y="610"/>
                </a:lnTo>
                <a:lnTo>
                  <a:pt x="65" y="609"/>
                </a:lnTo>
                <a:lnTo>
                  <a:pt x="65" y="608"/>
                </a:lnTo>
                <a:lnTo>
                  <a:pt x="65" y="607"/>
                </a:lnTo>
                <a:lnTo>
                  <a:pt x="66" y="607"/>
                </a:lnTo>
                <a:lnTo>
                  <a:pt x="67" y="607"/>
                </a:lnTo>
                <a:lnTo>
                  <a:pt x="67" y="606"/>
                </a:lnTo>
                <a:lnTo>
                  <a:pt x="67" y="605"/>
                </a:lnTo>
                <a:lnTo>
                  <a:pt x="67" y="604"/>
                </a:lnTo>
                <a:lnTo>
                  <a:pt x="68" y="604"/>
                </a:lnTo>
                <a:lnTo>
                  <a:pt x="68" y="603"/>
                </a:lnTo>
                <a:lnTo>
                  <a:pt x="68" y="602"/>
                </a:lnTo>
                <a:lnTo>
                  <a:pt x="69" y="602"/>
                </a:lnTo>
                <a:lnTo>
                  <a:pt x="70" y="601"/>
                </a:lnTo>
                <a:lnTo>
                  <a:pt x="70" y="600"/>
                </a:lnTo>
                <a:lnTo>
                  <a:pt x="70" y="599"/>
                </a:lnTo>
                <a:lnTo>
                  <a:pt x="69" y="598"/>
                </a:lnTo>
                <a:lnTo>
                  <a:pt x="68" y="598"/>
                </a:lnTo>
                <a:lnTo>
                  <a:pt x="69" y="597"/>
                </a:lnTo>
                <a:lnTo>
                  <a:pt x="69" y="596"/>
                </a:lnTo>
                <a:lnTo>
                  <a:pt x="70" y="595"/>
                </a:lnTo>
                <a:lnTo>
                  <a:pt x="71" y="595"/>
                </a:lnTo>
                <a:lnTo>
                  <a:pt x="71" y="594"/>
                </a:lnTo>
                <a:lnTo>
                  <a:pt x="71" y="593"/>
                </a:lnTo>
                <a:lnTo>
                  <a:pt x="71" y="592"/>
                </a:lnTo>
                <a:lnTo>
                  <a:pt x="71" y="591"/>
                </a:lnTo>
                <a:lnTo>
                  <a:pt x="71" y="590"/>
                </a:lnTo>
                <a:lnTo>
                  <a:pt x="71" y="589"/>
                </a:lnTo>
                <a:lnTo>
                  <a:pt x="70" y="589"/>
                </a:lnTo>
                <a:lnTo>
                  <a:pt x="69" y="588"/>
                </a:lnTo>
                <a:lnTo>
                  <a:pt x="69" y="587"/>
                </a:lnTo>
                <a:lnTo>
                  <a:pt x="68" y="587"/>
                </a:lnTo>
                <a:lnTo>
                  <a:pt x="68" y="586"/>
                </a:lnTo>
                <a:lnTo>
                  <a:pt x="67" y="586"/>
                </a:lnTo>
                <a:lnTo>
                  <a:pt x="67" y="587"/>
                </a:lnTo>
                <a:lnTo>
                  <a:pt x="66" y="587"/>
                </a:lnTo>
                <a:lnTo>
                  <a:pt x="66" y="586"/>
                </a:lnTo>
                <a:lnTo>
                  <a:pt x="64" y="586"/>
                </a:lnTo>
                <a:lnTo>
                  <a:pt x="63" y="586"/>
                </a:lnTo>
                <a:lnTo>
                  <a:pt x="63" y="585"/>
                </a:lnTo>
                <a:lnTo>
                  <a:pt x="62" y="585"/>
                </a:lnTo>
                <a:lnTo>
                  <a:pt x="61" y="585"/>
                </a:lnTo>
                <a:lnTo>
                  <a:pt x="60" y="585"/>
                </a:lnTo>
                <a:lnTo>
                  <a:pt x="60" y="586"/>
                </a:lnTo>
                <a:lnTo>
                  <a:pt x="61" y="586"/>
                </a:lnTo>
                <a:lnTo>
                  <a:pt x="60" y="587"/>
                </a:lnTo>
                <a:lnTo>
                  <a:pt x="60" y="586"/>
                </a:lnTo>
                <a:lnTo>
                  <a:pt x="59" y="586"/>
                </a:lnTo>
                <a:lnTo>
                  <a:pt x="58" y="586"/>
                </a:lnTo>
                <a:lnTo>
                  <a:pt x="57" y="587"/>
                </a:lnTo>
                <a:lnTo>
                  <a:pt x="56" y="587"/>
                </a:lnTo>
                <a:lnTo>
                  <a:pt x="56" y="586"/>
                </a:lnTo>
                <a:lnTo>
                  <a:pt x="57" y="583"/>
                </a:lnTo>
                <a:lnTo>
                  <a:pt x="58" y="583"/>
                </a:lnTo>
                <a:lnTo>
                  <a:pt x="59" y="583"/>
                </a:lnTo>
                <a:lnTo>
                  <a:pt x="60" y="583"/>
                </a:lnTo>
                <a:lnTo>
                  <a:pt x="61" y="582"/>
                </a:lnTo>
                <a:lnTo>
                  <a:pt x="61" y="581"/>
                </a:lnTo>
                <a:lnTo>
                  <a:pt x="61" y="580"/>
                </a:lnTo>
                <a:lnTo>
                  <a:pt x="61" y="579"/>
                </a:lnTo>
                <a:lnTo>
                  <a:pt x="61" y="578"/>
                </a:lnTo>
                <a:lnTo>
                  <a:pt x="60" y="578"/>
                </a:lnTo>
                <a:lnTo>
                  <a:pt x="60" y="577"/>
                </a:lnTo>
                <a:lnTo>
                  <a:pt x="59" y="577"/>
                </a:lnTo>
                <a:lnTo>
                  <a:pt x="59" y="576"/>
                </a:lnTo>
                <a:lnTo>
                  <a:pt x="58" y="576"/>
                </a:lnTo>
                <a:lnTo>
                  <a:pt x="58" y="575"/>
                </a:lnTo>
                <a:lnTo>
                  <a:pt x="57" y="574"/>
                </a:lnTo>
                <a:lnTo>
                  <a:pt x="56" y="574"/>
                </a:lnTo>
                <a:lnTo>
                  <a:pt x="54" y="574"/>
                </a:lnTo>
                <a:lnTo>
                  <a:pt x="53" y="573"/>
                </a:lnTo>
                <a:lnTo>
                  <a:pt x="53" y="570"/>
                </a:lnTo>
                <a:lnTo>
                  <a:pt x="54" y="569"/>
                </a:lnTo>
                <a:lnTo>
                  <a:pt x="54" y="567"/>
                </a:lnTo>
                <a:lnTo>
                  <a:pt x="52" y="562"/>
                </a:lnTo>
                <a:lnTo>
                  <a:pt x="51" y="562"/>
                </a:lnTo>
                <a:lnTo>
                  <a:pt x="50" y="562"/>
                </a:lnTo>
                <a:lnTo>
                  <a:pt x="49" y="559"/>
                </a:lnTo>
                <a:lnTo>
                  <a:pt x="49" y="558"/>
                </a:lnTo>
                <a:lnTo>
                  <a:pt x="46" y="554"/>
                </a:lnTo>
                <a:lnTo>
                  <a:pt x="45" y="554"/>
                </a:lnTo>
                <a:lnTo>
                  <a:pt x="45" y="553"/>
                </a:lnTo>
                <a:lnTo>
                  <a:pt x="44" y="554"/>
                </a:lnTo>
                <a:lnTo>
                  <a:pt x="43" y="554"/>
                </a:lnTo>
                <a:lnTo>
                  <a:pt x="43" y="553"/>
                </a:lnTo>
                <a:lnTo>
                  <a:pt x="43" y="552"/>
                </a:lnTo>
                <a:lnTo>
                  <a:pt x="44" y="551"/>
                </a:lnTo>
                <a:lnTo>
                  <a:pt x="44" y="546"/>
                </a:lnTo>
                <a:lnTo>
                  <a:pt x="42" y="543"/>
                </a:lnTo>
                <a:lnTo>
                  <a:pt x="39" y="541"/>
                </a:lnTo>
                <a:lnTo>
                  <a:pt x="38" y="540"/>
                </a:lnTo>
                <a:lnTo>
                  <a:pt x="38" y="539"/>
                </a:lnTo>
                <a:lnTo>
                  <a:pt x="37" y="539"/>
                </a:lnTo>
                <a:lnTo>
                  <a:pt x="37" y="538"/>
                </a:lnTo>
                <a:lnTo>
                  <a:pt x="37" y="537"/>
                </a:lnTo>
                <a:lnTo>
                  <a:pt x="38" y="537"/>
                </a:lnTo>
                <a:lnTo>
                  <a:pt x="38" y="535"/>
                </a:lnTo>
                <a:lnTo>
                  <a:pt x="39" y="533"/>
                </a:lnTo>
                <a:lnTo>
                  <a:pt x="40" y="533"/>
                </a:lnTo>
                <a:lnTo>
                  <a:pt x="39" y="533"/>
                </a:lnTo>
                <a:lnTo>
                  <a:pt x="39" y="532"/>
                </a:lnTo>
                <a:lnTo>
                  <a:pt x="38" y="532"/>
                </a:lnTo>
                <a:lnTo>
                  <a:pt x="37" y="533"/>
                </a:lnTo>
                <a:lnTo>
                  <a:pt x="36" y="533"/>
                </a:lnTo>
                <a:lnTo>
                  <a:pt x="35" y="533"/>
                </a:lnTo>
                <a:lnTo>
                  <a:pt x="34" y="533"/>
                </a:lnTo>
                <a:lnTo>
                  <a:pt x="31" y="532"/>
                </a:lnTo>
                <a:lnTo>
                  <a:pt x="28" y="529"/>
                </a:lnTo>
                <a:lnTo>
                  <a:pt x="27" y="528"/>
                </a:lnTo>
                <a:lnTo>
                  <a:pt x="26" y="528"/>
                </a:lnTo>
                <a:lnTo>
                  <a:pt x="24" y="528"/>
                </a:lnTo>
                <a:lnTo>
                  <a:pt x="22" y="527"/>
                </a:lnTo>
                <a:lnTo>
                  <a:pt x="21" y="526"/>
                </a:lnTo>
                <a:lnTo>
                  <a:pt x="20" y="525"/>
                </a:lnTo>
                <a:lnTo>
                  <a:pt x="20" y="524"/>
                </a:lnTo>
                <a:lnTo>
                  <a:pt x="17" y="525"/>
                </a:lnTo>
                <a:lnTo>
                  <a:pt x="14" y="524"/>
                </a:lnTo>
                <a:lnTo>
                  <a:pt x="13" y="524"/>
                </a:lnTo>
                <a:lnTo>
                  <a:pt x="12" y="524"/>
                </a:lnTo>
                <a:lnTo>
                  <a:pt x="11" y="524"/>
                </a:lnTo>
                <a:lnTo>
                  <a:pt x="9" y="522"/>
                </a:lnTo>
                <a:lnTo>
                  <a:pt x="9" y="521"/>
                </a:lnTo>
                <a:lnTo>
                  <a:pt x="8" y="518"/>
                </a:lnTo>
                <a:lnTo>
                  <a:pt x="9" y="515"/>
                </a:lnTo>
                <a:lnTo>
                  <a:pt x="10" y="514"/>
                </a:lnTo>
                <a:lnTo>
                  <a:pt x="10" y="513"/>
                </a:lnTo>
                <a:lnTo>
                  <a:pt x="11" y="513"/>
                </a:lnTo>
                <a:lnTo>
                  <a:pt x="11" y="512"/>
                </a:lnTo>
                <a:lnTo>
                  <a:pt x="10" y="511"/>
                </a:lnTo>
                <a:lnTo>
                  <a:pt x="9" y="510"/>
                </a:lnTo>
                <a:lnTo>
                  <a:pt x="8" y="510"/>
                </a:lnTo>
                <a:lnTo>
                  <a:pt x="8" y="509"/>
                </a:lnTo>
                <a:lnTo>
                  <a:pt x="7" y="508"/>
                </a:lnTo>
                <a:lnTo>
                  <a:pt x="7" y="507"/>
                </a:lnTo>
                <a:lnTo>
                  <a:pt x="8" y="502"/>
                </a:lnTo>
                <a:lnTo>
                  <a:pt x="9" y="501"/>
                </a:lnTo>
                <a:lnTo>
                  <a:pt x="9" y="502"/>
                </a:lnTo>
                <a:lnTo>
                  <a:pt x="10" y="502"/>
                </a:lnTo>
                <a:lnTo>
                  <a:pt x="11" y="502"/>
                </a:lnTo>
                <a:lnTo>
                  <a:pt x="11" y="500"/>
                </a:lnTo>
                <a:lnTo>
                  <a:pt x="11" y="499"/>
                </a:lnTo>
                <a:lnTo>
                  <a:pt x="12" y="498"/>
                </a:lnTo>
                <a:lnTo>
                  <a:pt x="13" y="498"/>
                </a:lnTo>
                <a:lnTo>
                  <a:pt x="14" y="498"/>
                </a:lnTo>
                <a:lnTo>
                  <a:pt x="14" y="497"/>
                </a:lnTo>
                <a:lnTo>
                  <a:pt x="13" y="497"/>
                </a:lnTo>
                <a:lnTo>
                  <a:pt x="13" y="496"/>
                </a:lnTo>
                <a:lnTo>
                  <a:pt x="12" y="496"/>
                </a:lnTo>
                <a:lnTo>
                  <a:pt x="12" y="495"/>
                </a:lnTo>
                <a:lnTo>
                  <a:pt x="11" y="495"/>
                </a:lnTo>
                <a:lnTo>
                  <a:pt x="10" y="495"/>
                </a:lnTo>
                <a:lnTo>
                  <a:pt x="10" y="494"/>
                </a:lnTo>
                <a:lnTo>
                  <a:pt x="10" y="493"/>
                </a:lnTo>
                <a:lnTo>
                  <a:pt x="10" y="492"/>
                </a:lnTo>
                <a:lnTo>
                  <a:pt x="9" y="491"/>
                </a:lnTo>
                <a:lnTo>
                  <a:pt x="10" y="490"/>
                </a:lnTo>
                <a:lnTo>
                  <a:pt x="11" y="489"/>
                </a:lnTo>
                <a:lnTo>
                  <a:pt x="10" y="488"/>
                </a:lnTo>
                <a:lnTo>
                  <a:pt x="10" y="487"/>
                </a:lnTo>
                <a:lnTo>
                  <a:pt x="10" y="486"/>
                </a:lnTo>
                <a:lnTo>
                  <a:pt x="11" y="485"/>
                </a:lnTo>
                <a:lnTo>
                  <a:pt x="13" y="484"/>
                </a:lnTo>
                <a:lnTo>
                  <a:pt x="14" y="483"/>
                </a:lnTo>
                <a:lnTo>
                  <a:pt x="16" y="481"/>
                </a:lnTo>
                <a:lnTo>
                  <a:pt x="16" y="480"/>
                </a:lnTo>
                <a:lnTo>
                  <a:pt x="15" y="480"/>
                </a:lnTo>
                <a:lnTo>
                  <a:pt x="15" y="479"/>
                </a:lnTo>
                <a:lnTo>
                  <a:pt x="15" y="477"/>
                </a:lnTo>
                <a:lnTo>
                  <a:pt x="16" y="476"/>
                </a:lnTo>
                <a:lnTo>
                  <a:pt x="17" y="475"/>
                </a:lnTo>
                <a:lnTo>
                  <a:pt x="18" y="474"/>
                </a:lnTo>
                <a:lnTo>
                  <a:pt x="21" y="475"/>
                </a:lnTo>
                <a:lnTo>
                  <a:pt x="22" y="475"/>
                </a:lnTo>
                <a:lnTo>
                  <a:pt x="24" y="475"/>
                </a:lnTo>
                <a:lnTo>
                  <a:pt x="25" y="475"/>
                </a:lnTo>
                <a:lnTo>
                  <a:pt x="26" y="474"/>
                </a:lnTo>
                <a:lnTo>
                  <a:pt x="27" y="473"/>
                </a:lnTo>
                <a:lnTo>
                  <a:pt x="27" y="472"/>
                </a:lnTo>
                <a:lnTo>
                  <a:pt x="27" y="471"/>
                </a:lnTo>
                <a:lnTo>
                  <a:pt x="26" y="469"/>
                </a:lnTo>
                <a:lnTo>
                  <a:pt x="26" y="467"/>
                </a:lnTo>
                <a:lnTo>
                  <a:pt x="27" y="467"/>
                </a:lnTo>
                <a:lnTo>
                  <a:pt x="28" y="467"/>
                </a:lnTo>
                <a:lnTo>
                  <a:pt x="29" y="468"/>
                </a:lnTo>
                <a:lnTo>
                  <a:pt x="30" y="469"/>
                </a:lnTo>
                <a:lnTo>
                  <a:pt x="31" y="469"/>
                </a:lnTo>
                <a:lnTo>
                  <a:pt x="32" y="468"/>
                </a:lnTo>
                <a:lnTo>
                  <a:pt x="33" y="467"/>
                </a:lnTo>
                <a:lnTo>
                  <a:pt x="33" y="465"/>
                </a:lnTo>
                <a:lnTo>
                  <a:pt x="35" y="462"/>
                </a:lnTo>
                <a:lnTo>
                  <a:pt x="36" y="461"/>
                </a:lnTo>
                <a:lnTo>
                  <a:pt x="37" y="461"/>
                </a:lnTo>
                <a:lnTo>
                  <a:pt x="37" y="462"/>
                </a:lnTo>
                <a:lnTo>
                  <a:pt x="39" y="462"/>
                </a:lnTo>
                <a:lnTo>
                  <a:pt x="39" y="461"/>
                </a:lnTo>
                <a:lnTo>
                  <a:pt x="39" y="460"/>
                </a:lnTo>
                <a:lnTo>
                  <a:pt x="39" y="459"/>
                </a:lnTo>
                <a:lnTo>
                  <a:pt x="39" y="458"/>
                </a:lnTo>
                <a:lnTo>
                  <a:pt x="40" y="457"/>
                </a:lnTo>
                <a:lnTo>
                  <a:pt x="40" y="456"/>
                </a:lnTo>
                <a:lnTo>
                  <a:pt x="41" y="456"/>
                </a:lnTo>
                <a:lnTo>
                  <a:pt x="42" y="455"/>
                </a:lnTo>
                <a:lnTo>
                  <a:pt x="41" y="453"/>
                </a:lnTo>
                <a:lnTo>
                  <a:pt x="41" y="452"/>
                </a:lnTo>
                <a:lnTo>
                  <a:pt x="40" y="452"/>
                </a:lnTo>
                <a:lnTo>
                  <a:pt x="39" y="452"/>
                </a:lnTo>
                <a:lnTo>
                  <a:pt x="38" y="452"/>
                </a:lnTo>
                <a:lnTo>
                  <a:pt x="37" y="451"/>
                </a:lnTo>
                <a:lnTo>
                  <a:pt x="36" y="451"/>
                </a:lnTo>
                <a:lnTo>
                  <a:pt x="36" y="450"/>
                </a:lnTo>
                <a:lnTo>
                  <a:pt x="36" y="449"/>
                </a:lnTo>
                <a:lnTo>
                  <a:pt x="35" y="449"/>
                </a:lnTo>
                <a:lnTo>
                  <a:pt x="35" y="448"/>
                </a:lnTo>
                <a:lnTo>
                  <a:pt x="34" y="448"/>
                </a:lnTo>
                <a:lnTo>
                  <a:pt x="33" y="446"/>
                </a:lnTo>
                <a:lnTo>
                  <a:pt x="33" y="444"/>
                </a:lnTo>
                <a:lnTo>
                  <a:pt x="33" y="441"/>
                </a:lnTo>
                <a:lnTo>
                  <a:pt x="32" y="440"/>
                </a:lnTo>
                <a:lnTo>
                  <a:pt x="32" y="438"/>
                </a:lnTo>
                <a:lnTo>
                  <a:pt x="32" y="437"/>
                </a:lnTo>
                <a:lnTo>
                  <a:pt x="32" y="436"/>
                </a:lnTo>
                <a:lnTo>
                  <a:pt x="33" y="434"/>
                </a:lnTo>
                <a:lnTo>
                  <a:pt x="34" y="434"/>
                </a:lnTo>
                <a:lnTo>
                  <a:pt x="35" y="434"/>
                </a:lnTo>
                <a:lnTo>
                  <a:pt x="37" y="434"/>
                </a:lnTo>
                <a:lnTo>
                  <a:pt x="37" y="433"/>
                </a:lnTo>
                <a:lnTo>
                  <a:pt x="38" y="432"/>
                </a:lnTo>
                <a:lnTo>
                  <a:pt x="38" y="431"/>
                </a:lnTo>
                <a:lnTo>
                  <a:pt x="40" y="430"/>
                </a:lnTo>
                <a:lnTo>
                  <a:pt x="41" y="430"/>
                </a:lnTo>
                <a:lnTo>
                  <a:pt x="43" y="428"/>
                </a:lnTo>
                <a:lnTo>
                  <a:pt x="44" y="426"/>
                </a:lnTo>
                <a:lnTo>
                  <a:pt x="45" y="425"/>
                </a:lnTo>
                <a:lnTo>
                  <a:pt x="46" y="425"/>
                </a:lnTo>
                <a:lnTo>
                  <a:pt x="47" y="425"/>
                </a:lnTo>
                <a:lnTo>
                  <a:pt x="48" y="425"/>
                </a:lnTo>
                <a:lnTo>
                  <a:pt x="49" y="425"/>
                </a:lnTo>
                <a:lnTo>
                  <a:pt x="50" y="425"/>
                </a:lnTo>
                <a:lnTo>
                  <a:pt x="50" y="424"/>
                </a:lnTo>
                <a:lnTo>
                  <a:pt x="50" y="423"/>
                </a:lnTo>
                <a:lnTo>
                  <a:pt x="51" y="422"/>
                </a:lnTo>
                <a:lnTo>
                  <a:pt x="53" y="421"/>
                </a:lnTo>
                <a:lnTo>
                  <a:pt x="54" y="421"/>
                </a:lnTo>
                <a:lnTo>
                  <a:pt x="54" y="422"/>
                </a:lnTo>
                <a:lnTo>
                  <a:pt x="55" y="422"/>
                </a:lnTo>
                <a:lnTo>
                  <a:pt x="56" y="422"/>
                </a:lnTo>
                <a:lnTo>
                  <a:pt x="56" y="421"/>
                </a:lnTo>
                <a:lnTo>
                  <a:pt x="56" y="420"/>
                </a:lnTo>
                <a:lnTo>
                  <a:pt x="57" y="420"/>
                </a:lnTo>
                <a:lnTo>
                  <a:pt x="57" y="419"/>
                </a:lnTo>
                <a:lnTo>
                  <a:pt x="58" y="419"/>
                </a:lnTo>
                <a:lnTo>
                  <a:pt x="58" y="418"/>
                </a:lnTo>
                <a:lnTo>
                  <a:pt x="60" y="418"/>
                </a:lnTo>
                <a:lnTo>
                  <a:pt x="61" y="418"/>
                </a:lnTo>
                <a:lnTo>
                  <a:pt x="61" y="417"/>
                </a:lnTo>
                <a:lnTo>
                  <a:pt x="62" y="417"/>
                </a:lnTo>
                <a:lnTo>
                  <a:pt x="62" y="418"/>
                </a:lnTo>
                <a:lnTo>
                  <a:pt x="62" y="419"/>
                </a:lnTo>
                <a:lnTo>
                  <a:pt x="63" y="420"/>
                </a:lnTo>
                <a:lnTo>
                  <a:pt x="64" y="421"/>
                </a:lnTo>
                <a:lnTo>
                  <a:pt x="64" y="422"/>
                </a:lnTo>
                <a:lnTo>
                  <a:pt x="63" y="422"/>
                </a:lnTo>
                <a:lnTo>
                  <a:pt x="64" y="422"/>
                </a:lnTo>
                <a:lnTo>
                  <a:pt x="65" y="422"/>
                </a:lnTo>
                <a:lnTo>
                  <a:pt x="66" y="422"/>
                </a:lnTo>
                <a:lnTo>
                  <a:pt x="67" y="423"/>
                </a:lnTo>
                <a:lnTo>
                  <a:pt x="68" y="424"/>
                </a:lnTo>
                <a:lnTo>
                  <a:pt x="68" y="425"/>
                </a:lnTo>
                <a:lnTo>
                  <a:pt x="69" y="426"/>
                </a:lnTo>
                <a:lnTo>
                  <a:pt x="70" y="427"/>
                </a:lnTo>
                <a:lnTo>
                  <a:pt x="71" y="427"/>
                </a:lnTo>
                <a:lnTo>
                  <a:pt x="72" y="427"/>
                </a:lnTo>
                <a:lnTo>
                  <a:pt x="73" y="427"/>
                </a:lnTo>
                <a:lnTo>
                  <a:pt x="74" y="427"/>
                </a:lnTo>
                <a:lnTo>
                  <a:pt x="74" y="426"/>
                </a:lnTo>
                <a:lnTo>
                  <a:pt x="74" y="425"/>
                </a:lnTo>
                <a:lnTo>
                  <a:pt x="75" y="425"/>
                </a:lnTo>
                <a:lnTo>
                  <a:pt x="75" y="426"/>
                </a:lnTo>
                <a:lnTo>
                  <a:pt x="76" y="427"/>
                </a:lnTo>
                <a:lnTo>
                  <a:pt x="77" y="427"/>
                </a:lnTo>
                <a:lnTo>
                  <a:pt x="78" y="427"/>
                </a:lnTo>
                <a:lnTo>
                  <a:pt x="79" y="427"/>
                </a:lnTo>
                <a:lnTo>
                  <a:pt x="79" y="426"/>
                </a:lnTo>
                <a:lnTo>
                  <a:pt x="79" y="425"/>
                </a:lnTo>
                <a:lnTo>
                  <a:pt x="80" y="425"/>
                </a:lnTo>
                <a:lnTo>
                  <a:pt x="81" y="425"/>
                </a:lnTo>
                <a:lnTo>
                  <a:pt x="82" y="425"/>
                </a:lnTo>
                <a:lnTo>
                  <a:pt x="83" y="425"/>
                </a:lnTo>
                <a:lnTo>
                  <a:pt x="83" y="424"/>
                </a:lnTo>
                <a:lnTo>
                  <a:pt x="84" y="424"/>
                </a:lnTo>
                <a:lnTo>
                  <a:pt x="85" y="424"/>
                </a:lnTo>
                <a:lnTo>
                  <a:pt x="86" y="424"/>
                </a:lnTo>
                <a:lnTo>
                  <a:pt x="87" y="424"/>
                </a:lnTo>
                <a:lnTo>
                  <a:pt x="88" y="424"/>
                </a:lnTo>
                <a:lnTo>
                  <a:pt x="89" y="424"/>
                </a:lnTo>
                <a:lnTo>
                  <a:pt x="90" y="424"/>
                </a:lnTo>
                <a:lnTo>
                  <a:pt x="91" y="424"/>
                </a:lnTo>
                <a:lnTo>
                  <a:pt x="92" y="424"/>
                </a:lnTo>
                <a:lnTo>
                  <a:pt x="93" y="424"/>
                </a:lnTo>
                <a:lnTo>
                  <a:pt x="94" y="424"/>
                </a:lnTo>
                <a:lnTo>
                  <a:pt x="95" y="422"/>
                </a:lnTo>
                <a:lnTo>
                  <a:pt x="95" y="421"/>
                </a:lnTo>
                <a:lnTo>
                  <a:pt x="96" y="420"/>
                </a:lnTo>
                <a:lnTo>
                  <a:pt x="96" y="419"/>
                </a:lnTo>
                <a:lnTo>
                  <a:pt x="96" y="418"/>
                </a:lnTo>
                <a:lnTo>
                  <a:pt x="95" y="418"/>
                </a:lnTo>
                <a:lnTo>
                  <a:pt x="95" y="417"/>
                </a:lnTo>
                <a:lnTo>
                  <a:pt x="95" y="416"/>
                </a:lnTo>
                <a:lnTo>
                  <a:pt x="96" y="415"/>
                </a:lnTo>
                <a:lnTo>
                  <a:pt x="97" y="415"/>
                </a:lnTo>
                <a:lnTo>
                  <a:pt x="96" y="415"/>
                </a:lnTo>
                <a:lnTo>
                  <a:pt x="96" y="414"/>
                </a:lnTo>
                <a:lnTo>
                  <a:pt x="97" y="413"/>
                </a:lnTo>
                <a:lnTo>
                  <a:pt x="97" y="412"/>
                </a:lnTo>
                <a:lnTo>
                  <a:pt x="98" y="412"/>
                </a:lnTo>
                <a:lnTo>
                  <a:pt x="99" y="412"/>
                </a:lnTo>
                <a:lnTo>
                  <a:pt x="100" y="412"/>
                </a:lnTo>
                <a:lnTo>
                  <a:pt x="101" y="412"/>
                </a:lnTo>
                <a:lnTo>
                  <a:pt x="101" y="413"/>
                </a:lnTo>
                <a:lnTo>
                  <a:pt x="102" y="412"/>
                </a:lnTo>
                <a:lnTo>
                  <a:pt x="103" y="412"/>
                </a:lnTo>
                <a:lnTo>
                  <a:pt x="104" y="412"/>
                </a:lnTo>
                <a:lnTo>
                  <a:pt x="104" y="411"/>
                </a:lnTo>
                <a:lnTo>
                  <a:pt x="103" y="411"/>
                </a:lnTo>
                <a:lnTo>
                  <a:pt x="104" y="410"/>
                </a:lnTo>
                <a:lnTo>
                  <a:pt x="105" y="410"/>
                </a:lnTo>
                <a:lnTo>
                  <a:pt x="106" y="411"/>
                </a:lnTo>
                <a:lnTo>
                  <a:pt x="106" y="410"/>
                </a:lnTo>
                <a:lnTo>
                  <a:pt x="106" y="409"/>
                </a:lnTo>
                <a:lnTo>
                  <a:pt x="107" y="409"/>
                </a:lnTo>
                <a:lnTo>
                  <a:pt x="106" y="409"/>
                </a:lnTo>
                <a:lnTo>
                  <a:pt x="106" y="408"/>
                </a:lnTo>
                <a:lnTo>
                  <a:pt x="107" y="408"/>
                </a:lnTo>
                <a:lnTo>
                  <a:pt x="107" y="407"/>
                </a:lnTo>
                <a:lnTo>
                  <a:pt x="106" y="406"/>
                </a:lnTo>
                <a:lnTo>
                  <a:pt x="105" y="406"/>
                </a:lnTo>
                <a:lnTo>
                  <a:pt x="104" y="406"/>
                </a:lnTo>
                <a:lnTo>
                  <a:pt x="103" y="406"/>
                </a:lnTo>
                <a:lnTo>
                  <a:pt x="102" y="405"/>
                </a:lnTo>
                <a:lnTo>
                  <a:pt x="101" y="405"/>
                </a:lnTo>
                <a:lnTo>
                  <a:pt x="101" y="404"/>
                </a:lnTo>
                <a:lnTo>
                  <a:pt x="101" y="403"/>
                </a:lnTo>
                <a:lnTo>
                  <a:pt x="102" y="403"/>
                </a:lnTo>
                <a:lnTo>
                  <a:pt x="103" y="402"/>
                </a:lnTo>
                <a:lnTo>
                  <a:pt x="102" y="401"/>
                </a:lnTo>
                <a:lnTo>
                  <a:pt x="102" y="400"/>
                </a:lnTo>
                <a:lnTo>
                  <a:pt x="102" y="399"/>
                </a:lnTo>
                <a:lnTo>
                  <a:pt x="102" y="398"/>
                </a:lnTo>
                <a:lnTo>
                  <a:pt x="102" y="397"/>
                </a:lnTo>
                <a:lnTo>
                  <a:pt x="102" y="396"/>
                </a:lnTo>
                <a:lnTo>
                  <a:pt x="103" y="395"/>
                </a:lnTo>
                <a:lnTo>
                  <a:pt x="104" y="395"/>
                </a:lnTo>
                <a:lnTo>
                  <a:pt x="104" y="394"/>
                </a:lnTo>
                <a:lnTo>
                  <a:pt x="105" y="394"/>
                </a:lnTo>
                <a:lnTo>
                  <a:pt x="106" y="394"/>
                </a:lnTo>
                <a:lnTo>
                  <a:pt x="106" y="393"/>
                </a:lnTo>
                <a:lnTo>
                  <a:pt x="107" y="392"/>
                </a:lnTo>
                <a:lnTo>
                  <a:pt x="107" y="391"/>
                </a:lnTo>
                <a:lnTo>
                  <a:pt x="106" y="391"/>
                </a:lnTo>
                <a:lnTo>
                  <a:pt x="106" y="390"/>
                </a:lnTo>
                <a:lnTo>
                  <a:pt x="106" y="389"/>
                </a:lnTo>
                <a:lnTo>
                  <a:pt x="107" y="389"/>
                </a:lnTo>
                <a:lnTo>
                  <a:pt x="106" y="389"/>
                </a:lnTo>
                <a:lnTo>
                  <a:pt x="106" y="388"/>
                </a:lnTo>
                <a:lnTo>
                  <a:pt x="107" y="387"/>
                </a:lnTo>
                <a:lnTo>
                  <a:pt x="107" y="386"/>
                </a:lnTo>
                <a:lnTo>
                  <a:pt x="107" y="385"/>
                </a:lnTo>
                <a:lnTo>
                  <a:pt x="107" y="384"/>
                </a:lnTo>
                <a:lnTo>
                  <a:pt x="107" y="383"/>
                </a:lnTo>
                <a:lnTo>
                  <a:pt x="108" y="382"/>
                </a:lnTo>
                <a:lnTo>
                  <a:pt x="109" y="382"/>
                </a:lnTo>
                <a:lnTo>
                  <a:pt x="109" y="381"/>
                </a:lnTo>
                <a:lnTo>
                  <a:pt x="109" y="380"/>
                </a:lnTo>
                <a:lnTo>
                  <a:pt x="110" y="379"/>
                </a:lnTo>
                <a:lnTo>
                  <a:pt x="110" y="378"/>
                </a:lnTo>
                <a:lnTo>
                  <a:pt x="110" y="377"/>
                </a:lnTo>
                <a:lnTo>
                  <a:pt x="110" y="376"/>
                </a:lnTo>
                <a:lnTo>
                  <a:pt x="111" y="376"/>
                </a:lnTo>
                <a:lnTo>
                  <a:pt x="111" y="375"/>
                </a:lnTo>
                <a:lnTo>
                  <a:pt x="112" y="375"/>
                </a:lnTo>
                <a:lnTo>
                  <a:pt x="113" y="375"/>
                </a:lnTo>
                <a:lnTo>
                  <a:pt x="113" y="374"/>
                </a:lnTo>
                <a:lnTo>
                  <a:pt x="114" y="373"/>
                </a:lnTo>
                <a:lnTo>
                  <a:pt x="113" y="373"/>
                </a:lnTo>
                <a:lnTo>
                  <a:pt x="113" y="372"/>
                </a:lnTo>
                <a:lnTo>
                  <a:pt x="114" y="371"/>
                </a:lnTo>
                <a:lnTo>
                  <a:pt x="114" y="370"/>
                </a:lnTo>
                <a:lnTo>
                  <a:pt x="115" y="370"/>
                </a:lnTo>
                <a:lnTo>
                  <a:pt x="116" y="368"/>
                </a:lnTo>
                <a:lnTo>
                  <a:pt x="116" y="367"/>
                </a:lnTo>
                <a:lnTo>
                  <a:pt x="115" y="367"/>
                </a:lnTo>
                <a:lnTo>
                  <a:pt x="116" y="367"/>
                </a:lnTo>
                <a:lnTo>
                  <a:pt x="116" y="365"/>
                </a:lnTo>
                <a:lnTo>
                  <a:pt x="116" y="364"/>
                </a:lnTo>
                <a:lnTo>
                  <a:pt x="117" y="364"/>
                </a:lnTo>
                <a:lnTo>
                  <a:pt x="117" y="363"/>
                </a:lnTo>
                <a:lnTo>
                  <a:pt x="116" y="363"/>
                </a:lnTo>
                <a:lnTo>
                  <a:pt x="116" y="362"/>
                </a:lnTo>
                <a:lnTo>
                  <a:pt x="114" y="363"/>
                </a:lnTo>
                <a:lnTo>
                  <a:pt x="113" y="364"/>
                </a:lnTo>
                <a:lnTo>
                  <a:pt x="113" y="365"/>
                </a:lnTo>
                <a:lnTo>
                  <a:pt x="112" y="365"/>
                </a:lnTo>
                <a:lnTo>
                  <a:pt x="111" y="365"/>
                </a:lnTo>
                <a:lnTo>
                  <a:pt x="110" y="362"/>
                </a:lnTo>
                <a:lnTo>
                  <a:pt x="110" y="361"/>
                </a:lnTo>
                <a:lnTo>
                  <a:pt x="110" y="360"/>
                </a:lnTo>
                <a:lnTo>
                  <a:pt x="109" y="360"/>
                </a:lnTo>
                <a:lnTo>
                  <a:pt x="108" y="360"/>
                </a:lnTo>
                <a:lnTo>
                  <a:pt x="107" y="359"/>
                </a:lnTo>
                <a:lnTo>
                  <a:pt x="106" y="359"/>
                </a:lnTo>
                <a:lnTo>
                  <a:pt x="105" y="359"/>
                </a:lnTo>
                <a:lnTo>
                  <a:pt x="104" y="359"/>
                </a:lnTo>
                <a:lnTo>
                  <a:pt x="103" y="360"/>
                </a:lnTo>
                <a:lnTo>
                  <a:pt x="103" y="359"/>
                </a:lnTo>
                <a:lnTo>
                  <a:pt x="102" y="359"/>
                </a:lnTo>
                <a:lnTo>
                  <a:pt x="102" y="358"/>
                </a:lnTo>
                <a:lnTo>
                  <a:pt x="101" y="357"/>
                </a:lnTo>
                <a:lnTo>
                  <a:pt x="101" y="356"/>
                </a:lnTo>
                <a:lnTo>
                  <a:pt x="100" y="356"/>
                </a:lnTo>
                <a:lnTo>
                  <a:pt x="100" y="355"/>
                </a:lnTo>
                <a:lnTo>
                  <a:pt x="99" y="355"/>
                </a:lnTo>
                <a:lnTo>
                  <a:pt x="99" y="354"/>
                </a:lnTo>
                <a:lnTo>
                  <a:pt x="99" y="353"/>
                </a:lnTo>
                <a:lnTo>
                  <a:pt x="99" y="352"/>
                </a:lnTo>
                <a:lnTo>
                  <a:pt x="99" y="350"/>
                </a:lnTo>
                <a:lnTo>
                  <a:pt x="99" y="349"/>
                </a:lnTo>
                <a:lnTo>
                  <a:pt x="99" y="348"/>
                </a:lnTo>
                <a:lnTo>
                  <a:pt x="99" y="347"/>
                </a:lnTo>
                <a:lnTo>
                  <a:pt x="100" y="347"/>
                </a:lnTo>
                <a:lnTo>
                  <a:pt x="100" y="346"/>
                </a:lnTo>
                <a:lnTo>
                  <a:pt x="100" y="345"/>
                </a:lnTo>
                <a:lnTo>
                  <a:pt x="100" y="344"/>
                </a:lnTo>
                <a:lnTo>
                  <a:pt x="99" y="344"/>
                </a:lnTo>
                <a:lnTo>
                  <a:pt x="100" y="344"/>
                </a:lnTo>
                <a:lnTo>
                  <a:pt x="100" y="343"/>
                </a:lnTo>
                <a:lnTo>
                  <a:pt x="100" y="342"/>
                </a:lnTo>
                <a:lnTo>
                  <a:pt x="100" y="341"/>
                </a:lnTo>
                <a:lnTo>
                  <a:pt x="100" y="340"/>
                </a:lnTo>
                <a:lnTo>
                  <a:pt x="101" y="340"/>
                </a:lnTo>
                <a:lnTo>
                  <a:pt x="101" y="339"/>
                </a:lnTo>
                <a:lnTo>
                  <a:pt x="100" y="339"/>
                </a:lnTo>
                <a:lnTo>
                  <a:pt x="100" y="338"/>
                </a:lnTo>
                <a:lnTo>
                  <a:pt x="99" y="337"/>
                </a:lnTo>
                <a:lnTo>
                  <a:pt x="99" y="336"/>
                </a:lnTo>
                <a:lnTo>
                  <a:pt x="99" y="335"/>
                </a:lnTo>
                <a:lnTo>
                  <a:pt x="98" y="335"/>
                </a:lnTo>
                <a:lnTo>
                  <a:pt x="98" y="334"/>
                </a:lnTo>
                <a:lnTo>
                  <a:pt x="99" y="334"/>
                </a:lnTo>
                <a:lnTo>
                  <a:pt x="99" y="333"/>
                </a:lnTo>
                <a:lnTo>
                  <a:pt x="100" y="333"/>
                </a:lnTo>
                <a:lnTo>
                  <a:pt x="100" y="332"/>
                </a:lnTo>
                <a:lnTo>
                  <a:pt x="99" y="332"/>
                </a:lnTo>
                <a:lnTo>
                  <a:pt x="99" y="331"/>
                </a:lnTo>
                <a:lnTo>
                  <a:pt x="99" y="329"/>
                </a:lnTo>
                <a:lnTo>
                  <a:pt x="98" y="329"/>
                </a:lnTo>
                <a:lnTo>
                  <a:pt x="98" y="328"/>
                </a:lnTo>
                <a:lnTo>
                  <a:pt x="98" y="329"/>
                </a:lnTo>
                <a:lnTo>
                  <a:pt x="98" y="328"/>
                </a:lnTo>
                <a:lnTo>
                  <a:pt x="97" y="328"/>
                </a:lnTo>
                <a:lnTo>
                  <a:pt x="96" y="328"/>
                </a:lnTo>
                <a:lnTo>
                  <a:pt x="96" y="329"/>
                </a:lnTo>
                <a:lnTo>
                  <a:pt x="95" y="329"/>
                </a:lnTo>
                <a:lnTo>
                  <a:pt x="94" y="329"/>
                </a:lnTo>
                <a:lnTo>
                  <a:pt x="92" y="329"/>
                </a:lnTo>
                <a:lnTo>
                  <a:pt x="91" y="329"/>
                </a:lnTo>
                <a:lnTo>
                  <a:pt x="90" y="329"/>
                </a:lnTo>
                <a:lnTo>
                  <a:pt x="89" y="329"/>
                </a:lnTo>
                <a:lnTo>
                  <a:pt x="88" y="329"/>
                </a:lnTo>
                <a:lnTo>
                  <a:pt x="87" y="330"/>
                </a:lnTo>
                <a:lnTo>
                  <a:pt x="87" y="328"/>
                </a:lnTo>
                <a:lnTo>
                  <a:pt x="86" y="328"/>
                </a:lnTo>
                <a:lnTo>
                  <a:pt x="85" y="328"/>
                </a:lnTo>
                <a:lnTo>
                  <a:pt x="84" y="328"/>
                </a:lnTo>
                <a:lnTo>
                  <a:pt x="84" y="329"/>
                </a:lnTo>
                <a:lnTo>
                  <a:pt x="83" y="329"/>
                </a:lnTo>
                <a:lnTo>
                  <a:pt x="82" y="329"/>
                </a:lnTo>
                <a:lnTo>
                  <a:pt x="81" y="329"/>
                </a:lnTo>
                <a:lnTo>
                  <a:pt x="80" y="330"/>
                </a:lnTo>
                <a:lnTo>
                  <a:pt x="81" y="330"/>
                </a:lnTo>
                <a:lnTo>
                  <a:pt x="80" y="330"/>
                </a:lnTo>
                <a:lnTo>
                  <a:pt x="80" y="329"/>
                </a:lnTo>
                <a:lnTo>
                  <a:pt x="79" y="329"/>
                </a:lnTo>
                <a:lnTo>
                  <a:pt x="78" y="328"/>
                </a:lnTo>
                <a:lnTo>
                  <a:pt x="78" y="327"/>
                </a:lnTo>
                <a:lnTo>
                  <a:pt x="78" y="326"/>
                </a:lnTo>
                <a:lnTo>
                  <a:pt x="79" y="326"/>
                </a:lnTo>
                <a:lnTo>
                  <a:pt x="80" y="325"/>
                </a:lnTo>
                <a:lnTo>
                  <a:pt x="81" y="325"/>
                </a:lnTo>
                <a:lnTo>
                  <a:pt x="81" y="324"/>
                </a:lnTo>
                <a:lnTo>
                  <a:pt x="80" y="323"/>
                </a:lnTo>
                <a:lnTo>
                  <a:pt x="79" y="323"/>
                </a:lnTo>
                <a:lnTo>
                  <a:pt x="79" y="322"/>
                </a:lnTo>
                <a:lnTo>
                  <a:pt x="79" y="323"/>
                </a:lnTo>
                <a:lnTo>
                  <a:pt x="79" y="322"/>
                </a:lnTo>
                <a:lnTo>
                  <a:pt x="79" y="323"/>
                </a:lnTo>
                <a:lnTo>
                  <a:pt x="78" y="323"/>
                </a:lnTo>
                <a:lnTo>
                  <a:pt x="78" y="324"/>
                </a:lnTo>
                <a:lnTo>
                  <a:pt x="77" y="324"/>
                </a:lnTo>
                <a:lnTo>
                  <a:pt x="76" y="324"/>
                </a:lnTo>
                <a:lnTo>
                  <a:pt x="76" y="325"/>
                </a:lnTo>
                <a:lnTo>
                  <a:pt x="75" y="325"/>
                </a:lnTo>
                <a:lnTo>
                  <a:pt x="75" y="324"/>
                </a:lnTo>
                <a:lnTo>
                  <a:pt x="74" y="324"/>
                </a:lnTo>
                <a:lnTo>
                  <a:pt x="74" y="325"/>
                </a:lnTo>
                <a:lnTo>
                  <a:pt x="73" y="325"/>
                </a:lnTo>
                <a:lnTo>
                  <a:pt x="72" y="325"/>
                </a:lnTo>
                <a:lnTo>
                  <a:pt x="72" y="324"/>
                </a:lnTo>
                <a:lnTo>
                  <a:pt x="71" y="324"/>
                </a:lnTo>
                <a:lnTo>
                  <a:pt x="70" y="324"/>
                </a:lnTo>
                <a:lnTo>
                  <a:pt x="69" y="324"/>
                </a:lnTo>
                <a:lnTo>
                  <a:pt x="69" y="323"/>
                </a:lnTo>
                <a:lnTo>
                  <a:pt x="68" y="323"/>
                </a:lnTo>
                <a:lnTo>
                  <a:pt x="67" y="323"/>
                </a:lnTo>
                <a:lnTo>
                  <a:pt x="66" y="323"/>
                </a:lnTo>
                <a:lnTo>
                  <a:pt x="65" y="323"/>
                </a:lnTo>
                <a:lnTo>
                  <a:pt x="65" y="322"/>
                </a:lnTo>
                <a:lnTo>
                  <a:pt x="64" y="322"/>
                </a:lnTo>
                <a:lnTo>
                  <a:pt x="63" y="322"/>
                </a:lnTo>
                <a:lnTo>
                  <a:pt x="62" y="322"/>
                </a:lnTo>
                <a:lnTo>
                  <a:pt x="62" y="323"/>
                </a:lnTo>
                <a:lnTo>
                  <a:pt x="61" y="322"/>
                </a:lnTo>
                <a:lnTo>
                  <a:pt x="61" y="321"/>
                </a:lnTo>
                <a:lnTo>
                  <a:pt x="61" y="320"/>
                </a:lnTo>
                <a:lnTo>
                  <a:pt x="61" y="319"/>
                </a:lnTo>
                <a:lnTo>
                  <a:pt x="60" y="319"/>
                </a:lnTo>
                <a:lnTo>
                  <a:pt x="60" y="318"/>
                </a:lnTo>
                <a:lnTo>
                  <a:pt x="60" y="317"/>
                </a:lnTo>
                <a:lnTo>
                  <a:pt x="60" y="316"/>
                </a:lnTo>
                <a:lnTo>
                  <a:pt x="60" y="315"/>
                </a:lnTo>
                <a:lnTo>
                  <a:pt x="60" y="314"/>
                </a:lnTo>
                <a:lnTo>
                  <a:pt x="59" y="314"/>
                </a:lnTo>
                <a:lnTo>
                  <a:pt x="58" y="314"/>
                </a:lnTo>
                <a:lnTo>
                  <a:pt x="57" y="314"/>
                </a:lnTo>
                <a:lnTo>
                  <a:pt x="57" y="313"/>
                </a:lnTo>
                <a:lnTo>
                  <a:pt x="57" y="314"/>
                </a:lnTo>
                <a:lnTo>
                  <a:pt x="56" y="313"/>
                </a:lnTo>
                <a:lnTo>
                  <a:pt x="53" y="312"/>
                </a:lnTo>
                <a:lnTo>
                  <a:pt x="52" y="312"/>
                </a:lnTo>
                <a:lnTo>
                  <a:pt x="51" y="312"/>
                </a:lnTo>
                <a:lnTo>
                  <a:pt x="50" y="312"/>
                </a:lnTo>
                <a:lnTo>
                  <a:pt x="49" y="312"/>
                </a:lnTo>
                <a:lnTo>
                  <a:pt x="48" y="312"/>
                </a:lnTo>
                <a:lnTo>
                  <a:pt x="47" y="312"/>
                </a:lnTo>
                <a:lnTo>
                  <a:pt x="47" y="311"/>
                </a:lnTo>
                <a:lnTo>
                  <a:pt x="48" y="310"/>
                </a:lnTo>
                <a:lnTo>
                  <a:pt x="49" y="310"/>
                </a:lnTo>
                <a:lnTo>
                  <a:pt x="50" y="310"/>
                </a:lnTo>
                <a:lnTo>
                  <a:pt x="52" y="309"/>
                </a:lnTo>
                <a:lnTo>
                  <a:pt x="53" y="308"/>
                </a:lnTo>
                <a:lnTo>
                  <a:pt x="53" y="307"/>
                </a:lnTo>
                <a:lnTo>
                  <a:pt x="54" y="307"/>
                </a:lnTo>
                <a:lnTo>
                  <a:pt x="54" y="306"/>
                </a:lnTo>
                <a:lnTo>
                  <a:pt x="54" y="305"/>
                </a:lnTo>
                <a:lnTo>
                  <a:pt x="55" y="304"/>
                </a:lnTo>
                <a:lnTo>
                  <a:pt x="55" y="302"/>
                </a:lnTo>
                <a:lnTo>
                  <a:pt x="54" y="302"/>
                </a:lnTo>
                <a:lnTo>
                  <a:pt x="54" y="301"/>
                </a:lnTo>
                <a:lnTo>
                  <a:pt x="54" y="300"/>
                </a:lnTo>
                <a:lnTo>
                  <a:pt x="55" y="299"/>
                </a:lnTo>
                <a:lnTo>
                  <a:pt x="56" y="299"/>
                </a:lnTo>
                <a:lnTo>
                  <a:pt x="57" y="300"/>
                </a:lnTo>
                <a:lnTo>
                  <a:pt x="58" y="300"/>
                </a:lnTo>
                <a:lnTo>
                  <a:pt x="59" y="300"/>
                </a:lnTo>
                <a:lnTo>
                  <a:pt x="59" y="301"/>
                </a:lnTo>
                <a:lnTo>
                  <a:pt x="59" y="302"/>
                </a:lnTo>
                <a:lnTo>
                  <a:pt x="60" y="302"/>
                </a:lnTo>
                <a:lnTo>
                  <a:pt x="60" y="303"/>
                </a:lnTo>
                <a:lnTo>
                  <a:pt x="60" y="304"/>
                </a:lnTo>
                <a:lnTo>
                  <a:pt x="60" y="305"/>
                </a:lnTo>
                <a:lnTo>
                  <a:pt x="61" y="306"/>
                </a:lnTo>
                <a:lnTo>
                  <a:pt x="62" y="306"/>
                </a:lnTo>
                <a:lnTo>
                  <a:pt x="63" y="305"/>
                </a:lnTo>
                <a:lnTo>
                  <a:pt x="64" y="304"/>
                </a:lnTo>
                <a:lnTo>
                  <a:pt x="65" y="304"/>
                </a:lnTo>
                <a:lnTo>
                  <a:pt x="66" y="304"/>
                </a:lnTo>
                <a:lnTo>
                  <a:pt x="66" y="302"/>
                </a:lnTo>
                <a:lnTo>
                  <a:pt x="67" y="302"/>
                </a:lnTo>
                <a:lnTo>
                  <a:pt x="67" y="301"/>
                </a:lnTo>
                <a:lnTo>
                  <a:pt x="67" y="300"/>
                </a:lnTo>
                <a:lnTo>
                  <a:pt x="67" y="299"/>
                </a:lnTo>
                <a:lnTo>
                  <a:pt x="66" y="298"/>
                </a:lnTo>
                <a:lnTo>
                  <a:pt x="66" y="297"/>
                </a:lnTo>
                <a:lnTo>
                  <a:pt x="65" y="296"/>
                </a:lnTo>
                <a:lnTo>
                  <a:pt x="65" y="295"/>
                </a:lnTo>
                <a:lnTo>
                  <a:pt x="65" y="294"/>
                </a:lnTo>
                <a:lnTo>
                  <a:pt x="64" y="292"/>
                </a:lnTo>
                <a:lnTo>
                  <a:pt x="64" y="291"/>
                </a:lnTo>
                <a:lnTo>
                  <a:pt x="64" y="290"/>
                </a:lnTo>
                <a:lnTo>
                  <a:pt x="66" y="290"/>
                </a:lnTo>
                <a:lnTo>
                  <a:pt x="67" y="290"/>
                </a:lnTo>
                <a:lnTo>
                  <a:pt x="67" y="289"/>
                </a:lnTo>
                <a:lnTo>
                  <a:pt x="68" y="289"/>
                </a:lnTo>
                <a:lnTo>
                  <a:pt x="70" y="290"/>
                </a:lnTo>
                <a:lnTo>
                  <a:pt x="70" y="291"/>
                </a:lnTo>
                <a:lnTo>
                  <a:pt x="71" y="292"/>
                </a:lnTo>
                <a:lnTo>
                  <a:pt x="72" y="292"/>
                </a:lnTo>
                <a:lnTo>
                  <a:pt x="73" y="292"/>
                </a:lnTo>
                <a:lnTo>
                  <a:pt x="73" y="291"/>
                </a:lnTo>
                <a:lnTo>
                  <a:pt x="74" y="291"/>
                </a:lnTo>
                <a:lnTo>
                  <a:pt x="74" y="290"/>
                </a:lnTo>
                <a:lnTo>
                  <a:pt x="75" y="290"/>
                </a:lnTo>
                <a:lnTo>
                  <a:pt x="77" y="290"/>
                </a:lnTo>
                <a:lnTo>
                  <a:pt x="78" y="290"/>
                </a:lnTo>
                <a:lnTo>
                  <a:pt x="79" y="290"/>
                </a:lnTo>
                <a:lnTo>
                  <a:pt x="80" y="290"/>
                </a:lnTo>
                <a:lnTo>
                  <a:pt x="79" y="290"/>
                </a:lnTo>
                <a:lnTo>
                  <a:pt x="79" y="289"/>
                </a:lnTo>
                <a:lnTo>
                  <a:pt x="80" y="289"/>
                </a:lnTo>
                <a:lnTo>
                  <a:pt x="81" y="289"/>
                </a:lnTo>
                <a:lnTo>
                  <a:pt x="82" y="289"/>
                </a:lnTo>
                <a:lnTo>
                  <a:pt x="81" y="288"/>
                </a:lnTo>
                <a:lnTo>
                  <a:pt x="81" y="287"/>
                </a:lnTo>
                <a:lnTo>
                  <a:pt x="82" y="287"/>
                </a:lnTo>
                <a:lnTo>
                  <a:pt x="83" y="286"/>
                </a:lnTo>
                <a:lnTo>
                  <a:pt x="83" y="285"/>
                </a:lnTo>
                <a:lnTo>
                  <a:pt x="84" y="285"/>
                </a:lnTo>
                <a:lnTo>
                  <a:pt x="84" y="284"/>
                </a:lnTo>
                <a:lnTo>
                  <a:pt x="85" y="285"/>
                </a:lnTo>
                <a:lnTo>
                  <a:pt x="85" y="286"/>
                </a:lnTo>
                <a:lnTo>
                  <a:pt x="86" y="286"/>
                </a:lnTo>
                <a:lnTo>
                  <a:pt x="87" y="286"/>
                </a:lnTo>
                <a:lnTo>
                  <a:pt x="87" y="285"/>
                </a:lnTo>
                <a:lnTo>
                  <a:pt x="88" y="285"/>
                </a:lnTo>
                <a:lnTo>
                  <a:pt x="89" y="285"/>
                </a:lnTo>
                <a:lnTo>
                  <a:pt x="90" y="284"/>
                </a:lnTo>
                <a:lnTo>
                  <a:pt x="91" y="284"/>
                </a:lnTo>
                <a:lnTo>
                  <a:pt x="92" y="284"/>
                </a:lnTo>
                <a:lnTo>
                  <a:pt x="93" y="284"/>
                </a:lnTo>
                <a:lnTo>
                  <a:pt x="93" y="283"/>
                </a:lnTo>
                <a:lnTo>
                  <a:pt x="94" y="283"/>
                </a:lnTo>
                <a:lnTo>
                  <a:pt x="95" y="283"/>
                </a:lnTo>
                <a:lnTo>
                  <a:pt x="96" y="283"/>
                </a:lnTo>
                <a:lnTo>
                  <a:pt x="97" y="284"/>
                </a:lnTo>
                <a:lnTo>
                  <a:pt x="98" y="284"/>
                </a:lnTo>
                <a:lnTo>
                  <a:pt x="100" y="284"/>
                </a:lnTo>
                <a:lnTo>
                  <a:pt x="101" y="283"/>
                </a:lnTo>
                <a:lnTo>
                  <a:pt x="103" y="282"/>
                </a:lnTo>
                <a:lnTo>
                  <a:pt x="105" y="282"/>
                </a:lnTo>
                <a:lnTo>
                  <a:pt x="106" y="281"/>
                </a:lnTo>
                <a:lnTo>
                  <a:pt x="107" y="281"/>
                </a:lnTo>
                <a:lnTo>
                  <a:pt x="108" y="280"/>
                </a:lnTo>
                <a:lnTo>
                  <a:pt x="109" y="280"/>
                </a:lnTo>
                <a:lnTo>
                  <a:pt x="109" y="279"/>
                </a:lnTo>
                <a:lnTo>
                  <a:pt x="109" y="278"/>
                </a:lnTo>
                <a:lnTo>
                  <a:pt x="110" y="277"/>
                </a:lnTo>
                <a:lnTo>
                  <a:pt x="111" y="277"/>
                </a:lnTo>
                <a:lnTo>
                  <a:pt x="111" y="276"/>
                </a:lnTo>
                <a:lnTo>
                  <a:pt x="112" y="276"/>
                </a:lnTo>
                <a:lnTo>
                  <a:pt x="112" y="275"/>
                </a:lnTo>
                <a:lnTo>
                  <a:pt x="112" y="274"/>
                </a:lnTo>
                <a:lnTo>
                  <a:pt x="112" y="273"/>
                </a:lnTo>
                <a:lnTo>
                  <a:pt x="113" y="272"/>
                </a:lnTo>
                <a:lnTo>
                  <a:pt x="112" y="271"/>
                </a:lnTo>
                <a:lnTo>
                  <a:pt x="111" y="271"/>
                </a:lnTo>
                <a:lnTo>
                  <a:pt x="111" y="270"/>
                </a:lnTo>
                <a:lnTo>
                  <a:pt x="110" y="270"/>
                </a:lnTo>
                <a:lnTo>
                  <a:pt x="109" y="271"/>
                </a:lnTo>
                <a:lnTo>
                  <a:pt x="107" y="272"/>
                </a:lnTo>
                <a:lnTo>
                  <a:pt x="106" y="271"/>
                </a:lnTo>
                <a:lnTo>
                  <a:pt x="106" y="270"/>
                </a:lnTo>
                <a:lnTo>
                  <a:pt x="105" y="269"/>
                </a:lnTo>
                <a:lnTo>
                  <a:pt x="104" y="268"/>
                </a:lnTo>
                <a:lnTo>
                  <a:pt x="103" y="268"/>
                </a:lnTo>
                <a:lnTo>
                  <a:pt x="103" y="269"/>
                </a:lnTo>
                <a:lnTo>
                  <a:pt x="102" y="269"/>
                </a:lnTo>
                <a:lnTo>
                  <a:pt x="101" y="269"/>
                </a:lnTo>
                <a:lnTo>
                  <a:pt x="100" y="270"/>
                </a:lnTo>
                <a:lnTo>
                  <a:pt x="99" y="270"/>
                </a:lnTo>
                <a:lnTo>
                  <a:pt x="99" y="271"/>
                </a:lnTo>
                <a:lnTo>
                  <a:pt x="98" y="271"/>
                </a:lnTo>
                <a:lnTo>
                  <a:pt x="97" y="270"/>
                </a:lnTo>
                <a:lnTo>
                  <a:pt x="97" y="269"/>
                </a:lnTo>
                <a:lnTo>
                  <a:pt x="96" y="269"/>
                </a:lnTo>
                <a:lnTo>
                  <a:pt x="95" y="269"/>
                </a:lnTo>
                <a:lnTo>
                  <a:pt x="94" y="269"/>
                </a:lnTo>
                <a:lnTo>
                  <a:pt x="93" y="269"/>
                </a:lnTo>
                <a:lnTo>
                  <a:pt x="90" y="269"/>
                </a:lnTo>
                <a:lnTo>
                  <a:pt x="89" y="269"/>
                </a:lnTo>
                <a:lnTo>
                  <a:pt x="89" y="268"/>
                </a:lnTo>
                <a:lnTo>
                  <a:pt x="89" y="266"/>
                </a:lnTo>
                <a:lnTo>
                  <a:pt x="88" y="266"/>
                </a:lnTo>
                <a:lnTo>
                  <a:pt x="88" y="265"/>
                </a:lnTo>
                <a:lnTo>
                  <a:pt x="88" y="264"/>
                </a:lnTo>
                <a:lnTo>
                  <a:pt x="88" y="263"/>
                </a:lnTo>
                <a:lnTo>
                  <a:pt x="87" y="263"/>
                </a:lnTo>
                <a:lnTo>
                  <a:pt x="87" y="262"/>
                </a:lnTo>
                <a:lnTo>
                  <a:pt x="87" y="261"/>
                </a:lnTo>
                <a:lnTo>
                  <a:pt x="88" y="261"/>
                </a:lnTo>
                <a:lnTo>
                  <a:pt x="88" y="260"/>
                </a:lnTo>
                <a:lnTo>
                  <a:pt x="88" y="259"/>
                </a:lnTo>
                <a:lnTo>
                  <a:pt x="87" y="259"/>
                </a:lnTo>
                <a:lnTo>
                  <a:pt x="87" y="258"/>
                </a:lnTo>
                <a:lnTo>
                  <a:pt x="86" y="258"/>
                </a:lnTo>
                <a:lnTo>
                  <a:pt x="85" y="258"/>
                </a:lnTo>
                <a:lnTo>
                  <a:pt x="85" y="257"/>
                </a:lnTo>
                <a:lnTo>
                  <a:pt x="85" y="256"/>
                </a:lnTo>
                <a:lnTo>
                  <a:pt x="86" y="254"/>
                </a:lnTo>
                <a:lnTo>
                  <a:pt x="86" y="253"/>
                </a:lnTo>
                <a:lnTo>
                  <a:pt x="87" y="252"/>
                </a:lnTo>
                <a:lnTo>
                  <a:pt x="87" y="250"/>
                </a:lnTo>
                <a:lnTo>
                  <a:pt x="87" y="249"/>
                </a:lnTo>
                <a:lnTo>
                  <a:pt x="88" y="249"/>
                </a:lnTo>
                <a:lnTo>
                  <a:pt x="88" y="248"/>
                </a:lnTo>
                <a:lnTo>
                  <a:pt x="88" y="247"/>
                </a:lnTo>
                <a:lnTo>
                  <a:pt x="87" y="247"/>
                </a:lnTo>
                <a:lnTo>
                  <a:pt x="86" y="247"/>
                </a:lnTo>
                <a:lnTo>
                  <a:pt x="86" y="246"/>
                </a:lnTo>
                <a:lnTo>
                  <a:pt x="86" y="244"/>
                </a:lnTo>
                <a:lnTo>
                  <a:pt x="86" y="243"/>
                </a:lnTo>
                <a:lnTo>
                  <a:pt x="87" y="243"/>
                </a:lnTo>
                <a:lnTo>
                  <a:pt x="87" y="242"/>
                </a:lnTo>
                <a:lnTo>
                  <a:pt x="86" y="241"/>
                </a:lnTo>
                <a:lnTo>
                  <a:pt x="85" y="240"/>
                </a:lnTo>
                <a:lnTo>
                  <a:pt x="84" y="240"/>
                </a:lnTo>
                <a:lnTo>
                  <a:pt x="83" y="240"/>
                </a:lnTo>
                <a:lnTo>
                  <a:pt x="81" y="240"/>
                </a:lnTo>
                <a:lnTo>
                  <a:pt x="80" y="240"/>
                </a:lnTo>
                <a:lnTo>
                  <a:pt x="80" y="239"/>
                </a:lnTo>
                <a:lnTo>
                  <a:pt x="79" y="238"/>
                </a:lnTo>
                <a:lnTo>
                  <a:pt x="79" y="237"/>
                </a:lnTo>
                <a:lnTo>
                  <a:pt x="79" y="236"/>
                </a:lnTo>
                <a:lnTo>
                  <a:pt x="78" y="235"/>
                </a:lnTo>
                <a:lnTo>
                  <a:pt x="77" y="234"/>
                </a:lnTo>
                <a:lnTo>
                  <a:pt x="76" y="232"/>
                </a:lnTo>
                <a:lnTo>
                  <a:pt x="75" y="231"/>
                </a:lnTo>
                <a:lnTo>
                  <a:pt x="75" y="230"/>
                </a:lnTo>
                <a:lnTo>
                  <a:pt x="75" y="229"/>
                </a:lnTo>
                <a:lnTo>
                  <a:pt x="74" y="229"/>
                </a:lnTo>
                <a:lnTo>
                  <a:pt x="74" y="228"/>
                </a:lnTo>
                <a:lnTo>
                  <a:pt x="74" y="227"/>
                </a:lnTo>
                <a:lnTo>
                  <a:pt x="73" y="227"/>
                </a:lnTo>
                <a:lnTo>
                  <a:pt x="73" y="226"/>
                </a:lnTo>
                <a:lnTo>
                  <a:pt x="72" y="226"/>
                </a:lnTo>
                <a:lnTo>
                  <a:pt x="72" y="225"/>
                </a:lnTo>
                <a:lnTo>
                  <a:pt x="71" y="224"/>
                </a:lnTo>
                <a:lnTo>
                  <a:pt x="70" y="223"/>
                </a:lnTo>
                <a:lnTo>
                  <a:pt x="69" y="223"/>
                </a:lnTo>
                <a:lnTo>
                  <a:pt x="68" y="222"/>
                </a:lnTo>
                <a:lnTo>
                  <a:pt x="67" y="221"/>
                </a:lnTo>
                <a:lnTo>
                  <a:pt x="68" y="220"/>
                </a:lnTo>
                <a:lnTo>
                  <a:pt x="68" y="219"/>
                </a:lnTo>
                <a:lnTo>
                  <a:pt x="68" y="218"/>
                </a:lnTo>
                <a:lnTo>
                  <a:pt x="68" y="217"/>
                </a:lnTo>
                <a:lnTo>
                  <a:pt x="67" y="217"/>
                </a:lnTo>
                <a:lnTo>
                  <a:pt x="66" y="218"/>
                </a:lnTo>
                <a:lnTo>
                  <a:pt x="65" y="218"/>
                </a:lnTo>
                <a:lnTo>
                  <a:pt x="64" y="218"/>
                </a:lnTo>
                <a:lnTo>
                  <a:pt x="64" y="217"/>
                </a:lnTo>
                <a:lnTo>
                  <a:pt x="64" y="216"/>
                </a:lnTo>
                <a:lnTo>
                  <a:pt x="63" y="216"/>
                </a:lnTo>
                <a:lnTo>
                  <a:pt x="63" y="215"/>
                </a:lnTo>
                <a:lnTo>
                  <a:pt x="63" y="214"/>
                </a:lnTo>
                <a:lnTo>
                  <a:pt x="62" y="214"/>
                </a:lnTo>
                <a:lnTo>
                  <a:pt x="61" y="213"/>
                </a:lnTo>
                <a:lnTo>
                  <a:pt x="62" y="213"/>
                </a:lnTo>
                <a:lnTo>
                  <a:pt x="63" y="212"/>
                </a:lnTo>
                <a:lnTo>
                  <a:pt x="64" y="212"/>
                </a:lnTo>
                <a:lnTo>
                  <a:pt x="65" y="211"/>
                </a:lnTo>
                <a:lnTo>
                  <a:pt x="64" y="211"/>
                </a:lnTo>
                <a:lnTo>
                  <a:pt x="64" y="210"/>
                </a:lnTo>
                <a:lnTo>
                  <a:pt x="63" y="210"/>
                </a:lnTo>
                <a:lnTo>
                  <a:pt x="62" y="210"/>
                </a:lnTo>
                <a:lnTo>
                  <a:pt x="62" y="209"/>
                </a:lnTo>
                <a:lnTo>
                  <a:pt x="62" y="207"/>
                </a:lnTo>
                <a:lnTo>
                  <a:pt x="62" y="206"/>
                </a:lnTo>
                <a:lnTo>
                  <a:pt x="62" y="205"/>
                </a:lnTo>
                <a:lnTo>
                  <a:pt x="61" y="205"/>
                </a:lnTo>
                <a:lnTo>
                  <a:pt x="61" y="203"/>
                </a:lnTo>
                <a:lnTo>
                  <a:pt x="62" y="202"/>
                </a:lnTo>
                <a:lnTo>
                  <a:pt x="63" y="202"/>
                </a:lnTo>
                <a:lnTo>
                  <a:pt x="62" y="202"/>
                </a:lnTo>
                <a:lnTo>
                  <a:pt x="62" y="201"/>
                </a:lnTo>
                <a:lnTo>
                  <a:pt x="58" y="201"/>
                </a:lnTo>
                <a:lnTo>
                  <a:pt x="57" y="200"/>
                </a:lnTo>
                <a:lnTo>
                  <a:pt x="57" y="199"/>
                </a:lnTo>
                <a:lnTo>
                  <a:pt x="57" y="200"/>
                </a:lnTo>
                <a:lnTo>
                  <a:pt x="56" y="200"/>
                </a:lnTo>
                <a:lnTo>
                  <a:pt x="56" y="201"/>
                </a:lnTo>
                <a:lnTo>
                  <a:pt x="56" y="200"/>
                </a:lnTo>
                <a:lnTo>
                  <a:pt x="55" y="200"/>
                </a:lnTo>
                <a:lnTo>
                  <a:pt x="55" y="199"/>
                </a:lnTo>
                <a:lnTo>
                  <a:pt x="55" y="198"/>
                </a:lnTo>
                <a:lnTo>
                  <a:pt x="55" y="196"/>
                </a:lnTo>
                <a:lnTo>
                  <a:pt x="55" y="195"/>
                </a:lnTo>
                <a:lnTo>
                  <a:pt x="55" y="194"/>
                </a:lnTo>
                <a:lnTo>
                  <a:pt x="54" y="194"/>
                </a:lnTo>
                <a:lnTo>
                  <a:pt x="54" y="195"/>
                </a:lnTo>
                <a:lnTo>
                  <a:pt x="53" y="195"/>
                </a:lnTo>
                <a:lnTo>
                  <a:pt x="53" y="194"/>
                </a:lnTo>
                <a:lnTo>
                  <a:pt x="52" y="193"/>
                </a:lnTo>
                <a:lnTo>
                  <a:pt x="51" y="192"/>
                </a:lnTo>
                <a:lnTo>
                  <a:pt x="49" y="192"/>
                </a:lnTo>
                <a:lnTo>
                  <a:pt x="49" y="191"/>
                </a:lnTo>
                <a:lnTo>
                  <a:pt x="48" y="190"/>
                </a:lnTo>
                <a:lnTo>
                  <a:pt x="48" y="189"/>
                </a:lnTo>
                <a:lnTo>
                  <a:pt x="47" y="188"/>
                </a:lnTo>
                <a:lnTo>
                  <a:pt x="46" y="188"/>
                </a:lnTo>
                <a:lnTo>
                  <a:pt x="45" y="187"/>
                </a:lnTo>
                <a:lnTo>
                  <a:pt x="44" y="187"/>
                </a:lnTo>
                <a:lnTo>
                  <a:pt x="43" y="186"/>
                </a:lnTo>
                <a:lnTo>
                  <a:pt x="43" y="185"/>
                </a:lnTo>
                <a:lnTo>
                  <a:pt x="42" y="184"/>
                </a:lnTo>
                <a:lnTo>
                  <a:pt x="41" y="184"/>
                </a:lnTo>
                <a:lnTo>
                  <a:pt x="40" y="184"/>
                </a:lnTo>
                <a:lnTo>
                  <a:pt x="39" y="183"/>
                </a:lnTo>
                <a:lnTo>
                  <a:pt x="38" y="182"/>
                </a:lnTo>
                <a:lnTo>
                  <a:pt x="38" y="181"/>
                </a:lnTo>
                <a:lnTo>
                  <a:pt x="39" y="181"/>
                </a:lnTo>
                <a:lnTo>
                  <a:pt x="40" y="180"/>
                </a:lnTo>
                <a:lnTo>
                  <a:pt x="42" y="180"/>
                </a:lnTo>
                <a:lnTo>
                  <a:pt x="45" y="181"/>
                </a:lnTo>
                <a:lnTo>
                  <a:pt x="45" y="180"/>
                </a:lnTo>
                <a:lnTo>
                  <a:pt x="44" y="180"/>
                </a:lnTo>
                <a:lnTo>
                  <a:pt x="44" y="179"/>
                </a:lnTo>
                <a:lnTo>
                  <a:pt x="44" y="178"/>
                </a:lnTo>
                <a:lnTo>
                  <a:pt x="45" y="177"/>
                </a:lnTo>
                <a:lnTo>
                  <a:pt x="46" y="177"/>
                </a:lnTo>
                <a:lnTo>
                  <a:pt x="47" y="176"/>
                </a:lnTo>
                <a:lnTo>
                  <a:pt x="47" y="175"/>
                </a:lnTo>
                <a:lnTo>
                  <a:pt x="47" y="174"/>
                </a:lnTo>
                <a:lnTo>
                  <a:pt x="48" y="173"/>
                </a:lnTo>
                <a:lnTo>
                  <a:pt x="49" y="173"/>
                </a:lnTo>
                <a:lnTo>
                  <a:pt x="50" y="172"/>
                </a:lnTo>
                <a:lnTo>
                  <a:pt x="51" y="172"/>
                </a:lnTo>
                <a:lnTo>
                  <a:pt x="52" y="172"/>
                </a:lnTo>
                <a:lnTo>
                  <a:pt x="52" y="173"/>
                </a:lnTo>
                <a:lnTo>
                  <a:pt x="53" y="173"/>
                </a:lnTo>
                <a:lnTo>
                  <a:pt x="53" y="172"/>
                </a:lnTo>
                <a:lnTo>
                  <a:pt x="54" y="172"/>
                </a:lnTo>
                <a:lnTo>
                  <a:pt x="55" y="171"/>
                </a:lnTo>
                <a:lnTo>
                  <a:pt x="56" y="171"/>
                </a:lnTo>
                <a:lnTo>
                  <a:pt x="57" y="171"/>
                </a:lnTo>
                <a:lnTo>
                  <a:pt x="57" y="170"/>
                </a:lnTo>
                <a:lnTo>
                  <a:pt x="57" y="169"/>
                </a:lnTo>
                <a:lnTo>
                  <a:pt x="57" y="168"/>
                </a:lnTo>
                <a:lnTo>
                  <a:pt x="57" y="167"/>
                </a:lnTo>
                <a:lnTo>
                  <a:pt x="58" y="167"/>
                </a:lnTo>
                <a:lnTo>
                  <a:pt x="58" y="165"/>
                </a:lnTo>
                <a:lnTo>
                  <a:pt x="58" y="164"/>
                </a:lnTo>
                <a:lnTo>
                  <a:pt x="57" y="164"/>
                </a:lnTo>
                <a:lnTo>
                  <a:pt x="57" y="163"/>
                </a:lnTo>
                <a:lnTo>
                  <a:pt x="56" y="162"/>
                </a:lnTo>
                <a:lnTo>
                  <a:pt x="56" y="161"/>
                </a:lnTo>
                <a:lnTo>
                  <a:pt x="55" y="161"/>
                </a:lnTo>
                <a:lnTo>
                  <a:pt x="54" y="161"/>
                </a:lnTo>
                <a:lnTo>
                  <a:pt x="55" y="162"/>
                </a:lnTo>
                <a:lnTo>
                  <a:pt x="54" y="163"/>
                </a:lnTo>
                <a:lnTo>
                  <a:pt x="54" y="164"/>
                </a:lnTo>
                <a:lnTo>
                  <a:pt x="54" y="165"/>
                </a:lnTo>
                <a:lnTo>
                  <a:pt x="53" y="165"/>
                </a:lnTo>
                <a:lnTo>
                  <a:pt x="53" y="164"/>
                </a:lnTo>
                <a:lnTo>
                  <a:pt x="53" y="163"/>
                </a:lnTo>
                <a:lnTo>
                  <a:pt x="52" y="163"/>
                </a:lnTo>
                <a:lnTo>
                  <a:pt x="52" y="162"/>
                </a:lnTo>
                <a:lnTo>
                  <a:pt x="52" y="161"/>
                </a:lnTo>
                <a:lnTo>
                  <a:pt x="52" y="160"/>
                </a:lnTo>
                <a:lnTo>
                  <a:pt x="52" y="159"/>
                </a:lnTo>
                <a:lnTo>
                  <a:pt x="51" y="159"/>
                </a:lnTo>
                <a:lnTo>
                  <a:pt x="50" y="158"/>
                </a:lnTo>
                <a:lnTo>
                  <a:pt x="49" y="158"/>
                </a:lnTo>
                <a:lnTo>
                  <a:pt x="49" y="159"/>
                </a:lnTo>
                <a:lnTo>
                  <a:pt x="48" y="158"/>
                </a:lnTo>
                <a:lnTo>
                  <a:pt x="47" y="157"/>
                </a:lnTo>
                <a:lnTo>
                  <a:pt x="47" y="156"/>
                </a:lnTo>
                <a:lnTo>
                  <a:pt x="46" y="156"/>
                </a:lnTo>
                <a:lnTo>
                  <a:pt x="46" y="155"/>
                </a:lnTo>
                <a:lnTo>
                  <a:pt x="47" y="155"/>
                </a:lnTo>
                <a:lnTo>
                  <a:pt x="48" y="155"/>
                </a:lnTo>
                <a:lnTo>
                  <a:pt x="48" y="154"/>
                </a:lnTo>
                <a:lnTo>
                  <a:pt x="49" y="154"/>
                </a:lnTo>
                <a:lnTo>
                  <a:pt x="48" y="154"/>
                </a:lnTo>
                <a:lnTo>
                  <a:pt x="48" y="153"/>
                </a:lnTo>
                <a:lnTo>
                  <a:pt x="49" y="153"/>
                </a:lnTo>
                <a:lnTo>
                  <a:pt x="49" y="152"/>
                </a:lnTo>
                <a:lnTo>
                  <a:pt x="50" y="151"/>
                </a:lnTo>
                <a:lnTo>
                  <a:pt x="50" y="149"/>
                </a:lnTo>
                <a:lnTo>
                  <a:pt x="50" y="148"/>
                </a:lnTo>
                <a:lnTo>
                  <a:pt x="50" y="147"/>
                </a:lnTo>
                <a:lnTo>
                  <a:pt x="51" y="147"/>
                </a:lnTo>
                <a:lnTo>
                  <a:pt x="51" y="146"/>
                </a:lnTo>
                <a:lnTo>
                  <a:pt x="50" y="146"/>
                </a:lnTo>
                <a:lnTo>
                  <a:pt x="49" y="146"/>
                </a:lnTo>
                <a:lnTo>
                  <a:pt x="49" y="145"/>
                </a:lnTo>
                <a:lnTo>
                  <a:pt x="48" y="145"/>
                </a:lnTo>
                <a:lnTo>
                  <a:pt x="47" y="145"/>
                </a:lnTo>
                <a:lnTo>
                  <a:pt x="46" y="145"/>
                </a:lnTo>
                <a:lnTo>
                  <a:pt x="46" y="144"/>
                </a:lnTo>
                <a:lnTo>
                  <a:pt x="44" y="144"/>
                </a:lnTo>
                <a:lnTo>
                  <a:pt x="43" y="144"/>
                </a:lnTo>
                <a:lnTo>
                  <a:pt x="43" y="143"/>
                </a:lnTo>
                <a:lnTo>
                  <a:pt x="44" y="143"/>
                </a:lnTo>
                <a:lnTo>
                  <a:pt x="44" y="142"/>
                </a:lnTo>
                <a:lnTo>
                  <a:pt x="44" y="141"/>
                </a:lnTo>
                <a:lnTo>
                  <a:pt x="45" y="141"/>
                </a:lnTo>
                <a:lnTo>
                  <a:pt x="46" y="140"/>
                </a:lnTo>
                <a:lnTo>
                  <a:pt x="47" y="140"/>
                </a:lnTo>
                <a:lnTo>
                  <a:pt x="48" y="140"/>
                </a:lnTo>
                <a:lnTo>
                  <a:pt x="48" y="139"/>
                </a:lnTo>
                <a:lnTo>
                  <a:pt x="49" y="138"/>
                </a:lnTo>
                <a:lnTo>
                  <a:pt x="49" y="137"/>
                </a:lnTo>
                <a:lnTo>
                  <a:pt x="49" y="136"/>
                </a:lnTo>
                <a:lnTo>
                  <a:pt x="49" y="135"/>
                </a:lnTo>
                <a:lnTo>
                  <a:pt x="50" y="135"/>
                </a:lnTo>
                <a:lnTo>
                  <a:pt x="51" y="135"/>
                </a:lnTo>
                <a:lnTo>
                  <a:pt x="51" y="136"/>
                </a:lnTo>
                <a:lnTo>
                  <a:pt x="52" y="136"/>
                </a:lnTo>
                <a:lnTo>
                  <a:pt x="52" y="135"/>
                </a:lnTo>
                <a:lnTo>
                  <a:pt x="53" y="134"/>
                </a:lnTo>
                <a:lnTo>
                  <a:pt x="54" y="133"/>
                </a:lnTo>
                <a:lnTo>
                  <a:pt x="55" y="133"/>
                </a:lnTo>
                <a:lnTo>
                  <a:pt x="56" y="133"/>
                </a:lnTo>
                <a:lnTo>
                  <a:pt x="56" y="132"/>
                </a:lnTo>
                <a:lnTo>
                  <a:pt x="57" y="132"/>
                </a:lnTo>
                <a:lnTo>
                  <a:pt x="57" y="131"/>
                </a:lnTo>
                <a:lnTo>
                  <a:pt x="58" y="131"/>
                </a:lnTo>
                <a:lnTo>
                  <a:pt x="59" y="131"/>
                </a:lnTo>
                <a:lnTo>
                  <a:pt x="60" y="130"/>
                </a:lnTo>
                <a:lnTo>
                  <a:pt x="61" y="130"/>
                </a:lnTo>
                <a:lnTo>
                  <a:pt x="62" y="130"/>
                </a:lnTo>
                <a:lnTo>
                  <a:pt x="63" y="131"/>
                </a:lnTo>
                <a:lnTo>
                  <a:pt x="63" y="130"/>
                </a:lnTo>
                <a:lnTo>
                  <a:pt x="64" y="130"/>
                </a:lnTo>
                <a:lnTo>
                  <a:pt x="65" y="130"/>
                </a:lnTo>
                <a:lnTo>
                  <a:pt x="66" y="130"/>
                </a:lnTo>
                <a:lnTo>
                  <a:pt x="67" y="129"/>
                </a:lnTo>
                <a:lnTo>
                  <a:pt x="68" y="129"/>
                </a:lnTo>
                <a:lnTo>
                  <a:pt x="69" y="129"/>
                </a:lnTo>
                <a:lnTo>
                  <a:pt x="70" y="129"/>
                </a:lnTo>
                <a:lnTo>
                  <a:pt x="71" y="130"/>
                </a:lnTo>
                <a:lnTo>
                  <a:pt x="72" y="130"/>
                </a:lnTo>
                <a:lnTo>
                  <a:pt x="73" y="130"/>
                </a:lnTo>
                <a:lnTo>
                  <a:pt x="74" y="130"/>
                </a:lnTo>
                <a:lnTo>
                  <a:pt x="75" y="131"/>
                </a:lnTo>
                <a:lnTo>
                  <a:pt x="78" y="131"/>
                </a:lnTo>
                <a:lnTo>
                  <a:pt x="79" y="132"/>
                </a:lnTo>
                <a:lnTo>
                  <a:pt x="81" y="132"/>
                </a:lnTo>
                <a:lnTo>
                  <a:pt x="81" y="128"/>
                </a:lnTo>
                <a:lnTo>
                  <a:pt x="81" y="127"/>
                </a:lnTo>
                <a:lnTo>
                  <a:pt x="80" y="127"/>
                </a:lnTo>
                <a:lnTo>
                  <a:pt x="80" y="126"/>
                </a:lnTo>
                <a:lnTo>
                  <a:pt x="80" y="125"/>
                </a:lnTo>
                <a:lnTo>
                  <a:pt x="80" y="124"/>
                </a:lnTo>
                <a:lnTo>
                  <a:pt x="81" y="124"/>
                </a:lnTo>
                <a:lnTo>
                  <a:pt x="82" y="122"/>
                </a:lnTo>
                <a:lnTo>
                  <a:pt x="81" y="121"/>
                </a:lnTo>
                <a:lnTo>
                  <a:pt x="81" y="120"/>
                </a:lnTo>
                <a:lnTo>
                  <a:pt x="81" y="119"/>
                </a:lnTo>
                <a:lnTo>
                  <a:pt x="82" y="119"/>
                </a:lnTo>
                <a:lnTo>
                  <a:pt x="83" y="119"/>
                </a:lnTo>
                <a:lnTo>
                  <a:pt x="83" y="118"/>
                </a:lnTo>
                <a:lnTo>
                  <a:pt x="82" y="115"/>
                </a:lnTo>
                <a:lnTo>
                  <a:pt x="80" y="113"/>
                </a:lnTo>
                <a:lnTo>
                  <a:pt x="79" y="112"/>
                </a:lnTo>
                <a:lnTo>
                  <a:pt x="79" y="110"/>
                </a:lnTo>
                <a:lnTo>
                  <a:pt x="80" y="110"/>
                </a:lnTo>
                <a:lnTo>
                  <a:pt x="81" y="110"/>
                </a:lnTo>
                <a:lnTo>
                  <a:pt x="82" y="110"/>
                </a:lnTo>
                <a:lnTo>
                  <a:pt x="82" y="109"/>
                </a:lnTo>
                <a:lnTo>
                  <a:pt x="81" y="109"/>
                </a:lnTo>
                <a:lnTo>
                  <a:pt x="82" y="108"/>
                </a:lnTo>
                <a:lnTo>
                  <a:pt x="81" y="108"/>
                </a:lnTo>
                <a:lnTo>
                  <a:pt x="80" y="107"/>
                </a:lnTo>
                <a:lnTo>
                  <a:pt x="79" y="106"/>
                </a:lnTo>
                <a:lnTo>
                  <a:pt x="79" y="105"/>
                </a:lnTo>
                <a:lnTo>
                  <a:pt x="79" y="104"/>
                </a:lnTo>
                <a:lnTo>
                  <a:pt x="79" y="103"/>
                </a:lnTo>
                <a:lnTo>
                  <a:pt x="78" y="102"/>
                </a:lnTo>
                <a:lnTo>
                  <a:pt x="79" y="102"/>
                </a:lnTo>
                <a:lnTo>
                  <a:pt x="79" y="101"/>
                </a:lnTo>
                <a:lnTo>
                  <a:pt x="78" y="101"/>
                </a:lnTo>
                <a:lnTo>
                  <a:pt x="78" y="100"/>
                </a:lnTo>
                <a:lnTo>
                  <a:pt x="78" y="99"/>
                </a:lnTo>
                <a:lnTo>
                  <a:pt x="79" y="98"/>
                </a:lnTo>
                <a:lnTo>
                  <a:pt x="80" y="97"/>
                </a:lnTo>
                <a:lnTo>
                  <a:pt x="81" y="97"/>
                </a:lnTo>
                <a:lnTo>
                  <a:pt x="81" y="96"/>
                </a:lnTo>
                <a:lnTo>
                  <a:pt x="82" y="94"/>
                </a:lnTo>
                <a:lnTo>
                  <a:pt x="83" y="93"/>
                </a:lnTo>
                <a:lnTo>
                  <a:pt x="84" y="93"/>
                </a:lnTo>
                <a:lnTo>
                  <a:pt x="84" y="92"/>
                </a:lnTo>
                <a:lnTo>
                  <a:pt x="85" y="92"/>
                </a:lnTo>
                <a:lnTo>
                  <a:pt x="86" y="92"/>
                </a:lnTo>
                <a:lnTo>
                  <a:pt x="87" y="91"/>
                </a:lnTo>
                <a:lnTo>
                  <a:pt x="86" y="91"/>
                </a:lnTo>
                <a:lnTo>
                  <a:pt x="87" y="90"/>
                </a:lnTo>
                <a:lnTo>
                  <a:pt x="87" y="89"/>
                </a:lnTo>
                <a:lnTo>
                  <a:pt x="88" y="89"/>
                </a:lnTo>
                <a:lnTo>
                  <a:pt x="88" y="88"/>
                </a:lnTo>
                <a:lnTo>
                  <a:pt x="88" y="86"/>
                </a:lnTo>
                <a:lnTo>
                  <a:pt x="89" y="86"/>
                </a:lnTo>
                <a:lnTo>
                  <a:pt x="90" y="86"/>
                </a:lnTo>
                <a:lnTo>
                  <a:pt x="91" y="85"/>
                </a:lnTo>
                <a:lnTo>
                  <a:pt x="92" y="84"/>
                </a:lnTo>
                <a:lnTo>
                  <a:pt x="91" y="84"/>
                </a:lnTo>
                <a:lnTo>
                  <a:pt x="91" y="83"/>
                </a:lnTo>
                <a:lnTo>
                  <a:pt x="91" y="82"/>
                </a:lnTo>
                <a:lnTo>
                  <a:pt x="92" y="82"/>
                </a:lnTo>
                <a:lnTo>
                  <a:pt x="93" y="83"/>
                </a:lnTo>
                <a:lnTo>
                  <a:pt x="94" y="82"/>
                </a:lnTo>
                <a:lnTo>
                  <a:pt x="94" y="81"/>
                </a:lnTo>
                <a:lnTo>
                  <a:pt x="94" y="80"/>
                </a:lnTo>
                <a:lnTo>
                  <a:pt x="93" y="80"/>
                </a:lnTo>
                <a:lnTo>
                  <a:pt x="94" y="79"/>
                </a:lnTo>
                <a:lnTo>
                  <a:pt x="94" y="80"/>
                </a:lnTo>
                <a:lnTo>
                  <a:pt x="95" y="80"/>
                </a:lnTo>
                <a:lnTo>
                  <a:pt x="96" y="80"/>
                </a:lnTo>
                <a:lnTo>
                  <a:pt x="96" y="79"/>
                </a:lnTo>
                <a:lnTo>
                  <a:pt x="97" y="79"/>
                </a:lnTo>
                <a:lnTo>
                  <a:pt x="98" y="79"/>
                </a:lnTo>
                <a:lnTo>
                  <a:pt x="99" y="80"/>
                </a:lnTo>
                <a:lnTo>
                  <a:pt x="101" y="81"/>
                </a:lnTo>
                <a:lnTo>
                  <a:pt x="102" y="80"/>
                </a:lnTo>
                <a:lnTo>
                  <a:pt x="105" y="80"/>
                </a:lnTo>
                <a:lnTo>
                  <a:pt x="107" y="79"/>
                </a:lnTo>
                <a:lnTo>
                  <a:pt x="108" y="78"/>
                </a:lnTo>
                <a:lnTo>
                  <a:pt x="109" y="77"/>
                </a:lnTo>
                <a:lnTo>
                  <a:pt x="110" y="77"/>
                </a:lnTo>
                <a:lnTo>
                  <a:pt x="111" y="77"/>
                </a:lnTo>
                <a:lnTo>
                  <a:pt x="111" y="76"/>
                </a:lnTo>
                <a:lnTo>
                  <a:pt x="110" y="75"/>
                </a:lnTo>
                <a:lnTo>
                  <a:pt x="109" y="75"/>
                </a:lnTo>
                <a:lnTo>
                  <a:pt x="109" y="74"/>
                </a:lnTo>
                <a:lnTo>
                  <a:pt x="108" y="74"/>
                </a:lnTo>
                <a:lnTo>
                  <a:pt x="107" y="73"/>
                </a:lnTo>
                <a:lnTo>
                  <a:pt x="107" y="72"/>
                </a:lnTo>
                <a:lnTo>
                  <a:pt x="108" y="72"/>
                </a:lnTo>
                <a:lnTo>
                  <a:pt x="107" y="72"/>
                </a:lnTo>
                <a:lnTo>
                  <a:pt x="107" y="71"/>
                </a:lnTo>
                <a:lnTo>
                  <a:pt x="106" y="71"/>
                </a:lnTo>
                <a:lnTo>
                  <a:pt x="106" y="70"/>
                </a:lnTo>
                <a:lnTo>
                  <a:pt x="106" y="69"/>
                </a:lnTo>
                <a:lnTo>
                  <a:pt x="106" y="68"/>
                </a:lnTo>
                <a:lnTo>
                  <a:pt x="107" y="68"/>
                </a:lnTo>
                <a:lnTo>
                  <a:pt x="107" y="67"/>
                </a:lnTo>
                <a:lnTo>
                  <a:pt x="107" y="66"/>
                </a:lnTo>
                <a:lnTo>
                  <a:pt x="108" y="66"/>
                </a:lnTo>
                <a:lnTo>
                  <a:pt x="108" y="67"/>
                </a:lnTo>
                <a:lnTo>
                  <a:pt x="109" y="67"/>
                </a:lnTo>
                <a:lnTo>
                  <a:pt x="110" y="66"/>
                </a:lnTo>
                <a:lnTo>
                  <a:pt x="110" y="64"/>
                </a:lnTo>
                <a:lnTo>
                  <a:pt x="110" y="63"/>
                </a:lnTo>
                <a:lnTo>
                  <a:pt x="110" y="62"/>
                </a:lnTo>
                <a:lnTo>
                  <a:pt x="110" y="61"/>
                </a:lnTo>
                <a:lnTo>
                  <a:pt x="110" y="60"/>
                </a:lnTo>
                <a:lnTo>
                  <a:pt x="111" y="60"/>
                </a:lnTo>
                <a:lnTo>
                  <a:pt x="111" y="59"/>
                </a:lnTo>
                <a:lnTo>
                  <a:pt x="112" y="59"/>
                </a:lnTo>
                <a:lnTo>
                  <a:pt x="114" y="59"/>
                </a:lnTo>
                <a:lnTo>
                  <a:pt x="115" y="59"/>
                </a:lnTo>
                <a:lnTo>
                  <a:pt x="116" y="59"/>
                </a:lnTo>
                <a:lnTo>
                  <a:pt x="115" y="59"/>
                </a:lnTo>
                <a:lnTo>
                  <a:pt x="116" y="59"/>
                </a:lnTo>
                <a:lnTo>
                  <a:pt x="116" y="58"/>
                </a:lnTo>
                <a:lnTo>
                  <a:pt x="118" y="58"/>
                </a:lnTo>
                <a:lnTo>
                  <a:pt x="120" y="58"/>
                </a:lnTo>
                <a:lnTo>
                  <a:pt x="121" y="58"/>
                </a:lnTo>
                <a:lnTo>
                  <a:pt x="121" y="59"/>
                </a:lnTo>
                <a:lnTo>
                  <a:pt x="122" y="59"/>
                </a:lnTo>
                <a:lnTo>
                  <a:pt x="123" y="60"/>
                </a:lnTo>
                <a:lnTo>
                  <a:pt x="124" y="60"/>
                </a:lnTo>
                <a:lnTo>
                  <a:pt x="125" y="61"/>
                </a:lnTo>
                <a:lnTo>
                  <a:pt x="126" y="61"/>
                </a:lnTo>
                <a:lnTo>
                  <a:pt x="126" y="60"/>
                </a:lnTo>
                <a:lnTo>
                  <a:pt x="127" y="60"/>
                </a:lnTo>
                <a:lnTo>
                  <a:pt x="128" y="60"/>
                </a:lnTo>
                <a:lnTo>
                  <a:pt x="129" y="60"/>
                </a:lnTo>
                <a:lnTo>
                  <a:pt x="129" y="59"/>
                </a:lnTo>
                <a:lnTo>
                  <a:pt x="131" y="59"/>
                </a:lnTo>
                <a:lnTo>
                  <a:pt x="131" y="60"/>
                </a:lnTo>
                <a:lnTo>
                  <a:pt x="133" y="60"/>
                </a:lnTo>
                <a:lnTo>
                  <a:pt x="134" y="60"/>
                </a:lnTo>
                <a:lnTo>
                  <a:pt x="136" y="60"/>
                </a:lnTo>
                <a:lnTo>
                  <a:pt x="137" y="60"/>
                </a:lnTo>
                <a:lnTo>
                  <a:pt x="138" y="59"/>
                </a:lnTo>
                <a:lnTo>
                  <a:pt x="138" y="58"/>
                </a:lnTo>
                <a:lnTo>
                  <a:pt x="139" y="58"/>
                </a:lnTo>
                <a:lnTo>
                  <a:pt x="140" y="58"/>
                </a:lnTo>
                <a:lnTo>
                  <a:pt x="140" y="57"/>
                </a:lnTo>
                <a:lnTo>
                  <a:pt x="140" y="56"/>
                </a:lnTo>
                <a:lnTo>
                  <a:pt x="143" y="56"/>
                </a:lnTo>
                <a:lnTo>
                  <a:pt x="144" y="56"/>
                </a:lnTo>
                <a:lnTo>
                  <a:pt x="144" y="57"/>
                </a:lnTo>
                <a:lnTo>
                  <a:pt x="144" y="58"/>
                </a:lnTo>
                <a:lnTo>
                  <a:pt x="145" y="59"/>
                </a:lnTo>
                <a:lnTo>
                  <a:pt x="146" y="60"/>
                </a:lnTo>
                <a:lnTo>
                  <a:pt x="147" y="62"/>
                </a:lnTo>
                <a:lnTo>
                  <a:pt x="148" y="62"/>
                </a:lnTo>
                <a:lnTo>
                  <a:pt x="147" y="63"/>
                </a:lnTo>
                <a:lnTo>
                  <a:pt x="147" y="64"/>
                </a:lnTo>
                <a:lnTo>
                  <a:pt x="147" y="65"/>
                </a:lnTo>
                <a:lnTo>
                  <a:pt x="147" y="67"/>
                </a:lnTo>
                <a:lnTo>
                  <a:pt x="148" y="67"/>
                </a:lnTo>
                <a:lnTo>
                  <a:pt x="149" y="69"/>
                </a:lnTo>
                <a:lnTo>
                  <a:pt x="150" y="69"/>
                </a:lnTo>
                <a:lnTo>
                  <a:pt x="150" y="70"/>
                </a:lnTo>
                <a:lnTo>
                  <a:pt x="150" y="71"/>
                </a:lnTo>
                <a:lnTo>
                  <a:pt x="149" y="71"/>
                </a:lnTo>
                <a:lnTo>
                  <a:pt x="151" y="72"/>
                </a:lnTo>
                <a:lnTo>
                  <a:pt x="152" y="72"/>
                </a:lnTo>
                <a:lnTo>
                  <a:pt x="152" y="73"/>
                </a:lnTo>
                <a:lnTo>
                  <a:pt x="153" y="73"/>
                </a:lnTo>
                <a:lnTo>
                  <a:pt x="153" y="74"/>
                </a:lnTo>
                <a:lnTo>
                  <a:pt x="153" y="76"/>
                </a:lnTo>
                <a:lnTo>
                  <a:pt x="153" y="77"/>
                </a:lnTo>
                <a:lnTo>
                  <a:pt x="153" y="78"/>
                </a:lnTo>
                <a:lnTo>
                  <a:pt x="153" y="79"/>
                </a:lnTo>
                <a:lnTo>
                  <a:pt x="154" y="79"/>
                </a:lnTo>
                <a:lnTo>
                  <a:pt x="154" y="80"/>
                </a:lnTo>
                <a:lnTo>
                  <a:pt x="155" y="81"/>
                </a:lnTo>
                <a:lnTo>
                  <a:pt x="154" y="81"/>
                </a:lnTo>
                <a:lnTo>
                  <a:pt x="153" y="81"/>
                </a:lnTo>
                <a:lnTo>
                  <a:pt x="153" y="82"/>
                </a:lnTo>
                <a:lnTo>
                  <a:pt x="153" y="83"/>
                </a:lnTo>
                <a:lnTo>
                  <a:pt x="153" y="84"/>
                </a:lnTo>
                <a:lnTo>
                  <a:pt x="153" y="85"/>
                </a:lnTo>
                <a:lnTo>
                  <a:pt x="154" y="85"/>
                </a:lnTo>
                <a:lnTo>
                  <a:pt x="154" y="86"/>
                </a:lnTo>
                <a:lnTo>
                  <a:pt x="153" y="88"/>
                </a:lnTo>
                <a:lnTo>
                  <a:pt x="153" y="89"/>
                </a:lnTo>
                <a:lnTo>
                  <a:pt x="153" y="91"/>
                </a:lnTo>
                <a:lnTo>
                  <a:pt x="154" y="91"/>
                </a:lnTo>
                <a:lnTo>
                  <a:pt x="155" y="91"/>
                </a:lnTo>
                <a:lnTo>
                  <a:pt x="156" y="92"/>
                </a:lnTo>
                <a:lnTo>
                  <a:pt x="155" y="93"/>
                </a:lnTo>
                <a:lnTo>
                  <a:pt x="154" y="93"/>
                </a:lnTo>
                <a:lnTo>
                  <a:pt x="154" y="94"/>
                </a:lnTo>
                <a:lnTo>
                  <a:pt x="154" y="95"/>
                </a:lnTo>
                <a:lnTo>
                  <a:pt x="153" y="95"/>
                </a:lnTo>
                <a:lnTo>
                  <a:pt x="150" y="96"/>
                </a:lnTo>
                <a:lnTo>
                  <a:pt x="149" y="96"/>
                </a:lnTo>
                <a:lnTo>
                  <a:pt x="148" y="96"/>
                </a:lnTo>
                <a:lnTo>
                  <a:pt x="148" y="97"/>
                </a:lnTo>
                <a:lnTo>
                  <a:pt x="150" y="99"/>
                </a:lnTo>
                <a:lnTo>
                  <a:pt x="150" y="100"/>
                </a:lnTo>
                <a:lnTo>
                  <a:pt x="151" y="99"/>
                </a:lnTo>
                <a:lnTo>
                  <a:pt x="151" y="103"/>
                </a:lnTo>
                <a:lnTo>
                  <a:pt x="152" y="105"/>
                </a:lnTo>
                <a:lnTo>
                  <a:pt x="152" y="107"/>
                </a:lnTo>
                <a:lnTo>
                  <a:pt x="152" y="110"/>
                </a:lnTo>
                <a:lnTo>
                  <a:pt x="152" y="111"/>
                </a:lnTo>
                <a:lnTo>
                  <a:pt x="152" y="112"/>
                </a:lnTo>
                <a:lnTo>
                  <a:pt x="152" y="113"/>
                </a:lnTo>
                <a:lnTo>
                  <a:pt x="152" y="115"/>
                </a:lnTo>
                <a:lnTo>
                  <a:pt x="152" y="117"/>
                </a:lnTo>
                <a:lnTo>
                  <a:pt x="151" y="118"/>
                </a:lnTo>
                <a:lnTo>
                  <a:pt x="150" y="119"/>
                </a:lnTo>
                <a:lnTo>
                  <a:pt x="149" y="119"/>
                </a:lnTo>
                <a:lnTo>
                  <a:pt x="148" y="120"/>
                </a:lnTo>
                <a:lnTo>
                  <a:pt x="148" y="121"/>
                </a:lnTo>
                <a:lnTo>
                  <a:pt x="148" y="122"/>
                </a:lnTo>
                <a:lnTo>
                  <a:pt x="149" y="122"/>
                </a:lnTo>
                <a:lnTo>
                  <a:pt x="149" y="121"/>
                </a:lnTo>
                <a:lnTo>
                  <a:pt x="150" y="121"/>
                </a:lnTo>
                <a:lnTo>
                  <a:pt x="152" y="121"/>
                </a:lnTo>
                <a:lnTo>
                  <a:pt x="154" y="120"/>
                </a:lnTo>
                <a:lnTo>
                  <a:pt x="155" y="120"/>
                </a:lnTo>
                <a:lnTo>
                  <a:pt x="156" y="120"/>
                </a:lnTo>
                <a:lnTo>
                  <a:pt x="157" y="120"/>
                </a:lnTo>
                <a:lnTo>
                  <a:pt x="159" y="120"/>
                </a:lnTo>
                <a:lnTo>
                  <a:pt x="159" y="121"/>
                </a:lnTo>
                <a:lnTo>
                  <a:pt x="161" y="121"/>
                </a:lnTo>
                <a:lnTo>
                  <a:pt x="162" y="120"/>
                </a:lnTo>
                <a:lnTo>
                  <a:pt x="163" y="120"/>
                </a:lnTo>
                <a:lnTo>
                  <a:pt x="164" y="120"/>
                </a:lnTo>
                <a:lnTo>
                  <a:pt x="166" y="121"/>
                </a:lnTo>
                <a:lnTo>
                  <a:pt x="166" y="122"/>
                </a:lnTo>
                <a:lnTo>
                  <a:pt x="167" y="122"/>
                </a:lnTo>
                <a:lnTo>
                  <a:pt x="168" y="122"/>
                </a:lnTo>
                <a:lnTo>
                  <a:pt x="169" y="121"/>
                </a:lnTo>
                <a:lnTo>
                  <a:pt x="170" y="121"/>
                </a:lnTo>
                <a:lnTo>
                  <a:pt x="170" y="120"/>
                </a:lnTo>
                <a:lnTo>
                  <a:pt x="171" y="120"/>
                </a:lnTo>
                <a:lnTo>
                  <a:pt x="171" y="119"/>
                </a:lnTo>
                <a:lnTo>
                  <a:pt x="172" y="119"/>
                </a:lnTo>
                <a:lnTo>
                  <a:pt x="173" y="119"/>
                </a:lnTo>
                <a:lnTo>
                  <a:pt x="174" y="120"/>
                </a:lnTo>
                <a:lnTo>
                  <a:pt x="175" y="120"/>
                </a:lnTo>
                <a:lnTo>
                  <a:pt x="176" y="120"/>
                </a:lnTo>
                <a:lnTo>
                  <a:pt x="177" y="120"/>
                </a:lnTo>
                <a:lnTo>
                  <a:pt x="178" y="120"/>
                </a:lnTo>
                <a:lnTo>
                  <a:pt x="178" y="121"/>
                </a:lnTo>
                <a:lnTo>
                  <a:pt x="180" y="121"/>
                </a:lnTo>
                <a:lnTo>
                  <a:pt x="183" y="121"/>
                </a:lnTo>
                <a:lnTo>
                  <a:pt x="184" y="122"/>
                </a:lnTo>
                <a:lnTo>
                  <a:pt x="184" y="124"/>
                </a:lnTo>
                <a:lnTo>
                  <a:pt x="184" y="125"/>
                </a:lnTo>
                <a:lnTo>
                  <a:pt x="187" y="124"/>
                </a:lnTo>
                <a:lnTo>
                  <a:pt x="188" y="124"/>
                </a:lnTo>
                <a:lnTo>
                  <a:pt x="189" y="124"/>
                </a:lnTo>
                <a:lnTo>
                  <a:pt x="189" y="123"/>
                </a:lnTo>
                <a:lnTo>
                  <a:pt x="190" y="123"/>
                </a:lnTo>
                <a:lnTo>
                  <a:pt x="190" y="122"/>
                </a:lnTo>
                <a:lnTo>
                  <a:pt x="190" y="121"/>
                </a:lnTo>
                <a:lnTo>
                  <a:pt x="190" y="120"/>
                </a:lnTo>
                <a:lnTo>
                  <a:pt x="192" y="119"/>
                </a:lnTo>
                <a:lnTo>
                  <a:pt x="193" y="120"/>
                </a:lnTo>
                <a:lnTo>
                  <a:pt x="194" y="121"/>
                </a:lnTo>
                <a:lnTo>
                  <a:pt x="194" y="122"/>
                </a:lnTo>
                <a:lnTo>
                  <a:pt x="195" y="123"/>
                </a:lnTo>
                <a:lnTo>
                  <a:pt x="195" y="122"/>
                </a:lnTo>
                <a:lnTo>
                  <a:pt x="196" y="122"/>
                </a:lnTo>
                <a:lnTo>
                  <a:pt x="198" y="122"/>
                </a:lnTo>
                <a:lnTo>
                  <a:pt x="200" y="122"/>
                </a:lnTo>
                <a:lnTo>
                  <a:pt x="201" y="122"/>
                </a:lnTo>
                <a:lnTo>
                  <a:pt x="202" y="121"/>
                </a:lnTo>
                <a:lnTo>
                  <a:pt x="201" y="121"/>
                </a:lnTo>
                <a:lnTo>
                  <a:pt x="200" y="120"/>
                </a:lnTo>
                <a:lnTo>
                  <a:pt x="200" y="119"/>
                </a:lnTo>
                <a:lnTo>
                  <a:pt x="199" y="119"/>
                </a:lnTo>
                <a:lnTo>
                  <a:pt x="199" y="118"/>
                </a:lnTo>
                <a:lnTo>
                  <a:pt x="198" y="117"/>
                </a:lnTo>
                <a:lnTo>
                  <a:pt x="199" y="117"/>
                </a:lnTo>
                <a:lnTo>
                  <a:pt x="199" y="116"/>
                </a:lnTo>
                <a:lnTo>
                  <a:pt x="200" y="114"/>
                </a:lnTo>
                <a:lnTo>
                  <a:pt x="200" y="113"/>
                </a:lnTo>
                <a:lnTo>
                  <a:pt x="199" y="113"/>
                </a:lnTo>
                <a:lnTo>
                  <a:pt x="198" y="113"/>
                </a:lnTo>
                <a:lnTo>
                  <a:pt x="197" y="113"/>
                </a:lnTo>
                <a:lnTo>
                  <a:pt x="197" y="112"/>
                </a:lnTo>
                <a:lnTo>
                  <a:pt x="196" y="111"/>
                </a:lnTo>
                <a:lnTo>
                  <a:pt x="195" y="110"/>
                </a:lnTo>
                <a:lnTo>
                  <a:pt x="195" y="109"/>
                </a:lnTo>
                <a:lnTo>
                  <a:pt x="196" y="109"/>
                </a:lnTo>
                <a:lnTo>
                  <a:pt x="198" y="108"/>
                </a:lnTo>
                <a:lnTo>
                  <a:pt x="199" y="108"/>
                </a:lnTo>
                <a:lnTo>
                  <a:pt x="200" y="108"/>
                </a:lnTo>
                <a:lnTo>
                  <a:pt x="201" y="107"/>
                </a:lnTo>
                <a:lnTo>
                  <a:pt x="204" y="107"/>
                </a:lnTo>
                <a:lnTo>
                  <a:pt x="204" y="106"/>
                </a:lnTo>
                <a:lnTo>
                  <a:pt x="206" y="106"/>
                </a:lnTo>
                <a:lnTo>
                  <a:pt x="207" y="106"/>
                </a:lnTo>
                <a:lnTo>
                  <a:pt x="207" y="105"/>
                </a:lnTo>
                <a:lnTo>
                  <a:pt x="208" y="105"/>
                </a:lnTo>
                <a:lnTo>
                  <a:pt x="210" y="104"/>
                </a:lnTo>
                <a:lnTo>
                  <a:pt x="213" y="103"/>
                </a:lnTo>
                <a:lnTo>
                  <a:pt x="214" y="103"/>
                </a:lnTo>
                <a:lnTo>
                  <a:pt x="214" y="102"/>
                </a:lnTo>
                <a:lnTo>
                  <a:pt x="215" y="102"/>
                </a:lnTo>
                <a:lnTo>
                  <a:pt x="216" y="102"/>
                </a:lnTo>
                <a:lnTo>
                  <a:pt x="218" y="101"/>
                </a:lnTo>
                <a:lnTo>
                  <a:pt x="220" y="100"/>
                </a:lnTo>
                <a:lnTo>
                  <a:pt x="221" y="99"/>
                </a:lnTo>
                <a:lnTo>
                  <a:pt x="222" y="99"/>
                </a:lnTo>
                <a:lnTo>
                  <a:pt x="223" y="98"/>
                </a:lnTo>
                <a:lnTo>
                  <a:pt x="225" y="97"/>
                </a:lnTo>
                <a:lnTo>
                  <a:pt x="226" y="96"/>
                </a:lnTo>
                <a:lnTo>
                  <a:pt x="227" y="96"/>
                </a:lnTo>
                <a:lnTo>
                  <a:pt x="227" y="95"/>
                </a:lnTo>
                <a:lnTo>
                  <a:pt x="229" y="95"/>
                </a:lnTo>
                <a:lnTo>
                  <a:pt x="231" y="94"/>
                </a:lnTo>
                <a:lnTo>
                  <a:pt x="231" y="93"/>
                </a:lnTo>
                <a:lnTo>
                  <a:pt x="235" y="91"/>
                </a:lnTo>
                <a:lnTo>
                  <a:pt x="237" y="90"/>
                </a:lnTo>
                <a:lnTo>
                  <a:pt x="238" y="89"/>
                </a:lnTo>
                <a:lnTo>
                  <a:pt x="239" y="89"/>
                </a:lnTo>
                <a:lnTo>
                  <a:pt x="239" y="88"/>
                </a:lnTo>
                <a:lnTo>
                  <a:pt x="239" y="86"/>
                </a:lnTo>
                <a:lnTo>
                  <a:pt x="240" y="86"/>
                </a:lnTo>
                <a:lnTo>
                  <a:pt x="240" y="87"/>
                </a:lnTo>
                <a:lnTo>
                  <a:pt x="241" y="87"/>
                </a:lnTo>
                <a:lnTo>
                  <a:pt x="242" y="87"/>
                </a:lnTo>
                <a:lnTo>
                  <a:pt x="243" y="87"/>
                </a:lnTo>
                <a:lnTo>
                  <a:pt x="245" y="86"/>
                </a:lnTo>
                <a:lnTo>
                  <a:pt x="246" y="85"/>
                </a:lnTo>
                <a:lnTo>
                  <a:pt x="246" y="84"/>
                </a:lnTo>
                <a:lnTo>
                  <a:pt x="247" y="84"/>
                </a:lnTo>
                <a:lnTo>
                  <a:pt x="248" y="83"/>
                </a:lnTo>
                <a:lnTo>
                  <a:pt x="249" y="83"/>
                </a:lnTo>
                <a:lnTo>
                  <a:pt x="249" y="82"/>
                </a:lnTo>
                <a:lnTo>
                  <a:pt x="251" y="81"/>
                </a:lnTo>
                <a:lnTo>
                  <a:pt x="252" y="81"/>
                </a:lnTo>
                <a:lnTo>
                  <a:pt x="253" y="81"/>
                </a:lnTo>
                <a:lnTo>
                  <a:pt x="255" y="81"/>
                </a:lnTo>
                <a:lnTo>
                  <a:pt x="256" y="81"/>
                </a:lnTo>
                <a:lnTo>
                  <a:pt x="257" y="81"/>
                </a:lnTo>
                <a:lnTo>
                  <a:pt x="258" y="80"/>
                </a:lnTo>
                <a:lnTo>
                  <a:pt x="259" y="80"/>
                </a:lnTo>
                <a:lnTo>
                  <a:pt x="259" y="81"/>
                </a:lnTo>
                <a:lnTo>
                  <a:pt x="260" y="82"/>
                </a:lnTo>
                <a:lnTo>
                  <a:pt x="260" y="83"/>
                </a:lnTo>
                <a:lnTo>
                  <a:pt x="260" y="84"/>
                </a:lnTo>
                <a:lnTo>
                  <a:pt x="261" y="85"/>
                </a:lnTo>
                <a:lnTo>
                  <a:pt x="261" y="86"/>
                </a:lnTo>
                <a:lnTo>
                  <a:pt x="262" y="86"/>
                </a:lnTo>
                <a:lnTo>
                  <a:pt x="262" y="87"/>
                </a:lnTo>
                <a:lnTo>
                  <a:pt x="262" y="88"/>
                </a:lnTo>
                <a:lnTo>
                  <a:pt x="263" y="88"/>
                </a:lnTo>
                <a:lnTo>
                  <a:pt x="263" y="89"/>
                </a:lnTo>
                <a:lnTo>
                  <a:pt x="264" y="90"/>
                </a:lnTo>
                <a:lnTo>
                  <a:pt x="265" y="91"/>
                </a:lnTo>
                <a:lnTo>
                  <a:pt x="266" y="93"/>
                </a:lnTo>
                <a:lnTo>
                  <a:pt x="267" y="94"/>
                </a:lnTo>
                <a:lnTo>
                  <a:pt x="267" y="95"/>
                </a:lnTo>
                <a:lnTo>
                  <a:pt x="267" y="97"/>
                </a:lnTo>
                <a:lnTo>
                  <a:pt x="267" y="98"/>
                </a:lnTo>
                <a:lnTo>
                  <a:pt x="268" y="98"/>
                </a:lnTo>
                <a:lnTo>
                  <a:pt x="269" y="99"/>
                </a:lnTo>
                <a:lnTo>
                  <a:pt x="269" y="100"/>
                </a:lnTo>
                <a:lnTo>
                  <a:pt x="269" y="101"/>
                </a:lnTo>
                <a:lnTo>
                  <a:pt x="271" y="101"/>
                </a:lnTo>
                <a:lnTo>
                  <a:pt x="271" y="100"/>
                </a:lnTo>
                <a:lnTo>
                  <a:pt x="273" y="100"/>
                </a:lnTo>
                <a:lnTo>
                  <a:pt x="277" y="100"/>
                </a:lnTo>
                <a:lnTo>
                  <a:pt x="277" y="101"/>
                </a:lnTo>
                <a:lnTo>
                  <a:pt x="279" y="101"/>
                </a:lnTo>
                <a:lnTo>
                  <a:pt x="279" y="100"/>
                </a:lnTo>
                <a:lnTo>
                  <a:pt x="279" y="99"/>
                </a:lnTo>
                <a:lnTo>
                  <a:pt x="280" y="99"/>
                </a:lnTo>
                <a:lnTo>
                  <a:pt x="281" y="98"/>
                </a:lnTo>
                <a:lnTo>
                  <a:pt x="282" y="97"/>
                </a:lnTo>
                <a:lnTo>
                  <a:pt x="282" y="96"/>
                </a:lnTo>
                <a:lnTo>
                  <a:pt x="281" y="96"/>
                </a:lnTo>
                <a:lnTo>
                  <a:pt x="280" y="95"/>
                </a:lnTo>
                <a:lnTo>
                  <a:pt x="280" y="94"/>
                </a:lnTo>
                <a:lnTo>
                  <a:pt x="279" y="94"/>
                </a:lnTo>
                <a:lnTo>
                  <a:pt x="279" y="92"/>
                </a:lnTo>
                <a:lnTo>
                  <a:pt x="280" y="91"/>
                </a:lnTo>
                <a:lnTo>
                  <a:pt x="282" y="90"/>
                </a:lnTo>
                <a:lnTo>
                  <a:pt x="283" y="89"/>
                </a:lnTo>
                <a:lnTo>
                  <a:pt x="284" y="90"/>
                </a:lnTo>
                <a:lnTo>
                  <a:pt x="285" y="90"/>
                </a:lnTo>
                <a:lnTo>
                  <a:pt x="286" y="90"/>
                </a:lnTo>
                <a:lnTo>
                  <a:pt x="286" y="89"/>
                </a:lnTo>
                <a:lnTo>
                  <a:pt x="287" y="89"/>
                </a:lnTo>
                <a:lnTo>
                  <a:pt x="288" y="90"/>
                </a:lnTo>
                <a:lnTo>
                  <a:pt x="289" y="90"/>
                </a:lnTo>
                <a:lnTo>
                  <a:pt x="290" y="89"/>
                </a:lnTo>
                <a:lnTo>
                  <a:pt x="290" y="88"/>
                </a:lnTo>
                <a:lnTo>
                  <a:pt x="290" y="87"/>
                </a:lnTo>
                <a:lnTo>
                  <a:pt x="291" y="86"/>
                </a:lnTo>
                <a:lnTo>
                  <a:pt x="291" y="85"/>
                </a:lnTo>
                <a:lnTo>
                  <a:pt x="291" y="84"/>
                </a:lnTo>
                <a:lnTo>
                  <a:pt x="292" y="83"/>
                </a:lnTo>
                <a:lnTo>
                  <a:pt x="292" y="82"/>
                </a:lnTo>
                <a:lnTo>
                  <a:pt x="292" y="81"/>
                </a:lnTo>
                <a:lnTo>
                  <a:pt x="293" y="81"/>
                </a:lnTo>
                <a:lnTo>
                  <a:pt x="294" y="80"/>
                </a:lnTo>
                <a:lnTo>
                  <a:pt x="294" y="81"/>
                </a:lnTo>
                <a:lnTo>
                  <a:pt x="294" y="80"/>
                </a:lnTo>
                <a:lnTo>
                  <a:pt x="295" y="80"/>
                </a:lnTo>
                <a:lnTo>
                  <a:pt x="296" y="79"/>
                </a:lnTo>
                <a:lnTo>
                  <a:pt x="297" y="79"/>
                </a:lnTo>
                <a:lnTo>
                  <a:pt x="298" y="79"/>
                </a:lnTo>
                <a:lnTo>
                  <a:pt x="298" y="78"/>
                </a:lnTo>
                <a:lnTo>
                  <a:pt x="299" y="77"/>
                </a:lnTo>
                <a:lnTo>
                  <a:pt x="300" y="77"/>
                </a:lnTo>
                <a:lnTo>
                  <a:pt x="300" y="78"/>
                </a:lnTo>
                <a:lnTo>
                  <a:pt x="300" y="77"/>
                </a:lnTo>
                <a:lnTo>
                  <a:pt x="301" y="77"/>
                </a:lnTo>
                <a:lnTo>
                  <a:pt x="301" y="76"/>
                </a:lnTo>
                <a:lnTo>
                  <a:pt x="301" y="75"/>
                </a:lnTo>
                <a:lnTo>
                  <a:pt x="301" y="74"/>
                </a:lnTo>
                <a:lnTo>
                  <a:pt x="302" y="73"/>
                </a:lnTo>
                <a:lnTo>
                  <a:pt x="303" y="73"/>
                </a:lnTo>
                <a:lnTo>
                  <a:pt x="304" y="73"/>
                </a:lnTo>
                <a:lnTo>
                  <a:pt x="305" y="73"/>
                </a:lnTo>
                <a:lnTo>
                  <a:pt x="306" y="73"/>
                </a:lnTo>
                <a:lnTo>
                  <a:pt x="307" y="73"/>
                </a:lnTo>
                <a:lnTo>
                  <a:pt x="308" y="73"/>
                </a:lnTo>
                <a:lnTo>
                  <a:pt x="309" y="73"/>
                </a:lnTo>
                <a:lnTo>
                  <a:pt x="308" y="73"/>
                </a:lnTo>
                <a:lnTo>
                  <a:pt x="309" y="73"/>
                </a:lnTo>
                <a:lnTo>
                  <a:pt x="309" y="74"/>
                </a:lnTo>
                <a:lnTo>
                  <a:pt x="310" y="74"/>
                </a:lnTo>
                <a:lnTo>
                  <a:pt x="311" y="74"/>
                </a:lnTo>
                <a:lnTo>
                  <a:pt x="312" y="74"/>
                </a:lnTo>
                <a:lnTo>
                  <a:pt x="312" y="75"/>
                </a:lnTo>
                <a:lnTo>
                  <a:pt x="313" y="75"/>
                </a:lnTo>
                <a:lnTo>
                  <a:pt x="312" y="76"/>
                </a:lnTo>
                <a:lnTo>
                  <a:pt x="312" y="77"/>
                </a:lnTo>
                <a:lnTo>
                  <a:pt x="312" y="78"/>
                </a:lnTo>
                <a:lnTo>
                  <a:pt x="310" y="80"/>
                </a:lnTo>
                <a:lnTo>
                  <a:pt x="309" y="80"/>
                </a:lnTo>
                <a:lnTo>
                  <a:pt x="309" y="81"/>
                </a:lnTo>
                <a:lnTo>
                  <a:pt x="310" y="81"/>
                </a:lnTo>
                <a:lnTo>
                  <a:pt x="311" y="80"/>
                </a:lnTo>
                <a:lnTo>
                  <a:pt x="312" y="80"/>
                </a:lnTo>
                <a:lnTo>
                  <a:pt x="313" y="81"/>
                </a:lnTo>
                <a:lnTo>
                  <a:pt x="314" y="81"/>
                </a:lnTo>
                <a:lnTo>
                  <a:pt x="316" y="80"/>
                </a:lnTo>
                <a:lnTo>
                  <a:pt x="317" y="80"/>
                </a:lnTo>
                <a:lnTo>
                  <a:pt x="317" y="79"/>
                </a:lnTo>
                <a:lnTo>
                  <a:pt x="319" y="78"/>
                </a:lnTo>
                <a:lnTo>
                  <a:pt x="320" y="77"/>
                </a:lnTo>
                <a:lnTo>
                  <a:pt x="320" y="76"/>
                </a:lnTo>
                <a:lnTo>
                  <a:pt x="321" y="76"/>
                </a:lnTo>
                <a:lnTo>
                  <a:pt x="321" y="77"/>
                </a:lnTo>
                <a:lnTo>
                  <a:pt x="322" y="77"/>
                </a:lnTo>
                <a:lnTo>
                  <a:pt x="323" y="78"/>
                </a:lnTo>
                <a:lnTo>
                  <a:pt x="323" y="79"/>
                </a:lnTo>
                <a:lnTo>
                  <a:pt x="324" y="79"/>
                </a:lnTo>
                <a:lnTo>
                  <a:pt x="325" y="79"/>
                </a:lnTo>
                <a:lnTo>
                  <a:pt x="325" y="80"/>
                </a:lnTo>
                <a:lnTo>
                  <a:pt x="324" y="80"/>
                </a:lnTo>
                <a:lnTo>
                  <a:pt x="326" y="82"/>
                </a:lnTo>
                <a:lnTo>
                  <a:pt x="327" y="82"/>
                </a:lnTo>
                <a:lnTo>
                  <a:pt x="328" y="82"/>
                </a:lnTo>
                <a:lnTo>
                  <a:pt x="329" y="82"/>
                </a:lnTo>
                <a:lnTo>
                  <a:pt x="330" y="83"/>
                </a:lnTo>
                <a:lnTo>
                  <a:pt x="331" y="83"/>
                </a:lnTo>
                <a:lnTo>
                  <a:pt x="331" y="82"/>
                </a:lnTo>
                <a:lnTo>
                  <a:pt x="330" y="82"/>
                </a:lnTo>
                <a:lnTo>
                  <a:pt x="330" y="81"/>
                </a:lnTo>
                <a:lnTo>
                  <a:pt x="331" y="81"/>
                </a:lnTo>
                <a:lnTo>
                  <a:pt x="332" y="82"/>
                </a:lnTo>
                <a:lnTo>
                  <a:pt x="333" y="82"/>
                </a:lnTo>
                <a:lnTo>
                  <a:pt x="334" y="82"/>
                </a:lnTo>
                <a:lnTo>
                  <a:pt x="335" y="82"/>
                </a:lnTo>
                <a:lnTo>
                  <a:pt x="336" y="82"/>
                </a:lnTo>
                <a:lnTo>
                  <a:pt x="336" y="81"/>
                </a:lnTo>
                <a:lnTo>
                  <a:pt x="337" y="81"/>
                </a:lnTo>
                <a:lnTo>
                  <a:pt x="337" y="80"/>
                </a:lnTo>
                <a:lnTo>
                  <a:pt x="338" y="80"/>
                </a:lnTo>
                <a:lnTo>
                  <a:pt x="339" y="80"/>
                </a:lnTo>
                <a:lnTo>
                  <a:pt x="341" y="80"/>
                </a:lnTo>
                <a:lnTo>
                  <a:pt x="345" y="80"/>
                </a:lnTo>
                <a:lnTo>
                  <a:pt x="345" y="78"/>
                </a:lnTo>
                <a:lnTo>
                  <a:pt x="346" y="78"/>
                </a:lnTo>
                <a:lnTo>
                  <a:pt x="346" y="77"/>
                </a:lnTo>
                <a:lnTo>
                  <a:pt x="347" y="76"/>
                </a:lnTo>
                <a:lnTo>
                  <a:pt x="348" y="75"/>
                </a:lnTo>
                <a:lnTo>
                  <a:pt x="349" y="74"/>
                </a:lnTo>
                <a:lnTo>
                  <a:pt x="349" y="75"/>
                </a:lnTo>
                <a:lnTo>
                  <a:pt x="350" y="75"/>
                </a:lnTo>
                <a:lnTo>
                  <a:pt x="349" y="75"/>
                </a:lnTo>
                <a:lnTo>
                  <a:pt x="349" y="76"/>
                </a:lnTo>
                <a:lnTo>
                  <a:pt x="351" y="77"/>
                </a:lnTo>
                <a:lnTo>
                  <a:pt x="356" y="75"/>
                </a:lnTo>
                <a:lnTo>
                  <a:pt x="357" y="74"/>
                </a:lnTo>
                <a:lnTo>
                  <a:pt x="357" y="73"/>
                </a:lnTo>
                <a:lnTo>
                  <a:pt x="359" y="73"/>
                </a:lnTo>
                <a:lnTo>
                  <a:pt x="360" y="73"/>
                </a:lnTo>
                <a:lnTo>
                  <a:pt x="361" y="72"/>
                </a:lnTo>
                <a:lnTo>
                  <a:pt x="361" y="71"/>
                </a:lnTo>
                <a:lnTo>
                  <a:pt x="361" y="70"/>
                </a:lnTo>
                <a:lnTo>
                  <a:pt x="361" y="68"/>
                </a:lnTo>
                <a:lnTo>
                  <a:pt x="362" y="67"/>
                </a:lnTo>
                <a:lnTo>
                  <a:pt x="361" y="66"/>
                </a:lnTo>
                <a:lnTo>
                  <a:pt x="361" y="65"/>
                </a:lnTo>
                <a:lnTo>
                  <a:pt x="361" y="64"/>
                </a:lnTo>
                <a:lnTo>
                  <a:pt x="362" y="64"/>
                </a:lnTo>
                <a:lnTo>
                  <a:pt x="362" y="63"/>
                </a:lnTo>
                <a:lnTo>
                  <a:pt x="362" y="62"/>
                </a:lnTo>
                <a:lnTo>
                  <a:pt x="362" y="61"/>
                </a:lnTo>
                <a:lnTo>
                  <a:pt x="361" y="60"/>
                </a:lnTo>
                <a:lnTo>
                  <a:pt x="360" y="60"/>
                </a:lnTo>
                <a:lnTo>
                  <a:pt x="360" y="59"/>
                </a:lnTo>
                <a:lnTo>
                  <a:pt x="360" y="58"/>
                </a:lnTo>
                <a:lnTo>
                  <a:pt x="359" y="58"/>
                </a:lnTo>
                <a:lnTo>
                  <a:pt x="359" y="57"/>
                </a:lnTo>
                <a:lnTo>
                  <a:pt x="358" y="57"/>
                </a:lnTo>
                <a:lnTo>
                  <a:pt x="358" y="56"/>
                </a:lnTo>
                <a:lnTo>
                  <a:pt x="358" y="55"/>
                </a:lnTo>
                <a:lnTo>
                  <a:pt x="357" y="55"/>
                </a:lnTo>
                <a:lnTo>
                  <a:pt x="356" y="55"/>
                </a:lnTo>
                <a:lnTo>
                  <a:pt x="355" y="55"/>
                </a:lnTo>
                <a:lnTo>
                  <a:pt x="354" y="54"/>
                </a:lnTo>
                <a:lnTo>
                  <a:pt x="353" y="52"/>
                </a:lnTo>
                <a:lnTo>
                  <a:pt x="352" y="51"/>
                </a:lnTo>
                <a:lnTo>
                  <a:pt x="352" y="50"/>
                </a:lnTo>
                <a:lnTo>
                  <a:pt x="351" y="50"/>
                </a:lnTo>
                <a:lnTo>
                  <a:pt x="351" y="49"/>
                </a:lnTo>
                <a:lnTo>
                  <a:pt x="352" y="49"/>
                </a:lnTo>
                <a:lnTo>
                  <a:pt x="353" y="50"/>
                </a:lnTo>
                <a:lnTo>
                  <a:pt x="354" y="50"/>
                </a:lnTo>
                <a:lnTo>
                  <a:pt x="355" y="50"/>
                </a:lnTo>
                <a:lnTo>
                  <a:pt x="356" y="50"/>
                </a:lnTo>
                <a:lnTo>
                  <a:pt x="357" y="50"/>
                </a:lnTo>
                <a:lnTo>
                  <a:pt x="358" y="50"/>
                </a:lnTo>
                <a:lnTo>
                  <a:pt x="358" y="51"/>
                </a:lnTo>
                <a:lnTo>
                  <a:pt x="359" y="51"/>
                </a:lnTo>
                <a:lnTo>
                  <a:pt x="361" y="51"/>
                </a:lnTo>
                <a:lnTo>
                  <a:pt x="363" y="51"/>
                </a:lnTo>
                <a:lnTo>
                  <a:pt x="364" y="51"/>
                </a:lnTo>
                <a:lnTo>
                  <a:pt x="365" y="51"/>
                </a:lnTo>
                <a:lnTo>
                  <a:pt x="365" y="50"/>
                </a:lnTo>
                <a:lnTo>
                  <a:pt x="366" y="49"/>
                </a:lnTo>
                <a:lnTo>
                  <a:pt x="365" y="48"/>
                </a:lnTo>
                <a:lnTo>
                  <a:pt x="365" y="47"/>
                </a:lnTo>
                <a:lnTo>
                  <a:pt x="365" y="46"/>
                </a:lnTo>
                <a:lnTo>
                  <a:pt x="364" y="46"/>
                </a:lnTo>
                <a:lnTo>
                  <a:pt x="364" y="45"/>
                </a:lnTo>
                <a:lnTo>
                  <a:pt x="363" y="45"/>
                </a:lnTo>
                <a:lnTo>
                  <a:pt x="364" y="43"/>
                </a:lnTo>
                <a:lnTo>
                  <a:pt x="364" y="42"/>
                </a:lnTo>
                <a:lnTo>
                  <a:pt x="364" y="40"/>
                </a:lnTo>
                <a:lnTo>
                  <a:pt x="364" y="39"/>
                </a:lnTo>
                <a:lnTo>
                  <a:pt x="364" y="38"/>
                </a:lnTo>
                <a:lnTo>
                  <a:pt x="363" y="38"/>
                </a:lnTo>
                <a:lnTo>
                  <a:pt x="363" y="37"/>
                </a:lnTo>
                <a:lnTo>
                  <a:pt x="363" y="36"/>
                </a:lnTo>
                <a:lnTo>
                  <a:pt x="362" y="34"/>
                </a:lnTo>
                <a:lnTo>
                  <a:pt x="361" y="32"/>
                </a:lnTo>
                <a:lnTo>
                  <a:pt x="361" y="30"/>
                </a:lnTo>
                <a:lnTo>
                  <a:pt x="362" y="30"/>
                </a:lnTo>
                <a:lnTo>
                  <a:pt x="362" y="29"/>
                </a:lnTo>
                <a:lnTo>
                  <a:pt x="363" y="28"/>
                </a:lnTo>
                <a:lnTo>
                  <a:pt x="362" y="28"/>
                </a:lnTo>
                <a:lnTo>
                  <a:pt x="362" y="27"/>
                </a:lnTo>
                <a:lnTo>
                  <a:pt x="363" y="27"/>
                </a:lnTo>
                <a:lnTo>
                  <a:pt x="364" y="26"/>
                </a:lnTo>
                <a:lnTo>
                  <a:pt x="366" y="25"/>
                </a:lnTo>
                <a:lnTo>
                  <a:pt x="367" y="25"/>
                </a:lnTo>
                <a:lnTo>
                  <a:pt x="369" y="24"/>
                </a:lnTo>
                <a:lnTo>
                  <a:pt x="370" y="23"/>
                </a:lnTo>
                <a:lnTo>
                  <a:pt x="371" y="23"/>
                </a:lnTo>
                <a:lnTo>
                  <a:pt x="372" y="23"/>
                </a:lnTo>
                <a:lnTo>
                  <a:pt x="373" y="23"/>
                </a:lnTo>
                <a:lnTo>
                  <a:pt x="374" y="22"/>
                </a:lnTo>
                <a:lnTo>
                  <a:pt x="374" y="21"/>
                </a:lnTo>
                <a:lnTo>
                  <a:pt x="374" y="20"/>
                </a:lnTo>
                <a:lnTo>
                  <a:pt x="375" y="20"/>
                </a:lnTo>
                <a:lnTo>
                  <a:pt x="376" y="19"/>
                </a:lnTo>
                <a:lnTo>
                  <a:pt x="377" y="19"/>
                </a:lnTo>
                <a:lnTo>
                  <a:pt x="378" y="19"/>
                </a:lnTo>
                <a:lnTo>
                  <a:pt x="379" y="20"/>
                </a:lnTo>
                <a:lnTo>
                  <a:pt x="380" y="19"/>
                </a:lnTo>
                <a:lnTo>
                  <a:pt x="381" y="19"/>
                </a:lnTo>
                <a:lnTo>
                  <a:pt x="382" y="19"/>
                </a:lnTo>
                <a:lnTo>
                  <a:pt x="382" y="18"/>
                </a:lnTo>
                <a:lnTo>
                  <a:pt x="383" y="16"/>
                </a:lnTo>
                <a:lnTo>
                  <a:pt x="384" y="16"/>
                </a:lnTo>
                <a:lnTo>
                  <a:pt x="384" y="17"/>
                </a:lnTo>
                <a:lnTo>
                  <a:pt x="385" y="17"/>
                </a:lnTo>
                <a:lnTo>
                  <a:pt x="386" y="17"/>
                </a:lnTo>
                <a:lnTo>
                  <a:pt x="387" y="17"/>
                </a:lnTo>
                <a:lnTo>
                  <a:pt x="389" y="18"/>
                </a:lnTo>
                <a:lnTo>
                  <a:pt x="390" y="18"/>
                </a:lnTo>
                <a:lnTo>
                  <a:pt x="391" y="18"/>
                </a:lnTo>
                <a:lnTo>
                  <a:pt x="392" y="18"/>
                </a:lnTo>
                <a:lnTo>
                  <a:pt x="395" y="18"/>
                </a:lnTo>
                <a:lnTo>
                  <a:pt x="396" y="17"/>
                </a:lnTo>
                <a:lnTo>
                  <a:pt x="399" y="17"/>
                </a:lnTo>
                <a:lnTo>
                  <a:pt x="400" y="17"/>
                </a:lnTo>
                <a:lnTo>
                  <a:pt x="401" y="17"/>
                </a:lnTo>
                <a:lnTo>
                  <a:pt x="402" y="16"/>
                </a:lnTo>
                <a:lnTo>
                  <a:pt x="403" y="16"/>
                </a:lnTo>
                <a:lnTo>
                  <a:pt x="404" y="17"/>
                </a:lnTo>
                <a:lnTo>
                  <a:pt x="405" y="17"/>
                </a:lnTo>
                <a:lnTo>
                  <a:pt x="406" y="18"/>
                </a:lnTo>
                <a:lnTo>
                  <a:pt x="407" y="18"/>
                </a:lnTo>
                <a:lnTo>
                  <a:pt x="408" y="19"/>
                </a:lnTo>
                <a:lnTo>
                  <a:pt x="410" y="19"/>
                </a:lnTo>
                <a:lnTo>
                  <a:pt x="411" y="19"/>
                </a:lnTo>
                <a:lnTo>
                  <a:pt x="415" y="19"/>
                </a:lnTo>
                <a:lnTo>
                  <a:pt x="415" y="18"/>
                </a:lnTo>
                <a:lnTo>
                  <a:pt x="416" y="18"/>
                </a:lnTo>
                <a:lnTo>
                  <a:pt x="417" y="18"/>
                </a:lnTo>
                <a:lnTo>
                  <a:pt x="417" y="17"/>
                </a:lnTo>
                <a:lnTo>
                  <a:pt x="417" y="16"/>
                </a:lnTo>
                <a:lnTo>
                  <a:pt x="417" y="15"/>
                </a:lnTo>
                <a:lnTo>
                  <a:pt x="417" y="14"/>
                </a:lnTo>
                <a:lnTo>
                  <a:pt x="417" y="13"/>
                </a:lnTo>
                <a:lnTo>
                  <a:pt x="417" y="12"/>
                </a:lnTo>
                <a:lnTo>
                  <a:pt x="416" y="12"/>
                </a:lnTo>
                <a:lnTo>
                  <a:pt x="415" y="12"/>
                </a:lnTo>
                <a:lnTo>
                  <a:pt x="415" y="11"/>
                </a:lnTo>
                <a:lnTo>
                  <a:pt x="415" y="10"/>
                </a:lnTo>
                <a:lnTo>
                  <a:pt x="416" y="9"/>
                </a:lnTo>
                <a:lnTo>
                  <a:pt x="418" y="8"/>
                </a:lnTo>
                <a:lnTo>
                  <a:pt x="419" y="8"/>
                </a:lnTo>
                <a:lnTo>
                  <a:pt x="419" y="7"/>
                </a:lnTo>
                <a:lnTo>
                  <a:pt x="419" y="6"/>
                </a:lnTo>
                <a:lnTo>
                  <a:pt x="419" y="5"/>
                </a:lnTo>
                <a:lnTo>
                  <a:pt x="419" y="4"/>
                </a:lnTo>
                <a:lnTo>
                  <a:pt x="421" y="4"/>
                </a:lnTo>
                <a:lnTo>
                  <a:pt x="421" y="3"/>
                </a:lnTo>
                <a:lnTo>
                  <a:pt x="422" y="3"/>
                </a:lnTo>
                <a:lnTo>
                  <a:pt x="422" y="2"/>
                </a:lnTo>
                <a:lnTo>
                  <a:pt x="423" y="2"/>
                </a:lnTo>
                <a:lnTo>
                  <a:pt x="424" y="2"/>
                </a:lnTo>
                <a:lnTo>
                  <a:pt x="425" y="3"/>
                </a:lnTo>
                <a:lnTo>
                  <a:pt x="426" y="3"/>
                </a:lnTo>
                <a:lnTo>
                  <a:pt x="427" y="2"/>
                </a:lnTo>
                <a:lnTo>
                  <a:pt x="428" y="2"/>
                </a:lnTo>
                <a:lnTo>
                  <a:pt x="428" y="3"/>
                </a:lnTo>
                <a:lnTo>
                  <a:pt x="429" y="3"/>
                </a:lnTo>
                <a:lnTo>
                  <a:pt x="430" y="2"/>
                </a:lnTo>
                <a:lnTo>
                  <a:pt x="431" y="1"/>
                </a:lnTo>
                <a:lnTo>
                  <a:pt x="431" y="2"/>
                </a:lnTo>
                <a:lnTo>
                  <a:pt x="435" y="2"/>
                </a:lnTo>
                <a:lnTo>
                  <a:pt x="436" y="2"/>
                </a:lnTo>
                <a:lnTo>
                  <a:pt x="437" y="2"/>
                </a:lnTo>
                <a:lnTo>
                  <a:pt x="437" y="3"/>
                </a:lnTo>
                <a:lnTo>
                  <a:pt x="438" y="3"/>
                </a:lnTo>
                <a:lnTo>
                  <a:pt x="440" y="3"/>
                </a:lnTo>
                <a:lnTo>
                  <a:pt x="442" y="3"/>
                </a:lnTo>
                <a:lnTo>
                  <a:pt x="442" y="4"/>
                </a:lnTo>
                <a:lnTo>
                  <a:pt x="444" y="4"/>
                </a:lnTo>
                <a:lnTo>
                  <a:pt x="445" y="4"/>
                </a:lnTo>
                <a:lnTo>
                  <a:pt x="446" y="4"/>
                </a:lnTo>
                <a:lnTo>
                  <a:pt x="448" y="4"/>
                </a:lnTo>
                <a:lnTo>
                  <a:pt x="448" y="3"/>
                </a:lnTo>
                <a:lnTo>
                  <a:pt x="449" y="3"/>
                </a:lnTo>
                <a:lnTo>
                  <a:pt x="450" y="3"/>
                </a:lnTo>
                <a:lnTo>
                  <a:pt x="450" y="2"/>
                </a:lnTo>
                <a:lnTo>
                  <a:pt x="451" y="2"/>
                </a:lnTo>
                <a:lnTo>
                  <a:pt x="452" y="2"/>
                </a:lnTo>
                <a:lnTo>
                  <a:pt x="453" y="2"/>
                </a:lnTo>
                <a:lnTo>
                  <a:pt x="453" y="1"/>
                </a:lnTo>
                <a:lnTo>
                  <a:pt x="455" y="1"/>
                </a:lnTo>
                <a:lnTo>
                  <a:pt x="456" y="0"/>
                </a:lnTo>
                <a:lnTo>
                  <a:pt x="457" y="0"/>
                </a:lnTo>
                <a:lnTo>
                  <a:pt x="458" y="0"/>
                </a:lnTo>
                <a:lnTo>
                  <a:pt x="458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8" name=""/>
          <p:cNvSpPr/>
          <p:nvPr/>
        </p:nvSpPr>
        <p:spPr>
          <a:xfrm>
            <a:off x="6920640" y="1247760"/>
            <a:ext cx="19080" cy="20160"/>
          </a:xfrm>
          <a:custGeom>
            <a:avLst/>
            <a:gdLst/>
            <a:ahLst/>
            <a:rect l="0" t="0" r="r" b="b"/>
            <a:pathLst>
              <a:path w="53" h="56">
                <a:moveTo>
                  <a:pt x="48" y="1"/>
                </a:moveTo>
                <a:lnTo>
                  <a:pt x="48" y="0"/>
                </a:lnTo>
                <a:lnTo>
                  <a:pt x="49" y="0"/>
                </a:lnTo>
                <a:lnTo>
                  <a:pt x="49" y="1"/>
                </a:lnTo>
                <a:lnTo>
                  <a:pt x="50" y="2"/>
                </a:lnTo>
                <a:lnTo>
                  <a:pt x="49" y="2"/>
                </a:lnTo>
                <a:lnTo>
                  <a:pt x="48" y="2"/>
                </a:lnTo>
                <a:lnTo>
                  <a:pt x="47" y="2"/>
                </a:lnTo>
                <a:lnTo>
                  <a:pt x="46" y="2"/>
                </a:lnTo>
                <a:lnTo>
                  <a:pt x="46" y="3"/>
                </a:lnTo>
                <a:lnTo>
                  <a:pt x="45" y="3"/>
                </a:lnTo>
                <a:lnTo>
                  <a:pt x="46" y="3"/>
                </a:lnTo>
                <a:lnTo>
                  <a:pt x="46" y="4"/>
                </a:lnTo>
                <a:lnTo>
                  <a:pt x="46" y="5"/>
                </a:lnTo>
                <a:lnTo>
                  <a:pt x="46" y="7"/>
                </a:lnTo>
                <a:lnTo>
                  <a:pt x="47" y="8"/>
                </a:lnTo>
                <a:lnTo>
                  <a:pt x="47" y="9"/>
                </a:lnTo>
                <a:lnTo>
                  <a:pt x="47" y="10"/>
                </a:lnTo>
                <a:lnTo>
                  <a:pt x="47" y="11"/>
                </a:lnTo>
                <a:lnTo>
                  <a:pt x="46" y="11"/>
                </a:lnTo>
                <a:lnTo>
                  <a:pt x="46" y="12"/>
                </a:lnTo>
                <a:lnTo>
                  <a:pt x="47" y="12"/>
                </a:lnTo>
                <a:lnTo>
                  <a:pt x="46" y="12"/>
                </a:lnTo>
                <a:lnTo>
                  <a:pt x="45" y="12"/>
                </a:lnTo>
                <a:lnTo>
                  <a:pt x="45" y="13"/>
                </a:lnTo>
                <a:lnTo>
                  <a:pt x="45" y="14"/>
                </a:lnTo>
                <a:lnTo>
                  <a:pt x="45" y="15"/>
                </a:lnTo>
                <a:lnTo>
                  <a:pt x="45" y="14"/>
                </a:lnTo>
                <a:lnTo>
                  <a:pt x="44" y="14"/>
                </a:lnTo>
                <a:lnTo>
                  <a:pt x="44" y="15"/>
                </a:lnTo>
                <a:lnTo>
                  <a:pt x="43" y="15"/>
                </a:lnTo>
                <a:lnTo>
                  <a:pt x="43" y="16"/>
                </a:lnTo>
                <a:lnTo>
                  <a:pt x="41" y="16"/>
                </a:lnTo>
                <a:lnTo>
                  <a:pt x="43" y="17"/>
                </a:lnTo>
                <a:lnTo>
                  <a:pt x="41" y="17"/>
                </a:lnTo>
                <a:lnTo>
                  <a:pt x="41" y="18"/>
                </a:lnTo>
                <a:lnTo>
                  <a:pt x="40" y="19"/>
                </a:lnTo>
                <a:lnTo>
                  <a:pt x="41" y="20"/>
                </a:lnTo>
                <a:lnTo>
                  <a:pt x="43" y="20"/>
                </a:lnTo>
                <a:lnTo>
                  <a:pt x="43" y="21"/>
                </a:lnTo>
                <a:lnTo>
                  <a:pt x="41" y="21"/>
                </a:lnTo>
                <a:lnTo>
                  <a:pt x="41" y="22"/>
                </a:lnTo>
                <a:lnTo>
                  <a:pt x="43" y="23"/>
                </a:lnTo>
                <a:lnTo>
                  <a:pt x="43" y="24"/>
                </a:lnTo>
                <a:lnTo>
                  <a:pt x="44" y="24"/>
                </a:lnTo>
                <a:lnTo>
                  <a:pt x="44" y="25"/>
                </a:lnTo>
                <a:lnTo>
                  <a:pt x="44" y="24"/>
                </a:lnTo>
                <a:lnTo>
                  <a:pt x="45" y="24"/>
                </a:lnTo>
                <a:lnTo>
                  <a:pt x="45" y="25"/>
                </a:lnTo>
                <a:lnTo>
                  <a:pt x="44" y="25"/>
                </a:lnTo>
                <a:lnTo>
                  <a:pt x="44" y="26"/>
                </a:lnTo>
                <a:lnTo>
                  <a:pt x="45" y="26"/>
                </a:lnTo>
                <a:lnTo>
                  <a:pt x="45" y="25"/>
                </a:lnTo>
                <a:lnTo>
                  <a:pt x="45" y="26"/>
                </a:lnTo>
                <a:lnTo>
                  <a:pt x="46" y="26"/>
                </a:lnTo>
                <a:lnTo>
                  <a:pt x="47" y="26"/>
                </a:lnTo>
                <a:lnTo>
                  <a:pt x="48" y="26"/>
                </a:lnTo>
                <a:lnTo>
                  <a:pt x="49" y="26"/>
                </a:lnTo>
                <a:lnTo>
                  <a:pt x="49" y="28"/>
                </a:lnTo>
                <a:lnTo>
                  <a:pt x="50" y="28"/>
                </a:lnTo>
                <a:lnTo>
                  <a:pt x="51" y="28"/>
                </a:lnTo>
                <a:lnTo>
                  <a:pt x="52" y="26"/>
                </a:lnTo>
                <a:lnTo>
                  <a:pt x="53" y="26"/>
                </a:lnTo>
                <a:lnTo>
                  <a:pt x="53" y="28"/>
                </a:lnTo>
                <a:lnTo>
                  <a:pt x="53" y="29"/>
                </a:lnTo>
                <a:lnTo>
                  <a:pt x="53" y="30"/>
                </a:lnTo>
                <a:lnTo>
                  <a:pt x="53" y="31"/>
                </a:lnTo>
                <a:lnTo>
                  <a:pt x="52" y="31"/>
                </a:lnTo>
                <a:lnTo>
                  <a:pt x="52" y="30"/>
                </a:lnTo>
                <a:lnTo>
                  <a:pt x="51" y="30"/>
                </a:lnTo>
                <a:lnTo>
                  <a:pt x="51" y="31"/>
                </a:lnTo>
                <a:lnTo>
                  <a:pt x="50" y="31"/>
                </a:lnTo>
                <a:lnTo>
                  <a:pt x="49" y="31"/>
                </a:lnTo>
                <a:lnTo>
                  <a:pt x="48" y="30"/>
                </a:lnTo>
                <a:lnTo>
                  <a:pt x="47" y="31"/>
                </a:lnTo>
                <a:lnTo>
                  <a:pt x="47" y="32"/>
                </a:lnTo>
                <a:lnTo>
                  <a:pt x="46" y="31"/>
                </a:lnTo>
                <a:lnTo>
                  <a:pt x="44" y="32"/>
                </a:lnTo>
                <a:lnTo>
                  <a:pt x="43" y="32"/>
                </a:lnTo>
                <a:lnTo>
                  <a:pt x="43" y="33"/>
                </a:lnTo>
                <a:lnTo>
                  <a:pt x="43" y="34"/>
                </a:lnTo>
                <a:lnTo>
                  <a:pt x="43" y="35"/>
                </a:lnTo>
                <a:lnTo>
                  <a:pt x="44" y="35"/>
                </a:lnTo>
                <a:lnTo>
                  <a:pt x="45" y="35"/>
                </a:lnTo>
                <a:lnTo>
                  <a:pt x="45" y="36"/>
                </a:lnTo>
                <a:lnTo>
                  <a:pt x="45" y="37"/>
                </a:lnTo>
                <a:lnTo>
                  <a:pt x="46" y="37"/>
                </a:lnTo>
                <a:lnTo>
                  <a:pt x="47" y="37"/>
                </a:lnTo>
                <a:lnTo>
                  <a:pt x="47" y="38"/>
                </a:lnTo>
                <a:lnTo>
                  <a:pt x="48" y="39"/>
                </a:lnTo>
                <a:lnTo>
                  <a:pt x="47" y="39"/>
                </a:lnTo>
                <a:lnTo>
                  <a:pt x="46" y="40"/>
                </a:lnTo>
                <a:lnTo>
                  <a:pt x="45" y="40"/>
                </a:lnTo>
                <a:lnTo>
                  <a:pt x="44" y="40"/>
                </a:lnTo>
                <a:lnTo>
                  <a:pt x="44" y="41"/>
                </a:lnTo>
                <a:lnTo>
                  <a:pt x="43" y="41"/>
                </a:lnTo>
                <a:lnTo>
                  <a:pt x="44" y="42"/>
                </a:lnTo>
                <a:lnTo>
                  <a:pt x="43" y="42"/>
                </a:lnTo>
                <a:lnTo>
                  <a:pt x="43" y="44"/>
                </a:lnTo>
                <a:lnTo>
                  <a:pt x="41" y="44"/>
                </a:lnTo>
                <a:lnTo>
                  <a:pt x="43" y="44"/>
                </a:lnTo>
                <a:lnTo>
                  <a:pt x="44" y="44"/>
                </a:lnTo>
                <a:lnTo>
                  <a:pt x="44" y="45"/>
                </a:lnTo>
                <a:lnTo>
                  <a:pt x="44" y="46"/>
                </a:lnTo>
                <a:lnTo>
                  <a:pt x="44" y="47"/>
                </a:lnTo>
                <a:lnTo>
                  <a:pt x="44" y="48"/>
                </a:lnTo>
                <a:lnTo>
                  <a:pt x="44" y="50"/>
                </a:lnTo>
                <a:lnTo>
                  <a:pt x="43" y="50"/>
                </a:lnTo>
                <a:lnTo>
                  <a:pt x="43" y="51"/>
                </a:lnTo>
                <a:lnTo>
                  <a:pt x="44" y="52"/>
                </a:lnTo>
                <a:lnTo>
                  <a:pt x="44" y="53"/>
                </a:lnTo>
                <a:lnTo>
                  <a:pt x="45" y="53"/>
                </a:lnTo>
                <a:lnTo>
                  <a:pt x="45" y="54"/>
                </a:lnTo>
                <a:lnTo>
                  <a:pt x="44" y="54"/>
                </a:lnTo>
                <a:lnTo>
                  <a:pt x="43" y="54"/>
                </a:lnTo>
                <a:lnTo>
                  <a:pt x="41" y="55"/>
                </a:lnTo>
                <a:lnTo>
                  <a:pt x="43" y="55"/>
                </a:lnTo>
                <a:lnTo>
                  <a:pt x="41" y="56"/>
                </a:lnTo>
                <a:lnTo>
                  <a:pt x="40" y="56"/>
                </a:lnTo>
                <a:lnTo>
                  <a:pt x="39" y="56"/>
                </a:lnTo>
                <a:lnTo>
                  <a:pt x="38" y="56"/>
                </a:lnTo>
                <a:lnTo>
                  <a:pt x="37" y="56"/>
                </a:lnTo>
                <a:lnTo>
                  <a:pt x="37" y="55"/>
                </a:lnTo>
                <a:lnTo>
                  <a:pt x="36" y="55"/>
                </a:lnTo>
                <a:lnTo>
                  <a:pt x="35" y="55"/>
                </a:lnTo>
                <a:lnTo>
                  <a:pt x="33" y="54"/>
                </a:lnTo>
                <a:lnTo>
                  <a:pt x="32" y="53"/>
                </a:lnTo>
                <a:lnTo>
                  <a:pt x="30" y="53"/>
                </a:lnTo>
                <a:lnTo>
                  <a:pt x="29" y="52"/>
                </a:lnTo>
                <a:lnTo>
                  <a:pt x="28" y="52"/>
                </a:lnTo>
                <a:lnTo>
                  <a:pt x="27" y="52"/>
                </a:lnTo>
                <a:lnTo>
                  <a:pt x="27" y="53"/>
                </a:lnTo>
                <a:lnTo>
                  <a:pt x="26" y="53"/>
                </a:lnTo>
                <a:lnTo>
                  <a:pt x="25" y="53"/>
                </a:lnTo>
                <a:lnTo>
                  <a:pt x="24" y="53"/>
                </a:lnTo>
                <a:lnTo>
                  <a:pt x="23" y="54"/>
                </a:lnTo>
                <a:lnTo>
                  <a:pt x="23" y="53"/>
                </a:lnTo>
                <a:lnTo>
                  <a:pt x="22" y="53"/>
                </a:lnTo>
                <a:lnTo>
                  <a:pt x="21" y="53"/>
                </a:lnTo>
                <a:lnTo>
                  <a:pt x="21" y="52"/>
                </a:lnTo>
                <a:lnTo>
                  <a:pt x="21" y="51"/>
                </a:lnTo>
                <a:lnTo>
                  <a:pt x="21" y="50"/>
                </a:lnTo>
                <a:lnTo>
                  <a:pt x="21" y="49"/>
                </a:lnTo>
                <a:lnTo>
                  <a:pt x="20" y="49"/>
                </a:lnTo>
                <a:lnTo>
                  <a:pt x="20" y="48"/>
                </a:lnTo>
                <a:lnTo>
                  <a:pt x="20" y="47"/>
                </a:lnTo>
                <a:lnTo>
                  <a:pt x="20" y="46"/>
                </a:lnTo>
                <a:lnTo>
                  <a:pt x="17" y="46"/>
                </a:lnTo>
                <a:lnTo>
                  <a:pt x="17" y="47"/>
                </a:lnTo>
                <a:lnTo>
                  <a:pt x="16" y="47"/>
                </a:lnTo>
                <a:lnTo>
                  <a:pt x="16" y="48"/>
                </a:lnTo>
                <a:lnTo>
                  <a:pt x="15" y="48"/>
                </a:lnTo>
                <a:lnTo>
                  <a:pt x="14" y="48"/>
                </a:lnTo>
                <a:lnTo>
                  <a:pt x="14" y="47"/>
                </a:lnTo>
                <a:lnTo>
                  <a:pt x="14" y="46"/>
                </a:lnTo>
                <a:lnTo>
                  <a:pt x="14" y="45"/>
                </a:lnTo>
                <a:lnTo>
                  <a:pt x="13" y="45"/>
                </a:lnTo>
                <a:lnTo>
                  <a:pt x="14" y="44"/>
                </a:lnTo>
                <a:lnTo>
                  <a:pt x="13" y="44"/>
                </a:lnTo>
                <a:lnTo>
                  <a:pt x="14" y="43"/>
                </a:lnTo>
                <a:lnTo>
                  <a:pt x="15" y="43"/>
                </a:lnTo>
                <a:lnTo>
                  <a:pt x="16" y="43"/>
                </a:lnTo>
                <a:lnTo>
                  <a:pt x="17" y="42"/>
                </a:lnTo>
                <a:lnTo>
                  <a:pt x="16" y="42"/>
                </a:lnTo>
                <a:lnTo>
                  <a:pt x="16" y="41"/>
                </a:lnTo>
                <a:lnTo>
                  <a:pt x="16" y="40"/>
                </a:lnTo>
                <a:lnTo>
                  <a:pt x="15" y="40"/>
                </a:lnTo>
                <a:lnTo>
                  <a:pt x="15" y="39"/>
                </a:lnTo>
                <a:lnTo>
                  <a:pt x="16" y="39"/>
                </a:lnTo>
                <a:lnTo>
                  <a:pt x="16" y="38"/>
                </a:lnTo>
                <a:lnTo>
                  <a:pt x="17" y="37"/>
                </a:lnTo>
                <a:lnTo>
                  <a:pt x="18" y="37"/>
                </a:lnTo>
                <a:lnTo>
                  <a:pt x="19" y="37"/>
                </a:lnTo>
                <a:lnTo>
                  <a:pt x="20" y="37"/>
                </a:lnTo>
                <a:lnTo>
                  <a:pt x="20" y="36"/>
                </a:lnTo>
                <a:lnTo>
                  <a:pt x="19" y="36"/>
                </a:lnTo>
                <a:lnTo>
                  <a:pt x="19" y="35"/>
                </a:lnTo>
                <a:lnTo>
                  <a:pt x="19" y="34"/>
                </a:lnTo>
                <a:lnTo>
                  <a:pt x="18" y="33"/>
                </a:lnTo>
                <a:lnTo>
                  <a:pt x="18" y="32"/>
                </a:lnTo>
                <a:lnTo>
                  <a:pt x="18" y="31"/>
                </a:lnTo>
                <a:lnTo>
                  <a:pt x="18" y="30"/>
                </a:lnTo>
                <a:lnTo>
                  <a:pt x="17" y="29"/>
                </a:lnTo>
                <a:lnTo>
                  <a:pt x="16" y="29"/>
                </a:lnTo>
                <a:lnTo>
                  <a:pt x="16" y="28"/>
                </a:lnTo>
                <a:lnTo>
                  <a:pt x="15" y="28"/>
                </a:lnTo>
                <a:lnTo>
                  <a:pt x="15" y="29"/>
                </a:lnTo>
                <a:lnTo>
                  <a:pt x="15" y="30"/>
                </a:lnTo>
                <a:lnTo>
                  <a:pt x="16" y="30"/>
                </a:lnTo>
                <a:lnTo>
                  <a:pt x="16" y="31"/>
                </a:lnTo>
                <a:lnTo>
                  <a:pt x="15" y="31"/>
                </a:lnTo>
                <a:lnTo>
                  <a:pt x="14" y="30"/>
                </a:lnTo>
                <a:lnTo>
                  <a:pt x="14" y="29"/>
                </a:lnTo>
                <a:lnTo>
                  <a:pt x="13" y="29"/>
                </a:lnTo>
                <a:lnTo>
                  <a:pt x="12" y="29"/>
                </a:lnTo>
                <a:lnTo>
                  <a:pt x="11" y="29"/>
                </a:lnTo>
                <a:lnTo>
                  <a:pt x="10" y="29"/>
                </a:lnTo>
                <a:lnTo>
                  <a:pt x="9" y="28"/>
                </a:lnTo>
                <a:lnTo>
                  <a:pt x="9" y="26"/>
                </a:lnTo>
                <a:lnTo>
                  <a:pt x="8" y="26"/>
                </a:lnTo>
                <a:lnTo>
                  <a:pt x="8" y="25"/>
                </a:lnTo>
                <a:lnTo>
                  <a:pt x="7" y="24"/>
                </a:lnTo>
                <a:lnTo>
                  <a:pt x="6" y="24"/>
                </a:lnTo>
                <a:lnTo>
                  <a:pt x="6" y="23"/>
                </a:lnTo>
                <a:lnTo>
                  <a:pt x="5" y="23"/>
                </a:lnTo>
                <a:lnTo>
                  <a:pt x="5" y="24"/>
                </a:lnTo>
                <a:lnTo>
                  <a:pt x="4" y="24"/>
                </a:lnTo>
                <a:lnTo>
                  <a:pt x="3" y="23"/>
                </a:lnTo>
                <a:lnTo>
                  <a:pt x="3" y="22"/>
                </a:lnTo>
                <a:lnTo>
                  <a:pt x="3" y="21"/>
                </a:lnTo>
                <a:lnTo>
                  <a:pt x="3" y="20"/>
                </a:lnTo>
                <a:lnTo>
                  <a:pt x="3" y="19"/>
                </a:lnTo>
                <a:lnTo>
                  <a:pt x="2" y="18"/>
                </a:lnTo>
                <a:lnTo>
                  <a:pt x="3" y="18"/>
                </a:lnTo>
                <a:lnTo>
                  <a:pt x="3" y="17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0" y="15"/>
                </a:lnTo>
                <a:lnTo>
                  <a:pt x="0" y="14"/>
                </a:lnTo>
                <a:lnTo>
                  <a:pt x="0" y="13"/>
                </a:lnTo>
                <a:lnTo>
                  <a:pt x="1" y="13"/>
                </a:lnTo>
                <a:lnTo>
                  <a:pt x="1" y="12"/>
                </a:lnTo>
                <a:lnTo>
                  <a:pt x="1" y="11"/>
                </a:lnTo>
                <a:lnTo>
                  <a:pt x="2" y="11"/>
                </a:lnTo>
                <a:lnTo>
                  <a:pt x="2" y="10"/>
                </a:lnTo>
                <a:lnTo>
                  <a:pt x="2" y="9"/>
                </a:lnTo>
                <a:lnTo>
                  <a:pt x="1" y="8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6"/>
                </a:lnTo>
                <a:lnTo>
                  <a:pt x="4" y="6"/>
                </a:lnTo>
                <a:lnTo>
                  <a:pt x="6" y="6"/>
                </a:lnTo>
                <a:lnTo>
                  <a:pt x="7" y="6"/>
                </a:lnTo>
                <a:lnTo>
                  <a:pt x="7" y="5"/>
                </a:lnTo>
                <a:lnTo>
                  <a:pt x="7" y="4"/>
                </a:lnTo>
                <a:lnTo>
                  <a:pt x="8" y="4"/>
                </a:lnTo>
                <a:lnTo>
                  <a:pt x="10" y="3"/>
                </a:lnTo>
                <a:lnTo>
                  <a:pt x="11" y="4"/>
                </a:lnTo>
                <a:lnTo>
                  <a:pt x="12" y="5"/>
                </a:lnTo>
                <a:lnTo>
                  <a:pt x="13" y="5"/>
                </a:lnTo>
                <a:lnTo>
                  <a:pt x="13" y="4"/>
                </a:lnTo>
                <a:lnTo>
                  <a:pt x="14" y="4"/>
                </a:lnTo>
                <a:lnTo>
                  <a:pt x="15" y="4"/>
                </a:lnTo>
                <a:lnTo>
                  <a:pt x="16" y="3"/>
                </a:lnTo>
                <a:lnTo>
                  <a:pt x="17" y="4"/>
                </a:lnTo>
                <a:lnTo>
                  <a:pt x="18" y="4"/>
                </a:lnTo>
                <a:lnTo>
                  <a:pt x="18" y="3"/>
                </a:lnTo>
                <a:lnTo>
                  <a:pt x="19" y="4"/>
                </a:lnTo>
                <a:lnTo>
                  <a:pt x="20" y="5"/>
                </a:lnTo>
                <a:lnTo>
                  <a:pt x="20" y="4"/>
                </a:lnTo>
                <a:lnTo>
                  <a:pt x="21" y="4"/>
                </a:lnTo>
                <a:lnTo>
                  <a:pt x="22" y="4"/>
                </a:lnTo>
                <a:lnTo>
                  <a:pt x="23" y="5"/>
                </a:lnTo>
                <a:lnTo>
                  <a:pt x="24" y="5"/>
                </a:lnTo>
                <a:lnTo>
                  <a:pt x="25" y="5"/>
                </a:lnTo>
                <a:lnTo>
                  <a:pt x="25" y="6"/>
                </a:lnTo>
                <a:lnTo>
                  <a:pt x="28" y="6"/>
                </a:lnTo>
                <a:lnTo>
                  <a:pt x="28" y="5"/>
                </a:lnTo>
                <a:lnTo>
                  <a:pt x="29" y="4"/>
                </a:lnTo>
                <a:lnTo>
                  <a:pt x="30" y="4"/>
                </a:lnTo>
                <a:lnTo>
                  <a:pt x="31" y="3"/>
                </a:lnTo>
                <a:lnTo>
                  <a:pt x="32" y="2"/>
                </a:lnTo>
                <a:lnTo>
                  <a:pt x="33" y="2"/>
                </a:lnTo>
                <a:lnTo>
                  <a:pt x="33" y="1"/>
                </a:lnTo>
                <a:lnTo>
                  <a:pt x="34" y="1"/>
                </a:lnTo>
                <a:lnTo>
                  <a:pt x="36" y="1"/>
                </a:lnTo>
                <a:lnTo>
                  <a:pt x="38" y="1"/>
                </a:lnTo>
                <a:lnTo>
                  <a:pt x="39" y="1"/>
                </a:lnTo>
                <a:lnTo>
                  <a:pt x="39" y="2"/>
                </a:lnTo>
                <a:lnTo>
                  <a:pt x="40" y="2"/>
                </a:lnTo>
                <a:lnTo>
                  <a:pt x="43" y="1"/>
                </a:lnTo>
                <a:lnTo>
                  <a:pt x="43" y="0"/>
                </a:lnTo>
                <a:lnTo>
                  <a:pt x="44" y="0"/>
                </a:lnTo>
                <a:lnTo>
                  <a:pt x="44" y="1"/>
                </a:lnTo>
                <a:lnTo>
                  <a:pt x="45" y="1"/>
                </a:lnTo>
                <a:lnTo>
                  <a:pt x="46" y="1"/>
                </a:lnTo>
                <a:lnTo>
                  <a:pt x="46" y="0"/>
                </a:lnTo>
                <a:lnTo>
                  <a:pt x="45" y="0"/>
                </a:lnTo>
                <a:lnTo>
                  <a:pt x="46" y="0"/>
                </a:lnTo>
                <a:lnTo>
                  <a:pt x="47" y="1"/>
                </a:lnTo>
                <a:lnTo>
                  <a:pt x="48" y="1"/>
                </a:lnTo>
                <a:close/>
              </a:path>
            </a:pathLst>
          </a:custGeom>
          <a:solidFill>
            <a:srgbClr val="4E7DB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9" name=""/>
          <p:cNvSpPr/>
          <p:nvPr/>
        </p:nvSpPr>
        <p:spPr>
          <a:xfrm>
            <a:off x="7088400" y="668160"/>
            <a:ext cx="527040" cy="436320"/>
          </a:xfrm>
          <a:custGeom>
            <a:avLst/>
            <a:gdLst/>
            <a:ahLst/>
            <a:rect l="0" t="0" r="r" b="b"/>
            <a:pathLst>
              <a:path w="1464" h="1212">
                <a:moveTo>
                  <a:pt x="235" y="3"/>
                </a:moveTo>
                <a:lnTo>
                  <a:pt x="239" y="3"/>
                </a:lnTo>
                <a:lnTo>
                  <a:pt x="240" y="3"/>
                </a:lnTo>
                <a:lnTo>
                  <a:pt x="240" y="4"/>
                </a:lnTo>
                <a:lnTo>
                  <a:pt x="241" y="4"/>
                </a:lnTo>
                <a:lnTo>
                  <a:pt x="241" y="5"/>
                </a:lnTo>
                <a:lnTo>
                  <a:pt x="241" y="6"/>
                </a:lnTo>
                <a:lnTo>
                  <a:pt x="241" y="7"/>
                </a:lnTo>
                <a:lnTo>
                  <a:pt x="242" y="7"/>
                </a:lnTo>
                <a:lnTo>
                  <a:pt x="242" y="8"/>
                </a:lnTo>
                <a:lnTo>
                  <a:pt x="243" y="8"/>
                </a:lnTo>
                <a:lnTo>
                  <a:pt x="244" y="8"/>
                </a:lnTo>
                <a:lnTo>
                  <a:pt x="245" y="8"/>
                </a:lnTo>
                <a:lnTo>
                  <a:pt x="245" y="7"/>
                </a:lnTo>
                <a:lnTo>
                  <a:pt x="245" y="6"/>
                </a:lnTo>
                <a:lnTo>
                  <a:pt x="244" y="5"/>
                </a:lnTo>
                <a:lnTo>
                  <a:pt x="243" y="5"/>
                </a:lnTo>
                <a:lnTo>
                  <a:pt x="243" y="4"/>
                </a:lnTo>
                <a:lnTo>
                  <a:pt x="243" y="3"/>
                </a:lnTo>
                <a:lnTo>
                  <a:pt x="243" y="2"/>
                </a:lnTo>
                <a:lnTo>
                  <a:pt x="244" y="2"/>
                </a:lnTo>
                <a:lnTo>
                  <a:pt x="244" y="1"/>
                </a:lnTo>
                <a:lnTo>
                  <a:pt x="245" y="1"/>
                </a:lnTo>
                <a:lnTo>
                  <a:pt x="246" y="1"/>
                </a:lnTo>
                <a:lnTo>
                  <a:pt x="246" y="0"/>
                </a:lnTo>
                <a:lnTo>
                  <a:pt x="247" y="0"/>
                </a:lnTo>
                <a:lnTo>
                  <a:pt x="247" y="1"/>
                </a:lnTo>
                <a:lnTo>
                  <a:pt x="248" y="1"/>
                </a:lnTo>
                <a:lnTo>
                  <a:pt x="249" y="1"/>
                </a:lnTo>
                <a:lnTo>
                  <a:pt x="249" y="2"/>
                </a:lnTo>
                <a:lnTo>
                  <a:pt x="250" y="2"/>
                </a:lnTo>
                <a:lnTo>
                  <a:pt x="250" y="3"/>
                </a:lnTo>
                <a:lnTo>
                  <a:pt x="250" y="4"/>
                </a:lnTo>
                <a:lnTo>
                  <a:pt x="249" y="5"/>
                </a:lnTo>
                <a:lnTo>
                  <a:pt x="248" y="5"/>
                </a:lnTo>
                <a:lnTo>
                  <a:pt x="248" y="6"/>
                </a:lnTo>
                <a:lnTo>
                  <a:pt x="247" y="6"/>
                </a:lnTo>
                <a:lnTo>
                  <a:pt x="247" y="7"/>
                </a:lnTo>
                <a:lnTo>
                  <a:pt x="248" y="7"/>
                </a:lnTo>
                <a:lnTo>
                  <a:pt x="248" y="8"/>
                </a:lnTo>
                <a:lnTo>
                  <a:pt x="249" y="8"/>
                </a:lnTo>
                <a:lnTo>
                  <a:pt x="250" y="8"/>
                </a:lnTo>
                <a:lnTo>
                  <a:pt x="250" y="7"/>
                </a:lnTo>
                <a:lnTo>
                  <a:pt x="251" y="7"/>
                </a:lnTo>
                <a:lnTo>
                  <a:pt x="252" y="7"/>
                </a:lnTo>
                <a:lnTo>
                  <a:pt x="252" y="6"/>
                </a:lnTo>
                <a:lnTo>
                  <a:pt x="252" y="5"/>
                </a:lnTo>
                <a:lnTo>
                  <a:pt x="253" y="5"/>
                </a:lnTo>
                <a:lnTo>
                  <a:pt x="253" y="4"/>
                </a:lnTo>
                <a:lnTo>
                  <a:pt x="253" y="2"/>
                </a:lnTo>
                <a:lnTo>
                  <a:pt x="254" y="2"/>
                </a:lnTo>
                <a:lnTo>
                  <a:pt x="254" y="1"/>
                </a:lnTo>
                <a:lnTo>
                  <a:pt x="256" y="1"/>
                </a:lnTo>
                <a:lnTo>
                  <a:pt x="257" y="1"/>
                </a:lnTo>
                <a:lnTo>
                  <a:pt x="257" y="2"/>
                </a:lnTo>
                <a:lnTo>
                  <a:pt x="258" y="2"/>
                </a:lnTo>
                <a:lnTo>
                  <a:pt x="259" y="2"/>
                </a:lnTo>
                <a:lnTo>
                  <a:pt x="260" y="2"/>
                </a:lnTo>
                <a:lnTo>
                  <a:pt x="260" y="3"/>
                </a:lnTo>
                <a:lnTo>
                  <a:pt x="261" y="3"/>
                </a:lnTo>
                <a:lnTo>
                  <a:pt x="262" y="3"/>
                </a:lnTo>
                <a:lnTo>
                  <a:pt x="262" y="4"/>
                </a:lnTo>
                <a:lnTo>
                  <a:pt x="262" y="5"/>
                </a:lnTo>
                <a:lnTo>
                  <a:pt x="263" y="5"/>
                </a:lnTo>
                <a:lnTo>
                  <a:pt x="264" y="7"/>
                </a:lnTo>
                <a:lnTo>
                  <a:pt x="264" y="8"/>
                </a:lnTo>
                <a:lnTo>
                  <a:pt x="265" y="8"/>
                </a:lnTo>
                <a:lnTo>
                  <a:pt x="266" y="8"/>
                </a:lnTo>
                <a:lnTo>
                  <a:pt x="267" y="8"/>
                </a:lnTo>
                <a:lnTo>
                  <a:pt x="268" y="8"/>
                </a:lnTo>
                <a:lnTo>
                  <a:pt x="269" y="8"/>
                </a:lnTo>
                <a:lnTo>
                  <a:pt x="270" y="8"/>
                </a:lnTo>
                <a:lnTo>
                  <a:pt x="271" y="8"/>
                </a:lnTo>
                <a:lnTo>
                  <a:pt x="272" y="8"/>
                </a:lnTo>
                <a:lnTo>
                  <a:pt x="273" y="8"/>
                </a:lnTo>
                <a:lnTo>
                  <a:pt x="275" y="9"/>
                </a:lnTo>
                <a:lnTo>
                  <a:pt x="276" y="9"/>
                </a:lnTo>
                <a:lnTo>
                  <a:pt x="277" y="9"/>
                </a:lnTo>
                <a:lnTo>
                  <a:pt x="278" y="9"/>
                </a:lnTo>
                <a:lnTo>
                  <a:pt x="279" y="9"/>
                </a:lnTo>
                <a:lnTo>
                  <a:pt x="280" y="9"/>
                </a:lnTo>
                <a:lnTo>
                  <a:pt x="283" y="9"/>
                </a:lnTo>
                <a:lnTo>
                  <a:pt x="286" y="10"/>
                </a:lnTo>
                <a:lnTo>
                  <a:pt x="287" y="11"/>
                </a:lnTo>
                <a:lnTo>
                  <a:pt x="288" y="12"/>
                </a:lnTo>
                <a:lnTo>
                  <a:pt x="292" y="13"/>
                </a:lnTo>
                <a:lnTo>
                  <a:pt x="294" y="15"/>
                </a:lnTo>
                <a:lnTo>
                  <a:pt x="297" y="17"/>
                </a:lnTo>
                <a:lnTo>
                  <a:pt x="297" y="18"/>
                </a:lnTo>
                <a:lnTo>
                  <a:pt x="298" y="18"/>
                </a:lnTo>
                <a:lnTo>
                  <a:pt x="298" y="19"/>
                </a:lnTo>
                <a:lnTo>
                  <a:pt x="299" y="19"/>
                </a:lnTo>
                <a:lnTo>
                  <a:pt x="299" y="20"/>
                </a:lnTo>
                <a:lnTo>
                  <a:pt x="301" y="20"/>
                </a:lnTo>
                <a:lnTo>
                  <a:pt x="301" y="19"/>
                </a:lnTo>
                <a:lnTo>
                  <a:pt x="302" y="19"/>
                </a:lnTo>
                <a:lnTo>
                  <a:pt x="303" y="19"/>
                </a:lnTo>
                <a:lnTo>
                  <a:pt x="304" y="19"/>
                </a:lnTo>
                <a:lnTo>
                  <a:pt x="304" y="20"/>
                </a:lnTo>
                <a:lnTo>
                  <a:pt x="305" y="20"/>
                </a:lnTo>
                <a:lnTo>
                  <a:pt x="305" y="21"/>
                </a:lnTo>
                <a:lnTo>
                  <a:pt x="306" y="21"/>
                </a:lnTo>
                <a:lnTo>
                  <a:pt x="305" y="21"/>
                </a:lnTo>
                <a:lnTo>
                  <a:pt x="306" y="22"/>
                </a:lnTo>
                <a:lnTo>
                  <a:pt x="306" y="23"/>
                </a:lnTo>
                <a:lnTo>
                  <a:pt x="307" y="23"/>
                </a:lnTo>
                <a:lnTo>
                  <a:pt x="308" y="23"/>
                </a:lnTo>
                <a:lnTo>
                  <a:pt x="308" y="24"/>
                </a:lnTo>
                <a:lnTo>
                  <a:pt x="308" y="25"/>
                </a:lnTo>
                <a:lnTo>
                  <a:pt x="309" y="25"/>
                </a:lnTo>
                <a:lnTo>
                  <a:pt x="310" y="25"/>
                </a:lnTo>
                <a:lnTo>
                  <a:pt x="310" y="26"/>
                </a:lnTo>
                <a:lnTo>
                  <a:pt x="311" y="25"/>
                </a:lnTo>
                <a:lnTo>
                  <a:pt x="312" y="25"/>
                </a:lnTo>
                <a:lnTo>
                  <a:pt x="313" y="25"/>
                </a:lnTo>
                <a:lnTo>
                  <a:pt x="313" y="24"/>
                </a:lnTo>
                <a:lnTo>
                  <a:pt x="314" y="24"/>
                </a:lnTo>
                <a:lnTo>
                  <a:pt x="315" y="23"/>
                </a:lnTo>
                <a:lnTo>
                  <a:pt x="317" y="23"/>
                </a:lnTo>
                <a:lnTo>
                  <a:pt x="319" y="22"/>
                </a:lnTo>
                <a:lnTo>
                  <a:pt x="320" y="22"/>
                </a:lnTo>
                <a:lnTo>
                  <a:pt x="322" y="22"/>
                </a:lnTo>
                <a:lnTo>
                  <a:pt x="323" y="22"/>
                </a:lnTo>
                <a:lnTo>
                  <a:pt x="324" y="22"/>
                </a:lnTo>
                <a:lnTo>
                  <a:pt x="324" y="23"/>
                </a:lnTo>
                <a:lnTo>
                  <a:pt x="324" y="24"/>
                </a:lnTo>
                <a:lnTo>
                  <a:pt x="325" y="24"/>
                </a:lnTo>
                <a:lnTo>
                  <a:pt x="326" y="25"/>
                </a:lnTo>
                <a:lnTo>
                  <a:pt x="327" y="25"/>
                </a:lnTo>
                <a:lnTo>
                  <a:pt x="327" y="26"/>
                </a:lnTo>
                <a:lnTo>
                  <a:pt x="328" y="26"/>
                </a:lnTo>
                <a:lnTo>
                  <a:pt x="329" y="26"/>
                </a:lnTo>
                <a:lnTo>
                  <a:pt x="329" y="27"/>
                </a:lnTo>
                <a:lnTo>
                  <a:pt x="330" y="27"/>
                </a:lnTo>
                <a:lnTo>
                  <a:pt x="331" y="28"/>
                </a:lnTo>
                <a:lnTo>
                  <a:pt x="331" y="29"/>
                </a:lnTo>
                <a:lnTo>
                  <a:pt x="332" y="29"/>
                </a:lnTo>
                <a:lnTo>
                  <a:pt x="332" y="30"/>
                </a:lnTo>
                <a:lnTo>
                  <a:pt x="333" y="30"/>
                </a:lnTo>
                <a:lnTo>
                  <a:pt x="333" y="31"/>
                </a:lnTo>
                <a:lnTo>
                  <a:pt x="333" y="32"/>
                </a:lnTo>
                <a:lnTo>
                  <a:pt x="334" y="32"/>
                </a:lnTo>
                <a:lnTo>
                  <a:pt x="334" y="33"/>
                </a:lnTo>
                <a:lnTo>
                  <a:pt x="335" y="34"/>
                </a:lnTo>
                <a:lnTo>
                  <a:pt x="335" y="35"/>
                </a:lnTo>
                <a:lnTo>
                  <a:pt x="336" y="36"/>
                </a:lnTo>
                <a:lnTo>
                  <a:pt x="337" y="37"/>
                </a:lnTo>
                <a:lnTo>
                  <a:pt x="338" y="37"/>
                </a:lnTo>
                <a:lnTo>
                  <a:pt x="339" y="37"/>
                </a:lnTo>
                <a:lnTo>
                  <a:pt x="340" y="37"/>
                </a:lnTo>
                <a:lnTo>
                  <a:pt x="340" y="38"/>
                </a:lnTo>
                <a:lnTo>
                  <a:pt x="341" y="38"/>
                </a:lnTo>
                <a:lnTo>
                  <a:pt x="341" y="39"/>
                </a:lnTo>
                <a:lnTo>
                  <a:pt x="342" y="39"/>
                </a:lnTo>
                <a:lnTo>
                  <a:pt x="342" y="40"/>
                </a:lnTo>
                <a:lnTo>
                  <a:pt x="343" y="41"/>
                </a:lnTo>
                <a:lnTo>
                  <a:pt x="344" y="41"/>
                </a:lnTo>
                <a:lnTo>
                  <a:pt x="345" y="41"/>
                </a:lnTo>
                <a:lnTo>
                  <a:pt x="346" y="41"/>
                </a:lnTo>
                <a:lnTo>
                  <a:pt x="347" y="41"/>
                </a:lnTo>
                <a:lnTo>
                  <a:pt x="348" y="41"/>
                </a:lnTo>
                <a:lnTo>
                  <a:pt x="349" y="42"/>
                </a:lnTo>
                <a:lnTo>
                  <a:pt x="350" y="43"/>
                </a:lnTo>
                <a:lnTo>
                  <a:pt x="351" y="43"/>
                </a:lnTo>
                <a:lnTo>
                  <a:pt x="352" y="43"/>
                </a:lnTo>
                <a:lnTo>
                  <a:pt x="353" y="43"/>
                </a:lnTo>
                <a:lnTo>
                  <a:pt x="354" y="43"/>
                </a:lnTo>
                <a:lnTo>
                  <a:pt x="358" y="43"/>
                </a:lnTo>
                <a:lnTo>
                  <a:pt x="359" y="42"/>
                </a:lnTo>
                <a:lnTo>
                  <a:pt x="360" y="42"/>
                </a:lnTo>
                <a:lnTo>
                  <a:pt x="361" y="42"/>
                </a:lnTo>
                <a:lnTo>
                  <a:pt x="362" y="42"/>
                </a:lnTo>
                <a:lnTo>
                  <a:pt x="364" y="42"/>
                </a:lnTo>
                <a:lnTo>
                  <a:pt x="365" y="42"/>
                </a:lnTo>
                <a:lnTo>
                  <a:pt x="366" y="43"/>
                </a:lnTo>
                <a:lnTo>
                  <a:pt x="367" y="43"/>
                </a:lnTo>
                <a:lnTo>
                  <a:pt x="368" y="43"/>
                </a:lnTo>
                <a:lnTo>
                  <a:pt x="369" y="43"/>
                </a:lnTo>
                <a:lnTo>
                  <a:pt x="370" y="43"/>
                </a:lnTo>
                <a:lnTo>
                  <a:pt x="370" y="44"/>
                </a:lnTo>
                <a:lnTo>
                  <a:pt x="371" y="44"/>
                </a:lnTo>
                <a:lnTo>
                  <a:pt x="372" y="44"/>
                </a:lnTo>
                <a:lnTo>
                  <a:pt x="373" y="44"/>
                </a:lnTo>
                <a:lnTo>
                  <a:pt x="373" y="45"/>
                </a:lnTo>
                <a:lnTo>
                  <a:pt x="373" y="46"/>
                </a:lnTo>
                <a:lnTo>
                  <a:pt x="372" y="47"/>
                </a:lnTo>
                <a:lnTo>
                  <a:pt x="372" y="48"/>
                </a:lnTo>
                <a:lnTo>
                  <a:pt x="373" y="49"/>
                </a:lnTo>
                <a:lnTo>
                  <a:pt x="374" y="50"/>
                </a:lnTo>
                <a:lnTo>
                  <a:pt x="375" y="50"/>
                </a:lnTo>
                <a:lnTo>
                  <a:pt x="376" y="50"/>
                </a:lnTo>
                <a:lnTo>
                  <a:pt x="377" y="50"/>
                </a:lnTo>
                <a:lnTo>
                  <a:pt x="379" y="50"/>
                </a:lnTo>
                <a:lnTo>
                  <a:pt x="381" y="50"/>
                </a:lnTo>
                <a:lnTo>
                  <a:pt x="382" y="50"/>
                </a:lnTo>
                <a:lnTo>
                  <a:pt x="383" y="50"/>
                </a:lnTo>
                <a:lnTo>
                  <a:pt x="384" y="50"/>
                </a:lnTo>
                <a:lnTo>
                  <a:pt x="385" y="50"/>
                </a:lnTo>
                <a:lnTo>
                  <a:pt x="386" y="52"/>
                </a:lnTo>
                <a:lnTo>
                  <a:pt x="387" y="53"/>
                </a:lnTo>
                <a:lnTo>
                  <a:pt x="387" y="54"/>
                </a:lnTo>
                <a:lnTo>
                  <a:pt x="387" y="55"/>
                </a:lnTo>
                <a:lnTo>
                  <a:pt x="388" y="55"/>
                </a:lnTo>
                <a:lnTo>
                  <a:pt x="389" y="56"/>
                </a:lnTo>
                <a:lnTo>
                  <a:pt x="390" y="55"/>
                </a:lnTo>
                <a:lnTo>
                  <a:pt x="391" y="55"/>
                </a:lnTo>
                <a:lnTo>
                  <a:pt x="392" y="55"/>
                </a:lnTo>
                <a:lnTo>
                  <a:pt x="392" y="54"/>
                </a:lnTo>
                <a:lnTo>
                  <a:pt x="392" y="53"/>
                </a:lnTo>
                <a:lnTo>
                  <a:pt x="392" y="52"/>
                </a:lnTo>
                <a:lnTo>
                  <a:pt x="392" y="51"/>
                </a:lnTo>
                <a:lnTo>
                  <a:pt x="391" y="51"/>
                </a:lnTo>
                <a:lnTo>
                  <a:pt x="391" y="50"/>
                </a:lnTo>
                <a:lnTo>
                  <a:pt x="391" y="49"/>
                </a:lnTo>
                <a:lnTo>
                  <a:pt x="390" y="49"/>
                </a:lnTo>
                <a:lnTo>
                  <a:pt x="390" y="48"/>
                </a:lnTo>
                <a:lnTo>
                  <a:pt x="390" y="47"/>
                </a:lnTo>
                <a:lnTo>
                  <a:pt x="391" y="47"/>
                </a:lnTo>
                <a:lnTo>
                  <a:pt x="393" y="46"/>
                </a:lnTo>
                <a:lnTo>
                  <a:pt x="395" y="45"/>
                </a:lnTo>
                <a:lnTo>
                  <a:pt x="396" y="45"/>
                </a:lnTo>
                <a:lnTo>
                  <a:pt x="397" y="45"/>
                </a:lnTo>
                <a:lnTo>
                  <a:pt x="398" y="45"/>
                </a:lnTo>
                <a:lnTo>
                  <a:pt x="398" y="44"/>
                </a:lnTo>
                <a:lnTo>
                  <a:pt x="399" y="44"/>
                </a:lnTo>
                <a:lnTo>
                  <a:pt x="400" y="44"/>
                </a:lnTo>
                <a:lnTo>
                  <a:pt x="402" y="43"/>
                </a:lnTo>
                <a:lnTo>
                  <a:pt x="403" y="43"/>
                </a:lnTo>
                <a:lnTo>
                  <a:pt x="404" y="43"/>
                </a:lnTo>
                <a:lnTo>
                  <a:pt x="405" y="43"/>
                </a:lnTo>
                <a:lnTo>
                  <a:pt x="406" y="43"/>
                </a:lnTo>
                <a:lnTo>
                  <a:pt x="407" y="43"/>
                </a:lnTo>
                <a:lnTo>
                  <a:pt x="408" y="43"/>
                </a:lnTo>
                <a:lnTo>
                  <a:pt x="409" y="43"/>
                </a:lnTo>
                <a:lnTo>
                  <a:pt x="410" y="43"/>
                </a:lnTo>
                <a:lnTo>
                  <a:pt x="414" y="43"/>
                </a:lnTo>
                <a:lnTo>
                  <a:pt x="416" y="43"/>
                </a:lnTo>
                <a:lnTo>
                  <a:pt x="417" y="43"/>
                </a:lnTo>
                <a:lnTo>
                  <a:pt x="418" y="43"/>
                </a:lnTo>
                <a:lnTo>
                  <a:pt x="419" y="43"/>
                </a:lnTo>
                <a:lnTo>
                  <a:pt x="420" y="43"/>
                </a:lnTo>
                <a:lnTo>
                  <a:pt x="421" y="43"/>
                </a:lnTo>
                <a:lnTo>
                  <a:pt x="423" y="44"/>
                </a:lnTo>
                <a:lnTo>
                  <a:pt x="424" y="44"/>
                </a:lnTo>
                <a:lnTo>
                  <a:pt x="425" y="44"/>
                </a:lnTo>
                <a:lnTo>
                  <a:pt x="425" y="45"/>
                </a:lnTo>
                <a:lnTo>
                  <a:pt x="426" y="45"/>
                </a:lnTo>
                <a:lnTo>
                  <a:pt x="428" y="45"/>
                </a:lnTo>
                <a:lnTo>
                  <a:pt x="432" y="48"/>
                </a:lnTo>
                <a:lnTo>
                  <a:pt x="433" y="49"/>
                </a:lnTo>
                <a:lnTo>
                  <a:pt x="434" y="49"/>
                </a:lnTo>
                <a:lnTo>
                  <a:pt x="435" y="50"/>
                </a:lnTo>
                <a:lnTo>
                  <a:pt x="436" y="50"/>
                </a:lnTo>
                <a:lnTo>
                  <a:pt x="437" y="50"/>
                </a:lnTo>
                <a:lnTo>
                  <a:pt x="438" y="50"/>
                </a:lnTo>
                <a:lnTo>
                  <a:pt x="438" y="51"/>
                </a:lnTo>
                <a:lnTo>
                  <a:pt x="439" y="51"/>
                </a:lnTo>
                <a:lnTo>
                  <a:pt x="440" y="51"/>
                </a:lnTo>
                <a:lnTo>
                  <a:pt x="442" y="52"/>
                </a:lnTo>
                <a:lnTo>
                  <a:pt x="443" y="52"/>
                </a:lnTo>
                <a:lnTo>
                  <a:pt x="444" y="52"/>
                </a:lnTo>
                <a:lnTo>
                  <a:pt x="445" y="52"/>
                </a:lnTo>
                <a:lnTo>
                  <a:pt x="446" y="53"/>
                </a:lnTo>
                <a:lnTo>
                  <a:pt x="447" y="53"/>
                </a:lnTo>
                <a:lnTo>
                  <a:pt x="448" y="53"/>
                </a:lnTo>
                <a:lnTo>
                  <a:pt x="448" y="54"/>
                </a:lnTo>
                <a:lnTo>
                  <a:pt x="449" y="54"/>
                </a:lnTo>
                <a:lnTo>
                  <a:pt x="450" y="54"/>
                </a:lnTo>
                <a:lnTo>
                  <a:pt x="451" y="54"/>
                </a:lnTo>
                <a:lnTo>
                  <a:pt x="452" y="55"/>
                </a:lnTo>
                <a:lnTo>
                  <a:pt x="453" y="55"/>
                </a:lnTo>
                <a:lnTo>
                  <a:pt x="454" y="55"/>
                </a:lnTo>
                <a:lnTo>
                  <a:pt x="455" y="56"/>
                </a:lnTo>
                <a:lnTo>
                  <a:pt x="455" y="57"/>
                </a:lnTo>
                <a:lnTo>
                  <a:pt x="455" y="59"/>
                </a:lnTo>
                <a:lnTo>
                  <a:pt x="455" y="60"/>
                </a:lnTo>
                <a:lnTo>
                  <a:pt x="456" y="61"/>
                </a:lnTo>
                <a:lnTo>
                  <a:pt x="457" y="61"/>
                </a:lnTo>
                <a:lnTo>
                  <a:pt x="458" y="61"/>
                </a:lnTo>
                <a:lnTo>
                  <a:pt x="459" y="60"/>
                </a:lnTo>
                <a:lnTo>
                  <a:pt x="460" y="60"/>
                </a:lnTo>
                <a:lnTo>
                  <a:pt x="461" y="59"/>
                </a:lnTo>
                <a:lnTo>
                  <a:pt x="461" y="58"/>
                </a:lnTo>
                <a:lnTo>
                  <a:pt x="462" y="58"/>
                </a:lnTo>
                <a:lnTo>
                  <a:pt x="463" y="58"/>
                </a:lnTo>
                <a:lnTo>
                  <a:pt x="464" y="57"/>
                </a:lnTo>
                <a:lnTo>
                  <a:pt x="465" y="57"/>
                </a:lnTo>
                <a:lnTo>
                  <a:pt x="466" y="57"/>
                </a:lnTo>
                <a:lnTo>
                  <a:pt x="467" y="57"/>
                </a:lnTo>
                <a:lnTo>
                  <a:pt x="468" y="58"/>
                </a:lnTo>
                <a:lnTo>
                  <a:pt x="469" y="59"/>
                </a:lnTo>
                <a:lnTo>
                  <a:pt x="469" y="60"/>
                </a:lnTo>
                <a:lnTo>
                  <a:pt x="470" y="60"/>
                </a:lnTo>
                <a:lnTo>
                  <a:pt x="470" y="61"/>
                </a:lnTo>
                <a:lnTo>
                  <a:pt x="469" y="61"/>
                </a:lnTo>
                <a:lnTo>
                  <a:pt x="469" y="62"/>
                </a:lnTo>
                <a:lnTo>
                  <a:pt x="470" y="62"/>
                </a:lnTo>
                <a:lnTo>
                  <a:pt x="470" y="63"/>
                </a:lnTo>
                <a:lnTo>
                  <a:pt x="471" y="63"/>
                </a:lnTo>
                <a:lnTo>
                  <a:pt x="471" y="64"/>
                </a:lnTo>
                <a:lnTo>
                  <a:pt x="473" y="65"/>
                </a:lnTo>
                <a:lnTo>
                  <a:pt x="473" y="66"/>
                </a:lnTo>
                <a:lnTo>
                  <a:pt x="474" y="66"/>
                </a:lnTo>
                <a:lnTo>
                  <a:pt x="474" y="67"/>
                </a:lnTo>
                <a:lnTo>
                  <a:pt x="475" y="67"/>
                </a:lnTo>
                <a:lnTo>
                  <a:pt x="476" y="67"/>
                </a:lnTo>
                <a:lnTo>
                  <a:pt x="477" y="67"/>
                </a:lnTo>
                <a:lnTo>
                  <a:pt x="478" y="67"/>
                </a:lnTo>
                <a:lnTo>
                  <a:pt x="479" y="68"/>
                </a:lnTo>
                <a:lnTo>
                  <a:pt x="480" y="68"/>
                </a:lnTo>
                <a:lnTo>
                  <a:pt x="481" y="68"/>
                </a:lnTo>
                <a:lnTo>
                  <a:pt x="481" y="69"/>
                </a:lnTo>
                <a:lnTo>
                  <a:pt x="481" y="70"/>
                </a:lnTo>
                <a:lnTo>
                  <a:pt x="480" y="70"/>
                </a:lnTo>
                <a:lnTo>
                  <a:pt x="479" y="70"/>
                </a:lnTo>
                <a:lnTo>
                  <a:pt x="479" y="71"/>
                </a:lnTo>
                <a:lnTo>
                  <a:pt x="479" y="72"/>
                </a:lnTo>
                <a:lnTo>
                  <a:pt x="479" y="73"/>
                </a:lnTo>
                <a:lnTo>
                  <a:pt x="479" y="74"/>
                </a:lnTo>
                <a:lnTo>
                  <a:pt x="478" y="75"/>
                </a:lnTo>
                <a:lnTo>
                  <a:pt x="477" y="75"/>
                </a:lnTo>
                <a:lnTo>
                  <a:pt x="476" y="76"/>
                </a:lnTo>
                <a:lnTo>
                  <a:pt x="474" y="76"/>
                </a:lnTo>
                <a:lnTo>
                  <a:pt x="473" y="76"/>
                </a:lnTo>
                <a:lnTo>
                  <a:pt x="472" y="76"/>
                </a:lnTo>
                <a:lnTo>
                  <a:pt x="472" y="77"/>
                </a:lnTo>
                <a:lnTo>
                  <a:pt x="472" y="78"/>
                </a:lnTo>
                <a:lnTo>
                  <a:pt x="472" y="80"/>
                </a:lnTo>
                <a:lnTo>
                  <a:pt x="472" y="81"/>
                </a:lnTo>
                <a:lnTo>
                  <a:pt x="472" y="82"/>
                </a:lnTo>
                <a:lnTo>
                  <a:pt x="472" y="83"/>
                </a:lnTo>
                <a:lnTo>
                  <a:pt x="473" y="83"/>
                </a:lnTo>
                <a:lnTo>
                  <a:pt x="473" y="84"/>
                </a:lnTo>
                <a:lnTo>
                  <a:pt x="474" y="84"/>
                </a:lnTo>
                <a:lnTo>
                  <a:pt x="474" y="83"/>
                </a:lnTo>
                <a:lnTo>
                  <a:pt x="475" y="83"/>
                </a:lnTo>
                <a:lnTo>
                  <a:pt x="476" y="83"/>
                </a:lnTo>
                <a:lnTo>
                  <a:pt x="476" y="82"/>
                </a:lnTo>
                <a:lnTo>
                  <a:pt x="477" y="82"/>
                </a:lnTo>
                <a:lnTo>
                  <a:pt x="477" y="81"/>
                </a:lnTo>
                <a:lnTo>
                  <a:pt x="478" y="81"/>
                </a:lnTo>
                <a:lnTo>
                  <a:pt x="481" y="81"/>
                </a:lnTo>
                <a:lnTo>
                  <a:pt x="482" y="81"/>
                </a:lnTo>
                <a:lnTo>
                  <a:pt x="482" y="80"/>
                </a:lnTo>
                <a:lnTo>
                  <a:pt x="483" y="80"/>
                </a:lnTo>
                <a:lnTo>
                  <a:pt x="483" y="79"/>
                </a:lnTo>
                <a:lnTo>
                  <a:pt x="484" y="79"/>
                </a:lnTo>
                <a:lnTo>
                  <a:pt x="485" y="79"/>
                </a:lnTo>
                <a:lnTo>
                  <a:pt x="486" y="80"/>
                </a:lnTo>
                <a:lnTo>
                  <a:pt x="487" y="80"/>
                </a:lnTo>
                <a:lnTo>
                  <a:pt x="488" y="80"/>
                </a:lnTo>
                <a:lnTo>
                  <a:pt x="488" y="79"/>
                </a:lnTo>
                <a:lnTo>
                  <a:pt x="489" y="79"/>
                </a:lnTo>
                <a:lnTo>
                  <a:pt x="490" y="79"/>
                </a:lnTo>
                <a:lnTo>
                  <a:pt x="490" y="80"/>
                </a:lnTo>
                <a:lnTo>
                  <a:pt x="491" y="80"/>
                </a:lnTo>
                <a:lnTo>
                  <a:pt x="492" y="80"/>
                </a:lnTo>
                <a:lnTo>
                  <a:pt x="492" y="81"/>
                </a:lnTo>
                <a:lnTo>
                  <a:pt x="492" y="82"/>
                </a:lnTo>
                <a:lnTo>
                  <a:pt x="491" y="82"/>
                </a:lnTo>
                <a:lnTo>
                  <a:pt x="491" y="83"/>
                </a:lnTo>
                <a:lnTo>
                  <a:pt x="492" y="83"/>
                </a:lnTo>
                <a:lnTo>
                  <a:pt x="493" y="84"/>
                </a:lnTo>
                <a:lnTo>
                  <a:pt x="493" y="85"/>
                </a:lnTo>
                <a:lnTo>
                  <a:pt x="494" y="85"/>
                </a:lnTo>
                <a:lnTo>
                  <a:pt x="495" y="86"/>
                </a:lnTo>
                <a:lnTo>
                  <a:pt x="496" y="86"/>
                </a:lnTo>
                <a:lnTo>
                  <a:pt x="496" y="87"/>
                </a:lnTo>
                <a:lnTo>
                  <a:pt x="497" y="87"/>
                </a:lnTo>
                <a:lnTo>
                  <a:pt x="497" y="88"/>
                </a:lnTo>
                <a:lnTo>
                  <a:pt x="498" y="88"/>
                </a:lnTo>
                <a:lnTo>
                  <a:pt x="499" y="89"/>
                </a:lnTo>
                <a:lnTo>
                  <a:pt x="499" y="90"/>
                </a:lnTo>
                <a:lnTo>
                  <a:pt x="500" y="90"/>
                </a:lnTo>
                <a:lnTo>
                  <a:pt x="500" y="91"/>
                </a:lnTo>
                <a:lnTo>
                  <a:pt x="500" y="92"/>
                </a:lnTo>
                <a:lnTo>
                  <a:pt x="500" y="93"/>
                </a:lnTo>
                <a:lnTo>
                  <a:pt x="501" y="93"/>
                </a:lnTo>
                <a:lnTo>
                  <a:pt x="502" y="93"/>
                </a:lnTo>
                <a:lnTo>
                  <a:pt x="502" y="94"/>
                </a:lnTo>
                <a:lnTo>
                  <a:pt x="503" y="94"/>
                </a:lnTo>
                <a:lnTo>
                  <a:pt x="503" y="95"/>
                </a:lnTo>
                <a:lnTo>
                  <a:pt x="504" y="95"/>
                </a:lnTo>
                <a:lnTo>
                  <a:pt x="504" y="96"/>
                </a:lnTo>
                <a:lnTo>
                  <a:pt x="505" y="96"/>
                </a:lnTo>
                <a:lnTo>
                  <a:pt x="506" y="96"/>
                </a:lnTo>
                <a:lnTo>
                  <a:pt x="507" y="95"/>
                </a:lnTo>
                <a:lnTo>
                  <a:pt x="507" y="94"/>
                </a:lnTo>
                <a:lnTo>
                  <a:pt x="508" y="94"/>
                </a:lnTo>
                <a:lnTo>
                  <a:pt x="509" y="92"/>
                </a:lnTo>
                <a:lnTo>
                  <a:pt x="510" y="91"/>
                </a:lnTo>
                <a:lnTo>
                  <a:pt x="511" y="91"/>
                </a:lnTo>
                <a:lnTo>
                  <a:pt x="513" y="91"/>
                </a:lnTo>
                <a:lnTo>
                  <a:pt x="516" y="93"/>
                </a:lnTo>
                <a:lnTo>
                  <a:pt x="517" y="94"/>
                </a:lnTo>
                <a:lnTo>
                  <a:pt x="518" y="94"/>
                </a:lnTo>
                <a:lnTo>
                  <a:pt x="519" y="94"/>
                </a:lnTo>
                <a:lnTo>
                  <a:pt x="519" y="95"/>
                </a:lnTo>
                <a:lnTo>
                  <a:pt x="520" y="95"/>
                </a:lnTo>
                <a:lnTo>
                  <a:pt x="519" y="95"/>
                </a:lnTo>
                <a:lnTo>
                  <a:pt x="519" y="96"/>
                </a:lnTo>
                <a:lnTo>
                  <a:pt x="518" y="96"/>
                </a:lnTo>
                <a:lnTo>
                  <a:pt x="517" y="96"/>
                </a:lnTo>
                <a:lnTo>
                  <a:pt x="516" y="96"/>
                </a:lnTo>
                <a:lnTo>
                  <a:pt x="514" y="97"/>
                </a:lnTo>
                <a:lnTo>
                  <a:pt x="513" y="97"/>
                </a:lnTo>
                <a:lnTo>
                  <a:pt x="512" y="97"/>
                </a:lnTo>
                <a:lnTo>
                  <a:pt x="512" y="98"/>
                </a:lnTo>
                <a:lnTo>
                  <a:pt x="512" y="99"/>
                </a:lnTo>
                <a:lnTo>
                  <a:pt x="513" y="101"/>
                </a:lnTo>
                <a:lnTo>
                  <a:pt x="514" y="103"/>
                </a:lnTo>
                <a:lnTo>
                  <a:pt x="514" y="105"/>
                </a:lnTo>
                <a:lnTo>
                  <a:pt x="513" y="106"/>
                </a:lnTo>
                <a:lnTo>
                  <a:pt x="509" y="106"/>
                </a:lnTo>
                <a:lnTo>
                  <a:pt x="508" y="106"/>
                </a:lnTo>
                <a:lnTo>
                  <a:pt x="507" y="106"/>
                </a:lnTo>
                <a:lnTo>
                  <a:pt x="506" y="106"/>
                </a:lnTo>
                <a:lnTo>
                  <a:pt x="505" y="107"/>
                </a:lnTo>
                <a:lnTo>
                  <a:pt x="504" y="108"/>
                </a:lnTo>
                <a:lnTo>
                  <a:pt x="504" y="109"/>
                </a:lnTo>
                <a:lnTo>
                  <a:pt x="504" y="111"/>
                </a:lnTo>
                <a:lnTo>
                  <a:pt x="504" y="112"/>
                </a:lnTo>
                <a:lnTo>
                  <a:pt x="504" y="113"/>
                </a:lnTo>
                <a:lnTo>
                  <a:pt x="506" y="114"/>
                </a:lnTo>
                <a:lnTo>
                  <a:pt x="506" y="115"/>
                </a:lnTo>
                <a:lnTo>
                  <a:pt x="507" y="115"/>
                </a:lnTo>
                <a:lnTo>
                  <a:pt x="507" y="116"/>
                </a:lnTo>
                <a:lnTo>
                  <a:pt x="508" y="116"/>
                </a:lnTo>
                <a:lnTo>
                  <a:pt x="509" y="117"/>
                </a:lnTo>
                <a:lnTo>
                  <a:pt x="511" y="118"/>
                </a:lnTo>
                <a:lnTo>
                  <a:pt x="512" y="118"/>
                </a:lnTo>
                <a:lnTo>
                  <a:pt x="513" y="117"/>
                </a:lnTo>
                <a:lnTo>
                  <a:pt x="513" y="116"/>
                </a:lnTo>
                <a:lnTo>
                  <a:pt x="513" y="115"/>
                </a:lnTo>
                <a:lnTo>
                  <a:pt x="514" y="115"/>
                </a:lnTo>
                <a:lnTo>
                  <a:pt x="514" y="114"/>
                </a:lnTo>
                <a:lnTo>
                  <a:pt x="515" y="114"/>
                </a:lnTo>
                <a:lnTo>
                  <a:pt x="517" y="115"/>
                </a:lnTo>
                <a:lnTo>
                  <a:pt x="518" y="116"/>
                </a:lnTo>
                <a:lnTo>
                  <a:pt x="519" y="116"/>
                </a:lnTo>
                <a:lnTo>
                  <a:pt x="520" y="117"/>
                </a:lnTo>
                <a:lnTo>
                  <a:pt x="521" y="118"/>
                </a:lnTo>
                <a:lnTo>
                  <a:pt x="526" y="120"/>
                </a:lnTo>
                <a:lnTo>
                  <a:pt x="527" y="121"/>
                </a:lnTo>
                <a:lnTo>
                  <a:pt x="528" y="122"/>
                </a:lnTo>
                <a:lnTo>
                  <a:pt x="529" y="123"/>
                </a:lnTo>
                <a:lnTo>
                  <a:pt x="529" y="124"/>
                </a:lnTo>
                <a:lnTo>
                  <a:pt x="529" y="125"/>
                </a:lnTo>
                <a:lnTo>
                  <a:pt x="528" y="126"/>
                </a:lnTo>
                <a:lnTo>
                  <a:pt x="527" y="128"/>
                </a:lnTo>
                <a:lnTo>
                  <a:pt x="527" y="129"/>
                </a:lnTo>
                <a:lnTo>
                  <a:pt x="527" y="130"/>
                </a:lnTo>
                <a:lnTo>
                  <a:pt x="528" y="131"/>
                </a:lnTo>
                <a:lnTo>
                  <a:pt x="529" y="131"/>
                </a:lnTo>
                <a:lnTo>
                  <a:pt x="530" y="130"/>
                </a:lnTo>
                <a:lnTo>
                  <a:pt x="531" y="130"/>
                </a:lnTo>
                <a:lnTo>
                  <a:pt x="532" y="130"/>
                </a:lnTo>
                <a:lnTo>
                  <a:pt x="533" y="130"/>
                </a:lnTo>
                <a:lnTo>
                  <a:pt x="534" y="130"/>
                </a:lnTo>
                <a:lnTo>
                  <a:pt x="535" y="130"/>
                </a:lnTo>
                <a:lnTo>
                  <a:pt x="536" y="130"/>
                </a:lnTo>
                <a:lnTo>
                  <a:pt x="537" y="131"/>
                </a:lnTo>
                <a:lnTo>
                  <a:pt x="537" y="132"/>
                </a:lnTo>
                <a:lnTo>
                  <a:pt x="539" y="134"/>
                </a:lnTo>
                <a:lnTo>
                  <a:pt x="540" y="135"/>
                </a:lnTo>
                <a:lnTo>
                  <a:pt x="542" y="137"/>
                </a:lnTo>
                <a:lnTo>
                  <a:pt x="543" y="137"/>
                </a:lnTo>
                <a:lnTo>
                  <a:pt x="544" y="139"/>
                </a:lnTo>
                <a:lnTo>
                  <a:pt x="544" y="140"/>
                </a:lnTo>
                <a:lnTo>
                  <a:pt x="544" y="141"/>
                </a:lnTo>
                <a:lnTo>
                  <a:pt x="545" y="141"/>
                </a:lnTo>
                <a:lnTo>
                  <a:pt x="544" y="143"/>
                </a:lnTo>
                <a:lnTo>
                  <a:pt x="544" y="144"/>
                </a:lnTo>
                <a:lnTo>
                  <a:pt x="543" y="144"/>
                </a:lnTo>
                <a:lnTo>
                  <a:pt x="543" y="145"/>
                </a:lnTo>
                <a:lnTo>
                  <a:pt x="542" y="145"/>
                </a:lnTo>
                <a:lnTo>
                  <a:pt x="541" y="145"/>
                </a:lnTo>
                <a:lnTo>
                  <a:pt x="541" y="146"/>
                </a:lnTo>
                <a:lnTo>
                  <a:pt x="541" y="147"/>
                </a:lnTo>
                <a:lnTo>
                  <a:pt x="541" y="148"/>
                </a:lnTo>
                <a:lnTo>
                  <a:pt x="541" y="149"/>
                </a:lnTo>
                <a:lnTo>
                  <a:pt x="542" y="150"/>
                </a:lnTo>
                <a:lnTo>
                  <a:pt x="543" y="150"/>
                </a:lnTo>
                <a:lnTo>
                  <a:pt x="544" y="150"/>
                </a:lnTo>
                <a:lnTo>
                  <a:pt x="545" y="150"/>
                </a:lnTo>
                <a:lnTo>
                  <a:pt x="546" y="150"/>
                </a:lnTo>
                <a:lnTo>
                  <a:pt x="549" y="150"/>
                </a:lnTo>
                <a:lnTo>
                  <a:pt x="550" y="150"/>
                </a:lnTo>
                <a:lnTo>
                  <a:pt x="551" y="150"/>
                </a:lnTo>
                <a:lnTo>
                  <a:pt x="552" y="150"/>
                </a:lnTo>
                <a:lnTo>
                  <a:pt x="552" y="151"/>
                </a:lnTo>
                <a:lnTo>
                  <a:pt x="553" y="151"/>
                </a:lnTo>
                <a:lnTo>
                  <a:pt x="553" y="152"/>
                </a:lnTo>
                <a:lnTo>
                  <a:pt x="553" y="153"/>
                </a:lnTo>
                <a:lnTo>
                  <a:pt x="552" y="153"/>
                </a:lnTo>
                <a:lnTo>
                  <a:pt x="551" y="153"/>
                </a:lnTo>
                <a:lnTo>
                  <a:pt x="550" y="153"/>
                </a:lnTo>
                <a:lnTo>
                  <a:pt x="549" y="153"/>
                </a:lnTo>
                <a:lnTo>
                  <a:pt x="548" y="154"/>
                </a:lnTo>
                <a:lnTo>
                  <a:pt x="547" y="154"/>
                </a:lnTo>
                <a:lnTo>
                  <a:pt x="546" y="154"/>
                </a:lnTo>
                <a:lnTo>
                  <a:pt x="546" y="155"/>
                </a:lnTo>
                <a:lnTo>
                  <a:pt x="545" y="155"/>
                </a:lnTo>
                <a:lnTo>
                  <a:pt x="544" y="155"/>
                </a:lnTo>
                <a:lnTo>
                  <a:pt x="544" y="156"/>
                </a:lnTo>
                <a:lnTo>
                  <a:pt x="543" y="156"/>
                </a:lnTo>
                <a:lnTo>
                  <a:pt x="542" y="156"/>
                </a:lnTo>
                <a:lnTo>
                  <a:pt x="542" y="157"/>
                </a:lnTo>
                <a:lnTo>
                  <a:pt x="541" y="157"/>
                </a:lnTo>
                <a:lnTo>
                  <a:pt x="541" y="158"/>
                </a:lnTo>
                <a:lnTo>
                  <a:pt x="540" y="158"/>
                </a:lnTo>
                <a:lnTo>
                  <a:pt x="540" y="159"/>
                </a:lnTo>
                <a:lnTo>
                  <a:pt x="539" y="159"/>
                </a:lnTo>
                <a:lnTo>
                  <a:pt x="539" y="160"/>
                </a:lnTo>
                <a:lnTo>
                  <a:pt x="539" y="161"/>
                </a:lnTo>
                <a:lnTo>
                  <a:pt x="539" y="162"/>
                </a:lnTo>
                <a:lnTo>
                  <a:pt x="540" y="162"/>
                </a:lnTo>
                <a:lnTo>
                  <a:pt x="541" y="162"/>
                </a:lnTo>
                <a:lnTo>
                  <a:pt x="541" y="163"/>
                </a:lnTo>
                <a:lnTo>
                  <a:pt x="542" y="163"/>
                </a:lnTo>
                <a:lnTo>
                  <a:pt x="543" y="163"/>
                </a:lnTo>
                <a:lnTo>
                  <a:pt x="543" y="164"/>
                </a:lnTo>
                <a:lnTo>
                  <a:pt x="544" y="164"/>
                </a:lnTo>
                <a:lnTo>
                  <a:pt x="545" y="164"/>
                </a:lnTo>
                <a:lnTo>
                  <a:pt x="547" y="164"/>
                </a:lnTo>
                <a:lnTo>
                  <a:pt x="548" y="164"/>
                </a:lnTo>
                <a:lnTo>
                  <a:pt x="549" y="164"/>
                </a:lnTo>
                <a:lnTo>
                  <a:pt x="550" y="164"/>
                </a:lnTo>
                <a:lnTo>
                  <a:pt x="550" y="165"/>
                </a:lnTo>
                <a:lnTo>
                  <a:pt x="551" y="165"/>
                </a:lnTo>
                <a:lnTo>
                  <a:pt x="552" y="166"/>
                </a:lnTo>
                <a:lnTo>
                  <a:pt x="553" y="166"/>
                </a:lnTo>
                <a:lnTo>
                  <a:pt x="554" y="167"/>
                </a:lnTo>
                <a:lnTo>
                  <a:pt x="555" y="167"/>
                </a:lnTo>
                <a:lnTo>
                  <a:pt x="556" y="167"/>
                </a:lnTo>
                <a:lnTo>
                  <a:pt x="558" y="167"/>
                </a:lnTo>
                <a:lnTo>
                  <a:pt x="559" y="167"/>
                </a:lnTo>
                <a:lnTo>
                  <a:pt x="560" y="167"/>
                </a:lnTo>
                <a:lnTo>
                  <a:pt x="560" y="168"/>
                </a:lnTo>
                <a:lnTo>
                  <a:pt x="564" y="169"/>
                </a:lnTo>
                <a:lnTo>
                  <a:pt x="564" y="170"/>
                </a:lnTo>
                <a:lnTo>
                  <a:pt x="565" y="170"/>
                </a:lnTo>
                <a:lnTo>
                  <a:pt x="566" y="170"/>
                </a:lnTo>
                <a:lnTo>
                  <a:pt x="566" y="171"/>
                </a:lnTo>
                <a:lnTo>
                  <a:pt x="567" y="172"/>
                </a:lnTo>
                <a:lnTo>
                  <a:pt x="566" y="174"/>
                </a:lnTo>
                <a:lnTo>
                  <a:pt x="565" y="174"/>
                </a:lnTo>
                <a:lnTo>
                  <a:pt x="564" y="175"/>
                </a:lnTo>
                <a:lnTo>
                  <a:pt x="564" y="176"/>
                </a:lnTo>
                <a:lnTo>
                  <a:pt x="564" y="177"/>
                </a:lnTo>
                <a:lnTo>
                  <a:pt x="564" y="178"/>
                </a:lnTo>
                <a:lnTo>
                  <a:pt x="563" y="179"/>
                </a:lnTo>
                <a:lnTo>
                  <a:pt x="562" y="180"/>
                </a:lnTo>
                <a:lnTo>
                  <a:pt x="562" y="181"/>
                </a:lnTo>
                <a:lnTo>
                  <a:pt x="562" y="182"/>
                </a:lnTo>
                <a:lnTo>
                  <a:pt x="561" y="182"/>
                </a:lnTo>
                <a:lnTo>
                  <a:pt x="559" y="182"/>
                </a:lnTo>
                <a:lnTo>
                  <a:pt x="558" y="181"/>
                </a:lnTo>
                <a:lnTo>
                  <a:pt x="557" y="182"/>
                </a:lnTo>
                <a:lnTo>
                  <a:pt x="555" y="183"/>
                </a:lnTo>
                <a:lnTo>
                  <a:pt x="554" y="184"/>
                </a:lnTo>
                <a:lnTo>
                  <a:pt x="554" y="185"/>
                </a:lnTo>
                <a:lnTo>
                  <a:pt x="554" y="186"/>
                </a:lnTo>
                <a:lnTo>
                  <a:pt x="555" y="187"/>
                </a:lnTo>
                <a:lnTo>
                  <a:pt x="556" y="188"/>
                </a:lnTo>
                <a:lnTo>
                  <a:pt x="557" y="189"/>
                </a:lnTo>
                <a:lnTo>
                  <a:pt x="556" y="190"/>
                </a:lnTo>
                <a:lnTo>
                  <a:pt x="556" y="191"/>
                </a:lnTo>
                <a:lnTo>
                  <a:pt x="556" y="193"/>
                </a:lnTo>
                <a:lnTo>
                  <a:pt x="557" y="194"/>
                </a:lnTo>
                <a:lnTo>
                  <a:pt x="558" y="194"/>
                </a:lnTo>
                <a:lnTo>
                  <a:pt x="558" y="195"/>
                </a:lnTo>
                <a:lnTo>
                  <a:pt x="560" y="195"/>
                </a:lnTo>
                <a:lnTo>
                  <a:pt x="561" y="196"/>
                </a:lnTo>
                <a:lnTo>
                  <a:pt x="562" y="198"/>
                </a:lnTo>
                <a:lnTo>
                  <a:pt x="563" y="199"/>
                </a:lnTo>
                <a:lnTo>
                  <a:pt x="564" y="200"/>
                </a:lnTo>
                <a:lnTo>
                  <a:pt x="565" y="201"/>
                </a:lnTo>
                <a:lnTo>
                  <a:pt x="566" y="203"/>
                </a:lnTo>
                <a:lnTo>
                  <a:pt x="567" y="205"/>
                </a:lnTo>
                <a:lnTo>
                  <a:pt x="568" y="206"/>
                </a:lnTo>
                <a:lnTo>
                  <a:pt x="569" y="208"/>
                </a:lnTo>
                <a:lnTo>
                  <a:pt x="570" y="209"/>
                </a:lnTo>
                <a:lnTo>
                  <a:pt x="571" y="210"/>
                </a:lnTo>
                <a:lnTo>
                  <a:pt x="572" y="211"/>
                </a:lnTo>
                <a:lnTo>
                  <a:pt x="573" y="213"/>
                </a:lnTo>
                <a:lnTo>
                  <a:pt x="574" y="214"/>
                </a:lnTo>
                <a:lnTo>
                  <a:pt x="575" y="214"/>
                </a:lnTo>
                <a:lnTo>
                  <a:pt x="576" y="215"/>
                </a:lnTo>
                <a:lnTo>
                  <a:pt x="577" y="215"/>
                </a:lnTo>
                <a:lnTo>
                  <a:pt x="577" y="216"/>
                </a:lnTo>
                <a:lnTo>
                  <a:pt x="577" y="217"/>
                </a:lnTo>
                <a:lnTo>
                  <a:pt x="577" y="218"/>
                </a:lnTo>
                <a:lnTo>
                  <a:pt x="578" y="219"/>
                </a:lnTo>
                <a:lnTo>
                  <a:pt x="579" y="219"/>
                </a:lnTo>
                <a:lnTo>
                  <a:pt x="580" y="219"/>
                </a:lnTo>
                <a:lnTo>
                  <a:pt x="581" y="219"/>
                </a:lnTo>
                <a:lnTo>
                  <a:pt x="582" y="219"/>
                </a:lnTo>
                <a:lnTo>
                  <a:pt x="583" y="219"/>
                </a:lnTo>
                <a:lnTo>
                  <a:pt x="584" y="220"/>
                </a:lnTo>
                <a:lnTo>
                  <a:pt x="584" y="222"/>
                </a:lnTo>
                <a:lnTo>
                  <a:pt x="584" y="223"/>
                </a:lnTo>
                <a:lnTo>
                  <a:pt x="583" y="223"/>
                </a:lnTo>
                <a:lnTo>
                  <a:pt x="583" y="224"/>
                </a:lnTo>
                <a:lnTo>
                  <a:pt x="583" y="225"/>
                </a:lnTo>
                <a:lnTo>
                  <a:pt x="584" y="225"/>
                </a:lnTo>
                <a:lnTo>
                  <a:pt x="584" y="226"/>
                </a:lnTo>
                <a:lnTo>
                  <a:pt x="585" y="228"/>
                </a:lnTo>
                <a:lnTo>
                  <a:pt x="585" y="229"/>
                </a:lnTo>
                <a:lnTo>
                  <a:pt x="585" y="230"/>
                </a:lnTo>
                <a:lnTo>
                  <a:pt x="584" y="231"/>
                </a:lnTo>
                <a:lnTo>
                  <a:pt x="583" y="231"/>
                </a:lnTo>
                <a:lnTo>
                  <a:pt x="582" y="232"/>
                </a:lnTo>
                <a:lnTo>
                  <a:pt x="581" y="232"/>
                </a:lnTo>
                <a:lnTo>
                  <a:pt x="580" y="232"/>
                </a:lnTo>
                <a:lnTo>
                  <a:pt x="579" y="234"/>
                </a:lnTo>
                <a:lnTo>
                  <a:pt x="578" y="234"/>
                </a:lnTo>
                <a:lnTo>
                  <a:pt x="578" y="235"/>
                </a:lnTo>
                <a:lnTo>
                  <a:pt x="579" y="236"/>
                </a:lnTo>
                <a:lnTo>
                  <a:pt x="580" y="237"/>
                </a:lnTo>
                <a:lnTo>
                  <a:pt x="581" y="237"/>
                </a:lnTo>
                <a:lnTo>
                  <a:pt x="582" y="238"/>
                </a:lnTo>
                <a:lnTo>
                  <a:pt x="584" y="238"/>
                </a:lnTo>
                <a:lnTo>
                  <a:pt x="585" y="238"/>
                </a:lnTo>
                <a:lnTo>
                  <a:pt x="585" y="239"/>
                </a:lnTo>
                <a:lnTo>
                  <a:pt x="586" y="239"/>
                </a:lnTo>
                <a:lnTo>
                  <a:pt x="587" y="239"/>
                </a:lnTo>
                <a:lnTo>
                  <a:pt x="589" y="239"/>
                </a:lnTo>
                <a:lnTo>
                  <a:pt x="591" y="240"/>
                </a:lnTo>
                <a:lnTo>
                  <a:pt x="592" y="241"/>
                </a:lnTo>
                <a:lnTo>
                  <a:pt x="595" y="242"/>
                </a:lnTo>
                <a:lnTo>
                  <a:pt x="596" y="242"/>
                </a:lnTo>
                <a:lnTo>
                  <a:pt x="596" y="243"/>
                </a:lnTo>
                <a:lnTo>
                  <a:pt x="596" y="244"/>
                </a:lnTo>
                <a:lnTo>
                  <a:pt x="595" y="244"/>
                </a:lnTo>
                <a:lnTo>
                  <a:pt x="595" y="245"/>
                </a:lnTo>
                <a:lnTo>
                  <a:pt x="594" y="246"/>
                </a:lnTo>
                <a:lnTo>
                  <a:pt x="593" y="246"/>
                </a:lnTo>
                <a:lnTo>
                  <a:pt x="593" y="247"/>
                </a:lnTo>
                <a:lnTo>
                  <a:pt x="592" y="247"/>
                </a:lnTo>
                <a:lnTo>
                  <a:pt x="592" y="248"/>
                </a:lnTo>
                <a:lnTo>
                  <a:pt x="592" y="249"/>
                </a:lnTo>
                <a:lnTo>
                  <a:pt x="592" y="250"/>
                </a:lnTo>
                <a:lnTo>
                  <a:pt x="591" y="251"/>
                </a:lnTo>
                <a:lnTo>
                  <a:pt x="590" y="252"/>
                </a:lnTo>
                <a:lnTo>
                  <a:pt x="590" y="253"/>
                </a:lnTo>
                <a:lnTo>
                  <a:pt x="590" y="254"/>
                </a:lnTo>
                <a:lnTo>
                  <a:pt x="591" y="255"/>
                </a:lnTo>
                <a:lnTo>
                  <a:pt x="592" y="256"/>
                </a:lnTo>
                <a:lnTo>
                  <a:pt x="593" y="256"/>
                </a:lnTo>
                <a:lnTo>
                  <a:pt x="594" y="256"/>
                </a:lnTo>
                <a:lnTo>
                  <a:pt x="597" y="257"/>
                </a:lnTo>
                <a:lnTo>
                  <a:pt x="600" y="257"/>
                </a:lnTo>
                <a:lnTo>
                  <a:pt x="602" y="257"/>
                </a:lnTo>
                <a:lnTo>
                  <a:pt x="603" y="258"/>
                </a:lnTo>
                <a:lnTo>
                  <a:pt x="604" y="259"/>
                </a:lnTo>
                <a:lnTo>
                  <a:pt x="604" y="260"/>
                </a:lnTo>
                <a:lnTo>
                  <a:pt x="605" y="262"/>
                </a:lnTo>
                <a:lnTo>
                  <a:pt x="605" y="263"/>
                </a:lnTo>
                <a:lnTo>
                  <a:pt x="604" y="264"/>
                </a:lnTo>
                <a:lnTo>
                  <a:pt x="603" y="265"/>
                </a:lnTo>
                <a:lnTo>
                  <a:pt x="602" y="265"/>
                </a:lnTo>
                <a:lnTo>
                  <a:pt x="600" y="265"/>
                </a:lnTo>
                <a:lnTo>
                  <a:pt x="599" y="265"/>
                </a:lnTo>
                <a:lnTo>
                  <a:pt x="597" y="265"/>
                </a:lnTo>
                <a:lnTo>
                  <a:pt x="596" y="265"/>
                </a:lnTo>
                <a:lnTo>
                  <a:pt x="595" y="265"/>
                </a:lnTo>
                <a:lnTo>
                  <a:pt x="594" y="266"/>
                </a:lnTo>
                <a:lnTo>
                  <a:pt x="593" y="267"/>
                </a:lnTo>
                <a:lnTo>
                  <a:pt x="593" y="268"/>
                </a:lnTo>
                <a:lnTo>
                  <a:pt x="593" y="269"/>
                </a:lnTo>
                <a:lnTo>
                  <a:pt x="593" y="270"/>
                </a:lnTo>
                <a:lnTo>
                  <a:pt x="594" y="273"/>
                </a:lnTo>
                <a:lnTo>
                  <a:pt x="594" y="274"/>
                </a:lnTo>
                <a:lnTo>
                  <a:pt x="595" y="274"/>
                </a:lnTo>
                <a:lnTo>
                  <a:pt x="596" y="275"/>
                </a:lnTo>
                <a:lnTo>
                  <a:pt x="597" y="276"/>
                </a:lnTo>
                <a:lnTo>
                  <a:pt x="599" y="276"/>
                </a:lnTo>
                <a:lnTo>
                  <a:pt x="600" y="277"/>
                </a:lnTo>
                <a:lnTo>
                  <a:pt x="601" y="277"/>
                </a:lnTo>
                <a:lnTo>
                  <a:pt x="602" y="277"/>
                </a:lnTo>
                <a:lnTo>
                  <a:pt x="603" y="276"/>
                </a:lnTo>
                <a:lnTo>
                  <a:pt x="604" y="275"/>
                </a:lnTo>
                <a:lnTo>
                  <a:pt x="604" y="274"/>
                </a:lnTo>
                <a:lnTo>
                  <a:pt x="604" y="273"/>
                </a:lnTo>
                <a:lnTo>
                  <a:pt x="603" y="273"/>
                </a:lnTo>
                <a:lnTo>
                  <a:pt x="603" y="272"/>
                </a:lnTo>
                <a:lnTo>
                  <a:pt x="602" y="271"/>
                </a:lnTo>
                <a:lnTo>
                  <a:pt x="600" y="270"/>
                </a:lnTo>
                <a:lnTo>
                  <a:pt x="599" y="270"/>
                </a:lnTo>
                <a:lnTo>
                  <a:pt x="599" y="269"/>
                </a:lnTo>
                <a:lnTo>
                  <a:pt x="599" y="268"/>
                </a:lnTo>
                <a:lnTo>
                  <a:pt x="600" y="268"/>
                </a:lnTo>
                <a:lnTo>
                  <a:pt x="600" y="267"/>
                </a:lnTo>
                <a:lnTo>
                  <a:pt x="601" y="267"/>
                </a:lnTo>
                <a:lnTo>
                  <a:pt x="602" y="267"/>
                </a:lnTo>
                <a:lnTo>
                  <a:pt x="606" y="266"/>
                </a:lnTo>
                <a:lnTo>
                  <a:pt x="608" y="266"/>
                </a:lnTo>
                <a:lnTo>
                  <a:pt x="609" y="266"/>
                </a:lnTo>
                <a:lnTo>
                  <a:pt x="610" y="267"/>
                </a:lnTo>
                <a:lnTo>
                  <a:pt x="611" y="267"/>
                </a:lnTo>
                <a:lnTo>
                  <a:pt x="611" y="269"/>
                </a:lnTo>
                <a:lnTo>
                  <a:pt x="610" y="271"/>
                </a:lnTo>
                <a:lnTo>
                  <a:pt x="609" y="272"/>
                </a:lnTo>
                <a:lnTo>
                  <a:pt x="609" y="273"/>
                </a:lnTo>
                <a:lnTo>
                  <a:pt x="608" y="273"/>
                </a:lnTo>
                <a:lnTo>
                  <a:pt x="607" y="274"/>
                </a:lnTo>
                <a:lnTo>
                  <a:pt x="606" y="275"/>
                </a:lnTo>
                <a:lnTo>
                  <a:pt x="605" y="276"/>
                </a:lnTo>
                <a:lnTo>
                  <a:pt x="605" y="277"/>
                </a:lnTo>
                <a:lnTo>
                  <a:pt x="604" y="278"/>
                </a:lnTo>
                <a:lnTo>
                  <a:pt x="604" y="279"/>
                </a:lnTo>
                <a:lnTo>
                  <a:pt x="602" y="280"/>
                </a:lnTo>
                <a:lnTo>
                  <a:pt x="602" y="281"/>
                </a:lnTo>
                <a:lnTo>
                  <a:pt x="602" y="282"/>
                </a:lnTo>
                <a:lnTo>
                  <a:pt x="602" y="283"/>
                </a:lnTo>
                <a:lnTo>
                  <a:pt x="603" y="285"/>
                </a:lnTo>
                <a:lnTo>
                  <a:pt x="603" y="287"/>
                </a:lnTo>
                <a:lnTo>
                  <a:pt x="604" y="289"/>
                </a:lnTo>
                <a:lnTo>
                  <a:pt x="604" y="290"/>
                </a:lnTo>
                <a:lnTo>
                  <a:pt x="604" y="293"/>
                </a:lnTo>
                <a:lnTo>
                  <a:pt x="604" y="294"/>
                </a:lnTo>
                <a:lnTo>
                  <a:pt x="604" y="295"/>
                </a:lnTo>
                <a:lnTo>
                  <a:pt x="604" y="297"/>
                </a:lnTo>
                <a:lnTo>
                  <a:pt x="604" y="298"/>
                </a:lnTo>
                <a:lnTo>
                  <a:pt x="604" y="299"/>
                </a:lnTo>
                <a:lnTo>
                  <a:pt x="605" y="299"/>
                </a:lnTo>
                <a:lnTo>
                  <a:pt x="606" y="300"/>
                </a:lnTo>
                <a:lnTo>
                  <a:pt x="607" y="300"/>
                </a:lnTo>
                <a:lnTo>
                  <a:pt x="608" y="300"/>
                </a:lnTo>
                <a:lnTo>
                  <a:pt x="610" y="302"/>
                </a:lnTo>
                <a:lnTo>
                  <a:pt x="612" y="303"/>
                </a:lnTo>
                <a:lnTo>
                  <a:pt x="614" y="305"/>
                </a:lnTo>
                <a:lnTo>
                  <a:pt x="615" y="306"/>
                </a:lnTo>
                <a:lnTo>
                  <a:pt x="615" y="307"/>
                </a:lnTo>
                <a:lnTo>
                  <a:pt x="616" y="308"/>
                </a:lnTo>
                <a:lnTo>
                  <a:pt x="616" y="309"/>
                </a:lnTo>
                <a:lnTo>
                  <a:pt x="617" y="309"/>
                </a:lnTo>
                <a:lnTo>
                  <a:pt x="617" y="310"/>
                </a:lnTo>
                <a:lnTo>
                  <a:pt x="618" y="310"/>
                </a:lnTo>
                <a:lnTo>
                  <a:pt x="618" y="311"/>
                </a:lnTo>
                <a:lnTo>
                  <a:pt x="620" y="311"/>
                </a:lnTo>
                <a:lnTo>
                  <a:pt x="622" y="312"/>
                </a:lnTo>
                <a:lnTo>
                  <a:pt x="624" y="313"/>
                </a:lnTo>
                <a:lnTo>
                  <a:pt x="625" y="314"/>
                </a:lnTo>
                <a:lnTo>
                  <a:pt x="627" y="315"/>
                </a:lnTo>
                <a:lnTo>
                  <a:pt x="627" y="316"/>
                </a:lnTo>
                <a:lnTo>
                  <a:pt x="627" y="317"/>
                </a:lnTo>
                <a:lnTo>
                  <a:pt x="628" y="317"/>
                </a:lnTo>
                <a:lnTo>
                  <a:pt x="629" y="318"/>
                </a:lnTo>
                <a:lnTo>
                  <a:pt x="629" y="319"/>
                </a:lnTo>
                <a:lnTo>
                  <a:pt x="630" y="321"/>
                </a:lnTo>
                <a:lnTo>
                  <a:pt x="632" y="324"/>
                </a:lnTo>
                <a:lnTo>
                  <a:pt x="634" y="326"/>
                </a:lnTo>
                <a:lnTo>
                  <a:pt x="635" y="329"/>
                </a:lnTo>
                <a:lnTo>
                  <a:pt x="636" y="331"/>
                </a:lnTo>
                <a:lnTo>
                  <a:pt x="638" y="333"/>
                </a:lnTo>
                <a:lnTo>
                  <a:pt x="639" y="334"/>
                </a:lnTo>
                <a:lnTo>
                  <a:pt x="640" y="334"/>
                </a:lnTo>
                <a:lnTo>
                  <a:pt x="641" y="334"/>
                </a:lnTo>
                <a:lnTo>
                  <a:pt x="642" y="335"/>
                </a:lnTo>
                <a:lnTo>
                  <a:pt x="643" y="335"/>
                </a:lnTo>
                <a:lnTo>
                  <a:pt x="644" y="336"/>
                </a:lnTo>
                <a:lnTo>
                  <a:pt x="645" y="336"/>
                </a:lnTo>
                <a:lnTo>
                  <a:pt x="645" y="338"/>
                </a:lnTo>
                <a:lnTo>
                  <a:pt x="644" y="339"/>
                </a:lnTo>
                <a:lnTo>
                  <a:pt x="643" y="340"/>
                </a:lnTo>
                <a:lnTo>
                  <a:pt x="643" y="341"/>
                </a:lnTo>
                <a:lnTo>
                  <a:pt x="642" y="341"/>
                </a:lnTo>
                <a:lnTo>
                  <a:pt x="643" y="343"/>
                </a:lnTo>
                <a:lnTo>
                  <a:pt x="643" y="344"/>
                </a:lnTo>
                <a:lnTo>
                  <a:pt x="643" y="345"/>
                </a:lnTo>
                <a:lnTo>
                  <a:pt x="644" y="346"/>
                </a:lnTo>
                <a:lnTo>
                  <a:pt x="645" y="348"/>
                </a:lnTo>
                <a:lnTo>
                  <a:pt x="646" y="349"/>
                </a:lnTo>
                <a:lnTo>
                  <a:pt x="648" y="350"/>
                </a:lnTo>
                <a:lnTo>
                  <a:pt x="648" y="351"/>
                </a:lnTo>
                <a:lnTo>
                  <a:pt x="649" y="352"/>
                </a:lnTo>
                <a:lnTo>
                  <a:pt x="650" y="353"/>
                </a:lnTo>
                <a:lnTo>
                  <a:pt x="651" y="355"/>
                </a:lnTo>
                <a:lnTo>
                  <a:pt x="651" y="356"/>
                </a:lnTo>
                <a:lnTo>
                  <a:pt x="651" y="357"/>
                </a:lnTo>
                <a:lnTo>
                  <a:pt x="651" y="359"/>
                </a:lnTo>
                <a:lnTo>
                  <a:pt x="651" y="360"/>
                </a:lnTo>
                <a:lnTo>
                  <a:pt x="650" y="360"/>
                </a:lnTo>
                <a:lnTo>
                  <a:pt x="649" y="361"/>
                </a:lnTo>
                <a:lnTo>
                  <a:pt x="647" y="362"/>
                </a:lnTo>
                <a:lnTo>
                  <a:pt x="646" y="362"/>
                </a:lnTo>
                <a:lnTo>
                  <a:pt x="646" y="363"/>
                </a:lnTo>
                <a:lnTo>
                  <a:pt x="645" y="365"/>
                </a:lnTo>
                <a:lnTo>
                  <a:pt x="645" y="366"/>
                </a:lnTo>
                <a:lnTo>
                  <a:pt x="645" y="367"/>
                </a:lnTo>
                <a:lnTo>
                  <a:pt x="644" y="367"/>
                </a:lnTo>
                <a:lnTo>
                  <a:pt x="644" y="368"/>
                </a:lnTo>
                <a:lnTo>
                  <a:pt x="643" y="368"/>
                </a:lnTo>
                <a:lnTo>
                  <a:pt x="643" y="369"/>
                </a:lnTo>
                <a:lnTo>
                  <a:pt x="643" y="370"/>
                </a:lnTo>
                <a:lnTo>
                  <a:pt x="644" y="370"/>
                </a:lnTo>
                <a:lnTo>
                  <a:pt x="645" y="371"/>
                </a:lnTo>
                <a:lnTo>
                  <a:pt x="646" y="372"/>
                </a:lnTo>
                <a:lnTo>
                  <a:pt x="647" y="372"/>
                </a:lnTo>
                <a:lnTo>
                  <a:pt x="649" y="372"/>
                </a:lnTo>
                <a:lnTo>
                  <a:pt x="650" y="372"/>
                </a:lnTo>
                <a:lnTo>
                  <a:pt x="650" y="373"/>
                </a:lnTo>
                <a:lnTo>
                  <a:pt x="651" y="373"/>
                </a:lnTo>
                <a:lnTo>
                  <a:pt x="651" y="374"/>
                </a:lnTo>
                <a:lnTo>
                  <a:pt x="651" y="375"/>
                </a:lnTo>
                <a:lnTo>
                  <a:pt x="651" y="376"/>
                </a:lnTo>
                <a:lnTo>
                  <a:pt x="651" y="377"/>
                </a:lnTo>
                <a:lnTo>
                  <a:pt x="651" y="378"/>
                </a:lnTo>
                <a:lnTo>
                  <a:pt x="650" y="379"/>
                </a:lnTo>
                <a:lnTo>
                  <a:pt x="650" y="380"/>
                </a:lnTo>
                <a:lnTo>
                  <a:pt x="649" y="380"/>
                </a:lnTo>
                <a:lnTo>
                  <a:pt x="649" y="381"/>
                </a:lnTo>
                <a:lnTo>
                  <a:pt x="648" y="381"/>
                </a:lnTo>
                <a:lnTo>
                  <a:pt x="648" y="382"/>
                </a:lnTo>
                <a:lnTo>
                  <a:pt x="647" y="383"/>
                </a:lnTo>
                <a:lnTo>
                  <a:pt x="647" y="384"/>
                </a:lnTo>
                <a:lnTo>
                  <a:pt x="647" y="385"/>
                </a:lnTo>
                <a:lnTo>
                  <a:pt x="648" y="385"/>
                </a:lnTo>
                <a:lnTo>
                  <a:pt x="649" y="387"/>
                </a:lnTo>
                <a:lnTo>
                  <a:pt x="650" y="388"/>
                </a:lnTo>
                <a:lnTo>
                  <a:pt x="651" y="389"/>
                </a:lnTo>
                <a:lnTo>
                  <a:pt x="652" y="391"/>
                </a:lnTo>
                <a:lnTo>
                  <a:pt x="654" y="391"/>
                </a:lnTo>
                <a:lnTo>
                  <a:pt x="655" y="392"/>
                </a:lnTo>
                <a:lnTo>
                  <a:pt x="657" y="392"/>
                </a:lnTo>
                <a:lnTo>
                  <a:pt x="659" y="392"/>
                </a:lnTo>
                <a:lnTo>
                  <a:pt x="659" y="393"/>
                </a:lnTo>
                <a:lnTo>
                  <a:pt x="660" y="393"/>
                </a:lnTo>
                <a:lnTo>
                  <a:pt x="661" y="393"/>
                </a:lnTo>
                <a:lnTo>
                  <a:pt x="662" y="393"/>
                </a:lnTo>
                <a:lnTo>
                  <a:pt x="662" y="394"/>
                </a:lnTo>
                <a:lnTo>
                  <a:pt x="663" y="394"/>
                </a:lnTo>
                <a:lnTo>
                  <a:pt x="664" y="394"/>
                </a:lnTo>
                <a:lnTo>
                  <a:pt x="664" y="395"/>
                </a:lnTo>
                <a:lnTo>
                  <a:pt x="666" y="395"/>
                </a:lnTo>
                <a:lnTo>
                  <a:pt x="668" y="395"/>
                </a:lnTo>
                <a:lnTo>
                  <a:pt x="670" y="395"/>
                </a:lnTo>
                <a:lnTo>
                  <a:pt x="672" y="396"/>
                </a:lnTo>
                <a:lnTo>
                  <a:pt x="673" y="396"/>
                </a:lnTo>
                <a:lnTo>
                  <a:pt x="676" y="397"/>
                </a:lnTo>
                <a:lnTo>
                  <a:pt x="677" y="398"/>
                </a:lnTo>
                <a:lnTo>
                  <a:pt x="677" y="399"/>
                </a:lnTo>
                <a:lnTo>
                  <a:pt x="677" y="400"/>
                </a:lnTo>
                <a:lnTo>
                  <a:pt x="676" y="403"/>
                </a:lnTo>
                <a:lnTo>
                  <a:pt x="676" y="404"/>
                </a:lnTo>
                <a:lnTo>
                  <a:pt x="676" y="406"/>
                </a:lnTo>
                <a:lnTo>
                  <a:pt x="675" y="407"/>
                </a:lnTo>
                <a:lnTo>
                  <a:pt x="674" y="409"/>
                </a:lnTo>
                <a:lnTo>
                  <a:pt x="672" y="411"/>
                </a:lnTo>
                <a:lnTo>
                  <a:pt x="671" y="412"/>
                </a:lnTo>
                <a:lnTo>
                  <a:pt x="670" y="413"/>
                </a:lnTo>
                <a:lnTo>
                  <a:pt x="669" y="414"/>
                </a:lnTo>
                <a:lnTo>
                  <a:pt x="667" y="415"/>
                </a:lnTo>
                <a:lnTo>
                  <a:pt x="666" y="417"/>
                </a:lnTo>
                <a:lnTo>
                  <a:pt x="666" y="418"/>
                </a:lnTo>
                <a:lnTo>
                  <a:pt x="665" y="421"/>
                </a:lnTo>
                <a:lnTo>
                  <a:pt x="665" y="423"/>
                </a:lnTo>
                <a:lnTo>
                  <a:pt x="665" y="424"/>
                </a:lnTo>
                <a:lnTo>
                  <a:pt x="664" y="425"/>
                </a:lnTo>
                <a:lnTo>
                  <a:pt x="665" y="427"/>
                </a:lnTo>
                <a:lnTo>
                  <a:pt x="666" y="428"/>
                </a:lnTo>
                <a:lnTo>
                  <a:pt x="667" y="430"/>
                </a:lnTo>
                <a:lnTo>
                  <a:pt x="669" y="431"/>
                </a:lnTo>
                <a:lnTo>
                  <a:pt x="669" y="432"/>
                </a:lnTo>
                <a:lnTo>
                  <a:pt x="670" y="432"/>
                </a:lnTo>
                <a:lnTo>
                  <a:pt x="670" y="433"/>
                </a:lnTo>
                <a:lnTo>
                  <a:pt x="670" y="434"/>
                </a:lnTo>
                <a:lnTo>
                  <a:pt x="670" y="436"/>
                </a:lnTo>
                <a:lnTo>
                  <a:pt x="669" y="438"/>
                </a:lnTo>
                <a:lnTo>
                  <a:pt x="669" y="440"/>
                </a:lnTo>
                <a:lnTo>
                  <a:pt x="668" y="443"/>
                </a:lnTo>
                <a:lnTo>
                  <a:pt x="668" y="446"/>
                </a:lnTo>
                <a:lnTo>
                  <a:pt x="669" y="447"/>
                </a:lnTo>
                <a:lnTo>
                  <a:pt x="670" y="448"/>
                </a:lnTo>
                <a:lnTo>
                  <a:pt x="671" y="450"/>
                </a:lnTo>
                <a:lnTo>
                  <a:pt x="672" y="450"/>
                </a:lnTo>
                <a:lnTo>
                  <a:pt x="674" y="451"/>
                </a:lnTo>
                <a:lnTo>
                  <a:pt x="676" y="451"/>
                </a:lnTo>
                <a:lnTo>
                  <a:pt x="678" y="451"/>
                </a:lnTo>
                <a:lnTo>
                  <a:pt x="681" y="452"/>
                </a:lnTo>
                <a:lnTo>
                  <a:pt x="682" y="452"/>
                </a:lnTo>
                <a:lnTo>
                  <a:pt x="683" y="452"/>
                </a:lnTo>
                <a:lnTo>
                  <a:pt x="683" y="453"/>
                </a:lnTo>
                <a:lnTo>
                  <a:pt x="683" y="454"/>
                </a:lnTo>
                <a:lnTo>
                  <a:pt x="683" y="456"/>
                </a:lnTo>
                <a:lnTo>
                  <a:pt x="684" y="458"/>
                </a:lnTo>
                <a:lnTo>
                  <a:pt x="684" y="460"/>
                </a:lnTo>
                <a:lnTo>
                  <a:pt x="684" y="462"/>
                </a:lnTo>
                <a:lnTo>
                  <a:pt x="684" y="463"/>
                </a:lnTo>
                <a:lnTo>
                  <a:pt x="685" y="463"/>
                </a:lnTo>
                <a:lnTo>
                  <a:pt x="685" y="465"/>
                </a:lnTo>
                <a:lnTo>
                  <a:pt x="687" y="466"/>
                </a:lnTo>
                <a:lnTo>
                  <a:pt x="689" y="467"/>
                </a:lnTo>
                <a:lnTo>
                  <a:pt x="691" y="468"/>
                </a:lnTo>
                <a:lnTo>
                  <a:pt x="693" y="469"/>
                </a:lnTo>
                <a:lnTo>
                  <a:pt x="694" y="469"/>
                </a:lnTo>
                <a:lnTo>
                  <a:pt x="694" y="470"/>
                </a:lnTo>
                <a:lnTo>
                  <a:pt x="695" y="470"/>
                </a:lnTo>
                <a:lnTo>
                  <a:pt x="696" y="471"/>
                </a:lnTo>
                <a:lnTo>
                  <a:pt x="697" y="473"/>
                </a:lnTo>
                <a:lnTo>
                  <a:pt x="698" y="474"/>
                </a:lnTo>
                <a:lnTo>
                  <a:pt x="699" y="475"/>
                </a:lnTo>
                <a:lnTo>
                  <a:pt x="700" y="475"/>
                </a:lnTo>
                <a:lnTo>
                  <a:pt x="701" y="475"/>
                </a:lnTo>
                <a:lnTo>
                  <a:pt x="702" y="474"/>
                </a:lnTo>
                <a:lnTo>
                  <a:pt x="704" y="475"/>
                </a:lnTo>
                <a:lnTo>
                  <a:pt x="705" y="475"/>
                </a:lnTo>
                <a:lnTo>
                  <a:pt x="706" y="476"/>
                </a:lnTo>
                <a:lnTo>
                  <a:pt x="707" y="476"/>
                </a:lnTo>
                <a:lnTo>
                  <a:pt x="708" y="476"/>
                </a:lnTo>
                <a:lnTo>
                  <a:pt x="709" y="476"/>
                </a:lnTo>
                <a:lnTo>
                  <a:pt x="710" y="476"/>
                </a:lnTo>
                <a:lnTo>
                  <a:pt x="710" y="475"/>
                </a:lnTo>
                <a:lnTo>
                  <a:pt x="711" y="474"/>
                </a:lnTo>
                <a:lnTo>
                  <a:pt x="712" y="474"/>
                </a:lnTo>
                <a:lnTo>
                  <a:pt x="713" y="474"/>
                </a:lnTo>
                <a:lnTo>
                  <a:pt x="713" y="473"/>
                </a:lnTo>
                <a:lnTo>
                  <a:pt x="714" y="473"/>
                </a:lnTo>
                <a:lnTo>
                  <a:pt x="715" y="474"/>
                </a:lnTo>
                <a:lnTo>
                  <a:pt x="716" y="474"/>
                </a:lnTo>
                <a:lnTo>
                  <a:pt x="717" y="475"/>
                </a:lnTo>
                <a:lnTo>
                  <a:pt x="718" y="475"/>
                </a:lnTo>
                <a:lnTo>
                  <a:pt x="719" y="475"/>
                </a:lnTo>
                <a:lnTo>
                  <a:pt x="719" y="476"/>
                </a:lnTo>
                <a:lnTo>
                  <a:pt x="720" y="477"/>
                </a:lnTo>
                <a:lnTo>
                  <a:pt x="722" y="477"/>
                </a:lnTo>
                <a:lnTo>
                  <a:pt x="723" y="478"/>
                </a:lnTo>
                <a:lnTo>
                  <a:pt x="725" y="478"/>
                </a:lnTo>
                <a:lnTo>
                  <a:pt x="727" y="479"/>
                </a:lnTo>
                <a:lnTo>
                  <a:pt x="728" y="479"/>
                </a:lnTo>
                <a:lnTo>
                  <a:pt x="729" y="479"/>
                </a:lnTo>
                <a:lnTo>
                  <a:pt x="730" y="479"/>
                </a:lnTo>
                <a:lnTo>
                  <a:pt x="732" y="479"/>
                </a:lnTo>
                <a:lnTo>
                  <a:pt x="733" y="480"/>
                </a:lnTo>
                <a:lnTo>
                  <a:pt x="735" y="480"/>
                </a:lnTo>
                <a:lnTo>
                  <a:pt x="737" y="481"/>
                </a:lnTo>
                <a:lnTo>
                  <a:pt x="739" y="480"/>
                </a:lnTo>
                <a:lnTo>
                  <a:pt x="740" y="480"/>
                </a:lnTo>
                <a:lnTo>
                  <a:pt x="741" y="480"/>
                </a:lnTo>
                <a:lnTo>
                  <a:pt x="742" y="478"/>
                </a:lnTo>
                <a:lnTo>
                  <a:pt x="743" y="478"/>
                </a:lnTo>
                <a:lnTo>
                  <a:pt x="744" y="477"/>
                </a:lnTo>
                <a:lnTo>
                  <a:pt x="746" y="477"/>
                </a:lnTo>
                <a:lnTo>
                  <a:pt x="747" y="477"/>
                </a:lnTo>
                <a:lnTo>
                  <a:pt x="748" y="477"/>
                </a:lnTo>
                <a:lnTo>
                  <a:pt x="749" y="478"/>
                </a:lnTo>
                <a:lnTo>
                  <a:pt x="751" y="479"/>
                </a:lnTo>
                <a:lnTo>
                  <a:pt x="752" y="480"/>
                </a:lnTo>
                <a:lnTo>
                  <a:pt x="753" y="480"/>
                </a:lnTo>
                <a:lnTo>
                  <a:pt x="754" y="480"/>
                </a:lnTo>
                <a:lnTo>
                  <a:pt x="755" y="479"/>
                </a:lnTo>
                <a:lnTo>
                  <a:pt x="757" y="478"/>
                </a:lnTo>
                <a:lnTo>
                  <a:pt x="757" y="477"/>
                </a:lnTo>
                <a:lnTo>
                  <a:pt x="756" y="476"/>
                </a:lnTo>
                <a:lnTo>
                  <a:pt x="757" y="475"/>
                </a:lnTo>
                <a:lnTo>
                  <a:pt x="758" y="475"/>
                </a:lnTo>
                <a:lnTo>
                  <a:pt x="760" y="474"/>
                </a:lnTo>
                <a:lnTo>
                  <a:pt x="763" y="474"/>
                </a:lnTo>
                <a:lnTo>
                  <a:pt x="765" y="474"/>
                </a:lnTo>
                <a:lnTo>
                  <a:pt x="767" y="474"/>
                </a:lnTo>
                <a:lnTo>
                  <a:pt x="770" y="474"/>
                </a:lnTo>
                <a:lnTo>
                  <a:pt x="772" y="473"/>
                </a:lnTo>
                <a:lnTo>
                  <a:pt x="773" y="473"/>
                </a:lnTo>
                <a:lnTo>
                  <a:pt x="774" y="473"/>
                </a:lnTo>
                <a:lnTo>
                  <a:pt x="775" y="473"/>
                </a:lnTo>
                <a:lnTo>
                  <a:pt x="777" y="473"/>
                </a:lnTo>
                <a:lnTo>
                  <a:pt x="779" y="473"/>
                </a:lnTo>
                <a:lnTo>
                  <a:pt x="781" y="474"/>
                </a:lnTo>
                <a:lnTo>
                  <a:pt x="783" y="474"/>
                </a:lnTo>
                <a:lnTo>
                  <a:pt x="784" y="475"/>
                </a:lnTo>
                <a:lnTo>
                  <a:pt x="786" y="476"/>
                </a:lnTo>
                <a:lnTo>
                  <a:pt x="788" y="476"/>
                </a:lnTo>
                <a:lnTo>
                  <a:pt x="790" y="477"/>
                </a:lnTo>
                <a:lnTo>
                  <a:pt x="792" y="477"/>
                </a:lnTo>
                <a:lnTo>
                  <a:pt x="793" y="477"/>
                </a:lnTo>
                <a:lnTo>
                  <a:pt x="794" y="477"/>
                </a:lnTo>
                <a:lnTo>
                  <a:pt x="795" y="477"/>
                </a:lnTo>
                <a:lnTo>
                  <a:pt x="795" y="476"/>
                </a:lnTo>
                <a:lnTo>
                  <a:pt x="795" y="475"/>
                </a:lnTo>
                <a:lnTo>
                  <a:pt x="795" y="474"/>
                </a:lnTo>
                <a:lnTo>
                  <a:pt x="796" y="474"/>
                </a:lnTo>
                <a:lnTo>
                  <a:pt x="797" y="474"/>
                </a:lnTo>
                <a:lnTo>
                  <a:pt x="798" y="474"/>
                </a:lnTo>
                <a:lnTo>
                  <a:pt x="799" y="474"/>
                </a:lnTo>
                <a:lnTo>
                  <a:pt x="801" y="475"/>
                </a:lnTo>
                <a:lnTo>
                  <a:pt x="802" y="475"/>
                </a:lnTo>
                <a:lnTo>
                  <a:pt x="802" y="476"/>
                </a:lnTo>
                <a:lnTo>
                  <a:pt x="803" y="477"/>
                </a:lnTo>
                <a:lnTo>
                  <a:pt x="803" y="478"/>
                </a:lnTo>
                <a:lnTo>
                  <a:pt x="803" y="479"/>
                </a:lnTo>
                <a:lnTo>
                  <a:pt x="802" y="479"/>
                </a:lnTo>
                <a:lnTo>
                  <a:pt x="802" y="480"/>
                </a:lnTo>
                <a:lnTo>
                  <a:pt x="801" y="480"/>
                </a:lnTo>
                <a:lnTo>
                  <a:pt x="800" y="481"/>
                </a:lnTo>
                <a:lnTo>
                  <a:pt x="798" y="483"/>
                </a:lnTo>
                <a:lnTo>
                  <a:pt x="797" y="484"/>
                </a:lnTo>
                <a:lnTo>
                  <a:pt x="796" y="485"/>
                </a:lnTo>
                <a:lnTo>
                  <a:pt x="796" y="486"/>
                </a:lnTo>
                <a:lnTo>
                  <a:pt x="797" y="487"/>
                </a:lnTo>
                <a:lnTo>
                  <a:pt x="798" y="488"/>
                </a:lnTo>
                <a:lnTo>
                  <a:pt x="800" y="488"/>
                </a:lnTo>
                <a:lnTo>
                  <a:pt x="801" y="489"/>
                </a:lnTo>
                <a:lnTo>
                  <a:pt x="802" y="488"/>
                </a:lnTo>
                <a:lnTo>
                  <a:pt x="803" y="488"/>
                </a:lnTo>
                <a:lnTo>
                  <a:pt x="805" y="487"/>
                </a:lnTo>
                <a:lnTo>
                  <a:pt x="807" y="487"/>
                </a:lnTo>
                <a:lnTo>
                  <a:pt x="808" y="486"/>
                </a:lnTo>
                <a:lnTo>
                  <a:pt x="810" y="486"/>
                </a:lnTo>
                <a:lnTo>
                  <a:pt x="812" y="487"/>
                </a:lnTo>
                <a:lnTo>
                  <a:pt x="814" y="488"/>
                </a:lnTo>
                <a:lnTo>
                  <a:pt x="815" y="489"/>
                </a:lnTo>
                <a:lnTo>
                  <a:pt x="816" y="489"/>
                </a:lnTo>
                <a:lnTo>
                  <a:pt x="817" y="490"/>
                </a:lnTo>
                <a:lnTo>
                  <a:pt x="819" y="490"/>
                </a:lnTo>
                <a:lnTo>
                  <a:pt x="823" y="490"/>
                </a:lnTo>
                <a:lnTo>
                  <a:pt x="825" y="491"/>
                </a:lnTo>
                <a:lnTo>
                  <a:pt x="826" y="492"/>
                </a:lnTo>
                <a:lnTo>
                  <a:pt x="826" y="493"/>
                </a:lnTo>
                <a:lnTo>
                  <a:pt x="827" y="495"/>
                </a:lnTo>
                <a:lnTo>
                  <a:pt x="828" y="498"/>
                </a:lnTo>
                <a:lnTo>
                  <a:pt x="828" y="499"/>
                </a:lnTo>
                <a:lnTo>
                  <a:pt x="829" y="499"/>
                </a:lnTo>
                <a:lnTo>
                  <a:pt x="829" y="500"/>
                </a:lnTo>
                <a:lnTo>
                  <a:pt x="830" y="501"/>
                </a:lnTo>
                <a:lnTo>
                  <a:pt x="831" y="502"/>
                </a:lnTo>
                <a:lnTo>
                  <a:pt x="834" y="503"/>
                </a:lnTo>
                <a:lnTo>
                  <a:pt x="836" y="503"/>
                </a:lnTo>
                <a:lnTo>
                  <a:pt x="837" y="503"/>
                </a:lnTo>
                <a:lnTo>
                  <a:pt x="838" y="502"/>
                </a:lnTo>
                <a:lnTo>
                  <a:pt x="839" y="501"/>
                </a:lnTo>
                <a:lnTo>
                  <a:pt x="840" y="500"/>
                </a:lnTo>
                <a:lnTo>
                  <a:pt x="841" y="499"/>
                </a:lnTo>
                <a:lnTo>
                  <a:pt x="843" y="498"/>
                </a:lnTo>
                <a:lnTo>
                  <a:pt x="845" y="497"/>
                </a:lnTo>
                <a:lnTo>
                  <a:pt x="847" y="497"/>
                </a:lnTo>
                <a:lnTo>
                  <a:pt x="849" y="497"/>
                </a:lnTo>
                <a:lnTo>
                  <a:pt x="851" y="498"/>
                </a:lnTo>
                <a:lnTo>
                  <a:pt x="852" y="499"/>
                </a:lnTo>
                <a:lnTo>
                  <a:pt x="853" y="499"/>
                </a:lnTo>
                <a:lnTo>
                  <a:pt x="854" y="500"/>
                </a:lnTo>
                <a:lnTo>
                  <a:pt x="854" y="501"/>
                </a:lnTo>
                <a:lnTo>
                  <a:pt x="855" y="501"/>
                </a:lnTo>
                <a:lnTo>
                  <a:pt x="856" y="502"/>
                </a:lnTo>
                <a:lnTo>
                  <a:pt x="857" y="502"/>
                </a:lnTo>
                <a:lnTo>
                  <a:pt x="858" y="503"/>
                </a:lnTo>
                <a:lnTo>
                  <a:pt x="859" y="503"/>
                </a:lnTo>
                <a:lnTo>
                  <a:pt x="860" y="503"/>
                </a:lnTo>
                <a:lnTo>
                  <a:pt x="861" y="502"/>
                </a:lnTo>
                <a:lnTo>
                  <a:pt x="862" y="502"/>
                </a:lnTo>
                <a:lnTo>
                  <a:pt x="863" y="501"/>
                </a:lnTo>
                <a:lnTo>
                  <a:pt x="863" y="500"/>
                </a:lnTo>
                <a:lnTo>
                  <a:pt x="863" y="499"/>
                </a:lnTo>
                <a:lnTo>
                  <a:pt x="862" y="498"/>
                </a:lnTo>
                <a:lnTo>
                  <a:pt x="862" y="497"/>
                </a:lnTo>
                <a:lnTo>
                  <a:pt x="862" y="496"/>
                </a:lnTo>
                <a:lnTo>
                  <a:pt x="862" y="495"/>
                </a:lnTo>
                <a:lnTo>
                  <a:pt x="863" y="494"/>
                </a:lnTo>
                <a:lnTo>
                  <a:pt x="864" y="493"/>
                </a:lnTo>
                <a:lnTo>
                  <a:pt x="866" y="492"/>
                </a:lnTo>
                <a:lnTo>
                  <a:pt x="867" y="492"/>
                </a:lnTo>
                <a:lnTo>
                  <a:pt x="869" y="492"/>
                </a:lnTo>
                <a:lnTo>
                  <a:pt x="870" y="492"/>
                </a:lnTo>
                <a:lnTo>
                  <a:pt x="871" y="493"/>
                </a:lnTo>
                <a:lnTo>
                  <a:pt x="872" y="493"/>
                </a:lnTo>
                <a:lnTo>
                  <a:pt x="873" y="493"/>
                </a:lnTo>
                <a:lnTo>
                  <a:pt x="874" y="493"/>
                </a:lnTo>
                <a:lnTo>
                  <a:pt x="875" y="494"/>
                </a:lnTo>
                <a:lnTo>
                  <a:pt x="877" y="494"/>
                </a:lnTo>
                <a:lnTo>
                  <a:pt x="879" y="496"/>
                </a:lnTo>
                <a:lnTo>
                  <a:pt x="880" y="497"/>
                </a:lnTo>
                <a:lnTo>
                  <a:pt x="880" y="498"/>
                </a:lnTo>
                <a:lnTo>
                  <a:pt x="880" y="499"/>
                </a:lnTo>
                <a:lnTo>
                  <a:pt x="880" y="501"/>
                </a:lnTo>
                <a:lnTo>
                  <a:pt x="880" y="504"/>
                </a:lnTo>
                <a:lnTo>
                  <a:pt x="881" y="506"/>
                </a:lnTo>
                <a:lnTo>
                  <a:pt x="881" y="507"/>
                </a:lnTo>
                <a:lnTo>
                  <a:pt x="881" y="508"/>
                </a:lnTo>
                <a:lnTo>
                  <a:pt x="882" y="509"/>
                </a:lnTo>
                <a:lnTo>
                  <a:pt x="882" y="510"/>
                </a:lnTo>
                <a:lnTo>
                  <a:pt x="883" y="511"/>
                </a:lnTo>
                <a:lnTo>
                  <a:pt x="884" y="511"/>
                </a:lnTo>
                <a:lnTo>
                  <a:pt x="885" y="512"/>
                </a:lnTo>
                <a:lnTo>
                  <a:pt x="887" y="512"/>
                </a:lnTo>
                <a:lnTo>
                  <a:pt x="888" y="512"/>
                </a:lnTo>
                <a:lnTo>
                  <a:pt x="889" y="511"/>
                </a:lnTo>
                <a:lnTo>
                  <a:pt x="890" y="511"/>
                </a:lnTo>
                <a:lnTo>
                  <a:pt x="891" y="510"/>
                </a:lnTo>
                <a:lnTo>
                  <a:pt x="892" y="510"/>
                </a:lnTo>
                <a:lnTo>
                  <a:pt x="893" y="510"/>
                </a:lnTo>
                <a:lnTo>
                  <a:pt x="893" y="509"/>
                </a:lnTo>
                <a:lnTo>
                  <a:pt x="894" y="509"/>
                </a:lnTo>
                <a:lnTo>
                  <a:pt x="896" y="509"/>
                </a:lnTo>
                <a:lnTo>
                  <a:pt x="897" y="509"/>
                </a:lnTo>
                <a:lnTo>
                  <a:pt x="897" y="510"/>
                </a:lnTo>
                <a:lnTo>
                  <a:pt x="898" y="510"/>
                </a:lnTo>
                <a:lnTo>
                  <a:pt x="899" y="510"/>
                </a:lnTo>
                <a:lnTo>
                  <a:pt x="900" y="512"/>
                </a:lnTo>
                <a:lnTo>
                  <a:pt x="901" y="512"/>
                </a:lnTo>
                <a:lnTo>
                  <a:pt x="901" y="513"/>
                </a:lnTo>
                <a:lnTo>
                  <a:pt x="902" y="513"/>
                </a:lnTo>
                <a:lnTo>
                  <a:pt x="902" y="514"/>
                </a:lnTo>
                <a:lnTo>
                  <a:pt x="902" y="515"/>
                </a:lnTo>
                <a:lnTo>
                  <a:pt x="902" y="516"/>
                </a:lnTo>
                <a:lnTo>
                  <a:pt x="902" y="517"/>
                </a:lnTo>
                <a:lnTo>
                  <a:pt x="902" y="518"/>
                </a:lnTo>
                <a:lnTo>
                  <a:pt x="902" y="520"/>
                </a:lnTo>
                <a:lnTo>
                  <a:pt x="903" y="521"/>
                </a:lnTo>
                <a:lnTo>
                  <a:pt x="903" y="522"/>
                </a:lnTo>
                <a:lnTo>
                  <a:pt x="904" y="522"/>
                </a:lnTo>
                <a:lnTo>
                  <a:pt x="905" y="523"/>
                </a:lnTo>
                <a:lnTo>
                  <a:pt x="907" y="524"/>
                </a:lnTo>
                <a:lnTo>
                  <a:pt x="908" y="524"/>
                </a:lnTo>
                <a:lnTo>
                  <a:pt x="910" y="524"/>
                </a:lnTo>
                <a:lnTo>
                  <a:pt x="911" y="523"/>
                </a:lnTo>
                <a:lnTo>
                  <a:pt x="912" y="523"/>
                </a:lnTo>
                <a:lnTo>
                  <a:pt x="912" y="524"/>
                </a:lnTo>
                <a:lnTo>
                  <a:pt x="913" y="524"/>
                </a:lnTo>
                <a:lnTo>
                  <a:pt x="914" y="525"/>
                </a:lnTo>
                <a:lnTo>
                  <a:pt x="914" y="526"/>
                </a:lnTo>
                <a:lnTo>
                  <a:pt x="914" y="527"/>
                </a:lnTo>
                <a:lnTo>
                  <a:pt x="912" y="528"/>
                </a:lnTo>
                <a:lnTo>
                  <a:pt x="912" y="530"/>
                </a:lnTo>
                <a:lnTo>
                  <a:pt x="913" y="531"/>
                </a:lnTo>
                <a:lnTo>
                  <a:pt x="914" y="532"/>
                </a:lnTo>
                <a:lnTo>
                  <a:pt x="916" y="532"/>
                </a:lnTo>
                <a:lnTo>
                  <a:pt x="918" y="532"/>
                </a:lnTo>
                <a:lnTo>
                  <a:pt x="919" y="532"/>
                </a:lnTo>
                <a:lnTo>
                  <a:pt x="920" y="533"/>
                </a:lnTo>
                <a:lnTo>
                  <a:pt x="921" y="534"/>
                </a:lnTo>
                <a:lnTo>
                  <a:pt x="921" y="535"/>
                </a:lnTo>
                <a:lnTo>
                  <a:pt x="921" y="536"/>
                </a:lnTo>
                <a:lnTo>
                  <a:pt x="920" y="537"/>
                </a:lnTo>
                <a:lnTo>
                  <a:pt x="919" y="537"/>
                </a:lnTo>
                <a:lnTo>
                  <a:pt x="919" y="538"/>
                </a:lnTo>
                <a:lnTo>
                  <a:pt x="919" y="539"/>
                </a:lnTo>
                <a:lnTo>
                  <a:pt x="920" y="540"/>
                </a:lnTo>
                <a:lnTo>
                  <a:pt x="922" y="541"/>
                </a:lnTo>
                <a:lnTo>
                  <a:pt x="923" y="541"/>
                </a:lnTo>
                <a:lnTo>
                  <a:pt x="925" y="541"/>
                </a:lnTo>
                <a:lnTo>
                  <a:pt x="926" y="542"/>
                </a:lnTo>
                <a:lnTo>
                  <a:pt x="928" y="542"/>
                </a:lnTo>
                <a:lnTo>
                  <a:pt x="929" y="543"/>
                </a:lnTo>
                <a:lnTo>
                  <a:pt x="930" y="543"/>
                </a:lnTo>
                <a:lnTo>
                  <a:pt x="931" y="543"/>
                </a:lnTo>
                <a:lnTo>
                  <a:pt x="931" y="544"/>
                </a:lnTo>
                <a:lnTo>
                  <a:pt x="931" y="545"/>
                </a:lnTo>
                <a:lnTo>
                  <a:pt x="932" y="545"/>
                </a:lnTo>
                <a:lnTo>
                  <a:pt x="932" y="546"/>
                </a:lnTo>
                <a:lnTo>
                  <a:pt x="933" y="547"/>
                </a:lnTo>
                <a:lnTo>
                  <a:pt x="934" y="548"/>
                </a:lnTo>
                <a:lnTo>
                  <a:pt x="935" y="549"/>
                </a:lnTo>
                <a:lnTo>
                  <a:pt x="937" y="549"/>
                </a:lnTo>
                <a:lnTo>
                  <a:pt x="938" y="549"/>
                </a:lnTo>
                <a:lnTo>
                  <a:pt x="939" y="550"/>
                </a:lnTo>
                <a:lnTo>
                  <a:pt x="940" y="550"/>
                </a:lnTo>
                <a:lnTo>
                  <a:pt x="940" y="551"/>
                </a:lnTo>
                <a:lnTo>
                  <a:pt x="941" y="551"/>
                </a:lnTo>
                <a:lnTo>
                  <a:pt x="942" y="552"/>
                </a:lnTo>
                <a:lnTo>
                  <a:pt x="943" y="552"/>
                </a:lnTo>
                <a:lnTo>
                  <a:pt x="943" y="553"/>
                </a:lnTo>
                <a:lnTo>
                  <a:pt x="944" y="553"/>
                </a:lnTo>
                <a:lnTo>
                  <a:pt x="945" y="554"/>
                </a:lnTo>
                <a:lnTo>
                  <a:pt x="947" y="555"/>
                </a:lnTo>
                <a:lnTo>
                  <a:pt x="948" y="556"/>
                </a:lnTo>
                <a:lnTo>
                  <a:pt x="949" y="557"/>
                </a:lnTo>
                <a:lnTo>
                  <a:pt x="950" y="558"/>
                </a:lnTo>
                <a:lnTo>
                  <a:pt x="951" y="558"/>
                </a:lnTo>
                <a:lnTo>
                  <a:pt x="952" y="560"/>
                </a:lnTo>
                <a:lnTo>
                  <a:pt x="953" y="561"/>
                </a:lnTo>
                <a:lnTo>
                  <a:pt x="954" y="561"/>
                </a:lnTo>
                <a:lnTo>
                  <a:pt x="957" y="561"/>
                </a:lnTo>
                <a:lnTo>
                  <a:pt x="958" y="561"/>
                </a:lnTo>
                <a:lnTo>
                  <a:pt x="959" y="560"/>
                </a:lnTo>
                <a:lnTo>
                  <a:pt x="960" y="560"/>
                </a:lnTo>
                <a:lnTo>
                  <a:pt x="962" y="559"/>
                </a:lnTo>
                <a:lnTo>
                  <a:pt x="965" y="558"/>
                </a:lnTo>
                <a:lnTo>
                  <a:pt x="967" y="558"/>
                </a:lnTo>
                <a:lnTo>
                  <a:pt x="971" y="556"/>
                </a:lnTo>
                <a:lnTo>
                  <a:pt x="972" y="556"/>
                </a:lnTo>
                <a:lnTo>
                  <a:pt x="973" y="556"/>
                </a:lnTo>
                <a:lnTo>
                  <a:pt x="975" y="556"/>
                </a:lnTo>
                <a:lnTo>
                  <a:pt x="976" y="556"/>
                </a:lnTo>
                <a:lnTo>
                  <a:pt x="977" y="556"/>
                </a:lnTo>
                <a:lnTo>
                  <a:pt x="978" y="557"/>
                </a:lnTo>
                <a:lnTo>
                  <a:pt x="978" y="558"/>
                </a:lnTo>
                <a:lnTo>
                  <a:pt x="979" y="558"/>
                </a:lnTo>
                <a:lnTo>
                  <a:pt x="979" y="559"/>
                </a:lnTo>
                <a:lnTo>
                  <a:pt x="979" y="560"/>
                </a:lnTo>
                <a:lnTo>
                  <a:pt x="980" y="560"/>
                </a:lnTo>
                <a:lnTo>
                  <a:pt x="980" y="561"/>
                </a:lnTo>
                <a:lnTo>
                  <a:pt x="981" y="561"/>
                </a:lnTo>
                <a:lnTo>
                  <a:pt x="981" y="562"/>
                </a:lnTo>
                <a:lnTo>
                  <a:pt x="982" y="562"/>
                </a:lnTo>
                <a:lnTo>
                  <a:pt x="983" y="562"/>
                </a:lnTo>
                <a:lnTo>
                  <a:pt x="984" y="562"/>
                </a:lnTo>
                <a:lnTo>
                  <a:pt x="985" y="562"/>
                </a:lnTo>
                <a:lnTo>
                  <a:pt x="986" y="562"/>
                </a:lnTo>
                <a:lnTo>
                  <a:pt x="987" y="562"/>
                </a:lnTo>
                <a:lnTo>
                  <a:pt x="988" y="562"/>
                </a:lnTo>
                <a:lnTo>
                  <a:pt x="988" y="561"/>
                </a:lnTo>
                <a:lnTo>
                  <a:pt x="989" y="561"/>
                </a:lnTo>
                <a:lnTo>
                  <a:pt x="989" y="560"/>
                </a:lnTo>
                <a:lnTo>
                  <a:pt x="990" y="560"/>
                </a:lnTo>
                <a:lnTo>
                  <a:pt x="991" y="560"/>
                </a:lnTo>
                <a:lnTo>
                  <a:pt x="992" y="559"/>
                </a:lnTo>
                <a:lnTo>
                  <a:pt x="993" y="559"/>
                </a:lnTo>
                <a:lnTo>
                  <a:pt x="994" y="559"/>
                </a:lnTo>
                <a:lnTo>
                  <a:pt x="995" y="559"/>
                </a:lnTo>
                <a:lnTo>
                  <a:pt x="998" y="559"/>
                </a:lnTo>
                <a:lnTo>
                  <a:pt x="999" y="559"/>
                </a:lnTo>
                <a:lnTo>
                  <a:pt x="1000" y="560"/>
                </a:lnTo>
                <a:lnTo>
                  <a:pt x="1001" y="560"/>
                </a:lnTo>
                <a:lnTo>
                  <a:pt x="1001" y="561"/>
                </a:lnTo>
                <a:lnTo>
                  <a:pt x="1001" y="562"/>
                </a:lnTo>
                <a:lnTo>
                  <a:pt x="1000" y="562"/>
                </a:lnTo>
                <a:lnTo>
                  <a:pt x="1000" y="563"/>
                </a:lnTo>
                <a:lnTo>
                  <a:pt x="1000" y="564"/>
                </a:lnTo>
                <a:lnTo>
                  <a:pt x="999" y="564"/>
                </a:lnTo>
                <a:lnTo>
                  <a:pt x="998" y="565"/>
                </a:lnTo>
                <a:lnTo>
                  <a:pt x="997" y="565"/>
                </a:lnTo>
                <a:lnTo>
                  <a:pt x="997" y="566"/>
                </a:lnTo>
                <a:lnTo>
                  <a:pt x="996" y="567"/>
                </a:lnTo>
                <a:lnTo>
                  <a:pt x="995" y="567"/>
                </a:lnTo>
                <a:lnTo>
                  <a:pt x="995" y="568"/>
                </a:lnTo>
                <a:lnTo>
                  <a:pt x="994" y="568"/>
                </a:lnTo>
                <a:lnTo>
                  <a:pt x="994" y="569"/>
                </a:lnTo>
                <a:lnTo>
                  <a:pt x="993" y="569"/>
                </a:lnTo>
                <a:lnTo>
                  <a:pt x="993" y="570"/>
                </a:lnTo>
                <a:lnTo>
                  <a:pt x="993" y="571"/>
                </a:lnTo>
                <a:lnTo>
                  <a:pt x="993" y="572"/>
                </a:lnTo>
                <a:lnTo>
                  <a:pt x="992" y="573"/>
                </a:lnTo>
                <a:lnTo>
                  <a:pt x="992" y="574"/>
                </a:lnTo>
                <a:lnTo>
                  <a:pt x="991" y="575"/>
                </a:lnTo>
                <a:lnTo>
                  <a:pt x="991" y="576"/>
                </a:lnTo>
                <a:lnTo>
                  <a:pt x="990" y="577"/>
                </a:lnTo>
                <a:lnTo>
                  <a:pt x="990" y="578"/>
                </a:lnTo>
                <a:lnTo>
                  <a:pt x="989" y="578"/>
                </a:lnTo>
                <a:lnTo>
                  <a:pt x="989" y="580"/>
                </a:lnTo>
                <a:lnTo>
                  <a:pt x="988" y="582"/>
                </a:lnTo>
                <a:lnTo>
                  <a:pt x="988" y="583"/>
                </a:lnTo>
                <a:lnTo>
                  <a:pt x="987" y="583"/>
                </a:lnTo>
                <a:lnTo>
                  <a:pt x="987" y="584"/>
                </a:lnTo>
                <a:lnTo>
                  <a:pt x="986" y="585"/>
                </a:lnTo>
                <a:lnTo>
                  <a:pt x="986" y="586"/>
                </a:lnTo>
                <a:lnTo>
                  <a:pt x="985" y="586"/>
                </a:lnTo>
                <a:lnTo>
                  <a:pt x="985" y="587"/>
                </a:lnTo>
                <a:lnTo>
                  <a:pt x="984" y="588"/>
                </a:lnTo>
                <a:lnTo>
                  <a:pt x="984" y="589"/>
                </a:lnTo>
                <a:lnTo>
                  <a:pt x="984" y="590"/>
                </a:lnTo>
                <a:lnTo>
                  <a:pt x="984" y="591"/>
                </a:lnTo>
                <a:lnTo>
                  <a:pt x="984" y="592"/>
                </a:lnTo>
                <a:lnTo>
                  <a:pt x="985" y="592"/>
                </a:lnTo>
                <a:lnTo>
                  <a:pt x="986" y="592"/>
                </a:lnTo>
                <a:lnTo>
                  <a:pt x="988" y="592"/>
                </a:lnTo>
                <a:lnTo>
                  <a:pt x="988" y="593"/>
                </a:lnTo>
                <a:lnTo>
                  <a:pt x="989" y="593"/>
                </a:lnTo>
                <a:lnTo>
                  <a:pt x="990" y="593"/>
                </a:lnTo>
                <a:lnTo>
                  <a:pt x="991" y="593"/>
                </a:lnTo>
                <a:lnTo>
                  <a:pt x="991" y="594"/>
                </a:lnTo>
                <a:lnTo>
                  <a:pt x="992" y="594"/>
                </a:lnTo>
                <a:lnTo>
                  <a:pt x="993" y="595"/>
                </a:lnTo>
                <a:lnTo>
                  <a:pt x="993" y="596"/>
                </a:lnTo>
                <a:lnTo>
                  <a:pt x="993" y="597"/>
                </a:lnTo>
                <a:lnTo>
                  <a:pt x="993" y="599"/>
                </a:lnTo>
                <a:lnTo>
                  <a:pt x="993" y="603"/>
                </a:lnTo>
                <a:lnTo>
                  <a:pt x="993" y="604"/>
                </a:lnTo>
                <a:lnTo>
                  <a:pt x="993" y="605"/>
                </a:lnTo>
                <a:lnTo>
                  <a:pt x="994" y="605"/>
                </a:lnTo>
                <a:lnTo>
                  <a:pt x="994" y="606"/>
                </a:lnTo>
                <a:lnTo>
                  <a:pt x="995" y="606"/>
                </a:lnTo>
                <a:lnTo>
                  <a:pt x="996" y="606"/>
                </a:lnTo>
                <a:lnTo>
                  <a:pt x="997" y="606"/>
                </a:lnTo>
                <a:lnTo>
                  <a:pt x="998" y="606"/>
                </a:lnTo>
                <a:lnTo>
                  <a:pt x="999" y="606"/>
                </a:lnTo>
                <a:lnTo>
                  <a:pt x="999" y="605"/>
                </a:lnTo>
                <a:lnTo>
                  <a:pt x="1000" y="605"/>
                </a:lnTo>
                <a:lnTo>
                  <a:pt x="1001" y="605"/>
                </a:lnTo>
                <a:lnTo>
                  <a:pt x="1001" y="604"/>
                </a:lnTo>
                <a:lnTo>
                  <a:pt x="1002" y="604"/>
                </a:lnTo>
                <a:lnTo>
                  <a:pt x="1003" y="603"/>
                </a:lnTo>
                <a:lnTo>
                  <a:pt x="1004" y="603"/>
                </a:lnTo>
                <a:lnTo>
                  <a:pt x="1004" y="602"/>
                </a:lnTo>
                <a:lnTo>
                  <a:pt x="1005" y="602"/>
                </a:lnTo>
                <a:lnTo>
                  <a:pt x="1006" y="602"/>
                </a:lnTo>
                <a:lnTo>
                  <a:pt x="1006" y="603"/>
                </a:lnTo>
                <a:lnTo>
                  <a:pt x="1007" y="603"/>
                </a:lnTo>
                <a:lnTo>
                  <a:pt x="1008" y="604"/>
                </a:lnTo>
                <a:lnTo>
                  <a:pt x="1009" y="605"/>
                </a:lnTo>
                <a:lnTo>
                  <a:pt x="1009" y="606"/>
                </a:lnTo>
                <a:lnTo>
                  <a:pt x="1009" y="607"/>
                </a:lnTo>
                <a:lnTo>
                  <a:pt x="1009" y="608"/>
                </a:lnTo>
                <a:lnTo>
                  <a:pt x="1008" y="608"/>
                </a:lnTo>
                <a:lnTo>
                  <a:pt x="1008" y="609"/>
                </a:lnTo>
                <a:lnTo>
                  <a:pt x="1007" y="609"/>
                </a:lnTo>
                <a:lnTo>
                  <a:pt x="1006" y="610"/>
                </a:lnTo>
                <a:lnTo>
                  <a:pt x="1006" y="611"/>
                </a:lnTo>
                <a:lnTo>
                  <a:pt x="1005" y="611"/>
                </a:lnTo>
                <a:lnTo>
                  <a:pt x="1005" y="612"/>
                </a:lnTo>
                <a:lnTo>
                  <a:pt x="1006" y="613"/>
                </a:lnTo>
                <a:lnTo>
                  <a:pt x="1006" y="614"/>
                </a:lnTo>
                <a:lnTo>
                  <a:pt x="1007" y="614"/>
                </a:lnTo>
                <a:lnTo>
                  <a:pt x="1007" y="615"/>
                </a:lnTo>
                <a:lnTo>
                  <a:pt x="1007" y="616"/>
                </a:lnTo>
                <a:lnTo>
                  <a:pt x="1008" y="616"/>
                </a:lnTo>
                <a:lnTo>
                  <a:pt x="1008" y="617"/>
                </a:lnTo>
                <a:lnTo>
                  <a:pt x="1009" y="618"/>
                </a:lnTo>
                <a:lnTo>
                  <a:pt x="1009" y="619"/>
                </a:lnTo>
                <a:lnTo>
                  <a:pt x="1009" y="621"/>
                </a:lnTo>
                <a:lnTo>
                  <a:pt x="1010" y="621"/>
                </a:lnTo>
                <a:lnTo>
                  <a:pt x="1010" y="622"/>
                </a:lnTo>
                <a:lnTo>
                  <a:pt x="1011" y="622"/>
                </a:lnTo>
                <a:lnTo>
                  <a:pt x="1012" y="622"/>
                </a:lnTo>
                <a:lnTo>
                  <a:pt x="1012" y="623"/>
                </a:lnTo>
                <a:lnTo>
                  <a:pt x="1013" y="623"/>
                </a:lnTo>
                <a:lnTo>
                  <a:pt x="1014" y="623"/>
                </a:lnTo>
                <a:lnTo>
                  <a:pt x="1015" y="624"/>
                </a:lnTo>
                <a:lnTo>
                  <a:pt x="1015" y="626"/>
                </a:lnTo>
                <a:lnTo>
                  <a:pt x="1015" y="627"/>
                </a:lnTo>
                <a:lnTo>
                  <a:pt x="1016" y="627"/>
                </a:lnTo>
                <a:lnTo>
                  <a:pt x="1016" y="628"/>
                </a:lnTo>
                <a:lnTo>
                  <a:pt x="1016" y="629"/>
                </a:lnTo>
                <a:lnTo>
                  <a:pt x="1015" y="630"/>
                </a:lnTo>
                <a:lnTo>
                  <a:pt x="1014" y="630"/>
                </a:lnTo>
                <a:lnTo>
                  <a:pt x="1014" y="631"/>
                </a:lnTo>
                <a:lnTo>
                  <a:pt x="1014" y="632"/>
                </a:lnTo>
                <a:lnTo>
                  <a:pt x="1013" y="633"/>
                </a:lnTo>
                <a:lnTo>
                  <a:pt x="1012" y="633"/>
                </a:lnTo>
                <a:lnTo>
                  <a:pt x="1011" y="633"/>
                </a:lnTo>
                <a:lnTo>
                  <a:pt x="1010" y="634"/>
                </a:lnTo>
                <a:lnTo>
                  <a:pt x="1009" y="634"/>
                </a:lnTo>
                <a:lnTo>
                  <a:pt x="1009" y="635"/>
                </a:lnTo>
                <a:lnTo>
                  <a:pt x="1009" y="636"/>
                </a:lnTo>
                <a:lnTo>
                  <a:pt x="1009" y="637"/>
                </a:lnTo>
                <a:lnTo>
                  <a:pt x="1008" y="637"/>
                </a:lnTo>
                <a:lnTo>
                  <a:pt x="1008" y="639"/>
                </a:lnTo>
                <a:lnTo>
                  <a:pt x="1008" y="642"/>
                </a:lnTo>
                <a:lnTo>
                  <a:pt x="1007" y="642"/>
                </a:lnTo>
                <a:lnTo>
                  <a:pt x="1007" y="643"/>
                </a:lnTo>
                <a:lnTo>
                  <a:pt x="1006" y="643"/>
                </a:lnTo>
                <a:lnTo>
                  <a:pt x="1005" y="643"/>
                </a:lnTo>
                <a:lnTo>
                  <a:pt x="1005" y="644"/>
                </a:lnTo>
                <a:lnTo>
                  <a:pt x="1004" y="644"/>
                </a:lnTo>
                <a:lnTo>
                  <a:pt x="1004" y="645"/>
                </a:lnTo>
                <a:lnTo>
                  <a:pt x="1003" y="645"/>
                </a:lnTo>
                <a:lnTo>
                  <a:pt x="1002" y="646"/>
                </a:lnTo>
                <a:lnTo>
                  <a:pt x="1001" y="647"/>
                </a:lnTo>
                <a:lnTo>
                  <a:pt x="1000" y="647"/>
                </a:lnTo>
                <a:lnTo>
                  <a:pt x="1000" y="648"/>
                </a:lnTo>
                <a:lnTo>
                  <a:pt x="999" y="648"/>
                </a:lnTo>
                <a:lnTo>
                  <a:pt x="999" y="649"/>
                </a:lnTo>
                <a:lnTo>
                  <a:pt x="998" y="649"/>
                </a:lnTo>
                <a:lnTo>
                  <a:pt x="998" y="650"/>
                </a:lnTo>
                <a:lnTo>
                  <a:pt x="998" y="651"/>
                </a:lnTo>
                <a:lnTo>
                  <a:pt x="997" y="651"/>
                </a:lnTo>
                <a:lnTo>
                  <a:pt x="997" y="652"/>
                </a:lnTo>
                <a:lnTo>
                  <a:pt x="998" y="652"/>
                </a:lnTo>
                <a:lnTo>
                  <a:pt x="998" y="653"/>
                </a:lnTo>
                <a:lnTo>
                  <a:pt x="999" y="653"/>
                </a:lnTo>
                <a:lnTo>
                  <a:pt x="999" y="654"/>
                </a:lnTo>
                <a:lnTo>
                  <a:pt x="1000" y="654"/>
                </a:lnTo>
                <a:lnTo>
                  <a:pt x="1000" y="655"/>
                </a:lnTo>
                <a:lnTo>
                  <a:pt x="1000" y="656"/>
                </a:lnTo>
                <a:lnTo>
                  <a:pt x="1000" y="657"/>
                </a:lnTo>
                <a:lnTo>
                  <a:pt x="1000" y="658"/>
                </a:lnTo>
                <a:lnTo>
                  <a:pt x="1001" y="659"/>
                </a:lnTo>
                <a:lnTo>
                  <a:pt x="1002" y="659"/>
                </a:lnTo>
                <a:lnTo>
                  <a:pt x="1002" y="660"/>
                </a:lnTo>
                <a:lnTo>
                  <a:pt x="1003" y="660"/>
                </a:lnTo>
                <a:lnTo>
                  <a:pt x="1004" y="660"/>
                </a:lnTo>
                <a:lnTo>
                  <a:pt x="1005" y="660"/>
                </a:lnTo>
                <a:lnTo>
                  <a:pt x="1005" y="661"/>
                </a:lnTo>
                <a:lnTo>
                  <a:pt x="1006" y="661"/>
                </a:lnTo>
                <a:lnTo>
                  <a:pt x="1006" y="662"/>
                </a:lnTo>
                <a:lnTo>
                  <a:pt x="1006" y="663"/>
                </a:lnTo>
                <a:lnTo>
                  <a:pt x="1008" y="664"/>
                </a:lnTo>
                <a:lnTo>
                  <a:pt x="1009" y="665"/>
                </a:lnTo>
                <a:lnTo>
                  <a:pt x="1012" y="667"/>
                </a:lnTo>
                <a:lnTo>
                  <a:pt x="1016" y="670"/>
                </a:lnTo>
                <a:lnTo>
                  <a:pt x="1018" y="671"/>
                </a:lnTo>
                <a:lnTo>
                  <a:pt x="1020" y="672"/>
                </a:lnTo>
                <a:lnTo>
                  <a:pt x="1020" y="673"/>
                </a:lnTo>
                <a:lnTo>
                  <a:pt x="1021" y="674"/>
                </a:lnTo>
                <a:lnTo>
                  <a:pt x="1022" y="674"/>
                </a:lnTo>
                <a:lnTo>
                  <a:pt x="1022" y="675"/>
                </a:lnTo>
                <a:lnTo>
                  <a:pt x="1023" y="676"/>
                </a:lnTo>
                <a:lnTo>
                  <a:pt x="1024" y="677"/>
                </a:lnTo>
                <a:lnTo>
                  <a:pt x="1025" y="679"/>
                </a:lnTo>
                <a:lnTo>
                  <a:pt x="1026" y="681"/>
                </a:lnTo>
                <a:lnTo>
                  <a:pt x="1027" y="683"/>
                </a:lnTo>
                <a:lnTo>
                  <a:pt x="1028" y="684"/>
                </a:lnTo>
                <a:lnTo>
                  <a:pt x="1029" y="686"/>
                </a:lnTo>
                <a:lnTo>
                  <a:pt x="1029" y="687"/>
                </a:lnTo>
                <a:lnTo>
                  <a:pt x="1029" y="689"/>
                </a:lnTo>
                <a:lnTo>
                  <a:pt x="1029" y="691"/>
                </a:lnTo>
                <a:lnTo>
                  <a:pt x="1029" y="694"/>
                </a:lnTo>
                <a:lnTo>
                  <a:pt x="1029" y="695"/>
                </a:lnTo>
                <a:lnTo>
                  <a:pt x="1029" y="697"/>
                </a:lnTo>
                <a:lnTo>
                  <a:pt x="1030" y="697"/>
                </a:lnTo>
                <a:lnTo>
                  <a:pt x="1030" y="698"/>
                </a:lnTo>
                <a:lnTo>
                  <a:pt x="1030" y="699"/>
                </a:lnTo>
                <a:lnTo>
                  <a:pt x="1031" y="699"/>
                </a:lnTo>
                <a:lnTo>
                  <a:pt x="1032" y="699"/>
                </a:lnTo>
                <a:lnTo>
                  <a:pt x="1034" y="701"/>
                </a:lnTo>
                <a:lnTo>
                  <a:pt x="1036" y="701"/>
                </a:lnTo>
                <a:lnTo>
                  <a:pt x="1039" y="702"/>
                </a:lnTo>
                <a:lnTo>
                  <a:pt x="1045" y="702"/>
                </a:lnTo>
                <a:lnTo>
                  <a:pt x="1046" y="702"/>
                </a:lnTo>
                <a:lnTo>
                  <a:pt x="1052" y="700"/>
                </a:lnTo>
                <a:lnTo>
                  <a:pt x="1054" y="699"/>
                </a:lnTo>
                <a:lnTo>
                  <a:pt x="1055" y="699"/>
                </a:lnTo>
                <a:lnTo>
                  <a:pt x="1055" y="698"/>
                </a:lnTo>
                <a:lnTo>
                  <a:pt x="1056" y="698"/>
                </a:lnTo>
                <a:lnTo>
                  <a:pt x="1056" y="697"/>
                </a:lnTo>
                <a:lnTo>
                  <a:pt x="1057" y="697"/>
                </a:lnTo>
                <a:lnTo>
                  <a:pt x="1058" y="697"/>
                </a:lnTo>
                <a:lnTo>
                  <a:pt x="1058" y="696"/>
                </a:lnTo>
                <a:lnTo>
                  <a:pt x="1060" y="696"/>
                </a:lnTo>
                <a:lnTo>
                  <a:pt x="1061" y="696"/>
                </a:lnTo>
                <a:lnTo>
                  <a:pt x="1062" y="695"/>
                </a:lnTo>
                <a:lnTo>
                  <a:pt x="1063" y="695"/>
                </a:lnTo>
                <a:lnTo>
                  <a:pt x="1064" y="696"/>
                </a:lnTo>
                <a:lnTo>
                  <a:pt x="1065" y="696"/>
                </a:lnTo>
                <a:lnTo>
                  <a:pt x="1066" y="696"/>
                </a:lnTo>
                <a:lnTo>
                  <a:pt x="1068" y="696"/>
                </a:lnTo>
                <a:lnTo>
                  <a:pt x="1070" y="696"/>
                </a:lnTo>
                <a:lnTo>
                  <a:pt x="1072" y="697"/>
                </a:lnTo>
                <a:lnTo>
                  <a:pt x="1074" y="697"/>
                </a:lnTo>
                <a:lnTo>
                  <a:pt x="1074" y="696"/>
                </a:lnTo>
                <a:lnTo>
                  <a:pt x="1075" y="696"/>
                </a:lnTo>
                <a:lnTo>
                  <a:pt x="1076" y="696"/>
                </a:lnTo>
                <a:lnTo>
                  <a:pt x="1077" y="695"/>
                </a:lnTo>
                <a:lnTo>
                  <a:pt x="1079" y="695"/>
                </a:lnTo>
                <a:lnTo>
                  <a:pt x="1080" y="695"/>
                </a:lnTo>
                <a:lnTo>
                  <a:pt x="1081" y="695"/>
                </a:lnTo>
                <a:lnTo>
                  <a:pt x="1082" y="695"/>
                </a:lnTo>
                <a:lnTo>
                  <a:pt x="1083" y="695"/>
                </a:lnTo>
                <a:lnTo>
                  <a:pt x="1085" y="695"/>
                </a:lnTo>
                <a:lnTo>
                  <a:pt x="1087" y="696"/>
                </a:lnTo>
                <a:lnTo>
                  <a:pt x="1089" y="696"/>
                </a:lnTo>
                <a:lnTo>
                  <a:pt x="1090" y="696"/>
                </a:lnTo>
                <a:lnTo>
                  <a:pt x="1091" y="697"/>
                </a:lnTo>
                <a:lnTo>
                  <a:pt x="1092" y="698"/>
                </a:lnTo>
                <a:lnTo>
                  <a:pt x="1092" y="699"/>
                </a:lnTo>
                <a:lnTo>
                  <a:pt x="1092" y="701"/>
                </a:lnTo>
                <a:lnTo>
                  <a:pt x="1092" y="702"/>
                </a:lnTo>
                <a:lnTo>
                  <a:pt x="1092" y="703"/>
                </a:lnTo>
                <a:lnTo>
                  <a:pt x="1093" y="703"/>
                </a:lnTo>
                <a:lnTo>
                  <a:pt x="1095" y="705"/>
                </a:lnTo>
                <a:lnTo>
                  <a:pt x="1097" y="705"/>
                </a:lnTo>
                <a:lnTo>
                  <a:pt x="1098" y="705"/>
                </a:lnTo>
                <a:lnTo>
                  <a:pt x="1099" y="705"/>
                </a:lnTo>
                <a:lnTo>
                  <a:pt x="1100" y="705"/>
                </a:lnTo>
                <a:lnTo>
                  <a:pt x="1101" y="704"/>
                </a:lnTo>
                <a:lnTo>
                  <a:pt x="1103" y="703"/>
                </a:lnTo>
                <a:lnTo>
                  <a:pt x="1103" y="702"/>
                </a:lnTo>
                <a:lnTo>
                  <a:pt x="1104" y="701"/>
                </a:lnTo>
                <a:lnTo>
                  <a:pt x="1105" y="700"/>
                </a:lnTo>
                <a:lnTo>
                  <a:pt x="1106" y="699"/>
                </a:lnTo>
                <a:lnTo>
                  <a:pt x="1107" y="699"/>
                </a:lnTo>
                <a:lnTo>
                  <a:pt x="1108" y="699"/>
                </a:lnTo>
                <a:lnTo>
                  <a:pt x="1110" y="699"/>
                </a:lnTo>
                <a:lnTo>
                  <a:pt x="1112" y="700"/>
                </a:lnTo>
                <a:lnTo>
                  <a:pt x="1114" y="701"/>
                </a:lnTo>
                <a:lnTo>
                  <a:pt x="1115" y="702"/>
                </a:lnTo>
                <a:lnTo>
                  <a:pt x="1116" y="702"/>
                </a:lnTo>
                <a:lnTo>
                  <a:pt x="1117" y="702"/>
                </a:lnTo>
                <a:lnTo>
                  <a:pt x="1119" y="703"/>
                </a:lnTo>
                <a:lnTo>
                  <a:pt x="1120" y="703"/>
                </a:lnTo>
                <a:lnTo>
                  <a:pt x="1121" y="703"/>
                </a:lnTo>
                <a:lnTo>
                  <a:pt x="1122" y="703"/>
                </a:lnTo>
                <a:lnTo>
                  <a:pt x="1123" y="703"/>
                </a:lnTo>
                <a:lnTo>
                  <a:pt x="1124" y="703"/>
                </a:lnTo>
                <a:lnTo>
                  <a:pt x="1125" y="703"/>
                </a:lnTo>
                <a:lnTo>
                  <a:pt x="1128" y="702"/>
                </a:lnTo>
                <a:lnTo>
                  <a:pt x="1129" y="702"/>
                </a:lnTo>
                <a:lnTo>
                  <a:pt x="1129" y="703"/>
                </a:lnTo>
                <a:lnTo>
                  <a:pt x="1130" y="703"/>
                </a:lnTo>
                <a:lnTo>
                  <a:pt x="1133" y="704"/>
                </a:lnTo>
                <a:lnTo>
                  <a:pt x="1135" y="704"/>
                </a:lnTo>
                <a:lnTo>
                  <a:pt x="1136" y="704"/>
                </a:lnTo>
                <a:lnTo>
                  <a:pt x="1137" y="703"/>
                </a:lnTo>
                <a:lnTo>
                  <a:pt x="1138" y="701"/>
                </a:lnTo>
                <a:lnTo>
                  <a:pt x="1138" y="700"/>
                </a:lnTo>
                <a:lnTo>
                  <a:pt x="1139" y="699"/>
                </a:lnTo>
                <a:lnTo>
                  <a:pt x="1140" y="698"/>
                </a:lnTo>
                <a:lnTo>
                  <a:pt x="1141" y="698"/>
                </a:lnTo>
                <a:lnTo>
                  <a:pt x="1141" y="699"/>
                </a:lnTo>
                <a:lnTo>
                  <a:pt x="1142" y="699"/>
                </a:lnTo>
                <a:lnTo>
                  <a:pt x="1143" y="699"/>
                </a:lnTo>
                <a:lnTo>
                  <a:pt x="1144" y="699"/>
                </a:lnTo>
                <a:lnTo>
                  <a:pt x="1144" y="700"/>
                </a:lnTo>
                <a:lnTo>
                  <a:pt x="1145" y="700"/>
                </a:lnTo>
                <a:lnTo>
                  <a:pt x="1146" y="700"/>
                </a:lnTo>
                <a:lnTo>
                  <a:pt x="1147" y="700"/>
                </a:lnTo>
                <a:lnTo>
                  <a:pt x="1149" y="700"/>
                </a:lnTo>
                <a:lnTo>
                  <a:pt x="1151" y="700"/>
                </a:lnTo>
                <a:lnTo>
                  <a:pt x="1152" y="700"/>
                </a:lnTo>
                <a:lnTo>
                  <a:pt x="1156" y="700"/>
                </a:lnTo>
                <a:lnTo>
                  <a:pt x="1157" y="699"/>
                </a:lnTo>
                <a:lnTo>
                  <a:pt x="1159" y="699"/>
                </a:lnTo>
                <a:lnTo>
                  <a:pt x="1160" y="698"/>
                </a:lnTo>
                <a:lnTo>
                  <a:pt x="1162" y="698"/>
                </a:lnTo>
                <a:lnTo>
                  <a:pt x="1163" y="698"/>
                </a:lnTo>
                <a:lnTo>
                  <a:pt x="1163" y="699"/>
                </a:lnTo>
                <a:lnTo>
                  <a:pt x="1164" y="699"/>
                </a:lnTo>
                <a:lnTo>
                  <a:pt x="1166" y="699"/>
                </a:lnTo>
                <a:lnTo>
                  <a:pt x="1167" y="699"/>
                </a:lnTo>
                <a:lnTo>
                  <a:pt x="1167" y="698"/>
                </a:lnTo>
                <a:lnTo>
                  <a:pt x="1168" y="698"/>
                </a:lnTo>
                <a:lnTo>
                  <a:pt x="1168" y="697"/>
                </a:lnTo>
                <a:lnTo>
                  <a:pt x="1169" y="697"/>
                </a:lnTo>
                <a:lnTo>
                  <a:pt x="1169" y="696"/>
                </a:lnTo>
                <a:lnTo>
                  <a:pt x="1169" y="695"/>
                </a:lnTo>
                <a:lnTo>
                  <a:pt x="1170" y="694"/>
                </a:lnTo>
                <a:lnTo>
                  <a:pt x="1171" y="693"/>
                </a:lnTo>
                <a:lnTo>
                  <a:pt x="1172" y="693"/>
                </a:lnTo>
                <a:lnTo>
                  <a:pt x="1174" y="693"/>
                </a:lnTo>
                <a:lnTo>
                  <a:pt x="1175" y="693"/>
                </a:lnTo>
                <a:lnTo>
                  <a:pt x="1176" y="693"/>
                </a:lnTo>
                <a:lnTo>
                  <a:pt x="1177" y="693"/>
                </a:lnTo>
                <a:lnTo>
                  <a:pt x="1178" y="693"/>
                </a:lnTo>
                <a:lnTo>
                  <a:pt x="1178" y="694"/>
                </a:lnTo>
                <a:lnTo>
                  <a:pt x="1179" y="694"/>
                </a:lnTo>
                <a:lnTo>
                  <a:pt x="1180" y="694"/>
                </a:lnTo>
                <a:lnTo>
                  <a:pt x="1181" y="694"/>
                </a:lnTo>
                <a:lnTo>
                  <a:pt x="1181" y="695"/>
                </a:lnTo>
                <a:lnTo>
                  <a:pt x="1182" y="695"/>
                </a:lnTo>
                <a:lnTo>
                  <a:pt x="1183" y="695"/>
                </a:lnTo>
                <a:lnTo>
                  <a:pt x="1183" y="696"/>
                </a:lnTo>
                <a:lnTo>
                  <a:pt x="1185" y="696"/>
                </a:lnTo>
                <a:lnTo>
                  <a:pt x="1186" y="696"/>
                </a:lnTo>
                <a:lnTo>
                  <a:pt x="1188" y="697"/>
                </a:lnTo>
                <a:lnTo>
                  <a:pt x="1189" y="697"/>
                </a:lnTo>
                <a:lnTo>
                  <a:pt x="1190" y="698"/>
                </a:lnTo>
                <a:lnTo>
                  <a:pt x="1191" y="698"/>
                </a:lnTo>
                <a:lnTo>
                  <a:pt x="1192" y="698"/>
                </a:lnTo>
                <a:lnTo>
                  <a:pt x="1194" y="698"/>
                </a:lnTo>
                <a:lnTo>
                  <a:pt x="1196" y="698"/>
                </a:lnTo>
                <a:lnTo>
                  <a:pt x="1197" y="698"/>
                </a:lnTo>
                <a:lnTo>
                  <a:pt x="1198" y="698"/>
                </a:lnTo>
                <a:lnTo>
                  <a:pt x="1199" y="697"/>
                </a:lnTo>
                <a:lnTo>
                  <a:pt x="1200" y="697"/>
                </a:lnTo>
                <a:lnTo>
                  <a:pt x="1201" y="697"/>
                </a:lnTo>
                <a:lnTo>
                  <a:pt x="1201" y="696"/>
                </a:lnTo>
                <a:lnTo>
                  <a:pt x="1202" y="696"/>
                </a:lnTo>
                <a:lnTo>
                  <a:pt x="1202" y="695"/>
                </a:lnTo>
                <a:lnTo>
                  <a:pt x="1203" y="695"/>
                </a:lnTo>
                <a:lnTo>
                  <a:pt x="1203" y="694"/>
                </a:lnTo>
                <a:lnTo>
                  <a:pt x="1203" y="693"/>
                </a:lnTo>
                <a:lnTo>
                  <a:pt x="1202" y="693"/>
                </a:lnTo>
                <a:lnTo>
                  <a:pt x="1202" y="692"/>
                </a:lnTo>
                <a:lnTo>
                  <a:pt x="1201" y="692"/>
                </a:lnTo>
                <a:lnTo>
                  <a:pt x="1201" y="690"/>
                </a:lnTo>
                <a:lnTo>
                  <a:pt x="1201" y="689"/>
                </a:lnTo>
                <a:lnTo>
                  <a:pt x="1201" y="688"/>
                </a:lnTo>
                <a:lnTo>
                  <a:pt x="1202" y="688"/>
                </a:lnTo>
                <a:lnTo>
                  <a:pt x="1202" y="687"/>
                </a:lnTo>
                <a:lnTo>
                  <a:pt x="1203" y="686"/>
                </a:lnTo>
                <a:lnTo>
                  <a:pt x="1203" y="685"/>
                </a:lnTo>
                <a:lnTo>
                  <a:pt x="1203" y="684"/>
                </a:lnTo>
                <a:lnTo>
                  <a:pt x="1204" y="684"/>
                </a:lnTo>
                <a:lnTo>
                  <a:pt x="1204" y="683"/>
                </a:lnTo>
                <a:lnTo>
                  <a:pt x="1205" y="683"/>
                </a:lnTo>
                <a:lnTo>
                  <a:pt x="1206" y="683"/>
                </a:lnTo>
                <a:lnTo>
                  <a:pt x="1206" y="682"/>
                </a:lnTo>
                <a:lnTo>
                  <a:pt x="1207" y="682"/>
                </a:lnTo>
                <a:lnTo>
                  <a:pt x="1208" y="682"/>
                </a:lnTo>
                <a:lnTo>
                  <a:pt x="1209" y="681"/>
                </a:lnTo>
                <a:lnTo>
                  <a:pt x="1209" y="680"/>
                </a:lnTo>
                <a:lnTo>
                  <a:pt x="1210" y="680"/>
                </a:lnTo>
                <a:lnTo>
                  <a:pt x="1211" y="680"/>
                </a:lnTo>
                <a:lnTo>
                  <a:pt x="1211" y="679"/>
                </a:lnTo>
                <a:lnTo>
                  <a:pt x="1211" y="678"/>
                </a:lnTo>
                <a:lnTo>
                  <a:pt x="1211" y="677"/>
                </a:lnTo>
                <a:lnTo>
                  <a:pt x="1211" y="676"/>
                </a:lnTo>
                <a:lnTo>
                  <a:pt x="1210" y="676"/>
                </a:lnTo>
                <a:lnTo>
                  <a:pt x="1210" y="675"/>
                </a:lnTo>
                <a:lnTo>
                  <a:pt x="1209" y="675"/>
                </a:lnTo>
                <a:lnTo>
                  <a:pt x="1209" y="674"/>
                </a:lnTo>
                <a:lnTo>
                  <a:pt x="1209" y="673"/>
                </a:lnTo>
                <a:lnTo>
                  <a:pt x="1208" y="673"/>
                </a:lnTo>
                <a:lnTo>
                  <a:pt x="1208" y="672"/>
                </a:lnTo>
                <a:lnTo>
                  <a:pt x="1208" y="671"/>
                </a:lnTo>
                <a:lnTo>
                  <a:pt x="1208" y="670"/>
                </a:lnTo>
                <a:lnTo>
                  <a:pt x="1209" y="670"/>
                </a:lnTo>
                <a:lnTo>
                  <a:pt x="1210" y="669"/>
                </a:lnTo>
                <a:lnTo>
                  <a:pt x="1211" y="669"/>
                </a:lnTo>
                <a:lnTo>
                  <a:pt x="1212" y="669"/>
                </a:lnTo>
                <a:lnTo>
                  <a:pt x="1212" y="668"/>
                </a:lnTo>
                <a:lnTo>
                  <a:pt x="1213" y="668"/>
                </a:lnTo>
                <a:lnTo>
                  <a:pt x="1214" y="668"/>
                </a:lnTo>
                <a:lnTo>
                  <a:pt x="1215" y="669"/>
                </a:lnTo>
                <a:lnTo>
                  <a:pt x="1216" y="669"/>
                </a:lnTo>
                <a:lnTo>
                  <a:pt x="1216" y="670"/>
                </a:lnTo>
                <a:lnTo>
                  <a:pt x="1217" y="671"/>
                </a:lnTo>
                <a:lnTo>
                  <a:pt x="1218" y="671"/>
                </a:lnTo>
                <a:lnTo>
                  <a:pt x="1219" y="672"/>
                </a:lnTo>
                <a:lnTo>
                  <a:pt x="1220" y="673"/>
                </a:lnTo>
                <a:lnTo>
                  <a:pt x="1223" y="673"/>
                </a:lnTo>
                <a:lnTo>
                  <a:pt x="1224" y="672"/>
                </a:lnTo>
                <a:lnTo>
                  <a:pt x="1226" y="671"/>
                </a:lnTo>
                <a:lnTo>
                  <a:pt x="1226" y="670"/>
                </a:lnTo>
                <a:lnTo>
                  <a:pt x="1227" y="670"/>
                </a:lnTo>
                <a:lnTo>
                  <a:pt x="1227" y="669"/>
                </a:lnTo>
                <a:lnTo>
                  <a:pt x="1228" y="668"/>
                </a:lnTo>
                <a:lnTo>
                  <a:pt x="1229" y="666"/>
                </a:lnTo>
                <a:lnTo>
                  <a:pt x="1230" y="665"/>
                </a:lnTo>
                <a:lnTo>
                  <a:pt x="1230" y="664"/>
                </a:lnTo>
                <a:lnTo>
                  <a:pt x="1234" y="663"/>
                </a:lnTo>
                <a:lnTo>
                  <a:pt x="1235" y="662"/>
                </a:lnTo>
                <a:lnTo>
                  <a:pt x="1237" y="662"/>
                </a:lnTo>
                <a:lnTo>
                  <a:pt x="1243" y="660"/>
                </a:lnTo>
                <a:lnTo>
                  <a:pt x="1244" y="660"/>
                </a:lnTo>
                <a:lnTo>
                  <a:pt x="1246" y="658"/>
                </a:lnTo>
                <a:lnTo>
                  <a:pt x="1247" y="656"/>
                </a:lnTo>
                <a:lnTo>
                  <a:pt x="1247" y="655"/>
                </a:lnTo>
                <a:lnTo>
                  <a:pt x="1247" y="654"/>
                </a:lnTo>
                <a:lnTo>
                  <a:pt x="1248" y="653"/>
                </a:lnTo>
                <a:lnTo>
                  <a:pt x="1248" y="652"/>
                </a:lnTo>
                <a:lnTo>
                  <a:pt x="1249" y="651"/>
                </a:lnTo>
                <a:lnTo>
                  <a:pt x="1250" y="651"/>
                </a:lnTo>
                <a:lnTo>
                  <a:pt x="1250" y="650"/>
                </a:lnTo>
                <a:lnTo>
                  <a:pt x="1251" y="650"/>
                </a:lnTo>
                <a:lnTo>
                  <a:pt x="1252" y="650"/>
                </a:lnTo>
                <a:lnTo>
                  <a:pt x="1253" y="650"/>
                </a:lnTo>
                <a:lnTo>
                  <a:pt x="1253" y="649"/>
                </a:lnTo>
                <a:lnTo>
                  <a:pt x="1254" y="649"/>
                </a:lnTo>
                <a:lnTo>
                  <a:pt x="1255" y="649"/>
                </a:lnTo>
                <a:lnTo>
                  <a:pt x="1256" y="649"/>
                </a:lnTo>
                <a:lnTo>
                  <a:pt x="1259" y="648"/>
                </a:lnTo>
                <a:lnTo>
                  <a:pt x="1260" y="649"/>
                </a:lnTo>
                <a:lnTo>
                  <a:pt x="1260" y="648"/>
                </a:lnTo>
                <a:lnTo>
                  <a:pt x="1261" y="648"/>
                </a:lnTo>
                <a:lnTo>
                  <a:pt x="1262" y="648"/>
                </a:lnTo>
                <a:lnTo>
                  <a:pt x="1265" y="649"/>
                </a:lnTo>
                <a:lnTo>
                  <a:pt x="1266" y="649"/>
                </a:lnTo>
                <a:lnTo>
                  <a:pt x="1267" y="649"/>
                </a:lnTo>
                <a:lnTo>
                  <a:pt x="1268" y="649"/>
                </a:lnTo>
                <a:lnTo>
                  <a:pt x="1269" y="649"/>
                </a:lnTo>
                <a:lnTo>
                  <a:pt x="1270" y="649"/>
                </a:lnTo>
                <a:lnTo>
                  <a:pt x="1270" y="650"/>
                </a:lnTo>
                <a:lnTo>
                  <a:pt x="1272" y="651"/>
                </a:lnTo>
                <a:lnTo>
                  <a:pt x="1273" y="651"/>
                </a:lnTo>
                <a:lnTo>
                  <a:pt x="1275" y="652"/>
                </a:lnTo>
                <a:lnTo>
                  <a:pt x="1276" y="652"/>
                </a:lnTo>
                <a:lnTo>
                  <a:pt x="1277" y="652"/>
                </a:lnTo>
                <a:lnTo>
                  <a:pt x="1278" y="652"/>
                </a:lnTo>
                <a:lnTo>
                  <a:pt x="1279" y="652"/>
                </a:lnTo>
                <a:lnTo>
                  <a:pt x="1279" y="651"/>
                </a:lnTo>
                <a:lnTo>
                  <a:pt x="1280" y="651"/>
                </a:lnTo>
                <a:lnTo>
                  <a:pt x="1281" y="651"/>
                </a:lnTo>
                <a:lnTo>
                  <a:pt x="1282" y="651"/>
                </a:lnTo>
                <a:lnTo>
                  <a:pt x="1282" y="650"/>
                </a:lnTo>
                <a:lnTo>
                  <a:pt x="1283" y="650"/>
                </a:lnTo>
                <a:lnTo>
                  <a:pt x="1284" y="650"/>
                </a:lnTo>
                <a:lnTo>
                  <a:pt x="1284" y="649"/>
                </a:lnTo>
                <a:lnTo>
                  <a:pt x="1285" y="649"/>
                </a:lnTo>
                <a:lnTo>
                  <a:pt x="1286" y="649"/>
                </a:lnTo>
                <a:lnTo>
                  <a:pt x="1287" y="649"/>
                </a:lnTo>
                <a:lnTo>
                  <a:pt x="1288" y="650"/>
                </a:lnTo>
                <a:lnTo>
                  <a:pt x="1289" y="650"/>
                </a:lnTo>
                <a:lnTo>
                  <a:pt x="1290" y="651"/>
                </a:lnTo>
                <a:lnTo>
                  <a:pt x="1292" y="651"/>
                </a:lnTo>
                <a:lnTo>
                  <a:pt x="1293" y="651"/>
                </a:lnTo>
                <a:lnTo>
                  <a:pt x="1295" y="650"/>
                </a:lnTo>
                <a:lnTo>
                  <a:pt x="1296" y="650"/>
                </a:lnTo>
                <a:lnTo>
                  <a:pt x="1297" y="650"/>
                </a:lnTo>
                <a:lnTo>
                  <a:pt x="1298" y="650"/>
                </a:lnTo>
                <a:lnTo>
                  <a:pt x="1299" y="650"/>
                </a:lnTo>
                <a:lnTo>
                  <a:pt x="1300" y="650"/>
                </a:lnTo>
                <a:lnTo>
                  <a:pt x="1301" y="650"/>
                </a:lnTo>
                <a:lnTo>
                  <a:pt x="1302" y="650"/>
                </a:lnTo>
                <a:lnTo>
                  <a:pt x="1303" y="649"/>
                </a:lnTo>
                <a:lnTo>
                  <a:pt x="1303" y="648"/>
                </a:lnTo>
                <a:lnTo>
                  <a:pt x="1304" y="645"/>
                </a:lnTo>
                <a:lnTo>
                  <a:pt x="1305" y="643"/>
                </a:lnTo>
                <a:lnTo>
                  <a:pt x="1305" y="642"/>
                </a:lnTo>
                <a:lnTo>
                  <a:pt x="1305" y="641"/>
                </a:lnTo>
                <a:lnTo>
                  <a:pt x="1306" y="641"/>
                </a:lnTo>
                <a:lnTo>
                  <a:pt x="1308" y="641"/>
                </a:lnTo>
                <a:lnTo>
                  <a:pt x="1309" y="641"/>
                </a:lnTo>
                <a:lnTo>
                  <a:pt x="1310" y="641"/>
                </a:lnTo>
                <a:lnTo>
                  <a:pt x="1312" y="642"/>
                </a:lnTo>
                <a:lnTo>
                  <a:pt x="1314" y="642"/>
                </a:lnTo>
                <a:lnTo>
                  <a:pt x="1315" y="642"/>
                </a:lnTo>
                <a:lnTo>
                  <a:pt x="1317" y="642"/>
                </a:lnTo>
                <a:lnTo>
                  <a:pt x="1318" y="642"/>
                </a:lnTo>
                <a:lnTo>
                  <a:pt x="1319" y="641"/>
                </a:lnTo>
                <a:lnTo>
                  <a:pt x="1320" y="640"/>
                </a:lnTo>
                <a:lnTo>
                  <a:pt x="1320" y="637"/>
                </a:lnTo>
                <a:lnTo>
                  <a:pt x="1320" y="636"/>
                </a:lnTo>
                <a:lnTo>
                  <a:pt x="1320" y="635"/>
                </a:lnTo>
                <a:lnTo>
                  <a:pt x="1321" y="635"/>
                </a:lnTo>
                <a:lnTo>
                  <a:pt x="1321" y="634"/>
                </a:lnTo>
                <a:lnTo>
                  <a:pt x="1322" y="634"/>
                </a:lnTo>
                <a:lnTo>
                  <a:pt x="1323" y="634"/>
                </a:lnTo>
                <a:lnTo>
                  <a:pt x="1323" y="633"/>
                </a:lnTo>
                <a:lnTo>
                  <a:pt x="1324" y="633"/>
                </a:lnTo>
                <a:lnTo>
                  <a:pt x="1325" y="633"/>
                </a:lnTo>
                <a:lnTo>
                  <a:pt x="1326" y="633"/>
                </a:lnTo>
                <a:lnTo>
                  <a:pt x="1327" y="633"/>
                </a:lnTo>
                <a:lnTo>
                  <a:pt x="1328" y="633"/>
                </a:lnTo>
                <a:lnTo>
                  <a:pt x="1329" y="633"/>
                </a:lnTo>
                <a:lnTo>
                  <a:pt x="1330" y="632"/>
                </a:lnTo>
                <a:lnTo>
                  <a:pt x="1331" y="632"/>
                </a:lnTo>
                <a:lnTo>
                  <a:pt x="1332" y="631"/>
                </a:lnTo>
                <a:lnTo>
                  <a:pt x="1333" y="631"/>
                </a:lnTo>
                <a:lnTo>
                  <a:pt x="1335" y="631"/>
                </a:lnTo>
                <a:lnTo>
                  <a:pt x="1336" y="630"/>
                </a:lnTo>
                <a:lnTo>
                  <a:pt x="1337" y="630"/>
                </a:lnTo>
                <a:lnTo>
                  <a:pt x="1338" y="630"/>
                </a:lnTo>
                <a:lnTo>
                  <a:pt x="1340" y="629"/>
                </a:lnTo>
                <a:lnTo>
                  <a:pt x="1342" y="629"/>
                </a:lnTo>
                <a:lnTo>
                  <a:pt x="1343" y="628"/>
                </a:lnTo>
                <a:lnTo>
                  <a:pt x="1344" y="628"/>
                </a:lnTo>
                <a:lnTo>
                  <a:pt x="1345" y="628"/>
                </a:lnTo>
                <a:lnTo>
                  <a:pt x="1347" y="628"/>
                </a:lnTo>
                <a:lnTo>
                  <a:pt x="1348" y="628"/>
                </a:lnTo>
                <a:lnTo>
                  <a:pt x="1349" y="628"/>
                </a:lnTo>
                <a:lnTo>
                  <a:pt x="1350" y="628"/>
                </a:lnTo>
                <a:lnTo>
                  <a:pt x="1350" y="627"/>
                </a:lnTo>
                <a:lnTo>
                  <a:pt x="1351" y="627"/>
                </a:lnTo>
                <a:lnTo>
                  <a:pt x="1352" y="625"/>
                </a:lnTo>
                <a:lnTo>
                  <a:pt x="1353" y="624"/>
                </a:lnTo>
                <a:lnTo>
                  <a:pt x="1355" y="624"/>
                </a:lnTo>
                <a:lnTo>
                  <a:pt x="1356" y="623"/>
                </a:lnTo>
                <a:lnTo>
                  <a:pt x="1357" y="624"/>
                </a:lnTo>
                <a:lnTo>
                  <a:pt x="1358" y="624"/>
                </a:lnTo>
                <a:lnTo>
                  <a:pt x="1359" y="624"/>
                </a:lnTo>
                <a:lnTo>
                  <a:pt x="1360" y="624"/>
                </a:lnTo>
                <a:lnTo>
                  <a:pt x="1361" y="624"/>
                </a:lnTo>
                <a:lnTo>
                  <a:pt x="1362" y="624"/>
                </a:lnTo>
                <a:lnTo>
                  <a:pt x="1363" y="624"/>
                </a:lnTo>
                <a:lnTo>
                  <a:pt x="1364" y="624"/>
                </a:lnTo>
                <a:lnTo>
                  <a:pt x="1364" y="623"/>
                </a:lnTo>
                <a:lnTo>
                  <a:pt x="1366" y="621"/>
                </a:lnTo>
                <a:lnTo>
                  <a:pt x="1367" y="620"/>
                </a:lnTo>
                <a:lnTo>
                  <a:pt x="1368" y="620"/>
                </a:lnTo>
                <a:lnTo>
                  <a:pt x="1369" y="619"/>
                </a:lnTo>
                <a:lnTo>
                  <a:pt x="1370" y="618"/>
                </a:lnTo>
                <a:lnTo>
                  <a:pt x="1371" y="618"/>
                </a:lnTo>
                <a:lnTo>
                  <a:pt x="1373" y="618"/>
                </a:lnTo>
                <a:lnTo>
                  <a:pt x="1374" y="618"/>
                </a:lnTo>
                <a:lnTo>
                  <a:pt x="1375" y="619"/>
                </a:lnTo>
                <a:lnTo>
                  <a:pt x="1376" y="619"/>
                </a:lnTo>
                <a:lnTo>
                  <a:pt x="1377" y="619"/>
                </a:lnTo>
                <a:lnTo>
                  <a:pt x="1378" y="619"/>
                </a:lnTo>
                <a:lnTo>
                  <a:pt x="1379" y="619"/>
                </a:lnTo>
                <a:lnTo>
                  <a:pt x="1381" y="619"/>
                </a:lnTo>
                <a:lnTo>
                  <a:pt x="1382" y="619"/>
                </a:lnTo>
                <a:lnTo>
                  <a:pt x="1384" y="619"/>
                </a:lnTo>
                <a:lnTo>
                  <a:pt x="1385" y="619"/>
                </a:lnTo>
                <a:lnTo>
                  <a:pt x="1387" y="619"/>
                </a:lnTo>
                <a:lnTo>
                  <a:pt x="1388" y="618"/>
                </a:lnTo>
                <a:lnTo>
                  <a:pt x="1390" y="618"/>
                </a:lnTo>
                <a:lnTo>
                  <a:pt x="1391" y="617"/>
                </a:lnTo>
                <a:lnTo>
                  <a:pt x="1392" y="616"/>
                </a:lnTo>
                <a:lnTo>
                  <a:pt x="1393" y="616"/>
                </a:lnTo>
                <a:lnTo>
                  <a:pt x="1394" y="616"/>
                </a:lnTo>
                <a:lnTo>
                  <a:pt x="1395" y="616"/>
                </a:lnTo>
                <a:lnTo>
                  <a:pt x="1396" y="616"/>
                </a:lnTo>
                <a:lnTo>
                  <a:pt x="1398" y="615"/>
                </a:lnTo>
                <a:lnTo>
                  <a:pt x="1399" y="615"/>
                </a:lnTo>
                <a:lnTo>
                  <a:pt x="1401" y="614"/>
                </a:lnTo>
                <a:lnTo>
                  <a:pt x="1403" y="614"/>
                </a:lnTo>
                <a:lnTo>
                  <a:pt x="1404" y="614"/>
                </a:lnTo>
                <a:lnTo>
                  <a:pt x="1405" y="614"/>
                </a:lnTo>
                <a:lnTo>
                  <a:pt x="1407" y="615"/>
                </a:lnTo>
                <a:lnTo>
                  <a:pt x="1408" y="615"/>
                </a:lnTo>
                <a:lnTo>
                  <a:pt x="1410" y="616"/>
                </a:lnTo>
                <a:lnTo>
                  <a:pt x="1412" y="616"/>
                </a:lnTo>
                <a:lnTo>
                  <a:pt x="1413" y="615"/>
                </a:lnTo>
                <a:lnTo>
                  <a:pt x="1414" y="615"/>
                </a:lnTo>
                <a:lnTo>
                  <a:pt x="1417" y="615"/>
                </a:lnTo>
                <a:lnTo>
                  <a:pt x="1419" y="615"/>
                </a:lnTo>
                <a:lnTo>
                  <a:pt x="1420" y="615"/>
                </a:lnTo>
                <a:lnTo>
                  <a:pt x="1421" y="615"/>
                </a:lnTo>
                <a:lnTo>
                  <a:pt x="1423" y="616"/>
                </a:lnTo>
                <a:lnTo>
                  <a:pt x="1424" y="616"/>
                </a:lnTo>
                <a:lnTo>
                  <a:pt x="1426" y="618"/>
                </a:lnTo>
                <a:lnTo>
                  <a:pt x="1429" y="620"/>
                </a:lnTo>
                <a:lnTo>
                  <a:pt x="1430" y="620"/>
                </a:lnTo>
                <a:lnTo>
                  <a:pt x="1431" y="620"/>
                </a:lnTo>
                <a:lnTo>
                  <a:pt x="1432" y="620"/>
                </a:lnTo>
                <a:lnTo>
                  <a:pt x="1433" y="620"/>
                </a:lnTo>
                <a:lnTo>
                  <a:pt x="1434" y="620"/>
                </a:lnTo>
                <a:lnTo>
                  <a:pt x="1435" y="619"/>
                </a:lnTo>
                <a:lnTo>
                  <a:pt x="1436" y="618"/>
                </a:lnTo>
                <a:lnTo>
                  <a:pt x="1438" y="617"/>
                </a:lnTo>
                <a:lnTo>
                  <a:pt x="1439" y="615"/>
                </a:lnTo>
                <a:lnTo>
                  <a:pt x="1440" y="614"/>
                </a:lnTo>
                <a:lnTo>
                  <a:pt x="1442" y="612"/>
                </a:lnTo>
                <a:lnTo>
                  <a:pt x="1444" y="611"/>
                </a:lnTo>
                <a:lnTo>
                  <a:pt x="1447" y="611"/>
                </a:lnTo>
                <a:lnTo>
                  <a:pt x="1448" y="610"/>
                </a:lnTo>
                <a:lnTo>
                  <a:pt x="1448" y="611"/>
                </a:lnTo>
                <a:lnTo>
                  <a:pt x="1453" y="611"/>
                </a:lnTo>
                <a:lnTo>
                  <a:pt x="1455" y="612"/>
                </a:lnTo>
                <a:lnTo>
                  <a:pt x="1456" y="612"/>
                </a:lnTo>
                <a:lnTo>
                  <a:pt x="1458" y="612"/>
                </a:lnTo>
                <a:lnTo>
                  <a:pt x="1459" y="611"/>
                </a:lnTo>
                <a:lnTo>
                  <a:pt x="1460" y="610"/>
                </a:lnTo>
                <a:lnTo>
                  <a:pt x="1460" y="609"/>
                </a:lnTo>
                <a:lnTo>
                  <a:pt x="1461" y="609"/>
                </a:lnTo>
                <a:lnTo>
                  <a:pt x="1463" y="610"/>
                </a:lnTo>
                <a:lnTo>
                  <a:pt x="1464" y="611"/>
                </a:lnTo>
                <a:lnTo>
                  <a:pt x="1464" y="612"/>
                </a:lnTo>
                <a:lnTo>
                  <a:pt x="1464" y="613"/>
                </a:lnTo>
                <a:lnTo>
                  <a:pt x="1464" y="614"/>
                </a:lnTo>
                <a:lnTo>
                  <a:pt x="1463" y="617"/>
                </a:lnTo>
                <a:lnTo>
                  <a:pt x="1462" y="617"/>
                </a:lnTo>
                <a:lnTo>
                  <a:pt x="1461" y="618"/>
                </a:lnTo>
                <a:lnTo>
                  <a:pt x="1459" y="619"/>
                </a:lnTo>
                <a:lnTo>
                  <a:pt x="1455" y="621"/>
                </a:lnTo>
                <a:lnTo>
                  <a:pt x="1453" y="621"/>
                </a:lnTo>
                <a:lnTo>
                  <a:pt x="1452" y="621"/>
                </a:lnTo>
                <a:lnTo>
                  <a:pt x="1451" y="622"/>
                </a:lnTo>
                <a:lnTo>
                  <a:pt x="1450" y="622"/>
                </a:lnTo>
                <a:lnTo>
                  <a:pt x="1449" y="622"/>
                </a:lnTo>
                <a:lnTo>
                  <a:pt x="1445" y="623"/>
                </a:lnTo>
                <a:lnTo>
                  <a:pt x="1443" y="624"/>
                </a:lnTo>
                <a:lnTo>
                  <a:pt x="1442" y="624"/>
                </a:lnTo>
                <a:lnTo>
                  <a:pt x="1440" y="625"/>
                </a:lnTo>
                <a:lnTo>
                  <a:pt x="1437" y="626"/>
                </a:lnTo>
                <a:lnTo>
                  <a:pt x="1436" y="626"/>
                </a:lnTo>
                <a:lnTo>
                  <a:pt x="1435" y="627"/>
                </a:lnTo>
                <a:lnTo>
                  <a:pt x="1434" y="627"/>
                </a:lnTo>
                <a:lnTo>
                  <a:pt x="1433" y="628"/>
                </a:lnTo>
                <a:lnTo>
                  <a:pt x="1433" y="629"/>
                </a:lnTo>
                <a:lnTo>
                  <a:pt x="1432" y="630"/>
                </a:lnTo>
                <a:lnTo>
                  <a:pt x="1431" y="630"/>
                </a:lnTo>
                <a:lnTo>
                  <a:pt x="1430" y="630"/>
                </a:lnTo>
                <a:lnTo>
                  <a:pt x="1429" y="630"/>
                </a:lnTo>
                <a:lnTo>
                  <a:pt x="1428" y="631"/>
                </a:lnTo>
                <a:lnTo>
                  <a:pt x="1426" y="631"/>
                </a:lnTo>
                <a:lnTo>
                  <a:pt x="1425" y="632"/>
                </a:lnTo>
                <a:lnTo>
                  <a:pt x="1424" y="632"/>
                </a:lnTo>
                <a:lnTo>
                  <a:pt x="1423" y="632"/>
                </a:lnTo>
                <a:lnTo>
                  <a:pt x="1422" y="632"/>
                </a:lnTo>
                <a:lnTo>
                  <a:pt x="1421" y="633"/>
                </a:lnTo>
                <a:lnTo>
                  <a:pt x="1420" y="634"/>
                </a:lnTo>
                <a:lnTo>
                  <a:pt x="1420" y="635"/>
                </a:lnTo>
                <a:lnTo>
                  <a:pt x="1420" y="636"/>
                </a:lnTo>
                <a:lnTo>
                  <a:pt x="1420" y="637"/>
                </a:lnTo>
                <a:lnTo>
                  <a:pt x="1420" y="638"/>
                </a:lnTo>
                <a:lnTo>
                  <a:pt x="1419" y="639"/>
                </a:lnTo>
                <a:lnTo>
                  <a:pt x="1419" y="640"/>
                </a:lnTo>
                <a:lnTo>
                  <a:pt x="1420" y="641"/>
                </a:lnTo>
                <a:lnTo>
                  <a:pt x="1420" y="642"/>
                </a:lnTo>
                <a:lnTo>
                  <a:pt x="1419" y="643"/>
                </a:lnTo>
                <a:lnTo>
                  <a:pt x="1419" y="644"/>
                </a:lnTo>
                <a:lnTo>
                  <a:pt x="1420" y="644"/>
                </a:lnTo>
                <a:lnTo>
                  <a:pt x="1420" y="645"/>
                </a:lnTo>
                <a:lnTo>
                  <a:pt x="1420" y="646"/>
                </a:lnTo>
                <a:lnTo>
                  <a:pt x="1419" y="647"/>
                </a:lnTo>
                <a:lnTo>
                  <a:pt x="1419" y="648"/>
                </a:lnTo>
                <a:lnTo>
                  <a:pt x="1418" y="648"/>
                </a:lnTo>
                <a:lnTo>
                  <a:pt x="1418" y="649"/>
                </a:lnTo>
                <a:lnTo>
                  <a:pt x="1417" y="649"/>
                </a:lnTo>
                <a:lnTo>
                  <a:pt x="1416" y="649"/>
                </a:lnTo>
                <a:lnTo>
                  <a:pt x="1416" y="650"/>
                </a:lnTo>
                <a:lnTo>
                  <a:pt x="1416" y="652"/>
                </a:lnTo>
                <a:lnTo>
                  <a:pt x="1415" y="653"/>
                </a:lnTo>
                <a:lnTo>
                  <a:pt x="1414" y="653"/>
                </a:lnTo>
                <a:lnTo>
                  <a:pt x="1414" y="654"/>
                </a:lnTo>
                <a:lnTo>
                  <a:pt x="1412" y="655"/>
                </a:lnTo>
                <a:lnTo>
                  <a:pt x="1411" y="656"/>
                </a:lnTo>
                <a:lnTo>
                  <a:pt x="1410" y="657"/>
                </a:lnTo>
                <a:lnTo>
                  <a:pt x="1410" y="658"/>
                </a:lnTo>
                <a:lnTo>
                  <a:pt x="1410" y="659"/>
                </a:lnTo>
                <a:lnTo>
                  <a:pt x="1409" y="659"/>
                </a:lnTo>
                <a:lnTo>
                  <a:pt x="1408" y="659"/>
                </a:lnTo>
                <a:lnTo>
                  <a:pt x="1408" y="660"/>
                </a:lnTo>
                <a:lnTo>
                  <a:pt x="1407" y="660"/>
                </a:lnTo>
                <a:lnTo>
                  <a:pt x="1407" y="661"/>
                </a:lnTo>
                <a:lnTo>
                  <a:pt x="1407" y="662"/>
                </a:lnTo>
                <a:lnTo>
                  <a:pt x="1407" y="663"/>
                </a:lnTo>
                <a:lnTo>
                  <a:pt x="1407" y="664"/>
                </a:lnTo>
                <a:lnTo>
                  <a:pt x="1407" y="665"/>
                </a:lnTo>
                <a:lnTo>
                  <a:pt x="1407" y="666"/>
                </a:lnTo>
                <a:lnTo>
                  <a:pt x="1407" y="667"/>
                </a:lnTo>
                <a:lnTo>
                  <a:pt x="1408" y="667"/>
                </a:lnTo>
                <a:lnTo>
                  <a:pt x="1409" y="667"/>
                </a:lnTo>
                <a:lnTo>
                  <a:pt x="1409" y="668"/>
                </a:lnTo>
                <a:lnTo>
                  <a:pt x="1410" y="669"/>
                </a:lnTo>
                <a:lnTo>
                  <a:pt x="1411" y="669"/>
                </a:lnTo>
                <a:lnTo>
                  <a:pt x="1411" y="670"/>
                </a:lnTo>
                <a:lnTo>
                  <a:pt x="1412" y="670"/>
                </a:lnTo>
                <a:lnTo>
                  <a:pt x="1412" y="671"/>
                </a:lnTo>
                <a:lnTo>
                  <a:pt x="1412" y="672"/>
                </a:lnTo>
                <a:lnTo>
                  <a:pt x="1413" y="672"/>
                </a:lnTo>
                <a:lnTo>
                  <a:pt x="1413" y="673"/>
                </a:lnTo>
                <a:lnTo>
                  <a:pt x="1413" y="674"/>
                </a:lnTo>
                <a:lnTo>
                  <a:pt x="1413" y="675"/>
                </a:lnTo>
                <a:lnTo>
                  <a:pt x="1413" y="676"/>
                </a:lnTo>
                <a:lnTo>
                  <a:pt x="1417" y="676"/>
                </a:lnTo>
                <a:lnTo>
                  <a:pt x="1418" y="676"/>
                </a:lnTo>
                <a:lnTo>
                  <a:pt x="1419" y="677"/>
                </a:lnTo>
                <a:lnTo>
                  <a:pt x="1419" y="678"/>
                </a:lnTo>
                <a:lnTo>
                  <a:pt x="1420" y="678"/>
                </a:lnTo>
                <a:lnTo>
                  <a:pt x="1420" y="679"/>
                </a:lnTo>
                <a:lnTo>
                  <a:pt x="1420" y="680"/>
                </a:lnTo>
                <a:lnTo>
                  <a:pt x="1419" y="680"/>
                </a:lnTo>
                <a:lnTo>
                  <a:pt x="1419" y="681"/>
                </a:lnTo>
                <a:lnTo>
                  <a:pt x="1419" y="682"/>
                </a:lnTo>
                <a:lnTo>
                  <a:pt x="1420" y="682"/>
                </a:lnTo>
                <a:lnTo>
                  <a:pt x="1420" y="683"/>
                </a:lnTo>
                <a:lnTo>
                  <a:pt x="1420" y="684"/>
                </a:lnTo>
                <a:lnTo>
                  <a:pt x="1419" y="684"/>
                </a:lnTo>
                <a:lnTo>
                  <a:pt x="1419" y="685"/>
                </a:lnTo>
                <a:lnTo>
                  <a:pt x="1420" y="685"/>
                </a:lnTo>
                <a:lnTo>
                  <a:pt x="1420" y="686"/>
                </a:lnTo>
                <a:lnTo>
                  <a:pt x="1421" y="686"/>
                </a:lnTo>
                <a:lnTo>
                  <a:pt x="1421" y="687"/>
                </a:lnTo>
                <a:lnTo>
                  <a:pt x="1422" y="687"/>
                </a:lnTo>
                <a:lnTo>
                  <a:pt x="1423" y="687"/>
                </a:lnTo>
                <a:lnTo>
                  <a:pt x="1424" y="688"/>
                </a:lnTo>
                <a:lnTo>
                  <a:pt x="1424" y="689"/>
                </a:lnTo>
                <a:lnTo>
                  <a:pt x="1425" y="689"/>
                </a:lnTo>
                <a:lnTo>
                  <a:pt x="1425" y="690"/>
                </a:lnTo>
                <a:lnTo>
                  <a:pt x="1426" y="690"/>
                </a:lnTo>
                <a:lnTo>
                  <a:pt x="1426" y="691"/>
                </a:lnTo>
                <a:lnTo>
                  <a:pt x="1427" y="691"/>
                </a:lnTo>
                <a:lnTo>
                  <a:pt x="1428" y="691"/>
                </a:lnTo>
                <a:lnTo>
                  <a:pt x="1428" y="692"/>
                </a:lnTo>
                <a:lnTo>
                  <a:pt x="1429" y="692"/>
                </a:lnTo>
                <a:lnTo>
                  <a:pt x="1430" y="692"/>
                </a:lnTo>
                <a:lnTo>
                  <a:pt x="1430" y="693"/>
                </a:lnTo>
                <a:lnTo>
                  <a:pt x="1430" y="694"/>
                </a:lnTo>
                <a:lnTo>
                  <a:pt x="1431" y="694"/>
                </a:lnTo>
                <a:lnTo>
                  <a:pt x="1431" y="695"/>
                </a:lnTo>
                <a:lnTo>
                  <a:pt x="1431" y="696"/>
                </a:lnTo>
                <a:lnTo>
                  <a:pt x="1431" y="697"/>
                </a:lnTo>
                <a:lnTo>
                  <a:pt x="1431" y="698"/>
                </a:lnTo>
                <a:lnTo>
                  <a:pt x="1430" y="698"/>
                </a:lnTo>
                <a:lnTo>
                  <a:pt x="1430" y="699"/>
                </a:lnTo>
                <a:lnTo>
                  <a:pt x="1429" y="699"/>
                </a:lnTo>
                <a:lnTo>
                  <a:pt x="1429" y="700"/>
                </a:lnTo>
                <a:lnTo>
                  <a:pt x="1428" y="701"/>
                </a:lnTo>
                <a:lnTo>
                  <a:pt x="1428" y="702"/>
                </a:lnTo>
                <a:lnTo>
                  <a:pt x="1427" y="702"/>
                </a:lnTo>
                <a:lnTo>
                  <a:pt x="1427" y="703"/>
                </a:lnTo>
                <a:lnTo>
                  <a:pt x="1426" y="703"/>
                </a:lnTo>
                <a:lnTo>
                  <a:pt x="1426" y="704"/>
                </a:lnTo>
                <a:lnTo>
                  <a:pt x="1425" y="704"/>
                </a:lnTo>
                <a:lnTo>
                  <a:pt x="1425" y="705"/>
                </a:lnTo>
                <a:lnTo>
                  <a:pt x="1424" y="706"/>
                </a:lnTo>
                <a:lnTo>
                  <a:pt x="1423" y="706"/>
                </a:lnTo>
                <a:lnTo>
                  <a:pt x="1422" y="707"/>
                </a:lnTo>
                <a:lnTo>
                  <a:pt x="1421" y="707"/>
                </a:lnTo>
                <a:lnTo>
                  <a:pt x="1421" y="708"/>
                </a:lnTo>
                <a:lnTo>
                  <a:pt x="1421" y="709"/>
                </a:lnTo>
                <a:lnTo>
                  <a:pt x="1421" y="710"/>
                </a:lnTo>
                <a:lnTo>
                  <a:pt x="1421" y="711"/>
                </a:lnTo>
                <a:lnTo>
                  <a:pt x="1421" y="712"/>
                </a:lnTo>
                <a:lnTo>
                  <a:pt x="1421" y="713"/>
                </a:lnTo>
                <a:lnTo>
                  <a:pt x="1420" y="714"/>
                </a:lnTo>
                <a:lnTo>
                  <a:pt x="1419" y="714"/>
                </a:lnTo>
                <a:lnTo>
                  <a:pt x="1418" y="714"/>
                </a:lnTo>
                <a:lnTo>
                  <a:pt x="1418" y="715"/>
                </a:lnTo>
                <a:lnTo>
                  <a:pt x="1417" y="715"/>
                </a:lnTo>
                <a:lnTo>
                  <a:pt x="1417" y="716"/>
                </a:lnTo>
                <a:lnTo>
                  <a:pt x="1416" y="717"/>
                </a:lnTo>
                <a:lnTo>
                  <a:pt x="1416" y="718"/>
                </a:lnTo>
                <a:lnTo>
                  <a:pt x="1415" y="718"/>
                </a:lnTo>
                <a:lnTo>
                  <a:pt x="1415" y="719"/>
                </a:lnTo>
                <a:lnTo>
                  <a:pt x="1414" y="719"/>
                </a:lnTo>
                <a:lnTo>
                  <a:pt x="1413" y="720"/>
                </a:lnTo>
                <a:lnTo>
                  <a:pt x="1412" y="720"/>
                </a:lnTo>
                <a:lnTo>
                  <a:pt x="1411" y="720"/>
                </a:lnTo>
                <a:lnTo>
                  <a:pt x="1411" y="721"/>
                </a:lnTo>
                <a:lnTo>
                  <a:pt x="1410" y="721"/>
                </a:lnTo>
                <a:lnTo>
                  <a:pt x="1410" y="722"/>
                </a:lnTo>
                <a:lnTo>
                  <a:pt x="1410" y="723"/>
                </a:lnTo>
                <a:lnTo>
                  <a:pt x="1410" y="724"/>
                </a:lnTo>
                <a:lnTo>
                  <a:pt x="1410" y="725"/>
                </a:lnTo>
                <a:lnTo>
                  <a:pt x="1409" y="725"/>
                </a:lnTo>
                <a:lnTo>
                  <a:pt x="1409" y="726"/>
                </a:lnTo>
                <a:lnTo>
                  <a:pt x="1408" y="727"/>
                </a:lnTo>
                <a:lnTo>
                  <a:pt x="1407" y="727"/>
                </a:lnTo>
                <a:lnTo>
                  <a:pt x="1406" y="727"/>
                </a:lnTo>
                <a:lnTo>
                  <a:pt x="1406" y="728"/>
                </a:lnTo>
                <a:lnTo>
                  <a:pt x="1405" y="728"/>
                </a:lnTo>
                <a:lnTo>
                  <a:pt x="1404" y="728"/>
                </a:lnTo>
                <a:lnTo>
                  <a:pt x="1403" y="728"/>
                </a:lnTo>
                <a:lnTo>
                  <a:pt x="1403" y="729"/>
                </a:lnTo>
                <a:lnTo>
                  <a:pt x="1402" y="729"/>
                </a:lnTo>
                <a:lnTo>
                  <a:pt x="1402" y="730"/>
                </a:lnTo>
                <a:lnTo>
                  <a:pt x="1401" y="730"/>
                </a:lnTo>
                <a:lnTo>
                  <a:pt x="1401" y="731"/>
                </a:lnTo>
                <a:lnTo>
                  <a:pt x="1400" y="731"/>
                </a:lnTo>
                <a:lnTo>
                  <a:pt x="1400" y="730"/>
                </a:lnTo>
                <a:lnTo>
                  <a:pt x="1399" y="730"/>
                </a:lnTo>
                <a:lnTo>
                  <a:pt x="1398" y="730"/>
                </a:lnTo>
                <a:lnTo>
                  <a:pt x="1397" y="730"/>
                </a:lnTo>
                <a:lnTo>
                  <a:pt x="1396" y="730"/>
                </a:lnTo>
                <a:lnTo>
                  <a:pt x="1396" y="731"/>
                </a:lnTo>
                <a:lnTo>
                  <a:pt x="1395" y="731"/>
                </a:lnTo>
                <a:lnTo>
                  <a:pt x="1394" y="731"/>
                </a:lnTo>
                <a:lnTo>
                  <a:pt x="1393" y="731"/>
                </a:lnTo>
                <a:lnTo>
                  <a:pt x="1392" y="731"/>
                </a:lnTo>
                <a:lnTo>
                  <a:pt x="1392" y="732"/>
                </a:lnTo>
                <a:lnTo>
                  <a:pt x="1390" y="732"/>
                </a:lnTo>
                <a:lnTo>
                  <a:pt x="1390" y="731"/>
                </a:lnTo>
                <a:lnTo>
                  <a:pt x="1388" y="731"/>
                </a:lnTo>
                <a:lnTo>
                  <a:pt x="1387" y="731"/>
                </a:lnTo>
                <a:lnTo>
                  <a:pt x="1386" y="731"/>
                </a:lnTo>
                <a:lnTo>
                  <a:pt x="1385" y="731"/>
                </a:lnTo>
                <a:lnTo>
                  <a:pt x="1384" y="731"/>
                </a:lnTo>
                <a:lnTo>
                  <a:pt x="1382" y="732"/>
                </a:lnTo>
                <a:lnTo>
                  <a:pt x="1381" y="733"/>
                </a:lnTo>
                <a:lnTo>
                  <a:pt x="1380" y="733"/>
                </a:lnTo>
                <a:lnTo>
                  <a:pt x="1380" y="734"/>
                </a:lnTo>
                <a:lnTo>
                  <a:pt x="1379" y="734"/>
                </a:lnTo>
                <a:lnTo>
                  <a:pt x="1379" y="735"/>
                </a:lnTo>
                <a:lnTo>
                  <a:pt x="1378" y="735"/>
                </a:lnTo>
                <a:lnTo>
                  <a:pt x="1377" y="736"/>
                </a:lnTo>
                <a:lnTo>
                  <a:pt x="1377" y="737"/>
                </a:lnTo>
                <a:lnTo>
                  <a:pt x="1377" y="738"/>
                </a:lnTo>
                <a:lnTo>
                  <a:pt x="1376" y="738"/>
                </a:lnTo>
                <a:lnTo>
                  <a:pt x="1376" y="740"/>
                </a:lnTo>
                <a:lnTo>
                  <a:pt x="1375" y="741"/>
                </a:lnTo>
                <a:lnTo>
                  <a:pt x="1374" y="741"/>
                </a:lnTo>
                <a:lnTo>
                  <a:pt x="1374" y="742"/>
                </a:lnTo>
                <a:lnTo>
                  <a:pt x="1373" y="742"/>
                </a:lnTo>
                <a:lnTo>
                  <a:pt x="1372" y="742"/>
                </a:lnTo>
                <a:lnTo>
                  <a:pt x="1371" y="742"/>
                </a:lnTo>
                <a:lnTo>
                  <a:pt x="1370" y="742"/>
                </a:lnTo>
                <a:lnTo>
                  <a:pt x="1370" y="743"/>
                </a:lnTo>
                <a:lnTo>
                  <a:pt x="1369" y="744"/>
                </a:lnTo>
                <a:lnTo>
                  <a:pt x="1368" y="744"/>
                </a:lnTo>
                <a:lnTo>
                  <a:pt x="1368" y="745"/>
                </a:lnTo>
                <a:lnTo>
                  <a:pt x="1368" y="746"/>
                </a:lnTo>
                <a:lnTo>
                  <a:pt x="1367" y="746"/>
                </a:lnTo>
                <a:lnTo>
                  <a:pt x="1367" y="747"/>
                </a:lnTo>
                <a:lnTo>
                  <a:pt x="1367" y="748"/>
                </a:lnTo>
                <a:lnTo>
                  <a:pt x="1367" y="749"/>
                </a:lnTo>
                <a:lnTo>
                  <a:pt x="1366" y="750"/>
                </a:lnTo>
                <a:lnTo>
                  <a:pt x="1366" y="752"/>
                </a:lnTo>
                <a:lnTo>
                  <a:pt x="1365" y="753"/>
                </a:lnTo>
                <a:lnTo>
                  <a:pt x="1365" y="754"/>
                </a:lnTo>
                <a:lnTo>
                  <a:pt x="1366" y="754"/>
                </a:lnTo>
                <a:lnTo>
                  <a:pt x="1366" y="755"/>
                </a:lnTo>
                <a:lnTo>
                  <a:pt x="1367" y="756"/>
                </a:lnTo>
                <a:lnTo>
                  <a:pt x="1368" y="756"/>
                </a:lnTo>
                <a:lnTo>
                  <a:pt x="1369" y="757"/>
                </a:lnTo>
                <a:lnTo>
                  <a:pt x="1370" y="757"/>
                </a:lnTo>
                <a:lnTo>
                  <a:pt x="1370" y="758"/>
                </a:lnTo>
                <a:lnTo>
                  <a:pt x="1371" y="758"/>
                </a:lnTo>
                <a:lnTo>
                  <a:pt x="1371" y="759"/>
                </a:lnTo>
                <a:lnTo>
                  <a:pt x="1372" y="760"/>
                </a:lnTo>
                <a:lnTo>
                  <a:pt x="1372" y="761"/>
                </a:lnTo>
                <a:lnTo>
                  <a:pt x="1373" y="762"/>
                </a:lnTo>
                <a:lnTo>
                  <a:pt x="1373" y="764"/>
                </a:lnTo>
                <a:lnTo>
                  <a:pt x="1373" y="765"/>
                </a:lnTo>
                <a:lnTo>
                  <a:pt x="1373" y="766"/>
                </a:lnTo>
                <a:lnTo>
                  <a:pt x="1373" y="767"/>
                </a:lnTo>
                <a:lnTo>
                  <a:pt x="1373" y="769"/>
                </a:lnTo>
                <a:lnTo>
                  <a:pt x="1373" y="770"/>
                </a:lnTo>
                <a:lnTo>
                  <a:pt x="1372" y="771"/>
                </a:lnTo>
                <a:lnTo>
                  <a:pt x="1371" y="772"/>
                </a:lnTo>
                <a:lnTo>
                  <a:pt x="1370" y="772"/>
                </a:lnTo>
                <a:lnTo>
                  <a:pt x="1366" y="772"/>
                </a:lnTo>
                <a:lnTo>
                  <a:pt x="1365" y="772"/>
                </a:lnTo>
                <a:lnTo>
                  <a:pt x="1364" y="772"/>
                </a:lnTo>
                <a:lnTo>
                  <a:pt x="1364" y="773"/>
                </a:lnTo>
                <a:lnTo>
                  <a:pt x="1363" y="773"/>
                </a:lnTo>
                <a:lnTo>
                  <a:pt x="1363" y="774"/>
                </a:lnTo>
                <a:lnTo>
                  <a:pt x="1363" y="775"/>
                </a:lnTo>
                <a:lnTo>
                  <a:pt x="1362" y="775"/>
                </a:lnTo>
                <a:lnTo>
                  <a:pt x="1361" y="776"/>
                </a:lnTo>
                <a:lnTo>
                  <a:pt x="1361" y="777"/>
                </a:lnTo>
                <a:lnTo>
                  <a:pt x="1361" y="779"/>
                </a:lnTo>
                <a:lnTo>
                  <a:pt x="1361" y="780"/>
                </a:lnTo>
                <a:lnTo>
                  <a:pt x="1360" y="780"/>
                </a:lnTo>
                <a:lnTo>
                  <a:pt x="1360" y="781"/>
                </a:lnTo>
                <a:lnTo>
                  <a:pt x="1360" y="783"/>
                </a:lnTo>
                <a:lnTo>
                  <a:pt x="1359" y="783"/>
                </a:lnTo>
                <a:lnTo>
                  <a:pt x="1358" y="784"/>
                </a:lnTo>
                <a:lnTo>
                  <a:pt x="1357" y="785"/>
                </a:lnTo>
                <a:lnTo>
                  <a:pt x="1356" y="785"/>
                </a:lnTo>
                <a:lnTo>
                  <a:pt x="1355" y="786"/>
                </a:lnTo>
                <a:lnTo>
                  <a:pt x="1355" y="787"/>
                </a:lnTo>
                <a:lnTo>
                  <a:pt x="1356" y="788"/>
                </a:lnTo>
                <a:lnTo>
                  <a:pt x="1357" y="788"/>
                </a:lnTo>
                <a:lnTo>
                  <a:pt x="1357" y="789"/>
                </a:lnTo>
                <a:lnTo>
                  <a:pt x="1357" y="790"/>
                </a:lnTo>
                <a:lnTo>
                  <a:pt x="1357" y="791"/>
                </a:lnTo>
                <a:lnTo>
                  <a:pt x="1357" y="792"/>
                </a:lnTo>
                <a:lnTo>
                  <a:pt x="1356" y="792"/>
                </a:lnTo>
                <a:lnTo>
                  <a:pt x="1356" y="793"/>
                </a:lnTo>
                <a:lnTo>
                  <a:pt x="1355" y="793"/>
                </a:lnTo>
                <a:lnTo>
                  <a:pt x="1355" y="794"/>
                </a:lnTo>
                <a:lnTo>
                  <a:pt x="1355" y="795"/>
                </a:lnTo>
                <a:lnTo>
                  <a:pt x="1354" y="796"/>
                </a:lnTo>
                <a:lnTo>
                  <a:pt x="1354" y="797"/>
                </a:lnTo>
                <a:lnTo>
                  <a:pt x="1353" y="797"/>
                </a:lnTo>
                <a:lnTo>
                  <a:pt x="1353" y="798"/>
                </a:lnTo>
                <a:lnTo>
                  <a:pt x="1354" y="799"/>
                </a:lnTo>
                <a:lnTo>
                  <a:pt x="1353" y="799"/>
                </a:lnTo>
                <a:lnTo>
                  <a:pt x="1353" y="800"/>
                </a:lnTo>
                <a:lnTo>
                  <a:pt x="1353" y="801"/>
                </a:lnTo>
                <a:lnTo>
                  <a:pt x="1353" y="802"/>
                </a:lnTo>
                <a:lnTo>
                  <a:pt x="1352" y="803"/>
                </a:lnTo>
                <a:lnTo>
                  <a:pt x="1351" y="803"/>
                </a:lnTo>
                <a:lnTo>
                  <a:pt x="1351" y="804"/>
                </a:lnTo>
                <a:lnTo>
                  <a:pt x="1351" y="805"/>
                </a:lnTo>
                <a:lnTo>
                  <a:pt x="1351" y="806"/>
                </a:lnTo>
                <a:lnTo>
                  <a:pt x="1352" y="806"/>
                </a:lnTo>
                <a:lnTo>
                  <a:pt x="1352" y="807"/>
                </a:lnTo>
                <a:lnTo>
                  <a:pt x="1353" y="808"/>
                </a:lnTo>
                <a:lnTo>
                  <a:pt x="1354" y="809"/>
                </a:lnTo>
                <a:lnTo>
                  <a:pt x="1354" y="810"/>
                </a:lnTo>
                <a:lnTo>
                  <a:pt x="1354" y="811"/>
                </a:lnTo>
                <a:lnTo>
                  <a:pt x="1353" y="812"/>
                </a:lnTo>
                <a:lnTo>
                  <a:pt x="1352" y="812"/>
                </a:lnTo>
                <a:lnTo>
                  <a:pt x="1352" y="813"/>
                </a:lnTo>
                <a:lnTo>
                  <a:pt x="1352" y="814"/>
                </a:lnTo>
                <a:lnTo>
                  <a:pt x="1352" y="815"/>
                </a:lnTo>
                <a:lnTo>
                  <a:pt x="1351" y="815"/>
                </a:lnTo>
                <a:lnTo>
                  <a:pt x="1352" y="815"/>
                </a:lnTo>
                <a:lnTo>
                  <a:pt x="1352" y="816"/>
                </a:lnTo>
                <a:lnTo>
                  <a:pt x="1351" y="816"/>
                </a:lnTo>
                <a:lnTo>
                  <a:pt x="1351" y="817"/>
                </a:lnTo>
                <a:lnTo>
                  <a:pt x="1352" y="817"/>
                </a:lnTo>
                <a:lnTo>
                  <a:pt x="1352" y="818"/>
                </a:lnTo>
                <a:lnTo>
                  <a:pt x="1352" y="819"/>
                </a:lnTo>
                <a:lnTo>
                  <a:pt x="1352" y="820"/>
                </a:lnTo>
                <a:lnTo>
                  <a:pt x="1352" y="821"/>
                </a:lnTo>
                <a:lnTo>
                  <a:pt x="1352" y="822"/>
                </a:lnTo>
                <a:lnTo>
                  <a:pt x="1351" y="822"/>
                </a:lnTo>
                <a:lnTo>
                  <a:pt x="1351" y="823"/>
                </a:lnTo>
                <a:lnTo>
                  <a:pt x="1351" y="824"/>
                </a:lnTo>
                <a:lnTo>
                  <a:pt x="1351" y="825"/>
                </a:lnTo>
                <a:lnTo>
                  <a:pt x="1350" y="826"/>
                </a:lnTo>
                <a:lnTo>
                  <a:pt x="1350" y="827"/>
                </a:lnTo>
                <a:lnTo>
                  <a:pt x="1349" y="828"/>
                </a:lnTo>
                <a:lnTo>
                  <a:pt x="1347" y="828"/>
                </a:lnTo>
                <a:lnTo>
                  <a:pt x="1346" y="829"/>
                </a:lnTo>
                <a:lnTo>
                  <a:pt x="1345" y="829"/>
                </a:lnTo>
                <a:lnTo>
                  <a:pt x="1345" y="830"/>
                </a:lnTo>
                <a:lnTo>
                  <a:pt x="1344" y="830"/>
                </a:lnTo>
                <a:lnTo>
                  <a:pt x="1343" y="830"/>
                </a:lnTo>
                <a:lnTo>
                  <a:pt x="1343" y="831"/>
                </a:lnTo>
                <a:lnTo>
                  <a:pt x="1342" y="831"/>
                </a:lnTo>
                <a:lnTo>
                  <a:pt x="1341" y="831"/>
                </a:lnTo>
                <a:lnTo>
                  <a:pt x="1341" y="832"/>
                </a:lnTo>
                <a:lnTo>
                  <a:pt x="1340" y="832"/>
                </a:lnTo>
                <a:lnTo>
                  <a:pt x="1340" y="834"/>
                </a:lnTo>
                <a:lnTo>
                  <a:pt x="1339" y="834"/>
                </a:lnTo>
                <a:lnTo>
                  <a:pt x="1339" y="835"/>
                </a:lnTo>
                <a:lnTo>
                  <a:pt x="1339" y="836"/>
                </a:lnTo>
                <a:lnTo>
                  <a:pt x="1339" y="837"/>
                </a:lnTo>
                <a:lnTo>
                  <a:pt x="1338" y="837"/>
                </a:lnTo>
                <a:lnTo>
                  <a:pt x="1338" y="838"/>
                </a:lnTo>
                <a:lnTo>
                  <a:pt x="1338" y="839"/>
                </a:lnTo>
                <a:lnTo>
                  <a:pt x="1337" y="840"/>
                </a:lnTo>
                <a:lnTo>
                  <a:pt x="1336" y="841"/>
                </a:lnTo>
                <a:lnTo>
                  <a:pt x="1336" y="842"/>
                </a:lnTo>
                <a:lnTo>
                  <a:pt x="1335" y="842"/>
                </a:lnTo>
                <a:lnTo>
                  <a:pt x="1335" y="843"/>
                </a:lnTo>
                <a:lnTo>
                  <a:pt x="1335" y="844"/>
                </a:lnTo>
                <a:lnTo>
                  <a:pt x="1334" y="845"/>
                </a:lnTo>
                <a:lnTo>
                  <a:pt x="1333" y="845"/>
                </a:lnTo>
                <a:lnTo>
                  <a:pt x="1333" y="846"/>
                </a:lnTo>
                <a:lnTo>
                  <a:pt x="1333" y="847"/>
                </a:lnTo>
                <a:lnTo>
                  <a:pt x="1333" y="848"/>
                </a:lnTo>
                <a:lnTo>
                  <a:pt x="1333" y="849"/>
                </a:lnTo>
                <a:lnTo>
                  <a:pt x="1334" y="850"/>
                </a:lnTo>
                <a:lnTo>
                  <a:pt x="1335" y="850"/>
                </a:lnTo>
                <a:lnTo>
                  <a:pt x="1336" y="850"/>
                </a:lnTo>
                <a:lnTo>
                  <a:pt x="1336" y="849"/>
                </a:lnTo>
                <a:lnTo>
                  <a:pt x="1337" y="850"/>
                </a:lnTo>
                <a:lnTo>
                  <a:pt x="1339" y="850"/>
                </a:lnTo>
                <a:lnTo>
                  <a:pt x="1340" y="851"/>
                </a:lnTo>
                <a:lnTo>
                  <a:pt x="1340" y="852"/>
                </a:lnTo>
                <a:lnTo>
                  <a:pt x="1341" y="852"/>
                </a:lnTo>
                <a:lnTo>
                  <a:pt x="1342" y="852"/>
                </a:lnTo>
                <a:lnTo>
                  <a:pt x="1342" y="853"/>
                </a:lnTo>
                <a:lnTo>
                  <a:pt x="1342" y="854"/>
                </a:lnTo>
                <a:lnTo>
                  <a:pt x="1342" y="855"/>
                </a:lnTo>
                <a:lnTo>
                  <a:pt x="1343" y="855"/>
                </a:lnTo>
                <a:lnTo>
                  <a:pt x="1343" y="856"/>
                </a:lnTo>
                <a:lnTo>
                  <a:pt x="1343" y="857"/>
                </a:lnTo>
                <a:lnTo>
                  <a:pt x="1342" y="858"/>
                </a:lnTo>
                <a:lnTo>
                  <a:pt x="1341" y="859"/>
                </a:lnTo>
                <a:lnTo>
                  <a:pt x="1340" y="859"/>
                </a:lnTo>
                <a:lnTo>
                  <a:pt x="1339" y="859"/>
                </a:lnTo>
                <a:lnTo>
                  <a:pt x="1337" y="859"/>
                </a:lnTo>
                <a:lnTo>
                  <a:pt x="1337" y="860"/>
                </a:lnTo>
                <a:lnTo>
                  <a:pt x="1336" y="860"/>
                </a:lnTo>
                <a:lnTo>
                  <a:pt x="1335" y="861"/>
                </a:lnTo>
                <a:lnTo>
                  <a:pt x="1335" y="862"/>
                </a:lnTo>
                <a:lnTo>
                  <a:pt x="1335" y="863"/>
                </a:lnTo>
                <a:lnTo>
                  <a:pt x="1336" y="863"/>
                </a:lnTo>
                <a:lnTo>
                  <a:pt x="1337" y="864"/>
                </a:lnTo>
                <a:lnTo>
                  <a:pt x="1338" y="864"/>
                </a:lnTo>
                <a:lnTo>
                  <a:pt x="1339" y="864"/>
                </a:lnTo>
                <a:lnTo>
                  <a:pt x="1340" y="864"/>
                </a:lnTo>
                <a:lnTo>
                  <a:pt x="1340" y="863"/>
                </a:lnTo>
                <a:lnTo>
                  <a:pt x="1341" y="863"/>
                </a:lnTo>
                <a:lnTo>
                  <a:pt x="1341" y="864"/>
                </a:lnTo>
                <a:lnTo>
                  <a:pt x="1340" y="864"/>
                </a:lnTo>
                <a:lnTo>
                  <a:pt x="1340" y="865"/>
                </a:lnTo>
                <a:lnTo>
                  <a:pt x="1340" y="866"/>
                </a:lnTo>
                <a:lnTo>
                  <a:pt x="1339" y="866"/>
                </a:lnTo>
                <a:lnTo>
                  <a:pt x="1339" y="867"/>
                </a:lnTo>
                <a:lnTo>
                  <a:pt x="1339" y="868"/>
                </a:lnTo>
                <a:lnTo>
                  <a:pt x="1340" y="869"/>
                </a:lnTo>
                <a:lnTo>
                  <a:pt x="1340" y="870"/>
                </a:lnTo>
                <a:lnTo>
                  <a:pt x="1341" y="870"/>
                </a:lnTo>
                <a:lnTo>
                  <a:pt x="1340" y="871"/>
                </a:lnTo>
                <a:lnTo>
                  <a:pt x="1340" y="872"/>
                </a:lnTo>
                <a:lnTo>
                  <a:pt x="1340" y="873"/>
                </a:lnTo>
                <a:lnTo>
                  <a:pt x="1339" y="873"/>
                </a:lnTo>
                <a:lnTo>
                  <a:pt x="1338" y="873"/>
                </a:lnTo>
                <a:lnTo>
                  <a:pt x="1337" y="873"/>
                </a:lnTo>
                <a:lnTo>
                  <a:pt x="1337" y="874"/>
                </a:lnTo>
                <a:lnTo>
                  <a:pt x="1337" y="873"/>
                </a:lnTo>
                <a:lnTo>
                  <a:pt x="1336" y="873"/>
                </a:lnTo>
                <a:lnTo>
                  <a:pt x="1335" y="873"/>
                </a:lnTo>
                <a:lnTo>
                  <a:pt x="1334" y="873"/>
                </a:lnTo>
                <a:lnTo>
                  <a:pt x="1334" y="874"/>
                </a:lnTo>
                <a:lnTo>
                  <a:pt x="1335" y="874"/>
                </a:lnTo>
                <a:lnTo>
                  <a:pt x="1336" y="874"/>
                </a:lnTo>
                <a:lnTo>
                  <a:pt x="1336" y="875"/>
                </a:lnTo>
                <a:lnTo>
                  <a:pt x="1336" y="876"/>
                </a:lnTo>
                <a:lnTo>
                  <a:pt x="1335" y="876"/>
                </a:lnTo>
                <a:lnTo>
                  <a:pt x="1334" y="876"/>
                </a:lnTo>
                <a:lnTo>
                  <a:pt x="1334" y="877"/>
                </a:lnTo>
                <a:lnTo>
                  <a:pt x="1334" y="878"/>
                </a:lnTo>
                <a:lnTo>
                  <a:pt x="1334" y="879"/>
                </a:lnTo>
                <a:lnTo>
                  <a:pt x="1333" y="879"/>
                </a:lnTo>
                <a:lnTo>
                  <a:pt x="1332" y="879"/>
                </a:lnTo>
                <a:lnTo>
                  <a:pt x="1331" y="879"/>
                </a:lnTo>
                <a:lnTo>
                  <a:pt x="1331" y="878"/>
                </a:lnTo>
                <a:lnTo>
                  <a:pt x="1331" y="877"/>
                </a:lnTo>
                <a:lnTo>
                  <a:pt x="1331" y="876"/>
                </a:lnTo>
                <a:lnTo>
                  <a:pt x="1330" y="876"/>
                </a:lnTo>
                <a:lnTo>
                  <a:pt x="1329" y="876"/>
                </a:lnTo>
                <a:lnTo>
                  <a:pt x="1328" y="876"/>
                </a:lnTo>
                <a:lnTo>
                  <a:pt x="1328" y="879"/>
                </a:lnTo>
                <a:lnTo>
                  <a:pt x="1328" y="880"/>
                </a:lnTo>
                <a:lnTo>
                  <a:pt x="1327" y="880"/>
                </a:lnTo>
                <a:lnTo>
                  <a:pt x="1327" y="881"/>
                </a:lnTo>
                <a:lnTo>
                  <a:pt x="1326" y="881"/>
                </a:lnTo>
                <a:lnTo>
                  <a:pt x="1325" y="882"/>
                </a:lnTo>
                <a:lnTo>
                  <a:pt x="1324" y="882"/>
                </a:lnTo>
                <a:lnTo>
                  <a:pt x="1323" y="883"/>
                </a:lnTo>
                <a:lnTo>
                  <a:pt x="1321" y="883"/>
                </a:lnTo>
                <a:lnTo>
                  <a:pt x="1320" y="883"/>
                </a:lnTo>
                <a:lnTo>
                  <a:pt x="1319" y="883"/>
                </a:lnTo>
                <a:lnTo>
                  <a:pt x="1318" y="883"/>
                </a:lnTo>
                <a:lnTo>
                  <a:pt x="1318" y="884"/>
                </a:lnTo>
                <a:lnTo>
                  <a:pt x="1317" y="884"/>
                </a:lnTo>
                <a:lnTo>
                  <a:pt x="1317" y="885"/>
                </a:lnTo>
                <a:lnTo>
                  <a:pt x="1316" y="885"/>
                </a:lnTo>
                <a:lnTo>
                  <a:pt x="1316" y="886"/>
                </a:lnTo>
                <a:lnTo>
                  <a:pt x="1316" y="887"/>
                </a:lnTo>
                <a:lnTo>
                  <a:pt x="1317" y="888"/>
                </a:lnTo>
                <a:lnTo>
                  <a:pt x="1317" y="889"/>
                </a:lnTo>
                <a:lnTo>
                  <a:pt x="1317" y="890"/>
                </a:lnTo>
                <a:lnTo>
                  <a:pt x="1318" y="890"/>
                </a:lnTo>
                <a:lnTo>
                  <a:pt x="1319" y="891"/>
                </a:lnTo>
                <a:lnTo>
                  <a:pt x="1319" y="892"/>
                </a:lnTo>
                <a:lnTo>
                  <a:pt x="1320" y="892"/>
                </a:lnTo>
                <a:lnTo>
                  <a:pt x="1321" y="893"/>
                </a:lnTo>
                <a:lnTo>
                  <a:pt x="1322" y="894"/>
                </a:lnTo>
                <a:lnTo>
                  <a:pt x="1322" y="895"/>
                </a:lnTo>
                <a:lnTo>
                  <a:pt x="1322" y="896"/>
                </a:lnTo>
                <a:lnTo>
                  <a:pt x="1320" y="898"/>
                </a:lnTo>
                <a:lnTo>
                  <a:pt x="1320" y="899"/>
                </a:lnTo>
                <a:lnTo>
                  <a:pt x="1319" y="900"/>
                </a:lnTo>
                <a:lnTo>
                  <a:pt x="1318" y="901"/>
                </a:lnTo>
                <a:lnTo>
                  <a:pt x="1317" y="901"/>
                </a:lnTo>
                <a:lnTo>
                  <a:pt x="1317" y="902"/>
                </a:lnTo>
                <a:lnTo>
                  <a:pt x="1316" y="903"/>
                </a:lnTo>
                <a:lnTo>
                  <a:pt x="1316" y="904"/>
                </a:lnTo>
                <a:lnTo>
                  <a:pt x="1315" y="904"/>
                </a:lnTo>
                <a:lnTo>
                  <a:pt x="1315" y="905"/>
                </a:lnTo>
                <a:lnTo>
                  <a:pt x="1315" y="906"/>
                </a:lnTo>
                <a:lnTo>
                  <a:pt x="1315" y="907"/>
                </a:lnTo>
                <a:lnTo>
                  <a:pt x="1315" y="908"/>
                </a:lnTo>
                <a:lnTo>
                  <a:pt x="1316" y="908"/>
                </a:lnTo>
                <a:lnTo>
                  <a:pt x="1315" y="908"/>
                </a:lnTo>
                <a:lnTo>
                  <a:pt x="1315" y="909"/>
                </a:lnTo>
                <a:lnTo>
                  <a:pt x="1315" y="910"/>
                </a:lnTo>
                <a:lnTo>
                  <a:pt x="1314" y="910"/>
                </a:lnTo>
                <a:lnTo>
                  <a:pt x="1313" y="910"/>
                </a:lnTo>
                <a:lnTo>
                  <a:pt x="1313" y="909"/>
                </a:lnTo>
                <a:lnTo>
                  <a:pt x="1312" y="909"/>
                </a:lnTo>
                <a:lnTo>
                  <a:pt x="1311" y="909"/>
                </a:lnTo>
                <a:lnTo>
                  <a:pt x="1310" y="909"/>
                </a:lnTo>
                <a:lnTo>
                  <a:pt x="1310" y="910"/>
                </a:lnTo>
                <a:lnTo>
                  <a:pt x="1309" y="910"/>
                </a:lnTo>
                <a:lnTo>
                  <a:pt x="1308" y="910"/>
                </a:lnTo>
                <a:lnTo>
                  <a:pt x="1308" y="911"/>
                </a:lnTo>
                <a:lnTo>
                  <a:pt x="1307" y="912"/>
                </a:lnTo>
                <a:lnTo>
                  <a:pt x="1308" y="912"/>
                </a:lnTo>
                <a:lnTo>
                  <a:pt x="1308" y="913"/>
                </a:lnTo>
                <a:lnTo>
                  <a:pt x="1309" y="913"/>
                </a:lnTo>
                <a:lnTo>
                  <a:pt x="1309" y="914"/>
                </a:lnTo>
                <a:lnTo>
                  <a:pt x="1309" y="915"/>
                </a:lnTo>
                <a:lnTo>
                  <a:pt x="1308" y="915"/>
                </a:lnTo>
                <a:lnTo>
                  <a:pt x="1307" y="916"/>
                </a:lnTo>
                <a:lnTo>
                  <a:pt x="1306" y="916"/>
                </a:lnTo>
                <a:lnTo>
                  <a:pt x="1306" y="917"/>
                </a:lnTo>
                <a:lnTo>
                  <a:pt x="1306" y="918"/>
                </a:lnTo>
                <a:lnTo>
                  <a:pt x="1307" y="918"/>
                </a:lnTo>
                <a:lnTo>
                  <a:pt x="1306" y="919"/>
                </a:lnTo>
                <a:lnTo>
                  <a:pt x="1305" y="919"/>
                </a:lnTo>
                <a:lnTo>
                  <a:pt x="1304" y="919"/>
                </a:lnTo>
                <a:lnTo>
                  <a:pt x="1304" y="918"/>
                </a:lnTo>
                <a:lnTo>
                  <a:pt x="1303" y="918"/>
                </a:lnTo>
                <a:lnTo>
                  <a:pt x="1303" y="917"/>
                </a:lnTo>
                <a:lnTo>
                  <a:pt x="1302" y="917"/>
                </a:lnTo>
                <a:lnTo>
                  <a:pt x="1302" y="916"/>
                </a:lnTo>
                <a:lnTo>
                  <a:pt x="1301" y="916"/>
                </a:lnTo>
                <a:lnTo>
                  <a:pt x="1301" y="915"/>
                </a:lnTo>
                <a:lnTo>
                  <a:pt x="1299" y="915"/>
                </a:lnTo>
                <a:lnTo>
                  <a:pt x="1299" y="916"/>
                </a:lnTo>
                <a:lnTo>
                  <a:pt x="1298" y="916"/>
                </a:lnTo>
                <a:lnTo>
                  <a:pt x="1297" y="916"/>
                </a:lnTo>
                <a:lnTo>
                  <a:pt x="1297" y="917"/>
                </a:lnTo>
                <a:lnTo>
                  <a:pt x="1297" y="918"/>
                </a:lnTo>
                <a:lnTo>
                  <a:pt x="1297" y="919"/>
                </a:lnTo>
                <a:lnTo>
                  <a:pt x="1296" y="919"/>
                </a:lnTo>
                <a:lnTo>
                  <a:pt x="1295" y="919"/>
                </a:lnTo>
                <a:lnTo>
                  <a:pt x="1295" y="920"/>
                </a:lnTo>
                <a:lnTo>
                  <a:pt x="1295" y="921"/>
                </a:lnTo>
                <a:lnTo>
                  <a:pt x="1295" y="922"/>
                </a:lnTo>
                <a:lnTo>
                  <a:pt x="1296" y="922"/>
                </a:lnTo>
                <a:lnTo>
                  <a:pt x="1296" y="923"/>
                </a:lnTo>
                <a:lnTo>
                  <a:pt x="1295" y="923"/>
                </a:lnTo>
                <a:lnTo>
                  <a:pt x="1294" y="923"/>
                </a:lnTo>
                <a:lnTo>
                  <a:pt x="1294" y="922"/>
                </a:lnTo>
                <a:lnTo>
                  <a:pt x="1293" y="922"/>
                </a:lnTo>
                <a:lnTo>
                  <a:pt x="1293" y="923"/>
                </a:lnTo>
                <a:lnTo>
                  <a:pt x="1293" y="924"/>
                </a:lnTo>
                <a:lnTo>
                  <a:pt x="1293" y="925"/>
                </a:lnTo>
                <a:lnTo>
                  <a:pt x="1293" y="926"/>
                </a:lnTo>
                <a:lnTo>
                  <a:pt x="1293" y="927"/>
                </a:lnTo>
                <a:lnTo>
                  <a:pt x="1293" y="928"/>
                </a:lnTo>
                <a:lnTo>
                  <a:pt x="1294" y="928"/>
                </a:lnTo>
                <a:lnTo>
                  <a:pt x="1295" y="928"/>
                </a:lnTo>
                <a:lnTo>
                  <a:pt x="1296" y="928"/>
                </a:lnTo>
                <a:lnTo>
                  <a:pt x="1297" y="928"/>
                </a:lnTo>
                <a:lnTo>
                  <a:pt x="1297" y="929"/>
                </a:lnTo>
                <a:lnTo>
                  <a:pt x="1297" y="930"/>
                </a:lnTo>
                <a:lnTo>
                  <a:pt x="1296" y="930"/>
                </a:lnTo>
                <a:lnTo>
                  <a:pt x="1295" y="930"/>
                </a:lnTo>
                <a:lnTo>
                  <a:pt x="1295" y="929"/>
                </a:lnTo>
                <a:lnTo>
                  <a:pt x="1294" y="929"/>
                </a:lnTo>
                <a:lnTo>
                  <a:pt x="1293" y="929"/>
                </a:lnTo>
                <a:lnTo>
                  <a:pt x="1293" y="930"/>
                </a:lnTo>
                <a:lnTo>
                  <a:pt x="1293" y="931"/>
                </a:lnTo>
                <a:lnTo>
                  <a:pt x="1293" y="932"/>
                </a:lnTo>
                <a:lnTo>
                  <a:pt x="1293" y="933"/>
                </a:lnTo>
                <a:lnTo>
                  <a:pt x="1294" y="933"/>
                </a:lnTo>
                <a:lnTo>
                  <a:pt x="1295" y="933"/>
                </a:lnTo>
                <a:lnTo>
                  <a:pt x="1295" y="934"/>
                </a:lnTo>
                <a:lnTo>
                  <a:pt x="1294" y="934"/>
                </a:lnTo>
                <a:lnTo>
                  <a:pt x="1293" y="934"/>
                </a:lnTo>
                <a:lnTo>
                  <a:pt x="1293" y="935"/>
                </a:lnTo>
                <a:lnTo>
                  <a:pt x="1292" y="935"/>
                </a:lnTo>
                <a:lnTo>
                  <a:pt x="1291" y="935"/>
                </a:lnTo>
                <a:lnTo>
                  <a:pt x="1291" y="936"/>
                </a:lnTo>
                <a:lnTo>
                  <a:pt x="1290" y="937"/>
                </a:lnTo>
                <a:lnTo>
                  <a:pt x="1290" y="938"/>
                </a:lnTo>
                <a:lnTo>
                  <a:pt x="1289" y="938"/>
                </a:lnTo>
                <a:lnTo>
                  <a:pt x="1289" y="939"/>
                </a:lnTo>
                <a:lnTo>
                  <a:pt x="1289" y="940"/>
                </a:lnTo>
                <a:lnTo>
                  <a:pt x="1290" y="940"/>
                </a:lnTo>
                <a:lnTo>
                  <a:pt x="1290" y="939"/>
                </a:lnTo>
                <a:lnTo>
                  <a:pt x="1290" y="938"/>
                </a:lnTo>
                <a:lnTo>
                  <a:pt x="1291" y="938"/>
                </a:lnTo>
                <a:lnTo>
                  <a:pt x="1291" y="939"/>
                </a:lnTo>
                <a:lnTo>
                  <a:pt x="1292" y="939"/>
                </a:lnTo>
                <a:lnTo>
                  <a:pt x="1292" y="940"/>
                </a:lnTo>
                <a:lnTo>
                  <a:pt x="1293" y="940"/>
                </a:lnTo>
                <a:lnTo>
                  <a:pt x="1294" y="940"/>
                </a:lnTo>
                <a:lnTo>
                  <a:pt x="1295" y="940"/>
                </a:lnTo>
                <a:lnTo>
                  <a:pt x="1295" y="941"/>
                </a:lnTo>
                <a:lnTo>
                  <a:pt x="1294" y="941"/>
                </a:lnTo>
                <a:lnTo>
                  <a:pt x="1295" y="941"/>
                </a:lnTo>
                <a:lnTo>
                  <a:pt x="1295" y="942"/>
                </a:lnTo>
                <a:lnTo>
                  <a:pt x="1295" y="944"/>
                </a:lnTo>
                <a:lnTo>
                  <a:pt x="1294" y="944"/>
                </a:lnTo>
                <a:lnTo>
                  <a:pt x="1293" y="944"/>
                </a:lnTo>
                <a:lnTo>
                  <a:pt x="1292" y="944"/>
                </a:lnTo>
                <a:lnTo>
                  <a:pt x="1291" y="944"/>
                </a:lnTo>
                <a:lnTo>
                  <a:pt x="1291" y="945"/>
                </a:lnTo>
                <a:lnTo>
                  <a:pt x="1291" y="946"/>
                </a:lnTo>
                <a:lnTo>
                  <a:pt x="1292" y="946"/>
                </a:lnTo>
                <a:lnTo>
                  <a:pt x="1292" y="947"/>
                </a:lnTo>
                <a:lnTo>
                  <a:pt x="1293" y="947"/>
                </a:lnTo>
                <a:lnTo>
                  <a:pt x="1293" y="948"/>
                </a:lnTo>
                <a:lnTo>
                  <a:pt x="1294" y="948"/>
                </a:lnTo>
                <a:lnTo>
                  <a:pt x="1293" y="949"/>
                </a:lnTo>
                <a:lnTo>
                  <a:pt x="1292" y="949"/>
                </a:lnTo>
                <a:lnTo>
                  <a:pt x="1292" y="948"/>
                </a:lnTo>
                <a:lnTo>
                  <a:pt x="1291" y="948"/>
                </a:lnTo>
                <a:lnTo>
                  <a:pt x="1291" y="947"/>
                </a:lnTo>
                <a:lnTo>
                  <a:pt x="1290" y="947"/>
                </a:lnTo>
                <a:lnTo>
                  <a:pt x="1289" y="947"/>
                </a:lnTo>
                <a:lnTo>
                  <a:pt x="1289" y="948"/>
                </a:lnTo>
                <a:lnTo>
                  <a:pt x="1289" y="949"/>
                </a:lnTo>
                <a:lnTo>
                  <a:pt x="1288" y="949"/>
                </a:lnTo>
                <a:lnTo>
                  <a:pt x="1287" y="949"/>
                </a:lnTo>
                <a:lnTo>
                  <a:pt x="1288" y="949"/>
                </a:lnTo>
                <a:lnTo>
                  <a:pt x="1288" y="950"/>
                </a:lnTo>
                <a:lnTo>
                  <a:pt x="1287" y="950"/>
                </a:lnTo>
                <a:lnTo>
                  <a:pt x="1287" y="951"/>
                </a:lnTo>
                <a:lnTo>
                  <a:pt x="1287" y="952"/>
                </a:lnTo>
                <a:lnTo>
                  <a:pt x="1288" y="952"/>
                </a:lnTo>
                <a:lnTo>
                  <a:pt x="1288" y="953"/>
                </a:lnTo>
                <a:lnTo>
                  <a:pt x="1288" y="954"/>
                </a:lnTo>
                <a:lnTo>
                  <a:pt x="1287" y="954"/>
                </a:lnTo>
                <a:lnTo>
                  <a:pt x="1286" y="954"/>
                </a:lnTo>
                <a:lnTo>
                  <a:pt x="1285" y="954"/>
                </a:lnTo>
                <a:lnTo>
                  <a:pt x="1285" y="953"/>
                </a:lnTo>
                <a:lnTo>
                  <a:pt x="1284" y="953"/>
                </a:lnTo>
                <a:lnTo>
                  <a:pt x="1284" y="954"/>
                </a:lnTo>
                <a:lnTo>
                  <a:pt x="1283" y="954"/>
                </a:lnTo>
                <a:lnTo>
                  <a:pt x="1284" y="954"/>
                </a:lnTo>
                <a:lnTo>
                  <a:pt x="1283" y="954"/>
                </a:lnTo>
                <a:lnTo>
                  <a:pt x="1283" y="955"/>
                </a:lnTo>
                <a:lnTo>
                  <a:pt x="1282" y="955"/>
                </a:lnTo>
                <a:lnTo>
                  <a:pt x="1281" y="955"/>
                </a:lnTo>
                <a:lnTo>
                  <a:pt x="1280" y="955"/>
                </a:lnTo>
                <a:lnTo>
                  <a:pt x="1281" y="955"/>
                </a:lnTo>
                <a:lnTo>
                  <a:pt x="1280" y="955"/>
                </a:lnTo>
                <a:lnTo>
                  <a:pt x="1280" y="956"/>
                </a:lnTo>
                <a:lnTo>
                  <a:pt x="1279" y="956"/>
                </a:lnTo>
                <a:lnTo>
                  <a:pt x="1279" y="957"/>
                </a:lnTo>
                <a:lnTo>
                  <a:pt x="1279" y="956"/>
                </a:lnTo>
                <a:lnTo>
                  <a:pt x="1278" y="956"/>
                </a:lnTo>
                <a:lnTo>
                  <a:pt x="1278" y="957"/>
                </a:lnTo>
                <a:lnTo>
                  <a:pt x="1277" y="957"/>
                </a:lnTo>
                <a:lnTo>
                  <a:pt x="1276" y="957"/>
                </a:lnTo>
                <a:lnTo>
                  <a:pt x="1276" y="958"/>
                </a:lnTo>
                <a:lnTo>
                  <a:pt x="1275" y="957"/>
                </a:lnTo>
                <a:lnTo>
                  <a:pt x="1275" y="958"/>
                </a:lnTo>
                <a:lnTo>
                  <a:pt x="1274" y="958"/>
                </a:lnTo>
                <a:lnTo>
                  <a:pt x="1274" y="959"/>
                </a:lnTo>
                <a:lnTo>
                  <a:pt x="1274" y="958"/>
                </a:lnTo>
                <a:lnTo>
                  <a:pt x="1273" y="958"/>
                </a:lnTo>
                <a:lnTo>
                  <a:pt x="1273" y="959"/>
                </a:lnTo>
                <a:lnTo>
                  <a:pt x="1272" y="959"/>
                </a:lnTo>
                <a:lnTo>
                  <a:pt x="1271" y="960"/>
                </a:lnTo>
                <a:lnTo>
                  <a:pt x="1270" y="960"/>
                </a:lnTo>
                <a:lnTo>
                  <a:pt x="1270" y="961"/>
                </a:lnTo>
                <a:lnTo>
                  <a:pt x="1269" y="961"/>
                </a:lnTo>
                <a:lnTo>
                  <a:pt x="1270" y="961"/>
                </a:lnTo>
                <a:lnTo>
                  <a:pt x="1270" y="960"/>
                </a:lnTo>
                <a:lnTo>
                  <a:pt x="1269" y="960"/>
                </a:lnTo>
                <a:lnTo>
                  <a:pt x="1269" y="961"/>
                </a:lnTo>
                <a:lnTo>
                  <a:pt x="1269" y="960"/>
                </a:lnTo>
                <a:lnTo>
                  <a:pt x="1268" y="960"/>
                </a:lnTo>
                <a:lnTo>
                  <a:pt x="1268" y="961"/>
                </a:lnTo>
                <a:lnTo>
                  <a:pt x="1267" y="961"/>
                </a:lnTo>
                <a:lnTo>
                  <a:pt x="1266" y="961"/>
                </a:lnTo>
                <a:lnTo>
                  <a:pt x="1265" y="961"/>
                </a:lnTo>
                <a:lnTo>
                  <a:pt x="1265" y="962"/>
                </a:lnTo>
                <a:lnTo>
                  <a:pt x="1265" y="963"/>
                </a:lnTo>
                <a:lnTo>
                  <a:pt x="1264" y="963"/>
                </a:lnTo>
                <a:lnTo>
                  <a:pt x="1263" y="963"/>
                </a:lnTo>
                <a:lnTo>
                  <a:pt x="1264" y="963"/>
                </a:lnTo>
                <a:lnTo>
                  <a:pt x="1264" y="964"/>
                </a:lnTo>
                <a:lnTo>
                  <a:pt x="1263" y="964"/>
                </a:lnTo>
                <a:lnTo>
                  <a:pt x="1264" y="965"/>
                </a:lnTo>
                <a:lnTo>
                  <a:pt x="1263" y="965"/>
                </a:lnTo>
                <a:lnTo>
                  <a:pt x="1263" y="966"/>
                </a:lnTo>
                <a:lnTo>
                  <a:pt x="1262" y="966"/>
                </a:lnTo>
                <a:lnTo>
                  <a:pt x="1261" y="967"/>
                </a:lnTo>
                <a:lnTo>
                  <a:pt x="1262" y="967"/>
                </a:lnTo>
                <a:lnTo>
                  <a:pt x="1262" y="968"/>
                </a:lnTo>
                <a:lnTo>
                  <a:pt x="1261" y="968"/>
                </a:lnTo>
                <a:lnTo>
                  <a:pt x="1261" y="969"/>
                </a:lnTo>
                <a:lnTo>
                  <a:pt x="1260" y="969"/>
                </a:lnTo>
                <a:lnTo>
                  <a:pt x="1261" y="969"/>
                </a:lnTo>
                <a:lnTo>
                  <a:pt x="1262" y="969"/>
                </a:lnTo>
                <a:lnTo>
                  <a:pt x="1262" y="970"/>
                </a:lnTo>
                <a:lnTo>
                  <a:pt x="1261" y="970"/>
                </a:lnTo>
                <a:lnTo>
                  <a:pt x="1260" y="970"/>
                </a:lnTo>
                <a:lnTo>
                  <a:pt x="1259" y="970"/>
                </a:lnTo>
                <a:lnTo>
                  <a:pt x="1259" y="971"/>
                </a:lnTo>
                <a:lnTo>
                  <a:pt x="1260" y="971"/>
                </a:lnTo>
                <a:lnTo>
                  <a:pt x="1260" y="972"/>
                </a:lnTo>
                <a:lnTo>
                  <a:pt x="1259" y="971"/>
                </a:lnTo>
                <a:lnTo>
                  <a:pt x="1258" y="971"/>
                </a:lnTo>
                <a:lnTo>
                  <a:pt x="1258" y="972"/>
                </a:lnTo>
                <a:lnTo>
                  <a:pt x="1259" y="972"/>
                </a:lnTo>
                <a:lnTo>
                  <a:pt x="1258" y="973"/>
                </a:lnTo>
                <a:lnTo>
                  <a:pt x="1259" y="973"/>
                </a:lnTo>
                <a:lnTo>
                  <a:pt x="1259" y="974"/>
                </a:lnTo>
                <a:lnTo>
                  <a:pt x="1258" y="974"/>
                </a:lnTo>
                <a:lnTo>
                  <a:pt x="1258" y="975"/>
                </a:lnTo>
                <a:lnTo>
                  <a:pt x="1259" y="975"/>
                </a:lnTo>
                <a:lnTo>
                  <a:pt x="1259" y="974"/>
                </a:lnTo>
                <a:lnTo>
                  <a:pt x="1259" y="975"/>
                </a:lnTo>
                <a:lnTo>
                  <a:pt x="1258" y="977"/>
                </a:lnTo>
                <a:lnTo>
                  <a:pt x="1259" y="977"/>
                </a:lnTo>
                <a:lnTo>
                  <a:pt x="1259" y="978"/>
                </a:lnTo>
                <a:lnTo>
                  <a:pt x="1259" y="979"/>
                </a:lnTo>
                <a:lnTo>
                  <a:pt x="1258" y="979"/>
                </a:lnTo>
                <a:lnTo>
                  <a:pt x="1258" y="978"/>
                </a:lnTo>
                <a:lnTo>
                  <a:pt x="1257" y="978"/>
                </a:lnTo>
                <a:lnTo>
                  <a:pt x="1258" y="979"/>
                </a:lnTo>
                <a:lnTo>
                  <a:pt x="1257" y="979"/>
                </a:lnTo>
                <a:lnTo>
                  <a:pt x="1257" y="980"/>
                </a:lnTo>
                <a:lnTo>
                  <a:pt x="1256" y="980"/>
                </a:lnTo>
                <a:lnTo>
                  <a:pt x="1256" y="981"/>
                </a:lnTo>
                <a:lnTo>
                  <a:pt x="1256" y="982"/>
                </a:lnTo>
                <a:lnTo>
                  <a:pt x="1256" y="981"/>
                </a:lnTo>
                <a:lnTo>
                  <a:pt x="1257" y="981"/>
                </a:lnTo>
                <a:lnTo>
                  <a:pt x="1257" y="982"/>
                </a:lnTo>
                <a:lnTo>
                  <a:pt x="1257" y="983"/>
                </a:lnTo>
                <a:lnTo>
                  <a:pt x="1256" y="983"/>
                </a:lnTo>
                <a:lnTo>
                  <a:pt x="1256" y="984"/>
                </a:lnTo>
                <a:lnTo>
                  <a:pt x="1256" y="983"/>
                </a:lnTo>
                <a:lnTo>
                  <a:pt x="1256" y="984"/>
                </a:lnTo>
                <a:lnTo>
                  <a:pt x="1255" y="984"/>
                </a:lnTo>
                <a:lnTo>
                  <a:pt x="1255" y="985"/>
                </a:lnTo>
                <a:lnTo>
                  <a:pt x="1256" y="985"/>
                </a:lnTo>
                <a:lnTo>
                  <a:pt x="1256" y="986"/>
                </a:lnTo>
                <a:lnTo>
                  <a:pt x="1255" y="986"/>
                </a:lnTo>
                <a:lnTo>
                  <a:pt x="1254" y="986"/>
                </a:lnTo>
                <a:lnTo>
                  <a:pt x="1255" y="986"/>
                </a:lnTo>
                <a:lnTo>
                  <a:pt x="1255" y="987"/>
                </a:lnTo>
                <a:lnTo>
                  <a:pt x="1256" y="987"/>
                </a:lnTo>
                <a:lnTo>
                  <a:pt x="1255" y="987"/>
                </a:lnTo>
                <a:lnTo>
                  <a:pt x="1254" y="987"/>
                </a:lnTo>
                <a:lnTo>
                  <a:pt x="1254" y="988"/>
                </a:lnTo>
                <a:lnTo>
                  <a:pt x="1255" y="988"/>
                </a:lnTo>
                <a:lnTo>
                  <a:pt x="1254" y="988"/>
                </a:lnTo>
                <a:lnTo>
                  <a:pt x="1254" y="989"/>
                </a:lnTo>
                <a:lnTo>
                  <a:pt x="1255" y="989"/>
                </a:lnTo>
                <a:lnTo>
                  <a:pt x="1254" y="990"/>
                </a:lnTo>
                <a:lnTo>
                  <a:pt x="1255" y="990"/>
                </a:lnTo>
                <a:lnTo>
                  <a:pt x="1255" y="991"/>
                </a:lnTo>
                <a:lnTo>
                  <a:pt x="1254" y="991"/>
                </a:lnTo>
                <a:lnTo>
                  <a:pt x="1254" y="992"/>
                </a:lnTo>
                <a:lnTo>
                  <a:pt x="1253" y="992"/>
                </a:lnTo>
                <a:lnTo>
                  <a:pt x="1254" y="993"/>
                </a:lnTo>
                <a:lnTo>
                  <a:pt x="1254" y="992"/>
                </a:lnTo>
                <a:lnTo>
                  <a:pt x="1255" y="992"/>
                </a:lnTo>
                <a:lnTo>
                  <a:pt x="1255" y="993"/>
                </a:lnTo>
                <a:lnTo>
                  <a:pt x="1254" y="993"/>
                </a:lnTo>
                <a:lnTo>
                  <a:pt x="1255" y="993"/>
                </a:lnTo>
                <a:lnTo>
                  <a:pt x="1254" y="993"/>
                </a:lnTo>
                <a:lnTo>
                  <a:pt x="1254" y="994"/>
                </a:lnTo>
                <a:lnTo>
                  <a:pt x="1255" y="994"/>
                </a:lnTo>
                <a:lnTo>
                  <a:pt x="1254" y="994"/>
                </a:lnTo>
                <a:lnTo>
                  <a:pt x="1255" y="995"/>
                </a:lnTo>
                <a:lnTo>
                  <a:pt x="1256" y="995"/>
                </a:lnTo>
                <a:lnTo>
                  <a:pt x="1256" y="996"/>
                </a:lnTo>
                <a:lnTo>
                  <a:pt x="1256" y="995"/>
                </a:lnTo>
                <a:lnTo>
                  <a:pt x="1256" y="996"/>
                </a:lnTo>
                <a:lnTo>
                  <a:pt x="1257" y="996"/>
                </a:lnTo>
                <a:lnTo>
                  <a:pt x="1256" y="996"/>
                </a:lnTo>
                <a:lnTo>
                  <a:pt x="1256" y="997"/>
                </a:lnTo>
                <a:lnTo>
                  <a:pt x="1257" y="997"/>
                </a:lnTo>
                <a:lnTo>
                  <a:pt x="1257" y="998"/>
                </a:lnTo>
                <a:lnTo>
                  <a:pt x="1257" y="999"/>
                </a:lnTo>
                <a:lnTo>
                  <a:pt x="1257" y="1000"/>
                </a:lnTo>
                <a:lnTo>
                  <a:pt x="1258" y="1000"/>
                </a:lnTo>
                <a:lnTo>
                  <a:pt x="1258" y="1001"/>
                </a:lnTo>
                <a:lnTo>
                  <a:pt x="1258" y="1002"/>
                </a:lnTo>
                <a:lnTo>
                  <a:pt x="1257" y="1002"/>
                </a:lnTo>
                <a:lnTo>
                  <a:pt x="1257" y="1003"/>
                </a:lnTo>
                <a:lnTo>
                  <a:pt x="1258" y="1003"/>
                </a:lnTo>
                <a:lnTo>
                  <a:pt x="1258" y="1004"/>
                </a:lnTo>
                <a:lnTo>
                  <a:pt x="1257" y="1004"/>
                </a:lnTo>
                <a:lnTo>
                  <a:pt x="1258" y="1004"/>
                </a:lnTo>
                <a:lnTo>
                  <a:pt x="1258" y="1005"/>
                </a:lnTo>
                <a:lnTo>
                  <a:pt x="1258" y="1004"/>
                </a:lnTo>
                <a:lnTo>
                  <a:pt x="1258" y="1005"/>
                </a:lnTo>
                <a:lnTo>
                  <a:pt x="1257" y="1005"/>
                </a:lnTo>
                <a:lnTo>
                  <a:pt x="1257" y="1006"/>
                </a:lnTo>
                <a:lnTo>
                  <a:pt x="1257" y="1007"/>
                </a:lnTo>
                <a:lnTo>
                  <a:pt x="1257" y="1006"/>
                </a:lnTo>
                <a:lnTo>
                  <a:pt x="1258" y="1006"/>
                </a:lnTo>
                <a:lnTo>
                  <a:pt x="1258" y="1005"/>
                </a:lnTo>
                <a:lnTo>
                  <a:pt x="1259" y="1005"/>
                </a:lnTo>
                <a:lnTo>
                  <a:pt x="1259" y="1006"/>
                </a:lnTo>
                <a:lnTo>
                  <a:pt x="1258" y="1006"/>
                </a:lnTo>
                <a:lnTo>
                  <a:pt x="1258" y="1007"/>
                </a:lnTo>
                <a:lnTo>
                  <a:pt x="1258" y="1008"/>
                </a:lnTo>
                <a:lnTo>
                  <a:pt x="1257" y="1008"/>
                </a:lnTo>
                <a:lnTo>
                  <a:pt x="1257" y="1007"/>
                </a:lnTo>
                <a:lnTo>
                  <a:pt x="1256" y="1007"/>
                </a:lnTo>
                <a:lnTo>
                  <a:pt x="1256" y="1008"/>
                </a:lnTo>
                <a:lnTo>
                  <a:pt x="1255" y="1008"/>
                </a:lnTo>
                <a:lnTo>
                  <a:pt x="1254" y="1008"/>
                </a:lnTo>
                <a:lnTo>
                  <a:pt x="1254" y="1009"/>
                </a:lnTo>
                <a:lnTo>
                  <a:pt x="1255" y="1009"/>
                </a:lnTo>
                <a:lnTo>
                  <a:pt x="1254" y="1009"/>
                </a:lnTo>
                <a:lnTo>
                  <a:pt x="1254" y="1010"/>
                </a:lnTo>
                <a:lnTo>
                  <a:pt x="1253" y="1010"/>
                </a:lnTo>
                <a:lnTo>
                  <a:pt x="1253" y="1011"/>
                </a:lnTo>
                <a:lnTo>
                  <a:pt x="1252" y="1011"/>
                </a:lnTo>
                <a:lnTo>
                  <a:pt x="1251" y="1011"/>
                </a:lnTo>
                <a:lnTo>
                  <a:pt x="1250" y="1012"/>
                </a:lnTo>
                <a:lnTo>
                  <a:pt x="1251" y="1012"/>
                </a:lnTo>
                <a:lnTo>
                  <a:pt x="1250" y="1012"/>
                </a:lnTo>
                <a:lnTo>
                  <a:pt x="1250" y="1013"/>
                </a:lnTo>
                <a:lnTo>
                  <a:pt x="1249" y="1013"/>
                </a:lnTo>
                <a:lnTo>
                  <a:pt x="1248" y="1014"/>
                </a:lnTo>
                <a:lnTo>
                  <a:pt x="1248" y="1015"/>
                </a:lnTo>
                <a:lnTo>
                  <a:pt x="1248" y="1016"/>
                </a:lnTo>
                <a:lnTo>
                  <a:pt x="1247" y="1016"/>
                </a:lnTo>
                <a:lnTo>
                  <a:pt x="1246" y="1016"/>
                </a:lnTo>
                <a:lnTo>
                  <a:pt x="1246" y="1017"/>
                </a:lnTo>
                <a:lnTo>
                  <a:pt x="1245" y="1017"/>
                </a:lnTo>
                <a:lnTo>
                  <a:pt x="1244" y="1017"/>
                </a:lnTo>
                <a:lnTo>
                  <a:pt x="1244" y="1018"/>
                </a:lnTo>
                <a:lnTo>
                  <a:pt x="1243" y="1018"/>
                </a:lnTo>
                <a:lnTo>
                  <a:pt x="1243" y="1017"/>
                </a:lnTo>
                <a:lnTo>
                  <a:pt x="1242" y="1017"/>
                </a:lnTo>
                <a:lnTo>
                  <a:pt x="1242" y="1018"/>
                </a:lnTo>
                <a:lnTo>
                  <a:pt x="1242" y="1019"/>
                </a:lnTo>
                <a:lnTo>
                  <a:pt x="1242" y="1020"/>
                </a:lnTo>
                <a:lnTo>
                  <a:pt x="1241" y="1020"/>
                </a:lnTo>
                <a:lnTo>
                  <a:pt x="1240" y="1020"/>
                </a:lnTo>
                <a:lnTo>
                  <a:pt x="1240" y="1019"/>
                </a:lnTo>
                <a:lnTo>
                  <a:pt x="1239" y="1019"/>
                </a:lnTo>
                <a:lnTo>
                  <a:pt x="1239" y="1020"/>
                </a:lnTo>
                <a:lnTo>
                  <a:pt x="1238" y="1020"/>
                </a:lnTo>
                <a:lnTo>
                  <a:pt x="1238" y="1019"/>
                </a:lnTo>
                <a:lnTo>
                  <a:pt x="1237" y="1019"/>
                </a:lnTo>
                <a:lnTo>
                  <a:pt x="1236" y="1019"/>
                </a:lnTo>
                <a:lnTo>
                  <a:pt x="1235" y="1019"/>
                </a:lnTo>
                <a:lnTo>
                  <a:pt x="1235" y="1018"/>
                </a:lnTo>
                <a:lnTo>
                  <a:pt x="1234" y="1018"/>
                </a:lnTo>
                <a:lnTo>
                  <a:pt x="1233" y="1018"/>
                </a:lnTo>
                <a:lnTo>
                  <a:pt x="1232" y="1018"/>
                </a:lnTo>
                <a:lnTo>
                  <a:pt x="1232" y="1017"/>
                </a:lnTo>
                <a:lnTo>
                  <a:pt x="1231" y="1017"/>
                </a:lnTo>
                <a:lnTo>
                  <a:pt x="1232" y="1017"/>
                </a:lnTo>
                <a:lnTo>
                  <a:pt x="1232" y="1016"/>
                </a:lnTo>
                <a:lnTo>
                  <a:pt x="1231" y="1016"/>
                </a:lnTo>
                <a:lnTo>
                  <a:pt x="1230" y="1016"/>
                </a:lnTo>
                <a:lnTo>
                  <a:pt x="1230" y="1015"/>
                </a:lnTo>
                <a:lnTo>
                  <a:pt x="1229" y="1015"/>
                </a:lnTo>
                <a:lnTo>
                  <a:pt x="1230" y="1015"/>
                </a:lnTo>
                <a:lnTo>
                  <a:pt x="1229" y="1015"/>
                </a:lnTo>
                <a:lnTo>
                  <a:pt x="1228" y="1015"/>
                </a:lnTo>
                <a:lnTo>
                  <a:pt x="1140" y="992"/>
                </a:lnTo>
                <a:lnTo>
                  <a:pt x="1139" y="992"/>
                </a:lnTo>
                <a:lnTo>
                  <a:pt x="1138" y="991"/>
                </a:lnTo>
                <a:lnTo>
                  <a:pt x="1138" y="990"/>
                </a:lnTo>
                <a:lnTo>
                  <a:pt x="1137" y="990"/>
                </a:lnTo>
                <a:lnTo>
                  <a:pt x="1136" y="989"/>
                </a:lnTo>
                <a:lnTo>
                  <a:pt x="1134" y="989"/>
                </a:lnTo>
                <a:lnTo>
                  <a:pt x="1132" y="989"/>
                </a:lnTo>
                <a:lnTo>
                  <a:pt x="1132" y="988"/>
                </a:lnTo>
                <a:lnTo>
                  <a:pt x="1131" y="988"/>
                </a:lnTo>
                <a:lnTo>
                  <a:pt x="1131" y="987"/>
                </a:lnTo>
                <a:lnTo>
                  <a:pt x="1131" y="986"/>
                </a:lnTo>
                <a:lnTo>
                  <a:pt x="1130" y="984"/>
                </a:lnTo>
                <a:lnTo>
                  <a:pt x="1130" y="982"/>
                </a:lnTo>
                <a:lnTo>
                  <a:pt x="1127" y="982"/>
                </a:lnTo>
                <a:lnTo>
                  <a:pt x="1126" y="982"/>
                </a:lnTo>
                <a:lnTo>
                  <a:pt x="1126" y="981"/>
                </a:lnTo>
                <a:lnTo>
                  <a:pt x="1125" y="982"/>
                </a:lnTo>
                <a:lnTo>
                  <a:pt x="1125" y="983"/>
                </a:lnTo>
                <a:lnTo>
                  <a:pt x="1124" y="983"/>
                </a:lnTo>
                <a:lnTo>
                  <a:pt x="1123" y="984"/>
                </a:lnTo>
                <a:lnTo>
                  <a:pt x="1121" y="985"/>
                </a:lnTo>
                <a:lnTo>
                  <a:pt x="1121" y="986"/>
                </a:lnTo>
                <a:lnTo>
                  <a:pt x="1121" y="987"/>
                </a:lnTo>
                <a:lnTo>
                  <a:pt x="1120" y="988"/>
                </a:lnTo>
                <a:lnTo>
                  <a:pt x="1118" y="990"/>
                </a:lnTo>
                <a:lnTo>
                  <a:pt x="1117" y="991"/>
                </a:lnTo>
                <a:lnTo>
                  <a:pt x="1117" y="992"/>
                </a:lnTo>
                <a:lnTo>
                  <a:pt x="1116" y="993"/>
                </a:lnTo>
                <a:lnTo>
                  <a:pt x="1116" y="994"/>
                </a:lnTo>
                <a:lnTo>
                  <a:pt x="1116" y="995"/>
                </a:lnTo>
                <a:lnTo>
                  <a:pt x="1116" y="996"/>
                </a:lnTo>
                <a:lnTo>
                  <a:pt x="1116" y="997"/>
                </a:lnTo>
                <a:lnTo>
                  <a:pt x="1114" y="997"/>
                </a:lnTo>
                <a:lnTo>
                  <a:pt x="1113" y="996"/>
                </a:lnTo>
                <a:lnTo>
                  <a:pt x="1112" y="996"/>
                </a:lnTo>
                <a:lnTo>
                  <a:pt x="1110" y="995"/>
                </a:lnTo>
                <a:lnTo>
                  <a:pt x="1109" y="995"/>
                </a:lnTo>
                <a:lnTo>
                  <a:pt x="1108" y="995"/>
                </a:lnTo>
                <a:lnTo>
                  <a:pt x="1108" y="996"/>
                </a:lnTo>
                <a:lnTo>
                  <a:pt x="1107" y="996"/>
                </a:lnTo>
                <a:lnTo>
                  <a:pt x="1106" y="997"/>
                </a:lnTo>
                <a:lnTo>
                  <a:pt x="1105" y="997"/>
                </a:lnTo>
                <a:lnTo>
                  <a:pt x="1104" y="997"/>
                </a:lnTo>
                <a:lnTo>
                  <a:pt x="1103" y="999"/>
                </a:lnTo>
                <a:lnTo>
                  <a:pt x="1102" y="1001"/>
                </a:lnTo>
                <a:lnTo>
                  <a:pt x="1102" y="1003"/>
                </a:lnTo>
                <a:lnTo>
                  <a:pt x="1101" y="1003"/>
                </a:lnTo>
                <a:lnTo>
                  <a:pt x="1102" y="1004"/>
                </a:lnTo>
                <a:lnTo>
                  <a:pt x="1103" y="1004"/>
                </a:lnTo>
                <a:lnTo>
                  <a:pt x="1105" y="1005"/>
                </a:lnTo>
                <a:lnTo>
                  <a:pt x="1106" y="1005"/>
                </a:lnTo>
                <a:lnTo>
                  <a:pt x="1105" y="1006"/>
                </a:lnTo>
                <a:lnTo>
                  <a:pt x="1106" y="1007"/>
                </a:lnTo>
                <a:lnTo>
                  <a:pt x="1105" y="1008"/>
                </a:lnTo>
                <a:lnTo>
                  <a:pt x="1105" y="1009"/>
                </a:lnTo>
                <a:lnTo>
                  <a:pt x="1104" y="1009"/>
                </a:lnTo>
                <a:lnTo>
                  <a:pt x="1103" y="1010"/>
                </a:lnTo>
                <a:lnTo>
                  <a:pt x="1100" y="1012"/>
                </a:lnTo>
                <a:lnTo>
                  <a:pt x="1099" y="1014"/>
                </a:lnTo>
                <a:lnTo>
                  <a:pt x="1098" y="1015"/>
                </a:lnTo>
                <a:lnTo>
                  <a:pt x="1097" y="1015"/>
                </a:lnTo>
                <a:lnTo>
                  <a:pt x="1094" y="1017"/>
                </a:lnTo>
                <a:lnTo>
                  <a:pt x="1093" y="1017"/>
                </a:lnTo>
                <a:lnTo>
                  <a:pt x="1092" y="1018"/>
                </a:lnTo>
                <a:lnTo>
                  <a:pt x="1092" y="1019"/>
                </a:lnTo>
                <a:lnTo>
                  <a:pt x="1091" y="1019"/>
                </a:lnTo>
                <a:lnTo>
                  <a:pt x="1091" y="1020"/>
                </a:lnTo>
                <a:lnTo>
                  <a:pt x="1090" y="1020"/>
                </a:lnTo>
                <a:lnTo>
                  <a:pt x="1088" y="1021"/>
                </a:lnTo>
                <a:lnTo>
                  <a:pt x="1087" y="1021"/>
                </a:lnTo>
                <a:lnTo>
                  <a:pt x="1086" y="1022"/>
                </a:lnTo>
                <a:lnTo>
                  <a:pt x="1084" y="1022"/>
                </a:lnTo>
                <a:lnTo>
                  <a:pt x="1084" y="1023"/>
                </a:lnTo>
                <a:lnTo>
                  <a:pt x="1084" y="1024"/>
                </a:lnTo>
                <a:lnTo>
                  <a:pt x="1085" y="1025"/>
                </a:lnTo>
                <a:lnTo>
                  <a:pt x="1086" y="1025"/>
                </a:lnTo>
                <a:lnTo>
                  <a:pt x="1086" y="1026"/>
                </a:lnTo>
                <a:lnTo>
                  <a:pt x="1085" y="1026"/>
                </a:lnTo>
                <a:lnTo>
                  <a:pt x="1084" y="1027"/>
                </a:lnTo>
                <a:lnTo>
                  <a:pt x="1083" y="1027"/>
                </a:lnTo>
                <a:lnTo>
                  <a:pt x="1082" y="1027"/>
                </a:lnTo>
                <a:lnTo>
                  <a:pt x="1080" y="1026"/>
                </a:lnTo>
                <a:lnTo>
                  <a:pt x="1079" y="1026"/>
                </a:lnTo>
                <a:lnTo>
                  <a:pt x="1078" y="1026"/>
                </a:lnTo>
                <a:lnTo>
                  <a:pt x="1078" y="1025"/>
                </a:lnTo>
                <a:lnTo>
                  <a:pt x="1076" y="1024"/>
                </a:lnTo>
                <a:lnTo>
                  <a:pt x="1075" y="1024"/>
                </a:lnTo>
                <a:lnTo>
                  <a:pt x="1074" y="1024"/>
                </a:lnTo>
                <a:lnTo>
                  <a:pt x="1073" y="1025"/>
                </a:lnTo>
                <a:lnTo>
                  <a:pt x="1072" y="1024"/>
                </a:lnTo>
                <a:lnTo>
                  <a:pt x="1071" y="1024"/>
                </a:lnTo>
                <a:lnTo>
                  <a:pt x="1070" y="1024"/>
                </a:lnTo>
                <a:lnTo>
                  <a:pt x="1069" y="1024"/>
                </a:lnTo>
                <a:lnTo>
                  <a:pt x="1068" y="1026"/>
                </a:lnTo>
                <a:lnTo>
                  <a:pt x="1067" y="1027"/>
                </a:lnTo>
                <a:lnTo>
                  <a:pt x="1066" y="1027"/>
                </a:lnTo>
                <a:lnTo>
                  <a:pt x="1065" y="1027"/>
                </a:lnTo>
                <a:lnTo>
                  <a:pt x="1065" y="1028"/>
                </a:lnTo>
                <a:lnTo>
                  <a:pt x="1065" y="1029"/>
                </a:lnTo>
                <a:lnTo>
                  <a:pt x="1064" y="1030"/>
                </a:lnTo>
                <a:lnTo>
                  <a:pt x="1064" y="1031"/>
                </a:lnTo>
                <a:lnTo>
                  <a:pt x="1062" y="1032"/>
                </a:lnTo>
                <a:lnTo>
                  <a:pt x="1061" y="1032"/>
                </a:lnTo>
                <a:lnTo>
                  <a:pt x="1060" y="1031"/>
                </a:lnTo>
                <a:lnTo>
                  <a:pt x="1059" y="1031"/>
                </a:lnTo>
                <a:lnTo>
                  <a:pt x="1058" y="1032"/>
                </a:lnTo>
                <a:lnTo>
                  <a:pt x="1057" y="1032"/>
                </a:lnTo>
                <a:lnTo>
                  <a:pt x="1056" y="1032"/>
                </a:lnTo>
                <a:lnTo>
                  <a:pt x="1055" y="1032"/>
                </a:lnTo>
                <a:lnTo>
                  <a:pt x="1054" y="1031"/>
                </a:lnTo>
                <a:lnTo>
                  <a:pt x="1053" y="1030"/>
                </a:lnTo>
                <a:lnTo>
                  <a:pt x="1052" y="1030"/>
                </a:lnTo>
                <a:lnTo>
                  <a:pt x="1051" y="1030"/>
                </a:lnTo>
                <a:lnTo>
                  <a:pt x="1050" y="1030"/>
                </a:lnTo>
                <a:lnTo>
                  <a:pt x="1049" y="1029"/>
                </a:lnTo>
                <a:lnTo>
                  <a:pt x="1048" y="1029"/>
                </a:lnTo>
                <a:lnTo>
                  <a:pt x="1047" y="1030"/>
                </a:lnTo>
                <a:lnTo>
                  <a:pt x="1046" y="1030"/>
                </a:lnTo>
                <a:lnTo>
                  <a:pt x="1045" y="1030"/>
                </a:lnTo>
                <a:lnTo>
                  <a:pt x="1043" y="1030"/>
                </a:lnTo>
                <a:lnTo>
                  <a:pt x="1043" y="1031"/>
                </a:lnTo>
                <a:lnTo>
                  <a:pt x="1042" y="1031"/>
                </a:lnTo>
                <a:lnTo>
                  <a:pt x="1042" y="1032"/>
                </a:lnTo>
                <a:lnTo>
                  <a:pt x="1042" y="1033"/>
                </a:lnTo>
                <a:lnTo>
                  <a:pt x="1043" y="1034"/>
                </a:lnTo>
                <a:lnTo>
                  <a:pt x="1043" y="1035"/>
                </a:lnTo>
                <a:lnTo>
                  <a:pt x="1043" y="1036"/>
                </a:lnTo>
                <a:lnTo>
                  <a:pt x="1042" y="1036"/>
                </a:lnTo>
                <a:lnTo>
                  <a:pt x="1041" y="1036"/>
                </a:lnTo>
                <a:lnTo>
                  <a:pt x="1040" y="1037"/>
                </a:lnTo>
                <a:lnTo>
                  <a:pt x="1038" y="1038"/>
                </a:lnTo>
                <a:lnTo>
                  <a:pt x="1037" y="1038"/>
                </a:lnTo>
                <a:lnTo>
                  <a:pt x="1037" y="1037"/>
                </a:lnTo>
                <a:lnTo>
                  <a:pt x="1036" y="1037"/>
                </a:lnTo>
                <a:lnTo>
                  <a:pt x="1036" y="1038"/>
                </a:lnTo>
                <a:lnTo>
                  <a:pt x="1035" y="1038"/>
                </a:lnTo>
                <a:lnTo>
                  <a:pt x="1033" y="1038"/>
                </a:lnTo>
                <a:lnTo>
                  <a:pt x="1032" y="1038"/>
                </a:lnTo>
                <a:lnTo>
                  <a:pt x="1031" y="1039"/>
                </a:lnTo>
                <a:lnTo>
                  <a:pt x="1030" y="1040"/>
                </a:lnTo>
                <a:lnTo>
                  <a:pt x="1029" y="1041"/>
                </a:lnTo>
                <a:lnTo>
                  <a:pt x="1029" y="1043"/>
                </a:lnTo>
                <a:lnTo>
                  <a:pt x="1029" y="1044"/>
                </a:lnTo>
                <a:lnTo>
                  <a:pt x="1030" y="1044"/>
                </a:lnTo>
                <a:lnTo>
                  <a:pt x="1031" y="1044"/>
                </a:lnTo>
                <a:lnTo>
                  <a:pt x="1032" y="1044"/>
                </a:lnTo>
                <a:lnTo>
                  <a:pt x="1033" y="1044"/>
                </a:lnTo>
                <a:lnTo>
                  <a:pt x="1033" y="1045"/>
                </a:lnTo>
                <a:lnTo>
                  <a:pt x="1034" y="1045"/>
                </a:lnTo>
                <a:lnTo>
                  <a:pt x="1035" y="1046"/>
                </a:lnTo>
                <a:lnTo>
                  <a:pt x="1035" y="1047"/>
                </a:lnTo>
                <a:lnTo>
                  <a:pt x="1034" y="1048"/>
                </a:lnTo>
                <a:lnTo>
                  <a:pt x="1034" y="1049"/>
                </a:lnTo>
                <a:lnTo>
                  <a:pt x="1035" y="1049"/>
                </a:lnTo>
                <a:lnTo>
                  <a:pt x="1036" y="1049"/>
                </a:lnTo>
                <a:lnTo>
                  <a:pt x="1037" y="1049"/>
                </a:lnTo>
                <a:lnTo>
                  <a:pt x="1039" y="1049"/>
                </a:lnTo>
                <a:lnTo>
                  <a:pt x="1040" y="1051"/>
                </a:lnTo>
                <a:lnTo>
                  <a:pt x="1041" y="1052"/>
                </a:lnTo>
                <a:lnTo>
                  <a:pt x="1043" y="1053"/>
                </a:lnTo>
                <a:lnTo>
                  <a:pt x="1042" y="1057"/>
                </a:lnTo>
                <a:lnTo>
                  <a:pt x="1043" y="1057"/>
                </a:lnTo>
                <a:lnTo>
                  <a:pt x="1044" y="1057"/>
                </a:lnTo>
                <a:lnTo>
                  <a:pt x="1049" y="1073"/>
                </a:lnTo>
                <a:lnTo>
                  <a:pt x="1050" y="1078"/>
                </a:lnTo>
                <a:lnTo>
                  <a:pt x="1057" y="1106"/>
                </a:lnTo>
                <a:lnTo>
                  <a:pt x="1065" y="1136"/>
                </a:lnTo>
                <a:lnTo>
                  <a:pt x="1064" y="1136"/>
                </a:lnTo>
                <a:lnTo>
                  <a:pt x="1064" y="1137"/>
                </a:lnTo>
                <a:lnTo>
                  <a:pt x="1063" y="1138"/>
                </a:lnTo>
                <a:lnTo>
                  <a:pt x="1062" y="1138"/>
                </a:lnTo>
                <a:lnTo>
                  <a:pt x="1061" y="1138"/>
                </a:lnTo>
                <a:lnTo>
                  <a:pt x="1061" y="1139"/>
                </a:lnTo>
                <a:lnTo>
                  <a:pt x="1060" y="1142"/>
                </a:lnTo>
                <a:lnTo>
                  <a:pt x="1060" y="1143"/>
                </a:lnTo>
                <a:lnTo>
                  <a:pt x="1059" y="1143"/>
                </a:lnTo>
                <a:lnTo>
                  <a:pt x="1059" y="1144"/>
                </a:lnTo>
                <a:lnTo>
                  <a:pt x="1059" y="1145"/>
                </a:lnTo>
                <a:lnTo>
                  <a:pt x="1059" y="1146"/>
                </a:lnTo>
                <a:lnTo>
                  <a:pt x="1059" y="1147"/>
                </a:lnTo>
                <a:lnTo>
                  <a:pt x="1059" y="1148"/>
                </a:lnTo>
                <a:lnTo>
                  <a:pt x="1060" y="1148"/>
                </a:lnTo>
                <a:lnTo>
                  <a:pt x="1061" y="1148"/>
                </a:lnTo>
                <a:lnTo>
                  <a:pt x="1061" y="1149"/>
                </a:lnTo>
                <a:lnTo>
                  <a:pt x="1061" y="1151"/>
                </a:lnTo>
                <a:lnTo>
                  <a:pt x="1060" y="1154"/>
                </a:lnTo>
                <a:lnTo>
                  <a:pt x="1060" y="1155"/>
                </a:lnTo>
                <a:lnTo>
                  <a:pt x="1059" y="1155"/>
                </a:lnTo>
                <a:lnTo>
                  <a:pt x="1059" y="1156"/>
                </a:lnTo>
                <a:lnTo>
                  <a:pt x="1058" y="1156"/>
                </a:lnTo>
                <a:lnTo>
                  <a:pt x="1058" y="1157"/>
                </a:lnTo>
                <a:lnTo>
                  <a:pt x="1058" y="1159"/>
                </a:lnTo>
                <a:lnTo>
                  <a:pt x="1058" y="1160"/>
                </a:lnTo>
                <a:lnTo>
                  <a:pt x="1057" y="1160"/>
                </a:lnTo>
                <a:lnTo>
                  <a:pt x="1057" y="1161"/>
                </a:lnTo>
                <a:lnTo>
                  <a:pt x="1056" y="1162"/>
                </a:lnTo>
                <a:lnTo>
                  <a:pt x="1055" y="1162"/>
                </a:lnTo>
                <a:lnTo>
                  <a:pt x="1055" y="1163"/>
                </a:lnTo>
                <a:lnTo>
                  <a:pt x="1056" y="1163"/>
                </a:lnTo>
                <a:lnTo>
                  <a:pt x="1056" y="1164"/>
                </a:lnTo>
                <a:lnTo>
                  <a:pt x="1057" y="1164"/>
                </a:lnTo>
                <a:lnTo>
                  <a:pt x="1057" y="1165"/>
                </a:lnTo>
                <a:lnTo>
                  <a:pt x="1057" y="1166"/>
                </a:lnTo>
                <a:lnTo>
                  <a:pt x="1056" y="1166"/>
                </a:lnTo>
                <a:lnTo>
                  <a:pt x="1056" y="1167"/>
                </a:lnTo>
                <a:lnTo>
                  <a:pt x="1055" y="1167"/>
                </a:lnTo>
                <a:lnTo>
                  <a:pt x="1055" y="1168"/>
                </a:lnTo>
                <a:lnTo>
                  <a:pt x="1055" y="1170"/>
                </a:lnTo>
                <a:lnTo>
                  <a:pt x="1056" y="1170"/>
                </a:lnTo>
                <a:lnTo>
                  <a:pt x="1057" y="1171"/>
                </a:lnTo>
                <a:lnTo>
                  <a:pt x="1057" y="1172"/>
                </a:lnTo>
                <a:lnTo>
                  <a:pt x="1057" y="1173"/>
                </a:lnTo>
                <a:lnTo>
                  <a:pt x="1057" y="1174"/>
                </a:lnTo>
                <a:lnTo>
                  <a:pt x="1058" y="1174"/>
                </a:lnTo>
                <a:lnTo>
                  <a:pt x="1057" y="1174"/>
                </a:lnTo>
                <a:lnTo>
                  <a:pt x="1056" y="1175"/>
                </a:lnTo>
                <a:lnTo>
                  <a:pt x="1056" y="1176"/>
                </a:lnTo>
                <a:lnTo>
                  <a:pt x="1057" y="1176"/>
                </a:lnTo>
                <a:lnTo>
                  <a:pt x="1057" y="1177"/>
                </a:lnTo>
                <a:lnTo>
                  <a:pt x="1057" y="1178"/>
                </a:lnTo>
                <a:lnTo>
                  <a:pt x="1056" y="1178"/>
                </a:lnTo>
                <a:lnTo>
                  <a:pt x="1056" y="1179"/>
                </a:lnTo>
                <a:lnTo>
                  <a:pt x="1056" y="1180"/>
                </a:lnTo>
                <a:lnTo>
                  <a:pt x="1056" y="1181"/>
                </a:lnTo>
                <a:lnTo>
                  <a:pt x="1057" y="1181"/>
                </a:lnTo>
                <a:lnTo>
                  <a:pt x="1058" y="1182"/>
                </a:lnTo>
                <a:lnTo>
                  <a:pt x="1058" y="1183"/>
                </a:lnTo>
                <a:lnTo>
                  <a:pt x="1059" y="1183"/>
                </a:lnTo>
                <a:lnTo>
                  <a:pt x="1058" y="1183"/>
                </a:lnTo>
                <a:lnTo>
                  <a:pt x="1058" y="1184"/>
                </a:lnTo>
                <a:lnTo>
                  <a:pt x="1058" y="1185"/>
                </a:lnTo>
                <a:lnTo>
                  <a:pt x="1058" y="1186"/>
                </a:lnTo>
                <a:lnTo>
                  <a:pt x="1058" y="1187"/>
                </a:lnTo>
                <a:lnTo>
                  <a:pt x="1057" y="1187"/>
                </a:lnTo>
                <a:lnTo>
                  <a:pt x="1056" y="1187"/>
                </a:lnTo>
                <a:lnTo>
                  <a:pt x="1056" y="1188"/>
                </a:lnTo>
                <a:lnTo>
                  <a:pt x="1056" y="1189"/>
                </a:lnTo>
                <a:lnTo>
                  <a:pt x="1056" y="1190"/>
                </a:lnTo>
                <a:lnTo>
                  <a:pt x="1057" y="1190"/>
                </a:lnTo>
                <a:lnTo>
                  <a:pt x="1058" y="1190"/>
                </a:lnTo>
                <a:lnTo>
                  <a:pt x="1059" y="1190"/>
                </a:lnTo>
                <a:lnTo>
                  <a:pt x="1059" y="1191"/>
                </a:lnTo>
                <a:lnTo>
                  <a:pt x="1058" y="1191"/>
                </a:lnTo>
                <a:lnTo>
                  <a:pt x="1058" y="1192"/>
                </a:lnTo>
                <a:lnTo>
                  <a:pt x="1058" y="1193"/>
                </a:lnTo>
                <a:lnTo>
                  <a:pt x="1057" y="1193"/>
                </a:lnTo>
                <a:lnTo>
                  <a:pt x="1057" y="1192"/>
                </a:lnTo>
                <a:lnTo>
                  <a:pt x="1056" y="1192"/>
                </a:lnTo>
                <a:lnTo>
                  <a:pt x="1055" y="1193"/>
                </a:lnTo>
                <a:lnTo>
                  <a:pt x="1055" y="1194"/>
                </a:lnTo>
                <a:lnTo>
                  <a:pt x="1055" y="1195"/>
                </a:lnTo>
                <a:lnTo>
                  <a:pt x="1054" y="1195"/>
                </a:lnTo>
                <a:lnTo>
                  <a:pt x="1054" y="1196"/>
                </a:lnTo>
                <a:lnTo>
                  <a:pt x="1055" y="1196"/>
                </a:lnTo>
                <a:lnTo>
                  <a:pt x="1055" y="1198"/>
                </a:lnTo>
                <a:lnTo>
                  <a:pt x="1054" y="1198"/>
                </a:lnTo>
                <a:lnTo>
                  <a:pt x="1054" y="1199"/>
                </a:lnTo>
                <a:lnTo>
                  <a:pt x="1055" y="1199"/>
                </a:lnTo>
                <a:lnTo>
                  <a:pt x="1056" y="1199"/>
                </a:lnTo>
                <a:lnTo>
                  <a:pt x="1055" y="1200"/>
                </a:lnTo>
                <a:lnTo>
                  <a:pt x="1056" y="1200"/>
                </a:lnTo>
                <a:lnTo>
                  <a:pt x="1057" y="1201"/>
                </a:lnTo>
                <a:lnTo>
                  <a:pt x="1058" y="1201"/>
                </a:lnTo>
                <a:lnTo>
                  <a:pt x="1059" y="1201"/>
                </a:lnTo>
                <a:lnTo>
                  <a:pt x="1059" y="1202"/>
                </a:lnTo>
                <a:lnTo>
                  <a:pt x="1060" y="1202"/>
                </a:lnTo>
                <a:lnTo>
                  <a:pt x="1062" y="1203"/>
                </a:lnTo>
                <a:lnTo>
                  <a:pt x="1063" y="1203"/>
                </a:lnTo>
                <a:lnTo>
                  <a:pt x="1064" y="1203"/>
                </a:lnTo>
                <a:lnTo>
                  <a:pt x="1065" y="1203"/>
                </a:lnTo>
                <a:lnTo>
                  <a:pt x="1064" y="1203"/>
                </a:lnTo>
                <a:lnTo>
                  <a:pt x="1065" y="1204"/>
                </a:lnTo>
                <a:lnTo>
                  <a:pt x="1065" y="1205"/>
                </a:lnTo>
                <a:lnTo>
                  <a:pt x="1064" y="1205"/>
                </a:lnTo>
                <a:lnTo>
                  <a:pt x="1064" y="1206"/>
                </a:lnTo>
                <a:lnTo>
                  <a:pt x="1063" y="1206"/>
                </a:lnTo>
                <a:lnTo>
                  <a:pt x="1064" y="1206"/>
                </a:lnTo>
                <a:lnTo>
                  <a:pt x="1064" y="1207"/>
                </a:lnTo>
                <a:lnTo>
                  <a:pt x="1063" y="1207"/>
                </a:lnTo>
                <a:lnTo>
                  <a:pt x="1062" y="1207"/>
                </a:lnTo>
                <a:lnTo>
                  <a:pt x="1061" y="1207"/>
                </a:lnTo>
                <a:lnTo>
                  <a:pt x="1060" y="1206"/>
                </a:lnTo>
                <a:lnTo>
                  <a:pt x="1059" y="1206"/>
                </a:lnTo>
                <a:lnTo>
                  <a:pt x="1058" y="1206"/>
                </a:lnTo>
                <a:lnTo>
                  <a:pt x="1058" y="1207"/>
                </a:lnTo>
                <a:lnTo>
                  <a:pt x="1057" y="1208"/>
                </a:lnTo>
                <a:lnTo>
                  <a:pt x="1056" y="1208"/>
                </a:lnTo>
                <a:lnTo>
                  <a:pt x="1055" y="1208"/>
                </a:lnTo>
                <a:lnTo>
                  <a:pt x="1055" y="1209"/>
                </a:lnTo>
                <a:lnTo>
                  <a:pt x="1054" y="1210"/>
                </a:lnTo>
                <a:lnTo>
                  <a:pt x="1053" y="1210"/>
                </a:lnTo>
                <a:lnTo>
                  <a:pt x="1052" y="1209"/>
                </a:lnTo>
                <a:lnTo>
                  <a:pt x="1052" y="1210"/>
                </a:lnTo>
                <a:lnTo>
                  <a:pt x="1051" y="1210"/>
                </a:lnTo>
                <a:lnTo>
                  <a:pt x="1050" y="1211"/>
                </a:lnTo>
                <a:lnTo>
                  <a:pt x="1048" y="1212"/>
                </a:lnTo>
                <a:lnTo>
                  <a:pt x="1047" y="1211"/>
                </a:lnTo>
                <a:lnTo>
                  <a:pt x="1046" y="1211"/>
                </a:lnTo>
                <a:lnTo>
                  <a:pt x="1046" y="1210"/>
                </a:lnTo>
                <a:lnTo>
                  <a:pt x="1046" y="1209"/>
                </a:lnTo>
                <a:lnTo>
                  <a:pt x="1045" y="1209"/>
                </a:lnTo>
                <a:lnTo>
                  <a:pt x="1044" y="1209"/>
                </a:lnTo>
                <a:lnTo>
                  <a:pt x="1044" y="1208"/>
                </a:lnTo>
                <a:lnTo>
                  <a:pt x="1043" y="1208"/>
                </a:lnTo>
                <a:lnTo>
                  <a:pt x="1042" y="1207"/>
                </a:lnTo>
                <a:lnTo>
                  <a:pt x="1041" y="1206"/>
                </a:lnTo>
                <a:lnTo>
                  <a:pt x="1040" y="1205"/>
                </a:lnTo>
                <a:lnTo>
                  <a:pt x="1038" y="1204"/>
                </a:lnTo>
                <a:lnTo>
                  <a:pt x="1038" y="1203"/>
                </a:lnTo>
                <a:lnTo>
                  <a:pt x="1037" y="1203"/>
                </a:lnTo>
                <a:lnTo>
                  <a:pt x="1036" y="1202"/>
                </a:lnTo>
                <a:lnTo>
                  <a:pt x="1035" y="1202"/>
                </a:lnTo>
                <a:lnTo>
                  <a:pt x="1034" y="1202"/>
                </a:lnTo>
                <a:lnTo>
                  <a:pt x="1033" y="1202"/>
                </a:lnTo>
                <a:lnTo>
                  <a:pt x="1033" y="1203"/>
                </a:lnTo>
                <a:lnTo>
                  <a:pt x="1032" y="1203"/>
                </a:lnTo>
                <a:lnTo>
                  <a:pt x="1032" y="1204"/>
                </a:lnTo>
                <a:lnTo>
                  <a:pt x="1030" y="1204"/>
                </a:lnTo>
                <a:lnTo>
                  <a:pt x="1029" y="1204"/>
                </a:lnTo>
                <a:lnTo>
                  <a:pt x="1029" y="1205"/>
                </a:lnTo>
                <a:lnTo>
                  <a:pt x="1028" y="1205"/>
                </a:lnTo>
                <a:lnTo>
                  <a:pt x="1028" y="1206"/>
                </a:lnTo>
                <a:lnTo>
                  <a:pt x="1027" y="1206"/>
                </a:lnTo>
                <a:lnTo>
                  <a:pt x="1026" y="1207"/>
                </a:lnTo>
                <a:lnTo>
                  <a:pt x="1025" y="1208"/>
                </a:lnTo>
                <a:lnTo>
                  <a:pt x="1024" y="1209"/>
                </a:lnTo>
                <a:lnTo>
                  <a:pt x="1024" y="1210"/>
                </a:lnTo>
                <a:lnTo>
                  <a:pt x="1023" y="1211"/>
                </a:lnTo>
                <a:lnTo>
                  <a:pt x="1023" y="1210"/>
                </a:lnTo>
                <a:lnTo>
                  <a:pt x="1023" y="1211"/>
                </a:lnTo>
                <a:lnTo>
                  <a:pt x="1022" y="1211"/>
                </a:lnTo>
                <a:lnTo>
                  <a:pt x="1021" y="1210"/>
                </a:lnTo>
                <a:lnTo>
                  <a:pt x="1020" y="1210"/>
                </a:lnTo>
                <a:lnTo>
                  <a:pt x="1019" y="1210"/>
                </a:lnTo>
                <a:lnTo>
                  <a:pt x="1018" y="1210"/>
                </a:lnTo>
                <a:lnTo>
                  <a:pt x="1018" y="1209"/>
                </a:lnTo>
                <a:lnTo>
                  <a:pt x="1017" y="1209"/>
                </a:lnTo>
                <a:lnTo>
                  <a:pt x="1017" y="1208"/>
                </a:lnTo>
                <a:lnTo>
                  <a:pt x="1016" y="1208"/>
                </a:lnTo>
                <a:lnTo>
                  <a:pt x="1016" y="1207"/>
                </a:lnTo>
                <a:lnTo>
                  <a:pt x="1016" y="1206"/>
                </a:lnTo>
                <a:lnTo>
                  <a:pt x="1015" y="1205"/>
                </a:lnTo>
                <a:lnTo>
                  <a:pt x="1015" y="1203"/>
                </a:lnTo>
                <a:lnTo>
                  <a:pt x="1015" y="1202"/>
                </a:lnTo>
                <a:lnTo>
                  <a:pt x="1014" y="1202"/>
                </a:lnTo>
                <a:lnTo>
                  <a:pt x="1013" y="1202"/>
                </a:lnTo>
                <a:lnTo>
                  <a:pt x="1012" y="1202"/>
                </a:lnTo>
                <a:lnTo>
                  <a:pt x="1012" y="1201"/>
                </a:lnTo>
                <a:lnTo>
                  <a:pt x="1011" y="1200"/>
                </a:lnTo>
                <a:lnTo>
                  <a:pt x="1011" y="1199"/>
                </a:lnTo>
                <a:lnTo>
                  <a:pt x="1010" y="1200"/>
                </a:lnTo>
                <a:lnTo>
                  <a:pt x="1009" y="1200"/>
                </a:lnTo>
                <a:lnTo>
                  <a:pt x="1009" y="1199"/>
                </a:lnTo>
                <a:lnTo>
                  <a:pt x="1008" y="1199"/>
                </a:lnTo>
                <a:lnTo>
                  <a:pt x="1008" y="1198"/>
                </a:lnTo>
                <a:lnTo>
                  <a:pt x="1007" y="1198"/>
                </a:lnTo>
                <a:lnTo>
                  <a:pt x="1006" y="1197"/>
                </a:lnTo>
                <a:lnTo>
                  <a:pt x="1005" y="1197"/>
                </a:lnTo>
                <a:lnTo>
                  <a:pt x="1005" y="1196"/>
                </a:lnTo>
                <a:lnTo>
                  <a:pt x="1004" y="1195"/>
                </a:lnTo>
                <a:lnTo>
                  <a:pt x="1003" y="1195"/>
                </a:lnTo>
                <a:lnTo>
                  <a:pt x="1002" y="1196"/>
                </a:lnTo>
                <a:lnTo>
                  <a:pt x="1002" y="1195"/>
                </a:lnTo>
                <a:lnTo>
                  <a:pt x="1001" y="1195"/>
                </a:lnTo>
                <a:lnTo>
                  <a:pt x="1000" y="1195"/>
                </a:lnTo>
                <a:lnTo>
                  <a:pt x="999" y="1195"/>
                </a:lnTo>
                <a:lnTo>
                  <a:pt x="999" y="1194"/>
                </a:lnTo>
                <a:lnTo>
                  <a:pt x="998" y="1194"/>
                </a:lnTo>
                <a:lnTo>
                  <a:pt x="998" y="1193"/>
                </a:lnTo>
                <a:lnTo>
                  <a:pt x="997" y="1193"/>
                </a:lnTo>
                <a:lnTo>
                  <a:pt x="996" y="1193"/>
                </a:lnTo>
                <a:lnTo>
                  <a:pt x="996" y="1192"/>
                </a:lnTo>
                <a:lnTo>
                  <a:pt x="995" y="1193"/>
                </a:lnTo>
                <a:lnTo>
                  <a:pt x="994" y="1193"/>
                </a:lnTo>
                <a:lnTo>
                  <a:pt x="994" y="1192"/>
                </a:lnTo>
                <a:lnTo>
                  <a:pt x="994" y="1190"/>
                </a:lnTo>
                <a:lnTo>
                  <a:pt x="995" y="1189"/>
                </a:lnTo>
                <a:lnTo>
                  <a:pt x="994" y="1189"/>
                </a:lnTo>
                <a:lnTo>
                  <a:pt x="994" y="1188"/>
                </a:lnTo>
                <a:lnTo>
                  <a:pt x="993" y="1188"/>
                </a:lnTo>
                <a:lnTo>
                  <a:pt x="992" y="1188"/>
                </a:lnTo>
                <a:lnTo>
                  <a:pt x="991" y="1188"/>
                </a:lnTo>
                <a:lnTo>
                  <a:pt x="991" y="1189"/>
                </a:lnTo>
                <a:lnTo>
                  <a:pt x="990" y="1189"/>
                </a:lnTo>
                <a:lnTo>
                  <a:pt x="989" y="1188"/>
                </a:lnTo>
                <a:lnTo>
                  <a:pt x="988" y="1188"/>
                </a:lnTo>
                <a:lnTo>
                  <a:pt x="987" y="1187"/>
                </a:lnTo>
                <a:lnTo>
                  <a:pt x="986" y="1188"/>
                </a:lnTo>
                <a:lnTo>
                  <a:pt x="985" y="1188"/>
                </a:lnTo>
                <a:lnTo>
                  <a:pt x="984" y="1187"/>
                </a:lnTo>
                <a:lnTo>
                  <a:pt x="983" y="1187"/>
                </a:lnTo>
                <a:lnTo>
                  <a:pt x="982" y="1187"/>
                </a:lnTo>
                <a:lnTo>
                  <a:pt x="981" y="1187"/>
                </a:lnTo>
                <a:lnTo>
                  <a:pt x="980" y="1186"/>
                </a:lnTo>
                <a:lnTo>
                  <a:pt x="980" y="1185"/>
                </a:lnTo>
                <a:lnTo>
                  <a:pt x="980" y="1184"/>
                </a:lnTo>
                <a:lnTo>
                  <a:pt x="979" y="1184"/>
                </a:lnTo>
                <a:lnTo>
                  <a:pt x="978" y="1184"/>
                </a:lnTo>
                <a:lnTo>
                  <a:pt x="977" y="1184"/>
                </a:lnTo>
                <a:lnTo>
                  <a:pt x="976" y="1185"/>
                </a:lnTo>
                <a:lnTo>
                  <a:pt x="974" y="1185"/>
                </a:lnTo>
                <a:lnTo>
                  <a:pt x="972" y="1185"/>
                </a:lnTo>
                <a:lnTo>
                  <a:pt x="971" y="1185"/>
                </a:lnTo>
                <a:lnTo>
                  <a:pt x="971" y="1184"/>
                </a:lnTo>
                <a:lnTo>
                  <a:pt x="971" y="1183"/>
                </a:lnTo>
                <a:lnTo>
                  <a:pt x="971" y="1182"/>
                </a:lnTo>
                <a:lnTo>
                  <a:pt x="970" y="1182"/>
                </a:lnTo>
                <a:lnTo>
                  <a:pt x="970" y="1181"/>
                </a:lnTo>
                <a:lnTo>
                  <a:pt x="970" y="1180"/>
                </a:lnTo>
                <a:lnTo>
                  <a:pt x="969" y="1179"/>
                </a:lnTo>
                <a:lnTo>
                  <a:pt x="970" y="1178"/>
                </a:lnTo>
                <a:lnTo>
                  <a:pt x="971" y="1177"/>
                </a:lnTo>
                <a:lnTo>
                  <a:pt x="971" y="1176"/>
                </a:lnTo>
                <a:lnTo>
                  <a:pt x="971" y="1175"/>
                </a:lnTo>
                <a:lnTo>
                  <a:pt x="972" y="1175"/>
                </a:lnTo>
                <a:lnTo>
                  <a:pt x="972" y="1174"/>
                </a:lnTo>
                <a:lnTo>
                  <a:pt x="973" y="1174"/>
                </a:lnTo>
                <a:lnTo>
                  <a:pt x="972" y="1173"/>
                </a:lnTo>
                <a:lnTo>
                  <a:pt x="971" y="1172"/>
                </a:lnTo>
                <a:lnTo>
                  <a:pt x="970" y="1172"/>
                </a:lnTo>
                <a:lnTo>
                  <a:pt x="970" y="1171"/>
                </a:lnTo>
                <a:lnTo>
                  <a:pt x="969" y="1171"/>
                </a:lnTo>
                <a:lnTo>
                  <a:pt x="969" y="1170"/>
                </a:lnTo>
                <a:lnTo>
                  <a:pt x="968" y="1170"/>
                </a:lnTo>
                <a:lnTo>
                  <a:pt x="968" y="1168"/>
                </a:lnTo>
                <a:lnTo>
                  <a:pt x="968" y="1167"/>
                </a:lnTo>
                <a:lnTo>
                  <a:pt x="968" y="1166"/>
                </a:lnTo>
                <a:lnTo>
                  <a:pt x="968" y="1165"/>
                </a:lnTo>
                <a:lnTo>
                  <a:pt x="968" y="1164"/>
                </a:lnTo>
                <a:lnTo>
                  <a:pt x="968" y="1163"/>
                </a:lnTo>
                <a:lnTo>
                  <a:pt x="967" y="1162"/>
                </a:lnTo>
                <a:lnTo>
                  <a:pt x="966" y="1162"/>
                </a:lnTo>
                <a:lnTo>
                  <a:pt x="966" y="1161"/>
                </a:lnTo>
                <a:lnTo>
                  <a:pt x="966" y="1160"/>
                </a:lnTo>
                <a:lnTo>
                  <a:pt x="967" y="1160"/>
                </a:lnTo>
                <a:lnTo>
                  <a:pt x="968" y="1160"/>
                </a:lnTo>
                <a:lnTo>
                  <a:pt x="968" y="1159"/>
                </a:lnTo>
                <a:lnTo>
                  <a:pt x="969" y="1160"/>
                </a:lnTo>
                <a:lnTo>
                  <a:pt x="969" y="1159"/>
                </a:lnTo>
                <a:lnTo>
                  <a:pt x="968" y="1159"/>
                </a:lnTo>
                <a:lnTo>
                  <a:pt x="968" y="1158"/>
                </a:lnTo>
                <a:lnTo>
                  <a:pt x="967" y="1157"/>
                </a:lnTo>
                <a:lnTo>
                  <a:pt x="967" y="1156"/>
                </a:lnTo>
                <a:lnTo>
                  <a:pt x="966" y="1155"/>
                </a:lnTo>
                <a:lnTo>
                  <a:pt x="967" y="1155"/>
                </a:lnTo>
                <a:lnTo>
                  <a:pt x="967" y="1154"/>
                </a:lnTo>
                <a:lnTo>
                  <a:pt x="968" y="1153"/>
                </a:lnTo>
                <a:lnTo>
                  <a:pt x="967" y="1152"/>
                </a:lnTo>
                <a:lnTo>
                  <a:pt x="967" y="1151"/>
                </a:lnTo>
                <a:lnTo>
                  <a:pt x="965" y="1149"/>
                </a:lnTo>
                <a:lnTo>
                  <a:pt x="964" y="1149"/>
                </a:lnTo>
                <a:lnTo>
                  <a:pt x="964" y="1148"/>
                </a:lnTo>
                <a:lnTo>
                  <a:pt x="964" y="1147"/>
                </a:lnTo>
                <a:lnTo>
                  <a:pt x="963" y="1147"/>
                </a:lnTo>
                <a:lnTo>
                  <a:pt x="963" y="1146"/>
                </a:lnTo>
                <a:lnTo>
                  <a:pt x="964" y="1146"/>
                </a:lnTo>
                <a:lnTo>
                  <a:pt x="965" y="1146"/>
                </a:lnTo>
                <a:lnTo>
                  <a:pt x="965" y="1145"/>
                </a:lnTo>
                <a:lnTo>
                  <a:pt x="966" y="1143"/>
                </a:lnTo>
                <a:lnTo>
                  <a:pt x="966" y="1142"/>
                </a:lnTo>
                <a:lnTo>
                  <a:pt x="966" y="1141"/>
                </a:lnTo>
                <a:lnTo>
                  <a:pt x="967" y="1140"/>
                </a:lnTo>
                <a:lnTo>
                  <a:pt x="966" y="1140"/>
                </a:lnTo>
                <a:lnTo>
                  <a:pt x="966" y="1139"/>
                </a:lnTo>
                <a:lnTo>
                  <a:pt x="966" y="1138"/>
                </a:lnTo>
                <a:lnTo>
                  <a:pt x="966" y="1137"/>
                </a:lnTo>
                <a:lnTo>
                  <a:pt x="965" y="1136"/>
                </a:lnTo>
                <a:lnTo>
                  <a:pt x="964" y="1136"/>
                </a:lnTo>
                <a:lnTo>
                  <a:pt x="963" y="1137"/>
                </a:lnTo>
                <a:lnTo>
                  <a:pt x="962" y="1137"/>
                </a:lnTo>
                <a:lnTo>
                  <a:pt x="961" y="1138"/>
                </a:lnTo>
                <a:lnTo>
                  <a:pt x="961" y="1139"/>
                </a:lnTo>
                <a:lnTo>
                  <a:pt x="960" y="1140"/>
                </a:lnTo>
                <a:lnTo>
                  <a:pt x="961" y="1140"/>
                </a:lnTo>
                <a:lnTo>
                  <a:pt x="960" y="1140"/>
                </a:lnTo>
                <a:lnTo>
                  <a:pt x="960" y="1141"/>
                </a:lnTo>
                <a:lnTo>
                  <a:pt x="960" y="1142"/>
                </a:lnTo>
                <a:lnTo>
                  <a:pt x="959" y="1142"/>
                </a:lnTo>
                <a:lnTo>
                  <a:pt x="959" y="1143"/>
                </a:lnTo>
                <a:lnTo>
                  <a:pt x="958" y="1143"/>
                </a:lnTo>
                <a:lnTo>
                  <a:pt x="958" y="1144"/>
                </a:lnTo>
                <a:lnTo>
                  <a:pt x="957" y="1144"/>
                </a:lnTo>
                <a:lnTo>
                  <a:pt x="957" y="1145"/>
                </a:lnTo>
                <a:lnTo>
                  <a:pt x="957" y="1146"/>
                </a:lnTo>
                <a:lnTo>
                  <a:pt x="956" y="1146"/>
                </a:lnTo>
                <a:lnTo>
                  <a:pt x="956" y="1147"/>
                </a:lnTo>
                <a:lnTo>
                  <a:pt x="955" y="1147"/>
                </a:lnTo>
                <a:lnTo>
                  <a:pt x="955" y="1148"/>
                </a:lnTo>
                <a:lnTo>
                  <a:pt x="954" y="1149"/>
                </a:lnTo>
                <a:lnTo>
                  <a:pt x="953" y="1149"/>
                </a:lnTo>
                <a:lnTo>
                  <a:pt x="952" y="1148"/>
                </a:lnTo>
                <a:lnTo>
                  <a:pt x="951" y="1148"/>
                </a:lnTo>
                <a:lnTo>
                  <a:pt x="950" y="1149"/>
                </a:lnTo>
                <a:lnTo>
                  <a:pt x="950" y="1148"/>
                </a:lnTo>
                <a:lnTo>
                  <a:pt x="949" y="1149"/>
                </a:lnTo>
                <a:lnTo>
                  <a:pt x="948" y="1149"/>
                </a:lnTo>
                <a:lnTo>
                  <a:pt x="948" y="1150"/>
                </a:lnTo>
                <a:lnTo>
                  <a:pt x="947" y="1150"/>
                </a:lnTo>
                <a:lnTo>
                  <a:pt x="946" y="1150"/>
                </a:lnTo>
                <a:lnTo>
                  <a:pt x="946" y="1151"/>
                </a:lnTo>
                <a:lnTo>
                  <a:pt x="945" y="1152"/>
                </a:lnTo>
                <a:lnTo>
                  <a:pt x="944" y="1152"/>
                </a:lnTo>
                <a:lnTo>
                  <a:pt x="944" y="1154"/>
                </a:lnTo>
                <a:lnTo>
                  <a:pt x="944" y="1155"/>
                </a:lnTo>
                <a:lnTo>
                  <a:pt x="943" y="1156"/>
                </a:lnTo>
                <a:lnTo>
                  <a:pt x="943" y="1157"/>
                </a:lnTo>
                <a:lnTo>
                  <a:pt x="941" y="1157"/>
                </a:lnTo>
                <a:lnTo>
                  <a:pt x="940" y="1157"/>
                </a:lnTo>
                <a:lnTo>
                  <a:pt x="940" y="1158"/>
                </a:lnTo>
                <a:lnTo>
                  <a:pt x="940" y="1160"/>
                </a:lnTo>
                <a:lnTo>
                  <a:pt x="939" y="1160"/>
                </a:lnTo>
                <a:lnTo>
                  <a:pt x="938" y="1161"/>
                </a:lnTo>
                <a:lnTo>
                  <a:pt x="937" y="1161"/>
                </a:lnTo>
                <a:lnTo>
                  <a:pt x="936" y="1162"/>
                </a:lnTo>
                <a:lnTo>
                  <a:pt x="935" y="1162"/>
                </a:lnTo>
                <a:lnTo>
                  <a:pt x="934" y="1161"/>
                </a:lnTo>
                <a:lnTo>
                  <a:pt x="933" y="1161"/>
                </a:lnTo>
                <a:lnTo>
                  <a:pt x="933" y="1160"/>
                </a:lnTo>
                <a:lnTo>
                  <a:pt x="932" y="1159"/>
                </a:lnTo>
                <a:lnTo>
                  <a:pt x="931" y="1159"/>
                </a:lnTo>
                <a:lnTo>
                  <a:pt x="930" y="1158"/>
                </a:lnTo>
                <a:lnTo>
                  <a:pt x="929" y="1157"/>
                </a:lnTo>
                <a:lnTo>
                  <a:pt x="929" y="1156"/>
                </a:lnTo>
                <a:lnTo>
                  <a:pt x="929" y="1155"/>
                </a:lnTo>
                <a:lnTo>
                  <a:pt x="929" y="1154"/>
                </a:lnTo>
                <a:lnTo>
                  <a:pt x="929" y="1153"/>
                </a:lnTo>
                <a:lnTo>
                  <a:pt x="930" y="1153"/>
                </a:lnTo>
                <a:lnTo>
                  <a:pt x="930" y="1152"/>
                </a:lnTo>
                <a:lnTo>
                  <a:pt x="931" y="1152"/>
                </a:lnTo>
                <a:lnTo>
                  <a:pt x="930" y="1151"/>
                </a:lnTo>
                <a:lnTo>
                  <a:pt x="930" y="1150"/>
                </a:lnTo>
                <a:lnTo>
                  <a:pt x="930" y="1149"/>
                </a:lnTo>
                <a:lnTo>
                  <a:pt x="931" y="1149"/>
                </a:lnTo>
                <a:lnTo>
                  <a:pt x="930" y="1148"/>
                </a:lnTo>
                <a:lnTo>
                  <a:pt x="930" y="1147"/>
                </a:lnTo>
                <a:lnTo>
                  <a:pt x="929" y="1146"/>
                </a:lnTo>
                <a:lnTo>
                  <a:pt x="927" y="1145"/>
                </a:lnTo>
                <a:lnTo>
                  <a:pt x="927" y="1144"/>
                </a:lnTo>
                <a:lnTo>
                  <a:pt x="928" y="1144"/>
                </a:lnTo>
                <a:lnTo>
                  <a:pt x="928" y="1143"/>
                </a:lnTo>
                <a:lnTo>
                  <a:pt x="928" y="1142"/>
                </a:lnTo>
                <a:lnTo>
                  <a:pt x="927" y="1142"/>
                </a:lnTo>
                <a:lnTo>
                  <a:pt x="926" y="1142"/>
                </a:lnTo>
                <a:lnTo>
                  <a:pt x="927" y="1142"/>
                </a:lnTo>
                <a:lnTo>
                  <a:pt x="926" y="1140"/>
                </a:lnTo>
                <a:lnTo>
                  <a:pt x="925" y="1140"/>
                </a:lnTo>
                <a:lnTo>
                  <a:pt x="924" y="1140"/>
                </a:lnTo>
                <a:lnTo>
                  <a:pt x="923" y="1139"/>
                </a:lnTo>
                <a:lnTo>
                  <a:pt x="922" y="1139"/>
                </a:lnTo>
                <a:lnTo>
                  <a:pt x="921" y="1139"/>
                </a:lnTo>
                <a:lnTo>
                  <a:pt x="921" y="1140"/>
                </a:lnTo>
                <a:lnTo>
                  <a:pt x="920" y="1140"/>
                </a:lnTo>
                <a:lnTo>
                  <a:pt x="919" y="1140"/>
                </a:lnTo>
                <a:lnTo>
                  <a:pt x="919" y="1139"/>
                </a:lnTo>
                <a:lnTo>
                  <a:pt x="918" y="1139"/>
                </a:lnTo>
                <a:lnTo>
                  <a:pt x="918" y="1140"/>
                </a:lnTo>
                <a:lnTo>
                  <a:pt x="918" y="1141"/>
                </a:lnTo>
                <a:lnTo>
                  <a:pt x="917" y="1141"/>
                </a:lnTo>
                <a:lnTo>
                  <a:pt x="917" y="1140"/>
                </a:lnTo>
                <a:lnTo>
                  <a:pt x="917" y="1141"/>
                </a:lnTo>
                <a:lnTo>
                  <a:pt x="916" y="1142"/>
                </a:lnTo>
                <a:lnTo>
                  <a:pt x="915" y="1142"/>
                </a:lnTo>
                <a:lnTo>
                  <a:pt x="914" y="1142"/>
                </a:lnTo>
                <a:lnTo>
                  <a:pt x="914" y="1141"/>
                </a:lnTo>
                <a:lnTo>
                  <a:pt x="913" y="1141"/>
                </a:lnTo>
                <a:lnTo>
                  <a:pt x="913" y="1142"/>
                </a:lnTo>
                <a:lnTo>
                  <a:pt x="912" y="1142"/>
                </a:lnTo>
                <a:lnTo>
                  <a:pt x="911" y="1143"/>
                </a:lnTo>
                <a:lnTo>
                  <a:pt x="910" y="1144"/>
                </a:lnTo>
                <a:lnTo>
                  <a:pt x="909" y="1144"/>
                </a:lnTo>
                <a:lnTo>
                  <a:pt x="909" y="1145"/>
                </a:lnTo>
                <a:lnTo>
                  <a:pt x="908" y="1146"/>
                </a:lnTo>
                <a:lnTo>
                  <a:pt x="907" y="1146"/>
                </a:lnTo>
                <a:lnTo>
                  <a:pt x="906" y="1146"/>
                </a:lnTo>
                <a:lnTo>
                  <a:pt x="905" y="1146"/>
                </a:lnTo>
                <a:lnTo>
                  <a:pt x="905" y="1147"/>
                </a:lnTo>
                <a:lnTo>
                  <a:pt x="905" y="1148"/>
                </a:lnTo>
                <a:lnTo>
                  <a:pt x="906" y="1148"/>
                </a:lnTo>
                <a:lnTo>
                  <a:pt x="906" y="1149"/>
                </a:lnTo>
                <a:lnTo>
                  <a:pt x="906" y="1150"/>
                </a:lnTo>
                <a:lnTo>
                  <a:pt x="905" y="1150"/>
                </a:lnTo>
                <a:lnTo>
                  <a:pt x="905" y="1151"/>
                </a:lnTo>
                <a:lnTo>
                  <a:pt x="905" y="1152"/>
                </a:lnTo>
                <a:lnTo>
                  <a:pt x="906" y="1153"/>
                </a:lnTo>
                <a:lnTo>
                  <a:pt x="905" y="1154"/>
                </a:lnTo>
                <a:lnTo>
                  <a:pt x="905" y="1155"/>
                </a:lnTo>
                <a:lnTo>
                  <a:pt x="904" y="1155"/>
                </a:lnTo>
                <a:lnTo>
                  <a:pt x="903" y="1155"/>
                </a:lnTo>
                <a:lnTo>
                  <a:pt x="902" y="1155"/>
                </a:lnTo>
                <a:lnTo>
                  <a:pt x="902" y="1154"/>
                </a:lnTo>
                <a:lnTo>
                  <a:pt x="901" y="1154"/>
                </a:lnTo>
                <a:lnTo>
                  <a:pt x="901" y="1155"/>
                </a:lnTo>
                <a:lnTo>
                  <a:pt x="900" y="1155"/>
                </a:lnTo>
                <a:lnTo>
                  <a:pt x="900" y="1156"/>
                </a:lnTo>
                <a:lnTo>
                  <a:pt x="901" y="1156"/>
                </a:lnTo>
                <a:lnTo>
                  <a:pt x="900" y="1156"/>
                </a:lnTo>
                <a:lnTo>
                  <a:pt x="899" y="1157"/>
                </a:lnTo>
                <a:lnTo>
                  <a:pt x="898" y="1156"/>
                </a:lnTo>
                <a:lnTo>
                  <a:pt x="897" y="1156"/>
                </a:lnTo>
                <a:lnTo>
                  <a:pt x="896" y="1156"/>
                </a:lnTo>
                <a:lnTo>
                  <a:pt x="895" y="1157"/>
                </a:lnTo>
                <a:lnTo>
                  <a:pt x="893" y="1157"/>
                </a:lnTo>
                <a:lnTo>
                  <a:pt x="892" y="1157"/>
                </a:lnTo>
                <a:lnTo>
                  <a:pt x="891" y="1157"/>
                </a:lnTo>
                <a:lnTo>
                  <a:pt x="890" y="1157"/>
                </a:lnTo>
                <a:lnTo>
                  <a:pt x="889" y="1157"/>
                </a:lnTo>
                <a:lnTo>
                  <a:pt x="888" y="1156"/>
                </a:lnTo>
                <a:lnTo>
                  <a:pt x="887" y="1156"/>
                </a:lnTo>
                <a:lnTo>
                  <a:pt x="886" y="1156"/>
                </a:lnTo>
                <a:lnTo>
                  <a:pt x="886" y="1157"/>
                </a:lnTo>
                <a:lnTo>
                  <a:pt x="885" y="1157"/>
                </a:lnTo>
                <a:lnTo>
                  <a:pt x="883" y="1157"/>
                </a:lnTo>
                <a:lnTo>
                  <a:pt x="882" y="1157"/>
                </a:lnTo>
                <a:lnTo>
                  <a:pt x="881" y="1157"/>
                </a:lnTo>
                <a:lnTo>
                  <a:pt x="880" y="1157"/>
                </a:lnTo>
                <a:lnTo>
                  <a:pt x="879" y="1157"/>
                </a:lnTo>
                <a:lnTo>
                  <a:pt x="878" y="1158"/>
                </a:lnTo>
                <a:lnTo>
                  <a:pt x="877" y="1157"/>
                </a:lnTo>
                <a:lnTo>
                  <a:pt x="876" y="1157"/>
                </a:lnTo>
                <a:lnTo>
                  <a:pt x="876" y="1156"/>
                </a:lnTo>
                <a:lnTo>
                  <a:pt x="875" y="1156"/>
                </a:lnTo>
                <a:lnTo>
                  <a:pt x="875" y="1157"/>
                </a:lnTo>
                <a:lnTo>
                  <a:pt x="874" y="1157"/>
                </a:lnTo>
                <a:lnTo>
                  <a:pt x="872" y="1157"/>
                </a:lnTo>
                <a:lnTo>
                  <a:pt x="872" y="1158"/>
                </a:lnTo>
                <a:lnTo>
                  <a:pt x="871" y="1159"/>
                </a:lnTo>
                <a:lnTo>
                  <a:pt x="870" y="1160"/>
                </a:lnTo>
                <a:lnTo>
                  <a:pt x="869" y="1161"/>
                </a:lnTo>
                <a:lnTo>
                  <a:pt x="868" y="1161"/>
                </a:lnTo>
                <a:lnTo>
                  <a:pt x="867" y="1161"/>
                </a:lnTo>
                <a:lnTo>
                  <a:pt x="866" y="1161"/>
                </a:lnTo>
                <a:lnTo>
                  <a:pt x="866" y="1162"/>
                </a:lnTo>
                <a:lnTo>
                  <a:pt x="866" y="1164"/>
                </a:lnTo>
                <a:lnTo>
                  <a:pt x="865" y="1164"/>
                </a:lnTo>
                <a:lnTo>
                  <a:pt x="864" y="1164"/>
                </a:lnTo>
                <a:lnTo>
                  <a:pt x="864" y="1165"/>
                </a:lnTo>
                <a:lnTo>
                  <a:pt x="863" y="1165"/>
                </a:lnTo>
                <a:lnTo>
                  <a:pt x="862" y="1166"/>
                </a:lnTo>
                <a:lnTo>
                  <a:pt x="861" y="1166"/>
                </a:lnTo>
                <a:lnTo>
                  <a:pt x="860" y="1166"/>
                </a:lnTo>
                <a:lnTo>
                  <a:pt x="859" y="1166"/>
                </a:lnTo>
                <a:lnTo>
                  <a:pt x="858" y="1166"/>
                </a:lnTo>
                <a:lnTo>
                  <a:pt x="857" y="1165"/>
                </a:lnTo>
                <a:lnTo>
                  <a:pt x="856" y="1165"/>
                </a:lnTo>
                <a:lnTo>
                  <a:pt x="855" y="1164"/>
                </a:lnTo>
                <a:lnTo>
                  <a:pt x="855" y="1165"/>
                </a:lnTo>
                <a:lnTo>
                  <a:pt x="856" y="1166"/>
                </a:lnTo>
                <a:lnTo>
                  <a:pt x="855" y="1166"/>
                </a:lnTo>
                <a:lnTo>
                  <a:pt x="853" y="1166"/>
                </a:lnTo>
                <a:lnTo>
                  <a:pt x="853" y="1165"/>
                </a:lnTo>
                <a:lnTo>
                  <a:pt x="852" y="1164"/>
                </a:lnTo>
                <a:lnTo>
                  <a:pt x="851" y="1164"/>
                </a:lnTo>
                <a:lnTo>
                  <a:pt x="850" y="1164"/>
                </a:lnTo>
                <a:lnTo>
                  <a:pt x="849" y="1164"/>
                </a:lnTo>
                <a:lnTo>
                  <a:pt x="848" y="1164"/>
                </a:lnTo>
                <a:lnTo>
                  <a:pt x="848" y="1165"/>
                </a:lnTo>
                <a:lnTo>
                  <a:pt x="847" y="1166"/>
                </a:lnTo>
                <a:lnTo>
                  <a:pt x="846" y="1166"/>
                </a:lnTo>
                <a:lnTo>
                  <a:pt x="845" y="1168"/>
                </a:lnTo>
                <a:lnTo>
                  <a:pt x="845" y="1171"/>
                </a:lnTo>
                <a:lnTo>
                  <a:pt x="846" y="1172"/>
                </a:lnTo>
                <a:lnTo>
                  <a:pt x="846" y="1173"/>
                </a:lnTo>
                <a:lnTo>
                  <a:pt x="845" y="1173"/>
                </a:lnTo>
                <a:lnTo>
                  <a:pt x="845" y="1174"/>
                </a:lnTo>
                <a:lnTo>
                  <a:pt x="846" y="1174"/>
                </a:lnTo>
                <a:lnTo>
                  <a:pt x="846" y="1175"/>
                </a:lnTo>
                <a:lnTo>
                  <a:pt x="846" y="1176"/>
                </a:lnTo>
                <a:lnTo>
                  <a:pt x="846" y="1177"/>
                </a:lnTo>
                <a:lnTo>
                  <a:pt x="847" y="1177"/>
                </a:lnTo>
                <a:lnTo>
                  <a:pt x="847" y="1178"/>
                </a:lnTo>
                <a:lnTo>
                  <a:pt x="847" y="1179"/>
                </a:lnTo>
                <a:lnTo>
                  <a:pt x="846" y="1179"/>
                </a:lnTo>
                <a:lnTo>
                  <a:pt x="845" y="1179"/>
                </a:lnTo>
                <a:lnTo>
                  <a:pt x="845" y="1180"/>
                </a:lnTo>
                <a:lnTo>
                  <a:pt x="846" y="1180"/>
                </a:lnTo>
                <a:lnTo>
                  <a:pt x="846" y="1182"/>
                </a:lnTo>
                <a:lnTo>
                  <a:pt x="845" y="1182"/>
                </a:lnTo>
                <a:lnTo>
                  <a:pt x="845" y="1183"/>
                </a:lnTo>
                <a:lnTo>
                  <a:pt x="846" y="1185"/>
                </a:lnTo>
                <a:lnTo>
                  <a:pt x="847" y="1185"/>
                </a:lnTo>
                <a:lnTo>
                  <a:pt x="847" y="1186"/>
                </a:lnTo>
                <a:lnTo>
                  <a:pt x="847" y="1187"/>
                </a:lnTo>
                <a:lnTo>
                  <a:pt x="847" y="1188"/>
                </a:lnTo>
                <a:lnTo>
                  <a:pt x="847" y="1189"/>
                </a:lnTo>
                <a:lnTo>
                  <a:pt x="847" y="1190"/>
                </a:lnTo>
                <a:lnTo>
                  <a:pt x="847" y="1192"/>
                </a:lnTo>
                <a:lnTo>
                  <a:pt x="846" y="1192"/>
                </a:lnTo>
                <a:lnTo>
                  <a:pt x="846" y="1193"/>
                </a:lnTo>
                <a:lnTo>
                  <a:pt x="845" y="1193"/>
                </a:lnTo>
                <a:lnTo>
                  <a:pt x="844" y="1193"/>
                </a:lnTo>
                <a:lnTo>
                  <a:pt x="844" y="1194"/>
                </a:lnTo>
                <a:lnTo>
                  <a:pt x="843" y="1194"/>
                </a:lnTo>
                <a:lnTo>
                  <a:pt x="842" y="1194"/>
                </a:lnTo>
                <a:lnTo>
                  <a:pt x="842" y="1195"/>
                </a:lnTo>
                <a:lnTo>
                  <a:pt x="841" y="1195"/>
                </a:lnTo>
                <a:lnTo>
                  <a:pt x="840" y="1194"/>
                </a:lnTo>
                <a:lnTo>
                  <a:pt x="838" y="1194"/>
                </a:lnTo>
                <a:lnTo>
                  <a:pt x="838" y="1195"/>
                </a:lnTo>
                <a:lnTo>
                  <a:pt x="837" y="1196"/>
                </a:lnTo>
                <a:lnTo>
                  <a:pt x="836" y="1196"/>
                </a:lnTo>
                <a:lnTo>
                  <a:pt x="835" y="1196"/>
                </a:lnTo>
                <a:lnTo>
                  <a:pt x="834" y="1196"/>
                </a:lnTo>
                <a:lnTo>
                  <a:pt x="833" y="1196"/>
                </a:lnTo>
                <a:lnTo>
                  <a:pt x="833" y="1197"/>
                </a:lnTo>
                <a:lnTo>
                  <a:pt x="832" y="1197"/>
                </a:lnTo>
                <a:lnTo>
                  <a:pt x="829" y="1197"/>
                </a:lnTo>
                <a:lnTo>
                  <a:pt x="828" y="1198"/>
                </a:lnTo>
                <a:lnTo>
                  <a:pt x="827" y="1198"/>
                </a:lnTo>
                <a:lnTo>
                  <a:pt x="826" y="1199"/>
                </a:lnTo>
                <a:lnTo>
                  <a:pt x="825" y="1199"/>
                </a:lnTo>
                <a:lnTo>
                  <a:pt x="825" y="1200"/>
                </a:lnTo>
                <a:lnTo>
                  <a:pt x="824" y="1200"/>
                </a:lnTo>
                <a:lnTo>
                  <a:pt x="823" y="1200"/>
                </a:lnTo>
                <a:lnTo>
                  <a:pt x="823" y="1199"/>
                </a:lnTo>
                <a:lnTo>
                  <a:pt x="822" y="1199"/>
                </a:lnTo>
                <a:lnTo>
                  <a:pt x="821" y="1199"/>
                </a:lnTo>
                <a:lnTo>
                  <a:pt x="821" y="1198"/>
                </a:lnTo>
                <a:lnTo>
                  <a:pt x="820" y="1198"/>
                </a:lnTo>
                <a:lnTo>
                  <a:pt x="819" y="1198"/>
                </a:lnTo>
                <a:lnTo>
                  <a:pt x="818" y="1198"/>
                </a:lnTo>
                <a:lnTo>
                  <a:pt x="818" y="1197"/>
                </a:lnTo>
                <a:lnTo>
                  <a:pt x="818" y="1196"/>
                </a:lnTo>
                <a:lnTo>
                  <a:pt x="817" y="1196"/>
                </a:lnTo>
                <a:lnTo>
                  <a:pt x="816" y="1196"/>
                </a:lnTo>
                <a:lnTo>
                  <a:pt x="815" y="1196"/>
                </a:lnTo>
                <a:lnTo>
                  <a:pt x="815" y="1197"/>
                </a:lnTo>
                <a:lnTo>
                  <a:pt x="814" y="1197"/>
                </a:lnTo>
                <a:lnTo>
                  <a:pt x="814" y="1198"/>
                </a:lnTo>
                <a:lnTo>
                  <a:pt x="812" y="1198"/>
                </a:lnTo>
                <a:lnTo>
                  <a:pt x="810" y="1198"/>
                </a:lnTo>
                <a:lnTo>
                  <a:pt x="810" y="1197"/>
                </a:lnTo>
                <a:lnTo>
                  <a:pt x="809" y="1196"/>
                </a:lnTo>
                <a:lnTo>
                  <a:pt x="808" y="1196"/>
                </a:lnTo>
                <a:lnTo>
                  <a:pt x="807" y="1196"/>
                </a:lnTo>
                <a:lnTo>
                  <a:pt x="807" y="1195"/>
                </a:lnTo>
                <a:lnTo>
                  <a:pt x="807" y="1194"/>
                </a:lnTo>
                <a:lnTo>
                  <a:pt x="807" y="1193"/>
                </a:lnTo>
                <a:lnTo>
                  <a:pt x="806" y="1193"/>
                </a:lnTo>
                <a:lnTo>
                  <a:pt x="806" y="1192"/>
                </a:lnTo>
                <a:lnTo>
                  <a:pt x="805" y="1192"/>
                </a:lnTo>
                <a:lnTo>
                  <a:pt x="805" y="1191"/>
                </a:lnTo>
                <a:lnTo>
                  <a:pt x="805" y="1190"/>
                </a:lnTo>
                <a:lnTo>
                  <a:pt x="805" y="1189"/>
                </a:lnTo>
                <a:lnTo>
                  <a:pt x="804" y="1187"/>
                </a:lnTo>
                <a:lnTo>
                  <a:pt x="804" y="1186"/>
                </a:lnTo>
                <a:lnTo>
                  <a:pt x="803" y="1186"/>
                </a:lnTo>
                <a:lnTo>
                  <a:pt x="803" y="1185"/>
                </a:lnTo>
                <a:lnTo>
                  <a:pt x="803" y="1184"/>
                </a:lnTo>
                <a:lnTo>
                  <a:pt x="802" y="1183"/>
                </a:lnTo>
                <a:lnTo>
                  <a:pt x="802" y="1182"/>
                </a:lnTo>
                <a:lnTo>
                  <a:pt x="802" y="1181"/>
                </a:lnTo>
                <a:lnTo>
                  <a:pt x="801" y="1181"/>
                </a:lnTo>
                <a:lnTo>
                  <a:pt x="801" y="1180"/>
                </a:lnTo>
                <a:lnTo>
                  <a:pt x="800" y="1180"/>
                </a:lnTo>
                <a:lnTo>
                  <a:pt x="801" y="1180"/>
                </a:lnTo>
                <a:lnTo>
                  <a:pt x="801" y="1179"/>
                </a:lnTo>
                <a:lnTo>
                  <a:pt x="800" y="1179"/>
                </a:lnTo>
                <a:lnTo>
                  <a:pt x="800" y="1178"/>
                </a:lnTo>
                <a:lnTo>
                  <a:pt x="800" y="1177"/>
                </a:lnTo>
                <a:lnTo>
                  <a:pt x="799" y="1177"/>
                </a:lnTo>
                <a:lnTo>
                  <a:pt x="799" y="1176"/>
                </a:lnTo>
                <a:lnTo>
                  <a:pt x="799" y="1175"/>
                </a:lnTo>
                <a:lnTo>
                  <a:pt x="798" y="1175"/>
                </a:lnTo>
                <a:lnTo>
                  <a:pt x="797" y="1175"/>
                </a:lnTo>
                <a:lnTo>
                  <a:pt x="797" y="1176"/>
                </a:lnTo>
                <a:lnTo>
                  <a:pt x="796" y="1175"/>
                </a:lnTo>
                <a:lnTo>
                  <a:pt x="796" y="1174"/>
                </a:lnTo>
                <a:lnTo>
                  <a:pt x="795" y="1174"/>
                </a:lnTo>
                <a:lnTo>
                  <a:pt x="794" y="1175"/>
                </a:lnTo>
                <a:lnTo>
                  <a:pt x="794" y="1174"/>
                </a:lnTo>
                <a:lnTo>
                  <a:pt x="794" y="1173"/>
                </a:lnTo>
                <a:lnTo>
                  <a:pt x="795" y="1173"/>
                </a:lnTo>
                <a:lnTo>
                  <a:pt x="796" y="1172"/>
                </a:lnTo>
                <a:lnTo>
                  <a:pt x="797" y="1172"/>
                </a:lnTo>
                <a:lnTo>
                  <a:pt x="798" y="1172"/>
                </a:lnTo>
                <a:lnTo>
                  <a:pt x="797" y="1171"/>
                </a:lnTo>
                <a:lnTo>
                  <a:pt x="797" y="1170"/>
                </a:lnTo>
                <a:lnTo>
                  <a:pt x="797" y="1168"/>
                </a:lnTo>
                <a:lnTo>
                  <a:pt x="796" y="1168"/>
                </a:lnTo>
                <a:lnTo>
                  <a:pt x="796" y="1167"/>
                </a:lnTo>
                <a:lnTo>
                  <a:pt x="796" y="1166"/>
                </a:lnTo>
                <a:lnTo>
                  <a:pt x="795" y="1165"/>
                </a:lnTo>
                <a:lnTo>
                  <a:pt x="794" y="1165"/>
                </a:lnTo>
                <a:lnTo>
                  <a:pt x="794" y="1164"/>
                </a:lnTo>
                <a:lnTo>
                  <a:pt x="793" y="1164"/>
                </a:lnTo>
                <a:lnTo>
                  <a:pt x="793" y="1163"/>
                </a:lnTo>
                <a:lnTo>
                  <a:pt x="794" y="1162"/>
                </a:lnTo>
                <a:lnTo>
                  <a:pt x="796" y="1160"/>
                </a:lnTo>
                <a:lnTo>
                  <a:pt x="797" y="1160"/>
                </a:lnTo>
                <a:lnTo>
                  <a:pt x="797" y="1159"/>
                </a:lnTo>
                <a:lnTo>
                  <a:pt x="798" y="1159"/>
                </a:lnTo>
                <a:lnTo>
                  <a:pt x="797" y="1158"/>
                </a:lnTo>
                <a:lnTo>
                  <a:pt x="796" y="1158"/>
                </a:lnTo>
                <a:lnTo>
                  <a:pt x="795" y="1157"/>
                </a:lnTo>
                <a:lnTo>
                  <a:pt x="795" y="1156"/>
                </a:lnTo>
                <a:lnTo>
                  <a:pt x="794" y="1155"/>
                </a:lnTo>
                <a:lnTo>
                  <a:pt x="792" y="1155"/>
                </a:lnTo>
                <a:lnTo>
                  <a:pt x="792" y="1154"/>
                </a:lnTo>
                <a:lnTo>
                  <a:pt x="791" y="1154"/>
                </a:lnTo>
                <a:lnTo>
                  <a:pt x="791" y="1155"/>
                </a:lnTo>
                <a:lnTo>
                  <a:pt x="790" y="1155"/>
                </a:lnTo>
                <a:lnTo>
                  <a:pt x="789" y="1155"/>
                </a:lnTo>
                <a:lnTo>
                  <a:pt x="788" y="1155"/>
                </a:lnTo>
                <a:lnTo>
                  <a:pt x="788" y="1154"/>
                </a:lnTo>
                <a:lnTo>
                  <a:pt x="788" y="1155"/>
                </a:lnTo>
                <a:lnTo>
                  <a:pt x="787" y="1155"/>
                </a:lnTo>
                <a:lnTo>
                  <a:pt x="786" y="1155"/>
                </a:lnTo>
                <a:lnTo>
                  <a:pt x="785" y="1155"/>
                </a:lnTo>
                <a:lnTo>
                  <a:pt x="784" y="1154"/>
                </a:lnTo>
                <a:lnTo>
                  <a:pt x="785" y="1153"/>
                </a:lnTo>
                <a:lnTo>
                  <a:pt x="784" y="1152"/>
                </a:lnTo>
                <a:lnTo>
                  <a:pt x="784" y="1151"/>
                </a:lnTo>
                <a:lnTo>
                  <a:pt x="785" y="1150"/>
                </a:lnTo>
                <a:lnTo>
                  <a:pt x="785" y="1149"/>
                </a:lnTo>
                <a:lnTo>
                  <a:pt x="785" y="1148"/>
                </a:lnTo>
                <a:lnTo>
                  <a:pt x="784" y="1148"/>
                </a:lnTo>
                <a:lnTo>
                  <a:pt x="783" y="1148"/>
                </a:lnTo>
                <a:lnTo>
                  <a:pt x="783" y="1147"/>
                </a:lnTo>
                <a:lnTo>
                  <a:pt x="782" y="1147"/>
                </a:lnTo>
                <a:lnTo>
                  <a:pt x="782" y="1146"/>
                </a:lnTo>
                <a:lnTo>
                  <a:pt x="781" y="1146"/>
                </a:lnTo>
                <a:lnTo>
                  <a:pt x="781" y="1145"/>
                </a:lnTo>
                <a:lnTo>
                  <a:pt x="780" y="1144"/>
                </a:lnTo>
                <a:lnTo>
                  <a:pt x="779" y="1143"/>
                </a:lnTo>
                <a:lnTo>
                  <a:pt x="779" y="1142"/>
                </a:lnTo>
                <a:lnTo>
                  <a:pt x="779" y="1141"/>
                </a:lnTo>
                <a:lnTo>
                  <a:pt x="779" y="1140"/>
                </a:lnTo>
                <a:lnTo>
                  <a:pt x="778" y="1140"/>
                </a:lnTo>
                <a:lnTo>
                  <a:pt x="778" y="1139"/>
                </a:lnTo>
                <a:lnTo>
                  <a:pt x="778" y="1138"/>
                </a:lnTo>
                <a:lnTo>
                  <a:pt x="778" y="1137"/>
                </a:lnTo>
                <a:lnTo>
                  <a:pt x="778" y="1136"/>
                </a:lnTo>
                <a:lnTo>
                  <a:pt x="777" y="1136"/>
                </a:lnTo>
                <a:lnTo>
                  <a:pt x="777" y="1135"/>
                </a:lnTo>
                <a:lnTo>
                  <a:pt x="776" y="1135"/>
                </a:lnTo>
                <a:lnTo>
                  <a:pt x="776" y="1134"/>
                </a:lnTo>
                <a:lnTo>
                  <a:pt x="777" y="1134"/>
                </a:lnTo>
                <a:lnTo>
                  <a:pt x="776" y="1134"/>
                </a:lnTo>
                <a:lnTo>
                  <a:pt x="776" y="1133"/>
                </a:lnTo>
                <a:lnTo>
                  <a:pt x="775" y="1132"/>
                </a:lnTo>
                <a:lnTo>
                  <a:pt x="775" y="1131"/>
                </a:lnTo>
                <a:lnTo>
                  <a:pt x="774" y="1131"/>
                </a:lnTo>
                <a:lnTo>
                  <a:pt x="774" y="1130"/>
                </a:lnTo>
                <a:lnTo>
                  <a:pt x="773" y="1129"/>
                </a:lnTo>
                <a:lnTo>
                  <a:pt x="772" y="1128"/>
                </a:lnTo>
                <a:lnTo>
                  <a:pt x="771" y="1127"/>
                </a:lnTo>
                <a:lnTo>
                  <a:pt x="770" y="1126"/>
                </a:lnTo>
                <a:lnTo>
                  <a:pt x="769" y="1126"/>
                </a:lnTo>
                <a:lnTo>
                  <a:pt x="769" y="1125"/>
                </a:lnTo>
                <a:lnTo>
                  <a:pt x="769" y="1124"/>
                </a:lnTo>
                <a:lnTo>
                  <a:pt x="768" y="1124"/>
                </a:lnTo>
                <a:lnTo>
                  <a:pt x="768" y="1123"/>
                </a:lnTo>
                <a:lnTo>
                  <a:pt x="767" y="1123"/>
                </a:lnTo>
                <a:lnTo>
                  <a:pt x="767" y="1122"/>
                </a:lnTo>
                <a:lnTo>
                  <a:pt x="767" y="1121"/>
                </a:lnTo>
                <a:lnTo>
                  <a:pt x="766" y="1120"/>
                </a:lnTo>
                <a:lnTo>
                  <a:pt x="766" y="1119"/>
                </a:lnTo>
                <a:lnTo>
                  <a:pt x="767" y="1119"/>
                </a:lnTo>
                <a:lnTo>
                  <a:pt x="766" y="1119"/>
                </a:lnTo>
                <a:lnTo>
                  <a:pt x="766" y="1118"/>
                </a:lnTo>
                <a:lnTo>
                  <a:pt x="765" y="1118"/>
                </a:lnTo>
                <a:lnTo>
                  <a:pt x="765" y="1117"/>
                </a:lnTo>
                <a:lnTo>
                  <a:pt x="766" y="1117"/>
                </a:lnTo>
                <a:lnTo>
                  <a:pt x="766" y="1116"/>
                </a:lnTo>
                <a:lnTo>
                  <a:pt x="766" y="1115"/>
                </a:lnTo>
                <a:lnTo>
                  <a:pt x="767" y="1115"/>
                </a:lnTo>
                <a:lnTo>
                  <a:pt x="767" y="1114"/>
                </a:lnTo>
                <a:lnTo>
                  <a:pt x="767" y="1113"/>
                </a:lnTo>
                <a:lnTo>
                  <a:pt x="767" y="1112"/>
                </a:lnTo>
                <a:lnTo>
                  <a:pt x="766" y="1112"/>
                </a:lnTo>
                <a:lnTo>
                  <a:pt x="765" y="1111"/>
                </a:lnTo>
                <a:lnTo>
                  <a:pt x="766" y="1110"/>
                </a:lnTo>
                <a:lnTo>
                  <a:pt x="766" y="1109"/>
                </a:lnTo>
                <a:lnTo>
                  <a:pt x="766" y="1108"/>
                </a:lnTo>
                <a:lnTo>
                  <a:pt x="767" y="1108"/>
                </a:lnTo>
                <a:lnTo>
                  <a:pt x="767" y="1107"/>
                </a:lnTo>
                <a:lnTo>
                  <a:pt x="767" y="1106"/>
                </a:lnTo>
                <a:lnTo>
                  <a:pt x="767" y="1105"/>
                </a:lnTo>
                <a:lnTo>
                  <a:pt x="768" y="1105"/>
                </a:lnTo>
                <a:lnTo>
                  <a:pt x="767" y="1104"/>
                </a:lnTo>
                <a:lnTo>
                  <a:pt x="766" y="1103"/>
                </a:lnTo>
                <a:lnTo>
                  <a:pt x="765" y="1103"/>
                </a:lnTo>
                <a:lnTo>
                  <a:pt x="765" y="1102"/>
                </a:lnTo>
                <a:lnTo>
                  <a:pt x="765" y="1101"/>
                </a:lnTo>
                <a:lnTo>
                  <a:pt x="766" y="1101"/>
                </a:lnTo>
                <a:lnTo>
                  <a:pt x="767" y="1101"/>
                </a:lnTo>
                <a:lnTo>
                  <a:pt x="768" y="1101"/>
                </a:lnTo>
                <a:lnTo>
                  <a:pt x="768" y="1100"/>
                </a:lnTo>
                <a:lnTo>
                  <a:pt x="768" y="1099"/>
                </a:lnTo>
                <a:lnTo>
                  <a:pt x="768" y="1098"/>
                </a:lnTo>
                <a:lnTo>
                  <a:pt x="768" y="1097"/>
                </a:lnTo>
                <a:lnTo>
                  <a:pt x="768" y="1096"/>
                </a:lnTo>
                <a:lnTo>
                  <a:pt x="767" y="1095"/>
                </a:lnTo>
                <a:lnTo>
                  <a:pt x="766" y="1095"/>
                </a:lnTo>
                <a:lnTo>
                  <a:pt x="766" y="1094"/>
                </a:lnTo>
                <a:lnTo>
                  <a:pt x="766" y="1093"/>
                </a:lnTo>
                <a:lnTo>
                  <a:pt x="766" y="1092"/>
                </a:lnTo>
                <a:lnTo>
                  <a:pt x="766" y="1091"/>
                </a:lnTo>
                <a:lnTo>
                  <a:pt x="766" y="1090"/>
                </a:lnTo>
                <a:lnTo>
                  <a:pt x="765" y="1090"/>
                </a:lnTo>
                <a:lnTo>
                  <a:pt x="765" y="1089"/>
                </a:lnTo>
                <a:lnTo>
                  <a:pt x="764" y="1089"/>
                </a:lnTo>
                <a:lnTo>
                  <a:pt x="764" y="1088"/>
                </a:lnTo>
                <a:lnTo>
                  <a:pt x="763" y="1088"/>
                </a:lnTo>
                <a:lnTo>
                  <a:pt x="764" y="1088"/>
                </a:lnTo>
                <a:lnTo>
                  <a:pt x="764" y="1087"/>
                </a:lnTo>
                <a:lnTo>
                  <a:pt x="763" y="1087"/>
                </a:lnTo>
                <a:lnTo>
                  <a:pt x="763" y="1086"/>
                </a:lnTo>
                <a:lnTo>
                  <a:pt x="763" y="1085"/>
                </a:lnTo>
                <a:lnTo>
                  <a:pt x="762" y="1085"/>
                </a:lnTo>
                <a:lnTo>
                  <a:pt x="761" y="1085"/>
                </a:lnTo>
                <a:lnTo>
                  <a:pt x="760" y="1085"/>
                </a:lnTo>
                <a:lnTo>
                  <a:pt x="760" y="1084"/>
                </a:lnTo>
                <a:lnTo>
                  <a:pt x="759" y="1084"/>
                </a:lnTo>
                <a:lnTo>
                  <a:pt x="758" y="1083"/>
                </a:lnTo>
                <a:lnTo>
                  <a:pt x="758" y="1082"/>
                </a:lnTo>
                <a:lnTo>
                  <a:pt x="757" y="1081"/>
                </a:lnTo>
                <a:lnTo>
                  <a:pt x="756" y="1081"/>
                </a:lnTo>
                <a:lnTo>
                  <a:pt x="755" y="1081"/>
                </a:lnTo>
                <a:lnTo>
                  <a:pt x="754" y="1081"/>
                </a:lnTo>
                <a:lnTo>
                  <a:pt x="753" y="1082"/>
                </a:lnTo>
                <a:lnTo>
                  <a:pt x="753" y="1083"/>
                </a:lnTo>
                <a:lnTo>
                  <a:pt x="752" y="1083"/>
                </a:lnTo>
                <a:lnTo>
                  <a:pt x="751" y="1084"/>
                </a:lnTo>
                <a:lnTo>
                  <a:pt x="750" y="1084"/>
                </a:lnTo>
                <a:lnTo>
                  <a:pt x="749" y="1084"/>
                </a:lnTo>
                <a:lnTo>
                  <a:pt x="749" y="1085"/>
                </a:lnTo>
                <a:lnTo>
                  <a:pt x="748" y="1086"/>
                </a:lnTo>
                <a:lnTo>
                  <a:pt x="747" y="1087"/>
                </a:lnTo>
                <a:lnTo>
                  <a:pt x="746" y="1087"/>
                </a:lnTo>
                <a:lnTo>
                  <a:pt x="745" y="1087"/>
                </a:lnTo>
                <a:lnTo>
                  <a:pt x="745" y="1088"/>
                </a:lnTo>
                <a:lnTo>
                  <a:pt x="744" y="1088"/>
                </a:lnTo>
                <a:lnTo>
                  <a:pt x="744" y="1089"/>
                </a:lnTo>
                <a:lnTo>
                  <a:pt x="742" y="1089"/>
                </a:lnTo>
                <a:lnTo>
                  <a:pt x="741" y="1089"/>
                </a:lnTo>
                <a:lnTo>
                  <a:pt x="741" y="1090"/>
                </a:lnTo>
                <a:lnTo>
                  <a:pt x="740" y="1090"/>
                </a:lnTo>
                <a:lnTo>
                  <a:pt x="740" y="1091"/>
                </a:lnTo>
                <a:lnTo>
                  <a:pt x="740" y="1092"/>
                </a:lnTo>
                <a:lnTo>
                  <a:pt x="739" y="1092"/>
                </a:lnTo>
                <a:lnTo>
                  <a:pt x="739" y="1093"/>
                </a:lnTo>
                <a:lnTo>
                  <a:pt x="738" y="1094"/>
                </a:lnTo>
                <a:lnTo>
                  <a:pt x="738" y="1095"/>
                </a:lnTo>
                <a:lnTo>
                  <a:pt x="738" y="1096"/>
                </a:lnTo>
                <a:lnTo>
                  <a:pt x="738" y="1097"/>
                </a:lnTo>
                <a:lnTo>
                  <a:pt x="738" y="1098"/>
                </a:lnTo>
                <a:lnTo>
                  <a:pt x="737" y="1099"/>
                </a:lnTo>
                <a:lnTo>
                  <a:pt x="736" y="1100"/>
                </a:lnTo>
                <a:lnTo>
                  <a:pt x="736" y="1101"/>
                </a:lnTo>
                <a:lnTo>
                  <a:pt x="735" y="1101"/>
                </a:lnTo>
                <a:lnTo>
                  <a:pt x="735" y="1100"/>
                </a:lnTo>
                <a:lnTo>
                  <a:pt x="734" y="1100"/>
                </a:lnTo>
                <a:lnTo>
                  <a:pt x="733" y="1099"/>
                </a:lnTo>
                <a:lnTo>
                  <a:pt x="732" y="1099"/>
                </a:lnTo>
                <a:lnTo>
                  <a:pt x="732" y="1100"/>
                </a:lnTo>
                <a:lnTo>
                  <a:pt x="731" y="1100"/>
                </a:lnTo>
                <a:lnTo>
                  <a:pt x="730" y="1100"/>
                </a:lnTo>
                <a:lnTo>
                  <a:pt x="730" y="1099"/>
                </a:lnTo>
                <a:lnTo>
                  <a:pt x="729" y="1099"/>
                </a:lnTo>
                <a:lnTo>
                  <a:pt x="728" y="1100"/>
                </a:lnTo>
                <a:lnTo>
                  <a:pt x="727" y="1100"/>
                </a:lnTo>
                <a:lnTo>
                  <a:pt x="726" y="1098"/>
                </a:lnTo>
                <a:lnTo>
                  <a:pt x="725" y="1097"/>
                </a:lnTo>
                <a:lnTo>
                  <a:pt x="725" y="1098"/>
                </a:lnTo>
                <a:lnTo>
                  <a:pt x="724" y="1099"/>
                </a:lnTo>
                <a:lnTo>
                  <a:pt x="724" y="1100"/>
                </a:lnTo>
                <a:lnTo>
                  <a:pt x="723" y="1100"/>
                </a:lnTo>
                <a:lnTo>
                  <a:pt x="723" y="1101"/>
                </a:lnTo>
                <a:lnTo>
                  <a:pt x="724" y="1101"/>
                </a:lnTo>
                <a:lnTo>
                  <a:pt x="724" y="1102"/>
                </a:lnTo>
                <a:lnTo>
                  <a:pt x="724" y="1103"/>
                </a:lnTo>
                <a:lnTo>
                  <a:pt x="724" y="1104"/>
                </a:lnTo>
                <a:lnTo>
                  <a:pt x="724" y="1105"/>
                </a:lnTo>
                <a:lnTo>
                  <a:pt x="726" y="1105"/>
                </a:lnTo>
                <a:lnTo>
                  <a:pt x="726" y="1106"/>
                </a:lnTo>
                <a:lnTo>
                  <a:pt x="727" y="1107"/>
                </a:lnTo>
                <a:lnTo>
                  <a:pt x="728" y="1107"/>
                </a:lnTo>
                <a:lnTo>
                  <a:pt x="728" y="1108"/>
                </a:lnTo>
                <a:lnTo>
                  <a:pt x="727" y="1109"/>
                </a:lnTo>
                <a:lnTo>
                  <a:pt x="726" y="1110"/>
                </a:lnTo>
                <a:lnTo>
                  <a:pt x="725" y="1110"/>
                </a:lnTo>
                <a:lnTo>
                  <a:pt x="724" y="1111"/>
                </a:lnTo>
                <a:lnTo>
                  <a:pt x="724" y="1112"/>
                </a:lnTo>
                <a:lnTo>
                  <a:pt x="725" y="1112"/>
                </a:lnTo>
                <a:lnTo>
                  <a:pt x="726" y="1113"/>
                </a:lnTo>
                <a:lnTo>
                  <a:pt x="727" y="1112"/>
                </a:lnTo>
                <a:lnTo>
                  <a:pt x="727" y="1113"/>
                </a:lnTo>
                <a:lnTo>
                  <a:pt x="727" y="1114"/>
                </a:lnTo>
                <a:lnTo>
                  <a:pt x="728" y="1114"/>
                </a:lnTo>
                <a:lnTo>
                  <a:pt x="728" y="1115"/>
                </a:lnTo>
                <a:lnTo>
                  <a:pt x="729" y="1116"/>
                </a:lnTo>
                <a:lnTo>
                  <a:pt x="729" y="1117"/>
                </a:lnTo>
                <a:lnTo>
                  <a:pt x="728" y="1117"/>
                </a:lnTo>
                <a:lnTo>
                  <a:pt x="728" y="1116"/>
                </a:lnTo>
                <a:lnTo>
                  <a:pt x="727" y="1116"/>
                </a:lnTo>
                <a:lnTo>
                  <a:pt x="727" y="1118"/>
                </a:lnTo>
                <a:lnTo>
                  <a:pt x="727" y="1119"/>
                </a:lnTo>
                <a:lnTo>
                  <a:pt x="727" y="1120"/>
                </a:lnTo>
                <a:lnTo>
                  <a:pt x="726" y="1120"/>
                </a:lnTo>
                <a:lnTo>
                  <a:pt x="725" y="1120"/>
                </a:lnTo>
                <a:lnTo>
                  <a:pt x="725" y="1121"/>
                </a:lnTo>
                <a:lnTo>
                  <a:pt x="724" y="1121"/>
                </a:lnTo>
                <a:lnTo>
                  <a:pt x="724" y="1122"/>
                </a:lnTo>
                <a:lnTo>
                  <a:pt x="725" y="1122"/>
                </a:lnTo>
                <a:lnTo>
                  <a:pt x="725" y="1123"/>
                </a:lnTo>
                <a:lnTo>
                  <a:pt x="726" y="1123"/>
                </a:lnTo>
                <a:lnTo>
                  <a:pt x="727" y="1123"/>
                </a:lnTo>
                <a:lnTo>
                  <a:pt x="727" y="1124"/>
                </a:lnTo>
                <a:lnTo>
                  <a:pt x="727" y="1125"/>
                </a:lnTo>
                <a:lnTo>
                  <a:pt x="728" y="1126"/>
                </a:lnTo>
                <a:lnTo>
                  <a:pt x="727" y="1126"/>
                </a:lnTo>
                <a:lnTo>
                  <a:pt x="727" y="1127"/>
                </a:lnTo>
                <a:lnTo>
                  <a:pt x="726" y="1127"/>
                </a:lnTo>
                <a:lnTo>
                  <a:pt x="725" y="1128"/>
                </a:lnTo>
                <a:lnTo>
                  <a:pt x="724" y="1128"/>
                </a:lnTo>
                <a:lnTo>
                  <a:pt x="724" y="1129"/>
                </a:lnTo>
                <a:lnTo>
                  <a:pt x="723" y="1129"/>
                </a:lnTo>
                <a:lnTo>
                  <a:pt x="722" y="1130"/>
                </a:lnTo>
                <a:lnTo>
                  <a:pt x="722" y="1129"/>
                </a:lnTo>
                <a:lnTo>
                  <a:pt x="721" y="1129"/>
                </a:lnTo>
                <a:lnTo>
                  <a:pt x="720" y="1129"/>
                </a:lnTo>
                <a:lnTo>
                  <a:pt x="720" y="1130"/>
                </a:lnTo>
                <a:lnTo>
                  <a:pt x="719" y="1130"/>
                </a:lnTo>
                <a:lnTo>
                  <a:pt x="719" y="1131"/>
                </a:lnTo>
                <a:lnTo>
                  <a:pt x="718" y="1131"/>
                </a:lnTo>
                <a:lnTo>
                  <a:pt x="717" y="1131"/>
                </a:lnTo>
                <a:lnTo>
                  <a:pt x="716" y="1131"/>
                </a:lnTo>
                <a:lnTo>
                  <a:pt x="715" y="1131"/>
                </a:lnTo>
                <a:lnTo>
                  <a:pt x="714" y="1131"/>
                </a:lnTo>
                <a:lnTo>
                  <a:pt x="714" y="1132"/>
                </a:lnTo>
                <a:lnTo>
                  <a:pt x="713" y="1132"/>
                </a:lnTo>
                <a:lnTo>
                  <a:pt x="713" y="1131"/>
                </a:lnTo>
                <a:lnTo>
                  <a:pt x="712" y="1131"/>
                </a:lnTo>
                <a:lnTo>
                  <a:pt x="712" y="1132"/>
                </a:lnTo>
                <a:lnTo>
                  <a:pt x="711" y="1133"/>
                </a:lnTo>
                <a:lnTo>
                  <a:pt x="710" y="1133"/>
                </a:lnTo>
                <a:lnTo>
                  <a:pt x="709" y="1133"/>
                </a:lnTo>
                <a:lnTo>
                  <a:pt x="709" y="1134"/>
                </a:lnTo>
                <a:lnTo>
                  <a:pt x="708" y="1134"/>
                </a:lnTo>
                <a:lnTo>
                  <a:pt x="707" y="1134"/>
                </a:lnTo>
                <a:lnTo>
                  <a:pt x="706" y="1134"/>
                </a:lnTo>
                <a:lnTo>
                  <a:pt x="705" y="1134"/>
                </a:lnTo>
                <a:lnTo>
                  <a:pt x="704" y="1135"/>
                </a:lnTo>
                <a:lnTo>
                  <a:pt x="703" y="1135"/>
                </a:lnTo>
                <a:lnTo>
                  <a:pt x="703" y="1134"/>
                </a:lnTo>
                <a:lnTo>
                  <a:pt x="702" y="1134"/>
                </a:lnTo>
                <a:lnTo>
                  <a:pt x="702" y="1133"/>
                </a:lnTo>
                <a:lnTo>
                  <a:pt x="701" y="1133"/>
                </a:lnTo>
                <a:lnTo>
                  <a:pt x="701" y="1132"/>
                </a:lnTo>
                <a:lnTo>
                  <a:pt x="700" y="1132"/>
                </a:lnTo>
                <a:lnTo>
                  <a:pt x="699" y="1132"/>
                </a:lnTo>
                <a:lnTo>
                  <a:pt x="698" y="1132"/>
                </a:lnTo>
                <a:lnTo>
                  <a:pt x="697" y="1132"/>
                </a:lnTo>
                <a:lnTo>
                  <a:pt x="696" y="1133"/>
                </a:lnTo>
                <a:lnTo>
                  <a:pt x="695" y="1133"/>
                </a:lnTo>
                <a:lnTo>
                  <a:pt x="693" y="1132"/>
                </a:lnTo>
                <a:lnTo>
                  <a:pt x="692" y="1132"/>
                </a:lnTo>
                <a:lnTo>
                  <a:pt x="691" y="1131"/>
                </a:lnTo>
                <a:lnTo>
                  <a:pt x="690" y="1131"/>
                </a:lnTo>
                <a:lnTo>
                  <a:pt x="689" y="1130"/>
                </a:lnTo>
                <a:lnTo>
                  <a:pt x="690" y="1128"/>
                </a:lnTo>
                <a:lnTo>
                  <a:pt x="690" y="1127"/>
                </a:lnTo>
                <a:lnTo>
                  <a:pt x="690" y="1126"/>
                </a:lnTo>
                <a:lnTo>
                  <a:pt x="689" y="1126"/>
                </a:lnTo>
                <a:lnTo>
                  <a:pt x="689" y="1125"/>
                </a:lnTo>
                <a:lnTo>
                  <a:pt x="689" y="1124"/>
                </a:lnTo>
                <a:lnTo>
                  <a:pt x="688" y="1124"/>
                </a:lnTo>
                <a:lnTo>
                  <a:pt x="688" y="1123"/>
                </a:lnTo>
                <a:lnTo>
                  <a:pt x="688" y="1121"/>
                </a:lnTo>
                <a:lnTo>
                  <a:pt x="689" y="1121"/>
                </a:lnTo>
                <a:lnTo>
                  <a:pt x="689" y="1120"/>
                </a:lnTo>
                <a:lnTo>
                  <a:pt x="689" y="1119"/>
                </a:lnTo>
                <a:lnTo>
                  <a:pt x="689" y="1118"/>
                </a:lnTo>
                <a:lnTo>
                  <a:pt x="688" y="1118"/>
                </a:lnTo>
                <a:lnTo>
                  <a:pt x="687" y="1118"/>
                </a:lnTo>
                <a:lnTo>
                  <a:pt x="686" y="1119"/>
                </a:lnTo>
                <a:lnTo>
                  <a:pt x="686" y="1120"/>
                </a:lnTo>
                <a:lnTo>
                  <a:pt x="686" y="1121"/>
                </a:lnTo>
                <a:lnTo>
                  <a:pt x="685" y="1121"/>
                </a:lnTo>
                <a:lnTo>
                  <a:pt x="685" y="1122"/>
                </a:lnTo>
                <a:lnTo>
                  <a:pt x="684" y="1122"/>
                </a:lnTo>
                <a:lnTo>
                  <a:pt x="683" y="1122"/>
                </a:lnTo>
                <a:lnTo>
                  <a:pt x="683" y="1121"/>
                </a:lnTo>
                <a:lnTo>
                  <a:pt x="682" y="1120"/>
                </a:lnTo>
                <a:lnTo>
                  <a:pt x="681" y="1120"/>
                </a:lnTo>
                <a:lnTo>
                  <a:pt x="680" y="1119"/>
                </a:lnTo>
                <a:lnTo>
                  <a:pt x="680" y="1120"/>
                </a:lnTo>
                <a:lnTo>
                  <a:pt x="679" y="1120"/>
                </a:lnTo>
                <a:lnTo>
                  <a:pt x="678" y="1119"/>
                </a:lnTo>
                <a:lnTo>
                  <a:pt x="677" y="1118"/>
                </a:lnTo>
                <a:lnTo>
                  <a:pt x="676" y="1117"/>
                </a:lnTo>
                <a:lnTo>
                  <a:pt x="676" y="1116"/>
                </a:lnTo>
                <a:lnTo>
                  <a:pt x="675" y="1115"/>
                </a:lnTo>
                <a:lnTo>
                  <a:pt x="675" y="1114"/>
                </a:lnTo>
                <a:lnTo>
                  <a:pt x="676" y="1114"/>
                </a:lnTo>
                <a:lnTo>
                  <a:pt x="676" y="1113"/>
                </a:lnTo>
                <a:lnTo>
                  <a:pt x="677" y="1112"/>
                </a:lnTo>
                <a:lnTo>
                  <a:pt x="678" y="1112"/>
                </a:lnTo>
                <a:lnTo>
                  <a:pt x="678" y="1111"/>
                </a:lnTo>
                <a:lnTo>
                  <a:pt x="677" y="1110"/>
                </a:lnTo>
                <a:lnTo>
                  <a:pt x="677" y="1109"/>
                </a:lnTo>
                <a:lnTo>
                  <a:pt x="678" y="1109"/>
                </a:lnTo>
                <a:lnTo>
                  <a:pt x="678" y="1108"/>
                </a:lnTo>
                <a:lnTo>
                  <a:pt x="677" y="1108"/>
                </a:lnTo>
                <a:lnTo>
                  <a:pt x="677" y="1107"/>
                </a:lnTo>
                <a:lnTo>
                  <a:pt x="676" y="1107"/>
                </a:lnTo>
                <a:lnTo>
                  <a:pt x="676" y="1106"/>
                </a:lnTo>
                <a:lnTo>
                  <a:pt x="675" y="1106"/>
                </a:lnTo>
                <a:lnTo>
                  <a:pt x="675" y="1105"/>
                </a:lnTo>
                <a:lnTo>
                  <a:pt x="674" y="1105"/>
                </a:lnTo>
                <a:lnTo>
                  <a:pt x="673" y="1105"/>
                </a:lnTo>
                <a:lnTo>
                  <a:pt x="673" y="1104"/>
                </a:lnTo>
                <a:lnTo>
                  <a:pt x="673" y="1103"/>
                </a:lnTo>
                <a:lnTo>
                  <a:pt x="672" y="1103"/>
                </a:lnTo>
                <a:lnTo>
                  <a:pt x="671" y="1102"/>
                </a:lnTo>
                <a:lnTo>
                  <a:pt x="671" y="1101"/>
                </a:lnTo>
                <a:lnTo>
                  <a:pt x="670" y="1101"/>
                </a:lnTo>
                <a:lnTo>
                  <a:pt x="669" y="1100"/>
                </a:lnTo>
                <a:lnTo>
                  <a:pt x="669" y="1099"/>
                </a:lnTo>
                <a:lnTo>
                  <a:pt x="668" y="1099"/>
                </a:lnTo>
                <a:lnTo>
                  <a:pt x="667" y="1099"/>
                </a:lnTo>
                <a:lnTo>
                  <a:pt x="667" y="1098"/>
                </a:lnTo>
                <a:lnTo>
                  <a:pt x="667" y="1097"/>
                </a:lnTo>
                <a:lnTo>
                  <a:pt x="667" y="1096"/>
                </a:lnTo>
                <a:lnTo>
                  <a:pt x="666" y="1096"/>
                </a:lnTo>
                <a:lnTo>
                  <a:pt x="666" y="1095"/>
                </a:lnTo>
                <a:lnTo>
                  <a:pt x="665" y="1095"/>
                </a:lnTo>
                <a:lnTo>
                  <a:pt x="664" y="1095"/>
                </a:lnTo>
                <a:lnTo>
                  <a:pt x="663" y="1094"/>
                </a:lnTo>
                <a:lnTo>
                  <a:pt x="664" y="1093"/>
                </a:lnTo>
                <a:lnTo>
                  <a:pt x="664" y="1092"/>
                </a:lnTo>
                <a:lnTo>
                  <a:pt x="665" y="1092"/>
                </a:lnTo>
                <a:lnTo>
                  <a:pt x="665" y="1091"/>
                </a:lnTo>
                <a:lnTo>
                  <a:pt x="666" y="1090"/>
                </a:lnTo>
                <a:lnTo>
                  <a:pt x="666" y="1089"/>
                </a:lnTo>
                <a:lnTo>
                  <a:pt x="665" y="1088"/>
                </a:lnTo>
                <a:lnTo>
                  <a:pt x="664" y="1088"/>
                </a:lnTo>
                <a:lnTo>
                  <a:pt x="663" y="1088"/>
                </a:lnTo>
                <a:lnTo>
                  <a:pt x="663" y="1087"/>
                </a:lnTo>
                <a:lnTo>
                  <a:pt x="662" y="1086"/>
                </a:lnTo>
                <a:lnTo>
                  <a:pt x="661" y="1085"/>
                </a:lnTo>
                <a:lnTo>
                  <a:pt x="661" y="1084"/>
                </a:lnTo>
                <a:lnTo>
                  <a:pt x="662" y="1083"/>
                </a:lnTo>
                <a:lnTo>
                  <a:pt x="662" y="1082"/>
                </a:lnTo>
                <a:lnTo>
                  <a:pt x="662" y="1081"/>
                </a:lnTo>
                <a:lnTo>
                  <a:pt x="661" y="1080"/>
                </a:lnTo>
                <a:lnTo>
                  <a:pt x="662" y="1080"/>
                </a:lnTo>
                <a:lnTo>
                  <a:pt x="663" y="1080"/>
                </a:lnTo>
                <a:lnTo>
                  <a:pt x="663" y="1079"/>
                </a:lnTo>
                <a:lnTo>
                  <a:pt x="666" y="1079"/>
                </a:lnTo>
                <a:lnTo>
                  <a:pt x="666" y="1080"/>
                </a:lnTo>
                <a:lnTo>
                  <a:pt x="667" y="1080"/>
                </a:lnTo>
                <a:lnTo>
                  <a:pt x="668" y="1080"/>
                </a:lnTo>
                <a:lnTo>
                  <a:pt x="669" y="1080"/>
                </a:lnTo>
                <a:lnTo>
                  <a:pt x="669" y="1079"/>
                </a:lnTo>
                <a:lnTo>
                  <a:pt x="670" y="1078"/>
                </a:lnTo>
                <a:lnTo>
                  <a:pt x="671" y="1077"/>
                </a:lnTo>
                <a:lnTo>
                  <a:pt x="672" y="1076"/>
                </a:lnTo>
                <a:lnTo>
                  <a:pt x="673" y="1076"/>
                </a:lnTo>
                <a:lnTo>
                  <a:pt x="672" y="1076"/>
                </a:lnTo>
                <a:lnTo>
                  <a:pt x="672" y="1075"/>
                </a:lnTo>
                <a:lnTo>
                  <a:pt x="672" y="1074"/>
                </a:lnTo>
                <a:lnTo>
                  <a:pt x="671" y="1074"/>
                </a:lnTo>
                <a:lnTo>
                  <a:pt x="671" y="1073"/>
                </a:lnTo>
                <a:lnTo>
                  <a:pt x="670" y="1073"/>
                </a:lnTo>
                <a:lnTo>
                  <a:pt x="669" y="1073"/>
                </a:lnTo>
                <a:lnTo>
                  <a:pt x="668" y="1073"/>
                </a:lnTo>
                <a:lnTo>
                  <a:pt x="667" y="1073"/>
                </a:lnTo>
                <a:lnTo>
                  <a:pt x="666" y="1073"/>
                </a:lnTo>
                <a:lnTo>
                  <a:pt x="666" y="1072"/>
                </a:lnTo>
                <a:lnTo>
                  <a:pt x="666" y="1071"/>
                </a:lnTo>
                <a:lnTo>
                  <a:pt x="665" y="1071"/>
                </a:lnTo>
                <a:lnTo>
                  <a:pt x="664" y="1070"/>
                </a:lnTo>
                <a:lnTo>
                  <a:pt x="663" y="1070"/>
                </a:lnTo>
                <a:lnTo>
                  <a:pt x="662" y="1070"/>
                </a:lnTo>
                <a:lnTo>
                  <a:pt x="662" y="1069"/>
                </a:lnTo>
                <a:lnTo>
                  <a:pt x="660" y="1069"/>
                </a:lnTo>
                <a:lnTo>
                  <a:pt x="659" y="1069"/>
                </a:lnTo>
                <a:lnTo>
                  <a:pt x="658" y="1069"/>
                </a:lnTo>
                <a:lnTo>
                  <a:pt x="656" y="1068"/>
                </a:lnTo>
                <a:lnTo>
                  <a:pt x="655" y="1067"/>
                </a:lnTo>
                <a:lnTo>
                  <a:pt x="655" y="1066"/>
                </a:lnTo>
                <a:lnTo>
                  <a:pt x="654" y="1066"/>
                </a:lnTo>
                <a:lnTo>
                  <a:pt x="651" y="1066"/>
                </a:lnTo>
                <a:lnTo>
                  <a:pt x="649" y="1066"/>
                </a:lnTo>
                <a:lnTo>
                  <a:pt x="646" y="1066"/>
                </a:lnTo>
                <a:lnTo>
                  <a:pt x="645" y="1066"/>
                </a:lnTo>
                <a:lnTo>
                  <a:pt x="642" y="1065"/>
                </a:lnTo>
                <a:lnTo>
                  <a:pt x="641" y="1066"/>
                </a:lnTo>
                <a:lnTo>
                  <a:pt x="641" y="1067"/>
                </a:lnTo>
                <a:lnTo>
                  <a:pt x="641" y="1068"/>
                </a:lnTo>
                <a:lnTo>
                  <a:pt x="640" y="1068"/>
                </a:lnTo>
                <a:lnTo>
                  <a:pt x="640" y="1069"/>
                </a:lnTo>
                <a:lnTo>
                  <a:pt x="639" y="1068"/>
                </a:lnTo>
                <a:lnTo>
                  <a:pt x="638" y="1068"/>
                </a:lnTo>
                <a:lnTo>
                  <a:pt x="637" y="1068"/>
                </a:lnTo>
                <a:lnTo>
                  <a:pt x="635" y="1068"/>
                </a:lnTo>
                <a:lnTo>
                  <a:pt x="635" y="1067"/>
                </a:lnTo>
                <a:lnTo>
                  <a:pt x="635" y="1066"/>
                </a:lnTo>
                <a:lnTo>
                  <a:pt x="636" y="1066"/>
                </a:lnTo>
                <a:lnTo>
                  <a:pt x="637" y="1066"/>
                </a:lnTo>
                <a:lnTo>
                  <a:pt x="637" y="1065"/>
                </a:lnTo>
                <a:lnTo>
                  <a:pt x="636" y="1065"/>
                </a:lnTo>
                <a:lnTo>
                  <a:pt x="635" y="1065"/>
                </a:lnTo>
                <a:lnTo>
                  <a:pt x="634" y="1065"/>
                </a:lnTo>
                <a:lnTo>
                  <a:pt x="632" y="1065"/>
                </a:lnTo>
                <a:lnTo>
                  <a:pt x="631" y="1066"/>
                </a:lnTo>
                <a:lnTo>
                  <a:pt x="631" y="1065"/>
                </a:lnTo>
                <a:lnTo>
                  <a:pt x="630" y="1065"/>
                </a:lnTo>
                <a:lnTo>
                  <a:pt x="630" y="1066"/>
                </a:lnTo>
                <a:lnTo>
                  <a:pt x="630" y="1067"/>
                </a:lnTo>
                <a:lnTo>
                  <a:pt x="629" y="1068"/>
                </a:lnTo>
                <a:lnTo>
                  <a:pt x="628" y="1068"/>
                </a:lnTo>
                <a:lnTo>
                  <a:pt x="628" y="1069"/>
                </a:lnTo>
                <a:lnTo>
                  <a:pt x="627" y="1069"/>
                </a:lnTo>
                <a:lnTo>
                  <a:pt x="626" y="1069"/>
                </a:lnTo>
                <a:lnTo>
                  <a:pt x="625" y="1069"/>
                </a:lnTo>
                <a:lnTo>
                  <a:pt x="622" y="1069"/>
                </a:lnTo>
                <a:lnTo>
                  <a:pt x="622" y="1070"/>
                </a:lnTo>
                <a:lnTo>
                  <a:pt x="622" y="1071"/>
                </a:lnTo>
                <a:lnTo>
                  <a:pt x="621" y="1071"/>
                </a:lnTo>
                <a:lnTo>
                  <a:pt x="621" y="1072"/>
                </a:lnTo>
                <a:lnTo>
                  <a:pt x="619" y="1073"/>
                </a:lnTo>
                <a:lnTo>
                  <a:pt x="619" y="1074"/>
                </a:lnTo>
                <a:lnTo>
                  <a:pt x="618" y="1074"/>
                </a:lnTo>
                <a:lnTo>
                  <a:pt x="617" y="1074"/>
                </a:lnTo>
                <a:lnTo>
                  <a:pt x="617" y="1073"/>
                </a:lnTo>
                <a:lnTo>
                  <a:pt x="617" y="1072"/>
                </a:lnTo>
                <a:lnTo>
                  <a:pt x="617" y="1071"/>
                </a:lnTo>
                <a:lnTo>
                  <a:pt x="616" y="1071"/>
                </a:lnTo>
                <a:lnTo>
                  <a:pt x="615" y="1071"/>
                </a:lnTo>
                <a:lnTo>
                  <a:pt x="615" y="1070"/>
                </a:lnTo>
                <a:lnTo>
                  <a:pt x="616" y="1069"/>
                </a:lnTo>
                <a:lnTo>
                  <a:pt x="617" y="1069"/>
                </a:lnTo>
                <a:lnTo>
                  <a:pt x="617" y="1068"/>
                </a:lnTo>
                <a:lnTo>
                  <a:pt x="617" y="1067"/>
                </a:lnTo>
                <a:lnTo>
                  <a:pt x="617" y="1065"/>
                </a:lnTo>
                <a:lnTo>
                  <a:pt x="617" y="1064"/>
                </a:lnTo>
                <a:lnTo>
                  <a:pt x="616" y="1063"/>
                </a:lnTo>
                <a:lnTo>
                  <a:pt x="616" y="1062"/>
                </a:lnTo>
                <a:lnTo>
                  <a:pt x="616" y="1061"/>
                </a:lnTo>
                <a:lnTo>
                  <a:pt x="616" y="1059"/>
                </a:lnTo>
                <a:lnTo>
                  <a:pt x="616" y="1058"/>
                </a:lnTo>
                <a:lnTo>
                  <a:pt x="617" y="1057"/>
                </a:lnTo>
                <a:lnTo>
                  <a:pt x="617" y="1056"/>
                </a:lnTo>
                <a:lnTo>
                  <a:pt x="616" y="1056"/>
                </a:lnTo>
                <a:lnTo>
                  <a:pt x="616" y="1055"/>
                </a:lnTo>
                <a:lnTo>
                  <a:pt x="615" y="1055"/>
                </a:lnTo>
                <a:lnTo>
                  <a:pt x="615" y="1054"/>
                </a:lnTo>
                <a:lnTo>
                  <a:pt x="615" y="1053"/>
                </a:lnTo>
                <a:lnTo>
                  <a:pt x="614" y="1053"/>
                </a:lnTo>
                <a:lnTo>
                  <a:pt x="614" y="1052"/>
                </a:lnTo>
                <a:lnTo>
                  <a:pt x="613" y="1052"/>
                </a:lnTo>
                <a:lnTo>
                  <a:pt x="613" y="1051"/>
                </a:lnTo>
                <a:lnTo>
                  <a:pt x="612" y="1051"/>
                </a:lnTo>
                <a:lnTo>
                  <a:pt x="612" y="1050"/>
                </a:lnTo>
                <a:lnTo>
                  <a:pt x="612" y="1049"/>
                </a:lnTo>
                <a:lnTo>
                  <a:pt x="612" y="1048"/>
                </a:lnTo>
                <a:lnTo>
                  <a:pt x="612" y="1047"/>
                </a:lnTo>
                <a:lnTo>
                  <a:pt x="611" y="1047"/>
                </a:lnTo>
                <a:lnTo>
                  <a:pt x="611" y="1046"/>
                </a:lnTo>
                <a:lnTo>
                  <a:pt x="611" y="1044"/>
                </a:lnTo>
                <a:lnTo>
                  <a:pt x="611" y="1043"/>
                </a:lnTo>
                <a:lnTo>
                  <a:pt x="611" y="1042"/>
                </a:lnTo>
                <a:lnTo>
                  <a:pt x="612" y="1042"/>
                </a:lnTo>
                <a:lnTo>
                  <a:pt x="612" y="1041"/>
                </a:lnTo>
                <a:lnTo>
                  <a:pt x="612" y="1040"/>
                </a:lnTo>
                <a:lnTo>
                  <a:pt x="613" y="1040"/>
                </a:lnTo>
                <a:lnTo>
                  <a:pt x="613" y="1039"/>
                </a:lnTo>
                <a:lnTo>
                  <a:pt x="613" y="1038"/>
                </a:lnTo>
                <a:lnTo>
                  <a:pt x="613" y="1036"/>
                </a:lnTo>
                <a:lnTo>
                  <a:pt x="614" y="1036"/>
                </a:lnTo>
                <a:lnTo>
                  <a:pt x="614" y="1035"/>
                </a:lnTo>
                <a:lnTo>
                  <a:pt x="615" y="1035"/>
                </a:lnTo>
                <a:lnTo>
                  <a:pt x="616" y="1035"/>
                </a:lnTo>
                <a:lnTo>
                  <a:pt x="616" y="1034"/>
                </a:lnTo>
                <a:lnTo>
                  <a:pt x="617" y="1034"/>
                </a:lnTo>
                <a:lnTo>
                  <a:pt x="620" y="1034"/>
                </a:lnTo>
                <a:lnTo>
                  <a:pt x="620" y="1033"/>
                </a:lnTo>
                <a:lnTo>
                  <a:pt x="620" y="1032"/>
                </a:lnTo>
                <a:lnTo>
                  <a:pt x="621" y="1032"/>
                </a:lnTo>
                <a:lnTo>
                  <a:pt x="621" y="1033"/>
                </a:lnTo>
                <a:lnTo>
                  <a:pt x="622" y="1032"/>
                </a:lnTo>
                <a:lnTo>
                  <a:pt x="622" y="1031"/>
                </a:lnTo>
                <a:lnTo>
                  <a:pt x="622" y="1030"/>
                </a:lnTo>
                <a:lnTo>
                  <a:pt x="621" y="1030"/>
                </a:lnTo>
                <a:lnTo>
                  <a:pt x="621" y="1029"/>
                </a:lnTo>
                <a:lnTo>
                  <a:pt x="622" y="1029"/>
                </a:lnTo>
                <a:lnTo>
                  <a:pt x="622" y="1028"/>
                </a:lnTo>
                <a:lnTo>
                  <a:pt x="621" y="1028"/>
                </a:lnTo>
                <a:lnTo>
                  <a:pt x="620" y="1028"/>
                </a:lnTo>
                <a:lnTo>
                  <a:pt x="620" y="1027"/>
                </a:lnTo>
                <a:lnTo>
                  <a:pt x="621" y="1027"/>
                </a:lnTo>
                <a:lnTo>
                  <a:pt x="620" y="1027"/>
                </a:lnTo>
                <a:lnTo>
                  <a:pt x="620" y="1026"/>
                </a:lnTo>
                <a:lnTo>
                  <a:pt x="620" y="1025"/>
                </a:lnTo>
                <a:lnTo>
                  <a:pt x="619" y="1024"/>
                </a:lnTo>
                <a:lnTo>
                  <a:pt x="618" y="1024"/>
                </a:lnTo>
                <a:lnTo>
                  <a:pt x="616" y="1024"/>
                </a:lnTo>
                <a:lnTo>
                  <a:pt x="616" y="1023"/>
                </a:lnTo>
                <a:lnTo>
                  <a:pt x="617" y="1022"/>
                </a:lnTo>
                <a:lnTo>
                  <a:pt x="618" y="1022"/>
                </a:lnTo>
                <a:lnTo>
                  <a:pt x="617" y="1022"/>
                </a:lnTo>
                <a:lnTo>
                  <a:pt x="616" y="1021"/>
                </a:lnTo>
                <a:lnTo>
                  <a:pt x="616" y="1020"/>
                </a:lnTo>
                <a:lnTo>
                  <a:pt x="615" y="1020"/>
                </a:lnTo>
                <a:lnTo>
                  <a:pt x="614" y="1019"/>
                </a:lnTo>
                <a:lnTo>
                  <a:pt x="614" y="1018"/>
                </a:lnTo>
                <a:lnTo>
                  <a:pt x="613" y="1018"/>
                </a:lnTo>
                <a:lnTo>
                  <a:pt x="612" y="1017"/>
                </a:lnTo>
                <a:lnTo>
                  <a:pt x="612" y="1016"/>
                </a:lnTo>
                <a:lnTo>
                  <a:pt x="611" y="1015"/>
                </a:lnTo>
                <a:lnTo>
                  <a:pt x="611" y="1014"/>
                </a:lnTo>
                <a:lnTo>
                  <a:pt x="610" y="1014"/>
                </a:lnTo>
                <a:lnTo>
                  <a:pt x="609" y="1014"/>
                </a:lnTo>
                <a:lnTo>
                  <a:pt x="609" y="1012"/>
                </a:lnTo>
                <a:lnTo>
                  <a:pt x="610" y="1011"/>
                </a:lnTo>
                <a:lnTo>
                  <a:pt x="610" y="1010"/>
                </a:lnTo>
                <a:lnTo>
                  <a:pt x="610" y="1009"/>
                </a:lnTo>
                <a:lnTo>
                  <a:pt x="609" y="1009"/>
                </a:lnTo>
                <a:lnTo>
                  <a:pt x="609" y="1008"/>
                </a:lnTo>
                <a:lnTo>
                  <a:pt x="608" y="1008"/>
                </a:lnTo>
                <a:lnTo>
                  <a:pt x="608" y="1007"/>
                </a:lnTo>
                <a:lnTo>
                  <a:pt x="609" y="1007"/>
                </a:lnTo>
                <a:lnTo>
                  <a:pt x="609" y="1006"/>
                </a:lnTo>
                <a:lnTo>
                  <a:pt x="608" y="1006"/>
                </a:lnTo>
                <a:lnTo>
                  <a:pt x="607" y="1006"/>
                </a:lnTo>
                <a:lnTo>
                  <a:pt x="606" y="1006"/>
                </a:lnTo>
                <a:lnTo>
                  <a:pt x="605" y="1006"/>
                </a:lnTo>
                <a:lnTo>
                  <a:pt x="604" y="1005"/>
                </a:lnTo>
                <a:lnTo>
                  <a:pt x="603" y="1005"/>
                </a:lnTo>
                <a:lnTo>
                  <a:pt x="603" y="1006"/>
                </a:lnTo>
                <a:lnTo>
                  <a:pt x="602" y="1006"/>
                </a:lnTo>
                <a:lnTo>
                  <a:pt x="601" y="1006"/>
                </a:lnTo>
                <a:lnTo>
                  <a:pt x="600" y="1006"/>
                </a:lnTo>
                <a:lnTo>
                  <a:pt x="599" y="1006"/>
                </a:lnTo>
                <a:lnTo>
                  <a:pt x="598" y="1006"/>
                </a:lnTo>
                <a:lnTo>
                  <a:pt x="597" y="1006"/>
                </a:lnTo>
                <a:lnTo>
                  <a:pt x="596" y="1006"/>
                </a:lnTo>
                <a:lnTo>
                  <a:pt x="596" y="1007"/>
                </a:lnTo>
                <a:lnTo>
                  <a:pt x="595" y="1007"/>
                </a:lnTo>
                <a:lnTo>
                  <a:pt x="595" y="1006"/>
                </a:lnTo>
                <a:lnTo>
                  <a:pt x="595" y="1005"/>
                </a:lnTo>
                <a:lnTo>
                  <a:pt x="594" y="1005"/>
                </a:lnTo>
                <a:lnTo>
                  <a:pt x="593" y="1005"/>
                </a:lnTo>
                <a:lnTo>
                  <a:pt x="593" y="1006"/>
                </a:lnTo>
                <a:lnTo>
                  <a:pt x="592" y="1006"/>
                </a:lnTo>
                <a:lnTo>
                  <a:pt x="591" y="1006"/>
                </a:lnTo>
                <a:lnTo>
                  <a:pt x="591" y="1007"/>
                </a:lnTo>
                <a:lnTo>
                  <a:pt x="590" y="1006"/>
                </a:lnTo>
                <a:lnTo>
                  <a:pt x="590" y="1005"/>
                </a:lnTo>
                <a:lnTo>
                  <a:pt x="590" y="1004"/>
                </a:lnTo>
                <a:lnTo>
                  <a:pt x="590" y="1003"/>
                </a:lnTo>
                <a:lnTo>
                  <a:pt x="589" y="1003"/>
                </a:lnTo>
                <a:lnTo>
                  <a:pt x="588" y="1003"/>
                </a:lnTo>
                <a:lnTo>
                  <a:pt x="588" y="1002"/>
                </a:lnTo>
                <a:lnTo>
                  <a:pt x="587" y="1002"/>
                </a:lnTo>
                <a:lnTo>
                  <a:pt x="587" y="1001"/>
                </a:lnTo>
                <a:lnTo>
                  <a:pt x="586" y="1001"/>
                </a:lnTo>
                <a:lnTo>
                  <a:pt x="586" y="1002"/>
                </a:lnTo>
                <a:lnTo>
                  <a:pt x="585" y="1002"/>
                </a:lnTo>
                <a:lnTo>
                  <a:pt x="584" y="1002"/>
                </a:lnTo>
                <a:lnTo>
                  <a:pt x="584" y="1001"/>
                </a:lnTo>
                <a:lnTo>
                  <a:pt x="584" y="1000"/>
                </a:lnTo>
                <a:lnTo>
                  <a:pt x="582" y="1000"/>
                </a:lnTo>
                <a:lnTo>
                  <a:pt x="580" y="1000"/>
                </a:lnTo>
                <a:lnTo>
                  <a:pt x="579" y="1000"/>
                </a:lnTo>
                <a:lnTo>
                  <a:pt x="579" y="999"/>
                </a:lnTo>
                <a:lnTo>
                  <a:pt x="577" y="999"/>
                </a:lnTo>
                <a:lnTo>
                  <a:pt x="577" y="998"/>
                </a:lnTo>
                <a:lnTo>
                  <a:pt x="576" y="998"/>
                </a:lnTo>
                <a:lnTo>
                  <a:pt x="576" y="997"/>
                </a:lnTo>
                <a:lnTo>
                  <a:pt x="575" y="997"/>
                </a:lnTo>
                <a:lnTo>
                  <a:pt x="575" y="996"/>
                </a:lnTo>
                <a:lnTo>
                  <a:pt x="576" y="996"/>
                </a:lnTo>
                <a:lnTo>
                  <a:pt x="575" y="996"/>
                </a:lnTo>
                <a:lnTo>
                  <a:pt x="574" y="996"/>
                </a:lnTo>
                <a:lnTo>
                  <a:pt x="574" y="995"/>
                </a:lnTo>
                <a:lnTo>
                  <a:pt x="573" y="995"/>
                </a:lnTo>
                <a:lnTo>
                  <a:pt x="573" y="994"/>
                </a:lnTo>
                <a:lnTo>
                  <a:pt x="572" y="994"/>
                </a:lnTo>
                <a:lnTo>
                  <a:pt x="571" y="994"/>
                </a:lnTo>
                <a:lnTo>
                  <a:pt x="570" y="994"/>
                </a:lnTo>
                <a:lnTo>
                  <a:pt x="570" y="995"/>
                </a:lnTo>
                <a:lnTo>
                  <a:pt x="569" y="995"/>
                </a:lnTo>
                <a:lnTo>
                  <a:pt x="569" y="994"/>
                </a:lnTo>
                <a:lnTo>
                  <a:pt x="570" y="993"/>
                </a:lnTo>
                <a:lnTo>
                  <a:pt x="568" y="993"/>
                </a:lnTo>
                <a:lnTo>
                  <a:pt x="568" y="992"/>
                </a:lnTo>
                <a:lnTo>
                  <a:pt x="567" y="992"/>
                </a:lnTo>
                <a:lnTo>
                  <a:pt x="566" y="993"/>
                </a:lnTo>
                <a:lnTo>
                  <a:pt x="565" y="993"/>
                </a:lnTo>
                <a:lnTo>
                  <a:pt x="565" y="994"/>
                </a:lnTo>
                <a:lnTo>
                  <a:pt x="564" y="994"/>
                </a:lnTo>
                <a:lnTo>
                  <a:pt x="563" y="994"/>
                </a:lnTo>
                <a:lnTo>
                  <a:pt x="563" y="993"/>
                </a:lnTo>
                <a:lnTo>
                  <a:pt x="562" y="993"/>
                </a:lnTo>
                <a:lnTo>
                  <a:pt x="561" y="993"/>
                </a:lnTo>
                <a:lnTo>
                  <a:pt x="561" y="994"/>
                </a:lnTo>
                <a:lnTo>
                  <a:pt x="560" y="994"/>
                </a:lnTo>
                <a:lnTo>
                  <a:pt x="559" y="994"/>
                </a:lnTo>
                <a:lnTo>
                  <a:pt x="558" y="994"/>
                </a:lnTo>
                <a:lnTo>
                  <a:pt x="557" y="994"/>
                </a:lnTo>
                <a:lnTo>
                  <a:pt x="557" y="995"/>
                </a:lnTo>
                <a:lnTo>
                  <a:pt x="556" y="995"/>
                </a:lnTo>
                <a:lnTo>
                  <a:pt x="555" y="995"/>
                </a:lnTo>
                <a:lnTo>
                  <a:pt x="554" y="996"/>
                </a:lnTo>
                <a:lnTo>
                  <a:pt x="553" y="996"/>
                </a:lnTo>
                <a:lnTo>
                  <a:pt x="552" y="996"/>
                </a:lnTo>
                <a:lnTo>
                  <a:pt x="552" y="995"/>
                </a:lnTo>
                <a:lnTo>
                  <a:pt x="551" y="995"/>
                </a:lnTo>
                <a:lnTo>
                  <a:pt x="550" y="996"/>
                </a:lnTo>
                <a:lnTo>
                  <a:pt x="549" y="996"/>
                </a:lnTo>
                <a:lnTo>
                  <a:pt x="549" y="997"/>
                </a:lnTo>
                <a:lnTo>
                  <a:pt x="548" y="997"/>
                </a:lnTo>
                <a:lnTo>
                  <a:pt x="548" y="998"/>
                </a:lnTo>
                <a:lnTo>
                  <a:pt x="547" y="998"/>
                </a:lnTo>
                <a:lnTo>
                  <a:pt x="547" y="999"/>
                </a:lnTo>
                <a:lnTo>
                  <a:pt x="546" y="999"/>
                </a:lnTo>
                <a:lnTo>
                  <a:pt x="545" y="999"/>
                </a:lnTo>
                <a:lnTo>
                  <a:pt x="545" y="1000"/>
                </a:lnTo>
                <a:lnTo>
                  <a:pt x="544" y="1000"/>
                </a:lnTo>
                <a:lnTo>
                  <a:pt x="544" y="1001"/>
                </a:lnTo>
                <a:lnTo>
                  <a:pt x="544" y="1000"/>
                </a:lnTo>
                <a:lnTo>
                  <a:pt x="543" y="1000"/>
                </a:lnTo>
                <a:lnTo>
                  <a:pt x="542" y="1000"/>
                </a:lnTo>
                <a:lnTo>
                  <a:pt x="542" y="1001"/>
                </a:lnTo>
                <a:lnTo>
                  <a:pt x="541" y="1001"/>
                </a:lnTo>
                <a:lnTo>
                  <a:pt x="540" y="1001"/>
                </a:lnTo>
                <a:lnTo>
                  <a:pt x="539" y="1001"/>
                </a:lnTo>
                <a:lnTo>
                  <a:pt x="539" y="1000"/>
                </a:lnTo>
                <a:lnTo>
                  <a:pt x="538" y="1000"/>
                </a:lnTo>
                <a:lnTo>
                  <a:pt x="538" y="1001"/>
                </a:lnTo>
                <a:lnTo>
                  <a:pt x="538" y="1002"/>
                </a:lnTo>
                <a:lnTo>
                  <a:pt x="537" y="1002"/>
                </a:lnTo>
                <a:lnTo>
                  <a:pt x="538" y="1002"/>
                </a:lnTo>
                <a:lnTo>
                  <a:pt x="538" y="1003"/>
                </a:lnTo>
                <a:lnTo>
                  <a:pt x="537" y="1003"/>
                </a:lnTo>
                <a:lnTo>
                  <a:pt x="536" y="1003"/>
                </a:lnTo>
                <a:lnTo>
                  <a:pt x="535" y="1003"/>
                </a:lnTo>
                <a:lnTo>
                  <a:pt x="535" y="1002"/>
                </a:lnTo>
                <a:lnTo>
                  <a:pt x="535" y="1003"/>
                </a:lnTo>
                <a:lnTo>
                  <a:pt x="534" y="1003"/>
                </a:lnTo>
                <a:lnTo>
                  <a:pt x="534" y="1004"/>
                </a:lnTo>
                <a:lnTo>
                  <a:pt x="535" y="1004"/>
                </a:lnTo>
                <a:lnTo>
                  <a:pt x="535" y="1005"/>
                </a:lnTo>
                <a:lnTo>
                  <a:pt x="534" y="1005"/>
                </a:lnTo>
                <a:lnTo>
                  <a:pt x="534" y="1004"/>
                </a:lnTo>
                <a:lnTo>
                  <a:pt x="533" y="1004"/>
                </a:lnTo>
                <a:lnTo>
                  <a:pt x="533" y="1005"/>
                </a:lnTo>
                <a:lnTo>
                  <a:pt x="534" y="1005"/>
                </a:lnTo>
                <a:lnTo>
                  <a:pt x="534" y="1006"/>
                </a:lnTo>
                <a:lnTo>
                  <a:pt x="533" y="1006"/>
                </a:lnTo>
                <a:lnTo>
                  <a:pt x="532" y="1006"/>
                </a:lnTo>
                <a:lnTo>
                  <a:pt x="532" y="1005"/>
                </a:lnTo>
                <a:lnTo>
                  <a:pt x="531" y="1005"/>
                </a:lnTo>
                <a:lnTo>
                  <a:pt x="530" y="1005"/>
                </a:lnTo>
                <a:lnTo>
                  <a:pt x="529" y="1005"/>
                </a:lnTo>
                <a:lnTo>
                  <a:pt x="529" y="1004"/>
                </a:lnTo>
                <a:lnTo>
                  <a:pt x="528" y="1004"/>
                </a:lnTo>
                <a:lnTo>
                  <a:pt x="527" y="1005"/>
                </a:lnTo>
                <a:lnTo>
                  <a:pt x="526" y="1005"/>
                </a:lnTo>
                <a:lnTo>
                  <a:pt x="526" y="1006"/>
                </a:lnTo>
                <a:lnTo>
                  <a:pt x="525" y="1006"/>
                </a:lnTo>
                <a:lnTo>
                  <a:pt x="525" y="1007"/>
                </a:lnTo>
                <a:lnTo>
                  <a:pt x="524" y="1006"/>
                </a:lnTo>
                <a:lnTo>
                  <a:pt x="523" y="1006"/>
                </a:lnTo>
                <a:lnTo>
                  <a:pt x="523" y="1005"/>
                </a:lnTo>
                <a:lnTo>
                  <a:pt x="522" y="1005"/>
                </a:lnTo>
                <a:lnTo>
                  <a:pt x="521" y="1005"/>
                </a:lnTo>
                <a:lnTo>
                  <a:pt x="520" y="1005"/>
                </a:lnTo>
                <a:lnTo>
                  <a:pt x="520" y="1004"/>
                </a:lnTo>
                <a:lnTo>
                  <a:pt x="520" y="1005"/>
                </a:lnTo>
                <a:lnTo>
                  <a:pt x="519" y="1005"/>
                </a:lnTo>
                <a:lnTo>
                  <a:pt x="519" y="1006"/>
                </a:lnTo>
                <a:lnTo>
                  <a:pt x="518" y="1005"/>
                </a:lnTo>
                <a:lnTo>
                  <a:pt x="517" y="1005"/>
                </a:lnTo>
                <a:lnTo>
                  <a:pt x="517" y="1004"/>
                </a:lnTo>
                <a:lnTo>
                  <a:pt x="516" y="1004"/>
                </a:lnTo>
                <a:lnTo>
                  <a:pt x="516" y="1003"/>
                </a:lnTo>
                <a:lnTo>
                  <a:pt x="515" y="1003"/>
                </a:lnTo>
                <a:lnTo>
                  <a:pt x="514" y="1003"/>
                </a:lnTo>
                <a:lnTo>
                  <a:pt x="513" y="1003"/>
                </a:lnTo>
                <a:lnTo>
                  <a:pt x="512" y="1003"/>
                </a:lnTo>
                <a:lnTo>
                  <a:pt x="512" y="1002"/>
                </a:lnTo>
                <a:lnTo>
                  <a:pt x="511" y="1003"/>
                </a:lnTo>
                <a:lnTo>
                  <a:pt x="510" y="1003"/>
                </a:lnTo>
                <a:lnTo>
                  <a:pt x="509" y="1003"/>
                </a:lnTo>
                <a:lnTo>
                  <a:pt x="508" y="1003"/>
                </a:lnTo>
                <a:lnTo>
                  <a:pt x="507" y="1003"/>
                </a:lnTo>
                <a:lnTo>
                  <a:pt x="507" y="1002"/>
                </a:lnTo>
                <a:lnTo>
                  <a:pt x="506" y="1002"/>
                </a:lnTo>
                <a:lnTo>
                  <a:pt x="507" y="1002"/>
                </a:lnTo>
                <a:lnTo>
                  <a:pt x="507" y="1001"/>
                </a:lnTo>
                <a:lnTo>
                  <a:pt x="506" y="1001"/>
                </a:lnTo>
                <a:lnTo>
                  <a:pt x="506" y="1002"/>
                </a:lnTo>
                <a:lnTo>
                  <a:pt x="506" y="1001"/>
                </a:lnTo>
                <a:lnTo>
                  <a:pt x="505" y="1001"/>
                </a:lnTo>
                <a:lnTo>
                  <a:pt x="505" y="1002"/>
                </a:lnTo>
                <a:lnTo>
                  <a:pt x="504" y="1002"/>
                </a:lnTo>
                <a:lnTo>
                  <a:pt x="504" y="1001"/>
                </a:lnTo>
                <a:lnTo>
                  <a:pt x="505" y="1001"/>
                </a:lnTo>
                <a:lnTo>
                  <a:pt x="506" y="1001"/>
                </a:lnTo>
                <a:lnTo>
                  <a:pt x="505" y="1001"/>
                </a:lnTo>
                <a:lnTo>
                  <a:pt x="505" y="1000"/>
                </a:lnTo>
                <a:lnTo>
                  <a:pt x="506" y="1000"/>
                </a:lnTo>
                <a:lnTo>
                  <a:pt x="506" y="1001"/>
                </a:lnTo>
                <a:lnTo>
                  <a:pt x="506" y="1000"/>
                </a:lnTo>
                <a:lnTo>
                  <a:pt x="507" y="1000"/>
                </a:lnTo>
                <a:lnTo>
                  <a:pt x="506" y="1000"/>
                </a:lnTo>
                <a:lnTo>
                  <a:pt x="506" y="999"/>
                </a:lnTo>
                <a:lnTo>
                  <a:pt x="505" y="999"/>
                </a:lnTo>
                <a:lnTo>
                  <a:pt x="505" y="1000"/>
                </a:lnTo>
                <a:lnTo>
                  <a:pt x="504" y="1000"/>
                </a:lnTo>
                <a:lnTo>
                  <a:pt x="503" y="999"/>
                </a:lnTo>
                <a:lnTo>
                  <a:pt x="502" y="999"/>
                </a:lnTo>
                <a:lnTo>
                  <a:pt x="501" y="999"/>
                </a:lnTo>
                <a:lnTo>
                  <a:pt x="500" y="999"/>
                </a:lnTo>
                <a:lnTo>
                  <a:pt x="499" y="999"/>
                </a:lnTo>
                <a:lnTo>
                  <a:pt x="498" y="999"/>
                </a:lnTo>
                <a:lnTo>
                  <a:pt x="497" y="999"/>
                </a:lnTo>
                <a:lnTo>
                  <a:pt x="498" y="998"/>
                </a:lnTo>
                <a:lnTo>
                  <a:pt x="497" y="998"/>
                </a:lnTo>
                <a:lnTo>
                  <a:pt x="497" y="997"/>
                </a:lnTo>
                <a:lnTo>
                  <a:pt x="496" y="997"/>
                </a:lnTo>
                <a:lnTo>
                  <a:pt x="496" y="996"/>
                </a:lnTo>
                <a:lnTo>
                  <a:pt x="495" y="996"/>
                </a:lnTo>
                <a:lnTo>
                  <a:pt x="494" y="996"/>
                </a:lnTo>
                <a:lnTo>
                  <a:pt x="494" y="995"/>
                </a:lnTo>
                <a:lnTo>
                  <a:pt x="493" y="995"/>
                </a:lnTo>
                <a:lnTo>
                  <a:pt x="492" y="995"/>
                </a:lnTo>
                <a:lnTo>
                  <a:pt x="492" y="994"/>
                </a:lnTo>
                <a:lnTo>
                  <a:pt x="491" y="994"/>
                </a:lnTo>
                <a:lnTo>
                  <a:pt x="490" y="994"/>
                </a:lnTo>
                <a:lnTo>
                  <a:pt x="489" y="994"/>
                </a:lnTo>
                <a:lnTo>
                  <a:pt x="488" y="994"/>
                </a:lnTo>
                <a:lnTo>
                  <a:pt x="488" y="993"/>
                </a:lnTo>
                <a:lnTo>
                  <a:pt x="487" y="993"/>
                </a:lnTo>
                <a:lnTo>
                  <a:pt x="488" y="992"/>
                </a:lnTo>
                <a:lnTo>
                  <a:pt x="487" y="991"/>
                </a:lnTo>
                <a:lnTo>
                  <a:pt x="488" y="991"/>
                </a:lnTo>
                <a:lnTo>
                  <a:pt x="488" y="990"/>
                </a:lnTo>
                <a:lnTo>
                  <a:pt x="487" y="990"/>
                </a:lnTo>
                <a:lnTo>
                  <a:pt x="486" y="990"/>
                </a:lnTo>
                <a:lnTo>
                  <a:pt x="485" y="990"/>
                </a:lnTo>
                <a:lnTo>
                  <a:pt x="484" y="990"/>
                </a:lnTo>
                <a:lnTo>
                  <a:pt x="484" y="989"/>
                </a:lnTo>
                <a:lnTo>
                  <a:pt x="485" y="989"/>
                </a:lnTo>
                <a:lnTo>
                  <a:pt x="485" y="988"/>
                </a:lnTo>
                <a:lnTo>
                  <a:pt x="484" y="988"/>
                </a:lnTo>
                <a:lnTo>
                  <a:pt x="484" y="987"/>
                </a:lnTo>
                <a:lnTo>
                  <a:pt x="483" y="987"/>
                </a:lnTo>
                <a:lnTo>
                  <a:pt x="483" y="988"/>
                </a:lnTo>
                <a:lnTo>
                  <a:pt x="482" y="988"/>
                </a:lnTo>
                <a:lnTo>
                  <a:pt x="482" y="989"/>
                </a:lnTo>
                <a:lnTo>
                  <a:pt x="482" y="988"/>
                </a:lnTo>
                <a:lnTo>
                  <a:pt x="481" y="988"/>
                </a:lnTo>
                <a:lnTo>
                  <a:pt x="481" y="987"/>
                </a:lnTo>
                <a:lnTo>
                  <a:pt x="481" y="986"/>
                </a:lnTo>
                <a:lnTo>
                  <a:pt x="480" y="986"/>
                </a:lnTo>
                <a:lnTo>
                  <a:pt x="480" y="985"/>
                </a:lnTo>
                <a:lnTo>
                  <a:pt x="479" y="985"/>
                </a:lnTo>
                <a:lnTo>
                  <a:pt x="479" y="984"/>
                </a:lnTo>
                <a:lnTo>
                  <a:pt x="478" y="984"/>
                </a:lnTo>
                <a:lnTo>
                  <a:pt x="477" y="984"/>
                </a:lnTo>
                <a:lnTo>
                  <a:pt x="477" y="983"/>
                </a:lnTo>
                <a:lnTo>
                  <a:pt x="478" y="983"/>
                </a:lnTo>
                <a:lnTo>
                  <a:pt x="478" y="982"/>
                </a:lnTo>
                <a:lnTo>
                  <a:pt x="477" y="982"/>
                </a:lnTo>
                <a:lnTo>
                  <a:pt x="476" y="982"/>
                </a:lnTo>
                <a:lnTo>
                  <a:pt x="476" y="981"/>
                </a:lnTo>
                <a:lnTo>
                  <a:pt x="475" y="981"/>
                </a:lnTo>
                <a:lnTo>
                  <a:pt x="475" y="980"/>
                </a:lnTo>
                <a:lnTo>
                  <a:pt x="475" y="979"/>
                </a:lnTo>
                <a:lnTo>
                  <a:pt x="475" y="978"/>
                </a:lnTo>
                <a:lnTo>
                  <a:pt x="476" y="978"/>
                </a:lnTo>
                <a:lnTo>
                  <a:pt x="476" y="977"/>
                </a:lnTo>
                <a:lnTo>
                  <a:pt x="476" y="976"/>
                </a:lnTo>
                <a:lnTo>
                  <a:pt x="477" y="976"/>
                </a:lnTo>
                <a:lnTo>
                  <a:pt x="477" y="975"/>
                </a:lnTo>
                <a:lnTo>
                  <a:pt x="478" y="975"/>
                </a:lnTo>
                <a:lnTo>
                  <a:pt x="478" y="974"/>
                </a:lnTo>
                <a:lnTo>
                  <a:pt x="477" y="974"/>
                </a:lnTo>
                <a:lnTo>
                  <a:pt x="477" y="973"/>
                </a:lnTo>
                <a:lnTo>
                  <a:pt x="477" y="972"/>
                </a:lnTo>
                <a:lnTo>
                  <a:pt x="476" y="972"/>
                </a:lnTo>
                <a:lnTo>
                  <a:pt x="476" y="970"/>
                </a:lnTo>
                <a:lnTo>
                  <a:pt x="476" y="969"/>
                </a:lnTo>
                <a:lnTo>
                  <a:pt x="475" y="969"/>
                </a:lnTo>
                <a:lnTo>
                  <a:pt x="475" y="968"/>
                </a:lnTo>
                <a:lnTo>
                  <a:pt x="476" y="968"/>
                </a:lnTo>
                <a:lnTo>
                  <a:pt x="477" y="968"/>
                </a:lnTo>
                <a:lnTo>
                  <a:pt x="477" y="967"/>
                </a:lnTo>
                <a:lnTo>
                  <a:pt x="476" y="967"/>
                </a:lnTo>
                <a:lnTo>
                  <a:pt x="476" y="968"/>
                </a:lnTo>
                <a:lnTo>
                  <a:pt x="475" y="967"/>
                </a:lnTo>
                <a:lnTo>
                  <a:pt x="475" y="966"/>
                </a:lnTo>
                <a:lnTo>
                  <a:pt x="476" y="966"/>
                </a:lnTo>
                <a:lnTo>
                  <a:pt x="477" y="966"/>
                </a:lnTo>
                <a:lnTo>
                  <a:pt x="477" y="965"/>
                </a:lnTo>
                <a:lnTo>
                  <a:pt x="476" y="964"/>
                </a:lnTo>
                <a:lnTo>
                  <a:pt x="475" y="964"/>
                </a:lnTo>
                <a:lnTo>
                  <a:pt x="474" y="964"/>
                </a:lnTo>
                <a:lnTo>
                  <a:pt x="475" y="964"/>
                </a:lnTo>
                <a:lnTo>
                  <a:pt x="475" y="963"/>
                </a:lnTo>
                <a:lnTo>
                  <a:pt x="476" y="963"/>
                </a:lnTo>
                <a:lnTo>
                  <a:pt x="476" y="962"/>
                </a:lnTo>
                <a:lnTo>
                  <a:pt x="475" y="962"/>
                </a:lnTo>
                <a:lnTo>
                  <a:pt x="475" y="961"/>
                </a:lnTo>
                <a:lnTo>
                  <a:pt x="474" y="961"/>
                </a:lnTo>
                <a:lnTo>
                  <a:pt x="474" y="962"/>
                </a:lnTo>
                <a:lnTo>
                  <a:pt x="473" y="962"/>
                </a:lnTo>
                <a:lnTo>
                  <a:pt x="472" y="962"/>
                </a:lnTo>
                <a:lnTo>
                  <a:pt x="471" y="962"/>
                </a:lnTo>
                <a:lnTo>
                  <a:pt x="470" y="962"/>
                </a:lnTo>
                <a:lnTo>
                  <a:pt x="470" y="961"/>
                </a:lnTo>
                <a:lnTo>
                  <a:pt x="469" y="960"/>
                </a:lnTo>
                <a:lnTo>
                  <a:pt x="468" y="960"/>
                </a:lnTo>
                <a:lnTo>
                  <a:pt x="467" y="960"/>
                </a:lnTo>
                <a:lnTo>
                  <a:pt x="467" y="961"/>
                </a:lnTo>
                <a:lnTo>
                  <a:pt x="466" y="962"/>
                </a:lnTo>
                <a:lnTo>
                  <a:pt x="465" y="962"/>
                </a:lnTo>
                <a:lnTo>
                  <a:pt x="465" y="963"/>
                </a:lnTo>
                <a:lnTo>
                  <a:pt x="464" y="964"/>
                </a:lnTo>
                <a:lnTo>
                  <a:pt x="463" y="964"/>
                </a:lnTo>
                <a:lnTo>
                  <a:pt x="462" y="964"/>
                </a:lnTo>
                <a:lnTo>
                  <a:pt x="460" y="965"/>
                </a:lnTo>
                <a:lnTo>
                  <a:pt x="459" y="965"/>
                </a:lnTo>
                <a:lnTo>
                  <a:pt x="458" y="965"/>
                </a:lnTo>
                <a:lnTo>
                  <a:pt x="457" y="965"/>
                </a:lnTo>
                <a:lnTo>
                  <a:pt x="456" y="966"/>
                </a:lnTo>
                <a:lnTo>
                  <a:pt x="455" y="966"/>
                </a:lnTo>
                <a:lnTo>
                  <a:pt x="455" y="967"/>
                </a:lnTo>
                <a:lnTo>
                  <a:pt x="454" y="967"/>
                </a:lnTo>
                <a:lnTo>
                  <a:pt x="453" y="967"/>
                </a:lnTo>
                <a:lnTo>
                  <a:pt x="453" y="966"/>
                </a:lnTo>
                <a:lnTo>
                  <a:pt x="453" y="965"/>
                </a:lnTo>
                <a:lnTo>
                  <a:pt x="453" y="964"/>
                </a:lnTo>
                <a:lnTo>
                  <a:pt x="452" y="964"/>
                </a:lnTo>
                <a:lnTo>
                  <a:pt x="450" y="964"/>
                </a:lnTo>
                <a:lnTo>
                  <a:pt x="450" y="965"/>
                </a:lnTo>
                <a:lnTo>
                  <a:pt x="449" y="965"/>
                </a:lnTo>
                <a:lnTo>
                  <a:pt x="448" y="965"/>
                </a:lnTo>
                <a:lnTo>
                  <a:pt x="448" y="964"/>
                </a:lnTo>
                <a:lnTo>
                  <a:pt x="447" y="964"/>
                </a:lnTo>
                <a:lnTo>
                  <a:pt x="446" y="964"/>
                </a:lnTo>
                <a:lnTo>
                  <a:pt x="446" y="965"/>
                </a:lnTo>
                <a:lnTo>
                  <a:pt x="446" y="966"/>
                </a:lnTo>
                <a:lnTo>
                  <a:pt x="447" y="966"/>
                </a:lnTo>
                <a:lnTo>
                  <a:pt x="448" y="967"/>
                </a:lnTo>
                <a:lnTo>
                  <a:pt x="448" y="968"/>
                </a:lnTo>
                <a:lnTo>
                  <a:pt x="447" y="968"/>
                </a:lnTo>
                <a:lnTo>
                  <a:pt x="447" y="969"/>
                </a:lnTo>
                <a:lnTo>
                  <a:pt x="446" y="969"/>
                </a:lnTo>
                <a:lnTo>
                  <a:pt x="446" y="971"/>
                </a:lnTo>
                <a:lnTo>
                  <a:pt x="445" y="972"/>
                </a:lnTo>
                <a:lnTo>
                  <a:pt x="444" y="973"/>
                </a:lnTo>
                <a:lnTo>
                  <a:pt x="443" y="974"/>
                </a:lnTo>
                <a:lnTo>
                  <a:pt x="442" y="975"/>
                </a:lnTo>
                <a:lnTo>
                  <a:pt x="441" y="975"/>
                </a:lnTo>
                <a:lnTo>
                  <a:pt x="440" y="976"/>
                </a:lnTo>
                <a:lnTo>
                  <a:pt x="439" y="976"/>
                </a:lnTo>
                <a:lnTo>
                  <a:pt x="438" y="975"/>
                </a:lnTo>
                <a:lnTo>
                  <a:pt x="437" y="974"/>
                </a:lnTo>
                <a:lnTo>
                  <a:pt x="437" y="973"/>
                </a:lnTo>
                <a:lnTo>
                  <a:pt x="436" y="973"/>
                </a:lnTo>
                <a:lnTo>
                  <a:pt x="436" y="972"/>
                </a:lnTo>
                <a:lnTo>
                  <a:pt x="435" y="972"/>
                </a:lnTo>
                <a:lnTo>
                  <a:pt x="435" y="973"/>
                </a:lnTo>
                <a:lnTo>
                  <a:pt x="435" y="974"/>
                </a:lnTo>
                <a:lnTo>
                  <a:pt x="435" y="975"/>
                </a:lnTo>
                <a:lnTo>
                  <a:pt x="434" y="975"/>
                </a:lnTo>
                <a:lnTo>
                  <a:pt x="433" y="974"/>
                </a:lnTo>
                <a:lnTo>
                  <a:pt x="432" y="973"/>
                </a:lnTo>
                <a:lnTo>
                  <a:pt x="431" y="973"/>
                </a:lnTo>
                <a:lnTo>
                  <a:pt x="430" y="973"/>
                </a:lnTo>
                <a:lnTo>
                  <a:pt x="429" y="972"/>
                </a:lnTo>
                <a:lnTo>
                  <a:pt x="429" y="973"/>
                </a:lnTo>
                <a:lnTo>
                  <a:pt x="428" y="973"/>
                </a:lnTo>
                <a:lnTo>
                  <a:pt x="427" y="973"/>
                </a:lnTo>
                <a:lnTo>
                  <a:pt x="426" y="974"/>
                </a:lnTo>
                <a:lnTo>
                  <a:pt x="425" y="974"/>
                </a:lnTo>
                <a:lnTo>
                  <a:pt x="424" y="974"/>
                </a:lnTo>
                <a:lnTo>
                  <a:pt x="423" y="975"/>
                </a:lnTo>
                <a:lnTo>
                  <a:pt x="422" y="975"/>
                </a:lnTo>
                <a:lnTo>
                  <a:pt x="421" y="975"/>
                </a:lnTo>
                <a:lnTo>
                  <a:pt x="420" y="975"/>
                </a:lnTo>
                <a:lnTo>
                  <a:pt x="420" y="974"/>
                </a:lnTo>
                <a:lnTo>
                  <a:pt x="418" y="973"/>
                </a:lnTo>
                <a:lnTo>
                  <a:pt x="417" y="973"/>
                </a:lnTo>
                <a:lnTo>
                  <a:pt x="417" y="974"/>
                </a:lnTo>
                <a:lnTo>
                  <a:pt x="416" y="974"/>
                </a:lnTo>
                <a:lnTo>
                  <a:pt x="415" y="975"/>
                </a:lnTo>
                <a:lnTo>
                  <a:pt x="415" y="976"/>
                </a:lnTo>
                <a:lnTo>
                  <a:pt x="414" y="976"/>
                </a:lnTo>
                <a:lnTo>
                  <a:pt x="413" y="976"/>
                </a:lnTo>
                <a:lnTo>
                  <a:pt x="413" y="977"/>
                </a:lnTo>
                <a:lnTo>
                  <a:pt x="412" y="977"/>
                </a:lnTo>
                <a:lnTo>
                  <a:pt x="411" y="977"/>
                </a:lnTo>
                <a:lnTo>
                  <a:pt x="410" y="977"/>
                </a:lnTo>
                <a:lnTo>
                  <a:pt x="409" y="977"/>
                </a:lnTo>
                <a:lnTo>
                  <a:pt x="409" y="976"/>
                </a:lnTo>
                <a:lnTo>
                  <a:pt x="409" y="975"/>
                </a:lnTo>
                <a:lnTo>
                  <a:pt x="410" y="975"/>
                </a:lnTo>
                <a:lnTo>
                  <a:pt x="410" y="974"/>
                </a:lnTo>
                <a:lnTo>
                  <a:pt x="411" y="974"/>
                </a:lnTo>
                <a:lnTo>
                  <a:pt x="412" y="973"/>
                </a:lnTo>
                <a:lnTo>
                  <a:pt x="412" y="972"/>
                </a:lnTo>
                <a:lnTo>
                  <a:pt x="411" y="972"/>
                </a:lnTo>
                <a:lnTo>
                  <a:pt x="410" y="972"/>
                </a:lnTo>
                <a:lnTo>
                  <a:pt x="408" y="972"/>
                </a:lnTo>
                <a:lnTo>
                  <a:pt x="407" y="972"/>
                </a:lnTo>
                <a:lnTo>
                  <a:pt x="407" y="971"/>
                </a:lnTo>
                <a:lnTo>
                  <a:pt x="407" y="970"/>
                </a:lnTo>
                <a:lnTo>
                  <a:pt x="406" y="968"/>
                </a:lnTo>
                <a:lnTo>
                  <a:pt x="406" y="967"/>
                </a:lnTo>
                <a:lnTo>
                  <a:pt x="405" y="967"/>
                </a:lnTo>
                <a:lnTo>
                  <a:pt x="405" y="965"/>
                </a:lnTo>
                <a:lnTo>
                  <a:pt x="406" y="964"/>
                </a:lnTo>
                <a:lnTo>
                  <a:pt x="405" y="964"/>
                </a:lnTo>
                <a:lnTo>
                  <a:pt x="402" y="964"/>
                </a:lnTo>
                <a:lnTo>
                  <a:pt x="400" y="964"/>
                </a:lnTo>
                <a:lnTo>
                  <a:pt x="399" y="964"/>
                </a:lnTo>
                <a:lnTo>
                  <a:pt x="397" y="963"/>
                </a:lnTo>
                <a:lnTo>
                  <a:pt x="396" y="963"/>
                </a:lnTo>
                <a:lnTo>
                  <a:pt x="396" y="962"/>
                </a:lnTo>
                <a:lnTo>
                  <a:pt x="396" y="961"/>
                </a:lnTo>
                <a:lnTo>
                  <a:pt x="396" y="960"/>
                </a:lnTo>
                <a:lnTo>
                  <a:pt x="396" y="959"/>
                </a:lnTo>
                <a:lnTo>
                  <a:pt x="395" y="959"/>
                </a:lnTo>
                <a:lnTo>
                  <a:pt x="395" y="958"/>
                </a:lnTo>
                <a:lnTo>
                  <a:pt x="394" y="958"/>
                </a:lnTo>
                <a:lnTo>
                  <a:pt x="393" y="958"/>
                </a:lnTo>
                <a:lnTo>
                  <a:pt x="393" y="959"/>
                </a:lnTo>
                <a:lnTo>
                  <a:pt x="393" y="961"/>
                </a:lnTo>
                <a:lnTo>
                  <a:pt x="392" y="961"/>
                </a:lnTo>
                <a:lnTo>
                  <a:pt x="392" y="962"/>
                </a:lnTo>
                <a:lnTo>
                  <a:pt x="391" y="962"/>
                </a:lnTo>
                <a:lnTo>
                  <a:pt x="391" y="963"/>
                </a:lnTo>
                <a:lnTo>
                  <a:pt x="390" y="963"/>
                </a:lnTo>
                <a:lnTo>
                  <a:pt x="390" y="964"/>
                </a:lnTo>
                <a:lnTo>
                  <a:pt x="389" y="965"/>
                </a:lnTo>
                <a:lnTo>
                  <a:pt x="390" y="966"/>
                </a:lnTo>
                <a:lnTo>
                  <a:pt x="390" y="967"/>
                </a:lnTo>
                <a:lnTo>
                  <a:pt x="391" y="968"/>
                </a:lnTo>
                <a:lnTo>
                  <a:pt x="391" y="969"/>
                </a:lnTo>
                <a:lnTo>
                  <a:pt x="390" y="970"/>
                </a:lnTo>
                <a:lnTo>
                  <a:pt x="389" y="970"/>
                </a:lnTo>
                <a:lnTo>
                  <a:pt x="388" y="970"/>
                </a:lnTo>
                <a:lnTo>
                  <a:pt x="387" y="969"/>
                </a:lnTo>
                <a:lnTo>
                  <a:pt x="386" y="969"/>
                </a:lnTo>
                <a:lnTo>
                  <a:pt x="385" y="968"/>
                </a:lnTo>
                <a:lnTo>
                  <a:pt x="384" y="968"/>
                </a:lnTo>
                <a:lnTo>
                  <a:pt x="383" y="969"/>
                </a:lnTo>
                <a:lnTo>
                  <a:pt x="382" y="970"/>
                </a:lnTo>
                <a:lnTo>
                  <a:pt x="381" y="970"/>
                </a:lnTo>
                <a:lnTo>
                  <a:pt x="380" y="970"/>
                </a:lnTo>
                <a:lnTo>
                  <a:pt x="380" y="971"/>
                </a:lnTo>
                <a:lnTo>
                  <a:pt x="380" y="970"/>
                </a:lnTo>
                <a:lnTo>
                  <a:pt x="379" y="970"/>
                </a:lnTo>
                <a:lnTo>
                  <a:pt x="378" y="970"/>
                </a:lnTo>
                <a:lnTo>
                  <a:pt x="378" y="969"/>
                </a:lnTo>
                <a:lnTo>
                  <a:pt x="379" y="969"/>
                </a:lnTo>
                <a:lnTo>
                  <a:pt x="379" y="968"/>
                </a:lnTo>
                <a:lnTo>
                  <a:pt x="379" y="967"/>
                </a:lnTo>
                <a:lnTo>
                  <a:pt x="378" y="967"/>
                </a:lnTo>
                <a:lnTo>
                  <a:pt x="377" y="967"/>
                </a:lnTo>
                <a:lnTo>
                  <a:pt x="376" y="967"/>
                </a:lnTo>
                <a:lnTo>
                  <a:pt x="375" y="968"/>
                </a:lnTo>
                <a:lnTo>
                  <a:pt x="375" y="969"/>
                </a:lnTo>
                <a:lnTo>
                  <a:pt x="374" y="970"/>
                </a:lnTo>
                <a:lnTo>
                  <a:pt x="372" y="970"/>
                </a:lnTo>
                <a:lnTo>
                  <a:pt x="372" y="969"/>
                </a:lnTo>
                <a:lnTo>
                  <a:pt x="371" y="969"/>
                </a:lnTo>
                <a:lnTo>
                  <a:pt x="370" y="969"/>
                </a:lnTo>
                <a:lnTo>
                  <a:pt x="369" y="969"/>
                </a:lnTo>
                <a:lnTo>
                  <a:pt x="367" y="970"/>
                </a:lnTo>
                <a:lnTo>
                  <a:pt x="366" y="970"/>
                </a:lnTo>
                <a:lnTo>
                  <a:pt x="365" y="971"/>
                </a:lnTo>
                <a:lnTo>
                  <a:pt x="363" y="971"/>
                </a:lnTo>
                <a:lnTo>
                  <a:pt x="363" y="970"/>
                </a:lnTo>
                <a:lnTo>
                  <a:pt x="362" y="970"/>
                </a:lnTo>
                <a:lnTo>
                  <a:pt x="361" y="969"/>
                </a:lnTo>
                <a:lnTo>
                  <a:pt x="360" y="969"/>
                </a:lnTo>
                <a:lnTo>
                  <a:pt x="359" y="968"/>
                </a:lnTo>
                <a:lnTo>
                  <a:pt x="358" y="968"/>
                </a:lnTo>
                <a:lnTo>
                  <a:pt x="358" y="969"/>
                </a:lnTo>
                <a:lnTo>
                  <a:pt x="357" y="969"/>
                </a:lnTo>
                <a:lnTo>
                  <a:pt x="357" y="970"/>
                </a:lnTo>
                <a:lnTo>
                  <a:pt x="358" y="970"/>
                </a:lnTo>
                <a:lnTo>
                  <a:pt x="358" y="971"/>
                </a:lnTo>
                <a:lnTo>
                  <a:pt x="358" y="972"/>
                </a:lnTo>
                <a:lnTo>
                  <a:pt x="357" y="972"/>
                </a:lnTo>
                <a:lnTo>
                  <a:pt x="356" y="973"/>
                </a:lnTo>
                <a:lnTo>
                  <a:pt x="355" y="973"/>
                </a:lnTo>
                <a:lnTo>
                  <a:pt x="354" y="973"/>
                </a:lnTo>
                <a:lnTo>
                  <a:pt x="353" y="973"/>
                </a:lnTo>
                <a:lnTo>
                  <a:pt x="352" y="973"/>
                </a:lnTo>
                <a:lnTo>
                  <a:pt x="351" y="972"/>
                </a:lnTo>
                <a:lnTo>
                  <a:pt x="350" y="972"/>
                </a:lnTo>
                <a:lnTo>
                  <a:pt x="350" y="971"/>
                </a:lnTo>
                <a:lnTo>
                  <a:pt x="349" y="971"/>
                </a:lnTo>
                <a:lnTo>
                  <a:pt x="349" y="970"/>
                </a:lnTo>
                <a:lnTo>
                  <a:pt x="348" y="970"/>
                </a:lnTo>
                <a:lnTo>
                  <a:pt x="348" y="969"/>
                </a:lnTo>
                <a:lnTo>
                  <a:pt x="348" y="968"/>
                </a:lnTo>
                <a:lnTo>
                  <a:pt x="347" y="968"/>
                </a:lnTo>
                <a:lnTo>
                  <a:pt x="346" y="968"/>
                </a:lnTo>
                <a:lnTo>
                  <a:pt x="345" y="968"/>
                </a:lnTo>
                <a:lnTo>
                  <a:pt x="344" y="968"/>
                </a:lnTo>
                <a:lnTo>
                  <a:pt x="343" y="968"/>
                </a:lnTo>
                <a:lnTo>
                  <a:pt x="342" y="968"/>
                </a:lnTo>
                <a:lnTo>
                  <a:pt x="342" y="969"/>
                </a:lnTo>
                <a:lnTo>
                  <a:pt x="341" y="969"/>
                </a:lnTo>
                <a:lnTo>
                  <a:pt x="341" y="970"/>
                </a:lnTo>
                <a:lnTo>
                  <a:pt x="340" y="970"/>
                </a:lnTo>
                <a:lnTo>
                  <a:pt x="339" y="970"/>
                </a:lnTo>
                <a:lnTo>
                  <a:pt x="338" y="970"/>
                </a:lnTo>
                <a:lnTo>
                  <a:pt x="338" y="969"/>
                </a:lnTo>
                <a:lnTo>
                  <a:pt x="337" y="969"/>
                </a:lnTo>
                <a:lnTo>
                  <a:pt x="337" y="968"/>
                </a:lnTo>
                <a:lnTo>
                  <a:pt x="336" y="968"/>
                </a:lnTo>
                <a:lnTo>
                  <a:pt x="336" y="967"/>
                </a:lnTo>
                <a:lnTo>
                  <a:pt x="336" y="966"/>
                </a:lnTo>
                <a:lnTo>
                  <a:pt x="335" y="966"/>
                </a:lnTo>
                <a:lnTo>
                  <a:pt x="335" y="965"/>
                </a:lnTo>
                <a:lnTo>
                  <a:pt x="334" y="965"/>
                </a:lnTo>
                <a:lnTo>
                  <a:pt x="334" y="964"/>
                </a:lnTo>
                <a:lnTo>
                  <a:pt x="334" y="963"/>
                </a:lnTo>
                <a:lnTo>
                  <a:pt x="335" y="963"/>
                </a:lnTo>
                <a:lnTo>
                  <a:pt x="335" y="962"/>
                </a:lnTo>
                <a:lnTo>
                  <a:pt x="336" y="961"/>
                </a:lnTo>
                <a:lnTo>
                  <a:pt x="336" y="960"/>
                </a:lnTo>
                <a:lnTo>
                  <a:pt x="335" y="960"/>
                </a:lnTo>
                <a:lnTo>
                  <a:pt x="335" y="959"/>
                </a:lnTo>
                <a:lnTo>
                  <a:pt x="335" y="958"/>
                </a:lnTo>
                <a:lnTo>
                  <a:pt x="334" y="957"/>
                </a:lnTo>
                <a:lnTo>
                  <a:pt x="333" y="957"/>
                </a:lnTo>
                <a:lnTo>
                  <a:pt x="332" y="958"/>
                </a:lnTo>
                <a:lnTo>
                  <a:pt x="331" y="958"/>
                </a:lnTo>
                <a:lnTo>
                  <a:pt x="330" y="958"/>
                </a:lnTo>
                <a:lnTo>
                  <a:pt x="329" y="958"/>
                </a:lnTo>
                <a:lnTo>
                  <a:pt x="328" y="958"/>
                </a:lnTo>
                <a:lnTo>
                  <a:pt x="327" y="958"/>
                </a:lnTo>
                <a:lnTo>
                  <a:pt x="326" y="957"/>
                </a:lnTo>
                <a:lnTo>
                  <a:pt x="325" y="957"/>
                </a:lnTo>
                <a:lnTo>
                  <a:pt x="324" y="956"/>
                </a:lnTo>
                <a:lnTo>
                  <a:pt x="324" y="955"/>
                </a:lnTo>
                <a:lnTo>
                  <a:pt x="325" y="954"/>
                </a:lnTo>
                <a:lnTo>
                  <a:pt x="326" y="953"/>
                </a:lnTo>
                <a:lnTo>
                  <a:pt x="326" y="952"/>
                </a:lnTo>
                <a:lnTo>
                  <a:pt x="325" y="952"/>
                </a:lnTo>
                <a:lnTo>
                  <a:pt x="324" y="952"/>
                </a:lnTo>
                <a:lnTo>
                  <a:pt x="323" y="952"/>
                </a:lnTo>
                <a:lnTo>
                  <a:pt x="322" y="952"/>
                </a:lnTo>
                <a:lnTo>
                  <a:pt x="321" y="952"/>
                </a:lnTo>
                <a:lnTo>
                  <a:pt x="321" y="951"/>
                </a:lnTo>
                <a:lnTo>
                  <a:pt x="320" y="951"/>
                </a:lnTo>
                <a:lnTo>
                  <a:pt x="320" y="950"/>
                </a:lnTo>
                <a:lnTo>
                  <a:pt x="321" y="949"/>
                </a:lnTo>
                <a:lnTo>
                  <a:pt x="322" y="949"/>
                </a:lnTo>
                <a:lnTo>
                  <a:pt x="322" y="948"/>
                </a:lnTo>
                <a:lnTo>
                  <a:pt x="322" y="947"/>
                </a:lnTo>
                <a:lnTo>
                  <a:pt x="321" y="947"/>
                </a:lnTo>
                <a:lnTo>
                  <a:pt x="320" y="947"/>
                </a:lnTo>
                <a:lnTo>
                  <a:pt x="319" y="947"/>
                </a:lnTo>
                <a:lnTo>
                  <a:pt x="319" y="948"/>
                </a:lnTo>
                <a:lnTo>
                  <a:pt x="318" y="948"/>
                </a:lnTo>
                <a:lnTo>
                  <a:pt x="317" y="949"/>
                </a:lnTo>
                <a:lnTo>
                  <a:pt x="316" y="949"/>
                </a:lnTo>
                <a:lnTo>
                  <a:pt x="314" y="949"/>
                </a:lnTo>
                <a:lnTo>
                  <a:pt x="313" y="949"/>
                </a:lnTo>
                <a:lnTo>
                  <a:pt x="312" y="948"/>
                </a:lnTo>
                <a:lnTo>
                  <a:pt x="311" y="947"/>
                </a:lnTo>
                <a:lnTo>
                  <a:pt x="311" y="946"/>
                </a:lnTo>
                <a:lnTo>
                  <a:pt x="312" y="946"/>
                </a:lnTo>
                <a:lnTo>
                  <a:pt x="312" y="945"/>
                </a:lnTo>
                <a:lnTo>
                  <a:pt x="313" y="944"/>
                </a:lnTo>
                <a:lnTo>
                  <a:pt x="312" y="944"/>
                </a:lnTo>
                <a:lnTo>
                  <a:pt x="312" y="943"/>
                </a:lnTo>
                <a:lnTo>
                  <a:pt x="310" y="943"/>
                </a:lnTo>
                <a:lnTo>
                  <a:pt x="310" y="942"/>
                </a:lnTo>
                <a:lnTo>
                  <a:pt x="311" y="942"/>
                </a:lnTo>
                <a:lnTo>
                  <a:pt x="311" y="941"/>
                </a:lnTo>
                <a:lnTo>
                  <a:pt x="312" y="941"/>
                </a:lnTo>
                <a:lnTo>
                  <a:pt x="311" y="941"/>
                </a:lnTo>
                <a:lnTo>
                  <a:pt x="311" y="940"/>
                </a:lnTo>
                <a:lnTo>
                  <a:pt x="310" y="940"/>
                </a:lnTo>
                <a:lnTo>
                  <a:pt x="309" y="940"/>
                </a:lnTo>
                <a:lnTo>
                  <a:pt x="308" y="939"/>
                </a:lnTo>
                <a:lnTo>
                  <a:pt x="307" y="939"/>
                </a:lnTo>
                <a:lnTo>
                  <a:pt x="307" y="938"/>
                </a:lnTo>
                <a:lnTo>
                  <a:pt x="307" y="937"/>
                </a:lnTo>
                <a:lnTo>
                  <a:pt x="307" y="936"/>
                </a:lnTo>
                <a:lnTo>
                  <a:pt x="306" y="936"/>
                </a:lnTo>
                <a:lnTo>
                  <a:pt x="306" y="935"/>
                </a:lnTo>
                <a:lnTo>
                  <a:pt x="305" y="934"/>
                </a:lnTo>
                <a:lnTo>
                  <a:pt x="304" y="934"/>
                </a:lnTo>
                <a:lnTo>
                  <a:pt x="303" y="933"/>
                </a:lnTo>
                <a:lnTo>
                  <a:pt x="302" y="933"/>
                </a:lnTo>
                <a:lnTo>
                  <a:pt x="301" y="933"/>
                </a:lnTo>
                <a:lnTo>
                  <a:pt x="300" y="933"/>
                </a:lnTo>
                <a:lnTo>
                  <a:pt x="299" y="933"/>
                </a:lnTo>
                <a:lnTo>
                  <a:pt x="298" y="933"/>
                </a:lnTo>
                <a:lnTo>
                  <a:pt x="298" y="932"/>
                </a:lnTo>
                <a:lnTo>
                  <a:pt x="297" y="931"/>
                </a:lnTo>
                <a:lnTo>
                  <a:pt x="297" y="930"/>
                </a:lnTo>
                <a:lnTo>
                  <a:pt x="297" y="929"/>
                </a:lnTo>
                <a:lnTo>
                  <a:pt x="298" y="929"/>
                </a:lnTo>
                <a:lnTo>
                  <a:pt x="299" y="929"/>
                </a:lnTo>
                <a:lnTo>
                  <a:pt x="300" y="929"/>
                </a:lnTo>
                <a:lnTo>
                  <a:pt x="301" y="929"/>
                </a:lnTo>
                <a:lnTo>
                  <a:pt x="301" y="928"/>
                </a:lnTo>
                <a:lnTo>
                  <a:pt x="302" y="928"/>
                </a:lnTo>
                <a:lnTo>
                  <a:pt x="303" y="928"/>
                </a:lnTo>
                <a:lnTo>
                  <a:pt x="304" y="927"/>
                </a:lnTo>
                <a:lnTo>
                  <a:pt x="303" y="927"/>
                </a:lnTo>
                <a:lnTo>
                  <a:pt x="303" y="926"/>
                </a:lnTo>
                <a:lnTo>
                  <a:pt x="302" y="926"/>
                </a:lnTo>
                <a:lnTo>
                  <a:pt x="301" y="925"/>
                </a:lnTo>
                <a:lnTo>
                  <a:pt x="301" y="924"/>
                </a:lnTo>
                <a:lnTo>
                  <a:pt x="300" y="924"/>
                </a:lnTo>
                <a:lnTo>
                  <a:pt x="300" y="923"/>
                </a:lnTo>
                <a:lnTo>
                  <a:pt x="301" y="922"/>
                </a:lnTo>
                <a:lnTo>
                  <a:pt x="302" y="922"/>
                </a:lnTo>
                <a:lnTo>
                  <a:pt x="303" y="923"/>
                </a:lnTo>
                <a:lnTo>
                  <a:pt x="304" y="922"/>
                </a:lnTo>
                <a:lnTo>
                  <a:pt x="304" y="921"/>
                </a:lnTo>
                <a:lnTo>
                  <a:pt x="304" y="920"/>
                </a:lnTo>
                <a:lnTo>
                  <a:pt x="304" y="919"/>
                </a:lnTo>
                <a:lnTo>
                  <a:pt x="303" y="918"/>
                </a:lnTo>
                <a:lnTo>
                  <a:pt x="303" y="917"/>
                </a:lnTo>
                <a:lnTo>
                  <a:pt x="303" y="916"/>
                </a:lnTo>
                <a:lnTo>
                  <a:pt x="302" y="916"/>
                </a:lnTo>
                <a:lnTo>
                  <a:pt x="301" y="916"/>
                </a:lnTo>
                <a:lnTo>
                  <a:pt x="300" y="916"/>
                </a:lnTo>
                <a:lnTo>
                  <a:pt x="300" y="915"/>
                </a:lnTo>
                <a:lnTo>
                  <a:pt x="299" y="915"/>
                </a:lnTo>
                <a:lnTo>
                  <a:pt x="298" y="915"/>
                </a:lnTo>
                <a:lnTo>
                  <a:pt x="297" y="915"/>
                </a:lnTo>
                <a:lnTo>
                  <a:pt x="297" y="914"/>
                </a:lnTo>
                <a:lnTo>
                  <a:pt x="296" y="914"/>
                </a:lnTo>
                <a:lnTo>
                  <a:pt x="296" y="913"/>
                </a:lnTo>
                <a:lnTo>
                  <a:pt x="295" y="913"/>
                </a:lnTo>
                <a:lnTo>
                  <a:pt x="295" y="912"/>
                </a:lnTo>
                <a:lnTo>
                  <a:pt x="294" y="912"/>
                </a:lnTo>
                <a:lnTo>
                  <a:pt x="294" y="911"/>
                </a:lnTo>
                <a:lnTo>
                  <a:pt x="293" y="910"/>
                </a:lnTo>
                <a:lnTo>
                  <a:pt x="293" y="909"/>
                </a:lnTo>
                <a:lnTo>
                  <a:pt x="293" y="908"/>
                </a:lnTo>
                <a:lnTo>
                  <a:pt x="293" y="907"/>
                </a:lnTo>
                <a:lnTo>
                  <a:pt x="294" y="906"/>
                </a:lnTo>
                <a:lnTo>
                  <a:pt x="295" y="906"/>
                </a:lnTo>
                <a:lnTo>
                  <a:pt x="295" y="905"/>
                </a:lnTo>
                <a:lnTo>
                  <a:pt x="296" y="905"/>
                </a:lnTo>
                <a:lnTo>
                  <a:pt x="296" y="906"/>
                </a:lnTo>
                <a:lnTo>
                  <a:pt x="297" y="906"/>
                </a:lnTo>
                <a:lnTo>
                  <a:pt x="298" y="906"/>
                </a:lnTo>
                <a:lnTo>
                  <a:pt x="298" y="905"/>
                </a:lnTo>
                <a:lnTo>
                  <a:pt x="299" y="905"/>
                </a:lnTo>
                <a:lnTo>
                  <a:pt x="299" y="904"/>
                </a:lnTo>
                <a:lnTo>
                  <a:pt x="299" y="903"/>
                </a:lnTo>
                <a:lnTo>
                  <a:pt x="298" y="903"/>
                </a:lnTo>
                <a:lnTo>
                  <a:pt x="297" y="903"/>
                </a:lnTo>
                <a:lnTo>
                  <a:pt x="296" y="903"/>
                </a:lnTo>
                <a:lnTo>
                  <a:pt x="296" y="902"/>
                </a:lnTo>
                <a:lnTo>
                  <a:pt x="296" y="901"/>
                </a:lnTo>
                <a:lnTo>
                  <a:pt x="297" y="901"/>
                </a:lnTo>
                <a:lnTo>
                  <a:pt x="298" y="901"/>
                </a:lnTo>
                <a:lnTo>
                  <a:pt x="299" y="901"/>
                </a:lnTo>
                <a:lnTo>
                  <a:pt x="300" y="901"/>
                </a:lnTo>
                <a:lnTo>
                  <a:pt x="301" y="901"/>
                </a:lnTo>
                <a:lnTo>
                  <a:pt x="301" y="900"/>
                </a:lnTo>
                <a:lnTo>
                  <a:pt x="301" y="899"/>
                </a:lnTo>
                <a:lnTo>
                  <a:pt x="301" y="898"/>
                </a:lnTo>
                <a:lnTo>
                  <a:pt x="300" y="898"/>
                </a:lnTo>
                <a:lnTo>
                  <a:pt x="300" y="897"/>
                </a:lnTo>
                <a:lnTo>
                  <a:pt x="299" y="897"/>
                </a:lnTo>
                <a:lnTo>
                  <a:pt x="298" y="896"/>
                </a:lnTo>
                <a:lnTo>
                  <a:pt x="297" y="896"/>
                </a:lnTo>
                <a:lnTo>
                  <a:pt x="297" y="895"/>
                </a:lnTo>
                <a:lnTo>
                  <a:pt x="298" y="895"/>
                </a:lnTo>
                <a:lnTo>
                  <a:pt x="298" y="894"/>
                </a:lnTo>
                <a:lnTo>
                  <a:pt x="299" y="894"/>
                </a:lnTo>
                <a:lnTo>
                  <a:pt x="299" y="893"/>
                </a:lnTo>
                <a:lnTo>
                  <a:pt x="298" y="892"/>
                </a:lnTo>
                <a:lnTo>
                  <a:pt x="297" y="892"/>
                </a:lnTo>
                <a:lnTo>
                  <a:pt x="296" y="892"/>
                </a:lnTo>
                <a:lnTo>
                  <a:pt x="296" y="891"/>
                </a:lnTo>
                <a:lnTo>
                  <a:pt x="296" y="890"/>
                </a:lnTo>
                <a:lnTo>
                  <a:pt x="297" y="890"/>
                </a:lnTo>
                <a:lnTo>
                  <a:pt x="298" y="890"/>
                </a:lnTo>
                <a:lnTo>
                  <a:pt x="299" y="889"/>
                </a:lnTo>
                <a:lnTo>
                  <a:pt x="299" y="888"/>
                </a:lnTo>
                <a:lnTo>
                  <a:pt x="298" y="888"/>
                </a:lnTo>
                <a:lnTo>
                  <a:pt x="297" y="887"/>
                </a:lnTo>
                <a:lnTo>
                  <a:pt x="296" y="887"/>
                </a:lnTo>
                <a:lnTo>
                  <a:pt x="296" y="886"/>
                </a:lnTo>
                <a:lnTo>
                  <a:pt x="297" y="885"/>
                </a:lnTo>
                <a:lnTo>
                  <a:pt x="298" y="885"/>
                </a:lnTo>
                <a:lnTo>
                  <a:pt x="298" y="884"/>
                </a:lnTo>
                <a:lnTo>
                  <a:pt x="298" y="883"/>
                </a:lnTo>
                <a:lnTo>
                  <a:pt x="297" y="883"/>
                </a:lnTo>
                <a:lnTo>
                  <a:pt x="296" y="883"/>
                </a:lnTo>
                <a:lnTo>
                  <a:pt x="296" y="884"/>
                </a:lnTo>
                <a:lnTo>
                  <a:pt x="295" y="884"/>
                </a:lnTo>
                <a:lnTo>
                  <a:pt x="294" y="884"/>
                </a:lnTo>
                <a:lnTo>
                  <a:pt x="294" y="883"/>
                </a:lnTo>
                <a:lnTo>
                  <a:pt x="295" y="882"/>
                </a:lnTo>
                <a:lnTo>
                  <a:pt x="294" y="881"/>
                </a:lnTo>
                <a:lnTo>
                  <a:pt x="293" y="880"/>
                </a:lnTo>
                <a:lnTo>
                  <a:pt x="292" y="879"/>
                </a:lnTo>
                <a:lnTo>
                  <a:pt x="292" y="878"/>
                </a:lnTo>
                <a:lnTo>
                  <a:pt x="293" y="878"/>
                </a:lnTo>
                <a:lnTo>
                  <a:pt x="294" y="877"/>
                </a:lnTo>
                <a:lnTo>
                  <a:pt x="295" y="877"/>
                </a:lnTo>
                <a:lnTo>
                  <a:pt x="295" y="876"/>
                </a:lnTo>
                <a:lnTo>
                  <a:pt x="294" y="875"/>
                </a:lnTo>
                <a:lnTo>
                  <a:pt x="293" y="875"/>
                </a:lnTo>
                <a:lnTo>
                  <a:pt x="293" y="874"/>
                </a:lnTo>
                <a:lnTo>
                  <a:pt x="292" y="874"/>
                </a:lnTo>
                <a:lnTo>
                  <a:pt x="292" y="873"/>
                </a:lnTo>
                <a:lnTo>
                  <a:pt x="292" y="872"/>
                </a:lnTo>
                <a:lnTo>
                  <a:pt x="292" y="871"/>
                </a:lnTo>
                <a:lnTo>
                  <a:pt x="293" y="871"/>
                </a:lnTo>
                <a:lnTo>
                  <a:pt x="294" y="870"/>
                </a:lnTo>
                <a:lnTo>
                  <a:pt x="293" y="870"/>
                </a:lnTo>
                <a:lnTo>
                  <a:pt x="293" y="869"/>
                </a:lnTo>
                <a:lnTo>
                  <a:pt x="293" y="868"/>
                </a:lnTo>
                <a:lnTo>
                  <a:pt x="292" y="868"/>
                </a:lnTo>
                <a:lnTo>
                  <a:pt x="290" y="869"/>
                </a:lnTo>
                <a:lnTo>
                  <a:pt x="290" y="870"/>
                </a:lnTo>
                <a:lnTo>
                  <a:pt x="289" y="870"/>
                </a:lnTo>
                <a:lnTo>
                  <a:pt x="290" y="870"/>
                </a:lnTo>
                <a:lnTo>
                  <a:pt x="290" y="871"/>
                </a:lnTo>
                <a:lnTo>
                  <a:pt x="289" y="872"/>
                </a:lnTo>
                <a:lnTo>
                  <a:pt x="288" y="872"/>
                </a:lnTo>
                <a:lnTo>
                  <a:pt x="288" y="873"/>
                </a:lnTo>
                <a:lnTo>
                  <a:pt x="288" y="872"/>
                </a:lnTo>
                <a:lnTo>
                  <a:pt x="287" y="872"/>
                </a:lnTo>
                <a:lnTo>
                  <a:pt x="286" y="872"/>
                </a:lnTo>
                <a:lnTo>
                  <a:pt x="286" y="871"/>
                </a:lnTo>
                <a:lnTo>
                  <a:pt x="287" y="871"/>
                </a:lnTo>
                <a:lnTo>
                  <a:pt x="287" y="870"/>
                </a:lnTo>
                <a:lnTo>
                  <a:pt x="287" y="869"/>
                </a:lnTo>
                <a:lnTo>
                  <a:pt x="287" y="868"/>
                </a:lnTo>
                <a:lnTo>
                  <a:pt x="287" y="867"/>
                </a:lnTo>
                <a:lnTo>
                  <a:pt x="286" y="867"/>
                </a:lnTo>
                <a:lnTo>
                  <a:pt x="285" y="867"/>
                </a:lnTo>
                <a:lnTo>
                  <a:pt x="284" y="867"/>
                </a:lnTo>
                <a:lnTo>
                  <a:pt x="283" y="867"/>
                </a:lnTo>
                <a:lnTo>
                  <a:pt x="282" y="867"/>
                </a:lnTo>
                <a:lnTo>
                  <a:pt x="281" y="867"/>
                </a:lnTo>
                <a:lnTo>
                  <a:pt x="279" y="868"/>
                </a:lnTo>
                <a:lnTo>
                  <a:pt x="279" y="869"/>
                </a:lnTo>
                <a:lnTo>
                  <a:pt x="278" y="869"/>
                </a:lnTo>
                <a:lnTo>
                  <a:pt x="277" y="869"/>
                </a:lnTo>
                <a:lnTo>
                  <a:pt x="276" y="869"/>
                </a:lnTo>
                <a:lnTo>
                  <a:pt x="276" y="870"/>
                </a:lnTo>
                <a:lnTo>
                  <a:pt x="275" y="871"/>
                </a:lnTo>
                <a:lnTo>
                  <a:pt x="274" y="871"/>
                </a:lnTo>
                <a:lnTo>
                  <a:pt x="274" y="872"/>
                </a:lnTo>
                <a:lnTo>
                  <a:pt x="273" y="872"/>
                </a:lnTo>
                <a:lnTo>
                  <a:pt x="272" y="872"/>
                </a:lnTo>
                <a:lnTo>
                  <a:pt x="271" y="872"/>
                </a:lnTo>
                <a:lnTo>
                  <a:pt x="270" y="872"/>
                </a:lnTo>
                <a:lnTo>
                  <a:pt x="269" y="872"/>
                </a:lnTo>
                <a:lnTo>
                  <a:pt x="268" y="873"/>
                </a:lnTo>
                <a:lnTo>
                  <a:pt x="267" y="873"/>
                </a:lnTo>
                <a:lnTo>
                  <a:pt x="267" y="872"/>
                </a:lnTo>
                <a:lnTo>
                  <a:pt x="266" y="872"/>
                </a:lnTo>
                <a:lnTo>
                  <a:pt x="265" y="873"/>
                </a:lnTo>
                <a:lnTo>
                  <a:pt x="264" y="873"/>
                </a:lnTo>
                <a:lnTo>
                  <a:pt x="263" y="873"/>
                </a:lnTo>
                <a:lnTo>
                  <a:pt x="263" y="872"/>
                </a:lnTo>
                <a:lnTo>
                  <a:pt x="262" y="872"/>
                </a:lnTo>
                <a:lnTo>
                  <a:pt x="261" y="872"/>
                </a:lnTo>
                <a:lnTo>
                  <a:pt x="258" y="873"/>
                </a:lnTo>
                <a:lnTo>
                  <a:pt x="257" y="873"/>
                </a:lnTo>
                <a:lnTo>
                  <a:pt x="255" y="873"/>
                </a:lnTo>
                <a:lnTo>
                  <a:pt x="255" y="874"/>
                </a:lnTo>
                <a:lnTo>
                  <a:pt x="254" y="874"/>
                </a:lnTo>
                <a:lnTo>
                  <a:pt x="255" y="874"/>
                </a:lnTo>
                <a:lnTo>
                  <a:pt x="255" y="875"/>
                </a:lnTo>
                <a:lnTo>
                  <a:pt x="254" y="875"/>
                </a:lnTo>
                <a:lnTo>
                  <a:pt x="253" y="875"/>
                </a:lnTo>
                <a:lnTo>
                  <a:pt x="252" y="876"/>
                </a:lnTo>
                <a:lnTo>
                  <a:pt x="251" y="876"/>
                </a:lnTo>
                <a:lnTo>
                  <a:pt x="251" y="875"/>
                </a:lnTo>
                <a:lnTo>
                  <a:pt x="250" y="875"/>
                </a:lnTo>
                <a:lnTo>
                  <a:pt x="249" y="875"/>
                </a:lnTo>
                <a:lnTo>
                  <a:pt x="248" y="875"/>
                </a:lnTo>
                <a:lnTo>
                  <a:pt x="248" y="874"/>
                </a:lnTo>
                <a:lnTo>
                  <a:pt x="247" y="874"/>
                </a:lnTo>
                <a:lnTo>
                  <a:pt x="247" y="873"/>
                </a:lnTo>
                <a:lnTo>
                  <a:pt x="246" y="873"/>
                </a:lnTo>
                <a:lnTo>
                  <a:pt x="245" y="873"/>
                </a:lnTo>
                <a:lnTo>
                  <a:pt x="244" y="872"/>
                </a:lnTo>
                <a:lnTo>
                  <a:pt x="244" y="873"/>
                </a:lnTo>
                <a:lnTo>
                  <a:pt x="243" y="873"/>
                </a:lnTo>
                <a:lnTo>
                  <a:pt x="242" y="873"/>
                </a:lnTo>
                <a:lnTo>
                  <a:pt x="242" y="874"/>
                </a:lnTo>
                <a:lnTo>
                  <a:pt x="241" y="874"/>
                </a:lnTo>
                <a:lnTo>
                  <a:pt x="241" y="875"/>
                </a:lnTo>
                <a:lnTo>
                  <a:pt x="241" y="874"/>
                </a:lnTo>
                <a:lnTo>
                  <a:pt x="240" y="875"/>
                </a:lnTo>
                <a:lnTo>
                  <a:pt x="239" y="875"/>
                </a:lnTo>
                <a:lnTo>
                  <a:pt x="238" y="874"/>
                </a:lnTo>
                <a:lnTo>
                  <a:pt x="238" y="875"/>
                </a:lnTo>
                <a:lnTo>
                  <a:pt x="238" y="874"/>
                </a:lnTo>
                <a:lnTo>
                  <a:pt x="238" y="875"/>
                </a:lnTo>
                <a:lnTo>
                  <a:pt x="237" y="874"/>
                </a:lnTo>
                <a:lnTo>
                  <a:pt x="236" y="874"/>
                </a:lnTo>
                <a:lnTo>
                  <a:pt x="235" y="874"/>
                </a:lnTo>
                <a:lnTo>
                  <a:pt x="234" y="874"/>
                </a:lnTo>
                <a:lnTo>
                  <a:pt x="233" y="874"/>
                </a:lnTo>
                <a:lnTo>
                  <a:pt x="232" y="874"/>
                </a:lnTo>
                <a:lnTo>
                  <a:pt x="232" y="875"/>
                </a:lnTo>
                <a:lnTo>
                  <a:pt x="233" y="875"/>
                </a:lnTo>
                <a:lnTo>
                  <a:pt x="232" y="875"/>
                </a:lnTo>
                <a:lnTo>
                  <a:pt x="233" y="875"/>
                </a:lnTo>
                <a:lnTo>
                  <a:pt x="233" y="876"/>
                </a:lnTo>
                <a:lnTo>
                  <a:pt x="232" y="876"/>
                </a:lnTo>
                <a:lnTo>
                  <a:pt x="231" y="877"/>
                </a:lnTo>
                <a:lnTo>
                  <a:pt x="231" y="876"/>
                </a:lnTo>
                <a:lnTo>
                  <a:pt x="230" y="876"/>
                </a:lnTo>
                <a:lnTo>
                  <a:pt x="229" y="876"/>
                </a:lnTo>
                <a:lnTo>
                  <a:pt x="229" y="875"/>
                </a:lnTo>
                <a:lnTo>
                  <a:pt x="228" y="874"/>
                </a:lnTo>
                <a:lnTo>
                  <a:pt x="227" y="874"/>
                </a:lnTo>
                <a:lnTo>
                  <a:pt x="227" y="873"/>
                </a:lnTo>
                <a:lnTo>
                  <a:pt x="226" y="874"/>
                </a:lnTo>
                <a:lnTo>
                  <a:pt x="226" y="873"/>
                </a:lnTo>
                <a:lnTo>
                  <a:pt x="225" y="873"/>
                </a:lnTo>
                <a:lnTo>
                  <a:pt x="224" y="873"/>
                </a:lnTo>
                <a:lnTo>
                  <a:pt x="223" y="874"/>
                </a:lnTo>
                <a:lnTo>
                  <a:pt x="223" y="873"/>
                </a:lnTo>
                <a:lnTo>
                  <a:pt x="222" y="873"/>
                </a:lnTo>
                <a:lnTo>
                  <a:pt x="221" y="873"/>
                </a:lnTo>
                <a:lnTo>
                  <a:pt x="221" y="872"/>
                </a:lnTo>
                <a:lnTo>
                  <a:pt x="220" y="872"/>
                </a:lnTo>
                <a:lnTo>
                  <a:pt x="219" y="872"/>
                </a:lnTo>
                <a:lnTo>
                  <a:pt x="219" y="871"/>
                </a:lnTo>
                <a:lnTo>
                  <a:pt x="218" y="871"/>
                </a:lnTo>
                <a:lnTo>
                  <a:pt x="216" y="871"/>
                </a:lnTo>
                <a:lnTo>
                  <a:pt x="215" y="871"/>
                </a:lnTo>
                <a:lnTo>
                  <a:pt x="214" y="872"/>
                </a:lnTo>
                <a:lnTo>
                  <a:pt x="210" y="874"/>
                </a:lnTo>
                <a:lnTo>
                  <a:pt x="209" y="874"/>
                </a:lnTo>
                <a:lnTo>
                  <a:pt x="210" y="874"/>
                </a:lnTo>
                <a:lnTo>
                  <a:pt x="206" y="867"/>
                </a:lnTo>
                <a:lnTo>
                  <a:pt x="205" y="866"/>
                </a:lnTo>
                <a:lnTo>
                  <a:pt x="202" y="862"/>
                </a:lnTo>
                <a:lnTo>
                  <a:pt x="193" y="851"/>
                </a:lnTo>
                <a:lnTo>
                  <a:pt x="192" y="850"/>
                </a:lnTo>
                <a:lnTo>
                  <a:pt x="192" y="848"/>
                </a:lnTo>
                <a:lnTo>
                  <a:pt x="193" y="848"/>
                </a:lnTo>
                <a:lnTo>
                  <a:pt x="193" y="840"/>
                </a:lnTo>
                <a:lnTo>
                  <a:pt x="193" y="839"/>
                </a:lnTo>
                <a:lnTo>
                  <a:pt x="192" y="838"/>
                </a:lnTo>
                <a:lnTo>
                  <a:pt x="192" y="836"/>
                </a:lnTo>
                <a:lnTo>
                  <a:pt x="192" y="835"/>
                </a:lnTo>
                <a:lnTo>
                  <a:pt x="192" y="834"/>
                </a:lnTo>
                <a:lnTo>
                  <a:pt x="193" y="834"/>
                </a:lnTo>
                <a:lnTo>
                  <a:pt x="195" y="834"/>
                </a:lnTo>
                <a:lnTo>
                  <a:pt x="197" y="834"/>
                </a:lnTo>
                <a:lnTo>
                  <a:pt x="197" y="832"/>
                </a:lnTo>
                <a:lnTo>
                  <a:pt x="197" y="831"/>
                </a:lnTo>
                <a:lnTo>
                  <a:pt x="197" y="830"/>
                </a:lnTo>
                <a:lnTo>
                  <a:pt x="196" y="829"/>
                </a:lnTo>
                <a:lnTo>
                  <a:pt x="197" y="829"/>
                </a:lnTo>
                <a:lnTo>
                  <a:pt x="199" y="829"/>
                </a:lnTo>
                <a:lnTo>
                  <a:pt x="200" y="829"/>
                </a:lnTo>
                <a:lnTo>
                  <a:pt x="200" y="830"/>
                </a:lnTo>
                <a:lnTo>
                  <a:pt x="200" y="831"/>
                </a:lnTo>
                <a:lnTo>
                  <a:pt x="201" y="832"/>
                </a:lnTo>
                <a:lnTo>
                  <a:pt x="202" y="832"/>
                </a:lnTo>
                <a:lnTo>
                  <a:pt x="202" y="831"/>
                </a:lnTo>
                <a:lnTo>
                  <a:pt x="203" y="831"/>
                </a:lnTo>
                <a:lnTo>
                  <a:pt x="204" y="831"/>
                </a:lnTo>
                <a:lnTo>
                  <a:pt x="205" y="831"/>
                </a:lnTo>
                <a:lnTo>
                  <a:pt x="206" y="831"/>
                </a:lnTo>
                <a:lnTo>
                  <a:pt x="208" y="830"/>
                </a:lnTo>
                <a:lnTo>
                  <a:pt x="210" y="830"/>
                </a:lnTo>
                <a:lnTo>
                  <a:pt x="211" y="830"/>
                </a:lnTo>
                <a:lnTo>
                  <a:pt x="212" y="831"/>
                </a:lnTo>
                <a:lnTo>
                  <a:pt x="213" y="832"/>
                </a:lnTo>
                <a:lnTo>
                  <a:pt x="214" y="833"/>
                </a:lnTo>
                <a:lnTo>
                  <a:pt x="215" y="832"/>
                </a:lnTo>
                <a:lnTo>
                  <a:pt x="215" y="833"/>
                </a:lnTo>
                <a:lnTo>
                  <a:pt x="216" y="833"/>
                </a:lnTo>
                <a:lnTo>
                  <a:pt x="217" y="832"/>
                </a:lnTo>
                <a:lnTo>
                  <a:pt x="217" y="831"/>
                </a:lnTo>
                <a:lnTo>
                  <a:pt x="218" y="831"/>
                </a:lnTo>
                <a:lnTo>
                  <a:pt x="219" y="830"/>
                </a:lnTo>
                <a:lnTo>
                  <a:pt x="220" y="830"/>
                </a:lnTo>
                <a:lnTo>
                  <a:pt x="221" y="829"/>
                </a:lnTo>
                <a:lnTo>
                  <a:pt x="221" y="828"/>
                </a:lnTo>
                <a:lnTo>
                  <a:pt x="221" y="827"/>
                </a:lnTo>
                <a:lnTo>
                  <a:pt x="221" y="826"/>
                </a:lnTo>
                <a:lnTo>
                  <a:pt x="221" y="825"/>
                </a:lnTo>
                <a:lnTo>
                  <a:pt x="220" y="825"/>
                </a:lnTo>
                <a:lnTo>
                  <a:pt x="220" y="824"/>
                </a:lnTo>
                <a:lnTo>
                  <a:pt x="221" y="824"/>
                </a:lnTo>
                <a:lnTo>
                  <a:pt x="223" y="824"/>
                </a:lnTo>
                <a:lnTo>
                  <a:pt x="224" y="824"/>
                </a:lnTo>
                <a:lnTo>
                  <a:pt x="225" y="824"/>
                </a:lnTo>
                <a:lnTo>
                  <a:pt x="226" y="824"/>
                </a:lnTo>
                <a:lnTo>
                  <a:pt x="226" y="823"/>
                </a:lnTo>
                <a:lnTo>
                  <a:pt x="227" y="823"/>
                </a:lnTo>
                <a:lnTo>
                  <a:pt x="228" y="823"/>
                </a:lnTo>
                <a:lnTo>
                  <a:pt x="229" y="823"/>
                </a:lnTo>
                <a:lnTo>
                  <a:pt x="230" y="822"/>
                </a:lnTo>
                <a:lnTo>
                  <a:pt x="236" y="822"/>
                </a:lnTo>
                <a:lnTo>
                  <a:pt x="241" y="821"/>
                </a:lnTo>
                <a:lnTo>
                  <a:pt x="243" y="821"/>
                </a:lnTo>
                <a:lnTo>
                  <a:pt x="244" y="821"/>
                </a:lnTo>
                <a:lnTo>
                  <a:pt x="248" y="821"/>
                </a:lnTo>
                <a:lnTo>
                  <a:pt x="252" y="821"/>
                </a:lnTo>
                <a:lnTo>
                  <a:pt x="255" y="821"/>
                </a:lnTo>
                <a:lnTo>
                  <a:pt x="256" y="819"/>
                </a:lnTo>
                <a:lnTo>
                  <a:pt x="257" y="817"/>
                </a:lnTo>
                <a:lnTo>
                  <a:pt x="258" y="816"/>
                </a:lnTo>
                <a:lnTo>
                  <a:pt x="258" y="815"/>
                </a:lnTo>
                <a:lnTo>
                  <a:pt x="258" y="814"/>
                </a:lnTo>
                <a:lnTo>
                  <a:pt x="257" y="814"/>
                </a:lnTo>
                <a:lnTo>
                  <a:pt x="258" y="814"/>
                </a:lnTo>
                <a:lnTo>
                  <a:pt x="257" y="812"/>
                </a:lnTo>
                <a:lnTo>
                  <a:pt x="258" y="812"/>
                </a:lnTo>
                <a:lnTo>
                  <a:pt x="258" y="809"/>
                </a:lnTo>
                <a:lnTo>
                  <a:pt x="258" y="808"/>
                </a:lnTo>
                <a:lnTo>
                  <a:pt x="257" y="807"/>
                </a:lnTo>
                <a:lnTo>
                  <a:pt x="258" y="807"/>
                </a:lnTo>
                <a:lnTo>
                  <a:pt x="258" y="806"/>
                </a:lnTo>
                <a:lnTo>
                  <a:pt x="256" y="806"/>
                </a:lnTo>
                <a:lnTo>
                  <a:pt x="255" y="806"/>
                </a:lnTo>
                <a:lnTo>
                  <a:pt x="254" y="806"/>
                </a:lnTo>
                <a:lnTo>
                  <a:pt x="253" y="806"/>
                </a:lnTo>
                <a:lnTo>
                  <a:pt x="253" y="805"/>
                </a:lnTo>
                <a:lnTo>
                  <a:pt x="253" y="804"/>
                </a:lnTo>
                <a:lnTo>
                  <a:pt x="254" y="804"/>
                </a:lnTo>
                <a:lnTo>
                  <a:pt x="256" y="803"/>
                </a:lnTo>
                <a:lnTo>
                  <a:pt x="257" y="803"/>
                </a:lnTo>
                <a:lnTo>
                  <a:pt x="257" y="802"/>
                </a:lnTo>
                <a:lnTo>
                  <a:pt x="256" y="801"/>
                </a:lnTo>
                <a:lnTo>
                  <a:pt x="255" y="801"/>
                </a:lnTo>
                <a:lnTo>
                  <a:pt x="255" y="800"/>
                </a:lnTo>
                <a:lnTo>
                  <a:pt x="255" y="799"/>
                </a:lnTo>
                <a:lnTo>
                  <a:pt x="255" y="798"/>
                </a:lnTo>
                <a:lnTo>
                  <a:pt x="256" y="798"/>
                </a:lnTo>
                <a:lnTo>
                  <a:pt x="256" y="797"/>
                </a:lnTo>
                <a:lnTo>
                  <a:pt x="255" y="797"/>
                </a:lnTo>
                <a:lnTo>
                  <a:pt x="253" y="797"/>
                </a:lnTo>
                <a:lnTo>
                  <a:pt x="253" y="796"/>
                </a:lnTo>
                <a:lnTo>
                  <a:pt x="252" y="796"/>
                </a:lnTo>
                <a:lnTo>
                  <a:pt x="252" y="797"/>
                </a:lnTo>
                <a:lnTo>
                  <a:pt x="252" y="799"/>
                </a:lnTo>
                <a:lnTo>
                  <a:pt x="252" y="800"/>
                </a:lnTo>
                <a:lnTo>
                  <a:pt x="251" y="800"/>
                </a:lnTo>
                <a:lnTo>
                  <a:pt x="252" y="800"/>
                </a:lnTo>
                <a:lnTo>
                  <a:pt x="252" y="801"/>
                </a:lnTo>
                <a:lnTo>
                  <a:pt x="252" y="802"/>
                </a:lnTo>
                <a:lnTo>
                  <a:pt x="252" y="803"/>
                </a:lnTo>
                <a:lnTo>
                  <a:pt x="252" y="804"/>
                </a:lnTo>
                <a:lnTo>
                  <a:pt x="251" y="805"/>
                </a:lnTo>
                <a:lnTo>
                  <a:pt x="250" y="805"/>
                </a:lnTo>
                <a:lnTo>
                  <a:pt x="249" y="805"/>
                </a:lnTo>
                <a:lnTo>
                  <a:pt x="249" y="804"/>
                </a:lnTo>
                <a:lnTo>
                  <a:pt x="248" y="804"/>
                </a:lnTo>
                <a:lnTo>
                  <a:pt x="247" y="804"/>
                </a:lnTo>
                <a:lnTo>
                  <a:pt x="246" y="805"/>
                </a:lnTo>
                <a:lnTo>
                  <a:pt x="245" y="805"/>
                </a:lnTo>
                <a:lnTo>
                  <a:pt x="245" y="804"/>
                </a:lnTo>
                <a:lnTo>
                  <a:pt x="244" y="804"/>
                </a:lnTo>
                <a:lnTo>
                  <a:pt x="243" y="803"/>
                </a:lnTo>
                <a:lnTo>
                  <a:pt x="243" y="802"/>
                </a:lnTo>
                <a:lnTo>
                  <a:pt x="242" y="802"/>
                </a:lnTo>
                <a:lnTo>
                  <a:pt x="242" y="801"/>
                </a:lnTo>
                <a:lnTo>
                  <a:pt x="243" y="800"/>
                </a:lnTo>
                <a:lnTo>
                  <a:pt x="244" y="799"/>
                </a:lnTo>
                <a:lnTo>
                  <a:pt x="244" y="797"/>
                </a:lnTo>
                <a:lnTo>
                  <a:pt x="245" y="797"/>
                </a:lnTo>
                <a:lnTo>
                  <a:pt x="245" y="796"/>
                </a:lnTo>
                <a:lnTo>
                  <a:pt x="245" y="795"/>
                </a:lnTo>
                <a:lnTo>
                  <a:pt x="246" y="794"/>
                </a:lnTo>
                <a:lnTo>
                  <a:pt x="246" y="793"/>
                </a:lnTo>
                <a:lnTo>
                  <a:pt x="247" y="793"/>
                </a:lnTo>
                <a:lnTo>
                  <a:pt x="247" y="792"/>
                </a:lnTo>
                <a:lnTo>
                  <a:pt x="247" y="791"/>
                </a:lnTo>
                <a:lnTo>
                  <a:pt x="247" y="789"/>
                </a:lnTo>
                <a:lnTo>
                  <a:pt x="246" y="789"/>
                </a:lnTo>
                <a:lnTo>
                  <a:pt x="244" y="790"/>
                </a:lnTo>
                <a:lnTo>
                  <a:pt x="244" y="789"/>
                </a:lnTo>
                <a:lnTo>
                  <a:pt x="243" y="789"/>
                </a:lnTo>
                <a:lnTo>
                  <a:pt x="242" y="789"/>
                </a:lnTo>
                <a:lnTo>
                  <a:pt x="241" y="789"/>
                </a:lnTo>
                <a:lnTo>
                  <a:pt x="241" y="790"/>
                </a:lnTo>
                <a:lnTo>
                  <a:pt x="240" y="790"/>
                </a:lnTo>
                <a:lnTo>
                  <a:pt x="239" y="791"/>
                </a:lnTo>
                <a:lnTo>
                  <a:pt x="238" y="791"/>
                </a:lnTo>
                <a:lnTo>
                  <a:pt x="237" y="791"/>
                </a:lnTo>
                <a:lnTo>
                  <a:pt x="236" y="791"/>
                </a:lnTo>
                <a:lnTo>
                  <a:pt x="235" y="791"/>
                </a:lnTo>
                <a:lnTo>
                  <a:pt x="234" y="791"/>
                </a:lnTo>
                <a:lnTo>
                  <a:pt x="233" y="791"/>
                </a:lnTo>
                <a:lnTo>
                  <a:pt x="233" y="790"/>
                </a:lnTo>
                <a:lnTo>
                  <a:pt x="232" y="789"/>
                </a:lnTo>
                <a:lnTo>
                  <a:pt x="231" y="788"/>
                </a:lnTo>
                <a:lnTo>
                  <a:pt x="230" y="787"/>
                </a:lnTo>
                <a:lnTo>
                  <a:pt x="229" y="787"/>
                </a:lnTo>
                <a:lnTo>
                  <a:pt x="229" y="786"/>
                </a:lnTo>
                <a:lnTo>
                  <a:pt x="228" y="786"/>
                </a:lnTo>
                <a:lnTo>
                  <a:pt x="228" y="785"/>
                </a:lnTo>
                <a:lnTo>
                  <a:pt x="227" y="785"/>
                </a:lnTo>
                <a:lnTo>
                  <a:pt x="226" y="785"/>
                </a:lnTo>
                <a:lnTo>
                  <a:pt x="225" y="785"/>
                </a:lnTo>
                <a:lnTo>
                  <a:pt x="224" y="784"/>
                </a:lnTo>
                <a:lnTo>
                  <a:pt x="223" y="784"/>
                </a:lnTo>
                <a:lnTo>
                  <a:pt x="223" y="785"/>
                </a:lnTo>
                <a:lnTo>
                  <a:pt x="223" y="786"/>
                </a:lnTo>
                <a:lnTo>
                  <a:pt x="224" y="788"/>
                </a:lnTo>
                <a:lnTo>
                  <a:pt x="226" y="788"/>
                </a:lnTo>
                <a:lnTo>
                  <a:pt x="228" y="787"/>
                </a:lnTo>
                <a:lnTo>
                  <a:pt x="230" y="787"/>
                </a:lnTo>
                <a:lnTo>
                  <a:pt x="231" y="789"/>
                </a:lnTo>
                <a:lnTo>
                  <a:pt x="232" y="789"/>
                </a:lnTo>
                <a:lnTo>
                  <a:pt x="232" y="790"/>
                </a:lnTo>
                <a:lnTo>
                  <a:pt x="233" y="790"/>
                </a:lnTo>
                <a:lnTo>
                  <a:pt x="233" y="791"/>
                </a:lnTo>
                <a:lnTo>
                  <a:pt x="234" y="791"/>
                </a:lnTo>
                <a:lnTo>
                  <a:pt x="234" y="793"/>
                </a:lnTo>
                <a:lnTo>
                  <a:pt x="234" y="794"/>
                </a:lnTo>
                <a:lnTo>
                  <a:pt x="234" y="795"/>
                </a:lnTo>
                <a:lnTo>
                  <a:pt x="234" y="797"/>
                </a:lnTo>
                <a:lnTo>
                  <a:pt x="231" y="803"/>
                </a:lnTo>
                <a:lnTo>
                  <a:pt x="230" y="803"/>
                </a:lnTo>
                <a:lnTo>
                  <a:pt x="229" y="803"/>
                </a:lnTo>
                <a:lnTo>
                  <a:pt x="229" y="804"/>
                </a:lnTo>
                <a:lnTo>
                  <a:pt x="228" y="804"/>
                </a:lnTo>
                <a:lnTo>
                  <a:pt x="227" y="805"/>
                </a:lnTo>
                <a:lnTo>
                  <a:pt x="227" y="804"/>
                </a:lnTo>
                <a:lnTo>
                  <a:pt x="227" y="803"/>
                </a:lnTo>
                <a:lnTo>
                  <a:pt x="226" y="803"/>
                </a:lnTo>
                <a:lnTo>
                  <a:pt x="227" y="803"/>
                </a:lnTo>
                <a:lnTo>
                  <a:pt x="226" y="802"/>
                </a:lnTo>
                <a:lnTo>
                  <a:pt x="226" y="801"/>
                </a:lnTo>
                <a:lnTo>
                  <a:pt x="225" y="800"/>
                </a:lnTo>
                <a:lnTo>
                  <a:pt x="224" y="800"/>
                </a:lnTo>
                <a:lnTo>
                  <a:pt x="223" y="800"/>
                </a:lnTo>
                <a:lnTo>
                  <a:pt x="222" y="800"/>
                </a:lnTo>
                <a:lnTo>
                  <a:pt x="222" y="801"/>
                </a:lnTo>
                <a:lnTo>
                  <a:pt x="221" y="801"/>
                </a:lnTo>
                <a:lnTo>
                  <a:pt x="221" y="800"/>
                </a:lnTo>
                <a:lnTo>
                  <a:pt x="220" y="800"/>
                </a:lnTo>
                <a:lnTo>
                  <a:pt x="219" y="800"/>
                </a:lnTo>
                <a:lnTo>
                  <a:pt x="219" y="801"/>
                </a:lnTo>
                <a:lnTo>
                  <a:pt x="218" y="801"/>
                </a:lnTo>
                <a:lnTo>
                  <a:pt x="217" y="801"/>
                </a:lnTo>
                <a:lnTo>
                  <a:pt x="217" y="800"/>
                </a:lnTo>
                <a:lnTo>
                  <a:pt x="216" y="800"/>
                </a:lnTo>
                <a:lnTo>
                  <a:pt x="215" y="801"/>
                </a:lnTo>
                <a:lnTo>
                  <a:pt x="214" y="801"/>
                </a:lnTo>
                <a:lnTo>
                  <a:pt x="215" y="802"/>
                </a:lnTo>
                <a:lnTo>
                  <a:pt x="215" y="803"/>
                </a:lnTo>
                <a:lnTo>
                  <a:pt x="214" y="803"/>
                </a:lnTo>
                <a:lnTo>
                  <a:pt x="215" y="804"/>
                </a:lnTo>
                <a:lnTo>
                  <a:pt x="215" y="805"/>
                </a:lnTo>
                <a:lnTo>
                  <a:pt x="215" y="806"/>
                </a:lnTo>
                <a:lnTo>
                  <a:pt x="214" y="806"/>
                </a:lnTo>
                <a:lnTo>
                  <a:pt x="214" y="805"/>
                </a:lnTo>
                <a:lnTo>
                  <a:pt x="214" y="806"/>
                </a:lnTo>
                <a:lnTo>
                  <a:pt x="214" y="807"/>
                </a:lnTo>
                <a:lnTo>
                  <a:pt x="213" y="807"/>
                </a:lnTo>
                <a:lnTo>
                  <a:pt x="213" y="808"/>
                </a:lnTo>
                <a:lnTo>
                  <a:pt x="212" y="808"/>
                </a:lnTo>
                <a:lnTo>
                  <a:pt x="211" y="809"/>
                </a:lnTo>
                <a:lnTo>
                  <a:pt x="211" y="810"/>
                </a:lnTo>
                <a:lnTo>
                  <a:pt x="211" y="811"/>
                </a:lnTo>
                <a:lnTo>
                  <a:pt x="210" y="811"/>
                </a:lnTo>
                <a:lnTo>
                  <a:pt x="211" y="812"/>
                </a:lnTo>
                <a:lnTo>
                  <a:pt x="210" y="812"/>
                </a:lnTo>
                <a:lnTo>
                  <a:pt x="210" y="813"/>
                </a:lnTo>
                <a:lnTo>
                  <a:pt x="209" y="814"/>
                </a:lnTo>
                <a:lnTo>
                  <a:pt x="208" y="815"/>
                </a:lnTo>
                <a:lnTo>
                  <a:pt x="207" y="815"/>
                </a:lnTo>
                <a:lnTo>
                  <a:pt x="206" y="815"/>
                </a:lnTo>
                <a:lnTo>
                  <a:pt x="205" y="815"/>
                </a:lnTo>
                <a:lnTo>
                  <a:pt x="204" y="815"/>
                </a:lnTo>
                <a:lnTo>
                  <a:pt x="203" y="816"/>
                </a:lnTo>
                <a:lnTo>
                  <a:pt x="203" y="815"/>
                </a:lnTo>
                <a:lnTo>
                  <a:pt x="202" y="815"/>
                </a:lnTo>
                <a:lnTo>
                  <a:pt x="201" y="815"/>
                </a:lnTo>
                <a:lnTo>
                  <a:pt x="200" y="815"/>
                </a:lnTo>
                <a:lnTo>
                  <a:pt x="200" y="814"/>
                </a:lnTo>
                <a:lnTo>
                  <a:pt x="199" y="814"/>
                </a:lnTo>
                <a:lnTo>
                  <a:pt x="199" y="815"/>
                </a:lnTo>
                <a:lnTo>
                  <a:pt x="198" y="815"/>
                </a:lnTo>
                <a:lnTo>
                  <a:pt x="199" y="815"/>
                </a:lnTo>
                <a:lnTo>
                  <a:pt x="198" y="815"/>
                </a:lnTo>
                <a:lnTo>
                  <a:pt x="197" y="815"/>
                </a:lnTo>
                <a:lnTo>
                  <a:pt x="197" y="816"/>
                </a:lnTo>
                <a:lnTo>
                  <a:pt x="196" y="816"/>
                </a:lnTo>
                <a:lnTo>
                  <a:pt x="195" y="816"/>
                </a:lnTo>
                <a:lnTo>
                  <a:pt x="194" y="817"/>
                </a:lnTo>
                <a:lnTo>
                  <a:pt x="193" y="816"/>
                </a:lnTo>
                <a:lnTo>
                  <a:pt x="192" y="816"/>
                </a:lnTo>
                <a:lnTo>
                  <a:pt x="192" y="815"/>
                </a:lnTo>
                <a:lnTo>
                  <a:pt x="191" y="815"/>
                </a:lnTo>
                <a:lnTo>
                  <a:pt x="191" y="814"/>
                </a:lnTo>
                <a:lnTo>
                  <a:pt x="191" y="813"/>
                </a:lnTo>
                <a:lnTo>
                  <a:pt x="191" y="812"/>
                </a:lnTo>
                <a:lnTo>
                  <a:pt x="190" y="812"/>
                </a:lnTo>
                <a:lnTo>
                  <a:pt x="188" y="811"/>
                </a:lnTo>
                <a:lnTo>
                  <a:pt x="187" y="811"/>
                </a:lnTo>
                <a:lnTo>
                  <a:pt x="187" y="810"/>
                </a:lnTo>
                <a:lnTo>
                  <a:pt x="186" y="810"/>
                </a:lnTo>
                <a:lnTo>
                  <a:pt x="186" y="809"/>
                </a:lnTo>
                <a:lnTo>
                  <a:pt x="185" y="809"/>
                </a:lnTo>
                <a:lnTo>
                  <a:pt x="184" y="810"/>
                </a:lnTo>
                <a:lnTo>
                  <a:pt x="184" y="809"/>
                </a:lnTo>
                <a:lnTo>
                  <a:pt x="184" y="808"/>
                </a:lnTo>
                <a:lnTo>
                  <a:pt x="183" y="808"/>
                </a:lnTo>
                <a:lnTo>
                  <a:pt x="183" y="807"/>
                </a:lnTo>
                <a:lnTo>
                  <a:pt x="182" y="807"/>
                </a:lnTo>
                <a:lnTo>
                  <a:pt x="182" y="806"/>
                </a:lnTo>
                <a:lnTo>
                  <a:pt x="182" y="805"/>
                </a:lnTo>
                <a:lnTo>
                  <a:pt x="181" y="804"/>
                </a:lnTo>
                <a:lnTo>
                  <a:pt x="181" y="803"/>
                </a:lnTo>
                <a:lnTo>
                  <a:pt x="181" y="802"/>
                </a:lnTo>
                <a:lnTo>
                  <a:pt x="181" y="801"/>
                </a:lnTo>
                <a:lnTo>
                  <a:pt x="181" y="800"/>
                </a:lnTo>
                <a:lnTo>
                  <a:pt x="181" y="799"/>
                </a:lnTo>
                <a:lnTo>
                  <a:pt x="180" y="799"/>
                </a:lnTo>
                <a:lnTo>
                  <a:pt x="180" y="798"/>
                </a:lnTo>
                <a:lnTo>
                  <a:pt x="179" y="798"/>
                </a:lnTo>
                <a:lnTo>
                  <a:pt x="179" y="797"/>
                </a:lnTo>
                <a:lnTo>
                  <a:pt x="179" y="796"/>
                </a:lnTo>
                <a:lnTo>
                  <a:pt x="180" y="796"/>
                </a:lnTo>
                <a:lnTo>
                  <a:pt x="181" y="795"/>
                </a:lnTo>
                <a:lnTo>
                  <a:pt x="181" y="794"/>
                </a:lnTo>
                <a:lnTo>
                  <a:pt x="181" y="793"/>
                </a:lnTo>
                <a:lnTo>
                  <a:pt x="181" y="792"/>
                </a:lnTo>
                <a:lnTo>
                  <a:pt x="181" y="791"/>
                </a:lnTo>
                <a:lnTo>
                  <a:pt x="181" y="790"/>
                </a:lnTo>
                <a:lnTo>
                  <a:pt x="181" y="789"/>
                </a:lnTo>
                <a:lnTo>
                  <a:pt x="180" y="789"/>
                </a:lnTo>
                <a:lnTo>
                  <a:pt x="179" y="789"/>
                </a:lnTo>
                <a:lnTo>
                  <a:pt x="178" y="789"/>
                </a:lnTo>
                <a:lnTo>
                  <a:pt x="178" y="790"/>
                </a:lnTo>
                <a:lnTo>
                  <a:pt x="177" y="790"/>
                </a:lnTo>
                <a:lnTo>
                  <a:pt x="176" y="790"/>
                </a:lnTo>
                <a:lnTo>
                  <a:pt x="176" y="791"/>
                </a:lnTo>
                <a:lnTo>
                  <a:pt x="175" y="791"/>
                </a:lnTo>
                <a:lnTo>
                  <a:pt x="174" y="791"/>
                </a:lnTo>
                <a:lnTo>
                  <a:pt x="173" y="791"/>
                </a:lnTo>
                <a:lnTo>
                  <a:pt x="172" y="791"/>
                </a:lnTo>
                <a:lnTo>
                  <a:pt x="171" y="791"/>
                </a:lnTo>
                <a:lnTo>
                  <a:pt x="170" y="791"/>
                </a:lnTo>
                <a:lnTo>
                  <a:pt x="170" y="790"/>
                </a:lnTo>
                <a:lnTo>
                  <a:pt x="170" y="789"/>
                </a:lnTo>
                <a:lnTo>
                  <a:pt x="171" y="789"/>
                </a:lnTo>
                <a:lnTo>
                  <a:pt x="169" y="788"/>
                </a:lnTo>
                <a:lnTo>
                  <a:pt x="168" y="787"/>
                </a:lnTo>
                <a:lnTo>
                  <a:pt x="168" y="786"/>
                </a:lnTo>
                <a:lnTo>
                  <a:pt x="168" y="785"/>
                </a:lnTo>
                <a:lnTo>
                  <a:pt x="169" y="785"/>
                </a:lnTo>
                <a:lnTo>
                  <a:pt x="168" y="783"/>
                </a:lnTo>
                <a:lnTo>
                  <a:pt x="170" y="782"/>
                </a:lnTo>
                <a:lnTo>
                  <a:pt x="171" y="781"/>
                </a:lnTo>
                <a:lnTo>
                  <a:pt x="172" y="780"/>
                </a:lnTo>
                <a:lnTo>
                  <a:pt x="174" y="779"/>
                </a:lnTo>
                <a:lnTo>
                  <a:pt x="175" y="779"/>
                </a:lnTo>
                <a:lnTo>
                  <a:pt x="175" y="778"/>
                </a:lnTo>
                <a:lnTo>
                  <a:pt x="175" y="777"/>
                </a:lnTo>
                <a:lnTo>
                  <a:pt x="176" y="777"/>
                </a:lnTo>
                <a:lnTo>
                  <a:pt x="177" y="777"/>
                </a:lnTo>
                <a:lnTo>
                  <a:pt x="176" y="776"/>
                </a:lnTo>
                <a:lnTo>
                  <a:pt x="176" y="775"/>
                </a:lnTo>
                <a:lnTo>
                  <a:pt x="175" y="775"/>
                </a:lnTo>
                <a:lnTo>
                  <a:pt x="175" y="776"/>
                </a:lnTo>
                <a:lnTo>
                  <a:pt x="175" y="775"/>
                </a:lnTo>
                <a:lnTo>
                  <a:pt x="174" y="776"/>
                </a:lnTo>
                <a:lnTo>
                  <a:pt x="173" y="776"/>
                </a:lnTo>
                <a:lnTo>
                  <a:pt x="172" y="776"/>
                </a:lnTo>
                <a:lnTo>
                  <a:pt x="172" y="775"/>
                </a:lnTo>
                <a:lnTo>
                  <a:pt x="171" y="775"/>
                </a:lnTo>
                <a:lnTo>
                  <a:pt x="169" y="774"/>
                </a:lnTo>
                <a:lnTo>
                  <a:pt x="169" y="775"/>
                </a:lnTo>
                <a:lnTo>
                  <a:pt x="168" y="775"/>
                </a:lnTo>
                <a:lnTo>
                  <a:pt x="167" y="774"/>
                </a:lnTo>
                <a:lnTo>
                  <a:pt x="166" y="774"/>
                </a:lnTo>
                <a:lnTo>
                  <a:pt x="165" y="774"/>
                </a:lnTo>
                <a:lnTo>
                  <a:pt x="164" y="774"/>
                </a:lnTo>
                <a:lnTo>
                  <a:pt x="164" y="773"/>
                </a:lnTo>
                <a:lnTo>
                  <a:pt x="163" y="773"/>
                </a:lnTo>
                <a:lnTo>
                  <a:pt x="161" y="772"/>
                </a:lnTo>
                <a:lnTo>
                  <a:pt x="160" y="772"/>
                </a:lnTo>
                <a:lnTo>
                  <a:pt x="159" y="772"/>
                </a:lnTo>
                <a:lnTo>
                  <a:pt x="159" y="773"/>
                </a:lnTo>
                <a:lnTo>
                  <a:pt x="158" y="772"/>
                </a:lnTo>
                <a:lnTo>
                  <a:pt x="157" y="772"/>
                </a:lnTo>
                <a:lnTo>
                  <a:pt x="156" y="772"/>
                </a:lnTo>
                <a:lnTo>
                  <a:pt x="156" y="771"/>
                </a:lnTo>
                <a:lnTo>
                  <a:pt x="155" y="771"/>
                </a:lnTo>
                <a:lnTo>
                  <a:pt x="154" y="771"/>
                </a:lnTo>
                <a:lnTo>
                  <a:pt x="154" y="770"/>
                </a:lnTo>
                <a:lnTo>
                  <a:pt x="153" y="770"/>
                </a:lnTo>
                <a:lnTo>
                  <a:pt x="152" y="770"/>
                </a:lnTo>
                <a:lnTo>
                  <a:pt x="151" y="768"/>
                </a:lnTo>
                <a:lnTo>
                  <a:pt x="151" y="767"/>
                </a:lnTo>
                <a:lnTo>
                  <a:pt x="150" y="765"/>
                </a:lnTo>
                <a:lnTo>
                  <a:pt x="149" y="765"/>
                </a:lnTo>
                <a:lnTo>
                  <a:pt x="148" y="765"/>
                </a:lnTo>
                <a:lnTo>
                  <a:pt x="147" y="765"/>
                </a:lnTo>
                <a:lnTo>
                  <a:pt x="147" y="764"/>
                </a:lnTo>
                <a:lnTo>
                  <a:pt x="146" y="764"/>
                </a:lnTo>
                <a:lnTo>
                  <a:pt x="146" y="763"/>
                </a:lnTo>
                <a:lnTo>
                  <a:pt x="145" y="763"/>
                </a:lnTo>
                <a:lnTo>
                  <a:pt x="144" y="762"/>
                </a:lnTo>
                <a:lnTo>
                  <a:pt x="144" y="761"/>
                </a:lnTo>
                <a:lnTo>
                  <a:pt x="143" y="761"/>
                </a:lnTo>
                <a:lnTo>
                  <a:pt x="143" y="760"/>
                </a:lnTo>
                <a:lnTo>
                  <a:pt x="142" y="759"/>
                </a:lnTo>
                <a:lnTo>
                  <a:pt x="142" y="758"/>
                </a:lnTo>
                <a:lnTo>
                  <a:pt x="141" y="757"/>
                </a:lnTo>
                <a:lnTo>
                  <a:pt x="140" y="756"/>
                </a:lnTo>
                <a:lnTo>
                  <a:pt x="140" y="755"/>
                </a:lnTo>
                <a:lnTo>
                  <a:pt x="140" y="754"/>
                </a:lnTo>
                <a:lnTo>
                  <a:pt x="139" y="753"/>
                </a:lnTo>
                <a:lnTo>
                  <a:pt x="138" y="753"/>
                </a:lnTo>
                <a:lnTo>
                  <a:pt x="137" y="752"/>
                </a:lnTo>
                <a:lnTo>
                  <a:pt x="136" y="752"/>
                </a:lnTo>
                <a:lnTo>
                  <a:pt x="136" y="751"/>
                </a:lnTo>
                <a:lnTo>
                  <a:pt x="135" y="750"/>
                </a:lnTo>
                <a:lnTo>
                  <a:pt x="135" y="749"/>
                </a:lnTo>
                <a:lnTo>
                  <a:pt x="135" y="748"/>
                </a:lnTo>
                <a:lnTo>
                  <a:pt x="134" y="748"/>
                </a:lnTo>
                <a:lnTo>
                  <a:pt x="135" y="748"/>
                </a:lnTo>
                <a:lnTo>
                  <a:pt x="134" y="747"/>
                </a:lnTo>
                <a:lnTo>
                  <a:pt x="134" y="748"/>
                </a:lnTo>
                <a:lnTo>
                  <a:pt x="134" y="747"/>
                </a:lnTo>
                <a:lnTo>
                  <a:pt x="133" y="747"/>
                </a:lnTo>
                <a:lnTo>
                  <a:pt x="132" y="746"/>
                </a:lnTo>
                <a:lnTo>
                  <a:pt x="132" y="745"/>
                </a:lnTo>
                <a:lnTo>
                  <a:pt x="131" y="745"/>
                </a:lnTo>
                <a:lnTo>
                  <a:pt x="132" y="745"/>
                </a:lnTo>
                <a:lnTo>
                  <a:pt x="132" y="744"/>
                </a:lnTo>
                <a:lnTo>
                  <a:pt x="131" y="744"/>
                </a:lnTo>
                <a:lnTo>
                  <a:pt x="130" y="744"/>
                </a:lnTo>
                <a:lnTo>
                  <a:pt x="130" y="742"/>
                </a:lnTo>
                <a:lnTo>
                  <a:pt x="131" y="742"/>
                </a:lnTo>
                <a:lnTo>
                  <a:pt x="131" y="741"/>
                </a:lnTo>
                <a:lnTo>
                  <a:pt x="133" y="740"/>
                </a:lnTo>
                <a:lnTo>
                  <a:pt x="134" y="739"/>
                </a:lnTo>
                <a:lnTo>
                  <a:pt x="136" y="738"/>
                </a:lnTo>
                <a:lnTo>
                  <a:pt x="138" y="737"/>
                </a:lnTo>
                <a:lnTo>
                  <a:pt x="139" y="736"/>
                </a:lnTo>
                <a:lnTo>
                  <a:pt x="140" y="736"/>
                </a:lnTo>
                <a:lnTo>
                  <a:pt x="140" y="735"/>
                </a:lnTo>
                <a:lnTo>
                  <a:pt x="140" y="734"/>
                </a:lnTo>
                <a:lnTo>
                  <a:pt x="141" y="734"/>
                </a:lnTo>
                <a:lnTo>
                  <a:pt x="141" y="731"/>
                </a:lnTo>
                <a:lnTo>
                  <a:pt x="142" y="729"/>
                </a:lnTo>
                <a:lnTo>
                  <a:pt x="143" y="728"/>
                </a:lnTo>
                <a:lnTo>
                  <a:pt x="143" y="726"/>
                </a:lnTo>
                <a:lnTo>
                  <a:pt x="143" y="725"/>
                </a:lnTo>
                <a:lnTo>
                  <a:pt x="144" y="725"/>
                </a:lnTo>
                <a:lnTo>
                  <a:pt x="145" y="723"/>
                </a:lnTo>
                <a:lnTo>
                  <a:pt x="145" y="722"/>
                </a:lnTo>
                <a:lnTo>
                  <a:pt x="147" y="720"/>
                </a:lnTo>
                <a:lnTo>
                  <a:pt x="148" y="719"/>
                </a:lnTo>
                <a:lnTo>
                  <a:pt x="149" y="718"/>
                </a:lnTo>
                <a:lnTo>
                  <a:pt x="153" y="717"/>
                </a:lnTo>
                <a:lnTo>
                  <a:pt x="155" y="715"/>
                </a:lnTo>
                <a:lnTo>
                  <a:pt x="159" y="714"/>
                </a:lnTo>
                <a:lnTo>
                  <a:pt x="164" y="712"/>
                </a:lnTo>
                <a:lnTo>
                  <a:pt x="167" y="711"/>
                </a:lnTo>
                <a:lnTo>
                  <a:pt x="167" y="710"/>
                </a:lnTo>
                <a:lnTo>
                  <a:pt x="168" y="710"/>
                </a:lnTo>
                <a:lnTo>
                  <a:pt x="168" y="709"/>
                </a:lnTo>
                <a:lnTo>
                  <a:pt x="169" y="709"/>
                </a:lnTo>
                <a:lnTo>
                  <a:pt x="171" y="707"/>
                </a:lnTo>
                <a:lnTo>
                  <a:pt x="174" y="705"/>
                </a:lnTo>
                <a:lnTo>
                  <a:pt x="174" y="704"/>
                </a:lnTo>
                <a:lnTo>
                  <a:pt x="176" y="703"/>
                </a:lnTo>
                <a:lnTo>
                  <a:pt x="177" y="703"/>
                </a:lnTo>
                <a:lnTo>
                  <a:pt x="178" y="703"/>
                </a:lnTo>
                <a:lnTo>
                  <a:pt x="180" y="702"/>
                </a:lnTo>
                <a:lnTo>
                  <a:pt x="182" y="701"/>
                </a:lnTo>
                <a:lnTo>
                  <a:pt x="183" y="701"/>
                </a:lnTo>
                <a:lnTo>
                  <a:pt x="185" y="700"/>
                </a:lnTo>
                <a:lnTo>
                  <a:pt x="186" y="700"/>
                </a:lnTo>
                <a:lnTo>
                  <a:pt x="187" y="699"/>
                </a:lnTo>
                <a:lnTo>
                  <a:pt x="190" y="698"/>
                </a:lnTo>
                <a:lnTo>
                  <a:pt x="192" y="697"/>
                </a:lnTo>
                <a:lnTo>
                  <a:pt x="193" y="696"/>
                </a:lnTo>
                <a:lnTo>
                  <a:pt x="194" y="696"/>
                </a:lnTo>
                <a:lnTo>
                  <a:pt x="195" y="695"/>
                </a:lnTo>
                <a:lnTo>
                  <a:pt x="196" y="695"/>
                </a:lnTo>
                <a:lnTo>
                  <a:pt x="197" y="694"/>
                </a:lnTo>
                <a:lnTo>
                  <a:pt x="199" y="693"/>
                </a:lnTo>
                <a:lnTo>
                  <a:pt x="200" y="693"/>
                </a:lnTo>
                <a:lnTo>
                  <a:pt x="204" y="692"/>
                </a:lnTo>
                <a:lnTo>
                  <a:pt x="206" y="691"/>
                </a:lnTo>
                <a:lnTo>
                  <a:pt x="208" y="691"/>
                </a:lnTo>
                <a:lnTo>
                  <a:pt x="209" y="690"/>
                </a:lnTo>
                <a:lnTo>
                  <a:pt x="211" y="689"/>
                </a:lnTo>
                <a:lnTo>
                  <a:pt x="213" y="687"/>
                </a:lnTo>
                <a:lnTo>
                  <a:pt x="214" y="686"/>
                </a:lnTo>
                <a:lnTo>
                  <a:pt x="214" y="685"/>
                </a:lnTo>
                <a:lnTo>
                  <a:pt x="215" y="685"/>
                </a:lnTo>
                <a:lnTo>
                  <a:pt x="215" y="683"/>
                </a:lnTo>
                <a:lnTo>
                  <a:pt x="216" y="682"/>
                </a:lnTo>
                <a:lnTo>
                  <a:pt x="217" y="681"/>
                </a:lnTo>
                <a:lnTo>
                  <a:pt x="219" y="678"/>
                </a:lnTo>
                <a:lnTo>
                  <a:pt x="220" y="676"/>
                </a:lnTo>
                <a:lnTo>
                  <a:pt x="221" y="675"/>
                </a:lnTo>
                <a:lnTo>
                  <a:pt x="221" y="674"/>
                </a:lnTo>
                <a:lnTo>
                  <a:pt x="222" y="671"/>
                </a:lnTo>
                <a:lnTo>
                  <a:pt x="223" y="670"/>
                </a:lnTo>
                <a:lnTo>
                  <a:pt x="224" y="669"/>
                </a:lnTo>
                <a:lnTo>
                  <a:pt x="225" y="669"/>
                </a:lnTo>
                <a:lnTo>
                  <a:pt x="226" y="669"/>
                </a:lnTo>
                <a:lnTo>
                  <a:pt x="227" y="669"/>
                </a:lnTo>
                <a:lnTo>
                  <a:pt x="228" y="669"/>
                </a:lnTo>
                <a:lnTo>
                  <a:pt x="228" y="668"/>
                </a:lnTo>
                <a:lnTo>
                  <a:pt x="229" y="668"/>
                </a:lnTo>
                <a:lnTo>
                  <a:pt x="231" y="667"/>
                </a:lnTo>
                <a:lnTo>
                  <a:pt x="235" y="666"/>
                </a:lnTo>
                <a:lnTo>
                  <a:pt x="236" y="666"/>
                </a:lnTo>
                <a:lnTo>
                  <a:pt x="237" y="666"/>
                </a:lnTo>
                <a:lnTo>
                  <a:pt x="237" y="665"/>
                </a:lnTo>
                <a:lnTo>
                  <a:pt x="241" y="664"/>
                </a:lnTo>
                <a:lnTo>
                  <a:pt x="242" y="664"/>
                </a:lnTo>
                <a:lnTo>
                  <a:pt x="245" y="663"/>
                </a:lnTo>
                <a:lnTo>
                  <a:pt x="246" y="662"/>
                </a:lnTo>
                <a:lnTo>
                  <a:pt x="247" y="662"/>
                </a:lnTo>
                <a:lnTo>
                  <a:pt x="248" y="662"/>
                </a:lnTo>
                <a:lnTo>
                  <a:pt x="248" y="661"/>
                </a:lnTo>
                <a:lnTo>
                  <a:pt x="251" y="660"/>
                </a:lnTo>
                <a:lnTo>
                  <a:pt x="252" y="659"/>
                </a:lnTo>
                <a:lnTo>
                  <a:pt x="253" y="658"/>
                </a:lnTo>
                <a:lnTo>
                  <a:pt x="255" y="657"/>
                </a:lnTo>
                <a:lnTo>
                  <a:pt x="256" y="656"/>
                </a:lnTo>
                <a:lnTo>
                  <a:pt x="259" y="652"/>
                </a:lnTo>
                <a:lnTo>
                  <a:pt x="260" y="651"/>
                </a:lnTo>
                <a:lnTo>
                  <a:pt x="261" y="651"/>
                </a:lnTo>
                <a:lnTo>
                  <a:pt x="262" y="649"/>
                </a:lnTo>
                <a:lnTo>
                  <a:pt x="264" y="648"/>
                </a:lnTo>
                <a:lnTo>
                  <a:pt x="265" y="646"/>
                </a:lnTo>
                <a:lnTo>
                  <a:pt x="266" y="646"/>
                </a:lnTo>
                <a:lnTo>
                  <a:pt x="268" y="643"/>
                </a:lnTo>
                <a:lnTo>
                  <a:pt x="270" y="641"/>
                </a:lnTo>
                <a:lnTo>
                  <a:pt x="270" y="640"/>
                </a:lnTo>
                <a:lnTo>
                  <a:pt x="271" y="640"/>
                </a:lnTo>
                <a:lnTo>
                  <a:pt x="274" y="638"/>
                </a:lnTo>
                <a:lnTo>
                  <a:pt x="276" y="637"/>
                </a:lnTo>
                <a:lnTo>
                  <a:pt x="277" y="636"/>
                </a:lnTo>
                <a:lnTo>
                  <a:pt x="278" y="635"/>
                </a:lnTo>
                <a:lnTo>
                  <a:pt x="282" y="632"/>
                </a:lnTo>
                <a:lnTo>
                  <a:pt x="283" y="632"/>
                </a:lnTo>
                <a:lnTo>
                  <a:pt x="283" y="631"/>
                </a:lnTo>
                <a:lnTo>
                  <a:pt x="284" y="631"/>
                </a:lnTo>
                <a:lnTo>
                  <a:pt x="284" y="630"/>
                </a:lnTo>
                <a:lnTo>
                  <a:pt x="285" y="629"/>
                </a:lnTo>
                <a:lnTo>
                  <a:pt x="287" y="628"/>
                </a:lnTo>
                <a:lnTo>
                  <a:pt x="287" y="627"/>
                </a:lnTo>
                <a:lnTo>
                  <a:pt x="290" y="625"/>
                </a:lnTo>
                <a:lnTo>
                  <a:pt x="292" y="623"/>
                </a:lnTo>
                <a:lnTo>
                  <a:pt x="293" y="622"/>
                </a:lnTo>
                <a:lnTo>
                  <a:pt x="294" y="621"/>
                </a:lnTo>
                <a:lnTo>
                  <a:pt x="298" y="618"/>
                </a:lnTo>
                <a:lnTo>
                  <a:pt x="299" y="617"/>
                </a:lnTo>
                <a:lnTo>
                  <a:pt x="300" y="617"/>
                </a:lnTo>
                <a:lnTo>
                  <a:pt x="301" y="615"/>
                </a:lnTo>
                <a:lnTo>
                  <a:pt x="302" y="615"/>
                </a:lnTo>
                <a:lnTo>
                  <a:pt x="303" y="615"/>
                </a:lnTo>
                <a:lnTo>
                  <a:pt x="303" y="614"/>
                </a:lnTo>
                <a:lnTo>
                  <a:pt x="304" y="614"/>
                </a:lnTo>
                <a:lnTo>
                  <a:pt x="305" y="612"/>
                </a:lnTo>
                <a:lnTo>
                  <a:pt x="306" y="612"/>
                </a:lnTo>
                <a:lnTo>
                  <a:pt x="307" y="611"/>
                </a:lnTo>
                <a:lnTo>
                  <a:pt x="310" y="610"/>
                </a:lnTo>
                <a:lnTo>
                  <a:pt x="311" y="609"/>
                </a:lnTo>
                <a:lnTo>
                  <a:pt x="312" y="609"/>
                </a:lnTo>
                <a:lnTo>
                  <a:pt x="313" y="608"/>
                </a:lnTo>
                <a:lnTo>
                  <a:pt x="315" y="606"/>
                </a:lnTo>
                <a:lnTo>
                  <a:pt x="321" y="603"/>
                </a:lnTo>
                <a:lnTo>
                  <a:pt x="322" y="602"/>
                </a:lnTo>
                <a:lnTo>
                  <a:pt x="324" y="601"/>
                </a:lnTo>
                <a:lnTo>
                  <a:pt x="324" y="600"/>
                </a:lnTo>
                <a:lnTo>
                  <a:pt x="325" y="600"/>
                </a:lnTo>
                <a:lnTo>
                  <a:pt x="326" y="601"/>
                </a:lnTo>
                <a:lnTo>
                  <a:pt x="327" y="602"/>
                </a:lnTo>
                <a:lnTo>
                  <a:pt x="328" y="602"/>
                </a:lnTo>
                <a:lnTo>
                  <a:pt x="329" y="603"/>
                </a:lnTo>
                <a:lnTo>
                  <a:pt x="329" y="604"/>
                </a:lnTo>
                <a:lnTo>
                  <a:pt x="329" y="605"/>
                </a:lnTo>
                <a:lnTo>
                  <a:pt x="330" y="605"/>
                </a:lnTo>
                <a:lnTo>
                  <a:pt x="330" y="606"/>
                </a:lnTo>
                <a:lnTo>
                  <a:pt x="330" y="607"/>
                </a:lnTo>
                <a:lnTo>
                  <a:pt x="329" y="608"/>
                </a:lnTo>
                <a:lnTo>
                  <a:pt x="329" y="609"/>
                </a:lnTo>
                <a:lnTo>
                  <a:pt x="329" y="610"/>
                </a:lnTo>
                <a:lnTo>
                  <a:pt x="330" y="611"/>
                </a:lnTo>
                <a:lnTo>
                  <a:pt x="330" y="612"/>
                </a:lnTo>
                <a:lnTo>
                  <a:pt x="331" y="612"/>
                </a:lnTo>
                <a:lnTo>
                  <a:pt x="332" y="612"/>
                </a:lnTo>
                <a:lnTo>
                  <a:pt x="332" y="613"/>
                </a:lnTo>
                <a:lnTo>
                  <a:pt x="331" y="613"/>
                </a:lnTo>
                <a:lnTo>
                  <a:pt x="331" y="614"/>
                </a:lnTo>
                <a:lnTo>
                  <a:pt x="330" y="614"/>
                </a:lnTo>
                <a:lnTo>
                  <a:pt x="329" y="615"/>
                </a:lnTo>
                <a:lnTo>
                  <a:pt x="330" y="615"/>
                </a:lnTo>
                <a:lnTo>
                  <a:pt x="330" y="616"/>
                </a:lnTo>
                <a:lnTo>
                  <a:pt x="330" y="617"/>
                </a:lnTo>
                <a:lnTo>
                  <a:pt x="331" y="617"/>
                </a:lnTo>
                <a:lnTo>
                  <a:pt x="331" y="618"/>
                </a:lnTo>
                <a:lnTo>
                  <a:pt x="331" y="619"/>
                </a:lnTo>
                <a:lnTo>
                  <a:pt x="330" y="620"/>
                </a:lnTo>
                <a:lnTo>
                  <a:pt x="330" y="621"/>
                </a:lnTo>
                <a:lnTo>
                  <a:pt x="331" y="621"/>
                </a:lnTo>
                <a:lnTo>
                  <a:pt x="331" y="622"/>
                </a:lnTo>
                <a:lnTo>
                  <a:pt x="330" y="622"/>
                </a:lnTo>
                <a:lnTo>
                  <a:pt x="330" y="623"/>
                </a:lnTo>
                <a:lnTo>
                  <a:pt x="331" y="623"/>
                </a:lnTo>
                <a:lnTo>
                  <a:pt x="331" y="624"/>
                </a:lnTo>
                <a:lnTo>
                  <a:pt x="332" y="625"/>
                </a:lnTo>
                <a:lnTo>
                  <a:pt x="333" y="626"/>
                </a:lnTo>
                <a:lnTo>
                  <a:pt x="333" y="627"/>
                </a:lnTo>
                <a:lnTo>
                  <a:pt x="334" y="627"/>
                </a:lnTo>
                <a:lnTo>
                  <a:pt x="334" y="628"/>
                </a:lnTo>
                <a:lnTo>
                  <a:pt x="334" y="629"/>
                </a:lnTo>
                <a:lnTo>
                  <a:pt x="335" y="629"/>
                </a:lnTo>
                <a:lnTo>
                  <a:pt x="335" y="630"/>
                </a:lnTo>
                <a:lnTo>
                  <a:pt x="336" y="630"/>
                </a:lnTo>
                <a:lnTo>
                  <a:pt x="336" y="631"/>
                </a:lnTo>
                <a:lnTo>
                  <a:pt x="337" y="632"/>
                </a:lnTo>
                <a:lnTo>
                  <a:pt x="338" y="632"/>
                </a:lnTo>
                <a:lnTo>
                  <a:pt x="339" y="632"/>
                </a:lnTo>
                <a:lnTo>
                  <a:pt x="339" y="633"/>
                </a:lnTo>
                <a:lnTo>
                  <a:pt x="339" y="634"/>
                </a:lnTo>
                <a:lnTo>
                  <a:pt x="339" y="635"/>
                </a:lnTo>
                <a:lnTo>
                  <a:pt x="340" y="635"/>
                </a:lnTo>
                <a:lnTo>
                  <a:pt x="341" y="635"/>
                </a:lnTo>
                <a:lnTo>
                  <a:pt x="341" y="636"/>
                </a:lnTo>
                <a:lnTo>
                  <a:pt x="342" y="636"/>
                </a:lnTo>
                <a:lnTo>
                  <a:pt x="342" y="637"/>
                </a:lnTo>
                <a:lnTo>
                  <a:pt x="342" y="638"/>
                </a:lnTo>
                <a:lnTo>
                  <a:pt x="341" y="638"/>
                </a:lnTo>
                <a:lnTo>
                  <a:pt x="340" y="638"/>
                </a:lnTo>
                <a:lnTo>
                  <a:pt x="340" y="639"/>
                </a:lnTo>
                <a:lnTo>
                  <a:pt x="341" y="639"/>
                </a:lnTo>
                <a:lnTo>
                  <a:pt x="341" y="640"/>
                </a:lnTo>
                <a:lnTo>
                  <a:pt x="341" y="641"/>
                </a:lnTo>
                <a:lnTo>
                  <a:pt x="341" y="642"/>
                </a:lnTo>
                <a:lnTo>
                  <a:pt x="341" y="643"/>
                </a:lnTo>
                <a:lnTo>
                  <a:pt x="342" y="643"/>
                </a:lnTo>
                <a:lnTo>
                  <a:pt x="343" y="643"/>
                </a:lnTo>
                <a:lnTo>
                  <a:pt x="344" y="643"/>
                </a:lnTo>
                <a:lnTo>
                  <a:pt x="344" y="644"/>
                </a:lnTo>
                <a:lnTo>
                  <a:pt x="345" y="644"/>
                </a:lnTo>
                <a:lnTo>
                  <a:pt x="345" y="643"/>
                </a:lnTo>
                <a:lnTo>
                  <a:pt x="346" y="643"/>
                </a:lnTo>
                <a:lnTo>
                  <a:pt x="346" y="644"/>
                </a:lnTo>
                <a:lnTo>
                  <a:pt x="346" y="643"/>
                </a:lnTo>
                <a:lnTo>
                  <a:pt x="347" y="644"/>
                </a:lnTo>
                <a:lnTo>
                  <a:pt x="347" y="645"/>
                </a:lnTo>
                <a:lnTo>
                  <a:pt x="346" y="645"/>
                </a:lnTo>
                <a:lnTo>
                  <a:pt x="346" y="646"/>
                </a:lnTo>
                <a:lnTo>
                  <a:pt x="346" y="647"/>
                </a:lnTo>
                <a:lnTo>
                  <a:pt x="347" y="648"/>
                </a:lnTo>
                <a:lnTo>
                  <a:pt x="346" y="648"/>
                </a:lnTo>
                <a:lnTo>
                  <a:pt x="346" y="649"/>
                </a:lnTo>
                <a:lnTo>
                  <a:pt x="344" y="649"/>
                </a:lnTo>
                <a:lnTo>
                  <a:pt x="343" y="649"/>
                </a:lnTo>
                <a:lnTo>
                  <a:pt x="342" y="649"/>
                </a:lnTo>
                <a:lnTo>
                  <a:pt x="342" y="650"/>
                </a:lnTo>
                <a:lnTo>
                  <a:pt x="343" y="651"/>
                </a:lnTo>
                <a:lnTo>
                  <a:pt x="342" y="652"/>
                </a:lnTo>
                <a:lnTo>
                  <a:pt x="341" y="652"/>
                </a:lnTo>
                <a:lnTo>
                  <a:pt x="341" y="653"/>
                </a:lnTo>
                <a:lnTo>
                  <a:pt x="341" y="654"/>
                </a:lnTo>
                <a:lnTo>
                  <a:pt x="342" y="654"/>
                </a:lnTo>
                <a:lnTo>
                  <a:pt x="343" y="654"/>
                </a:lnTo>
                <a:lnTo>
                  <a:pt x="343" y="653"/>
                </a:lnTo>
                <a:lnTo>
                  <a:pt x="344" y="653"/>
                </a:lnTo>
                <a:lnTo>
                  <a:pt x="344" y="652"/>
                </a:lnTo>
                <a:lnTo>
                  <a:pt x="345" y="653"/>
                </a:lnTo>
                <a:lnTo>
                  <a:pt x="346" y="653"/>
                </a:lnTo>
                <a:lnTo>
                  <a:pt x="347" y="652"/>
                </a:lnTo>
                <a:lnTo>
                  <a:pt x="347" y="651"/>
                </a:lnTo>
                <a:lnTo>
                  <a:pt x="347" y="650"/>
                </a:lnTo>
                <a:lnTo>
                  <a:pt x="347" y="649"/>
                </a:lnTo>
                <a:lnTo>
                  <a:pt x="348" y="649"/>
                </a:lnTo>
                <a:lnTo>
                  <a:pt x="349" y="650"/>
                </a:lnTo>
                <a:lnTo>
                  <a:pt x="350" y="650"/>
                </a:lnTo>
                <a:lnTo>
                  <a:pt x="350" y="649"/>
                </a:lnTo>
                <a:lnTo>
                  <a:pt x="351" y="648"/>
                </a:lnTo>
                <a:lnTo>
                  <a:pt x="352" y="647"/>
                </a:lnTo>
                <a:lnTo>
                  <a:pt x="352" y="646"/>
                </a:lnTo>
                <a:lnTo>
                  <a:pt x="352" y="645"/>
                </a:lnTo>
                <a:lnTo>
                  <a:pt x="351" y="645"/>
                </a:lnTo>
                <a:lnTo>
                  <a:pt x="351" y="644"/>
                </a:lnTo>
                <a:lnTo>
                  <a:pt x="352" y="644"/>
                </a:lnTo>
                <a:lnTo>
                  <a:pt x="352" y="643"/>
                </a:lnTo>
                <a:lnTo>
                  <a:pt x="351" y="643"/>
                </a:lnTo>
                <a:lnTo>
                  <a:pt x="351" y="642"/>
                </a:lnTo>
                <a:lnTo>
                  <a:pt x="352" y="642"/>
                </a:lnTo>
                <a:lnTo>
                  <a:pt x="353" y="641"/>
                </a:lnTo>
                <a:lnTo>
                  <a:pt x="354" y="641"/>
                </a:lnTo>
                <a:lnTo>
                  <a:pt x="355" y="640"/>
                </a:lnTo>
                <a:lnTo>
                  <a:pt x="355" y="639"/>
                </a:lnTo>
                <a:lnTo>
                  <a:pt x="355" y="638"/>
                </a:lnTo>
                <a:lnTo>
                  <a:pt x="356" y="638"/>
                </a:lnTo>
                <a:lnTo>
                  <a:pt x="356" y="637"/>
                </a:lnTo>
                <a:lnTo>
                  <a:pt x="356" y="636"/>
                </a:lnTo>
                <a:lnTo>
                  <a:pt x="356" y="635"/>
                </a:lnTo>
                <a:lnTo>
                  <a:pt x="357" y="635"/>
                </a:lnTo>
                <a:lnTo>
                  <a:pt x="358" y="634"/>
                </a:lnTo>
                <a:lnTo>
                  <a:pt x="358" y="633"/>
                </a:lnTo>
                <a:lnTo>
                  <a:pt x="357" y="632"/>
                </a:lnTo>
                <a:lnTo>
                  <a:pt x="356" y="632"/>
                </a:lnTo>
                <a:lnTo>
                  <a:pt x="355" y="632"/>
                </a:lnTo>
                <a:lnTo>
                  <a:pt x="356" y="631"/>
                </a:lnTo>
                <a:lnTo>
                  <a:pt x="356" y="630"/>
                </a:lnTo>
                <a:lnTo>
                  <a:pt x="356" y="629"/>
                </a:lnTo>
                <a:lnTo>
                  <a:pt x="357" y="629"/>
                </a:lnTo>
                <a:lnTo>
                  <a:pt x="358" y="629"/>
                </a:lnTo>
                <a:lnTo>
                  <a:pt x="358" y="628"/>
                </a:lnTo>
                <a:lnTo>
                  <a:pt x="357" y="628"/>
                </a:lnTo>
                <a:lnTo>
                  <a:pt x="356" y="628"/>
                </a:lnTo>
                <a:lnTo>
                  <a:pt x="356" y="627"/>
                </a:lnTo>
                <a:lnTo>
                  <a:pt x="356" y="626"/>
                </a:lnTo>
                <a:lnTo>
                  <a:pt x="355" y="626"/>
                </a:lnTo>
                <a:lnTo>
                  <a:pt x="355" y="625"/>
                </a:lnTo>
                <a:lnTo>
                  <a:pt x="354" y="625"/>
                </a:lnTo>
                <a:lnTo>
                  <a:pt x="354" y="624"/>
                </a:lnTo>
                <a:lnTo>
                  <a:pt x="354" y="623"/>
                </a:lnTo>
                <a:lnTo>
                  <a:pt x="355" y="623"/>
                </a:lnTo>
                <a:lnTo>
                  <a:pt x="354" y="622"/>
                </a:lnTo>
                <a:lnTo>
                  <a:pt x="354" y="621"/>
                </a:lnTo>
                <a:lnTo>
                  <a:pt x="353" y="620"/>
                </a:lnTo>
                <a:lnTo>
                  <a:pt x="352" y="620"/>
                </a:lnTo>
                <a:lnTo>
                  <a:pt x="351" y="620"/>
                </a:lnTo>
                <a:lnTo>
                  <a:pt x="351" y="619"/>
                </a:lnTo>
                <a:lnTo>
                  <a:pt x="351" y="618"/>
                </a:lnTo>
                <a:lnTo>
                  <a:pt x="352" y="618"/>
                </a:lnTo>
                <a:lnTo>
                  <a:pt x="352" y="617"/>
                </a:lnTo>
                <a:lnTo>
                  <a:pt x="352" y="616"/>
                </a:lnTo>
                <a:lnTo>
                  <a:pt x="352" y="615"/>
                </a:lnTo>
                <a:lnTo>
                  <a:pt x="352" y="614"/>
                </a:lnTo>
                <a:lnTo>
                  <a:pt x="352" y="613"/>
                </a:lnTo>
                <a:lnTo>
                  <a:pt x="351" y="613"/>
                </a:lnTo>
                <a:lnTo>
                  <a:pt x="350" y="612"/>
                </a:lnTo>
                <a:lnTo>
                  <a:pt x="350" y="611"/>
                </a:lnTo>
                <a:lnTo>
                  <a:pt x="351" y="610"/>
                </a:lnTo>
                <a:lnTo>
                  <a:pt x="352" y="610"/>
                </a:lnTo>
                <a:lnTo>
                  <a:pt x="353" y="610"/>
                </a:lnTo>
                <a:lnTo>
                  <a:pt x="353" y="609"/>
                </a:lnTo>
                <a:lnTo>
                  <a:pt x="355" y="609"/>
                </a:lnTo>
                <a:lnTo>
                  <a:pt x="355" y="608"/>
                </a:lnTo>
                <a:lnTo>
                  <a:pt x="354" y="608"/>
                </a:lnTo>
                <a:lnTo>
                  <a:pt x="353" y="607"/>
                </a:lnTo>
                <a:lnTo>
                  <a:pt x="353" y="606"/>
                </a:lnTo>
                <a:lnTo>
                  <a:pt x="353" y="605"/>
                </a:lnTo>
                <a:lnTo>
                  <a:pt x="353" y="603"/>
                </a:lnTo>
                <a:lnTo>
                  <a:pt x="353" y="602"/>
                </a:lnTo>
                <a:lnTo>
                  <a:pt x="354" y="602"/>
                </a:lnTo>
                <a:lnTo>
                  <a:pt x="354" y="601"/>
                </a:lnTo>
                <a:lnTo>
                  <a:pt x="355" y="601"/>
                </a:lnTo>
                <a:lnTo>
                  <a:pt x="354" y="600"/>
                </a:lnTo>
                <a:lnTo>
                  <a:pt x="353" y="599"/>
                </a:lnTo>
                <a:lnTo>
                  <a:pt x="352" y="599"/>
                </a:lnTo>
                <a:lnTo>
                  <a:pt x="352" y="597"/>
                </a:lnTo>
                <a:lnTo>
                  <a:pt x="354" y="595"/>
                </a:lnTo>
                <a:lnTo>
                  <a:pt x="354" y="594"/>
                </a:lnTo>
                <a:lnTo>
                  <a:pt x="356" y="594"/>
                </a:lnTo>
                <a:lnTo>
                  <a:pt x="357" y="593"/>
                </a:lnTo>
                <a:lnTo>
                  <a:pt x="358" y="592"/>
                </a:lnTo>
                <a:lnTo>
                  <a:pt x="358" y="591"/>
                </a:lnTo>
                <a:lnTo>
                  <a:pt x="358" y="590"/>
                </a:lnTo>
                <a:lnTo>
                  <a:pt x="359" y="590"/>
                </a:lnTo>
                <a:lnTo>
                  <a:pt x="359" y="589"/>
                </a:lnTo>
                <a:lnTo>
                  <a:pt x="360" y="589"/>
                </a:lnTo>
                <a:lnTo>
                  <a:pt x="360" y="588"/>
                </a:lnTo>
                <a:lnTo>
                  <a:pt x="360" y="586"/>
                </a:lnTo>
                <a:lnTo>
                  <a:pt x="360" y="585"/>
                </a:lnTo>
                <a:lnTo>
                  <a:pt x="361" y="585"/>
                </a:lnTo>
                <a:lnTo>
                  <a:pt x="362" y="584"/>
                </a:lnTo>
                <a:lnTo>
                  <a:pt x="362" y="583"/>
                </a:lnTo>
                <a:lnTo>
                  <a:pt x="362" y="580"/>
                </a:lnTo>
                <a:lnTo>
                  <a:pt x="362" y="579"/>
                </a:lnTo>
                <a:lnTo>
                  <a:pt x="362" y="577"/>
                </a:lnTo>
                <a:lnTo>
                  <a:pt x="361" y="575"/>
                </a:lnTo>
                <a:lnTo>
                  <a:pt x="362" y="574"/>
                </a:lnTo>
                <a:lnTo>
                  <a:pt x="363" y="573"/>
                </a:lnTo>
                <a:lnTo>
                  <a:pt x="364" y="572"/>
                </a:lnTo>
                <a:lnTo>
                  <a:pt x="365" y="571"/>
                </a:lnTo>
                <a:lnTo>
                  <a:pt x="365" y="570"/>
                </a:lnTo>
                <a:lnTo>
                  <a:pt x="365" y="569"/>
                </a:lnTo>
                <a:lnTo>
                  <a:pt x="365" y="568"/>
                </a:lnTo>
                <a:lnTo>
                  <a:pt x="365" y="567"/>
                </a:lnTo>
                <a:lnTo>
                  <a:pt x="365" y="566"/>
                </a:lnTo>
                <a:lnTo>
                  <a:pt x="366" y="565"/>
                </a:lnTo>
                <a:lnTo>
                  <a:pt x="368" y="564"/>
                </a:lnTo>
                <a:lnTo>
                  <a:pt x="369" y="564"/>
                </a:lnTo>
                <a:lnTo>
                  <a:pt x="371" y="561"/>
                </a:lnTo>
                <a:lnTo>
                  <a:pt x="372" y="559"/>
                </a:lnTo>
                <a:lnTo>
                  <a:pt x="372" y="558"/>
                </a:lnTo>
                <a:lnTo>
                  <a:pt x="371" y="558"/>
                </a:lnTo>
                <a:lnTo>
                  <a:pt x="372" y="557"/>
                </a:lnTo>
                <a:lnTo>
                  <a:pt x="372" y="555"/>
                </a:lnTo>
                <a:lnTo>
                  <a:pt x="373" y="554"/>
                </a:lnTo>
                <a:lnTo>
                  <a:pt x="375" y="554"/>
                </a:lnTo>
                <a:lnTo>
                  <a:pt x="376" y="554"/>
                </a:lnTo>
                <a:lnTo>
                  <a:pt x="376" y="553"/>
                </a:lnTo>
                <a:lnTo>
                  <a:pt x="376" y="552"/>
                </a:lnTo>
                <a:lnTo>
                  <a:pt x="376" y="551"/>
                </a:lnTo>
                <a:lnTo>
                  <a:pt x="376" y="549"/>
                </a:lnTo>
                <a:lnTo>
                  <a:pt x="377" y="547"/>
                </a:lnTo>
                <a:lnTo>
                  <a:pt x="379" y="545"/>
                </a:lnTo>
                <a:lnTo>
                  <a:pt x="380" y="545"/>
                </a:lnTo>
                <a:lnTo>
                  <a:pt x="381" y="544"/>
                </a:lnTo>
                <a:lnTo>
                  <a:pt x="381" y="543"/>
                </a:lnTo>
                <a:lnTo>
                  <a:pt x="382" y="543"/>
                </a:lnTo>
                <a:lnTo>
                  <a:pt x="382" y="542"/>
                </a:lnTo>
                <a:lnTo>
                  <a:pt x="382" y="541"/>
                </a:lnTo>
                <a:lnTo>
                  <a:pt x="383" y="540"/>
                </a:lnTo>
                <a:lnTo>
                  <a:pt x="383" y="539"/>
                </a:lnTo>
                <a:lnTo>
                  <a:pt x="383" y="538"/>
                </a:lnTo>
                <a:lnTo>
                  <a:pt x="383" y="537"/>
                </a:lnTo>
                <a:lnTo>
                  <a:pt x="384" y="537"/>
                </a:lnTo>
                <a:lnTo>
                  <a:pt x="384" y="536"/>
                </a:lnTo>
                <a:lnTo>
                  <a:pt x="384" y="535"/>
                </a:lnTo>
                <a:lnTo>
                  <a:pt x="383" y="535"/>
                </a:lnTo>
                <a:lnTo>
                  <a:pt x="383" y="534"/>
                </a:lnTo>
                <a:lnTo>
                  <a:pt x="382" y="533"/>
                </a:lnTo>
                <a:lnTo>
                  <a:pt x="382" y="532"/>
                </a:lnTo>
                <a:lnTo>
                  <a:pt x="382" y="531"/>
                </a:lnTo>
                <a:lnTo>
                  <a:pt x="383" y="531"/>
                </a:lnTo>
                <a:lnTo>
                  <a:pt x="384" y="531"/>
                </a:lnTo>
                <a:lnTo>
                  <a:pt x="384" y="530"/>
                </a:lnTo>
                <a:lnTo>
                  <a:pt x="385" y="530"/>
                </a:lnTo>
                <a:lnTo>
                  <a:pt x="386" y="529"/>
                </a:lnTo>
                <a:lnTo>
                  <a:pt x="387" y="528"/>
                </a:lnTo>
                <a:lnTo>
                  <a:pt x="387" y="527"/>
                </a:lnTo>
                <a:lnTo>
                  <a:pt x="387" y="526"/>
                </a:lnTo>
                <a:lnTo>
                  <a:pt x="387" y="525"/>
                </a:lnTo>
                <a:lnTo>
                  <a:pt x="388" y="525"/>
                </a:lnTo>
                <a:lnTo>
                  <a:pt x="389" y="524"/>
                </a:lnTo>
                <a:lnTo>
                  <a:pt x="390" y="524"/>
                </a:lnTo>
                <a:lnTo>
                  <a:pt x="391" y="524"/>
                </a:lnTo>
                <a:lnTo>
                  <a:pt x="391" y="523"/>
                </a:lnTo>
                <a:lnTo>
                  <a:pt x="392" y="523"/>
                </a:lnTo>
                <a:lnTo>
                  <a:pt x="393" y="523"/>
                </a:lnTo>
                <a:lnTo>
                  <a:pt x="394" y="523"/>
                </a:lnTo>
                <a:lnTo>
                  <a:pt x="394" y="524"/>
                </a:lnTo>
                <a:lnTo>
                  <a:pt x="395" y="524"/>
                </a:lnTo>
                <a:lnTo>
                  <a:pt x="396" y="525"/>
                </a:lnTo>
                <a:lnTo>
                  <a:pt x="397" y="525"/>
                </a:lnTo>
                <a:lnTo>
                  <a:pt x="398" y="525"/>
                </a:lnTo>
                <a:lnTo>
                  <a:pt x="399" y="525"/>
                </a:lnTo>
                <a:lnTo>
                  <a:pt x="400" y="525"/>
                </a:lnTo>
                <a:lnTo>
                  <a:pt x="401" y="525"/>
                </a:lnTo>
                <a:lnTo>
                  <a:pt x="402" y="525"/>
                </a:lnTo>
                <a:lnTo>
                  <a:pt x="402" y="524"/>
                </a:lnTo>
                <a:lnTo>
                  <a:pt x="403" y="524"/>
                </a:lnTo>
                <a:lnTo>
                  <a:pt x="404" y="524"/>
                </a:lnTo>
                <a:lnTo>
                  <a:pt x="405" y="524"/>
                </a:lnTo>
                <a:lnTo>
                  <a:pt x="406" y="524"/>
                </a:lnTo>
                <a:lnTo>
                  <a:pt x="406" y="525"/>
                </a:lnTo>
                <a:lnTo>
                  <a:pt x="405" y="525"/>
                </a:lnTo>
                <a:lnTo>
                  <a:pt x="405" y="526"/>
                </a:lnTo>
                <a:lnTo>
                  <a:pt x="406" y="527"/>
                </a:lnTo>
                <a:lnTo>
                  <a:pt x="407" y="527"/>
                </a:lnTo>
                <a:lnTo>
                  <a:pt x="408" y="527"/>
                </a:lnTo>
                <a:lnTo>
                  <a:pt x="408" y="528"/>
                </a:lnTo>
                <a:lnTo>
                  <a:pt x="409" y="528"/>
                </a:lnTo>
                <a:lnTo>
                  <a:pt x="410" y="528"/>
                </a:lnTo>
                <a:lnTo>
                  <a:pt x="411" y="529"/>
                </a:lnTo>
                <a:lnTo>
                  <a:pt x="412" y="529"/>
                </a:lnTo>
                <a:lnTo>
                  <a:pt x="413" y="529"/>
                </a:lnTo>
                <a:lnTo>
                  <a:pt x="413" y="530"/>
                </a:lnTo>
                <a:lnTo>
                  <a:pt x="414" y="530"/>
                </a:lnTo>
                <a:lnTo>
                  <a:pt x="415" y="530"/>
                </a:lnTo>
                <a:lnTo>
                  <a:pt x="415" y="529"/>
                </a:lnTo>
                <a:lnTo>
                  <a:pt x="416" y="528"/>
                </a:lnTo>
                <a:lnTo>
                  <a:pt x="417" y="528"/>
                </a:lnTo>
                <a:lnTo>
                  <a:pt x="418" y="528"/>
                </a:lnTo>
                <a:lnTo>
                  <a:pt x="418" y="527"/>
                </a:lnTo>
                <a:lnTo>
                  <a:pt x="419" y="527"/>
                </a:lnTo>
                <a:lnTo>
                  <a:pt x="419" y="526"/>
                </a:lnTo>
                <a:lnTo>
                  <a:pt x="419" y="525"/>
                </a:lnTo>
                <a:lnTo>
                  <a:pt x="420" y="525"/>
                </a:lnTo>
                <a:lnTo>
                  <a:pt x="420" y="524"/>
                </a:lnTo>
                <a:lnTo>
                  <a:pt x="421" y="524"/>
                </a:lnTo>
                <a:lnTo>
                  <a:pt x="421" y="523"/>
                </a:lnTo>
                <a:lnTo>
                  <a:pt x="422" y="523"/>
                </a:lnTo>
                <a:lnTo>
                  <a:pt x="423" y="523"/>
                </a:lnTo>
                <a:lnTo>
                  <a:pt x="424" y="523"/>
                </a:lnTo>
                <a:lnTo>
                  <a:pt x="425" y="523"/>
                </a:lnTo>
                <a:lnTo>
                  <a:pt x="425" y="522"/>
                </a:lnTo>
                <a:lnTo>
                  <a:pt x="425" y="521"/>
                </a:lnTo>
                <a:lnTo>
                  <a:pt x="425" y="520"/>
                </a:lnTo>
                <a:lnTo>
                  <a:pt x="426" y="519"/>
                </a:lnTo>
                <a:lnTo>
                  <a:pt x="426" y="518"/>
                </a:lnTo>
                <a:lnTo>
                  <a:pt x="426" y="517"/>
                </a:lnTo>
                <a:lnTo>
                  <a:pt x="426" y="516"/>
                </a:lnTo>
                <a:lnTo>
                  <a:pt x="425" y="516"/>
                </a:lnTo>
                <a:lnTo>
                  <a:pt x="424" y="516"/>
                </a:lnTo>
                <a:lnTo>
                  <a:pt x="424" y="515"/>
                </a:lnTo>
                <a:lnTo>
                  <a:pt x="425" y="515"/>
                </a:lnTo>
                <a:lnTo>
                  <a:pt x="425" y="514"/>
                </a:lnTo>
                <a:lnTo>
                  <a:pt x="426" y="515"/>
                </a:lnTo>
                <a:lnTo>
                  <a:pt x="427" y="515"/>
                </a:lnTo>
                <a:lnTo>
                  <a:pt x="427" y="514"/>
                </a:lnTo>
                <a:lnTo>
                  <a:pt x="425" y="514"/>
                </a:lnTo>
                <a:lnTo>
                  <a:pt x="425" y="513"/>
                </a:lnTo>
                <a:lnTo>
                  <a:pt x="426" y="513"/>
                </a:lnTo>
                <a:lnTo>
                  <a:pt x="426" y="512"/>
                </a:lnTo>
                <a:lnTo>
                  <a:pt x="425" y="512"/>
                </a:lnTo>
                <a:lnTo>
                  <a:pt x="424" y="512"/>
                </a:lnTo>
                <a:lnTo>
                  <a:pt x="424" y="511"/>
                </a:lnTo>
                <a:lnTo>
                  <a:pt x="425" y="511"/>
                </a:lnTo>
                <a:lnTo>
                  <a:pt x="426" y="511"/>
                </a:lnTo>
                <a:lnTo>
                  <a:pt x="426" y="510"/>
                </a:lnTo>
                <a:lnTo>
                  <a:pt x="427" y="509"/>
                </a:lnTo>
                <a:lnTo>
                  <a:pt x="429" y="507"/>
                </a:lnTo>
                <a:lnTo>
                  <a:pt x="430" y="507"/>
                </a:lnTo>
                <a:lnTo>
                  <a:pt x="430" y="506"/>
                </a:lnTo>
                <a:lnTo>
                  <a:pt x="429" y="506"/>
                </a:lnTo>
                <a:lnTo>
                  <a:pt x="428" y="506"/>
                </a:lnTo>
                <a:lnTo>
                  <a:pt x="428" y="505"/>
                </a:lnTo>
                <a:lnTo>
                  <a:pt x="429" y="505"/>
                </a:lnTo>
                <a:lnTo>
                  <a:pt x="430" y="505"/>
                </a:lnTo>
                <a:lnTo>
                  <a:pt x="430" y="504"/>
                </a:lnTo>
                <a:lnTo>
                  <a:pt x="429" y="504"/>
                </a:lnTo>
                <a:lnTo>
                  <a:pt x="429" y="503"/>
                </a:lnTo>
                <a:lnTo>
                  <a:pt x="429" y="502"/>
                </a:lnTo>
                <a:lnTo>
                  <a:pt x="430" y="502"/>
                </a:lnTo>
                <a:lnTo>
                  <a:pt x="431" y="502"/>
                </a:lnTo>
                <a:lnTo>
                  <a:pt x="431" y="501"/>
                </a:lnTo>
                <a:lnTo>
                  <a:pt x="430" y="501"/>
                </a:lnTo>
                <a:lnTo>
                  <a:pt x="430" y="500"/>
                </a:lnTo>
                <a:lnTo>
                  <a:pt x="431" y="500"/>
                </a:lnTo>
                <a:lnTo>
                  <a:pt x="431" y="499"/>
                </a:lnTo>
                <a:lnTo>
                  <a:pt x="430" y="498"/>
                </a:lnTo>
                <a:lnTo>
                  <a:pt x="429" y="498"/>
                </a:lnTo>
                <a:lnTo>
                  <a:pt x="429" y="497"/>
                </a:lnTo>
                <a:lnTo>
                  <a:pt x="429" y="496"/>
                </a:lnTo>
                <a:lnTo>
                  <a:pt x="429" y="495"/>
                </a:lnTo>
                <a:lnTo>
                  <a:pt x="429" y="494"/>
                </a:lnTo>
                <a:lnTo>
                  <a:pt x="429" y="493"/>
                </a:lnTo>
                <a:lnTo>
                  <a:pt x="429" y="492"/>
                </a:lnTo>
                <a:lnTo>
                  <a:pt x="430" y="492"/>
                </a:lnTo>
                <a:lnTo>
                  <a:pt x="430" y="491"/>
                </a:lnTo>
                <a:lnTo>
                  <a:pt x="429" y="489"/>
                </a:lnTo>
                <a:lnTo>
                  <a:pt x="428" y="488"/>
                </a:lnTo>
                <a:lnTo>
                  <a:pt x="427" y="488"/>
                </a:lnTo>
                <a:lnTo>
                  <a:pt x="427" y="487"/>
                </a:lnTo>
                <a:lnTo>
                  <a:pt x="426" y="487"/>
                </a:lnTo>
                <a:lnTo>
                  <a:pt x="426" y="486"/>
                </a:lnTo>
                <a:lnTo>
                  <a:pt x="427" y="486"/>
                </a:lnTo>
                <a:lnTo>
                  <a:pt x="428" y="485"/>
                </a:lnTo>
                <a:lnTo>
                  <a:pt x="427" y="485"/>
                </a:lnTo>
                <a:lnTo>
                  <a:pt x="426" y="485"/>
                </a:lnTo>
                <a:lnTo>
                  <a:pt x="426" y="484"/>
                </a:lnTo>
                <a:lnTo>
                  <a:pt x="425" y="484"/>
                </a:lnTo>
                <a:lnTo>
                  <a:pt x="425" y="483"/>
                </a:lnTo>
                <a:lnTo>
                  <a:pt x="425" y="482"/>
                </a:lnTo>
                <a:lnTo>
                  <a:pt x="424" y="481"/>
                </a:lnTo>
                <a:lnTo>
                  <a:pt x="424" y="480"/>
                </a:lnTo>
                <a:lnTo>
                  <a:pt x="425" y="480"/>
                </a:lnTo>
                <a:lnTo>
                  <a:pt x="426" y="481"/>
                </a:lnTo>
                <a:lnTo>
                  <a:pt x="427" y="481"/>
                </a:lnTo>
                <a:lnTo>
                  <a:pt x="427" y="479"/>
                </a:lnTo>
                <a:lnTo>
                  <a:pt x="427" y="478"/>
                </a:lnTo>
                <a:lnTo>
                  <a:pt x="426" y="478"/>
                </a:lnTo>
                <a:lnTo>
                  <a:pt x="425" y="478"/>
                </a:lnTo>
                <a:lnTo>
                  <a:pt x="425" y="477"/>
                </a:lnTo>
                <a:lnTo>
                  <a:pt x="426" y="477"/>
                </a:lnTo>
                <a:lnTo>
                  <a:pt x="426" y="476"/>
                </a:lnTo>
                <a:lnTo>
                  <a:pt x="427" y="476"/>
                </a:lnTo>
                <a:lnTo>
                  <a:pt x="426" y="475"/>
                </a:lnTo>
                <a:lnTo>
                  <a:pt x="427" y="475"/>
                </a:lnTo>
                <a:lnTo>
                  <a:pt x="427" y="474"/>
                </a:lnTo>
                <a:lnTo>
                  <a:pt x="426" y="474"/>
                </a:lnTo>
                <a:lnTo>
                  <a:pt x="425" y="474"/>
                </a:lnTo>
                <a:lnTo>
                  <a:pt x="424" y="474"/>
                </a:lnTo>
                <a:lnTo>
                  <a:pt x="423" y="474"/>
                </a:lnTo>
                <a:lnTo>
                  <a:pt x="423" y="473"/>
                </a:lnTo>
                <a:lnTo>
                  <a:pt x="422" y="472"/>
                </a:lnTo>
                <a:lnTo>
                  <a:pt x="421" y="472"/>
                </a:lnTo>
                <a:lnTo>
                  <a:pt x="421" y="471"/>
                </a:lnTo>
                <a:lnTo>
                  <a:pt x="420" y="471"/>
                </a:lnTo>
                <a:lnTo>
                  <a:pt x="420" y="470"/>
                </a:lnTo>
                <a:lnTo>
                  <a:pt x="419" y="470"/>
                </a:lnTo>
                <a:lnTo>
                  <a:pt x="419" y="471"/>
                </a:lnTo>
                <a:lnTo>
                  <a:pt x="418" y="471"/>
                </a:lnTo>
                <a:lnTo>
                  <a:pt x="417" y="471"/>
                </a:lnTo>
                <a:lnTo>
                  <a:pt x="417" y="470"/>
                </a:lnTo>
                <a:lnTo>
                  <a:pt x="416" y="469"/>
                </a:lnTo>
                <a:lnTo>
                  <a:pt x="416" y="468"/>
                </a:lnTo>
                <a:lnTo>
                  <a:pt x="415" y="467"/>
                </a:lnTo>
                <a:lnTo>
                  <a:pt x="415" y="465"/>
                </a:lnTo>
                <a:lnTo>
                  <a:pt x="416" y="465"/>
                </a:lnTo>
                <a:lnTo>
                  <a:pt x="416" y="464"/>
                </a:lnTo>
                <a:lnTo>
                  <a:pt x="417" y="464"/>
                </a:lnTo>
                <a:lnTo>
                  <a:pt x="418" y="465"/>
                </a:lnTo>
                <a:lnTo>
                  <a:pt x="419" y="465"/>
                </a:lnTo>
                <a:lnTo>
                  <a:pt x="420" y="465"/>
                </a:lnTo>
                <a:lnTo>
                  <a:pt x="421" y="466"/>
                </a:lnTo>
                <a:lnTo>
                  <a:pt x="422" y="467"/>
                </a:lnTo>
                <a:lnTo>
                  <a:pt x="422" y="468"/>
                </a:lnTo>
                <a:lnTo>
                  <a:pt x="421" y="468"/>
                </a:lnTo>
                <a:lnTo>
                  <a:pt x="421" y="469"/>
                </a:lnTo>
                <a:lnTo>
                  <a:pt x="422" y="469"/>
                </a:lnTo>
                <a:lnTo>
                  <a:pt x="422" y="470"/>
                </a:lnTo>
                <a:lnTo>
                  <a:pt x="423" y="469"/>
                </a:lnTo>
                <a:lnTo>
                  <a:pt x="423" y="468"/>
                </a:lnTo>
                <a:lnTo>
                  <a:pt x="423" y="467"/>
                </a:lnTo>
                <a:lnTo>
                  <a:pt x="424" y="467"/>
                </a:lnTo>
                <a:lnTo>
                  <a:pt x="424" y="466"/>
                </a:lnTo>
                <a:lnTo>
                  <a:pt x="425" y="465"/>
                </a:lnTo>
                <a:lnTo>
                  <a:pt x="425" y="464"/>
                </a:lnTo>
                <a:lnTo>
                  <a:pt x="425" y="463"/>
                </a:lnTo>
                <a:lnTo>
                  <a:pt x="425" y="461"/>
                </a:lnTo>
                <a:lnTo>
                  <a:pt x="425" y="460"/>
                </a:lnTo>
                <a:lnTo>
                  <a:pt x="425" y="459"/>
                </a:lnTo>
                <a:lnTo>
                  <a:pt x="426" y="458"/>
                </a:lnTo>
                <a:lnTo>
                  <a:pt x="425" y="458"/>
                </a:lnTo>
                <a:lnTo>
                  <a:pt x="424" y="458"/>
                </a:lnTo>
                <a:lnTo>
                  <a:pt x="424" y="457"/>
                </a:lnTo>
                <a:lnTo>
                  <a:pt x="423" y="457"/>
                </a:lnTo>
                <a:lnTo>
                  <a:pt x="424" y="456"/>
                </a:lnTo>
                <a:lnTo>
                  <a:pt x="424" y="455"/>
                </a:lnTo>
                <a:lnTo>
                  <a:pt x="425" y="455"/>
                </a:lnTo>
                <a:lnTo>
                  <a:pt x="425" y="454"/>
                </a:lnTo>
                <a:lnTo>
                  <a:pt x="426" y="453"/>
                </a:lnTo>
                <a:lnTo>
                  <a:pt x="426" y="452"/>
                </a:lnTo>
                <a:lnTo>
                  <a:pt x="425" y="451"/>
                </a:lnTo>
                <a:lnTo>
                  <a:pt x="426" y="451"/>
                </a:lnTo>
                <a:lnTo>
                  <a:pt x="426" y="450"/>
                </a:lnTo>
                <a:lnTo>
                  <a:pt x="425" y="449"/>
                </a:lnTo>
                <a:lnTo>
                  <a:pt x="424" y="449"/>
                </a:lnTo>
                <a:lnTo>
                  <a:pt x="424" y="448"/>
                </a:lnTo>
                <a:lnTo>
                  <a:pt x="423" y="448"/>
                </a:lnTo>
                <a:lnTo>
                  <a:pt x="422" y="448"/>
                </a:lnTo>
                <a:lnTo>
                  <a:pt x="422" y="447"/>
                </a:lnTo>
                <a:lnTo>
                  <a:pt x="421" y="447"/>
                </a:lnTo>
                <a:lnTo>
                  <a:pt x="421" y="446"/>
                </a:lnTo>
                <a:lnTo>
                  <a:pt x="423" y="445"/>
                </a:lnTo>
                <a:lnTo>
                  <a:pt x="424" y="445"/>
                </a:lnTo>
                <a:lnTo>
                  <a:pt x="425" y="445"/>
                </a:lnTo>
                <a:lnTo>
                  <a:pt x="426" y="445"/>
                </a:lnTo>
                <a:lnTo>
                  <a:pt x="427" y="445"/>
                </a:lnTo>
                <a:lnTo>
                  <a:pt x="427" y="444"/>
                </a:lnTo>
                <a:lnTo>
                  <a:pt x="427" y="443"/>
                </a:lnTo>
                <a:lnTo>
                  <a:pt x="426" y="443"/>
                </a:lnTo>
                <a:lnTo>
                  <a:pt x="426" y="442"/>
                </a:lnTo>
                <a:lnTo>
                  <a:pt x="425" y="442"/>
                </a:lnTo>
                <a:lnTo>
                  <a:pt x="426" y="441"/>
                </a:lnTo>
                <a:lnTo>
                  <a:pt x="427" y="441"/>
                </a:lnTo>
                <a:lnTo>
                  <a:pt x="428" y="441"/>
                </a:lnTo>
                <a:lnTo>
                  <a:pt x="428" y="440"/>
                </a:lnTo>
                <a:lnTo>
                  <a:pt x="427" y="439"/>
                </a:lnTo>
                <a:lnTo>
                  <a:pt x="426" y="438"/>
                </a:lnTo>
                <a:lnTo>
                  <a:pt x="425" y="437"/>
                </a:lnTo>
                <a:lnTo>
                  <a:pt x="424" y="437"/>
                </a:lnTo>
                <a:lnTo>
                  <a:pt x="424" y="436"/>
                </a:lnTo>
                <a:lnTo>
                  <a:pt x="425" y="435"/>
                </a:lnTo>
                <a:lnTo>
                  <a:pt x="426" y="435"/>
                </a:lnTo>
                <a:lnTo>
                  <a:pt x="426" y="434"/>
                </a:lnTo>
                <a:lnTo>
                  <a:pt x="425" y="434"/>
                </a:lnTo>
                <a:lnTo>
                  <a:pt x="424" y="434"/>
                </a:lnTo>
                <a:lnTo>
                  <a:pt x="423" y="433"/>
                </a:lnTo>
                <a:lnTo>
                  <a:pt x="423" y="432"/>
                </a:lnTo>
                <a:lnTo>
                  <a:pt x="422" y="432"/>
                </a:lnTo>
                <a:lnTo>
                  <a:pt x="421" y="431"/>
                </a:lnTo>
                <a:lnTo>
                  <a:pt x="421" y="430"/>
                </a:lnTo>
                <a:lnTo>
                  <a:pt x="422" y="430"/>
                </a:lnTo>
                <a:lnTo>
                  <a:pt x="423" y="430"/>
                </a:lnTo>
                <a:lnTo>
                  <a:pt x="424" y="430"/>
                </a:lnTo>
                <a:lnTo>
                  <a:pt x="425" y="430"/>
                </a:lnTo>
                <a:lnTo>
                  <a:pt x="426" y="430"/>
                </a:lnTo>
                <a:lnTo>
                  <a:pt x="427" y="430"/>
                </a:lnTo>
                <a:lnTo>
                  <a:pt x="427" y="429"/>
                </a:lnTo>
                <a:lnTo>
                  <a:pt x="428" y="429"/>
                </a:lnTo>
                <a:lnTo>
                  <a:pt x="428" y="428"/>
                </a:lnTo>
                <a:lnTo>
                  <a:pt x="427" y="428"/>
                </a:lnTo>
                <a:lnTo>
                  <a:pt x="427" y="427"/>
                </a:lnTo>
                <a:lnTo>
                  <a:pt x="428" y="426"/>
                </a:lnTo>
                <a:lnTo>
                  <a:pt x="429" y="426"/>
                </a:lnTo>
                <a:lnTo>
                  <a:pt x="430" y="426"/>
                </a:lnTo>
                <a:lnTo>
                  <a:pt x="431" y="426"/>
                </a:lnTo>
                <a:lnTo>
                  <a:pt x="432" y="426"/>
                </a:lnTo>
                <a:lnTo>
                  <a:pt x="432" y="425"/>
                </a:lnTo>
                <a:lnTo>
                  <a:pt x="433" y="425"/>
                </a:lnTo>
                <a:lnTo>
                  <a:pt x="433" y="424"/>
                </a:lnTo>
                <a:lnTo>
                  <a:pt x="433" y="423"/>
                </a:lnTo>
                <a:lnTo>
                  <a:pt x="433" y="422"/>
                </a:lnTo>
                <a:lnTo>
                  <a:pt x="432" y="422"/>
                </a:lnTo>
                <a:lnTo>
                  <a:pt x="432" y="421"/>
                </a:lnTo>
                <a:lnTo>
                  <a:pt x="431" y="421"/>
                </a:lnTo>
                <a:lnTo>
                  <a:pt x="430" y="421"/>
                </a:lnTo>
                <a:lnTo>
                  <a:pt x="429" y="421"/>
                </a:lnTo>
                <a:lnTo>
                  <a:pt x="429" y="420"/>
                </a:lnTo>
                <a:lnTo>
                  <a:pt x="428" y="420"/>
                </a:lnTo>
                <a:lnTo>
                  <a:pt x="430" y="420"/>
                </a:lnTo>
                <a:lnTo>
                  <a:pt x="430" y="419"/>
                </a:lnTo>
                <a:lnTo>
                  <a:pt x="431" y="419"/>
                </a:lnTo>
                <a:lnTo>
                  <a:pt x="432" y="418"/>
                </a:lnTo>
                <a:lnTo>
                  <a:pt x="432" y="419"/>
                </a:lnTo>
                <a:lnTo>
                  <a:pt x="433" y="419"/>
                </a:lnTo>
                <a:lnTo>
                  <a:pt x="433" y="420"/>
                </a:lnTo>
                <a:lnTo>
                  <a:pt x="434" y="420"/>
                </a:lnTo>
                <a:lnTo>
                  <a:pt x="435" y="420"/>
                </a:lnTo>
                <a:lnTo>
                  <a:pt x="436" y="420"/>
                </a:lnTo>
                <a:lnTo>
                  <a:pt x="436" y="419"/>
                </a:lnTo>
                <a:lnTo>
                  <a:pt x="437" y="419"/>
                </a:lnTo>
                <a:lnTo>
                  <a:pt x="438" y="418"/>
                </a:lnTo>
                <a:lnTo>
                  <a:pt x="437" y="418"/>
                </a:lnTo>
                <a:lnTo>
                  <a:pt x="436" y="418"/>
                </a:lnTo>
                <a:lnTo>
                  <a:pt x="436" y="417"/>
                </a:lnTo>
                <a:lnTo>
                  <a:pt x="434" y="417"/>
                </a:lnTo>
                <a:lnTo>
                  <a:pt x="433" y="417"/>
                </a:lnTo>
                <a:lnTo>
                  <a:pt x="432" y="417"/>
                </a:lnTo>
                <a:lnTo>
                  <a:pt x="431" y="417"/>
                </a:lnTo>
                <a:lnTo>
                  <a:pt x="431" y="416"/>
                </a:lnTo>
                <a:lnTo>
                  <a:pt x="430" y="416"/>
                </a:lnTo>
                <a:lnTo>
                  <a:pt x="431" y="415"/>
                </a:lnTo>
                <a:lnTo>
                  <a:pt x="432" y="415"/>
                </a:lnTo>
                <a:lnTo>
                  <a:pt x="432" y="414"/>
                </a:lnTo>
                <a:lnTo>
                  <a:pt x="431" y="414"/>
                </a:lnTo>
                <a:lnTo>
                  <a:pt x="430" y="414"/>
                </a:lnTo>
                <a:lnTo>
                  <a:pt x="429" y="414"/>
                </a:lnTo>
                <a:lnTo>
                  <a:pt x="429" y="413"/>
                </a:lnTo>
                <a:lnTo>
                  <a:pt x="430" y="413"/>
                </a:lnTo>
                <a:lnTo>
                  <a:pt x="431" y="413"/>
                </a:lnTo>
                <a:lnTo>
                  <a:pt x="431" y="412"/>
                </a:lnTo>
                <a:lnTo>
                  <a:pt x="432" y="412"/>
                </a:lnTo>
                <a:lnTo>
                  <a:pt x="431" y="411"/>
                </a:lnTo>
                <a:lnTo>
                  <a:pt x="431" y="410"/>
                </a:lnTo>
                <a:lnTo>
                  <a:pt x="432" y="410"/>
                </a:lnTo>
                <a:lnTo>
                  <a:pt x="433" y="410"/>
                </a:lnTo>
                <a:lnTo>
                  <a:pt x="433" y="409"/>
                </a:lnTo>
                <a:lnTo>
                  <a:pt x="434" y="409"/>
                </a:lnTo>
                <a:lnTo>
                  <a:pt x="435" y="409"/>
                </a:lnTo>
                <a:lnTo>
                  <a:pt x="435" y="410"/>
                </a:lnTo>
                <a:lnTo>
                  <a:pt x="435" y="411"/>
                </a:lnTo>
                <a:lnTo>
                  <a:pt x="436" y="411"/>
                </a:lnTo>
                <a:lnTo>
                  <a:pt x="437" y="411"/>
                </a:lnTo>
                <a:lnTo>
                  <a:pt x="437" y="410"/>
                </a:lnTo>
                <a:lnTo>
                  <a:pt x="436" y="410"/>
                </a:lnTo>
                <a:lnTo>
                  <a:pt x="436" y="409"/>
                </a:lnTo>
                <a:lnTo>
                  <a:pt x="437" y="409"/>
                </a:lnTo>
                <a:lnTo>
                  <a:pt x="438" y="409"/>
                </a:lnTo>
                <a:lnTo>
                  <a:pt x="439" y="409"/>
                </a:lnTo>
                <a:lnTo>
                  <a:pt x="440" y="409"/>
                </a:lnTo>
                <a:lnTo>
                  <a:pt x="442" y="409"/>
                </a:lnTo>
                <a:lnTo>
                  <a:pt x="442" y="408"/>
                </a:lnTo>
                <a:lnTo>
                  <a:pt x="441" y="408"/>
                </a:lnTo>
                <a:lnTo>
                  <a:pt x="440" y="408"/>
                </a:lnTo>
                <a:lnTo>
                  <a:pt x="439" y="407"/>
                </a:lnTo>
                <a:lnTo>
                  <a:pt x="438" y="406"/>
                </a:lnTo>
                <a:lnTo>
                  <a:pt x="437" y="406"/>
                </a:lnTo>
                <a:lnTo>
                  <a:pt x="438" y="406"/>
                </a:lnTo>
                <a:lnTo>
                  <a:pt x="439" y="406"/>
                </a:lnTo>
                <a:lnTo>
                  <a:pt x="440" y="406"/>
                </a:lnTo>
                <a:lnTo>
                  <a:pt x="440" y="405"/>
                </a:lnTo>
                <a:lnTo>
                  <a:pt x="441" y="405"/>
                </a:lnTo>
                <a:lnTo>
                  <a:pt x="442" y="405"/>
                </a:lnTo>
                <a:lnTo>
                  <a:pt x="443" y="405"/>
                </a:lnTo>
                <a:lnTo>
                  <a:pt x="443" y="404"/>
                </a:lnTo>
                <a:lnTo>
                  <a:pt x="442" y="404"/>
                </a:lnTo>
                <a:lnTo>
                  <a:pt x="442" y="403"/>
                </a:lnTo>
                <a:lnTo>
                  <a:pt x="442" y="402"/>
                </a:lnTo>
                <a:lnTo>
                  <a:pt x="443" y="402"/>
                </a:lnTo>
                <a:lnTo>
                  <a:pt x="444" y="402"/>
                </a:lnTo>
                <a:lnTo>
                  <a:pt x="445" y="402"/>
                </a:lnTo>
                <a:lnTo>
                  <a:pt x="446" y="402"/>
                </a:lnTo>
                <a:lnTo>
                  <a:pt x="447" y="402"/>
                </a:lnTo>
                <a:lnTo>
                  <a:pt x="447" y="401"/>
                </a:lnTo>
                <a:lnTo>
                  <a:pt x="448" y="401"/>
                </a:lnTo>
                <a:lnTo>
                  <a:pt x="449" y="401"/>
                </a:lnTo>
                <a:lnTo>
                  <a:pt x="449" y="400"/>
                </a:lnTo>
                <a:lnTo>
                  <a:pt x="449" y="399"/>
                </a:lnTo>
                <a:lnTo>
                  <a:pt x="448" y="399"/>
                </a:lnTo>
                <a:lnTo>
                  <a:pt x="448" y="398"/>
                </a:lnTo>
                <a:lnTo>
                  <a:pt x="449" y="398"/>
                </a:lnTo>
                <a:lnTo>
                  <a:pt x="450" y="398"/>
                </a:lnTo>
                <a:lnTo>
                  <a:pt x="451" y="398"/>
                </a:lnTo>
                <a:lnTo>
                  <a:pt x="450" y="397"/>
                </a:lnTo>
                <a:lnTo>
                  <a:pt x="449" y="397"/>
                </a:lnTo>
                <a:lnTo>
                  <a:pt x="449" y="396"/>
                </a:lnTo>
                <a:lnTo>
                  <a:pt x="449" y="395"/>
                </a:lnTo>
                <a:lnTo>
                  <a:pt x="448" y="395"/>
                </a:lnTo>
                <a:lnTo>
                  <a:pt x="448" y="394"/>
                </a:lnTo>
                <a:lnTo>
                  <a:pt x="449" y="394"/>
                </a:lnTo>
                <a:lnTo>
                  <a:pt x="449" y="393"/>
                </a:lnTo>
                <a:lnTo>
                  <a:pt x="450" y="393"/>
                </a:lnTo>
                <a:lnTo>
                  <a:pt x="450" y="394"/>
                </a:lnTo>
                <a:lnTo>
                  <a:pt x="451" y="394"/>
                </a:lnTo>
                <a:lnTo>
                  <a:pt x="451" y="393"/>
                </a:lnTo>
                <a:lnTo>
                  <a:pt x="451" y="392"/>
                </a:lnTo>
                <a:lnTo>
                  <a:pt x="451" y="390"/>
                </a:lnTo>
                <a:lnTo>
                  <a:pt x="452" y="390"/>
                </a:lnTo>
                <a:lnTo>
                  <a:pt x="453" y="389"/>
                </a:lnTo>
                <a:lnTo>
                  <a:pt x="453" y="388"/>
                </a:lnTo>
                <a:lnTo>
                  <a:pt x="454" y="388"/>
                </a:lnTo>
                <a:lnTo>
                  <a:pt x="455" y="388"/>
                </a:lnTo>
                <a:lnTo>
                  <a:pt x="456" y="388"/>
                </a:lnTo>
                <a:lnTo>
                  <a:pt x="457" y="388"/>
                </a:lnTo>
                <a:lnTo>
                  <a:pt x="456" y="388"/>
                </a:lnTo>
                <a:lnTo>
                  <a:pt x="456" y="387"/>
                </a:lnTo>
                <a:lnTo>
                  <a:pt x="455" y="387"/>
                </a:lnTo>
                <a:lnTo>
                  <a:pt x="456" y="387"/>
                </a:lnTo>
                <a:lnTo>
                  <a:pt x="457" y="387"/>
                </a:lnTo>
                <a:lnTo>
                  <a:pt x="458" y="386"/>
                </a:lnTo>
                <a:lnTo>
                  <a:pt x="457" y="386"/>
                </a:lnTo>
                <a:lnTo>
                  <a:pt x="456" y="385"/>
                </a:lnTo>
                <a:lnTo>
                  <a:pt x="456" y="384"/>
                </a:lnTo>
                <a:lnTo>
                  <a:pt x="457" y="384"/>
                </a:lnTo>
                <a:lnTo>
                  <a:pt x="457" y="383"/>
                </a:lnTo>
                <a:lnTo>
                  <a:pt x="458" y="383"/>
                </a:lnTo>
                <a:lnTo>
                  <a:pt x="459" y="383"/>
                </a:lnTo>
                <a:lnTo>
                  <a:pt x="459" y="382"/>
                </a:lnTo>
                <a:lnTo>
                  <a:pt x="458" y="382"/>
                </a:lnTo>
                <a:lnTo>
                  <a:pt x="457" y="382"/>
                </a:lnTo>
                <a:lnTo>
                  <a:pt x="457" y="381"/>
                </a:lnTo>
                <a:lnTo>
                  <a:pt x="458" y="380"/>
                </a:lnTo>
                <a:lnTo>
                  <a:pt x="459" y="380"/>
                </a:lnTo>
                <a:lnTo>
                  <a:pt x="458" y="379"/>
                </a:lnTo>
                <a:lnTo>
                  <a:pt x="458" y="378"/>
                </a:lnTo>
                <a:lnTo>
                  <a:pt x="457" y="378"/>
                </a:lnTo>
                <a:lnTo>
                  <a:pt x="457" y="377"/>
                </a:lnTo>
                <a:lnTo>
                  <a:pt x="456" y="377"/>
                </a:lnTo>
                <a:lnTo>
                  <a:pt x="456" y="376"/>
                </a:lnTo>
                <a:lnTo>
                  <a:pt x="457" y="376"/>
                </a:lnTo>
                <a:lnTo>
                  <a:pt x="457" y="375"/>
                </a:lnTo>
                <a:lnTo>
                  <a:pt x="458" y="375"/>
                </a:lnTo>
                <a:lnTo>
                  <a:pt x="459" y="375"/>
                </a:lnTo>
                <a:lnTo>
                  <a:pt x="459" y="376"/>
                </a:lnTo>
                <a:lnTo>
                  <a:pt x="461" y="377"/>
                </a:lnTo>
                <a:lnTo>
                  <a:pt x="462" y="377"/>
                </a:lnTo>
                <a:lnTo>
                  <a:pt x="463" y="377"/>
                </a:lnTo>
                <a:lnTo>
                  <a:pt x="463" y="376"/>
                </a:lnTo>
                <a:lnTo>
                  <a:pt x="462" y="376"/>
                </a:lnTo>
                <a:lnTo>
                  <a:pt x="462" y="375"/>
                </a:lnTo>
                <a:lnTo>
                  <a:pt x="461" y="374"/>
                </a:lnTo>
                <a:lnTo>
                  <a:pt x="461" y="373"/>
                </a:lnTo>
                <a:lnTo>
                  <a:pt x="462" y="373"/>
                </a:lnTo>
                <a:lnTo>
                  <a:pt x="462" y="372"/>
                </a:lnTo>
                <a:lnTo>
                  <a:pt x="462" y="373"/>
                </a:lnTo>
                <a:lnTo>
                  <a:pt x="463" y="373"/>
                </a:lnTo>
                <a:lnTo>
                  <a:pt x="464" y="373"/>
                </a:lnTo>
                <a:lnTo>
                  <a:pt x="464" y="372"/>
                </a:lnTo>
                <a:lnTo>
                  <a:pt x="463" y="372"/>
                </a:lnTo>
                <a:lnTo>
                  <a:pt x="463" y="373"/>
                </a:lnTo>
                <a:lnTo>
                  <a:pt x="463" y="372"/>
                </a:lnTo>
                <a:lnTo>
                  <a:pt x="464" y="372"/>
                </a:lnTo>
                <a:lnTo>
                  <a:pt x="464" y="371"/>
                </a:lnTo>
                <a:lnTo>
                  <a:pt x="467" y="372"/>
                </a:lnTo>
                <a:lnTo>
                  <a:pt x="468" y="372"/>
                </a:lnTo>
                <a:lnTo>
                  <a:pt x="469" y="372"/>
                </a:lnTo>
                <a:lnTo>
                  <a:pt x="470" y="372"/>
                </a:lnTo>
                <a:lnTo>
                  <a:pt x="470" y="371"/>
                </a:lnTo>
                <a:lnTo>
                  <a:pt x="470" y="370"/>
                </a:lnTo>
                <a:lnTo>
                  <a:pt x="471" y="369"/>
                </a:lnTo>
                <a:lnTo>
                  <a:pt x="472" y="368"/>
                </a:lnTo>
                <a:lnTo>
                  <a:pt x="473" y="368"/>
                </a:lnTo>
                <a:lnTo>
                  <a:pt x="474" y="368"/>
                </a:lnTo>
                <a:lnTo>
                  <a:pt x="475" y="368"/>
                </a:lnTo>
                <a:lnTo>
                  <a:pt x="476" y="368"/>
                </a:lnTo>
                <a:lnTo>
                  <a:pt x="476" y="367"/>
                </a:lnTo>
                <a:lnTo>
                  <a:pt x="475" y="367"/>
                </a:lnTo>
                <a:lnTo>
                  <a:pt x="474" y="367"/>
                </a:lnTo>
                <a:lnTo>
                  <a:pt x="474" y="366"/>
                </a:lnTo>
                <a:lnTo>
                  <a:pt x="475" y="366"/>
                </a:lnTo>
                <a:lnTo>
                  <a:pt x="476" y="366"/>
                </a:lnTo>
                <a:lnTo>
                  <a:pt x="477" y="365"/>
                </a:lnTo>
                <a:lnTo>
                  <a:pt x="478" y="364"/>
                </a:lnTo>
                <a:lnTo>
                  <a:pt x="479" y="363"/>
                </a:lnTo>
                <a:lnTo>
                  <a:pt x="480" y="363"/>
                </a:lnTo>
                <a:lnTo>
                  <a:pt x="481" y="363"/>
                </a:lnTo>
                <a:lnTo>
                  <a:pt x="481" y="364"/>
                </a:lnTo>
                <a:lnTo>
                  <a:pt x="480" y="364"/>
                </a:lnTo>
                <a:lnTo>
                  <a:pt x="480" y="365"/>
                </a:lnTo>
                <a:lnTo>
                  <a:pt x="481" y="365"/>
                </a:lnTo>
                <a:lnTo>
                  <a:pt x="482" y="365"/>
                </a:lnTo>
                <a:lnTo>
                  <a:pt x="482" y="364"/>
                </a:lnTo>
                <a:lnTo>
                  <a:pt x="483" y="363"/>
                </a:lnTo>
                <a:lnTo>
                  <a:pt x="483" y="362"/>
                </a:lnTo>
                <a:lnTo>
                  <a:pt x="485" y="362"/>
                </a:lnTo>
                <a:lnTo>
                  <a:pt x="486" y="362"/>
                </a:lnTo>
                <a:lnTo>
                  <a:pt x="486" y="361"/>
                </a:lnTo>
                <a:lnTo>
                  <a:pt x="487" y="360"/>
                </a:lnTo>
                <a:lnTo>
                  <a:pt x="488" y="360"/>
                </a:lnTo>
                <a:lnTo>
                  <a:pt x="489" y="360"/>
                </a:lnTo>
                <a:lnTo>
                  <a:pt x="489" y="359"/>
                </a:lnTo>
                <a:lnTo>
                  <a:pt x="488" y="359"/>
                </a:lnTo>
                <a:lnTo>
                  <a:pt x="489" y="359"/>
                </a:lnTo>
                <a:lnTo>
                  <a:pt x="489" y="358"/>
                </a:lnTo>
                <a:lnTo>
                  <a:pt x="489" y="357"/>
                </a:lnTo>
                <a:lnTo>
                  <a:pt x="489" y="356"/>
                </a:lnTo>
                <a:lnTo>
                  <a:pt x="488" y="356"/>
                </a:lnTo>
                <a:lnTo>
                  <a:pt x="488" y="355"/>
                </a:lnTo>
                <a:lnTo>
                  <a:pt x="488" y="354"/>
                </a:lnTo>
                <a:lnTo>
                  <a:pt x="487" y="354"/>
                </a:lnTo>
                <a:lnTo>
                  <a:pt x="487" y="353"/>
                </a:lnTo>
                <a:lnTo>
                  <a:pt x="487" y="352"/>
                </a:lnTo>
                <a:lnTo>
                  <a:pt x="488" y="351"/>
                </a:lnTo>
                <a:lnTo>
                  <a:pt x="487" y="351"/>
                </a:lnTo>
                <a:lnTo>
                  <a:pt x="487" y="350"/>
                </a:lnTo>
                <a:lnTo>
                  <a:pt x="486" y="350"/>
                </a:lnTo>
                <a:lnTo>
                  <a:pt x="486" y="349"/>
                </a:lnTo>
                <a:lnTo>
                  <a:pt x="485" y="349"/>
                </a:lnTo>
                <a:lnTo>
                  <a:pt x="485" y="348"/>
                </a:lnTo>
                <a:lnTo>
                  <a:pt x="486" y="348"/>
                </a:lnTo>
                <a:lnTo>
                  <a:pt x="486" y="347"/>
                </a:lnTo>
                <a:lnTo>
                  <a:pt x="486" y="346"/>
                </a:lnTo>
                <a:lnTo>
                  <a:pt x="485" y="345"/>
                </a:lnTo>
                <a:lnTo>
                  <a:pt x="485" y="344"/>
                </a:lnTo>
                <a:lnTo>
                  <a:pt x="486" y="344"/>
                </a:lnTo>
                <a:lnTo>
                  <a:pt x="487" y="344"/>
                </a:lnTo>
                <a:lnTo>
                  <a:pt x="488" y="343"/>
                </a:lnTo>
                <a:lnTo>
                  <a:pt x="488" y="342"/>
                </a:lnTo>
                <a:lnTo>
                  <a:pt x="489" y="342"/>
                </a:lnTo>
                <a:lnTo>
                  <a:pt x="489" y="341"/>
                </a:lnTo>
                <a:lnTo>
                  <a:pt x="488" y="341"/>
                </a:lnTo>
                <a:lnTo>
                  <a:pt x="488" y="340"/>
                </a:lnTo>
                <a:lnTo>
                  <a:pt x="487" y="340"/>
                </a:lnTo>
                <a:lnTo>
                  <a:pt x="486" y="340"/>
                </a:lnTo>
                <a:lnTo>
                  <a:pt x="485" y="340"/>
                </a:lnTo>
                <a:lnTo>
                  <a:pt x="484" y="339"/>
                </a:lnTo>
                <a:lnTo>
                  <a:pt x="484" y="338"/>
                </a:lnTo>
                <a:lnTo>
                  <a:pt x="485" y="338"/>
                </a:lnTo>
                <a:lnTo>
                  <a:pt x="486" y="338"/>
                </a:lnTo>
                <a:lnTo>
                  <a:pt x="486" y="337"/>
                </a:lnTo>
                <a:lnTo>
                  <a:pt x="485" y="337"/>
                </a:lnTo>
                <a:lnTo>
                  <a:pt x="485" y="336"/>
                </a:lnTo>
                <a:lnTo>
                  <a:pt x="484" y="336"/>
                </a:lnTo>
                <a:lnTo>
                  <a:pt x="483" y="336"/>
                </a:lnTo>
                <a:lnTo>
                  <a:pt x="482" y="336"/>
                </a:lnTo>
                <a:lnTo>
                  <a:pt x="482" y="335"/>
                </a:lnTo>
                <a:lnTo>
                  <a:pt x="483" y="335"/>
                </a:lnTo>
                <a:lnTo>
                  <a:pt x="484" y="334"/>
                </a:lnTo>
                <a:lnTo>
                  <a:pt x="485" y="333"/>
                </a:lnTo>
                <a:lnTo>
                  <a:pt x="486" y="333"/>
                </a:lnTo>
                <a:lnTo>
                  <a:pt x="487" y="333"/>
                </a:lnTo>
                <a:lnTo>
                  <a:pt x="487" y="334"/>
                </a:lnTo>
                <a:lnTo>
                  <a:pt x="488" y="334"/>
                </a:lnTo>
                <a:lnTo>
                  <a:pt x="489" y="334"/>
                </a:lnTo>
                <a:lnTo>
                  <a:pt x="489" y="335"/>
                </a:lnTo>
                <a:lnTo>
                  <a:pt x="490" y="335"/>
                </a:lnTo>
                <a:lnTo>
                  <a:pt x="491" y="334"/>
                </a:lnTo>
                <a:lnTo>
                  <a:pt x="491" y="333"/>
                </a:lnTo>
                <a:lnTo>
                  <a:pt x="490" y="333"/>
                </a:lnTo>
                <a:lnTo>
                  <a:pt x="490" y="332"/>
                </a:lnTo>
                <a:lnTo>
                  <a:pt x="489" y="332"/>
                </a:lnTo>
                <a:lnTo>
                  <a:pt x="490" y="331"/>
                </a:lnTo>
                <a:lnTo>
                  <a:pt x="490" y="330"/>
                </a:lnTo>
                <a:lnTo>
                  <a:pt x="491" y="331"/>
                </a:lnTo>
                <a:lnTo>
                  <a:pt x="492" y="331"/>
                </a:lnTo>
                <a:lnTo>
                  <a:pt x="493" y="331"/>
                </a:lnTo>
                <a:lnTo>
                  <a:pt x="493" y="330"/>
                </a:lnTo>
                <a:lnTo>
                  <a:pt x="494" y="330"/>
                </a:lnTo>
                <a:lnTo>
                  <a:pt x="495" y="330"/>
                </a:lnTo>
                <a:lnTo>
                  <a:pt x="496" y="329"/>
                </a:lnTo>
                <a:lnTo>
                  <a:pt x="495" y="329"/>
                </a:lnTo>
                <a:lnTo>
                  <a:pt x="495" y="328"/>
                </a:lnTo>
                <a:lnTo>
                  <a:pt x="494" y="328"/>
                </a:lnTo>
                <a:lnTo>
                  <a:pt x="495" y="328"/>
                </a:lnTo>
                <a:lnTo>
                  <a:pt x="495" y="327"/>
                </a:lnTo>
                <a:lnTo>
                  <a:pt x="496" y="327"/>
                </a:lnTo>
                <a:lnTo>
                  <a:pt x="497" y="327"/>
                </a:lnTo>
                <a:lnTo>
                  <a:pt x="498" y="327"/>
                </a:lnTo>
                <a:lnTo>
                  <a:pt x="498" y="326"/>
                </a:lnTo>
                <a:lnTo>
                  <a:pt x="499" y="326"/>
                </a:lnTo>
                <a:lnTo>
                  <a:pt x="499" y="325"/>
                </a:lnTo>
                <a:lnTo>
                  <a:pt x="498" y="324"/>
                </a:lnTo>
                <a:lnTo>
                  <a:pt x="498" y="323"/>
                </a:lnTo>
                <a:lnTo>
                  <a:pt x="497" y="323"/>
                </a:lnTo>
                <a:lnTo>
                  <a:pt x="496" y="323"/>
                </a:lnTo>
                <a:lnTo>
                  <a:pt x="497" y="323"/>
                </a:lnTo>
                <a:lnTo>
                  <a:pt x="498" y="323"/>
                </a:lnTo>
                <a:lnTo>
                  <a:pt x="499" y="323"/>
                </a:lnTo>
                <a:lnTo>
                  <a:pt x="501" y="323"/>
                </a:lnTo>
                <a:lnTo>
                  <a:pt x="502" y="323"/>
                </a:lnTo>
                <a:lnTo>
                  <a:pt x="502" y="322"/>
                </a:lnTo>
                <a:lnTo>
                  <a:pt x="501" y="321"/>
                </a:lnTo>
                <a:lnTo>
                  <a:pt x="502" y="321"/>
                </a:lnTo>
                <a:lnTo>
                  <a:pt x="502" y="319"/>
                </a:lnTo>
                <a:lnTo>
                  <a:pt x="503" y="318"/>
                </a:lnTo>
                <a:lnTo>
                  <a:pt x="504" y="318"/>
                </a:lnTo>
                <a:lnTo>
                  <a:pt x="505" y="318"/>
                </a:lnTo>
                <a:lnTo>
                  <a:pt x="505" y="319"/>
                </a:lnTo>
                <a:lnTo>
                  <a:pt x="504" y="319"/>
                </a:lnTo>
                <a:lnTo>
                  <a:pt x="504" y="320"/>
                </a:lnTo>
                <a:lnTo>
                  <a:pt x="505" y="321"/>
                </a:lnTo>
                <a:lnTo>
                  <a:pt x="507" y="321"/>
                </a:lnTo>
                <a:lnTo>
                  <a:pt x="507" y="320"/>
                </a:lnTo>
                <a:lnTo>
                  <a:pt x="507" y="319"/>
                </a:lnTo>
                <a:lnTo>
                  <a:pt x="506" y="318"/>
                </a:lnTo>
                <a:lnTo>
                  <a:pt x="507" y="318"/>
                </a:lnTo>
                <a:lnTo>
                  <a:pt x="508" y="318"/>
                </a:lnTo>
                <a:lnTo>
                  <a:pt x="507" y="318"/>
                </a:lnTo>
                <a:lnTo>
                  <a:pt x="507" y="317"/>
                </a:lnTo>
                <a:lnTo>
                  <a:pt x="508" y="317"/>
                </a:lnTo>
                <a:lnTo>
                  <a:pt x="509" y="317"/>
                </a:lnTo>
                <a:lnTo>
                  <a:pt x="509" y="318"/>
                </a:lnTo>
                <a:lnTo>
                  <a:pt x="510" y="318"/>
                </a:lnTo>
                <a:lnTo>
                  <a:pt x="510" y="317"/>
                </a:lnTo>
                <a:lnTo>
                  <a:pt x="509" y="316"/>
                </a:lnTo>
                <a:lnTo>
                  <a:pt x="509" y="315"/>
                </a:lnTo>
                <a:lnTo>
                  <a:pt x="509" y="314"/>
                </a:lnTo>
                <a:lnTo>
                  <a:pt x="511" y="314"/>
                </a:lnTo>
                <a:lnTo>
                  <a:pt x="511" y="315"/>
                </a:lnTo>
                <a:lnTo>
                  <a:pt x="512" y="315"/>
                </a:lnTo>
                <a:lnTo>
                  <a:pt x="512" y="314"/>
                </a:lnTo>
                <a:lnTo>
                  <a:pt x="512" y="313"/>
                </a:lnTo>
                <a:lnTo>
                  <a:pt x="513" y="311"/>
                </a:lnTo>
                <a:lnTo>
                  <a:pt x="514" y="310"/>
                </a:lnTo>
                <a:lnTo>
                  <a:pt x="514" y="309"/>
                </a:lnTo>
                <a:lnTo>
                  <a:pt x="515" y="309"/>
                </a:lnTo>
                <a:lnTo>
                  <a:pt x="515" y="308"/>
                </a:lnTo>
                <a:lnTo>
                  <a:pt x="514" y="308"/>
                </a:lnTo>
                <a:lnTo>
                  <a:pt x="513" y="309"/>
                </a:lnTo>
                <a:lnTo>
                  <a:pt x="512" y="309"/>
                </a:lnTo>
                <a:lnTo>
                  <a:pt x="511" y="308"/>
                </a:lnTo>
                <a:lnTo>
                  <a:pt x="512" y="308"/>
                </a:lnTo>
                <a:lnTo>
                  <a:pt x="512" y="307"/>
                </a:lnTo>
                <a:lnTo>
                  <a:pt x="512" y="306"/>
                </a:lnTo>
                <a:lnTo>
                  <a:pt x="511" y="306"/>
                </a:lnTo>
                <a:lnTo>
                  <a:pt x="511" y="305"/>
                </a:lnTo>
                <a:lnTo>
                  <a:pt x="511" y="304"/>
                </a:lnTo>
                <a:lnTo>
                  <a:pt x="512" y="304"/>
                </a:lnTo>
                <a:lnTo>
                  <a:pt x="513" y="302"/>
                </a:lnTo>
                <a:lnTo>
                  <a:pt x="512" y="302"/>
                </a:lnTo>
                <a:lnTo>
                  <a:pt x="511" y="302"/>
                </a:lnTo>
                <a:lnTo>
                  <a:pt x="511" y="301"/>
                </a:lnTo>
                <a:lnTo>
                  <a:pt x="512" y="301"/>
                </a:lnTo>
                <a:lnTo>
                  <a:pt x="512" y="302"/>
                </a:lnTo>
                <a:lnTo>
                  <a:pt x="513" y="302"/>
                </a:lnTo>
                <a:lnTo>
                  <a:pt x="514" y="302"/>
                </a:lnTo>
                <a:lnTo>
                  <a:pt x="513" y="301"/>
                </a:lnTo>
                <a:lnTo>
                  <a:pt x="513" y="300"/>
                </a:lnTo>
                <a:lnTo>
                  <a:pt x="512" y="300"/>
                </a:lnTo>
                <a:lnTo>
                  <a:pt x="512" y="301"/>
                </a:lnTo>
                <a:lnTo>
                  <a:pt x="511" y="300"/>
                </a:lnTo>
                <a:lnTo>
                  <a:pt x="510" y="300"/>
                </a:lnTo>
                <a:lnTo>
                  <a:pt x="510" y="299"/>
                </a:lnTo>
                <a:lnTo>
                  <a:pt x="509" y="299"/>
                </a:lnTo>
                <a:lnTo>
                  <a:pt x="508" y="299"/>
                </a:lnTo>
                <a:lnTo>
                  <a:pt x="509" y="298"/>
                </a:lnTo>
                <a:lnTo>
                  <a:pt x="508" y="298"/>
                </a:lnTo>
                <a:lnTo>
                  <a:pt x="507" y="298"/>
                </a:lnTo>
                <a:lnTo>
                  <a:pt x="507" y="297"/>
                </a:lnTo>
                <a:lnTo>
                  <a:pt x="506" y="297"/>
                </a:lnTo>
                <a:lnTo>
                  <a:pt x="506" y="296"/>
                </a:lnTo>
                <a:lnTo>
                  <a:pt x="505" y="296"/>
                </a:lnTo>
                <a:lnTo>
                  <a:pt x="506" y="296"/>
                </a:lnTo>
                <a:lnTo>
                  <a:pt x="506" y="295"/>
                </a:lnTo>
                <a:lnTo>
                  <a:pt x="505" y="295"/>
                </a:lnTo>
                <a:lnTo>
                  <a:pt x="505" y="294"/>
                </a:lnTo>
                <a:lnTo>
                  <a:pt x="506" y="294"/>
                </a:lnTo>
                <a:lnTo>
                  <a:pt x="506" y="293"/>
                </a:lnTo>
                <a:lnTo>
                  <a:pt x="507" y="292"/>
                </a:lnTo>
                <a:lnTo>
                  <a:pt x="506" y="292"/>
                </a:lnTo>
                <a:lnTo>
                  <a:pt x="505" y="292"/>
                </a:lnTo>
                <a:lnTo>
                  <a:pt x="505" y="291"/>
                </a:lnTo>
                <a:lnTo>
                  <a:pt x="504" y="291"/>
                </a:lnTo>
                <a:lnTo>
                  <a:pt x="504" y="292"/>
                </a:lnTo>
                <a:lnTo>
                  <a:pt x="503" y="292"/>
                </a:lnTo>
                <a:lnTo>
                  <a:pt x="502" y="292"/>
                </a:lnTo>
                <a:lnTo>
                  <a:pt x="502" y="293"/>
                </a:lnTo>
                <a:lnTo>
                  <a:pt x="501" y="293"/>
                </a:lnTo>
                <a:lnTo>
                  <a:pt x="500" y="293"/>
                </a:lnTo>
                <a:lnTo>
                  <a:pt x="500" y="292"/>
                </a:lnTo>
                <a:lnTo>
                  <a:pt x="500" y="291"/>
                </a:lnTo>
                <a:lnTo>
                  <a:pt x="499" y="291"/>
                </a:lnTo>
                <a:lnTo>
                  <a:pt x="500" y="291"/>
                </a:lnTo>
                <a:lnTo>
                  <a:pt x="499" y="290"/>
                </a:lnTo>
                <a:lnTo>
                  <a:pt x="499" y="291"/>
                </a:lnTo>
                <a:lnTo>
                  <a:pt x="499" y="290"/>
                </a:lnTo>
                <a:lnTo>
                  <a:pt x="498" y="290"/>
                </a:lnTo>
                <a:lnTo>
                  <a:pt x="499" y="290"/>
                </a:lnTo>
                <a:lnTo>
                  <a:pt x="498" y="289"/>
                </a:lnTo>
                <a:lnTo>
                  <a:pt x="497" y="290"/>
                </a:lnTo>
                <a:lnTo>
                  <a:pt x="496" y="290"/>
                </a:lnTo>
                <a:lnTo>
                  <a:pt x="495" y="290"/>
                </a:lnTo>
                <a:lnTo>
                  <a:pt x="496" y="290"/>
                </a:lnTo>
                <a:lnTo>
                  <a:pt x="496" y="289"/>
                </a:lnTo>
                <a:lnTo>
                  <a:pt x="494" y="289"/>
                </a:lnTo>
                <a:lnTo>
                  <a:pt x="493" y="289"/>
                </a:lnTo>
                <a:lnTo>
                  <a:pt x="493" y="288"/>
                </a:lnTo>
                <a:lnTo>
                  <a:pt x="494" y="287"/>
                </a:lnTo>
                <a:lnTo>
                  <a:pt x="494" y="286"/>
                </a:lnTo>
                <a:lnTo>
                  <a:pt x="493" y="286"/>
                </a:lnTo>
                <a:lnTo>
                  <a:pt x="493" y="285"/>
                </a:lnTo>
                <a:lnTo>
                  <a:pt x="493" y="284"/>
                </a:lnTo>
                <a:lnTo>
                  <a:pt x="492" y="283"/>
                </a:lnTo>
                <a:lnTo>
                  <a:pt x="492" y="282"/>
                </a:lnTo>
                <a:lnTo>
                  <a:pt x="491" y="282"/>
                </a:lnTo>
                <a:lnTo>
                  <a:pt x="492" y="282"/>
                </a:lnTo>
                <a:lnTo>
                  <a:pt x="492" y="281"/>
                </a:lnTo>
                <a:lnTo>
                  <a:pt x="491" y="281"/>
                </a:lnTo>
                <a:lnTo>
                  <a:pt x="490" y="280"/>
                </a:lnTo>
                <a:lnTo>
                  <a:pt x="491" y="280"/>
                </a:lnTo>
                <a:lnTo>
                  <a:pt x="490" y="280"/>
                </a:lnTo>
                <a:lnTo>
                  <a:pt x="488" y="279"/>
                </a:lnTo>
                <a:lnTo>
                  <a:pt x="487" y="279"/>
                </a:lnTo>
                <a:lnTo>
                  <a:pt x="486" y="279"/>
                </a:lnTo>
                <a:lnTo>
                  <a:pt x="485" y="279"/>
                </a:lnTo>
                <a:lnTo>
                  <a:pt x="484" y="279"/>
                </a:lnTo>
                <a:lnTo>
                  <a:pt x="483" y="279"/>
                </a:lnTo>
                <a:lnTo>
                  <a:pt x="482" y="279"/>
                </a:lnTo>
                <a:lnTo>
                  <a:pt x="481" y="278"/>
                </a:lnTo>
                <a:lnTo>
                  <a:pt x="482" y="278"/>
                </a:lnTo>
                <a:lnTo>
                  <a:pt x="482" y="277"/>
                </a:lnTo>
                <a:lnTo>
                  <a:pt x="482" y="276"/>
                </a:lnTo>
                <a:lnTo>
                  <a:pt x="482" y="275"/>
                </a:lnTo>
                <a:lnTo>
                  <a:pt x="481" y="274"/>
                </a:lnTo>
                <a:lnTo>
                  <a:pt x="480" y="274"/>
                </a:lnTo>
                <a:lnTo>
                  <a:pt x="479" y="272"/>
                </a:lnTo>
                <a:lnTo>
                  <a:pt x="478" y="271"/>
                </a:lnTo>
                <a:lnTo>
                  <a:pt x="477" y="270"/>
                </a:lnTo>
                <a:lnTo>
                  <a:pt x="476" y="270"/>
                </a:lnTo>
                <a:lnTo>
                  <a:pt x="476" y="269"/>
                </a:lnTo>
                <a:lnTo>
                  <a:pt x="477" y="269"/>
                </a:lnTo>
                <a:lnTo>
                  <a:pt x="476" y="268"/>
                </a:lnTo>
                <a:lnTo>
                  <a:pt x="476" y="267"/>
                </a:lnTo>
                <a:lnTo>
                  <a:pt x="475" y="267"/>
                </a:lnTo>
                <a:lnTo>
                  <a:pt x="475" y="266"/>
                </a:lnTo>
                <a:lnTo>
                  <a:pt x="475" y="265"/>
                </a:lnTo>
                <a:lnTo>
                  <a:pt x="474" y="265"/>
                </a:lnTo>
                <a:lnTo>
                  <a:pt x="474" y="266"/>
                </a:lnTo>
                <a:lnTo>
                  <a:pt x="472" y="265"/>
                </a:lnTo>
                <a:lnTo>
                  <a:pt x="472" y="264"/>
                </a:lnTo>
                <a:lnTo>
                  <a:pt x="471" y="264"/>
                </a:lnTo>
                <a:lnTo>
                  <a:pt x="470" y="263"/>
                </a:lnTo>
                <a:lnTo>
                  <a:pt x="470" y="262"/>
                </a:lnTo>
                <a:lnTo>
                  <a:pt x="469" y="262"/>
                </a:lnTo>
                <a:lnTo>
                  <a:pt x="470" y="262"/>
                </a:lnTo>
                <a:lnTo>
                  <a:pt x="469" y="261"/>
                </a:lnTo>
                <a:lnTo>
                  <a:pt x="468" y="261"/>
                </a:lnTo>
                <a:lnTo>
                  <a:pt x="468" y="260"/>
                </a:lnTo>
                <a:lnTo>
                  <a:pt x="467" y="260"/>
                </a:lnTo>
                <a:lnTo>
                  <a:pt x="467" y="259"/>
                </a:lnTo>
                <a:lnTo>
                  <a:pt x="468" y="259"/>
                </a:lnTo>
                <a:lnTo>
                  <a:pt x="468" y="258"/>
                </a:lnTo>
                <a:lnTo>
                  <a:pt x="467" y="258"/>
                </a:lnTo>
                <a:lnTo>
                  <a:pt x="466" y="258"/>
                </a:lnTo>
                <a:lnTo>
                  <a:pt x="465" y="257"/>
                </a:lnTo>
                <a:lnTo>
                  <a:pt x="465" y="256"/>
                </a:lnTo>
                <a:lnTo>
                  <a:pt x="464" y="256"/>
                </a:lnTo>
                <a:lnTo>
                  <a:pt x="464" y="255"/>
                </a:lnTo>
                <a:lnTo>
                  <a:pt x="463" y="255"/>
                </a:lnTo>
                <a:lnTo>
                  <a:pt x="462" y="255"/>
                </a:lnTo>
                <a:lnTo>
                  <a:pt x="462" y="254"/>
                </a:lnTo>
                <a:lnTo>
                  <a:pt x="462" y="253"/>
                </a:lnTo>
                <a:lnTo>
                  <a:pt x="463" y="253"/>
                </a:lnTo>
                <a:lnTo>
                  <a:pt x="463" y="252"/>
                </a:lnTo>
                <a:lnTo>
                  <a:pt x="462" y="252"/>
                </a:lnTo>
                <a:lnTo>
                  <a:pt x="461" y="252"/>
                </a:lnTo>
                <a:lnTo>
                  <a:pt x="461" y="251"/>
                </a:lnTo>
                <a:lnTo>
                  <a:pt x="460" y="251"/>
                </a:lnTo>
                <a:lnTo>
                  <a:pt x="459" y="251"/>
                </a:lnTo>
                <a:lnTo>
                  <a:pt x="459" y="250"/>
                </a:lnTo>
                <a:lnTo>
                  <a:pt x="459" y="249"/>
                </a:lnTo>
                <a:lnTo>
                  <a:pt x="458" y="248"/>
                </a:lnTo>
                <a:lnTo>
                  <a:pt x="457" y="247"/>
                </a:lnTo>
                <a:lnTo>
                  <a:pt x="456" y="247"/>
                </a:lnTo>
                <a:lnTo>
                  <a:pt x="455" y="246"/>
                </a:lnTo>
                <a:lnTo>
                  <a:pt x="454" y="245"/>
                </a:lnTo>
                <a:lnTo>
                  <a:pt x="453" y="244"/>
                </a:lnTo>
                <a:lnTo>
                  <a:pt x="452" y="244"/>
                </a:lnTo>
                <a:lnTo>
                  <a:pt x="452" y="243"/>
                </a:lnTo>
                <a:lnTo>
                  <a:pt x="451" y="243"/>
                </a:lnTo>
                <a:lnTo>
                  <a:pt x="450" y="242"/>
                </a:lnTo>
                <a:lnTo>
                  <a:pt x="449" y="241"/>
                </a:lnTo>
                <a:lnTo>
                  <a:pt x="448" y="240"/>
                </a:lnTo>
                <a:lnTo>
                  <a:pt x="447" y="240"/>
                </a:lnTo>
                <a:lnTo>
                  <a:pt x="447" y="239"/>
                </a:lnTo>
                <a:lnTo>
                  <a:pt x="446" y="239"/>
                </a:lnTo>
                <a:lnTo>
                  <a:pt x="446" y="238"/>
                </a:lnTo>
                <a:lnTo>
                  <a:pt x="445" y="238"/>
                </a:lnTo>
                <a:lnTo>
                  <a:pt x="444" y="237"/>
                </a:lnTo>
                <a:lnTo>
                  <a:pt x="443" y="237"/>
                </a:lnTo>
                <a:lnTo>
                  <a:pt x="442" y="236"/>
                </a:lnTo>
                <a:lnTo>
                  <a:pt x="442" y="235"/>
                </a:lnTo>
                <a:lnTo>
                  <a:pt x="442" y="234"/>
                </a:lnTo>
                <a:lnTo>
                  <a:pt x="441" y="234"/>
                </a:lnTo>
                <a:lnTo>
                  <a:pt x="441" y="233"/>
                </a:lnTo>
                <a:lnTo>
                  <a:pt x="440" y="232"/>
                </a:lnTo>
                <a:lnTo>
                  <a:pt x="439" y="232"/>
                </a:lnTo>
                <a:lnTo>
                  <a:pt x="437" y="232"/>
                </a:lnTo>
                <a:lnTo>
                  <a:pt x="436" y="232"/>
                </a:lnTo>
                <a:lnTo>
                  <a:pt x="436" y="233"/>
                </a:lnTo>
                <a:lnTo>
                  <a:pt x="435" y="233"/>
                </a:lnTo>
                <a:lnTo>
                  <a:pt x="434" y="233"/>
                </a:lnTo>
                <a:lnTo>
                  <a:pt x="434" y="232"/>
                </a:lnTo>
                <a:lnTo>
                  <a:pt x="433" y="232"/>
                </a:lnTo>
                <a:lnTo>
                  <a:pt x="433" y="231"/>
                </a:lnTo>
                <a:lnTo>
                  <a:pt x="432" y="230"/>
                </a:lnTo>
                <a:lnTo>
                  <a:pt x="431" y="230"/>
                </a:lnTo>
                <a:lnTo>
                  <a:pt x="430" y="230"/>
                </a:lnTo>
                <a:lnTo>
                  <a:pt x="430" y="231"/>
                </a:lnTo>
                <a:lnTo>
                  <a:pt x="429" y="231"/>
                </a:lnTo>
                <a:lnTo>
                  <a:pt x="428" y="230"/>
                </a:lnTo>
                <a:lnTo>
                  <a:pt x="426" y="230"/>
                </a:lnTo>
                <a:lnTo>
                  <a:pt x="425" y="230"/>
                </a:lnTo>
                <a:lnTo>
                  <a:pt x="425" y="231"/>
                </a:lnTo>
                <a:lnTo>
                  <a:pt x="424" y="231"/>
                </a:lnTo>
                <a:lnTo>
                  <a:pt x="423" y="231"/>
                </a:lnTo>
                <a:lnTo>
                  <a:pt x="422" y="230"/>
                </a:lnTo>
                <a:lnTo>
                  <a:pt x="420" y="230"/>
                </a:lnTo>
                <a:lnTo>
                  <a:pt x="418" y="230"/>
                </a:lnTo>
                <a:lnTo>
                  <a:pt x="417" y="230"/>
                </a:lnTo>
                <a:lnTo>
                  <a:pt x="416" y="230"/>
                </a:lnTo>
                <a:lnTo>
                  <a:pt x="416" y="229"/>
                </a:lnTo>
                <a:lnTo>
                  <a:pt x="415" y="227"/>
                </a:lnTo>
                <a:lnTo>
                  <a:pt x="414" y="227"/>
                </a:lnTo>
                <a:lnTo>
                  <a:pt x="413" y="227"/>
                </a:lnTo>
                <a:lnTo>
                  <a:pt x="412" y="228"/>
                </a:lnTo>
                <a:lnTo>
                  <a:pt x="411" y="229"/>
                </a:lnTo>
                <a:lnTo>
                  <a:pt x="411" y="230"/>
                </a:lnTo>
                <a:lnTo>
                  <a:pt x="409" y="231"/>
                </a:lnTo>
                <a:lnTo>
                  <a:pt x="408" y="233"/>
                </a:lnTo>
                <a:lnTo>
                  <a:pt x="408" y="235"/>
                </a:lnTo>
                <a:lnTo>
                  <a:pt x="409" y="236"/>
                </a:lnTo>
                <a:lnTo>
                  <a:pt x="409" y="237"/>
                </a:lnTo>
                <a:lnTo>
                  <a:pt x="409" y="238"/>
                </a:lnTo>
                <a:lnTo>
                  <a:pt x="409" y="239"/>
                </a:lnTo>
                <a:lnTo>
                  <a:pt x="410" y="239"/>
                </a:lnTo>
                <a:lnTo>
                  <a:pt x="410" y="240"/>
                </a:lnTo>
                <a:lnTo>
                  <a:pt x="409" y="240"/>
                </a:lnTo>
                <a:lnTo>
                  <a:pt x="408" y="241"/>
                </a:lnTo>
                <a:lnTo>
                  <a:pt x="408" y="242"/>
                </a:lnTo>
                <a:lnTo>
                  <a:pt x="407" y="243"/>
                </a:lnTo>
                <a:lnTo>
                  <a:pt x="405" y="243"/>
                </a:lnTo>
                <a:lnTo>
                  <a:pt x="404" y="243"/>
                </a:lnTo>
                <a:lnTo>
                  <a:pt x="403" y="243"/>
                </a:lnTo>
                <a:lnTo>
                  <a:pt x="402" y="243"/>
                </a:lnTo>
                <a:lnTo>
                  <a:pt x="401" y="244"/>
                </a:lnTo>
                <a:lnTo>
                  <a:pt x="401" y="245"/>
                </a:lnTo>
                <a:lnTo>
                  <a:pt x="400" y="245"/>
                </a:lnTo>
                <a:lnTo>
                  <a:pt x="399" y="246"/>
                </a:lnTo>
                <a:lnTo>
                  <a:pt x="398" y="246"/>
                </a:lnTo>
                <a:lnTo>
                  <a:pt x="396" y="246"/>
                </a:lnTo>
                <a:lnTo>
                  <a:pt x="395" y="246"/>
                </a:lnTo>
                <a:lnTo>
                  <a:pt x="394" y="246"/>
                </a:lnTo>
                <a:lnTo>
                  <a:pt x="394" y="247"/>
                </a:lnTo>
                <a:lnTo>
                  <a:pt x="393" y="249"/>
                </a:lnTo>
                <a:lnTo>
                  <a:pt x="394" y="250"/>
                </a:lnTo>
                <a:lnTo>
                  <a:pt x="395" y="250"/>
                </a:lnTo>
                <a:lnTo>
                  <a:pt x="395" y="251"/>
                </a:lnTo>
                <a:lnTo>
                  <a:pt x="396" y="252"/>
                </a:lnTo>
                <a:lnTo>
                  <a:pt x="396" y="253"/>
                </a:lnTo>
                <a:lnTo>
                  <a:pt x="395" y="254"/>
                </a:lnTo>
                <a:lnTo>
                  <a:pt x="394" y="254"/>
                </a:lnTo>
                <a:lnTo>
                  <a:pt x="393" y="254"/>
                </a:lnTo>
                <a:lnTo>
                  <a:pt x="392" y="255"/>
                </a:lnTo>
                <a:lnTo>
                  <a:pt x="389" y="258"/>
                </a:lnTo>
                <a:lnTo>
                  <a:pt x="389" y="259"/>
                </a:lnTo>
                <a:lnTo>
                  <a:pt x="390" y="259"/>
                </a:lnTo>
                <a:lnTo>
                  <a:pt x="389" y="260"/>
                </a:lnTo>
                <a:lnTo>
                  <a:pt x="389" y="261"/>
                </a:lnTo>
                <a:lnTo>
                  <a:pt x="386" y="261"/>
                </a:lnTo>
                <a:lnTo>
                  <a:pt x="385" y="260"/>
                </a:lnTo>
                <a:lnTo>
                  <a:pt x="384" y="260"/>
                </a:lnTo>
                <a:lnTo>
                  <a:pt x="382" y="260"/>
                </a:lnTo>
                <a:lnTo>
                  <a:pt x="381" y="259"/>
                </a:lnTo>
                <a:lnTo>
                  <a:pt x="380" y="259"/>
                </a:lnTo>
                <a:lnTo>
                  <a:pt x="379" y="259"/>
                </a:lnTo>
                <a:lnTo>
                  <a:pt x="377" y="260"/>
                </a:lnTo>
                <a:lnTo>
                  <a:pt x="377" y="261"/>
                </a:lnTo>
                <a:lnTo>
                  <a:pt x="376" y="261"/>
                </a:lnTo>
                <a:lnTo>
                  <a:pt x="376" y="262"/>
                </a:lnTo>
                <a:lnTo>
                  <a:pt x="376" y="263"/>
                </a:lnTo>
                <a:lnTo>
                  <a:pt x="375" y="263"/>
                </a:lnTo>
                <a:lnTo>
                  <a:pt x="375" y="264"/>
                </a:lnTo>
                <a:lnTo>
                  <a:pt x="374" y="264"/>
                </a:lnTo>
                <a:lnTo>
                  <a:pt x="372" y="265"/>
                </a:lnTo>
                <a:lnTo>
                  <a:pt x="368" y="266"/>
                </a:lnTo>
                <a:lnTo>
                  <a:pt x="367" y="266"/>
                </a:lnTo>
                <a:lnTo>
                  <a:pt x="366" y="266"/>
                </a:lnTo>
                <a:lnTo>
                  <a:pt x="365" y="266"/>
                </a:lnTo>
                <a:lnTo>
                  <a:pt x="364" y="267"/>
                </a:lnTo>
                <a:lnTo>
                  <a:pt x="363" y="267"/>
                </a:lnTo>
                <a:lnTo>
                  <a:pt x="362" y="267"/>
                </a:lnTo>
                <a:lnTo>
                  <a:pt x="361" y="266"/>
                </a:lnTo>
                <a:lnTo>
                  <a:pt x="360" y="265"/>
                </a:lnTo>
                <a:lnTo>
                  <a:pt x="359" y="264"/>
                </a:lnTo>
                <a:lnTo>
                  <a:pt x="360" y="264"/>
                </a:lnTo>
                <a:lnTo>
                  <a:pt x="359" y="264"/>
                </a:lnTo>
                <a:lnTo>
                  <a:pt x="359" y="263"/>
                </a:lnTo>
                <a:lnTo>
                  <a:pt x="358" y="263"/>
                </a:lnTo>
                <a:lnTo>
                  <a:pt x="358" y="262"/>
                </a:lnTo>
                <a:lnTo>
                  <a:pt x="357" y="262"/>
                </a:lnTo>
                <a:lnTo>
                  <a:pt x="356" y="261"/>
                </a:lnTo>
                <a:lnTo>
                  <a:pt x="355" y="261"/>
                </a:lnTo>
                <a:lnTo>
                  <a:pt x="353" y="261"/>
                </a:lnTo>
                <a:lnTo>
                  <a:pt x="352" y="261"/>
                </a:lnTo>
                <a:lnTo>
                  <a:pt x="351" y="261"/>
                </a:lnTo>
                <a:lnTo>
                  <a:pt x="350" y="260"/>
                </a:lnTo>
                <a:lnTo>
                  <a:pt x="349" y="260"/>
                </a:lnTo>
                <a:lnTo>
                  <a:pt x="348" y="261"/>
                </a:lnTo>
                <a:lnTo>
                  <a:pt x="347" y="261"/>
                </a:lnTo>
                <a:lnTo>
                  <a:pt x="347" y="262"/>
                </a:lnTo>
                <a:lnTo>
                  <a:pt x="347" y="263"/>
                </a:lnTo>
                <a:lnTo>
                  <a:pt x="346" y="263"/>
                </a:lnTo>
                <a:lnTo>
                  <a:pt x="346" y="262"/>
                </a:lnTo>
                <a:lnTo>
                  <a:pt x="345" y="262"/>
                </a:lnTo>
                <a:lnTo>
                  <a:pt x="344" y="263"/>
                </a:lnTo>
                <a:lnTo>
                  <a:pt x="342" y="263"/>
                </a:lnTo>
                <a:lnTo>
                  <a:pt x="342" y="264"/>
                </a:lnTo>
                <a:lnTo>
                  <a:pt x="342" y="265"/>
                </a:lnTo>
                <a:lnTo>
                  <a:pt x="341" y="265"/>
                </a:lnTo>
                <a:lnTo>
                  <a:pt x="342" y="265"/>
                </a:lnTo>
                <a:lnTo>
                  <a:pt x="342" y="267"/>
                </a:lnTo>
                <a:lnTo>
                  <a:pt x="342" y="269"/>
                </a:lnTo>
                <a:lnTo>
                  <a:pt x="342" y="270"/>
                </a:lnTo>
                <a:lnTo>
                  <a:pt x="341" y="270"/>
                </a:lnTo>
                <a:lnTo>
                  <a:pt x="341" y="271"/>
                </a:lnTo>
                <a:lnTo>
                  <a:pt x="340" y="272"/>
                </a:lnTo>
                <a:lnTo>
                  <a:pt x="339" y="272"/>
                </a:lnTo>
                <a:lnTo>
                  <a:pt x="339" y="273"/>
                </a:lnTo>
                <a:lnTo>
                  <a:pt x="338" y="273"/>
                </a:lnTo>
                <a:lnTo>
                  <a:pt x="337" y="273"/>
                </a:lnTo>
                <a:lnTo>
                  <a:pt x="337" y="272"/>
                </a:lnTo>
                <a:lnTo>
                  <a:pt x="334" y="272"/>
                </a:lnTo>
                <a:lnTo>
                  <a:pt x="334" y="273"/>
                </a:lnTo>
                <a:lnTo>
                  <a:pt x="333" y="273"/>
                </a:lnTo>
                <a:lnTo>
                  <a:pt x="332" y="272"/>
                </a:lnTo>
                <a:lnTo>
                  <a:pt x="332" y="271"/>
                </a:lnTo>
                <a:lnTo>
                  <a:pt x="330" y="271"/>
                </a:lnTo>
                <a:lnTo>
                  <a:pt x="329" y="271"/>
                </a:lnTo>
                <a:lnTo>
                  <a:pt x="328" y="271"/>
                </a:lnTo>
                <a:lnTo>
                  <a:pt x="328" y="270"/>
                </a:lnTo>
                <a:lnTo>
                  <a:pt x="327" y="269"/>
                </a:lnTo>
                <a:lnTo>
                  <a:pt x="325" y="268"/>
                </a:lnTo>
                <a:lnTo>
                  <a:pt x="324" y="267"/>
                </a:lnTo>
                <a:lnTo>
                  <a:pt x="323" y="266"/>
                </a:lnTo>
                <a:lnTo>
                  <a:pt x="321" y="265"/>
                </a:lnTo>
                <a:lnTo>
                  <a:pt x="319" y="264"/>
                </a:lnTo>
                <a:lnTo>
                  <a:pt x="318" y="265"/>
                </a:lnTo>
                <a:lnTo>
                  <a:pt x="315" y="265"/>
                </a:lnTo>
                <a:lnTo>
                  <a:pt x="314" y="265"/>
                </a:lnTo>
                <a:lnTo>
                  <a:pt x="313" y="265"/>
                </a:lnTo>
                <a:lnTo>
                  <a:pt x="312" y="265"/>
                </a:lnTo>
                <a:lnTo>
                  <a:pt x="311" y="265"/>
                </a:lnTo>
                <a:lnTo>
                  <a:pt x="309" y="265"/>
                </a:lnTo>
                <a:lnTo>
                  <a:pt x="306" y="265"/>
                </a:lnTo>
                <a:lnTo>
                  <a:pt x="306" y="266"/>
                </a:lnTo>
                <a:lnTo>
                  <a:pt x="306" y="267"/>
                </a:lnTo>
                <a:lnTo>
                  <a:pt x="305" y="267"/>
                </a:lnTo>
                <a:lnTo>
                  <a:pt x="304" y="268"/>
                </a:lnTo>
                <a:lnTo>
                  <a:pt x="303" y="268"/>
                </a:lnTo>
                <a:lnTo>
                  <a:pt x="301" y="268"/>
                </a:lnTo>
                <a:lnTo>
                  <a:pt x="300" y="268"/>
                </a:lnTo>
                <a:lnTo>
                  <a:pt x="299" y="267"/>
                </a:lnTo>
                <a:lnTo>
                  <a:pt x="298" y="267"/>
                </a:lnTo>
                <a:lnTo>
                  <a:pt x="297" y="267"/>
                </a:lnTo>
                <a:lnTo>
                  <a:pt x="296" y="267"/>
                </a:lnTo>
                <a:lnTo>
                  <a:pt x="295" y="267"/>
                </a:lnTo>
                <a:lnTo>
                  <a:pt x="294" y="267"/>
                </a:lnTo>
                <a:lnTo>
                  <a:pt x="291" y="269"/>
                </a:lnTo>
                <a:lnTo>
                  <a:pt x="290" y="270"/>
                </a:lnTo>
                <a:lnTo>
                  <a:pt x="289" y="270"/>
                </a:lnTo>
                <a:lnTo>
                  <a:pt x="288" y="270"/>
                </a:lnTo>
                <a:lnTo>
                  <a:pt x="286" y="268"/>
                </a:lnTo>
                <a:lnTo>
                  <a:pt x="283" y="266"/>
                </a:lnTo>
                <a:lnTo>
                  <a:pt x="282" y="265"/>
                </a:lnTo>
                <a:lnTo>
                  <a:pt x="282" y="264"/>
                </a:lnTo>
                <a:lnTo>
                  <a:pt x="282" y="263"/>
                </a:lnTo>
                <a:lnTo>
                  <a:pt x="280" y="263"/>
                </a:lnTo>
                <a:lnTo>
                  <a:pt x="280" y="262"/>
                </a:lnTo>
                <a:lnTo>
                  <a:pt x="279" y="262"/>
                </a:lnTo>
                <a:lnTo>
                  <a:pt x="278" y="262"/>
                </a:lnTo>
                <a:lnTo>
                  <a:pt x="277" y="262"/>
                </a:lnTo>
                <a:lnTo>
                  <a:pt x="275" y="263"/>
                </a:lnTo>
                <a:lnTo>
                  <a:pt x="273" y="262"/>
                </a:lnTo>
                <a:lnTo>
                  <a:pt x="271" y="261"/>
                </a:lnTo>
                <a:lnTo>
                  <a:pt x="268" y="260"/>
                </a:lnTo>
                <a:lnTo>
                  <a:pt x="268" y="259"/>
                </a:lnTo>
                <a:lnTo>
                  <a:pt x="268" y="258"/>
                </a:lnTo>
                <a:lnTo>
                  <a:pt x="267" y="258"/>
                </a:lnTo>
                <a:lnTo>
                  <a:pt x="266" y="259"/>
                </a:lnTo>
                <a:lnTo>
                  <a:pt x="265" y="259"/>
                </a:lnTo>
                <a:lnTo>
                  <a:pt x="263" y="261"/>
                </a:lnTo>
                <a:lnTo>
                  <a:pt x="263" y="262"/>
                </a:lnTo>
                <a:lnTo>
                  <a:pt x="263" y="264"/>
                </a:lnTo>
                <a:lnTo>
                  <a:pt x="262" y="264"/>
                </a:lnTo>
                <a:lnTo>
                  <a:pt x="261" y="264"/>
                </a:lnTo>
                <a:lnTo>
                  <a:pt x="261" y="265"/>
                </a:lnTo>
                <a:lnTo>
                  <a:pt x="261" y="266"/>
                </a:lnTo>
                <a:lnTo>
                  <a:pt x="261" y="267"/>
                </a:lnTo>
                <a:lnTo>
                  <a:pt x="261" y="268"/>
                </a:lnTo>
                <a:lnTo>
                  <a:pt x="260" y="268"/>
                </a:lnTo>
                <a:lnTo>
                  <a:pt x="260" y="267"/>
                </a:lnTo>
                <a:lnTo>
                  <a:pt x="259" y="267"/>
                </a:lnTo>
                <a:lnTo>
                  <a:pt x="257" y="268"/>
                </a:lnTo>
                <a:lnTo>
                  <a:pt x="255" y="269"/>
                </a:lnTo>
                <a:lnTo>
                  <a:pt x="253" y="269"/>
                </a:lnTo>
                <a:lnTo>
                  <a:pt x="252" y="269"/>
                </a:lnTo>
                <a:lnTo>
                  <a:pt x="253" y="270"/>
                </a:lnTo>
                <a:lnTo>
                  <a:pt x="253" y="271"/>
                </a:lnTo>
                <a:lnTo>
                  <a:pt x="251" y="271"/>
                </a:lnTo>
                <a:lnTo>
                  <a:pt x="250" y="271"/>
                </a:lnTo>
                <a:lnTo>
                  <a:pt x="249" y="271"/>
                </a:lnTo>
                <a:lnTo>
                  <a:pt x="248" y="271"/>
                </a:lnTo>
                <a:lnTo>
                  <a:pt x="248" y="272"/>
                </a:lnTo>
                <a:lnTo>
                  <a:pt x="247" y="272"/>
                </a:lnTo>
                <a:lnTo>
                  <a:pt x="245" y="272"/>
                </a:lnTo>
                <a:lnTo>
                  <a:pt x="245" y="271"/>
                </a:lnTo>
                <a:lnTo>
                  <a:pt x="244" y="271"/>
                </a:lnTo>
                <a:lnTo>
                  <a:pt x="243" y="271"/>
                </a:lnTo>
                <a:lnTo>
                  <a:pt x="240" y="271"/>
                </a:lnTo>
                <a:lnTo>
                  <a:pt x="240" y="273"/>
                </a:lnTo>
                <a:lnTo>
                  <a:pt x="239" y="273"/>
                </a:lnTo>
                <a:lnTo>
                  <a:pt x="239" y="274"/>
                </a:lnTo>
                <a:lnTo>
                  <a:pt x="237" y="274"/>
                </a:lnTo>
                <a:lnTo>
                  <a:pt x="236" y="273"/>
                </a:lnTo>
                <a:lnTo>
                  <a:pt x="235" y="273"/>
                </a:lnTo>
                <a:lnTo>
                  <a:pt x="234" y="273"/>
                </a:lnTo>
                <a:lnTo>
                  <a:pt x="232" y="274"/>
                </a:lnTo>
                <a:lnTo>
                  <a:pt x="231" y="274"/>
                </a:lnTo>
                <a:lnTo>
                  <a:pt x="230" y="274"/>
                </a:lnTo>
                <a:lnTo>
                  <a:pt x="229" y="274"/>
                </a:lnTo>
                <a:lnTo>
                  <a:pt x="228" y="273"/>
                </a:lnTo>
                <a:lnTo>
                  <a:pt x="227" y="273"/>
                </a:lnTo>
                <a:lnTo>
                  <a:pt x="225" y="274"/>
                </a:lnTo>
                <a:lnTo>
                  <a:pt x="224" y="274"/>
                </a:lnTo>
                <a:lnTo>
                  <a:pt x="223" y="274"/>
                </a:lnTo>
                <a:lnTo>
                  <a:pt x="223" y="275"/>
                </a:lnTo>
                <a:lnTo>
                  <a:pt x="222" y="275"/>
                </a:lnTo>
                <a:lnTo>
                  <a:pt x="222" y="276"/>
                </a:lnTo>
                <a:lnTo>
                  <a:pt x="221" y="277"/>
                </a:lnTo>
                <a:lnTo>
                  <a:pt x="221" y="276"/>
                </a:lnTo>
                <a:lnTo>
                  <a:pt x="220" y="276"/>
                </a:lnTo>
                <a:lnTo>
                  <a:pt x="218" y="275"/>
                </a:lnTo>
                <a:lnTo>
                  <a:pt x="216" y="274"/>
                </a:lnTo>
                <a:lnTo>
                  <a:pt x="215" y="273"/>
                </a:lnTo>
                <a:lnTo>
                  <a:pt x="215" y="272"/>
                </a:lnTo>
                <a:lnTo>
                  <a:pt x="214" y="272"/>
                </a:lnTo>
                <a:lnTo>
                  <a:pt x="212" y="272"/>
                </a:lnTo>
                <a:lnTo>
                  <a:pt x="211" y="272"/>
                </a:lnTo>
                <a:lnTo>
                  <a:pt x="209" y="272"/>
                </a:lnTo>
                <a:lnTo>
                  <a:pt x="209" y="271"/>
                </a:lnTo>
                <a:lnTo>
                  <a:pt x="209" y="270"/>
                </a:lnTo>
                <a:lnTo>
                  <a:pt x="207" y="270"/>
                </a:lnTo>
                <a:lnTo>
                  <a:pt x="206" y="270"/>
                </a:lnTo>
                <a:lnTo>
                  <a:pt x="206" y="271"/>
                </a:lnTo>
                <a:lnTo>
                  <a:pt x="205" y="271"/>
                </a:lnTo>
                <a:lnTo>
                  <a:pt x="205" y="270"/>
                </a:lnTo>
                <a:lnTo>
                  <a:pt x="204" y="270"/>
                </a:lnTo>
                <a:lnTo>
                  <a:pt x="203" y="269"/>
                </a:lnTo>
                <a:lnTo>
                  <a:pt x="202" y="269"/>
                </a:lnTo>
                <a:lnTo>
                  <a:pt x="201" y="269"/>
                </a:lnTo>
                <a:lnTo>
                  <a:pt x="199" y="268"/>
                </a:lnTo>
                <a:lnTo>
                  <a:pt x="195" y="268"/>
                </a:lnTo>
                <a:lnTo>
                  <a:pt x="194" y="268"/>
                </a:lnTo>
                <a:lnTo>
                  <a:pt x="194" y="269"/>
                </a:lnTo>
                <a:lnTo>
                  <a:pt x="193" y="269"/>
                </a:lnTo>
                <a:lnTo>
                  <a:pt x="192" y="269"/>
                </a:lnTo>
                <a:lnTo>
                  <a:pt x="191" y="269"/>
                </a:lnTo>
                <a:lnTo>
                  <a:pt x="190" y="267"/>
                </a:lnTo>
                <a:lnTo>
                  <a:pt x="189" y="267"/>
                </a:lnTo>
                <a:lnTo>
                  <a:pt x="188" y="266"/>
                </a:lnTo>
                <a:lnTo>
                  <a:pt x="188" y="265"/>
                </a:lnTo>
                <a:lnTo>
                  <a:pt x="188" y="264"/>
                </a:lnTo>
                <a:lnTo>
                  <a:pt x="187" y="264"/>
                </a:lnTo>
                <a:lnTo>
                  <a:pt x="187" y="263"/>
                </a:lnTo>
                <a:lnTo>
                  <a:pt x="187" y="262"/>
                </a:lnTo>
                <a:lnTo>
                  <a:pt x="188" y="262"/>
                </a:lnTo>
                <a:lnTo>
                  <a:pt x="188" y="261"/>
                </a:lnTo>
                <a:lnTo>
                  <a:pt x="188" y="260"/>
                </a:lnTo>
                <a:lnTo>
                  <a:pt x="188" y="259"/>
                </a:lnTo>
                <a:lnTo>
                  <a:pt x="187" y="259"/>
                </a:lnTo>
                <a:lnTo>
                  <a:pt x="186" y="259"/>
                </a:lnTo>
                <a:lnTo>
                  <a:pt x="186" y="258"/>
                </a:lnTo>
                <a:lnTo>
                  <a:pt x="186" y="257"/>
                </a:lnTo>
                <a:lnTo>
                  <a:pt x="185" y="257"/>
                </a:lnTo>
                <a:lnTo>
                  <a:pt x="184" y="257"/>
                </a:lnTo>
                <a:lnTo>
                  <a:pt x="183" y="257"/>
                </a:lnTo>
                <a:lnTo>
                  <a:pt x="181" y="256"/>
                </a:lnTo>
                <a:lnTo>
                  <a:pt x="181" y="255"/>
                </a:lnTo>
                <a:lnTo>
                  <a:pt x="181" y="254"/>
                </a:lnTo>
                <a:lnTo>
                  <a:pt x="181" y="253"/>
                </a:lnTo>
                <a:lnTo>
                  <a:pt x="182" y="253"/>
                </a:lnTo>
                <a:lnTo>
                  <a:pt x="181" y="252"/>
                </a:lnTo>
                <a:lnTo>
                  <a:pt x="179" y="252"/>
                </a:lnTo>
                <a:lnTo>
                  <a:pt x="178" y="251"/>
                </a:lnTo>
                <a:lnTo>
                  <a:pt x="177" y="250"/>
                </a:lnTo>
                <a:lnTo>
                  <a:pt x="177" y="249"/>
                </a:lnTo>
                <a:lnTo>
                  <a:pt x="178" y="248"/>
                </a:lnTo>
                <a:lnTo>
                  <a:pt x="179" y="248"/>
                </a:lnTo>
                <a:lnTo>
                  <a:pt x="179" y="247"/>
                </a:lnTo>
                <a:lnTo>
                  <a:pt x="179" y="246"/>
                </a:lnTo>
                <a:lnTo>
                  <a:pt x="180" y="246"/>
                </a:lnTo>
                <a:lnTo>
                  <a:pt x="179" y="245"/>
                </a:lnTo>
                <a:lnTo>
                  <a:pt x="178" y="245"/>
                </a:lnTo>
                <a:lnTo>
                  <a:pt x="176" y="243"/>
                </a:lnTo>
                <a:lnTo>
                  <a:pt x="177" y="243"/>
                </a:lnTo>
                <a:lnTo>
                  <a:pt x="178" y="242"/>
                </a:lnTo>
                <a:lnTo>
                  <a:pt x="179" y="242"/>
                </a:lnTo>
                <a:lnTo>
                  <a:pt x="180" y="242"/>
                </a:lnTo>
                <a:lnTo>
                  <a:pt x="180" y="240"/>
                </a:lnTo>
                <a:lnTo>
                  <a:pt x="179" y="240"/>
                </a:lnTo>
                <a:lnTo>
                  <a:pt x="177" y="238"/>
                </a:lnTo>
                <a:lnTo>
                  <a:pt x="175" y="237"/>
                </a:lnTo>
                <a:lnTo>
                  <a:pt x="174" y="237"/>
                </a:lnTo>
                <a:lnTo>
                  <a:pt x="174" y="236"/>
                </a:lnTo>
                <a:lnTo>
                  <a:pt x="174" y="235"/>
                </a:lnTo>
                <a:lnTo>
                  <a:pt x="175" y="235"/>
                </a:lnTo>
                <a:lnTo>
                  <a:pt x="176" y="235"/>
                </a:lnTo>
                <a:lnTo>
                  <a:pt x="176" y="234"/>
                </a:lnTo>
                <a:lnTo>
                  <a:pt x="177" y="234"/>
                </a:lnTo>
                <a:lnTo>
                  <a:pt x="176" y="233"/>
                </a:lnTo>
                <a:lnTo>
                  <a:pt x="175" y="231"/>
                </a:lnTo>
                <a:lnTo>
                  <a:pt x="174" y="231"/>
                </a:lnTo>
                <a:lnTo>
                  <a:pt x="173" y="231"/>
                </a:lnTo>
                <a:lnTo>
                  <a:pt x="173" y="230"/>
                </a:lnTo>
                <a:lnTo>
                  <a:pt x="172" y="229"/>
                </a:lnTo>
                <a:lnTo>
                  <a:pt x="173" y="228"/>
                </a:lnTo>
                <a:lnTo>
                  <a:pt x="173" y="227"/>
                </a:lnTo>
                <a:lnTo>
                  <a:pt x="172" y="227"/>
                </a:lnTo>
                <a:lnTo>
                  <a:pt x="171" y="227"/>
                </a:lnTo>
                <a:lnTo>
                  <a:pt x="171" y="226"/>
                </a:lnTo>
                <a:lnTo>
                  <a:pt x="170" y="225"/>
                </a:lnTo>
                <a:lnTo>
                  <a:pt x="169" y="224"/>
                </a:lnTo>
                <a:lnTo>
                  <a:pt x="168" y="223"/>
                </a:lnTo>
                <a:lnTo>
                  <a:pt x="168" y="221"/>
                </a:lnTo>
                <a:lnTo>
                  <a:pt x="168" y="220"/>
                </a:lnTo>
                <a:lnTo>
                  <a:pt x="168" y="219"/>
                </a:lnTo>
                <a:lnTo>
                  <a:pt x="167" y="218"/>
                </a:lnTo>
                <a:lnTo>
                  <a:pt x="166" y="218"/>
                </a:lnTo>
                <a:lnTo>
                  <a:pt x="165" y="218"/>
                </a:lnTo>
                <a:lnTo>
                  <a:pt x="165" y="217"/>
                </a:lnTo>
                <a:lnTo>
                  <a:pt x="166" y="216"/>
                </a:lnTo>
                <a:lnTo>
                  <a:pt x="168" y="214"/>
                </a:lnTo>
                <a:lnTo>
                  <a:pt x="167" y="212"/>
                </a:lnTo>
                <a:lnTo>
                  <a:pt x="167" y="211"/>
                </a:lnTo>
                <a:lnTo>
                  <a:pt x="166" y="211"/>
                </a:lnTo>
                <a:lnTo>
                  <a:pt x="165" y="209"/>
                </a:lnTo>
                <a:lnTo>
                  <a:pt x="164" y="208"/>
                </a:lnTo>
                <a:lnTo>
                  <a:pt x="163" y="206"/>
                </a:lnTo>
                <a:lnTo>
                  <a:pt x="164" y="204"/>
                </a:lnTo>
                <a:lnTo>
                  <a:pt x="163" y="203"/>
                </a:lnTo>
                <a:lnTo>
                  <a:pt x="163" y="202"/>
                </a:lnTo>
                <a:lnTo>
                  <a:pt x="162" y="201"/>
                </a:lnTo>
                <a:lnTo>
                  <a:pt x="161" y="201"/>
                </a:lnTo>
                <a:lnTo>
                  <a:pt x="160" y="201"/>
                </a:lnTo>
                <a:lnTo>
                  <a:pt x="160" y="200"/>
                </a:lnTo>
                <a:lnTo>
                  <a:pt x="161" y="197"/>
                </a:lnTo>
                <a:lnTo>
                  <a:pt x="162" y="197"/>
                </a:lnTo>
                <a:lnTo>
                  <a:pt x="163" y="197"/>
                </a:lnTo>
                <a:lnTo>
                  <a:pt x="163" y="196"/>
                </a:lnTo>
                <a:lnTo>
                  <a:pt x="164" y="196"/>
                </a:lnTo>
                <a:lnTo>
                  <a:pt x="163" y="196"/>
                </a:lnTo>
                <a:lnTo>
                  <a:pt x="163" y="195"/>
                </a:lnTo>
                <a:lnTo>
                  <a:pt x="162" y="193"/>
                </a:lnTo>
                <a:lnTo>
                  <a:pt x="162" y="192"/>
                </a:lnTo>
                <a:lnTo>
                  <a:pt x="163" y="192"/>
                </a:lnTo>
                <a:lnTo>
                  <a:pt x="163" y="191"/>
                </a:lnTo>
                <a:lnTo>
                  <a:pt x="163" y="190"/>
                </a:lnTo>
                <a:lnTo>
                  <a:pt x="162" y="190"/>
                </a:lnTo>
                <a:lnTo>
                  <a:pt x="162" y="189"/>
                </a:lnTo>
                <a:lnTo>
                  <a:pt x="160" y="189"/>
                </a:lnTo>
                <a:lnTo>
                  <a:pt x="159" y="190"/>
                </a:lnTo>
                <a:lnTo>
                  <a:pt x="158" y="190"/>
                </a:lnTo>
                <a:lnTo>
                  <a:pt x="157" y="189"/>
                </a:lnTo>
                <a:lnTo>
                  <a:pt x="157" y="188"/>
                </a:lnTo>
                <a:lnTo>
                  <a:pt x="157" y="187"/>
                </a:lnTo>
                <a:lnTo>
                  <a:pt x="156" y="187"/>
                </a:lnTo>
                <a:lnTo>
                  <a:pt x="156" y="186"/>
                </a:lnTo>
                <a:lnTo>
                  <a:pt x="156" y="185"/>
                </a:lnTo>
                <a:lnTo>
                  <a:pt x="157" y="185"/>
                </a:lnTo>
                <a:lnTo>
                  <a:pt x="157" y="184"/>
                </a:lnTo>
                <a:lnTo>
                  <a:pt x="156" y="184"/>
                </a:lnTo>
                <a:lnTo>
                  <a:pt x="155" y="184"/>
                </a:lnTo>
                <a:lnTo>
                  <a:pt x="155" y="183"/>
                </a:lnTo>
                <a:lnTo>
                  <a:pt x="155" y="182"/>
                </a:lnTo>
                <a:lnTo>
                  <a:pt x="155" y="181"/>
                </a:lnTo>
                <a:lnTo>
                  <a:pt x="155" y="180"/>
                </a:lnTo>
                <a:lnTo>
                  <a:pt x="155" y="179"/>
                </a:lnTo>
                <a:lnTo>
                  <a:pt x="154" y="179"/>
                </a:lnTo>
                <a:lnTo>
                  <a:pt x="153" y="179"/>
                </a:lnTo>
                <a:lnTo>
                  <a:pt x="152" y="179"/>
                </a:lnTo>
                <a:lnTo>
                  <a:pt x="152" y="178"/>
                </a:lnTo>
                <a:lnTo>
                  <a:pt x="152" y="177"/>
                </a:lnTo>
                <a:lnTo>
                  <a:pt x="153" y="177"/>
                </a:lnTo>
                <a:lnTo>
                  <a:pt x="154" y="176"/>
                </a:lnTo>
                <a:lnTo>
                  <a:pt x="154" y="175"/>
                </a:lnTo>
                <a:lnTo>
                  <a:pt x="155" y="175"/>
                </a:lnTo>
                <a:lnTo>
                  <a:pt x="154" y="174"/>
                </a:lnTo>
                <a:lnTo>
                  <a:pt x="154" y="173"/>
                </a:lnTo>
                <a:lnTo>
                  <a:pt x="154" y="172"/>
                </a:lnTo>
                <a:lnTo>
                  <a:pt x="153" y="172"/>
                </a:lnTo>
                <a:lnTo>
                  <a:pt x="153" y="171"/>
                </a:lnTo>
                <a:lnTo>
                  <a:pt x="153" y="170"/>
                </a:lnTo>
                <a:lnTo>
                  <a:pt x="155" y="170"/>
                </a:lnTo>
                <a:lnTo>
                  <a:pt x="156" y="170"/>
                </a:lnTo>
                <a:lnTo>
                  <a:pt x="157" y="170"/>
                </a:lnTo>
                <a:lnTo>
                  <a:pt x="158" y="170"/>
                </a:lnTo>
                <a:lnTo>
                  <a:pt x="159" y="170"/>
                </a:lnTo>
                <a:lnTo>
                  <a:pt x="160" y="170"/>
                </a:lnTo>
                <a:lnTo>
                  <a:pt x="160" y="169"/>
                </a:lnTo>
                <a:lnTo>
                  <a:pt x="162" y="169"/>
                </a:lnTo>
                <a:lnTo>
                  <a:pt x="163" y="169"/>
                </a:lnTo>
                <a:lnTo>
                  <a:pt x="164" y="169"/>
                </a:lnTo>
                <a:lnTo>
                  <a:pt x="165" y="167"/>
                </a:lnTo>
                <a:lnTo>
                  <a:pt x="165" y="166"/>
                </a:lnTo>
                <a:lnTo>
                  <a:pt x="166" y="166"/>
                </a:lnTo>
                <a:lnTo>
                  <a:pt x="167" y="166"/>
                </a:lnTo>
                <a:lnTo>
                  <a:pt x="167" y="165"/>
                </a:lnTo>
                <a:lnTo>
                  <a:pt x="168" y="165"/>
                </a:lnTo>
                <a:lnTo>
                  <a:pt x="167" y="164"/>
                </a:lnTo>
                <a:lnTo>
                  <a:pt x="168" y="164"/>
                </a:lnTo>
                <a:lnTo>
                  <a:pt x="168" y="163"/>
                </a:lnTo>
                <a:lnTo>
                  <a:pt x="168" y="162"/>
                </a:lnTo>
                <a:lnTo>
                  <a:pt x="167" y="161"/>
                </a:lnTo>
                <a:lnTo>
                  <a:pt x="167" y="160"/>
                </a:lnTo>
                <a:lnTo>
                  <a:pt x="167" y="159"/>
                </a:lnTo>
                <a:lnTo>
                  <a:pt x="168" y="158"/>
                </a:lnTo>
                <a:lnTo>
                  <a:pt x="169" y="158"/>
                </a:lnTo>
                <a:lnTo>
                  <a:pt x="170" y="157"/>
                </a:lnTo>
                <a:lnTo>
                  <a:pt x="170" y="156"/>
                </a:lnTo>
                <a:lnTo>
                  <a:pt x="169" y="156"/>
                </a:lnTo>
                <a:lnTo>
                  <a:pt x="168" y="156"/>
                </a:lnTo>
                <a:lnTo>
                  <a:pt x="167" y="156"/>
                </a:lnTo>
                <a:lnTo>
                  <a:pt x="167" y="155"/>
                </a:lnTo>
                <a:lnTo>
                  <a:pt x="166" y="155"/>
                </a:lnTo>
                <a:lnTo>
                  <a:pt x="165" y="156"/>
                </a:lnTo>
                <a:lnTo>
                  <a:pt x="164" y="156"/>
                </a:lnTo>
                <a:lnTo>
                  <a:pt x="164" y="155"/>
                </a:lnTo>
                <a:lnTo>
                  <a:pt x="163" y="155"/>
                </a:lnTo>
                <a:lnTo>
                  <a:pt x="163" y="156"/>
                </a:lnTo>
                <a:lnTo>
                  <a:pt x="162" y="156"/>
                </a:lnTo>
                <a:lnTo>
                  <a:pt x="161" y="156"/>
                </a:lnTo>
                <a:lnTo>
                  <a:pt x="160" y="156"/>
                </a:lnTo>
                <a:lnTo>
                  <a:pt x="159" y="156"/>
                </a:lnTo>
                <a:lnTo>
                  <a:pt x="159" y="155"/>
                </a:lnTo>
                <a:lnTo>
                  <a:pt x="160" y="154"/>
                </a:lnTo>
                <a:lnTo>
                  <a:pt x="159" y="154"/>
                </a:lnTo>
                <a:lnTo>
                  <a:pt x="157" y="154"/>
                </a:lnTo>
                <a:lnTo>
                  <a:pt x="156" y="153"/>
                </a:lnTo>
                <a:lnTo>
                  <a:pt x="155" y="153"/>
                </a:lnTo>
                <a:lnTo>
                  <a:pt x="155" y="154"/>
                </a:lnTo>
                <a:lnTo>
                  <a:pt x="154" y="154"/>
                </a:lnTo>
                <a:lnTo>
                  <a:pt x="153" y="154"/>
                </a:lnTo>
                <a:lnTo>
                  <a:pt x="151" y="154"/>
                </a:lnTo>
                <a:lnTo>
                  <a:pt x="151" y="155"/>
                </a:lnTo>
                <a:lnTo>
                  <a:pt x="148" y="155"/>
                </a:lnTo>
                <a:lnTo>
                  <a:pt x="148" y="154"/>
                </a:lnTo>
                <a:lnTo>
                  <a:pt x="147" y="154"/>
                </a:lnTo>
                <a:lnTo>
                  <a:pt x="146" y="153"/>
                </a:lnTo>
                <a:lnTo>
                  <a:pt x="145" y="153"/>
                </a:lnTo>
                <a:lnTo>
                  <a:pt x="144" y="153"/>
                </a:lnTo>
                <a:lnTo>
                  <a:pt x="143" y="153"/>
                </a:lnTo>
                <a:lnTo>
                  <a:pt x="143" y="152"/>
                </a:lnTo>
                <a:lnTo>
                  <a:pt x="142" y="152"/>
                </a:lnTo>
                <a:lnTo>
                  <a:pt x="141" y="152"/>
                </a:lnTo>
                <a:lnTo>
                  <a:pt x="139" y="152"/>
                </a:lnTo>
                <a:lnTo>
                  <a:pt x="138" y="151"/>
                </a:lnTo>
                <a:lnTo>
                  <a:pt x="137" y="151"/>
                </a:lnTo>
                <a:lnTo>
                  <a:pt x="136" y="151"/>
                </a:lnTo>
                <a:lnTo>
                  <a:pt x="136" y="150"/>
                </a:lnTo>
                <a:lnTo>
                  <a:pt x="137" y="150"/>
                </a:lnTo>
                <a:lnTo>
                  <a:pt x="137" y="149"/>
                </a:lnTo>
                <a:lnTo>
                  <a:pt x="136" y="148"/>
                </a:lnTo>
                <a:lnTo>
                  <a:pt x="136" y="147"/>
                </a:lnTo>
                <a:lnTo>
                  <a:pt x="137" y="147"/>
                </a:lnTo>
                <a:lnTo>
                  <a:pt x="137" y="146"/>
                </a:lnTo>
                <a:lnTo>
                  <a:pt x="137" y="145"/>
                </a:lnTo>
                <a:lnTo>
                  <a:pt x="136" y="144"/>
                </a:lnTo>
                <a:lnTo>
                  <a:pt x="135" y="144"/>
                </a:lnTo>
                <a:lnTo>
                  <a:pt x="135" y="143"/>
                </a:lnTo>
                <a:lnTo>
                  <a:pt x="134" y="143"/>
                </a:lnTo>
                <a:lnTo>
                  <a:pt x="134" y="142"/>
                </a:lnTo>
                <a:lnTo>
                  <a:pt x="135" y="142"/>
                </a:lnTo>
                <a:lnTo>
                  <a:pt x="134" y="142"/>
                </a:lnTo>
                <a:lnTo>
                  <a:pt x="134" y="141"/>
                </a:lnTo>
                <a:lnTo>
                  <a:pt x="134" y="140"/>
                </a:lnTo>
                <a:lnTo>
                  <a:pt x="133" y="140"/>
                </a:lnTo>
                <a:lnTo>
                  <a:pt x="132" y="140"/>
                </a:lnTo>
                <a:lnTo>
                  <a:pt x="132" y="141"/>
                </a:lnTo>
                <a:lnTo>
                  <a:pt x="131" y="141"/>
                </a:lnTo>
                <a:lnTo>
                  <a:pt x="130" y="141"/>
                </a:lnTo>
                <a:lnTo>
                  <a:pt x="130" y="142"/>
                </a:lnTo>
                <a:lnTo>
                  <a:pt x="129" y="142"/>
                </a:lnTo>
                <a:lnTo>
                  <a:pt x="128" y="140"/>
                </a:lnTo>
                <a:lnTo>
                  <a:pt x="129" y="140"/>
                </a:lnTo>
                <a:lnTo>
                  <a:pt x="128" y="140"/>
                </a:lnTo>
                <a:lnTo>
                  <a:pt x="128" y="139"/>
                </a:lnTo>
                <a:lnTo>
                  <a:pt x="126" y="139"/>
                </a:lnTo>
                <a:lnTo>
                  <a:pt x="125" y="138"/>
                </a:lnTo>
                <a:lnTo>
                  <a:pt x="125" y="137"/>
                </a:lnTo>
                <a:lnTo>
                  <a:pt x="124" y="137"/>
                </a:lnTo>
                <a:lnTo>
                  <a:pt x="124" y="138"/>
                </a:lnTo>
                <a:lnTo>
                  <a:pt x="123" y="138"/>
                </a:lnTo>
                <a:lnTo>
                  <a:pt x="123" y="137"/>
                </a:lnTo>
                <a:lnTo>
                  <a:pt x="123" y="136"/>
                </a:lnTo>
                <a:lnTo>
                  <a:pt x="122" y="136"/>
                </a:lnTo>
                <a:lnTo>
                  <a:pt x="122" y="135"/>
                </a:lnTo>
                <a:lnTo>
                  <a:pt x="121" y="135"/>
                </a:lnTo>
                <a:lnTo>
                  <a:pt x="121" y="134"/>
                </a:lnTo>
                <a:lnTo>
                  <a:pt x="121" y="133"/>
                </a:lnTo>
                <a:lnTo>
                  <a:pt x="121" y="132"/>
                </a:lnTo>
                <a:lnTo>
                  <a:pt x="120" y="131"/>
                </a:lnTo>
                <a:lnTo>
                  <a:pt x="119" y="131"/>
                </a:lnTo>
                <a:lnTo>
                  <a:pt x="119" y="130"/>
                </a:lnTo>
                <a:lnTo>
                  <a:pt x="118" y="130"/>
                </a:lnTo>
                <a:lnTo>
                  <a:pt x="117" y="130"/>
                </a:lnTo>
                <a:lnTo>
                  <a:pt x="116" y="130"/>
                </a:lnTo>
                <a:lnTo>
                  <a:pt x="115" y="130"/>
                </a:lnTo>
                <a:lnTo>
                  <a:pt x="114" y="131"/>
                </a:lnTo>
                <a:lnTo>
                  <a:pt x="114" y="130"/>
                </a:lnTo>
                <a:lnTo>
                  <a:pt x="113" y="130"/>
                </a:lnTo>
                <a:lnTo>
                  <a:pt x="112" y="130"/>
                </a:lnTo>
                <a:lnTo>
                  <a:pt x="111" y="130"/>
                </a:lnTo>
                <a:lnTo>
                  <a:pt x="110" y="130"/>
                </a:lnTo>
                <a:lnTo>
                  <a:pt x="109" y="130"/>
                </a:lnTo>
                <a:lnTo>
                  <a:pt x="108" y="131"/>
                </a:lnTo>
                <a:lnTo>
                  <a:pt x="108" y="130"/>
                </a:lnTo>
                <a:lnTo>
                  <a:pt x="106" y="130"/>
                </a:lnTo>
                <a:lnTo>
                  <a:pt x="106" y="129"/>
                </a:lnTo>
                <a:lnTo>
                  <a:pt x="105" y="129"/>
                </a:lnTo>
                <a:lnTo>
                  <a:pt x="105" y="128"/>
                </a:lnTo>
                <a:lnTo>
                  <a:pt x="105" y="127"/>
                </a:lnTo>
                <a:lnTo>
                  <a:pt x="104" y="126"/>
                </a:lnTo>
                <a:lnTo>
                  <a:pt x="104" y="125"/>
                </a:lnTo>
                <a:lnTo>
                  <a:pt x="103" y="125"/>
                </a:lnTo>
                <a:lnTo>
                  <a:pt x="102" y="125"/>
                </a:lnTo>
                <a:lnTo>
                  <a:pt x="102" y="126"/>
                </a:lnTo>
                <a:lnTo>
                  <a:pt x="101" y="126"/>
                </a:lnTo>
                <a:lnTo>
                  <a:pt x="101" y="127"/>
                </a:lnTo>
                <a:lnTo>
                  <a:pt x="101" y="128"/>
                </a:lnTo>
                <a:lnTo>
                  <a:pt x="100" y="128"/>
                </a:lnTo>
                <a:lnTo>
                  <a:pt x="100" y="129"/>
                </a:lnTo>
                <a:lnTo>
                  <a:pt x="101" y="129"/>
                </a:lnTo>
                <a:lnTo>
                  <a:pt x="101" y="130"/>
                </a:lnTo>
                <a:lnTo>
                  <a:pt x="100" y="130"/>
                </a:lnTo>
                <a:lnTo>
                  <a:pt x="99" y="130"/>
                </a:lnTo>
                <a:lnTo>
                  <a:pt x="99" y="131"/>
                </a:lnTo>
                <a:lnTo>
                  <a:pt x="99" y="132"/>
                </a:lnTo>
                <a:lnTo>
                  <a:pt x="98" y="132"/>
                </a:lnTo>
                <a:lnTo>
                  <a:pt x="98" y="133"/>
                </a:lnTo>
                <a:lnTo>
                  <a:pt x="97" y="134"/>
                </a:lnTo>
                <a:lnTo>
                  <a:pt x="96" y="134"/>
                </a:lnTo>
                <a:lnTo>
                  <a:pt x="95" y="134"/>
                </a:lnTo>
                <a:lnTo>
                  <a:pt x="95" y="135"/>
                </a:lnTo>
                <a:lnTo>
                  <a:pt x="96" y="136"/>
                </a:lnTo>
                <a:lnTo>
                  <a:pt x="95" y="137"/>
                </a:lnTo>
                <a:lnTo>
                  <a:pt x="94" y="137"/>
                </a:lnTo>
                <a:lnTo>
                  <a:pt x="94" y="136"/>
                </a:lnTo>
                <a:lnTo>
                  <a:pt x="93" y="137"/>
                </a:lnTo>
                <a:lnTo>
                  <a:pt x="92" y="137"/>
                </a:lnTo>
                <a:lnTo>
                  <a:pt x="92" y="138"/>
                </a:lnTo>
                <a:lnTo>
                  <a:pt x="90" y="138"/>
                </a:lnTo>
                <a:lnTo>
                  <a:pt x="91" y="138"/>
                </a:lnTo>
                <a:lnTo>
                  <a:pt x="91" y="139"/>
                </a:lnTo>
                <a:lnTo>
                  <a:pt x="91" y="140"/>
                </a:lnTo>
                <a:lnTo>
                  <a:pt x="90" y="141"/>
                </a:lnTo>
                <a:lnTo>
                  <a:pt x="90" y="142"/>
                </a:lnTo>
                <a:lnTo>
                  <a:pt x="89" y="142"/>
                </a:lnTo>
                <a:lnTo>
                  <a:pt x="89" y="143"/>
                </a:lnTo>
                <a:lnTo>
                  <a:pt x="88" y="143"/>
                </a:lnTo>
                <a:lnTo>
                  <a:pt x="87" y="143"/>
                </a:lnTo>
                <a:lnTo>
                  <a:pt x="85" y="145"/>
                </a:lnTo>
                <a:lnTo>
                  <a:pt x="84" y="146"/>
                </a:lnTo>
                <a:lnTo>
                  <a:pt x="84" y="147"/>
                </a:lnTo>
                <a:lnTo>
                  <a:pt x="84" y="148"/>
                </a:lnTo>
                <a:lnTo>
                  <a:pt x="83" y="148"/>
                </a:lnTo>
                <a:lnTo>
                  <a:pt x="82" y="148"/>
                </a:lnTo>
                <a:lnTo>
                  <a:pt x="82" y="149"/>
                </a:lnTo>
                <a:lnTo>
                  <a:pt x="81" y="149"/>
                </a:lnTo>
                <a:lnTo>
                  <a:pt x="82" y="149"/>
                </a:lnTo>
                <a:lnTo>
                  <a:pt x="81" y="150"/>
                </a:lnTo>
                <a:lnTo>
                  <a:pt x="80" y="152"/>
                </a:lnTo>
                <a:lnTo>
                  <a:pt x="79" y="152"/>
                </a:lnTo>
                <a:lnTo>
                  <a:pt x="79" y="153"/>
                </a:lnTo>
                <a:lnTo>
                  <a:pt x="78" y="153"/>
                </a:lnTo>
                <a:lnTo>
                  <a:pt x="77" y="153"/>
                </a:lnTo>
                <a:lnTo>
                  <a:pt x="74" y="153"/>
                </a:lnTo>
                <a:lnTo>
                  <a:pt x="73" y="153"/>
                </a:lnTo>
                <a:lnTo>
                  <a:pt x="73" y="152"/>
                </a:lnTo>
                <a:lnTo>
                  <a:pt x="72" y="152"/>
                </a:lnTo>
                <a:lnTo>
                  <a:pt x="72" y="153"/>
                </a:lnTo>
                <a:lnTo>
                  <a:pt x="71" y="153"/>
                </a:lnTo>
                <a:lnTo>
                  <a:pt x="70" y="153"/>
                </a:lnTo>
                <a:lnTo>
                  <a:pt x="69" y="153"/>
                </a:lnTo>
                <a:lnTo>
                  <a:pt x="69" y="152"/>
                </a:lnTo>
                <a:lnTo>
                  <a:pt x="68" y="152"/>
                </a:lnTo>
                <a:lnTo>
                  <a:pt x="67" y="152"/>
                </a:lnTo>
                <a:lnTo>
                  <a:pt x="66" y="152"/>
                </a:lnTo>
                <a:lnTo>
                  <a:pt x="66" y="151"/>
                </a:lnTo>
                <a:lnTo>
                  <a:pt x="65" y="151"/>
                </a:lnTo>
                <a:lnTo>
                  <a:pt x="64" y="151"/>
                </a:lnTo>
                <a:lnTo>
                  <a:pt x="63" y="150"/>
                </a:lnTo>
                <a:lnTo>
                  <a:pt x="62" y="150"/>
                </a:lnTo>
                <a:lnTo>
                  <a:pt x="60" y="150"/>
                </a:lnTo>
                <a:lnTo>
                  <a:pt x="60" y="149"/>
                </a:lnTo>
                <a:lnTo>
                  <a:pt x="59" y="149"/>
                </a:lnTo>
                <a:lnTo>
                  <a:pt x="59" y="150"/>
                </a:lnTo>
                <a:lnTo>
                  <a:pt x="59" y="149"/>
                </a:lnTo>
                <a:lnTo>
                  <a:pt x="58" y="149"/>
                </a:lnTo>
                <a:lnTo>
                  <a:pt x="57" y="149"/>
                </a:lnTo>
                <a:lnTo>
                  <a:pt x="57" y="147"/>
                </a:lnTo>
                <a:lnTo>
                  <a:pt x="56" y="145"/>
                </a:lnTo>
                <a:lnTo>
                  <a:pt x="56" y="144"/>
                </a:lnTo>
                <a:lnTo>
                  <a:pt x="55" y="144"/>
                </a:lnTo>
                <a:lnTo>
                  <a:pt x="55" y="143"/>
                </a:lnTo>
                <a:lnTo>
                  <a:pt x="54" y="142"/>
                </a:lnTo>
                <a:lnTo>
                  <a:pt x="53" y="142"/>
                </a:lnTo>
                <a:lnTo>
                  <a:pt x="53" y="141"/>
                </a:lnTo>
                <a:lnTo>
                  <a:pt x="52" y="141"/>
                </a:lnTo>
                <a:lnTo>
                  <a:pt x="52" y="140"/>
                </a:lnTo>
                <a:lnTo>
                  <a:pt x="51" y="140"/>
                </a:lnTo>
                <a:lnTo>
                  <a:pt x="51" y="139"/>
                </a:lnTo>
                <a:lnTo>
                  <a:pt x="52" y="139"/>
                </a:lnTo>
                <a:lnTo>
                  <a:pt x="52" y="138"/>
                </a:lnTo>
                <a:lnTo>
                  <a:pt x="52" y="137"/>
                </a:lnTo>
                <a:lnTo>
                  <a:pt x="53" y="137"/>
                </a:lnTo>
                <a:lnTo>
                  <a:pt x="53" y="136"/>
                </a:lnTo>
                <a:lnTo>
                  <a:pt x="52" y="136"/>
                </a:lnTo>
                <a:lnTo>
                  <a:pt x="52" y="135"/>
                </a:lnTo>
                <a:lnTo>
                  <a:pt x="51" y="135"/>
                </a:lnTo>
                <a:lnTo>
                  <a:pt x="50" y="135"/>
                </a:lnTo>
                <a:lnTo>
                  <a:pt x="50" y="134"/>
                </a:lnTo>
                <a:lnTo>
                  <a:pt x="49" y="133"/>
                </a:lnTo>
                <a:lnTo>
                  <a:pt x="46" y="134"/>
                </a:lnTo>
                <a:lnTo>
                  <a:pt x="45" y="134"/>
                </a:lnTo>
                <a:lnTo>
                  <a:pt x="44" y="134"/>
                </a:lnTo>
                <a:lnTo>
                  <a:pt x="42" y="134"/>
                </a:lnTo>
                <a:lnTo>
                  <a:pt x="41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39" y="131"/>
                </a:lnTo>
                <a:lnTo>
                  <a:pt x="38" y="131"/>
                </a:lnTo>
                <a:lnTo>
                  <a:pt x="38" y="132"/>
                </a:lnTo>
                <a:lnTo>
                  <a:pt x="37" y="132"/>
                </a:lnTo>
                <a:lnTo>
                  <a:pt x="36" y="132"/>
                </a:lnTo>
                <a:lnTo>
                  <a:pt x="35" y="132"/>
                </a:lnTo>
                <a:lnTo>
                  <a:pt x="34" y="131"/>
                </a:lnTo>
                <a:lnTo>
                  <a:pt x="34" y="130"/>
                </a:lnTo>
                <a:lnTo>
                  <a:pt x="33" y="130"/>
                </a:lnTo>
                <a:lnTo>
                  <a:pt x="33" y="129"/>
                </a:lnTo>
                <a:lnTo>
                  <a:pt x="32" y="129"/>
                </a:lnTo>
                <a:lnTo>
                  <a:pt x="31" y="129"/>
                </a:lnTo>
                <a:lnTo>
                  <a:pt x="30" y="129"/>
                </a:lnTo>
                <a:lnTo>
                  <a:pt x="29" y="129"/>
                </a:lnTo>
                <a:lnTo>
                  <a:pt x="29" y="128"/>
                </a:lnTo>
                <a:lnTo>
                  <a:pt x="27" y="128"/>
                </a:lnTo>
                <a:lnTo>
                  <a:pt x="26" y="127"/>
                </a:lnTo>
                <a:lnTo>
                  <a:pt x="25" y="127"/>
                </a:lnTo>
                <a:lnTo>
                  <a:pt x="24" y="127"/>
                </a:lnTo>
                <a:lnTo>
                  <a:pt x="24" y="126"/>
                </a:lnTo>
                <a:lnTo>
                  <a:pt x="23" y="126"/>
                </a:lnTo>
                <a:lnTo>
                  <a:pt x="23" y="125"/>
                </a:lnTo>
                <a:lnTo>
                  <a:pt x="23" y="124"/>
                </a:lnTo>
                <a:lnTo>
                  <a:pt x="22" y="124"/>
                </a:lnTo>
                <a:lnTo>
                  <a:pt x="21" y="124"/>
                </a:lnTo>
                <a:lnTo>
                  <a:pt x="21" y="123"/>
                </a:lnTo>
                <a:lnTo>
                  <a:pt x="19" y="123"/>
                </a:lnTo>
                <a:lnTo>
                  <a:pt x="18" y="123"/>
                </a:lnTo>
                <a:lnTo>
                  <a:pt x="17" y="123"/>
                </a:lnTo>
                <a:lnTo>
                  <a:pt x="17" y="122"/>
                </a:lnTo>
                <a:lnTo>
                  <a:pt x="16" y="121"/>
                </a:lnTo>
                <a:lnTo>
                  <a:pt x="15" y="121"/>
                </a:lnTo>
                <a:lnTo>
                  <a:pt x="15" y="120"/>
                </a:lnTo>
                <a:lnTo>
                  <a:pt x="14" y="119"/>
                </a:lnTo>
                <a:lnTo>
                  <a:pt x="14" y="118"/>
                </a:lnTo>
                <a:lnTo>
                  <a:pt x="13" y="118"/>
                </a:lnTo>
                <a:lnTo>
                  <a:pt x="12" y="118"/>
                </a:lnTo>
                <a:lnTo>
                  <a:pt x="10" y="116"/>
                </a:lnTo>
                <a:lnTo>
                  <a:pt x="9" y="116"/>
                </a:lnTo>
                <a:lnTo>
                  <a:pt x="9" y="117"/>
                </a:lnTo>
                <a:lnTo>
                  <a:pt x="8" y="117"/>
                </a:lnTo>
                <a:lnTo>
                  <a:pt x="7" y="117"/>
                </a:lnTo>
                <a:lnTo>
                  <a:pt x="6" y="117"/>
                </a:lnTo>
                <a:lnTo>
                  <a:pt x="5" y="118"/>
                </a:lnTo>
                <a:lnTo>
                  <a:pt x="4" y="118"/>
                </a:lnTo>
                <a:lnTo>
                  <a:pt x="3" y="117"/>
                </a:lnTo>
                <a:lnTo>
                  <a:pt x="1" y="117"/>
                </a:lnTo>
                <a:lnTo>
                  <a:pt x="0" y="116"/>
                </a:lnTo>
                <a:lnTo>
                  <a:pt x="0" y="115"/>
                </a:lnTo>
                <a:lnTo>
                  <a:pt x="1" y="115"/>
                </a:lnTo>
                <a:lnTo>
                  <a:pt x="2" y="114"/>
                </a:lnTo>
                <a:lnTo>
                  <a:pt x="2" y="113"/>
                </a:lnTo>
                <a:lnTo>
                  <a:pt x="3" y="113"/>
                </a:lnTo>
                <a:lnTo>
                  <a:pt x="4" y="113"/>
                </a:lnTo>
                <a:lnTo>
                  <a:pt x="5" y="113"/>
                </a:lnTo>
                <a:lnTo>
                  <a:pt x="5" y="112"/>
                </a:lnTo>
                <a:lnTo>
                  <a:pt x="6" y="112"/>
                </a:lnTo>
                <a:lnTo>
                  <a:pt x="6" y="111"/>
                </a:lnTo>
                <a:lnTo>
                  <a:pt x="7" y="111"/>
                </a:lnTo>
                <a:lnTo>
                  <a:pt x="8" y="110"/>
                </a:lnTo>
                <a:lnTo>
                  <a:pt x="9" y="110"/>
                </a:lnTo>
                <a:lnTo>
                  <a:pt x="10" y="110"/>
                </a:lnTo>
                <a:lnTo>
                  <a:pt x="10" y="109"/>
                </a:lnTo>
                <a:lnTo>
                  <a:pt x="11" y="109"/>
                </a:lnTo>
                <a:lnTo>
                  <a:pt x="11" y="108"/>
                </a:lnTo>
                <a:lnTo>
                  <a:pt x="11" y="107"/>
                </a:lnTo>
                <a:lnTo>
                  <a:pt x="12" y="107"/>
                </a:lnTo>
                <a:lnTo>
                  <a:pt x="13" y="107"/>
                </a:lnTo>
                <a:lnTo>
                  <a:pt x="12" y="107"/>
                </a:lnTo>
                <a:lnTo>
                  <a:pt x="13" y="106"/>
                </a:lnTo>
                <a:lnTo>
                  <a:pt x="14" y="106"/>
                </a:lnTo>
                <a:lnTo>
                  <a:pt x="16" y="106"/>
                </a:lnTo>
                <a:lnTo>
                  <a:pt x="16" y="105"/>
                </a:lnTo>
                <a:lnTo>
                  <a:pt x="17" y="105"/>
                </a:lnTo>
                <a:lnTo>
                  <a:pt x="18" y="105"/>
                </a:lnTo>
                <a:lnTo>
                  <a:pt x="19" y="105"/>
                </a:lnTo>
                <a:lnTo>
                  <a:pt x="20" y="105"/>
                </a:lnTo>
                <a:lnTo>
                  <a:pt x="20" y="104"/>
                </a:lnTo>
                <a:lnTo>
                  <a:pt x="21" y="104"/>
                </a:lnTo>
                <a:lnTo>
                  <a:pt x="21" y="103"/>
                </a:lnTo>
                <a:lnTo>
                  <a:pt x="22" y="103"/>
                </a:lnTo>
                <a:lnTo>
                  <a:pt x="23" y="103"/>
                </a:lnTo>
                <a:lnTo>
                  <a:pt x="24" y="102"/>
                </a:lnTo>
                <a:lnTo>
                  <a:pt x="26" y="100"/>
                </a:lnTo>
                <a:lnTo>
                  <a:pt x="27" y="100"/>
                </a:lnTo>
                <a:lnTo>
                  <a:pt x="27" y="99"/>
                </a:lnTo>
                <a:lnTo>
                  <a:pt x="28" y="99"/>
                </a:lnTo>
                <a:lnTo>
                  <a:pt x="28" y="98"/>
                </a:lnTo>
                <a:lnTo>
                  <a:pt x="29" y="97"/>
                </a:lnTo>
                <a:lnTo>
                  <a:pt x="29" y="96"/>
                </a:lnTo>
                <a:lnTo>
                  <a:pt x="30" y="96"/>
                </a:lnTo>
                <a:lnTo>
                  <a:pt x="30" y="95"/>
                </a:lnTo>
                <a:lnTo>
                  <a:pt x="30" y="94"/>
                </a:lnTo>
                <a:lnTo>
                  <a:pt x="33" y="94"/>
                </a:lnTo>
                <a:lnTo>
                  <a:pt x="34" y="94"/>
                </a:lnTo>
                <a:lnTo>
                  <a:pt x="34" y="93"/>
                </a:lnTo>
                <a:lnTo>
                  <a:pt x="35" y="93"/>
                </a:lnTo>
                <a:lnTo>
                  <a:pt x="36" y="92"/>
                </a:lnTo>
                <a:lnTo>
                  <a:pt x="37" y="91"/>
                </a:lnTo>
                <a:lnTo>
                  <a:pt x="40" y="89"/>
                </a:lnTo>
                <a:lnTo>
                  <a:pt x="41" y="89"/>
                </a:lnTo>
                <a:lnTo>
                  <a:pt x="42" y="89"/>
                </a:lnTo>
                <a:lnTo>
                  <a:pt x="42" y="88"/>
                </a:lnTo>
                <a:lnTo>
                  <a:pt x="43" y="88"/>
                </a:lnTo>
                <a:lnTo>
                  <a:pt x="43" y="87"/>
                </a:lnTo>
                <a:lnTo>
                  <a:pt x="43" y="86"/>
                </a:lnTo>
                <a:lnTo>
                  <a:pt x="44" y="86"/>
                </a:lnTo>
                <a:lnTo>
                  <a:pt x="45" y="85"/>
                </a:lnTo>
                <a:lnTo>
                  <a:pt x="45" y="84"/>
                </a:lnTo>
                <a:lnTo>
                  <a:pt x="45" y="83"/>
                </a:lnTo>
                <a:lnTo>
                  <a:pt x="44" y="83"/>
                </a:lnTo>
                <a:lnTo>
                  <a:pt x="44" y="82"/>
                </a:lnTo>
                <a:lnTo>
                  <a:pt x="44" y="81"/>
                </a:lnTo>
                <a:lnTo>
                  <a:pt x="45" y="81"/>
                </a:lnTo>
                <a:lnTo>
                  <a:pt x="45" y="80"/>
                </a:lnTo>
                <a:lnTo>
                  <a:pt x="44" y="80"/>
                </a:lnTo>
                <a:lnTo>
                  <a:pt x="45" y="80"/>
                </a:lnTo>
                <a:lnTo>
                  <a:pt x="46" y="80"/>
                </a:lnTo>
                <a:lnTo>
                  <a:pt x="48" y="80"/>
                </a:lnTo>
                <a:lnTo>
                  <a:pt x="48" y="79"/>
                </a:lnTo>
                <a:lnTo>
                  <a:pt x="49" y="78"/>
                </a:lnTo>
                <a:lnTo>
                  <a:pt x="50" y="78"/>
                </a:lnTo>
                <a:lnTo>
                  <a:pt x="51" y="78"/>
                </a:lnTo>
                <a:lnTo>
                  <a:pt x="51" y="77"/>
                </a:lnTo>
                <a:lnTo>
                  <a:pt x="52" y="76"/>
                </a:lnTo>
                <a:lnTo>
                  <a:pt x="52" y="75"/>
                </a:lnTo>
                <a:lnTo>
                  <a:pt x="53" y="74"/>
                </a:lnTo>
                <a:lnTo>
                  <a:pt x="53" y="73"/>
                </a:lnTo>
                <a:lnTo>
                  <a:pt x="53" y="72"/>
                </a:lnTo>
                <a:lnTo>
                  <a:pt x="54" y="72"/>
                </a:lnTo>
                <a:lnTo>
                  <a:pt x="54" y="71"/>
                </a:lnTo>
                <a:lnTo>
                  <a:pt x="55" y="71"/>
                </a:lnTo>
                <a:lnTo>
                  <a:pt x="55" y="70"/>
                </a:lnTo>
                <a:lnTo>
                  <a:pt x="55" y="69"/>
                </a:lnTo>
                <a:lnTo>
                  <a:pt x="56" y="69"/>
                </a:lnTo>
                <a:lnTo>
                  <a:pt x="56" y="68"/>
                </a:lnTo>
                <a:lnTo>
                  <a:pt x="56" y="67"/>
                </a:lnTo>
                <a:lnTo>
                  <a:pt x="57" y="67"/>
                </a:lnTo>
                <a:lnTo>
                  <a:pt x="58" y="67"/>
                </a:lnTo>
                <a:lnTo>
                  <a:pt x="59" y="67"/>
                </a:lnTo>
                <a:lnTo>
                  <a:pt x="60" y="67"/>
                </a:lnTo>
                <a:lnTo>
                  <a:pt x="61" y="66"/>
                </a:lnTo>
                <a:lnTo>
                  <a:pt x="62" y="65"/>
                </a:lnTo>
                <a:lnTo>
                  <a:pt x="63" y="65"/>
                </a:lnTo>
                <a:lnTo>
                  <a:pt x="64" y="65"/>
                </a:lnTo>
                <a:lnTo>
                  <a:pt x="64" y="64"/>
                </a:lnTo>
                <a:lnTo>
                  <a:pt x="64" y="63"/>
                </a:lnTo>
                <a:lnTo>
                  <a:pt x="65" y="63"/>
                </a:lnTo>
                <a:lnTo>
                  <a:pt x="65" y="62"/>
                </a:lnTo>
                <a:lnTo>
                  <a:pt x="65" y="61"/>
                </a:lnTo>
                <a:lnTo>
                  <a:pt x="66" y="61"/>
                </a:lnTo>
                <a:lnTo>
                  <a:pt x="67" y="61"/>
                </a:lnTo>
                <a:lnTo>
                  <a:pt x="67" y="60"/>
                </a:lnTo>
                <a:lnTo>
                  <a:pt x="67" y="59"/>
                </a:lnTo>
                <a:lnTo>
                  <a:pt x="66" y="59"/>
                </a:lnTo>
                <a:lnTo>
                  <a:pt x="66" y="58"/>
                </a:lnTo>
                <a:lnTo>
                  <a:pt x="65" y="58"/>
                </a:lnTo>
                <a:lnTo>
                  <a:pt x="64" y="58"/>
                </a:lnTo>
                <a:lnTo>
                  <a:pt x="64" y="57"/>
                </a:lnTo>
                <a:lnTo>
                  <a:pt x="63" y="57"/>
                </a:lnTo>
                <a:lnTo>
                  <a:pt x="63" y="56"/>
                </a:lnTo>
                <a:lnTo>
                  <a:pt x="62" y="56"/>
                </a:lnTo>
                <a:lnTo>
                  <a:pt x="63" y="55"/>
                </a:lnTo>
                <a:lnTo>
                  <a:pt x="64" y="55"/>
                </a:lnTo>
                <a:lnTo>
                  <a:pt x="63" y="54"/>
                </a:lnTo>
                <a:lnTo>
                  <a:pt x="63" y="53"/>
                </a:lnTo>
                <a:lnTo>
                  <a:pt x="64" y="53"/>
                </a:lnTo>
                <a:lnTo>
                  <a:pt x="63" y="53"/>
                </a:lnTo>
                <a:lnTo>
                  <a:pt x="62" y="52"/>
                </a:lnTo>
                <a:lnTo>
                  <a:pt x="61" y="51"/>
                </a:lnTo>
                <a:lnTo>
                  <a:pt x="61" y="50"/>
                </a:lnTo>
                <a:lnTo>
                  <a:pt x="60" y="49"/>
                </a:lnTo>
                <a:lnTo>
                  <a:pt x="59" y="50"/>
                </a:lnTo>
                <a:lnTo>
                  <a:pt x="58" y="50"/>
                </a:lnTo>
                <a:lnTo>
                  <a:pt x="57" y="50"/>
                </a:lnTo>
                <a:lnTo>
                  <a:pt x="57" y="49"/>
                </a:lnTo>
                <a:lnTo>
                  <a:pt x="56" y="49"/>
                </a:lnTo>
                <a:lnTo>
                  <a:pt x="55" y="48"/>
                </a:lnTo>
                <a:lnTo>
                  <a:pt x="54" y="48"/>
                </a:lnTo>
                <a:lnTo>
                  <a:pt x="53" y="48"/>
                </a:lnTo>
                <a:lnTo>
                  <a:pt x="52" y="47"/>
                </a:lnTo>
                <a:lnTo>
                  <a:pt x="51" y="47"/>
                </a:lnTo>
                <a:lnTo>
                  <a:pt x="51" y="46"/>
                </a:lnTo>
                <a:lnTo>
                  <a:pt x="50" y="46"/>
                </a:lnTo>
                <a:lnTo>
                  <a:pt x="50" y="44"/>
                </a:lnTo>
                <a:lnTo>
                  <a:pt x="51" y="44"/>
                </a:lnTo>
                <a:lnTo>
                  <a:pt x="52" y="43"/>
                </a:lnTo>
                <a:lnTo>
                  <a:pt x="52" y="42"/>
                </a:lnTo>
                <a:lnTo>
                  <a:pt x="52" y="41"/>
                </a:lnTo>
                <a:lnTo>
                  <a:pt x="53" y="40"/>
                </a:lnTo>
                <a:lnTo>
                  <a:pt x="53" y="39"/>
                </a:lnTo>
                <a:lnTo>
                  <a:pt x="53" y="38"/>
                </a:lnTo>
                <a:lnTo>
                  <a:pt x="52" y="38"/>
                </a:lnTo>
                <a:lnTo>
                  <a:pt x="51" y="38"/>
                </a:lnTo>
                <a:lnTo>
                  <a:pt x="50" y="37"/>
                </a:lnTo>
                <a:lnTo>
                  <a:pt x="50" y="36"/>
                </a:lnTo>
                <a:lnTo>
                  <a:pt x="49" y="36"/>
                </a:lnTo>
                <a:lnTo>
                  <a:pt x="48" y="36"/>
                </a:lnTo>
                <a:lnTo>
                  <a:pt x="45" y="36"/>
                </a:lnTo>
                <a:lnTo>
                  <a:pt x="44" y="35"/>
                </a:lnTo>
                <a:lnTo>
                  <a:pt x="43" y="35"/>
                </a:lnTo>
                <a:lnTo>
                  <a:pt x="43" y="34"/>
                </a:lnTo>
                <a:lnTo>
                  <a:pt x="42" y="34"/>
                </a:lnTo>
                <a:lnTo>
                  <a:pt x="42" y="33"/>
                </a:lnTo>
                <a:lnTo>
                  <a:pt x="41" y="33"/>
                </a:lnTo>
                <a:lnTo>
                  <a:pt x="41" y="32"/>
                </a:lnTo>
                <a:lnTo>
                  <a:pt x="40" y="32"/>
                </a:lnTo>
                <a:lnTo>
                  <a:pt x="39" y="32"/>
                </a:lnTo>
                <a:lnTo>
                  <a:pt x="38" y="32"/>
                </a:lnTo>
                <a:lnTo>
                  <a:pt x="38" y="31"/>
                </a:lnTo>
                <a:lnTo>
                  <a:pt x="37" y="31"/>
                </a:lnTo>
                <a:lnTo>
                  <a:pt x="37" y="30"/>
                </a:lnTo>
                <a:lnTo>
                  <a:pt x="36" y="29"/>
                </a:lnTo>
                <a:lnTo>
                  <a:pt x="35" y="29"/>
                </a:lnTo>
                <a:lnTo>
                  <a:pt x="34" y="29"/>
                </a:lnTo>
                <a:lnTo>
                  <a:pt x="33" y="28"/>
                </a:lnTo>
                <a:lnTo>
                  <a:pt x="33" y="27"/>
                </a:lnTo>
                <a:lnTo>
                  <a:pt x="34" y="27"/>
                </a:lnTo>
                <a:lnTo>
                  <a:pt x="35" y="27"/>
                </a:lnTo>
                <a:lnTo>
                  <a:pt x="36" y="27"/>
                </a:lnTo>
                <a:lnTo>
                  <a:pt x="37" y="26"/>
                </a:lnTo>
                <a:lnTo>
                  <a:pt x="38" y="26"/>
                </a:lnTo>
                <a:lnTo>
                  <a:pt x="39" y="26"/>
                </a:lnTo>
                <a:lnTo>
                  <a:pt x="40" y="26"/>
                </a:lnTo>
                <a:lnTo>
                  <a:pt x="41" y="25"/>
                </a:lnTo>
                <a:lnTo>
                  <a:pt x="42" y="25"/>
                </a:lnTo>
                <a:lnTo>
                  <a:pt x="44" y="25"/>
                </a:lnTo>
                <a:lnTo>
                  <a:pt x="44" y="24"/>
                </a:lnTo>
                <a:lnTo>
                  <a:pt x="45" y="24"/>
                </a:lnTo>
                <a:lnTo>
                  <a:pt x="46" y="24"/>
                </a:lnTo>
                <a:lnTo>
                  <a:pt x="46" y="23"/>
                </a:lnTo>
                <a:lnTo>
                  <a:pt x="48" y="23"/>
                </a:lnTo>
                <a:lnTo>
                  <a:pt x="49" y="23"/>
                </a:lnTo>
                <a:lnTo>
                  <a:pt x="50" y="23"/>
                </a:lnTo>
                <a:lnTo>
                  <a:pt x="50" y="22"/>
                </a:lnTo>
                <a:lnTo>
                  <a:pt x="51" y="22"/>
                </a:lnTo>
                <a:lnTo>
                  <a:pt x="52" y="21"/>
                </a:lnTo>
                <a:lnTo>
                  <a:pt x="53" y="21"/>
                </a:lnTo>
                <a:lnTo>
                  <a:pt x="54" y="20"/>
                </a:lnTo>
                <a:lnTo>
                  <a:pt x="55" y="20"/>
                </a:lnTo>
                <a:lnTo>
                  <a:pt x="56" y="20"/>
                </a:lnTo>
                <a:lnTo>
                  <a:pt x="57" y="21"/>
                </a:lnTo>
                <a:lnTo>
                  <a:pt x="58" y="21"/>
                </a:lnTo>
                <a:lnTo>
                  <a:pt x="59" y="21"/>
                </a:lnTo>
                <a:lnTo>
                  <a:pt x="60" y="21"/>
                </a:lnTo>
                <a:lnTo>
                  <a:pt x="61" y="21"/>
                </a:lnTo>
                <a:lnTo>
                  <a:pt x="61" y="20"/>
                </a:lnTo>
                <a:lnTo>
                  <a:pt x="62" y="20"/>
                </a:lnTo>
                <a:lnTo>
                  <a:pt x="63" y="20"/>
                </a:lnTo>
                <a:lnTo>
                  <a:pt x="63" y="19"/>
                </a:lnTo>
                <a:lnTo>
                  <a:pt x="64" y="19"/>
                </a:lnTo>
                <a:lnTo>
                  <a:pt x="65" y="19"/>
                </a:lnTo>
                <a:lnTo>
                  <a:pt x="66" y="18"/>
                </a:lnTo>
                <a:lnTo>
                  <a:pt x="67" y="18"/>
                </a:lnTo>
                <a:lnTo>
                  <a:pt x="67" y="17"/>
                </a:lnTo>
                <a:lnTo>
                  <a:pt x="68" y="17"/>
                </a:lnTo>
                <a:lnTo>
                  <a:pt x="70" y="17"/>
                </a:lnTo>
                <a:lnTo>
                  <a:pt x="71" y="17"/>
                </a:lnTo>
                <a:lnTo>
                  <a:pt x="72" y="17"/>
                </a:lnTo>
                <a:lnTo>
                  <a:pt x="72" y="16"/>
                </a:lnTo>
                <a:lnTo>
                  <a:pt x="73" y="16"/>
                </a:lnTo>
                <a:lnTo>
                  <a:pt x="74" y="16"/>
                </a:lnTo>
                <a:lnTo>
                  <a:pt x="75" y="16"/>
                </a:lnTo>
                <a:lnTo>
                  <a:pt x="76" y="17"/>
                </a:lnTo>
                <a:lnTo>
                  <a:pt x="78" y="17"/>
                </a:lnTo>
                <a:lnTo>
                  <a:pt x="78" y="16"/>
                </a:lnTo>
                <a:lnTo>
                  <a:pt x="79" y="16"/>
                </a:lnTo>
                <a:lnTo>
                  <a:pt x="80" y="16"/>
                </a:lnTo>
                <a:lnTo>
                  <a:pt x="82" y="16"/>
                </a:lnTo>
                <a:lnTo>
                  <a:pt x="86" y="16"/>
                </a:lnTo>
                <a:lnTo>
                  <a:pt x="88" y="16"/>
                </a:lnTo>
                <a:lnTo>
                  <a:pt x="89" y="16"/>
                </a:lnTo>
                <a:lnTo>
                  <a:pt x="90" y="16"/>
                </a:lnTo>
                <a:lnTo>
                  <a:pt x="91" y="16"/>
                </a:lnTo>
                <a:lnTo>
                  <a:pt x="93" y="17"/>
                </a:lnTo>
                <a:lnTo>
                  <a:pt x="96" y="17"/>
                </a:lnTo>
                <a:lnTo>
                  <a:pt x="97" y="17"/>
                </a:lnTo>
                <a:lnTo>
                  <a:pt x="98" y="16"/>
                </a:lnTo>
                <a:lnTo>
                  <a:pt x="99" y="15"/>
                </a:lnTo>
                <a:lnTo>
                  <a:pt x="100" y="15"/>
                </a:lnTo>
                <a:lnTo>
                  <a:pt x="100" y="14"/>
                </a:lnTo>
                <a:lnTo>
                  <a:pt x="101" y="14"/>
                </a:lnTo>
                <a:lnTo>
                  <a:pt x="101" y="13"/>
                </a:lnTo>
                <a:lnTo>
                  <a:pt x="102" y="12"/>
                </a:lnTo>
                <a:lnTo>
                  <a:pt x="103" y="11"/>
                </a:lnTo>
                <a:lnTo>
                  <a:pt x="104" y="11"/>
                </a:lnTo>
                <a:lnTo>
                  <a:pt x="105" y="11"/>
                </a:lnTo>
                <a:lnTo>
                  <a:pt x="107" y="11"/>
                </a:lnTo>
                <a:lnTo>
                  <a:pt x="108" y="11"/>
                </a:lnTo>
                <a:lnTo>
                  <a:pt x="109" y="12"/>
                </a:lnTo>
                <a:lnTo>
                  <a:pt x="110" y="12"/>
                </a:lnTo>
                <a:lnTo>
                  <a:pt x="111" y="12"/>
                </a:lnTo>
                <a:lnTo>
                  <a:pt x="112" y="12"/>
                </a:lnTo>
                <a:lnTo>
                  <a:pt x="113" y="12"/>
                </a:lnTo>
                <a:lnTo>
                  <a:pt x="114" y="12"/>
                </a:lnTo>
                <a:lnTo>
                  <a:pt x="114" y="11"/>
                </a:lnTo>
                <a:lnTo>
                  <a:pt x="115" y="11"/>
                </a:lnTo>
                <a:lnTo>
                  <a:pt x="116" y="11"/>
                </a:lnTo>
                <a:lnTo>
                  <a:pt x="116" y="10"/>
                </a:lnTo>
                <a:lnTo>
                  <a:pt x="117" y="10"/>
                </a:lnTo>
                <a:lnTo>
                  <a:pt x="118" y="10"/>
                </a:lnTo>
                <a:lnTo>
                  <a:pt x="119" y="9"/>
                </a:lnTo>
                <a:lnTo>
                  <a:pt x="119" y="8"/>
                </a:lnTo>
                <a:lnTo>
                  <a:pt x="120" y="8"/>
                </a:lnTo>
                <a:lnTo>
                  <a:pt x="120" y="7"/>
                </a:lnTo>
                <a:lnTo>
                  <a:pt x="121" y="7"/>
                </a:lnTo>
                <a:lnTo>
                  <a:pt x="122" y="7"/>
                </a:lnTo>
                <a:lnTo>
                  <a:pt x="123" y="7"/>
                </a:lnTo>
                <a:lnTo>
                  <a:pt x="124" y="7"/>
                </a:lnTo>
                <a:lnTo>
                  <a:pt x="124" y="8"/>
                </a:lnTo>
                <a:lnTo>
                  <a:pt x="125" y="8"/>
                </a:lnTo>
                <a:lnTo>
                  <a:pt x="125" y="9"/>
                </a:lnTo>
                <a:lnTo>
                  <a:pt x="125" y="10"/>
                </a:lnTo>
                <a:lnTo>
                  <a:pt x="126" y="10"/>
                </a:lnTo>
                <a:lnTo>
                  <a:pt x="126" y="11"/>
                </a:lnTo>
                <a:lnTo>
                  <a:pt x="127" y="11"/>
                </a:lnTo>
                <a:lnTo>
                  <a:pt x="127" y="12"/>
                </a:lnTo>
                <a:lnTo>
                  <a:pt x="128" y="12"/>
                </a:lnTo>
                <a:lnTo>
                  <a:pt x="129" y="12"/>
                </a:lnTo>
                <a:lnTo>
                  <a:pt x="129" y="13"/>
                </a:lnTo>
                <a:lnTo>
                  <a:pt x="130" y="13"/>
                </a:lnTo>
                <a:lnTo>
                  <a:pt x="131" y="13"/>
                </a:lnTo>
                <a:lnTo>
                  <a:pt x="131" y="14"/>
                </a:lnTo>
                <a:lnTo>
                  <a:pt x="132" y="14"/>
                </a:lnTo>
                <a:lnTo>
                  <a:pt x="133" y="14"/>
                </a:lnTo>
                <a:lnTo>
                  <a:pt x="134" y="14"/>
                </a:lnTo>
                <a:lnTo>
                  <a:pt x="135" y="14"/>
                </a:lnTo>
                <a:lnTo>
                  <a:pt x="136" y="14"/>
                </a:lnTo>
                <a:lnTo>
                  <a:pt x="136" y="13"/>
                </a:lnTo>
                <a:lnTo>
                  <a:pt x="137" y="13"/>
                </a:lnTo>
                <a:lnTo>
                  <a:pt x="138" y="13"/>
                </a:lnTo>
                <a:lnTo>
                  <a:pt x="139" y="12"/>
                </a:lnTo>
                <a:lnTo>
                  <a:pt x="140" y="12"/>
                </a:lnTo>
                <a:lnTo>
                  <a:pt x="140" y="13"/>
                </a:lnTo>
                <a:lnTo>
                  <a:pt x="141" y="13"/>
                </a:lnTo>
                <a:lnTo>
                  <a:pt x="142" y="13"/>
                </a:lnTo>
                <a:lnTo>
                  <a:pt x="143" y="13"/>
                </a:lnTo>
                <a:lnTo>
                  <a:pt x="144" y="13"/>
                </a:lnTo>
                <a:lnTo>
                  <a:pt x="145" y="13"/>
                </a:lnTo>
                <a:lnTo>
                  <a:pt x="145" y="12"/>
                </a:lnTo>
                <a:lnTo>
                  <a:pt x="146" y="12"/>
                </a:lnTo>
                <a:lnTo>
                  <a:pt x="147" y="12"/>
                </a:lnTo>
                <a:lnTo>
                  <a:pt x="148" y="12"/>
                </a:lnTo>
                <a:lnTo>
                  <a:pt x="149" y="12"/>
                </a:lnTo>
                <a:lnTo>
                  <a:pt x="152" y="12"/>
                </a:lnTo>
                <a:lnTo>
                  <a:pt x="153" y="12"/>
                </a:lnTo>
                <a:lnTo>
                  <a:pt x="154" y="12"/>
                </a:lnTo>
                <a:lnTo>
                  <a:pt x="156" y="12"/>
                </a:lnTo>
                <a:lnTo>
                  <a:pt x="158" y="12"/>
                </a:lnTo>
                <a:lnTo>
                  <a:pt x="160" y="12"/>
                </a:lnTo>
                <a:lnTo>
                  <a:pt x="162" y="12"/>
                </a:lnTo>
                <a:lnTo>
                  <a:pt x="164" y="12"/>
                </a:lnTo>
                <a:lnTo>
                  <a:pt x="167" y="12"/>
                </a:lnTo>
                <a:lnTo>
                  <a:pt x="169" y="12"/>
                </a:lnTo>
                <a:lnTo>
                  <a:pt x="171" y="12"/>
                </a:lnTo>
                <a:lnTo>
                  <a:pt x="172" y="12"/>
                </a:lnTo>
                <a:lnTo>
                  <a:pt x="173" y="12"/>
                </a:lnTo>
                <a:lnTo>
                  <a:pt x="173" y="13"/>
                </a:lnTo>
                <a:lnTo>
                  <a:pt x="174" y="13"/>
                </a:lnTo>
                <a:lnTo>
                  <a:pt x="175" y="12"/>
                </a:lnTo>
                <a:lnTo>
                  <a:pt x="177" y="12"/>
                </a:lnTo>
                <a:lnTo>
                  <a:pt x="178" y="12"/>
                </a:lnTo>
                <a:lnTo>
                  <a:pt x="179" y="12"/>
                </a:lnTo>
                <a:lnTo>
                  <a:pt x="181" y="12"/>
                </a:lnTo>
                <a:lnTo>
                  <a:pt x="182" y="11"/>
                </a:lnTo>
                <a:lnTo>
                  <a:pt x="183" y="11"/>
                </a:lnTo>
                <a:lnTo>
                  <a:pt x="184" y="11"/>
                </a:lnTo>
                <a:lnTo>
                  <a:pt x="184" y="10"/>
                </a:lnTo>
                <a:lnTo>
                  <a:pt x="186" y="10"/>
                </a:lnTo>
                <a:lnTo>
                  <a:pt x="190" y="9"/>
                </a:lnTo>
                <a:lnTo>
                  <a:pt x="191" y="8"/>
                </a:lnTo>
                <a:lnTo>
                  <a:pt x="192" y="8"/>
                </a:lnTo>
                <a:lnTo>
                  <a:pt x="193" y="8"/>
                </a:lnTo>
                <a:lnTo>
                  <a:pt x="194" y="8"/>
                </a:lnTo>
                <a:lnTo>
                  <a:pt x="194" y="7"/>
                </a:lnTo>
                <a:lnTo>
                  <a:pt x="195" y="7"/>
                </a:lnTo>
                <a:lnTo>
                  <a:pt x="196" y="7"/>
                </a:lnTo>
                <a:lnTo>
                  <a:pt x="197" y="7"/>
                </a:lnTo>
                <a:lnTo>
                  <a:pt x="198" y="7"/>
                </a:lnTo>
                <a:lnTo>
                  <a:pt x="198" y="6"/>
                </a:lnTo>
                <a:lnTo>
                  <a:pt x="199" y="6"/>
                </a:lnTo>
                <a:lnTo>
                  <a:pt x="200" y="6"/>
                </a:lnTo>
                <a:lnTo>
                  <a:pt x="202" y="6"/>
                </a:lnTo>
                <a:lnTo>
                  <a:pt x="202" y="7"/>
                </a:lnTo>
                <a:lnTo>
                  <a:pt x="203" y="7"/>
                </a:lnTo>
                <a:lnTo>
                  <a:pt x="204" y="7"/>
                </a:lnTo>
                <a:lnTo>
                  <a:pt x="205" y="7"/>
                </a:lnTo>
                <a:lnTo>
                  <a:pt x="205" y="8"/>
                </a:lnTo>
                <a:lnTo>
                  <a:pt x="207" y="8"/>
                </a:lnTo>
                <a:lnTo>
                  <a:pt x="208" y="7"/>
                </a:lnTo>
                <a:lnTo>
                  <a:pt x="209" y="7"/>
                </a:lnTo>
                <a:lnTo>
                  <a:pt x="210" y="7"/>
                </a:lnTo>
                <a:lnTo>
                  <a:pt x="210" y="6"/>
                </a:lnTo>
                <a:lnTo>
                  <a:pt x="212" y="5"/>
                </a:lnTo>
                <a:lnTo>
                  <a:pt x="212" y="4"/>
                </a:lnTo>
                <a:lnTo>
                  <a:pt x="213" y="4"/>
                </a:lnTo>
                <a:lnTo>
                  <a:pt x="213" y="3"/>
                </a:lnTo>
                <a:lnTo>
                  <a:pt x="214" y="3"/>
                </a:lnTo>
                <a:lnTo>
                  <a:pt x="214" y="2"/>
                </a:lnTo>
                <a:lnTo>
                  <a:pt x="215" y="2"/>
                </a:lnTo>
                <a:lnTo>
                  <a:pt x="216" y="2"/>
                </a:lnTo>
                <a:lnTo>
                  <a:pt x="216" y="1"/>
                </a:lnTo>
                <a:lnTo>
                  <a:pt x="217" y="1"/>
                </a:lnTo>
                <a:lnTo>
                  <a:pt x="218" y="1"/>
                </a:lnTo>
                <a:lnTo>
                  <a:pt x="219" y="0"/>
                </a:lnTo>
                <a:lnTo>
                  <a:pt x="220" y="0"/>
                </a:lnTo>
                <a:lnTo>
                  <a:pt x="222" y="0"/>
                </a:lnTo>
                <a:lnTo>
                  <a:pt x="223" y="0"/>
                </a:lnTo>
                <a:lnTo>
                  <a:pt x="224" y="0"/>
                </a:lnTo>
                <a:lnTo>
                  <a:pt x="225" y="1"/>
                </a:lnTo>
                <a:lnTo>
                  <a:pt x="227" y="1"/>
                </a:lnTo>
                <a:lnTo>
                  <a:pt x="230" y="2"/>
                </a:lnTo>
                <a:lnTo>
                  <a:pt x="233" y="3"/>
                </a:lnTo>
                <a:lnTo>
                  <a:pt x="235" y="3"/>
                </a:lnTo>
                <a:close/>
              </a:path>
            </a:pathLst>
          </a:custGeom>
          <a:solidFill>
            <a:srgbClr val="FEA66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0" name=""/>
          <p:cNvSpPr/>
          <p:nvPr/>
        </p:nvSpPr>
        <p:spPr>
          <a:xfrm>
            <a:off x="6678360" y="1407240"/>
            <a:ext cx="238680" cy="214560"/>
          </a:xfrm>
          <a:custGeom>
            <a:avLst/>
            <a:gdLst/>
            <a:ahLst/>
            <a:rect l="0" t="0" r="r" b="b"/>
            <a:pathLst>
              <a:path w="663" h="596">
                <a:moveTo>
                  <a:pt x="358" y="1"/>
                </a:moveTo>
                <a:lnTo>
                  <a:pt x="359" y="1"/>
                </a:lnTo>
                <a:lnTo>
                  <a:pt x="359" y="2"/>
                </a:lnTo>
                <a:lnTo>
                  <a:pt x="361" y="2"/>
                </a:lnTo>
                <a:lnTo>
                  <a:pt x="362" y="3"/>
                </a:lnTo>
                <a:lnTo>
                  <a:pt x="363" y="3"/>
                </a:lnTo>
                <a:lnTo>
                  <a:pt x="364" y="4"/>
                </a:lnTo>
                <a:lnTo>
                  <a:pt x="364" y="5"/>
                </a:lnTo>
                <a:lnTo>
                  <a:pt x="365" y="5"/>
                </a:lnTo>
                <a:lnTo>
                  <a:pt x="365" y="4"/>
                </a:lnTo>
                <a:lnTo>
                  <a:pt x="366" y="4"/>
                </a:lnTo>
                <a:lnTo>
                  <a:pt x="367" y="4"/>
                </a:lnTo>
                <a:lnTo>
                  <a:pt x="368" y="5"/>
                </a:lnTo>
                <a:lnTo>
                  <a:pt x="369" y="5"/>
                </a:lnTo>
                <a:lnTo>
                  <a:pt x="369" y="4"/>
                </a:lnTo>
                <a:lnTo>
                  <a:pt x="368" y="4"/>
                </a:lnTo>
                <a:lnTo>
                  <a:pt x="368" y="3"/>
                </a:lnTo>
                <a:lnTo>
                  <a:pt x="368" y="2"/>
                </a:lnTo>
                <a:lnTo>
                  <a:pt x="369" y="2"/>
                </a:lnTo>
                <a:lnTo>
                  <a:pt x="370" y="2"/>
                </a:lnTo>
                <a:lnTo>
                  <a:pt x="371" y="2"/>
                </a:lnTo>
                <a:lnTo>
                  <a:pt x="372" y="2"/>
                </a:lnTo>
                <a:lnTo>
                  <a:pt x="372" y="3"/>
                </a:lnTo>
                <a:lnTo>
                  <a:pt x="374" y="6"/>
                </a:lnTo>
                <a:lnTo>
                  <a:pt x="374" y="7"/>
                </a:lnTo>
                <a:lnTo>
                  <a:pt x="375" y="7"/>
                </a:lnTo>
                <a:lnTo>
                  <a:pt x="377" y="6"/>
                </a:lnTo>
                <a:lnTo>
                  <a:pt x="377" y="5"/>
                </a:lnTo>
                <a:lnTo>
                  <a:pt x="377" y="4"/>
                </a:lnTo>
                <a:lnTo>
                  <a:pt x="378" y="4"/>
                </a:lnTo>
                <a:lnTo>
                  <a:pt x="379" y="4"/>
                </a:lnTo>
                <a:lnTo>
                  <a:pt x="379" y="3"/>
                </a:lnTo>
                <a:lnTo>
                  <a:pt x="378" y="3"/>
                </a:lnTo>
                <a:lnTo>
                  <a:pt x="378" y="2"/>
                </a:lnTo>
                <a:lnTo>
                  <a:pt x="378" y="1"/>
                </a:lnTo>
                <a:lnTo>
                  <a:pt x="379" y="1"/>
                </a:lnTo>
                <a:lnTo>
                  <a:pt x="379" y="2"/>
                </a:lnTo>
                <a:lnTo>
                  <a:pt x="380" y="2"/>
                </a:lnTo>
                <a:lnTo>
                  <a:pt x="381" y="4"/>
                </a:lnTo>
                <a:lnTo>
                  <a:pt x="382" y="5"/>
                </a:lnTo>
                <a:lnTo>
                  <a:pt x="382" y="6"/>
                </a:lnTo>
                <a:lnTo>
                  <a:pt x="383" y="6"/>
                </a:lnTo>
                <a:lnTo>
                  <a:pt x="383" y="7"/>
                </a:lnTo>
                <a:lnTo>
                  <a:pt x="384" y="5"/>
                </a:lnTo>
                <a:lnTo>
                  <a:pt x="384" y="4"/>
                </a:lnTo>
                <a:lnTo>
                  <a:pt x="383" y="3"/>
                </a:lnTo>
                <a:lnTo>
                  <a:pt x="382" y="3"/>
                </a:lnTo>
                <a:lnTo>
                  <a:pt x="381" y="2"/>
                </a:lnTo>
                <a:lnTo>
                  <a:pt x="382" y="1"/>
                </a:lnTo>
                <a:lnTo>
                  <a:pt x="383" y="2"/>
                </a:lnTo>
                <a:lnTo>
                  <a:pt x="384" y="2"/>
                </a:lnTo>
                <a:lnTo>
                  <a:pt x="384" y="3"/>
                </a:lnTo>
                <a:lnTo>
                  <a:pt x="385" y="3"/>
                </a:lnTo>
                <a:lnTo>
                  <a:pt x="385" y="2"/>
                </a:lnTo>
                <a:lnTo>
                  <a:pt x="386" y="2"/>
                </a:lnTo>
                <a:lnTo>
                  <a:pt x="387" y="2"/>
                </a:lnTo>
                <a:lnTo>
                  <a:pt x="387" y="3"/>
                </a:lnTo>
                <a:lnTo>
                  <a:pt x="387" y="4"/>
                </a:lnTo>
                <a:lnTo>
                  <a:pt x="387" y="5"/>
                </a:lnTo>
                <a:lnTo>
                  <a:pt x="387" y="6"/>
                </a:lnTo>
                <a:lnTo>
                  <a:pt x="387" y="5"/>
                </a:lnTo>
                <a:lnTo>
                  <a:pt x="388" y="5"/>
                </a:lnTo>
                <a:lnTo>
                  <a:pt x="389" y="5"/>
                </a:lnTo>
                <a:lnTo>
                  <a:pt x="390" y="5"/>
                </a:lnTo>
                <a:lnTo>
                  <a:pt x="390" y="6"/>
                </a:lnTo>
                <a:lnTo>
                  <a:pt x="390" y="7"/>
                </a:lnTo>
                <a:lnTo>
                  <a:pt x="389" y="7"/>
                </a:lnTo>
                <a:lnTo>
                  <a:pt x="389" y="8"/>
                </a:lnTo>
                <a:lnTo>
                  <a:pt x="388" y="8"/>
                </a:lnTo>
                <a:lnTo>
                  <a:pt x="388" y="9"/>
                </a:lnTo>
                <a:lnTo>
                  <a:pt x="389" y="9"/>
                </a:lnTo>
                <a:lnTo>
                  <a:pt x="390" y="10"/>
                </a:lnTo>
                <a:lnTo>
                  <a:pt x="390" y="11"/>
                </a:lnTo>
                <a:lnTo>
                  <a:pt x="390" y="12"/>
                </a:lnTo>
                <a:lnTo>
                  <a:pt x="392" y="12"/>
                </a:lnTo>
                <a:lnTo>
                  <a:pt x="393" y="12"/>
                </a:lnTo>
                <a:lnTo>
                  <a:pt x="393" y="11"/>
                </a:lnTo>
                <a:lnTo>
                  <a:pt x="394" y="11"/>
                </a:lnTo>
                <a:lnTo>
                  <a:pt x="395" y="11"/>
                </a:lnTo>
                <a:lnTo>
                  <a:pt x="395" y="12"/>
                </a:lnTo>
                <a:lnTo>
                  <a:pt x="396" y="12"/>
                </a:lnTo>
                <a:lnTo>
                  <a:pt x="396" y="11"/>
                </a:lnTo>
                <a:lnTo>
                  <a:pt x="396" y="12"/>
                </a:lnTo>
                <a:lnTo>
                  <a:pt x="397" y="12"/>
                </a:lnTo>
                <a:lnTo>
                  <a:pt x="397" y="11"/>
                </a:lnTo>
                <a:lnTo>
                  <a:pt x="398" y="11"/>
                </a:lnTo>
                <a:lnTo>
                  <a:pt x="399" y="11"/>
                </a:lnTo>
                <a:lnTo>
                  <a:pt x="400" y="12"/>
                </a:lnTo>
                <a:lnTo>
                  <a:pt x="401" y="12"/>
                </a:lnTo>
                <a:lnTo>
                  <a:pt x="402" y="12"/>
                </a:lnTo>
                <a:lnTo>
                  <a:pt x="402" y="13"/>
                </a:lnTo>
                <a:lnTo>
                  <a:pt x="402" y="14"/>
                </a:lnTo>
                <a:lnTo>
                  <a:pt x="402" y="15"/>
                </a:lnTo>
                <a:lnTo>
                  <a:pt x="403" y="15"/>
                </a:lnTo>
                <a:lnTo>
                  <a:pt x="404" y="15"/>
                </a:lnTo>
                <a:lnTo>
                  <a:pt x="405" y="15"/>
                </a:lnTo>
                <a:lnTo>
                  <a:pt x="405" y="14"/>
                </a:lnTo>
                <a:lnTo>
                  <a:pt x="406" y="14"/>
                </a:lnTo>
                <a:lnTo>
                  <a:pt x="405" y="14"/>
                </a:lnTo>
                <a:lnTo>
                  <a:pt x="405" y="13"/>
                </a:lnTo>
                <a:lnTo>
                  <a:pt x="406" y="12"/>
                </a:lnTo>
                <a:lnTo>
                  <a:pt x="407" y="12"/>
                </a:lnTo>
                <a:lnTo>
                  <a:pt x="408" y="13"/>
                </a:lnTo>
                <a:lnTo>
                  <a:pt x="409" y="14"/>
                </a:lnTo>
                <a:lnTo>
                  <a:pt x="410" y="14"/>
                </a:lnTo>
                <a:lnTo>
                  <a:pt x="410" y="13"/>
                </a:lnTo>
                <a:lnTo>
                  <a:pt x="411" y="13"/>
                </a:lnTo>
                <a:lnTo>
                  <a:pt x="412" y="13"/>
                </a:lnTo>
                <a:lnTo>
                  <a:pt x="413" y="14"/>
                </a:lnTo>
                <a:lnTo>
                  <a:pt x="414" y="14"/>
                </a:lnTo>
                <a:lnTo>
                  <a:pt x="414" y="15"/>
                </a:lnTo>
                <a:lnTo>
                  <a:pt x="415" y="15"/>
                </a:lnTo>
                <a:lnTo>
                  <a:pt x="416" y="15"/>
                </a:lnTo>
                <a:lnTo>
                  <a:pt x="416" y="14"/>
                </a:lnTo>
                <a:lnTo>
                  <a:pt x="417" y="14"/>
                </a:lnTo>
                <a:lnTo>
                  <a:pt x="418" y="14"/>
                </a:lnTo>
                <a:lnTo>
                  <a:pt x="418" y="15"/>
                </a:lnTo>
                <a:lnTo>
                  <a:pt x="418" y="14"/>
                </a:lnTo>
                <a:lnTo>
                  <a:pt x="420" y="14"/>
                </a:lnTo>
                <a:lnTo>
                  <a:pt x="420" y="15"/>
                </a:lnTo>
                <a:lnTo>
                  <a:pt x="421" y="15"/>
                </a:lnTo>
                <a:lnTo>
                  <a:pt x="421" y="16"/>
                </a:lnTo>
                <a:lnTo>
                  <a:pt x="421" y="17"/>
                </a:lnTo>
                <a:lnTo>
                  <a:pt x="422" y="17"/>
                </a:lnTo>
                <a:lnTo>
                  <a:pt x="423" y="17"/>
                </a:lnTo>
                <a:lnTo>
                  <a:pt x="424" y="17"/>
                </a:lnTo>
                <a:lnTo>
                  <a:pt x="424" y="18"/>
                </a:lnTo>
                <a:lnTo>
                  <a:pt x="425" y="18"/>
                </a:lnTo>
                <a:lnTo>
                  <a:pt x="426" y="18"/>
                </a:lnTo>
                <a:lnTo>
                  <a:pt x="426" y="17"/>
                </a:lnTo>
                <a:lnTo>
                  <a:pt x="427" y="17"/>
                </a:lnTo>
                <a:lnTo>
                  <a:pt x="427" y="18"/>
                </a:lnTo>
                <a:lnTo>
                  <a:pt x="427" y="19"/>
                </a:lnTo>
                <a:lnTo>
                  <a:pt x="427" y="20"/>
                </a:lnTo>
                <a:lnTo>
                  <a:pt x="429" y="20"/>
                </a:lnTo>
                <a:lnTo>
                  <a:pt x="429" y="21"/>
                </a:lnTo>
                <a:lnTo>
                  <a:pt x="430" y="21"/>
                </a:lnTo>
                <a:lnTo>
                  <a:pt x="430" y="20"/>
                </a:lnTo>
                <a:lnTo>
                  <a:pt x="431" y="19"/>
                </a:lnTo>
                <a:lnTo>
                  <a:pt x="432" y="19"/>
                </a:lnTo>
                <a:lnTo>
                  <a:pt x="432" y="20"/>
                </a:lnTo>
                <a:lnTo>
                  <a:pt x="433" y="21"/>
                </a:lnTo>
                <a:lnTo>
                  <a:pt x="433" y="22"/>
                </a:lnTo>
                <a:lnTo>
                  <a:pt x="434" y="22"/>
                </a:lnTo>
                <a:lnTo>
                  <a:pt x="434" y="23"/>
                </a:lnTo>
                <a:lnTo>
                  <a:pt x="435" y="23"/>
                </a:lnTo>
                <a:lnTo>
                  <a:pt x="436" y="23"/>
                </a:lnTo>
                <a:lnTo>
                  <a:pt x="437" y="23"/>
                </a:lnTo>
                <a:lnTo>
                  <a:pt x="438" y="23"/>
                </a:lnTo>
                <a:lnTo>
                  <a:pt x="438" y="24"/>
                </a:lnTo>
                <a:lnTo>
                  <a:pt x="439" y="23"/>
                </a:lnTo>
                <a:lnTo>
                  <a:pt x="440" y="23"/>
                </a:lnTo>
                <a:lnTo>
                  <a:pt x="440" y="24"/>
                </a:lnTo>
                <a:lnTo>
                  <a:pt x="440" y="25"/>
                </a:lnTo>
                <a:lnTo>
                  <a:pt x="441" y="25"/>
                </a:lnTo>
                <a:lnTo>
                  <a:pt x="442" y="26"/>
                </a:lnTo>
                <a:lnTo>
                  <a:pt x="443" y="26"/>
                </a:lnTo>
                <a:lnTo>
                  <a:pt x="444" y="26"/>
                </a:lnTo>
                <a:lnTo>
                  <a:pt x="444" y="27"/>
                </a:lnTo>
                <a:lnTo>
                  <a:pt x="445" y="27"/>
                </a:lnTo>
                <a:lnTo>
                  <a:pt x="446" y="27"/>
                </a:lnTo>
                <a:lnTo>
                  <a:pt x="446" y="28"/>
                </a:lnTo>
                <a:lnTo>
                  <a:pt x="446" y="29"/>
                </a:lnTo>
                <a:lnTo>
                  <a:pt x="445" y="29"/>
                </a:lnTo>
                <a:lnTo>
                  <a:pt x="445" y="30"/>
                </a:lnTo>
                <a:lnTo>
                  <a:pt x="446" y="30"/>
                </a:lnTo>
                <a:lnTo>
                  <a:pt x="447" y="30"/>
                </a:lnTo>
                <a:lnTo>
                  <a:pt x="448" y="30"/>
                </a:lnTo>
                <a:lnTo>
                  <a:pt x="448" y="29"/>
                </a:lnTo>
                <a:lnTo>
                  <a:pt x="449" y="29"/>
                </a:lnTo>
                <a:lnTo>
                  <a:pt x="450" y="29"/>
                </a:lnTo>
                <a:lnTo>
                  <a:pt x="451" y="29"/>
                </a:lnTo>
                <a:lnTo>
                  <a:pt x="451" y="28"/>
                </a:lnTo>
                <a:lnTo>
                  <a:pt x="452" y="28"/>
                </a:lnTo>
                <a:lnTo>
                  <a:pt x="453" y="28"/>
                </a:lnTo>
                <a:lnTo>
                  <a:pt x="453" y="27"/>
                </a:lnTo>
                <a:lnTo>
                  <a:pt x="454" y="27"/>
                </a:lnTo>
                <a:lnTo>
                  <a:pt x="455" y="28"/>
                </a:lnTo>
                <a:lnTo>
                  <a:pt x="456" y="28"/>
                </a:lnTo>
                <a:lnTo>
                  <a:pt x="457" y="28"/>
                </a:lnTo>
                <a:lnTo>
                  <a:pt x="457" y="27"/>
                </a:lnTo>
                <a:lnTo>
                  <a:pt x="458" y="27"/>
                </a:lnTo>
                <a:lnTo>
                  <a:pt x="459" y="27"/>
                </a:lnTo>
                <a:lnTo>
                  <a:pt x="460" y="27"/>
                </a:lnTo>
                <a:lnTo>
                  <a:pt x="460" y="26"/>
                </a:lnTo>
                <a:lnTo>
                  <a:pt x="461" y="26"/>
                </a:lnTo>
                <a:lnTo>
                  <a:pt x="462" y="26"/>
                </a:lnTo>
                <a:lnTo>
                  <a:pt x="463" y="26"/>
                </a:lnTo>
                <a:lnTo>
                  <a:pt x="463" y="27"/>
                </a:lnTo>
                <a:lnTo>
                  <a:pt x="463" y="28"/>
                </a:lnTo>
                <a:lnTo>
                  <a:pt x="464" y="28"/>
                </a:lnTo>
                <a:lnTo>
                  <a:pt x="464" y="29"/>
                </a:lnTo>
                <a:lnTo>
                  <a:pt x="465" y="29"/>
                </a:lnTo>
                <a:lnTo>
                  <a:pt x="466" y="29"/>
                </a:lnTo>
                <a:lnTo>
                  <a:pt x="466" y="28"/>
                </a:lnTo>
                <a:lnTo>
                  <a:pt x="467" y="28"/>
                </a:lnTo>
                <a:lnTo>
                  <a:pt x="468" y="29"/>
                </a:lnTo>
                <a:lnTo>
                  <a:pt x="469" y="29"/>
                </a:lnTo>
                <a:lnTo>
                  <a:pt x="470" y="29"/>
                </a:lnTo>
                <a:lnTo>
                  <a:pt x="471" y="29"/>
                </a:lnTo>
                <a:lnTo>
                  <a:pt x="472" y="29"/>
                </a:lnTo>
                <a:lnTo>
                  <a:pt x="473" y="29"/>
                </a:lnTo>
                <a:lnTo>
                  <a:pt x="474" y="29"/>
                </a:lnTo>
                <a:lnTo>
                  <a:pt x="474" y="28"/>
                </a:lnTo>
                <a:lnTo>
                  <a:pt x="474" y="27"/>
                </a:lnTo>
                <a:lnTo>
                  <a:pt x="475" y="27"/>
                </a:lnTo>
                <a:lnTo>
                  <a:pt x="476" y="27"/>
                </a:lnTo>
                <a:lnTo>
                  <a:pt x="477" y="27"/>
                </a:lnTo>
                <a:lnTo>
                  <a:pt x="478" y="27"/>
                </a:lnTo>
                <a:lnTo>
                  <a:pt x="478" y="28"/>
                </a:lnTo>
                <a:lnTo>
                  <a:pt x="479" y="28"/>
                </a:lnTo>
                <a:lnTo>
                  <a:pt x="479" y="27"/>
                </a:lnTo>
                <a:lnTo>
                  <a:pt x="480" y="27"/>
                </a:lnTo>
                <a:lnTo>
                  <a:pt x="480" y="28"/>
                </a:lnTo>
                <a:lnTo>
                  <a:pt x="480" y="29"/>
                </a:lnTo>
                <a:lnTo>
                  <a:pt x="479" y="30"/>
                </a:lnTo>
                <a:lnTo>
                  <a:pt x="480" y="31"/>
                </a:lnTo>
                <a:lnTo>
                  <a:pt x="480" y="32"/>
                </a:lnTo>
                <a:lnTo>
                  <a:pt x="481" y="32"/>
                </a:lnTo>
                <a:lnTo>
                  <a:pt x="482" y="32"/>
                </a:lnTo>
                <a:lnTo>
                  <a:pt x="482" y="33"/>
                </a:lnTo>
                <a:lnTo>
                  <a:pt x="481" y="33"/>
                </a:lnTo>
                <a:lnTo>
                  <a:pt x="481" y="34"/>
                </a:lnTo>
                <a:lnTo>
                  <a:pt x="481" y="35"/>
                </a:lnTo>
                <a:lnTo>
                  <a:pt x="481" y="36"/>
                </a:lnTo>
                <a:lnTo>
                  <a:pt x="480" y="36"/>
                </a:lnTo>
                <a:lnTo>
                  <a:pt x="480" y="37"/>
                </a:lnTo>
                <a:lnTo>
                  <a:pt x="480" y="38"/>
                </a:lnTo>
                <a:lnTo>
                  <a:pt x="481" y="38"/>
                </a:lnTo>
                <a:lnTo>
                  <a:pt x="481" y="37"/>
                </a:lnTo>
                <a:lnTo>
                  <a:pt x="482" y="37"/>
                </a:lnTo>
                <a:lnTo>
                  <a:pt x="483" y="37"/>
                </a:lnTo>
                <a:lnTo>
                  <a:pt x="484" y="36"/>
                </a:lnTo>
                <a:lnTo>
                  <a:pt x="486" y="36"/>
                </a:lnTo>
                <a:lnTo>
                  <a:pt x="487" y="36"/>
                </a:lnTo>
                <a:lnTo>
                  <a:pt x="488" y="36"/>
                </a:lnTo>
                <a:lnTo>
                  <a:pt x="488" y="37"/>
                </a:lnTo>
                <a:lnTo>
                  <a:pt x="489" y="36"/>
                </a:lnTo>
                <a:lnTo>
                  <a:pt x="490" y="36"/>
                </a:lnTo>
                <a:lnTo>
                  <a:pt x="490" y="35"/>
                </a:lnTo>
                <a:lnTo>
                  <a:pt x="492" y="32"/>
                </a:lnTo>
                <a:lnTo>
                  <a:pt x="493" y="33"/>
                </a:lnTo>
                <a:lnTo>
                  <a:pt x="493" y="32"/>
                </a:lnTo>
                <a:lnTo>
                  <a:pt x="493" y="31"/>
                </a:lnTo>
                <a:lnTo>
                  <a:pt x="494" y="31"/>
                </a:lnTo>
                <a:lnTo>
                  <a:pt x="494" y="30"/>
                </a:lnTo>
                <a:lnTo>
                  <a:pt x="494" y="29"/>
                </a:lnTo>
                <a:lnTo>
                  <a:pt x="494" y="28"/>
                </a:lnTo>
                <a:lnTo>
                  <a:pt x="494" y="27"/>
                </a:lnTo>
                <a:lnTo>
                  <a:pt x="494" y="26"/>
                </a:lnTo>
                <a:lnTo>
                  <a:pt x="494" y="25"/>
                </a:lnTo>
                <a:lnTo>
                  <a:pt x="495" y="25"/>
                </a:lnTo>
                <a:lnTo>
                  <a:pt x="495" y="24"/>
                </a:lnTo>
                <a:lnTo>
                  <a:pt x="495" y="23"/>
                </a:lnTo>
                <a:lnTo>
                  <a:pt x="496" y="23"/>
                </a:lnTo>
                <a:lnTo>
                  <a:pt x="497" y="23"/>
                </a:lnTo>
                <a:lnTo>
                  <a:pt x="498" y="23"/>
                </a:lnTo>
                <a:lnTo>
                  <a:pt x="499" y="24"/>
                </a:lnTo>
                <a:lnTo>
                  <a:pt x="499" y="23"/>
                </a:lnTo>
                <a:lnTo>
                  <a:pt x="500" y="23"/>
                </a:lnTo>
                <a:lnTo>
                  <a:pt x="499" y="23"/>
                </a:lnTo>
                <a:lnTo>
                  <a:pt x="500" y="21"/>
                </a:lnTo>
                <a:lnTo>
                  <a:pt x="501" y="21"/>
                </a:lnTo>
                <a:lnTo>
                  <a:pt x="501" y="20"/>
                </a:lnTo>
                <a:lnTo>
                  <a:pt x="502" y="20"/>
                </a:lnTo>
                <a:lnTo>
                  <a:pt x="502" y="19"/>
                </a:lnTo>
                <a:lnTo>
                  <a:pt x="503" y="19"/>
                </a:lnTo>
                <a:lnTo>
                  <a:pt x="504" y="19"/>
                </a:lnTo>
                <a:lnTo>
                  <a:pt x="505" y="19"/>
                </a:lnTo>
                <a:lnTo>
                  <a:pt x="505" y="20"/>
                </a:lnTo>
                <a:lnTo>
                  <a:pt x="506" y="21"/>
                </a:lnTo>
                <a:lnTo>
                  <a:pt x="507" y="21"/>
                </a:lnTo>
                <a:lnTo>
                  <a:pt x="506" y="21"/>
                </a:lnTo>
                <a:lnTo>
                  <a:pt x="507" y="21"/>
                </a:lnTo>
                <a:lnTo>
                  <a:pt x="507" y="22"/>
                </a:lnTo>
                <a:lnTo>
                  <a:pt x="508" y="21"/>
                </a:lnTo>
                <a:lnTo>
                  <a:pt x="509" y="21"/>
                </a:lnTo>
                <a:lnTo>
                  <a:pt x="510" y="20"/>
                </a:lnTo>
                <a:lnTo>
                  <a:pt x="510" y="19"/>
                </a:lnTo>
                <a:lnTo>
                  <a:pt x="510" y="20"/>
                </a:lnTo>
                <a:lnTo>
                  <a:pt x="511" y="20"/>
                </a:lnTo>
                <a:lnTo>
                  <a:pt x="512" y="21"/>
                </a:lnTo>
                <a:lnTo>
                  <a:pt x="513" y="21"/>
                </a:lnTo>
                <a:lnTo>
                  <a:pt x="513" y="20"/>
                </a:lnTo>
                <a:lnTo>
                  <a:pt x="514" y="21"/>
                </a:lnTo>
                <a:lnTo>
                  <a:pt x="515" y="21"/>
                </a:lnTo>
                <a:lnTo>
                  <a:pt x="515" y="22"/>
                </a:lnTo>
                <a:lnTo>
                  <a:pt x="516" y="23"/>
                </a:lnTo>
                <a:lnTo>
                  <a:pt x="517" y="24"/>
                </a:lnTo>
                <a:lnTo>
                  <a:pt x="517" y="25"/>
                </a:lnTo>
                <a:lnTo>
                  <a:pt x="517" y="26"/>
                </a:lnTo>
                <a:lnTo>
                  <a:pt x="518" y="26"/>
                </a:lnTo>
                <a:lnTo>
                  <a:pt x="518" y="27"/>
                </a:lnTo>
                <a:lnTo>
                  <a:pt x="518" y="28"/>
                </a:lnTo>
                <a:lnTo>
                  <a:pt x="519" y="28"/>
                </a:lnTo>
                <a:lnTo>
                  <a:pt x="520" y="28"/>
                </a:lnTo>
                <a:lnTo>
                  <a:pt x="521" y="28"/>
                </a:lnTo>
                <a:lnTo>
                  <a:pt x="521" y="29"/>
                </a:lnTo>
                <a:lnTo>
                  <a:pt x="521" y="30"/>
                </a:lnTo>
                <a:lnTo>
                  <a:pt x="521" y="31"/>
                </a:lnTo>
                <a:lnTo>
                  <a:pt x="520" y="31"/>
                </a:lnTo>
                <a:lnTo>
                  <a:pt x="520" y="32"/>
                </a:lnTo>
                <a:lnTo>
                  <a:pt x="521" y="32"/>
                </a:lnTo>
                <a:lnTo>
                  <a:pt x="521" y="33"/>
                </a:lnTo>
                <a:lnTo>
                  <a:pt x="522" y="34"/>
                </a:lnTo>
                <a:lnTo>
                  <a:pt x="523" y="34"/>
                </a:lnTo>
                <a:lnTo>
                  <a:pt x="524" y="34"/>
                </a:lnTo>
                <a:lnTo>
                  <a:pt x="524" y="33"/>
                </a:lnTo>
                <a:lnTo>
                  <a:pt x="525" y="34"/>
                </a:lnTo>
                <a:lnTo>
                  <a:pt x="527" y="33"/>
                </a:lnTo>
                <a:lnTo>
                  <a:pt x="528" y="32"/>
                </a:lnTo>
                <a:lnTo>
                  <a:pt x="528" y="31"/>
                </a:lnTo>
                <a:lnTo>
                  <a:pt x="529" y="31"/>
                </a:lnTo>
                <a:lnTo>
                  <a:pt x="529" y="30"/>
                </a:lnTo>
                <a:lnTo>
                  <a:pt x="528" y="30"/>
                </a:lnTo>
                <a:lnTo>
                  <a:pt x="528" y="29"/>
                </a:lnTo>
                <a:lnTo>
                  <a:pt x="529" y="29"/>
                </a:lnTo>
                <a:lnTo>
                  <a:pt x="530" y="29"/>
                </a:lnTo>
                <a:lnTo>
                  <a:pt x="531" y="28"/>
                </a:lnTo>
                <a:lnTo>
                  <a:pt x="531" y="27"/>
                </a:lnTo>
                <a:lnTo>
                  <a:pt x="531" y="26"/>
                </a:lnTo>
                <a:lnTo>
                  <a:pt x="532" y="25"/>
                </a:lnTo>
                <a:lnTo>
                  <a:pt x="532" y="26"/>
                </a:lnTo>
                <a:lnTo>
                  <a:pt x="532" y="27"/>
                </a:lnTo>
                <a:lnTo>
                  <a:pt x="532" y="28"/>
                </a:lnTo>
                <a:lnTo>
                  <a:pt x="533" y="28"/>
                </a:lnTo>
                <a:lnTo>
                  <a:pt x="534" y="28"/>
                </a:lnTo>
                <a:lnTo>
                  <a:pt x="534" y="27"/>
                </a:lnTo>
                <a:lnTo>
                  <a:pt x="535" y="26"/>
                </a:lnTo>
                <a:lnTo>
                  <a:pt x="536" y="27"/>
                </a:lnTo>
                <a:lnTo>
                  <a:pt x="536" y="26"/>
                </a:lnTo>
                <a:lnTo>
                  <a:pt x="537" y="26"/>
                </a:lnTo>
                <a:lnTo>
                  <a:pt x="537" y="25"/>
                </a:lnTo>
                <a:lnTo>
                  <a:pt x="536" y="25"/>
                </a:lnTo>
                <a:lnTo>
                  <a:pt x="536" y="24"/>
                </a:lnTo>
                <a:lnTo>
                  <a:pt x="537" y="23"/>
                </a:lnTo>
                <a:lnTo>
                  <a:pt x="538" y="24"/>
                </a:lnTo>
                <a:lnTo>
                  <a:pt x="539" y="24"/>
                </a:lnTo>
                <a:lnTo>
                  <a:pt x="539" y="25"/>
                </a:lnTo>
                <a:lnTo>
                  <a:pt x="538" y="25"/>
                </a:lnTo>
                <a:lnTo>
                  <a:pt x="538" y="26"/>
                </a:lnTo>
                <a:lnTo>
                  <a:pt x="539" y="26"/>
                </a:lnTo>
                <a:lnTo>
                  <a:pt x="540" y="26"/>
                </a:lnTo>
                <a:lnTo>
                  <a:pt x="540" y="27"/>
                </a:lnTo>
                <a:lnTo>
                  <a:pt x="540" y="28"/>
                </a:lnTo>
                <a:lnTo>
                  <a:pt x="540" y="29"/>
                </a:lnTo>
                <a:lnTo>
                  <a:pt x="540" y="30"/>
                </a:lnTo>
                <a:lnTo>
                  <a:pt x="539" y="31"/>
                </a:lnTo>
                <a:lnTo>
                  <a:pt x="539" y="32"/>
                </a:lnTo>
                <a:lnTo>
                  <a:pt x="539" y="33"/>
                </a:lnTo>
                <a:lnTo>
                  <a:pt x="538" y="33"/>
                </a:lnTo>
                <a:lnTo>
                  <a:pt x="537" y="35"/>
                </a:lnTo>
                <a:lnTo>
                  <a:pt x="537" y="36"/>
                </a:lnTo>
                <a:lnTo>
                  <a:pt x="536" y="36"/>
                </a:lnTo>
                <a:lnTo>
                  <a:pt x="536" y="37"/>
                </a:lnTo>
                <a:lnTo>
                  <a:pt x="536" y="39"/>
                </a:lnTo>
                <a:lnTo>
                  <a:pt x="536" y="41"/>
                </a:lnTo>
                <a:lnTo>
                  <a:pt x="536" y="43"/>
                </a:lnTo>
                <a:lnTo>
                  <a:pt x="535" y="43"/>
                </a:lnTo>
                <a:lnTo>
                  <a:pt x="535" y="44"/>
                </a:lnTo>
                <a:lnTo>
                  <a:pt x="534" y="43"/>
                </a:lnTo>
                <a:lnTo>
                  <a:pt x="533" y="44"/>
                </a:lnTo>
                <a:lnTo>
                  <a:pt x="532" y="44"/>
                </a:lnTo>
                <a:lnTo>
                  <a:pt x="532" y="45"/>
                </a:lnTo>
                <a:lnTo>
                  <a:pt x="531" y="45"/>
                </a:lnTo>
                <a:lnTo>
                  <a:pt x="531" y="46"/>
                </a:lnTo>
                <a:lnTo>
                  <a:pt x="530" y="47"/>
                </a:lnTo>
                <a:lnTo>
                  <a:pt x="529" y="47"/>
                </a:lnTo>
                <a:lnTo>
                  <a:pt x="527" y="47"/>
                </a:lnTo>
                <a:lnTo>
                  <a:pt x="526" y="48"/>
                </a:lnTo>
                <a:lnTo>
                  <a:pt x="527" y="49"/>
                </a:lnTo>
                <a:lnTo>
                  <a:pt x="527" y="50"/>
                </a:lnTo>
                <a:lnTo>
                  <a:pt x="526" y="50"/>
                </a:lnTo>
                <a:lnTo>
                  <a:pt x="526" y="51"/>
                </a:lnTo>
                <a:lnTo>
                  <a:pt x="527" y="52"/>
                </a:lnTo>
                <a:lnTo>
                  <a:pt x="527" y="53"/>
                </a:lnTo>
                <a:lnTo>
                  <a:pt x="528" y="56"/>
                </a:lnTo>
                <a:lnTo>
                  <a:pt x="527" y="58"/>
                </a:lnTo>
                <a:lnTo>
                  <a:pt x="527" y="60"/>
                </a:lnTo>
                <a:lnTo>
                  <a:pt x="526" y="60"/>
                </a:lnTo>
                <a:lnTo>
                  <a:pt x="525" y="60"/>
                </a:lnTo>
                <a:lnTo>
                  <a:pt x="526" y="61"/>
                </a:lnTo>
                <a:lnTo>
                  <a:pt x="526" y="62"/>
                </a:lnTo>
                <a:lnTo>
                  <a:pt x="525" y="63"/>
                </a:lnTo>
                <a:lnTo>
                  <a:pt x="525" y="64"/>
                </a:lnTo>
                <a:lnTo>
                  <a:pt x="525" y="65"/>
                </a:lnTo>
                <a:lnTo>
                  <a:pt x="525" y="66"/>
                </a:lnTo>
                <a:lnTo>
                  <a:pt x="524" y="66"/>
                </a:lnTo>
                <a:lnTo>
                  <a:pt x="524" y="67"/>
                </a:lnTo>
                <a:lnTo>
                  <a:pt x="524" y="68"/>
                </a:lnTo>
                <a:lnTo>
                  <a:pt x="524" y="69"/>
                </a:lnTo>
                <a:lnTo>
                  <a:pt x="525" y="69"/>
                </a:lnTo>
                <a:lnTo>
                  <a:pt x="526" y="69"/>
                </a:lnTo>
                <a:lnTo>
                  <a:pt x="526" y="70"/>
                </a:lnTo>
                <a:lnTo>
                  <a:pt x="527" y="70"/>
                </a:lnTo>
                <a:lnTo>
                  <a:pt x="528" y="70"/>
                </a:lnTo>
                <a:lnTo>
                  <a:pt x="528" y="69"/>
                </a:lnTo>
                <a:lnTo>
                  <a:pt x="529" y="68"/>
                </a:lnTo>
                <a:lnTo>
                  <a:pt x="530" y="68"/>
                </a:lnTo>
                <a:lnTo>
                  <a:pt x="531" y="68"/>
                </a:lnTo>
                <a:lnTo>
                  <a:pt x="531" y="67"/>
                </a:lnTo>
                <a:lnTo>
                  <a:pt x="532" y="67"/>
                </a:lnTo>
                <a:lnTo>
                  <a:pt x="532" y="66"/>
                </a:lnTo>
                <a:lnTo>
                  <a:pt x="534" y="64"/>
                </a:lnTo>
                <a:lnTo>
                  <a:pt x="536" y="61"/>
                </a:lnTo>
                <a:lnTo>
                  <a:pt x="536" y="60"/>
                </a:lnTo>
                <a:lnTo>
                  <a:pt x="537" y="60"/>
                </a:lnTo>
                <a:lnTo>
                  <a:pt x="538" y="60"/>
                </a:lnTo>
                <a:lnTo>
                  <a:pt x="539" y="60"/>
                </a:lnTo>
                <a:lnTo>
                  <a:pt x="539" y="59"/>
                </a:lnTo>
                <a:lnTo>
                  <a:pt x="540" y="59"/>
                </a:lnTo>
                <a:lnTo>
                  <a:pt x="540" y="58"/>
                </a:lnTo>
                <a:lnTo>
                  <a:pt x="541" y="58"/>
                </a:lnTo>
                <a:lnTo>
                  <a:pt x="542" y="57"/>
                </a:lnTo>
                <a:lnTo>
                  <a:pt x="544" y="57"/>
                </a:lnTo>
                <a:lnTo>
                  <a:pt x="546" y="57"/>
                </a:lnTo>
                <a:lnTo>
                  <a:pt x="548" y="56"/>
                </a:lnTo>
                <a:lnTo>
                  <a:pt x="548" y="55"/>
                </a:lnTo>
                <a:lnTo>
                  <a:pt x="549" y="55"/>
                </a:lnTo>
                <a:lnTo>
                  <a:pt x="550" y="54"/>
                </a:lnTo>
                <a:lnTo>
                  <a:pt x="551" y="53"/>
                </a:lnTo>
                <a:lnTo>
                  <a:pt x="552" y="53"/>
                </a:lnTo>
                <a:lnTo>
                  <a:pt x="553" y="53"/>
                </a:lnTo>
                <a:lnTo>
                  <a:pt x="554" y="53"/>
                </a:lnTo>
                <a:lnTo>
                  <a:pt x="557" y="54"/>
                </a:lnTo>
                <a:lnTo>
                  <a:pt x="557" y="53"/>
                </a:lnTo>
                <a:lnTo>
                  <a:pt x="558" y="53"/>
                </a:lnTo>
                <a:lnTo>
                  <a:pt x="558" y="52"/>
                </a:lnTo>
                <a:lnTo>
                  <a:pt x="559" y="52"/>
                </a:lnTo>
                <a:lnTo>
                  <a:pt x="560" y="52"/>
                </a:lnTo>
                <a:lnTo>
                  <a:pt x="561" y="51"/>
                </a:lnTo>
                <a:lnTo>
                  <a:pt x="561" y="50"/>
                </a:lnTo>
                <a:lnTo>
                  <a:pt x="562" y="49"/>
                </a:lnTo>
                <a:lnTo>
                  <a:pt x="562" y="48"/>
                </a:lnTo>
                <a:lnTo>
                  <a:pt x="563" y="48"/>
                </a:lnTo>
                <a:lnTo>
                  <a:pt x="564" y="48"/>
                </a:lnTo>
                <a:lnTo>
                  <a:pt x="565" y="48"/>
                </a:lnTo>
                <a:lnTo>
                  <a:pt x="566" y="48"/>
                </a:lnTo>
                <a:lnTo>
                  <a:pt x="567" y="48"/>
                </a:lnTo>
                <a:lnTo>
                  <a:pt x="569" y="48"/>
                </a:lnTo>
                <a:lnTo>
                  <a:pt x="570" y="47"/>
                </a:lnTo>
                <a:lnTo>
                  <a:pt x="571" y="47"/>
                </a:lnTo>
                <a:lnTo>
                  <a:pt x="571" y="46"/>
                </a:lnTo>
                <a:lnTo>
                  <a:pt x="571" y="45"/>
                </a:lnTo>
                <a:lnTo>
                  <a:pt x="572" y="44"/>
                </a:lnTo>
                <a:lnTo>
                  <a:pt x="573" y="44"/>
                </a:lnTo>
                <a:lnTo>
                  <a:pt x="573" y="43"/>
                </a:lnTo>
                <a:lnTo>
                  <a:pt x="575" y="43"/>
                </a:lnTo>
                <a:lnTo>
                  <a:pt x="576" y="43"/>
                </a:lnTo>
                <a:lnTo>
                  <a:pt x="577" y="43"/>
                </a:lnTo>
                <a:lnTo>
                  <a:pt x="577" y="42"/>
                </a:lnTo>
                <a:lnTo>
                  <a:pt x="578" y="43"/>
                </a:lnTo>
                <a:lnTo>
                  <a:pt x="578" y="44"/>
                </a:lnTo>
                <a:lnTo>
                  <a:pt x="579" y="44"/>
                </a:lnTo>
                <a:lnTo>
                  <a:pt x="580" y="44"/>
                </a:lnTo>
                <a:lnTo>
                  <a:pt x="580" y="43"/>
                </a:lnTo>
                <a:lnTo>
                  <a:pt x="580" y="42"/>
                </a:lnTo>
                <a:lnTo>
                  <a:pt x="581" y="42"/>
                </a:lnTo>
                <a:lnTo>
                  <a:pt x="582" y="42"/>
                </a:lnTo>
                <a:lnTo>
                  <a:pt x="582" y="41"/>
                </a:lnTo>
                <a:lnTo>
                  <a:pt x="583" y="41"/>
                </a:lnTo>
                <a:lnTo>
                  <a:pt x="584" y="41"/>
                </a:lnTo>
                <a:lnTo>
                  <a:pt x="585" y="41"/>
                </a:lnTo>
                <a:lnTo>
                  <a:pt x="586" y="42"/>
                </a:lnTo>
                <a:lnTo>
                  <a:pt x="586" y="41"/>
                </a:lnTo>
                <a:lnTo>
                  <a:pt x="587" y="41"/>
                </a:lnTo>
                <a:lnTo>
                  <a:pt x="588" y="40"/>
                </a:lnTo>
                <a:lnTo>
                  <a:pt x="589" y="39"/>
                </a:lnTo>
                <a:lnTo>
                  <a:pt x="590" y="39"/>
                </a:lnTo>
                <a:lnTo>
                  <a:pt x="591" y="39"/>
                </a:lnTo>
                <a:lnTo>
                  <a:pt x="592" y="39"/>
                </a:lnTo>
                <a:lnTo>
                  <a:pt x="593" y="39"/>
                </a:lnTo>
                <a:lnTo>
                  <a:pt x="594" y="38"/>
                </a:lnTo>
                <a:lnTo>
                  <a:pt x="595" y="37"/>
                </a:lnTo>
                <a:lnTo>
                  <a:pt x="596" y="37"/>
                </a:lnTo>
                <a:lnTo>
                  <a:pt x="597" y="36"/>
                </a:lnTo>
                <a:lnTo>
                  <a:pt x="597" y="35"/>
                </a:lnTo>
                <a:lnTo>
                  <a:pt x="598" y="35"/>
                </a:lnTo>
                <a:lnTo>
                  <a:pt x="598" y="34"/>
                </a:lnTo>
                <a:lnTo>
                  <a:pt x="599" y="34"/>
                </a:lnTo>
                <a:lnTo>
                  <a:pt x="599" y="33"/>
                </a:lnTo>
                <a:lnTo>
                  <a:pt x="600" y="32"/>
                </a:lnTo>
                <a:lnTo>
                  <a:pt x="601" y="32"/>
                </a:lnTo>
                <a:lnTo>
                  <a:pt x="601" y="31"/>
                </a:lnTo>
                <a:lnTo>
                  <a:pt x="602" y="31"/>
                </a:lnTo>
                <a:lnTo>
                  <a:pt x="603" y="31"/>
                </a:lnTo>
                <a:lnTo>
                  <a:pt x="604" y="31"/>
                </a:lnTo>
                <a:lnTo>
                  <a:pt x="605" y="31"/>
                </a:lnTo>
                <a:lnTo>
                  <a:pt x="605" y="32"/>
                </a:lnTo>
                <a:lnTo>
                  <a:pt x="605" y="33"/>
                </a:lnTo>
                <a:lnTo>
                  <a:pt x="604" y="33"/>
                </a:lnTo>
                <a:lnTo>
                  <a:pt x="604" y="35"/>
                </a:lnTo>
                <a:lnTo>
                  <a:pt x="603" y="35"/>
                </a:lnTo>
                <a:lnTo>
                  <a:pt x="603" y="36"/>
                </a:lnTo>
                <a:lnTo>
                  <a:pt x="604" y="36"/>
                </a:lnTo>
                <a:lnTo>
                  <a:pt x="603" y="36"/>
                </a:lnTo>
                <a:lnTo>
                  <a:pt x="603" y="37"/>
                </a:lnTo>
                <a:lnTo>
                  <a:pt x="604" y="37"/>
                </a:lnTo>
                <a:lnTo>
                  <a:pt x="603" y="38"/>
                </a:lnTo>
                <a:lnTo>
                  <a:pt x="602" y="38"/>
                </a:lnTo>
                <a:lnTo>
                  <a:pt x="603" y="38"/>
                </a:lnTo>
                <a:lnTo>
                  <a:pt x="603" y="39"/>
                </a:lnTo>
                <a:lnTo>
                  <a:pt x="602" y="41"/>
                </a:lnTo>
                <a:lnTo>
                  <a:pt x="601" y="41"/>
                </a:lnTo>
                <a:lnTo>
                  <a:pt x="600" y="42"/>
                </a:lnTo>
                <a:lnTo>
                  <a:pt x="600" y="44"/>
                </a:lnTo>
                <a:lnTo>
                  <a:pt x="600" y="46"/>
                </a:lnTo>
                <a:lnTo>
                  <a:pt x="600" y="47"/>
                </a:lnTo>
                <a:lnTo>
                  <a:pt x="599" y="47"/>
                </a:lnTo>
                <a:lnTo>
                  <a:pt x="599" y="48"/>
                </a:lnTo>
                <a:lnTo>
                  <a:pt x="598" y="48"/>
                </a:lnTo>
                <a:lnTo>
                  <a:pt x="597" y="48"/>
                </a:lnTo>
                <a:lnTo>
                  <a:pt x="596" y="48"/>
                </a:lnTo>
                <a:lnTo>
                  <a:pt x="595" y="48"/>
                </a:lnTo>
                <a:lnTo>
                  <a:pt x="592" y="48"/>
                </a:lnTo>
                <a:lnTo>
                  <a:pt x="591" y="48"/>
                </a:lnTo>
                <a:lnTo>
                  <a:pt x="589" y="48"/>
                </a:lnTo>
                <a:lnTo>
                  <a:pt x="588" y="48"/>
                </a:lnTo>
                <a:lnTo>
                  <a:pt x="585" y="49"/>
                </a:lnTo>
                <a:lnTo>
                  <a:pt x="585" y="50"/>
                </a:lnTo>
                <a:lnTo>
                  <a:pt x="584" y="51"/>
                </a:lnTo>
                <a:lnTo>
                  <a:pt x="585" y="51"/>
                </a:lnTo>
                <a:lnTo>
                  <a:pt x="585" y="52"/>
                </a:lnTo>
                <a:lnTo>
                  <a:pt x="585" y="53"/>
                </a:lnTo>
                <a:lnTo>
                  <a:pt x="584" y="53"/>
                </a:lnTo>
                <a:lnTo>
                  <a:pt x="582" y="53"/>
                </a:lnTo>
                <a:lnTo>
                  <a:pt x="582" y="54"/>
                </a:lnTo>
                <a:lnTo>
                  <a:pt x="581" y="54"/>
                </a:lnTo>
                <a:lnTo>
                  <a:pt x="581" y="55"/>
                </a:lnTo>
                <a:lnTo>
                  <a:pt x="582" y="55"/>
                </a:lnTo>
                <a:lnTo>
                  <a:pt x="583" y="56"/>
                </a:lnTo>
                <a:lnTo>
                  <a:pt x="582" y="56"/>
                </a:lnTo>
                <a:lnTo>
                  <a:pt x="582" y="57"/>
                </a:lnTo>
                <a:lnTo>
                  <a:pt x="582" y="59"/>
                </a:lnTo>
                <a:lnTo>
                  <a:pt x="581" y="60"/>
                </a:lnTo>
                <a:lnTo>
                  <a:pt x="581" y="61"/>
                </a:lnTo>
                <a:lnTo>
                  <a:pt x="581" y="60"/>
                </a:lnTo>
                <a:lnTo>
                  <a:pt x="581" y="59"/>
                </a:lnTo>
                <a:lnTo>
                  <a:pt x="580" y="60"/>
                </a:lnTo>
                <a:lnTo>
                  <a:pt x="580" y="61"/>
                </a:lnTo>
                <a:lnTo>
                  <a:pt x="577" y="61"/>
                </a:lnTo>
                <a:lnTo>
                  <a:pt x="578" y="62"/>
                </a:lnTo>
                <a:lnTo>
                  <a:pt x="577" y="62"/>
                </a:lnTo>
                <a:lnTo>
                  <a:pt x="576" y="62"/>
                </a:lnTo>
                <a:lnTo>
                  <a:pt x="575" y="62"/>
                </a:lnTo>
                <a:lnTo>
                  <a:pt x="575" y="63"/>
                </a:lnTo>
                <a:lnTo>
                  <a:pt x="574" y="63"/>
                </a:lnTo>
                <a:lnTo>
                  <a:pt x="574" y="62"/>
                </a:lnTo>
                <a:lnTo>
                  <a:pt x="570" y="62"/>
                </a:lnTo>
                <a:lnTo>
                  <a:pt x="570" y="63"/>
                </a:lnTo>
                <a:lnTo>
                  <a:pt x="569" y="64"/>
                </a:lnTo>
                <a:lnTo>
                  <a:pt x="568" y="64"/>
                </a:lnTo>
                <a:lnTo>
                  <a:pt x="567" y="64"/>
                </a:lnTo>
                <a:lnTo>
                  <a:pt x="566" y="64"/>
                </a:lnTo>
                <a:lnTo>
                  <a:pt x="566" y="65"/>
                </a:lnTo>
                <a:lnTo>
                  <a:pt x="566" y="66"/>
                </a:lnTo>
                <a:lnTo>
                  <a:pt x="565" y="68"/>
                </a:lnTo>
                <a:lnTo>
                  <a:pt x="564" y="68"/>
                </a:lnTo>
                <a:lnTo>
                  <a:pt x="563" y="67"/>
                </a:lnTo>
                <a:lnTo>
                  <a:pt x="563" y="68"/>
                </a:lnTo>
                <a:lnTo>
                  <a:pt x="563" y="69"/>
                </a:lnTo>
                <a:lnTo>
                  <a:pt x="562" y="69"/>
                </a:lnTo>
                <a:lnTo>
                  <a:pt x="562" y="70"/>
                </a:lnTo>
                <a:lnTo>
                  <a:pt x="562" y="72"/>
                </a:lnTo>
                <a:lnTo>
                  <a:pt x="562" y="74"/>
                </a:lnTo>
                <a:lnTo>
                  <a:pt x="561" y="74"/>
                </a:lnTo>
                <a:lnTo>
                  <a:pt x="560" y="74"/>
                </a:lnTo>
                <a:lnTo>
                  <a:pt x="559" y="74"/>
                </a:lnTo>
                <a:lnTo>
                  <a:pt x="558" y="74"/>
                </a:lnTo>
                <a:lnTo>
                  <a:pt x="557" y="75"/>
                </a:lnTo>
                <a:lnTo>
                  <a:pt x="555" y="75"/>
                </a:lnTo>
                <a:lnTo>
                  <a:pt x="553" y="76"/>
                </a:lnTo>
                <a:lnTo>
                  <a:pt x="551" y="76"/>
                </a:lnTo>
                <a:lnTo>
                  <a:pt x="551" y="77"/>
                </a:lnTo>
                <a:lnTo>
                  <a:pt x="551" y="76"/>
                </a:lnTo>
                <a:lnTo>
                  <a:pt x="550" y="76"/>
                </a:lnTo>
                <a:lnTo>
                  <a:pt x="548" y="76"/>
                </a:lnTo>
                <a:lnTo>
                  <a:pt x="547" y="76"/>
                </a:lnTo>
                <a:lnTo>
                  <a:pt x="546" y="76"/>
                </a:lnTo>
                <a:lnTo>
                  <a:pt x="545" y="76"/>
                </a:lnTo>
                <a:lnTo>
                  <a:pt x="543" y="77"/>
                </a:lnTo>
                <a:lnTo>
                  <a:pt x="543" y="78"/>
                </a:lnTo>
                <a:lnTo>
                  <a:pt x="542" y="78"/>
                </a:lnTo>
                <a:lnTo>
                  <a:pt x="541" y="79"/>
                </a:lnTo>
                <a:lnTo>
                  <a:pt x="540" y="80"/>
                </a:lnTo>
                <a:lnTo>
                  <a:pt x="540" y="81"/>
                </a:lnTo>
                <a:lnTo>
                  <a:pt x="538" y="83"/>
                </a:lnTo>
                <a:lnTo>
                  <a:pt x="538" y="84"/>
                </a:lnTo>
                <a:lnTo>
                  <a:pt x="538" y="85"/>
                </a:lnTo>
                <a:lnTo>
                  <a:pt x="537" y="85"/>
                </a:lnTo>
                <a:lnTo>
                  <a:pt x="536" y="85"/>
                </a:lnTo>
                <a:lnTo>
                  <a:pt x="534" y="85"/>
                </a:lnTo>
                <a:lnTo>
                  <a:pt x="535" y="86"/>
                </a:lnTo>
                <a:lnTo>
                  <a:pt x="536" y="86"/>
                </a:lnTo>
                <a:lnTo>
                  <a:pt x="535" y="86"/>
                </a:lnTo>
                <a:lnTo>
                  <a:pt x="534" y="88"/>
                </a:lnTo>
                <a:lnTo>
                  <a:pt x="534" y="89"/>
                </a:lnTo>
                <a:lnTo>
                  <a:pt x="533" y="89"/>
                </a:lnTo>
                <a:lnTo>
                  <a:pt x="532" y="90"/>
                </a:lnTo>
                <a:lnTo>
                  <a:pt x="532" y="91"/>
                </a:lnTo>
                <a:lnTo>
                  <a:pt x="532" y="92"/>
                </a:lnTo>
                <a:lnTo>
                  <a:pt x="532" y="93"/>
                </a:lnTo>
                <a:lnTo>
                  <a:pt x="531" y="93"/>
                </a:lnTo>
                <a:lnTo>
                  <a:pt x="530" y="94"/>
                </a:lnTo>
                <a:lnTo>
                  <a:pt x="530" y="95"/>
                </a:lnTo>
                <a:lnTo>
                  <a:pt x="529" y="96"/>
                </a:lnTo>
                <a:lnTo>
                  <a:pt x="528" y="96"/>
                </a:lnTo>
                <a:lnTo>
                  <a:pt x="527" y="97"/>
                </a:lnTo>
                <a:lnTo>
                  <a:pt x="526" y="98"/>
                </a:lnTo>
                <a:lnTo>
                  <a:pt x="525" y="98"/>
                </a:lnTo>
                <a:lnTo>
                  <a:pt x="526" y="99"/>
                </a:lnTo>
                <a:lnTo>
                  <a:pt x="526" y="100"/>
                </a:lnTo>
                <a:lnTo>
                  <a:pt x="526" y="101"/>
                </a:lnTo>
                <a:lnTo>
                  <a:pt x="526" y="102"/>
                </a:lnTo>
                <a:lnTo>
                  <a:pt x="527" y="103"/>
                </a:lnTo>
                <a:lnTo>
                  <a:pt x="527" y="104"/>
                </a:lnTo>
                <a:lnTo>
                  <a:pt x="527" y="105"/>
                </a:lnTo>
                <a:lnTo>
                  <a:pt x="526" y="105"/>
                </a:lnTo>
                <a:lnTo>
                  <a:pt x="525" y="105"/>
                </a:lnTo>
                <a:lnTo>
                  <a:pt x="524" y="106"/>
                </a:lnTo>
                <a:lnTo>
                  <a:pt x="523" y="106"/>
                </a:lnTo>
                <a:lnTo>
                  <a:pt x="523" y="107"/>
                </a:lnTo>
                <a:lnTo>
                  <a:pt x="522" y="107"/>
                </a:lnTo>
                <a:lnTo>
                  <a:pt x="521" y="107"/>
                </a:lnTo>
                <a:lnTo>
                  <a:pt x="521" y="108"/>
                </a:lnTo>
                <a:lnTo>
                  <a:pt x="519" y="108"/>
                </a:lnTo>
                <a:lnTo>
                  <a:pt x="518" y="108"/>
                </a:lnTo>
                <a:lnTo>
                  <a:pt x="518" y="109"/>
                </a:lnTo>
                <a:lnTo>
                  <a:pt x="518" y="110"/>
                </a:lnTo>
                <a:lnTo>
                  <a:pt x="517" y="110"/>
                </a:lnTo>
                <a:lnTo>
                  <a:pt x="516" y="111"/>
                </a:lnTo>
                <a:lnTo>
                  <a:pt x="515" y="113"/>
                </a:lnTo>
                <a:lnTo>
                  <a:pt x="513" y="113"/>
                </a:lnTo>
                <a:lnTo>
                  <a:pt x="512" y="113"/>
                </a:lnTo>
                <a:lnTo>
                  <a:pt x="511" y="113"/>
                </a:lnTo>
                <a:lnTo>
                  <a:pt x="510" y="113"/>
                </a:lnTo>
                <a:lnTo>
                  <a:pt x="510" y="114"/>
                </a:lnTo>
                <a:lnTo>
                  <a:pt x="509" y="114"/>
                </a:lnTo>
                <a:lnTo>
                  <a:pt x="508" y="113"/>
                </a:lnTo>
                <a:lnTo>
                  <a:pt x="507" y="113"/>
                </a:lnTo>
                <a:lnTo>
                  <a:pt x="506" y="113"/>
                </a:lnTo>
                <a:lnTo>
                  <a:pt x="505" y="113"/>
                </a:lnTo>
                <a:lnTo>
                  <a:pt x="504" y="113"/>
                </a:lnTo>
                <a:lnTo>
                  <a:pt x="503" y="113"/>
                </a:lnTo>
                <a:lnTo>
                  <a:pt x="502" y="114"/>
                </a:lnTo>
                <a:lnTo>
                  <a:pt x="502" y="115"/>
                </a:lnTo>
                <a:lnTo>
                  <a:pt x="501" y="116"/>
                </a:lnTo>
                <a:lnTo>
                  <a:pt x="501" y="115"/>
                </a:lnTo>
                <a:lnTo>
                  <a:pt x="500" y="115"/>
                </a:lnTo>
                <a:lnTo>
                  <a:pt x="499" y="115"/>
                </a:lnTo>
                <a:lnTo>
                  <a:pt x="499" y="114"/>
                </a:lnTo>
                <a:lnTo>
                  <a:pt x="498" y="114"/>
                </a:lnTo>
                <a:lnTo>
                  <a:pt x="498" y="115"/>
                </a:lnTo>
                <a:lnTo>
                  <a:pt x="498" y="116"/>
                </a:lnTo>
                <a:lnTo>
                  <a:pt x="498" y="117"/>
                </a:lnTo>
                <a:lnTo>
                  <a:pt x="497" y="118"/>
                </a:lnTo>
                <a:lnTo>
                  <a:pt x="497" y="119"/>
                </a:lnTo>
                <a:lnTo>
                  <a:pt x="492" y="119"/>
                </a:lnTo>
                <a:lnTo>
                  <a:pt x="491" y="119"/>
                </a:lnTo>
                <a:lnTo>
                  <a:pt x="491" y="120"/>
                </a:lnTo>
                <a:lnTo>
                  <a:pt x="491" y="121"/>
                </a:lnTo>
                <a:lnTo>
                  <a:pt x="491" y="122"/>
                </a:lnTo>
                <a:lnTo>
                  <a:pt x="491" y="123"/>
                </a:lnTo>
                <a:lnTo>
                  <a:pt x="491" y="124"/>
                </a:lnTo>
                <a:lnTo>
                  <a:pt x="492" y="125"/>
                </a:lnTo>
                <a:lnTo>
                  <a:pt x="491" y="125"/>
                </a:lnTo>
                <a:lnTo>
                  <a:pt x="491" y="124"/>
                </a:lnTo>
                <a:lnTo>
                  <a:pt x="490" y="125"/>
                </a:lnTo>
                <a:lnTo>
                  <a:pt x="490" y="126"/>
                </a:lnTo>
                <a:lnTo>
                  <a:pt x="489" y="126"/>
                </a:lnTo>
                <a:lnTo>
                  <a:pt x="488" y="127"/>
                </a:lnTo>
                <a:lnTo>
                  <a:pt x="488" y="128"/>
                </a:lnTo>
                <a:lnTo>
                  <a:pt x="487" y="129"/>
                </a:lnTo>
                <a:lnTo>
                  <a:pt x="486" y="129"/>
                </a:lnTo>
                <a:lnTo>
                  <a:pt x="486" y="131"/>
                </a:lnTo>
                <a:lnTo>
                  <a:pt x="485" y="131"/>
                </a:lnTo>
                <a:lnTo>
                  <a:pt x="484" y="133"/>
                </a:lnTo>
                <a:lnTo>
                  <a:pt x="483" y="133"/>
                </a:lnTo>
                <a:lnTo>
                  <a:pt x="482" y="134"/>
                </a:lnTo>
                <a:lnTo>
                  <a:pt x="482" y="135"/>
                </a:lnTo>
                <a:lnTo>
                  <a:pt x="482" y="136"/>
                </a:lnTo>
                <a:lnTo>
                  <a:pt x="482" y="137"/>
                </a:lnTo>
                <a:lnTo>
                  <a:pt x="482" y="138"/>
                </a:lnTo>
                <a:lnTo>
                  <a:pt x="482" y="140"/>
                </a:lnTo>
                <a:lnTo>
                  <a:pt x="478" y="140"/>
                </a:lnTo>
                <a:lnTo>
                  <a:pt x="477" y="141"/>
                </a:lnTo>
                <a:lnTo>
                  <a:pt x="476" y="141"/>
                </a:lnTo>
                <a:lnTo>
                  <a:pt x="475" y="141"/>
                </a:lnTo>
                <a:lnTo>
                  <a:pt x="475" y="142"/>
                </a:lnTo>
                <a:lnTo>
                  <a:pt x="474" y="142"/>
                </a:lnTo>
                <a:lnTo>
                  <a:pt x="474" y="143"/>
                </a:lnTo>
                <a:lnTo>
                  <a:pt x="473" y="143"/>
                </a:lnTo>
                <a:lnTo>
                  <a:pt x="473" y="144"/>
                </a:lnTo>
                <a:lnTo>
                  <a:pt x="473" y="145"/>
                </a:lnTo>
                <a:lnTo>
                  <a:pt x="474" y="146"/>
                </a:lnTo>
                <a:lnTo>
                  <a:pt x="476" y="148"/>
                </a:lnTo>
                <a:lnTo>
                  <a:pt x="477" y="150"/>
                </a:lnTo>
                <a:lnTo>
                  <a:pt x="477" y="151"/>
                </a:lnTo>
                <a:lnTo>
                  <a:pt x="477" y="152"/>
                </a:lnTo>
                <a:lnTo>
                  <a:pt x="476" y="153"/>
                </a:lnTo>
                <a:lnTo>
                  <a:pt x="475" y="153"/>
                </a:lnTo>
                <a:lnTo>
                  <a:pt x="475" y="154"/>
                </a:lnTo>
                <a:lnTo>
                  <a:pt x="473" y="154"/>
                </a:lnTo>
                <a:lnTo>
                  <a:pt x="472" y="154"/>
                </a:lnTo>
                <a:lnTo>
                  <a:pt x="471" y="154"/>
                </a:lnTo>
                <a:lnTo>
                  <a:pt x="470" y="154"/>
                </a:lnTo>
                <a:lnTo>
                  <a:pt x="470" y="155"/>
                </a:lnTo>
                <a:lnTo>
                  <a:pt x="470" y="157"/>
                </a:lnTo>
                <a:lnTo>
                  <a:pt x="470" y="158"/>
                </a:lnTo>
                <a:lnTo>
                  <a:pt x="471" y="158"/>
                </a:lnTo>
                <a:lnTo>
                  <a:pt x="472" y="158"/>
                </a:lnTo>
                <a:lnTo>
                  <a:pt x="472" y="159"/>
                </a:lnTo>
                <a:lnTo>
                  <a:pt x="473" y="158"/>
                </a:lnTo>
                <a:lnTo>
                  <a:pt x="474" y="159"/>
                </a:lnTo>
                <a:lnTo>
                  <a:pt x="474" y="160"/>
                </a:lnTo>
                <a:lnTo>
                  <a:pt x="473" y="160"/>
                </a:lnTo>
                <a:lnTo>
                  <a:pt x="473" y="161"/>
                </a:lnTo>
                <a:lnTo>
                  <a:pt x="472" y="161"/>
                </a:lnTo>
                <a:lnTo>
                  <a:pt x="471" y="162"/>
                </a:lnTo>
                <a:lnTo>
                  <a:pt x="470" y="162"/>
                </a:lnTo>
                <a:lnTo>
                  <a:pt x="471" y="162"/>
                </a:lnTo>
                <a:lnTo>
                  <a:pt x="473" y="163"/>
                </a:lnTo>
                <a:lnTo>
                  <a:pt x="474" y="163"/>
                </a:lnTo>
                <a:lnTo>
                  <a:pt x="475" y="163"/>
                </a:lnTo>
                <a:lnTo>
                  <a:pt x="475" y="161"/>
                </a:lnTo>
                <a:lnTo>
                  <a:pt x="476" y="161"/>
                </a:lnTo>
                <a:lnTo>
                  <a:pt x="477" y="161"/>
                </a:lnTo>
                <a:lnTo>
                  <a:pt x="477" y="162"/>
                </a:lnTo>
                <a:lnTo>
                  <a:pt x="476" y="163"/>
                </a:lnTo>
                <a:lnTo>
                  <a:pt x="477" y="164"/>
                </a:lnTo>
                <a:lnTo>
                  <a:pt x="479" y="165"/>
                </a:lnTo>
                <a:lnTo>
                  <a:pt x="479" y="166"/>
                </a:lnTo>
                <a:lnTo>
                  <a:pt x="480" y="167"/>
                </a:lnTo>
                <a:lnTo>
                  <a:pt x="482" y="167"/>
                </a:lnTo>
                <a:lnTo>
                  <a:pt x="482" y="166"/>
                </a:lnTo>
                <a:lnTo>
                  <a:pt x="483" y="165"/>
                </a:lnTo>
                <a:lnTo>
                  <a:pt x="484" y="164"/>
                </a:lnTo>
                <a:lnTo>
                  <a:pt x="485" y="164"/>
                </a:lnTo>
                <a:lnTo>
                  <a:pt x="486" y="164"/>
                </a:lnTo>
                <a:lnTo>
                  <a:pt x="487" y="165"/>
                </a:lnTo>
                <a:lnTo>
                  <a:pt x="488" y="165"/>
                </a:lnTo>
                <a:lnTo>
                  <a:pt x="489" y="165"/>
                </a:lnTo>
                <a:lnTo>
                  <a:pt x="490" y="165"/>
                </a:lnTo>
                <a:lnTo>
                  <a:pt x="490" y="166"/>
                </a:lnTo>
                <a:lnTo>
                  <a:pt x="491" y="166"/>
                </a:lnTo>
                <a:lnTo>
                  <a:pt x="491" y="167"/>
                </a:lnTo>
                <a:lnTo>
                  <a:pt x="492" y="167"/>
                </a:lnTo>
                <a:lnTo>
                  <a:pt x="493" y="167"/>
                </a:lnTo>
                <a:lnTo>
                  <a:pt x="493" y="166"/>
                </a:lnTo>
                <a:lnTo>
                  <a:pt x="494" y="166"/>
                </a:lnTo>
                <a:lnTo>
                  <a:pt x="495" y="165"/>
                </a:lnTo>
                <a:lnTo>
                  <a:pt x="496" y="164"/>
                </a:lnTo>
                <a:lnTo>
                  <a:pt x="499" y="164"/>
                </a:lnTo>
                <a:lnTo>
                  <a:pt x="500" y="164"/>
                </a:lnTo>
                <a:lnTo>
                  <a:pt x="501" y="164"/>
                </a:lnTo>
                <a:lnTo>
                  <a:pt x="501" y="163"/>
                </a:lnTo>
                <a:lnTo>
                  <a:pt x="502" y="163"/>
                </a:lnTo>
                <a:lnTo>
                  <a:pt x="503" y="163"/>
                </a:lnTo>
                <a:lnTo>
                  <a:pt x="503" y="164"/>
                </a:lnTo>
                <a:lnTo>
                  <a:pt x="503" y="165"/>
                </a:lnTo>
                <a:lnTo>
                  <a:pt x="503" y="166"/>
                </a:lnTo>
                <a:lnTo>
                  <a:pt x="504" y="166"/>
                </a:lnTo>
                <a:lnTo>
                  <a:pt x="505" y="167"/>
                </a:lnTo>
                <a:lnTo>
                  <a:pt x="506" y="168"/>
                </a:lnTo>
                <a:lnTo>
                  <a:pt x="506" y="169"/>
                </a:lnTo>
                <a:lnTo>
                  <a:pt x="507" y="168"/>
                </a:lnTo>
                <a:lnTo>
                  <a:pt x="509" y="168"/>
                </a:lnTo>
                <a:lnTo>
                  <a:pt x="509" y="169"/>
                </a:lnTo>
                <a:lnTo>
                  <a:pt x="510" y="169"/>
                </a:lnTo>
                <a:lnTo>
                  <a:pt x="511" y="169"/>
                </a:lnTo>
                <a:lnTo>
                  <a:pt x="511" y="168"/>
                </a:lnTo>
                <a:lnTo>
                  <a:pt x="513" y="169"/>
                </a:lnTo>
                <a:lnTo>
                  <a:pt x="512" y="170"/>
                </a:lnTo>
                <a:lnTo>
                  <a:pt x="512" y="171"/>
                </a:lnTo>
                <a:lnTo>
                  <a:pt x="511" y="170"/>
                </a:lnTo>
                <a:lnTo>
                  <a:pt x="511" y="172"/>
                </a:lnTo>
                <a:lnTo>
                  <a:pt x="510" y="172"/>
                </a:lnTo>
                <a:lnTo>
                  <a:pt x="509" y="172"/>
                </a:lnTo>
                <a:lnTo>
                  <a:pt x="509" y="173"/>
                </a:lnTo>
                <a:lnTo>
                  <a:pt x="509" y="174"/>
                </a:lnTo>
                <a:lnTo>
                  <a:pt x="511" y="175"/>
                </a:lnTo>
                <a:lnTo>
                  <a:pt x="512" y="175"/>
                </a:lnTo>
                <a:lnTo>
                  <a:pt x="512" y="174"/>
                </a:lnTo>
                <a:lnTo>
                  <a:pt x="513" y="174"/>
                </a:lnTo>
                <a:lnTo>
                  <a:pt x="514" y="173"/>
                </a:lnTo>
                <a:lnTo>
                  <a:pt x="516" y="174"/>
                </a:lnTo>
                <a:lnTo>
                  <a:pt x="516" y="175"/>
                </a:lnTo>
                <a:lnTo>
                  <a:pt x="515" y="176"/>
                </a:lnTo>
                <a:lnTo>
                  <a:pt x="515" y="177"/>
                </a:lnTo>
                <a:lnTo>
                  <a:pt x="514" y="177"/>
                </a:lnTo>
                <a:lnTo>
                  <a:pt x="514" y="176"/>
                </a:lnTo>
                <a:lnTo>
                  <a:pt x="514" y="177"/>
                </a:lnTo>
                <a:lnTo>
                  <a:pt x="514" y="178"/>
                </a:lnTo>
                <a:lnTo>
                  <a:pt x="514" y="179"/>
                </a:lnTo>
                <a:lnTo>
                  <a:pt x="515" y="180"/>
                </a:lnTo>
                <a:lnTo>
                  <a:pt x="515" y="181"/>
                </a:lnTo>
                <a:lnTo>
                  <a:pt x="515" y="182"/>
                </a:lnTo>
                <a:lnTo>
                  <a:pt x="516" y="183"/>
                </a:lnTo>
                <a:lnTo>
                  <a:pt x="517" y="181"/>
                </a:lnTo>
                <a:lnTo>
                  <a:pt x="518" y="181"/>
                </a:lnTo>
                <a:lnTo>
                  <a:pt x="519" y="181"/>
                </a:lnTo>
                <a:lnTo>
                  <a:pt x="519" y="182"/>
                </a:lnTo>
                <a:lnTo>
                  <a:pt x="519" y="183"/>
                </a:lnTo>
                <a:lnTo>
                  <a:pt x="520" y="182"/>
                </a:lnTo>
                <a:lnTo>
                  <a:pt x="520" y="181"/>
                </a:lnTo>
                <a:lnTo>
                  <a:pt x="520" y="180"/>
                </a:lnTo>
                <a:lnTo>
                  <a:pt x="521" y="180"/>
                </a:lnTo>
                <a:lnTo>
                  <a:pt x="522" y="180"/>
                </a:lnTo>
                <a:lnTo>
                  <a:pt x="523" y="180"/>
                </a:lnTo>
                <a:lnTo>
                  <a:pt x="523" y="181"/>
                </a:lnTo>
                <a:lnTo>
                  <a:pt x="524" y="181"/>
                </a:lnTo>
                <a:lnTo>
                  <a:pt x="525" y="182"/>
                </a:lnTo>
                <a:lnTo>
                  <a:pt x="526" y="183"/>
                </a:lnTo>
                <a:lnTo>
                  <a:pt x="527" y="183"/>
                </a:lnTo>
                <a:lnTo>
                  <a:pt x="528" y="184"/>
                </a:lnTo>
                <a:lnTo>
                  <a:pt x="529" y="184"/>
                </a:lnTo>
                <a:lnTo>
                  <a:pt x="531" y="184"/>
                </a:lnTo>
                <a:lnTo>
                  <a:pt x="532" y="185"/>
                </a:lnTo>
                <a:lnTo>
                  <a:pt x="533" y="186"/>
                </a:lnTo>
                <a:lnTo>
                  <a:pt x="534" y="187"/>
                </a:lnTo>
                <a:lnTo>
                  <a:pt x="534" y="188"/>
                </a:lnTo>
                <a:lnTo>
                  <a:pt x="534" y="189"/>
                </a:lnTo>
                <a:lnTo>
                  <a:pt x="535" y="190"/>
                </a:lnTo>
                <a:lnTo>
                  <a:pt x="535" y="191"/>
                </a:lnTo>
                <a:lnTo>
                  <a:pt x="536" y="193"/>
                </a:lnTo>
                <a:lnTo>
                  <a:pt x="537" y="194"/>
                </a:lnTo>
                <a:lnTo>
                  <a:pt x="536" y="195"/>
                </a:lnTo>
                <a:lnTo>
                  <a:pt x="535" y="195"/>
                </a:lnTo>
                <a:lnTo>
                  <a:pt x="534" y="195"/>
                </a:lnTo>
                <a:lnTo>
                  <a:pt x="534" y="196"/>
                </a:lnTo>
                <a:lnTo>
                  <a:pt x="534" y="197"/>
                </a:lnTo>
                <a:lnTo>
                  <a:pt x="535" y="197"/>
                </a:lnTo>
                <a:lnTo>
                  <a:pt x="536" y="197"/>
                </a:lnTo>
                <a:lnTo>
                  <a:pt x="536" y="198"/>
                </a:lnTo>
                <a:lnTo>
                  <a:pt x="537" y="200"/>
                </a:lnTo>
                <a:lnTo>
                  <a:pt x="537" y="202"/>
                </a:lnTo>
                <a:lnTo>
                  <a:pt x="536" y="203"/>
                </a:lnTo>
                <a:lnTo>
                  <a:pt x="536" y="204"/>
                </a:lnTo>
                <a:lnTo>
                  <a:pt x="537" y="205"/>
                </a:lnTo>
                <a:lnTo>
                  <a:pt x="537" y="204"/>
                </a:lnTo>
                <a:lnTo>
                  <a:pt x="538" y="204"/>
                </a:lnTo>
                <a:lnTo>
                  <a:pt x="538" y="206"/>
                </a:lnTo>
                <a:lnTo>
                  <a:pt x="538" y="207"/>
                </a:lnTo>
                <a:lnTo>
                  <a:pt x="537" y="207"/>
                </a:lnTo>
                <a:lnTo>
                  <a:pt x="538" y="207"/>
                </a:lnTo>
                <a:lnTo>
                  <a:pt x="539" y="207"/>
                </a:lnTo>
                <a:lnTo>
                  <a:pt x="539" y="208"/>
                </a:lnTo>
                <a:lnTo>
                  <a:pt x="540" y="208"/>
                </a:lnTo>
                <a:lnTo>
                  <a:pt x="540" y="209"/>
                </a:lnTo>
                <a:lnTo>
                  <a:pt x="541" y="211"/>
                </a:lnTo>
                <a:lnTo>
                  <a:pt x="542" y="211"/>
                </a:lnTo>
                <a:lnTo>
                  <a:pt x="542" y="212"/>
                </a:lnTo>
                <a:lnTo>
                  <a:pt x="543" y="213"/>
                </a:lnTo>
                <a:lnTo>
                  <a:pt x="544" y="214"/>
                </a:lnTo>
                <a:lnTo>
                  <a:pt x="545" y="214"/>
                </a:lnTo>
                <a:lnTo>
                  <a:pt x="546" y="214"/>
                </a:lnTo>
                <a:lnTo>
                  <a:pt x="547" y="214"/>
                </a:lnTo>
                <a:lnTo>
                  <a:pt x="547" y="215"/>
                </a:lnTo>
                <a:lnTo>
                  <a:pt x="549" y="215"/>
                </a:lnTo>
                <a:lnTo>
                  <a:pt x="550" y="215"/>
                </a:lnTo>
                <a:lnTo>
                  <a:pt x="551" y="215"/>
                </a:lnTo>
                <a:lnTo>
                  <a:pt x="554" y="215"/>
                </a:lnTo>
                <a:lnTo>
                  <a:pt x="554" y="214"/>
                </a:lnTo>
                <a:lnTo>
                  <a:pt x="555" y="214"/>
                </a:lnTo>
                <a:lnTo>
                  <a:pt x="556" y="215"/>
                </a:lnTo>
                <a:lnTo>
                  <a:pt x="557" y="215"/>
                </a:lnTo>
                <a:lnTo>
                  <a:pt x="558" y="216"/>
                </a:lnTo>
                <a:lnTo>
                  <a:pt x="559" y="216"/>
                </a:lnTo>
                <a:lnTo>
                  <a:pt x="561" y="217"/>
                </a:lnTo>
                <a:lnTo>
                  <a:pt x="561" y="216"/>
                </a:lnTo>
                <a:lnTo>
                  <a:pt x="562" y="215"/>
                </a:lnTo>
                <a:lnTo>
                  <a:pt x="562" y="214"/>
                </a:lnTo>
                <a:lnTo>
                  <a:pt x="562" y="212"/>
                </a:lnTo>
                <a:lnTo>
                  <a:pt x="562" y="211"/>
                </a:lnTo>
                <a:lnTo>
                  <a:pt x="563" y="211"/>
                </a:lnTo>
                <a:lnTo>
                  <a:pt x="564" y="211"/>
                </a:lnTo>
                <a:lnTo>
                  <a:pt x="564" y="212"/>
                </a:lnTo>
                <a:lnTo>
                  <a:pt x="565" y="212"/>
                </a:lnTo>
                <a:lnTo>
                  <a:pt x="567" y="212"/>
                </a:lnTo>
                <a:lnTo>
                  <a:pt x="568" y="213"/>
                </a:lnTo>
                <a:lnTo>
                  <a:pt x="569" y="213"/>
                </a:lnTo>
                <a:lnTo>
                  <a:pt x="570" y="213"/>
                </a:lnTo>
                <a:lnTo>
                  <a:pt x="571" y="213"/>
                </a:lnTo>
                <a:lnTo>
                  <a:pt x="572" y="214"/>
                </a:lnTo>
                <a:lnTo>
                  <a:pt x="573" y="214"/>
                </a:lnTo>
                <a:lnTo>
                  <a:pt x="573" y="215"/>
                </a:lnTo>
                <a:lnTo>
                  <a:pt x="574" y="215"/>
                </a:lnTo>
                <a:lnTo>
                  <a:pt x="575" y="215"/>
                </a:lnTo>
                <a:lnTo>
                  <a:pt x="575" y="216"/>
                </a:lnTo>
                <a:lnTo>
                  <a:pt x="576" y="216"/>
                </a:lnTo>
                <a:lnTo>
                  <a:pt x="577" y="216"/>
                </a:lnTo>
                <a:lnTo>
                  <a:pt x="578" y="216"/>
                </a:lnTo>
                <a:lnTo>
                  <a:pt x="581" y="215"/>
                </a:lnTo>
                <a:lnTo>
                  <a:pt x="583" y="215"/>
                </a:lnTo>
                <a:lnTo>
                  <a:pt x="586" y="214"/>
                </a:lnTo>
                <a:lnTo>
                  <a:pt x="587" y="214"/>
                </a:lnTo>
                <a:lnTo>
                  <a:pt x="588" y="214"/>
                </a:lnTo>
                <a:lnTo>
                  <a:pt x="590" y="214"/>
                </a:lnTo>
                <a:lnTo>
                  <a:pt x="591" y="214"/>
                </a:lnTo>
                <a:lnTo>
                  <a:pt x="592" y="214"/>
                </a:lnTo>
                <a:lnTo>
                  <a:pt x="592" y="213"/>
                </a:lnTo>
                <a:lnTo>
                  <a:pt x="593" y="213"/>
                </a:lnTo>
                <a:lnTo>
                  <a:pt x="593" y="212"/>
                </a:lnTo>
                <a:lnTo>
                  <a:pt x="593" y="211"/>
                </a:lnTo>
                <a:lnTo>
                  <a:pt x="593" y="210"/>
                </a:lnTo>
                <a:lnTo>
                  <a:pt x="594" y="210"/>
                </a:lnTo>
                <a:lnTo>
                  <a:pt x="594" y="209"/>
                </a:lnTo>
                <a:lnTo>
                  <a:pt x="595" y="210"/>
                </a:lnTo>
                <a:lnTo>
                  <a:pt x="596" y="210"/>
                </a:lnTo>
                <a:lnTo>
                  <a:pt x="599" y="212"/>
                </a:lnTo>
                <a:lnTo>
                  <a:pt x="600" y="212"/>
                </a:lnTo>
                <a:lnTo>
                  <a:pt x="604" y="212"/>
                </a:lnTo>
                <a:lnTo>
                  <a:pt x="605" y="212"/>
                </a:lnTo>
                <a:lnTo>
                  <a:pt x="606" y="212"/>
                </a:lnTo>
                <a:lnTo>
                  <a:pt x="607" y="213"/>
                </a:lnTo>
                <a:lnTo>
                  <a:pt x="608" y="214"/>
                </a:lnTo>
                <a:lnTo>
                  <a:pt x="608" y="215"/>
                </a:lnTo>
                <a:lnTo>
                  <a:pt x="609" y="216"/>
                </a:lnTo>
                <a:lnTo>
                  <a:pt x="610" y="216"/>
                </a:lnTo>
                <a:lnTo>
                  <a:pt x="610" y="217"/>
                </a:lnTo>
                <a:lnTo>
                  <a:pt x="611" y="216"/>
                </a:lnTo>
                <a:lnTo>
                  <a:pt x="612" y="216"/>
                </a:lnTo>
                <a:lnTo>
                  <a:pt x="614" y="215"/>
                </a:lnTo>
                <a:lnTo>
                  <a:pt x="615" y="215"/>
                </a:lnTo>
                <a:lnTo>
                  <a:pt x="616" y="215"/>
                </a:lnTo>
                <a:lnTo>
                  <a:pt x="616" y="216"/>
                </a:lnTo>
                <a:lnTo>
                  <a:pt x="615" y="217"/>
                </a:lnTo>
                <a:lnTo>
                  <a:pt x="615" y="218"/>
                </a:lnTo>
                <a:lnTo>
                  <a:pt x="615" y="219"/>
                </a:lnTo>
                <a:lnTo>
                  <a:pt x="615" y="220"/>
                </a:lnTo>
                <a:lnTo>
                  <a:pt x="616" y="222"/>
                </a:lnTo>
                <a:lnTo>
                  <a:pt x="616" y="223"/>
                </a:lnTo>
                <a:lnTo>
                  <a:pt x="615" y="223"/>
                </a:lnTo>
                <a:lnTo>
                  <a:pt x="613" y="224"/>
                </a:lnTo>
                <a:lnTo>
                  <a:pt x="613" y="225"/>
                </a:lnTo>
                <a:lnTo>
                  <a:pt x="613" y="226"/>
                </a:lnTo>
                <a:lnTo>
                  <a:pt x="612" y="226"/>
                </a:lnTo>
                <a:lnTo>
                  <a:pt x="612" y="227"/>
                </a:lnTo>
                <a:lnTo>
                  <a:pt x="612" y="228"/>
                </a:lnTo>
                <a:lnTo>
                  <a:pt x="611" y="228"/>
                </a:lnTo>
                <a:lnTo>
                  <a:pt x="611" y="229"/>
                </a:lnTo>
                <a:lnTo>
                  <a:pt x="612" y="230"/>
                </a:lnTo>
                <a:lnTo>
                  <a:pt x="613" y="230"/>
                </a:lnTo>
                <a:lnTo>
                  <a:pt x="614" y="231"/>
                </a:lnTo>
                <a:lnTo>
                  <a:pt x="614" y="232"/>
                </a:lnTo>
                <a:lnTo>
                  <a:pt x="613" y="232"/>
                </a:lnTo>
                <a:lnTo>
                  <a:pt x="614" y="232"/>
                </a:lnTo>
                <a:lnTo>
                  <a:pt x="615" y="232"/>
                </a:lnTo>
                <a:lnTo>
                  <a:pt x="615" y="233"/>
                </a:lnTo>
                <a:lnTo>
                  <a:pt x="616" y="234"/>
                </a:lnTo>
                <a:lnTo>
                  <a:pt x="616" y="233"/>
                </a:lnTo>
                <a:lnTo>
                  <a:pt x="617" y="234"/>
                </a:lnTo>
                <a:lnTo>
                  <a:pt x="617" y="235"/>
                </a:lnTo>
                <a:lnTo>
                  <a:pt x="616" y="235"/>
                </a:lnTo>
                <a:lnTo>
                  <a:pt x="616" y="236"/>
                </a:lnTo>
                <a:lnTo>
                  <a:pt x="616" y="237"/>
                </a:lnTo>
                <a:lnTo>
                  <a:pt x="616" y="238"/>
                </a:lnTo>
                <a:lnTo>
                  <a:pt x="617" y="238"/>
                </a:lnTo>
                <a:lnTo>
                  <a:pt x="619" y="238"/>
                </a:lnTo>
                <a:lnTo>
                  <a:pt x="620" y="238"/>
                </a:lnTo>
                <a:lnTo>
                  <a:pt x="621" y="238"/>
                </a:lnTo>
                <a:lnTo>
                  <a:pt x="623" y="239"/>
                </a:lnTo>
                <a:lnTo>
                  <a:pt x="623" y="240"/>
                </a:lnTo>
                <a:lnTo>
                  <a:pt x="624" y="240"/>
                </a:lnTo>
                <a:lnTo>
                  <a:pt x="625" y="240"/>
                </a:lnTo>
                <a:lnTo>
                  <a:pt x="626" y="240"/>
                </a:lnTo>
                <a:lnTo>
                  <a:pt x="626" y="241"/>
                </a:lnTo>
                <a:lnTo>
                  <a:pt x="625" y="241"/>
                </a:lnTo>
                <a:lnTo>
                  <a:pt x="626" y="241"/>
                </a:lnTo>
                <a:lnTo>
                  <a:pt x="626" y="242"/>
                </a:lnTo>
                <a:lnTo>
                  <a:pt x="627" y="243"/>
                </a:lnTo>
                <a:lnTo>
                  <a:pt x="628" y="243"/>
                </a:lnTo>
                <a:lnTo>
                  <a:pt x="629" y="243"/>
                </a:lnTo>
                <a:lnTo>
                  <a:pt x="629" y="244"/>
                </a:lnTo>
                <a:lnTo>
                  <a:pt x="631" y="244"/>
                </a:lnTo>
                <a:lnTo>
                  <a:pt x="632" y="245"/>
                </a:lnTo>
                <a:lnTo>
                  <a:pt x="633" y="246"/>
                </a:lnTo>
                <a:lnTo>
                  <a:pt x="634" y="247"/>
                </a:lnTo>
                <a:lnTo>
                  <a:pt x="634" y="248"/>
                </a:lnTo>
                <a:lnTo>
                  <a:pt x="633" y="248"/>
                </a:lnTo>
                <a:lnTo>
                  <a:pt x="633" y="249"/>
                </a:lnTo>
                <a:lnTo>
                  <a:pt x="632" y="250"/>
                </a:lnTo>
                <a:lnTo>
                  <a:pt x="633" y="251"/>
                </a:lnTo>
                <a:lnTo>
                  <a:pt x="634" y="251"/>
                </a:lnTo>
                <a:lnTo>
                  <a:pt x="634" y="250"/>
                </a:lnTo>
                <a:lnTo>
                  <a:pt x="635" y="250"/>
                </a:lnTo>
                <a:lnTo>
                  <a:pt x="637" y="250"/>
                </a:lnTo>
                <a:lnTo>
                  <a:pt x="638" y="250"/>
                </a:lnTo>
                <a:lnTo>
                  <a:pt x="638" y="251"/>
                </a:lnTo>
                <a:lnTo>
                  <a:pt x="639" y="251"/>
                </a:lnTo>
                <a:lnTo>
                  <a:pt x="640" y="251"/>
                </a:lnTo>
                <a:lnTo>
                  <a:pt x="640" y="250"/>
                </a:lnTo>
                <a:lnTo>
                  <a:pt x="640" y="249"/>
                </a:lnTo>
                <a:lnTo>
                  <a:pt x="641" y="249"/>
                </a:lnTo>
                <a:lnTo>
                  <a:pt x="641" y="248"/>
                </a:lnTo>
                <a:lnTo>
                  <a:pt x="642" y="248"/>
                </a:lnTo>
                <a:lnTo>
                  <a:pt x="642" y="249"/>
                </a:lnTo>
                <a:lnTo>
                  <a:pt x="641" y="249"/>
                </a:lnTo>
                <a:lnTo>
                  <a:pt x="642" y="249"/>
                </a:lnTo>
                <a:lnTo>
                  <a:pt x="642" y="251"/>
                </a:lnTo>
                <a:lnTo>
                  <a:pt x="644" y="251"/>
                </a:lnTo>
                <a:lnTo>
                  <a:pt x="645" y="251"/>
                </a:lnTo>
                <a:lnTo>
                  <a:pt x="647" y="248"/>
                </a:lnTo>
                <a:lnTo>
                  <a:pt x="648" y="248"/>
                </a:lnTo>
                <a:lnTo>
                  <a:pt x="649" y="248"/>
                </a:lnTo>
                <a:lnTo>
                  <a:pt x="650" y="248"/>
                </a:lnTo>
                <a:lnTo>
                  <a:pt x="651" y="248"/>
                </a:lnTo>
                <a:lnTo>
                  <a:pt x="653" y="248"/>
                </a:lnTo>
                <a:lnTo>
                  <a:pt x="654" y="249"/>
                </a:lnTo>
                <a:lnTo>
                  <a:pt x="654" y="250"/>
                </a:lnTo>
                <a:lnTo>
                  <a:pt x="656" y="250"/>
                </a:lnTo>
                <a:lnTo>
                  <a:pt x="656" y="251"/>
                </a:lnTo>
                <a:lnTo>
                  <a:pt x="655" y="252"/>
                </a:lnTo>
                <a:lnTo>
                  <a:pt x="654" y="253"/>
                </a:lnTo>
                <a:lnTo>
                  <a:pt x="653" y="253"/>
                </a:lnTo>
                <a:lnTo>
                  <a:pt x="653" y="254"/>
                </a:lnTo>
                <a:lnTo>
                  <a:pt x="652" y="254"/>
                </a:lnTo>
                <a:lnTo>
                  <a:pt x="652" y="255"/>
                </a:lnTo>
                <a:lnTo>
                  <a:pt x="652" y="256"/>
                </a:lnTo>
                <a:lnTo>
                  <a:pt x="651" y="257"/>
                </a:lnTo>
                <a:lnTo>
                  <a:pt x="652" y="258"/>
                </a:lnTo>
                <a:lnTo>
                  <a:pt x="652" y="260"/>
                </a:lnTo>
                <a:lnTo>
                  <a:pt x="653" y="261"/>
                </a:lnTo>
                <a:lnTo>
                  <a:pt x="653" y="262"/>
                </a:lnTo>
                <a:lnTo>
                  <a:pt x="654" y="262"/>
                </a:lnTo>
                <a:lnTo>
                  <a:pt x="654" y="263"/>
                </a:lnTo>
                <a:lnTo>
                  <a:pt x="653" y="263"/>
                </a:lnTo>
                <a:lnTo>
                  <a:pt x="652" y="263"/>
                </a:lnTo>
                <a:lnTo>
                  <a:pt x="652" y="264"/>
                </a:lnTo>
                <a:lnTo>
                  <a:pt x="651" y="266"/>
                </a:lnTo>
                <a:lnTo>
                  <a:pt x="650" y="268"/>
                </a:lnTo>
                <a:lnTo>
                  <a:pt x="651" y="269"/>
                </a:lnTo>
                <a:lnTo>
                  <a:pt x="651" y="270"/>
                </a:lnTo>
                <a:lnTo>
                  <a:pt x="651" y="271"/>
                </a:lnTo>
                <a:lnTo>
                  <a:pt x="653" y="271"/>
                </a:lnTo>
                <a:lnTo>
                  <a:pt x="654" y="273"/>
                </a:lnTo>
                <a:lnTo>
                  <a:pt x="654" y="274"/>
                </a:lnTo>
                <a:lnTo>
                  <a:pt x="655" y="275"/>
                </a:lnTo>
                <a:lnTo>
                  <a:pt x="655" y="276"/>
                </a:lnTo>
                <a:lnTo>
                  <a:pt x="656" y="276"/>
                </a:lnTo>
                <a:lnTo>
                  <a:pt x="656" y="277"/>
                </a:lnTo>
                <a:lnTo>
                  <a:pt x="656" y="278"/>
                </a:lnTo>
                <a:lnTo>
                  <a:pt x="657" y="278"/>
                </a:lnTo>
                <a:lnTo>
                  <a:pt x="657" y="279"/>
                </a:lnTo>
                <a:lnTo>
                  <a:pt x="658" y="279"/>
                </a:lnTo>
                <a:lnTo>
                  <a:pt x="658" y="280"/>
                </a:lnTo>
                <a:lnTo>
                  <a:pt x="658" y="281"/>
                </a:lnTo>
                <a:lnTo>
                  <a:pt x="658" y="282"/>
                </a:lnTo>
                <a:lnTo>
                  <a:pt x="658" y="283"/>
                </a:lnTo>
                <a:lnTo>
                  <a:pt x="659" y="283"/>
                </a:lnTo>
                <a:lnTo>
                  <a:pt x="659" y="284"/>
                </a:lnTo>
                <a:lnTo>
                  <a:pt x="660" y="285"/>
                </a:lnTo>
                <a:lnTo>
                  <a:pt x="661" y="285"/>
                </a:lnTo>
                <a:lnTo>
                  <a:pt x="661" y="286"/>
                </a:lnTo>
                <a:lnTo>
                  <a:pt x="662" y="285"/>
                </a:lnTo>
                <a:lnTo>
                  <a:pt x="662" y="286"/>
                </a:lnTo>
                <a:lnTo>
                  <a:pt x="663" y="286"/>
                </a:lnTo>
                <a:lnTo>
                  <a:pt x="663" y="288"/>
                </a:lnTo>
                <a:lnTo>
                  <a:pt x="663" y="289"/>
                </a:lnTo>
                <a:lnTo>
                  <a:pt x="662" y="289"/>
                </a:lnTo>
                <a:lnTo>
                  <a:pt x="662" y="290"/>
                </a:lnTo>
                <a:lnTo>
                  <a:pt x="662" y="291"/>
                </a:lnTo>
                <a:lnTo>
                  <a:pt x="662" y="292"/>
                </a:lnTo>
                <a:lnTo>
                  <a:pt x="662" y="293"/>
                </a:lnTo>
                <a:lnTo>
                  <a:pt x="662" y="294"/>
                </a:lnTo>
                <a:lnTo>
                  <a:pt x="662" y="295"/>
                </a:lnTo>
                <a:lnTo>
                  <a:pt x="663" y="295"/>
                </a:lnTo>
                <a:lnTo>
                  <a:pt x="662" y="297"/>
                </a:lnTo>
                <a:lnTo>
                  <a:pt x="661" y="297"/>
                </a:lnTo>
                <a:lnTo>
                  <a:pt x="659" y="296"/>
                </a:lnTo>
                <a:lnTo>
                  <a:pt x="658" y="296"/>
                </a:lnTo>
                <a:lnTo>
                  <a:pt x="658" y="295"/>
                </a:lnTo>
                <a:lnTo>
                  <a:pt x="656" y="295"/>
                </a:lnTo>
                <a:lnTo>
                  <a:pt x="655" y="295"/>
                </a:lnTo>
                <a:lnTo>
                  <a:pt x="655" y="294"/>
                </a:lnTo>
                <a:lnTo>
                  <a:pt x="655" y="293"/>
                </a:lnTo>
                <a:lnTo>
                  <a:pt x="653" y="294"/>
                </a:lnTo>
                <a:lnTo>
                  <a:pt x="653" y="295"/>
                </a:lnTo>
                <a:lnTo>
                  <a:pt x="653" y="296"/>
                </a:lnTo>
                <a:lnTo>
                  <a:pt x="653" y="297"/>
                </a:lnTo>
                <a:lnTo>
                  <a:pt x="651" y="298"/>
                </a:lnTo>
                <a:lnTo>
                  <a:pt x="651" y="297"/>
                </a:lnTo>
                <a:lnTo>
                  <a:pt x="650" y="297"/>
                </a:lnTo>
                <a:lnTo>
                  <a:pt x="649" y="297"/>
                </a:lnTo>
                <a:lnTo>
                  <a:pt x="649" y="298"/>
                </a:lnTo>
                <a:lnTo>
                  <a:pt x="649" y="299"/>
                </a:lnTo>
                <a:lnTo>
                  <a:pt x="647" y="299"/>
                </a:lnTo>
                <a:lnTo>
                  <a:pt x="646" y="299"/>
                </a:lnTo>
                <a:lnTo>
                  <a:pt x="645" y="298"/>
                </a:lnTo>
                <a:lnTo>
                  <a:pt x="645" y="299"/>
                </a:lnTo>
                <a:lnTo>
                  <a:pt x="644" y="299"/>
                </a:lnTo>
                <a:lnTo>
                  <a:pt x="643" y="299"/>
                </a:lnTo>
                <a:lnTo>
                  <a:pt x="643" y="300"/>
                </a:lnTo>
                <a:lnTo>
                  <a:pt x="642" y="301"/>
                </a:lnTo>
                <a:lnTo>
                  <a:pt x="641" y="301"/>
                </a:lnTo>
                <a:lnTo>
                  <a:pt x="640" y="302"/>
                </a:lnTo>
                <a:lnTo>
                  <a:pt x="640" y="305"/>
                </a:lnTo>
                <a:lnTo>
                  <a:pt x="640" y="306"/>
                </a:lnTo>
                <a:lnTo>
                  <a:pt x="640" y="307"/>
                </a:lnTo>
                <a:lnTo>
                  <a:pt x="639" y="307"/>
                </a:lnTo>
                <a:lnTo>
                  <a:pt x="638" y="307"/>
                </a:lnTo>
                <a:lnTo>
                  <a:pt x="638" y="306"/>
                </a:lnTo>
                <a:lnTo>
                  <a:pt x="637" y="306"/>
                </a:lnTo>
                <a:lnTo>
                  <a:pt x="636" y="307"/>
                </a:lnTo>
                <a:lnTo>
                  <a:pt x="636" y="308"/>
                </a:lnTo>
                <a:lnTo>
                  <a:pt x="636" y="309"/>
                </a:lnTo>
                <a:lnTo>
                  <a:pt x="635" y="309"/>
                </a:lnTo>
                <a:lnTo>
                  <a:pt x="634" y="309"/>
                </a:lnTo>
                <a:lnTo>
                  <a:pt x="633" y="310"/>
                </a:lnTo>
                <a:lnTo>
                  <a:pt x="632" y="310"/>
                </a:lnTo>
                <a:lnTo>
                  <a:pt x="631" y="310"/>
                </a:lnTo>
                <a:lnTo>
                  <a:pt x="631" y="309"/>
                </a:lnTo>
                <a:lnTo>
                  <a:pt x="630" y="309"/>
                </a:lnTo>
                <a:lnTo>
                  <a:pt x="629" y="310"/>
                </a:lnTo>
                <a:lnTo>
                  <a:pt x="629" y="311"/>
                </a:lnTo>
                <a:lnTo>
                  <a:pt x="628" y="311"/>
                </a:lnTo>
                <a:lnTo>
                  <a:pt x="627" y="311"/>
                </a:lnTo>
                <a:lnTo>
                  <a:pt x="626" y="313"/>
                </a:lnTo>
                <a:lnTo>
                  <a:pt x="625" y="312"/>
                </a:lnTo>
                <a:lnTo>
                  <a:pt x="624" y="312"/>
                </a:lnTo>
                <a:lnTo>
                  <a:pt x="623" y="313"/>
                </a:lnTo>
                <a:lnTo>
                  <a:pt x="622" y="314"/>
                </a:lnTo>
                <a:lnTo>
                  <a:pt x="622" y="315"/>
                </a:lnTo>
                <a:lnTo>
                  <a:pt x="622" y="316"/>
                </a:lnTo>
                <a:lnTo>
                  <a:pt x="621" y="316"/>
                </a:lnTo>
                <a:lnTo>
                  <a:pt x="620" y="315"/>
                </a:lnTo>
                <a:lnTo>
                  <a:pt x="620" y="314"/>
                </a:lnTo>
                <a:lnTo>
                  <a:pt x="620" y="313"/>
                </a:lnTo>
                <a:lnTo>
                  <a:pt x="619" y="313"/>
                </a:lnTo>
                <a:lnTo>
                  <a:pt x="619" y="314"/>
                </a:lnTo>
                <a:lnTo>
                  <a:pt x="618" y="314"/>
                </a:lnTo>
                <a:lnTo>
                  <a:pt x="618" y="315"/>
                </a:lnTo>
                <a:lnTo>
                  <a:pt x="618" y="316"/>
                </a:lnTo>
                <a:lnTo>
                  <a:pt x="616" y="317"/>
                </a:lnTo>
                <a:lnTo>
                  <a:pt x="616" y="316"/>
                </a:lnTo>
                <a:lnTo>
                  <a:pt x="616" y="315"/>
                </a:lnTo>
                <a:lnTo>
                  <a:pt x="615" y="316"/>
                </a:lnTo>
                <a:lnTo>
                  <a:pt x="615" y="317"/>
                </a:lnTo>
                <a:lnTo>
                  <a:pt x="614" y="317"/>
                </a:lnTo>
                <a:lnTo>
                  <a:pt x="614" y="318"/>
                </a:lnTo>
                <a:lnTo>
                  <a:pt x="613" y="318"/>
                </a:lnTo>
                <a:lnTo>
                  <a:pt x="611" y="318"/>
                </a:lnTo>
                <a:lnTo>
                  <a:pt x="611" y="317"/>
                </a:lnTo>
                <a:lnTo>
                  <a:pt x="610" y="316"/>
                </a:lnTo>
                <a:lnTo>
                  <a:pt x="609" y="314"/>
                </a:lnTo>
                <a:lnTo>
                  <a:pt x="608" y="313"/>
                </a:lnTo>
                <a:lnTo>
                  <a:pt x="607" y="312"/>
                </a:lnTo>
                <a:lnTo>
                  <a:pt x="606" y="312"/>
                </a:lnTo>
                <a:lnTo>
                  <a:pt x="605" y="311"/>
                </a:lnTo>
                <a:lnTo>
                  <a:pt x="605" y="310"/>
                </a:lnTo>
                <a:lnTo>
                  <a:pt x="605" y="309"/>
                </a:lnTo>
                <a:lnTo>
                  <a:pt x="603" y="309"/>
                </a:lnTo>
                <a:lnTo>
                  <a:pt x="602" y="309"/>
                </a:lnTo>
                <a:lnTo>
                  <a:pt x="602" y="308"/>
                </a:lnTo>
                <a:lnTo>
                  <a:pt x="601" y="307"/>
                </a:lnTo>
                <a:lnTo>
                  <a:pt x="601" y="306"/>
                </a:lnTo>
                <a:lnTo>
                  <a:pt x="601" y="305"/>
                </a:lnTo>
                <a:lnTo>
                  <a:pt x="601" y="304"/>
                </a:lnTo>
                <a:lnTo>
                  <a:pt x="600" y="304"/>
                </a:lnTo>
                <a:lnTo>
                  <a:pt x="599" y="304"/>
                </a:lnTo>
                <a:lnTo>
                  <a:pt x="599" y="303"/>
                </a:lnTo>
                <a:lnTo>
                  <a:pt x="600" y="303"/>
                </a:lnTo>
                <a:lnTo>
                  <a:pt x="601" y="304"/>
                </a:lnTo>
                <a:lnTo>
                  <a:pt x="601" y="302"/>
                </a:lnTo>
                <a:lnTo>
                  <a:pt x="601" y="301"/>
                </a:lnTo>
                <a:lnTo>
                  <a:pt x="600" y="301"/>
                </a:lnTo>
                <a:lnTo>
                  <a:pt x="600" y="299"/>
                </a:lnTo>
                <a:lnTo>
                  <a:pt x="599" y="298"/>
                </a:lnTo>
                <a:lnTo>
                  <a:pt x="598" y="298"/>
                </a:lnTo>
                <a:lnTo>
                  <a:pt x="598" y="297"/>
                </a:lnTo>
                <a:lnTo>
                  <a:pt x="597" y="297"/>
                </a:lnTo>
                <a:lnTo>
                  <a:pt x="596" y="296"/>
                </a:lnTo>
                <a:lnTo>
                  <a:pt x="596" y="295"/>
                </a:lnTo>
                <a:lnTo>
                  <a:pt x="595" y="295"/>
                </a:lnTo>
                <a:lnTo>
                  <a:pt x="594" y="295"/>
                </a:lnTo>
                <a:lnTo>
                  <a:pt x="593" y="295"/>
                </a:lnTo>
                <a:lnTo>
                  <a:pt x="592" y="293"/>
                </a:lnTo>
                <a:lnTo>
                  <a:pt x="592" y="291"/>
                </a:lnTo>
                <a:lnTo>
                  <a:pt x="593" y="291"/>
                </a:lnTo>
                <a:lnTo>
                  <a:pt x="594" y="290"/>
                </a:lnTo>
                <a:lnTo>
                  <a:pt x="594" y="289"/>
                </a:lnTo>
                <a:lnTo>
                  <a:pt x="595" y="288"/>
                </a:lnTo>
                <a:lnTo>
                  <a:pt x="595" y="287"/>
                </a:lnTo>
                <a:lnTo>
                  <a:pt x="594" y="287"/>
                </a:lnTo>
                <a:lnTo>
                  <a:pt x="593" y="286"/>
                </a:lnTo>
                <a:lnTo>
                  <a:pt x="593" y="285"/>
                </a:lnTo>
                <a:lnTo>
                  <a:pt x="593" y="284"/>
                </a:lnTo>
                <a:lnTo>
                  <a:pt x="592" y="284"/>
                </a:lnTo>
                <a:lnTo>
                  <a:pt x="591" y="283"/>
                </a:lnTo>
                <a:lnTo>
                  <a:pt x="589" y="282"/>
                </a:lnTo>
                <a:lnTo>
                  <a:pt x="588" y="282"/>
                </a:lnTo>
                <a:lnTo>
                  <a:pt x="587" y="282"/>
                </a:lnTo>
                <a:lnTo>
                  <a:pt x="586" y="282"/>
                </a:lnTo>
                <a:lnTo>
                  <a:pt x="585" y="283"/>
                </a:lnTo>
                <a:lnTo>
                  <a:pt x="584" y="283"/>
                </a:lnTo>
                <a:lnTo>
                  <a:pt x="584" y="282"/>
                </a:lnTo>
                <a:lnTo>
                  <a:pt x="583" y="281"/>
                </a:lnTo>
                <a:lnTo>
                  <a:pt x="583" y="280"/>
                </a:lnTo>
                <a:lnTo>
                  <a:pt x="584" y="280"/>
                </a:lnTo>
                <a:lnTo>
                  <a:pt x="584" y="279"/>
                </a:lnTo>
                <a:lnTo>
                  <a:pt x="582" y="279"/>
                </a:lnTo>
                <a:lnTo>
                  <a:pt x="581" y="280"/>
                </a:lnTo>
                <a:lnTo>
                  <a:pt x="581" y="281"/>
                </a:lnTo>
                <a:lnTo>
                  <a:pt x="581" y="282"/>
                </a:lnTo>
                <a:lnTo>
                  <a:pt x="579" y="282"/>
                </a:lnTo>
                <a:lnTo>
                  <a:pt x="579" y="281"/>
                </a:lnTo>
                <a:lnTo>
                  <a:pt x="579" y="280"/>
                </a:lnTo>
                <a:lnTo>
                  <a:pt x="579" y="279"/>
                </a:lnTo>
                <a:lnTo>
                  <a:pt x="578" y="279"/>
                </a:lnTo>
                <a:lnTo>
                  <a:pt x="577" y="279"/>
                </a:lnTo>
                <a:lnTo>
                  <a:pt x="576" y="278"/>
                </a:lnTo>
                <a:lnTo>
                  <a:pt x="575" y="277"/>
                </a:lnTo>
                <a:lnTo>
                  <a:pt x="575" y="276"/>
                </a:lnTo>
                <a:lnTo>
                  <a:pt x="575" y="275"/>
                </a:lnTo>
                <a:lnTo>
                  <a:pt x="574" y="275"/>
                </a:lnTo>
                <a:lnTo>
                  <a:pt x="572" y="275"/>
                </a:lnTo>
                <a:lnTo>
                  <a:pt x="571" y="275"/>
                </a:lnTo>
                <a:lnTo>
                  <a:pt x="570" y="276"/>
                </a:lnTo>
                <a:lnTo>
                  <a:pt x="569" y="276"/>
                </a:lnTo>
                <a:lnTo>
                  <a:pt x="569" y="275"/>
                </a:lnTo>
                <a:lnTo>
                  <a:pt x="568" y="275"/>
                </a:lnTo>
                <a:lnTo>
                  <a:pt x="567" y="274"/>
                </a:lnTo>
                <a:lnTo>
                  <a:pt x="566" y="273"/>
                </a:lnTo>
                <a:lnTo>
                  <a:pt x="566" y="274"/>
                </a:lnTo>
                <a:lnTo>
                  <a:pt x="565" y="275"/>
                </a:lnTo>
                <a:lnTo>
                  <a:pt x="564" y="275"/>
                </a:lnTo>
                <a:lnTo>
                  <a:pt x="563" y="275"/>
                </a:lnTo>
                <a:lnTo>
                  <a:pt x="561" y="275"/>
                </a:lnTo>
                <a:lnTo>
                  <a:pt x="560" y="276"/>
                </a:lnTo>
                <a:lnTo>
                  <a:pt x="559" y="276"/>
                </a:lnTo>
                <a:lnTo>
                  <a:pt x="559" y="275"/>
                </a:lnTo>
                <a:lnTo>
                  <a:pt x="558" y="275"/>
                </a:lnTo>
                <a:lnTo>
                  <a:pt x="558" y="276"/>
                </a:lnTo>
                <a:lnTo>
                  <a:pt x="558" y="279"/>
                </a:lnTo>
                <a:lnTo>
                  <a:pt x="557" y="279"/>
                </a:lnTo>
                <a:lnTo>
                  <a:pt x="556" y="279"/>
                </a:lnTo>
                <a:lnTo>
                  <a:pt x="554" y="279"/>
                </a:lnTo>
                <a:lnTo>
                  <a:pt x="553" y="279"/>
                </a:lnTo>
                <a:lnTo>
                  <a:pt x="553" y="280"/>
                </a:lnTo>
                <a:lnTo>
                  <a:pt x="553" y="281"/>
                </a:lnTo>
                <a:lnTo>
                  <a:pt x="553" y="282"/>
                </a:lnTo>
                <a:lnTo>
                  <a:pt x="552" y="281"/>
                </a:lnTo>
                <a:lnTo>
                  <a:pt x="551" y="281"/>
                </a:lnTo>
                <a:lnTo>
                  <a:pt x="550" y="284"/>
                </a:lnTo>
                <a:lnTo>
                  <a:pt x="551" y="284"/>
                </a:lnTo>
                <a:lnTo>
                  <a:pt x="551" y="285"/>
                </a:lnTo>
                <a:lnTo>
                  <a:pt x="551" y="286"/>
                </a:lnTo>
                <a:lnTo>
                  <a:pt x="550" y="286"/>
                </a:lnTo>
                <a:lnTo>
                  <a:pt x="550" y="287"/>
                </a:lnTo>
                <a:lnTo>
                  <a:pt x="550" y="289"/>
                </a:lnTo>
                <a:lnTo>
                  <a:pt x="549" y="289"/>
                </a:lnTo>
                <a:lnTo>
                  <a:pt x="549" y="290"/>
                </a:lnTo>
                <a:lnTo>
                  <a:pt x="549" y="291"/>
                </a:lnTo>
                <a:lnTo>
                  <a:pt x="548" y="291"/>
                </a:lnTo>
                <a:lnTo>
                  <a:pt x="548" y="292"/>
                </a:lnTo>
                <a:lnTo>
                  <a:pt x="548" y="293"/>
                </a:lnTo>
                <a:lnTo>
                  <a:pt x="549" y="294"/>
                </a:lnTo>
                <a:lnTo>
                  <a:pt x="547" y="294"/>
                </a:lnTo>
                <a:lnTo>
                  <a:pt x="547" y="295"/>
                </a:lnTo>
                <a:lnTo>
                  <a:pt x="547" y="296"/>
                </a:lnTo>
                <a:lnTo>
                  <a:pt x="546" y="296"/>
                </a:lnTo>
                <a:lnTo>
                  <a:pt x="546" y="297"/>
                </a:lnTo>
                <a:lnTo>
                  <a:pt x="547" y="298"/>
                </a:lnTo>
                <a:lnTo>
                  <a:pt x="548" y="298"/>
                </a:lnTo>
                <a:lnTo>
                  <a:pt x="549" y="298"/>
                </a:lnTo>
                <a:lnTo>
                  <a:pt x="550" y="298"/>
                </a:lnTo>
                <a:lnTo>
                  <a:pt x="551" y="298"/>
                </a:lnTo>
                <a:lnTo>
                  <a:pt x="551" y="299"/>
                </a:lnTo>
                <a:lnTo>
                  <a:pt x="552" y="299"/>
                </a:lnTo>
                <a:lnTo>
                  <a:pt x="553" y="299"/>
                </a:lnTo>
                <a:lnTo>
                  <a:pt x="554" y="298"/>
                </a:lnTo>
                <a:lnTo>
                  <a:pt x="555" y="298"/>
                </a:lnTo>
                <a:lnTo>
                  <a:pt x="556" y="299"/>
                </a:lnTo>
                <a:lnTo>
                  <a:pt x="556" y="301"/>
                </a:lnTo>
                <a:lnTo>
                  <a:pt x="556" y="302"/>
                </a:lnTo>
                <a:lnTo>
                  <a:pt x="555" y="302"/>
                </a:lnTo>
                <a:lnTo>
                  <a:pt x="554" y="304"/>
                </a:lnTo>
                <a:lnTo>
                  <a:pt x="554" y="305"/>
                </a:lnTo>
                <a:lnTo>
                  <a:pt x="554" y="309"/>
                </a:lnTo>
                <a:lnTo>
                  <a:pt x="554" y="310"/>
                </a:lnTo>
                <a:lnTo>
                  <a:pt x="553" y="310"/>
                </a:lnTo>
                <a:lnTo>
                  <a:pt x="553" y="309"/>
                </a:lnTo>
                <a:lnTo>
                  <a:pt x="552" y="309"/>
                </a:lnTo>
                <a:lnTo>
                  <a:pt x="551" y="309"/>
                </a:lnTo>
                <a:lnTo>
                  <a:pt x="551" y="308"/>
                </a:lnTo>
                <a:lnTo>
                  <a:pt x="550" y="308"/>
                </a:lnTo>
                <a:lnTo>
                  <a:pt x="549" y="309"/>
                </a:lnTo>
                <a:lnTo>
                  <a:pt x="549" y="310"/>
                </a:lnTo>
                <a:lnTo>
                  <a:pt x="548" y="310"/>
                </a:lnTo>
                <a:lnTo>
                  <a:pt x="549" y="311"/>
                </a:lnTo>
                <a:lnTo>
                  <a:pt x="549" y="310"/>
                </a:lnTo>
                <a:lnTo>
                  <a:pt x="549" y="311"/>
                </a:lnTo>
                <a:lnTo>
                  <a:pt x="550" y="312"/>
                </a:lnTo>
                <a:lnTo>
                  <a:pt x="550" y="313"/>
                </a:lnTo>
                <a:lnTo>
                  <a:pt x="552" y="315"/>
                </a:lnTo>
                <a:lnTo>
                  <a:pt x="552" y="316"/>
                </a:lnTo>
                <a:lnTo>
                  <a:pt x="553" y="317"/>
                </a:lnTo>
                <a:lnTo>
                  <a:pt x="552" y="317"/>
                </a:lnTo>
                <a:lnTo>
                  <a:pt x="552" y="318"/>
                </a:lnTo>
                <a:lnTo>
                  <a:pt x="552" y="319"/>
                </a:lnTo>
                <a:lnTo>
                  <a:pt x="553" y="320"/>
                </a:lnTo>
                <a:lnTo>
                  <a:pt x="552" y="320"/>
                </a:lnTo>
                <a:lnTo>
                  <a:pt x="552" y="322"/>
                </a:lnTo>
                <a:lnTo>
                  <a:pt x="553" y="322"/>
                </a:lnTo>
                <a:lnTo>
                  <a:pt x="552" y="323"/>
                </a:lnTo>
                <a:lnTo>
                  <a:pt x="553" y="325"/>
                </a:lnTo>
                <a:lnTo>
                  <a:pt x="554" y="326"/>
                </a:lnTo>
                <a:lnTo>
                  <a:pt x="554" y="327"/>
                </a:lnTo>
                <a:lnTo>
                  <a:pt x="555" y="327"/>
                </a:lnTo>
                <a:lnTo>
                  <a:pt x="555" y="328"/>
                </a:lnTo>
                <a:lnTo>
                  <a:pt x="556" y="330"/>
                </a:lnTo>
                <a:lnTo>
                  <a:pt x="556" y="332"/>
                </a:lnTo>
                <a:lnTo>
                  <a:pt x="557" y="333"/>
                </a:lnTo>
                <a:lnTo>
                  <a:pt x="556" y="333"/>
                </a:lnTo>
                <a:lnTo>
                  <a:pt x="555" y="333"/>
                </a:lnTo>
                <a:lnTo>
                  <a:pt x="554" y="333"/>
                </a:lnTo>
                <a:lnTo>
                  <a:pt x="554" y="334"/>
                </a:lnTo>
                <a:lnTo>
                  <a:pt x="553" y="333"/>
                </a:lnTo>
                <a:lnTo>
                  <a:pt x="552" y="333"/>
                </a:lnTo>
                <a:lnTo>
                  <a:pt x="551" y="333"/>
                </a:lnTo>
                <a:lnTo>
                  <a:pt x="548" y="333"/>
                </a:lnTo>
                <a:lnTo>
                  <a:pt x="548" y="334"/>
                </a:lnTo>
                <a:lnTo>
                  <a:pt x="548" y="335"/>
                </a:lnTo>
                <a:lnTo>
                  <a:pt x="547" y="335"/>
                </a:lnTo>
                <a:lnTo>
                  <a:pt x="547" y="334"/>
                </a:lnTo>
                <a:lnTo>
                  <a:pt x="546" y="334"/>
                </a:lnTo>
                <a:lnTo>
                  <a:pt x="545" y="334"/>
                </a:lnTo>
                <a:lnTo>
                  <a:pt x="545" y="335"/>
                </a:lnTo>
                <a:lnTo>
                  <a:pt x="543" y="336"/>
                </a:lnTo>
                <a:lnTo>
                  <a:pt x="542" y="336"/>
                </a:lnTo>
                <a:lnTo>
                  <a:pt x="542" y="335"/>
                </a:lnTo>
                <a:lnTo>
                  <a:pt x="540" y="335"/>
                </a:lnTo>
                <a:lnTo>
                  <a:pt x="539" y="336"/>
                </a:lnTo>
                <a:lnTo>
                  <a:pt x="538" y="336"/>
                </a:lnTo>
                <a:lnTo>
                  <a:pt x="538" y="335"/>
                </a:lnTo>
                <a:lnTo>
                  <a:pt x="538" y="334"/>
                </a:lnTo>
                <a:lnTo>
                  <a:pt x="537" y="334"/>
                </a:lnTo>
                <a:lnTo>
                  <a:pt x="536" y="335"/>
                </a:lnTo>
                <a:lnTo>
                  <a:pt x="533" y="336"/>
                </a:lnTo>
                <a:lnTo>
                  <a:pt x="532" y="337"/>
                </a:lnTo>
                <a:lnTo>
                  <a:pt x="532" y="338"/>
                </a:lnTo>
                <a:lnTo>
                  <a:pt x="532" y="339"/>
                </a:lnTo>
                <a:lnTo>
                  <a:pt x="532" y="341"/>
                </a:lnTo>
                <a:lnTo>
                  <a:pt x="531" y="341"/>
                </a:lnTo>
                <a:lnTo>
                  <a:pt x="531" y="342"/>
                </a:lnTo>
                <a:lnTo>
                  <a:pt x="530" y="341"/>
                </a:lnTo>
                <a:lnTo>
                  <a:pt x="529" y="341"/>
                </a:lnTo>
                <a:lnTo>
                  <a:pt x="528" y="340"/>
                </a:lnTo>
                <a:lnTo>
                  <a:pt x="527" y="340"/>
                </a:lnTo>
                <a:lnTo>
                  <a:pt x="527" y="341"/>
                </a:lnTo>
                <a:lnTo>
                  <a:pt x="526" y="342"/>
                </a:lnTo>
                <a:lnTo>
                  <a:pt x="525" y="342"/>
                </a:lnTo>
                <a:lnTo>
                  <a:pt x="525" y="343"/>
                </a:lnTo>
                <a:lnTo>
                  <a:pt x="526" y="344"/>
                </a:lnTo>
                <a:lnTo>
                  <a:pt x="526" y="345"/>
                </a:lnTo>
                <a:lnTo>
                  <a:pt x="526" y="346"/>
                </a:lnTo>
                <a:lnTo>
                  <a:pt x="525" y="347"/>
                </a:lnTo>
                <a:lnTo>
                  <a:pt x="526" y="347"/>
                </a:lnTo>
                <a:lnTo>
                  <a:pt x="526" y="348"/>
                </a:lnTo>
                <a:lnTo>
                  <a:pt x="526" y="349"/>
                </a:lnTo>
                <a:lnTo>
                  <a:pt x="525" y="349"/>
                </a:lnTo>
                <a:lnTo>
                  <a:pt x="524" y="349"/>
                </a:lnTo>
                <a:lnTo>
                  <a:pt x="524" y="348"/>
                </a:lnTo>
                <a:lnTo>
                  <a:pt x="523" y="348"/>
                </a:lnTo>
                <a:lnTo>
                  <a:pt x="523" y="349"/>
                </a:lnTo>
                <a:lnTo>
                  <a:pt x="523" y="350"/>
                </a:lnTo>
                <a:lnTo>
                  <a:pt x="522" y="351"/>
                </a:lnTo>
                <a:lnTo>
                  <a:pt x="522" y="352"/>
                </a:lnTo>
                <a:lnTo>
                  <a:pt x="523" y="353"/>
                </a:lnTo>
                <a:lnTo>
                  <a:pt x="523" y="354"/>
                </a:lnTo>
                <a:lnTo>
                  <a:pt x="524" y="354"/>
                </a:lnTo>
                <a:lnTo>
                  <a:pt x="524" y="355"/>
                </a:lnTo>
                <a:lnTo>
                  <a:pt x="523" y="355"/>
                </a:lnTo>
                <a:lnTo>
                  <a:pt x="523" y="356"/>
                </a:lnTo>
                <a:lnTo>
                  <a:pt x="522" y="356"/>
                </a:lnTo>
                <a:lnTo>
                  <a:pt x="522" y="358"/>
                </a:lnTo>
                <a:lnTo>
                  <a:pt x="523" y="359"/>
                </a:lnTo>
                <a:lnTo>
                  <a:pt x="524" y="358"/>
                </a:lnTo>
                <a:lnTo>
                  <a:pt x="525" y="358"/>
                </a:lnTo>
                <a:lnTo>
                  <a:pt x="525" y="359"/>
                </a:lnTo>
                <a:lnTo>
                  <a:pt x="526" y="360"/>
                </a:lnTo>
                <a:lnTo>
                  <a:pt x="526" y="361"/>
                </a:lnTo>
                <a:lnTo>
                  <a:pt x="527" y="362"/>
                </a:lnTo>
                <a:lnTo>
                  <a:pt x="528" y="363"/>
                </a:lnTo>
                <a:lnTo>
                  <a:pt x="527" y="363"/>
                </a:lnTo>
                <a:lnTo>
                  <a:pt x="527" y="365"/>
                </a:lnTo>
                <a:lnTo>
                  <a:pt x="527" y="366"/>
                </a:lnTo>
                <a:lnTo>
                  <a:pt x="527" y="367"/>
                </a:lnTo>
                <a:lnTo>
                  <a:pt x="526" y="367"/>
                </a:lnTo>
                <a:lnTo>
                  <a:pt x="526" y="366"/>
                </a:lnTo>
                <a:lnTo>
                  <a:pt x="525" y="366"/>
                </a:lnTo>
                <a:lnTo>
                  <a:pt x="524" y="367"/>
                </a:lnTo>
                <a:lnTo>
                  <a:pt x="524" y="368"/>
                </a:lnTo>
                <a:lnTo>
                  <a:pt x="525" y="369"/>
                </a:lnTo>
                <a:lnTo>
                  <a:pt x="525" y="370"/>
                </a:lnTo>
                <a:lnTo>
                  <a:pt x="525" y="371"/>
                </a:lnTo>
                <a:lnTo>
                  <a:pt x="525" y="372"/>
                </a:lnTo>
                <a:lnTo>
                  <a:pt x="524" y="372"/>
                </a:lnTo>
                <a:lnTo>
                  <a:pt x="524" y="373"/>
                </a:lnTo>
                <a:lnTo>
                  <a:pt x="524" y="374"/>
                </a:lnTo>
                <a:lnTo>
                  <a:pt x="523" y="375"/>
                </a:lnTo>
                <a:lnTo>
                  <a:pt x="522" y="376"/>
                </a:lnTo>
                <a:lnTo>
                  <a:pt x="524" y="376"/>
                </a:lnTo>
                <a:lnTo>
                  <a:pt x="524" y="377"/>
                </a:lnTo>
                <a:lnTo>
                  <a:pt x="523" y="377"/>
                </a:lnTo>
                <a:lnTo>
                  <a:pt x="522" y="378"/>
                </a:lnTo>
                <a:lnTo>
                  <a:pt x="521" y="378"/>
                </a:lnTo>
                <a:lnTo>
                  <a:pt x="520" y="378"/>
                </a:lnTo>
                <a:lnTo>
                  <a:pt x="520" y="379"/>
                </a:lnTo>
                <a:lnTo>
                  <a:pt x="520" y="380"/>
                </a:lnTo>
                <a:lnTo>
                  <a:pt x="521" y="382"/>
                </a:lnTo>
                <a:lnTo>
                  <a:pt x="521" y="383"/>
                </a:lnTo>
                <a:lnTo>
                  <a:pt x="521" y="384"/>
                </a:lnTo>
                <a:lnTo>
                  <a:pt x="521" y="385"/>
                </a:lnTo>
                <a:lnTo>
                  <a:pt x="520" y="385"/>
                </a:lnTo>
                <a:lnTo>
                  <a:pt x="519" y="385"/>
                </a:lnTo>
                <a:lnTo>
                  <a:pt x="519" y="386"/>
                </a:lnTo>
                <a:lnTo>
                  <a:pt x="520" y="386"/>
                </a:lnTo>
                <a:lnTo>
                  <a:pt x="519" y="386"/>
                </a:lnTo>
                <a:lnTo>
                  <a:pt x="518" y="386"/>
                </a:lnTo>
                <a:lnTo>
                  <a:pt x="517" y="386"/>
                </a:lnTo>
                <a:lnTo>
                  <a:pt x="515" y="386"/>
                </a:lnTo>
                <a:lnTo>
                  <a:pt x="514" y="387"/>
                </a:lnTo>
                <a:lnTo>
                  <a:pt x="511" y="388"/>
                </a:lnTo>
                <a:lnTo>
                  <a:pt x="510" y="388"/>
                </a:lnTo>
                <a:lnTo>
                  <a:pt x="509" y="388"/>
                </a:lnTo>
                <a:lnTo>
                  <a:pt x="508" y="389"/>
                </a:lnTo>
                <a:lnTo>
                  <a:pt x="507" y="389"/>
                </a:lnTo>
                <a:lnTo>
                  <a:pt x="507" y="390"/>
                </a:lnTo>
                <a:lnTo>
                  <a:pt x="507" y="391"/>
                </a:lnTo>
                <a:lnTo>
                  <a:pt x="507" y="392"/>
                </a:lnTo>
                <a:lnTo>
                  <a:pt x="505" y="393"/>
                </a:lnTo>
                <a:lnTo>
                  <a:pt x="504" y="393"/>
                </a:lnTo>
                <a:lnTo>
                  <a:pt x="502" y="393"/>
                </a:lnTo>
                <a:lnTo>
                  <a:pt x="499" y="392"/>
                </a:lnTo>
                <a:lnTo>
                  <a:pt x="498" y="392"/>
                </a:lnTo>
                <a:lnTo>
                  <a:pt x="497" y="392"/>
                </a:lnTo>
                <a:lnTo>
                  <a:pt x="496" y="392"/>
                </a:lnTo>
                <a:lnTo>
                  <a:pt x="496" y="393"/>
                </a:lnTo>
                <a:lnTo>
                  <a:pt x="495" y="392"/>
                </a:lnTo>
                <a:lnTo>
                  <a:pt x="495" y="391"/>
                </a:lnTo>
                <a:lnTo>
                  <a:pt x="494" y="391"/>
                </a:lnTo>
                <a:lnTo>
                  <a:pt x="493" y="392"/>
                </a:lnTo>
                <a:lnTo>
                  <a:pt x="492" y="392"/>
                </a:lnTo>
                <a:lnTo>
                  <a:pt x="491" y="392"/>
                </a:lnTo>
                <a:lnTo>
                  <a:pt x="491" y="391"/>
                </a:lnTo>
                <a:lnTo>
                  <a:pt x="489" y="391"/>
                </a:lnTo>
                <a:lnTo>
                  <a:pt x="488" y="390"/>
                </a:lnTo>
                <a:lnTo>
                  <a:pt x="488" y="389"/>
                </a:lnTo>
                <a:lnTo>
                  <a:pt x="488" y="388"/>
                </a:lnTo>
                <a:lnTo>
                  <a:pt x="487" y="388"/>
                </a:lnTo>
                <a:lnTo>
                  <a:pt x="487" y="387"/>
                </a:lnTo>
                <a:lnTo>
                  <a:pt x="486" y="386"/>
                </a:lnTo>
                <a:lnTo>
                  <a:pt x="486" y="385"/>
                </a:lnTo>
                <a:lnTo>
                  <a:pt x="487" y="385"/>
                </a:lnTo>
                <a:lnTo>
                  <a:pt x="486" y="384"/>
                </a:lnTo>
                <a:lnTo>
                  <a:pt x="485" y="384"/>
                </a:lnTo>
                <a:lnTo>
                  <a:pt x="482" y="384"/>
                </a:lnTo>
                <a:lnTo>
                  <a:pt x="482" y="385"/>
                </a:lnTo>
                <a:lnTo>
                  <a:pt x="481" y="386"/>
                </a:lnTo>
                <a:lnTo>
                  <a:pt x="480" y="386"/>
                </a:lnTo>
                <a:lnTo>
                  <a:pt x="479" y="386"/>
                </a:lnTo>
                <a:lnTo>
                  <a:pt x="479" y="387"/>
                </a:lnTo>
                <a:lnTo>
                  <a:pt x="479" y="388"/>
                </a:lnTo>
                <a:lnTo>
                  <a:pt x="479" y="389"/>
                </a:lnTo>
                <a:lnTo>
                  <a:pt x="479" y="390"/>
                </a:lnTo>
                <a:lnTo>
                  <a:pt x="478" y="390"/>
                </a:lnTo>
                <a:lnTo>
                  <a:pt x="478" y="391"/>
                </a:lnTo>
                <a:lnTo>
                  <a:pt x="478" y="392"/>
                </a:lnTo>
                <a:lnTo>
                  <a:pt x="480" y="392"/>
                </a:lnTo>
                <a:lnTo>
                  <a:pt x="480" y="393"/>
                </a:lnTo>
                <a:lnTo>
                  <a:pt x="481" y="394"/>
                </a:lnTo>
                <a:lnTo>
                  <a:pt x="481" y="396"/>
                </a:lnTo>
                <a:lnTo>
                  <a:pt x="481" y="397"/>
                </a:lnTo>
                <a:lnTo>
                  <a:pt x="481" y="398"/>
                </a:lnTo>
                <a:lnTo>
                  <a:pt x="482" y="399"/>
                </a:lnTo>
                <a:lnTo>
                  <a:pt x="482" y="400"/>
                </a:lnTo>
                <a:lnTo>
                  <a:pt x="481" y="400"/>
                </a:lnTo>
                <a:lnTo>
                  <a:pt x="480" y="400"/>
                </a:lnTo>
                <a:lnTo>
                  <a:pt x="479" y="400"/>
                </a:lnTo>
                <a:lnTo>
                  <a:pt x="478" y="400"/>
                </a:lnTo>
                <a:lnTo>
                  <a:pt x="479" y="401"/>
                </a:lnTo>
                <a:lnTo>
                  <a:pt x="479" y="402"/>
                </a:lnTo>
                <a:lnTo>
                  <a:pt x="479" y="403"/>
                </a:lnTo>
                <a:lnTo>
                  <a:pt x="478" y="403"/>
                </a:lnTo>
                <a:lnTo>
                  <a:pt x="477" y="403"/>
                </a:lnTo>
                <a:lnTo>
                  <a:pt x="477" y="404"/>
                </a:lnTo>
                <a:lnTo>
                  <a:pt x="477" y="405"/>
                </a:lnTo>
                <a:lnTo>
                  <a:pt x="478" y="406"/>
                </a:lnTo>
                <a:lnTo>
                  <a:pt x="479" y="406"/>
                </a:lnTo>
                <a:lnTo>
                  <a:pt x="480" y="406"/>
                </a:lnTo>
                <a:lnTo>
                  <a:pt x="481" y="406"/>
                </a:lnTo>
                <a:lnTo>
                  <a:pt x="482" y="408"/>
                </a:lnTo>
                <a:lnTo>
                  <a:pt x="483" y="409"/>
                </a:lnTo>
                <a:lnTo>
                  <a:pt x="483" y="410"/>
                </a:lnTo>
                <a:lnTo>
                  <a:pt x="484" y="410"/>
                </a:lnTo>
                <a:lnTo>
                  <a:pt x="486" y="410"/>
                </a:lnTo>
                <a:lnTo>
                  <a:pt x="487" y="409"/>
                </a:lnTo>
                <a:lnTo>
                  <a:pt x="490" y="409"/>
                </a:lnTo>
                <a:lnTo>
                  <a:pt x="491" y="410"/>
                </a:lnTo>
                <a:lnTo>
                  <a:pt x="492" y="410"/>
                </a:lnTo>
                <a:lnTo>
                  <a:pt x="493" y="410"/>
                </a:lnTo>
                <a:lnTo>
                  <a:pt x="494" y="410"/>
                </a:lnTo>
                <a:lnTo>
                  <a:pt x="494" y="411"/>
                </a:lnTo>
                <a:lnTo>
                  <a:pt x="493" y="412"/>
                </a:lnTo>
                <a:lnTo>
                  <a:pt x="492" y="412"/>
                </a:lnTo>
                <a:lnTo>
                  <a:pt x="491" y="413"/>
                </a:lnTo>
                <a:lnTo>
                  <a:pt x="492" y="414"/>
                </a:lnTo>
                <a:lnTo>
                  <a:pt x="493" y="414"/>
                </a:lnTo>
                <a:lnTo>
                  <a:pt x="494" y="413"/>
                </a:lnTo>
                <a:lnTo>
                  <a:pt x="496" y="414"/>
                </a:lnTo>
                <a:lnTo>
                  <a:pt x="498" y="414"/>
                </a:lnTo>
                <a:lnTo>
                  <a:pt x="499" y="414"/>
                </a:lnTo>
                <a:lnTo>
                  <a:pt x="500" y="415"/>
                </a:lnTo>
                <a:lnTo>
                  <a:pt x="501" y="415"/>
                </a:lnTo>
                <a:lnTo>
                  <a:pt x="501" y="414"/>
                </a:lnTo>
                <a:lnTo>
                  <a:pt x="502" y="414"/>
                </a:lnTo>
                <a:lnTo>
                  <a:pt x="503" y="414"/>
                </a:lnTo>
                <a:lnTo>
                  <a:pt x="504" y="415"/>
                </a:lnTo>
                <a:lnTo>
                  <a:pt x="504" y="416"/>
                </a:lnTo>
                <a:lnTo>
                  <a:pt x="505" y="416"/>
                </a:lnTo>
                <a:lnTo>
                  <a:pt x="505" y="417"/>
                </a:lnTo>
                <a:lnTo>
                  <a:pt x="506" y="418"/>
                </a:lnTo>
                <a:lnTo>
                  <a:pt x="505" y="418"/>
                </a:lnTo>
                <a:lnTo>
                  <a:pt x="506" y="419"/>
                </a:lnTo>
                <a:lnTo>
                  <a:pt x="507" y="419"/>
                </a:lnTo>
                <a:lnTo>
                  <a:pt x="508" y="419"/>
                </a:lnTo>
                <a:lnTo>
                  <a:pt x="509" y="419"/>
                </a:lnTo>
                <a:lnTo>
                  <a:pt x="510" y="419"/>
                </a:lnTo>
                <a:lnTo>
                  <a:pt x="511" y="421"/>
                </a:lnTo>
                <a:lnTo>
                  <a:pt x="510" y="421"/>
                </a:lnTo>
                <a:lnTo>
                  <a:pt x="509" y="421"/>
                </a:lnTo>
                <a:lnTo>
                  <a:pt x="509" y="422"/>
                </a:lnTo>
                <a:lnTo>
                  <a:pt x="509" y="423"/>
                </a:lnTo>
                <a:lnTo>
                  <a:pt x="510" y="423"/>
                </a:lnTo>
                <a:lnTo>
                  <a:pt x="509" y="424"/>
                </a:lnTo>
                <a:lnTo>
                  <a:pt x="509" y="425"/>
                </a:lnTo>
                <a:lnTo>
                  <a:pt x="510" y="426"/>
                </a:lnTo>
                <a:lnTo>
                  <a:pt x="511" y="426"/>
                </a:lnTo>
                <a:lnTo>
                  <a:pt x="511" y="427"/>
                </a:lnTo>
                <a:lnTo>
                  <a:pt x="511" y="428"/>
                </a:lnTo>
                <a:lnTo>
                  <a:pt x="510" y="428"/>
                </a:lnTo>
                <a:lnTo>
                  <a:pt x="509" y="427"/>
                </a:lnTo>
                <a:lnTo>
                  <a:pt x="508" y="428"/>
                </a:lnTo>
                <a:lnTo>
                  <a:pt x="508" y="429"/>
                </a:lnTo>
                <a:lnTo>
                  <a:pt x="509" y="429"/>
                </a:lnTo>
                <a:lnTo>
                  <a:pt x="509" y="430"/>
                </a:lnTo>
                <a:lnTo>
                  <a:pt x="509" y="431"/>
                </a:lnTo>
                <a:lnTo>
                  <a:pt x="508" y="433"/>
                </a:lnTo>
                <a:lnTo>
                  <a:pt x="508" y="434"/>
                </a:lnTo>
                <a:lnTo>
                  <a:pt x="508" y="435"/>
                </a:lnTo>
                <a:lnTo>
                  <a:pt x="508" y="438"/>
                </a:lnTo>
                <a:lnTo>
                  <a:pt x="508" y="441"/>
                </a:lnTo>
                <a:lnTo>
                  <a:pt x="509" y="441"/>
                </a:lnTo>
                <a:lnTo>
                  <a:pt x="509" y="442"/>
                </a:lnTo>
                <a:lnTo>
                  <a:pt x="508" y="442"/>
                </a:lnTo>
                <a:lnTo>
                  <a:pt x="508" y="443"/>
                </a:lnTo>
                <a:lnTo>
                  <a:pt x="509" y="442"/>
                </a:lnTo>
                <a:lnTo>
                  <a:pt x="510" y="442"/>
                </a:lnTo>
                <a:lnTo>
                  <a:pt x="510" y="441"/>
                </a:lnTo>
                <a:lnTo>
                  <a:pt x="510" y="442"/>
                </a:lnTo>
                <a:lnTo>
                  <a:pt x="511" y="442"/>
                </a:lnTo>
                <a:lnTo>
                  <a:pt x="511" y="443"/>
                </a:lnTo>
                <a:lnTo>
                  <a:pt x="510" y="444"/>
                </a:lnTo>
                <a:lnTo>
                  <a:pt x="510" y="445"/>
                </a:lnTo>
                <a:lnTo>
                  <a:pt x="510" y="446"/>
                </a:lnTo>
                <a:lnTo>
                  <a:pt x="511" y="447"/>
                </a:lnTo>
                <a:lnTo>
                  <a:pt x="510" y="447"/>
                </a:lnTo>
                <a:lnTo>
                  <a:pt x="510" y="448"/>
                </a:lnTo>
                <a:lnTo>
                  <a:pt x="511" y="448"/>
                </a:lnTo>
                <a:lnTo>
                  <a:pt x="510" y="449"/>
                </a:lnTo>
                <a:lnTo>
                  <a:pt x="509" y="450"/>
                </a:lnTo>
                <a:lnTo>
                  <a:pt x="510" y="450"/>
                </a:lnTo>
                <a:lnTo>
                  <a:pt x="510" y="451"/>
                </a:lnTo>
                <a:lnTo>
                  <a:pt x="511" y="451"/>
                </a:lnTo>
                <a:lnTo>
                  <a:pt x="512" y="452"/>
                </a:lnTo>
                <a:lnTo>
                  <a:pt x="512" y="451"/>
                </a:lnTo>
                <a:lnTo>
                  <a:pt x="513" y="451"/>
                </a:lnTo>
                <a:lnTo>
                  <a:pt x="514" y="451"/>
                </a:lnTo>
                <a:lnTo>
                  <a:pt x="515" y="451"/>
                </a:lnTo>
                <a:lnTo>
                  <a:pt x="516" y="451"/>
                </a:lnTo>
                <a:lnTo>
                  <a:pt x="516" y="450"/>
                </a:lnTo>
                <a:lnTo>
                  <a:pt x="516" y="451"/>
                </a:lnTo>
                <a:lnTo>
                  <a:pt x="517" y="451"/>
                </a:lnTo>
                <a:lnTo>
                  <a:pt x="516" y="451"/>
                </a:lnTo>
                <a:lnTo>
                  <a:pt x="516" y="452"/>
                </a:lnTo>
                <a:lnTo>
                  <a:pt x="517" y="452"/>
                </a:lnTo>
                <a:lnTo>
                  <a:pt x="517" y="453"/>
                </a:lnTo>
                <a:lnTo>
                  <a:pt x="518" y="452"/>
                </a:lnTo>
                <a:lnTo>
                  <a:pt x="519" y="452"/>
                </a:lnTo>
                <a:lnTo>
                  <a:pt x="519" y="451"/>
                </a:lnTo>
                <a:lnTo>
                  <a:pt x="521" y="451"/>
                </a:lnTo>
                <a:lnTo>
                  <a:pt x="521" y="452"/>
                </a:lnTo>
                <a:lnTo>
                  <a:pt x="521" y="454"/>
                </a:lnTo>
                <a:lnTo>
                  <a:pt x="520" y="454"/>
                </a:lnTo>
                <a:lnTo>
                  <a:pt x="520" y="455"/>
                </a:lnTo>
                <a:lnTo>
                  <a:pt x="521" y="456"/>
                </a:lnTo>
                <a:lnTo>
                  <a:pt x="522" y="456"/>
                </a:lnTo>
                <a:lnTo>
                  <a:pt x="523" y="455"/>
                </a:lnTo>
                <a:lnTo>
                  <a:pt x="524" y="455"/>
                </a:lnTo>
                <a:lnTo>
                  <a:pt x="525" y="454"/>
                </a:lnTo>
                <a:lnTo>
                  <a:pt x="529" y="454"/>
                </a:lnTo>
                <a:lnTo>
                  <a:pt x="530" y="454"/>
                </a:lnTo>
                <a:lnTo>
                  <a:pt x="531" y="454"/>
                </a:lnTo>
                <a:lnTo>
                  <a:pt x="531" y="453"/>
                </a:lnTo>
                <a:lnTo>
                  <a:pt x="532" y="453"/>
                </a:lnTo>
                <a:lnTo>
                  <a:pt x="533" y="454"/>
                </a:lnTo>
                <a:lnTo>
                  <a:pt x="533" y="455"/>
                </a:lnTo>
                <a:lnTo>
                  <a:pt x="532" y="455"/>
                </a:lnTo>
                <a:lnTo>
                  <a:pt x="533" y="456"/>
                </a:lnTo>
                <a:lnTo>
                  <a:pt x="534" y="456"/>
                </a:lnTo>
                <a:lnTo>
                  <a:pt x="535" y="456"/>
                </a:lnTo>
                <a:lnTo>
                  <a:pt x="536" y="456"/>
                </a:lnTo>
                <a:lnTo>
                  <a:pt x="536" y="457"/>
                </a:lnTo>
                <a:lnTo>
                  <a:pt x="535" y="458"/>
                </a:lnTo>
                <a:lnTo>
                  <a:pt x="537" y="459"/>
                </a:lnTo>
                <a:lnTo>
                  <a:pt x="538" y="459"/>
                </a:lnTo>
                <a:lnTo>
                  <a:pt x="538" y="460"/>
                </a:lnTo>
                <a:lnTo>
                  <a:pt x="539" y="460"/>
                </a:lnTo>
                <a:lnTo>
                  <a:pt x="539" y="459"/>
                </a:lnTo>
                <a:lnTo>
                  <a:pt x="539" y="461"/>
                </a:lnTo>
                <a:lnTo>
                  <a:pt x="540" y="461"/>
                </a:lnTo>
                <a:lnTo>
                  <a:pt x="541" y="462"/>
                </a:lnTo>
                <a:lnTo>
                  <a:pt x="541" y="463"/>
                </a:lnTo>
                <a:lnTo>
                  <a:pt x="542" y="463"/>
                </a:lnTo>
                <a:lnTo>
                  <a:pt x="542" y="464"/>
                </a:lnTo>
                <a:lnTo>
                  <a:pt x="543" y="465"/>
                </a:lnTo>
                <a:lnTo>
                  <a:pt x="543" y="466"/>
                </a:lnTo>
                <a:lnTo>
                  <a:pt x="543" y="467"/>
                </a:lnTo>
                <a:lnTo>
                  <a:pt x="543" y="468"/>
                </a:lnTo>
                <a:lnTo>
                  <a:pt x="544" y="468"/>
                </a:lnTo>
                <a:lnTo>
                  <a:pt x="544" y="469"/>
                </a:lnTo>
                <a:lnTo>
                  <a:pt x="545" y="469"/>
                </a:lnTo>
                <a:lnTo>
                  <a:pt x="546" y="469"/>
                </a:lnTo>
                <a:lnTo>
                  <a:pt x="546" y="470"/>
                </a:lnTo>
                <a:lnTo>
                  <a:pt x="546" y="471"/>
                </a:lnTo>
                <a:lnTo>
                  <a:pt x="547" y="471"/>
                </a:lnTo>
                <a:lnTo>
                  <a:pt x="548" y="471"/>
                </a:lnTo>
                <a:lnTo>
                  <a:pt x="549" y="471"/>
                </a:lnTo>
                <a:lnTo>
                  <a:pt x="549" y="472"/>
                </a:lnTo>
                <a:lnTo>
                  <a:pt x="549" y="473"/>
                </a:lnTo>
                <a:lnTo>
                  <a:pt x="548" y="473"/>
                </a:lnTo>
                <a:lnTo>
                  <a:pt x="548" y="472"/>
                </a:lnTo>
                <a:lnTo>
                  <a:pt x="547" y="472"/>
                </a:lnTo>
                <a:lnTo>
                  <a:pt x="547" y="473"/>
                </a:lnTo>
                <a:lnTo>
                  <a:pt x="548" y="473"/>
                </a:lnTo>
                <a:lnTo>
                  <a:pt x="549" y="473"/>
                </a:lnTo>
                <a:lnTo>
                  <a:pt x="550" y="473"/>
                </a:lnTo>
                <a:lnTo>
                  <a:pt x="550" y="472"/>
                </a:lnTo>
                <a:lnTo>
                  <a:pt x="551" y="471"/>
                </a:lnTo>
                <a:lnTo>
                  <a:pt x="552" y="471"/>
                </a:lnTo>
                <a:lnTo>
                  <a:pt x="553" y="471"/>
                </a:lnTo>
                <a:lnTo>
                  <a:pt x="554" y="472"/>
                </a:lnTo>
                <a:lnTo>
                  <a:pt x="554" y="473"/>
                </a:lnTo>
                <a:lnTo>
                  <a:pt x="555" y="473"/>
                </a:lnTo>
                <a:lnTo>
                  <a:pt x="557" y="472"/>
                </a:lnTo>
                <a:lnTo>
                  <a:pt x="557" y="471"/>
                </a:lnTo>
                <a:lnTo>
                  <a:pt x="558" y="471"/>
                </a:lnTo>
                <a:lnTo>
                  <a:pt x="558" y="472"/>
                </a:lnTo>
                <a:lnTo>
                  <a:pt x="558" y="473"/>
                </a:lnTo>
                <a:lnTo>
                  <a:pt x="559" y="473"/>
                </a:lnTo>
                <a:lnTo>
                  <a:pt x="560" y="472"/>
                </a:lnTo>
                <a:lnTo>
                  <a:pt x="561" y="469"/>
                </a:lnTo>
                <a:lnTo>
                  <a:pt x="561" y="468"/>
                </a:lnTo>
                <a:lnTo>
                  <a:pt x="561" y="467"/>
                </a:lnTo>
                <a:lnTo>
                  <a:pt x="560" y="467"/>
                </a:lnTo>
                <a:lnTo>
                  <a:pt x="560" y="466"/>
                </a:lnTo>
                <a:lnTo>
                  <a:pt x="562" y="466"/>
                </a:lnTo>
                <a:lnTo>
                  <a:pt x="563" y="466"/>
                </a:lnTo>
                <a:lnTo>
                  <a:pt x="563" y="465"/>
                </a:lnTo>
                <a:lnTo>
                  <a:pt x="562" y="464"/>
                </a:lnTo>
                <a:lnTo>
                  <a:pt x="562" y="463"/>
                </a:lnTo>
                <a:lnTo>
                  <a:pt x="563" y="463"/>
                </a:lnTo>
                <a:lnTo>
                  <a:pt x="563" y="462"/>
                </a:lnTo>
                <a:lnTo>
                  <a:pt x="563" y="463"/>
                </a:lnTo>
                <a:lnTo>
                  <a:pt x="564" y="463"/>
                </a:lnTo>
                <a:lnTo>
                  <a:pt x="565" y="464"/>
                </a:lnTo>
                <a:lnTo>
                  <a:pt x="566" y="464"/>
                </a:lnTo>
                <a:lnTo>
                  <a:pt x="567" y="465"/>
                </a:lnTo>
                <a:lnTo>
                  <a:pt x="568" y="465"/>
                </a:lnTo>
                <a:lnTo>
                  <a:pt x="568" y="464"/>
                </a:lnTo>
                <a:lnTo>
                  <a:pt x="569" y="464"/>
                </a:lnTo>
                <a:lnTo>
                  <a:pt x="570" y="463"/>
                </a:lnTo>
                <a:lnTo>
                  <a:pt x="570" y="462"/>
                </a:lnTo>
                <a:lnTo>
                  <a:pt x="570" y="461"/>
                </a:lnTo>
                <a:lnTo>
                  <a:pt x="571" y="462"/>
                </a:lnTo>
                <a:lnTo>
                  <a:pt x="571" y="463"/>
                </a:lnTo>
                <a:lnTo>
                  <a:pt x="572" y="463"/>
                </a:lnTo>
                <a:lnTo>
                  <a:pt x="572" y="464"/>
                </a:lnTo>
                <a:lnTo>
                  <a:pt x="572" y="465"/>
                </a:lnTo>
                <a:lnTo>
                  <a:pt x="571" y="466"/>
                </a:lnTo>
                <a:lnTo>
                  <a:pt x="572" y="466"/>
                </a:lnTo>
                <a:lnTo>
                  <a:pt x="573" y="465"/>
                </a:lnTo>
                <a:lnTo>
                  <a:pt x="574" y="464"/>
                </a:lnTo>
                <a:lnTo>
                  <a:pt x="574" y="463"/>
                </a:lnTo>
                <a:lnTo>
                  <a:pt x="575" y="463"/>
                </a:lnTo>
                <a:lnTo>
                  <a:pt x="575" y="462"/>
                </a:lnTo>
                <a:lnTo>
                  <a:pt x="576" y="462"/>
                </a:lnTo>
                <a:lnTo>
                  <a:pt x="577" y="462"/>
                </a:lnTo>
                <a:lnTo>
                  <a:pt x="578" y="462"/>
                </a:lnTo>
                <a:lnTo>
                  <a:pt x="577" y="461"/>
                </a:lnTo>
                <a:lnTo>
                  <a:pt x="577" y="460"/>
                </a:lnTo>
                <a:lnTo>
                  <a:pt x="577" y="459"/>
                </a:lnTo>
                <a:lnTo>
                  <a:pt x="578" y="459"/>
                </a:lnTo>
                <a:lnTo>
                  <a:pt x="578" y="458"/>
                </a:lnTo>
                <a:lnTo>
                  <a:pt x="579" y="458"/>
                </a:lnTo>
                <a:lnTo>
                  <a:pt x="580" y="457"/>
                </a:lnTo>
                <a:lnTo>
                  <a:pt x="582" y="455"/>
                </a:lnTo>
                <a:lnTo>
                  <a:pt x="582" y="454"/>
                </a:lnTo>
                <a:lnTo>
                  <a:pt x="583" y="454"/>
                </a:lnTo>
                <a:lnTo>
                  <a:pt x="583" y="453"/>
                </a:lnTo>
                <a:lnTo>
                  <a:pt x="584" y="453"/>
                </a:lnTo>
                <a:lnTo>
                  <a:pt x="585" y="453"/>
                </a:lnTo>
                <a:lnTo>
                  <a:pt x="586" y="453"/>
                </a:lnTo>
                <a:lnTo>
                  <a:pt x="587" y="454"/>
                </a:lnTo>
                <a:lnTo>
                  <a:pt x="586" y="454"/>
                </a:lnTo>
                <a:lnTo>
                  <a:pt x="585" y="454"/>
                </a:lnTo>
                <a:lnTo>
                  <a:pt x="584" y="455"/>
                </a:lnTo>
                <a:lnTo>
                  <a:pt x="583" y="455"/>
                </a:lnTo>
                <a:lnTo>
                  <a:pt x="583" y="456"/>
                </a:lnTo>
                <a:lnTo>
                  <a:pt x="582" y="456"/>
                </a:lnTo>
                <a:lnTo>
                  <a:pt x="581" y="457"/>
                </a:lnTo>
                <a:lnTo>
                  <a:pt x="581" y="458"/>
                </a:lnTo>
                <a:lnTo>
                  <a:pt x="581" y="459"/>
                </a:lnTo>
                <a:lnTo>
                  <a:pt x="580" y="459"/>
                </a:lnTo>
                <a:lnTo>
                  <a:pt x="579" y="460"/>
                </a:lnTo>
                <a:lnTo>
                  <a:pt x="579" y="461"/>
                </a:lnTo>
                <a:lnTo>
                  <a:pt x="578" y="461"/>
                </a:lnTo>
                <a:lnTo>
                  <a:pt x="578" y="462"/>
                </a:lnTo>
                <a:lnTo>
                  <a:pt x="578" y="461"/>
                </a:lnTo>
                <a:lnTo>
                  <a:pt x="579" y="461"/>
                </a:lnTo>
                <a:lnTo>
                  <a:pt x="580" y="461"/>
                </a:lnTo>
                <a:lnTo>
                  <a:pt x="581" y="461"/>
                </a:lnTo>
                <a:lnTo>
                  <a:pt x="581" y="462"/>
                </a:lnTo>
                <a:lnTo>
                  <a:pt x="582" y="462"/>
                </a:lnTo>
                <a:lnTo>
                  <a:pt x="582" y="463"/>
                </a:lnTo>
                <a:lnTo>
                  <a:pt x="582" y="464"/>
                </a:lnTo>
                <a:lnTo>
                  <a:pt x="582" y="465"/>
                </a:lnTo>
                <a:lnTo>
                  <a:pt x="581" y="465"/>
                </a:lnTo>
                <a:lnTo>
                  <a:pt x="581" y="466"/>
                </a:lnTo>
                <a:lnTo>
                  <a:pt x="580" y="466"/>
                </a:lnTo>
                <a:lnTo>
                  <a:pt x="580" y="467"/>
                </a:lnTo>
                <a:lnTo>
                  <a:pt x="581" y="467"/>
                </a:lnTo>
                <a:lnTo>
                  <a:pt x="582" y="467"/>
                </a:lnTo>
                <a:lnTo>
                  <a:pt x="582" y="468"/>
                </a:lnTo>
                <a:lnTo>
                  <a:pt x="582" y="469"/>
                </a:lnTo>
                <a:lnTo>
                  <a:pt x="582" y="470"/>
                </a:lnTo>
                <a:lnTo>
                  <a:pt x="583" y="472"/>
                </a:lnTo>
                <a:lnTo>
                  <a:pt x="584" y="474"/>
                </a:lnTo>
                <a:lnTo>
                  <a:pt x="584" y="475"/>
                </a:lnTo>
                <a:lnTo>
                  <a:pt x="584" y="477"/>
                </a:lnTo>
                <a:lnTo>
                  <a:pt x="584" y="478"/>
                </a:lnTo>
                <a:lnTo>
                  <a:pt x="584" y="479"/>
                </a:lnTo>
                <a:lnTo>
                  <a:pt x="584" y="480"/>
                </a:lnTo>
                <a:lnTo>
                  <a:pt x="584" y="481"/>
                </a:lnTo>
                <a:lnTo>
                  <a:pt x="585" y="483"/>
                </a:lnTo>
                <a:lnTo>
                  <a:pt x="584" y="483"/>
                </a:lnTo>
                <a:lnTo>
                  <a:pt x="585" y="486"/>
                </a:lnTo>
                <a:lnTo>
                  <a:pt x="585" y="487"/>
                </a:lnTo>
                <a:lnTo>
                  <a:pt x="585" y="488"/>
                </a:lnTo>
                <a:lnTo>
                  <a:pt x="586" y="489"/>
                </a:lnTo>
                <a:lnTo>
                  <a:pt x="586" y="490"/>
                </a:lnTo>
                <a:lnTo>
                  <a:pt x="586" y="491"/>
                </a:lnTo>
                <a:lnTo>
                  <a:pt x="585" y="492"/>
                </a:lnTo>
                <a:lnTo>
                  <a:pt x="585" y="493"/>
                </a:lnTo>
                <a:lnTo>
                  <a:pt x="585" y="494"/>
                </a:lnTo>
                <a:lnTo>
                  <a:pt x="586" y="495"/>
                </a:lnTo>
                <a:lnTo>
                  <a:pt x="586" y="497"/>
                </a:lnTo>
                <a:lnTo>
                  <a:pt x="586" y="499"/>
                </a:lnTo>
                <a:lnTo>
                  <a:pt x="587" y="499"/>
                </a:lnTo>
                <a:lnTo>
                  <a:pt x="587" y="500"/>
                </a:lnTo>
                <a:lnTo>
                  <a:pt x="587" y="501"/>
                </a:lnTo>
                <a:lnTo>
                  <a:pt x="588" y="502"/>
                </a:lnTo>
                <a:lnTo>
                  <a:pt x="588" y="504"/>
                </a:lnTo>
                <a:lnTo>
                  <a:pt x="588" y="505"/>
                </a:lnTo>
                <a:lnTo>
                  <a:pt x="588" y="506"/>
                </a:lnTo>
                <a:lnTo>
                  <a:pt x="587" y="507"/>
                </a:lnTo>
                <a:lnTo>
                  <a:pt x="587" y="508"/>
                </a:lnTo>
                <a:lnTo>
                  <a:pt x="587" y="509"/>
                </a:lnTo>
                <a:lnTo>
                  <a:pt x="587" y="511"/>
                </a:lnTo>
                <a:lnTo>
                  <a:pt x="587" y="512"/>
                </a:lnTo>
                <a:lnTo>
                  <a:pt x="588" y="512"/>
                </a:lnTo>
                <a:lnTo>
                  <a:pt x="588" y="513"/>
                </a:lnTo>
                <a:lnTo>
                  <a:pt x="587" y="515"/>
                </a:lnTo>
                <a:lnTo>
                  <a:pt x="586" y="515"/>
                </a:lnTo>
                <a:lnTo>
                  <a:pt x="586" y="516"/>
                </a:lnTo>
                <a:lnTo>
                  <a:pt x="586" y="517"/>
                </a:lnTo>
                <a:lnTo>
                  <a:pt x="587" y="517"/>
                </a:lnTo>
                <a:lnTo>
                  <a:pt x="586" y="517"/>
                </a:lnTo>
                <a:lnTo>
                  <a:pt x="586" y="518"/>
                </a:lnTo>
                <a:lnTo>
                  <a:pt x="586" y="519"/>
                </a:lnTo>
                <a:lnTo>
                  <a:pt x="587" y="519"/>
                </a:lnTo>
                <a:lnTo>
                  <a:pt x="587" y="520"/>
                </a:lnTo>
                <a:lnTo>
                  <a:pt x="587" y="521"/>
                </a:lnTo>
                <a:lnTo>
                  <a:pt x="587" y="522"/>
                </a:lnTo>
                <a:lnTo>
                  <a:pt x="586" y="522"/>
                </a:lnTo>
                <a:lnTo>
                  <a:pt x="586" y="523"/>
                </a:lnTo>
                <a:lnTo>
                  <a:pt x="586" y="524"/>
                </a:lnTo>
                <a:lnTo>
                  <a:pt x="586" y="525"/>
                </a:lnTo>
                <a:lnTo>
                  <a:pt x="586" y="526"/>
                </a:lnTo>
                <a:lnTo>
                  <a:pt x="585" y="526"/>
                </a:lnTo>
                <a:lnTo>
                  <a:pt x="585" y="527"/>
                </a:lnTo>
                <a:lnTo>
                  <a:pt x="585" y="528"/>
                </a:lnTo>
                <a:lnTo>
                  <a:pt x="585" y="529"/>
                </a:lnTo>
                <a:lnTo>
                  <a:pt x="586" y="529"/>
                </a:lnTo>
                <a:lnTo>
                  <a:pt x="586" y="530"/>
                </a:lnTo>
                <a:lnTo>
                  <a:pt x="586" y="531"/>
                </a:lnTo>
                <a:lnTo>
                  <a:pt x="586" y="532"/>
                </a:lnTo>
                <a:lnTo>
                  <a:pt x="586" y="533"/>
                </a:lnTo>
                <a:lnTo>
                  <a:pt x="585" y="533"/>
                </a:lnTo>
                <a:lnTo>
                  <a:pt x="585" y="534"/>
                </a:lnTo>
                <a:lnTo>
                  <a:pt x="585" y="535"/>
                </a:lnTo>
                <a:lnTo>
                  <a:pt x="585" y="536"/>
                </a:lnTo>
                <a:lnTo>
                  <a:pt x="584" y="536"/>
                </a:lnTo>
                <a:lnTo>
                  <a:pt x="583" y="536"/>
                </a:lnTo>
                <a:lnTo>
                  <a:pt x="583" y="537"/>
                </a:lnTo>
                <a:lnTo>
                  <a:pt x="583" y="538"/>
                </a:lnTo>
                <a:lnTo>
                  <a:pt x="583" y="539"/>
                </a:lnTo>
                <a:lnTo>
                  <a:pt x="583" y="540"/>
                </a:lnTo>
                <a:lnTo>
                  <a:pt x="583" y="541"/>
                </a:lnTo>
                <a:lnTo>
                  <a:pt x="583" y="542"/>
                </a:lnTo>
                <a:lnTo>
                  <a:pt x="584" y="542"/>
                </a:lnTo>
                <a:lnTo>
                  <a:pt x="585" y="543"/>
                </a:lnTo>
                <a:lnTo>
                  <a:pt x="585" y="544"/>
                </a:lnTo>
                <a:lnTo>
                  <a:pt x="585" y="545"/>
                </a:lnTo>
                <a:lnTo>
                  <a:pt x="585" y="546"/>
                </a:lnTo>
                <a:lnTo>
                  <a:pt x="585" y="547"/>
                </a:lnTo>
                <a:lnTo>
                  <a:pt x="584" y="547"/>
                </a:lnTo>
                <a:lnTo>
                  <a:pt x="584" y="546"/>
                </a:lnTo>
                <a:lnTo>
                  <a:pt x="584" y="547"/>
                </a:lnTo>
                <a:lnTo>
                  <a:pt x="583" y="547"/>
                </a:lnTo>
                <a:lnTo>
                  <a:pt x="583" y="548"/>
                </a:lnTo>
                <a:lnTo>
                  <a:pt x="582" y="548"/>
                </a:lnTo>
                <a:lnTo>
                  <a:pt x="581" y="548"/>
                </a:lnTo>
                <a:lnTo>
                  <a:pt x="580" y="548"/>
                </a:lnTo>
                <a:lnTo>
                  <a:pt x="580" y="549"/>
                </a:lnTo>
                <a:lnTo>
                  <a:pt x="579" y="549"/>
                </a:lnTo>
                <a:lnTo>
                  <a:pt x="579" y="548"/>
                </a:lnTo>
                <a:lnTo>
                  <a:pt x="579" y="547"/>
                </a:lnTo>
                <a:lnTo>
                  <a:pt x="578" y="547"/>
                </a:lnTo>
                <a:lnTo>
                  <a:pt x="578" y="548"/>
                </a:lnTo>
                <a:lnTo>
                  <a:pt x="577" y="548"/>
                </a:lnTo>
                <a:lnTo>
                  <a:pt x="577" y="549"/>
                </a:lnTo>
                <a:lnTo>
                  <a:pt x="577" y="548"/>
                </a:lnTo>
                <a:lnTo>
                  <a:pt x="576" y="549"/>
                </a:lnTo>
                <a:lnTo>
                  <a:pt x="575" y="549"/>
                </a:lnTo>
                <a:lnTo>
                  <a:pt x="575" y="550"/>
                </a:lnTo>
                <a:lnTo>
                  <a:pt x="574" y="550"/>
                </a:lnTo>
                <a:lnTo>
                  <a:pt x="574" y="549"/>
                </a:lnTo>
                <a:lnTo>
                  <a:pt x="573" y="549"/>
                </a:lnTo>
                <a:lnTo>
                  <a:pt x="572" y="548"/>
                </a:lnTo>
                <a:lnTo>
                  <a:pt x="571" y="548"/>
                </a:lnTo>
                <a:lnTo>
                  <a:pt x="571" y="547"/>
                </a:lnTo>
                <a:lnTo>
                  <a:pt x="570" y="547"/>
                </a:lnTo>
                <a:lnTo>
                  <a:pt x="569" y="547"/>
                </a:lnTo>
                <a:lnTo>
                  <a:pt x="569" y="548"/>
                </a:lnTo>
                <a:lnTo>
                  <a:pt x="567" y="548"/>
                </a:lnTo>
                <a:lnTo>
                  <a:pt x="566" y="549"/>
                </a:lnTo>
                <a:lnTo>
                  <a:pt x="566" y="550"/>
                </a:lnTo>
                <a:lnTo>
                  <a:pt x="567" y="550"/>
                </a:lnTo>
                <a:lnTo>
                  <a:pt x="566" y="550"/>
                </a:lnTo>
                <a:lnTo>
                  <a:pt x="565" y="550"/>
                </a:lnTo>
                <a:lnTo>
                  <a:pt x="564" y="550"/>
                </a:lnTo>
                <a:lnTo>
                  <a:pt x="564" y="549"/>
                </a:lnTo>
                <a:lnTo>
                  <a:pt x="563" y="549"/>
                </a:lnTo>
                <a:lnTo>
                  <a:pt x="562" y="549"/>
                </a:lnTo>
                <a:lnTo>
                  <a:pt x="562" y="548"/>
                </a:lnTo>
                <a:lnTo>
                  <a:pt x="561" y="548"/>
                </a:lnTo>
                <a:lnTo>
                  <a:pt x="560" y="548"/>
                </a:lnTo>
                <a:lnTo>
                  <a:pt x="560" y="549"/>
                </a:lnTo>
                <a:lnTo>
                  <a:pt x="559" y="549"/>
                </a:lnTo>
                <a:lnTo>
                  <a:pt x="559" y="550"/>
                </a:lnTo>
                <a:lnTo>
                  <a:pt x="558" y="550"/>
                </a:lnTo>
                <a:lnTo>
                  <a:pt x="557" y="551"/>
                </a:lnTo>
                <a:lnTo>
                  <a:pt x="556" y="551"/>
                </a:lnTo>
                <a:lnTo>
                  <a:pt x="556" y="552"/>
                </a:lnTo>
                <a:lnTo>
                  <a:pt x="555" y="552"/>
                </a:lnTo>
                <a:lnTo>
                  <a:pt x="555" y="553"/>
                </a:lnTo>
                <a:lnTo>
                  <a:pt x="554" y="553"/>
                </a:lnTo>
                <a:lnTo>
                  <a:pt x="553" y="553"/>
                </a:lnTo>
                <a:lnTo>
                  <a:pt x="553" y="555"/>
                </a:lnTo>
                <a:lnTo>
                  <a:pt x="552" y="555"/>
                </a:lnTo>
                <a:lnTo>
                  <a:pt x="552" y="556"/>
                </a:lnTo>
                <a:lnTo>
                  <a:pt x="551" y="556"/>
                </a:lnTo>
                <a:lnTo>
                  <a:pt x="551" y="557"/>
                </a:lnTo>
                <a:lnTo>
                  <a:pt x="550" y="557"/>
                </a:lnTo>
                <a:lnTo>
                  <a:pt x="549" y="557"/>
                </a:lnTo>
                <a:lnTo>
                  <a:pt x="549" y="558"/>
                </a:lnTo>
                <a:lnTo>
                  <a:pt x="548" y="558"/>
                </a:lnTo>
                <a:lnTo>
                  <a:pt x="548" y="559"/>
                </a:lnTo>
                <a:lnTo>
                  <a:pt x="547" y="559"/>
                </a:lnTo>
                <a:lnTo>
                  <a:pt x="546" y="559"/>
                </a:lnTo>
                <a:lnTo>
                  <a:pt x="545" y="559"/>
                </a:lnTo>
                <a:lnTo>
                  <a:pt x="544" y="559"/>
                </a:lnTo>
                <a:lnTo>
                  <a:pt x="544" y="560"/>
                </a:lnTo>
                <a:lnTo>
                  <a:pt x="543" y="560"/>
                </a:lnTo>
                <a:lnTo>
                  <a:pt x="544" y="560"/>
                </a:lnTo>
                <a:lnTo>
                  <a:pt x="543" y="560"/>
                </a:lnTo>
                <a:lnTo>
                  <a:pt x="543" y="561"/>
                </a:lnTo>
                <a:lnTo>
                  <a:pt x="542" y="561"/>
                </a:lnTo>
                <a:lnTo>
                  <a:pt x="542" y="562"/>
                </a:lnTo>
                <a:lnTo>
                  <a:pt x="541" y="562"/>
                </a:lnTo>
                <a:lnTo>
                  <a:pt x="541" y="563"/>
                </a:lnTo>
                <a:lnTo>
                  <a:pt x="540" y="563"/>
                </a:lnTo>
                <a:lnTo>
                  <a:pt x="540" y="564"/>
                </a:lnTo>
                <a:lnTo>
                  <a:pt x="540" y="565"/>
                </a:lnTo>
                <a:lnTo>
                  <a:pt x="539" y="565"/>
                </a:lnTo>
                <a:lnTo>
                  <a:pt x="540" y="565"/>
                </a:lnTo>
                <a:lnTo>
                  <a:pt x="539" y="566"/>
                </a:lnTo>
                <a:lnTo>
                  <a:pt x="540" y="566"/>
                </a:lnTo>
                <a:lnTo>
                  <a:pt x="540" y="567"/>
                </a:lnTo>
                <a:lnTo>
                  <a:pt x="541" y="568"/>
                </a:lnTo>
                <a:lnTo>
                  <a:pt x="541" y="569"/>
                </a:lnTo>
                <a:lnTo>
                  <a:pt x="540" y="569"/>
                </a:lnTo>
                <a:lnTo>
                  <a:pt x="540" y="570"/>
                </a:lnTo>
                <a:lnTo>
                  <a:pt x="539" y="570"/>
                </a:lnTo>
                <a:lnTo>
                  <a:pt x="538" y="570"/>
                </a:lnTo>
                <a:lnTo>
                  <a:pt x="538" y="571"/>
                </a:lnTo>
                <a:lnTo>
                  <a:pt x="537" y="571"/>
                </a:lnTo>
                <a:lnTo>
                  <a:pt x="536" y="571"/>
                </a:lnTo>
                <a:lnTo>
                  <a:pt x="536" y="572"/>
                </a:lnTo>
                <a:lnTo>
                  <a:pt x="535" y="572"/>
                </a:lnTo>
                <a:lnTo>
                  <a:pt x="535" y="573"/>
                </a:lnTo>
                <a:lnTo>
                  <a:pt x="535" y="574"/>
                </a:lnTo>
                <a:lnTo>
                  <a:pt x="534" y="574"/>
                </a:lnTo>
                <a:lnTo>
                  <a:pt x="534" y="575"/>
                </a:lnTo>
                <a:lnTo>
                  <a:pt x="535" y="575"/>
                </a:lnTo>
                <a:lnTo>
                  <a:pt x="534" y="575"/>
                </a:lnTo>
                <a:lnTo>
                  <a:pt x="534" y="576"/>
                </a:lnTo>
                <a:lnTo>
                  <a:pt x="534" y="577"/>
                </a:lnTo>
                <a:lnTo>
                  <a:pt x="534" y="578"/>
                </a:lnTo>
                <a:lnTo>
                  <a:pt x="533" y="579"/>
                </a:lnTo>
                <a:lnTo>
                  <a:pt x="533" y="580"/>
                </a:lnTo>
                <a:lnTo>
                  <a:pt x="532" y="580"/>
                </a:lnTo>
                <a:lnTo>
                  <a:pt x="531" y="580"/>
                </a:lnTo>
                <a:lnTo>
                  <a:pt x="531" y="581"/>
                </a:lnTo>
                <a:lnTo>
                  <a:pt x="530" y="581"/>
                </a:lnTo>
                <a:lnTo>
                  <a:pt x="530" y="582"/>
                </a:lnTo>
                <a:lnTo>
                  <a:pt x="529" y="582"/>
                </a:lnTo>
                <a:lnTo>
                  <a:pt x="528" y="583"/>
                </a:lnTo>
                <a:lnTo>
                  <a:pt x="528" y="584"/>
                </a:lnTo>
                <a:lnTo>
                  <a:pt x="529" y="584"/>
                </a:lnTo>
                <a:lnTo>
                  <a:pt x="529" y="585"/>
                </a:lnTo>
                <a:lnTo>
                  <a:pt x="528" y="585"/>
                </a:lnTo>
                <a:lnTo>
                  <a:pt x="529" y="585"/>
                </a:lnTo>
                <a:lnTo>
                  <a:pt x="529" y="586"/>
                </a:lnTo>
                <a:lnTo>
                  <a:pt x="529" y="587"/>
                </a:lnTo>
                <a:lnTo>
                  <a:pt x="530" y="587"/>
                </a:lnTo>
                <a:lnTo>
                  <a:pt x="530" y="588"/>
                </a:lnTo>
                <a:lnTo>
                  <a:pt x="530" y="589"/>
                </a:lnTo>
                <a:lnTo>
                  <a:pt x="530" y="590"/>
                </a:lnTo>
                <a:lnTo>
                  <a:pt x="530" y="591"/>
                </a:lnTo>
                <a:lnTo>
                  <a:pt x="530" y="592"/>
                </a:lnTo>
                <a:lnTo>
                  <a:pt x="529" y="593"/>
                </a:lnTo>
                <a:lnTo>
                  <a:pt x="529" y="594"/>
                </a:lnTo>
                <a:lnTo>
                  <a:pt x="528" y="594"/>
                </a:lnTo>
                <a:lnTo>
                  <a:pt x="527" y="594"/>
                </a:lnTo>
                <a:lnTo>
                  <a:pt x="526" y="595"/>
                </a:lnTo>
                <a:lnTo>
                  <a:pt x="526" y="594"/>
                </a:lnTo>
                <a:lnTo>
                  <a:pt x="525" y="594"/>
                </a:lnTo>
                <a:lnTo>
                  <a:pt x="524" y="595"/>
                </a:lnTo>
                <a:lnTo>
                  <a:pt x="523" y="595"/>
                </a:lnTo>
                <a:lnTo>
                  <a:pt x="523" y="596"/>
                </a:lnTo>
                <a:lnTo>
                  <a:pt x="522" y="596"/>
                </a:lnTo>
                <a:lnTo>
                  <a:pt x="521" y="596"/>
                </a:lnTo>
                <a:lnTo>
                  <a:pt x="520" y="595"/>
                </a:lnTo>
                <a:lnTo>
                  <a:pt x="519" y="595"/>
                </a:lnTo>
                <a:lnTo>
                  <a:pt x="519" y="594"/>
                </a:lnTo>
                <a:lnTo>
                  <a:pt x="518" y="595"/>
                </a:lnTo>
                <a:lnTo>
                  <a:pt x="517" y="596"/>
                </a:lnTo>
                <a:lnTo>
                  <a:pt x="516" y="596"/>
                </a:lnTo>
                <a:lnTo>
                  <a:pt x="516" y="595"/>
                </a:lnTo>
                <a:lnTo>
                  <a:pt x="516" y="594"/>
                </a:lnTo>
                <a:lnTo>
                  <a:pt x="516" y="593"/>
                </a:lnTo>
                <a:lnTo>
                  <a:pt x="516" y="592"/>
                </a:lnTo>
                <a:lnTo>
                  <a:pt x="515" y="592"/>
                </a:lnTo>
                <a:lnTo>
                  <a:pt x="514" y="591"/>
                </a:lnTo>
                <a:lnTo>
                  <a:pt x="513" y="591"/>
                </a:lnTo>
                <a:lnTo>
                  <a:pt x="512" y="591"/>
                </a:lnTo>
                <a:lnTo>
                  <a:pt x="512" y="590"/>
                </a:lnTo>
                <a:lnTo>
                  <a:pt x="511" y="590"/>
                </a:lnTo>
                <a:lnTo>
                  <a:pt x="511" y="589"/>
                </a:lnTo>
                <a:lnTo>
                  <a:pt x="511" y="588"/>
                </a:lnTo>
                <a:lnTo>
                  <a:pt x="512" y="587"/>
                </a:lnTo>
                <a:lnTo>
                  <a:pt x="512" y="586"/>
                </a:lnTo>
                <a:lnTo>
                  <a:pt x="512" y="585"/>
                </a:lnTo>
                <a:lnTo>
                  <a:pt x="512" y="584"/>
                </a:lnTo>
                <a:lnTo>
                  <a:pt x="511" y="584"/>
                </a:lnTo>
                <a:lnTo>
                  <a:pt x="511" y="583"/>
                </a:lnTo>
                <a:lnTo>
                  <a:pt x="512" y="583"/>
                </a:lnTo>
                <a:lnTo>
                  <a:pt x="512" y="582"/>
                </a:lnTo>
                <a:lnTo>
                  <a:pt x="512" y="581"/>
                </a:lnTo>
                <a:lnTo>
                  <a:pt x="512" y="580"/>
                </a:lnTo>
                <a:lnTo>
                  <a:pt x="513" y="580"/>
                </a:lnTo>
                <a:lnTo>
                  <a:pt x="513" y="579"/>
                </a:lnTo>
                <a:lnTo>
                  <a:pt x="513" y="578"/>
                </a:lnTo>
                <a:lnTo>
                  <a:pt x="513" y="577"/>
                </a:lnTo>
                <a:lnTo>
                  <a:pt x="514" y="576"/>
                </a:lnTo>
                <a:lnTo>
                  <a:pt x="514" y="575"/>
                </a:lnTo>
                <a:lnTo>
                  <a:pt x="513" y="576"/>
                </a:lnTo>
                <a:lnTo>
                  <a:pt x="512" y="576"/>
                </a:lnTo>
                <a:lnTo>
                  <a:pt x="511" y="576"/>
                </a:lnTo>
                <a:lnTo>
                  <a:pt x="511" y="575"/>
                </a:lnTo>
                <a:lnTo>
                  <a:pt x="509" y="575"/>
                </a:lnTo>
                <a:lnTo>
                  <a:pt x="509" y="574"/>
                </a:lnTo>
                <a:lnTo>
                  <a:pt x="508" y="573"/>
                </a:lnTo>
                <a:lnTo>
                  <a:pt x="508" y="572"/>
                </a:lnTo>
                <a:lnTo>
                  <a:pt x="508" y="571"/>
                </a:lnTo>
                <a:lnTo>
                  <a:pt x="508" y="570"/>
                </a:lnTo>
                <a:lnTo>
                  <a:pt x="507" y="570"/>
                </a:lnTo>
                <a:lnTo>
                  <a:pt x="506" y="570"/>
                </a:lnTo>
                <a:lnTo>
                  <a:pt x="505" y="570"/>
                </a:lnTo>
                <a:lnTo>
                  <a:pt x="504" y="570"/>
                </a:lnTo>
                <a:lnTo>
                  <a:pt x="502" y="571"/>
                </a:lnTo>
                <a:lnTo>
                  <a:pt x="503" y="572"/>
                </a:lnTo>
                <a:lnTo>
                  <a:pt x="503" y="573"/>
                </a:lnTo>
                <a:lnTo>
                  <a:pt x="502" y="573"/>
                </a:lnTo>
                <a:lnTo>
                  <a:pt x="501" y="574"/>
                </a:lnTo>
                <a:lnTo>
                  <a:pt x="500" y="574"/>
                </a:lnTo>
                <a:lnTo>
                  <a:pt x="500" y="575"/>
                </a:lnTo>
                <a:lnTo>
                  <a:pt x="500" y="576"/>
                </a:lnTo>
                <a:lnTo>
                  <a:pt x="501" y="576"/>
                </a:lnTo>
                <a:lnTo>
                  <a:pt x="501" y="577"/>
                </a:lnTo>
                <a:lnTo>
                  <a:pt x="500" y="577"/>
                </a:lnTo>
                <a:lnTo>
                  <a:pt x="500" y="578"/>
                </a:lnTo>
                <a:lnTo>
                  <a:pt x="501" y="578"/>
                </a:lnTo>
                <a:lnTo>
                  <a:pt x="501" y="579"/>
                </a:lnTo>
                <a:lnTo>
                  <a:pt x="500" y="580"/>
                </a:lnTo>
                <a:lnTo>
                  <a:pt x="499" y="580"/>
                </a:lnTo>
                <a:lnTo>
                  <a:pt x="499" y="581"/>
                </a:lnTo>
                <a:lnTo>
                  <a:pt x="500" y="581"/>
                </a:lnTo>
                <a:lnTo>
                  <a:pt x="499" y="581"/>
                </a:lnTo>
                <a:lnTo>
                  <a:pt x="498" y="581"/>
                </a:lnTo>
                <a:lnTo>
                  <a:pt x="497" y="581"/>
                </a:lnTo>
                <a:lnTo>
                  <a:pt x="496" y="581"/>
                </a:lnTo>
                <a:lnTo>
                  <a:pt x="495" y="581"/>
                </a:lnTo>
                <a:lnTo>
                  <a:pt x="494" y="580"/>
                </a:lnTo>
                <a:lnTo>
                  <a:pt x="494" y="581"/>
                </a:lnTo>
                <a:lnTo>
                  <a:pt x="493" y="580"/>
                </a:lnTo>
                <a:lnTo>
                  <a:pt x="492" y="580"/>
                </a:lnTo>
                <a:lnTo>
                  <a:pt x="492" y="579"/>
                </a:lnTo>
                <a:lnTo>
                  <a:pt x="491" y="579"/>
                </a:lnTo>
                <a:lnTo>
                  <a:pt x="491" y="580"/>
                </a:lnTo>
                <a:lnTo>
                  <a:pt x="491" y="581"/>
                </a:lnTo>
                <a:lnTo>
                  <a:pt x="490" y="581"/>
                </a:lnTo>
                <a:lnTo>
                  <a:pt x="490" y="582"/>
                </a:lnTo>
                <a:lnTo>
                  <a:pt x="490" y="583"/>
                </a:lnTo>
                <a:lnTo>
                  <a:pt x="490" y="584"/>
                </a:lnTo>
                <a:lnTo>
                  <a:pt x="489" y="584"/>
                </a:lnTo>
                <a:lnTo>
                  <a:pt x="489" y="585"/>
                </a:lnTo>
                <a:lnTo>
                  <a:pt x="489" y="586"/>
                </a:lnTo>
                <a:lnTo>
                  <a:pt x="488" y="586"/>
                </a:lnTo>
                <a:lnTo>
                  <a:pt x="488" y="585"/>
                </a:lnTo>
                <a:lnTo>
                  <a:pt x="487" y="585"/>
                </a:lnTo>
                <a:lnTo>
                  <a:pt x="487" y="584"/>
                </a:lnTo>
                <a:lnTo>
                  <a:pt x="487" y="583"/>
                </a:lnTo>
                <a:lnTo>
                  <a:pt x="486" y="582"/>
                </a:lnTo>
                <a:lnTo>
                  <a:pt x="486" y="583"/>
                </a:lnTo>
                <a:lnTo>
                  <a:pt x="485" y="583"/>
                </a:lnTo>
                <a:lnTo>
                  <a:pt x="484" y="584"/>
                </a:lnTo>
                <a:lnTo>
                  <a:pt x="484" y="585"/>
                </a:lnTo>
                <a:lnTo>
                  <a:pt x="483" y="585"/>
                </a:lnTo>
                <a:lnTo>
                  <a:pt x="483" y="586"/>
                </a:lnTo>
                <a:lnTo>
                  <a:pt x="482" y="586"/>
                </a:lnTo>
                <a:lnTo>
                  <a:pt x="482" y="585"/>
                </a:lnTo>
                <a:lnTo>
                  <a:pt x="481" y="585"/>
                </a:lnTo>
                <a:lnTo>
                  <a:pt x="480" y="585"/>
                </a:lnTo>
                <a:lnTo>
                  <a:pt x="479" y="585"/>
                </a:lnTo>
                <a:lnTo>
                  <a:pt x="478" y="585"/>
                </a:lnTo>
                <a:lnTo>
                  <a:pt x="478" y="586"/>
                </a:lnTo>
                <a:lnTo>
                  <a:pt x="477" y="586"/>
                </a:lnTo>
                <a:lnTo>
                  <a:pt x="476" y="586"/>
                </a:lnTo>
                <a:lnTo>
                  <a:pt x="476" y="585"/>
                </a:lnTo>
                <a:lnTo>
                  <a:pt x="475" y="585"/>
                </a:lnTo>
                <a:lnTo>
                  <a:pt x="474" y="585"/>
                </a:lnTo>
                <a:lnTo>
                  <a:pt x="473" y="585"/>
                </a:lnTo>
                <a:lnTo>
                  <a:pt x="473" y="586"/>
                </a:lnTo>
                <a:lnTo>
                  <a:pt x="473" y="587"/>
                </a:lnTo>
                <a:lnTo>
                  <a:pt x="472" y="587"/>
                </a:lnTo>
                <a:lnTo>
                  <a:pt x="471" y="587"/>
                </a:lnTo>
                <a:lnTo>
                  <a:pt x="471" y="586"/>
                </a:lnTo>
                <a:lnTo>
                  <a:pt x="470" y="586"/>
                </a:lnTo>
                <a:lnTo>
                  <a:pt x="470" y="585"/>
                </a:lnTo>
                <a:lnTo>
                  <a:pt x="469" y="585"/>
                </a:lnTo>
                <a:lnTo>
                  <a:pt x="468" y="585"/>
                </a:lnTo>
                <a:lnTo>
                  <a:pt x="467" y="585"/>
                </a:lnTo>
                <a:lnTo>
                  <a:pt x="466" y="584"/>
                </a:lnTo>
                <a:lnTo>
                  <a:pt x="466" y="583"/>
                </a:lnTo>
                <a:lnTo>
                  <a:pt x="466" y="582"/>
                </a:lnTo>
                <a:lnTo>
                  <a:pt x="465" y="582"/>
                </a:lnTo>
                <a:lnTo>
                  <a:pt x="466" y="582"/>
                </a:lnTo>
                <a:lnTo>
                  <a:pt x="466" y="581"/>
                </a:lnTo>
                <a:lnTo>
                  <a:pt x="465" y="581"/>
                </a:lnTo>
                <a:lnTo>
                  <a:pt x="466" y="580"/>
                </a:lnTo>
                <a:lnTo>
                  <a:pt x="467" y="580"/>
                </a:lnTo>
                <a:lnTo>
                  <a:pt x="466" y="579"/>
                </a:lnTo>
                <a:lnTo>
                  <a:pt x="466" y="580"/>
                </a:lnTo>
                <a:lnTo>
                  <a:pt x="465" y="580"/>
                </a:lnTo>
                <a:lnTo>
                  <a:pt x="464" y="579"/>
                </a:lnTo>
                <a:lnTo>
                  <a:pt x="463" y="579"/>
                </a:lnTo>
                <a:lnTo>
                  <a:pt x="463" y="580"/>
                </a:lnTo>
                <a:lnTo>
                  <a:pt x="462" y="579"/>
                </a:lnTo>
                <a:lnTo>
                  <a:pt x="461" y="579"/>
                </a:lnTo>
                <a:lnTo>
                  <a:pt x="461" y="580"/>
                </a:lnTo>
                <a:lnTo>
                  <a:pt x="460" y="580"/>
                </a:lnTo>
                <a:lnTo>
                  <a:pt x="460" y="579"/>
                </a:lnTo>
                <a:lnTo>
                  <a:pt x="459" y="579"/>
                </a:lnTo>
                <a:lnTo>
                  <a:pt x="458" y="579"/>
                </a:lnTo>
                <a:lnTo>
                  <a:pt x="457" y="580"/>
                </a:lnTo>
                <a:lnTo>
                  <a:pt x="457" y="579"/>
                </a:lnTo>
                <a:lnTo>
                  <a:pt x="457" y="578"/>
                </a:lnTo>
                <a:lnTo>
                  <a:pt x="458" y="578"/>
                </a:lnTo>
                <a:lnTo>
                  <a:pt x="458" y="577"/>
                </a:lnTo>
                <a:lnTo>
                  <a:pt x="457" y="577"/>
                </a:lnTo>
                <a:lnTo>
                  <a:pt x="456" y="577"/>
                </a:lnTo>
                <a:lnTo>
                  <a:pt x="455" y="577"/>
                </a:lnTo>
                <a:lnTo>
                  <a:pt x="454" y="577"/>
                </a:lnTo>
                <a:lnTo>
                  <a:pt x="454" y="576"/>
                </a:lnTo>
                <a:lnTo>
                  <a:pt x="453" y="575"/>
                </a:lnTo>
                <a:lnTo>
                  <a:pt x="453" y="574"/>
                </a:lnTo>
                <a:lnTo>
                  <a:pt x="452" y="574"/>
                </a:lnTo>
                <a:lnTo>
                  <a:pt x="452" y="573"/>
                </a:lnTo>
                <a:lnTo>
                  <a:pt x="451" y="573"/>
                </a:lnTo>
                <a:lnTo>
                  <a:pt x="451" y="572"/>
                </a:lnTo>
                <a:lnTo>
                  <a:pt x="450" y="572"/>
                </a:lnTo>
                <a:lnTo>
                  <a:pt x="449" y="572"/>
                </a:lnTo>
                <a:lnTo>
                  <a:pt x="449" y="573"/>
                </a:lnTo>
                <a:lnTo>
                  <a:pt x="448" y="573"/>
                </a:lnTo>
                <a:lnTo>
                  <a:pt x="447" y="573"/>
                </a:lnTo>
                <a:lnTo>
                  <a:pt x="447" y="574"/>
                </a:lnTo>
                <a:lnTo>
                  <a:pt x="446" y="575"/>
                </a:lnTo>
                <a:lnTo>
                  <a:pt x="445" y="575"/>
                </a:lnTo>
                <a:lnTo>
                  <a:pt x="444" y="575"/>
                </a:lnTo>
                <a:lnTo>
                  <a:pt x="444" y="576"/>
                </a:lnTo>
                <a:lnTo>
                  <a:pt x="443" y="575"/>
                </a:lnTo>
                <a:lnTo>
                  <a:pt x="443" y="574"/>
                </a:lnTo>
                <a:lnTo>
                  <a:pt x="442" y="574"/>
                </a:lnTo>
                <a:lnTo>
                  <a:pt x="443" y="573"/>
                </a:lnTo>
                <a:lnTo>
                  <a:pt x="442" y="572"/>
                </a:lnTo>
                <a:lnTo>
                  <a:pt x="442" y="571"/>
                </a:lnTo>
                <a:lnTo>
                  <a:pt x="442" y="570"/>
                </a:lnTo>
                <a:lnTo>
                  <a:pt x="442" y="569"/>
                </a:lnTo>
                <a:lnTo>
                  <a:pt x="442" y="568"/>
                </a:lnTo>
                <a:lnTo>
                  <a:pt x="442" y="567"/>
                </a:lnTo>
                <a:lnTo>
                  <a:pt x="442" y="566"/>
                </a:lnTo>
                <a:lnTo>
                  <a:pt x="442" y="565"/>
                </a:lnTo>
                <a:lnTo>
                  <a:pt x="442" y="564"/>
                </a:lnTo>
                <a:lnTo>
                  <a:pt x="443" y="564"/>
                </a:lnTo>
                <a:lnTo>
                  <a:pt x="443" y="563"/>
                </a:lnTo>
                <a:lnTo>
                  <a:pt x="444" y="563"/>
                </a:lnTo>
                <a:lnTo>
                  <a:pt x="444" y="562"/>
                </a:lnTo>
                <a:lnTo>
                  <a:pt x="444" y="560"/>
                </a:lnTo>
                <a:lnTo>
                  <a:pt x="445" y="560"/>
                </a:lnTo>
                <a:lnTo>
                  <a:pt x="445" y="559"/>
                </a:lnTo>
                <a:lnTo>
                  <a:pt x="445" y="560"/>
                </a:lnTo>
                <a:lnTo>
                  <a:pt x="446" y="560"/>
                </a:lnTo>
                <a:lnTo>
                  <a:pt x="446" y="559"/>
                </a:lnTo>
                <a:lnTo>
                  <a:pt x="446" y="558"/>
                </a:lnTo>
                <a:lnTo>
                  <a:pt x="445" y="558"/>
                </a:lnTo>
                <a:lnTo>
                  <a:pt x="445" y="557"/>
                </a:lnTo>
                <a:lnTo>
                  <a:pt x="445" y="556"/>
                </a:lnTo>
                <a:lnTo>
                  <a:pt x="445" y="555"/>
                </a:lnTo>
                <a:lnTo>
                  <a:pt x="445" y="553"/>
                </a:lnTo>
                <a:lnTo>
                  <a:pt x="446" y="551"/>
                </a:lnTo>
                <a:lnTo>
                  <a:pt x="446" y="550"/>
                </a:lnTo>
                <a:lnTo>
                  <a:pt x="445" y="550"/>
                </a:lnTo>
                <a:lnTo>
                  <a:pt x="444" y="550"/>
                </a:lnTo>
                <a:lnTo>
                  <a:pt x="443" y="550"/>
                </a:lnTo>
                <a:lnTo>
                  <a:pt x="442" y="549"/>
                </a:lnTo>
                <a:lnTo>
                  <a:pt x="442" y="550"/>
                </a:lnTo>
                <a:lnTo>
                  <a:pt x="442" y="551"/>
                </a:lnTo>
                <a:lnTo>
                  <a:pt x="441" y="551"/>
                </a:lnTo>
                <a:lnTo>
                  <a:pt x="441" y="552"/>
                </a:lnTo>
                <a:lnTo>
                  <a:pt x="441" y="553"/>
                </a:lnTo>
                <a:lnTo>
                  <a:pt x="440" y="553"/>
                </a:lnTo>
                <a:lnTo>
                  <a:pt x="440" y="552"/>
                </a:lnTo>
                <a:lnTo>
                  <a:pt x="440" y="551"/>
                </a:lnTo>
                <a:lnTo>
                  <a:pt x="439" y="551"/>
                </a:lnTo>
                <a:lnTo>
                  <a:pt x="439" y="550"/>
                </a:lnTo>
                <a:lnTo>
                  <a:pt x="438" y="549"/>
                </a:lnTo>
                <a:lnTo>
                  <a:pt x="437" y="550"/>
                </a:lnTo>
                <a:lnTo>
                  <a:pt x="437" y="551"/>
                </a:lnTo>
                <a:lnTo>
                  <a:pt x="436" y="551"/>
                </a:lnTo>
                <a:lnTo>
                  <a:pt x="436" y="552"/>
                </a:lnTo>
                <a:lnTo>
                  <a:pt x="437" y="552"/>
                </a:lnTo>
                <a:lnTo>
                  <a:pt x="438" y="552"/>
                </a:lnTo>
                <a:lnTo>
                  <a:pt x="437" y="553"/>
                </a:lnTo>
                <a:lnTo>
                  <a:pt x="436" y="553"/>
                </a:lnTo>
                <a:lnTo>
                  <a:pt x="436" y="552"/>
                </a:lnTo>
                <a:lnTo>
                  <a:pt x="435" y="552"/>
                </a:lnTo>
                <a:lnTo>
                  <a:pt x="434" y="553"/>
                </a:lnTo>
                <a:lnTo>
                  <a:pt x="433" y="553"/>
                </a:lnTo>
                <a:lnTo>
                  <a:pt x="432" y="555"/>
                </a:lnTo>
                <a:lnTo>
                  <a:pt x="432" y="553"/>
                </a:lnTo>
                <a:lnTo>
                  <a:pt x="431" y="553"/>
                </a:lnTo>
                <a:lnTo>
                  <a:pt x="431" y="555"/>
                </a:lnTo>
                <a:lnTo>
                  <a:pt x="430" y="555"/>
                </a:lnTo>
                <a:lnTo>
                  <a:pt x="430" y="553"/>
                </a:lnTo>
                <a:lnTo>
                  <a:pt x="429" y="553"/>
                </a:lnTo>
                <a:lnTo>
                  <a:pt x="429" y="555"/>
                </a:lnTo>
                <a:lnTo>
                  <a:pt x="428" y="555"/>
                </a:lnTo>
                <a:lnTo>
                  <a:pt x="428" y="553"/>
                </a:lnTo>
                <a:lnTo>
                  <a:pt x="428" y="552"/>
                </a:lnTo>
                <a:lnTo>
                  <a:pt x="427" y="552"/>
                </a:lnTo>
                <a:lnTo>
                  <a:pt x="426" y="552"/>
                </a:lnTo>
                <a:lnTo>
                  <a:pt x="425" y="552"/>
                </a:lnTo>
                <a:lnTo>
                  <a:pt x="425" y="553"/>
                </a:lnTo>
                <a:lnTo>
                  <a:pt x="424" y="552"/>
                </a:lnTo>
                <a:lnTo>
                  <a:pt x="423" y="552"/>
                </a:lnTo>
                <a:lnTo>
                  <a:pt x="422" y="552"/>
                </a:lnTo>
                <a:lnTo>
                  <a:pt x="422" y="551"/>
                </a:lnTo>
                <a:lnTo>
                  <a:pt x="421" y="551"/>
                </a:lnTo>
                <a:lnTo>
                  <a:pt x="420" y="551"/>
                </a:lnTo>
                <a:lnTo>
                  <a:pt x="419" y="551"/>
                </a:lnTo>
                <a:lnTo>
                  <a:pt x="418" y="551"/>
                </a:lnTo>
                <a:lnTo>
                  <a:pt x="417" y="551"/>
                </a:lnTo>
                <a:lnTo>
                  <a:pt x="416" y="551"/>
                </a:lnTo>
                <a:lnTo>
                  <a:pt x="415" y="551"/>
                </a:lnTo>
                <a:lnTo>
                  <a:pt x="415" y="552"/>
                </a:lnTo>
                <a:lnTo>
                  <a:pt x="415" y="551"/>
                </a:lnTo>
                <a:lnTo>
                  <a:pt x="415" y="550"/>
                </a:lnTo>
                <a:lnTo>
                  <a:pt x="414" y="550"/>
                </a:lnTo>
                <a:lnTo>
                  <a:pt x="413" y="549"/>
                </a:lnTo>
                <a:lnTo>
                  <a:pt x="413" y="548"/>
                </a:lnTo>
                <a:lnTo>
                  <a:pt x="412" y="547"/>
                </a:lnTo>
                <a:lnTo>
                  <a:pt x="412" y="546"/>
                </a:lnTo>
                <a:lnTo>
                  <a:pt x="411" y="546"/>
                </a:lnTo>
                <a:lnTo>
                  <a:pt x="411" y="545"/>
                </a:lnTo>
                <a:lnTo>
                  <a:pt x="410" y="545"/>
                </a:lnTo>
                <a:lnTo>
                  <a:pt x="410" y="544"/>
                </a:lnTo>
                <a:lnTo>
                  <a:pt x="409" y="543"/>
                </a:lnTo>
                <a:lnTo>
                  <a:pt x="409" y="542"/>
                </a:lnTo>
                <a:lnTo>
                  <a:pt x="409" y="541"/>
                </a:lnTo>
                <a:lnTo>
                  <a:pt x="408" y="541"/>
                </a:lnTo>
                <a:lnTo>
                  <a:pt x="408" y="542"/>
                </a:lnTo>
                <a:lnTo>
                  <a:pt x="407" y="542"/>
                </a:lnTo>
                <a:lnTo>
                  <a:pt x="407" y="541"/>
                </a:lnTo>
                <a:lnTo>
                  <a:pt x="406" y="541"/>
                </a:lnTo>
                <a:lnTo>
                  <a:pt x="406" y="540"/>
                </a:lnTo>
                <a:lnTo>
                  <a:pt x="405" y="540"/>
                </a:lnTo>
                <a:lnTo>
                  <a:pt x="404" y="539"/>
                </a:lnTo>
                <a:lnTo>
                  <a:pt x="403" y="539"/>
                </a:lnTo>
                <a:lnTo>
                  <a:pt x="402" y="539"/>
                </a:lnTo>
                <a:lnTo>
                  <a:pt x="401" y="539"/>
                </a:lnTo>
                <a:lnTo>
                  <a:pt x="401" y="540"/>
                </a:lnTo>
                <a:lnTo>
                  <a:pt x="401" y="541"/>
                </a:lnTo>
                <a:lnTo>
                  <a:pt x="400" y="541"/>
                </a:lnTo>
                <a:lnTo>
                  <a:pt x="399" y="541"/>
                </a:lnTo>
                <a:lnTo>
                  <a:pt x="399" y="540"/>
                </a:lnTo>
                <a:lnTo>
                  <a:pt x="398" y="540"/>
                </a:lnTo>
                <a:lnTo>
                  <a:pt x="398" y="541"/>
                </a:lnTo>
                <a:lnTo>
                  <a:pt x="398" y="542"/>
                </a:lnTo>
                <a:lnTo>
                  <a:pt x="397" y="543"/>
                </a:lnTo>
                <a:lnTo>
                  <a:pt x="397" y="544"/>
                </a:lnTo>
                <a:lnTo>
                  <a:pt x="397" y="545"/>
                </a:lnTo>
                <a:lnTo>
                  <a:pt x="396" y="545"/>
                </a:lnTo>
                <a:lnTo>
                  <a:pt x="395" y="545"/>
                </a:lnTo>
                <a:lnTo>
                  <a:pt x="394" y="545"/>
                </a:lnTo>
                <a:lnTo>
                  <a:pt x="394" y="546"/>
                </a:lnTo>
                <a:lnTo>
                  <a:pt x="394" y="547"/>
                </a:lnTo>
                <a:lnTo>
                  <a:pt x="393" y="547"/>
                </a:lnTo>
                <a:lnTo>
                  <a:pt x="394" y="548"/>
                </a:lnTo>
                <a:lnTo>
                  <a:pt x="393" y="548"/>
                </a:lnTo>
                <a:lnTo>
                  <a:pt x="392" y="548"/>
                </a:lnTo>
                <a:lnTo>
                  <a:pt x="391" y="548"/>
                </a:lnTo>
                <a:lnTo>
                  <a:pt x="390" y="548"/>
                </a:lnTo>
                <a:lnTo>
                  <a:pt x="390" y="549"/>
                </a:lnTo>
                <a:lnTo>
                  <a:pt x="389" y="549"/>
                </a:lnTo>
                <a:lnTo>
                  <a:pt x="388" y="549"/>
                </a:lnTo>
                <a:lnTo>
                  <a:pt x="387" y="549"/>
                </a:lnTo>
                <a:lnTo>
                  <a:pt x="386" y="549"/>
                </a:lnTo>
                <a:lnTo>
                  <a:pt x="385" y="549"/>
                </a:lnTo>
                <a:lnTo>
                  <a:pt x="384" y="550"/>
                </a:lnTo>
                <a:lnTo>
                  <a:pt x="383" y="552"/>
                </a:lnTo>
                <a:lnTo>
                  <a:pt x="383" y="551"/>
                </a:lnTo>
                <a:lnTo>
                  <a:pt x="382" y="551"/>
                </a:lnTo>
                <a:lnTo>
                  <a:pt x="381" y="551"/>
                </a:lnTo>
                <a:lnTo>
                  <a:pt x="381" y="550"/>
                </a:lnTo>
                <a:lnTo>
                  <a:pt x="381" y="549"/>
                </a:lnTo>
                <a:lnTo>
                  <a:pt x="381" y="548"/>
                </a:lnTo>
                <a:lnTo>
                  <a:pt x="380" y="547"/>
                </a:lnTo>
                <a:lnTo>
                  <a:pt x="379" y="547"/>
                </a:lnTo>
                <a:lnTo>
                  <a:pt x="379" y="546"/>
                </a:lnTo>
                <a:lnTo>
                  <a:pt x="379" y="545"/>
                </a:lnTo>
                <a:lnTo>
                  <a:pt x="379" y="544"/>
                </a:lnTo>
                <a:lnTo>
                  <a:pt x="378" y="544"/>
                </a:lnTo>
                <a:lnTo>
                  <a:pt x="378" y="543"/>
                </a:lnTo>
                <a:lnTo>
                  <a:pt x="379" y="542"/>
                </a:lnTo>
                <a:lnTo>
                  <a:pt x="379" y="541"/>
                </a:lnTo>
                <a:lnTo>
                  <a:pt x="380" y="540"/>
                </a:lnTo>
                <a:lnTo>
                  <a:pt x="380" y="539"/>
                </a:lnTo>
                <a:lnTo>
                  <a:pt x="379" y="539"/>
                </a:lnTo>
                <a:lnTo>
                  <a:pt x="378" y="538"/>
                </a:lnTo>
                <a:lnTo>
                  <a:pt x="377" y="537"/>
                </a:lnTo>
                <a:lnTo>
                  <a:pt x="377" y="536"/>
                </a:lnTo>
                <a:lnTo>
                  <a:pt x="375" y="536"/>
                </a:lnTo>
                <a:lnTo>
                  <a:pt x="374" y="537"/>
                </a:lnTo>
                <a:lnTo>
                  <a:pt x="374" y="538"/>
                </a:lnTo>
                <a:lnTo>
                  <a:pt x="373" y="540"/>
                </a:lnTo>
                <a:lnTo>
                  <a:pt x="372" y="540"/>
                </a:lnTo>
                <a:lnTo>
                  <a:pt x="371" y="540"/>
                </a:lnTo>
                <a:lnTo>
                  <a:pt x="371" y="541"/>
                </a:lnTo>
                <a:lnTo>
                  <a:pt x="370" y="540"/>
                </a:lnTo>
                <a:lnTo>
                  <a:pt x="369" y="541"/>
                </a:lnTo>
                <a:lnTo>
                  <a:pt x="369" y="540"/>
                </a:lnTo>
                <a:lnTo>
                  <a:pt x="368" y="540"/>
                </a:lnTo>
                <a:lnTo>
                  <a:pt x="367" y="539"/>
                </a:lnTo>
                <a:lnTo>
                  <a:pt x="367" y="538"/>
                </a:lnTo>
                <a:lnTo>
                  <a:pt x="367" y="537"/>
                </a:lnTo>
                <a:lnTo>
                  <a:pt x="366" y="537"/>
                </a:lnTo>
                <a:lnTo>
                  <a:pt x="366" y="536"/>
                </a:lnTo>
                <a:lnTo>
                  <a:pt x="366" y="535"/>
                </a:lnTo>
                <a:lnTo>
                  <a:pt x="367" y="535"/>
                </a:lnTo>
                <a:lnTo>
                  <a:pt x="367" y="534"/>
                </a:lnTo>
                <a:lnTo>
                  <a:pt x="366" y="534"/>
                </a:lnTo>
                <a:lnTo>
                  <a:pt x="366" y="533"/>
                </a:lnTo>
                <a:lnTo>
                  <a:pt x="367" y="533"/>
                </a:lnTo>
                <a:lnTo>
                  <a:pt x="367" y="532"/>
                </a:lnTo>
                <a:lnTo>
                  <a:pt x="366" y="532"/>
                </a:lnTo>
                <a:lnTo>
                  <a:pt x="366" y="531"/>
                </a:lnTo>
                <a:lnTo>
                  <a:pt x="365" y="531"/>
                </a:lnTo>
                <a:lnTo>
                  <a:pt x="364" y="531"/>
                </a:lnTo>
                <a:lnTo>
                  <a:pt x="364" y="530"/>
                </a:lnTo>
                <a:lnTo>
                  <a:pt x="364" y="528"/>
                </a:lnTo>
                <a:lnTo>
                  <a:pt x="364" y="527"/>
                </a:lnTo>
                <a:lnTo>
                  <a:pt x="364" y="526"/>
                </a:lnTo>
                <a:lnTo>
                  <a:pt x="364" y="525"/>
                </a:lnTo>
                <a:lnTo>
                  <a:pt x="363" y="525"/>
                </a:lnTo>
                <a:lnTo>
                  <a:pt x="362" y="525"/>
                </a:lnTo>
                <a:lnTo>
                  <a:pt x="361" y="525"/>
                </a:lnTo>
                <a:lnTo>
                  <a:pt x="360" y="524"/>
                </a:lnTo>
                <a:lnTo>
                  <a:pt x="359" y="524"/>
                </a:lnTo>
                <a:lnTo>
                  <a:pt x="359" y="523"/>
                </a:lnTo>
                <a:lnTo>
                  <a:pt x="358" y="522"/>
                </a:lnTo>
                <a:lnTo>
                  <a:pt x="359" y="522"/>
                </a:lnTo>
                <a:lnTo>
                  <a:pt x="358" y="522"/>
                </a:lnTo>
                <a:lnTo>
                  <a:pt x="358" y="521"/>
                </a:lnTo>
                <a:lnTo>
                  <a:pt x="359" y="521"/>
                </a:lnTo>
                <a:lnTo>
                  <a:pt x="359" y="520"/>
                </a:lnTo>
                <a:lnTo>
                  <a:pt x="360" y="520"/>
                </a:lnTo>
                <a:lnTo>
                  <a:pt x="361" y="520"/>
                </a:lnTo>
                <a:lnTo>
                  <a:pt x="362" y="518"/>
                </a:lnTo>
                <a:lnTo>
                  <a:pt x="362" y="517"/>
                </a:lnTo>
                <a:lnTo>
                  <a:pt x="361" y="516"/>
                </a:lnTo>
                <a:lnTo>
                  <a:pt x="360" y="516"/>
                </a:lnTo>
                <a:lnTo>
                  <a:pt x="359" y="515"/>
                </a:lnTo>
                <a:lnTo>
                  <a:pt x="357" y="513"/>
                </a:lnTo>
                <a:lnTo>
                  <a:pt x="357" y="512"/>
                </a:lnTo>
                <a:lnTo>
                  <a:pt x="356" y="512"/>
                </a:lnTo>
                <a:lnTo>
                  <a:pt x="355" y="512"/>
                </a:lnTo>
                <a:lnTo>
                  <a:pt x="355" y="511"/>
                </a:lnTo>
                <a:lnTo>
                  <a:pt x="355" y="510"/>
                </a:lnTo>
                <a:lnTo>
                  <a:pt x="355" y="509"/>
                </a:lnTo>
                <a:lnTo>
                  <a:pt x="355" y="507"/>
                </a:lnTo>
                <a:lnTo>
                  <a:pt x="356" y="507"/>
                </a:lnTo>
                <a:lnTo>
                  <a:pt x="356" y="508"/>
                </a:lnTo>
                <a:lnTo>
                  <a:pt x="357" y="508"/>
                </a:lnTo>
                <a:lnTo>
                  <a:pt x="359" y="507"/>
                </a:lnTo>
                <a:lnTo>
                  <a:pt x="359" y="506"/>
                </a:lnTo>
                <a:lnTo>
                  <a:pt x="359" y="504"/>
                </a:lnTo>
                <a:lnTo>
                  <a:pt x="359" y="503"/>
                </a:lnTo>
                <a:lnTo>
                  <a:pt x="359" y="502"/>
                </a:lnTo>
                <a:lnTo>
                  <a:pt x="360" y="501"/>
                </a:lnTo>
                <a:lnTo>
                  <a:pt x="360" y="500"/>
                </a:lnTo>
                <a:lnTo>
                  <a:pt x="361" y="500"/>
                </a:lnTo>
                <a:lnTo>
                  <a:pt x="361" y="499"/>
                </a:lnTo>
                <a:lnTo>
                  <a:pt x="361" y="498"/>
                </a:lnTo>
                <a:lnTo>
                  <a:pt x="361" y="497"/>
                </a:lnTo>
                <a:lnTo>
                  <a:pt x="360" y="497"/>
                </a:lnTo>
                <a:lnTo>
                  <a:pt x="359" y="497"/>
                </a:lnTo>
                <a:lnTo>
                  <a:pt x="358" y="496"/>
                </a:lnTo>
                <a:lnTo>
                  <a:pt x="358" y="495"/>
                </a:lnTo>
                <a:lnTo>
                  <a:pt x="357" y="494"/>
                </a:lnTo>
                <a:lnTo>
                  <a:pt x="357" y="493"/>
                </a:lnTo>
                <a:lnTo>
                  <a:pt x="356" y="492"/>
                </a:lnTo>
                <a:lnTo>
                  <a:pt x="356" y="491"/>
                </a:lnTo>
                <a:lnTo>
                  <a:pt x="357" y="491"/>
                </a:lnTo>
                <a:lnTo>
                  <a:pt x="358" y="490"/>
                </a:lnTo>
                <a:lnTo>
                  <a:pt x="358" y="489"/>
                </a:lnTo>
                <a:lnTo>
                  <a:pt x="357" y="489"/>
                </a:lnTo>
                <a:lnTo>
                  <a:pt x="357" y="488"/>
                </a:lnTo>
                <a:lnTo>
                  <a:pt x="357" y="487"/>
                </a:lnTo>
                <a:lnTo>
                  <a:pt x="358" y="486"/>
                </a:lnTo>
                <a:lnTo>
                  <a:pt x="359" y="486"/>
                </a:lnTo>
                <a:lnTo>
                  <a:pt x="360" y="486"/>
                </a:lnTo>
                <a:lnTo>
                  <a:pt x="360" y="485"/>
                </a:lnTo>
                <a:lnTo>
                  <a:pt x="359" y="485"/>
                </a:lnTo>
                <a:lnTo>
                  <a:pt x="359" y="484"/>
                </a:lnTo>
                <a:lnTo>
                  <a:pt x="359" y="483"/>
                </a:lnTo>
                <a:lnTo>
                  <a:pt x="358" y="483"/>
                </a:lnTo>
                <a:lnTo>
                  <a:pt x="358" y="482"/>
                </a:lnTo>
                <a:lnTo>
                  <a:pt x="358" y="481"/>
                </a:lnTo>
                <a:lnTo>
                  <a:pt x="358" y="480"/>
                </a:lnTo>
                <a:lnTo>
                  <a:pt x="359" y="480"/>
                </a:lnTo>
                <a:lnTo>
                  <a:pt x="359" y="479"/>
                </a:lnTo>
                <a:lnTo>
                  <a:pt x="360" y="479"/>
                </a:lnTo>
                <a:lnTo>
                  <a:pt x="360" y="478"/>
                </a:lnTo>
                <a:lnTo>
                  <a:pt x="360" y="477"/>
                </a:lnTo>
                <a:lnTo>
                  <a:pt x="359" y="477"/>
                </a:lnTo>
                <a:lnTo>
                  <a:pt x="359" y="478"/>
                </a:lnTo>
                <a:lnTo>
                  <a:pt x="358" y="479"/>
                </a:lnTo>
                <a:lnTo>
                  <a:pt x="357" y="478"/>
                </a:lnTo>
                <a:lnTo>
                  <a:pt x="357" y="477"/>
                </a:lnTo>
                <a:lnTo>
                  <a:pt x="358" y="477"/>
                </a:lnTo>
                <a:lnTo>
                  <a:pt x="358" y="476"/>
                </a:lnTo>
                <a:lnTo>
                  <a:pt x="358" y="475"/>
                </a:lnTo>
                <a:lnTo>
                  <a:pt x="357" y="475"/>
                </a:lnTo>
                <a:lnTo>
                  <a:pt x="356" y="475"/>
                </a:lnTo>
                <a:lnTo>
                  <a:pt x="356" y="474"/>
                </a:lnTo>
                <a:lnTo>
                  <a:pt x="356" y="473"/>
                </a:lnTo>
                <a:lnTo>
                  <a:pt x="355" y="472"/>
                </a:lnTo>
                <a:lnTo>
                  <a:pt x="354" y="472"/>
                </a:lnTo>
                <a:lnTo>
                  <a:pt x="354" y="473"/>
                </a:lnTo>
                <a:lnTo>
                  <a:pt x="353" y="473"/>
                </a:lnTo>
                <a:lnTo>
                  <a:pt x="353" y="472"/>
                </a:lnTo>
                <a:lnTo>
                  <a:pt x="353" y="471"/>
                </a:lnTo>
                <a:lnTo>
                  <a:pt x="352" y="471"/>
                </a:lnTo>
                <a:lnTo>
                  <a:pt x="351" y="472"/>
                </a:lnTo>
                <a:lnTo>
                  <a:pt x="351" y="471"/>
                </a:lnTo>
                <a:lnTo>
                  <a:pt x="350" y="471"/>
                </a:lnTo>
                <a:lnTo>
                  <a:pt x="350" y="472"/>
                </a:lnTo>
                <a:lnTo>
                  <a:pt x="349" y="472"/>
                </a:lnTo>
                <a:lnTo>
                  <a:pt x="349" y="471"/>
                </a:lnTo>
                <a:lnTo>
                  <a:pt x="349" y="472"/>
                </a:lnTo>
                <a:lnTo>
                  <a:pt x="348" y="473"/>
                </a:lnTo>
                <a:lnTo>
                  <a:pt x="348" y="472"/>
                </a:lnTo>
                <a:lnTo>
                  <a:pt x="347" y="472"/>
                </a:lnTo>
                <a:lnTo>
                  <a:pt x="346" y="473"/>
                </a:lnTo>
                <a:lnTo>
                  <a:pt x="346" y="474"/>
                </a:lnTo>
                <a:lnTo>
                  <a:pt x="346" y="475"/>
                </a:lnTo>
                <a:lnTo>
                  <a:pt x="346" y="476"/>
                </a:lnTo>
                <a:lnTo>
                  <a:pt x="345" y="476"/>
                </a:lnTo>
                <a:lnTo>
                  <a:pt x="344" y="477"/>
                </a:lnTo>
                <a:lnTo>
                  <a:pt x="344" y="478"/>
                </a:lnTo>
                <a:lnTo>
                  <a:pt x="344" y="479"/>
                </a:lnTo>
                <a:lnTo>
                  <a:pt x="343" y="479"/>
                </a:lnTo>
                <a:lnTo>
                  <a:pt x="343" y="478"/>
                </a:lnTo>
                <a:lnTo>
                  <a:pt x="342" y="478"/>
                </a:lnTo>
                <a:lnTo>
                  <a:pt x="341" y="478"/>
                </a:lnTo>
                <a:lnTo>
                  <a:pt x="341" y="479"/>
                </a:lnTo>
                <a:lnTo>
                  <a:pt x="342" y="479"/>
                </a:lnTo>
                <a:lnTo>
                  <a:pt x="342" y="480"/>
                </a:lnTo>
                <a:lnTo>
                  <a:pt x="341" y="480"/>
                </a:lnTo>
                <a:lnTo>
                  <a:pt x="340" y="480"/>
                </a:lnTo>
                <a:lnTo>
                  <a:pt x="340" y="481"/>
                </a:lnTo>
                <a:lnTo>
                  <a:pt x="339" y="481"/>
                </a:lnTo>
                <a:lnTo>
                  <a:pt x="338" y="481"/>
                </a:lnTo>
                <a:lnTo>
                  <a:pt x="337" y="482"/>
                </a:lnTo>
                <a:lnTo>
                  <a:pt x="337" y="483"/>
                </a:lnTo>
                <a:lnTo>
                  <a:pt x="338" y="484"/>
                </a:lnTo>
                <a:lnTo>
                  <a:pt x="338" y="485"/>
                </a:lnTo>
                <a:lnTo>
                  <a:pt x="339" y="485"/>
                </a:lnTo>
                <a:lnTo>
                  <a:pt x="339" y="486"/>
                </a:lnTo>
                <a:lnTo>
                  <a:pt x="338" y="486"/>
                </a:lnTo>
                <a:lnTo>
                  <a:pt x="337" y="485"/>
                </a:lnTo>
                <a:lnTo>
                  <a:pt x="336" y="485"/>
                </a:lnTo>
                <a:lnTo>
                  <a:pt x="336" y="484"/>
                </a:lnTo>
                <a:lnTo>
                  <a:pt x="337" y="484"/>
                </a:lnTo>
                <a:lnTo>
                  <a:pt x="337" y="483"/>
                </a:lnTo>
                <a:lnTo>
                  <a:pt x="336" y="482"/>
                </a:lnTo>
                <a:lnTo>
                  <a:pt x="335" y="482"/>
                </a:lnTo>
                <a:lnTo>
                  <a:pt x="334" y="482"/>
                </a:lnTo>
                <a:lnTo>
                  <a:pt x="334" y="483"/>
                </a:lnTo>
                <a:lnTo>
                  <a:pt x="333" y="484"/>
                </a:lnTo>
                <a:lnTo>
                  <a:pt x="332" y="484"/>
                </a:lnTo>
                <a:lnTo>
                  <a:pt x="331" y="485"/>
                </a:lnTo>
                <a:lnTo>
                  <a:pt x="330" y="485"/>
                </a:lnTo>
                <a:lnTo>
                  <a:pt x="329" y="486"/>
                </a:lnTo>
                <a:lnTo>
                  <a:pt x="328" y="486"/>
                </a:lnTo>
                <a:lnTo>
                  <a:pt x="328" y="487"/>
                </a:lnTo>
                <a:lnTo>
                  <a:pt x="327" y="487"/>
                </a:lnTo>
                <a:lnTo>
                  <a:pt x="325" y="488"/>
                </a:lnTo>
                <a:lnTo>
                  <a:pt x="325" y="489"/>
                </a:lnTo>
                <a:lnTo>
                  <a:pt x="324" y="489"/>
                </a:lnTo>
                <a:lnTo>
                  <a:pt x="323" y="489"/>
                </a:lnTo>
                <a:lnTo>
                  <a:pt x="322" y="489"/>
                </a:lnTo>
                <a:lnTo>
                  <a:pt x="322" y="488"/>
                </a:lnTo>
                <a:lnTo>
                  <a:pt x="321" y="488"/>
                </a:lnTo>
                <a:lnTo>
                  <a:pt x="320" y="488"/>
                </a:lnTo>
                <a:lnTo>
                  <a:pt x="320" y="487"/>
                </a:lnTo>
                <a:lnTo>
                  <a:pt x="320" y="486"/>
                </a:lnTo>
                <a:lnTo>
                  <a:pt x="319" y="486"/>
                </a:lnTo>
                <a:lnTo>
                  <a:pt x="318" y="486"/>
                </a:lnTo>
                <a:lnTo>
                  <a:pt x="317" y="486"/>
                </a:lnTo>
                <a:lnTo>
                  <a:pt x="316" y="486"/>
                </a:lnTo>
                <a:lnTo>
                  <a:pt x="315" y="486"/>
                </a:lnTo>
                <a:lnTo>
                  <a:pt x="315" y="485"/>
                </a:lnTo>
                <a:lnTo>
                  <a:pt x="314" y="484"/>
                </a:lnTo>
                <a:lnTo>
                  <a:pt x="313" y="484"/>
                </a:lnTo>
                <a:lnTo>
                  <a:pt x="312" y="483"/>
                </a:lnTo>
                <a:lnTo>
                  <a:pt x="312" y="482"/>
                </a:lnTo>
                <a:lnTo>
                  <a:pt x="313" y="482"/>
                </a:lnTo>
                <a:lnTo>
                  <a:pt x="314" y="481"/>
                </a:lnTo>
                <a:lnTo>
                  <a:pt x="313" y="481"/>
                </a:lnTo>
                <a:lnTo>
                  <a:pt x="313" y="480"/>
                </a:lnTo>
                <a:lnTo>
                  <a:pt x="312" y="480"/>
                </a:lnTo>
                <a:lnTo>
                  <a:pt x="311" y="480"/>
                </a:lnTo>
                <a:lnTo>
                  <a:pt x="310" y="479"/>
                </a:lnTo>
                <a:lnTo>
                  <a:pt x="310" y="478"/>
                </a:lnTo>
                <a:lnTo>
                  <a:pt x="309" y="478"/>
                </a:lnTo>
                <a:lnTo>
                  <a:pt x="310" y="478"/>
                </a:lnTo>
                <a:lnTo>
                  <a:pt x="309" y="477"/>
                </a:lnTo>
                <a:lnTo>
                  <a:pt x="308" y="477"/>
                </a:lnTo>
                <a:lnTo>
                  <a:pt x="308" y="476"/>
                </a:lnTo>
                <a:lnTo>
                  <a:pt x="307" y="476"/>
                </a:lnTo>
                <a:lnTo>
                  <a:pt x="307" y="475"/>
                </a:lnTo>
                <a:lnTo>
                  <a:pt x="306" y="475"/>
                </a:lnTo>
                <a:lnTo>
                  <a:pt x="305" y="474"/>
                </a:lnTo>
                <a:lnTo>
                  <a:pt x="304" y="473"/>
                </a:lnTo>
                <a:lnTo>
                  <a:pt x="303" y="473"/>
                </a:lnTo>
                <a:lnTo>
                  <a:pt x="303" y="471"/>
                </a:lnTo>
                <a:lnTo>
                  <a:pt x="302" y="471"/>
                </a:lnTo>
                <a:lnTo>
                  <a:pt x="301" y="470"/>
                </a:lnTo>
                <a:lnTo>
                  <a:pt x="300" y="470"/>
                </a:lnTo>
                <a:lnTo>
                  <a:pt x="299" y="471"/>
                </a:lnTo>
                <a:lnTo>
                  <a:pt x="298" y="471"/>
                </a:lnTo>
                <a:lnTo>
                  <a:pt x="297" y="471"/>
                </a:lnTo>
                <a:lnTo>
                  <a:pt x="296" y="472"/>
                </a:lnTo>
                <a:lnTo>
                  <a:pt x="295" y="472"/>
                </a:lnTo>
                <a:lnTo>
                  <a:pt x="295" y="473"/>
                </a:lnTo>
                <a:lnTo>
                  <a:pt x="296" y="473"/>
                </a:lnTo>
                <a:lnTo>
                  <a:pt x="296" y="474"/>
                </a:lnTo>
                <a:lnTo>
                  <a:pt x="295" y="474"/>
                </a:lnTo>
                <a:lnTo>
                  <a:pt x="295" y="475"/>
                </a:lnTo>
                <a:lnTo>
                  <a:pt x="295" y="476"/>
                </a:lnTo>
                <a:lnTo>
                  <a:pt x="295" y="477"/>
                </a:lnTo>
                <a:lnTo>
                  <a:pt x="294" y="477"/>
                </a:lnTo>
                <a:lnTo>
                  <a:pt x="293" y="476"/>
                </a:lnTo>
                <a:lnTo>
                  <a:pt x="292" y="477"/>
                </a:lnTo>
                <a:lnTo>
                  <a:pt x="291" y="477"/>
                </a:lnTo>
                <a:lnTo>
                  <a:pt x="291" y="476"/>
                </a:lnTo>
                <a:lnTo>
                  <a:pt x="290" y="476"/>
                </a:lnTo>
                <a:lnTo>
                  <a:pt x="290" y="475"/>
                </a:lnTo>
                <a:lnTo>
                  <a:pt x="291" y="475"/>
                </a:lnTo>
                <a:lnTo>
                  <a:pt x="290" y="474"/>
                </a:lnTo>
                <a:lnTo>
                  <a:pt x="289" y="474"/>
                </a:lnTo>
                <a:lnTo>
                  <a:pt x="287" y="474"/>
                </a:lnTo>
                <a:lnTo>
                  <a:pt x="286" y="474"/>
                </a:lnTo>
                <a:lnTo>
                  <a:pt x="286" y="475"/>
                </a:lnTo>
                <a:lnTo>
                  <a:pt x="285" y="474"/>
                </a:lnTo>
                <a:lnTo>
                  <a:pt x="284" y="473"/>
                </a:lnTo>
                <a:lnTo>
                  <a:pt x="284" y="472"/>
                </a:lnTo>
                <a:lnTo>
                  <a:pt x="283" y="472"/>
                </a:lnTo>
                <a:lnTo>
                  <a:pt x="283" y="471"/>
                </a:lnTo>
                <a:lnTo>
                  <a:pt x="282" y="471"/>
                </a:lnTo>
                <a:lnTo>
                  <a:pt x="281" y="471"/>
                </a:lnTo>
                <a:lnTo>
                  <a:pt x="280" y="471"/>
                </a:lnTo>
                <a:lnTo>
                  <a:pt x="280" y="472"/>
                </a:lnTo>
                <a:lnTo>
                  <a:pt x="279" y="472"/>
                </a:lnTo>
                <a:lnTo>
                  <a:pt x="278" y="472"/>
                </a:lnTo>
                <a:lnTo>
                  <a:pt x="277" y="473"/>
                </a:lnTo>
                <a:lnTo>
                  <a:pt x="277" y="474"/>
                </a:lnTo>
                <a:lnTo>
                  <a:pt x="277" y="475"/>
                </a:lnTo>
                <a:lnTo>
                  <a:pt x="277" y="477"/>
                </a:lnTo>
                <a:lnTo>
                  <a:pt x="277" y="478"/>
                </a:lnTo>
                <a:lnTo>
                  <a:pt x="276" y="478"/>
                </a:lnTo>
                <a:lnTo>
                  <a:pt x="275" y="477"/>
                </a:lnTo>
                <a:lnTo>
                  <a:pt x="274" y="477"/>
                </a:lnTo>
                <a:lnTo>
                  <a:pt x="274" y="476"/>
                </a:lnTo>
                <a:lnTo>
                  <a:pt x="274" y="475"/>
                </a:lnTo>
                <a:lnTo>
                  <a:pt x="273" y="475"/>
                </a:lnTo>
                <a:lnTo>
                  <a:pt x="273" y="476"/>
                </a:lnTo>
                <a:lnTo>
                  <a:pt x="272" y="476"/>
                </a:lnTo>
                <a:lnTo>
                  <a:pt x="271" y="476"/>
                </a:lnTo>
                <a:lnTo>
                  <a:pt x="270" y="476"/>
                </a:lnTo>
                <a:lnTo>
                  <a:pt x="270" y="475"/>
                </a:lnTo>
                <a:lnTo>
                  <a:pt x="269" y="475"/>
                </a:lnTo>
                <a:lnTo>
                  <a:pt x="268" y="474"/>
                </a:lnTo>
                <a:lnTo>
                  <a:pt x="266" y="475"/>
                </a:lnTo>
                <a:lnTo>
                  <a:pt x="266" y="476"/>
                </a:lnTo>
                <a:lnTo>
                  <a:pt x="266" y="477"/>
                </a:lnTo>
                <a:lnTo>
                  <a:pt x="265" y="477"/>
                </a:lnTo>
                <a:lnTo>
                  <a:pt x="265" y="476"/>
                </a:lnTo>
                <a:lnTo>
                  <a:pt x="265" y="475"/>
                </a:lnTo>
                <a:lnTo>
                  <a:pt x="265" y="474"/>
                </a:lnTo>
                <a:lnTo>
                  <a:pt x="264" y="474"/>
                </a:lnTo>
                <a:lnTo>
                  <a:pt x="264" y="475"/>
                </a:lnTo>
                <a:lnTo>
                  <a:pt x="263" y="475"/>
                </a:lnTo>
                <a:lnTo>
                  <a:pt x="263" y="476"/>
                </a:lnTo>
                <a:lnTo>
                  <a:pt x="262" y="476"/>
                </a:lnTo>
                <a:lnTo>
                  <a:pt x="261" y="476"/>
                </a:lnTo>
                <a:lnTo>
                  <a:pt x="261" y="477"/>
                </a:lnTo>
                <a:lnTo>
                  <a:pt x="260" y="477"/>
                </a:lnTo>
                <a:lnTo>
                  <a:pt x="259" y="477"/>
                </a:lnTo>
                <a:lnTo>
                  <a:pt x="259" y="478"/>
                </a:lnTo>
                <a:lnTo>
                  <a:pt x="258" y="478"/>
                </a:lnTo>
                <a:lnTo>
                  <a:pt x="258" y="477"/>
                </a:lnTo>
                <a:lnTo>
                  <a:pt x="257" y="477"/>
                </a:lnTo>
                <a:lnTo>
                  <a:pt x="257" y="478"/>
                </a:lnTo>
                <a:lnTo>
                  <a:pt x="256" y="479"/>
                </a:lnTo>
                <a:lnTo>
                  <a:pt x="255" y="479"/>
                </a:lnTo>
                <a:lnTo>
                  <a:pt x="254" y="479"/>
                </a:lnTo>
                <a:lnTo>
                  <a:pt x="254" y="480"/>
                </a:lnTo>
                <a:lnTo>
                  <a:pt x="253" y="481"/>
                </a:lnTo>
                <a:lnTo>
                  <a:pt x="252" y="481"/>
                </a:lnTo>
                <a:lnTo>
                  <a:pt x="251" y="481"/>
                </a:lnTo>
                <a:lnTo>
                  <a:pt x="250" y="480"/>
                </a:lnTo>
                <a:lnTo>
                  <a:pt x="250" y="479"/>
                </a:lnTo>
                <a:lnTo>
                  <a:pt x="250" y="478"/>
                </a:lnTo>
                <a:lnTo>
                  <a:pt x="249" y="478"/>
                </a:lnTo>
                <a:lnTo>
                  <a:pt x="248" y="478"/>
                </a:lnTo>
                <a:lnTo>
                  <a:pt x="248" y="479"/>
                </a:lnTo>
                <a:lnTo>
                  <a:pt x="248" y="480"/>
                </a:lnTo>
                <a:lnTo>
                  <a:pt x="247" y="480"/>
                </a:lnTo>
                <a:lnTo>
                  <a:pt x="247" y="479"/>
                </a:lnTo>
                <a:lnTo>
                  <a:pt x="246" y="479"/>
                </a:lnTo>
                <a:lnTo>
                  <a:pt x="245" y="479"/>
                </a:lnTo>
                <a:lnTo>
                  <a:pt x="244" y="479"/>
                </a:lnTo>
                <a:lnTo>
                  <a:pt x="244" y="478"/>
                </a:lnTo>
                <a:lnTo>
                  <a:pt x="243" y="478"/>
                </a:lnTo>
                <a:lnTo>
                  <a:pt x="243" y="477"/>
                </a:lnTo>
                <a:lnTo>
                  <a:pt x="242" y="478"/>
                </a:lnTo>
                <a:lnTo>
                  <a:pt x="242" y="477"/>
                </a:lnTo>
                <a:lnTo>
                  <a:pt x="241" y="477"/>
                </a:lnTo>
                <a:lnTo>
                  <a:pt x="240" y="477"/>
                </a:lnTo>
                <a:lnTo>
                  <a:pt x="240" y="478"/>
                </a:lnTo>
                <a:lnTo>
                  <a:pt x="239" y="477"/>
                </a:lnTo>
                <a:lnTo>
                  <a:pt x="238" y="477"/>
                </a:lnTo>
                <a:lnTo>
                  <a:pt x="237" y="476"/>
                </a:lnTo>
                <a:lnTo>
                  <a:pt x="236" y="476"/>
                </a:lnTo>
                <a:lnTo>
                  <a:pt x="235" y="475"/>
                </a:lnTo>
                <a:lnTo>
                  <a:pt x="235" y="476"/>
                </a:lnTo>
                <a:lnTo>
                  <a:pt x="234" y="476"/>
                </a:lnTo>
                <a:lnTo>
                  <a:pt x="233" y="476"/>
                </a:lnTo>
                <a:lnTo>
                  <a:pt x="233" y="475"/>
                </a:lnTo>
                <a:lnTo>
                  <a:pt x="232" y="474"/>
                </a:lnTo>
                <a:lnTo>
                  <a:pt x="231" y="474"/>
                </a:lnTo>
                <a:lnTo>
                  <a:pt x="230" y="474"/>
                </a:lnTo>
                <a:lnTo>
                  <a:pt x="230" y="473"/>
                </a:lnTo>
                <a:lnTo>
                  <a:pt x="230" y="474"/>
                </a:lnTo>
                <a:lnTo>
                  <a:pt x="230" y="475"/>
                </a:lnTo>
                <a:lnTo>
                  <a:pt x="229" y="475"/>
                </a:lnTo>
                <a:lnTo>
                  <a:pt x="229" y="476"/>
                </a:lnTo>
                <a:lnTo>
                  <a:pt x="228" y="477"/>
                </a:lnTo>
                <a:lnTo>
                  <a:pt x="228" y="476"/>
                </a:lnTo>
                <a:lnTo>
                  <a:pt x="227" y="476"/>
                </a:lnTo>
                <a:lnTo>
                  <a:pt x="226" y="476"/>
                </a:lnTo>
                <a:lnTo>
                  <a:pt x="225" y="476"/>
                </a:lnTo>
                <a:lnTo>
                  <a:pt x="225" y="477"/>
                </a:lnTo>
                <a:lnTo>
                  <a:pt x="224" y="477"/>
                </a:lnTo>
                <a:lnTo>
                  <a:pt x="224" y="476"/>
                </a:lnTo>
                <a:lnTo>
                  <a:pt x="223" y="476"/>
                </a:lnTo>
                <a:lnTo>
                  <a:pt x="222" y="476"/>
                </a:lnTo>
                <a:lnTo>
                  <a:pt x="222" y="477"/>
                </a:lnTo>
                <a:lnTo>
                  <a:pt x="221" y="478"/>
                </a:lnTo>
                <a:lnTo>
                  <a:pt x="219" y="479"/>
                </a:lnTo>
                <a:lnTo>
                  <a:pt x="219" y="480"/>
                </a:lnTo>
                <a:lnTo>
                  <a:pt x="220" y="480"/>
                </a:lnTo>
                <a:lnTo>
                  <a:pt x="220" y="481"/>
                </a:lnTo>
                <a:lnTo>
                  <a:pt x="219" y="481"/>
                </a:lnTo>
                <a:lnTo>
                  <a:pt x="219" y="480"/>
                </a:lnTo>
                <a:lnTo>
                  <a:pt x="218" y="480"/>
                </a:lnTo>
                <a:lnTo>
                  <a:pt x="217" y="480"/>
                </a:lnTo>
                <a:lnTo>
                  <a:pt x="217" y="479"/>
                </a:lnTo>
                <a:lnTo>
                  <a:pt x="216" y="479"/>
                </a:lnTo>
                <a:lnTo>
                  <a:pt x="216" y="478"/>
                </a:lnTo>
                <a:lnTo>
                  <a:pt x="215" y="478"/>
                </a:lnTo>
                <a:lnTo>
                  <a:pt x="214" y="478"/>
                </a:lnTo>
                <a:lnTo>
                  <a:pt x="214" y="477"/>
                </a:lnTo>
                <a:lnTo>
                  <a:pt x="214" y="478"/>
                </a:lnTo>
                <a:lnTo>
                  <a:pt x="213" y="478"/>
                </a:lnTo>
                <a:lnTo>
                  <a:pt x="212" y="478"/>
                </a:lnTo>
                <a:lnTo>
                  <a:pt x="211" y="478"/>
                </a:lnTo>
                <a:lnTo>
                  <a:pt x="210" y="478"/>
                </a:lnTo>
                <a:lnTo>
                  <a:pt x="210" y="479"/>
                </a:lnTo>
                <a:lnTo>
                  <a:pt x="210" y="480"/>
                </a:lnTo>
                <a:lnTo>
                  <a:pt x="209" y="480"/>
                </a:lnTo>
                <a:lnTo>
                  <a:pt x="208" y="480"/>
                </a:lnTo>
                <a:lnTo>
                  <a:pt x="208" y="481"/>
                </a:lnTo>
                <a:lnTo>
                  <a:pt x="207" y="481"/>
                </a:lnTo>
                <a:lnTo>
                  <a:pt x="207" y="482"/>
                </a:lnTo>
                <a:lnTo>
                  <a:pt x="207" y="483"/>
                </a:lnTo>
                <a:lnTo>
                  <a:pt x="206" y="482"/>
                </a:lnTo>
                <a:lnTo>
                  <a:pt x="205" y="482"/>
                </a:lnTo>
                <a:lnTo>
                  <a:pt x="204" y="482"/>
                </a:lnTo>
                <a:lnTo>
                  <a:pt x="204" y="481"/>
                </a:lnTo>
                <a:lnTo>
                  <a:pt x="203" y="480"/>
                </a:lnTo>
                <a:lnTo>
                  <a:pt x="202" y="480"/>
                </a:lnTo>
                <a:lnTo>
                  <a:pt x="200" y="479"/>
                </a:lnTo>
                <a:lnTo>
                  <a:pt x="199" y="479"/>
                </a:lnTo>
                <a:lnTo>
                  <a:pt x="199" y="478"/>
                </a:lnTo>
                <a:lnTo>
                  <a:pt x="198" y="477"/>
                </a:lnTo>
                <a:lnTo>
                  <a:pt x="197" y="477"/>
                </a:lnTo>
                <a:lnTo>
                  <a:pt x="196" y="476"/>
                </a:lnTo>
                <a:lnTo>
                  <a:pt x="196" y="475"/>
                </a:lnTo>
                <a:lnTo>
                  <a:pt x="196" y="476"/>
                </a:lnTo>
                <a:lnTo>
                  <a:pt x="195" y="475"/>
                </a:lnTo>
                <a:lnTo>
                  <a:pt x="194" y="475"/>
                </a:lnTo>
                <a:lnTo>
                  <a:pt x="194" y="476"/>
                </a:lnTo>
                <a:lnTo>
                  <a:pt x="194" y="475"/>
                </a:lnTo>
                <a:lnTo>
                  <a:pt x="193" y="475"/>
                </a:lnTo>
                <a:lnTo>
                  <a:pt x="192" y="475"/>
                </a:lnTo>
                <a:lnTo>
                  <a:pt x="191" y="475"/>
                </a:lnTo>
                <a:lnTo>
                  <a:pt x="191" y="476"/>
                </a:lnTo>
                <a:lnTo>
                  <a:pt x="191" y="475"/>
                </a:lnTo>
                <a:lnTo>
                  <a:pt x="191" y="474"/>
                </a:lnTo>
                <a:lnTo>
                  <a:pt x="191" y="473"/>
                </a:lnTo>
                <a:lnTo>
                  <a:pt x="190" y="473"/>
                </a:lnTo>
                <a:lnTo>
                  <a:pt x="188" y="473"/>
                </a:lnTo>
                <a:lnTo>
                  <a:pt x="187" y="473"/>
                </a:lnTo>
                <a:lnTo>
                  <a:pt x="188" y="473"/>
                </a:lnTo>
                <a:lnTo>
                  <a:pt x="188" y="474"/>
                </a:lnTo>
                <a:lnTo>
                  <a:pt x="189" y="474"/>
                </a:lnTo>
                <a:lnTo>
                  <a:pt x="189" y="475"/>
                </a:lnTo>
                <a:lnTo>
                  <a:pt x="188" y="475"/>
                </a:lnTo>
                <a:lnTo>
                  <a:pt x="188" y="476"/>
                </a:lnTo>
                <a:lnTo>
                  <a:pt x="189" y="476"/>
                </a:lnTo>
                <a:lnTo>
                  <a:pt x="189" y="475"/>
                </a:lnTo>
                <a:lnTo>
                  <a:pt x="190" y="476"/>
                </a:lnTo>
                <a:lnTo>
                  <a:pt x="189" y="477"/>
                </a:lnTo>
                <a:lnTo>
                  <a:pt x="188" y="476"/>
                </a:lnTo>
                <a:lnTo>
                  <a:pt x="187" y="476"/>
                </a:lnTo>
                <a:lnTo>
                  <a:pt x="187" y="475"/>
                </a:lnTo>
                <a:lnTo>
                  <a:pt x="187" y="474"/>
                </a:lnTo>
                <a:lnTo>
                  <a:pt x="186" y="474"/>
                </a:lnTo>
                <a:lnTo>
                  <a:pt x="186" y="473"/>
                </a:lnTo>
                <a:lnTo>
                  <a:pt x="186" y="474"/>
                </a:lnTo>
                <a:lnTo>
                  <a:pt x="185" y="474"/>
                </a:lnTo>
                <a:lnTo>
                  <a:pt x="184" y="474"/>
                </a:lnTo>
                <a:lnTo>
                  <a:pt x="184" y="473"/>
                </a:lnTo>
                <a:lnTo>
                  <a:pt x="183" y="472"/>
                </a:lnTo>
                <a:lnTo>
                  <a:pt x="182" y="472"/>
                </a:lnTo>
                <a:lnTo>
                  <a:pt x="181" y="472"/>
                </a:lnTo>
                <a:lnTo>
                  <a:pt x="181" y="471"/>
                </a:lnTo>
                <a:lnTo>
                  <a:pt x="181" y="470"/>
                </a:lnTo>
                <a:lnTo>
                  <a:pt x="180" y="469"/>
                </a:lnTo>
                <a:lnTo>
                  <a:pt x="179" y="469"/>
                </a:lnTo>
                <a:lnTo>
                  <a:pt x="179" y="468"/>
                </a:lnTo>
                <a:lnTo>
                  <a:pt x="180" y="468"/>
                </a:lnTo>
                <a:lnTo>
                  <a:pt x="180" y="467"/>
                </a:lnTo>
                <a:lnTo>
                  <a:pt x="179" y="466"/>
                </a:lnTo>
                <a:lnTo>
                  <a:pt x="179" y="465"/>
                </a:lnTo>
                <a:lnTo>
                  <a:pt x="177" y="465"/>
                </a:lnTo>
                <a:lnTo>
                  <a:pt x="177" y="466"/>
                </a:lnTo>
                <a:lnTo>
                  <a:pt x="176" y="466"/>
                </a:lnTo>
                <a:lnTo>
                  <a:pt x="176" y="467"/>
                </a:lnTo>
                <a:lnTo>
                  <a:pt x="175" y="468"/>
                </a:lnTo>
                <a:lnTo>
                  <a:pt x="174" y="468"/>
                </a:lnTo>
                <a:lnTo>
                  <a:pt x="173" y="468"/>
                </a:lnTo>
                <a:lnTo>
                  <a:pt x="173" y="467"/>
                </a:lnTo>
                <a:lnTo>
                  <a:pt x="172" y="467"/>
                </a:lnTo>
                <a:lnTo>
                  <a:pt x="171" y="467"/>
                </a:lnTo>
                <a:lnTo>
                  <a:pt x="171" y="466"/>
                </a:lnTo>
                <a:lnTo>
                  <a:pt x="172" y="466"/>
                </a:lnTo>
                <a:lnTo>
                  <a:pt x="171" y="466"/>
                </a:lnTo>
                <a:lnTo>
                  <a:pt x="170" y="465"/>
                </a:lnTo>
                <a:lnTo>
                  <a:pt x="170" y="464"/>
                </a:lnTo>
                <a:lnTo>
                  <a:pt x="169" y="463"/>
                </a:lnTo>
                <a:lnTo>
                  <a:pt x="169" y="462"/>
                </a:lnTo>
                <a:lnTo>
                  <a:pt x="168" y="461"/>
                </a:lnTo>
                <a:lnTo>
                  <a:pt x="168" y="460"/>
                </a:lnTo>
                <a:lnTo>
                  <a:pt x="167" y="460"/>
                </a:lnTo>
                <a:lnTo>
                  <a:pt x="166" y="460"/>
                </a:lnTo>
                <a:lnTo>
                  <a:pt x="165" y="461"/>
                </a:lnTo>
                <a:lnTo>
                  <a:pt x="164" y="461"/>
                </a:lnTo>
                <a:lnTo>
                  <a:pt x="163" y="462"/>
                </a:lnTo>
                <a:lnTo>
                  <a:pt x="162" y="462"/>
                </a:lnTo>
                <a:lnTo>
                  <a:pt x="161" y="462"/>
                </a:lnTo>
                <a:lnTo>
                  <a:pt x="160" y="461"/>
                </a:lnTo>
                <a:lnTo>
                  <a:pt x="159" y="461"/>
                </a:lnTo>
                <a:lnTo>
                  <a:pt x="158" y="460"/>
                </a:lnTo>
                <a:lnTo>
                  <a:pt x="158" y="459"/>
                </a:lnTo>
                <a:lnTo>
                  <a:pt x="158" y="458"/>
                </a:lnTo>
                <a:lnTo>
                  <a:pt x="157" y="458"/>
                </a:lnTo>
                <a:lnTo>
                  <a:pt x="156" y="459"/>
                </a:lnTo>
                <a:lnTo>
                  <a:pt x="155" y="459"/>
                </a:lnTo>
                <a:lnTo>
                  <a:pt x="155" y="458"/>
                </a:lnTo>
                <a:lnTo>
                  <a:pt x="154" y="458"/>
                </a:lnTo>
                <a:lnTo>
                  <a:pt x="152" y="458"/>
                </a:lnTo>
                <a:lnTo>
                  <a:pt x="152" y="457"/>
                </a:lnTo>
                <a:lnTo>
                  <a:pt x="151" y="457"/>
                </a:lnTo>
                <a:lnTo>
                  <a:pt x="150" y="457"/>
                </a:lnTo>
                <a:lnTo>
                  <a:pt x="150" y="456"/>
                </a:lnTo>
                <a:lnTo>
                  <a:pt x="150" y="455"/>
                </a:lnTo>
                <a:lnTo>
                  <a:pt x="149" y="455"/>
                </a:lnTo>
                <a:lnTo>
                  <a:pt x="148" y="455"/>
                </a:lnTo>
                <a:lnTo>
                  <a:pt x="147" y="454"/>
                </a:lnTo>
                <a:lnTo>
                  <a:pt x="146" y="453"/>
                </a:lnTo>
                <a:lnTo>
                  <a:pt x="145" y="452"/>
                </a:lnTo>
                <a:lnTo>
                  <a:pt x="145" y="451"/>
                </a:lnTo>
                <a:lnTo>
                  <a:pt x="144" y="451"/>
                </a:lnTo>
                <a:lnTo>
                  <a:pt x="144" y="450"/>
                </a:lnTo>
                <a:lnTo>
                  <a:pt x="143" y="450"/>
                </a:lnTo>
                <a:lnTo>
                  <a:pt x="143" y="449"/>
                </a:lnTo>
                <a:lnTo>
                  <a:pt x="141" y="449"/>
                </a:lnTo>
                <a:lnTo>
                  <a:pt x="140" y="449"/>
                </a:lnTo>
                <a:lnTo>
                  <a:pt x="139" y="449"/>
                </a:lnTo>
                <a:lnTo>
                  <a:pt x="138" y="449"/>
                </a:lnTo>
                <a:lnTo>
                  <a:pt x="137" y="448"/>
                </a:lnTo>
                <a:lnTo>
                  <a:pt x="136" y="448"/>
                </a:lnTo>
                <a:lnTo>
                  <a:pt x="136" y="449"/>
                </a:lnTo>
                <a:lnTo>
                  <a:pt x="136" y="450"/>
                </a:lnTo>
                <a:lnTo>
                  <a:pt x="135" y="450"/>
                </a:lnTo>
                <a:lnTo>
                  <a:pt x="135" y="449"/>
                </a:lnTo>
                <a:lnTo>
                  <a:pt x="134" y="448"/>
                </a:lnTo>
                <a:lnTo>
                  <a:pt x="135" y="448"/>
                </a:lnTo>
                <a:lnTo>
                  <a:pt x="135" y="447"/>
                </a:lnTo>
                <a:lnTo>
                  <a:pt x="133" y="447"/>
                </a:lnTo>
                <a:lnTo>
                  <a:pt x="132" y="447"/>
                </a:lnTo>
                <a:lnTo>
                  <a:pt x="132" y="448"/>
                </a:lnTo>
                <a:lnTo>
                  <a:pt x="131" y="449"/>
                </a:lnTo>
                <a:lnTo>
                  <a:pt x="130" y="450"/>
                </a:lnTo>
                <a:lnTo>
                  <a:pt x="129" y="450"/>
                </a:lnTo>
                <a:lnTo>
                  <a:pt x="129" y="451"/>
                </a:lnTo>
                <a:lnTo>
                  <a:pt x="128" y="451"/>
                </a:lnTo>
                <a:lnTo>
                  <a:pt x="127" y="451"/>
                </a:lnTo>
                <a:lnTo>
                  <a:pt x="126" y="451"/>
                </a:lnTo>
                <a:lnTo>
                  <a:pt x="126" y="450"/>
                </a:lnTo>
                <a:lnTo>
                  <a:pt x="126" y="449"/>
                </a:lnTo>
                <a:lnTo>
                  <a:pt x="125" y="449"/>
                </a:lnTo>
                <a:lnTo>
                  <a:pt x="124" y="448"/>
                </a:lnTo>
                <a:lnTo>
                  <a:pt x="123" y="448"/>
                </a:lnTo>
                <a:lnTo>
                  <a:pt x="124" y="447"/>
                </a:lnTo>
                <a:lnTo>
                  <a:pt x="124" y="446"/>
                </a:lnTo>
                <a:lnTo>
                  <a:pt x="123" y="446"/>
                </a:lnTo>
                <a:lnTo>
                  <a:pt x="122" y="445"/>
                </a:lnTo>
                <a:lnTo>
                  <a:pt x="123" y="445"/>
                </a:lnTo>
                <a:lnTo>
                  <a:pt x="123" y="444"/>
                </a:lnTo>
                <a:lnTo>
                  <a:pt x="122" y="443"/>
                </a:lnTo>
                <a:lnTo>
                  <a:pt x="122" y="442"/>
                </a:lnTo>
                <a:lnTo>
                  <a:pt x="121" y="441"/>
                </a:lnTo>
                <a:lnTo>
                  <a:pt x="120" y="441"/>
                </a:lnTo>
                <a:lnTo>
                  <a:pt x="120" y="440"/>
                </a:lnTo>
                <a:lnTo>
                  <a:pt x="119" y="439"/>
                </a:lnTo>
                <a:lnTo>
                  <a:pt x="118" y="439"/>
                </a:lnTo>
                <a:lnTo>
                  <a:pt x="117" y="438"/>
                </a:lnTo>
                <a:lnTo>
                  <a:pt x="117" y="437"/>
                </a:lnTo>
                <a:lnTo>
                  <a:pt x="117" y="436"/>
                </a:lnTo>
                <a:lnTo>
                  <a:pt x="116" y="435"/>
                </a:lnTo>
                <a:lnTo>
                  <a:pt x="115" y="435"/>
                </a:lnTo>
                <a:lnTo>
                  <a:pt x="114" y="435"/>
                </a:lnTo>
                <a:lnTo>
                  <a:pt x="113" y="435"/>
                </a:lnTo>
                <a:lnTo>
                  <a:pt x="112" y="434"/>
                </a:lnTo>
                <a:lnTo>
                  <a:pt x="113" y="434"/>
                </a:lnTo>
                <a:lnTo>
                  <a:pt x="114" y="435"/>
                </a:lnTo>
                <a:lnTo>
                  <a:pt x="116" y="435"/>
                </a:lnTo>
                <a:lnTo>
                  <a:pt x="116" y="434"/>
                </a:lnTo>
                <a:lnTo>
                  <a:pt x="117" y="433"/>
                </a:lnTo>
                <a:lnTo>
                  <a:pt x="117" y="431"/>
                </a:lnTo>
                <a:lnTo>
                  <a:pt x="116" y="430"/>
                </a:lnTo>
                <a:lnTo>
                  <a:pt x="116" y="429"/>
                </a:lnTo>
                <a:lnTo>
                  <a:pt x="116" y="430"/>
                </a:lnTo>
                <a:lnTo>
                  <a:pt x="116" y="431"/>
                </a:lnTo>
                <a:lnTo>
                  <a:pt x="115" y="431"/>
                </a:lnTo>
                <a:lnTo>
                  <a:pt x="114" y="431"/>
                </a:lnTo>
                <a:lnTo>
                  <a:pt x="114" y="432"/>
                </a:lnTo>
                <a:lnTo>
                  <a:pt x="113" y="432"/>
                </a:lnTo>
                <a:lnTo>
                  <a:pt x="112" y="432"/>
                </a:lnTo>
                <a:lnTo>
                  <a:pt x="111" y="432"/>
                </a:lnTo>
                <a:lnTo>
                  <a:pt x="111" y="431"/>
                </a:lnTo>
                <a:lnTo>
                  <a:pt x="110" y="430"/>
                </a:lnTo>
                <a:lnTo>
                  <a:pt x="110" y="429"/>
                </a:lnTo>
                <a:lnTo>
                  <a:pt x="110" y="428"/>
                </a:lnTo>
                <a:lnTo>
                  <a:pt x="109" y="427"/>
                </a:lnTo>
                <a:lnTo>
                  <a:pt x="108" y="427"/>
                </a:lnTo>
                <a:lnTo>
                  <a:pt x="108" y="426"/>
                </a:lnTo>
                <a:lnTo>
                  <a:pt x="109" y="426"/>
                </a:lnTo>
                <a:lnTo>
                  <a:pt x="108" y="424"/>
                </a:lnTo>
                <a:lnTo>
                  <a:pt x="107" y="424"/>
                </a:lnTo>
                <a:lnTo>
                  <a:pt x="106" y="424"/>
                </a:lnTo>
                <a:lnTo>
                  <a:pt x="106" y="423"/>
                </a:lnTo>
                <a:lnTo>
                  <a:pt x="106" y="422"/>
                </a:lnTo>
                <a:lnTo>
                  <a:pt x="105" y="422"/>
                </a:lnTo>
                <a:lnTo>
                  <a:pt x="104" y="422"/>
                </a:lnTo>
                <a:lnTo>
                  <a:pt x="103" y="422"/>
                </a:lnTo>
                <a:lnTo>
                  <a:pt x="102" y="422"/>
                </a:lnTo>
                <a:lnTo>
                  <a:pt x="101" y="421"/>
                </a:lnTo>
                <a:lnTo>
                  <a:pt x="101" y="420"/>
                </a:lnTo>
                <a:lnTo>
                  <a:pt x="100" y="420"/>
                </a:lnTo>
                <a:lnTo>
                  <a:pt x="99" y="420"/>
                </a:lnTo>
                <a:lnTo>
                  <a:pt x="98" y="420"/>
                </a:lnTo>
                <a:lnTo>
                  <a:pt x="97" y="418"/>
                </a:lnTo>
                <a:lnTo>
                  <a:pt x="98" y="418"/>
                </a:lnTo>
                <a:lnTo>
                  <a:pt x="98" y="417"/>
                </a:lnTo>
                <a:lnTo>
                  <a:pt x="98" y="416"/>
                </a:lnTo>
                <a:lnTo>
                  <a:pt x="98" y="415"/>
                </a:lnTo>
                <a:lnTo>
                  <a:pt x="97" y="414"/>
                </a:lnTo>
                <a:lnTo>
                  <a:pt x="96" y="414"/>
                </a:lnTo>
                <a:lnTo>
                  <a:pt x="96" y="415"/>
                </a:lnTo>
                <a:lnTo>
                  <a:pt x="95" y="415"/>
                </a:lnTo>
                <a:lnTo>
                  <a:pt x="95" y="416"/>
                </a:lnTo>
                <a:lnTo>
                  <a:pt x="94" y="416"/>
                </a:lnTo>
                <a:lnTo>
                  <a:pt x="93" y="416"/>
                </a:lnTo>
                <a:lnTo>
                  <a:pt x="93" y="415"/>
                </a:lnTo>
                <a:lnTo>
                  <a:pt x="94" y="414"/>
                </a:lnTo>
                <a:lnTo>
                  <a:pt x="94" y="413"/>
                </a:lnTo>
                <a:lnTo>
                  <a:pt x="93" y="413"/>
                </a:lnTo>
                <a:lnTo>
                  <a:pt x="93" y="412"/>
                </a:lnTo>
                <a:lnTo>
                  <a:pt x="93" y="411"/>
                </a:lnTo>
                <a:lnTo>
                  <a:pt x="93" y="410"/>
                </a:lnTo>
                <a:lnTo>
                  <a:pt x="93" y="409"/>
                </a:lnTo>
                <a:lnTo>
                  <a:pt x="94" y="409"/>
                </a:lnTo>
                <a:lnTo>
                  <a:pt x="94" y="408"/>
                </a:lnTo>
                <a:lnTo>
                  <a:pt x="95" y="408"/>
                </a:lnTo>
                <a:lnTo>
                  <a:pt x="95" y="407"/>
                </a:lnTo>
                <a:lnTo>
                  <a:pt x="96" y="407"/>
                </a:lnTo>
                <a:lnTo>
                  <a:pt x="96" y="406"/>
                </a:lnTo>
                <a:lnTo>
                  <a:pt x="96" y="405"/>
                </a:lnTo>
                <a:lnTo>
                  <a:pt x="96" y="404"/>
                </a:lnTo>
                <a:lnTo>
                  <a:pt x="96" y="403"/>
                </a:lnTo>
                <a:lnTo>
                  <a:pt x="95" y="403"/>
                </a:lnTo>
                <a:lnTo>
                  <a:pt x="95" y="402"/>
                </a:lnTo>
                <a:lnTo>
                  <a:pt x="95" y="401"/>
                </a:lnTo>
                <a:lnTo>
                  <a:pt x="94" y="401"/>
                </a:lnTo>
                <a:lnTo>
                  <a:pt x="93" y="401"/>
                </a:lnTo>
                <a:lnTo>
                  <a:pt x="93" y="400"/>
                </a:lnTo>
                <a:lnTo>
                  <a:pt x="93" y="399"/>
                </a:lnTo>
                <a:lnTo>
                  <a:pt x="93" y="398"/>
                </a:lnTo>
                <a:lnTo>
                  <a:pt x="91" y="397"/>
                </a:lnTo>
                <a:lnTo>
                  <a:pt x="90" y="397"/>
                </a:lnTo>
                <a:lnTo>
                  <a:pt x="89" y="397"/>
                </a:lnTo>
                <a:lnTo>
                  <a:pt x="88" y="398"/>
                </a:lnTo>
                <a:lnTo>
                  <a:pt x="87" y="398"/>
                </a:lnTo>
                <a:lnTo>
                  <a:pt x="87" y="397"/>
                </a:lnTo>
                <a:lnTo>
                  <a:pt x="86" y="397"/>
                </a:lnTo>
                <a:lnTo>
                  <a:pt x="85" y="397"/>
                </a:lnTo>
                <a:lnTo>
                  <a:pt x="84" y="398"/>
                </a:lnTo>
                <a:lnTo>
                  <a:pt x="83" y="397"/>
                </a:lnTo>
                <a:lnTo>
                  <a:pt x="83" y="396"/>
                </a:lnTo>
                <a:lnTo>
                  <a:pt x="85" y="395"/>
                </a:lnTo>
                <a:lnTo>
                  <a:pt x="86" y="395"/>
                </a:lnTo>
                <a:lnTo>
                  <a:pt x="87" y="395"/>
                </a:lnTo>
                <a:lnTo>
                  <a:pt x="88" y="394"/>
                </a:lnTo>
                <a:lnTo>
                  <a:pt x="88" y="393"/>
                </a:lnTo>
                <a:lnTo>
                  <a:pt x="88" y="392"/>
                </a:lnTo>
                <a:lnTo>
                  <a:pt x="88" y="391"/>
                </a:lnTo>
                <a:lnTo>
                  <a:pt x="87" y="391"/>
                </a:lnTo>
                <a:lnTo>
                  <a:pt x="86" y="391"/>
                </a:lnTo>
                <a:lnTo>
                  <a:pt x="86" y="389"/>
                </a:lnTo>
                <a:lnTo>
                  <a:pt x="86" y="388"/>
                </a:lnTo>
                <a:lnTo>
                  <a:pt x="85" y="388"/>
                </a:lnTo>
                <a:lnTo>
                  <a:pt x="84" y="388"/>
                </a:lnTo>
                <a:lnTo>
                  <a:pt x="84" y="387"/>
                </a:lnTo>
                <a:lnTo>
                  <a:pt x="84" y="388"/>
                </a:lnTo>
                <a:lnTo>
                  <a:pt x="83" y="388"/>
                </a:lnTo>
                <a:lnTo>
                  <a:pt x="83" y="387"/>
                </a:lnTo>
                <a:lnTo>
                  <a:pt x="82" y="387"/>
                </a:lnTo>
                <a:lnTo>
                  <a:pt x="82" y="386"/>
                </a:lnTo>
                <a:lnTo>
                  <a:pt x="81" y="386"/>
                </a:lnTo>
                <a:lnTo>
                  <a:pt x="81" y="384"/>
                </a:lnTo>
                <a:lnTo>
                  <a:pt x="81" y="383"/>
                </a:lnTo>
                <a:lnTo>
                  <a:pt x="80" y="383"/>
                </a:lnTo>
                <a:lnTo>
                  <a:pt x="79" y="383"/>
                </a:lnTo>
                <a:lnTo>
                  <a:pt x="78" y="382"/>
                </a:lnTo>
                <a:lnTo>
                  <a:pt x="77" y="382"/>
                </a:lnTo>
                <a:lnTo>
                  <a:pt x="77" y="381"/>
                </a:lnTo>
                <a:lnTo>
                  <a:pt x="77" y="380"/>
                </a:lnTo>
                <a:lnTo>
                  <a:pt x="76" y="380"/>
                </a:lnTo>
                <a:lnTo>
                  <a:pt x="76" y="381"/>
                </a:lnTo>
                <a:lnTo>
                  <a:pt x="75" y="381"/>
                </a:lnTo>
                <a:lnTo>
                  <a:pt x="74" y="381"/>
                </a:lnTo>
                <a:lnTo>
                  <a:pt x="74" y="382"/>
                </a:lnTo>
                <a:lnTo>
                  <a:pt x="74" y="383"/>
                </a:lnTo>
                <a:lnTo>
                  <a:pt x="73" y="384"/>
                </a:lnTo>
                <a:lnTo>
                  <a:pt x="72" y="384"/>
                </a:lnTo>
                <a:lnTo>
                  <a:pt x="71" y="384"/>
                </a:lnTo>
                <a:lnTo>
                  <a:pt x="71" y="383"/>
                </a:lnTo>
                <a:lnTo>
                  <a:pt x="72" y="383"/>
                </a:lnTo>
                <a:lnTo>
                  <a:pt x="73" y="382"/>
                </a:lnTo>
                <a:lnTo>
                  <a:pt x="73" y="381"/>
                </a:lnTo>
                <a:lnTo>
                  <a:pt x="74" y="381"/>
                </a:lnTo>
                <a:lnTo>
                  <a:pt x="74" y="380"/>
                </a:lnTo>
                <a:lnTo>
                  <a:pt x="74" y="379"/>
                </a:lnTo>
                <a:lnTo>
                  <a:pt x="73" y="379"/>
                </a:lnTo>
                <a:lnTo>
                  <a:pt x="72" y="378"/>
                </a:lnTo>
                <a:lnTo>
                  <a:pt x="71" y="378"/>
                </a:lnTo>
                <a:lnTo>
                  <a:pt x="71" y="377"/>
                </a:lnTo>
                <a:lnTo>
                  <a:pt x="70" y="377"/>
                </a:lnTo>
                <a:lnTo>
                  <a:pt x="69" y="376"/>
                </a:lnTo>
                <a:lnTo>
                  <a:pt x="69" y="375"/>
                </a:lnTo>
                <a:lnTo>
                  <a:pt x="68" y="375"/>
                </a:lnTo>
                <a:lnTo>
                  <a:pt x="68" y="374"/>
                </a:lnTo>
                <a:lnTo>
                  <a:pt x="67" y="374"/>
                </a:lnTo>
                <a:lnTo>
                  <a:pt x="67" y="373"/>
                </a:lnTo>
                <a:lnTo>
                  <a:pt x="67" y="372"/>
                </a:lnTo>
                <a:lnTo>
                  <a:pt x="66" y="372"/>
                </a:lnTo>
                <a:lnTo>
                  <a:pt x="66" y="371"/>
                </a:lnTo>
                <a:lnTo>
                  <a:pt x="66" y="370"/>
                </a:lnTo>
                <a:lnTo>
                  <a:pt x="65" y="370"/>
                </a:lnTo>
                <a:lnTo>
                  <a:pt x="66" y="369"/>
                </a:lnTo>
                <a:lnTo>
                  <a:pt x="67" y="368"/>
                </a:lnTo>
                <a:lnTo>
                  <a:pt x="67" y="367"/>
                </a:lnTo>
                <a:lnTo>
                  <a:pt x="67" y="366"/>
                </a:lnTo>
                <a:lnTo>
                  <a:pt x="68" y="366"/>
                </a:lnTo>
                <a:lnTo>
                  <a:pt x="68" y="365"/>
                </a:lnTo>
                <a:lnTo>
                  <a:pt x="68" y="364"/>
                </a:lnTo>
                <a:lnTo>
                  <a:pt x="68" y="363"/>
                </a:lnTo>
                <a:lnTo>
                  <a:pt x="69" y="363"/>
                </a:lnTo>
                <a:lnTo>
                  <a:pt x="70" y="363"/>
                </a:lnTo>
                <a:lnTo>
                  <a:pt x="71" y="363"/>
                </a:lnTo>
                <a:lnTo>
                  <a:pt x="71" y="362"/>
                </a:lnTo>
                <a:lnTo>
                  <a:pt x="70" y="361"/>
                </a:lnTo>
                <a:lnTo>
                  <a:pt x="70" y="360"/>
                </a:lnTo>
                <a:lnTo>
                  <a:pt x="71" y="359"/>
                </a:lnTo>
                <a:lnTo>
                  <a:pt x="71" y="358"/>
                </a:lnTo>
                <a:lnTo>
                  <a:pt x="70" y="358"/>
                </a:lnTo>
                <a:lnTo>
                  <a:pt x="70" y="357"/>
                </a:lnTo>
                <a:lnTo>
                  <a:pt x="70" y="356"/>
                </a:lnTo>
                <a:lnTo>
                  <a:pt x="69" y="356"/>
                </a:lnTo>
                <a:lnTo>
                  <a:pt x="69" y="355"/>
                </a:lnTo>
                <a:lnTo>
                  <a:pt x="69" y="354"/>
                </a:lnTo>
                <a:lnTo>
                  <a:pt x="69" y="353"/>
                </a:lnTo>
                <a:lnTo>
                  <a:pt x="68" y="353"/>
                </a:lnTo>
                <a:lnTo>
                  <a:pt x="68" y="352"/>
                </a:lnTo>
                <a:lnTo>
                  <a:pt x="68" y="351"/>
                </a:lnTo>
                <a:lnTo>
                  <a:pt x="67" y="351"/>
                </a:lnTo>
                <a:lnTo>
                  <a:pt x="67" y="350"/>
                </a:lnTo>
                <a:lnTo>
                  <a:pt x="68" y="350"/>
                </a:lnTo>
                <a:lnTo>
                  <a:pt x="69" y="350"/>
                </a:lnTo>
                <a:lnTo>
                  <a:pt x="69" y="349"/>
                </a:lnTo>
                <a:lnTo>
                  <a:pt x="69" y="348"/>
                </a:lnTo>
                <a:lnTo>
                  <a:pt x="70" y="348"/>
                </a:lnTo>
                <a:lnTo>
                  <a:pt x="70" y="347"/>
                </a:lnTo>
                <a:lnTo>
                  <a:pt x="70" y="346"/>
                </a:lnTo>
                <a:lnTo>
                  <a:pt x="70" y="345"/>
                </a:lnTo>
                <a:lnTo>
                  <a:pt x="71" y="345"/>
                </a:lnTo>
                <a:lnTo>
                  <a:pt x="71" y="344"/>
                </a:lnTo>
                <a:lnTo>
                  <a:pt x="70" y="343"/>
                </a:lnTo>
                <a:lnTo>
                  <a:pt x="70" y="342"/>
                </a:lnTo>
                <a:lnTo>
                  <a:pt x="70" y="341"/>
                </a:lnTo>
                <a:lnTo>
                  <a:pt x="70" y="340"/>
                </a:lnTo>
                <a:lnTo>
                  <a:pt x="69" y="340"/>
                </a:lnTo>
                <a:lnTo>
                  <a:pt x="69" y="339"/>
                </a:lnTo>
                <a:lnTo>
                  <a:pt x="68" y="339"/>
                </a:lnTo>
                <a:lnTo>
                  <a:pt x="67" y="339"/>
                </a:lnTo>
                <a:lnTo>
                  <a:pt x="68" y="337"/>
                </a:lnTo>
                <a:lnTo>
                  <a:pt x="68" y="336"/>
                </a:lnTo>
                <a:lnTo>
                  <a:pt x="68" y="335"/>
                </a:lnTo>
                <a:lnTo>
                  <a:pt x="68" y="334"/>
                </a:lnTo>
                <a:lnTo>
                  <a:pt x="68" y="333"/>
                </a:lnTo>
                <a:lnTo>
                  <a:pt x="67" y="332"/>
                </a:lnTo>
                <a:lnTo>
                  <a:pt x="66" y="332"/>
                </a:lnTo>
                <a:lnTo>
                  <a:pt x="65" y="331"/>
                </a:lnTo>
                <a:lnTo>
                  <a:pt x="65" y="330"/>
                </a:lnTo>
                <a:lnTo>
                  <a:pt x="64" y="330"/>
                </a:lnTo>
                <a:lnTo>
                  <a:pt x="63" y="329"/>
                </a:lnTo>
                <a:lnTo>
                  <a:pt x="62" y="330"/>
                </a:lnTo>
                <a:lnTo>
                  <a:pt x="62" y="329"/>
                </a:lnTo>
                <a:lnTo>
                  <a:pt x="61" y="329"/>
                </a:lnTo>
                <a:lnTo>
                  <a:pt x="61" y="328"/>
                </a:lnTo>
                <a:lnTo>
                  <a:pt x="59" y="328"/>
                </a:lnTo>
                <a:lnTo>
                  <a:pt x="58" y="327"/>
                </a:lnTo>
                <a:lnTo>
                  <a:pt x="57" y="327"/>
                </a:lnTo>
                <a:lnTo>
                  <a:pt x="56" y="327"/>
                </a:lnTo>
                <a:lnTo>
                  <a:pt x="55" y="327"/>
                </a:lnTo>
                <a:lnTo>
                  <a:pt x="54" y="327"/>
                </a:lnTo>
                <a:lnTo>
                  <a:pt x="54" y="326"/>
                </a:lnTo>
                <a:lnTo>
                  <a:pt x="53" y="325"/>
                </a:lnTo>
                <a:lnTo>
                  <a:pt x="53" y="324"/>
                </a:lnTo>
                <a:lnTo>
                  <a:pt x="52" y="324"/>
                </a:lnTo>
                <a:lnTo>
                  <a:pt x="51" y="323"/>
                </a:lnTo>
                <a:lnTo>
                  <a:pt x="50" y="323"/>
                </a:lnTo>
                <a:lnTo>
                  <a:pt x="50" y="322"/>
                </a:lnTo>
                <a:lnTo>
                  <a:pt x="49" y="321"/>
                </a:lnTo>
                <a:lnTo>
                  <a:pt x="49" y="319"/>
                </a:lnTo>
                <a:lnTo>
                  <a:pt x="49" y="318"/>
                </a:lnTo>
                <a:lnTo>
                  <a:pt x="50" y="317"/>
                </a:lnTo>
                <a:lnTo>
                  <a:pt x="49" y="317"/>
                </a:lnTo>
                <a:lnTo>
                  <a:pt x="49" y="316"/>
                </a:lnTo>
                <a:lnTo>
                  <a:pt x="48" y="315"/>
                </a:lnTo>
                <a:lnTo>
                  <a:pt x="48" y="314"/>
                </a:lnTo>
                <a:lnTo>
                  <a:pt x="48" y="312"/>
                </a:lnTo>
                <a:lnTo>
                  <a:pt x="47" y="312"/>
                </a:lnTo>
                <a:lnTo>
                  <a:pt x="47" y="311"/>
                </a:lnTo>
                <a:lnTo>
                  <a:pt x="46" y="310"/>
                </a:lnTo>
                <a:lnTo>
                  <a:pt x="45" y="310"/>
                </a:lnTo>
                <a:lnTo>
                  <a:pt x="45" y="309"/>
                </a:lnTo>
                <a:lnTo>
                  <a:pt x="44" y="308"/>
                </a:lnTo>
                <a:lnTo>
                  <a:pt x="44" y="307"/>
                </a:lnTo>
                <a:lnTo>
                  <a:pt x="43" y="307"/>
                </a:lnTo>
                <a:lnTo>
                  <a:pt x="41" y="307"/>
                </a:lnTo>
                <a:lnTo>
                  <a:pt x="40" y="307"/>
                </a:lnTo>
                <a:lnTo>
                  <a:pt x="40" y="306"/>
                </a:lnTo>
                <a:lnTo>
                  <a:pt x="39" y="306"/>
                </a:lnTo>
                <a:lnTo>
                  <a:pt x="38" y="306"/>
                </a:lnTo>
                <a:lnTo>
                  <a:pt x="38" y="305"/>
                </a:lnTo>
                <a:lnTo>
                  <a:pt x="38" y="304"/>
                </a:lnTo>
                <a:lnTo>
                  <a:pt x="37" y="303"/>
                </a:lnTo>
                <a:lnTo>
                  <a:pt x="37" y="302"/>
                </a:lnTo>
                <a:lnTo>
                  <a:pt x="35" y="302"/>
                </a:lnTo>
                <a:lnTo>
                  <a:pt x="34" y="302"/>
                </a:lnTo>
                <a:lnTo>
                  <a:pt x="33" y="301"/>
                </a:lnTo>
                <a:lnTo>
                  <a:pt x="32" y="301"/>
                </a:lnTo>
                <a:lnTo>
                  <a:pt x="32" y="300"/>
                </a:lnTo>
                <a:lnTo>
                  <a:pt x="31" y="301"/>
                </a:lnTo>
                <a:lnTo>
                  <a:pt x="30" y="301"/>
                </a:lnTo>
                <a:lnTo>
                  <a:pt x="28" y="301"/>
                </a:lnTo>
                <a:lnTo>
                  <a:pt x="27" y="301"/>
                </a:lnTo>
                <a:lnTo>
                  <a:pt x="26" y="301"/>
                </a:lnTo>
                <a:lnTo>
                  <a:pt x="26" y="300"/>
                </a:lnTo>
                <a:lnTo>
                  <a:pt x="27" y="300"/>
                </a:lnTo>
                <a:lnTo>
                  <a:pt x="27" y="299"/>
                </a:lnTo>
                <a:lnTo>
                  <a:pt x="27" y="298"/>
                </a:lnTo>
                <a:lnTo>
                  <a:pt x="26" y="298"/>
                </a:lnTo>
                <a:lnTo>
                  <a:pt x="25" y="298"/>
                </a:lnTo>
                <a:lnTo>
                  <a:pt x="25" y="297"/>
                </a:lnTo>
                <a:lnTo>
                  <a:pt x="24" y="297"/>
                </a:lnTo>
                <a:lnTo>
                  <a:pt x="24" y="296"/>
                </a:lnTo>
                <a:lnTo>
                  <a:pt x="24" y="295"/>
                </a:lnTo>
                <a:lnTo>
                  <a:pt x="25" y="294"/>
                </a:lnTo>
                <a:lnTo>
                  <a:pt x="26" y="294"/>
                </a:lnTo>
                <a:lnTo>
                  <a:pt x="27" y="294"/>
                </a:lnTo>
                <a:lnTo>
                  <a:pt x="28" y="294"/>
                </a:lnTo>
                <a:lnTo>
                  <a:pt x="28" y="293"/>
                </a:lnTo>
                <a:lnTo>
                  <a:pt x="28" y="292"/>
                </a:lnTo>
                <a:lnTo>
                  <a:pt x="29" y="292"/>
                </a:lnTo>
                <a:lnTo>
                  <a:pt x="30" y="291"/>
                </a:lnTo>
                <a:lnTo>
                  <a:pt x="30" y="290"/>
                </a:lnTo>
                <a:lnTo>
                  <a:pt x="31" y="290"/>
                </a:lnTo>
                <a:lnTo>
                  <a:pt x="32" y="290"/>
                </a:lnTo>
                <a:lnTo>
                  <a:pt x="33" y="290"/>
                </a:lnTo>
                <a:lnTo>
                  <a:pt x="33" y="289"/>
                </a:lnTo>
                <a:lnTo>
                  <a:pt x="33" y="288"/>
                </a:lnTo>
                <a:lnTo>
                  <a:pt x="33" y="287"/>
                </a:lnTo>
                <a:lnTo>
                  <a:pt x="32" y="287"/>
                </a:lnTo>
                <a:lnTo>
                  <a:pt x="31" y="286"/>
                </a:lnTo>
                <a:lnTo>
                  <a:pt x="31" y="285"/>
                </a:lnTo>
                <a:lnTo>
                  <a:pt x="31" y="284"/>
                </a:lnTo>
                <a:lnTo>
                  <a:pt x="30" y="284"/>
                </a:lnTo>
                <a:lnTo>
                  <a:pt x="30" y="283"/>
                </a:lnTo>
                <a:lnTo>
                  <a:pt x="29" y="282"/>
                </a:lnTo>
                <a:lnTo>
                  <a:pt x="29" y="281"/>
                </a:lnTo>
                <a:lnTo>
                  <a:pt x="28" y="281"/>
                </a:lnTo>
                <a:lnTo>
                  <a:pt x="28" y="280"/>
                </a:lnTo>
                <a:lnTo>
                  <a:pt x="28" y="279"/>
                </a:lnTo>
                <a:lnTo>
                  <a:pt x="27" y="279"/>
                </a:lnTo>
                <a:lnTo>
                  <a:pt x="27" y="280"/>
                </a:lnTo>
                <a:lnTo>
                  <a:pt x="26" y="280"/>
                </a:lnTo>
                <a:lnTo>
                  <a:pt x="24" y="280"/>
                </a:lnTo>
                <a:lnTo>
                  <a:pt x="24" y="279"/>
                </a:lnTo>
                <a:lnTo>
                  <a:pt x="24" y="278"/>
                </a:lnTo>
                <a:lnTo>
                  <a:pt x="24" y="277"/>
                </a:lnTo>
                <a:lnTo>
                  <a:pt x="24" y="276"/>
                </a:lnTo>
                <a:lnTo>
                  <a:pt x="24" y="275"/>
                </a:lnTo>
                <a:lnTo>
                  <a:pt x="25" y="275"/>
                </a:lnTo>
                <a:lnTo>
                  <a:pt x="25" y="273"/>
                </a:lnTo>
                <a:lnTo>
                  <a:pt x="24" y="272"/>
                </a:lnTo>
                <a:lnTo>
                  <a:pt x="24" y="271"/>
                </a:lnTo>
                <a:lnTo>
                  <a:pt x="24" y="270"/>
                </a:lnTo>
                <a:lnTo>
                  <a:pt x="25" y="270"/>
                </a:lnTo>
                <a:lnTo>
                  <a:pt x="26" y="270"/>
                </a:lnTo>
                <a:lnTo>
                  <a:pt x="27" y="270"/>
                </a:lnTo>
                <a:lnTo>
                  <a:pt x="27" y="269"/>
                </a:lnTo>
                <a:lnTo>
                  <a:pt x="27" y="268"/>
                </a:lnTo>
                <a:lnTo>
                  <a:pt x="28" y="268"/>
                </a:lnTo>
                <a:lnTo>
                  <a:pt x="28" y="267"/>
                </a:lnTo>
                <a:lnTo>
                  <a:pt x="28" y="266"/>
                </a:lnTo>
                <a:lnTo>
                  <a:pt x="29" y="266"/>
                </a:lnTo>
                <a:lnTo>
                  <a:pt x="29" y="265"/>
                </a:lnTo>
                <a:lnTo>
                  <a:pt x="30" y="265"/>
                </a:lnTo>
                <a:lnTo>
                  <a:pt x="30" y="264"/>
                </a:lnTo>
                <a:lnTo>
                  <a:pt x="29" y="263"/>
                </a:lnTo>
                <a:lnTo>
                  <a:pt x="28" y="262"/>
                </a:lnTo>
                <a:lnTo>
                  <a:pt x="27" y="262"/>
                </a:lnTo>
                <a:lnTo>
                  <a:pt x="26" y="262"/>
                </a:lnTo>
                <a:lnTo>
                  <a:pt x="25" y="261"/>
                </a:lnTo>
                <a:lnTo>
                  <a:pt x="25" y="262"/>
                </a:lnTo>
                <a:lnTo>
                  <a:pt x="24" y="262"/>
                </a:lnTo>
                <a:lnTo>
                  <a:pt x="24" y="261"/>
                </a:lnTo>
                <a:lnTo>
                  <a:pt x="24" y="260"/>
                </a:lnTo>
                <a:lnTo>
                  <a:pt x="23" y="260"/>
                </a:lnTo>
                <a:lnTo>
                  <a:pt x="22" y="260"/>
                </a:lnTo>
                <a:lnTo>
                  <a:pt x="21" y="260"/>
                </a:lnTo>
                <a:lnTo>
                  <a:pt x="20" y="259"/>
                </a:lnTo>
                <a:lnTo>
                  <a:pt x="20" y="258"/>
                </a:lnTo>
                <a:lnTo>
                  <a:pt x="20" y="257"/>
                </a:lnTo>
                <a:lnTo>
                  <a:pt x="19" y="257"/>
                </a:lnTo>
                <a:lnTo>
                  <a:pt x="17" y="257"/>
                </a:lnTo>
                <a:lnTo>
                  <a:pt x="16" y="257"/>
                </a:lnTo>
                <a:lnTo>
                  <a:pt x="15" y="257"/>
                </a:lnTo>
                <a:lnTo>
                  <a:pt x="15" y="256"/>
                </a:lnTo>
                <a:lnTo>
                  <a:pt x="14" y="255"/>
                </a:lnTo>
                <a:lnTo>
                  <a:pt x="13" y="255"/>
                </a:lnTo>
                <a:lnTo>
                  <a:pt x="12" y="255"/>
                </a:lnTo>
                <a:lnTo>
                  <a:pt x="11" y="255"/>
                </a:lnTo>
                <a:lnTo>
                  <a:pt x="11" y="254"/>
                </a:lnTo>
                <a:lnTo>
                  <a:pt x="10" y="254"/>
                </a:lnTo>
                <a:lnTo>
                  <a:pt x="9" y="254"/>
                </a:lnTo>
                <a:lnTo>
                  <a:pt x="8" y="254"/>
                </a:lnTo>
                <a:lnTo>
                  <a:pt x="8" y="253"/>
                </a:lnTo>
                <a:lnTo>
                  <a:pt x="9" y="253"/>
                </a:lnTo>
                <a:lnTo>
                  <a:pt x="9" y="252"/>
                </a:lnTo>
                <a:lnTo>
                  <a:pt x="8" y="250"/>
                </a:lnTo>
                <a:lnTo>
                  <a:pt x="7" y="250"/>
                </a:lnTo>
                <a:lnTo>
                  <a:pt x="7" y="248"/>
                </a:lnTo>
                <a:lnTo>
                  <a:pt x="8" y="248"/>
                </a:lnTo>
                <a:lnTo>
                  <a:pt x="9" y="248"/>
                </a:lnTo>
                <a:lnTo>
                  <a:pt x="10" y="248"/>
                </a:lnTo>
                <a:lnTo>
                  <a:pt x="10" y="247"/>
                </a:lnTo>
                <a:lnTo>
                  <a:pt x="11" y="247"/>
                </a:lnTo>
                <a:lnTo>
                  <a:pt x="11" y="246"/>
                </a:lnTo>
                <a:lnTo>
                  <a:pt x="12" y="245"/>
                </a:lnTo>
                <a:lnTo>
                  <a:pt x="12" y="244"/>
                </a:lnTo>
                <a:lnTo>
                  <a:pt x="12" y="245"/>
                </a:lnTo>
                <a:lnTo>
                  <a:pt x="14" y="245"/>
                </a:lnTo>
                <a:lnTo>
                  <a:pt x="15" y="245"/>
                </a:lnTo>
                <a:lnTo>
                  <a:pt x="15" y="244"/>
                </a:lnTo>
                <a:lnTo>
                  <a:pt x="15" y="243"/>
                </a:lnTo>
                <a:lnTo>
                  <a:pt x="15" y="242"/>
                </a:lnTo>
                <a:lnTo>
                  <a:pt x="15" y="241"/>
                </a:lnTo>
                <a:lnTo>
                  <a:pt x="14" y="241"/>
                </a:lnTo>
                <a:lnTo>
                  <a:pt x="13" y="240"/>
                </a:lnTo>
                <a:lnTo>
                  <a:pt x="13" y="239"/>
                </a:lnTo>
                <a:lnTo>
                  <a:pt x="13" y="238"/>
                </a:lnTo>
                <a:lnTo>
                  <a:pt x="12" y="237"/>
                </a:lnTo>
                <a:lnTo>
                  <a:pt x="12" y="236"/>
                </a:lnTo>
                <a:lnTo>
                  <a:pt x="12" y="235"/>
                </a:lnTo>
                <a:lnTo>
                  <a:pt x="12" y="234"/>
                </a:lnTo>
                <a:lnTo>
                  <a:pt x="11" y="234"/>
                </a:lnTo>
                <a:lnTo>
                  <a:pt x="11" y="235"/>
                </a:lnTo>
                <a:lnTo>
                  <a:pt x="10" y="235"/>
                </a:lnTo>
                <a:lnTo>
                  <a:pt x="9" y="235"/>
                </a:lnTo>
                <a:lnTo>
                  <a:pt x="8" y="234"/>
                </a:lnTo>
                <a:lnTo>
                  <a:pt x="7" y="234"/>
                </a:lnTo>
                <a:lnTo>
                  <a:pt x="7" y="233"/>
                </a:lnTo>
                <a:lnTo>
                  <a:pt x="6" y="233"/>
                </a:lnTo>
                <a:lnTo>
                  <a:pt x="5" y="233"/>
                </a:lnTo>
                <a:lnTo>
                  <a:pt x="5" y="232"/>
                </a:lnTo>
                <a:lnTo>
                  <a:pt x="5" y="231"/>
                </a:lnTo>
                <a:lnTo>
                  <a:pt x="4" y="231"/>
                </a:lnTo>
                <a:lnTo>
                  <a:pt x="4" y="230"/>
                </a:lnTo>
                <a:lnTo>
                  <a:pt x="4" y="229"/>
                </a:lnTo>
                <a:lnTo>
                  <a:pt x="4" y="228"/>
                </a:lnTo>
                <a:lnTo>
                  <a:pt x="4" y="227"/>
                </a:lnTo>
                <a:lnTo>
                  <a:pt x="3" y="227"/>
                </a:lnTo>
                <a:lnTo>
                  <a:pt x="2" y="226"/>
                </a:lnTo>
                <a:lnTo>
                  <a:pt x="2" y="225"/>
                </a:lnTo>
                <a:lnTo>
                  <a:pt x="1" y="224"/>
                </a:lnTo>
                <a:lnTo>
                  <a:pt x="0" y="222"/>
                </a:lnTo>
                <a:lnTo>
                  <a:pt x="0" y="221"/>
                </a:lnTo>
                <a:lnTo>
                  <a:pt x="0" y="220"/>
                </a:lnTo>
                <a:lnTo>
                  <a:pt x="0" y="219"/>
                </a:lnTo>
                <a:lnTo>
                  <a:pt x="1" y="218"/>
                </a:lnTo>
                <a:lnTo>
                  <a:pt x="2" y="217"/>
                </a:lnTo>
                <a:lnTo>
                  <a:pt x="3" y="217"/>
                </a:lnTo>
                <a:lnTo>
                  <a:pt x="4" y="217"/>
                </a:lnTo>
                <a:lnTo>
                  <a:pt x="5" y="216"/>
                </a:lnTo>
                <a:lnTo>
                  <a:pt x="4" y="216"/>
                </a:lnTo>
                <a:lnTo>
                  <a:pt x="2" y="216"/>
                </a:lnTo>
                <a:lnTo>
                  <a:pt x="1" y="215"/>
                </a:lnTo>
                <a:lnTo>
                  <a:pt x="0" y="215"/>
                </a:lnTo>
                <a:lnTo>
                  <a:pt x="1" y="215"/>
                </a:lnTo>
                <a:lnTo>
                  <a:pt x="1" y="214"/>
                </a:lnTo>
                <a:lnTo>
                  <a:pt x="1" y="213"/>
                </a:lnTo>
                <a:lnTo>
                  <a:pt x="1" y="212"/>
                </a:lnTo>
                <a:lnTo>
                  <a:pt x="2" y="211"/>
                </a:lnTo>
                <a:lnTo>
                  <a:pt x="3" y="211"/>
                </a:lnTo>
                <a:lnTo>
                  <a:pt x="3" y="212"/>
                </a:lnTo>
                <a:lnTo>
                  <a:pt x="4" y="212"/>
                </a:lnTo>
                <a:lnTo>
                  <a:pt x="5" y="212"/>
                </a:lnTo>
                <a:lnTo>
                  <a:pt x="7" y="212"/>
                </a:lnTo>
                <a:lnTo>
                  <a:pt x="8" y="212"/>
                </a:lnTo>
                <a:lnTo>
                  <a:pt x="9" y="211"/>
                </a:lnTo>
                <a:lnTo>
                  <a:pt x="10" y="210"/>
                </a:lnTo>
                <a:lnTo>
                  <a:pt x="11" y="210"/>
                </a:lnTo>
                <a:lnTo>
                  <a:pt x="11" y="209"/>
                </a:lnTo>
                <a:lnTo>
                  <a:pt x="12" y="209"/>
                </a:lnTo>
                <a:lnTo>
                  <a:pt x="13" y="209"/>
                </a:lnTo>
                <a:lnTo>
                  <a:pt x="13" y="210"/>
                </a:lnTo>
                <a:lnTo>
                  <a:pt x="14" y="210"/>
                </a:lnTo>
                <a:lnTo>
                  <a:pt x="14" y="211"/>
                </a:lnTo>
                <a:lnTo>
                  <a:pt x="15" y="211"/>
                </a:lnTo>
                <a:lnTo>
                  <a:pt x="16" y="211"/>
                </a:lnTo>
                <a:lnTo>
                  <a:pt x="16" y="212"/>
                </a:lnTo>
                <a:lnTo>
                  <a:pt x="17" y="212"/>
                </a:lnTo>
                <a:lnTo>
                  <a:pt x="17" y="213"/>
                </a:lnTo>
                <a:lnTo>
                  <a:pt x="18" y="213"/>
                </a:lnTo>
                <a:lnTo>
                  <a:pt x="19" y="213"/>
                </a:lnTo>
                <a:lnTo>
                  <a:pt x="20" y="213"/>
                </a:lnTo>
                <a:lnTo>
                  <a:pt x="21" y="213"/>
                </a:lnTo>
                <a:lnTo>
                  <a:pt x="21" y="212"/>
                </a:lnTo>
                <a:lnTo>
                  <a:pt x="22" y="212"/>
                </a:lnTo>
                <a:lnTo>
                  <a:pt x="23" y="212"/>
                </a:lnTo>
                <a:lnTo>
                  <a:pt x="24" y="212"/>
                </a:lnTo>
                <a:lnTo>
                  <a:pt x="24" y="211"/>
                </a:lnTo>
                <a:lnTo>
                  <a:pt x="25" y="211"/>
                </a:lnTo>
                <a:lnTo>
                  <a:pt x="25" y="210"/>
                </a:lnTo>
                <a:lnTo>
                  <a:pt x="26" y="210"/>
                </a:lnTo>
                <a:lnTo>
                  <a:pt x="27" y="210"/>
                </a:lnTo>
                <a:lnTo>
                  <a:pt x="28" y="210"/>
                </a:lnTo>
                <a:lnTo>
                  <a:pt x="28" y="211"/>
                </a:lnTo>
                <a:lnTo>
                  <a:pt x="29" y="211"/>
                </a:lnTo>
                <a:lnTo>
                  <a:pt x="30" y="211"/>
                </a:lnTo>
                <a:lnTo>
                  <a:pt x="30" y="212"/>
                </a:lnTo>
                <a:lnTo>
                  <a:pt x="31" y="212"/>
                </a:lnTo>
                <a:lnTo>
                  <a:pt x="32" y="212"/>
                </a:lnTo>
                <a:lnTo>
                  <a:pt x="32" y="213"/>
                </a:lnTo>
                <a:lnTo>
                  <a:pt x="32" y="212"/>
                </a:lnTo>
                <a:lnTo>
                  <a:pt x="33" y="212"/>
                </a:lnTo>
                <a:lnTo>
                  <a:pt x="34" y="212"/>
                </a:lnTo>
                <a:lnTo>
                  <a:pt x="34" y="211"/>
                </a:lnTo>
                <a:lnTo>
                  <a:pt x="34" y="210"/>
                </a:lnTo>
                <a:lnTo>
                  <a:pt x="35" y="210"/>
                </a:lnTo>
                <a:lnTo>
                  <a:pt x="36" y="210"/>
                </a:lnTo>
                <a:lnTo>
                  <a:pt x="36" y="211"/>
                </a:lnTo>
                <a:lnTo>
                  <a:pt x="37" y="211"/>
                </a:lnTo>
                <a:lnTo>
                  <a:pt x="37" y="210"/>
                </a:lnTo>
                <a:lnTo>
                  <a:pt x="37" y="209"/>
                </a:lnTo>
                <a:lnTo>
                  <a:pt x="38" y="209"/>
                </a:lnTo>
                <a:lnTo>
                  <a:pt x="38" y="208"/>
                </a:lnTo>
                <a:lnTo>
                  <a:pt x="39" y="208"/>
                </a:lnTo>
                <a:lnTo>
                  <a:pt x="39" y="207"/>
                </a:lnTo>
                <a:lnTo>
                  <a:pt x="40" y="207"/>
                </a:lnTo>
                <a:lnTo>
                  <a:pt x="40" y="206"/>
                </a:lnTo>
                <a:lnTo>
                  <a:pt x="41" y="206"/>
                </a:lnTo>
                <a:lnTo>
                  <a:pt x="41" y="205"/>
                </a:lnTo>
                <a:lnTo>
                  <a:pt x="42" y="205"/>
                </a:lnTo>
                <a:lnTo>
                  <a:pt x="44" y="205"/>
                </a:lnTo>
                <a:lnTo>
                  <a:pt x="46" y="205"/>
                </a:lnTo>
                <a:lnTo>
                  <a:pt x="46" y="206"/>
                </a:lnTo>
                <a:lnTo>
                  <a:pt x="47" y="207"/>
                </a:lnTo>
                <a:lnTo>
                  <a:pt x="47" y="208"/>
                </a:lnTo>
                <a:lnTo>
                  <a:pt x="48" y="209"/>
                </a:lnTo>
                <a:lnTo>
                  <a:pt x="49" y="209"/>
                </a:lnTo>
                <a:lnTo>
                  <a:pt x="50" y="209"/>
                </a:lnTo>
                <a:lnTo>
                  <a:pt x="51" y="208"/>
                </a:lnTo>
                <a:lnTo>
                  <a:pt x="51" y="207"/>
                </a:lnTo>
                <a:lnTo>
                  <a:pt x="52" y="207"/>
                </a:lnTo>
                <a:lnTo>
                  <a:pt x="54" y="207"/>
                </a:lnTo>
                <a:lnTo>
                  <a:pt x="55" y="206"/>
                </a:lnTo>
                <a:lnTo>
                  <a:pt x="56" y="205"/>
                </a:lnTo>
                <a:lnTo>
                  <a:pt x="57" y="204"/>
                </a:lnTo>
                <a:lnTo>
                  <a:pt x="57" y="203"/>
                </a:lnTo>
                <a:lnTo>
                  <a:pt x="57" y="202"/>
                </a:lnTo>
                <a:lnTo>
                  <a:pt x="58" y="202"/>
                </a:lnTo>
                <a:lnTo>
                  <a:pt x="58" y="201"/>
                </a:lnTo>
                <a:lnTo>
                  <a:pt x="58" y="200"/>
                </a:lnTo>
                <a:lnTo>
                  <a:pt x="58" y="199"/>
                </a:lnTo>
                <a:lnTo>
                  <a:pt x="58" y="198"/>
                </a:lnTo>
                <a:lnTo>
                  <a:pt x="59" y="198"/>
                </a:lnTo>
                <a:lnTo>
                  <a:pt x="59" y="197"/>
                </a:lnTo>
                <a:lnTo>
                  <a:pt x="59" y="196"/>
                </a:lnTo>
                <a:lnTo>
                  <a:pt x="60" y="196"/>
                </a:lnTo>
                <a:lnTo>
                  <a:pt x="62" y="196"/>
                </a:lnTo>
                <a:lnTo>
                  <a:pt x="63" y="197"/>
                </a:lnTo>
                <a:lnTo>
                  <a:pt x="63" y="198"/>
                </a:lnTo>
                <a:lnTo>
                  <a:pt x="63" y="199"/>
                </a:lnTo>
                <a:lnTo>
                  <a:pt x="64" y="199"/>
                </a:lnTo>
                <a:lnTo>
                  <a:pt x="65" y="199"/>
                </a:lnTo>
                <a:lnTo>
                  <a:pt x="65" y="198"/>
                </a:lnTo>
                <a:lnTo>
                  <a:pt x="66" y="198"/>
                </a:lnTo>
                <a:lnTo>
                  <a:pt x="67" y="197"/>
                </a:lnTo>
                <a:lnTo>
                  <a:pt x="68" y="196"/>
                </a:lnTo>
                <a:lnTo>
                  <a:pt x="69" y="196"/>
                </a:lnTo>
                <a:lnTo>
                  <a:pt x="70" y="195"/>
                </a:lnTo>
                <a:lnTo>
                  <a:pt x="71" y="195"/>
                </a:lnTo>
                <a:lnTo>
                  <a:pt x="72" y="194"/>
                </a:lnTo>
                <a:lnTo>
                  <a:pt x="73" y="193"/>
                </a:lnTo>
                <a:lnTo>
                  <a:pt x="74" y="193"/>
                </a:lnTo>
                <a:lnTo>
                  <a:pt x="75" y="193"/>
                </a:lnTo>
                <a:lnTo>
                  <a:pt x="76" y="193"/>
                </a:lnTo>
                <a:lnTo>
                  <a:pt x="77" y="193"/>
                </a:lnTo>
                <a:lnTo>
                  <a:pt x="78" y="193"/>
                </a:lnTo>
                <a:lnTo>
                  <a:pt x="79" y="193"/>
                </a:lnTo>
                <a:lnTo>
                  <a:pt x="79" y="192"/>
                </a:lnTo>
                <a:lnTo>
                  <a:pt x="80" y="192"/>
                </a:lnTo>
                <a:lnTo>
                  <a:pt x="81" y="191"/>
                </a:lnTo>
                <a:lnTo>
                  <a:pt x="81" y="190"/>
                </a:lnTo>
                <a:lnTo>
                  <a:pt x="81" y="189"/>
                </a:lnTo>
                <a:lnTo>
                  <a:pt x="82" y="188"/>
                </a:lnTo>
                <a:lnTo>
                  <a:pt x="83" y="186"/>
                </a:lnTo>
                <a:lnTo>
                  <a:pt x="84" y="186"/>
                </a:lnTo>
                <a:lnTo>
                  <a:pt x="85" y="186"/>
                </a:lnTo>
                <a:lnTo>
                  <a:pt x="86" y="187"/>
                </a:lnTo>
                <a:lnTo>
                  <a:pt x="89" y="187"/>
                </a:lnTo>
                <a:lnTo>
                  <a:pt x="90" y="188"/>
                </a:lnTo>
                <a:lnTo>
                  <a:pt x="91" y="189"/>
                </a:lnTo>
                <a:lnTo>
                  <a:pt x="92" y="189"/>
                </a:lnTo>
                <a:lnTo>
                  <a:pt x="92" y="188"/>
                </a:lnTo>
                <a:lnTo>
                  <a:pt x="93" y="188"/>
                </a:lnTo>
                <a:lnTo>
                  <a:pt x="93" y="187"/>
                </a:lnTo>
                <a:lnTo>
                  <a:pt x="93" y="186"/>
                </a:lnTo>
                <a:lnTo>
                  <a:pt x="94" y="186"/>
                </a:lnTo>
                <a:lnTo>
                  <a:pt x="94" y="185"/>
                </a:lnTo>
                <a:lnTo>
                  <a:pt x="95" y="185"/>
                </a:lnTo>
                <a:lnTo>
                  <a:pt x="96" y="185"/>
                </a:lnTo>
                <a:lnTo>
                  <a:pt x="96" y="186"/>
                </a:lnTo>
                <a:lnTo>
                  <a:pt x="97" y="186"/>
                </a:lnTo>
                <a:lnTo>
                  <a:pt x="98" y="187"/>
                </a:lnTo>
                <a:lnTo>
                  <a:pt x="98" y="186"/>
                </a:lnTo>
                <a:lnTo>
                  <a:pt x="99" y="186"/>
                </a:lnTo>
                <a:lnTo>
                  <a:pt x="100" y="185"/>
                </a:lnTo>
                <a:lnTo>
                  <a:pt x="101" y="185"/>
                </a:lnTo>
                <a:lnTo>
                  <a:pt x="102" y="185"/>
                </a:lnTo>
                <a:lnTo>
                  <a:pt x="102" y="184"/>
                </a:lnTo>
                <a:lnTo>
                  <a:pt x="103" y="184"/>
                </a:lnTo>
                <a:lnTo>
                  <a:pt x="104" y="184"/>
                </a:lnTo>
                <a:lnTo>
                  <a:pt x="105" y="185"/>
                </a:lnTo>
                <a:lnTo>
                  <a:pt x="106" y="185"/>
                </a:lnTo>
                <a:lnTo>
                  <a:pt x="108" y="185"/>
                </a:lnTo>
                <a:lnTo>
                  <a:pt x="108" y="186"/>
                </a:lnTo>
                <a:lnTo>
                  <a:pt x="109" y="186"/>
                </a:lnTo>
                <a:lnTo>
                  <a:pt x="109" y="185"/>
                </a:lnTo>
                <a:lnTo>
                  <a:pt x="110" y="185"/>
                </a:lnTo>
                <a:lnTo>
                  <a:pt x="110" y="184"/>
                </a:lnTo>
                <a:lnTo>
                  <a:pt x="111" y="184"/>
                </a:lnTo>
                <a:lnTo>
                  <a:pt x="112" y="184"/>
                </a:lnTo>
                <a:lnTo>
                  <a:pt x="113" y="184"/>
                </a:lnTo>
                <a:lnTo>
                  <a:pt x="113" y="183"/>
                </a:lnTo>
                <a:lnTo>
                  <a:pt x="114" y="183"/>
                </a:lnTo>
                <a:lnTo>
                  <a:pt x="115" y="183"/>
                </a:lnTo>
                <a:lnTo>
                  <a:pt x="115" y="184"/>
                </a:lnTo>
                <a:lnTo>
                  <a:pt x="116" y="184"/>
                </a:lnTo>
                <a:lnTo>
                  <a:pt x="118" y="184"/>
                </a:lnTo>
                <a:lnTo>
                  <a:pt x="119" y="184"/>
                </a:lnTo>
                <a:lnTo>
                  <a:pt x="120" y="184"/>
                </a:lnTo>
                <a:lnTo>
                  <a:pt x="120" y="183"/>
                </a:lnTo>
                <a:lnTo>
                  <a:pt x="121" y="183"/>
                </a:lnTo>
                <a:lnTo>
                  <a:pt x="122" y="182"/>
                </a:lnTo>
                <a:lnTo>
                  <a:pt x="122" y="181"/>
                </a:lnTo>
                <a:lnTo>
                  <a:pt x="123" y="181"/>
                </a:lnTo>
                <a:lnTo>
                  <a:pt x="124" y="181"/>
                </a:lnTo>
                <a:lnTo>
                  <a:pt x="125" y="181"/>
                </a:lnTo>
                <a:lnTo>
                  <a:pt x="126" y="181"/>
                </a:lnTo>
                <a:lnTo>
                  <a:pt x="126" y="182"/>
                </a:lnTo>
                <a:lnTo>
                  <a:pt x="127" y="182"/>
                </a:lnTo>
                <a:lnTo>
                  <a:pt x="129" y="181"/>
                </a:lnTo>
                <a:lnTo>
                  <a:pt x="129" y="180"/>
                </a:lnTo>
                <a:lnTo>
                  <a:pt x="129" y="179"/>
                </a:lnTo>
                <a:lnTo>
                  <a:pt x="129" y="178"/>
                </a:lnTo>
                <a:lnTo>
                  <a:pt x="130" y="177"/>
                </a:lnTo>
                <a:lnTo>
                  <a:pt x="131" y="176"/>
                </a:lnTo>
                <a:lnTo>
                  <a:pt x="132" y="176"/>
                </a:lnTo>
                <a:lnTo>
                  <a:pt x="133" y="175"/>
                </a:lnTo>
                <a:lnTo>
                  <a:pt x="133" y="174"/>
                </a:lnTo>
                <a:lnTo>
                  <a:pt x="133" y="173"/>
                </a:lnTo>
                <a:lnTo>
                  <a:pt x="134" y="172"/>
                </a:lnTo>
                <a:lnTo>
                  <a:pt x="135" y="172"/>
                </a:lnTo>
                <a:lnTo>
                  <a:pt x="135" y="171"/>
                </a:lnTo>
                <a:lnTo>
                  <a:pt x="137" y="171"/>
                </a:lnTo>
                <a:lnTo>
                  <a:pt x="138" y="170"/>
                </a:lnTo>
                <a:lnTo>
                  <a:pt x="139" y="169"/>
                </a:lnTo>
                <a:lnTo>
                  <a:pt x="138" y="167"/>
                </a:lnTo>
                <a:lnTo>
                  <a:pt x="138" y="166"/>
                </a:lnTo>
                <a:lnTo>
                  <a:pt x="137" y="166"/>
                </a:lnTo>
                <a:lnTo>
                  <a:pt x="137" y="165"/>
                </a:lnTo>
                <a:lnTo>
                  <a:pt x="138" y="165"/>
                </a:lnTo>
                <a:lnTo>
                  <a:pt x="139" y="165"/>
                </a:lnTo>
                <a:lnTo>
                  <a:pt x="140" y="164"/>
                </a:lnTo>
                <a:lnTo>
                  <a:pt x="141" y="164"/>
                </a:lnTo>
                <a:lnTo>
                  <a:pt x="142" y="163"/>
                </a:lnTo>
                <a:lnTo>
                  <a:pt x="143" y="163"/>
                </a:lnTo>
                <a:lnTo>
                  <a:pt x="145" y="163"/>
                </a:lnTo>
                <a:lnTo>
                  <a:pt x="145" y="162"/>
                </a:lnTo>
                <a:lnTo>
                  <a:pt x="146" y="162"/>
                </a:lnTo>
                <a:lnTo>
                  <a:pt x="146" y="161"/>
                </a:lnTo>
                <a:lnTo>
                  <a:pt x="148" y="161"/>
                </a:lnTo>
                <a:lnTo>
                  <a:pt x="148" y="162"/>
                </a:lnTo>
                <a:lnTo>
                  <a:pt x="149" y="161"/>
                </a:lnTo>
                <a:lnTo>
                  <a:pt x="149" y="160"/>
                </a:lnTo>
                <a:lnTo>
                  <a:pt x="150" y="160"/>
                </a:lnTo>
                <a:lnTo>
                  <a:pt x="151" y="160"/>
                </a:lnTo>
                <a:lnTo>
                  <a:pt x="152" y="160"/>
                </a:lnTo>
                <a:lnTo>
                  <a:pt x="152" y="159"/>
                </a:lnTo>
                <a:lnTo>
                  <a:pt x="152" y="158"/>
                </a:lnTo>
                <a:lnTo>
                  <a:pt x="153" y="158"/>
                </a:lnTo>
                <a:lnTo>
                  <a:pt x="153" y="157"/>
                </a:lnTo>
                <a:lnTo>
                  <a:pt x="152" y="157"/>
                </a:lnTo>
                <a:lnTo>
                  <a:pt x="152" y="156"/>
                </a:lnTo>
                <a:lnTo>
                  <a:pt x="153" y="155"/>
                </a:lnTo>
                <a:lnTo>
                  <a:pt x="155" y="155"/>
                </a:lnTo>
                <a:lnTo>
                  <a:pt x="156" y="155"/>
                </a:lnTo>
                <a:lnTo>
                  <a:pt x="157" y="155"/>
                </a:lnTo>
                <a:lnTo>
                  <a:pt x="158" y="154"/>
                </a:lnTo>
                <a:lnTo>
                  <a:pt x="159" y="154"/>
                </a:lnTo>
                <a:lnTo>
                  <a:pt x="159" y="155"/>
                </a:lnTo>
                <a:lnTo>
                  <a:pt x="160" y="155"/>
                </a:lnTo>
                <a:lnTo>
                  <a:pt x="161" y="155"/>
                </a:lnTo>
                <a:lnTo>
                  <a:pt x="161" y="154"/>
                </a:lnTo>
                <a:lnTo>
                  <a:pt x="162" y="154"/>
                </a:lnTo>
                <a:lnTo>
                  <a:pt x="163" y="154"/>
                </a:lnTo>
                <a:lnTo>
                  <a:pt x="163" y="155"/>
                </a:lnTo>
                <a:lnTo>
                  <a:pt x="164" y="155"/>
                </a:lnTo>
                <a:lnTo>
                  <a:pt x="164" y="154"/>
                </a:lnTo>
                <a:lnTo>
                  <a:pt x="165" y="154"/>
                </a:lnTo>
                <a:lnTo>
                  <a:pt x="166" y="154"/>
                </a:lnTo>
                <a:lnTo>
                  <a:pt x="167" y="154"/>
                </a:lnTo>
                <a:lnTo>
                  <a:pt x="168" y="154"/>
                </a:lnTo>
                <a:lnTo>
                  <a:pt x="169" y="154"/>
                </a:lnTo>
                <a:lnTo>
                  <a:pt x="169" y="155"/>
                </a:lnTo>
                <a:lnTo>
                  <a:pt x="170" y="155"/>
                </a:lnTo>
                <a:lnTo>
                  <a:pt x="171" y="155"/>
                </a:lnTo>
                <a:lnTo>
                  <a:pt x="172" y="155"/>
                </a:lnTo>
                <a:lnTo>
                  <a:pt x="172" y="156"/>
                </a:lnTo>
                <a:lnTo>
                  <a:pt x="173" y="156"/>
                </a:lnTo>
                <a:lnTo>
                  <a:pt x="174" y="155"/>
                </a:lnTo>
                <a:lnTo>
                  <a:pt x="175" y="155"/>
                </a:lnTo>
                <a:lnTo>
                  <a:pt x="175" y="156"/>
                </a:lnTo>
                <a:lnTo>
                  <a:pt x="175" y="157"/>
                </a:lnTo>
                <a:lnTo>
                  <a:pt x="176" y="157"/>
                </a:lnTo>
                <a:lnTo>
                  <a:pt x="176" y="158"/>
                </a:lnTo>
                <a:lnTo>
                  <a:pt x="177" y="158"/>
                </a:lnTo>
                <a:lnTo>
                  <a:pt x="178" y="158"/>
                </a:lnTo>
                <a:lnTo>
                  <a:pt x="179" y="157"/>
                </a:lnTo>
                <a:lnTo>
                  <a:pt x="179" y="156"/>
                </a:lnTo>
                <a:lnTo>
                  <a:pt x="179" y="155"/>
                </a:lnTo>
                <a:lnTo>
                  <a:pt x="179" y="154"/>
                </a:lnTo>
                <a:lnTo>
                  <a:pt x="179" y="153"/>
                </a:lnTo>
                <a:lnTo>
                  <a:pt x="178" y="153"/>
                </a:lnTo>
                <a:lnTo>
                  <a:pt x="178" y="152"/>
                </a:lnTo>
                <a:lnTo>
                  <a:pt x="178" y="151"/>
                </a:lnTo>
                <a:lnTo>
                  <a:pt x="179" y="151"/>
                </a:lnTo>
                <a:lnTo>
                  <a:pt x="179" y="150"/>
                </a:lnTo>
                <a:lnTo>
                  <a:pt x="179" y="149"/>
                </a:lnTo>
                <a:lnTo>
                  <a:pt x="179" y="148"/>
                </a:lnTo>
                <a:lnTo>
                  <a:pt x="179" y="147"/>
                </a:lnTo>
                <a:lnTo>
                  <a:pt x="179" y="146"/>
                </a:lnTo>
                <a:lnTo>
                  <a:pt x="179" y="145"/>
                </a:lnTo>
                <a:lnTo>
                  <a:pt x="179" y="144"/>
                </a:lnTo>
                <a:lnTo>
                  <a:pt x="179" y="143"/>
                </a:lnTo>
                <a:lnTo>
                  <a:pt x="178" y="143"/>
                </a:lnTo>
                <a:lnTo>
                  <a:pt x="177" y="141"/>
                </a:lnTo>
                <a:lnTo>
                  <a:pt x="177" y="140"/>
                </a:lnTo>
                <a:lnTo>
                  <a:pt x="177" y="139"/>
                </a:lnTo>
                <a:lnTo>
                  <a:pt x="179" y="139"/>
                </a:lnTo>
                <a:lnTo>
                  <a:pt x="179" y="138"/>
                </a:lnTo>
                <a:lnTo>
                  <a:pt x="180" y="138"/>
                </a:lnTo>
                <a:lnTo>
                  <a:pt x="181" y="137"/>
                </a:lnTo>
                <a:lnTo>
                  <a:pt x="181" y="135"/>
                </a:lnTo>
                <a:lnTo>
                  <a:pt x="180" y="134"/>
                </a:lnTo>
                <a:lnTo>
                  <a:pt x="180" y="133"/>
                </a:lnTo>
                <a:lnTo>
                  <a:pt x="179" y="133"/>
                </a:lnTo>
                <a:lnTo>
                  <a:pt x="178" y="131"/>
                </a:lnTo>
                <a:lnTo>
                  <a:pt x="178" y="130"/>
                </a:lnTo>
                <a:lnTo>
                  <a:pt x="179" y="130"/>
                </a:lnTo>
                <a:lnTo>
                  <a:pt x="180" y="131"/>
                </a:lnTo>
                <a:lnTo>
                  <a:pt x="182" y="130"/>
                </a:lnTo>
                <a:lnTo>
                  <a:pt x="183" y="131"/>
                </a:lnTo>
                <a:lnTo>
                  <a:pt x="184" y="131"/>
                </a:lnTo>
                <a:lnTo>
                  <a:pt x="184" y="132"/>
                </a:lnTo>
                <a:lnTo>
                  <a:pt x="185" y="132"/>
                </a:lnTo>
                <a:lnTo>
                  <a:pt x="186" y="131"/>
                </a:lnTo>
                <a:lnTo>
                  <a:pt x="187" y="131"/>
                </a:lnTo>
                <a:lnTo>
                  <a:pt x="188" y="131"/>
                </a:lnTo>
                <a:lnTo>
                  <a:pt x="189" y="132"/>
                </a:lnTo>
                <a:lnTo>
                  <a:pt x="190" y="132"/>
                </a:lnTo>
                <a:lnTo>
                  <a:pt x="191" y="132"/>
                </a:lnTo>
                <a:lnTo>
                  <a:pt x="193" y="133"/>
                </a:lnTo>
                <a:lnTo>
                  <a:pt x="194" y="133"/>
                </a:lnTo>
                <a:lnTo>
                  <a:pt x="194" y="134"/>
                </a:lnTo>
                <a:lnTo>
                  <a:pt x="195" y="134"/>
                </a:lnTo>
                <a:lnTo>
                  <a:pt x="195" y="135"/>
                </a:lnTo>
                <a:lnTo>
                  <a:pt x="198" y="135"/>
                </a:lnTo>
                <a:lnTo>
                  <a:pt x="199" y="135"/>
                </a:lnTo>
                <a:lnTo>
                  <a:pt x="200" y="134"/>
                </a:lnTo>
                <a:lnTo>
                  <a:pt x="201" y="134"/>
                </a:lnTo>
                <a:lnTo>
                  <a:pt x="202" y="134"/>
                </a:lnTo>
                <a:lnTo>
                  <a:pt x="203" y="134"/>
                </a:lnTo>
                <a:lnTo>
                  <a:pt x="204" y="133"/>
                </a:lnTo>
                <a:lnTo>
                  <a:pt x="204" y="134"/>
                </a:lnTo>
                <a:lnTo>
                  <a:pt x="204" y="135"/>
                </a:lnTo>
                <a:lnTo>
                  <a:pt x="203" y="136"/>
                </a:lnTo>
                <a:lnTo>
                  <a:pt x="203" y="137"/>
                </a:lnTo>
                <a:lnTo>
                  <a:pt x="202" y="137"/>
                </a:lnTo>
                <a:lnTo>
                  <a:pt x="203" y="137"/>
                </a:lnTo>
                <a:lnTo>
                  <a:pt x="203" y="138"/>
                </a:lnTo>
                <a:lnTo>
                  <a:pt x="204" y="137"/>
                </a:lnTo>
                <a:lnTo>
                  <a:pt x="205" y="137"/>
                </a:lnTo>
                <a:lnTo>
                  <a:pt x="207" y="137"/>
                </a:lnTo>
                <a:lnTo>
                  <a:pt x="208" y="137"/>
                </a:lnTo>
                <a:lnTo>
                  <a:pt x="209" y="137"/>
                </a:lnTo>
                <a:lnTo>
                  <a:pt x="211" y="137"/>
                </a:lnTo>
                <a:lnTo>
                  <a:pt x="213" y="136"/>
                </a:lnTo>
                <a:lnTo>
                  <a:pt x="213" y="135"/>
                </a:lnTo>
                <a:lnTo>
                  <a:pt x="214" y="135"/>
                </a:lnTo>
                <a:lnTo>
                  <a:pt x="215" y="135"/>
                </a:lnTo>
                <a:lnTo>
                  <a:pt x="216" y="135"/>
                </a:lnTo>
                <a:lnTo>
                  <a:pt x="218" y="135"/>
                </a:lnTo>
                <a:lnTo>
                  <a:pt x="220" y="135"/>
                </a:lnTo>
                <a:lnTo>
                  <a:pt x="220" y="136"/>
                </a:lnTo>
                <a:lnTo>
                  <a:pt x="221" y="136"/>
                </a:lnTo>
                <a:lnTo>
                  <a:pt x="222" y="136"/>
                </a:lnTo>
                <a:lnTo>
                  <a:pt x="223" y="137"/>
                </a:lnTo>
                <a:lnTo>
                  <a:pt x="223" y="136"/>
                </a:lnTo>
                <a:lnTo>
                  <a:pt x="224" y="136"/>
                </a:lnTo>
                <a:lnTo>
                  <a:pt x="225" y="137"/>
                </a:lnTo>
                <a:lnTo>
                  <a:pt x="227" y="137"/>
                </a:lnTo>
                <a:lnTo>
                  <a:pt x="228" y="137"/>
                </a:lnTo>
                <a:lnTo>
                  <a:pt x="229" y="137"/>
                </a:lnTo>
                <a:lnTo>
                  <a:pt x="230" y="137"/>
                </a:lnTo>
                <a:lnTo>
                  <a:pt x="230" y="138"/>
                </a:lnTo>
                <a:lnTo>
                  <a:pt x="231" y="138"/>
                </a:lnTo>
                <a:lnTo>
                  <a:pt x="232" y="138"/>
                </a:lnTo>
                <a:lnTo>
                  <a:pt x="232" y="137"/>
                </a:lnTo>
                <a:lnTo>
                  <a:pt x="233" y="137"/>
                </a:lnTo>
                <a:lnTo>
                  <a:pt x="235" y="137"/>
                </a:lnTo>
                <a:lnTo>
                  <a:pt x="236" y="137"/>
                </a:lnTo>
                <a:lnTo>
                  <a:pt x="237" y="137"/>
                </a:lnTo>
                <a:lnTo>
                  <a:pt x="238" y="137"/>
                </a:lnTo>
                <a:lnTo>
                  <a:pt x="238" y="136"/>
                </a:lnTo>
                <a:lnTo>
                  <a:pt x="239" y="136"/>
                </a:lnTo>
                <a:lnTo>
                  <a:pt x="240" y="135"/>
                </a:lnTo>
                <a:lnTo>
                  <a:pt x="239" y="135"/>
                </a:lnTo>
                <a:lnTo>
                  <a:pt x="238" y="134"/>
                </a:lnTo>
                <a:lnTo>
                  <a:pt x="237" y="134"/>
                </a:lnTo>
                <a:lnTo>
                  <a:pt x="237" y="133"/>
                </a:lnTo>
                <a:lnTo>
                  <a:pt x="238" y="133"/>
                </a:lnTo>
                <a:lnTo>
                  <a:pt x="238" y="132"/>
                </a:lnTo>
                <a:lnTo>
                  <a:pt x="239" y="132"/>
                </a:lnTo>
                <a:lnTo>
                  <a:pt x="238" y="132"/>
                </a:lnTo>
                <a:lnTo>
                  <a:pt x="238" y="131"/>
                </a:lnTo>
                <a:lnTo>
                  <a:pt x="239" y="131"/>
                </a:lnTo>
                <a:lnTo>
                  <a:pt x="239" y="132"/>
                </a:lnTo>
                <a:lnTo>
                  <a:pt x="240" y="133"/>
                </a:lnTo>
                <a:lnTo>
                  <a:pt x="241" y="133"/>
                </a:lnTo>
                <a:lnTo>
                  <a:pt x="241" y="134"/>
                </a:lnTo>
                <a:lnTo>
                  <a:pt x="242" y="134"/>
                </a:lnTo>
                <a:lnTo>
                  <a:pt x="242" y="135"/>
                </a:lnTo>
                <a:lnTo>
                  <a:pt x="244" y="136"/>
                </a:lnTo>
                <a:lnTo>
                  <a:pt x="244" y="137"/>
                </a:lnTo>
                <a:lnTo>
                  <a:pt x="245" y="137"/>
                </a:lnTo>
                <a:lnTo>
                  <a:pt x="246" y="137"/>
                </a:lnTo>
                <a:lnTo>
                  <a:pt x="246" y="138"/>
                </a:lnTo>
                <a:lnTo>
                  <a:pt x="247" y="138"/>
                </a:lnTo>
                <a:lnTo>
                  <a:pt x="246" y="138"/>
                </a:lnTo>
                <a:lnTo>
                  <a:pt x="246" y="139"/>
                </a:lnTo>
                <a:lnTo>
                  <a:pt x="246" y="140"/>
                </a:lnTo>
                <a:lnTo>
                  <a:pt x="247" y="141"/>
                </a:lnTo>
                <a:lnTo>
                  <a:pt x="248" y="140"/>
                </a:lnTo>
                <a:lnTo>
                  <a:pt x="248" y="139"/>
                </a:lnTo>
                <a:lnTo>
                  <a:pt x="249" y="139"/>
                </a:lnTo>
                <a:lnTo>
                  <a:pt x="249" y="138"/>
                </a:lnTo>
                <a:lnTo>
                  <a:pt x="250" y="138"/>
                </a:lnTo>
                <a:lnTo>
                  <a:pt x="250" y="139"/>
                </a:lnTo>
                <a:lnTo>
                  <a:pt x="251" y="139"/>
                </a:lnTo>
                <a:lnTo>
                  <a:pt x="252" y="139"/>
                </a:lnTo>
                <a:lnTo>
                  <a:pt x="253" y="139"/>
                </a:lnTo>
                <a:lnTo>
                  <a:pt x="253" y="138"/>
                </a:lnTo>
                <a:lnTo>
                  <a:pt x="254" y="138"/>
                </a:lnTo>
                <a:lnTo>
                  <a:pt x="254" y="137"/>
                </a:lnTo>
                <a:lnTo>
                  <a:pt x="255" y="136"/>
                </a:lnTo>
                <a:lnTo>
                  <a:pt x="254" y="136"/>
                </a:lnTo>
                <a:lnTo>
                  <a:pt x="254" y="135"/>
                </a:lnTo>
                <a:lnTo>
                  <a:pt x="255" y="134"/>
                </a:lnTo>
                <a:lnTo>
                  <a:pt x="256" y="134"/>
                </a:lnTo>
                <a:lnTo>
                  <a:pt x="256" y="135"/>
                </a:lnTo>
                <a:lnTo>
                  <a:pt x="257" y="135"/>
                </a:lnTo>
                <a:lnTo>
                  <a:pt x="258" y="135"/>
                </a:lnTo>
                <a:lnTo>
                  <a:pt x="258" y="134"/>
                </a:lnTo>
                <a:lnTo>
                  <a:pt x="258" y="133"/>
                </a:lnTo>
                <a:lnTo>
                  <a:pt x="259" y="133"/>
                </a:lnTo>
                <a:lnTo>
                  <a:pt x="260" y="133"/>
                </a:lnTo>
                <a:lnTo>
                  <a:pt x="262" y="133"/>
                </a:lnTo>
                <a:lnTo>
                  <a:pt x="262" y="134"/>
                </a:lnTo>
                <a:lnTo>
                  <a:pt x="263" y="134"/>
                </a:lnTo>
                <a:lnTo>
                  <a:pt x="264" y="134"/>
                </a:lnTo>
                <a:lnTo>
                  <a:pt x="265" y="135"/>
                </a:lnTo>
                <a:lnTo>
                  <a:pt x="268" y="134"/>
                </a:lnTo>
                <a:lnTo>
                  <a:pt x="269" y="134"/>
                </a:lnTo>
                <a:lnTo>
                  <a:pt x="270" y="134"/>
                </a:lnTo>
                <a:lnTo>
                  <a:pt x="270" y="133"/>
                </a:lnTo>
                <a:lnTo>
                  <a:pt x="271" y="132"/>
                </a:lnTo>
                <a:lnTo>
                  <a:pt x="271" y="131"/>
                </a:lnTo>
                <a:lnTo>
                  <a:pt x="271" y="130"/>
                </a:lnTo>
                <a:lnTo>
                  <a:pt x="272" y="130"/>
                </a:lnTo>
                <a:lnTo>
                  <a:pt x="272" y="129"/>
                </a:lnTo>
                <a:lnTo>
                  <a:pt x="273" y="129"/>
                </a:lnTo>
                <a:lnTo>
                  <a:pt x="274" y="129"/>
                </a:lnTo>
                <a:lnTo>
                  <a:pt x="274" y="128"/>
                </a:lnTo>
                <a:lnTo>
                  <a:pt x="274" y="129"/>
                </a:lnTo>
                <a:lnTo>
                  <a:pt x="275" y="129"/>
                </a:lnTo>
                <a:lnTo>
                  <a:pt x="276" y="130"/>
                </a:lnTo>
                <a:lnTo>
                  <a:pt x="276" y="129"/>
                </a:lnTo>
                <a:lnTo>
                  <a:pt x="277" y="128"/>
                </a:lnTo>
                <a:lnTo>
                  <a:pt x="276" y="127"/>
                </a:lnTo>
                <a:lnTo>
                  <a:pt x="276" y="126"/>
                </a:lnTo>
                <a:lnTo>
                  <a:pt x="276" y="124"/>
                </a:lnTo>
                <a:lnTo>
                  <a:pt x="276" y="123"/>
                </a:lnTo>
                <a:lnTo>
                  <a:pt x="277" y="122"/>
                </a:lnTo>
                <a:lnTo>
                  <a:pt x="277" y="121"/>
                </a:lnTo>
                <a:lnTo>
                  <a:pt x="276" y="121"/>
                </a:lnTo>
                <a:lnTo>
                  <a:pt x="277" y="121"/>
                </a:lnTo>
                <a:lnTo>
                  <a:pt x="277" y="120"/>
                </a:lnTo>
                <a:lnTo>
                  <a:pt x="278" y="120"/>
                </a:lnTo>
                <a:lnTo>
                  <a:pt x="278" y="121"/>
                </a:lnTo>
                <a:lnTo>
                  <a:pt x="279" y="121"/>
                </a:lnTo>
                <a:lnTo>
                  <a:pt x="279" y="120"/>
                </a:lnTo>
                <a:lnTo>
                  <a:pt x="280" y="121"/>
                </a:lnTo>
                <a:lnTo>
                  <a:pt x="281" y="121"/>
                </a:lnTo>
                <a:lnTo>
                  <a:pt x="282" y="121"/>
                </a:lnTo>
                <a:lnTo>
                  <a:pt x="283" y="121"/>
                </a:lnTo>
                <a:lnTo>
                  <a:pt x="284" y="122"/>
                </a:lnTo>
                <a:lnTo>
                  <a:pt x="285" y="121"/>
                </a:lnTo>
                <a:lnTo>
                  <a:pt x="285" y="122"/>
                </a:lnTo>
                <a:lnTo>
                  <a:pt x="286" y="123"/>
                </a:lnTo>
                <a:lnTo>
                  <a:pt x="287" y="123"/>
                </a:lnTo>
                <a:lnTo>
                  <a:pt x="289" y="123"/>
                </a:lnTo>
                <a:lnTo>
                  <a:pt x="290" y="123"/>
                </a:lnTo>
                <a:lnTo>
                  <a:pt x="291" y="124"/>
                </a:lnTo>
                <a:lnTo>
                  <a:pt x="292" y="124"/>
                </a:lnTo>
                <a:lnTo>
                  <a:pt x="293" y="124"/>
                </a:lnTo>
                <a:lnTo>
                  <a:pt x="293" y="123"/>
                </a:lnTo>
                <a:lnTo>
                  <a:pt x="293" y="122"/>
                </a:lnTo>
                <a:lnTo>
                  <a:pt x="294" y="122"/>
                </a:lnTo>
                <a:lnTo>
                  <a:pt x="294" y="121"/>
                </a:lnTo>
                <a:lnTo>
                  <a:pt x="294" y="120"/>
                </a:lnTo>
                <a:lnTo>
                  <a:pt x="294" y="119"/>
                </a:lnTo>
                <a:lnTo>
                  <a:pt x="295" y="119"/>
                </a:lnTo>
                <a:lnTo>
                  <a:pt x="295" y="118"/>
                </a:lnTo>
                <a:lnTo>
                  <a:pt x="296" y="118"/>
                </a:lnTo>
                <a:lnTo>
                  <a:pt x="296" y="117"/>
                </a:lnTo>
                <a:lnTo>
                  <a:pt x="297" y="117"/>
                </a:lnTo>
                <a:lnTo>
                  <a:pt x="297" y="116"/>
                </a:lnTo>
                <a:lnTo>
                  <a:pt x="296" y="116"/>
                </a:lnTo>
                <a:lnTo>
                  <a:pt x="296" y="115"/>
                </a:lnTo>
                <a:lnTo>
                  <a:pt x="296" y="114"/>
                </a:lnTo>
                <a:lnTo>
                  <a:pt x="297" y="114"/>
                </a:lnTo>
                <a:lnTo>
                  <a:pt x="298" y="114"/>
                </a:lnTo>
                <a:lnTo>
                  <a:pt x="298" y="115"/>
                </a:lnTo>
                <a:lnTo>
                  <a:pt x="298" y="114"/>
                </a:lnTo>
                <a:lnTo>
                  <a:pt x="298" y="113"/>
                </a:lnTo>
                <a:lnTo>
                  <a:pt x="299" y="112"/>
                </a:lnTo>
                <a:lnTo>
                  <a:pt x="299" y="111"/>
                </a:lnTo>
                <a:lnTo>
                  <a:pt x="298" y="111"/>
                </a:lnTo>
                <a:lnTo>
                  <a:pt x="299" y="110"/>
                </a:lnTo>
                <a:lnTo>
                  <a:pt x="300" y="110"/>
                </a:lnTo>
                <a:lnTo>
                  <a:pt x="301" y="110"/>
                </a:lnTo>
                <a:lnTo>
                  <a:pt x="302" y="110"/>
                </a:lnTo>
                <a:lnTo>
                  <a:pt x="303" y="110"/>
                </a:lnTo>
                <a:lnTo>
                  <a:pt x="304" y="109"/>
                </a:lnTo>
                <a:lnTo>
                  <a:pt x="304" y="110"/>
                </a:lnTo>
                <a:lnTo>
                  <a:pt x="305" y="110"/>
                </a:lnTo>
                <a:lnTo>
                  <a:pt x="305" y="111"/>
                </a:lnTo>
                <a:lnTo>
                  <a:pt x="306" y="111"/>
                </a:lnTo>
                <a:lnTo>
                  <a:pt x="307" y="111"/>
                </a:lnTo>
                <a:lnTo>
                  <a:pt x="308" y="112"/>
                </a:lnTo>
                <a:lnTo>
                  <a:pt x="309" y="112"/>
                </a:lnTo>
                <a:lnTo>
                  <a:pt x="310" y="113"/>
                </a:lnTo>
                <a:lnTo>
                  <a:pt x="311" y="113"/>
                </a:lnTo>
                <a:lnTo>
                  <a:pt x="311" y="112"/>
                </a:lnTo>
                <a:lnTo>
                  <a:pt x="310" y="112"/>
                </a:lnTo>
                <a:lnTo>
                  <a:pt x="310" y="111"/>
                </a:lnTo>
                <a:lnTo>
                  <a:pt x="310" y="110"/>
                </a:lnTo>
                <a:lnTo>
                  <a:pt x="311" y="110"/>
                </a:lnTo>
                <a:lnTo>
                  <a:pt x="311" y="109"/>
                </a:lnTo>
                <a:lnTo>
                  <a:pt x="311" y="108"/>
                </a:lnTo>
                <a:lnTo>
                  <a:pt x="311" y="109"/>
                </a:lnTo>
                <a:lnTo>
                  <a:pt x="312" y="109"/>
                </a:lnTo>
                <a:lnTo>
                  <a:pt x="312" y="110"/>
                </a:lnTo>
                <a:lnTo>
                  <a:pt x="313" y="109"/>
                </a:lnTo>
                <a:lnTo>
                  <a:pt x="312" y="109"/>
                </a:lnTo>
                <a:lnTo>
                  <a:pt x="312" y="108"/>
                </a:lnTo>
                <a:lnTo>
                  <a:pt x="311" y="108"/>
                </a:lnTo>
                <a:lnTo>
                  <a:pt x="309" y="108"/>
                </a:lnTo>
                <a:lnTo>
                  <a:pt x="310" y="107"/>
                </a:lnTo>
                <a:lnTo>
                  <a:pt x="311" y="106"/>
                </a:lnTo>
                <a:lnTo>
                  <a:pt x="312" y="106"/>
                </a:lnTo>
                <a:lnTo>
                  <a:pt x="312" y="107"/>
                </a:lnTo>
                <a:lnTo>
                  <a:pt x="313" y="107"/>
                </a:lnTo>
                <a:lnTo>
                  <a:pt x="313" y="108"/>
                </a:lnTo>
                <a:lnTo>
                  <a:pt x="314" y="108"/>
                </a:lnTo>
                <a:lnTo>
                  <a:pt x="315" y="108"/>
                </a:lnTo>
                <a:lnTo>
                  <a:pt x="316" y="108"/>
                </a:lnTo>
                <a:lnTo>
                  <a:pt x="316" y="107"/>
                </a:lnTo>
                <a:lnTo>
                  <a:pt x="315" y="107"/>
                </a:lnTo>
                <a:lnTo>
                  <a:pt x="316" y="107"/>
                </a:lnTo>
                <a:lnTo>
                  <a:pt x="317" y="106"/>
                </a:lnTo>
                <a:lnTo>
                  <a:pt x="318" y="106"/>
                </a:lnTo>
                <a:lnTo>
                  <a:pt x="319" y="105"/>
                </a:lnTo>
                <a:lnTo>
                  <a:pt x="319" y="104"/>
                </a:lnTo>
                <a:lnTo>
                  <a:pt x="319" y="103"/>
                </a:lnTo>
                <a:lnTo>
                  <a:pt x="320" y="103"/>
                </a:lnTo>
                <a:lnTo>
                  <a:pt x="321" y="103"/>
                </a:lnTo>
                <a:lnTo>
                  <a:pt x="321" y="102"/>
                </a:lnTo>
                <a:lnTo>
                  <a:pt x="322" y="103"/>
                </a:lnTo>
                <a:lnTo>
                  <a:pt x="323" y="103"/>
                </a:lnTo>
                <a:lnTo>
                  <a:pt x="325" y="103"/>
                </a:lnTo>
                <a:lnTo>
                  <a:pt x="326" y="103"/>
                </a:lnTo>
                <a:lnTo>
                  <a:pt x="327" y="102"/>
                </a:lnTo>
                <a:lnTo>
                  <a:pt x="328" y="102"/>
                </a:lnTo>
                <a:lnTo>
                  <a:pt x="328" y="103"/>
                </a:lnTo>
                <a:lnTo>
                  <a:pt x="329" y="103"/>
                </a:lnTo>
                <a:lnTo>
                  <a:pt x="329" y="102"/>
                </a:lnTo>
                <a:lnTo>
                  <a:pt x="329" y="101"/>
                </a:lnTo>
                <a:lnTo>
                  <a:pt x="330" y="101"/>
                </a:lnTo>
                <a:lnTo>
                  <a:pt x="330" y="102"/>
                </a:lnTo>
                <a:lnTo>
                  <a:pt x="331" y="102"/>
                </a:lnTo>
                <a:lnTo>
                  <a:pt x="332" y="102"/>
                </a:lnTo>
                <a:lnTo>
                  <a:pt x="332" y="101"/>
                </a:lnTo>
                <a:lnTo>
                  <a:pt x="331" y="100"/>
                </a:lnTo>
                <a:lnTo>
                  <a:pt x="331" y="99"/>
                </a:lnTo>
                <a:lnTo>
                  <a:pt x="331" y="98"/>
                </a:lnTo>
                <a:lnTo>
                  <a:pt x="332" y="97"/>
                </a:lnTo>
                <a:lnTo>
                  <a:pt x="332" y="96"/>
                </a:lnTo>
                <a:lnTo>
                  <a:pt x="332" y="95"/>
                </a:lnTo>
                <a:lnTo>
                  <a:pt x="333" y="95"/>
                </a:lnTo>
                <a:lnTo>
                  <a:pt x="333" y="94"/>
                </a:lnTo>
                <a:lnTo>
                  <a:pt x="334" y="94"/>
                </a:lnTo>
                <a:lnTo>
                  <a:pt x="334" y="93"/>
                </a:lnTo>
                <a:lnTo>
                  <a:pt x="335" y="93"/>
                </a:lnTo>
                <a:lnTo>
                  <a:pt x="336" y="92"/>
                </a:lnTo>
                <a:lnTo>
                  <a:pt x="336" y="91"/>
                </a:lnTo>
                <a:lnTo>
                  <a:pt x="336" y="90"/>
                </a:lnTo>
                <a:lnTo>
                  <a:pt x="337" y="90"/>
                </a:lnTo>
                <a:lnTo>
                  <a:pt x="337" y="89"/>
                </a:lnTo>
                <a:lnTo>
                  <a:pt x="336" y="88"/>
                </a:lnTo>
                <a:lnTo>
                  <a:pt x="337" y="88"/>
                </a:lnTo>
                <a:lnTo>
                  <a:pt x="337" y="87"/>
                </a:lnTo>
                <a:lnTo>
                  <a:pt x="336" y="87"/>
                </a:lnTo>
                <a:lnTo>
                  <a:pt x="336" y="86"/>
                </a:lnTo>
                <a:lnTo>
                  <a:pt x="337" y="85"/>
                </a:lnTo>
                <a:lnTo>
                  <a:pt x="337" y="86"/>
                </a:lnTo>
                <a:lnTo>
                  <a:pt x="338" y="87"/>
                </a:lnTo>
                <a:lnTo>
                  <a:pt x="339" y="87"/>
                </a:lnTo>
                <a:lnTo>
                  <a:pt x="339" y="88"/>
                </a:lnTo>
                <a:lnTo>
                  <a:pt x="340" y="88"/>
                </a:lnTo>
                <a:lnTo>
                  <a:pt x="341" y="88"/>
                </a:lnTo>
                <a:lnTo>
                  <a:pt x="342" y="88"/>
                </a:lnTo>
                <a:lnTo>
                  <a:pt x="343" y="88"/>
                </a:lnTo>
                <a:lnTo>
                  <a:pt x="344" y="88"/>
                </a:lnTo>
                <a:lnTo>
                  <a:pt x="344" y="87"/>
                </a:lnTo>
                <a:lnTo>
                  <a:pt x="344" y="86"/>
                </a:lnTo>
                <a:lnTo>
                  <a:pt x="344" y="85"/>
                </a:lnTo>
                <a:lnTo>
                  <a:pt x="344" y="84"/>
                </a:lnTo>
                <a:lnTo>
                  <a:pt x="344" y="83"/>
                </a:lnTo>
                <a:lnTo>
                  <a:pt x="343" y="82"/>
                </a:lnTo>
                <a:lnTo>
                  <a:pt x="341" y="81"/>
                </a:lnTo>
                <a:lnTo>
                  <a:pt x="341" y="80"/>
                </a:lnTo>
                <a:lnTo>
                  <a:pt x="342" y="80"/>
                </a:lnTo>
                <a:lnTo>
                  <a:pt x="342" y="79"/>
                </a:lnTo>
                <a:lnTo>
                  <a:pt x="342" y="78"/>
                </a:lnTo>
                <a:lnTo>
                  <a:pt x="342" y="77"/>
                </a:lnTo>
                <a:lnTo>
                  <a:pt x="341" y="76"/>
                </a:lnTo>
                <a:lnTo>
                  <a:pt x="341" y="75"/>
                </a:lnTo>
                <a:lnTo>
                  <a:pt x="341" y="74"/>
                </a:lnTo>
                <a:lnTo>
                  <a:pt x="341" y="73"/>
                </a:lnTo>
                <a:lnTo>
                  <a:pt x="342" y="73"/>
                </a:lnTo>
                <a:lnTo>
                  <a:pt x="342" y="72"/>
                </a:lnTo>
                <a:lnTo>
                  <a:pt x="342" y="71"/>
                </a:lnTo>
                <a:lnTo>
                  <a:pt x="341" y="70"/>
                </a:lnTo>
                <a:lnTo>
                  <a:pt x="340" y="70"/>
                </a:lnTo>
                <a:lnTo>
                  <a:pt x="340" y="69"/>
                </a:lnTo>
                <a:lnTo>
                  <a:pt x="341" y="69"/>
                </a:lnTo>
                <a:lnTo>
                  <a:pt x="342" y="69"/>
                </a:lnTo>
                <a:lnTo>
                  <a:pt x="342" y="68"/>
                </a:lnTo>
                <a:lnTo>
                  <a:pt x="341" y="68"/>
                </a:lnTo>
                <a:lnTo>
                  <a:pt x="341" y="67"/>
                </a:lnTo>
                <a:lnTo>
                  <a:pt x="340" y="67"/>
                </a:lnTo>
                <a:lnTo>
                  <a:pt x="341" y="67"/>
                </a:lnTo>
                <a:lnTo>
                  <a:pt x="341" y="66"/>
                </a:lnTo>
                <a:lnTo>
                  <a:pt x="340" y="66"/>
                </a:lnTo>
                <a:lnTo>
                  <a:pt x="340" y="65"/>
                </a:lnTo>
                <a:lnTo>
                  <a:pt x="341" y="65"/>
                </a:lnTo>
                <a:lnTo>
                  <a:pt x="342" y="65"/>
                </a:lnTo>
                <a:lnTo>
                  <a:pt x="343" y="65"/>
                </a:lnTo>
                <a:lnTo>
                  <a:pt x="344" y="65"/>
                </a:lnTo>
                <a:lnTo>
                  <a:pt x="344" y="64"/>
                </a:lnTo>
                <a:lnTo>
                  <a:pt x="345" y="64"/>
                </a:lnTo>
                <a:lnTo>
                  <a:pt x="346" y="65"/>
                </a:lnTo>
                <a:lnTo>
                  <a:pt x="347" y="65"/>
                </a:lnTo>
                <a:lnTo>
                  <a:pt x="348" y="64"/>
                </a:lnTo>
                <a:lnTo>
                  <a:pt x="348" y="63"/>
                </a:lnTo>
                <a:lnTo>
                  <a:pt x="348" y="62"/>
                </a:lnTo>
                <a:lnTo>
                  <a:pt x="347" y="61"/>
                </a:lnTo>
                <a:lnTo>
                  <a:pt x="347" y="62"/>
                </a:lnTo>
                <a:lnTo>
                  <a:pt x="346" y="61"/>
                </a:lnTo>
                <a:lnTo>
                  <a:pt x="345" y="60"/>
                </a:lnTo>
                <a:lnTo>
                  <a:pt x="346" y="59"/>
                </a:lnTo>
                <a:lnTo>
                  <a:pt x="346" y="58"/>
                </a:lnTo>
                <a:lnTo>
                  <a:pt x="347" y="58"/>
                </a:lnTo>
                <a:lnTo>
                  <a:pt x="347" y="57"/>
                </a:lnTo>
                <a:lnTo>
                  <a:pt x="347" y="56"/>
                </a:lnTo>
                <a:lnTo>
                  <a:pt x="347" y="55"/>
                </a:lnTo>
                <a:lnTo>
                  <a:pt x="347" y="54"/>
                </a:lnTo>
                <a:lnTo>
                  <a:pt x="346" y="53"/>
                </a:lnTo>
                <a:lnTo>
                  <a:pt x="347" y="53"/>
                </a:lnTo>
                <a:lnTo>
                  <a:pt x="347" y="52"/>
                </a:lnTo>
                <a:lnTo>
                  <a:pt x="348" y="52"/>
                </a:lnTo>
                <a:lnTo>
                  <a:pt x="348" y="51"/>
                </a:lnTo>
                <a:lnTo>
                  <a:pt x="347" y="50"/>
                </a:lnTo>
                <a:lnTo>
                  <a:pt x="347" y="49"/>
                </a:lnTo>
                <a:lnTo>
                  <a:pt x="347" y="48"/>
                </a:lnTo>
                <a:lnTo>
                  <a:pt x="346" y="48"/>
                </a:lnTo>
                <a:lnTo>
                  <a:pt x="346" y="47"/>
                </a:lnTo>
                <a:lnTo>
                  <a:pt x="345" y="47"/>
                </a:lnTo>
                <a:lnTo>
                  <a:pt x="345" y="46"/>
                </a:lnTo>
                <a:lnTo>
                  <a:pt x="346" y="46"/>
                </a:lnTo>
                <a:lnTo>
                  <a:pt x="346" y="45"/>
                </a:lnTo>
                <a:lnTo>
                  <a:pt x="347" y="45"/>
                </a:lnTo>
                <a:lnTo>
                  <a:pt x="348" y="45"/>
                </a:lnTo>
                <a:lnTo>
                  <a:pt x="348" y="46"/>
                </a:lnTo>
                <a:lnTo>
                  <a:pt x="349" y="46"/>
                </a:lnTo>
                <a:lnTo>
                  <a:pt x="350" y="46"/>
                </a:lnTo>
                <a:lnTo>
                  <a:pt x="351" y="46"/>
                </a:lnTo>
                <a:lnTo>
                  <a:pt x="352" y="45"/>
                </a:lnTo>
                <a:lnTo>
                  <a:pt x="353" y="45"/>
                </a:lnTo>
                <a:lnTo>
                  <a:pt x="352" y="45"/>
                </a:lnTo>
                <a:lnTo>
                  <a:pt x="352" y="44"/>
                </a:lnTo>
                <a:lnTo>
                  <a:pt x="352" y="43"/>
                </a:lnTo>
                <a:lnTo>
                  <a:pt x="353" y="42"/>
                </a:lnTo>
                <a:lnTo>
                  <a:pt x="353" y="41"/>
                </a:lnTo>
                <a:lnTo>
                  <a:pt x="352" y="41"/>
                </a:lnTo>
                <a:lnTo>
                  <a:pt x="350" y="41"/>
                </a:lnTo>
                <a:lnTo>
                  <a:pt x="349" y="41"/>
                </a:lnTo>
                <a:lnTo>
                  <a:pt x="348" y="41"/>
                </a:lnTo>
                <a:lnTo>
                  <a:pt x="348" y="40"/>
                </a:lnTo>
                <a:lnTo>
                  <a:pt x="348" y="39"/>
                </a:lnTo>
                <a:lnTo>
                  <a:pt x="349" y="38"/>
                </a:lnTo>
                <a:lnTo>
                  <a:pt x="350" y="38"/>
                </a:lnTo>
                <a:lnTo>
                  <a:pt x="351" y="38"/>
                </a:lnTo>
                <a:lnTo>
                  <a:pt x="351" y="37"/>
                </a:lnTo>
                <a:lnTo>
                  <a:pt x="351" y="35"/>
                </a:lnTo>
                <a:lnTo>
                  <a:pt x="350" y="33"/>
                </a:lnTo>
                <a:lnTo>
                  <a:pt x="349" y="31"/>
                </a:lnTo>
                <a:lnTo>
                  <a:pt x="349" y="30"/>
                </a:lnTo>
                <a:lnTo>
                  <a:pt x="350" y="29"/>
                </a:lnTo>
                <a:lnTo>
                  <a:pt x="352" y="29"/>
                </a:lnTo>
                <a:lnTo>
                  <a:pt x="353" y="29"/>
                </a:lnTo>
                <a:lnTo>
                  <a:pt x="354" y="29"/>
                </a:lnTo>
                <a:lnTo>
                  <a:pt x="354" y="28"/>
                </a:lnTo>
                <a:lnTo>
                  <a:pt x="353" y="27"/>
                </a:lnTo>
                <a:lnTo>
                  <a:pt x="353" y="26"/>
                </a:lnTo>
                <a:lnTo>
                  <a:pt x="352" y="26"/>
                </a:lnTo>
                <a:lnTo>
                  <a:pt x="350" y="25"/>
                </a:lnTo>
                <a:lnTo>
                  <a:pt x="349" y="25"/>
                </a:lnTo>
                <a:lnTo>
                  <a:pt x="348" y="25"/>
                </a:lnTo>
                <a:lnTo>
                  <a:pt x="348" y="24"/>
                </a:lnTo>
                <a:lnTo>
                  <a:pt x="347" y="24"/>
                </a:lnTo>
                <a:lnTo>
                  <a:pt x="347" y="23"/>
                </a:lnTo>
                <a:lnTo>
                  <a:pt x="348" y="23"/>
                </a:lnTo>
                <a:lnTo>
                  <a:pt x="350" y="23"/>
                </a:lnTo>
                <a:lnTo>
                  <a:pt x="351" y="23"/>
                </a:lnTo>
                <a:lnTo>
                  <a:pt x="352" y="23"/>
                </a:lnTo>
                <a:lnTo>
                  <a:pt x="352" y="22"/>
                </a:lnTo>
                <a:lnTo>
                  <a:pt x="352" y="21"/>
                </a:lnTo>
                <a:lnTo>
                  <a:pt x="351" y="21"/>
                </a:lnTo>
                <a:lnTo>
                  <a:pt x="352" y="20"/>
                </a:lnTo>
                <a:lnTo>
                  <a:pt x="353" y="20"/>
                </a:lnTo>
                <a:lnTo>
                  <a:pt x="352" y="19"/>
                </a:lnTo>
                <a:lnTo>
                  <a:pt x="352" y="18"/>
                </a:lnTo>
                <a:lnTo>
                  <a:pt x="351" y="18"/>
                </a:lnTo>
                <a:lnTo>
                  <a:pt x="352" y="17"/>
                </a:lnTo>
                <a:lnTo>
                  <a:pt x="352" y="15"/>
                </a:lnTo>
                <a:lnTo>
                  <a:pt x="352" y="14"/>
                </a:lnTo>
                <a:lnTo>
                  <a:pt x="352" y="13"/>
                </a:lnTo>
                <a:lnTo>
                  <a:pt x="353" y="13"/>
                </a:lnTo>
                <a:lnTo>
                  <a:pt x="354" y="13"/>
                </a:lnTo>
                <a:lnTo>
                  <a:pt x="354" y="12"/>
                </a:lnTo>
                <a:lnTo>
                  <a:pt x="354" y="11"/>
                </a:lnTo>
                <a:lnTo>
                  <a:pt x="353" y="9"/>
                </a:lnTo>
                <a:lnTo>
                  <a:pt x="353" y="8"/>
                </a:lnTo>
                <a:lnTo>
                  <a:pt x="354" y="8"/>
                </a:lnTo>
                <a:lnTo>
                  <a:pt x="355" y="8"/>
                </a:lnTo>
                <a:lnTo>
                  <a:pt x="356" y="6"/>
                </a:lnTo>
                <a:lnTo>
                  <a:pt x="357" y="6"/>
                </a:lnTo>
                <a:lnTo>
                  <a:pt x="356" y="5"/>
                </a:lnTo>
                <a:lnTo>
                  <a:pt x="355" y="4"/>
                </a:lnTo>
                <a:lnTo>
                  <a:pt x="356" y="2"/>
                </a:lnTo>
                <a:lnTo>
                  <a:pt x="357" y="2"/>
                </a:lnTo>
                <a:lnTo>
                  <a:pt x="357" y="1"/>
                </a:lnTo>
                <a:lnTo>
                  <a:pt x="357" y="0"/>
                </a:lnTo>
                <a:lnTo>
                  <a:pt x="358" y="0"/>
                </a:lnTo>
                <a:lnTo>
                  <a:pt x="358" y="1"/>
                </a:lnTo>
                <a:close/>
              </a:path>
            </a:pathLst>
          </a:custGeom>
          <a:solidFill>
            <a:srgbClr val="FDFEC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1" name=""/>
          <p:cNvSpPr/>
          <p:nvPr/>
        </p:nvSpPr>
        <p:spPr>
          <a:xfrm>
            <a:off x="6812640" y="20178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2" name=""/>
          <p:cNvSpPr/>
          <p:nvPr/>
        </p:nvSpPr>
        <p:spPr>
          <a:xfrm>
            <a:off x="6813000" y="20170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3" name=""/>
          <p:cNvSpPr/>
          <p:nvPr/>
        </p:nvSpPr>
        <p:spPr>
          <a:xfrm>
            <a:off x="6825600" y="20167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4" name=""/>
          <p:cNvSpPr/>
          <p:nvPr/>
        </p:nvSpPr>
        <p:spPr>
          <a:xfrm>
            <a:off x="6815880" y="20163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5" name=""/>
          <p:cNvSpPr/>
          <p:nvPr/>
        </p:nvSpPr>
        <p:spPr>
          <a:xfrm>
            <a:off x="6820200" y="2014560"/>
            <a:ext cx="2520" cy="3600"/>
          </a:xfrm>
          <a:custGeom>
            <a:avLst/>
            <a:gdLst/>
            <a:ahLst/>
            <a:rect l="0" t="0" r="r" b="b"/>
            <a:pathLst>
              <a:path w="7" h="10"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5"/>
                </a:lnTo>
                <a:lnTo>
                  <a:pt x="4" y="5"/>
                </a:lnTo>
                <a:lnTo>
                  <a:pt x="5" y="5"/>
                </a:lnTo>
                <a:lnTo>
                  <a:pt x="7" y="5"/>
                </a:lnTo>
                <a:lnTo>
                  <a:pt x="7" y="6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5" y="10"/>
                </a:lnTo>
                <a:lnTo>
                  <a:pt x="5" y="8"/>
                </a:lnTo>
                <a:lnTo>
                  <a:pt x="4" y="8"/>
                </a:lnTo>
                <a:lnTo>
                  <a:pt x="4" y="7"/>
                </a:lnTo>
                <a:lnTo>
                  <a:pt x="4" y="8"/>
                </a:lnTo>
                <a:lnTo>
                  <a:pt x="4" y="10"/>
                </a:lnTo>
                <a:lnTo>
                  <a:pt x="3" y="8"/>
                </a:lnTo>
                <a:lnTo>
                  <a:pt x="3" y="10"/>
                </a:lnTo>
                <a:lnTo>
                  <a:pt x="2" y="10"/>
                </a:lnTo>
                <a:lnTo>
                  <a:pt x="2" y="8"/>
                </a:lnTo>
                <a:lnTo>
                  <a:pt x="1" y="8"/>
                </a:lnTo>
                <a:lnTo>
                  <a:pt x="2" y="8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6" name=""/>
          <p:cNvSpPr/>
          <p:nvPr/>
        </p:nvSpPr>
        <p:spPr>
          <a:xfrm>
            <a:off x="6816960" y="20152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3" y="1"/>
                </a:moveTo>
                <a:lnTo>
                  <a:pt x="3" y="3"/>
                </a:lnTo>
                <a:lnTo>
                  <a:pt x="2" y="3"/>
                </a:lnTo>
                <a:lnTo>
                  <a:pt x="3" y="3"/>
                </a:lnTo>
                <a:lnTo>
                  <a:pt x="3" y="4"/>
                </a:lnTo>
                <a:lnTo>
                  <a:pt x="3" y="3"/>
                </a:lnTo>
                <a:lnTo>
                  <a:pt x="5" y="3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7" name=""/>
          <p:cNvSpPr/>
          <p:nvPr/>
        </p:nvSpPr>
        <p:spPr>
          <a:xfrm>
            <a:off x="6822000" y="2014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4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8" name=""/>
          <p:cNvSpPr/>
          <p:nvPr/>
        </p:nvSpPr>
        <p:spPr>
          <a:xfrm>
            <a:off x="6820920" y="2012400"/>
            <a:ext cx="5760" cy="4680"/>
          </a:xfrm>
          <a:custGeom>
            <a:avLst/>
            <a:gdLst/>
            <a:ahLst/>
            <a:rect l="0" t="0" r="r" b="b"/>
            <a:pathLst>
              <a:path w="16" h="13">
                <a:moveTo>
                  <a:pt x="13" y="1"/>
                </a:moveTo>
                <a:lnTo>
                  <a:pt x="14" y="1"/>
                </a:lnTo>
                <a:lnTo>
                  <a:pt x="14" y="2"/>
                </a:lnTo>
                <a:lnTo>
                  <a:pt x="14" y="3"/>
                </a:lnTo>
                <a:lnTo>
                  <a:pt x="15" y="3"/>
                </a:lnTo>
                <a:lnTo>
                  <a:pt x="16" y="5"/>
                </a:lnTo>
                <a:lnTo>
                  <a:pt x="15" y="5"/>
                </a:lnTo>
                <a:lnTo>
                  <a:pt x="15" y="6"/>
                </a:lnTo>
                <a:lnTo>
                  <a:pt x="15" y="7"/>
                </a:lnTo>
                <a:lnTo>
                  <a:pt x="14" y="7"/>
                </a:lnTo>
                <a:lnTo>
                  <a:pt x="15" y="7"/>
                </a:lnTo>
                <a:lnTo>
                  <a:pt x="15" y="8"/>
                </a:lnTo>
                <a:lnTo>
                  <a:pt x="15" y="9"/>
                </a:lnTo>
                <a:lnTo>
                  <a:pt x="15" y="10"/>
                </a:lnTo>
                <a:lnTo>
                  <a:pt x="15" y="11"/>
                </a:lnTo>
                <a:lnTo>
                  <a:pt x="16" y="11"/>
                </a:lnTo>
                <a:lnTo>
                  <a:pt x="16" y="12"/>
                </a:lnTo>
                <a:lnTo>
                  <a:pt x="16" y="11"/>
                </a:lnTo>
                <a:lnTo>
                  <a:pt x="15" y="11"/>
                </a:lnTo>
                <a:lnTo>
                  <a:pt x="15" y="12"/>
                </a:lnTo>
                <a:lnTo>
                  <a:pt x="14" y="12"/>
                </a:lnTo>
                <a:lnTo>
                  <a:pt x="14" y="11"/>
                </a:lnTo>
                <a:lnTo>
                  <a:pt x="14" y="10"/>
                </a:lnTo>
                <a:lnTo>
                  <a:pt x="13" y="10"/>
                </a:lnTo>
                <a:lnTo>
                  <a:pt x="13" y="9"/>
                </a:lnTo>
                <a:lnTo>
                  <a:pt x="13" y="8"/>
                </a:lnTo>
                <a:lnTo>
                  <a:pt x="13" y="7"/>
                </a:lnTo>
                <a:lnTo>
                  <a:pt x="12" y="7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8"/>
                </a:lnTo>
                <a:lnTo>
                  <a:pt x="12" y="9"/>
                </a:lnTo>
                <a:lnTo>
                  <a:pt x="11" y="9"/>
                </a:lnTo>
                <a:lnTo>
                  <a:pt x="11" y="10"/>
                </a:lnTo>
                <a:lnTo>
                  <a:pt x="12" y="10"/>
                </a:lnTo>
                <a:lnTo>
                  <a:pt x="12" y="11"/>
                </a:lnTo>
                <a:lnTo>
                  <a:pt x="11" y="11"/>
                </a:lnTo>
                <a:lnTo>
                  <a:pt x="12" y="12"/>
                </a:lnTo>
                <a:lnTo>
                  <a:pt x="12" y="13"/>
                </a:lnTo>
                <a:lnTo>
                  <a:pt x="11" y="13"/>
                </a:lnTo>
                <a:lnTo>
                  <a:pt x="11" y="12"/>
                </a:lnTo>
                <a:lnTo>
                  <a:pt x="11" y="11"/>
                </a:lnTo>
                <a:lnTo>
                  <a:pt x="11" y="10"/>
                </a:lnTo>
                <a:lnTo>
                  <a:pt x="10" y="11"/>
                </a:lnTo>
                <a:lnTo>
                  <a:pt x="9" y="11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9" y="8"/>
                </a:lnTo>
                <a:lnTo>
                  <a:pt x="8" y="8"/>
                </a:lnTo>
                <a:lnTo>
                  <a:pt x="8" y="7"/>
                </a:lnTo>
                <a:lnTo>
                  <a:pt x="7" y="7"/>
                </a:lnTo>
                <a:lnTo>
                  <a:pt x="7" y="8"/>
                </a:lnTo>
                <a:lnTo>
                  <a:pt x="7" y="9"/>
                </a:lnTo>
                <a:lnTo>
                  <a:pt x="5" y="9"/>
                </a:lnTo>
                <a:lnTo>
                  <a:pt x="5" y="8"/>
                </a:lnTo>
                <a:lnTo>
                  <a:pt x="5" y="7"/>
                </a:lnTo>
                <a:lnTo>
                  <a:pt x="4" y="7"/>
                </a:lnTo>
                <a:lnTo>
                  <a:pt x="3" y="7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1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7" y="1"/>
                </a:lnTo>
                <a:lnTo>
                  <a:pt x="7" y="2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1" y="0"/>
                </a:lnTo>
                <a:lnTo>
                  <a:pt x="12" y="1"/>
                </a:lnTo>
                <a:lnTo>
                  <a:pt x="13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9" name=""/>
          <p:cNvSpPr/>
          <p:nvPr/>
        </p:nvSpPr>
        <p:spPr>
          <a:xfrm>
            <a:off x="6817320" y="201384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3" y="3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0" name=""/>
          <p:cNvSpPr/>
          <p:nvPr/>
        </p:nvSpPr>
        <p:spPr>
          <a:xfrm>
            <a:off x="6818040" y="2013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1" name=""/>
          <p:cNvSpPr/>
          <p:nvPr/>
        </p:nvSpPr>
        <p:spPr>
          <a:xfrm>
            <a:off x="6810480" y="2010240"/>
            <a:ext cx="8640" cy="6840"/>
          </a:xfrm>
          <a:custGeom>
            <a:avLst/>
            <a:gdLst/>
            <a:ahLst/>
            <a:rect l="0" t="0" r="r" b="b"/>
            <a:pathLst>
              <a:path w="24" h="19">
                <a:moveTo>
                  <a:pt x="22" y="0"/>
                </a:moveTo>
                <a:lnTo>
                  <a:pt x="24" y="1"/>
                </a:lnTo>
                <a:lnTo>
                  <a:pt x="22" y="1"/>
                </a:lnTo>
                <a:lnTo>
                  <a:pt x="22" y="2"/>
                </a:lnTo>
                <a:lnTo>
                  <a:pt x="22" y="3"/>
                </a:lnTo>
                <a:lnTo>
                  <a:pt x="22" y="4"/>
                </a:lnTo>
                <a:lnTo>
                  <a:pt x="22" y="6"/>
                </a:lnTo>
                <a:lnTo>
                  <a:pt x="21" y="6"/>
                </a:lnTo>
                <a:lnTo>
                  <a:pt x="20" y="6"/>
                </a:lnTo>
                <a:lnTo>
                  <a:pt x="20" y="4"/>
                </a:lnTo>
                <a:lnTo>
                  <a:pt x="19" y="4"/>
                </a:lnTo>
                <a:lnTo>
                  <a:pt x="18" y="4"/>
                </a:lnTo>
                <a:lnTo>
                  <a:pt x="18" y="6"/>
                </a:lnTo>
                <a:lnTo>
                  <a:pt x="19" y="6"/>
                </a:lnTo>
                <a:lnTo>
                  <a:pt x="18" y="6"/>
                </a:lnTo>
                <a:lnTo>
                  <a:pt x="18" y="7"/>
                </a:lnTo>
                <a:lnTo>
                  <a:pt x="19" y="7"/>
                </a:lnTo>
                <a:lnTo>
                  <a:pt x="19" y="8"/>
                </a:lnTo>
                <a:lnTo>
                  <a:pt x="19" y="9"/>
                </a:lnTo>
                <a:lnTo>
                  <a:pt x="19" y="10"/>
                </a:lnTo>
                <a:lnTo>
                  <a:pt x="18" y="10"/>
                </a:lnTo>
                <a:lnTo>
                  <a:pt x="17" y="10"/>
                </a:lnTo>
                <a:lnTo>
                  <a:pt x="16" y="10"/>
                </a:lnTo>
                <a:lnTo>
                  <a:pt x="17" y="11"/>
                </a:lnTo>
                <a:lnTo>
                  <a:pt x="18" y="12"/>
                </a:lnTo>
                <a:lnTo>
                  <a:pt x="17" y="12"/>
                </a:lnTo>
                <a:lnTo>
                  <a:pt x="17" y="13"/>
                </a:lnTo>
                <a:lnTo>
                  <a:pt x="16" y="13"/>
                </a:lnTo>
                <a:lnTo>
                  <a:pt x="16" y="14"/>
                </a:lnTo>
                <a:lnTo>
                  <a:pt x="16" y="13"/>
                </a:lnTo>
                <a:lnTo>
                  <a:pt x="16" y="14"/>
                </a:lnTo>
                <a:lnTo>
                  <a:pt x="16" y="13"/>
                </a:lnTo>
                <a:lnTo>
                  <a:pt x="16" y="14"/>
                </a:lnTo>
                <a:lnTo>
                  <a:pt x="17" y="14"/>
                </a:lnTo>
                <a:lnTo>
                  <a:pt x="18" y="14"/>
                </a:lnTo>
                <a:lnTo>
                  <a:pt x="19" y="15"/>
                </a:lnTo>
                <a:lnTo>
                  <a:pt x="18" y="15"/>
                </a:lnTo>
                <a:lnTo>
                  <a:pt x="18" y="16"/>
                </a:lnTo>
                <a:lnTo>
                  <a:pt x="17" y="16"/>
                </a:lnTo>
                <a:lnTo>
                  <a:pt x="17" y="17"/>
                </a:lnTo>
                <a:lnTo>
                  <a:pt x="17" y="16"/>
                </a:lnTo>
                <a:lnTo>
                  <a:pt x="16" y="16"/>
                </a:lnTo>
                <a:lnTo>
                  <a:pt x="15" y="17"/>
                </a:lnTo>
                <a:lnTo>
                  <a:pt x="14" y="16"/>
                </a:lnTo>
                <a:lnTo>
                  <a:pt x="15" y="16"/>
                </a:lnTo>
                <a:lnTo>
                  <a:pt x="15" y="15"/>
                </a:lnTo>
                <a:lnTo>
                  <a:pt x="14" y="15"/>
                </a:lnTo>
                <a:lnTo>
                  <a:pt x="14" y="14"/>
                </a:lnTo>
                <a:lnTo>
                  <a:pt x="15" y="14"/>
                </a:lnTo>
                <a:lnTo>
                  <a:pt x="14" y="14"/>
                </a:lnTo>
                <a:lnTo>
                  <a:pt x="14" y="13"/>
                </a:lnTo>
                <a:lnTo>
                  <a:pt x="14" y="14"/>
                </a:lnTo>
                <a:lnTo>
                  <a:pt x="13" y="14"/>
                </a:lnTo>
                <a:lnTo>
                  <a:pt x="12" y="14"/>
                </a:lnTo>
                <a:lnTo>
                  <a:pt x="11" y="14"/>
                </a:lnTo>
                <a:lnTo>
                  <a:pt x="11" y="15"/>
                </a:lnTo>
                <a:lnTo>
                  <a:pt x="10" y="15"/>
                </a:lnTo>
                <a:lnTo>
                  <a:pt x="9" y="15"/>
                </a:lnTo>
                <a:lnTo>
                  <a:pt x="8" y="15"/>
                </a:lnTo>
                <a:lnTo>
                  <a:pt x="8" y="16"/>
                </a:lnTo>
                <a:lnTo>
                  <a:pt x="9" y="16"/>
                </a:lnTo>
                <a:lnTo>
                  <a:pt x="9" y="17"/>
                </a:lnTo>
                <a:lnTo>
                  <a:pt x="8" y="17"/>
                </a:lnTo>
                <a:lnTo>
                  <a:pt x="7" y="17"/>
                </a:lnTo>
                <a:lnTo>
                  <a:pt x="7" y="18"/>
                </a:lnTo>
                <a:lnTo>
                  <a:pt x="7" y="17"/>
                </a:lnTo>
                <a:lnTo>
                  <a:pt x="6" y="17"/>
                </a:lnTo>
                <a:lnTo>
                  <a:pt x="6" y="16"/>
                </a:lnTo>
                <a:lnTo>
                  <a:pt x="5" y="15"/>
                </a:lnTo>
                <a:lnTo>
                  <a:pt x="5" y="16"/>
                </a:lnTo>
                <a:lnTo>
                  <a:pt x="4" y="16"/>
                </a:lnTo>
                <a:lnTo>
                  <a:pt x="4" y="17"/>
                </a:lnTo>
                <a:lnTo>
                  <a:pt x="3" y="17"/>
                </a:lnTo>
                <a:lnTo>
                  <a:pt x="3" y="18"/>
                </a:lnTo>
                <a:lnTo>
                  <a:pt x="2" y="18"/>
                </a:lnTo>
                <a:lnTo>
                  <a:pt x="1" y="18"/>
                </a:lnTo>
                <a:lnTo>
                  <a:pt x="1" y="19"/>
                </a:lnTo>
                <a:lnTo>
                  <a:pt x="0" y="19"/>
                </a:lnTo>
                <a:lnTo>
                  <a:pt x="0" y="18"/>
                </a:lnTo>
                <a:lnTo>
                  <a:pt x="1" y="18"/>
                </a:lnTo>
                <a:lnTo>
                  <a:pt x="0" y="18"/>
                </a:lnTo>
                <a:lnTo>
                  <a:pt x="0" y="17"/>
                </a:lnTo>
                <a:lnTo>
                  <a:pt x="0" y="16"/>
                </a:lnTo>
                <a:lnTo>
                  <a:pt x="0" y="15"/>
                </a:lnTo>
                <a:lnTo>
                  <a:pt x="0" y="14"/>
                </a:lnTo>
                <a:lnTo>
                  <a:pt x="1" y="15"/>
                </a:lnTo>
                <a:lnTo>
                  <a:pt x="1" y="14"/>
                </a:lnTo>
                <a:lnTo>
                  <a:pt x="1" y="13"/>
                </a:lnTo>
                <a:lnTo>
                  <a:pt x="2" y="13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2" y="11"/>
                </a:lnTo>
                <a:lnTo>
                  <a:pt x="3" y="11"/>
                </a:lnTo>
                <a:lnTo>
                  <a:pt x="3" y="10"/>
                </a:lnTo>
                <a:lnTo>
                  <a:pt x="4" y="10"/>
                </a:lnTo>
                <a:lnTo>
                  <a:pt x="5" y="10"/>
                </a:lnTo>
                <a:lnTo>
                  <a:pt x="4" y="10"/>
                </a:lnTo>
                <a:lnTo>
                  <a:pt x="4" y="9"/>
                </a:lnTo>
                <a:lnTo>
                  <a:pt x="5" y="9"/>
                </a:lnTo>
                <a:lnTo>
                  <a:pt x="5" y="8"/>
                </a:lnTo>
                <a:lnTo>
                  <a:pt x="6" y="7"/>
                </a:lnTo>
                <a:lnTo>
                  <a:pt x="8" y="7"/>
                </a:lnTo>
                <a:lnTo>
                  <a:pt x="9" y="8"/>
                </a:lnTo>
                <a:lnTo>
                  <a:pt x="9" y="9"/>
                </a:lnTo>
                <a:lnTo>
                  <a:pt x="9" y="8"/>
                </a:lnTo>
                <a:lnTo>
                  <a:pt x="10" y="8"/>
                </a:lnTo>
                <a:lnTo>
                  <a:pt x="10" y="7"/>
                </a:lnTo>
                <a:lnTo>
                  <a:pt x="11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4" y="4"/>
                </a:lnTo>
                <a:lnTo>
                  <a:pt x="15" y="4"/>
                </a:lnTo>
                <a:lnTo>
                  <a:pt x="16" y="4"/>
                </a:lnTo>
                <a:lnTo>
                  <a:pt x="16" y="3"/>
                </a:lnTo>
                <a:lnTo>
                  <a:pt x="17" y="3"/>
                </a:lnTo>
                <a:lnTo>
                  <a:pt x="18" y="2"/>
                </a:lnTo>
                <a:lnTo>
                  <a:pt x="19" y="1"/>
                </a:lnTo>
                <a:lnTo>
                  <a:pt x="19" y="2"/>
                </a:lnTo>
                <a:lnTo>
                  <a:pt x="19" y="1"/>
                </a:lnTo>
                <a:lnTo>
                  <a:pt x="20" y="1"/>
                </a:lnTo>
                <a:lnTo>
                  <a:pt x="21" y="1"/>
                </a:lnTo>
                <a:lnTo>
                  <a:pt x="21" y="0"/>
                </a:lnTo>
                <a:lnTo>
                  <a:pt x="22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2" name=""/>
          <p:cNvSpPr/>
          <p:nvPr/>
        </p:nvSpPr>
        <p:spPr>
          <a:xfrm>
            <a:off x="6817680" y="20124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3" name=""/>
          <p:cNvSpPr/>
          <p:nvPr/>
        </p:nvSpPr>
        <p:spPr>
          <a:xfrm>
            <a:off x="6812280" y="2010960"/>
            <a:ext cx="2880" cy="1800"/>
          </a:xfrm>
          <a:custGeom>
            <a:avLst/>
            <a:gdLst/>
            <a:ahLst/>
            <a:rect l="0" t="0" r="r" b="b"/>
            <a:pathLst>
              <a:path w="8" h="5">
                <a:moveTo>
                  <a:pt x="7" y="1"/>
                </a:moveTo>
                <a:lnTo>
                  <a:pt x="6" y="1"/>
                </a:lnTo>
                <a:lnTo>
                  <a:pt x="6" y="3"/>
                </a:lnTo>
                <a:lnTo>
                  <a:pt x="7" y="3"/>
                </a:lnTo>
                <a:lnTo>
                  <a:pt x="7" y="1"/>
                </a:lnTo>
                <a:lnTo>
                  <a:pt x="8" y="1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1" y="5"/>
                </a:lnTo>
                <a:lnTo>
                  <a:pt x="0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0"/>
                </a:lnTo>
                <a:lnTo>
                  <a:pt x="7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4" name=""/>
          <p:cNvSpPr/>
          <p:nvPr/>
        </p:nvSpPr>
        <p:spPr>
          <a:xfrm>
            <a:off x="6819480" y="200952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4" y="1"/>
                </a:moveTo>
                <a:lnTo>
                  <a:pt x="4" y="2"/>
                </a:lnTo>
                <a:lnTo>
                  <a:pt x="6" y="5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5" name=""/>
          <p:cNvSpPr/>
          <p:nvPr/>
        </p:nvSpPr>
        <p:spPr>
          <a:xfrm>
            <a:off x="6818400" y="20098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6" name=""/>
          <p:cNvSpPr/>
          <p:nvPr/>
        </p:nvSpPr>
        <p:spPr>
          <a:xfrm>
            <a:off x="6811920" y="20084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7" name=""/>
          <p:cNvSpPr/>
          <p:nvPr/>
        </p:nvSpPr>
        <p:spPr>
          <a:xfrm>
            <a:off x="6812640" y="2000880"/>
            <a:ext cx="19440" cy="13320"/>
          </a:xfrm>
          <a:custGeom>
            <a:avLst/>
            <a:gdLst/>
            <a:ahLst/>
            <a:rect l="0" t="0" r="r" b="b"/>
            <a:pathLst>
              <a:path w="54" h="37">
                <a:moveTo>
                  <a:pt x="30" y="0"/>
                </a:moveTo>
                <a:lnTo>
                  <a:pt x="30" y="1"/>
                </a:lnTo>
                <a:lnTo>
                  <a:pt x="31" y="1"/>
                </a:lnTo>
                <a:lnTo>
                  <a:pt x="32" y="1"/>
                </a:lnTo>
                <a:lnTo>
                  <a:pt x="33" y="1"/>
                </a:lnTo>
                <a:lnTo>
                  <a:pt x="34" y="1"/>
                </a:lnTo>
                <a:lnTo>
                  <a:pt x="35" y="1"/>
                </a:lnTo>
                <a:lnTo>
                  <a:pt x="35" y="2"/>
                </a:lnTo>
                <a:lnTo>
                  <a:pt x="34" y="2"/>
                </a:lnTo>
                <a:lnTo>
                  <a:pt x="33" y="3"/>
                </a:lnTo>
                <a:lnTo>
                  <a:pt x="33" y="4"/>
                </a:lnTo>
                <a:lnTo>
                  <a:pt x="34" y="5"/>
                </a:lnTo>
                <a:lnTo>
                  <a:pt x="34" y="4"/>
                </a:lnTo>
                <a:lnTo>
                  <a:pt x="36" y="4"/>
                </a:lnTo>
                <a:lnTo>
                  <a:pt x="36" y="3"/>
                </a:lnTo>
                <a:lnTo>
                  <a:pt x="37" y="3"/>
                </a:lnTo>
                <a:lnTo>
                  <a:pt x="37" y="2"/>
                </a:lnTo>
                <a:lnTo>
                  <a:pt x="38" y="1"/>
                </a:lnTo>
                <a:lnTo>
                  <a:pt x="38" y="2"/>
                </a:lnTo>
                <a:lnTo>
                  <a:pt x="39" y="2"/>
                </a:lnTo>
                <a:lnTo>
                  <a:pt x="39" y="3"/>
                </a:lnTo>
                <a:lnTo>
                  <a:pt x="40" y="3"/>
                </a:lnTo>
                <a:lnTo>
                  <a:pt x="40" y="4"/>
                </a:lnTo>
                <a:lnTo>
                  <a:pt x="39" y="4"/>
                </a:lnTo>
                <a:lnTo>
                  <a:pt x="40" y="4"/>
                </a:lnTo>
                <a:lnTo>
                  <a:pt x="41" y="4"/>
                </a:lnTo>
                <a:lnTo>
                  <a:pt x="42" y="4"/>
                </a:lnTo>
                <a:lnTo>
                  <a:pt x="41" y="5"/>
                </a:lnTo>
                <a:lnTo>
                  <a:pt x="40" y="5"/>
                </a:lnTo>
                <a:lnTo>
                  <a:pt x="40" y="6"/>
                </a:lnTo>
                <a:lnTo>
                  <a:pt x="41" y="6"/>
                </a:lnTo>
                <a:lnTo>
                  <a:pt x="42" y="6"/>
                </a:lnTo>
                <a:lnTo>
                  <a:pt x="42" y="7"/>
                </a:lnTo>
                <a:lnTo>
                  <a:pt x="43" y="7"/>
                </a:lnTo>
                <a:lnTo>
                  <a:pt x="43" y="8"/>
                </a:lnTo>
                <a:lnTo>
                  <a:pt x="44" y="8"/>
                </a:lnTo>
                <a:lnTo>
                  <a:pt x="44" y="7"/>
                </a:lnTo>
                <a:lnTo>
                  <a:pt x="45" y="7"/>
                </a:lnTo>
                <a:lnTo>
                  <a:pt x="46" y="7"/>
                </a:lnTo>
                <a:lnTo>
                  <a:pt x="46" y="6"/>
                </a:lnTo>
                <a:lnTo>
                  <a:pt x="47" y="6"/>
                </a:lnTo>
                <a:lnTo>
                  <a:pt x="47" y="7"/>
                </a:lnTo>
                <a:lnTo>
                  <a:pt x="46" y="7"/>
                </a:lnTo>
                <a:lnTo>
                  <a:pt x="46" y="8"/>
                </a:lnTo>
                <a:lnTo>
                  <a:pt x="45" y="8"/>
                </a:lnTo>
                <a:lnTo>
                  <a:pt x="45" y="9"/>
                </a:lnTo>
                <a:lnTo>
                  <a:pt x="44" y="9"/>
                </a:lnTo>
                <a:lnTo>
                  <a:pt x="44" y="10"/>
                </a:lnTo>
                <a:lnTo>
                  <a:pt x="42" y="10"/>
                </a:lnTo>
                <a:lnTo>
                  <a:pt x="39" y="12"/>
                </a:lnTo>
                <a:lnTo>
                  <a:pt x="39" y="13"/>
                </a:lnTo>
                <a:lnTo>
                  <a:pt x="38" y="13"/>
                </a:lnTo>
                <a:lnTo>
                  <a:pt x="37" y="13"/>
                </a:lnTo>
                <a:lnTo>
                  <a:pt x="37" y="12"/>
                </a:lnTo>
                <a:lnTo>
                  <a:pt x="36" y="11"/>
                </a:lnTo>
                <a:lnTo>
                  <a:pt x="34" y="11"/>
                </a:lnTo>
                <a:lnTo>
                  <a:pt x="33" y="11"/>
                </a:lnTo>
                <a:lnTo>
                  <a:pt x="32" y="13"/>
                </a:lnTo>
                <a:lnTo>
                  <a:pt x="31" y="13"/>
                </a:lnTo>
                <a:lnTo>
                  <a:pt x="30" y="13"/>
                </a:lnTo>
                <a:lnTo>
                  <a:pt x="30" y="14"/>
                </a:lnTo>
                <a:lnTo>
                  <a:pt x="31" y="15"/>
                </a:lnTo>
                <a:lnTo>
                  <a:pt x="32" y="15"/>
                </a:lnTo>
                <a:lnTo>
                  <a:pt x="33" y="15"/>
                </a:lnTo>
                <a:lnTo>
                  <a:pt x="33" y="16"/>
                </a:lnTo>
                <a:lnTo>
                  <a:pt x="34" y="16"/>
                </a:lnTo>
                <a:lnTo>
                  <a:pt x="34" y="17"/>
                </a:lnTo>
                <a:lnTo>
                  <a:pt x="34" y="18"/>
                </a:lnTo>
                <a:lnTo>
                  <a:pt x="34" y="19"/>
                </a:lnTo>
                <a:lnTo>
                  <a:pt x="35" y="18"/>
                </a:lnTo>
                <a:lnTo>
                  <a:pt x="35" y="17"/>
                </a:lnTo>
                <a:lnTo>
                  <a:pt x="35" y="16"/>
                </a:lnTo>
                <a:lnTo>
                  <a:pt x="36" y="16"/>
                </a:lnTo>
                <a:lnTo>
                  <a:pt x="36" y="15"/>
                </a:lnTo>
                <a:lnTo>
                  <a:pt x="37" y="15"/>
                </a:lnTo>
                <a:lnTo>
                  <a:pt x="38" y="15"/>
                </a:lnTo>
                <a:lnTo>
                  <a:pt x="39" y="15"/>
                </a:lnTo>
                <a:lnTo>
                  <a:pt x="40" y="15"/>
                </a:lnTo>
                <a:lnTo>
                  <a:pt x="40" y="16"/>
                </a:lnTo>
                <a:lnTo>
                  <a:pt x="40" y="17"/>
                </a:lnTo>
                <a:lnTo>
                  <a:pt x="41" y="17"/>
                </a:lnTo>
                <a:lnTo>
                  <a:pt x="41" y="16"/>
                </a:lnTo>
                <a:lnTo>
                  <a:pt x="41" y="14"/>
                </a:lnTo>
                <a:lnTo>
                  <a:pt x="41" y="13"/>
                </a:lnTo>
                <a:lnTo>
                  <a:pt x="42" y="13"/>
                </a:lnTo>
                <a:lnTo>
                  <a:pt x="42" y="12"/>
                </a:lnTo>
                <a:lnTo>
                  <a:pt x="43" y="13"/>
                </a:lnTo>
                <a:lnTo>
                  <a:pt x="43" y="12"/>
                </a:lnTo>
                <a:lnTo>
                  <a:pt x="44" y="11"/>
                </a:lnTo>
                <a:lnTo>
                  <a:pt x="45" y="10"/>
                </a:lnTo>
                <a:lnTo>
                  <a:pt x="45" y="11"/>
                </a:lnTo>
                <a:lnTo>
                  <a:pt x="46" y="11"/>
                </a:lnTo>
                <a:lnTo>
                  <a:pt x="46" y="12"/>
                </a:lnTo>
                <a:lnTo>
                  <a:pt x="47" y="12"/>
                </a:lnTo>
                <a:lnTo>
                  <a:pt x="47" y="11"/>
                </a:lnTo>
                <a:lnTo>
                  <a:pt x="47" y="10"/>
                </a:lnTo>
                <a:lnTo>
                  <a:pt x="48" y="10"/>
                </a:lnTo>
                <a:lnTo>
                  <a:pt x="48" y="11"/>
                </a:lnTo>
                <a:lnTo>
                  <a:pt x="48" y="12"/>
                </a:lnTo>
                <a:lnTo>
                  <a:pt x="47" y="12"/>
                </a:lnTo>
                <a:lnTo>
                  <a:pt x="47" y="13"/>
                </a:lnTo>
                <a:lnTo>
                  <a:pt x="47" y="14"/>
                </a:lnTo>
                <a:lnTo>
                  <a:pt x="47" y="15"/>
                </a:lnTo>
                <a:lnTo>
                  <a:pt x="47" y="14"/>
                </a:lnTo>
                <a:lnTo>
                  <a:pt x="47" y="15"/>
                </a:lnTo>
                <a:lnTo>
                  <a:pt x="46" y="15"/>
                </a:lnTo>
                <a:lnTo>
                  <a:pt x="47" y="15"/>
                </a:lnTo>
                <a:lnTo>
                  <a:pt x="47" y="16"/>
                </a:lnTo>
                <a:lnTo>
                  <a:pt x="47" y="15"/>
                </a:lnTo>
                <a:lnTo>
                  <a:pt x="48" y="15"/>
                </a:lnTo>
                <a:lnTo>
                  <a:pt x="48" y="16"/>
                </a:lnTo>
                <a:lnTo>
                  <a:pt x="48" y="17"/>
                </a:lnTo>
                <a:lnTo>
                  <a:pt x="49" y="17"/>
                </a:lnTo>
                <a:lnTo>
                  <a:pt x="49" y="16"/>
                </a:lnTo>
                <a:lnTo>
                  <a:pt x="49" y="15"/>
                </a:lnTo>
                <a:lnTo>
                  <a:pt x="49" y="13"/>
                </a:lnTo>
                <a:lnTo>
                  <a:pt x="49" y="12"/>
                </a:lnTo>
                <a:lnTo>
                  <a:pt x="50" y="12"/>
                </a:lnTo>
                <a:lnTo>
                  <a:pt x="50" y="13"/>
                </a:lnTo>
                <a:lnTo>
                  <a:pt x="50" y="14"/>
                </a:lnTo>
                <a:lnTo>
                  <a:pt x="50" y="15"/>
                </a:lnTo>
                <a:lnTo>
                  <a:pt x="51" y="15"/>
                </a:lnTo>
                <a:lnTo>
                  <a:pt x="52" y="15"/>
                </a:lnTo>
                <a:lnTo>
                  <a:pt x="53" y="15"/>
                </a:lnTo>
                <a:lnTo>
                  <a:pt x="53" y="16"/>
                </a:lnTo>
                <a:lnTo>
                  <a:pt x="54" y="17"/>
                </a:lnTo>
                <a:lnTo>
                  <a:pt x="54" y="18"/>
                </a:lnTo>
                <a:lnTo>
                  <a:pt x="53" y="18"/>
                </a:lnTo>
                <a:lnTo>
                  <a:pt x="53" y="17"/>
                </a:lnTo>
                <a:lnTo>
                  <a:pt x="52" y="17"/>
                </a:lnTo>
                <a:lnTo>
                  <a:pt x="51" y="18"/>
                </a:lnTo>
                <a:lnTo>
                  <a:pt x="51" y="19"/>
                </a:lnTo>
                <a:lnTo>
                  <a:pt x="51" y="20"/>
                </a:lnTo>
                <a:lnTo>
                  <a:pt x="52" y="20"/>
                </a:lnTo>
                <a:lnTo>
                  <a:pt x="52" y="21"/>
                </a:lnTo>
                <a:lnTo>
                  <a:pt x="53" y="21"/>
                </a:lnTo>
                <a:lnTo>
                  <a:pt x="53" y="23"/>
                </a:lnTo>
                <a:lnTo>
                  <a:pt x="52" y="24"/>
                </a:lnTo>
                <a:lnTo>
                  <a:pt x="52" y="23"/>
                </a:lnTo>
                <a:lnTo>
                  <a:pt x="52" y="22"/>
                </a:lnTo>
                <a:lnTo>
                  <a:pt x="51" y="22"/>
                </a:lnTo>
                <a:lnTo>
                  <a:pt x="51" y="23"/>
                </a:lnTo>
                <a:lnTo>
                  <a:pt x="52" y="23"/>
                </a:lnTo>
                <a:lnTo>
                  <a:pt x="52" y="24"/>
                </a:lnTo>
                <a:lnTo>
                  <a:pt x="51" y="24"/>
                </a:lnTo>
                <a:lnTo>
                  <a:pt x="51" y="26"/>
                </a:lnTo>
                <a:lnTo>
                  <a:pt x="50" y="26"/>
                </a:lnTo>
                <a:lnTo>
                  <a:pt x="49" y="26"/>
                </a:lnTo>
                <a:lnTo>
                  <a:pt x="49" y="27"/>
                </a:lnTo>
                <a:lnTo>
                  <a:pt x="49" y="28"/>
                </a:lnTo>
                <a:lnTo>
                  <a:pt x="49" y="26"/>
                </a:lnTo>
                <a:lnTo>
                  <a:pt x="48" y="26"/>
                </a:lnTo>
                <a:lnTo>
                  <a:pt x="48" y="27"/>
                </a:lnTo>
                <a:lnTo>
                  <a:pt x="47" y="27"/>
                </a:lnTo>
                <a:lnTo>
                  <a:pt x="47" y="26"/>
                </a:lnTo>
                <a:lnTo>
                  <a:pt x="47" y="24"/>
                </a:lnTo>
                <a:lnTo>
                  <a:pt x="46" y="24"/>
                </a:lnTo>
                <a:lnTo>
                  <a:pt x="47" y="23"/>
                </a:lnTo>
                <a:lnTo>
                  <a:pt x="47" y="22"/>
                </a:lnTo>
                <a:lnTo>
                  <a:pt x="46" y="22"/>
                </a:lnTo>
                <a:lnTo>
                  <a:pt x="45" y="22"/>
                </a:lnTo>
                <a:lnTo>
                  <a:pt x="44" y="21"/>
                </a:lnTo>
                <a:lnTo>
                  <a:pt x="43" y="21"/>
                </a:lnTo>
                <a:lnTo>
                  <a:pt x="42" y="20"/>
                </a:lnTo>
                <a:lnTo>
                  <a:pt x="41" y="20"/>
                </a:lnTo>
                <a:lnTo>
                  <a:pt x="40" y="21"/>
                </a:lnTo>
                <a:lnTo>
                  <a:pt x="40" y="22"/>
                </a:lnTo>
                <a:lnTo>
                  <a:pt x="40" y="23"/>
                </a:lnTo>
                <a:lnTo>
                  <a:pt x="40" y="24"/>
                </a:lnTo>
                <a:lnTo>
                  <a:pt x="41" y="24"/>
                </a:lnTo>
                <a:lnTo>
                  <a:pt x="41" y="26"/>
                </a:lnTo>
                <a:lnTo>
                  <a:pt x="40" y="26"/>
                </a:lnTo>
                <a:lnTo>
                  <a:pt x="40" y="24"/>
                </a:lnTo>
                <a:lnTo>
                  <a:pt x="40" y="23"/>
                </a:lnTo>
                <a:lnTo>
                  <a:pt x="39" y="23"/>
                </a:lnTo>
                <a:lnTo>
                  <a:pt x="39" y="24"/>
                </a:lnTo>
                <a:lnTo>
                  <a:pt x="38" y="24"/>
                </a:lnTo>
                <a:lnTo>
                  <a:pt x="38" y="26"/>
                </a:lnTo>
                <a:lnTo>
                  <a:pt x="39" y="26"/>
                </a:lnTo>
                <a:lnTo>
                  <a:pt x="40" y="26"/>
                </a:lnTo>
                <a:lnTo>
                  <a:pt x="39" y="27"/>
                </a:lnTo>
                <a:lnTo>
                  <a:pt x="39" y="28"/>
                </a:lnTo>
                <a:lnTo>
                  <a:pt x="40" y="28"/>
                </a:lnTo>
                <a:lnTo>
                  <a:pt x="40" y="30"/>
                </a:lnTo>
                <a:lnTo>
                  <a:pt x="41" y="30"/>
                </a:lnTo>
                <a:lnTo>
                  <a:pt x="42" y="31"/>
                </a:lnTo>
                <a:lnTo>
                  <a:pt x="43" y="31"/>
                </a:lnTo>
                <a:lnTo>
                  <a:pt x="44" y="31"/>
                </a:lnTo>
                <a:lnTo>
                  <a:pt x="44" y="32"/>
                </a:lnTo>
                <a:lnTo>
                  <a:pt x="44" y="33"/>
                </a:lnTo>
                <a:lnTo>
                  <a:pt x="43" y="34"/>
                </a:lnTo>
                <a:lnTo>
                  <a:pt x="42" y="34"/>
                </a:lnTo>
                <a:lnTo>
                  <a:pt x="42" y="33"/>
                </a:lnTo>
                <a:lnTo>
                  <a:pt x="42" y="34"/>
                </a:lnTo>
                <a:lnTo>
                  <a:pt x="42" y="35"/>
                </a:lnTo>
                <a:lnTo>
                  <a:pt x="43" y="35"/>
                </a:lnTo>
                <a:lnTo>
                  <a:pt x="43" y="36"/>
                </a:lnTo>
                <a:lnTo>
                  <a:pt x="44" y="36"/>
                </a:lnTo>
                <a:lnTo>
                  <a:pt x="44" y="37"/>
                </a:lnTo>
                <a:lnTo>
                  <a:pt x="43" y="37"/>
                </a:lnTo>
                <a:lnTo>
                  <a:pt x="43" y="36"/>
                </a:lnTo>
                <a:lnTo>
                  <a:pt x="42" y="36"/>
                </a:lnTo>
                <a:lnTo>
                  <a:pt x="41" y="36"/>
                </a:lnTo>
                <a:lnTo>
                  <a:pt x="41" y="37"/>
                </a:lnTo>
                <a:lnTo>
                  <a:pt x="40" y="37"/>
                </a:lnTo>
                <a:lnTo>
                  <a:pt x="40" y="36"/>
                </a:lnTo>
                <a:lnTo>
                  <a:pt x="39" y="36"/>
                </a:lnTo>
                <a:lnTo>
                  <a:pt x="39" y="35"/>
                </a:lnTo>
                <a:lnTo>
                  <a:pt x="40" y="34"/>
                </a:lnTo>
                <a:lnTo>
                  <a:pt x="40" y="33"/>
                </a:lnTo>
                <a:lnTo>
                  <a:pt x="39" y="33"/>
                </a:lnTo>
                <a:lnTo>
                  <a:pt x="39" y="32"/>
                </a:lnTo>
                <a:lnTo>
                  <a:pt x="38" y="32"/>
                </a:lnTo>
                <a:lnTo>
                  <a:pt x="38" y="33"/>
                </a:lnTo>
                <a:lnTo>
                  <a:pt x="37" y="34"/>
                </a:lnTo>
                <a:lnTo>
                  <a:pt x="36" y="34"/>
                </a:lnTo>
                <a:lnTo>
                  <a:pt x="36" y="33"/>
                </a:lnTo>
                <a:lnTo>
                  <a:pt x="35" y="32"/>
                </a:lnTo>
                <a:lnTo>
                  <a:pt x="34" y="32"/>
                </a:lnTo>
                <a:lnTo>
                  <a:pt x="32" y="30"/>
                </a:lnTo>
                <a:lnTo>
                  <a:pt x="32" y="31"/>
                </a:lnTo>
                <a:lnTo>
                  <a:pt x="32" y="32"/>
                </a:lnTo>
                <a:lnTo>
                  <a:pt x="31" y="32"/>
                </a:lnTo>
                <a:lnTo>
                  <a:pt x="31" y="33"/>
                </a:lnTo>
                <a:lnTo>
                  <a:pt x="30" y="33"/>
                </a:lnTo>
                <a:lnTo>
                  <a:pt x="29" y="33"/>
                </a:lnTo>
                <a:lnTo>
                  <a:pt x="28" y="33"/>
                </a:lnTo>
                <a:lnTo>
                  <a:pt x="28" y="32"/>
                </a:lnTo>
                <a:lnTo>
                  <a:pt x="28" y="30"/>
                </a:lnTo>
                <a:lnTo>
                  <a:pt x="27" y="30"/>
                </a:lnTo>
                <a:lnTo>
                  <a:pt x="26" y="30"/>
                </a:lnTo>
                <a:lnTo>
                  <a:pt x="25" y="30"/>
                </a:lnTo>
                <a:lnTo>
                  <a:pt x="23" y="30"/>
                </a:lnTo>
                <a:lnTo>
                  <a:pt x="25" y="29"/>
                </a:lnTo>
                <a:lnTo>
                  <a:pt x="25" y="28"/>
                </a:lnTo>
                <a:lnTo>
                  <a:pt x="23" y="28"/>
                </a:lnTo>
                <a:lnTo>
                  <a:pt x="23" y="27"/>
                </a:lnTo>
                <a:lnTo>
                  <a:pt x="22" y="24"/>
                </a:lnTo>
                <a:lnTo>
                  <a:pt x="22" y="23"/>
                </a:lnTo>
                <a:lnTo>
                  <a:pt x="21" y="23"/>
                </a:lnTo>
                <a:lnTo>
                  <a:pt x="20" y="23"/>
                </a:lnTo>
                <a:lnTo>
                  <a:pt x="19" y="23"/>
                </a:lnTo>
                <a:lnTo>
                  <a:pt x="18" y="23"/>
                </a:lnTo>
                <a:lnTo>
                  <a:pt x="18" y="24"/>
                </a:lnTo>
                <a:lnTo>
                  <a:pt x="17" y="24"/>
                </a:lnTo>
                <a:lnTo>
                  <a:pt x="17" y="23"/>
                </a:lnTo>
                <a:lnTo>
                  <a:pt x="16" y="24"/>
                </a:lnTo>
                <a:lnTo>
                  <a:pt x="15" y="24"/>
                </a:lnTo>
                <a:lnTo>
                  <a:pt x="14" y="26"/>
                </a:lnTo>
                <a:lnTo>
                  <a:pt x="13" y="26"/>
                </a:lnTo>
                <a:lnTo>
                  <a:pt x="12" y="24"/>
                </a:lnTo>
                <a:lnTo>
                  <a:pt x="11" y="24"/>
                </a:lnTo>
                <a:lnTo>
                  <a:pt x="10" y="24"/>
                </a:lnTo>
                <a:lnTo>
                  <a:pt x="9" y="23"/>
                </a:lnTo>
                <a:lnTo>
                  <a:pt x="8" y="22"/>
                </a:lnTo>
                <a:lnTo>
                  <a:pt x="7" y="22"/>
                </a:lnTo>
                <a:lnTo>
                  <a:pt x="8" y="23"/>
                </a:lnTo>
                <a:lnTo>
                  <a:pt x="7" y="23"/>
                </a:lnTo>
                <a:lnTo>
                  <a:pt x="6" y="23"/>
                </a:lnTo>
                <a:lnTo>
                  <a:pt x="5" y="23"/>
                </a:lnTo>
                <a:lnTo>
                  <a:pt x="5" y="24"/>
                </a:lnTo>
                <a:lnTo>
                  <a:pt x="4" y="24"/>
                </a:lnTo>
                <a:lnTo>
                  <a:pt x="3" y="24"/>
                </a:lnTo>
                <a:lnTo>
                  <a:pt x="2" y="23"/>
                </a:lnTo>
                <a:lnTo>
                  <a:pt x="1" y="22"/>
                </a:lnTo>
                <a:lnTo>
                  <a:pt x="2" y="22"/>
                </a:lnTo>
                <a:lnTo>
                  <a:pt x="2" y="21"/>
                </a:lnTo>
                <a:lnTo>
                  <a:pt x="2" y="20"/>
                </a:lnTo>
                <a:lnTo>
                  <a:pt x="1" y="19"/>
                </a:lnTo>
                <a:lnTo>
                  <a:pt x="0" y="19"/>
                </a:lnTo>
                <a:lnTo>
                  <a:pt x="1" y="18"/>
                </a:lnTo>
                <a:lnTo>
                  <a:pt x="1" y="17"/>
                </a:lnTo>
                <a:lnTo>
                  <a:pt x="2" y="17"/>
                </a:lnTo>
                <a:lnTo>
                  <a:pt x="3" y="17"/>
                </a:lnTo>
                <a:lnTo>
                  <a:pt x="3" y="16"/>
                </a:lnTo>
                <a:lnTo>
                  <a:pt x="4" y="16"/>
                </a:lnTo>
                <a:lnTo>
                  <a:pt x="5" y="16"/>
                </a:lnTo>
                <a:lnTo>
                  <a:pt x="5" y="15"/>
                </a:lnTo>
                <a:lnTo>
                  <a:pt x="6" y="14"/>
                </a:lnTo>
                <a:lnTo>
                  <a:pt x="6" y="13"/>
                </a:lnTo>
                <a:lnTo>
                  <a:pt x="7" y="13"/>
                </a:lnTo>
                <a:lnTo>
                  <a:pt x="8" y="13"/>
                </a:lnTo>
                <a:lnTo>
                  <a:pt x="8" y="12"/>
                </a:lnTo>
                <a:lnTo>
                  <a:pt x="9" y="11"/>
                </a:lnTo>
                <a:lnTo>
                  <a:pt x="10" y="10"/>
                </a:lnTo>
                <a:lnTo>
                  <a:pt x="10" y="9"/>
                </a:lnTo>
                <a:lnTo>
                  <a:pt x="11" y="9"/>
                </a:lnTo>
                <a:lnTo>
                  <a:pt x="12" y="9"/>
                </a:lnTo>
                <a:lnTo>
                  <a:pt x="12" y="10"/>
                </a:lnTo>
                <a:lnTo>
                  <a:pt x="12" y="11"/>
                </a:lnTo>
                <a:lnTo>
                  <a:pt x="12" y="10"/>
                </a:lnTo>
                <a:lnTo>
                  <a:pt x="13" y="10"/>
                </a:lnTo>
                <a:lnTo>
                  <a:pt x="14" y="10"/>
                </a:lnTo>
                <a:lnTo>
                  <a:pt x="14" y="9"/>
                </a:lnTo>
                <a:lnTo>
                  <a:pt x="14" y="8"/>
                </a:lnTo>
                <a:lnTo>
                  <a:pt x="14" y="7"/>
                </a:lnTo>
                <a:lnTo>
                  <a:pt x="15" y="7"/>
                </a:lnTo>
                <a:lnTo>
                  <a:pt x="16" y="7"/>
                </a:lnTo>
                <a:lnTo>
                  <a:pt x="16" y="6"/>
                </a:lnTo>
                <a:lnTo>
                  <a:pt x="17" y="6"/>
                </a:lnTo>
                <a:lnTo>
                  <a:pt x="17" y="5"/>
                </a:lnTo>
                <a:lnTo>
                  <a:pt x="18" y="5"/>
                </a:lnTo>
                <a:lnTo>
                  <a:pt x="18" y="6"/>
                </a:lnTo>
                <a:lnTo>
                  <a:pt x="19" y="6"/>
                </a:lnTo>
                <a:lnTo>
                  <a:pt x="19" y="5"/>
                </a:lnTo>
                <a:lnTo>
                  <a:pt x="19" y="4"/>
                </a:lnTo>
                <a:lnTo>
                  <a:pt x="20" y="3"/>
                </a:lnTo>
                <a:lnTo>
                  <a:pt x="21" y="3"/>
                </a:lnTo>
                <a:lnTo>
                  <a:pt x="22" y="3"/>
                </a:lnTo>
                <a:lnTo>
                  <a:pt x="22" y="4"/>
                </a:lnTo>
                <a:lnTo>
                  <a:pt x="23" y="4"/>
                </a:lnTo>
                <a:lnTo>
                  <a:pt x="23" y="3"/>
                </a:lnTo>
                <a:lnTo>
                  <a:pt x="25" y="3"/>
                </a:lnTo>
                <a:lnTo>
                  <a:pt x="25" y="2"/>
                </a:lnTo>
                <a:lnTo>
                  <a:pt x="26" y="2"/>
                </a:lnTo>
                <a:lnTo>
                  <a:pt x="27" y="3"/>
                </a:lnTo>
                <a:lnTo>
                  <a:pt x="27" y="2"/>
                </a:lnTo>
                <a:lnTo>
                  <a:pt x="27" y="1"/>
                </a:lnTo>
                <a:lnTo>
                  <a:pt x="28" y="1"/>
                </a:lnTo>
                <a:lnTo>
                  <a:pt x="28" y="0"/>
                </a:lnTo>
                <a:lnTo>
                  <a:pt x="29" y="0"/>
                </a:lnTo>
                <a:lnTo>
                  <a:pt x="30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8" name=""/>
          <p:cNvSpPr/>
          <p:nvPr/>
        </p:nvSpPr>
        <p:spPr>
          <a:xfrm>
            <a:off x="6825960" y="20174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0"/>
                </a:move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9" name=""/>
          <p:cNvSpPr/>
          <p:nvPr/>
        </p:nvSpPr>
        <p:spPr>
          <a:xfrm>
            <a:off x="6827040" y="20167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2"/>
                </a:moveTo>
                <a:lnTo>
                  <a:pt x="0" y="2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0" name=""/>
          <p:cNvSpPr/>
          <p:nvPr/>
        </p:nvSpPr>
        <p:spPr>
          <a:xfrm>
            <a:off x="6827040" y="20138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3"/>
                </a:move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5"/>
                </a:lnTo>
                <a:lnTo>
                  <a:pt x="0" y="3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1" name=""/>
          <p:cNvSpPr/>
          <p:nvPr/>
        </p:nvSpPr>
        <p:spPr>
          <a:xfrm>
            <a:off x="6829920" y="20113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1"/>
                </a:moveTo>
                <a:lnTo>
                  <a:pt x="1" y="2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2" name=""/>
          <p:cNvSpPr/>
          <p:nvPr/>
        </p:nvSpPr>
        <p:spPr>
          <a:xfrm>
            <a:off x="6829560" y="20109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3" name=""/>
          <p:cNvSpPr/>
          <p:nvPr/>
        </p:nvSpPr>
        <p:spPr>
          <a:xfrm>
            <a:off x="6827400" y="2010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4" name=""/>
          <p:cNvSpPr/>
          <p:nvPr/>
        </p:nvSpPr>
        <p:spPr>
          <a:xfrm>
            <a:off x="6828480" y="20102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5" name=""/>
          <p:cNvSpPr/>
          <p:nvPr/>
        </p:nvSpPr>
        <p:spPr>
          <a:xfrm>
            <a:off x="6829920" y="2010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6" name=""/>
          <p:cNvSpPr/>
          <p:nvPr/>
        </p:nvSpPr>
        <p:spPr>
          <a:xfrm>
            <a:off x="6827760" y="20088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0" y="1"/>
                </a:lnTo>
                <a:close/>
              </a:path>
            </a:pathLst>
          </a:custGeom>
          <a:solidFill>
            <a:srgbClr val="EDED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7" name=""/>
          <p:cNvSpPr/>
          <p:nvPr/>
        </p:nvSpPr>
        <p:spPr>
          <a:xfrm>
            <a:off x="6827760" y="200880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1"/>
                </a:move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0" y="1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8" name=""/>
          <p:cNvSpPr/>
          <p:nvPr/>
        </p:nvSpPr>
        <p:spPr>
          <a:xfrm>
            <a:off x="6827400" y="2008800"/>
            <a:ext cx="360" cy="1080"/>
          </a:xfrm>
          <a:custGeom>
            <a:avLst/>
            <a:gdLst/>
            <a:ahLst/>
            <a:rect l="0" t="0" r="r" b="b"/>
            <a:pathLst>
              <a:path w="1" h="3">
                <a:moveTo>
                  <a:pt x="0" y="1"/>
                </a:move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9" name=""/>
          <p:cNvSpPr/>
          <p:nvPr/>
        </p:nvSpPr>
        <p:spPr>
          <a:xfrm>
            <a:off x="6828480" y="20088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0"/>
                </a:moveTo>
                <a:lnTo>
                  <a:pt x="1" y="1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0" name=""/>
          <p:cNvSpPr/>
          <p:nvPr/>
        </p:nvSpPr>
        <p:spPr>
          <a:xfrm>
            <a:off x="6829920" y="20041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3"/>
                </a:move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1" name=""/>
          <p:cNvSpPr/>
          <p:nvPr/>
        </p:nvSpPr>
        <p:spPr>
          <a:xfrm>
            <a:off x="6829920" y="2003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2" name=""/>
          <p:cNvSpPr/>
          <p:nvPr/>
        </p:nvSpPr>
        <p:spPr>
          <a:xfrm>
            <a:off x="6827760" y="200232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2" y="3"/>
                </a:move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3" name=""/>
          <p:cNvSpPr/>
          <p:nvPr/>
        </p:nvSpPr>
        <p:spPr>
          <a:xfrm>
            <a:off x="6828120" y="200196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4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4" name=""/>
          <p:cNvSpPr/>
          <p:nvPr/>
        </p:nvSpPr>
        <p:spPr>
          <a:xfrm>
            <a:off x="6827400" y="2001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0"/>
                </a:lnTo>
                <a:lnTo>
                  <a:pt x="4" y="1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3"/>
                </a:lnTo>
                <a:lnTo>
                  <a:pt x="2" y="3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5" name=""/>
          <p:cNvSpPr/>
          <p:nvPr/>
        </p:nvSpPr>
        <p:spPr>
          <a:xfrm>
            <a:off x="6832440" y="2001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6" name=""/>
          <p:cNvSpPr/>
          <p:nvPr/>
        </p:nvSpPr>
        <p:spPr>
          <a:xfrm>
            <a:off x="6602760" y="1540440"/>
            <a:ext cx="294840" cy="182520"/>
          </a:xfrm>
          <a:custGeom>
            <a:avLst/>
            <a:gdLst/>
            <a:ahLst/>
            <a:rect l="0" t="0" r="r" b="b"/>
            <a:pathLst>
              <a:path w="819" h="507">
                <a:moveTo>
                  <a:pt x="135" y="0"/>
                </a:moveTo>
                <a:lnTo>
                  <a:pt x="136" y="0"/>
                </a:lnTo>
                <a:lnTo>
                  <a:pt x="136" y="1"/>
                </a:lnTo>
                <a:lnTo>
                  <a:pt x="136" y="2"/>
                </a:lnTo>
                <a:lnTo>
                  <a:pt x="137" y="2"/>
                </a:lnTo>
                <a:lnTo>
                  <a:pt x="137" y="3"/>
                </a:lnTo>
                <a:lnTo>
                  <a:pt x="138" y="2"/>
                </a:lnTo>
                <a:lnTo>
                  <a:pt x="137" y="2"/>
                </a:lnTo>
                <a:lnTo>
                  <a:pt x="138" y="2"/>
                </a:lnTo>
                <a:lnTo>
                  <a:pt x="139" y="2"/>
                </a:lnTo>
                <a:lnTo>
                  <a:pt x="140" y="2"/>
                </a:lnTo>
                <a:lnTo>
                  <a:pt x="141" y="2"/>
                </a:lnTo>
                <a:lnTo>
                  <a:pt x="142" y="2"/>
                </a:lnTo>
                <a:lnTo>
                  <a:pt x="142" y="3"/>
                </a:lnTo>
                <a:lnTo>
                  <a:pt x="143" y="4"/>
                </a:lnTo>
                <a:lnTo>
                  <a:pt x="144" y="4"/>
                </a:lnTo>
                <a:lnTo>
                  <a:pt x="145" y="4"/>
                </a:lnTo>
                <a:lnTo>
                  <a:pt x="145" y="5"/>
                </a:lnTo>
                <a:lnTo>
                  <a:pt x="146" y="5"/>
                </a:lnTo>
                <a:lnTo>
                  <a:pt x="148" y="4"/>
                </a:lnTo>
                <a:lnTo>
                  <a:pt x="149" y="4"/>
                </a:lnTo>
                <a:lnTo>
                  <a:pt x="150" y="4"/>
                </a:lnTo>
                <a:lnTo>
                  <a:pt x="151" y="4"/>
                </a:lnTo>
                <a:lnTo>
                  <a:pt x="152" y="4"/>
                </a:lnTo>
                <a:lnTo>
                  <a:pt x="153" y="4"/>
                </a:lnTo>
                <a:lnTo>
                  <a:pt x="154" y="4"/>
                </a:lnTo>
                <a:lnTo>
                  <a:pt x="155" y="3"/>
                </a:lnTo>
                <a:lnTo>
                  <a:pt x="156" y="3"/>
                </a:lnTo>
                <a:lnTo>
                  <a:pt x="157" y="3"/>
                </a:lnTo>
                <a:lnTo>
                  <a:pt x="158" y="3"/>
                </a:lnTo>
                <a:lnTo>
                  <a:pt x="160" y="3"/>
                </a:lnTo>
                <a:lnTo>
                  <a:pt x="161" y="4"/>
                </a:lnTo>
                <a:lnTo>
                  <a:pt x="162" y="4"/>
                </a:lnTo>
                <a:lnTo>
                  <a:pt x="163" y="4"/>
                </a:lnTo>
                <a:lnTo>
                  <a:pt x="164" y="5"/>
                </a:lnTo>
                <a:lnTo>
                  <a:pt x="165" y="5"/>
                </a:lnTo>
                <a:lnTo>
                  <a:pt x="166" y="5"/>
                </a:lnTo>
                <a:lnTo>
                  <a:pt x="167" y="6"/>
                </a:lnTo>
                <a:lnTo>
                  <a:pt x="168" y="7"/>
                </a:lnTo>
                <a:lnTo>
                  <a:pt x="169" y="7"/>
                </a:lnTo>
                <a:lnTo>
                  <a:pt x="170" y="8"/>
                </a:lnTo>
                <a:lnTo>
                  <a:pt x="171" y="8"/>
                </a:lnTo>
                <a:lnTo>
                  <a:pt x="171" y="9"/>
                </a:lnTo>
                <a:lnTo>
                  <a:pt x="172" y="9"/>
                </a:lnTo>
                <a:lnTo>
                  <a:pt x="172" y="8"/>
                </a:lnTo>
                <a:lnTo>
                  <a:pt x="173" y="8"/>
                </a:lnTo>
                <a:lnTo>
                  <a:pt x="174" y="7"/>
                </a:lnTo>
                <a:lnTo>
                  <a:pt x="175" y="7"/>
                </a:lnTo>
                <a:lnTo>
                  <a:pt x="176" y="8"/>
                </a:lnTo>
                <a:lnTo>
                  <a:pt x="176" y="9"/>
                </a:lnTo>
                <a:lnTo>
                  <a:pt x="177" y="9"/>
                </a:lnTo>
                <a:lnTo>
                  <a:pt x="178" y="9"/>
                </a:lnTo>
                <a:lnTo>
                  <a:pt x="179" y="9"/>
                </a:lnTo>
                <a:lnTo>
                  <a:pt x="180" y="9"/>
                </a:lnTo>
                <a:lnTo>
                  <a:pt x="180" y="8"/>
                </a:lnTo>
                <a:lnTo>
                  <a:pt x="181" y="8"/>
                </a:lnTo>
                <a:lnTo>
                  <a:pt x="182" y="8"/>
                </a:lnTo>
                <a:lnTo>
                  <a:pt x="183" y="8"/>
                </a:lnTo>
                <a:lnTo>
                  <a:pt x="183" y="7"/>
                </a:lnTo>
                <a:lnTo>
                  <a:pt x="184" y="7"/>
                </a:lnTo>
                <a:lnTo>
                  <a:pt x="184" y="8"/>
                </a:lnTo>
                <a:lnTo>
                  <a:pt x="185" y="8"/>
                </a:lnTo>
                <a:lnTo>
                  <a:pt x="187" y="8"/>
                </a:lnTo>
                <a:lnTo>
                  <a:pt x="188" y="8"/>
                </a:lnTo>
                <a:lnTo>
                  <a:pt x="189" y="8"/>
                </a:lnTo>
                <a:lnTo>
                  <a:pt x="190" y="7"/>
                </a:lnTo>
                <a:lnTo>
                  <a:pt x="191" y="7"/>
                </a:lnTo>
                <a:lnTo>
                  <a:pt x="191" y="8"/>
                </a:lnTo>
                <a:lnTo>
                  <a:pt x="191" y="9"/>
                </a:lnTo>
                <a:lnTo>
                  <a:pt x="192" y="10"/>
                </a:lnTo>
                <a:lnTo>
                  <a:pt x="193" y="10"/>
                </a:lnTo>
                <a:lnTo>
                  <a:pt x="194" y="10"/>
                </a:lnTo>
                <a:lnTo>
                  <a:pt x="194" y="11"/>
                </a:lnTo>
                <a:lnTo>
                  <a:pt x="195" y="11"/>
                </a:lnTo>
                <a:lnTo>
                  <a:pt x="195" y="12"/>
                </a:lnTo>
                <a:lnTo>
                  <a:pt x="195" y="13"/>
                </a:lnTo>
                <a:lnTo>
                  <a:pt x="196" y="13"/>
                </a:lnTo>
                <a:lnTo>
                  <a:pt x="197" y="13"/>
                </a:lnTo>
                <a:lnTo>
                  <a:pt x="198" y="13"/>
                </a:lnTo>
                <a:lnTo>
                  <a:pt x="199" y="13"/>
                </a:lnTo>
                <a:lnTo>
                  <a:pt x="200" y="13"/>
                </a:lnTo>
                <a:lnTo>
                  <a:pt x="201" y="13"/>
                </a:lnTo>
                <a:lnTo>
                  <a:pt x="201" y="12"/>
                </a:lnTo>
                <a:lnTo>
                  <a:pt x="203" y="12"/>
                </a:lnTo>
                <a:lnTo>
                  <a:pt x="204" y="12"/>
                </a:lnTo>
                <a:lnTo>
                  <a:pt x="205" y="12"/>
                </a:lnTo>
                <a:lnTo>
                  <a:pt x="206" y="12"/>
                </a:lnTo>
                <a:lnTo>
                  <a:pt x="207" y="13"/>
                </a:lnTo>
                <a:lnTo>
                  <a:pt x="208" y="13"/>
                </a:lnTo>
                <a:lnTo>
                  <a:pt x="209" y="13"/>
                </a:lnTo>
                <a:lnTo>
                  <a:pt x="209" y="12"/>
                </a:lnTo>
                <a:lnTo>
                  <a:pt x="209" y="11"/>
                </a:lnTo>
                <a:lnTo>
                  <a:pt x="211" y="11"/>
                </a:lnTo>
                <a:lnTo>
                  <a:pt x="212" y="10"/>
                </a:lnTo>
                <a:lnTo>
                  <a:pt x="213" y="10"/>
                </a:lnTo>
                <a:lnTo>
                  <a:pt x="213" y="11"/>
                </a:lnTo>
                <a:lnTo>
                  <a:pt x="212" y="11"/>
                </a:lnTo>
                <a:lnTo>
                  <a:pt x="213" y="11"/>
                </a:lnTo>
                <a:lnTo>
                  <a:pt x="214" y="11"/>
                </a:lnTo>
                <a:lnTo>
                  <a:pt x="215" y="11"/>
                </a:lnTo>
                <a:lnTo>
                  <a:pt x="216" y="11"/>
                </a:lnTo>
                <a:lnTo>
                  <a:pt x="216" y="12"/>
                </a:lnTo>
                <a:lnTo>
                  <a:pt x="217" y="12"/>
                </a:lnTo>
                <a:lnTo>
                  <a:pt x="218" y="12"/>
                </a:lnTo>
                <a:lnTo>
                  <a:pt x="219" y="12"/>
                </a:lnTo>
                <a:lnTo>
                  <a:pt x="219" y="11"/>
                </a:lnTo>
                <a:lnTo>
                  <a:pt x="220" y="11"/>
                </a:lnTo>
                <a:lnTo>
                  <a:pt x="221" y="11"/>
                </a:lnTo>
                <a:lnTo>
                  <a:pt x="222" y="11"/>
                </a:lnTo>
                <a:lnTo>
                  <a:pt x="222" y="12"/>
                </a:lnTo>
                <a:lnTo>
                  <a:pt x="223" y="12"/>
                </a:lnTo>
                <a:lnTo>
                  <a:pt x="223" y="11"/>
                </a:lnTo>
                <a:lnTo>
                  <a:pt x="222" y="11"/>
                </a:lnTo>
                <a:lnTo>
                  <a:pt x="223" y="10"/>
                </a:lnTo>
                <a:lnTo>
                  <a:pt x="224" y="10"/>
                </a:lnTo>
                <a:lnTo>
                  <a:pt x="224" y="9"/>
                </a:lnTo>
                <a:lnTo>
                  <a:pt x="225" y="8"/>
                </a:lnTo>
                <a:lnTo>
                  <a:pt x="225" y="7"/>
                </a:lnTo>
                <a:lnTo>
                  <a:pt x="226" y="6"/>
                </a:lnTo>
                <a:lnTo>
                  <a:pt x="227" y="6"/>
                </a:lnTo>
                <a:lnTo>
                  <a:pt x="227" y="5"/>
                </a:lnTo>
                <a:lnTo>
                  <a:pt x="227" y="4"/>
                </a:lnTo>
                <a:lnTo>
                  <a:pt x="228" y="5"/>
                </a:lnTo>
                <a:lnTo>
                  <a:pt x="228" y="6"/>
                </a:lnTo>
                <a:lnTo>
                  <a:pt x="228" y="5"/>
                </a:lnTo>
                <a:lnTo>
                  <a:pt x="229" y="5"/>
                </a:lnTo>
                <a:lnTo>
                  <a:pt x="230" y="4"/>
                </a:lnTo>
                <a:lnTo>
                  <a:pt x="230" y="3"/>
                </a:lnTo>
                <a:lnTo>
                  <a:pt x="229" y="3"/>
                </a:lnTo>
                <a:lnTo>
                  <a:pt x="229" y="2"/>
                </a:lnTo>
                <a:lnTo>
                  <a:pt x="230" y="2"/>
                </a:lnTo>
                <a:lnTo>
                  <a:pt x="231" y="2"/>
                </a:lnTo>
                <a:lnTo>
                  <a:pt x="232" y="2"/>
                </a:lnTo>
                <a:lnTo>
                  <a:pt x="233" y="2"/>
                </a:lnTo>
                <a:lnTo>
                  <a:pt x="233" y="3"/>
                </a:lnTo>
                <a:lnTo>
                  <a:pt x="234" y="3"/>
                </a:lnTo>
                <a:lnTo>
                  <a:pt x="235" y="4"/>
                </a:lnTo>
                <a:lnTo>
                  <a:pt x="235" y="5"/>
                </a:lnTo>
                <a:lnTo>
                  <a:pt x="234" y="5"/>
                </a:lnTo>
                <a:lnTo>
                  <a:pt x="234" y="6"/>
                </a:lnTo>
                <a:lnTo>
                  <a:pt x="235" y="6"/>
                </a:lnTo>
                <a:lnTo>
                  <a:pt x="235" y="7"/>
                </a:lnTo>
                <a:lnTo>
                  <a:pt x="236" y="7"/>
                </a:lnTo>
                <a:lnTo>
                  <a:pt x="236" y="8"/>
                </a:lnTo>
                <a:lnTo>
                  <a:pt x="236" y="9"/>
                </a:lnTo>
                <a:lnTo>
                  <a:pt x="236" y="11"/>
                </a:lnTo>
                <a:lnTo>
                  <a:pt x="236" y="12"/>
                </a:lnTo>
                <a:lnTo>
                  <a:pt x="236" y="13"/>
                </a:lnTo>
                <a:lnTo>
                  <a:pt x="236" y="14"/>
                </a:lnTo>
                <a:lnTo>
                  <a:pt x="237" y="14"/>
                </a:lnTo>
                <a:lnTo>
                  <a:pt x="238" y="15"/>
                </a:lnTo>
                <a:lnTo>
                  <a:pt x="238" y="14"/>
                </a:lnTo>
                <a:lnTo>
                  <a:pt x="239" y="15"/>
                </a:lnTo>
                <a:lnTo>
                  <a:pt x="241" y="15"/>
                </a:lnTo>
                <a:lnTo>
                  <a:pt x="241" y="14"/>
                </a:lnTo>
                <a:lnTo>
                  <a:pt x="241" y="13"/>
                </a:lnTo>
                <a:lnTo>
                  <a:pt x="242" y="13"/>
                </a:lnTo>
                <a:lnTo>
                  <a:pt x="242" y="14"/>
                </a:lnTo>
                <a:lnTo>
                  <a:pt x="243" y="15"/>
                </a:lnTo>
                <a:lnTo>
                  <a:pt x="243" y="16"/>
                </a:lnTo>
                <a:lnTo>
                  <a:pt x="244" y="16"/>
                </a:lnTo>
                <a:lnTo>
                  <a:pt x="244" y="17"/>
                </a:lnTo>
                <a:lnTo>
                  <a:pt x="245" y="17"/>
                </a:lnTo>
                <a:lnTo>
                  <a:pt x="244" y="17"/>
                </a:lnTo>
                <a:lnTo>
                  <a:pt x="244" y="18"/>
                </a:lnTo>
                <a:lnTo>
                  <a:pt x="245" y="18"/>
                </a:lnTo>
                <a:lnTo>
                  <a:pt x="246" y="19"/>
                </a:lnTo>
                <a:lnTo>
                  <a:pt x="248" y="21"/>
                </a:lnTo>
                <a:lnTo>
                  <a:pt x="249" y="20"/>
                </a:lnTo>
                <a:lnTo>
                  <a:pt x="249" y="18"/>
                </a:lnTo>
                <a:lnTo>
                  <a:pt x="249" y="17"/>
                </a:lnTo>
                <a:lnTo>
                  <a:pt x="250" y="16"/>
                </a:lnTo>
                <a:lnTo>
                  <a:pt x="251" y="16"/>
                </a:lnTo>
                <a:lnTo>
                  <a:pt x="252" y="15"/>
                </a:lnTo>
                <a:lnTo>
                  <a:pt x="253" y="15"/>
                </a:lnTo>
                <a:lnTo>
                  <a:pt x="253" y="14"/>
                </a:lnTo>
                <a:lnTo>
                  <a:pt x="254" y="14"/>
                </a:lnTo>
                <a:lnTo>
                  <a:pt x="255" y="14"/>
                </a:lnTo>
                <a:lnTo>
                  <a:pt x="255" y="15"/>
                </a:lnTo>
                <a:lnTo>
                  <a:pt x="257" y="14"/>
                </a:lnTo>
                <a:lnTo>
                  <a:pt x="258" y="13"/>
                </a:lnTo>
                <a:lnTo>
                  <a:pt x="258" y="14"/>
                </a:lnTo>
                <a:lnTo>
                  <a:pt x="259" y="14"/>
                </a:lnTo>
                <a:lnTo>
                  <a:pt x="260" y="14"/>
                </a:lnTo>
                <a:lnTo>
                  <a:pt x="260" y="13"/>
                </a:lnTo>
                <a:lnTo>
                  <a:pt x="259" y="12"/>
                </a:lnTo>
                <a:lnTo>
                  <a:pt x="259" y="11"/>
                </a:lnTo>
                <a:lnTo>
                  <a:pt x="259" y="10"/>
                </a:lnTo>
                <a:lnTo>
                  <a:pt x="259" y="9"/>
                </a:lnTo>
                <a:lnTo>
                  <a:pt x="260" y="8"/>
                </a:lnTo>
                <a:lnTo>
                  <a:pt x="261" y="8"/>
                </a:lnTo>
                <a:lnTo>
                  <a:pt x="262" y="8"/>
                </a:lnTo>
                <a:lnTo>
                  <a:pt x="263" y="8"/>
                </a:lnTo>
                <a:lnTo>
                  <a:pt x="264" y="7"/>
                </a:lnTo>
                <a:lnTo>
                  <a:pt x="265" y="7"/>
                </a:lnTo>
                <a:lnTo>
                  <a:pt x="266" y="7"/>
                </a:lnTo>
                <a:lnTo>
                  <a:pt x="267" y="7"/>
                </a:lnTo>
                <a:lnTo>
                  <a:pt x="268" y="7"/>
                </a:lnTo>
                <a:lnTo>
                  <a:pt x="268" y="8"/>
                </a:lnTo>
                <a:lnTo>
                  <a:pt x="269" y="7"/>
                </a:lnTo>
                <a:lnTo>
                  <a:pt x="269" y="8"/>
                </a:lnTo>
                <a:lnTo>
                  <a:pt x="270" y="8"/>
                </a:lnTo>
                <a:lnTo>
                  <a:pt x="270" y="7"/>
                </a:lnTo>
                <a:lnTo>
                  <a:pt x="271" y="7"/>
                </a:lnTo>
                <a:lnTo>
                  <a:pt x="272" y="6"/>
                </a:lnTo>
                <a:lnTo>
                  <a:pt x="272" y="5"/>
                </a:lnTo>
                <a:lnTo>
                  <a:pt x="272" y="4"/>
                </a:lnTo>
                <a:lnTo>
                  <a:pt x="273" y="4"/>
                </a:lnTo>
                <a:lnTo>
                  <a:pt x="274" y="3"/>
                </a:lnTo>
                <a:lnTo>
                  <a:pt x="274" y="2"/>
                </a:lnTo>
                <a:lnTo>
                  <a:pt x="275" y="1"/>
                </a:lnTo>
                <a:lnTo>
                  <a:pt x="276" y="2"/>
                </a:lnTo>
                <a:lnTo>
                  <a:pt x="277" y="2"/>
                </a:lnTo>
                <a:lnTo>
                  <a:pt x="278" y="2"/>
                </a:lnTo>
                <a:lnTo>
                  <a:pt x="278" y="3"/>
                </a:lnTo>
                <a:lnTo>
                  <a:pt x="278" y="4"/>
                </a:lnTo>
                <a:lnTo>
                  <a:pt x="279" y="4"/>
                </a:lnTo>
                <a:lnTo>
                  <a:pt x="279" y="5"/>
                </a:lnTo>
                <a:lnTo>
                  <a:pt x="280" y="5"/>
                </a:lnTo>
                <a:lnTo>
                  <a:pt x="280" y="6"/>
                </a:lnTo>
                <a:lnTo>
                  <a:pt x="281" y="7"/>
                </a:lnTo>
                <a:lnTo>
                  <a:pt x="282" y="7"/>
                </a:lnTo>
                <a:lnTo>
                  <a:pt x="282" y="8"/>
                </a:lnTo>
                <a:lnTo>
                  <a:pt x="283" y="8"/>
                </a:lnTo>
                <a:lnTo>
                  <a:pt x="284" y="9"/>
                </a:lnTo>
                <a:lnTo>
                  <a:pt x="285" y="9"/>
                </a:lnTo>
                <a:lnTo>
                  <a:pt x="285" y="10"/>
                </a:lnTo>
                <a:lnTo>
                  <a:pt x="285" y="11"/>
                </a:lnTo>
                <a:lnTo>
                  <a:pt x="284" y="11"/>
                </a:lnTo>
                <a:lnTo>
                  <a:pt x="284" y="12"/>
                </a:lnTo>
                <a:lnTo>
                  <a:pt x="283" y="13"/>
                </a:lnTo>
                <a:lnTo>
                  <a:pt x="282" y="13"/>
                </a:lnTo>
                <a:lnTo>
                  <a:pt x="282" y="14"/>
                </a:lnTo>
                <a:lnTo>
                  <a:pt x="283" y="14"/>
                </a:lnTo>
                <a:lnTo>
                  <a:pt x="284" y="14"/>
                </a:lnTo>
                <a:lnTo>
                  <a:pt x="285" y="13"/>
                </a:lnTo>
                <a:lnTo>
                  <a:pt x="285" y="12"/>
                </a:lnTo>
                <a:lnTo>
                  <a:pt x="285" y="11"/>
                </a:lnTo>
                <a:lnTo>
                  <a:pt x="286" y="11"/>
                </a:lnTo>
                <a:lnTo>
                  <a:pt x="287" y="11"/>
                </a:lnTo>
                <a:lnTo>
                  <a:pt x="287" y="10"/>
                </a:lnTo>
                <a:lnTo>
                  <a:pt x="288" y="10"/>
                </a:lnTo>
                <a:lnTo>
                  <a:pt x="288" y="11"/>
                </a:lnTo>
                <a:lnTo>
                  <a:pt x="288" y="12"/>
                </a:lnTo>
                <a:lnTo>
                  <a:pt x="289" y="12"/>
                </a:lnTo>
                <a:lnTo>
                  <a:pt x="290" y="13"/>
                </a:lnTo>
                <a:lnTo>
                  <a:pt x="291" y="13"/>
                </a:lnTo>
                <a:lnTo>
                  <a:pt x="292" y="13"/>
                </a:lnTo>
                <a:lnTo>
                  <a:pt x="292" y="14"/>
                </a:lnTo>
                <a:lnTo>
                  <a:pt x="292" y="16"/>
                </a:lnTo>
                <a:lnTo>
                  <a:pt x="293" y="16"/>
                </a:lnTo>
                <a:lnTo>
                  <a:pt x="293" y="17"/>
                </a:lnTo>
                <a:lnTo>
                  <a:pt x="294" y="17"/>
                </a:lnTo>
                <a:lnTo>
                  <a:pt x="294" y="18"/>
                </a:lnTo>
                <a:lnTo>
                  <a:pt x="295" y="18"/>
                </a:lnTo>
                <a:lnTo>
                  <a:pt x="295" y="17"/>
                </a:lnTo>
                <a:lnTo>
                  <a:pt x="295" y="18"/>
                </a:lnTo>
                <a:lnTo>
                  <a:pt x="296" y="18"/>
                </a:lnTo>
                <a:lnTo>
                  <a:pt x="297" y="18"/>
                </a:lnTo>
                <a:lnTo>
                  <a:pt x="297" y="19"/>
                </a:lnTo>
                <a:lnTo>
                  <a:pt x="297" y="21"/>
                </a:lnTo>
                <a:lnTo>
                  <a:pt x="298" y="21"/>
                </a:lnTo>
                <a:lnTo>
                  <a:pt x="299" y="21"/>
                </a:lnTo>
                <a:lnTo>
                  <a:pt x="299" y="23"/>
                </a:lnTo>
                <a:lnTo>
                  <a:pt x="299" y="24"/>
                </a:lnTo>
                <a:lnTo>
                  <a:pt x="299" y="25"/>
                </a:lnTo>
                <a:lnTo>
                  <a:pt x="298" y="26"/>
                </a:lnTo>
                <a:lnTo>
                  <a:pt x="297" y="26"/>
                </a:lnTo>
                <a:lnTo>
                  <a:pt x="296" y="26"/>
                </a:lnTo>
                <a:lnTo>
                  <a:pt x="294" y="27"/>
                </a:lnTo>
                <a:lnTo>
                  <a:pt x="294" y="28"/>
                </a:lnTo>
                <a:lnTo>
                  <a:pt x="295" y="29"/>
                </a:lnTo>
                <a:lnTo>
                  <a:pt x="296" y="28"/>
                </a:lnTo>
                <a:lnTo>
                  <a:pt x="297" y="28"/>
                </a:lnTo>
                <a:lnTo>
                  <a:pt x="298" y="28"/>
                </a:lnTo>
                <a:lnTo>
                  <a:pt x="298" y="29"/>
                </a:lnTo>
                <a:lnTo>
                  <a:pt x="299" y="29"/>
                </a:lnTo>
                <a:lnTo>
                  <a:pt x="300" y="28"/>
                </a:lnTo>
                <a:lnTo>
                  <a:pt x="301" y="28"/>
                </a:lnTo>
                <a:lnTo>
                  <a:pt x="302" y="28"/>
                </a:lnTo>
                <a:lnTo>
                  <a:pt x="304" y="29"/>
                </a:lnTo>
                <a:lnTo>
                  <a:pt x="304" y="30"/>
                </a:lnTo>
                <a:lnTo>
                  <a:pt x="304" y="31"/>
                </a:lnTo>
                <a:lnTo>
                  <a:pt x="304" y="32"/>
                </a:lnTo>
                <a:lnTo>
                  <a:pt x="305" y="32"/>
                </a:lnTo>
                <a:lnTo>
                  <a:pt x="306" y="32"/>
                </a:lnTo>
                <a:lnTo>
                  <a:pt x="306" y="33"/>
                </a:lnTo>
                <a:lnTo>
                  <a:pt x="306" y="34"/>
                </a:lnTo>
                <a:lnTo>
                  <a:pt x="307" y="34"/>
                </a:lnTo>
                <a:lnTo>
                  <a:pt x="307" y="35"/>
                </a:lnTo>
                <a:lnTo>
                  <a:pt x="307" y="36"/>
                </a:lnTo>
                <a:lnTo>
                  <a:pt x="307" y="37"/>
                </a:lnTo>
                <a:lnTo>
                  <a:pt x="307" y="38"/>
                </a:lnTo>
                <a:lnTo>
                  <a:pt x="306" y="38"/>
                </a:lnTo>
                <a:lnTo>
                  <a:pt x="306" y="39"/>
                </a:lnTo>
                <a:lnTo>
                  <a:pt x="305" y="39"/>
                </a:lnTo>
                <a:lnTo>
                  <a:pt x="305" y="40"/>
                </a:lnTo>
                <a:lnTo>
                  <a:pt x="304" y="40"/>
                </a:lnTo>
                <a:lnTo>
                  <a:pt x="304" y="41"/>
                </a:lnTo>
                <a:lnTo>
                  <a:pt x="304" y="42"/>
                </a:lnTo>
                <a:lnTo>
                  <a:pt x="304" y="43"/>
                </a:lnTo>
                <a:lnTo>
                  <a:pt x="304" y="44"/>
                </a:lnTo>
                <a:lnTo>
                  <a:pt x="305" y="44"/>
                </a:lnTo>
                <a:lnTo>
                  <a:pt x="305" y="45"/>
                </a:lnTo>
                <a:lnTo>
                  <a:pt x="304" y="46"/>
                </a:lnTo>
                <a:lnTo>
                  <a:pt x="304" y="47"/>
                </a:lnTo>
                <a:lnTo>
                  <a:pt x="305" y="47"/>
                </a:lnTo>
                <a:lnTo>
                  <a:pt x="306" y="47"/>
                </a:lnTo>
                <a:lnTo>
                  <a:pt x="306" y="46"/>
                </a:lnTo>
                <a:lnTo>
                  <a:pt x="307" y="46"/>
                </a:lnTo>
                <a:lnTo>
                  <a:pt x="307" y="45"/>
                </a:lnTo>
                <a:lnTo>
                  <a:pt x="308" y="45"/>
                </a:lnTo>
                <a:lnTo>
                  <a:pt x="309" y="46"/>
                </a:lnTo>
                <a:lnTo>
                  <a:pt x="309" y="47"/>
                </a:lnTo>
                <a:lnTo>
                  <a:pt x="309" y="48"/>
                </a:lnTo>
                <a:lnTo>
                  <a:pt x="309" y="49"/>
                </a:lnTo>
                <a:lnTo>
                  <a:pt x="308" y="49"/>
                </a:lnTo>
                <a:lnTo>
                  <a:pt x="309" y="51"/>
                </a:lnTo>
                <a:lnTo>
                  <a:pt x="310" y="51"/>
                </a:lnTo>
                <a:lnTo>
                  <a:pt x="311" y="51"/>
                </a:lnTo>
                <a:lnTo>
                  <a:pt x="312" y="51"/>
                </a:lnTo>
                <a:lnTo>
                  <a:pt x="312" y="52"/>
                </a:lnTo>
                <a:lnTo>
                  <a:pt x="313" y="53"/>
                </a:lnTo>
                <a:lnTo>
                  <a:pt x="314" y="53"/>
                </a:lnTo>
                <a:lnTo>
                  <a:pt x="315" y="53"/>
                </a:lnTo>
                <a:lnTo>
                  <a:pt x="316" y="53"/>
                </a:lnTo>
                <a:lnTo>
                  <a:pt x="317" y="53"/>
                </a:lnTo>
                <a:lnTo>
                  <a:pt x="317" y="54"/>
                </a:lnTo>
                <a:lnTo>
                  <a:pt x="317" y="55"/>
                </a:lnTo>
                <a:lnTo>
                  <a:pt x="318" y="55"/>
                </a:lnTo>
                <a:lnTo>
                  <a:pt x="319" y="55"/>
                </a:lnTo>
                <a:lnTo>
                  <a:pt x="320" y="57"/>
                </a:lnTo>
                <a:lnTo>
                  <a:pt x="319" y="57"/>
                </a:lnTo>
                <a:lnTo>
                  <a:pt x="319" y="58"/>
                </a:lnTo>
                <a:lnTo>
                  <a:pt x="320" y="58"/>
                </a:lnTo>
                <a:lnTo>
                  <a:pt x="321" y="59"/>
                </a:lnTo>
                <a:lnTo>
                  <a:pt x="321" y="60"/>
                </a:lnTo>
                <a:lnTo>
                  <a:pt x="321" y="61"/>
                </a:lnTo>
                <a:lnTo>
                  <a:pt x="322" y="62"/>
                </a:lnTo>
                <a:lnTo>
                  <a:pt x="322" y="63"/>
                </a:lnTo>
                <a:lnTo>
                  <a:pt x="323" y="63"/>
                </a:lnTo>
                <a:lnTo>
                  <a:pt x="324" y="63"/>
                </a:lnTo>
                <a:lnTo>
                  <a:pt x="325" y="63"/>
                </a:lnTo>
                <a:lnTo>
                  <a:pt x="325" y="62"/>
                </a:lnTo>
                <a:lnTo>
                  <a:pt x="326" y="62"/>
                </a:lnTo>
                <a:lnTo>
                  <a:pt x="327" y="62"/>
                </a:lnTo>
                <a:lnTo>
                  <a:pt x="327" y="61"/>
                </a:lnTo>
                <a:lnTo>
                  <a:pt x="327" y="60"/>
                </a:lnTo>
                <a:lnTo>
                  <a:pt x="327" y="61"/>
                </a:lnTo>
                <a:lnTo>
                  <a:pt x="328" y="62"/>
                </a:lnTo>
                <a:lnTo>
                  <a:pt x="328" y="64"/>
                </a:lnTo>
                <a:lnTo>
                  <a:pt x="327" y="65"/>
                </a:lnTo>
                <a:lnTo>
                  <a:pt x="327" y="66"/>
                </a:lnTo>
                <a:lnTo>
                  <a:pt x="325" y="66"/>
                </a:lnTo>
                <a:lnTo>
                  <a:pt x="324" y="65"/>
                </a:lnTo>
                <a:lnTo>
                  <a:pt x="323" y="65"/>
                </a:lnTo>
                <a:lnTo>
                  <a:pt x="324" y="66"/>
                </a:lnTo>
                <a:lnTo>
                  <a:pt x="325" y="66"/>
                </a:lnTo>
                <a:lnTo>
                  <a:pt x="326" y="66"/>
                </a:lnTo>
                <a:lnTo>
                  <a:pt x="327" y="66"/>
                </a:lnTo>
                <a:lnTo>
                  <a:pt x="328" y="67"/>
                </a:lnTo>
                <a:lnTo>
                  <a:pt x="328" y="68"/>
                </a:lnTo>
                <a:lnTo>
                  <a:pt x="328" y="69"/>
                </a:lnTo>
                <a:lnTo>
                  <a:pt x="329" y="70"/>
                </a:lnTo>
                <a:lnTo>
                  <a:pt x="330" y="70"/>
                </a:lnTo>
                <a:lnTo>
                  <a:pt x="331" y="71"/>
                </a:lnTo>
                <a:lnTo>
                  <a:pt x="331" y="72"/>
                </a:lnTo>
                <a:lnTo>
                  <a:pt x="332" y="72"/>
                </a:lnTo>
                <a:lnTo>
                  <a:pt x="333" y="73"/>
                </a:lnTo>
                <a:lnTo>
                  <a:pt x="333" y="74"/>
                </a:lnTo>
                <a:lnTo>
                  <a:pt x="334" y="75"/>
                </a:lnTo>
                <a:lnTo>
                  <a:pt x="334" y="76"/>
                </a:lnTo>
                <a:lnTo>
                  <a:pt x="333" y="76"/>
                </a:lnTo>
                <a:lnTo>
                  <a:pt x="334" y="77"/>
                </a:lnTo>
                <a:lnTo>
                  <a:pt x="335" y="77"/>
                </a:lnTo>
                <a:lnTo>
                  <a:pt x="335" y="78"/>
                </a:lnTo>
                <a:lnTo>
                  <a:pt x="334" y="79"/>
                </a:lnTo>
                <a:lnTo>
                  <a:pt x="335" y="79"/>
                </a:lnTo>
                <a:lnTo>
                  <a:pt x="336" y="80"/>
                </a:lnTo>
                <a:lnTo>
                  <a:pt x="337" y="80"/>
                </a:lnTo>
                <a:lnTo>
                  <a:pt x="337" y="81"/>
                </a:lnTo>
                <a:lnTo>
                  <a:pt x="337" y="82"/>
                </a:lnTo>
                <a:lnTo>
                  <a:pt x="338" y="82"/>
                </a:lnTo>
                <a:lnTo>
                  <a:pt x="339" y="82"/>
                </a:lnTo>
                <a:lnTo>
                  <a:pt x="340" y="82"/>
                </a:lnTo>
                <a:lnTo>
                  <a:pt x="340" y="81"/>
                </a:lnTo>
                <a:lnTo>
                  <a:pt x="341" y="81"/>
                </a:lnTo>
                <a:lnTo>
                  <a:pt x="342" y="80"/>
                </a:lnTo>
                <a:lnTo>
                  <a:pt x="343" y="79"/>
                </a:lnTo>
                <a:lnTo>
                  <a:pt x="343" y="78"/>
                </a:lnTo>
                <a:lnTo>
                  <a:pt x="344" y="78"/>
                </a:lnTo>
                <a:lnTo>
                  <a:pt x="346" y="78"/>
                </a:lnTo>
                <a:lnTo>
                  <a:pt x="346" y="79"/>
                </a:lnTo>
                <a:lnTo>
                  <a:pt x="345" y="79"/>
                </a:lnTo>
                <a:lnTo>
                  <a:pt x="346" y="80"/>
                </a:lnTo>
                <a:lnTo>
                  <a:pt x="346" y="81"/>
                </a:lnTo>
                <a:lnTo>
                  <a:pt x="347" y="81"/>
                </a:lnTo>
                <a:lnTo>
                  <a:pt x="347" y="80"/>
                </a:lnTo>
                <a:lnTo>
                  <a:pt x="347" y="79"/>
                </a:lnTo>
                <a:lnTo>
                  <a:pt x="348" y="79"/>
                </a:lnTo>
                <a:lnTo>
                  <a:pt x="349" y="80"/>
                </a:lnTo>
                <a:lnTo>
                  <a:pt x="350" y="80"/>
                </a:lnTo>
                <a:lnTo>
                  <a:pt x="351" y="80"/>
                </a:lnTo>
                <a:lnTo>
                  <a:pt x="352" y="80"/>
                </a:lnTo>
                <a:lnTo>
                  <a:pt x="354" y="80"/>
                </a:lnTo>
                <a:lnTo>
                  <a:pt x="354" y="81"/>
                </a:lnTo>
                <a:lnTo>
                  <a:pt x="355" y="81"/>
                </a:lnTo>
                <a:lnTo>
                  <a:pt x="355" y="82"/>
                </a:lnTo>
                <a:lnTo>
                  <a:pt x="356" y="82"/>
                </a:lnTo>
                <a:lnTo>
                  <a:pt x="356" y="83"/>
                </a:lnTo>
                <a:lnTo>
                  <a:pt x="357" y="84"/>
                </a:lnTo>
                <a:lnTo>
                  <a:pt x="358" y="85"/>
                </a:lnTo>
                <a:lnTo>
                  <a:pt x="359" y="86"/>
                </a:lnTo>
                <a:lnTo>
                  <a:pt x="360" y="86"/>
                </a:lnTo>
                <a:lnTo>
                  <a:pt x="361" y="86"/>
                </a:lnTo>
                <a:lnTo>
                  <a:pt x="361" y="87"/>
                </a:lnTo>
                <a:lnTo>
                  <a:pt x="361" y="88"/>
                </a:lnTo>
                <a:lnTo>
                  <a:pt x="362" y="88"/>
                </a:lnTo>
                <a:lnTo>
                  <a:pt x="363" y="88"/>
                </a:lnTo>
                <a:lnTo>
                  <a:pt x="363" y="89"/>
                </a:lnTo>
                <a:lnTo>
                  <a:pt x="365" y="89"/>
                </a:lnTo>
                <a:lnTo>
                  <a:pt x="366" y="89"/>
                </a:lnTo>
                <a:lnTo>
                  <a:pt x="366" y="90"/>
                </a:lnTo>
                <a:lnTo>
                  <a:pt x="367" y="90"/>
                </a:lnTo>
                <a:lnTo>
                  <a:pt x="368" y="89"/>
                </a:lnTo>
                <a:lnTo>
                  <a:pt x="369" y="89"/>
                </a:lnTo>
                <a:lnTo>
                  <a:pt x="369" y="90"/>
                </a:lnTo>
                <a:lnTo>
                  <a:pt x="369" y="91"/>
                </a:lnTo>
                <a:lnTo>
                  <a:pt x="370" y="92"/>
                </a:lnTo>
                <a:lnTo>
                  <a:pt x="371" y="92"/>
                </a:lnTo>
                <a:lnTo>
                  <a:pt x="372" y="93"/>
                </a:lnTo>
                <a:lnTo>
                  <a:pt x="373" y="93"/>
                </a:lnTo>
                <a:lnTo>
                  <a:pt x="374" y="93"/>
                </a:lnTo>
                <a:lnTo>
                  <a:pt x="375" y="92"/>
                </a:lnTo>
                <a:lnTo>
                  <a:pt x="376" y="92"/>
                </a:lnTo>
                <a:lnTo>
                  <a:pt x="377" y="91"/>
                </a:lnTo>
                <a:lnTo>
                  <a:pt x="378" y="91"/>
                </a:lnTo>
                <a:lnTo>
                  <a:pt x="379" y="91"/>
                </a:lnTo>
                <a:lnTo>
                  <a:pt x="379" y="92"/>
                </a:lnTo>
                <a:lnTo>
                  <a:pt x="380" y="93"/>
                </a:lnTo>
                <a:lnTo>
                  <a:pt x="380" y="94"/>
                </a:lnTo>
                <a:lnTo>
                  <a:pt x="381" y="95"/>
                </a:lnTo>
                <a:lnTo>
                  <a:pt x="381" y="96"/>
                </a:lnTo>
                <a:lnTo>
                  <a:pt x="382" y="97"/>
                </a:lnTo>
                <a:lnTo>
                  <a:pt x="383" y="97"/>
                </a:lnTo>
                <a:lnTo>
                  <a:pt x="382" y="97"/>
                </a:lnTo>
                <a:lnTo>
                  <a:pt x="382" y="98"/>
                </a:lnTo>
                <a:lnTo>
                  <a:pt x="383" y="98"/>
                </a:lnTo>
                <a:lnTo>
                  <a:pt x="384" y="98"/>
                </a:lnTo>
                <a:lnTo>
                  <a:pt x="384" y="99"/>
                </a:lnTo>
                <a:lnTo>
                  <a:pt x="385" y="99"/>
                </a:lnTo>
                <a:lnTo>
                  <a:pt x="386" y="99"/>
                </a:lnTo>
                <a:lnTo>
                  <a:pt x="387" y="98"/>
                </a:lnTo>
                <a:lnTo>
                  <a:pt x="387" y="97"/>
                </a:lnTo>
                <a:lnTo>
                  <a:pt x="388" y="97"/>
                </a:lnTo>
                <a:lnTo>
                  <a:pt x="388" y="96"/>
                </a:lnTo>
                <a:lnTo>
                  <a:pt x="390" y="96"/>
                </a:lnTo>
                <a:lnTo>
                  <a:pt x="390" y="97"/>
                </a:lnTo>
                <a:lnTo>
                  <a:pt x="391" y="98"/>
                </a:lnTo>
                <a:lnTo>
                  <a:pt x="391" y="99"/>
                </a:lnTo>
                <a:lnTo>
                  <a:pt x="390" y="99"/>
                </a:lnTo>
                <a:lnTo>
                  <a:pt x="390" y="100"/>
                </a:lnTo>
                <a:lnTo>
                  <a:pt x="391" y="100"/>
                </a:lnTo>
                <a:lnTo>
                  <a:pt x="392" y="101"/>
                </a:lnTo>
                <a:lnTo>
                  <a:pt x="392" y="102"/>
                </a:lnTo>
                <a:lnTo>
                  <a:pt x="392" y="103"/>
                </a:lnTo>
                <a:lnTo>
                  <a:pt x="393" y="103"/>
                </a:lnTo>
                <a:lnTo>
                  <a:pt x="394" y="103"/>
                </a:lnTo>
                <a:lnTo>
                  <a:pt x="395" y="104"/>
                </a:lnTo>
                <a:lnTo>
                  <a:pt x="395" y="105"/>
                </a:lnTo>
                <a:lnTo>
                  <a:pt x="396" y="105"/>
                </a:lnTo>
                <a:lnTo>
                  <a:pt x="397" y="105"/>
                </a:lnTo>
                <a:lnTo>
                  <a:pt x="397" y="104"/>
                </a:lnTo>
                <a:lnTo>
                  <a:pt x="397" y="105"/>
                </a:lnTo>
                <a:lnTo>
                  <a:pt x="398" y="105"/>
                </a:lnTo>
                <a:lnTo>
                  <a:pt x="398" y="106"/>
                </a:lnTo>
                <a:lnTo>
                  <a:pt x="398" y="107"/>
                </a:lnTo>
                <a:lnTo>
                  <a:pt x="399" y="107"/>
                </a:lnTo>
                <a:lnTo>
                  <a:pt x="400" y="108"/>
                </a:lnTo>
                <a:lnTo>
                  <a:pt x="401" y="107"/>
                </a:lnTo>
                <a:lnTo>
                  <a:pt x="400" y="106"/>
                </a:lnTo>
                <a:lnTo>
                  <a:pt x="400" y="107"/>
                </a:lnTo>
                <a:lnTo>
                  <a:pt x="399" y="107"/>
                </a:lnTo>
                <a:lnTo>
                  <a:pt x="399" y="106"/>
                </a:lnTo>
                <a:lnTo>
                  <a:pt x="400" y="106"/>
                </a:lnTo>
                <a:lnTo>
                  <a:pt x="400" y="105"/>
                </a:lnTo>
                <a:lnTo>
                  <a:pt x="399" y="105"/>
                </a:lnTo>
                <a:lnTo>
                  <a:pt x="399" y="104"/>
                </a:lnTo>
                <a:lnTo>
                  <a:pt x="398" y="104"/>
                </a:lnTo>
                <a:lnTo>
                  <a:pt x="399" y="104"/>
                </a:lnTo>
                <a:lnTo>
                  <a:pt x="401" y="104"/>
                </a:lnTo>
                <a:lnTo>
                  <a:pt x="402" y="104"/>
                </a:lnTo>
                <a:lnTo>
                  <a:pt x="402" y="105"/>
                </a:lnTo>
                <a:lnTo>
                  <a:pt x="402" y="106"/>
                </a:lnTo>
                <a:lnTo>
                  <a:pt x="402" y="107"/>
                </a:lnTo>
                <a:lnTo>
                  <a:pt x="402" y="106"/>
                </a:lnTo>
                <a:lnTo>
                  <a:pt x="403" y="106"/>
                </a:lnTo>
                <a:lnTo>
                  <a:pt x="404" y="106"/>
                </a:lnTo>
                <a:lnTo>
                  <a:pt x="405" y="106"/>
                </a:lnTo>
                <a:lnTo>
                  <a:pt x="405" y="107"/>
                </a:lnTo>
                <a:lnTo>
                  <a:pt x="405" y="106"/>
                </a:lnTo>
                <a:lnTo>
                  <a:pt x="406" y="106"/>
                </a:lnTo>
                <a:lnTo>
                  <a:pt x="407" y="107"/>
                </a:lnTo>
                <a:lnTo>
                  <a:pt x="407" y="106"/>
                </a:lnTo>
                <a:lnTo>
                  <a:pt x="407" y="107"/>
                </a:lnTo>
                <a:lnTo>
                  <a:pt x="408" y="108"/>
                </a:lnTo>
                <a:lnTo>
                  <a:pt x="409" y="108"/>
                </a:lnTo>
                <a:lnTo>
                  <a:pt x="410" y="109"/>
                </a:lnTo>
                <a:lnTo>
                  <a:pt x="410" y="110"/>
                </a:lnTo>
                <a:lnTo>
                  <a:pt x="411" y="110"/>
                </a:lnTo>
                <a:lnTo>
                  <a:pt x="413" y="111"/>
                </a:lnTo>
                <a:lnTo>
                  <a:pt x="414" y="111"/>
                </a:lnTo>
                <a:lnTo>
                  <a:pt x="415" y="112"/>
                </a:lnTo>
                <a:lnTo>
                  <a:pt x="415" y="113"/>
                </a:lnTo>
                <a:lnTo>
                  <a:pt x="416" y="113"/>
                </a:lnTo>
                <a:lnTo>
                  <a:pt x="417" y="113"/>
                </a:lnTo>
                <a:lnTo>
                  <a:pt x="418" y="114"/>
                </a:lnTo>
                <a:lnTo>
                  <a:pt x="418" y="113"/>
                </a:lnTo>
                <a:lnTo>
                  <a:pt x="418" y="112"/>
                </a:lnTo>
                <a:lnTo>
                  <a:pt x="419" y="112"/>
                </a:lnTo>
                <a:lnTo>
                  <a:pt x="419" y="111"/>
                </a:lnTo>
                <a:lnTo>
                  <a:pt x="420" y="111"/>
                </a:lnTo>
                <a:lnTo>
                  <a:pt x="421" y="111"/>
                </a:lnTo>
                <a:lnTo>
                  <a:pt x="421" y="110"/>
                </a:lnTo>
                <a:lnTo>
                  <a:pt x="421" y="109"/>
                </a:lnTo>
                <a:lnTo>
                  <a:pt x="422" y="109"/>
                </a:lnTo>
                <a:lnTo>
                  <a:pt x="423" y="109"/>
                </a:lnTo>
                <a:lnTo>
                  <a:pt x="424" y="109"/>
                </a:lnTo>
                <a:lnTo>
                  <a:pt x="425" y="109"/>
                </a:lnTo>
                <a:lnTo>
                  <a:pt x="425" y="108"/>
                </a:lnTo>
                <a:lnTo>
                  <a:pt x="425" y="109"/>
                </a:lnTo>
                <a:lnTo>
                  <a:pt x="426" y="109"/>
                </a:lnTo>
                <a:lnTo>
                  <a:pt x="427" y="109"/>
                </a:lnTo>
                <a:lnTo>
                  <a:pt x="427" y="110"/>
                </a:lnTo>
                <a:lnTo>
                  <a:pt x="428" y="110"/>
                </a:lnTo>
                <a:lnTo>
                  <a:pt x="428" y="111"/>
                </a:lnTo>
                <a:lnTo>
                  <a:pt x="429" y="111"/>
                </a:lnTo>
                <a:lnTo>
                  <a:pt x="430" y="111"/>
                </a:lnTo>
                <a:lnTo>
                  <a:pt x="430" y="112"/>
                </a:lnTo>
                <a:lnTo>
                  <a:pt x="431" y="112"/>
                </a:lnTo>
                <a:lnTo>
                  <a:pt x="431" y="111"/>
                </a:lnTo>
                <a:lnTo>
                  <a:pt x="430" y="111"/>
                </a:lnTo>
                <a:lnTo>
                  <a:pt x="430" y="110"/>
                </a:lnTo>
                <a:lnTo>
                  <a:pt x="432" y="109"/>
                </a:lnTo>
                <a:lnTo>
                  <a:pt x="433" y="108"/>
                </a:lnTo>
                <a:lnTo>
                  <a:pt x="433" y="107"/>
                </a:lnTo>
                <a:lnTo>
                  <a:pt x="434" y="107"/>
                </a:lnTo>
                <a:lnTo>
                  <a:pt x="435" y="107"/>
                </a:lnTo>
                <a:lnTo>
                  <a:pt x="435" y="108"/>
                </a:lnTo>
                <a:lnTo>
                  <a:pt x="436" y="108"/>
                </a:lnTo>
                <a:lnTo>
                  <a:pt x="436" y="107"/>
                </a:lnTo>
                <a:lnTo>
                  <a:pt x="437" y="107"/>
                </a:lnTo>
                <a:lnTo>
                  <a:pt x="438" y="107"/>
                </a:lnTo>
                <a:lnTo>
                  <a:pt x="439" y="107"/>
                </a:lnTo>
                <a:lnTo>
                  <a:pt x="439" y="108"/>
                </a:lnTo>
                <a:lnTo>
                  <a:pt x="440" y="107"/>
                </a:lnTo>
                <a:lnTo>
                  <a:pt x="440" y="106"/>
                </a:lnTo>
                <a:lnTo>
                  <a:pt x="441" y="106"/>
                </a:lnTo>
                <a:lnTo>
                  <a:pt x="441" y="105"/>
                </a:lnTo>
                <a:lnTo>
                  <a:pt x="441" y="104"/>
                </a:lnTo>
                <a:lnTo>
                  <a:pt x="441" y="105"/>
                </a:lnTo>
                <a:lnTo>
                  <a:pt x="442" y="105"/>
                </a:lnTo>
                <a:lnTo>
                  <a:pt x="443" y="105"/>
                </a:lnTo>
                <a:lnTo>
                  <a:pt x="444" y="106"/>
                </a:lnTo>
                <a:lnTo>
                  <a:pt x="444" y="107"/>
                </a:lnTo>
                <a:lnTo>
                  <a:pt x="445" y="107"/>
                </a:lnTo>
                <a:lnTo>
                  <a:pt x="446" y="107"/>
                </a:lnTo>
                <a:lnTo>
                  <a:pt x="446" y="106"/>
                </a:lnTo>
                <a:lnTo>
                  <a:pt x="447" y="107"/>
                </a:lnTo>
                <a:lnTo>
                  <a:pt x="448" y="107"/>
                </a:lnTo>
                <a:lnTo>
                  <a:pt x="449" y="108"/>
                </a:lnTo>
                <a:lnTo>
                  <a:pt x="450" y="108"/>
                </a:lnTo>
                <a:lnTo>
                  <a:pt x="451" y="109"/>
                </a:lnTo>
                <a:lnTo>
                  <a:pt x="451" y="108"/>
                </a:lnTo>
                <a:lnTo>
                  <a:pt x="452" y="108"/>
                </a:lnTo>
                <a:lnTo>
                  <a:pt x="453" y="108"/>
                </a:lnTo>
                <a:lnTo>
                  <a:pt x="453" y="109"/>
                </a:lnTo>
                <a:lnTo>
                  <a:pt x="454" y="108"/>
                </a:lnTo>
                <a:lnTo>
                  <a:pt x="454" y="109"/>
                </a:lnTo>
                <a:lnTo>
                  <a:pt x="455" y="109"/>
                </a:lnTo>
                <a:lnTo>
                  <a:pt x="455" y="110"/>
                </a:lnTo>
                <a:lnTo>
                  <a:pt x="456" y="110"/>
                </a:lnTo>
                <a:lnTo>
                  <a:pt x="457" y="110"/>
                </a:lnTo>
                <a:lnTo>
                  <a:pt x="458" y="110"/>
                </a:lnTo>
                <a:lnTo>
                  <a:pt x="458" y="111"/>
                </a:lnTo>
                <a:lnTo>
                  <a:pt x="459" y="111"/>
                </a:lnTo>
                <a:lnTo>
                  <a:pt x="459" y="110"/>
                </a:lnTo>
                <a:lnTo>
                  <a:pt x="459" y="109"/>
                </a:lnTo>
                <a:lnTo>
                  <a:pt x="460" y="109"/>
                </a:lnTo>
                <a:lnTo>
                  <a:pt x="461" y="109"/>
                </a:lnTo>
                <a:lnTo>
                  <a:pt x="461" y="110"/>
                </a:lnTo>
                <a:lnTo>
                  <a:pt x="461" y="111"/>
                </a:lnTo>
                <a:lnTo>
                  <a:pt x="462" y="112"/>
                </a:lnTo>
                <a:lnTo>
                  <a:pt x="463" y="112"/>
                </a:lnTo>
                <a:lnTo>
                  <a:pt x="464" y="112"/>
                </a:lnTo>
                <a:lnTo>
                  <a:pt x="465" y="111"/>
                </a:lnTo>
                <a:lnTo>
                  <a:pt x="465" y="110"/>
                </a:lnTo>
                <a:lnTo>
                  <a:pt x="466" y="110"/>
                </a:lnTo>
                <a:lnTo>
                  <a:pt x="467" y="110"/>
                </a:lnTo>
                <a:lnTo>
                  <a:pt x="468" y="109"/>
                </a:lnTo>
                <a:lnTo>
                  <a:pt x="468" y="108"/>
                </a:lnTo>
                <a:lnTo>
                  <a:pt x="469" y="108"/>
                </a:lnTo>
                <a:lnTo>
                  <a:pt x="469" y="109"/>
                </a:lnTo>
                <a:lnTo>
                  <a:pt x="470" y="109"/>
                </a:lnTo>
                <a:lnTo>
                  <a:pt x="470" y="108"/>
                </a:lnTo>
                <a:lnTo>
                  <a:pt x="471" y="108"/>
                </a:lnTo>
                <a:lnTo>
                  <a:pt x="472" y="108"/>
                </a:lnTo>
                <a:lnTo>
                  <a:pt x="472" y="107"/>
                </a:lnTo>
                <a:lnTo>
                  <a:pt x="473" y="107"/>
                </a:lnTo>
                <a:lnTo>
                  <a:pt x="474" y="107"/>
                </a:lnTo>
                <a:lnTo>
                  <a:pt x="474" y="106"/>
                </a:lnTo>
                <a:lnTo>
                  <a:pt x="475" y="106"/>
                </a:lnTo>
                <a:lnTo>
                  <a:pt x="475" y="105"/>
                </a:lnTo>
                <a:lnTo>
                  <a:pt x="476" y="105"/>
                </a:lnTo>
                <a:lnTo>
                  <a:pt x="476" y="106"/>
                </a:lnTo>
                <a:lnTo>
                  <a:pt x="476" y="107"/>
                </a:lnTo>
                <a:lnTo>
                  <a:pt x="476" y="108"/>
                </a:lnTo>
                <a:lnTo>
                  <a:pt x="477" y="108"/>
                </a:lnTo>
                <a:lnTo>
                  <a:pt x="477" y="107"/>
                </a:lnTo>
                <a:lnTo>
                  <a:pt x="477" y="106"/>
                </a:lnTo>
                <a:lnTo>
                  <a:pt x="479" y="105"/>
                </a:lnTo>
                <a:lnTo>
                  <a:pt x="480" y="106"/>
                </a:lnTo>
                <a:lnTo>
                  <a:pt x="481" y="106"/>
                </a:lnTo>
                <a:lnTo>
                  <a:pt x="481" y="107"/>
                </a:lnTo>
                <a:lnTo>
                  <a:pt x="482" y="107"/>
                </a:lnTo>
                <a:lnTo>
                  <a:pt x="483" y="107"/>
                </a:lnTo>
                <a:lnTo>
                  <a:pt x="484" y="107"/>
                </a:lnTo>
                <a:lnTo>
                  <a:pt x="484" y="106"/>
                </a:lnTo>
                <a:lnTo>
                  <a:pt x="485" y="106"/>
                </a:lnTo>
                <a:lnTo>
                  <a:pt x="485" y="107"/>
                </a:lnTo>
                <a:lnTo>
                  <a:pt x="485" y="108"/>
                </a:lnTo>
                <a:lnTo>
                  <a:pt x="486" y="108"/>
                </a:lnTo>
                <a:lnTo>
                  <a:pt x="487" y="109"/>
                </a:lnTo>
                <a:lnTo>
                  <a:pt x="488" y="109"/>
                </a:lnTo>
                <a:lnTo>
                  <a:pt x="488" y="108"/>
                </a:lnTo>
                <a:lnTo>
                  <a:pt x="488" y="106"/>
                </a:lnTo>
                <a:lnTo>
                  <a:pt x="488" y="105"/>
                </a:lnTo>
                <a:lnTo>
                  <a:pt x="488" y="104"/>
                </a:lnTo>
                <a:lnTo>
                  <a:pt x="489" y="103"/>
                </a:lnTo>
                <a:lnTo>
                  <a:pt x="490" y="103"/>
                </a:lnTo>
                <a:lnTo>
                  <a:pt x="491" y="103"/>
                </a:lnTo>
                <a:lnTo>
                  <a:pt x="491" y="102"/>
                </a:lnTo>
                <a:lnTo>
                  <a:pt x="492" y="102"/>
                </a:lnTo>
                <a:lnTo>
                  <a:pt x="493" y="102"/>
                </a:lnTo>
                <a:lnTo>
                  <a:pt x="494" y="102"/>
                </a:lnTo>
                <a:lnTo>
                  <a:pt x="494" y="103"/>
                </a:lnTo>
                <a:lnTo>
                  <a:pt x="495" y="103"/>
                </a:lnTo>
                <a:lnTo>
                  <a:pt x="495" y="104"/>
                </a:lnTo>
                <a:lnTo>
                  <a:pt x="496" y="105"/>
                </a:lnTo>
                <a:lnTo>
                  <a:pt x="497" y="106"/>
                </a:lnTo>
                <a:lnTo>
                  <a:pt x="497" y="105"/>
                </a:lnTo>
                <a:lnTo>
                  <a:pt x="498" y="105"/>
                </a:lnTo>
                <a:lnTo>
                  <a:pt x="499" y="105"/>
                </a:lnTo>
                <a:lnTo>
                  <a:pt x="500" y="105"/>
                </a:lnTo>
                <a:lnTo>
                  <a:pt x="501" y="106"/>
                </a:lnTo>
                <a:lnTo>
                  <a:pt x="500" y="106"/>
                </a:lnTo>
                <a:lnTo>
                  <a:pt x="500" y="107"/>
                </a:lnTo>
                <a:lnTo>
                  <a:pt x="501" y="107"/>
                </a:lnTo>
                <a:lnTo>
                  <a:pt x="501" y="108"/>
                </a:lnTo>
                <a:lnTo>
                  <a:pt x="502" y="108"/>
                </a:lnTo>
                <a:lnTo>
                  <a:pt x="503" y="107"/>
                </a:lnTo>
                <a:lnTo>
                  <a:pt x="504" y="108"/>
                </a:lnTo>
                <a:lnTo>
                  <a:pt x="505" y="108"/>
                </a:lnTo>
                <a:lnTo>
                  <a:pt x="505" y="107"/>
                </a:lnTo>
                <a:lnTo>
                  <a:pt x="505" y="106"/>
                </a:lnTo>
                <a:lnTo>
                  <a:pt x="505" y="105"/>
                </a:lnTo>
                <a:lnTo>
                  <a:pt x="506" y="105"/>
                </a:lnTo>
                <a:lnTo>
                  <a:pt x="506" y="104"/>
                </a:lnTo>
                <a:lnTo>
                  <a:pt x="505" y="104"/>
                </a:lnTo>
                <a:lnTo>
                  <a:pt x="505" y="103"/>
                </a:lnTo>
                <a:lnTo>
                  <a:pt x="506" y="103"/>
                </a:lnTo>
                <a:lnTo>
                  <a:pt x="507" y="102"/>
                </a:lnTo>
                <a:lnTo>
                  <a:pt x="508" y="102"/>
                </a:lnTo>
                <a:lnTo>
                  <a:pt x="509" y="102"/>
                </a:lnTo>
                <a:lnTo>
                  <a:pt x="510" y="101"/>
                </a:lnTo>
                <a:lnTo>
                  <a:pt x="511" y="101"/>
                </a:lnTo>
                <a:lnTo>
                  <a:pt x="512" y="102"/>
                </a:lnTo>
                <a:lnTo>
                  <a:pt x="513" y="102"/>
                </a:lnTo>
                <a:lnTo>
                  <a:pt x="513" y="104"/>
                </a:lnTo>
                <a:lnTo>
                  <a:pt x="514" y="104"/>
                </a:lnTo>
                <a:lnTo>
                  <a:pt x="515" y="105"/>
                </a:lnTo>
                <a:lnTo>
                  <a:pt x="516" y="106"/>
                </a:lnTo>
                <a:lnTo>
                  <a:pt x="517" y="106"/>
                </a:lnTo>
                <a:lnTo>
                  <a:pt x="517" y="107"/>
                </a:lnTo>
                <a:lnTo>
                  <a:pt x="518" y="107"/>
                </a:lnTo>
                <a:lnTo>
                  <a:pt x="518" y="108"/>
                </a:lnTo>
                <a:lnTo>
                  <a:pt x="519" y="108"/>
                </a:lnTo>
                <a:lnTo>
                  <a:pt x="520" y="109"/>
                </a:lnTo>
                <a:lnTo>
                  <a:pt x="519" y="109"/>
                </a:lnTo>
                <a:lnTo>
                  <a:pt x="520" y="109"/>
                </a:lnTo>
                <a:lnTo>
                  <a:pt x="520" y="110"/>
                </a:lnTo>
                <a:lnTo>
                  <a:pt x="521" y="111"/>
                </a:lnTo>
                <a:lnTo>
                  <a:pt x="522" y="111"/>
                </a:lnTo>
                <a:lnTo>
                  <a:pt x="523" y="111"/>
                </a:lnTo>
                <a:lnTo>
                  <a:pt x="523" y="112"/>
                </a:lnTo>
                <a:lnTo>
                  <a:pt x="524" y="112"/>
                </a:lnTo>
                <a:lnTo>
                  <a:pt x="523" y="113"/>
                </a:lnTo>
                <a:lnTo>
                  <a:pt x="522" y="113"/>
                </a:lnTo>
                <a:lnTo>
                  <a:pt x="522" y="114"/>
                </a:lnTo>
                <a:lnTo>
                  <a:pt x="523" y="115"/>
                </a:lnTo>
                <a:lnTo>
                  <a:pt x="524" y="115"/>
                </a:lnTo>
                <a:lnTo>
                  <a:pt x="525" y="116"/>
                </a:lnTo>
                <a:lnTo>
                  <a:pt x="525" y="117"/>
                </a:lnTo>
                <a:lnTo>
                  <a:pt x="526" y="117"/>
                </a:lnTo>
                <a:lnTo>
                  <a:pt x="527" y="117"/>
                </a:lnTo>
                <a:lnTo>
                  <a:pt x="528" y="117"/>
                </a:lnTo>
                <a:lnTo>
                  <a:pt x="529" y="117"/>
                </a:lnTo>
                <a:lnTo>
                  <a:pt x="530" y="117"/>
                </a:lnTo>
                <a:lnTo>
                  <a:pt x="530" y="118"/>
                </a:lnTo>
                <a:lnTo>
                  <a:pt x="530" y="119"/>
                </a:lnTo>
                <a:lnTo>
                  <a:pt x="531" y="119"/>
                </a:lnTo>
                <a:lnTo>
                  <a:pt x="532" y="119"/>
                </a:lnTo>
                <a:lnTo>
                  <a:pt x="532" y="120"/>
                </a:lnTo>
                <a:lnTo>
                  <a:pt x="533" y="120"/>
                </a:lnTo>
                <a:lnTo>
                  <a:pt x="534" y="120"/>
                </a:lnTo>
                <a:lnTo>
                  <a:pt x="535" y="120"/>
                </a:lnTo>
                <a:lnTo>
                  <a:pt x="535" y="119"/>
                </a:lnTo>
                <a:lnTo>
                  <a:pt x="537" y="118"/>
                </a:lnTo>
                <a:lnTo>
                  <a:pt x="538" y="118"/>
                </a:lnTo>
                <a:lnTo>
                  <a:pt x="538" y="117"/>
                </a:lnTo>
                <a:lnTo>
                  <a:pt x="539" y="117"/>
                </a:lnTo>
                <a:lnTo>
                  <a:pt x="540" y="116"/>
                </a:lnTo>
                <a:lnTo>
                  <a:pt x="541" y="116"/>
                </a:lnTo>
                <a:lnTo>
                  <a:pt x="542" y="115"/>
                </a:lnTo>
                <a:lnTo>
                  <a:pt x="543" y="115"/>
                </a:lnTo>
                <a:lnTo>
                  <a:pt x="544" y="114"/>
                </a:lnTo>
                <a:lnTo>
                  <a:pt x="544" y="113"/>
                </a:lnTo>
                <a:lnTo>
                  <a:pt x="545" y="113"/>
                </a:lnTo>
                <a:lnTo>
                  <a:pt x="546" y="113"/>
                </a:lnTo>
                <a:lnTo>
                  <a:pt x="547" y="114"/>
                </a:lnTo>
                <a:lnTo>
                  <a:pt x="547" y="115"/>
                </a:lnTo>
                <a:lnTo>
                  <a:pt x="546" y="115"/>
                </a:lnTo>
                <a:lnTo>
                  <a:pt x="546" y="116"/>
                </a:lnTo>
                <a:lnTo>
                  <a:pt x="547" y="116"/>
                </a:lnTo>
                <a:lnTo>
                  <a:pt x="548" y="117"/>
                </a:lnTo>
                <a:lnTo>
                  <a:pt x="549" y="117"/>
                </a:lnTo>
                <a:lnTo>
                  <a:pt x="549" y="116"/>
                </a:lnTo>
                <a:lnTo>
                  <a:pt x="548" y="116"/>
                </a:lnTo>
                <a:lnTo>
                  <a:pt x="548" y="115"/>
                </a:lnTo>
                <a:lnTo>
                  <a:pt x="547" y="114"/>
                </a:lnTo>
                <a:lnTo>
                  <a:pt x="547" y="113"/>
                </a:lnTo>
                <a:lnTo>
                  <a:pt x="548" y="112"/>
                </a:lnTo>
                <a:lnTo>
                  <a:pt x="549" y="112"/>
                </a:lnTo>
                <a:lnTo>
                  <a:pt x="550" y="112"/>
                </a:lnTo>
                <a:lnTo>
                  <a:pt x="550" y="111"/>
                </a:lnTo>
                <a:lnTo>
                  <a:pt x="551" y="111"/>
                </a:lnTo>
                <a:lnTo>
                  <a:pt x="552" y="111"/>
                </a:lnTo>
                <a:lnTo>
                  <a:pt x="552" y="110"/>
                </a:lnTo>
                <a:lnTo>
                  <a:pt x="551" y="110"/>
                </a:lnTo>
                <a:lnTo>
                  <a:pt x="551" y="109"/>
                </a:lnTo>
                <a:lnTo>
                  <a:pt x="552" y="109"/>
                </a:lnTo>
                <a:lnTo>
                  <a:pt x="553" y="109"/>
                </a:lnTo>
                <a:lnTo>
                  <a:pt x="553" y="110"/>
                </a:lnTo>
                <a:lnTo>
                  <a:pt x="554" y="110"/>
                </a:lnTo>
                <a:lnTo>
                  <a:pt x="554" y="109"/>
                </a:lnTo>
                <a:lnTo>
                  <a:pt x="554" y="108"/>
                </a:lnTo>
                <a:lnTo>
                  <a:pt x="555" y="107"/>
                </a:lnTo>
                <a:lnTo>
                  <a:pt x="556" y="107"/>
                </a:lnTo>
                <a:lnTo>
                  <a:pt x="556" y="106"/>
                </a:lnTo>
                <a:lnTo>
                  <a:pt x="556" y="105"/>
                </a:lnTo>
                <a:lnTo>
                  <a:pt x="556" y="104"/>
                </a:lnTo>
                <a:lnTo>
                  <a:pt x="557" y="103"/>
                </a:lnTo>
                <a:lnTo>
                  <a:pt x="558" y="103"/>
                </a:lnTo>
                <a:lnTo>
                  <a:pt x="558" y="104"/>
                </a:lnTo>
                <a:lnTo>
                  <a:pt x="559" y="103"/>
                </a:lnTo>
                <a:lnTo>
                  <a:pt x="559" y="102"/>
                </a:lnTo>
                <a:lnTo>
                  <a:pt x="559" y="103"/>
                </a:lnTo>
                <a:lnTo>
                  <a:pt x="560" y="103"/>
                </a:lnTo>
                <a:lnTo>
                  <a:pt x="560" y="102"/>
                </a:lnTo>
                <a:lnTo>
                  <a:pt x="561" y="102"/>
                </a:lnTo>
                <a:lnTo>
                  <a:pt x="561" y="103"/>
                </a:lnTo>
                <a:lnTo>
                  <a:pt x="562" y="102"/>
                </a:lnTo>
                <a:lnTo>
                  <a:pt x="563" y="102"/>
                </a:lnTo>
                <a:lnTo>
                  <a:pt x="563" y="103"/>
                </a:lnTo>
                <a:lnTo>
                  <a:pt x="563" y="104"/>
                </a:lnTo>
                <a:lnTo>
                  <a:pt x="564" y="104"/>
                </a:lnTo>
                <a:lnTo>
                  <a:pt x="564" y="103"/>
                </a:lnTo>
                <a:lnTo>
                  <a:pt x="565" y="103"/>
                </a:lnTo>
                <a:lnTo>
                  <a:pt x="566" y="104"/>
                </a:lnTo>
                <a:lnTo>
                  <a:pt x="566" y="105"/>
                </a:lnTo>
                <a:lnTo>
                  <a:pt x="566" y="106"/>
                </a:lnTo>
                <a:lnTo>
                  <a:pt x="567" y="106"/>
                </a:lnTo>
                <a:lnTo>
                  <a:pt x="568" y="106"/>
                </a:lnTo>
                <a:lnTo>
                  <a:pt x="568" y="107"/>
                </a:lnTo>
                <a:lnTo>
                  <a:pt x="568" y="108"/>
                </a:lnTo>
                <a:lnTo>
                  <a:pt x="567" y="108"/>
                </a:lnTo>
                <a:lnTo>
                  <a:pt x="567" y="109"/>
                </a:lnTo>
                <a:lnTo>
                  <a:pt x="568" y="110"/>
                </a:lnTo>
                <a:lnTo>
                  <a:pt x="569" y="109"/>
                </a:lnTo>
                <a:lnTo>
                  <a:pt x="569" y="108"/>
                </a:lnTo>
                <a:lnTo>
                  <a:pt x="570" y="108"/>
                </a:lnTo>
                <a:lnTo>
                  <a:pt x="570" y="109"/>
                </a:lnTo>
                <a:lnTo>
                  <a:pt x="570" y="110"/>
                </a:lnTo>
                <a:lnTo>
                  <a:pt x="569" y="110"/>
                </a:lnTo>
                <a:lnTo>
                  <a:pt x="569" y="111"/>
                </a:lnTo>
                <a:lnTo>
                  <a:pt x="568" y="111"/>
                </a:lnTo>
                <a:lnTo>
                  <a:pt x="568" y="112"/>
                </a:lnTo>
                <a:lnTo>
                  <a:pt x="568" y="113"/>
                </a:lnTo>
                <a:lnTo>
                  <a:pt x="568" y="114"/>
                </a:lnTo>
                <a:lnTo>
                  <a:pt x="569" y="114"/>
                </a:lnTo>
                <a:lnTo>
                  <a:pt x="569" y="115"/>
                </a:lnTo>
                <a:lnTo>
                  <a:pt x="569" y="116"/>
                </a:lnTo>
                <a:lnTo>
                  <a:pt x="570" y="116"/>
                </a:lnTo>
                <a:lnTo>
                  <a:pt x="570" y="117"/>
                </a:lnTo>
                <a:lnTo>
                  <a:pt x="569" y="117"/>
                </a:lnTo>
                <a:lnTo>
                  <a:pt x="568" y="117"/>
                </a:lnTo>
                <a:lnTo>
                  <a:pt x="567" y="118"/>
                </a:lnTo>
                <a:lnTo>
                  <a:pt x="567" y="119"/>
                </a:lnTo>
                <a:lnTo>
                  <a:pt x="567" y="120"/>
                </a:lnTo>
                <a:lnTo>
                  <a:pt x="568" y="120"/>
                </a:lnTo>
                <a:lnTo>
                  <a:pt x="568" y="121"/>
                </a:lnTo>
                <a:lnTo>
                  <a:pt x="567" y="122"/>
                </a:lnTo>
                <a:lnTo>
                  <a:pt x="566" y="122"/>
                </a:lnTo>
                <a:lnTo>
                  <a:pt x="566" y="123"/>
                </a:lnTo>
                <a:lnTo>
                  <a:pt x="567" y="124"/>
                </a:lnTo>
                <a:lnTo>
                  <a:pt x="567" y="125"/>
                </a:lnTo>
                <a:lnTo>
                  <a:pt x="568" y="126"/>
                </a:lnTo>
                <a:lnTo>
                  <a:pt x="568" y="127"/>
                </a:lnTo>
                <a:lnTo>
                  <a:pt x="569" y="128"/>
                </a:lnTo>
                <a:lnTo>
                  <a:pt x="570" y="128"/>
                </a:lnTo>
                <a:lnTo>
                  <a:pt x="571" y="128"/>
                </a:lnTo>
                <a:lnTo>
                  <a:pt x="571" y="129"/>
                </a:lnTo>
                <a:lnTo>
                  <a:pt x="571" y="130"/>
                </a:lnTo>
                <a:lnTo>
                  <a:pt x="571" y="131"/>
                </a:lnTo>
                <a:lnTo>
                  <a:pt x="570" y="131"/>
                </a:lnTo>
                <a:lnTo>
                  <a:pt x="570" y="132"/>
                </a:lnTo>
                <a:lnTo>
                  <a:pt x="569" y="133"/>
                </a:lnTo>
                <a:lnTo>
                  <a:pt x="569" y="134"/>
                </a:lnTo>
                <a:lnTo>
                  <a:pt x="569" y="135"/>
                </a:lnTo>
                <a:lnTo>
                  <a:pt x="569" y="137"/>
                </a:lnTo>
                <a:lnTo>
                  <a:pt x="569" y="138"/>
                </a:lnTo>
                <a:lnTo>
                  <a:pt x="567" y="139"/>
                </a:lnTo>
                <a:lnTo>
                  <a:pt x="566" y="139"/>
                </a:lnTo>
                <a:lnTo>
                  <a:pt x="566" y="138"/>
                </a:lnTo>
                <a:lnTo>
                  <a:pt x="565" y="138"/>
                </a:lnTo>
                <a:lnTo>
                  <a:pt x="565" y="140"/>
                </a:lnTo>
                <a:lnTo>
                  <a:pt x="565" y="141"/>
                </a:lnTo>
                <a:lnTo>
                  <a:pt x="565" y="142"/>
                </a:lnTo>
                <a:lnTo>
                  <a:pt x="565" y="143"/>
                </a:lnTo>
                <a:lnTo>
                  <a:pt x="566" y="143"/>
                </a:lnTo>
                <a:lnTo>
                  <a:pt x="567" y="143"/>
                </a:lnTo>
                <a:lnTo>
                  <a:pt x="567" y="144"/>
                </a:lnTo>
                <a:lnTo>
                  <a:pt x="569" y="146"/>
                </a:lnTo>
                <a:lnTo>
                  <a:pt x="570" y="147"/>
                </a:lnTo>
                <a:lnTo>
                  <a:pt x="571" y="147"/>
                </a:lnTo>
                <a:lnTo>
                  <a:pt x="572" y="148"/>
                </a:lnTo>
                <a:lnTo>
                  <a:pt x="572" y="149"/>
                </a:lnTo>
                <a:lnTo>
                  <a:pt x="571" y="151"/>
                </a:lnTo>
                <a:lnTo>
                  <a:pt x="570" y="151"/>
                </a:lnTo>
                <a:lnTo>
                  <a:pt x="569" y="151"/>
                </a:lnTo>
                <a:lnTo>
                  <a:pt x="569" y="152"/>
                </a:lnTo>
                <a:lnTo>
                  <a:pt x="568" y="152"/>
                </a:lnTo>
                <a:lnTo>
                  <a:pt x="568" y="153"/>
                </a:lnTo>
                <a:lnTo>
                  <a:pt x="569" y="153"/>
                </a:lnTo>
                <a:lnTo>
                  <a:pt x="568" y="153"/>
                </a:lnTo>
                <a:lnTo>
                  <a:pt x="569" y="154"/>
                </a:lnTo>
                <a:lnTo>
                  <a:pt x="569" y="155"/>
                </a:lnTo>
                <a:lnTo>
                  <a:pt x="570" y="155"/>
                </a:lnTo>
                <a:lnTo>
                  <a:pt x="571" y="156"/>
                </a:lnTo>
                <a:lnTo>
                  <a:pt x="572" y="156"/>
                </a:lnTo>
                <a:lnTo>
                  <a:pt x="573" y="156"/>
                </a:lnTo>
                <a:lnTo>
                  <a:pt x="574" y="156"/>
                </a:lnTo>
                <a:lnTo>
                  <a:pt x="574" y="157"/>
                </a:lnTo>
                <a:lnTo>
                  <a:pt x="574" y="158"/>
                </a:lnTo>
                <a:lnTo>
                  <a:pt x="574" y="159"/>
                </a:lnTo>
                <a:lnTo>
                  <a:pt x="574" y="161"/>
                </a:lnTo>
                <a:lnTo>
                  <a:pt x="574" y="162"/>
                </a:lnTo>
                <a:lnTo>
                  <a:pt x="575" y="162"/>
                </a:lnTo>
                <a:lnTo>
                  <a:pt x="576" y="162"/>
                </a:lnTo>
                <a:lnTo>
                  <a:pt x="576" y="163"/>
                </a:lnTo>
                <a:lnTo>
                  <a:pt x="577" y="163"/>
                </a:lnTo>
                <a:lnTo>
                  <a:pt x="577" y="164"/>
                </a:lnTo>
                <a:lnTo>
                  <a:pt x="576" y="164"/>
                </a:lnTo>
                <a:lnTo>
                  <a:pt x="576" y="165"/>
                </a:lnTo>
                <a:lnTo>
                  <a:pt x="577" y="165"/>
                </a:lnTo>
                <a:lnTo>
                  <a:pt x="577" y="166"/>
                </a:lnTo>
                <a:lnTo>
                  <a:pt x="576" y="166"/>
                </a:lnTo>
                <a:lnTo>
                  <a:pt x="576" y="167"/>
                </a:lnTo>
                <a:lnTo>
                  <a:pt x="576" y="168"/>
                </a:lnTo>
                <a:lnTo>
                  <a:pt x="577" y="168"/>
                </a:lnTo>
                <a:lnTo>
                  <a:pt x="577" y="169"/>
                </a:lnTo>
                <a:lnTo>
                  <a:pt x="577" y="170"/>
                </a:lnTo>
                <a:lnTo>
                  <a:pt x="578" y="171"/>
                </a:lnTo>
                <a:lnTo>
                  <a:pt x="579" y="171"/>
                </a:lnTo>
                <a:lnTo>
                  <a:pt x="579" y="172"/>
                </a:lnTo>
                <a:lnTo>
                  <a:pt x="580" y="171"/>
                </a:lnTo>
                <a:lnTo>
                  <a:pt x="581" y="172"/>
                </a:lnTo>
                <a:lnTo>
                  <a:pt x="581" y="171"/>
                </a:lnTo>
                <a:lnTo>
                  <a:pt x="582" y="171"/>
                </a:lnTo>
                <a:lnTo>
                  <a:pt x="583" y="171"/>
                </a:lnTo>
                <a:lnTo>
                  <a:pt x="584" y="169"/>
                </a:lnTo>
                <a:lnTo>
                  <a:pt x="584" y="168"/>
                </a:lnTo>
                <a:lnTo>
                  <a:pt x="585" y="167"/>
                </a:lnTo>
                <a:lnTo>
                  <a:pt x="587" y="167"/>
                </a:lnTo>
                <a:lnTo>
                  <a:pt x="587" y="168"/>
                </a:lnTo>
                <a:lnTo>
                  <a:pt x="588" y="169"/>
                </a:lnTo>
                <a:lnTo>
                  <a:pt x="589" y="170"/>
                </a:lnTo>
                <a:lnTo>
                  <a:pt x="590" y="170"/>
                </a:lnTo>
                <a:lnTo>
                  <a:pt x="590" y="171"/>
                </a:lnTo>
                <a:lnTo>
                  <a:pt x="589" y="172"/>
                </a:lnTo>
                <a:lnTo>
                  <a:pt x="589" y="173"/>
                </a:lnTo>
                <a:lnTo>
                  <a:pt x="588" y="174"/>
                </a:lnTo>
                <a:lnTo>
                  <a:pt x="588" y="175"/>
                </a:lnTo>
                <a:lnTo>
                  <a:pt x="589" y="175"/>
                </a:lnTo>
                <a:lnTo>
                  <a:pt x="589" y="176"/>
                </a:lnTo>
                <a:lnTo>
                  <a:pt x="589" y="177"/>
                </a:lnTo>
                <a:lnTo>
                  <a:pt x="589" y="178"/>
                </a:lnTo>
                <a:lnTo>
                  <a:pt x="590" y="178"/>
                </a:lnTo>
                <a:lnTo>
                  <a:pt x="591" y="179"/>
                </a:lnTo>
                <a:lnTo>
                  <a:pt x="591" y="180"/>
                </a:lnTo>
                <a:lnTo>
                  <a:pt x="591" y="181"/>
                </a:lnTo>
                <a:lnTo>
                  <a:pt x="591" y="182"/>
                </a:lnTo>
                <a:lnTo>
                  <a:pt x="592" y="182"/>
                </a:lnTo>
                <a:lnTo>
                  <a:pt x="593" y="182"/>
                </a:lnTo>
                <a:lnTo>
                  <a:pt x="593" y="183"/>
                </a:lnTo>
                <a:lnTo>
                  <a:pt x="594" y="181"/>
                </a:lnTo>
                <a:lnTo>
                  <a:pt x="595" y="180"/>
                </a:lnTo>
                <a:lnTo>
                  <a:pt x="596" y="180"/>
                </a:lnTo>
                <a:lnTo>
                  <a:pt x="597" y="180"/>
                </a:lnTo>
                <a:lnTo>
                  <a:pt x="598" y="180"/>
                </a:lnTo>
                <a:lnTo>
                  <a:pt x="599" y="180"/>
                </a:lnTo>
                <a:lnTo>
                  <a:pt x="600" y="180"/>
                </a:lnTo>
                <a:lnTo>
                  <a:pt x="600" y="179"/>
                </a:lnTo>
                <a:lnTo>
                  <a:pt x="601" y="179"/>
                </a:lnTo>
                <a:lnTo>
                  <a:pt x="602" y="179"/>
                </a:lnTo>
                <a:lnTo>
                  <a:pt x="603" y="179"/>
                </a:lnTo>
                <a:lnTo>
                  <a:pt x="604" y="179"/>
                </a:lnTo>
                <a:lnTo>
                  <a:pt x="603" y="178"/>
                </a:lnTo>
                <a:lnTo>
                  <a:pt x="604" y="178"/>
                </a:lnTo>
                <a:lnTo>
                  <a:pt x="604" y="177"/>
                </a:lnTo>
                <a:lnTo>
                  <a:pt x="604" y="176"/>
                </a:lnTo>
                <a:lnTo>
                  <a:pt x="605" y="176"/>
                </a:lnTo>
                <a:lnTo>
                  <a:pt x="606" y="176"/>
                </a:lnTo>
                <a:lnTo>
                  <a:pt x="607" y="176"/>
                </a:lnTo>
                <a:lnTo>
                  <a:pt x="607" y="175"/>
                </a:lnTo>
                <a:lnTo>
                  <a:pt x="607" y="174"/>
                </a:lnTo>
                <a:lnTo>
                  <a:pt x="608" y="173"/>
                </a:lnTo>
                <a:lnTo>
                  <a:pt x="608" y="172"/>
                </a:lnTo>
                <a:lnTo>
                  <a:pt x="608" y="171"/>
                </a:lnTo>
                <a:lnTo>
                  <a:pt x="609" y="171"/>
                </a:lnTo>
                <a:lnTo>
                  <a:pt x="609" y="172"/>
                </a:lnTo>
                <a:lnTo>
                  <a:pt x="610" y="172"/>
                </a:lnTo>
                <a:lnTo>
                  <a:pt x="611" y="172"/>
                </a:lnTo>
                <a:lnTo>
                  <a:pt x="611" y="171"/>
                </a:lnTo>
                <a:lnTo>
                  <a:pt x="611" y="170"/>
                </a:lnTo>
                <a:lnTo>
                  <a:pt x="612" y="170"/>
                </a:lnTo>
                <a:lnTo>
                  <a:pt x="613" y="170"/>
                </a:lnTo>
                <a:lnTo>
                  <a:pt x="614" y="170"/>
                </a:lnTo>
                <a:lnTo>
                  <a:pt x="615" y="171"/>
                </a:lnTo>
                <a:lnTo>
                  <a:pt x="616" y="171"/>
                </a:lnTo>
                <a:lnTo>
                  <a:pt x="616" y="172"/>
                </a:lnTo>
                <a:lnTo>
                  <a:pt x="617" y="172"/>
                </a:lnTo>
                <a:lnTo>
                  <a:pt x="617" y="173"/>
                </a:lnTo>
                <a:lnTo>
                  <a:pt x="618" y="173"/>
                </a:lnTo>
                <a:lnTo>
                  <a:pt x="618" y="172"/>
                </a:lnTo>
                <a:lnTo>
                  <a:pt x="619" y="172"/>
                </a:lnTo>
                <a:lnTo>
                  <a:pt x="619" y="173"/>
                </a:lnTo>
                <a:lnTo>
                  <a:pt x="619" y="174"/>
                </a:lnTo>
                <a:lnTo>
                  <a:pt x="620" y="175"/>
                </a:lnTo>
                <a:lnTo>
                  <a:pt x="620" y="176"/>
                </a:lnTo>
                <a:lnTo>
                  <a:pt x="621" y="176"/>
                </a:lnTo>
                <a:lnTo>
                  <a:pt x="621" y="177"/>
                </a:lnTo>
                <a:lnTo>
                  <a:pt x="622" y="177"/>
                </a:lnTo>
                <a:lnTo>
                  <a:pt x="622" y="178"/>
                </a:lnTo>
                <a:lnTo>
                  <a:pt x="623" y="179"/>
                </a:lnTo>
                <a:lnTo>
                  <a:pt x="623" y="180"/>
                </a:lnTo>
                <a:lnTo>
                  <a:pt x="624" y="181"/>
                </a:lnTo>
                <a:lnTo>
                  <a:pt x="625" y="181"/>
                </a:lnTo>
                <a:lnTo>
                  <a:pt x="625" y="182"/>
                </a:lnTo>
                <a:lnTo>
                  <a:pt x="625" y="183"/>
                </a:lnTo>
                <a:lnTo>
                  <a:pt x="625" y="182"/>
                </a:lnTo>
                <a:lnTo>
                  <a:pt x="626" y="182"/>
                </a:lnTo>
                <a:lnTo>
                  <a:pt x="627" y="182"/>
                </a:lnTo>
                <a:lnTo>
                  <a:pt x="628" y="182"/>
                </a:lnTo>
                <a:lnTo>
                  <a:pt x="629" y="182"/>
                </a:lnTo>
                <a:lnTo>
                  <a:pt x="630" y="182"/>
                </a:lnTo>
                <a:lnTo>
                  <a:pt x="631" y="182"/>
                </a:lnTo>
                <a:lnTo>
                  <a:pt x="632" y="182"/>
                </a:lnTo>
                <a:lnTo>
                  <a:pt x="632" y="183"/>
                </a:lnTo>
                <a:lnTo>
                  <a:pt x="633" y="183"/>
                </a:lnTo>
                <a:lnTo>
                  <a:pt x="634" y="183"/>
                </a:lnTo>
                <a:lnTo>
                  <a:pt x="635" y="184"/>
                </a:lnTo>
                <a:lnTo>
                  <a:pt x="635" y="183"/>
                </a:lnTo>
                <a:lnTo>
                  <a:pt x="636" y="183"/>
                </a:lnTo>
                <a:lnTo>
                  <a:pt x="637" y="183"/>
                </a:lnTo>
                <a:lnTo>
                  <a:pt x="638" y="183"/>
                </a:lnTo>
                <a:lnTo>
                  <a:pt x="638" y="184"/>
                </a:lnTo>
                <a:lnTo>
                  <a:pt x="638" y="185"/>
                </a:lnTo>
                <a:lnTo>
                  <a:pt x="639" y="185"/>
                </a:lnTo>
                <a:lnTo>
                  <a:pt x="639" y="184"/>
                </a:lnTo>
                <a:lnTo>
                  <a:pt x="640" y="184"/>
                </a:lnTo>
                <a:lnTo>
                  <a:pt x="640" y="185"/>
                </a:lnTo>
                <a:lnTo>
                  <a:pt x="641" y="185"/>
                </a:lnTo>
                <a:lnTo>
                  <a:pt x="641" y="184"/>
                </a:lnTo>
                <a:lnTo>
                  <a:pt x="642" y="184"/>
                </a:lnTo>
                <a:lnTo>
                  <a:pt x="642" y="185"/>
                </a:lnTo>
                <a:lnTo>
                  <a:pt x="643" y="184"/>
                </a:lnTo>
                <a:lnTo>
                  <a:pt x="644" y="184"/>
                </a:lnTo>
                <a:lnTo>
                  <a:pt x="645" y="183"/>
                </a:lnTo>
                <a:lnTo>
                  <a:pt x="646" y="183"/>
                </a:lnTo>
                <a:lnTo>
                  <a:pt x="646" y="184"/>
                </a:lnTo>
                <a:lnTo>
                  <a:pt x="647" y="184"/>
                </a:lnTo>
                <a:lnTo>
                  <a:pt x="648" y="183"/>
                </a:lnTo>
                <a:lnTo>
                  <a:pt x="647" y="183"/>
                </a:lnTo>
                <a:lnTo>
                  <a:pt x="646" y="183"/>
                </a:lnTo>
                <a:lnTo>
                  <a:pt x="646" y="182"/>
                </a:lnTo>
                <a:lnTo>
                  <a:pt x="647" y="182"/>
                </a:lnTo>
                <a:lnTo>
                  <a:pt x="647" y="181"/>
                </a:lnTo>
                <a:lnTo>
                  <a:pt x="648" y="180"/>
                </a:lnTo>
                <a:lnTo>
                  <a:pt x="649" y="181"/>
                </a:lnTo>
                <a:lnTo>
                  <a:pt x="649" y="182"/>
                </a:lnTo>
                <a:lnTo>
                  <a:pt x="650" y="182"/>
                </a:lnTo>
                <a:lnTo>
                  <a:pt x="650" y="183"/>
                </a:lnTo>
                <a:lnTo>
                  <a:pt x="650" y="184"/>
                </a:lnTo>
                <a:lnTo>
                  <a:pt x="651" y="184"/>
                </a:lnTo>
                <a:lnTo>
                  <a:pt x="651" y="183"/>
                </a:lnTo>
                <a:lnTo>
                  <a:pt x="651" y="182"/>
                </a:lnTo>
                <a:lnTo>
                  <a:pt x="652" y="182"/>
                </a:lnTo>
                <a:lnTo>
                  <a:pt x="652" y="181"/>
                </a:lnTo>
                <a:lnTo>
                  <a:pt x="652" y="180"/>
                </a:lnTo>
                <a:lnTo>
                  <a:pt x="653" y="181"/>
                </a:lnTo>
                <a:lnTo>
                  <a:pt x="654" y="181"/>
                </a:lnTo>
                <a:lnTo>
                  <a:pt x="655" y="181"/>
                </a:lnTo>
                <a:lnTo>
                  <a:pt x="656" y="181"/>
                </a:lnTo>
                <a:lnTo>
                  <a:pt x="656" y="182"/>
                </a:lnTo>
                <a:lnTo>
                  <a:pt x="655" y="184"/>
                </a:lnTo>
                <a:lnTo>
                  <a:pt x="655" y="185"/>
                </a:lnTo>
                <a:lnTo>
                  <a:pt x="655" y="186"/>
                </a:lnTo>
                <a:lnTo>
                  <a:pt x="655" y="187"/>
                </a:lnTo>
                <a:lnTo>
                  <a:pt x="655" y="188"/>
                </a:lnTo>
                <a:lnTo>
                  <a:pt x="656" y="188"/>
                </a:lnTo>
                <a:lnTo>
                  <a:pt x="656" y="189"/>
                </a:lnTo>
                <a:lnTo>
                  <a:pt x="656" y="190"/>
                </a:lnTo>
                <a:lnTo>
                  <a:pt x="655" y="190"/>
                </a:lnTo>
                <a:lnTo>
                  <a:pt x="655" y="189"/>
                </a:lnTo>
                <a:lnTo>
                  <a:pt x="655" y="190"/>
                </a:lnTo>
                <a:lnTo>
                  <a:pt x="654" y="190"/>
                </a:lnTo>
                <a:lnTo>
                  <a:pt x="654" y="192"/>
                </a:lnTo>
                <a:lnTo>
                  <a:pt x="654" y="193"/>
                </a:lnTo>
                <a:lnTo>
                  <a:pt x="653" y="193"/>
                </a:lnTo>
                <a:lnTo>
                  <a:pt x="653" y="194"/>
                </a:lnTo>
                <a:lnTo>
                  <a:pt x="652" y="194"/>
                </a:lnTo>
                <a:lnTo>
                  <a:pt x="652" y="195"/>
                </a:lnTo>
                <a:lnTo>
                  <a:pt x="652" y="196"/>
                </a:lnTo>
                <a:lnTo>
                  <a:pt x="652" y="197"/>
                </a:lnTo>
                <a:lnTo>
                  <a:pt x="652" y="198"/>
                </a:lnTo>
                <a:lnTo>
                  <a:pt x="652" y="199"/>
                </a:lnTo>
                <a:lnTo>
                  <a:pt x="652" y="200"/>
                </a:lnTo>
                <a:lnTo>
                  <a:pt x="652" y="201"/>
                </a:lnTo>
                <a:lnTo>
                  <a:pt x="652" y="202"/>
                </a:lnTo>
                <a:lnTo>
                  <a:pt x="653" y="203"/>
                </a:lnTo>
                <a:lnTo>
                  <a:pt x="652" y="204"/>
                </a:lnTo>
                <a:lnTo>
                  <a:pt x="653" y="204"/>
                </a:lnTo>
                <a:lnTo>
                  <a:pt x="653" y="205"/>
                </a:lnTo>
                <a:lnTo>
                  <a:pt x="654" y="206"/>
                </a:lnTo>
                <a:lnTo>
                  <a:pt x="654" y="205"/>
                </a:lnTo>
                <a:lnTo>
                  <a:pt x="655" y="205"/>
                </a:lnTo>
                <a:lnTo>
                  <a:pt x="656" y="205"/>
                </a:lnTo>
                <a:lnTo>
                  <a:pt x="657" y="204"/>
                </a:lnTo>
                <a:lnTo>
                  <a:pt x="657" y="203"/>
                </a:lnTo>
                <a:lnTo>
                  <a:pt x="658" y="203"/>
                </a:lnTo>
                <a:lnTo>
                  <a:pt x="659" y="203"/>
                </a:lnTo>
                <a:lnTo>
                  <a:pt x="659" y="202"/>
                </a:lnTo>
                <a:lnTo>
                  <a:pt x="660" y="202"/>
                </a:lnTo>
                <a:lnTo>
                  <a:pt x="661" y="202"/>
                </a:lnTo>
                <a:lnTo>
                  <a:pt x="661" y="203"/>
                </a:lnTo>
                <a:lnTo>
                  <a:pt x="662" y="203"/>
                </a:lnTo>
                <a:lnTo>
                  <a:pt x="662" y="204"/>
                </a:lnTo>
                <a:lnTo>
                  <a:pt x="663" y="204"/>
                </a:lnTo>
                <a:lnTo>
                  <a:pt x="663" y="205"/>
                </a:lnTo>
                <a:lnTo>
                  <a:pt x="664" y="206"/>
                </a:lnTo>
                <a:lnTo>
                  <a:pt x="664" y="207"/>
                </a:lnTo>
                <a:lnTo>
                  <a:pt x="665" y="207"/>
                </a:lnTo>
                <a:lnTo>
                  <a:pt x="666" y="207"/>
                </a:lnTo>
                <a:lnTo>
                  <a:pt x="667" y="207"/>
                </a:lnTo>
                <a:lnTo>
                  <a:pt x="668" y="207"/>
                </a:lnTo>
                <a:lnTo>
                  <a:pt x="668" y="208"/>
                </a:lnTo>
                <a:lnTo>
                  <a:pt x="667" y="208"/>
                </a:lnTo>
                <a:lnTo>
                  <a:pt x="667" y="209"/>
                </a:lnTo>
                <a:lnTo>
                  <a:pt x="667" y="210"/>
                </a:lnTo>
                <a:lnTo>
                  <a:pt x="668" y="209"/>
                </a:lnTo>
                <a:lnTo>
                  <a:pt x="669" y="209"/>
                </a:lnTo>
                <a:lnTo>
                  <a:pt x="670" y="209"/>
                </a:lnTo>
                <a:lnTo>
                  <a:pt x="670" y="210"/>
                </a:lnTo>
                <a:lnTo>
                  <a:pt x="671" y="210"/>
                </a:lnTo>
                <a:lnTo>
                  <a:pt x="671" y="209"/>
                </a:lnTo>
                <a:lnTo>
                  <a:pt x="672" y="209"/>
                </a:lnTo>
                <a:lnTo>
                  <a:pt x="673" y="210"/>
                </a:lnTo>
                <a:lnTo>
                  <a:pt x="673" y="209"/>
                </a:lnTo>
                <a:lnTo>
                  <a:pt x="674" y="209"/>
                </a:lnTo>
                <a:lnTo>
                  <a:pt x="675" y="210"/>
                </a:lnTo>
                <a:lnTo>
                  <a:pt x="676" y="210"/>
                </a:lnTo>
                <a:lnTo>
                  <a:pt x="676" y="209"/>
                </a:lnTo>
                <a:lnTo>
                  <a:pt x="677" y="210"/>
                </a:lnTo>
                <a:lnTo>
                  <a:pt x="676" y="210"/>
                </a:lnTo>
                <a:lnTo>
                  <a:pt x="675" y="211"/>
                </a:lnTo>
                <a:lnTo>
                  <a:pt x="676" y="211"/>
                </a:lnTo>
                <a:lnTo>
                  <a:pt x="676" y="212"/>
                </a:lnTo>
                <a:lnTo>
                  <a:pt x="675" y="212"/>
                </a:lnTo>
                <a:lnTo>
                  <a:pt x="676" y="212"/>
                </a:lnTo>
                <a:lnTo>
                  <a:pt x="676" y="213"/>
                </a:lnTo>
                <a:lnTo>
                  <a:pt x="676" y="214"/>
                </a:lnTo>
                <a:lnTo>
                  <a:pt x="677" y="215"/>
                </a:lnTo>
                <a:lnTo>
                  <a:pt x="678" y="215"/>
                </a:lnTo>
                <a:lnTo>
                  <a:pt x="679" y="215"/>
                </a:lnTo>
                <a:lnTo>
                  <a:pt x="680" y="215"/>
                </a:lnTo>
                <a:lnTo>
                  <a:pt x="680" y="216"/>
                </a:lnTo>
                <a:lnTo>
                  <a:pt x="681" y="216"/>
                </a:lnTo>
                <a:lnTo>
                  <a:pt x="681" y="217"/>
                </a:lnTo>
                <a:lnTo>
                  <a:pt x="682" y="217"/>
                </a:lnTo>
                <a:lnTo>
                  <a:pt x="683" y="217"/>
                </a:lnTo>
                <a:lnTo>
                  <a:pt x="683" y="216"/>
                </a:lnTo>
                <a:lnTo>
                  <a:pt x="683" y="215"/>
                </a:lnTo>
                <a:lnTo>
                  <a:pt x="684" y="215"/>
                </a:lnTo>
                <a:lnTo>
                  <a:pt x="685" y="215"/>
                </a:lnTo>
                <a:lnTo>
                  <a:pt x="686" y="215"/>
                </a:lnTo>
                <a:lnTo>
                  <a:pt x="686" y="216"/>
                </a:lnTo>
                <a:lnTo>
                  <a:pt x="687" y="216"/>
                </a:lnTo>
                <a:lnTo>
                  <a:pt x="688" y="216"/>
                </a:lnTo>
                <a:lnTo>
                  <a:pt x="688" y="215"/>
                </a:lnTo>
                <a:lnTo>
                  <a:pt x="689" y="215"/>
                </a:lnTo>
                <a:lnTo>
                  <a:pt x="690" y="215"/>
                </a:lnTo>
                <a:lnTo>
                  <a:pt x="691" y="215"/>
                </a:lnTo>
                <a:lnTo>
                  <a:pt x="692" y="215"/>
                </a:lnTo>
                <a:lnTo>
                  <a:pt x="692" y="216"/>
                </a:lnTo>
                <a:lnTo>
                  <a:pt x="693" y="216"/>
                </a:lnTo>
                <a:lnTo>
                  <a:pt x="693" y="215"/>
                </a:lnTo>
                <a:lnTo>
                  <a:pt x="694" y="215"/>
                </a:lnTo>
                <a:lnTo>
                  <a:pt x="694" y="214"/>
                </a:lnTo>
                <a:lnTo>
                  <a:pt x="695" y="213"/>
                </a:lnTo>
                <a:lnTo>
                  <a:pt x="696" y="213"/>
                </a:lnTo>
                <a:lnTo>
                  <a:pt x="696" y="212"/>
                </a:lnTo>
                <a:lnTo>
                  <a:pt x="697" y="213"/>
                </a:lnTo>
                <a:lnTo>
                  <a:pt x="697" y="214"/>
                </a:lnTo>
                <a:lnTo>
                  <a:pt x="697" y="215"/>
                </a:lnTo>
                <a:lnTo>
                  <a:pt x="698" y="215"/>
                </a:lnTo>
                <a:lnTo>
                  <a:pt x="698" y="216"/>
                </a:lnTo>
                <a:lnTo>
                  <a:pt x="699" y="216"/>
                </a:lnTo>
                <a:lnTo>
                  <a:pt x="699" y="215"/>
                </a:lnTo>
                <a:lnTo>
                  <a:pt x="699" y="214"/>
                </a:lnTo>
                <a:lnTo>
                  <a:pt x="700" y="214"/>
                </a:lnTo>
                <a:lnTo>
                  <a:pt x="700" y="213"/>
                </a:lnTo>
                <a:lnTo>
                  <a:pt x="700" y="212"/>
                </a:lnTo>
                <a:lnTo>
                  <a:pt x="700" y="211"/>
                </a:lnTo>
                <a:lnTo>
                  <a:pt x="701" y="211"/>
                </a:lnTo>
                <a:lnTo>
                  <a:pt x="701" y="210"/>
                </a:lnTo>
                <a:lnTo>
                  <a:pt x="701" y="209"/>
                </a:lnTo>
                <a:lnTo>
                  <a:pt x="702" y="209"/>
                </a:lnTo>
                <a:lnTo>
                  <a:pt x="702" y="210"/>
                </a:lnTo>
                <a:lnTo>
                  <a:pt x="703" y="210"/>
                </a:lnTo>
                <a:lnTo>
                  <a:pt x="704" y="211"/>
                </a:lnTo>
                <a:lnTo>
                  <a:pt x="704" y="210"/>
                </a:lnTo>
                <a:lnTo>
                  <a:pt x="705" y="211"/>
                </a:lnTo>
                <a:lnTo>
                  <a:pt x="706" y="211"/>
                </a:lnTo>
                <a:lnTo>
                  <a:pt x="707" y="211"/>
                </a:lnTo>
                <a:lnTo>
                  <a:pt x="708" y="211"/>
                </a:lnTo>
                <a:lnTo>
                  <a:pt x="709" y="211"/>
                </a:lnTo>
                <a:lnTo>
                  <a:pt x="710" y="211"/>
                </a:lnTo>
                <a:lnTo>
                  <a:pt x="709" y="211"/>
                </a:lnTo>
                <a:lnTo>
                  <a:pt x="709" y="210"/>
                </a:lnTo>
                <a:lnTo>
                  <a:pt x="710" y="210"/>
                </a:lnTo>
                <a:lnTo>
                  <a:pt x="711" y="209"/>
                </a:lnTo>
                <a:lnTo>
                  <a:pt x="711" y="208"/>
                </a:lnTo>
                <a:lnTo>
                  <a:pt x="710" y="208"/>
                </a:lnTo>
                <a:lnTo>
                  <a:pt x="710" y="207"/>
                </a:lnTo>
                <a:lnTo>
                  <a:pt x="711" y="207"/>
                </a:lnTo>
                <a:lnTo>
                  <a:pt x="711" y="206"/>
                </a:lnTo>
                <a:lnTo>
                  <a:pt x="710" y="206"/>
                </a:lnTo>
                <a:lnTo>
                  <a:pt x="710" y="205"/>
                </a:lnTo>
                <a:lnTo>
                  <a:pt x="710" y="204"/>
                </a:lnTo>
                <a:lnTo>
                  <a:pt x="711" y="204"/>
                </a:lnTo>
                <a:lnTo>
                  <a:pt x="712" y="203"/>
                </a:lnTo>
                <a:lnTo>
                  <a:pt x="713" y="203"/>
                </a:lnTo>
                <a:lnTo>
                  <a:pt x="713" y="202"/>
                </a:lnTo>
                <a:lnTo>
                  <a:pt x="712" y="201"/>
                </a:lnTo>
                <a:lnTo>
                  <a:pt x="714" y="200"/>
                </a:lnTo>
                <a:lnTo>
                  <a:pt x="715" y="200"/>
                </a:lnTo>
                <a:lnTo>
                  <a:pt x="716" y="200"/>
                </a:lnTo>
                <a:lnTo>
                  <a:pt x="717" y="200"/>
                </a:lnTo>
                <a:lnTo>
                  <a:pt x="718" y="200"/>
                </a:lnTo>
                <a:lnTo>
                  <a:pt x="718" y="201"/>
                </a:lnTo>
                <a:lnTo>
                  <a:pt x="718" y="202"/>
                </a:lnTo>
                <a:lnTo>
                  <a:pt x="718" y="203"/>
                </a:lnTo>
                <a:lnTo>
                  <a:pt x="719" y="204"/>
                </a:lnTo>
                <a:lnTo>
                  <a:pt x="719" y="205"/>
                </a:lnTo>
                <a:lnTo>
                  <a:pt x="721" y="205"/>
                </a:lnTo>
                <a:lnTo>
                  <a:pt x="721" y="206"/>
                </a:lnTo>
                <a:lnTo>
                  <a:pt x="722" y="206"/>
                </a:lnTo>
                <a:lnTo>
                  <a:pt x="723" y="206"/>
                </a:lnTo>
                <a:lnTo>
                  <a:pt x="724" y="205"/>
                </a:lnTo>
                <a:lnTo>
                  <a:pt x="724" y="206"/>
                </a:lnTo>
                <a:lnTo>
                  <a:pt x="723" y="207"/>
                </a:lnTo>
                <a:lnTo>
                  <a:pt x="723" y="208"/>
                </a:lnTo>
                <a:lnTo>
                  <a:pt x="723" y="209"/>
                </a:lnTo>
                <a:lnTo>
                  <a:pt x="723" y="210"/>
                </a:lnTo>
                <a:lnTo>
                  <a:pt x="722" y="210"/>
                </a:lnTo>
                <a:lnTo>
                  <a:pt x="722" y="211"/>
                </a:lnTo>
                <a:lnTo>
                  <a:pt x="722" y="212"/>
                </a:lnTo>
                <a:lnTo>
                  <a:pt x="722" y="213"/>
                </a:lnTo>
                <a:lnTo>
                  <a:pt x="721" y="213"/>
                </a:lnTo>
                <a:lnTo>
                  <a:pt x="721" y="214"/>
                </a:lnTo>
                <a:lnTo>
                  <a:pt x="722" y="214"/>
                </a:lnTo>
                <a:lnTo>
                  <a:pt x="722" y="215"/>
                </a:lnTo>
                <a:lnTo>
                  <a:pt x="722" y="216"/>
                </a:lnTo>
                <a:lnTo>
                  <a:pt x="722" y="217"/>
                </a:lnTo>
                <a:lnTo>
                  <a:pt x="721" y="218"/>
                </a:lnTo>
                <a:lnTo>
                  <a:pt x="721" y="219"/>
                </a:lnTo>
                <a:lnTo>
                  <a:pt x="721" y="220"/>
                </a:lnTo>
                <a:lnTo>
                  <a:pt x="722" y="220"/>
                </a:lnTo>
                <a:lnTo>
                  <a:pt x="722" y="221"/>
                </a:lnTo>
                <a:lnTo>
                  <a:pt x="723" y="221"/>
                </a:lnTo>
                <a:lnTo>
                  <a:pt x="724" y="221"/>
                </a:lnTo>
                <a:lnTo>
                  <a:pt x="725" y="222"/>
                </a:lnTo>
                <a:lnTo>
                  <a:pt x="726" y="222"/>
                </a:lnTo>
                <a:lnTo>
                  <a:pt x="726" y="223"/>
                </a:lnTo>
                <a:lnTo>
                  <a:pt x="726" y="224"/>
                </a:lnTo>
                <a:lnTo>
                  <a:pt x="726" y="225"/>
                </a:lnTo>
                <a:lnTo>
                  <a:pt x="726" y="226"/>
                </a:lnTo>
                <a:lnTo>
                  <a:pt x="727" y="226"/>
                </a:lnTo>
                <a:lnTo>
                  <a:pt x="728" y="225"/>
                </a:lnTo>
                <a:lnTo>
                  <a:pt x="729" y="224"/>
                </a:lnTo>
                <a:lnTo>
                  <a:pt x="729" y="225"/>
                </a:lnTo>
                <a:lnTo>
                  <a:pt x="730" y="225"/>
                </a:lnTo>
                <a:lnTo>
                  <a:pt x="731" y="226"/>
                </a:lnTo>
                <a:lnTo>
                  <a:pt x="732" y="226"/>
                </a:lnTo>
                <a:lnTo>
                  <a:pt x="733" y="226"/>
                </a:lnTo>
                <a:lnTo>
                  <a:pt x="733" y="225"/>
                </a:lnTo>
                <a:lnTo>
                  <a:pt x="734" y="225"/>
                </a:lnTo>
                <a:lnTo>
                  <a:pt x="735" y="224"/>
                </a:lnTo>
                <a:lnTo>
                  <a:pt x="736" y="224"/>
                </a:lnTo>
                <a:lnTo>
                  <a:pt x="736" y="225"/>
                </a:lnTo>
                <a:lnTo>
                  <a:pt x="737" y="224"/>
                </a:lnTo>
                <a:lnTo>
                  <a:pt x="738" y="224"/>
                </a:lnTo>
                <a:lnTo>
                  <a:pt x="739" y="224"/>
                </a:lnTo>
                <a:lnTo>
                  <a:pt x="739" y="225"/>
                </a:lnTo>
                <a:lnTo>
                  <a:pt x="740" y="225"/>
                </a:lnTo>
                <a:lnTo>
                  <a:pt x="740" y="226"/>
                </a:lnTo>
                <a:lnTo>
                  <a:pt x="740" y="227"/>
                </a:lnTo>
                <a:lnTo>
                  <a:pt x="739" y="227"/>
                </a:lnTo>
                <a:lnTo>
                  <a:pt x="739" y="228"/>
                </a:lnTo>
                <a:lnTo>
                  <a:pt x="739" y="229"/>
                </a:lnTo>
                <a:lnTo>
                  <a:pt x="739" y="230"/>
                </a:lnTo>
                <a:lnTo>
                  <a:pt x="738" y="230"/>
                </a:lnTo>
                <a:lnTo>
                  <a:pt x="739" y="231"/>
                </a:lnTo>
                <a:lnTo>
                  <a:pt x="739" y="230"/>
                </a:lnTo>
                <a:lnTo>
                  <a:pt x="739" y="231"/>
                </a:lnTo>
                <a:lnTo>
                  <a:pt x="740" y="231"/>
                </a:lnTo>
                <a:lnTo>
                  <a:pt x="741" y="231"/>
                </a:lnTo>
                <a:lnTo>
                  <a:pt x="742" y="232"/>
                </a:lnTo>
                <a:lnTo>
                  <a:pt x="743" y="231"/>
                </a:lnTo>
                <a:lnTo>
                  <a:pt x="743" y="230"/>
                </a:lnTo>
                <a:lnTo>
                  <a:pt x="744" y="231"/>
                </a:lnTo>
                <a:lnTo>
                  <a:pt x="744" y="230"/>
                </a:lnTo>
                <a:lnTo>
                  <a:pt x="745" y="230"/>
                </a:lnTo>
                <a:lnTo>
                  <a:pt x="745" y="231"/>
                </a:lnTo>
                <a:lnTo>
                  <a:pt x="746" y="231"/>
                </a:lnTo>
                <a:lnTo>
                  <a:pt x="746" y="232"/>
                </a:lnTo>
                <a:lnTo>
                  <a:pt x="746" y="233"/>
                </a:lnTo>
                <a:lnTo>
                  <a:pt x="746" y="234"/>
                </a:lnTo>
                <a:lnTo>
                  <a:pt x="747" y="235"/>
                </a:lnTo>
                <a:lnTo>
                  <a:pt x="748" y="234"/>
                </a:lnTo>
                <a:lnTo>
                  <a:pt x="748" y="235"/>
                </a:lnTo>
                <a:lnTo>
                  <a:pt x="748" y="236"/>
                </a:lnTo>
                <a:lnTo>
                  <a:pt x="748" y="237"/>
                </a:lnTo>
                <a:lnTo>
                  <a:pt x="747" y="238"/>
                </a:lnTo>
                <a:lnTo>
                  <a:pt x="747" y="239"/>
                </a:lnTo>
                <a:lnTo>
                  <a:pt x="748" y="239"/>
                </a:lnTo>
                <a:lnTo>
                  <a:pt x="748" y="240"/>
                </a:lnTo>
                <a:lnTo>
                  <a:pt x="749" y="240"/>
                </a:lnTo>
                <a:lnTo>
                  <a:pt x="748" y="240"/>
                </a:lnTo>
                <a:lnTo>
                  <a:pt x="749" y="240"/>
                </a:lnTo>
                <a:lnTo>
                  <a:pt x="749" y="241"/>
                </a:lnTo>
                <a:lnTo>
                  <a:pt x="750" y="240"/>
                </a:lnTo>
                <a:lnTo>
                  <a:pt x="751" y="240"/>
                </a:lnTo>
                <a:lnTo>
                  <a:pt x="752" y="240"/>
                </a:lnTo>
                <a:lnTo>
                  <a:pt x="752" y="241"/>
                </a:lnTo>
                <a:lnTo>
                  <a:pt x="753" y="240"/>
                </a:lnTo>
                <a:lnTo>
                  <a:pt x="754" y="240"/>
                </a:lnTo>
                <a:lnTo>
                  <a:pt x="754" y="241"/>
                </a:lnTo>
                <a:lnTo>
                  <a:pt x="755" y="242"/>
                </a:lnTo>
                <a:lnTo>
                  <a:pt x="755" y="243"/>
                </a:lnTo>
                <a:lnTo>
                  <a:pt x="756" y="243"/>
                </a:lnTo>
                <a:lnTo>
                  <a:pt x="756" y="244"/>
                </a:lnTo>
                <a:lnTo>
                  <a:pt x="756" y="245"/>
                </a:lnTo>
                <a:lnTo>
                  <a:pt x="756" y="246"/>
                </a:lnTo>
                <a:lnTo>
                  <a:pt x="756" y="247"/>
                </a:lnTo>
                <a:lnTo>
                  <a:pt x="755" y="248"/>
                </a:lnTo>
                <a:lnTo>
                  <a:pt x="756" y="249"/>
                </a:lnTo>
                <a:lnTo>
                  <a:pt x="757" y="249"/>
                </a:lnTo>
                <a:lnTo>
                  <a:pt x="757" y="250"/>
                </a:lnTo>
                <a:lnTo>
                  <a:pt x="758" y="251"/>
                </a:lnTo>
                <a:lnTo>
                  <a:pt x="758" y="252"/>
                </a:lnTo>
                <a:lnTo>
                  <a:pt x="757" y="253"/>
                </a:lnTo>
                <a:lnTo>
                  <a:pt x="758" y="253"/>
                </a:lnTo>
                <a:lnTo>
                  <a:pt x="759" y="253"/>
                </a:lnTo>
                <a:lnTo>
                  <a:pt x="760" y="254"/>
                </a:lnTo>
                <a:lnTo>
                  <a:pt x="760" y="255"/>
                </a:lnTo>
                <a:lnTo>
                  <a:pt x="761" y="255"/>
                </a:lnTo>
                <a:lnTo>
                  <a:pt x="762" y="255"/>
                </a:lnTo>
                <a:lnTo>
                  <a:pt x="762" y="254"/>
                </a:lnTo>
                <a:lnTo>
                  <a:pt x="762" y="253"/>
                </a:lnTo>
                <a:lnTo>
                  <a:pt x="763" y="253"/>
                </a:lnTo>
                <a:lnTo>
                  <a:pt x="763" y="252"/>
                </a:lnTo>
                <a:lnTo>
                  <a:pt x="763" y="251"/>
                </a:lnTo>
                <a:lnTo>
                  <a:pt x="764" y="251"/>
                </a:lnTo>
                <a:lnTo>
                  <a:pt x="764" y="250"/>
                </a:lnTo>
                <a:lnTo>
                  <a:pt x="765" y="250"/>
                </a:lnTo>
                <a:lnTo>
                  <a:pt x="766" y="250"/>
                </a:lnTo>
                <a:lnTo>
                  <a:pt x="766" y="249"/>
                </a:lnTo>
                <a:lnTo>
                  <a:pt x="767" y="248"/>
                </a:lnTo>
                <a:lnTo>
                  <a:pt x="767" y="246"/>
                </a:lnTo>
                <a:lnTo>
                  <a:pt x="768" y="246"/>
                </a:lnTo>
                <a:lnTo>
                  <a:pt x="769" y="246"/>
                </a:lnTo>
                <a:lnTo>
                  <a:pt x="769" y="247"/>
                </a:lnTo>
                <a:lnTo>
                  <a:pt x="770" y="247"/>
                </a:lnTo>
                <a:lnTo>
                  <a:pt x="771" y="247"/>
                </a:lnTo>
                <a:lnTo>
                  <a:pt x="771" y="248"/>
                </a:lnTo>
                <a:lnTo>
                  <a:pt x="772" y="248"/>
                </a:lnTo>
                <a:lnTo>
                  <a:pt x="773" y="248"/>
                </a:lnTo>
                <a:lnTo>
                  <a:pt x="774" y="248"/>
                </a:lnTo>
                <a:lnTo>
                  <a:pt x="774" y="249"/>
                </a:lnTo>
                <a:lnTo>
                  <a:pt x="774" y="250"/>
                </a:lnTo>
                <a:lnTo>
                  <a:pt x="775" y="250"/>
                </a:lnTo>
                <a:lnTo>
                  <a:pt x="776" y="251"/>
                </a:lnTo>
                <a:lnTo>
                  <a:pt x="776" y="252"/>
                </a:lnTo>
                <a:lnTo>
                  <a:pt x="777" y="252"/>
                </a:lnTo>
                <a:lnTo>
                  <a:pt x="777" y="253"/>
                </a:lnTo>
                <a:lnTo>
                  <a:pt x="776" y="253"/>
                </a:lnTo>
                <a:lnTo>
                  <a:pt x="777" y="254"/>
                </a:lnTo>
                <a:lnTo>
                  <a:pt x="777" y="253"/>
                </a:lnTo>
                <a:lnTo>
                  <a:pt x="778" y="254"/>
                </a:lnTo>
                <a:lnTo>
                  <a:pt x="778" y="255"/>
                </a:lnTo>
                <a:lnTo>
                  <a:pt x="779" y="255"/>
                </a:lnTo>
                <a:lnTo>
                  <a:pt x="779" y="256"/>
                </a:lnTo>
                <a:lnTo>
                  <a:pt x="780" y="257"/>
                </a:lnTo>
                <a:lnTo>
                  <a:pt x="780" y="258"/>
                </a:lnTo>
                <a:lnTo>
                  <a:pt x="780" y="259"/>
                </a:lnTo>
                <a:lnTo>
                  <a:pt x="781" y="260"/>
                </a:lnTo>
                <a:lnTo>
                  <a:pt x="781" y="259"/>
                </a:lnTo>
                <a:lnTo>
                  <a:pt x="782" y="259"/>
                </a:lnTo>
                <a:lnTo>
                  <a:pt x="782" y="258"/>
                </a:lnTo>
                <a:lnTo>
                  <a:pt x="783" y="257"/>
                </a:lnTo>
                <a:lnTo>
                  <a:pt x="784" y="257"/>
                </a:lnTo>
                <a:lnTo>
                  <a:pt x="785" y="257"/>
                </a:lnTo>
                <a:lnTo>
                  <a:pt x="786" y="257"/>
                </a:lnTo>
                <a:lnTo>
                  <a:pt x="788" y="257"/>
                </a:lnTo>
                <a:lnTo>
                  <a:pt x="788" y="256"/>
                </a:lnTo>
                <a:lnTo>
                  <a:pt x="789" y="256"/>
                </a:lnTo>
                <a:lnTo>
                  <a:pt x="789" y="255"/>
                </a:lnTo>
                <a:lnTo>
                  <a:pt x="790" y="255"/>
                </a:lnTo>
                <a:lnTo>
                  <a:pt x="791" y="254"/>
                </a:lnTo>
                <a:lnTo>
                  <a:pt x="792" y="254"/>
                </a:lnTo>
                <a:lnTo>
                  <a:pt x="792" y="255"/>
                </a:lnTo>
                <a:lnTo>
                  <a:pt x="792" y="256"/>
                </a:lnTo>
                <a:lnTo>
                  <a:pt x="793" y="256"/>
                </a:lnTo>
                <a:lnTo>
                  <a:pt x="793" y="257"/>
                </a:lnTo>
                <a:lnTo>
                  <a:pt x="793" y="258"/>
                </a:lnTo>
                <a:lnTo>
                  <a:pt x="793" y="259"/>
                </a:lnTo>
                <a:lnTo>
                  <a:pt x="793" y="260"/>
                </a:lnTo>
                <a:lnTo>
                  <a:pt x="794" y="261"/>
                </a:lnTo>
                <a:lnTo>
                  <a:pt x="795" y="261"/>
                </a:lnTo>
                <a:lnTo>
                  <a:pt x="796" y="262"/>
                </a:lnTo>
                <a:lnTo>
                  <a:pt x="796" y="263"/>
                </a:lnTo>
                <a:lnTo>
                  <a:pt x="797" y="263"/>
                </a:lnTo>
                <a:lnTo>
                  <a:pt x="798" y="264"/>
                </a:lnTo>
                <a:lnTo>
                  <a:pt x="799" y="264"/>
                </a:lnTo>
                <a:lnTo>
                  <a:pt x="799" y="265"/>
                </a:lnTo>
                <a:lnTo>
                  <a:pt x="798" y="266"/>
                </a:lnTo>
                <a:lnTo>
                  <a:pt x="798" y="267"/>
                </a:lnTo>
                <a:lnTo>
                  <a:pt x="799" y="267"/>
                </a:lnTo>
                <a:lnTo>
                  <a:pt x="800" y="267"/>
                </a:lnTo>
                <a:lnTo>
                  <a:pt x="800" y="268"/>
                </a:lnTo>
                <a:lnTo>
                  <a:pt x="801" y="268"/>
                </a:lnTo>
                <a:lnTo>
                  <a:pt x="802" y="267"/>
                </a:lnTo>
                <a:lnTo>
                  <a:pt x="803" y="267"/>
                </a:lnTo>
                <a:lnTo>
                  <a:pt x="803" y="268"/>
                </a:lnTo>
                <a:lnTo>
                  <a:pt x="804" y="268"/>
                </a:lnTo>
                <a:lnTo>
                  <a:pt x="805" y="268"/>
                </a:lnTo>
                <a:lnTo>
                  <a:pt x="805" y="269"/>
                </a:lnTo>
                <a:lnTo>
                  <a:pt x="805" y="270"/>
                </a:lnTo>
                <a:lnTo>
                  <a:pt x="806" y="271"/>
                </a:lnTo>
                <a:lnTo>
                  <a:pt x="806" y="270"/>
                </a:lnTo>
                <a:lnTo>
                  <a:pt x="807" y="270"/>
                </a:lnTo>
                <a:lnTo>
                  <a:pt x="807" y="271"/>
                </a:lnTo>
                <a:lnTo>
                  <a:pt x="808" y="271"/>
                </a:lnTo>
                <a:lnTo>
                  <a:pt x="808" y="270"/>
                </a:lnTo>
                <a:lnTo>
                  <a:pt x="809" y="270"/>
                </a:lnTo>
                <a:lnTo>
                  <a:pt x="810" y="270"/>
                </a:lnTo>
                <a:lnTo>
                  <a:pt x="811" y="271"/>
                </a:lnTo>
                <a:lnTo>
                  <a:pt x="810" y="271"/>
                </a:lnTo>
                <a:lnTo>
                  <a:pt x="811" y="272"/>
                </a:lnTo>
                <a:lnTo>
                  <a:pt x="811" y="274"/>
                </a:lnTo>
                <a:lnTo>
                  <a:pt x="811" y="275"/>
                </a:lnTo>
                <a:lnTo>
                  <a:pt x="811" y="276"/>
                </a:lnTo>
                <a:lnTo>
                  <a:pt x="812" y="276"/>
                </a:lnTo>
                <a:lnTo>
                  <a:pt x="812" y="277"/>
                </a:lnTo>
                <a:lnTo>
                  <a:pt x="811" y="277"/>
                </a:lnTo>
                <a:lnTo>
                  <a:pt x="810" y="277"/>
                </a:lnTo>
                <a:lnTo>
                  <a:pt x="809" y="277"/>
                </a:lnTo>
                <a:lnTo>
                  <a:pt x="808" y="277"/>
                </a:lnTo>
                <a:lnTo>
                  <a:pt x="808" y="278"/>
                </a:lnTo>
                <a:lnTo>
                  <a:pt x="807" y="278"/>
                </a:lnTo>
                <a:lnTo>
                  <a:pt x="806" y="278"/>
                </a:lnTo>
                <a:lnTo>
                  <a:pt x="805" y="278"/>
                </a:lnTo>
                <a:lnTo>
                  <a:pt x="805" y="279"/>
                </a:lnTo>
                <a:lnTo>
                  <a:pt x="804" y="279"/>
                </a:lnTo>
                <a:lnTo>
                  <a:pt x="804" y="280"/>
                </a:lnTo>
                <a:lnTo>
                  <a:pt x="803" y="280"/>
                </a:lnTo>
                <a:lnTo>
                  <a:pt x="802" y="280"/>
                </a:lnTo>
                <a:lnTo>
                  <a:pt x="801" y="281"/>
                </a:lnTo>
                <a:lnTo>
                  <a:pt x="802" y="281"/>
                </a:lnTo>
                <a:lnTo>
                  <a:pt x="801" y="281"/>
                </a:lnTo>
                <a:lnTo>
                  <a:pt x="801" y="282"/>
                </a:lnTo>
                <a:lnTo>
                  <a:pt x="799" y="282"/>
                </a:lnTo>
                <a:lnTo>
                  <a:pt x="799" y="283"/>
                </a:lnTo>
                <a:lnTo>
                  <a:pt x="799" y="284"/>
                </a:lnTo>
                <a:lnTo>
                  <a:pt x="798" y="284"/>
                </a:lnTo>
                <a:lnTo>
                  <a:pt x="798" y="283"/>
                </a:lnTo>
                <a:lnTo>
                  <a:pt x="798" y="284"/>
                </a:lnTo>
                <a:lnTo>
                  <a:pt x="797" y="284"/>
                </a:lnTo>
                <a:lnTo>
                  <a:pt x="797" y="285"/>
                </a:lnTo>
                <a:lnTo>
                  <a:pt x="797" y="286"/>
                </a:lnTo>
                <a:lnTo>
                  <a:pt x="796" y="286"/>
                </a:lnTo>
                <a:lnTo>
                  <a:pt x="796" y="285"/>
                </a:lnTo>
                <a:lnTo>
                  <a:pt x="795" y="285"/>
                </a:lnTo>
                <a:lnTo>
                  <a:pt x="794" y="286"/>
                </a:lnTo>
                <a:lnTo>
                  <a:pt x="795" y="286"/>
                </a:lnTo>
                <a:lnTo>
                  <a:pt x="793" y="286"/>
                </a:lnTo>
                <a:lnTo>
                  <a:pt x="792" y="287"/>
                </a:lnTo>
                <a:lnTo>
                  <a:pt x="791" y="288"/>
                </a:lnTo>
                <a:lnTo>
                  <a:pt x="790" y="288"/>
                </a:lnTo>
                <a:lnTo>
                  <a:pt x="790" y="289"/>
                </a:lnTo>
                <a:lnTo>
                  <a:pt x="790" y="290"/>
                </a:lnTo>
                <a:lnTo>
                  <a:pt x="789" y="290"/>
                </a:lnTo>
                <a:lnTo>
                  <a:pt x="789" y="291"/>
                </a:lnTo>
                <a:lnTo>
                  <a:pt x="788" y="291"/>
                </a:lnTo>
                <a:lnTo>
                  <a:pt x="788" y="292"/>
                </a:lnTo>
                <a:lnTo>
                  <a:pt x="789" y="293"/>
                </a:lnTo>
                <a:lnTo>
                  <a:pt x="790" y="294"/>
                </a:lnTo>
                <a:lnTo>
                  <a:pt x="790" y="295"/>
                </a:lnTo>
                <a:lnTo>
                  <a:pt x="790" y="296"/>
                </a:lnTo>
                <a:lnTo>
                  <a:pt x="789" y="296"/>
                </a:lnTo>
                <a:lnTo>
                  <a:pt x="789" y="297"/>
                </a:lnTo>
                <a:lnTo>
                  <a:pt x="789" y="298"/>
                </a:lnTo>
                <a:lnTo>
                  <a:pt x="790" y="298"/>
                </a:lnTo>
                <a:lnTo>
                  <a:pt x="791" y="298"/>
                </a:lnTo>
                <a:lnTo>
                  <a:pt x="791" y="299"/>
                </a:lnTo>
                <a:lnTo>
                  <a:pt x="790" y="299"/>
                </a:lnTo>
                <a:lnTo>
                  <a:pt x="790" y="300"/>
                </a:lnTo>
                <a:lnTo>
                  <a:pt x="789" y="300"/>
                </a:lnTo>
                <a:lnTo>
                  <a:pt x="789" y="301"/>
                </a:lnTo>
                <a:lnTo>
                  <a:pt x="788" y="301"/>
                </a:lnTo>
                <a:lnTo>
                  <a:pt x="787" y="301"/>
                </a:lnTo>
                <a:lnTo>
                  <a:pt x="786" y="301"/>
                </a:lnTo>
                <a:lnTo>
                  <a:pt x="786" y="302"/>
                </a:lnTo>
                <a:lnTo>
                  <a:pt x="785" y="302"/>
                </a:lnTo>
                <a:lnTo>
                  <a:pt x="784" y="301"/>
                </a:lnTo>
                <a:lnTo>
                  <a:pt x="782" y="301"/>
                </a:lnTo>
                <a:lnTo>
                  <a:pt x="781" y="302"/>
                </a:lnTo>
                <a:lnTo>
                  <a:pt x="781" y="303"/>
                </a:lnTo>
                <a:lnTo>
                  <a:pt x="781" y="304"/>
                </a:lnTo>
                <a:lnTo>
                  <a:pt x="781" y="305"/>
                </a:lnTo>
                <a:lnTo>
                  <a:pt x="780" y="305"/>
                </a:lnTo>
                <a:lnTo>
                  <a:pt x="780" y="306"/>
                </a:lnTo>
                <a:lnTo>
                  <a:pt x="780" y="307"/>
                </a:lnTo>
                <a:lnTo>
                  <a:pt x="780" y="308"/>
                </a:lnTo>
                <a:lnTo>
                  <a:pt x="780" y="309"/>
                </a:lnTo>
                <a:lnTo>
                  <a:pt x="779" y="309"/>
                </a:lnTo>
                <a:lnTo>
                  <a:pt x="779" y="310"/>
                </a:lnTo>
                <a:lnTo>
                  <a:pt x="780" y="310"/>
                </a:lnTo>
                <a:lnTo>
                  <a:pt x="781" y="311"/>
                </a:lnTo>
                <a:lnTo>
                  <a:pt x="781" y="312"/>
                </a:lnTo>
                <a:lnTo>
                  <a:pt x="782" y="312"/>
                </a:lnTo>
                <a:lnTo>
                  <a:pt x="783" y="313"/>
                </a:lnTo>
                <a:lnTo>
                  <a:pt x="783" y="314"/>
                </a:lnTo>
                <a:lnTo>
                  <a:pt x="783" y="315"/>
                </a:lnTo>
                <a:lnTo>
                  <a:pt x="784" y="315"/>
                </a:lnTo>
                <a:lnTo>
                  <a:pt x="785" y="316"/>
                </a:lnTo>
                <a:lnTo>
                  <a:pt x="785" y="317"/>
                </a:lnTo>
                <a:lnTo>
                  <a:pt x="784" y="318"/>
                </a:lnTo>
                <a:lnTo>
                  <a:pt x="784" y="319"/>
                </a:lnTo>
                <a:lnTo>
                  <a:pt x="785" y="319"/>
                </a:lnTo>
                <a:lnTo>
                  <a:pt x="785" y="320"/>
                </a:lnTo>
                <a:lnTo>
                  <a:pt x="786" y="320"/>
                </a:lnTo>
                <a:lnTo>
                  <a:pt x="786" y="319"/>
                </a:lnTo>
                <a:lnTo>
                  <a:pt x="787" y="319"/>
                </a:lnTo>
                <a:lnTo>
                  <a:pt x="787" y="320"/>
                </a:lnTo>
                <a:lnTo>
                  <a:pt x="788" y="320"/>
                </a:lnTo>
                <a:lnTo>
                  <a:pt x="789" y="320"/>
                </a:lnTo>
                <a:lnTo>
                  <a:pt x="789" y="321"/>
                </a:lnTo>
                <a:lnTo>
                  <a:pt x="790" y="321"/>
                </a:lnTo>
                <a:lnTo>
                  <a:pt x="792" y="322"/>
                </a:lnTo>
                <a:lnTo>
                  <a:pt x="792" y="323"/>
                </a:lnTo>
                <a:lnTo>
                  <a:pt x="791" y="323"/>
                </a:lnTo>
                <a:lnTo>
                  <a:pt x="791" y="324"/>
                </a:lnTo>
                <a:lnTo>
                  <a:pt x="792" y="324"/>
                </a:lnTo>
                <a:lnTo>
                  <a:pt x="792" y="325"/>
                </a:lnTo>
                <a:lnTo>
                  <a:pt x="793" y="326"/>
                </a:lnTo>
                <a:lnTo>
                  <a:pt x="793" y="327"/>
                </a:lnTo>
                <a:lnTo>
                  <a:pt x="794" y="327"/>
                </a:lnTo>
                <a:lnTo>
                  <a:pt x="794" y="328"/>
                </a:lnTo>
                <a:lnTo>
                  <a:pt x="794" y="329"/>
                </a:lnTo>
                <a:lnTo>
                  <a:pt x="795" y="330"/>
                </a:lnTo>
                <a:lnTo>
                  <a:pt x="796" y="330"/>
                </a:lnTo>
                <a:lnTo>
                  <a:pt x="795" y="331"/>
                </a:lnTo>
                <a:lnTo>
                  <a:pt x="794" y="332"/>
                </a:lnTo>
                <a:lnTo>
                  <a:pt x="795" y="332"/>
                </a:lnTo>
                <a:lnTo>
                  <a:pt x="794" y="332"/>
                </a:lnTo>
                <a:lnTo>
                  <a:pt x="794" y="333"/>
                </a:lnTo>
                <a:lnTo>
                  <a:pt x="794" y="334"/>
                </a:lnTo>
                <a:lnTo>
                  <a:pt x="794" y="335"/>
                </a:lnTo>
                <a:lnTo>
                  <a:pt x="794" y="336"/>
                </a:lnTo>
                <a:lnTo>
                  <a:pt x="793" y="336"/>
                </a:lnTo>
                <a:lnTo>
                  <a:pt x="793" y="337"/>
                </a:lnTo>
                <a:lnTo>
                  <a:pt x="793" y="338"/>
                </a:lnTo>
                <a:lnTo>
                  <a:pt x="794" y="338"/>
                </a:lnTo>
                <a:lnTo>
                  <a:pt x="795" y="338"/>
                </a:lnTo>
                <a:lnTo>
                  <a:pt x="796" y="338"/>
                </a:lnTo>
                <a:lnTo>
                  <a:pt x="796" y="339"/>
                </a:lnTo>
                <a:lnTo>
                  <a:pt x="796" y="340"/>
                </a:lnTo>
                <a:lnTo>
                  <a:pt x="798" y="340"/>
                </a:lnTo>
                <a:lnTo>
                  <a:pt x="799" y="340"/>
                </a:lnTo>
                <a:lnTo>
                  <a:pt x="799" y="341"/>
                </a:lnTo>
                <a:lnTo>
                  <a:pt x="798" y="341"/>
                </a:lnTo>
                <a:lnTo>
                  <a:pt x="798" y="342"/>
                </a:lnTo>
                <a:lnTo>
                  <a:pt x="797" y="341"/>
                </a:lnTo>
                <a:lnTo>
                  <a:pt x="796" y="342"/>
                </a:lnTo>
                <a:lnTo>
                  <a:pt x="796" y="343"/>
                </a:lnTo>
                <a:lnTo>
                  <a:pt x="795" y="344"/>
                </a:lnTo>
                <a:lnTo>
                  <a:pt x="794" y="344"/>
                </a:lnTo>
                <a:lnTo>
                  <a:pt x="794" y="345"/>
                </a:lnTo>
                <a:lnTo>
                  <a:pt x="793" y="345"/>
                </a:lnTo>
                <a:lnTo>
                  <a:pt x="792" y="345"/>
                </a:lnTo>
                <a:lnTo>
                  <a:pt x="792" y="346"/>
                </a:lnTo>
                <a:lnTo>
                  <a:pt x="793" y="347"/>
                </a:lnTo>
                <a:lnTo>
                  <a:pt x="793" y="348"/>
                </a:lnTo>
                <a:lnTo>
                  <a:pt x="793" y="349"/>
                </a:lnTo>
                <a:lnTo>
                  <a:pt x="794" y="349"/>
                </a:lnTo>
                <a:lnTo>
                  <a:pt x="794" y="350"/>
                </a:lnTo>
                <a:lnTo>
                  <a:pt x="794" y="351"/>
                </a:lnTo>
                <a:lnTo>
                  <a:pt x="795" y="351"/>
                </a:lnTo>
                <a:lnTo>
                  <a:pt x="796" y="351"/>
                </a:lnTo>
                <a:lnTo>
                  <a:pt x="796" y="353"/>
                </a:lnTo>
                <a:lnTo>
                  <a:pt x="795" y="353"/>
                </a:lnTo>
                <a:lnTo>
                  <a:pt x="795" y="354"/>
                </a:lnTo>
                <a:lnTo>
                  <a:pt x="794" y="354"/>
                </a:lnTo>
                <a:lnTo>
                  <a:pt x="794" y="355"/>
                </a:lnTo>
                <a:lnTo>
                  <a:pt x="795" y="355"/>
                </a:lnTo>
                <a:lnTo>
                  <a:pt x="796" y="355"/>
                </a:lnTo>
                <a:lnTo>
                  <a:pt x="796" y="356"/>
                </a:lnTo>
                <a:lnTo>
                  <a:pt x="797" y="355"/>
                </a:lnTo>
                <a:lnTo>
                  <a:pt x="797" y="356"/>
                </a:lnTo>
                <a:lnTo>
                  <a:pt x="798" y="355"/>
                </a:lnTo>
                <a:lnTo>
                  <a:pt x="798" y="354"/>
                </a:lnTo>
                <a:lnTo>
                  <a:pt x="798" y="355"/>
                </a:lnTo>
                <a:lnTo>
                  <a:pt x="799" y="355"/>
                </a:lnTo>
                <a:lnTo>
                  <a:pt x="800" y="355"/>
                </a:lnTo>
                <a:lnTo>
                  <a:pt x="800" y="356"/>
                </a:lnTo>
                <a:lnTo>
                  <a:pt x="801" y="356"/>
                </a:lnTo>
                <a:lnTo>
                  <a:pt x="802" y="356"/>
                </a:lnTo>
                <a:lnTo>
                  <a:pt x="803" y="357"/>
                </a:lnTo>
                <a:lnTo>
                  <a:pt x="803" y="358"/>
                </a:lnTo>
                <a:lnTo>
                  <a:pt x="803" y="359"/>
                </a:lnTo>
                <a:lnTo>
                  <a:pt x="803" y="360"/>
                </a:lnTo>
                <a:lnTo>
                  <a:pt x="804" y="360"/>
                </a:lnTo>
                <a:lnTo>
                  <a:pt x="804" y="361"/>
                </a:lnTo>
                <a:lnTo>
                  <a:pt x="805" y="361"/>
                </a:lnTo>
                <a:lnTo>
                  <a:pt x="806" y="361"/>
                </a:lnTo>
                <a:lnTo>
                  <a:pt x="806" y="362"/>
                </a:lnTo>
                <a:lnTo>
                  <a:pt x="806" y="363"/>
                </a:lnTo>
                <a:lnTo>
                  <a:pt x="807" y="363"/>
                </a:lnTo>
                <a:lnTo>
                  <a:pt x="808" y="364"/>
                </a:lnTo>
                <a:lnTo>
                  <a:pt x="808" y="365"/>
                </a:lnTo>
                <a:lnTo>
                  <a:pt x="809" y="365"/>
                </a:lnTo>
                <a:lnTo>
                  <a:pt x="809" y="364"/>
                </a:lnTo>
                <a:lnTo>
                  <a:pt x="809" y="365"/>
                </a:lnTo>
                <a:lnTo>
                  <a:pt x="810" y="366"/>
                </a:lnTo>
                <a:lnTo>
                  <a:pt x="811" y="366"/>
                </a:lnTo>
                <a:lnTo>
                  <a:pt x="811" y="367"/>
                </a:lnTo>
                <a:lnTo>
                  <a:pt x="811" y="368"/>
                </a:lnTo>
                <a:lnTo>
                  <a:pt x="811" y="369"/>
                </a:lnTo>
                <a:lnTo>
                  <a:pt x="810" y="369"/>
                </a:lnTo>
                <a:lnTo>
                  <a:pt x="810" y="370"/>
                </a:lnTo>
                <a:lnTo>
                  <a:pt x="810" y="371"/>
                </a:lnTo>
                <a:lnTo>
                  <a:pt x="811" y="371"/>
                </a:lnTo>
                <a:lnTo>
                  <a:pt x="811" y="372"/>
                </a:lnTo>
                <a:lnTo>
                  <a:pt x="811" y="373"/>
                </a:lnTo>
                <a:lnTo>
                  <a:pt x="811" y="374"/>
                </a:lnTo>
                <a:lnTo>
                  <a:pt x="812" y="375"/>
                </a:lnTo>
                <a:lnTo>
                  <a:pt x="812" y="376"/>
                </a:lnTo>
                <a:lnTo>
                  <a:pt x="813" y="376"/>
                </a:lnTo>
                <a:lnTo>
                  <a:pt x="814" y="376"/>
                </a:lnTo>
                <a:lnTo>
                  <a:pt x="814" y="377"/>
                </a:lnTo>
                <a:lnTo>
                  <a:pt x="813" y="377"/>
                </a:lnTo>
                <a:lnTo>
                  <a:pt x="813" y="378"/>
                </a:lnTo>
                <a:lnTo>
                  <a:pt x="814" y="378"/>
                </a:lnTo>
                <a:lnTo>
                  <a:pt x="814" y="379"/>
                </a:lnTo>
                <a:lnTo>
                  <a:pt x="813" y="379"/>
                </a:lnTo>
                <a:lnTo>
                  <a:pt x="813" y="380"/>
                </a:lnTo>
                <a:lnTo>
                  <a:pt x="813" y="381"/>
                </a:lnTo>
                <a:lnTo>
                  <a:pt x="813" y="382"/>
                </a:lnTo>
                <a:lnTo>
                  <a:pt x="814" y="382"/>
                </a:lnTo>
                <a:lnTo>
                  <a:pt x="813" y="383"/>
                </a:lnTo>
                <a:lnTo>
                  <a:pt x="812" y="384"/>
                </a:lnTo>
                <a:lnTo>
                  <a:pt x="812" y="385"/>
                </a:lnTo>
                <a:lnTo>
                  <a:pt x="813" y="385"/>
                </a:lnTo>
                <a:lnTo>
                  <a:pt x="813" y="386"/>
                </a:lnTo>
                <a:lnTo>
                  <a:pt x="814" y="387"/>
                </a:lnTo>
                <a:lnTo>
                  <a:pt x="814" y="388"/>
                </a:lnTo>
                <a:lnTo>
                  <a:pt x="813" y="388"/>
                </a:lnTo>
                <a:lnTo>
                  <a:pt x="813" y="389"/>
                </a:lnTo>
                <a:lnTo>
                  <a:pt x="813" y="390"/>
                </a:lnTo>
                <a:lnTo>
                  <a:pt x="813" y="391"/>
                </a:lnTo>
                <a:lnTo>
                  <a:pt x="813" y="392"/>
                </a:lnTo>
                <a:lnTo>
                  <a:pt x="813" y="393"/>
                </a:lnTo>
                <a:lnTo>
                  <a:pt x="813" y="394"/>
                </a:lnTo>
                <a:lnTo>
                  <a:pt x="812" y="395"/>
                </a:lnTo>
                <a:lnTo>
                  <a:pt x="812" y="396"/>
                </a:lnTo>
                <a:lnTo>
                  <a:pt x="813" y="396"/>
                </a:lnTo>
                <a:lnTo>
                  <a:pt x="818" y="404"/>
                </a:lnTo>
                <a:lnTo>
                  <a:pt x="818" y="403"/>
                </a:lnTo>
                <a:lnTo>
                  <a:pt x="818" y="404"/>
                </a:lnTo>
                <a:lnTo>
                  <a:pt x="818" y="405"/>
                </a:lnTo>
                <a:lnTo>
                  <a:pt x="818" y="404"/>
                </a:lnTo>
                <a:lnTo>
                  <a:pt x="818" y="405"/>
                </a:lnTo>
                <a:lnTo>
                  <a:pt x="818" y="406"/>
                </a:lnTo>
                <a:lnTo>
                  <a:pt x="819" y="406"/>
                </a:lnTo>
                <a:lnTo>
                  <a:pt x="819" y="407"/>
                </a:lnTo>
                <a:lnTo>
                  <a:pt x="818" y="408"/>
                </a:lnTo>
                <a:lnTo>
                  <a:pt x="818" y="409"/>
                </a:lnTo>
                <a:lnTo>
                  <a:pt x="818" y="410"/>
                </a:lnTo>
                <a:lnTo>
                  <a:pt x="819" y="411"/>
                </a:lnTo>
                <a:lnTo>
                  <a:pt x="819" y="412"/>
                </a:lnTo>
                <a:lnTo>
                  <a:pt x="818" y="413"/>
                </a:lnTo>
                <a:lnTo>
                  <a:pt x="817" y="413"/>
                </a:lnTo>
                <a:lnTo>
                  <a:pt x="817" y="414"/>
                </a:lnTo>
                <a:lnTo>
                  <a:pt x="816" y="414"/>
                </a:lnTo>
                <a:lnTo>
                  <a:pt x="815" y="415"/>
                </a:lnTo>
                <a:lnTo>
                  <a:pt x="813" y="416"/>
                </a:lnTo>
                <a:lnTo>
                  <a:pt x="813" y="417"/>
                </a:lnTo>
                <a:lnTo>
                  <a:pt x="812" y="417"/>
                </a:lnTo>
                <a:lnTo>
                  <a:pt x="811" y="418"/>
                </a:lnTo>
                <a:lnTo>
                  <a:pt x="811" y="419"/>
                </a:lnTo>
                <a:lnTo>
                  <a:pt x="810" y="420"/>
                </a:lnTo>
                <a:lnTo>
                  <a:pt x="809" y="420"/>
                </a:lnTo>
                <a:lnTo>
                  <a:pt x="809" y="421"/>
                </a:lnTo>
                <a:lnTo>
                  <a:pt x="808" y="421"/>
                </a:lnTo>
                <a:lnTo>
                  <a:pt x="807" y="421"/>
                </a:lnTo>
                <a:lnTo>
                  <a:pt x="806" y="422"/>
                </a:lnTo>
                <a:lnTo>
                  <a:pt x="805" y="423"/>
                </a:lnTo>
                <a:lnTo>
                  <a:pt x="802" y="424"/>
                </a:lnTo>
                <a:lnTo>
                  <a:pt x="801" y="424"/>
                </a:lnTo>
                <a:lnTo>
                  <a:pt x="800" y="424"/>
                </a:lnTo>
                <a:lnTo>
                  <a:pt x="800" y="425"/>
                </a:lnTo>
                <a:lnTo>
                  <a:pt x="798" y="425"/>
                </a:lnTo>
                <a:lnTo>
                  <a:pt x="797" y="425"/>
                </a:lnTo>
                <a:lnTo>
                  <a:pt x="794" y="424"/>
                </a:lnTo>
                <a:lnTo>
                  <a:pt x="793" y="424"/>
                </a:lnTo>
                <a:lnTo>
                  <a:pt x="792" y="423"/>
                </a:lnTo>
                <a:lnTo>
                  <a:pt x="788" y="422"/>
                </a:lnTo>
                <a:lnTo>
                  <a:pt x="787" y="421"/>
                </a:lnTo>
                <a:lnTo>
                  <a:pt x="786" y="421"/>
                </a:lnTo>
                <a:lnTo>
                  <a:pt x="784" y="419"/>
                </a:lnTo>
                <a:lnTo>
                  <a:pt x="783" y="419"/>
                </a:lnTo>
                <a:lnTo>
                  <a:pt x="783" y="418"/>
                </a:lnTo>
                <a:lnTo>
                  <a:pt x="781" y="417"/>
                </a:lnTo>
                <a:lnTo>
                  <a:pt x="780" y="416"/>
                </a:lnTo>
                <a:lnTo>
                  <a:pt x="779" y="415"/>
                </a:lnTo>
                <a:lnTo>
                  <a:pt x="778" y="415"/>
                </a:lnTo>
                <a:lnTo>
                  <a:pt x="777" y="414"/>
                </a:lnTo>
                <a:lnTo>
                  <a:pt x="776" y="413"/>
                </a:lnTo>
                <a:lnTo>
                  <a:pt x="774" y="411"/>
                </a:lnTo>
                <a:lnTo>
                  <a:pt x="773" y="411"/>
                </a:lnTo>
                <a:lnTo>
                  <a:pt x="772" y="410"/>
                </a:lnTo>
                <a:lnTo>
                  <a:pt x="771" y="410"/>
                </a:lnTo>
                <a:lnTo>
                  <a:pt x="770" y="410"/>
                </a:lnTo>
                <a:lnTo>
                  <a:pt x="769" y="410"/>
                </a:lnTo>
                <a:lnTo>
                  <a:pt x="768" y="410"/>
                </a:lnTo>
                <a:lnTo>
                  <a:pt x="766" y="411"/>
                </a:lnTo>
                <a:lnTo>
                  <a:pt x="765" y="411"/>
                </a:lnTo>
                <a:lnTo>
                  <a:pt x="763" y="411"/>
                </a:lnTo>
                <a:lnTo>
                  <a:pt x="762" y="411"/>
                </a:lnTo>
                <a:lnTo>
                  <a:pt x="761" y="411"/>
                </a:lnTo>
                <a:lnTo>
                  <a:pt x="759" y="411"/>
                </a:lnTo>
                <a:lnTo>
                  <a:pt x="757" y="411"/>
                </a:lnTo>
                <a:lnTo>
                  <a:pt x="754" y="411"/>
                </a:lnTo>
                <a:lnTo>
                  <a:pt x="753" y="411"/>
                </a:lnTo>
                <a:lnTo>
                  <a:pt x="753" y="412"/>
                </a:lnTo>
                <a:lnTo>
                  <a:pt x="752" y="412"/>
                </a:lnTo>
                <a:lnTo>
                  <a:pt x="752" y="413"/>
                </a:lnTo>
                <a:lnTo>
                  <a:pt x="751" y="413"/>
                </a:lnTo>
                <a:lnTo>
                  <a:pt x="750" y="413"/>
                </a:lnTo>
                <a:lnTo>
                  <a:pt x="750" y="414"/>
                </a:lnTo>
                <a:lnTo>
                  <a:pt x="749" y="414"/>
                </a:lnTo>
                <a:lnTo>
                  <a:pt x="748" y="415"/>
                </a:lnTo>
                <a:lnTo>
                  <a:pt x="749" y="415"/>
                </a:lnTo>
                <a:lnTo>
                  <a:pt x="749" y="416"/>
                </a:lnTo>
                <a:lnTo>
                  <a:pt x="749" y="417"/>
                </a:lnTo>
                <a:lnTo>
                  <a:pt x="749" y="418"/>
                </a:lnTo>
                <a:lnTo>
                  <a:pt x="749" y="419"/>
                </a:lnTo>
                <a:lnTo>
                  <a:pt x="748" y="419"/>
                </a:lnTo>
                <a:lnTo>
                  <a:pt x="748" y="420"/>
                </a:lnTo>
                <a:lnTo>
                  <a:pt x="748" y="421"/>
                </a:lnTo>
                <a:lnTo>
                  <a:pt x="748" y="420"/>
                </a:lnTo>
                <a:lnTo>
                  <a:pt x="749" y="420"/>
                </a:lnTo>
                <a:lnTo>
                  <a:pt x="749" y="421"/>
                </a:lnTo>
                <a:lnTo>
                  <a:pt x="749" y="422"/>
                </a:lnTo>
                <a:lnTo>
                  <a:pt x="749" y="423"/>
                </a:lnTo>
                <a:lnTo>
                  <a:pt x="748" y="423"/>
                </a:lnTo>
                <a:lnTo>
                  <a:pt x="747" y="423"/>
                </a:lnTo>
                <a:lnTo>
                  <a:pt x="747" y="424"/>
                </a:lnTo>
                <a:lnTo>
                  <a:pt x="747" y="425"/>
                </a:lnTo>
                <a:lnTo>
                  <a:pt x="746" y="425"/>
                </a:lnTo>
                <a:lnTo>
                  <a:pt x="746" y="424"/>
                </a:lnTo>
                <a:lnTo>
                  <a:pt x="745" y="425"/>
                </a:lnTo>
                <a:lnTo>
                  <a:pt x="745" y="426"/>
                </a:lnTo>
                <a:lnTo>
                  <a:pt x="744" y="426"/>
                </a:lnTo>
                <a:lnTo>
                  <a:pt x="744" y="427"/>
                </a:lnTo>
                <a:lnTo>
                  <a:pt x="743" y="427"/>
                </a:lnTo>
                <a:lnTo>
                  <a:pt x="743" y="428"/>
                </a:lnTo>
                <a:lnTo>
                  <a:pt x="743" y="429"/>
                </a:lnTo>
                <a:lnTo>
                  <a:pt x="743" y="430"/>
                </a:lnTo>
                <a:lnTo>
                  <a:pt x="742" y="430"/>
                </a:lnTo>
                <a:lnTo>
                  <a:pt x="741" y="430"/>
                </a:lnTo>
                <a:lnTo>
                  <a:pt x="740" y="430"/>
                </a:lnTo>
                <a:lnTo>
                  <a:pt x="739" y="432"/>
                </a:lnTo>
                <a:lnTo>
                  <a:pt x="738" y="432"/>
                </a:lnTo>
                <a:lnTo>
                  <a:pt x="737" y="433"/>
                </a:lnTo>
                <a:lnTo>
                  <a:pt x="737" y="434"/>
                </a:lnTo>
                <a:lnTo>
                  <a:pt x="737" y="433"/>
                </a:lnTo>
                <a:lnTo>
                  <a:pt x="736" y="433"/>
                </a:lnTo>
                <a:lnTo>
                  <a:pt x="735" y="434"/>
                </a:lnTo>
                <a:lnTo>
                  <a:pt x="735" y="433"/>
                </a:lnTo>
                <a:lnTo>
                  <a:pt x="734" y="434"/>
                </a:lnTo>
                <a:lnTo>
                  <a:pt x="733" y="434"/>
                </a:lnTo>
                <a:lnTo>
                  <a:pt x="733" y="435"/>
                </a:lnTo>
                <a:lnTo>
                  <a:pt x="732" y="435"/>
                </a:lnTo>
                <a:lnTo>
                  <a:pt x="731" y="435"/>
                </a:lnTo>
                <a:lnTo>
                  <a:pt x="730" y="436"/>
                </a:lnTo>
                <a:lnTo>
                  <a:pt x="729" y="437"/>
                </a:lnTo>
                <a:lnTo>
                  <a:pt x="728" y="436"/>
                </a:lnTo>
                <a:lnTo>
                  <a:pt x="728" y="437"/>
                </a:lnTo>
                <a:lnTo>
                  <a:pt x="727" y="436"/>
                </a:lnTo>
                <a:lnTo>
                  <a:pt x="727" y="435"/>
                </a:lnTo>
                <a:lnTo>
                  <a:pt x="726" y="435"/>
                </a:lnTo>
                <a:lnTo>
                  <a:pt x="726" y="434"/>
                </a:lnTo>
                <a:lnTo>
                  <a:pt x="727" y="434"/>
                </a:lnTo>
                <a:lnTo>
                  <a:pt x="728" y="434"/>
                </a:lnTo>
                <a:lnTo>
                  <a:pt x="728" y="433"/>
                </a:lnTo>
                <a:lnTo>
                  <a:pt x="727" y="432"/>
                </a:lnTo>
                <a:lnTo>
                  <a:pt x="726" y="432"/>
                </a:lnTo>
                <a:lnTo>
                  <a:pt x="725" y="432"/>
                </a:lnTo>
                <a:lnTo>
                  <a:pt x="725" y="433"/>
                </a:lnTo>
                <a:lnTo>
                  <a:pt x="724" y="433"/>
                </a:lnTo>
                <a:lnTo>
                  <a:pt x="723" y="433"/>
                </a:lnTo>
                <a:lnTo>
                  <a:pt x="722" y="433"/>
                </a:lnTo>
                <a:lnTo>
                  <a:pt x="721" y="433"/>
                </a:lnTo>
                <a:lnTo>
                  <a:pt x="720" y="433"/>
                </a:lnTo>
                <a:lnTo>
                  <a:pt x="719" y="433"/>
                </a:lnTo>
                <a:lnTo>
                  <a:pt x="718" y="433"/>
                </a:lnTo>
                <a:lnTo>
                  <a:pt x="717" y="432"/>
                </a:lnTo>
                <a:lnTo>
                  <a:pt x="716" y="433"/>
                </a:lnTo>
                <a:lnTo>
                  <a:pt x="716" y="432"/>
                </a:lnTo>
                <a:lnTo>
                  <a:pt x="715" y="432"/>
                </a:lnTo>
                <a:lnTo>
                  <a:pt x="714" y="432"/>
                </a:lnTo>
                <a:lnTo>
                  <a:pt x="713" y="431"/>
                </a:lnTo>
                <a:lnTo>
                  <a:pt x="713" y="430"/>
                </a:lnTo>
                <a:lnTo>
                  <a:pt x="713" y="429"/>
                </a:lnTo>
                <a:lnTo>
                  <a:pt x="712" y="430"/>
                </a:lnTo>
                <a:lnTo>
                  <a:pt x="712" y="429"/>
                </a:lnTo>
                <a:lnTo>
                  <a:pt x="711" y="429"/>
                </a:lnTo>
                <a:lnTo>
                  <a:pt x="711" y="430"/>
                </a:lnTo>
                <a:lnTo>
                  <a:pt x="711" y="431"/>
                </a:lnTo>
                <a:lnTo>
                  <a:pt x="710" y="431"/>
                </a:lnTo>
                <a:lnTo>
                  <a:pt x="710" y="432"/>
                </a:lnTo>
                <a:lnTo>
                  <a:pt x="711" y="432"/>
                </a:lnTo>
                <a:lnTo>
                  <a:pt x="711" y="433"/>
                </a:lnTo>
                <a:lnTo>
                  <a:pt x="712" y="433"/>
                </a:lnTo>
                <a:lnTo>
                  <a:pt x="713" y="433"/>
                </a:lnTo>
                <a:lnTo>
                  <a:pt x="714" y="433"/>
                </a:lnTo>
                <a:lnTo>
                  <a:pt x="714" y="434"/>
                </a:lnTo>
                <a:lnTo>
                  <a:pt x="714" y="435"/>
                </a:lnTo>
                <a:lnTo>
                  <a:pt x="713" y="435"/>
                </a:lnTo>
                <a:lnTo>
                  <a:pt x="713" y="436"/>
                </a:lnTo>
                <a:lnTo>
                  <a:pt x="713" y="437"/>
                </a:lnTo>
                <a:lnTo>
                  <a:pt x="713" y="438"/>
                </a:lnTo>
                <a:lnTo>
                  <a:pt x="713" y="439"/>
                </a:lnTo>
                <a:lnTo>
                  <a:pt x="712" y="439"/>
                </a:lnTo>
                <a:lnTo>
                  <a:pt x="711" y="439"/>
                </a:lnTo>
                <a:lnTo>
                  <a:pt x="711" y="440"/>
                </a:lnTo>
                <a:lnTo>
                  <a:pt x="712" y="440"/>
                </a:lnTo>
                <a:lnTo>
                  <a:pt x="713" y="440"/>
                </a:lnTo>
                <a:lnTo>
                  <a:pt x="714" y="440"/>
                </a:lnTo>
                <a:lnTo>
                  <a:pt x="715" y="440"/>
                </a:lnTo>
                <a:lnTo>
                  <a:pt x="715" y="439"/>
                </a:lnTo>
                <a:lnTo>
                  <a:pt x="716" y="439"/>
                </a:lnTo>
                <a:lnTo>
                  <a:pt x="718" y="439"/>
                </a:lnTo>
                <a:lnTo>
                  <a:pt x="718" y="440"/>
                </a:lnTo>
                <a:lnTo>
                  <a:pt x="717" y="441"/>
                </a:lnTo>
                <a:lnTo>
                  <a:pt x="716" y="441"/>
                </a:lnTo>
                <a:lnTo>
                  <a:pt x="715" y="442"/>
                </a:lnTo>
                <a:lnTo>
                  <a:pt x="715" y="443"/>
                </a:lnTo>
                <a:lnTo>
                  <a:pt x="716" y="443"/>
                </a:lnTo>
                <a:lnTo>
                  <a:pt x="716" y="444"/>
                </a:lnTo>
                <a:lnTo>
                  <a:pt x="715" y="444"/>
                </a:lnTo>
                <a:lnTo>
                  <a:pt x="715" y="445"/>
                </a:lnTo>
                <a:lnTo>
                  <a:pt x="716" y="445"/>
                </a:lnTo>
                <a:lnTo>
                  <a:pt x="715" y="445"/>
                </a:lnTo>
                <a:lnTo>
                  <a:pt x="715" y="446"/>
                </a:lnTo>
                <a:lnTo>
                  <a:pt x="715" y="447"/>
                </a:lnTo>
                <a:lnTo>
                  <a:pt x="714" y="447"/>
                </a:lnTo>
                <a:lnTo>
                  <a:pt x="715" y="447"/>
                </a:lnTo>
                <a:lnTo>
                  <a:pt x="715" y="448"/>
                </a:lnTo>
                <a:lnTo>
                  <a:pt x="716" y="448"/>
                </a:lnTo>
                <a:lnTo>
                  <a:pt x="716" y="449"/>
                </a:lnTo>
                <a:lnTo>
                  <a:pt x="715" y="449"/>
                </a:lnTo>
                <a:lnTo>
                  <a:pt x="716" y="450"/>
                </a:lnTo>
                <a:lnTo>
                  <a:pt x="715" y="450"/>
                </a:lnTo>
                <a:lnTo>
                  <a:pt x="714" y="450"/>
                </a:lnTo>
                <a:lnTo>
                  <a:pt x="713" y="450"/>
                </a:lnTo>
                <a:lnTo>
                  <a:pt x="712" y="450"/>
                </a:lnTo>
                <a:lnTo>
                  <a:pt x="711" y="449"/>
                </a:lnTo>
                <a:lnTo>
                  <a:pt x="710" y="449"/>
                </a:lnTo>
                <a:lnTo>
                  <a:pt x="709" y="449"/>
                </a:lnTo>
                <a:lnTo>
                  <a:pt x="708" y="449"/>
                </a:lnTo>
                <a:lnTo>
                  <a:pt x="708" y="448"/>
                </a:lnTo>
                <a:lnTo>
                  <a:pt x="709" y="448"/>
                </a:lnTo>
                <a:lnTo>
                  <a:pt x="709" y="447"/>
                </a:lnTo>
                <a:lnTo>
                  <a:pt x="709" y="446"/>
                </a:lnTo>
                <a:lnTo>
                  <a:pt x="710" y="445"/>
                </a:lnTo>
                <a:lnTo>
                  <a:pt x="709" y="445"/>
                </a:lnTo>
                <a:lnTo>
                  <a:pt x="708" y="444"/>
                </a:lnTo>
                <a:lnTo>
                  <a:pt x="707" y="444"/>
                </a:lnTo>
                <a:lnTo>
                  <a:pt x="706" y="444"/>
                </a:lnTo>
                <a:lnTo>
                  <a:pt x="705" y="445"/>
                </a:lnTo>
                <a:lnTo>
                  <a:pt x="704" y="445"/>
                </a:lnTo>
                <a:lnTo>
                  <a:pt x="703" y="445"/>
                </a:lnTo>
                <a:lnTo>
                  <a:pt x="703" y="446"/>
                </a:lnTo>
                <a:lnTo>
                  <a:pt x="702" y="446"/>
                </a:lnTo>
                <a:lnTo>
                  <a:pt x="702" y="445"/>
                </a:lnTo>
                <a:lnTo>
                  <a:pt x="701" y="445"/>
                </a:lnTo>
                <a:lnTo>
                  <a:pt x="701" y="444"/>
                </a:lnTo>
                <a:lnTo>
                  <a:pt x="700" y="444"/>
                </a:lnTo>
                <a:lnTo>
                  <a:pt x="700" y="443"/>
                </a:lnTo>
                <a:lnTo>
                  <a:pt x="699" y="443"/>
                </a:lnTo>
                <a:lnTo>
                  <a:pt x="699" y="444"/>
                </a:lnTo>
                <a:lnTo>
                  <a:pt x="698" y="444"/>
                </a:lnTo>
                <a:lnTo>
                  <a:pt x="697" y="444"/>
                </a:lnTo>
                <a:lnTo>
                  <a:pt x="696" y="445"/>
                </a:lnTo>
                <a:lnTo>
                  <a:pt x="695" y="445"/>
                </a:lnTo>
                <a:lnTo>
                  <a:pt x="694" y="446"/>
                </a:lnTo>
                <a:lnTo>
                  <a:pt x="694" y="447"/>
                </a:lnTo>
                <a:lnTo>
                  <a:pt x="694" y="448"/>
                </a:lnTo>
                <a:lnTo>
                  <a:pt x="695" y="448"/>
                </a:lnTo>
                <a:lnTo>
                  <a:pt x="696" y="448"/>
                </a:lnTo>
                <a:lnTo>
                  <a:pt x="696" y="449"/>
                </a:lnTo>
                <a:lnTo>
                  <a:pt x="696" y="450"/>
                </a:lnTo>
                <a:lnTo>
                  <a:pt x="695" y="450"/>
                </a:lnTo>
                <a:lnTo>
                  <a:pt x="695" y="451"/>
                </a:lnTo>
                <a:lnTo>
                  <a:pt x="694" y="451"/>
                </a:lnTo>
                <a:lnTo>
                  <a:pt x="694" y="452"/>
                </a:lnTo>
                <a:lnTo>
                  <a:pt x="693" y="452"/>
                </a:lnTo>
                <a:lnTo>
                  <a:pt x="692" y="452"/>
                </a:lnTo>
                <a:lnTo>
                  <a:pt x="692" y="451"/>
                </a:lnTo>
                <a:lnTo>
                  <a:pt x="691" y="451"/>
                </a:lnTo>
                <a:lnTo>
                  <a:pt x="691" y="450"/>
                </a:lnTo>
                <a:lnTo>
                  <a:pt x="691" y="449"/>
                </a:lnTo>
                <a:lnTo>
                  <a:pt x="691" y="450"/>
                </a:lnTo>
                <a:lnTo>
                  <a:pt x="690" y="450"/>
                </a:lnTo>
                <a:lnTo>
                  <a:pt x="689" y="450"/>
                </a:lnTo>
                <a:lnTo>
                  <a:pt x="689" y="449"/>
                </a:lnTo>
                <a:lnTo>
                  <a:pt x="690" y="449"/>
                </a:lnTo>
                <a:lnTo>
                  <a:pt x="689" y="448"/>
                </a:lnTo>
                <a:lnTo>
                  <a:pt x="689" y="447"/>
                </a:lnTo>
                <a:lnTo>
                  <a:pt x="688" y="447"/>
                </a:lnTo>
                <a:lnTo>
                  <a:pt x="688" y="448"/>
                </a:lnTo>
                <a:lnTo>
                  <a:pt x="688" y="449"/>
                </a:lnTo>
                <a:lnTo>
                  <a:pt x="688" y="450"/>
                </a:lnTo>
                <a:lnTo>
                  <a:pt x="688" y="451"/>
                </a:lnTo>
                <a:lnTo>
                  <a:pt x="687" y="451"/>
                </a:lnTo>
                <a:lnTo>
                  <a:pt x="687" y="452"/>
                </a:lnTo>
                <a:lnTo>
                  <a:pt x="686" y="452"/>
                </a:lnTo>
                <a:lnTo>
                  <a:pt x="686" y="453"/>
                </a:lnTo>
                <a:lnTo>
                  <a:pt x="686" y="454"/>
                </a:lnTo>
                <a:lnTo>
                  <a:pt x="685" y="454"/>
                </a:lnTo>
                <a:lnTo>
                  <a:pt x="684" y="454"/>
                </a:lnTo>
                <a:lnTo>
                  <a:pt x="685" y="455"/>
                </a:lnTo>
                <a:lnTo>
                  <a:pt x="686" y="455"/>
                </a:lnTo>
                <a:lnTo>
                  <a:pt x="686" y="456"/>
                </a:lnTo>
                <a:lnTo>
                  <a:pt x="686" y="457"/>
                </a:lnTo>
                <a:lnTo>
                  <a:pt x="687" y="457"/>
                </a:lnTo>
                <a:lnTo>
                  <a:pt x="687" y="458"/>
                </a:lnTo>
                <a:lnTo>
                  <a:pt x="687" y="459"/>
                </a:lnTo>
                <a:lnTo>
                  <a:pt x="688" y="458"/>
                </a:lnTo>
                <a:lnTo>
                  <a:pt x="689" y="458"/>
                </a:lnTo>
                <a:lnTo>
                  <a:pt x="689" y="457"/>
                </a:lnTo>
                <a:lnTo>
                  <a:pt x="690" y="457"/>
                </a:lnTo>
                <a:lnTo>
                  <a:pt x="690" y="456"/>
                </a:lnTo>
                <a:lnTo>
                  <a:pt x="691" y="456"/>
                </a:lnTo>
                <a:lnTo>
                  <a:pt x="691" y="455"/>
                </a:lnTo>
                <a:lnTo>
                  <a:pt x="690" y="455"/>
                </a:lnTo>
                <a:lnTo>
                  <a:pt x="689" y="455"/>
                </a:lnTo>
                <a:lnTo>
                  <a:pt x="690" y="454"/>
                </a:lnTo>
                <a:lnTo>
                  <a:pt x="690" y="453"/>
                </a:lnTo>
                <a:lnTo>
                  <a:pt x="691" y="453"/>
                </a:lnTo>
                <a:lnTo>
                  <a:pt x="692" y="453"/>
                </a:lnTo>
                <a:lnTo>
                  <a:pt x="693" y="453"/>
                </a:lnTo>
                <a:lnTo>
                  <a:pt x="693" y="454"/>
                </a:lnTo>
                <a:lnTo>
                  <a:pt x="692" y="454"/>
                </a:lnTo>
                <a:lnTo>
                  <a:pt x="693" y="455"/>
                </a:lnTo>
                <a:lnTo>
                  <a:pt x="692" y="455"/>
                </a:lnTo>
                <a:lnTo>
                  <a:pt x="694" y="455"/>
                </a:lnTo>
                <a:lnTo>
                  <a:pt x="693" y="455"/>
                </a:lnTo>
                <a:lnTo>
                  <a:pt x="693" y="456"/>
                </a:lnTo>
                <a:lnTo>
                  <a:pt x="693" y="457"/>
                </a:lnTo>
                <a:lnTo>
                  <a:pt x="692" y="457"/>
                </a:lnTo>
                <a:lnTo>
                  <a:pt x="692" y="458"/>
                </a:lnTo>
                <a:lnTo>
                  <a:pt x="691" y="458"/>
                </a:lnTo>
                <a:lnTo>
                  <a:pt x="692" y="458"/>
                </a:lnTo>
                <a:lnTo>
                  <a:pt x="692" y="459"/>
                </a:lnTo>
                <a:lnTo>
                  <a:pt x="692" y="460"/>
                </a:lnTo>
                <a:lnTo>
                  <a:pt x="691" y="461"/>
                </a:lnTo>
                <a:lnTo>
                  <a:pt x="690" y="460"/>
                </a:lnTo>
                <a:lnTo>
                  <a:pt x="690" y="461"/>
                </a:lnTo>
                <a:lnTo>
                  <a:pt x="690" y="460"/>
                </a:lnTo>
                <a:lnTo>
                  <a:pt x="690" y="461"/>
                </a:lnTo>
                <a:lnTo>
                  <a:pt x="689" y="461"/>
                </a:lnTo>
                <a:lnTo>
                  <a:pt x="689" y="462"/>
                </a:lnTo>
                <a:lnTo>
                  <a:pt x="688" y="463"/>
                </a:lnTo>
                <a:lnTo>
                  <a:pt x="688" y="464"/>
                </a:lnTo>
                <a:lnTo>
                  <a:pt x="687" y="464"/>
                </a:lnTo>
                <a:lnTo>
                  <a:pt x="686" y="464"/>
                </a:lnTo>
                <a:lnTo>
                  <a:pt x="686" y="463"/>
                </a:lnTo>
                <a:lnTo>
                  <a:pt x="686" y="462"/>
                </a:lnTo>
                <a:lnTo>
                  <a:pt x="684" y="463"/>
                </a:lnTo>
                <a:lnTo>
                  <a:pt x="683" y="463"/>
                </a:lnTo>
                <a:lnTo>
                  <a:pt x="682" y="464"/>
                </a:lnTo>
                <a:lnTo>
                  <a:pt x="681" y="464"/>
                </a:lnTo>
                <a:lnTo>
                  <a:pt x="680" y="465"/>
                </a:lnTo>
                <a:lnTo>
                  <a:pt x="679" y="466"/>
                </a:lnTo>
                <a:lnTo>
                  <a:pt x="678" y="466"/>
                </a:lnTo>
                <a:lnTo>
                  <a:pt x="678" y="465"/>
                </a:lnTo>
                <a:lnTo>
                  <a:pt x="677" y="465"/>
                </a:lnTo>
                <a:lnTo>
                  <a:pt x="676" y="465"/>
                </a:lnTo>
                <a:lnTo>
                  <a:pt x="676" y="466"/>
                </a:lnTo>
                <a:lnTo>
                  <a:pt x="675" y="466"/>
                </a:lnTo>
                <a:lnTo>
                  <a:pt x="674" y="467"/>
                </a:lnTo>
                <a:lnTo>
                  <a:pt x="674" y="468"/>
                </a:lnTo>
                <a:lnTo>
                  <a:pt x="673" y="467"/>
                </a:lnTo>
                <a:lnTo>
                  <a:pt x="672" y="467"/>
                </a:lnTo>
                <a:lnTo>
                  <a:pt x="672" y="466"/>
                </a:lnTo>
                <a:lnTo>
                  <a:pt x="672" y="465"/>
                </a:lnTo>
                <a:lnTo>
                  <a:pt x="671" y="464"/>
                </a:lnTo>
                <a:lnTo>
                  <a:pt x="669" y="464"/>
                </a:lnTo>
                <a:lnTo>
                  <a:pt x="668" y="464"/>
                </a:lnTo>
                <a:lnTo>
                  <a:pt x="667" y="464"/>
                </a:lnTo>
                <a:lnTo>
                  <a:pt x="667" y="465"/>
                </a:lnTo>
                <a:lnTo>
                  <a:pt x="666" y="465"/>
                </a:lnTo>
                <a:lnTo>
                  <a:pt x="665" y="464"/>
                </a:lnTo>
                <a:lnTo>
                  <a:pt x="664" y="464"/>
                </a:lnTo>
                <a:lnTo>
                  <a:pt x="663" y="464"/>
                </a:lnTo>
                <a:lnTo>
                  <a:pt x="663" y="465"/>
                </a:lnTo>
                <a:lnTo>
                  <a:pt x="662" y="465"/>
                </a:lnTo>
                <a:lnTo>
                  <a:pt x="661" y="466"/>
                </a:lnTo>
                <a:lnTo>
                  <a:pt x="660" y="466"/>
                </a:lnTo>
                <a:lnTo>
                  <a:pt x="660" y="465"/>
                </a:lnTo>
                <a:lnTo>
                  <a:pt x="659" y="465"/>
                </a:lnTo>
                <a:lnTo>
                  <a:pt x="659" y="466"/>
                </a:lnTo>
                <a:lnTo>
                  <a:pt x="658" y="466"/>
                </a:lnTo>
                <a:lnTo>
                  <a:pt x="658" y="467"/>
                </a:lnTo>
                <a:lnTo>
                  <a:pt x="658" y="468"/>
                </a:lnTo>
                <a:lnTo>
                  <a:pt x="657" y="468"/>
                </a:lnTo>
                <a:lnTo>
                  <a:pt x="656" y="469"/>
                </a:lnTo>
                <a:lnTo>
                  <a:pt x="655" y="469"/>
                </a:lnTo>
                <a:lnTo>
                  <a:pt x="654" y="469"/>
                </a:lnTo>
                <a:lnTo>
                  <a:pt x="654" y="470"/>
                </a:lnTo>
                <a:lnTo>
                  <a:pt x="653" y="470"/>
                </a:lnTo>
                <a:lnTo>
                  <a:pt x="652" y="470"/>
                </a:lnTo>
                <a:lnTo>
                  <a:pt x="652" y="471"/>
                </a:lnTo>
                <a:lnTo>
                  <a:pt x="651" y="471"/>
                </a:lnTo>
                <a:lnTo>
                  <a:pt x="650" y="471"/>
                </a:lnTo>
                <a:lnTo>
                  <a:pt x="649" y="472"/>
                </a:lnTo>
                <a:lnTo>
                  <a:pt x="648" y="472"/>
                </a:lnTo>
                <a:lnTo>
                  <a:pt x="647" y="472"/>
                </a:lnTo>
                <a:lnTo>
                  <a:pt x="646" y="471"/>
                </a:lnTo>
                <a:lnTo>
                  <a:pt x="646" y="472"/>
                </a:lnTo>
                <a:lnTo>
                  <a:pt x="645" y="472"/>
                </a:lnTo>
                <a:lnTo>
                  <a:pt x="644" y="472"/>
                </a:lnTo>
                <a:lnTo>
                  <a:pt x="643" y="472"/>
                </a:lnTo>
                <a:lnTo>
                  <a:pt x="643" y="473"/>
                </a:lnTo>
                <a:lnTo>
                  <a:pt x="642" y="472"/>
                </a:lnTo>
                <a:lnTo>
                  <a:pt x="642" y="471"/>
                </a:lnTo>
                <a:lnTo>
                  <a:pt x="641" y="471"/>
                </a:lnTo>
                <a:lnTo>
                  <a:pt x="641" y="470"/>
                </a:lnTo>
                <a:lnTo>
                  <a:pt x="640" y="470"/>
                </a:lnTo>
                <a:lnTo>
                  <a:pt x="641" y="470"/>
                </a:lnTo>
                <a:lnTo>
                  <a:pt x="641" y="469"/>
                </a:lnTo>
                <a:lnTo>
                  <a:pt x="640" y="469"/>
                </a:lnTo>
                <a:lnTo>
                  <a:pt x="640" y="470"/>
                </a:lnTo>
                <a:lnTo>
                  <a:pt x="639" y="470"/>
                </a:lnTo>
                <a:lnTo>
                  <a:pt x="639" y="471"/>
                </a:lnTo>
                <a:lnTo>
                  <a:pt x="638" y="471"/>
                </a:lnTo>
                <a:lnTo>
                  <a:pt x="637" y="471"/>
                </a:lnTo>
                <a:lnTo>
                  <a:pt x="636" y="471"/>
                </a:lnTo>
                <a:lnTo>
                  <a:pt x="636" y="470"/>
                </a:lnTo>
                <a:lnTo>
                  <a:pt x="636" y="471"/>
                </a:lnTo>
                <a:lnTo>
                  <a:pt x="635" y="471"/>
                </a:lnTo>
                <a:lnTo>
                  <a:pt x="634" y="472"/>
                </a:lnTo>
                <a:lnTo>
                  <a:pt x="633" y="473"/>
                </a:lnTo>
                <a:lnTo>
                  <a:pt x="632" y="472"/>
                </a:lnTo>
                <a:lnTo>
                  <a:pt x="631" y="472"/>
                </a:lnTo>
                <a:lnTo>
                  <a:pt x="631" y="473"/>
                </a:lnTo>
                <a:lnTo>
                  <a:pt x="631" y="472"/>
                </a:lnTo>
                <a:lnTo>
                  <a:pt x="630" y="472"/>
                </a:lnTo>
                <a:lnTo>
                  <a:pt x="629" y="471"/>
                </a:lnTo>
                <a:lnTo>
                  <a:pt x="629" y="470"/>
                </a:lnTo>
                <a:lnTo>
                  <a:pt x="628" y="469"/>
                </a:lnTo>
                <a:lnTo>
                  <a:pt x="628" y="468"/>
                </a:lnTo>
                <a:lnTo>
                  <a:pt x="627" y="468"/>
                </a:lnTo>
                <a:lnTo>
                  <a:pt x="626" y="467"/>
                </a:lnTo>
                <a:lnTo>
                  <a:pt x="625" y="468"/>
                </a:lnTo>
                <a:lnTo>
                  <a:pt x="624" y="468"/>
                </a:lnTo>
                <a:lnTo>
                  <a:pt x="623" y="469"/>
                </a:lnTo>
                <a:lnTo>
                  <a:pt x="622" y="469"/>
                </a:lnTo>
                <a:lnTo>
                  <a:pt x="621" y="470"/>
                </a:lnTo>
                <a:lnTo>
                  <a:pt x="621" y="471"/>
                </a:lnTo>
                <a:lnTo>
                  <a:pt x="621" y="472"/>
                </a:lnTo>
                <a:lnTo>
                  <a:pt x="621" y="473"/>
                </a:lnTo>
                <a:lnTo>
                  <a:pt x="620" y="474"/>
                </a:lnTo>
                <a:lnTo>
                  <a:pt x="620" y="475"/>
                </a:lnTo>
                <a:lnTo>
                  <a:pt x="621" y="475"/>
                </a:lnTo>
                <a:lnTo>
                  <a:pt x="621" y="476"/>
                </a:lnTo>
                <a:lnTo>
                  <a:pt x="621" y="477"/>
                </a:lnTo>
                <a:lnTo>
                  <a:pt x="621" y="478"/>
                </a:lnTo>
                <a:lnTo>
                  <a:pt x="621" y="479"/>
                </a:lnTo>
                <a:lnTo>
                  <a:pt x="620" y="479"/>
                </a:lnTo>
                <a:lnTo>
                  <a:pt x="620" y="480"/>
                </a:lnTo>
                <a:lnTo>
                  <a:pt x="621" y="481"/>
                </a:lnTo>
                <a:lnTo>
                  <a:pt x="621" y="483"/>
                </a:lnTo>
                <a:lnTo>
                  <a:pt x="620" y="483"/>
                </a:lnTo>
                <a:lnTo>
                  <a:pt x="619" y="483"/>
                </a:lnTo>
                <a:lnTo>
                  <a:pt x="618" y="483"/>
                </a:lnTo>
                <a:lnTo>
                  <a:pt x="618" y="482"/>
                </a:lnTo>
                <a:lnTo>
                  <a:pt x="617" y="483"/>
                </a:lnTo>
                <a:lnTo>
                  <a:pt x="616" y="484"/>
                </a:lnTo>
                <a:lnTo>
                  <a:pt x="615" y="484"/>
                </a:lnTo>
                <a:lnTo>
                  <a:pt x="614" y="484"/>
                </a:lnTo>
                <a:lnTo>
                  <a:pt x="614" y="485"/>
                </a:lnTo>
                <a:lnTo>
                  <a:pt x="613" y="486"/>
                </a:lnTo>
                <a:lnTo>
                  <a:pt x="612" y="485"/>
                </a:lnTo>
                <a:lnTo>
                  <a:pt x="611" y="485"/>
                </a:lnTo>
                <a:lnTo>
                  <a:pt x="610" y="485"/>
                </a:lnTo>
                <a:lnTo>
                  <a:pt x="609" y="485"/>
                </a:lnTo>
                <a:lnTo>
                  <a:pt x="609" y="486"/>
                </a:lnTo>
                <a:lnTo>
                  <a:pt x="608" y="486"/>
                </a:lnTo>
                <a:lnTo>
                  <a:pt x="608" y="485"/>
                </a:lnTo>
                <a:lnTo>
                  <a:pt x="607" y="485"/>
                </a:lnTo>
                <a:lnTo>
                  <a:pt x="607" y="486"/>
                </a:lnTo>
                <a:lnTo>
                  <a:pt x="606" y="486"/>
                </a:lnTo>
                <a:lnTo>
                  <a:pt x="606" y="485"/>
                </a:lnTo>
                <a:lnTo>
                  <a:pt x="605" y="486"/>
                </a:lnTo>
                <a:lnTo>
                  <a:pt x="604" y="486"/>
                </a:lnTo>
                <a:lnTo>
                  <a:pt x="603" y="486"/>
                </a:lnTo>
                <a:lnTo>
                  <a:pt x="602" y="486"/>
                </a:lnTo>
                <a:lnTo>
                  <a:pt x="601" y="486"/>
                </a:lnTo>
                <a:lnTo>
                  <a:pt x="602" y="486"/>
                </a:lnTo>
                <a:lnTo>
                  <a:pt x="602" y="487"/>
                </a:lnTo>
                <a:lnTo>
                  <a:pt x="601" y="487"/>
                </a:lnTo>
                <a:lnTo>
                  <a:pt x="601" y="488"/>
                </a:lnTo>
                <a:lnTo>
                  <a:pt x="600" y="489"/>
                </a:lnTo>
                <a:lnTo>
                  <a:pt x="599" y="490"/>
                </a:lnTo>
                <a:lnTo>
                  <a:pt x="598" y="490"/>
                </a:lnTo>
                <a:lnTo>
                  <a:pt x="598" y="491"/>
                </a:lnTo>
                <a:lnTo>
                  <a:pt x="598" y="492"/>
                </a:lnTo>
                <a:lnTo>
                  <a:pt x="597" y="493"/>
                </a:lnTo>
                <a:lnTo>
                  <a:pt x="596" y="494"/>
                </a:lnTo>
                <a:lnTo>
                  <a:pt x="595" y="494"/>
                </a:lnTo>
                <a:lnTo>
                  <a:pt x="594" y="494"/>
                </a:lnTo>
                <a:lnTo>
                  <a:pt x="594" y="495"/>
                </a:lnTo>
                <a:lnTo>
                  <a:pt x="594" y="496"/>
                </a:lnTo>
                <a:lnTo>
                  <a:pt x="593" y="496"/>
                </a:lnTo>
                <a:lnTo>
                  <a:pt x="592" y="496"/>
                </a:lnTo>
                <a:lnTo>
                  <a:pt x="592" y="497"/>
                </a:lnTo>
                <a:lnTo>
                  <a:pt x="592" y="498"/>
                </a:lnTo>
                <a:lnTo>
                  <a:pt x="591" y="498"/>
                </a:lnTo>
                <a:lnTo>
                  <a:pt x="592" y="498"/>
                </a:lnTo>
                <a:lnTo>
                  <a:pt x="591" y="498"/>
                </a:lnTo>
                <a:lnTo>
                  <a:pt x="591" y="499"/>
                </a:lnTo>
                <a:lnTo>
                  <a:pt x="590" y="499"/>
                </a:lnTo>
                <a:lnTo>
                  <a:pt x="589" y="499"/>
                </a:lnTo>
                <a:lnTo>
                  <a:pt x="589" y="500"/>
                </a:lnTo>
                <a:lnTo>
                  <a:pt x="589" y="501"/>
                </a:lnTo>
                <a:lnTo>
                  <a:pt x="589" y="502"/>
                </a:lnTo>
                <a:lnTo>
                  <a:pt x="589" y="503"/>
                </a:lnTo>
                <a:lnTo>
                  <a:pt x="588" y="504"/>
                </a:lnTo>
                <a:lnTo>
                  <a:pt x="588" y="505"/>
                </a:lnTo>
                <a:lnTo>
                  <a:pt x="587" y="505"/>
                </a:lnTo>
                <a:lnTo>
                  <a:pt x="587" y="506"/>
                </a:lnTo>
                <a:lnTo>
                  <a:pt x="586" y="506"/>
                </a:lnTo>
                <a:lnTo>
                  <a:pt x="585" y="506"/>
                </a:lnTo>
                <a:lnTo>
                  <a:pt x="585" y="507"/>
                </a:lnTo>
                <a:lnTo>
                  <a:pt x="584" y="507"/>
                </a:lnTo>
                <a:lnTo>
                  <a:pt x="583" y="507"/>
                </a:lnTo>
                <a:lnTo>
                  <a:pt x="582" y="507"/>
                </a:lnTo>
                <a:lnTo>
                  <a:pt x="581" y="507"/>
                </a:lnTo>
                <a:lnTo>
                  <a:pt x="581" y="506"/>
                </a:lnTo>
                <a:lnTo>
                  <a:pt x="581" y="505"/>
                </a:lnTo>
                <a:lnTo>
                  <a:pt x="581" y="504"/>
                </a:lnTo>
                <a:lnTo>
                  <a:pt x="581" y="503"/>
                </a:lnTo>
                <a:lnTo>
                  <a:pt x="580" y="503"/>
                </a:lnTo>
                <a:lnTo>
                  <a:pt x="579" y="503"/>
                </a:lnTo>
                <a:lnTo>
                  <a:pt x="579" y="504"/>
                </a:lnTo>
                <a:lnTo>
                  <a:pt x="578" y="504"/>
                </a:lnTo>
                <a:lnTo>
                  <a:pt x="578" y="503"/>
                </a:lnTo>
                <a:lnTo>
                  <a:pt x="577" y="503"/>
                </a:lnTo>
                <a:lnTo>
                  <a:pt x="576" y="502"/>
                </a:lnTo>
                <a:lnTo>
                  <a:pt x="577" y="502"/>
                </a:lnTo>
                <a:lnTo>
                  <a:pt x="577" y="501"/>
                </a:lnTo>
                <a:lnTo>
                  <a:pt x="577" y="500"/>
                </a:lnTo>
                <a:lnTo>
                  <a:pt x="576" y="500"/>
                </a:lnTo>
                <a:lnTo>
                  <a:pt x="576" y="499"/>
                </a:lnTo>
                <a:lnTo>
                  <a:pt x="575" y="498"/>
                </a:lnTo>
                <a:lnTo>
                  <a:pt x="574" y="498"/>
                </a:lnTo>
                <a:lnTo>
                  <a:pt x="574" y="499"/>
                </a:lnTo>
                <a:lnTo>
                  <a:pt x="573" y="499"/>
                </a:lnTo>
                <a:lnTo>
                  <a:pt x="572" y="499"/>
                </a:lnTo>
                <a:lnTo>
                  <a:pt x="571" y="499"/>
                </a:lnTo>
                <a:lnTo>
                  <a:pt x="571" y="500"/>
                </a:lnTo>
                <a:lnTo>
                  <a:pt x="570" y="500"/>
                </a:lnTo>
                <a:lnTo>
                  <a:pt x="569" y="501"/>
                </a:lnTo>
                <a:lnTo>
                  <a:pt x="569" y="502"/>
                </a:lnTo>
                <a:lnTo>
                  <a:pt x="569" y="503"/>
                </a:lnTo>
                <a:lnTo>
                  <a:pt x="568" y="503"/>
                </a:lnTo>
                <a:lnTo>
                  <a:pt x="567" y="504"/>
                </a:lnTo>
                <a:lnTo>
                  <a:pt x="566" y="504"/>
                </a:lnTo>
                <a:lnTo>
                  <a:pt x="566" y="503"/>
                </a:lnTo>
                <a:lnTo>
                  <a:pt x="565" y="503"/>
                </a:lnTo>
                <a:lnTo>
                  <a:pt x="565" y="502"/>
                </a:lnTo>
                <a:lnTo>
                  <a:pt x="566" y="502"/>
                </a:lnTo>
                <a:lnTo>
                  <a:pt x="565" y="502"/>
                </a:lnTo>
                <a:lnTo>
                  <a:pt x="565" y="501"/>
                </a:lnTo>
                <a:lnTo>
                  <a:pt x="565" y="500"/>
                </a:lnTo>
                <a:lnTo>
                  <a:pt x="565" y="499"/>
                </a:lnTo>
                <a:lnTo>
                  <a:pt x="566" y="499"/>
                </a:lnTo>
                <a:lnTo>
                  <a:pt x="565" y="499"/>
                </a:lnTo>
                <a:lnTo>
                  <a:pt x="565" y="498"/>
                </a:lnTo>
                <a:lnTo>
                  <a:pt x="564" y="498"/>
                </a:lnTo>
                <a:lnTo>
                  <a:pt x="564" y="499"/>
                </a:lnTo>
                <a:lnTo>
                  <a:pt x="564" y="500"/>
                </a:lnTo>
                <a:lnTo>
                  <a:pt x="563" y="500"/>
                </a:lnTo>
                <a:lnTo>
                  <a:pt x="563" y="501"/>
                </a:lnTo>
                <a:lnTo>
                  <a:pt x="562" y="501"/>
                </a:lnTo>
                <a:lnTo>
                  <a:pt x="561" y="502"/>
                </a:lnTo>
                <a:lnTo>
                  <a:pt x="561" y="501"/>
                </a:lnTo>
                <a:lnTo>
                  <a:pt x="561" y="499"/>
                </a:lnTo>
                <a:lnTo>
                  <a:pt x="561" y="498"/>
                </a:lnTo>
                <a:lnTo>
                  <a:pt x="561" y="497"/>
                </a:lnTo>
                <a:lnTo>
                  <a:pt x="561" y="496"/>
                </a:lnTo>
                <a:lnTo>
                  <a:pt x="560" y="496"/>
                </a:lnTo>
                <a:lnTo>
                  <a:pt x="561" y="496"/>
                </a:lnTo>
                <a:lnTo>
                  <a:pt x="561" y="495"/>
                </a:lnTo>
                <a:lnTo>
                  <a:pt x="560" y="495"/>
                </a:lnTo>
                <a:lnTo>
                  <a:pt x="559" y="494"/>
                </a:lnTo>
                <a:lnTo>
                  <a:pt x="559" y="493"/>
                </a:lnTo>
                <a:lnTo>
                  <a:pt x="559" y="492"/>
                </a:lnTo>
                <a:lnTo>
                  <a:pt x="558" y="492"/>
                </a:lnTo>
                <a:lnTo>
                  <a:pt x="558" y="491"/>
                </a:lnTo>
                <a:lnTo>
                  <a:pt x="559" y="491"/>
                </a:lnTo>
                <a:lnTo>
                  <a:pt x="559" y="490"/>
                </a:lnTo>
                <a:lnTo>
                  <a:pt x="560" y="490"/>
                </a:lnTo>
                <a:lnTo>
                  <a:pt x="560" y="489"/>
                </a:lnTo>
                <a:lnTo>
                  <a:pt x="561" y="489"/>
                </a:lnTo>
                <a:lnTo>
                  <a:pt x="561" y="488"/>
                </a:lnTo>
                <a:lnTo>
                  <a:pt x="562" y="487"/>
                </a:lnTo>
                <a:lnTo>
                  <a:pt x="562" y="486"/>
                </a:lnTo>
                <a:lnTo>
                  <a:pt x="562" y="485"/>
                </a:lnTo>
                <a:lnTo>
                  <a:pt x="561" y="485"/>
                </a:lnTo>
                <a:lnTo>
                  <a:pt x="562" y="485"/>
                </a:lnTo>
                <a:lnTo>
                  <a:pt x="562" y="484"/>
                </a:lnTo>
                <a:lnTo>
                  <a:pt x="561" y="484"/>
                </a:lnTo>
                <a:lnTo>
                  <a:pt x="561" y="483"/>
                </a:lnTo>
                <a:lnTo>
                  <a:pt x="560" y="483"/>
                </a:lnTo>
                <a:lnTo>
                  <a:pt x="559" y="483"/>
                </a:lnTo>
                <a:lnTo>
                  <a:pt x="559" y="484"/>
                </a:lnTo>
                <a:lnTo>
                  <a:pt x="559" y="485"/>
                </a:lnTo>
                <a:lnTo>
                  <a:pt x="558" y="485"/>
                </a:lnTo>
                <a:lnTo>
                  <a:pt x="558" y="484"/>
                </a:lnTo>
                <a:lnTo>
                  <a:pt x="557" y="484"/>
                </a:lnTo>
                <a:lnTo>
                  <a:pt x="557" y="483"/>
                </a:lnTo>
                <a:lnTo>
                  <a:pt x="557" y="482"/>
                </a:lnTo>
                <a:lnTo>
                  <a:pt x="556" y="482"/>
                </a:lnTo>
                <a:lnTo>
                  <a:pt x="556" y="481"/>
                </a:lnTo>
                <a:lnTo>
                  <a:pt x="555" y="481"/>
                </a:lnTo>
                <a:lnTo>
                  <a:pt x="555" y="482"/>
                </a:lnTo>
                <a:lnTo>
                  <a:pt x="554" y="482"/>
                </a:lnTo>
                <a:lnTo>
                  <a:pt x="554" y="481"/>
                </a:lnTo>
                <a:lnTo>
                  <a:pt x="554" y="480"/>
                </a:lnTo>
                <a:lnTo>
                  <a:pt x="553" y="480"/>
                </a:lnTo>
                <a:lnTo>
                  <a:pt x="552" y="480"/>
                </a:lnTo>
                <a:lnTo>
                  <a:pt x="553" y="479"/>
                </a:lnTo>
                <a:lnTo>
                  <a:pt x="552" y="479"/>
                </a:lnTo>
                <a:lnTo>
                  <a:pt x="553" y="479"/>
                </a:lnTo>
                <a:lnTo>
                  <a:pt x="553" y="478"/>
                </a:lnTo>
                <a:lnTo>
                  <a:pt x="553" y="477"/>
                </a:lnTo>
                <a:lnTo>
                  <a:pt x="554" y="477"/>
                </a:lnTo>
                <a:lnTo>
                  <a:pt x="554" y="476"/>
                </a:lnTo>
                <a:lnTo>
                  <a:pt x="555" y="475"/>
                </a:lnTo>
                <a:lnTo>
                  <a:pt x="555" y="474"/>
                </a:lnTo>
                <a:lnTo>
                  <a:pt x="555" y="473"/>
                </a:lnTo>
                <a:lnTo>
                  <a:pt x="555" y="472"/>
                </a:lnTo>
                <a:lnTo>
                  <a:pt x="556" y="472"/>
                </a:lnTo>
                <a:lnTo>
                  <a:pt x="557" y="472"/>
                </a:lnTo>
                <a:lnTo>
                  <a:pt x="557" y="471"/>
                </a:lnTo>
                <a:lnTo>
                  <a:pt x="558" y="471"/>
                </a:lnTo>
                <a:lnTo>
                  <a:pt x="559" y="471"/>
                </a:lnTo>
                <a:lnTo>
                  <a:pt x="559" y="470"/>
                </a:lnTo>
                <a:lnTo>
                  <a:pt x="558" y="470"/>
                </a:lnTo>
                <a:lnTo>
                  <a:pt x="559" y="470"/>
                </a:lnTo>
                <a:lnTo>
                  <a:pt x="559" y="469"/>
                </a:lnTo>
                <a:lnTo>
                  <a:pt x="558" y="469"/>
                </a:lnTo>
                <a:lnTo>
                  <a:pt x="558" y="468"/>
                </a:lnTo>
                <a:lnTo>
                  <a:pt x="558" y="467"/>
                </a:lnTo>
                <a:lnTo>
                  <a:pt x="558" y="466"/>
                </a:lnTo>
                <a:lnTo>
                  <a:pt x="559" y="466"/>
                </a:lnTo>
                <a:lnTo>
                  <a:pt x="558" y="466"/>
                </a:lnTo>
                <a:lnTo>
                  <a:pt x="559" y="466"/>
                </a:lnTo>
                <a:lnTo>
                  <a:pt x="559" y="465"/>
                </a:lnTo>
                <a:lnTo>
                  <a:pt x="560" y="465"/>
                </a:lnTo>
                <a:lnTo>
                  <a:pt x="560" y="464"/>
                </a:lnTo>
                <a:lnTo>
                  <a:pt x="561" y="464"/>
                </a:lnTo>
                <a:lnTo>
                  <a:pt x="562" y="464"/>
                </a:lnTo>
                <a:lnTo>
                  <a:pt x="563" y="464"/>
                </a:lnTo>
                <a:lnTo>
                  <a:pt x="564" y="464"/>
                </a:lnTo>
                <a:lnTo>
                  <a:pt x="565" y="464"/>
                </a:lnTo>
                <a:lnTo>
                  <a:pt x="566" y="464"/>
                </a:lnTo>
                <a:lnTo>
                  <a:pt x="566" y="463"/>
                </a:lnTo>
                <a:lnTo>
                  <a:pt x="566" y="462"/>
                </a:lnTo>
                <a:lnTo>
                  <a:pt x="567" y="462"/>
                </a:lnTo>
                <a:lnTo>
                  <a:pt x="567" y="461"/>
                </a:lnTo>
                <a:lnTo>
                  <a:pt x="566" y="461"/>
                </a:lnTo>
                <a:lnTo>
                  <a:pt x="566" y="460"/>
                </a:lnTo>
                <a:lnTo>
                  <a:pt x="567" y="459"/>
                </a:lnTo>
                <a:lnTo>
                  <a:pt x="568" y="459"/>
                </a:lnTo>
                <a:lnTo>
                  <a:pt x="568" y="458"/>
                </a:lnTo>
                <a:lnTo>
                  <a:pt x="568" y="457"/>
                </a:lnTo>
                <a:lnTo>
                  <a:pt x="568" y="456"/>
                </a:lnTo>
                <a:lnTo>
                  <a:pt x="567" y="456"/>
                </a:lnTo>
                <a:lnTo>
                  <a:pt x="567" y="455"/>
                </a:lnTo>
                <a:lnTo>
                  <a:pt x="566" y="455"/>
                </a:lnTo>
                <a:lnTo>
                  <a:pt x="567" y="455"/>
                </a:lnTo>
                <a:lnTo>
                  <a:pt x="566" y="455"/>
                </a:lnTo>
                <a:lnTo>
                  <a:pt x="565" y="455"/>
                </a:lnTo>
                <a:lnTo>
                  <a:pt x="565" y="454"/>
                </a:lnTo>
                <a:lnTo>
                  <a:pt x="564" y="454"/>
                </a:lnTo>
                <a:lnTo>
                  <a:pt x="564" y="453"/>
                </a:lnTo>
                <a:lnTo>
                  <a:pt x="563" y="453"/>
                </a:lnTo>
                <a:lnTo>
                  <a:pt x="563" y="452"/>
                </a:lnTo>
                <a:lnTo>
                  <a:pt x="562" y="452"/>
                </a:lnTo>
                <a:lnTo>
                  <a:pt x="562" y="451"/>
                </a:lnTo>
                <a:lnTo>
                  <a:pt x="561" y="450"/>
                </a:lnTo>
                <a:lnTo>
                  <a:pt x="560" y="450"/>
                </a:lnTo>
                <a:lnTo>
                  <a:pt x="559" y="450"/>
                </a:lnTo>
                <a:lnTo>
                  <a:pt x="558" y="450"/>
                </a:lnTo>
                <a:lnTo>
                  <a:pt x="557" y="450"/>
                </a:lnTo>
                <a:lnTo>
                  <a:pt x="556" y="450"/>
                </a:lnTo>
                <a:lnTo>
                  <a:pt x="555" y="450"/>
                </a:lnTo>
                <a:lnTo>
                  <a:pt x="555" y="449"/>
                </a:lnTo>
                <a:lnTo>
                  <a:pt x="555" y="448"/>
                </a:lnTo>
                <a:lnTo>
                  <a:pt x="556" y="448"/>
                </a:lnTo>
                <a:lnTo>
                  <a:pt x="557" y="448"/>
                </a:lnTo>
                <a:lnTo>
                  <a:pt x="557" y="447"/>
                </a:lnTo>
                <a:lnTo>
                  <a:pt x="558" y="447"/>
                </a:lnTo>
                <a:lnTo>
                  <a:pt x="557" y="447"/>
                </a:lnTo>
                <a:lnTo>
                  <a:pt x="558" y="447"/>
                </a:lnTo>
                <a:lnTo>
                  <a:pt x="559" y="447"/>
                </a:lnTo>
                <a:lnTo>
                  <a:pt x="560" y="447"/>
                </a:lnTo>
                <a:lnTo>
                  <a:pt x="560" y="446"/>
                </a:lnTo>
                <a:lnTo>
                  <a:pt x="560" y="445"/>
                </a:lnTo>
                <a:lnTo>
                  <a:pt x="561" y="445"/>
                </a:lnTo>
                <a:lnTo>
                  <a:pt x="562" y="445"/>
                </a:lnTo>
                <a:lnTo>
                  <a:pt x="563" y="445"/>
                </a:lnTo>
                <a:lnTo>
                  <a:pt x="563" y="444"/>
                </a:lnTo>
                <a:lnTo>
                  <a:pt x="563" y="443"/>
                </a:lnTo>
                <a:lnTo>
                  <a:pt x="564" y="443"/>
                </a:lnTo>
                <a:lnTo>
                  <a:pt x="565" y="443"/>
                </a:lnTo>
                <a:lnTo>
                  <a:pt x="566" y="442"/>
                </a:lnTo>
                <a:lnTo>
                  <a:pt x="567" y="441"/>
                </a:lnTo>
                <a:lnTo>
                  <a:pt x="567" y="440"/>
                </a:lnTo>
                <a:lnTo>
                  <a:pt x="566" y="440"/>
                </a:lnTo>
                <a:lnTo>
                  <a:pt x="565" y="439"/>
                </a:lnTo>
                <a:lnTo>
                  <a:pt x="565" y="438"/>
                </a:lnTo>
                <a:lnTo>
                  <a:pt x="564" y="438"/>
                </a:lnTo>
                <a:lnTo>
                  <a:pt x="563" y="438"/>
                </a:lnTo>
                <a:lnTo>
                  <a:pt x="563" y="437"/>
                </a:lnTo>
                <a:lnTo>
                  <a:pt x="563" y="436"/>
                </a:lnTo>
                <a:lnTo>
                  <a:pt x="563" y="435"/>
                </a:lnTo>
                <a:lnTo>
                  <a:pt x="562" y="435"/>
                </a:lnTo>
                <a:lnTo>
                  <a:pt x="561" y="434"/>
                </a:lnTo>
                <a:lnTo>
                  <a:pt x="561" y="435"/>
                </a:lnTo>
                <a:lnTo>
                  <a:pt x="560" y="435"/>
                </a:lnTo>
                <a:lnTo>
                  <a:pt x="559" y="435"/>
                </a:lnTo>
                <a:lnTo>
                  <a:pt x="559" y="434"/>
                </a:lnTo>
                <a:lnTo>
                  <a:pt x="560" y="434"/>
                </a:lnTo>
                <a:lnTo>
                  <a:pt x="560" y="433"/>
                </a:lnTo>
                <a:lnTo>
                  <a:pt x="559" y="433"/>
                </a:lnTo>
                <a:lnTo>
                  <a:pt x="559" y="432"/>
                </a:lnTo>
                <a:lnTo>
                  <a:pt x="559" y="431"/>
                </a:lnTo>
                <a:lnTo>
                  <a:pt x="559" y="430"/>
                </a:lnTo>
                <a:lnTo>
                  <a:pt x="558" y="430"/>
                </a:lnTo>
                <a:lnTo>
                  <a:pt x="559" y="429"/>
                </a:lnTo>
                <a:lnTo>
                  <a:pt x="558" y="429"/>
                </a:lnTo>
                <a:lnTo>
                  <a:pt x="557" y="429"/>
                </a:lnTo>
                <a:lnTo>
                  <a:pt x="557" y="430"/>
                </a:lnTo>
                <a:lnTo>
                  <a:pt x="557" y="431"/>
                </a:lnTo>
                <a:lnTo>
                  <a:pt x="556" y="431"/>
                </a:lnTo>
                <a:lnTo>
                  <a:pt x="555" y="431"/>
                </a:lnTo>
                <a:lnTo>
                  <a:pt x="554" y="431"/>
                </a:lnTo>
                <a:lnTo>
                  <a:pt x="553" y="431"/>
                </a:lnTo>
                <a:lnTo>
                  <a:pt x="552" y="431"/>
                </a:lnTo>
                <a:lnTo>
                  <a:pt x="551" y="431"/>
                </a:lnTo>
                <a:lnTo>
                  <a:pt x="550" y="430"/>
                </a:lnTo>
                <a:lnTo>
                  <a:pt x="549" y="430"/>
                </a:lnTo>
                <a:lnTo>
                  <a:pt x="548" y="431"/>
                </a:lnTo>
                <a:lnTo>
                  <a:pt x="548" y="430"/>
                </a:lnTo>
                <a:lnTo>
                  <a:pt x="547" y="430"/>
                </a:lnTo>
                <a:lnTo>
                  <a:pt x="546" y="430"/>
                </a:lnTo>
                <a:lnTo>
                  <a:pt x="546" y="429"/>
                </a:lnTo>
                <a:lnTo>
                  <a:pt x="546" y="428"/>
                </a:lnTo>
                <a:lnTo>
                  <a:pt x="545" y="428"/>
                </a:lnTo>
                <a:lnTo>
                  <a:pt x="545" y="427"/>
                </a:lnTo>
                <a:lnTo>
                  <a:pt x="546" y="427"/>
                </a:lnTo>
                <a:lnTo>
                  <a:pt x="546" y="426"/>
                </a:lnTo>
                <a:lnTo>
                  <a:pt x="546" y="425"/>
                </a:lnTo>
                <a:lnTo>
                  <a:pt x="546" y="424"/>
                </a:lnTo>
                <a:lnTo>
                  <a:pt x="546" y="423"/>
                </a:lnTo>
                <a:lnTo>
                  <a:pt x="547" y="423"/>
                </a:lnTo>
                <a:lnTo>
                  <a:pt x="547" y="422"/>
                </a:lnTo>
                <a:lnTo>
                  <a:pt x="547" y="420"/>
                </a:lnTo>
                <a:lnTo>
                  <a:pt x="547" y="419"/>
                </a:lnTo>
                <a:lnTo>
                  <a:pt x="547" y="418"/>
                </a:lnTo>
                <a:lnTo>
                  <a:pt x="548" y="417"/>
                </a:lnTo>
                <a:lnTo>
                  <a:pt x="548" y="416"/>
                </a:lnTo>
                <a:lnTo>
                  <a:pt x="548" y="415"/>
                </a:lnTo>
                <a:lnTo>
                  <a:pt x="549" y="415"/>
                </a:lnTo>
                <a:lnTo>
                  <a:pt x="549" y="414"/>
                </a:lnTo>
                <a:lnTo>
                  <a:pt x="548" y="414"/>
                </a:lnTo>
                <a:lnTo>
                  <a:pt x="549" y="414"/>
                </a:lnTo>
                <a:lnTo>
                  <a:pt x="549" y="413"/>
                </a:lnTo>
                <a:lnTo>
                  <a:pt x="549" y="412"/>
                </a:lnTo>
                <a:lnTo>
                  <a:pt x="550" y="412"/>
                </a:lnTo>
                <a:lnTo>
                  <a:pt x="550" y="411"/>
                </a:lnTo>
                <a:lnTo>
                  <a:pt x="549" y="410"/>
                </a:lnTo>
                <a:lnTo>
                  <a:pt x="548" y="410"/>
                </a:lnTo>
                <a:lnTo>
                  <a:pt x="547" y="411"/>
                </a:lnTo>
                <a:lnTo>
                  <a:pt x="546" y="412"/>
                </a:lnTo>
                <a:lnTo>
                  <a:pt x="545" y="412"/>
                </a:lnTo>
                <a:lnTo>
                  <a:pt x="544" y="412"/>
                </a:lnTo>
                <a:lnTo>
                  <a:pt x="544" y="413"/>
                </a:lnTo>
                <a:lnTo>
                  <a:pt x="543" y="413"/>
                </a:lnTo>
                <a:lnTo>
                  <a:pt x="543" y="414"/>
                </a:lnTo>
                <a:lnTo>
                  <a:pt x="543" y="415"/>
                </a:lnTo>
                <a:lnTo>
                  <a:pt x="542" y="415"/>
                </a:lnTo>
                <a:lnTo>
                  <a:pt x="542" y="416"/>
                </a:lnTo>
                <a:lnTo>
                  <a:pt x="541" y="416"/>
                </a:lnTo>
                <a:lnTo>
                  <a:pt x="541" y="417"/>
                </a:lnTo>
                <a:lnTo>
                  <a:pt x="540" y="417"/>
                </a:lnTo>
                <a:lnTo>
                  <a:pt x="539" y="418"/>
                </a:lnTo>
                <a:lnTo>
                  <a:pt x="538" y="419"/>
                </a:lnTo>
                <a:lnTo>
                  <a:pt x="537" y="420"/>
                </a:lnTo>
                <a:lnTo>
                  <a:pt x="536" y="420"/>
                </a:lnTo>
                <a:lnTo>
                  <a:pt x="536" y="421"/>
                </a:lnTo>
                <a:lnTo>
                  <a:pt x="535" y="421"/>
                </a:lnTo>
                <a:lnTo>
                  <a:pt x="534" y="421"/>
                </a:lnTo>
                <a:lnTo>
                  <a:pt x="534" y="422"/>
                </a:lnTo>
                <a:lnTo>
                  <a:pt x="533" y="422"/>
                </a:lnTo>
                <a:lnTo>
                  <a:pt x="532" y="424"/>
                </a:lnTo>
                <a:lnTo>
                  <a:pt x="531" y="424"/>
                </a:lnTo>
                <a:lnTo>
                  <a:pt x="530" y="426"/>
                </a:lnTo>
                <a:lnTo>
                  <a:pt x="529" y="426"/>
                </a:lnTo>
                <a:lnTo>
                  <a:pt x="529" y="427"/>
                </a:lnTo>
                <a:lnTo>
                  <a:pt x="528" y="427"/>
                </a:lnTo>
                <a:lnTo>
                  <a:pt x="527" y="429"/>
                </a:lnTo>
                <a:lnTo>
                  <a:pt x="526" y="429"/>
                </a:lnTo>
                <a:lnTo>
                  <a:pt x="526" y="430"/>
                </a:lnTo>
                <a:lnTo>
                  <a:pt x="525" y="430"/>
                </a:lnTo>
                <a:lnTo>
                  <a:pt x="525" y="431"/>
                </a:lnTo>
                <a:lnTo>
                  <a:pt x="524" y="432"/>
                </a:lnTo>
                <a:lnTo>
                  <a:pt x="523" y="433"/>
                </a:lnTo>
                <a:lnTo>
                  <a:pt x="522" y="434"/>
                </a:lnTo>
                <a:lnTo>
                  <a:pt x="521" y="436"/>
                </a:lnTo>
                <a:lnTo>
                  <a:pt x="520" y="437"/>
                </a:lnTo>
                <a:lnTo>
                  <a:pt x="520" y="438"/>
                </a:lnTo>
                <a:lnTo>
                  <a:pt x="519" y="438"/>
                </a:lnTo>
                <a:lnTo>
                  <a:pt x="519" y="439"/>
                </a:lnTo>
                <a:lnTo>
                  <a:pt x="518" y="440"/>
                </a:lnTo>
                <a:lnTo>
                  <a:pt x="517" y="442"/>
                </a:lnTo>
                <a:lnTo>
                  <a:pt x="516" y="443"/>
                </a:lnTo>
                <a:lnTo>
                  <a:pt x="516" y="444"/>
                </a:lnTo>
                <a:lnTo>
                  <a:pt x="515" y="444"/>
                </a:lnTo>
                <a:lnTo>
                  <a:pt x="514" y="445"/>
                </a:lnTo>
                <a:lnTo>
                  <a:pt x="513" y="445"/>
                </a:lnTo>
                <a:lnTo>
                  <a:pt x="513" y="446"/>
                </a:lnTo>
                <a:lnTo>
                  <a:pt x="512" y="447"/>
                </a:lnTo>
                <a:lnTo>
                  <a:pt x="511" y="447"/>
                </a:lnTo>
                <a:lnTo>
                  <a:pt x="511" y="448"/>
                </a:lnTo>
                <a:lnTo>
                  <a:pt x="511" y="449"/>
                </a:lnTo>
                <a:lnTo>
                  <a:pt x="510" y="449"/>
                </a:lnTo>
                <a:lnTo>
                  <a:pt x="510" y="450"/>
                </a:lnTo>
                <a:lnTo>
                  <a:pt x="509" y="451"/>
                </a:lnTo>
                <a:lnTo>
                  <a:pt x="509" y="452"/>
                </a:lnTo>
                <a:lnTo>
                  <a:pt x="508" y="452"/>
                </a:lnTo>
                <a:lnTo>
                  <a:pt x="508" y="453"/>
                </a:lnTo>
                <a:lnTo>
                  <a:pt x="507" y="453"/>
                </a:lnTo>
                <a:lnTo>
                  <a:pt x="507" y="454"/>
                </a:lnTo>
                <a:lnTo>
                  <a:pt x="507" y="455"/>
                </a:lnTo>
                <a:lnTo>
                  <a:pt x="506" y="455"/>
                </a:lnTo>
                <a:lnTo>
                  <a:pt x="506" y="456"/>
                </a:lnTo>
                <a:lnTo>
                  <a:pt x="505" y="456"/>
                </a:lnTo>
                <a:lnTo>
                  <a:pt x="504" y="457"/>
                </a:lnTo>
                <a:lnTo>
                  <a:pt x="503" y="457"/>
                </a:lnTo>
                <a:lnTo>
                  <a:pt x="503" y="456"/>
                </a:lnTo>
                <a:lnTo>
                  <a:pt x="502" y="456"/>
                </a:lnTo>
                <a:lnTo>
                  <a:pt x="501" y="456"/>
                </a:lnTo>
                <a:lnTo>
                  <a:pt x="500" y="456"/>
                </a:lnTo>
                <a:lnTo>
                  <a:pt x="499" y="456"/>
                </a:lnTo>
                <a:lnTo>
                  <a:pt x="499" y="457"/>
                </a:lnTo>
                <a:lnTo>
                  <a:pt x="499" y="458"/>
                </a:lnTo>
                <a:lnTo>
                  <a:pt x="499" y="459"/>
                </a:lnTo>
                <a:lnTo>
                  <a:pt x="498" y="459"/>
                </a:lnTo>
                <a:lnTo>
                  <a:pt x="497" y="459"/>
                </a:lnTo>
                <a:lnTo>
                  <a:pt x="497" y="458"/>
                </a:lnTo>
                <a:lnTo>
                  <a:pt x="497" y="457"/>
                </a:lnTo>
                <a:lnTo>
                  <a:pt x="497" y="456"/>
                </a:lnTo>
                <a:lnTo>
                  <a:pt x="496" y="455"/>
                </a:lnTo>
                <a:lnTo>
                  <a:pt x="496" y="454"/>
                </a:lnTo>
                <a:lnTo>
                  <a:pt x="496" y="453"/>
                </a:lnTo>
                <a:lnTo>
                  <a:pt x="496" y="452"/>
                </a:lnTo>
                <a:lnTo>
                  <a:pt x="496" y="451"/>
                </a:lnTo>
                <a:lnTo>
                  <a:pt x="496" y="450"/>
                </a:lnTo>
                <a:lnTo>
                  <a:pt x="496" y="449"/>
                </a:lnTo>
                <a:lnTo>
                  <a:pt x="495" y="449"/>
                </a:lnTo>
                <a:lnTo>
                  <a:pt x="495" y="448"/>
                </a:lnTo>
                <a:lnTo>
                  <a:pt x="494" y="448"/>
                </a:lnTo>
                <a:lnTo>
                  <a:pt x="493" y="448"/>
                </a:lnTo>
                <a:lnTo>
                  <a:pt x="492" y="448"/>
                </a:lnTo>
                <a:lnTo>
                  <a:pt x="491" y="449"/>
                </a:lnTo>
                <a:lnTo>
                  <a:pt x="490" y="449"/>
                </a:lnTo>
                <a:lnTo>
                  <a:pt x="490" y="450"/>
                </a:lnTo>
                <a:lnTo>
                  <a:pt x="489" y="450"/>
                </a:lnTo>
                <a:lnTo>
                  <a:pt x="488" y="451"/>
                </a:lnTo>
                <a:lnTo>
                  <a:pt x="487" y="452"/>
                </a:lnTo>
                <a:lnTo>
                  <a:pt x="487" y="453"/>
                </a:lnTo>
                <a:lnTo>
                  <a:pt x="486" y="453"/>
                </a:lnTo>
                <a:lnTo>
                  <a:pt x="486" y="454"/>
                </a:lnTo>
                <a:lnTo>
                  <a:pt x="486" y="455"/>
                </a:lnTo>
                <a:lnTo>
                  <a:pt x="485" y="455"/>
                </a:lnTo>
                <a:lnTo>
                  <a:pt x="484" y="455"/>
                </a:lnTo>
                <a:lnTo>
                  <a:pt x="484" y="454"/>
                </a:lnTo>
                <a:lnTo>
                  <a:pt x="483" y="454"/>
                </a:lnTo>
                <a:lnTo>
                  <a:pt x="483" y="453"/>
                </a:lnTo>
                <a:lnTo>
                  <a:pt x="483" y="452"/>
                </a:lnTo>
                <a:lnTo>
                  <a:pt x="483" y="451"/>
                </a:lnTo>
                <a:lnTo>
                  <a:pt x="482" y="449"/>
                </a:lnTo>
                <a:lnTo>
                  <a:pt x="482" y="448"/>
                </a:lnTo>
                <a:lnTo>
                  <a:pt x="482" y="447"/>
                </a:lnTo>
                <a:lnTo>
                  <a:pt x="481" y="446"/>
                </a:lnTo>
                <a:lnTo>
                  <a:pt x="481" y="443"/>
                </a:lnTo>
                <a:lnTo>
                  <a:pt x="480" y="440"/>
                </a:lnTo>
                <a:lnTo>
                  <a:pt x="479" y="439"/>
                </a:lnTo>
                <a:lnTo>
                  <a:pt x="479" y="438"/>
                </a:lnTo>
                <a:lnTo>
                  <a:pt x="479" y="437"/>
                </a:lnTo>
                <a:lnTo>
                  <a:pt x="480" y="437"/>
                </a:lnTo>
                <a:lnTo>
                  <a:pt x="480" y="436"/>
                </a:lnTo>
                <a:lnTo>
                  <a:pt x="482" y="434"/>
                </a:lnTo>
                <a:lnTo>
                  <a:pt x="483" y="433"/>
                </a:lnTo>
                <a:lnTo>
                  <a:pt x="484" y="433"/>
                </a:lnTo>
                <a:lnTo>
                  <a:pt x="485" y="432"/>
                </a:lnTo>
                <a:lnTo>
                  <a:pt x="486" y="431"/>
                </a:lnTo>
                <a:lnTo>
                  <a:pt x="487" y="430"/>
                </a:lnTo>
                <a:lnTo>
                  <a:pt x="488" y="429"/>
                </a:lnTo>
                <a:lnTo>
                  <a:pt x="489" y="429"/>
                </a:lnTo>
                <a:lnTo>
                  <a:pt x="489" y="428"/>
                </a:lnTo>
                <a:lnTo>
                  <a:pt x="490" y="426"/>
                </a:lnTo>
                <a:lnTo>
                  <a:pt x="490" y="424"/>
                </a:lnTo>
                <a:lnTo>
                  <a:pt x="491" y="423"/>
                </a:lnTo>
                <a:lnTo>
                  <a:pt x="491" y="422"/>
                </a:lnTo>
                <a:lnTo>
                  <a:pt x="491" y="421"/>
                </a:lnTo>
                <a:lnTo>
                  <a:pt x="492" y="421"/>
                </a:lnTo>
                <a:lnTo>
                  <a:pt x="492" y="420"/>
                </a:lnTo>
                <a:lnTo>
                  <a:pt x="492" y="419"/>
                </a:lnTo>
                <a:lnTo>
                  <a:pt x="491" y="419"/>
                </a:lnTo>
                <a:lnTo>
                  <a:pt x="490" y="419"/>
                </a:lnTo>
                <a:lnTo>
                  <a:pt x="490" y="420"/>
                </a:lnTo>
                <a:lnTo>
                  <a:pt x="489" y="420"/>
                </a:lnTo>
                <a:lnTo>
                  <a:pt x="489" y="421"/>
                </a:lnTo>
                <a:lnTo>
                  <a:pt x="489" y="422"/>
                </a:lnTo>
                <a:lnTo>
                  <a:pt x="488" y="423"/>
                </a:lnTo>
                <a:lnTo>
                  <a:pt x="487" y="424"/>
                </a:lnTo>
                <a:lnTo>
                  <a:pt x="486" y="426"/>
                </a:lnTo>
                <a:lnTo>
                  <a:pt x="485" y="426"/>
                </a:lnTo>
                <a:lnTo>
                  <a:pt x="485" y="427"/>
                </a:lnTo>
                <a:lnTo>
                  <a:pt x="484" y="428"/>
                </a:lnTo>
                <a:lnTo>
                  <a:pt x="484" y="429"/>
                </a:lnTo>
                <a:lnTo>
                  <a:pt x="483" y="429"/>
                </a:lnTo>
                <a:lnTo>
                  <a:pt x="483" y="430"/>
                </a:lnTo>
                <a:lnTo>
                  <a:pt x="482" y="430"/>
                </a:lnTo>
                <a:lnTo>
                  <a:pt x="481" y="429"/>
                </a:lnTo>
                <a:lnTo>
                  <a:pt x="481" y="428"/>
                </a:lnTo>
                <a:lnTo>
                  <a:pt x="481" y="427"/>
                </a:lnTo>
                <a:lnTo>
                  <a:pt x="481" y="426"/>
                </a:lnTo>
                <a:lnTo>
                  <a:pt x="482" y="424"/>
                </a:lnTo>
                <a:lnTo>
                  <a:pt x="482" y="423"/>
                </a:lnTo>
                <a:lnTo>
                  <a:pt x="482" y="422"/>
                </a:lnTo>
                <a:lnTo>
                  <a:pt x="482" y="421"/>
                </a:lnTo>
                <a:lnTo>
                  <a:pt x="481" y="420"/>
                </a:lnTo>
                <a:lnTo>
                  <a:pt x="481" y="419"/>
                </a:lnTo>
                <a:lnTo>
                  <a:pt x="479" y="418"/>
                </a:lnTo>
                <a:lnTo>
                  <a:pt x="478" y="417"/>
                </a:lnTo>
                <a:lnTo>
                  <a:pt x="477" y="417"/>
                </a:lnTo>
                <a:lnTo>
                  <a:pt x="477" y="416"/>
                </a:lnTo>
                <a:lnTo>
                  <a:pt x="476" y="416"/>
                </a:lnTo>
                <a:lnTo>
                  <a:pt x="476" y="417"/>
                </a:lnTo>
                <a:lnTo>
                  <a:pt x="475" y="417"/>
                </a:lnTo>
                <a:lnTo>
                  <a:pt x="473" y="418"/>
                </a:lnTo>
                <a:lnTo>
                  <a:pt x="473" y="419"/>
                </a:lnTo>
                <a:lnTo>
                  <a:pt x="472" y="419"/>
                </a:lnTo>
                <a:lnTo>
                  <a:pt x="470" y="421"/>
                </a:lnTo>
                <a:lnTo>
                  <a:pt x="469" y="422"/>
                </a:lnTo>
                <a:lnTo>
                  <a:pt x="468" y="423"/>
                </a:lnTo>
                <a:lnTo>
                  <a:pt x="467" y="423"/>
                </a:lnTo>
                <a:lnTo>
                  <a:pt x="467" y="424"/>
                </a:lnTo>
                <a:lnTo>
                  <a:pt x="468" y="424"/>
                </a:lnTo>
                <a:lnTo>
                  <a:pt x="468" y="425"/>
                </a:lnTo>
                <a:lnTo>
                  <a:pt x="467" y="425"/>
                </a:lnTo>
                <a:lnTo>
                  <a:pt x="467" y="426"/>
                </a:lnTo>
                <a:lnTo>
                  <a:pt x="467" y="427"/>
                </a:lnTo>
                <a:lnTo>
                  <a:pt x="467" y="428"/>
                </a:lnTo>
                <a:lnTo>
                  <a:pt x="466" y="428"/>
                </a:lnTo>
                <a:lnTo>
                  <a:pt x="466" y="429"/>
                </a:lnTo>
                <a:lnTo>
                  <a:pt x="467" y="429"/>
                </a:lnTo>
                <a:lnTo>
                  <a:pt x="467" y="430"/>
                </a:lnTo>
                <a:lnTo>
                  <a:pt x="466" y="430"/>
                </a:lnTo>
                <a:lnTo>
                  <a:pt x="465" y="430"/>
                </a:lnTo>
                <a:lnTo>
                  <a:pt x="464" y="430"/>
                </a:lnTo>
                <a:lnTo>
                  <a:pt x="464" y="431"/>
                </a:lnTo>
                <a:lnTo>
                  <a:pt x="464" y="432"/>
                </a:lnTo>
                <a:lnTo>
                  <a:pt x="463" y="432"/>
                </a:lnTo>
                <a:lnTo>
                  <a:pt x="462" y="432"/>
                </a:lnTo>
                <a:lnTo>
                  <a:pt x="462" y="433"/>
                </a:lnTo>
                <a:lnTo>
                  <a:pt x="461" y="433"/>
                </a:lnTo>
                <a:lnTo>
                  <a:pt x="461" y="434"/>
                </a:lnTo>
                <a:lnTo>
                  <a:pt x="460" y="433"/>
                </a:lnTo>
                <a:lnTo>
                  <a:pt x="460" y="432"/>
                </a:lnTo>
                <a:lnTo>
                  <a:pt x="459" y="433"/>
                </a:lnTo>
                <a:lnTo>
                  <a:pt x="459" y="434"/>
                </a:lnTo>
                <a:lnTo>
                  <a:pt x="458" y="435"/>
                </a:lnTo>
                <a:lnTo>
                  <a:pt x="457" y="436"/>
                </a:lnTo>
                <a:lnTo>
                  <a:pt x="457" y="437"/>
                </a:lnTo>
                <a:lnTo>
                  <a:pt x="457" y="438"/>
                </a:lnTo>
                <a:lnTo>
                  <a:pt x="456" y="438"/>
                </a:lnTo>
                <a:lnTo>
                  <a:pt x="456" y="439"/>
                </a:lnTo>
                <a:lnTo>
                  <a:pt x="456" y="440"/>
                </a:lnTo>
                <a:lnTo>
                  <a:pt x="455" y="440"/>
                </a:lnTo>
                <a:lnTo>
                  <a:pt x="454" y="439"/>
                </a:lnTo>
                <a:lnTo>
                  <a:pt x="453" y="439"/>
                </a:lnTo>
                <a:lnTo>
                  <a:pt x="453" y="440"/>
                </a:lnTo>
                <a:lnTo>
                  <a:pt x="452" y="440"/>
                </a:lnTo>
                <a:lnTo>
                  <a:pt x="452" y="439"/>
                </a:lnTo>
                <a:lnTo>
                  <a:pt x="451" y="439"/>
                </a:lnTo>
                <a:lnTo>
                  <a:pt x="451" y="438"/>
                </a:lnTo>
                <a:lnTo>
                  <a:pt x="450" y="438"/>
                </a:lnTo>
                <a:lnTo>
                  <a:pt x="450" y="437"/>
                </a:lnTo>
                <a:lnTo>
                  <a:pt x="449" y="437"/>
                </a:lnTo>
                <a:lnTo>
                  <a:pt x="449" y="438"/>
                </a:lnTo>
                <a:lnTo>
                  <a:pt x="448" y="438"/>
                </a:lnTo>
                <a:lnTo>
                  <a:pt x="447" y="437"/>
                </a:lnTo>
                <a:lnTo>
                  <a:pt x="446" y="437"/>
                </a:lnTo>
                <a:lnTo>
                  <a:pt x="445" y="437"/>
                </a:lnTo>
                <a:lnTo>
                  <a:pt x="444" y="436"/>
                </a:lnTo>
                <a:lnTo>
                  <a:pt x="444" y="437"/>
                </a:lnTo>
                <a:lnTo>
                  <a:pt x="443" y="437"/>
                </a:lnTo>
                <a:lnTo>
                  <a:pt x="442" y="437"/>
                </a:lnTo>
                <a:lnTo>
                  <a:pt x="442" y="438"/>
                </a:lnTo>
                <a:lnTo>
                  <a:pt x="441" y="438"/>
                </a:lnTo>
                <a:lnTo>
                  <a:pt x="441" y="439"/>
                </a:lnTo>
                <a:lnTo>
                  <a:pt x="440" y="439"/>
                </a:lnTo>
                <a:lnTo>
                  <a:pt x="439" y="439"/>
                </a:lnTo>
                <a:lnTo>
                  <a:pt x="438" y="439"/>
                </a:lnTo>
                <a:lnTo>
                  <a:pt x="438" y="438"/>
                </a:lnTo>
                <a:lnTo>
                  <a:pt x="437" y="438"/>
                </a:lnTo>
                <a:lnTo>
                  <a:pt x="436" y="437"/>
                </a:lnTo>
                <a:lnTo>
                  <a:pt x="436" y="436"/>
                </a:lnTo>
                <a:lnTo>
                  <a:pt x="434" y="435"/>
                </a:lnTo>
                <a:lnTo>
                  <a:pt x="432" y="435"/>
                </a:lnTo>
                <a:lnTo>
                  <a:pt x="431" y="435"/>
                </a:lnTo>
                <a:lnTo>
                  <a:pt x="430" y="435"/>
                </a:lnTo>
                <a:lnTo>
                  <a:pt x="429" y="435"/>
                </a:lnTo>
                <a:lnTo>
                  <a:pt x="429" y="436"/>
                </a:lnTo>
                <a:lnTo>
                  <a:pt x="430" y="436"/>
                </a:lnTo>
                <a:lnTo>
                  <a:pt x="429" y="436"/>
                </a:lnTo>
                <a:lnTo>
                  <a:pt x="429" y="437"/>
                </a:lnTo>
                <a:lnTo>
                  <a:pt x="429" y="438"/>
                </a:lnTo>
                <a:lnTo>
                  <a:pt x="428" y="439"/>
                </a:lnTo>
                <a:lnTo>
                  <a:pt x="428" y="440"/>
                </a:lnTo>
                <a:lnTo>
                  <a:pt x="427" y="441"/>
                </a:lnTo>
                <a:lnTo>
                  <a:pt x="426" y="442"/>
                </a:lnTo>
                <a:lnTo>
                  <a:pt x="425" y="443"/>
                </a:lnTo>
                <a:lnTo>
                  <a:pt x="425" y="444"/>
                </a:lnTo>
                <a:lnTo>
                  <a:pt x="425" y="443"/>
                </a:lnTo>
                <a:lnTo>
                  <a:pt x="424" y="443"/>
                </a:lnTo>
                <a:lnTo>
                  <a:pt x="424" y="444"/>
                </a:lnTo>
                <a:lnTo>
                  <a:pt x="423" y="445"/>
                </a:lnTo>
                <a:lnTo>
                  <a:pt x="423" y="446"/>
                </a:lnTo>
                <a:lnTo>
                  <a:pt x="422" y="446"/>
                </a:lnTo>
                <a:lnTo>
                  <a:pt x="421" y="446"/>
                </a:lnTo>
                <a:lnTo>
                  <a:pt x="419" y="446"/>
                </a:lnTo>
                <a:lnTo>
                  <a:pt x="418" y="446"/>
                </a:lnTo>
                <a:lnTo>
                  <a:pt x="417" y="446"/>
                </a:lnTo>
                <a:lnTo>
                  <a:pt x="417" y="447"/>
                </a:lnTo>
                <a:lnTo>
                  <a:pt x="417" y="448"/>
                </a:lnTo>
                <a:lnTo>
                  <a:pt x="416" y="449"/>
                </a:lnTo>
                <a:lnTo>
                  <a:pt x="415" y="449"/>
                </a:lnTo>
                <a:lnTo>
                  <a:pt x="414" y="449"/>
                </a:lnTo>
                <a:lnTo>
                  <a:pt x="414" y="450"/>
                </a:lnTo>
                <a:lnTo>
                  <a:pt x="414" y="451"/>
                </a:lnTo>
                <a:lnTo>
                  <a:pt x="413" y="451"/>
                </a:lnTo>
                <a:lnTo>
                  <a:pt x="413" y="452"/>
                </a:lnTo>
                <a:lnTo>
                  <a:pt x="413" y="451"/>
                </a:lnTo>
                <a:lnTo>
                  <a:pt x="413" y="450"/>
                </a:lnTo>
                <a:lnTo>
                  <a:pt x="413" y="448"/>
                </a:lnTo>
                <a:lnTo>
                  <a:pt x="413" y="447"/>
                </a:lnTo>
                <a:lnTo>
                  <a:pt x="414" y="447"/>
                </a:lnTo>
                <a:lnTo>
                  <a:pt x="414" y="446"/>
                </a:lnTo>
                <a:lnTo>
                  <a:pt x="415" y="445"/>
                </a:lnTo>
                <a:lnTo>
                  <a:pt x="415" y="444"/>
                </a:lnTo>
                <a:lnTo>
                  <a:pt x="415" y="443"/>
                </a:lnTo>
                <a:lnTo>
                  <a:pt x="415" y="442"/>
                </a:lnTo>
                <a:lnTo>
                  <a:pt x="415" y="441"/>
                </a:lnTo>
                <a:lnTo>
                  <a:pt x="415" y="440"/>
                </a:lnTo>
                <a:lnTo>
                  <a:pt x="414" y="440"/>
                </a:lnTo>
                <a:lnTo>
                  <a:pt x="413" y="440"/>
                </a:lnTo>
                <a:lnTo>
                  <a:pt x="413" y="439"/>
                </a:lnTo>
                <a:lnTo>
                  <a:pt x="412" y="439"/>
                </a:lnTo>
                <a:lnTo>
                  <a:pt x="411" y="439"/>
                </a:lnTo>
                <a:lnTo>
                  <a:pt x="411" y="438"/>
                </a:lnTo>
                <a:lnTo>
                  <a:pt x="410" y="438"/>
                </a:lnTo>
                <a:lnTo>
                  <a:pt x="409" y="438"/>
                </a:lnTo>
                <a:lnTo>
                  <a:pt x="409" y="437"/>
                </a:lnTo>
                <a:lnTo>
                  <a:pt x="408" y="437"/>
                </a:lnTo>
                <a:lnTo>
                  <a:pt x="408" y="436"/>
                </a:lnTo>
                <a:lnTo>
                  <a:pt x="407" y="436"/>
                </a:lnTo>
                <a:lnTo>
                  <a:pt x="407" y="435"/>
                </a:lnTo>
                <a:lnTo>
                  <a:pt x="408" y="435"/>
                </a:lnTo>
                <a:lnTo>
                  <a:pt x="408" y="434"/>
                </a:lnTo>
                <a:lnTo>
                  <a:pt x="409" y="433"/>
                </a:lnTo>
                <a:lnTo>
                  <a:pt x="409" y="432"/>
                </a:lnTo>
                <a:lnTo>
                  <a:pt x="408" y="433"/>
                </a:lnTo>
                <a:lnTo>
                  <a:pt x="407" y="433"/>
                </a:lnTo>
                <a:lnTo>
                  <a:pt x="406" y="434"/>
                </a:lnTo>
                <a:lnTo>
                  <a:pt x="407" y="434"/>
                </a:lnTo>
                <a:lnTo>
                  <a:pt x="407" y="435"/>
                </a:lnTo>
                <a:lnTo>
                  <a:pt x="406" y="435"/>
                </a:lnTo>
                <a:lnTo>
                  <a:pt x="405" y="435"/>
                </a:lnTo>
                <a:lnTo>
                  <a:pt x="405" y="436"/>
                </a:lnTo>
                <a:lnTo>
                  <a:pt x="404" y="436"/>
                </a:lnTo>
                <a:lnTo>
                  <a:pt x="404" y="437"/>
                </a:lnTo>
                <a:lnTo>
                  <a:pt x="404" y="436"/>
                </a:lnTo>
                <a:lnTo>
                  <a:pt x="403" y="436"/>
                </a:lnTo>
                <a:lnTo>
                  <a:pt x="403" y="435"/>
                </a:lnTo>
                <a:lnTo>
                  <a:pt x="403" y="434"/>
                </a:lnTo>
                <a:lnTo>
                  <a:pt x="403" y="433"/>
                </a:lnTo>
                <a:lnTo>
                  <a:pt x="402" y="433"/>
                </a:lnTo>
                <a:lnTo>
                  <a:pt x="402" y="432"/>
                </a:lnTo>
                <a:lnTo>
                  <a:pt x="401" y="432"/>
                </a:lnTo>
                <a:lnTo>
                  <a:pt x="400" y="432"/>
                </a:lnTo>
                <a:lnTo>
                  <a:pt x="400" y="433"/>
                </a:lnTo>
                <a:lnTo>
                  <a:pt x="399" y="433"/>
                </a:lnTo>
                <a:lnTo>
                  <a:pt x="399" y="432"/>
                </a:lnTo>
                <a:lnTo>
                  <a:pt x="398" y="432"/>
                </a:lnTo>
                <a:lnTo>
                  <a:pt x="397" y="432"/>
                </a:lnTo>
                <a:lnTo>
                  <a:pt x="396" y="432"/>
                </a:lnTo>
                <a:lnTo>
                  <a:pt x="395" y="432"/>
                </a:lnTo>
                <a:lnTo>
                  <a:pt x="395" y="431"/>
                </a:lnTo>
                <a:lnTo>
                  <a:pt x="394" y="430"/>
                </a:lnTo>
                <a:lnTo>
                  <a:pt x="393" y="429"/>
                </a:lnTo>
                <a:lnTo>
                  <a:pt x="393" y="430"/>
                </a:lnTo>
                <a:lnTo>
                  <a:pt x="392" y="430"/>
                </a:lnTo>
                <a:lnTo>
                  <a:pt x="391" y="430"/>
                </a:lnTo>
                <a:lnTo>
                  <a:pt x="390" y="430"/>
                </a:lnTo>
                <a:lnTo>
                  <a:pt x="390" y="429"/>
                </a:lnTo>
                <a:lnTo>
                  <a:pt x="390" y="428"/>
                </a:lnTo>
                <a:lnTo>
                  <a:pt x="390" y="427"/>
                </a:lnTo>
                <a:lnTo>
                  <a:pt x="390" y="426"/>
                </a:lnTo>
                <a:lnTo>
                  <a:pt x="391" y="426"/>
                </a:lnTo>
                <a:lnTo>
                  <a:pt x="391" y="425"/>
                </a:lnTo>
                <a:lnTo>
                  <a:pt x="391" y="424"/>
                </a:lnTo>
                <a:lnTo>
                  <a:pt x="391" y="423"/>
                </a:lnTo>
                <a:lnTo>
                  <a:pt x="391" y="422"/>
                </a:lnTo>
                <a:lnTo>
                  <a:pt x="391" y="421"/>
                </a:lnTo>
                <a:lnTo>
                  <a:pt x="390" y="421"/>
                </a:lnTo>
                <a:lnTo>
                  <a:pt x="390" y="420"/>
                </a:lnTo>
                <a:lnTo>
                  <a:pt x="390" y="419"/>
                </a:lnTo>
                <a:lnTo>
                  <a:pt x="390" y="420"/>
                </a:lnTo>
                <a:lnTo>
                  <a:pt x="389" y="420"/>
                </a:lnTo>
                <a:lnTo>
                  <a:pt x="389" y="421"/>
                </a:lnTo>
                <a:lnTo>
                  <a:pt x="390" y="421"/>
                </a:lnTo>
                <a:lnTo>
                  <a:pt x="390" y="422"/>
                </a:lnTo>
                <a:lnTo>
                  <a:pt x="389" y="421"/>
                </a:lnTo>
                <a:lnTo>
                  <a:pt x="388" y="421"/>
                </a:lnTo>
                <a:lnTo>
                  <a:pt x="388" y="420"/>
                </a:lnTo>
                <a:lnTo>
                  <a:pt x="387" y="420"/>
                </a:lnTo>
                <a:lnTo>
                  <a:pt x="386" y="419"/>
                </a:lnTo>
                <a:lnTo>
                  <a:pt x="385" y="419"/>
                </a:lnTo>
                <a:lnTo>
                  <a:pt x="385" y="418"/>
                </a:lnTo>
                <a:lnTo>
                  <a:pt x="384" y="418"/>
                </a:lnTo>
                <a:lnTo>
                  <a:pt x="383" y="418"/>
                </a:lnTo>
                <a:lnTo>
                  <a:pt x="383" y="417"/>
                </a:lnTo>
                <a:lnTo>
                  <a:pt x="382" y="417"/>
                </a:lnTo>
                <a:lnTo>
                  <a:pt x="382" y="416"/>
                </a:lnTo>
                <a:lnTo>
                  <a:pt x="381" y="416"/>
                </a:lnTo>
                <a:lnTo>
                  <a:pt x="380" y="416"/>
                </a:lnTo>
                <a:lnTo>
                  <a:pt x="379" y="416"/>
                </a:lnTo>
                <a:lnTo>
                  <a:pt x="379" y="415"/>
                </a:lnTo>
                <a:lnTo>
                  <a:pt x="378" y="415"/>
                </a:lnTo>
                <a:lnTo>
                  <a:pt x="378" y="414"/>
                </a:lnTo>
                <a:lnTo>
                  <a:pt x="378" y="413"/>
                </a:lnTo>
                <a:lnTo>
                  <a:pt x="379" y="412"/>
                </a:lnTo>
                <a:lnTo>
                  <a:pt x="380" y="412"/>
                </a:lnTo>
                <a:lnTo>
                  <a:pt x="380" y="411"/>
                </a:lnTo>
                <a:lnTo>
                  <a:pt x="379" y="411"/>
                </a:lnTo>
                <a:lnTo>
                  <a:pt x="378" y="411"/>
                </a:lnTo>
                <a:lnTo>
                  <a:pt x="377" y="411"/>
                </a:lnTo>
                <a:lnTo>
                  <a:pt x="377" y="412"/>
                </a:lnTo>
                <a:lnTo>
                  <a:pt x="377" y="411"/>
                </a:lnTo>
                <a:lnTo>
                  <a:pt x="376" y="411"/>
                </a:lnTo>
                <a:lnTo>
                  <a:pt x="375" y="411"/>
                </a:lnTo>
                <a:lnTo>
                  <a:pt x="375" y="410"/>
                </a:lnTo>
                <a:lnTo>
                  <a:pt x="375" y="409"/>
                </a:lnTo>
                <a:lnTo>
                  <a:pt x="374" y="409"/>
                </a:lnTo>
                <a:lnTo>
                  <a:pt x="373" y="409"/>
                </a:lnTo>
                <a:lnTo>
                  <a:pt x="373" y="408"/>
                </a:lnTo>
                <a:lnTo>
                  <a:pt x="372" y="408"/>
                </a:lnTo>
                <a:lnTo>
                  <a:pt x="371" y="408"/>
                </a:lnTo>
                <a:lnTo>
                  <a:pt x="371" y="407"/>
                </a:lnTo>
                <a:lnTo>
                  <a:pt x="370" y="407"/>
                </a:lnTo>
                <a:lnTo>
                  <a:pt x="370" y="408"/>
                </a:lnTo>
                <a:lnTo>
                  <a:pt x="371" y="408"/>
                </a:lnTo>
                <a:lnTo>
                  <a:pt x="370" y="408"/>
                </a:lnTo>
                <a:lnTo>
                  <a:pt x="369" y="408"/>
                </a:lnTo>
                <a:lnTo>
                  <a:pt x="369" y="407"/>
                </a:lnTo>
                <a:lnTo>
                  <a:pt x="368" y="407"/>
                </a:lnTo>
                <a:lnTo>
                  <a:pt x="367" y="407"/>
                </a:lnTo>
                <a:lnTo>
                  <a:pt x="367" y="406"/>
                </a:lnTo>
                <a:lnTo>
                  <a:pt x="366" y="406"/>
                </a:lnTo>
                <a:lnTo>
                  <a:pt x="366" y="407"/>
                </a:lnTo>
                <a:lnTo>
                  <a:pt x="366" y="406"/>
                </a:lnTo>
                <a:lnTo>
                  <a:pt x="366" y="405"/>
                </a:lnTo>
                <a:lnTo>
                  <a:pt x="365" y="405"/>
                </a:lnTo>
                <a:lnTo>
                  <a:pt x="364" y="404"/>
                </a:lnTo>
                <a:lnTo>
                  <a:pt x="363" y="404"/>
                </a:lnTo>
                <a:lnTo>
                  <a:pt x="364" y="404"/>
                </a:lnTo>
                <a:lnTo>
                  <a:pt x="364" y="403"/>
                </a:lnTo>
                <a:lnTo>
                  <a:pt x="363" y="403"/>
                </a:lnTo>
                <a:lnTo>
                  <a:pt x="362" y="403"/>
                </a:lnTo>
                <a:lnTo>
                  <a:pt x="361" y="403"/>
                </a:lnTo>
                <a:lnTo>
                  <a:pt x="361" y="402"/>
                </a:lnTo>
                <a:lnTo>
                  <a:pt x="360" y="402"/>
                </a:lnTo>
                <a:lnTo>
                  <a:pt x="360" y="403"/>
                </a:lnTo>
                <a:lnTo>
                  <a:pt x="359" y="403"/>
                </a:lnTo>
                <a:lnTo>
                  <a:pt x="359" y="402"/>
                </a:lnTo>
                <a:lnTo>
                  <a:pt x="358" y="402"/>
                </a:lnTo>
                <a:lnTo>
                  <a:pt x="358" y="401"/>
                </a:lnTo>
                <a:lnTo>
                  <a:pt x="357" y="401"/>
                </a:lnTo>
                <a:lnTo>
                  <a:pt x="356" y="401"/>
                </a:lnTo>
                <a:lnTo>
                  <a:pt x="355" y="401"/>
                </a:lnTo>
                <a:lnTo>
                  <a:pt x="355" y="402"/>
                </a:lnTo>
                <a:lnTo>
                  <a:pt x="354" y="402"/>
                </a:lnTo>
                <a:lnTo>
                  <a:pt x="355" y="403"/>
                </a:lnTo>
                <a:lnTo>
                  <a:pt x="354" y="403"/>
                </a:lnTo>
                <a:lnTo>
                  <a:pt x="353" y="403"/>
                </a:lnTo>
                <a:lnTo>
                  <a:pt x="353" y="404"/>
                </a:lnTo>
                <a:lnTo>
                  <a:pt x="352" y="404"/>
                </a:lnTo>
                <a:lnTo>
                  <a:pt x="352" y="405"/>
                </a:lnTo>
                <a:lnTo>
                  <a:pt x="351" y="405"/>
                </a:lnTo>
                <a:lnTo>
                  <a:pt x="350" y="405"/>
                </a:lnTo>
                <a:lnTo>
                  <a:pt x="349" y="405"/>
                </a:lnTo>
                <a:lnTo>
                  <a:pt x="348" y="405"/>
                </a:lnTo>
                <a:lnTo>
                  <a:pt x="347" y="405"/>
                </a:lnTo>
                <a:lnTo>
                  <a:pt x="347" y="404"/>
                </a:lnTo>
                <a:lnTo>
                  <a:pt x="346" y="404"/>
                </a:lnTo>
                <a:lnTo>
                  <a:pt x="345" y="404"/>
                </a:lnTo>
                <a:lnTo>
                  <a:pt x="344" y="404"/>
                </a:lnTo>
                <a:lnTo>
                  <a:pt x="343" y="404"/>
                </a:lnTo>
                <a:lnTo>
                  <a:pt x="342" y="404"/>
                </a:lnTo>
                <a:lnTo>
                  <a:pt x="342" y="405"/>
                </a:lnTo>
                <a:lnTo>
                  <a:pt x="342" y="404"/>
                </a:lnTo>
                <a:lnTo>
                  <a:pt x="341" y="405"/>
                </a:lnTo>
                <a:lnTo>
                  <a:pt x="341" y="404"/>
                </a:lnTo>
                <a:lnTo>
                  <a:pt x="340" y="404"/>
                </a:lnTo>
                <a:lnTo>
                  <a:pt x="339" y="404"/>
                </a:lnTo>
                <a:lnTo>
                  <a:pt x="338" y="404"/>
                </a:lnTo>
                <a:lnTo>
                  <a:pt x="337" y="404"/>
                </a:lnTo>
                <a:lnTo>
                  <a:pt x="336" y="404"/>
                </a:lnTo>
                <a:lnTo>
                  <a:pt x="336" y="403"/>
                </a:lnTo>
                <a:lnTo>
                  <a:pt x="335" y="403"/>
                </a:lnTo>
                <a:lnTo>
                  <a:pt x="335" y="402"/>
                </a:lnTo>
                <a:lnTo>
                  <a:pt x="334" y="402"/>
                </a:lnTo>
                <a:lnTo>
                  <a:pt x="334" y="401"/>
                </a:lnTo>
                <a:lnTo>
                  <a:pt x="334" y="400"/>
                </a:lnTo>
                <a:lnTo>
                  <a:pt x="333" y="400"/>
                </a:lnTo>
                <a:lnTo>
                  <a:pt x="332" y="400"/>
                </a:lnTo>
                <a:lnTo>
                  <a:pt x="331" y="400"/>
                </a:lnTo>
                <a:lnTo>
                  <a:pt x="330" y="400"/>
                </a:lnTo>
                <a:lnTo>
                  <a:pt x="330" y="401"/>
                </a:lnTo>
                <a:lnTo>
                  <a:pt x="329" y="401"/>
                </a:lnTo>
                <a:lnTo>
                  <a:pt x="328" y="401"/>
                </a:lnTo>
                <a:lnTo>
                  <a:pt x="327" y="401"/>
                </a:lnTo>
                <a:lnTo>
                  <a:pt x="327" y="400"/>
                </a:lnTo>
                <a:lnTo>
                  <a:pt x="326" y="400"/>
                </a:lnTo>
                <a:lnTo>
                  <a:pt x="326" y="401"/>
                </a:lnTo>
                <a:lnTo>
                  <a:pt x="325" y="400"/>
                </a:lnTo>
                <a:lnTo>
                  <a:pt x="324" y="400"/>
                </a:lnTo>
                <a:lnTo>
                  <a:pt x="323" y="400"/>
                </a:lnTo>
                <a:lnTo>
                  <a:pt x="323" y="401"/>
                </a:lnTo>
                <a:lnTo>
                  <a:pt x="322" y="402"/>
                </a:lnTo>
                <a:lnTo>
                  <a:pt x="321" y="402"/>
                </a:lnTo>
                <a:lnTo>
                  <a:pt x="320" y="402"/>
                </a:lnTo>
                <a:lnTo>
                  <a:pt x="319" y="401"/>
                </a:lnTo>
                <a:lnTo>
                  <a:pt x="319" y="400"/>
                </a:lnTo>
                <a:lnTo>
                  <a:pt x="319" y="399"/>
                </a:lnTo>
                <a:lnTo>
                  <a:pt x="318" y="399"/>
                </a:lnTo>
                <a:lnTo>
                  <a:pt x="319" y="398"/>
                </a:lnTo>
                <a:lnTo>
                  <a:pt x="319" y="397"/>
                </a:lnTo>
                <a:lnTo>
                  <a:pt x="318" y="397"/>
                </a:lnTo>
                <a:lnTo>
                  <a:pt x="317" y="397"/>
                </a:lnTo>
                <a:lnTo>
                  <a:pt x="316" y="397"/>
                </a:lnTo>
                <a:lnTo>
                  <a:pt x="315" y="397"/>
                </a:lnTo>
                <a:lnTo>
                  <a:pt x="315" y="398"/>
                </a:lnTo>
                <a:lnTo>
                  <a:pt x="314" y="398"/>
                </a:lnTo>
                <a:lnTo>
                  <a:pt x="314" y="397"/>
                </a:lnTo>
                <a:lnTo>
                  <a:pt x="314" y="396"/>
                </a:lnTo>
                <a:lnTo>
                  <a:pt x="313" y="396"/>
                </a:lnTo>
                <a:lnTo>
                  <a:pt x="313" y="395"/>
                </a:lnTo>
                <a:lnTo>
                  <a:pt x="313" y="394"/>
                </a:lnTo>
                <a:lnTo>
                  <a:pt x="312" y="394"/>
                </a:lnTo>
                <a:lnTo>
                  <a:pt x="312" y="395"/>
                </a:lnTo>
                <a:lnTo>
                  <a:pt x="312" y="394"/>
                </a:lnTo>
                <a:lnTo>
                  <a:pt x="311" y="394"/>
                </a:lnTo>
                <a:lnTo>
                  <a:pt x="310" y="394"/>
                </a:lnTo>
                <a:lnTo>
                  <a:pt x="310" y="393"/>
                </a:lnTo>
                <a:lnTo>
                  <a:pt x="309" y="392"/>
                </a:lnTo>
                <a:lnTo>
                  <a:pt x="310" y="392"/>
                </a:lnTo>
                <a:lnTo>
                  <a:pt x="310" y="391"/>
                </a:lnTo>
                <a:lnTo>
                  <a:pt x="309" y="391"/>
                </a:lnTo>
                <a:lnTo>
                  <a:pt x="309" y="390"/>
                </a:lnTo>
                <a:lnTo>
                  <a:pt x="308" y="390"/>
                </a:lnTo>
                <a:lnTo>
                  <a:pt x="307" y="390"/>
                </a:lnTo>
                <a:lnTo>
                  <a:pt x="306" y="390"/>
                </a:lnTo>
                <a:lnTo>
                  <a:pt x="306" y="389"/>
                </a:lnTo>
                <a:lnTo>
                  <a:pt x="306" y="388"/>
                </a:lnTo>
                <a:lnTo>
                  <a:pt x="305" y="388"/>
                </a:lnTo>
                <a:lnTo>
                  <a:pt x="305" y="387"/>
                </a:lnTo>
                <a:lnTo>
                  <a:pt x="304" y="387"/>
                </a:lnTo>
                <a:lnTo>
                  <a:pt x="301" y="387"/>
                </a:lnTo>
                <a:lnTo>
                  <a:pt x="299" y="387"/>
                </a:lnTo>
                <a:lnTo>
                  <a:pt x="298" y="386"/>
                </a:lnTo>
                <a:lnTo>
                  <a:pt x="297" y="386"/>
                </a:lnTo>
                <a:lnTo>
                  <a:pt x="296" y="386"/>
                </a:lnTo>
                <a:lnTo>
                  <a:pt x="294" y="386"/>
                </a:lnTo>
                <a:lnTo>
                  <a:pt x="292" y="386"/>
                </a:lnTo>
                <a:lnTo>
                  <a:pt x="291" y="386"/>
                </a:lnTo>
                <a:lnTo>
                  <a:pt x="290" y="386"/>
                </a:lnTo>
                <a:lnTo>
                  <a:pt x="289" y="386"/>
                </a:lnTo>
                <a:lnTo>
                  <a:pt x="288" y="386"/>
                </a:lnTo>
                <a:lnTo>
                  <a:pt x="288" y="385"/>
                </a:lnTo>
                <a:lnTo>
                  <a:pt x="287" y="386"/>
                </a:lnTo>
                <a:lnTo>
                  <a:pt x="285" y="386"/>
                </a:lnTo>
                <a:lnTo>
                  <a:pt x="282" y="386"/>
                </a:lnTo>
                <a:lnTo>
                  <a:pt x="282" y="385"/>
                </a:lnTo>
                <a:lnTo>
                  <a:pt x="281" y="385"/>
                </a:lnTo>
                <a:lnTo>
                  <a:pt x="280" y="385"/>
                </a:lnTo>
                <a:lnTo>
                  <a:pt x="279" y="385"/>
                </a:lnTo>
                <a:lnTo>
                  <a:pt x="278" y="385"/>
                </a:lnTo>
                <a:lnTo>
                  <a:pt x="277" y="384"/>
                </a:lnTo>
                <a:lnTo>
                  <a:pt x="277" y="385"/>
                </a:lnTo>
                <a:lnTo>
                  <a:pt x="275" y="385"/>
                </a:lnTo>
                <a:lnTo>
                  <a:pt x="275" y="384"/>
                </a:lnTo>
                <a:lnTo>
                  <a:pt x="274" y="384"/>
                </a:lnTo>
                <a:lnTo>
                  <a:pt x="273" y="384"/>
                </a:lnTo>
                <a:lnTo>
                  <a:pt x="272" y="384"/>
                </a:lnTo>
                <a:lnTo>
                  <a:pt x="271" y="384"/>
                </a:lnTo>
                <a:lnTo>
                  <a:pt x="270" y="384"/>
                </a:lnTo>
                <a:lnTo>
                  <a:pt x="270" y="383"/>
                </a:lnTo>
                <a:lnTo>
                  <a:pt x="271" y="383"/>
                </a:lnTo>
                <a:lnTo>
                  <a:pt x="270" y="383"/>
                </a:lnTo>
                <a:lnTo>
                  <a:pt x="270" y="382"/>
                </a:lnTo>
                <a:lnTo>
                  <a:pt x="270" y="381"/>
                </a:lnTo>
                <a:lnTo>
                  <a:pt x="271" y="380"/>
                </a:lnTo>
                <a:lnTo>
                  <a:pt x="270" y="380"/>
                </a:lnTo>
                <a:lnTo>
                  <a:pt x="270" y="378"/>
                </a:lnTo>
                <a:lnTo>
                  <a:pt x="269" y="378"/>
                </a:lnTo>
                <a:lnTo>
                  <a:pt x="268" y="378"/>
                </a:lnTo>
                <a:lnTo>
                  <a:pt x="267" y="378"/>
                </a:lnTo>
                <a:lnTo>
                  <a:pt x="266" y="378"/>
                </a:lnTo>
                <a:lnTo>
                  <a:pt x="265" y="378"/>
                </a:lnTo>
                <a:lnTo>
                  <a:pt x="264" y="378"/>
                </a:lnTo>
                <a:lnTo>
                  <a:pt x="264" y="377"/>
                </a:lnTo>
                <a:lnTo>
                  <a:pt x="263" y="377"/>
                </a:lnTo>
                <a:lnTo>
                  <a:pt x="263" y="376"/>
                </a:lnTo>
                <a:lnTo>
                  <a:pt x="262" y="376"/>
                </a:lnTo>
                <a:lnTo>
                  <a:pt x="262" y="377"/>
                </a:lnTo>
                <a:lnTo>
                  <a:pt x="261" y="377"/>
                </a:lnTo>
                <a:lnTo>
                  <a:pt x="260" y="377"/>
                </a:lnTo>
                <a:lnTo>
                  <a:pt x="259" y="377"/>
                </a:lnTo>
                <a:lnTo>
                  <a:pt x="258" y="377"/>
                </a:lnTo>
                <a:lnTo>
                  <a:pt x="258" y="378"/>
                </a:lnTo>
                <a:lnTo>
                  <a:pt x="257" y="378"/>
                </a:lnTo>
                <a:lnTo>
                  <a:pt x="257" y="377"/>
                </a:lnTo>
                <a:lnTo>
                  <a:pt x="256" y="377"/>
                </a:lnTo>
                <a:lnTo>
                  <a:pt x="255" y="377"/>
                </a:lnTo>
                <a:lnTo>
                  <a:pt x="254" y="377"/>
                </a:lnTo>
                <a:lnTo>
                  <a:pt x="253" y="377"/>
                </a:lnTo>
                <a:lnTo>
                  <a:pt x="252" y="378"/>
                </a:lnTo>
                <a:lnTo>
                  <a:pt x="251" y="378"/>
                </a:lnTo>
                <a:lnTo>
                  <a:pt x="252" y="378"/>
                </a:lnTo>
                <a:lnTo>
                  <a:pt x="252" y="379"/>
                </a:lnTo>
                <a:lnTo>
                  <a:pt x="252" y="380"/>
                </a:lnTo>
                <a:lnTo>
                  <a:pt x="252" y="381"/>
                </a:lnTo>
                <a:lnTo>
                  <a:pt x="253" y="381"/>
                </a:lnTo>
                <a:lnTo>
                  <a:pt x="253" y="382"/>
                </a:lnTo>
                <a:lnTo>
                  <a:pt x="253" y="383"/>
                </a:lnTo>
                <a:lnTo>
                  <a:pt x="252" y="383"/>
                </a:lnTo>
                <a:lnTo>
                  <a:pt x="252" y="384"/>
                </a:lnTo>
                <a:lnTo>
                  <a:pt x="253" y="384"/>
                </a:lnTo>
                <a:lnTo>
                  <a:pt x="253" y="385"/>
                </a:lnTo>
                <a:lnTo>
                  <a:pt x="252" y="386"/>
                </a:lnTo>
                <a:lnTo>
                  <a:pt x="251" y="386"/>
                </a:lnTo>
                <a:lnTo>
                  <a:pt x="251" y="387"/>
                </a:lnTo>
                <a:lnTo>
                  <a:pt x="250" y="387"/>
                </a:lnTo>
                <a:lnTo>
                  <a:pt x="250" y="386"/>
                </a:lnTo>
                <a:lnTo>
                  <a:pt x="250" y="387"/>
                </a:lnTo>
                <a:lnTo>
                  <a:pt x="249" y="387"/>
                </a:lnTo>
                <a:lnTo>
                  <a:pt x="248" y="387"/>
                </a:lnTo>
                <a:lnTo>
                  <a:pt x="248" y="388"/>
                </a:lnTo>
                <a:lnTo>
                  <a:pt x="248" y="387"/>
                </a:lnTo>
                <a:lnTo>
                  <a:pt x="248" y="388"/>
                </a:lnTo>
                <a:lnTo>
                  <a:pt x="247" y="388"/>
                </a:lnTo>
                <a:lnTo>
                  <a:pt x="247" y="387"/>
                </a:lnTo>
                <a:lnTo>
                  <a:pt x="246" y="387"/>
                </a:lnTo>
                <a:lnTo>
                  <a:pt x="246" y="386"/>
                </a:lnTo>
                <a:lnTo>
                  <a:pt x="245" y="386"/>
                </a:lnTo>
                <a:lnTo>
                  <a:pt x="245" y="385"/>
                </a:lnTo>
                <a:lnTo>
                  <a:pt x="245" y="384"/>
                </a:lnTo>
                <a:lnTo>
                  <a:pt x="244" y="384"/>
                </a:lnTo>
                <a:lnTo>
                  <a:pt x="244" y="383"/>
                </a:lnTo>
                <a:lnTo>
                  <a:pt x="243" y="383"/>
                </a:lnTo>
                <a:lnTo>
                  <a:pt x="242" y="383"/>
                </a:lnTo>
                <a:lnTo>
                  <a:pt x="242" y="382"/>
                </a:lnTo>
                <a:lnTo>
                  <a:pt x="241" y="382"/>
                </a:lnTo>
                <a:lnTo>
                  <a:pt x="240" y="383"/>
                </a:lnTo>
                <a:lnTo>
                  <a:pt x="239" y="383"/>
                </a:lnTo>
                <a:lnTo>
                  <a:pt x="239" y="384"/>
                </a:lnTo>
                <a:lnTo>
                  <a:pt x="238" y="384"/>
                </a:lnTo>
                <a:lnTo>
                  <a:pt x="237" y="384"/>
                </a:lnTo>
                <a:lnTo>
                  <a:pt x="237" y="385"/>
                </a:lnTo>
                <a:lnTo>
                  <a:pt x="236" y="385"/>
                </a:lnTo>
                <a:lnTo>
                  <a:pt x="235" y="385"/>
                </a:lnTo>
                <a:lnTo>
                  <a:pt x="234" y="385"/>
                </a:lnTo>
                <a:lnTo>
                  <a:pt x="234" y="384"/>
                </a:lnTo>
                <a:lnTo>
                  <a:pt x="233" y="384"/>
                </a:lnTo>
                <a:lnTo>
                  <a:pt x="233" y="385"/>
                </a:lnTo>
                <a:lnTo>
                  <a:pt x="232" y="384"/>
                </a:lnTo>
                <a:lnTo>
                  <a:pt x="232" y="385"/>
                </a:lnTo>
                <a:lnTo>
                  <a:pt x="231" y="385"/>
                </a:lnTo>
                <a:lnTo>
                  <a:pt x="230" y="385"/>
                </a:lnTo>
                <a:lnTo>
                  <a:pt x="230" y="384"/>
                </a:lnTo>
                <a:lnTo>
                  <a:pt x="229" y="384"/>
                </a:lnTo>
                <a:lnTo>
                  <a:pt x="228" y="384"/>
                </a:lnTo>
                <a:lnTo>
                  <a:pt x="228" y="385"/>
                </a:lnTo>
                <a:lnTo>
                  <a:pt x="227" y="385"/>
                </a:lnTo>
                <a:lnTo>
                  <a:pt x="226" y="385"/>
                </a:lnTo>
                <a:lnTo>
                  <a:pt x="225" y="385"/>
                </a:lnTo>
                <a:lnTo>
                  <a:pt x="226" y="385"/>
                </a:lnTo>
                <a:lnTo>
                  <a:pt x="226" y="386"/>
                </a:lnTo>
                <a:lnTo>
                  <a:pt x="225" y="386"/>
                </a:lnTo>
                <a:lnTo>
                  <a:pt x="225" y="387"/>
                </a:lnTo>
                <a:lnTo>
                  <a:pt x="226" y="387"/>
                </a:lnTo>
                <a:lnTo>
                  <a:pt x="226" y="388"/>
                </a:lnTo>
                <a:lnTo>
                  <a:pt x="226" y="389"/>
                </a:lnTo>
                <a:lnTo>
                  <a:pt x="225" y="389"/>
                </a:lnTo>
                <a:lnTo>
                  <a:pt x="225" y="390"/>
                </a:lnTo>
                <a:lnTo>
                  <a:pt x="226" y="390"/>
                </a:lnTo>
                <a:lnTo>
                  <a:pt x="227" y="391"/>
                </a:lnTo>
                <a:lnTo>
                  <a:pt x="228" y="391"/>
                </a:lnTo>
                <a:lnTo>
                  <a:pt x="229" y="391"/>
                </a:lnTo>
                <a:lnTo>
                  <a:pt x="230" y="391"/>
                </a:lnTo>
                <a:lnTo>
                  <a:pt x="231" y="391"/>
                </a:lnTo>
                <a:lnTo>
                  <a:pt x="231" y="392"/>
                </a:lnTo>
                <a:lnTo>
                  <a:pt x="231" y="393"/>
                </a:lnTo>
                <a:lnTo>
                  <a:pt x="232" y="393"/>
                </a:lnTo>
                <a:lnTo>
                  <a:pt x="231" y="393"/>
                </a:lnTo>
                <a:lnTo>
                  <a:pt x="231" y="394"/>
                </a:lnTo>
                <a:lnTo>
                  <a:pt x="230" y="394"/>
                </a:lnTo>
                <a:lnTo>
                  <a:pt x="229" y="394"/>
                </a:lnTo>
                <a:lnTo>
                  <a:pt x="229" y="395"/>
                </a:lnTo>
                <a:lnTo>
                  <a:pt x="228" y="395"/>
                </a:lnTo>
                <a:lnTo>
                  <a:pt x="228" y="396"/>
                </a:lnTo>
                <a:lnTo>
                  <a:pt x="227" y="396"/>
                </a:lnTo>
                <a:lnTo>
                  <a:pt x="227" y="397"/>
                </a:lnTo>
                <a:lnTo>
                  <a:pt x="228" y="397"/>
                </a:lnTo>
                <a:lnTo>
                  <a:pt x="227" y="397"/>
                </a:lnTo>
                <a:lnTo>
                  <a:pt x="227" y="398"/>
                </a:lnTo>
                <a:lnTo>
                  <a:pt x="226" y="399"/>
                </a:lnTo>
                <a:lnTo>
                  <a:pt x="227" y="399"/>
                </a:lnTo>
                <a:lnTo>
                  <a:pt x="227" y="400"/>
                </a:lnTo>
                <a:lnTo>
                  <a:pt x="227" y="401"/>
                </a:lnTo>
                <a:lnTo>
                  <a:pt x="226" y="401"/>
                </a:lnTo>
                <a:lnTo>
                  <a:pt x="227" y="401"/>
                </a:lnTo>
                <a:lnTo>
                  <a:pt x="227" y="402"/>
                </a:lnTo>
                <a:lnTo>
                  <a:pt x="227" y="403"/>
                </a:lnTo>
                <a:lnTo>
                  <a:pt x="228" y="403"/>
                </a:lnTo>
                <a:lnTo>
                  <a:pt x="229" y="403"/>
                </a:lnTo>
                <a:lnTo>
                  <a:pt x="230" y="403"/>
                </a:lnTo>
                <a:lnTo>
                  <a:pt x="230" y="404"/>
                </a:lnTo>
                <a:lnTo>
                  <a:pt x="230" y="405"/>
                </a:lnTo>
                <a:lnTo>
                  <a:pt x="230" y="406"/>
                </a:lnTo>
                <a:lnTo>
                  <a:pt x="229" y="406"/>
                </a:lnTo>
                <a:lnTo>
                  <a:pt x="230" y="407"/>
                </a:lnTo>
                <a:lnTo>
                  <a:pt x="231" y="407"/>
                </a:lnTo>
                <a:lnTo>
                  <a:pt x="231" y="408"/>
                </a:lnTo>
                <a:lnTo>
                  <a:pt x="231" y="409"/>
                </a:lnTo>
                <a:lnTo>
                  <a:pt x="231" y="410"/>
                </a:lnTo>
                <a:lnTo>
                  <a:pt x="232" y="410"/>
                </a:lnTo>
                <a:lnTo>
                  <a:pt x="233" y="410"/>
                </a:lnTo>
                <a:lnTo>
                  <a:pt x="234" y="410"/>
                </a:lnTo>
                <a:lnTo>
                  <a:pt x="234" y="411"/>
                </a:lnTo>
                <a:lnTo>
                  <a:pt x="235" y="411"/>
                </a:lnTo>
                <a:lnTo>
                  <a:pt x="236" y="411"/>
                </a:lnTo>
                <a:lnTo>
                  <a:pt x="237" y="411"/>
                </a:lnTo>
                <a:lnTo>
                  <a:pt x="238" y="411"/>
                </a:lnTo>
                <a:lnTo>
                  <a:pt x="238" y="412"/>
                </a:lnTo>
                <a:lnTo>
                  <a:pt x="238" y="413"/>
                </a:lnTo>
                <a:lnTo>
                  <a:pt x="239" y="413"/>
                </a:lnTo>
                <a:lnTo>
                  <a:pt x="239" y="414"/>
                </a:lnTo>
                <a:lnTo>
                  <a:pt x="239" y="415"/>
                </a:lnTo>
                <a:lnTo>
                  <a:pt x="239" y="416"/>
                </a:lnTo>
                <a:lnTo>
                  <a:pt x="240" y="416"/>
                </a:lnTo>
                <a:lnTo>
                  <a:pt x="240" y="417"/>
                </a:lnTo>
                <a:lnTo>
                  <a:pt x="241" y="418"/>
                </a:lnTo>
                <a:lnTo>
                  <a:pt x="241" y="419"/>
                </a:lnTo>
                <a:lnTo>
                  <a:pt x="240" y="420"/>
                </a:lnTo>
                <a:lnTo>
                  <a:pt x="239" y="421"/>
                </a:lnTo>
                <a:lnTo>
                  <a:pt x="238" y="422"/>
                </a:lnTo>
                <a:lnTo>
                  <a:pt x="237" y="422"/>
                </a:lnTo>
                <a:lnTo>
                  <a:pt x="236" y="422"/>
                </a:lnTo>
                <a:lnTo>
                  <a:pt x="236" y="423"/>
                </a:lnTo>
                <a:lnTo>
                  <a:pt x="235" y="423"/>
                </a:lnTo>
                <a:lnTo>
                  <a:pt x="235" y="424"/>
                </a:lnTo>
                <a:lnTo>
                  <a:pt x="234" y="424"/>
                </a:lnTo>
                <a:lnTo>
                  <a:pt x="234" y="425"/>
                </a:lnTo>
                <a:lnTo>
                  <a:pt x="233" y="425"/>
                </a:lnTo>
                <a:lnTo>
                  <a:pt x="233" y="426"/>
                </a:lnTo>
                <a:lnTo>
                  <a:pt x="232" y="426"/>
                </a:lnTo>
                <a:lnTo>
                  <a:pt x="231" y="426"/>
                </a:lnTo>
                <a:lnTo>
                  <a:pt x="230" y="426"/>
                </a:lnTo>
                <a:lnTo>
                  <a:pt x="230" y="427"/>
                </a:lnTo>
                <a:lnTo>
                  <a:pt x="229" y="427"/>
                </a:lnTo>
                <a:lnTo>
                  <a:pt x="229" y="428"/>
                </a:lnTo>
                <a:lnTo>
                  <a:pt x="228" y="428"/>
                </a:lnTo>
                <a:lnTo>
                  <a:pt x="227" y="427"/>
                </a:lnTo>
                <a:lnTo>
                  <a:pt x="227" y="428"/>
                </a:lnTo>
                <a:lnTo>
                  <a:pt x="226" y="428"/>
                </a:lnTo>
                <a:lnTo>
                  <a:pt x="225" y="428"/>
                </a:lnTo>
                <a:lnTo>
                  <a:pt x="225" y="427"/>
                </a:lnTo>
                <a:lnTo>
                  <a:pt x="224" y="427"/>
                </a:lnTo>
                <a:lnTo>
                  <a:pt x="223" y="427"/>
                </a:lnTo>
                <a:lnTo>
                  <a:pt x="223" y="426"/>
                </a:lnTo>
                <a:lnTo>
                  <a:pt x="222" y="426"/>
                </a:lnTo>
                <a:lnTo>
                  <a:pt x="222" y="427"/>
                </a:lnTo>
                <a:lnTo>
                  <a:pt x="221" y="427"/>
                </a:lnTo>
                <a:lnTo>
                  <a:pt x="221" y="428"/>
                </a:lnTo>
                <a:lnTo>
                  <a:pt x="220" y="428"/>
                </a:lnTo>
                <a:lnTo>
                  <a:pt x="220" y="429"/>
                </a:lnTo>
                <a:lnTo>
                  <a:pt x="220" y="431"/>
                </a:lnTo>
                <a:lnTo>
                  <a:pt x="220" y="432"/>
                </a:lnTo>
                <a:lnTo>
                  <a:pt x="219" y="432"/>
                </a:lnTo>
                <a:lnTo>
                  <a:pt x="218" y="432"/>
                </a:lnTo>
                <a:lnTo>
                  <a:pt x="217" y="432"/>
                </a:lnTo>
                <a:lnTo>
                  <a:pt x="217" y="433"/>
                </a:lnTo>
                <a:lnTo>
                  <a:pt x="217" y="432"/>
                </a:lnTo>
                <a:lnTo>
                  <a:pt x="216" y="432"/>
                </a:lnTo>
                <a:lnTo>
                  <a:pt x="216" y="433"/>
                </a:lnTo>
                <a:lnTo>
                  <a:pt x="215" y="433"/>
                </a:lnTo>
                <a:lnTo>
                  <a:pt x="214" y="434"/>
                </a:lnTo>
                <a:lnTo>
                  <a:pt x="213" y="435"/>
                </a:lnTo>
                <a:lnTo>
                  <a:pt x="212" y="435"/>
                </a:lnTo>
                <a:lnTo>
                  <a:pt x="211" y="435"/>
                </a:lnTo>
                <a:lnTo>
                  <a:pt x="210" y="435"/>
                </a:lnTo>
                <a:lnTo>
                  <a:pt x="210" y="434"/>
                </a:lnTo>
                <a:lnTo>
                  <a:pt x="210" y="433"/>
                </a:lnTo>
                <a:lnTo>
                  <a:pt x="210" y="432"/>
                </a:lnTo>
                <a:lnTo>
                  <a:pt x="209" y="432"/>
                </a:lnTo>
                <a:lnTo>
                  <a:pt x="209" y="431"/>
                </a:lnTo>
                <a:lnTo>
                  <a:pt x="208" y="431"/>
                </a:lnTo>
                <a:lnTo>
                  <a:pt x="207" y="431"/>
                </a:lnTo>
                <a:lnTo>
                  <a:pt x="206" y="431"/>
                </a:lnTo>
                <a:lnTo>
                  <a:pt x="206" y="432"/>
                </a:lnTo>
                <a:lnTo>
                  <a:pt x="205" y="432"/>
                </a:lnTo>
                <a:lnTo>
                  <a:pt x="205" y="431"/>
                </a:lnTo>
                <a:lnTo>
                  <a:pt x="204" y="431"/>
                </a:lnTo>
                <a:lnTo>
                  <a:pt x="204" y="430"/>
                </a:lnTo>
                <a:lnTo>
                  <a:pt x="204" y="429"/>
                </a:lnTo>
                <a:lnTo>
                  <a:pt x="204" y="428"/>
                </a:lnTo>
                <a:lnTo>
                  <a:pt x="203" y="428"/>
                </a:lnTo>
                <a:lnTo>
                  <a:pt x="203" y="427"/>
                </a:lnTo>
                <a:lnTo>
                  <a:pt x="203" y="426"/>
                </a:lnTo>
                <a:lnTo>
                  <a:pt x="202" y="426"/>
                </a:lnTo>
                <a:lnTo>
                  <a:pt x="202" y="425"/>
                </a:lnTo>
                <a:lnTo>
                  <a:pt x="201" y="425"/>
                </a:lnTo>
                <a:lnTo>
                  <a:pt x="200" y="425"/>
                </a:lnTo>
                <a:lnTo>
                  <a:pt x="200" y="424"/>
                </a:lnTo>
                <a:lnTo>
                  <a:pt x="199" y="423"/>
                </a:lnTo>
                <a:lnTo>
                  <a:pt x="198" y="423"/>
                </a:lnTo>
                <a:lnTo>
                  <a:pt x="197" y="423"/>
                </a:lnTo>
                <a:lnTo>
                  <a:pt x="197" y="422"/>
                </a:lnTo>
                <a:lnTo>
                  <a:pt x="196" y="422"/>
                </a:lnTo>
                <a:lnTo>
                  <a:pt x="196" y="421"/>
                </a:lnTo>
                <a:lnTo>
                  <a:pt x="195" y="421"/>
                </a:lnTo>
                <a:lnTo>
                  <a:pt x="195" y="420"/>
                </a:lnTo>
                <a:lnTo>
                  <a:pt x="194" y="420"/>
                </a:lnTo>
                <a:lnTo>
                  <a:pt x="193" y="420"/>
                </a:lnTo>
                <a:lnTo>
                  <a:pt x="192" y="420"/>
                </a:lnTo>
                <a:lnTo>
                  <a:pt x="191" y="421"/>
                </a:lnTo>
                <a:lnTo>
                  <a:pt x="190" y="421"/>
                </a:lnTo>
                <a:lnTo>
                  <a:pt x="190" y="420"/>
                </a:lnTo>
                <a:lnTo>
                  <a:pt x="189" y="420"/>
                </a:lnTo>
                <a:lnTo>
                  <a:pt x="189" y="419"/>
                </a:lnTo>
                <a:lnTo>
                  <a:pt x="188" y="418"/>
                </a:lnTo>
                <a:lnTo>
                  <a:pt x="187" y="418"/>
                </a:lnTo>
                <a:lnTo>
                  <a:pt x="187" y="417"/>
                </a:lnTo>
                <a:lnTo>
                  <a:pt x="187" y="416"/>
                </a:lnTo>
                <a:lnTo>
                  <a:pt x="187" y="417"/>
                </a:lnTo>
                <a:lnTo>
                  <a:pt x="186" y="417"/>
                </a:lnTo>
                <a:lnTo>
                  <a:pt x="185" y="417"/>
                </a:lnTo>
                <a:lnTo>
                  <a:pt x="185" y="416"/>
                </a:lnTo>
                <a:lnTo>
                  <a:pt x="184" y="416"/>
                </a:lnTo>
                <a:lnTo>
                  <a:pt x="183" y="416"/>
                </a:lnTo>
                <a:lnTo>
                  <a:pt x="182" y="416"/>
                </a:lnTo>
                <a:lnTo>
                  <a:pt x="181" y="416"/>
                </a:lnTo>
                <a:lnTo>
                  <a:pt x="180" y="416"/>
                </a:lnTo>
                <a:lnTo>
                  <a:pt x="180" y="417"/>
                </a:lnTo>
                <a:lnTo>
                  <a:pt x="179" y="417"/>
                </a:lnTo>
                <a:lnTo>
                  <a:pt x="178" y="417"/>
                </a:lnTo>
                <a:lnTo>
                  <a:pt x="178" y="418"/>
                </a:lnTo>
                <a:lnTo>
                  <a:pt x="177" y="418"/>
                </a:lnTo>
                <a:lnTo>
                  <a:pt x="176" y="418"/>
                </a:lnTo>
                <a:lnTo>
                  <a:pt x="176" y="419"/>
                </a:lnTo>
                <a:lnTo>
                  <a:pt x="175" y="419"/>
                </a:lnTo>
                <a:lnTo>
                  <a:pt x="175" y="418"/>
                </a:lnTo>
                <a:lnTo>
                  <a:pt x="174" y="419"/>
                </a:lnTo>
                <a:lnTo>
                  <a:pt x="174" y="418"/>
                </a:lnTo>
                <a:lnTo>
                  <a:pt x="173" y="418"/>
                </a:lnTo>
                <a:lnTo>
                  <a:pt x="173" y="419"/>
                </a:lnTo>
                <a:lnTo>
                  <a:pt x="172" y="419"/>
                </a:lnTo>
                <a:lnTo>
                  <a:pt x="171" y="419"/>
                </a:lnTo>
                <a:lnTo>
                  <a:pt x="171" y="418"/>
                </a:lnTo>
                <a:lnTo>
                  <a:pt x="170" y="418"/>
                </a:lnTo>
                <a:lnTo>
                  <a:pt x="169" y="418"/>
                </a:lnTo>
                <a:lnTo>
                  <a:pt x="168" y="418"/>
                </a:lnTo>
                <a:lnTo>
                  <a:pt x="167" y="418"/>
                </a:lnTo>
                <a:lnTo>
                  <a:pt x="166" y="418"/>
                </a:lnTo>
                <a:lnTo>
                  <a:pt x="165" y="419"/>
                </a:lnTo>
                <a:lnTo>
                  <a:pt x="164" y="419"/>
                </a:lnTo>
                <a:lnTo>
                  <a:pt x="164" y="420"/>
                </a:lnTo>
                <a:lnTo>
                  <a:pt x="163" y="420"/>
                </a:lnTo>
                <a:lnTo>
                  <a:pt x="163" y="419"/>
                </a:lnTo>
                <a:lnTo>
                  <a:pt x="162" y="419"/>
                </a:lnTo>
                <a:lnTo>
                  <a:pt x="161" y="419"/>
                </a:lnTo>
                <a:lnTo>
                  <a:pt x="161" y="418"/>
                </a:lnTo>
                <a:lnTo>
                  <a:pt x="160" y="418"/>
                </a:lnTo>
                <a:lnTo>
                  <a:pt x="159" y="418"/>
                </a:lnTo>
                <a:lnTo>
                  <a:pt x="158" y="418"/>
                </a:lnTo>
                <a:lnTo>
                  <a:pt x="158" y="419"/>
                </a:lnTo>
                <a:lnTo>
                  <a:pt x="157" y="419"/>
                </a:lnTo>
                <a:lnTo>
                  <a:pt x="156" y="419"/>
                </a:lnTo>
                <a:lnTo>
                  <a:pt x="156" y="418"/>
                </a:lnTo>
                <a:lnTo>
                  <a:pt x="156" y="419"/>
                </a:lnTo>
                <a:lnTo>
                  <a:pt x="155" y="419"/>
                </a:lnTo>
                <a:lnTo>
                  <a:pt x="154" y="419"/>
                </a:lnTo>
                <a:lnTo>
                  <a:pt x="153" y="419"/>
                </a:lnTo>
                <a:lnTo>
                  <a:pt x="152" y="419"/>
                </a:lnTo>
                <a:lnTo>
                  <a:pt x="152" y="420"/>
                </a:lnTo>
                <a:lnTo>
                  <a:pt x="151" y="420"/>
                </a:lnTo>
                <a:lnTo>
                  <a:pt x="150" y="420"/>
                </a:lnTo>
                <a:lnTo>
                  <a:pt x="149" y="421"/>
                </a:lnTo>
                <a:lnTo>
                  <a:pt x="149" y="422"/>
                </a:lnTo>
                <a:lnTo>
                  <a:pt x="148" y="422"/>
                </a:lnTo>
                <a:lnTo>
                  <a:pt x="147" y="422"/>
                </a:lnTo>
                <a:lnTo>
                  <a:pt x="147" y="423"/>
                </a:lnTo>
                <a:lnTo>
                  <a:pt x="148" y="423"/>
                </a:lnTo>
                <a:lnTo>
                  <a:pt x="149" y="423"/>
                </a:lnTo>
                <a:lnTo>
                  <a:pt x="149" y="424"/>
                </a:lnTo>
                <a:lnTo>
                  <a:pt x="149" y="425"/>
                </a:lnTo>
                <a:lnTo>
                  <a:pt x="148" y="425"/>
                </a:lnTo>
                <a:lnTo>
                  <a:pt x="148" y="426"/>
                </a:lnTo>
                <a:lnTo>
                  <a:pt x="148" y="427"/>
                </a:lnTo>
                <a:lnTo>
                  <a:pt x="149" y="427"/>
                </a:lnTo>
                <a:lnTo>
                  <a:pt x="149" y="428"/>
                </a:lnTo>
                <a:lnTo>
                  <a:pt x="148" y="428"/>
                </a:lnTo>
                <a:lnTo>
                  <a:pt x="148" y="429"/>
                </a:lnTo>
                <a:lnTo>
                  <a:pt x="147" y="429"/>
                </a:lnTo>
                <a:lnTo>
                  <a:pt x="146" y="429"/>
                </a:lnTo>
                <a:lnTo>
                  <a:pt x="146" y="430"/>
                </a:lnTo>
                <a:lnTo>
                  <a:pt x="145" y="430"/>
                </a:lnTo>
                <a:lnTo>
                  <a:pt x="144" y="430"/>
                </a:lnTo>
                <a:lnTo>
                  <a:pt x="143" y="430"/>
                </a:lnTo>
                <a:lnTo>
                  <a:pt x="143" y="432"/>
                </a:lnTo>
                <a:lnTo>
                  <a:pt x="144" y="432"/>
                </a:lnTo>
                <a:lnTo>
                  <a:pt x="144" y="433"/>
                </a:lnTo>
                <a:lnTo>
                  <a:pt x="143" y="433"/>
                </a:lnTo>
                <a:lnTo>
                  <a:pt x="143" y="434"/>
                </a:lnTo>
                <a:lnTo>
                  <a:pt x="142" y="434"/>
                </a:lnTo>
                <a:lnTo>
                  <a:pt x="142" y="435"/>
                </a:lnTo>
                <a:lnTo>
                  <a:pt x="141" y="435"/>
                </a:lnTo>
                <a:lnTo>
                  <a:pt x="142" y="435"/>
                </a:lnTo>
                <a:lnTo>
                  <a:pt x="143" y="436"/>
                </a:lnTo>
                <a:lnTo>
                  <a:pt x="143" y="437"/>
                </a:lnTo>
                <a:lnTo>
                  <a:pt x="143" y="438"/>
                </a:lnTo>
                <a:lnTo>
                  <a:pt x="142" y="438"/>
                </a:lnTo>
                <a:lnTo>
                  <a:pt x="141" y="438"/>
                </a:lnTo>
                <a:lnTo>
                  <a:pt x="140" y="439"/>
                </a:lnTo>
                <a:lnTo>
                  <a:pt x="139" y="439"/>
                </a:lnTo>
                <a:lnTo>
                  <a:pt x="138" y="439"/>
                </a:lnTo>
                <a:lnTo>
                  <a:pt x="137" y="439"/>
                </a:lnTo>
                <a:lnTo>
                  <a:pt x="137" y="438"/>
                </a:lnTo>
                <a:lnTo>
                  <a:pt x="137" y="437"/>
                </a:lnTo>
                <a:lnTo>
                  <a:pt x="136" y="436"/>
                </a:lnTo>
                <a:lnTo>
                  <a:pt x="135" y="436"/>
                </a:lnTo>
                <a:lnTo>
                  <a:pt x="134" y="436"/>
                </a:lnTo>
                <a:lnTo>
                  <a:pt x="133" y="436"/>
                </a:lnTo>
                <a:lnTo>
                  <a:pt x="133" y="435"/>
                </a:lnTo>
                <a:lnTo>
                  <a:pt x="133" y="436"/>
                </a:lnTo>
                <a:lnTo>
                  <a:pt x="133" y="435"/>
                </a:lnTo>
                <a:lnTo>
                  <a:pt x="132" y="435"/>
                </a:lnTo>
                <a:lnTo>
                  <a:pt x="131" y="435"/>
                </a:lnTo>
                <a:lnTo>
                  <a:pt x="130" y="435"/>
                </a:lnTo>
                <a:lnTo>
                  <a:pt x="129" y="435"/>
                </a:lnTo>
                <a:lnTo>
                  <a:pt x="129" y="436"/>
                </a:lnTo>
                <a:lnTo>
                  <a:pt x="128" y="436"/>
                </a:lnTo>
                <a:lnTo>
                  <a:pt x="129" y="436"/>
                </a:lnTo>
                <a:lnTo>
                  <a:pt x="129" y="437"/>
                </a:lnTo>
                <a:lnTo>
                  <a:pt x="128" y="437"/>
                </a:lnTo>
                <a:lnTo>
                  <a:pt x="128" y="438"/>
                </a:lnTo>
                <a:lnTo>
                  <a:pt x="127" y="438"/>
                </a:lnTo>
                <a:lnTo>
                  <a:pt x="126" y="438"/>
                </a:lnTo>
                <a:lnTo>
                  <a:pt x="126" y="437"/>
                </a:lnTo>
                <a:lnTo>
                  <a:pt x="126" y="438"/>
                </a:lnTo>
                <a:lnTo>
                  <a:pt x="125" y="438"/>
                </a:lnTo>
                <a:lnTo>
                  <a:pt x="125" y="437"/>
                </a:lnTo>
                <a:lnTo>
                  <a:pt x="124" y="437"/>
                </a:lnTo>
                <a:lnTo>
                  <a:pt x="124" y="436"/>
                </a:lnTo>
                <a:lnTo>
                  <a:pt x="123" y="436"/>
                </a:lnTo>
                <a:lnTo>
                  <a:pt x="122" y="436"/>
                </a:lnTo>
                <a:lnTo>
                  <a:pt x="122" y="437"/>
                </a:lnTo>
                <a:lnTo>
                  <a:pt x="122" y="438"/>
                </a:lnTo>
                <a:lnTo>
                  <a:pt x="123" y="438"/>
                </a:lnTo>
                <a:lnTo>
                  <a:pt x="123" y="439"/>
                </a:lnTo>
                <a:lnTo>
                  <a:pt x="122" y="439"/>
                </a:lnTo>
                <a:lnTo>
                  <a:pt x="121" y="439"/>
                </a:lnTo>
                <a:lnTo>
                  <a:pt x="120" y="439"/>
                </a:lnTo>
                <a:lnTo>
                  <a:pt x="120" y="440"/>
                </a:lnTo>
                <a:lnTo>
                  <a:pt x="121" y="440"/>
                </a:lnTo>
                <a:lnTo>
                  <a:pt x="121" y="441"/>
                </a:lnTo>
                <a:lnTo>
                  <a:pt x="121" y="442"/>
                </a:lnTo>
                <a:lnTo>
                  <a:pt x="120" y="442"/>
                </a:lnTo>
                <a:lnTo>
                  <a:pt x="121" y="442"/>
                </a:lnTo>
                <a:lnTo>
                  <a:pt x="120" y="442"/>
                </a:lnTo>
                <a:lnTo>
                  <a:pt x="121" y="443"/>
                </a:lnTo>
                <a:lnTo>
                  <a:pt x="120" y="443"/>
                </a:lnTo>
                <a:lnTo>
                  <a:pt x="120" y="444"/>
                </a:lnTo>
                <a:lnTo>
                  <a:pt x="119" y="445"/>
                </a:lnTo>
                <a:lnTo>
                  <a:pt x="118" y="445"/>
                </a:lnTo>
                <a:lnTo>
                  <a:pt x="118" y="444"/>
                </a:lnTo>
                <a:lnTo>
                  <a:pt x="117" y="444"/>
                </a:lnTo>
                <a:lnTo>
                  <a:pt x="117" y="445"/>
                </a:lnTo>
                <a:lnTo>
                  <a:pt x="116" y="445"/>
                </a:lnTo>
                <a:lnTo>
                  <a:pt x="116" y="446"/>
                </a:lnTo>
                <a:lnTo>
                  <a:pt x="116" y="448"/>
                </a:lnTo>
                <a:lnTo>
                  <a:pt x="117" y="449"/>
                </a:lnTo>
                <a:lnTo>
                  <a:pt x="117" y="450"/>
                </a:lnTo>
                <a:lnTo>
                  <a:pt x="116" y="450"/>
                </a:lnTo>
                <a:lnTo>
                  <a:pt x="116" y="449"/>
                </a:lnTo>
                <a:lnTo>
                  <a:pt x="115" y="449"/>
                </a:lnTo>
                <a:lnTo>
                  <a:pt x="115" y="448"/>
                </a:lnTo>
                <a:lnTo>
                  <a:pt x="114" y="448"/>
                </a:lnTo>
                <a:lnTo>
                  <a:pt x="114" y="447"/>
                </a:lnTo>
                <a:lnTo>
                  <a:pt x="113" y="447"/>
                </a:lnTo>
                <a:lnTo>
                  <a:pt x="113" y="448"/>
                </a:lnTo>
                <a:lnTo>
                  <a:pt x="113" y="449"/>
                </a:lnTo>
                <a:lnTo>
                  <a:pt x="113" y="451"/>
                </a:lnTo>
                <a:lnTo>
                  <a:pt x="114" y="451"/>
                </a:lnTo>
                <a:lnTo>
                  <a:pt x="114" y="452"/>
                </a:lnTo>
                <a:lnTo>
                  <a:pt x="113" y="452"/>
                </a:lnTo>
                <a:lnTo>
                  <a:pt x="112" y="452"/>
                </a:lnTo>
                <a:lnTo>
                  <a:pt x="112" y="451"/>
                </a:lnTo>
                <a:lnTo>
                  <a:pt x="112" y="452"/>
                </a:lnTo>
                <a:lnTo>
                  <a:pt x="111" y="452"/>
                </a:lnTo>
                <a:lnTo>
                  <a:pt x="111" y="453"/>
                </a:lnTo>
                <a:lnTo>
                  <a:pt x="111" y="454"/>
                </a:lnTo>
                <a:lnTo>
                  <a:pt x="111" y="455"/>
                </a:lnTo>
                <a:lnTo>
                  <a:pt x="111" y="456"/>
                </a:lnTo>
                <a:lnTo>
                  <a:pt x="112" y="457"/>
                </a:lnTo>
                <a:lnTo>
                  <a:pt x="111" y="457"/>
                </a:lnTo>
                <a:lnTo>
                  <a:pt x="111" y="458"/>
                </a:lnTo>
                <a:lnTo>
                  <a:pt x="110" y="458"/>
                </a:lnTo>
                <a:lnTo>
                  <a:pt x="111" y="458"/>
                </a:lnTo>
                <a:lnTo>
                  <a:pt x="111" y="459"/>
                </a:lnTo>
                <a:lnTo>
                  <a:pt x="110" y="459"/>
                </a:lnTo>
                <a:lnTo>
                  <a:pt x="110" y="458"/>
                </a:lnTo>
                <a:lnTo>
                  <a:pt x="109" y="458"/>
                </a:lnTo>
                <a:lnTo>
                  <a:pt x="109" y="459"/>
                </a:lnTo>
                <a:lnTo>
                  <a:pt x="108" y="459"/>
                </a:lnTo>
                <a:lnTo>
                  <a:pt x="107" y="460"/>
                </a:lnTo>
                <a:lnTo>
                  <a:pt x="107" y="461"/>
                </a:lnTo>
                <a:lnTo>
                  <a:pt x="107" y="462"/>
                </a:lnTo>
                <a:lnTo>
                  <a:pt x="108" y="463"/>
                </a:lnTo>
                <a:lnTo>
                  <a:pt x="108" y="464"/>
                </a:lnTo>
                <a:lnTo>
                  <a:pt x="109" y="464"/>
                </a:lnTo>
                <a:lnTo>
                  <a:pt x="108" y="465"/>
                </a:lnTo>
                <a:lnTo>
                  <a:pt x="109" y="465"/>
                </a:lnTo>
                <a:lnTo>
                  <a:pt x="109" y="466"/>
                </a:lnTo>
                <a:lnTo>
                  <a:pt x="108" y="466"/>
                </a:lnTo>
                <a:lnTo>
                  <a:pt x="107" y="466"/>
                </a:lnTo>
                <a:lnTo>
                  <a:pt x="107" y="465"/>
                </a:lnTo>
                <a:lnTo>
                  <a:pt x="106" y="465"/>
                </a:lnTo>
                <a:lnTo>
                  <a:pt x="106" y="466"/>
                </a:lnTo>
                <a:lnTo>
                  <a:pt x="105" y="466"/>
                </a:lnTo>
                <a:lnTo>
                  <a:pt x="104" y="466"/>
                </a:lnTo>
                <a:lnTo>
                  <a:pt x="104" y="467"/>
                </a:lnTo>
                <a:lnTo>
                  <a:pt x="103" y="467"/>
                </a:lnTo>
                <a:lnTo>
                  <a:pt x="104" y="467"/>
                </a:lnTo>
                <a:lnTo>
                  <a:pt x="104" y="468"/>
                </a:lnTo>
                <a:lnTo>
                  <a:pt x="104" y="469"/>
                </a:lnTo>
                <a:lnTo>
                  <a:pt x="104" y="470"/>
                </a:lnTo>
                <a:lnTo>
                  <a:pt x="103" y="470"/>
                </a:lnTo>
                <a:lnTo>
                  <a:pt x="103" y="471"/>
                </a:lnTo>
                <a:lnTo>
                  <a:pt x="104" y="471"/>
                </a:lnTo>
                <a:lnTo>
                  <a:pt x="104" y="472"/>
                </a:lnTo>
                <a:lnTo>
                  <a:pt x="104" y="473"/>
                </a:lnTo>
                <a:lnTo>
                  <a:pt x="103" y="473"/>
                </a:lnTo>
                <a:lnTo>
                  <a:pt x="103" y="474"/>
                </a:lnTo>
                <a:lnTo>
                  <a:pt x="104" y="474"/>
                </a:lnTo>
                <a:lnTo>
                  <a:pt x="105" y="474"/>
                </a:lnTo>
                <a:lnTo>
                  <a:pt x="105" y="475"/>
                </a:lnTo>
                <a:lnTo>
                  <a:pt x="106" y="475"/>
                </a:lnTo>
                <a:lnTo>
                  <a:pt x="106" y="476"/>
                </a:lnTo>
                <a:lnTo>
                  <a:pt x="105" y="476"/>
                </a:lnTo>
                <a:lnTo>
                  <a:pt x="105" y="477"/>
                </a:lnTo>
                <a:lnTo>
                  <a:pt x="104" y="478"/>
                </a:lnTo>
                <a:lnTo>
                  <a:pt x="103" y="478"/>
                </a:lnTo>
                <a:lnTo>
                  <a:pt x="103" y="479"/>
                </a:lnTo>
                <a:lnTo>
                  <a:pt x="102" y="479"/>
                </a:lnTo>
                <a:lnTo>
                  <a:pt x="102" y="480"/>
                </a:lnTo>
                <a:lnTo>
                  <a:pt x="101" y="481"/>
                </a:lnTo>
                <a:lnTo>
                  <a:pt x="100" y="481"/>
                </a:lnTo>
                <a:lnTo>
                  <a:pt x="100" y="482"/>
                </a:lnTo>
                <a:lnTo>
                  <a:pt x="100" y="481"/>
                </a:lnTo>
                <a:lnTo>
                  <a:pt x="99" y="481"/>
                </a:lnTo>
                <a:lnTo>
                  <a:pt x="99" y="482"/>
                </a:lnTo>
                <a:lnTo>
                  <a:pt x="98" y="482"/>
                </a:lnTo>
                <a:lnTo>
                  <a:pt x="98" y="483"/>
                </a:lnTo>
                <a:lnTo>
                  <a:pt x="97" y="483"/>
                </a:lnTo>
                <a:lnTo>
                  <a:pt x="97" y="484"/>
                </a:lnTo>
                <a:lnTo>
                  <a:pt x="96" y="484"/>
                </a:lnTo>
                <a:lnTo>
                  <a:pt x="96" y="483"/>
                </a:lnTo>
                <a:lnTo>
                  <a:pt x="96" y="484"/>
                </a:lnTo>
                <a:lnTo>
                  <a:pt x="96" y="485"/>
                </a:lnTo>
                <a:lnTo>
                  <a:pt x="96" y="486"/>
                </a:lnTo>
                <a:lnTo>
                  <a:pt x="97" y="486"/>
                </a:lnTo>
                <a:lnTo>
                  <a:pt x="97" y="487"/>
                </a:lnTo>
                <a:lnTo>
                  <a:pt x="97" y="488"/>
                </a:lnTo>
                <a:lnTo>
                  <a:pt x="97" y="489"/>
                </a:lnTo>
                <a:lnTo>
                  <a:pt x="97" y="490"/>
                </a:lnTo>
                <a:lnTo>
                  <a:pt x="96" y="490"/>
                </a:lnTo>
                <a:lnTo>
                  <a:pt x="96" y="491"/>
                </a:lnTo>
                <a:lnTo>
                  <a:pt x="96" y="492"/>
                </a:lnTo>
                <a:lnTo>
                  <a:pt x="96" y="493"/>
                </a:lnTo>
                <a:lnTo>
                  <a:pt x="95" y="493"/>
                </a:lnTo>
                <a:lnTo>
                  <a:pt x="96" y="493"/>
                </a:lnTo>
                <a:lnTo>
                  <a:pt x="96" y="494"/>
                </a:lnTo>
                <a:lnTo>
                  <a:pt x="97" y="494"/>
                </a:lnTo>
                <a:lnTo>
                  <a:pt x="97" y="495"/>
                </a:lnTo>
                <a:lnTo>
                  <a:pt x="97" y="496"/>
                </a:lnTo>
                <a:lnTo>
                  <a:pt x="96" y="496"/>
                </a:lnTo>
                <a:lnTo>
                  <a:pt x="95" y="496"/>
                </a:lnTo>
                <a:lnTo>
                  <a:pt x="94" y="497"/>
                </a:lnTo>
                <a:lnTo>
                  <a:pt x="93" y="497"/>
                </a:lnTo>
                <a:lnTo>
                  <a:pt x="92" y="497"/>
                </a:lnTo>
                <a:lnTo>
                  <a:pt x="92" y="496"/>
                </a:lnTo>
                <a:lnTo>
                  <a:pt x="92" y="495"/>
                </a:lnTo>
                <a:lnTo>
                  <a:pt x="91" y="494"/>
                </a:lnTo>
                <a:lnTo>
                  <a:pt x="91" y="493"/>
                </a:lnTo>
                <a:lnTo>
                  <a:pt x="90" y="493"/>
                </a:lnTo>
                <a:lnTo>
                  <a:pt x="89" y="492"/>
                </a:lnTo>
                <a:lnTo>
                  <a:pt x="88" y="492"/>
                </a:lnTo>
                <a:lnTo>
                  <a:pt x="87" y="491"/>
                </a:lnTo>
                <a:lnTo>
                  <a:pt x="87" y="490"/>
                </a:lnTo>
                <a:lnTo>
                  <a:pt x="86" y="490"/>
                </a:lnTo>
                <a:lnTo>
                  <a:pt x="85" y="489"/>
                </a:lnTo>
                <a:lnTo>
                  <a:pt x="85" y="490"/>
                </a:lnTo>
                <a:lnTo>
                  <a:pt x="84" y="490"/>
                </a:lnTo>
                <a:lnTo>
                  <a:pt x="85" y="490"/>
                </a:lnTo>
                <a:lnTo>
                  <a:pt x="84" y="491"/>
                </a:lnTo>
                <a:lnTo>
                  <a:pt x="83" y="491"/>
                </a:lnTo>
                <a:lnTo>
                  <a:pt x="83" y="490"/>
                </a:lnTo>
                <a:lnTo>
                  <a:pt x="82" y="490"/>
                </a:lnTo>
                <a:lnTo>
                  <a:pt x="82" y="489"/>
                </a:lnTo>
                <a:lnTo>
                  <a:pt x="81" y="489"/>
                </a:lnTo>
                <a:lnTo>
                  <a:pt x="81" y="488"/>
                </a:lnTo>
                <a:lnTo>
                  <a:pt x="81" y="487"/>
                </a:lnTo>
                <a:lnTo>
                  <a:pt x="80" y="486"/>
                </a:lnTo>
                <a:lnTo>
                  <a:pt x="80" y="485"/>
                </a:lnTo>
                <a:lnTo>
                  <a:pt x="80" y="484"/>
                </a:lnTo>
                <a:lnTo>
                  <a:pt x="80" y="483"/>
                </a:lnTo>
                <a:lnTo>
                  <a:pt x="81" y="483"/>
                </a:lnTo>
                <a:lnTo>
                  <a:pt x="80" y="483"/>
                </a:lnTo>
                <a:lnTo>
                  <a:pt x="80" y="482"/>
                </a:lnTo>
                <a:lnTo>
                  <a:pt x="81" y="482"/>
                </a:lnTo>
                <a:lnTo>
                  <a:pt x="81" y="481"/>
                </a:lnTo>
                <a:lnTo>
                  <a:pt x="82" y="481"/>
                </a:lnTo>
                <a:lnTo>
                  <a:pt x="82" y="480"/>
                </a:lnTo>
                <a:lnTo>
                  <a:pt x="82" y="479"/>
                </a:lnTo>
                <a:lnTo>
                  <a:pt x="83" y="479"/>
                </a:lnTo>
                <a:lnTo>
                  <a:pt x="83" y="478"/>
                </a:lnTo>
                <a:lnTo>
                  <a:pt x="82" y="478"/>
                </a:lnTo>
                <a:lnTo>
                  <a:pt x="81" y="477"/>
                </a:lnTo>
                <a:lnTo>
                  <a:pt x="81" y="476"/>
                </a:lnTo>
                <a:lnTo>
                  <a:pt x="80" y="476"/>
                </a:lnTo>
                <a:lnTo>
                  <a:pt x="80" y="477"/>
                </a:lnTo>
                <a:lnTo>
                  <a:pt x="79" y="477"/>
                </a:lnTo>
                <a:lnTo>
                  <a:pt x="79" y="476"/>
                </a:lnTo>
                <a:lnTo>
                  <a:pt x="80" y="474"/>
                </a:lnTo>
                <a:lnTo>
                  <a:pt x="80" y="473"/>
                </a:lnTo>
                <a:lnTo>
                  <a:pt x="79" y="473"/>
                </a:lnTo>
                <a:lnTo>
                  <a:pt x="80" y="471"/>
                </a:lnTo>
                <a:lnTo>
                  <a:pt x="80" y="470"/>
                </a:lnTo>
                <a:lnTo>
                  <a:pt x="79" y="470"/>
                </a:lnTo>
                <a:lnTo>
                  <a:pt x="80" y="469"/>
                </a:lnTo>
                <a:lnTo>
                  <a:pt x="80" y="468"/>
                </a:lnTo>
                <a:lnTo>
                  <a:pt x="80" y="467"/>
                </a:lnTo>
                <a:lnTo>
                  <a:pt x="79" y="467"/>
                </a:lnTo>
                <a:lnTo>
                  <a:pt x="78" y="466"/>
                </a:lnTo>
                <a:lnTo>
                  <a:pt x="77" y="465"/>
                </a:lnTo>
                <a:lnTo>
                  <a:pt x="76" y="464"/>
                </a:lnTo>
                <a:lnTo>
                  <a:pt x="75" y="463"/>
                </a:lnTo>
                <a:lnTo>
                  <a:pt x="74" y="463"/>
                </a:lnTo>
                <a:lnTo>
                  <a:pt x="73" y="463"/>
                </a:lnTo>
                <a:lnTo>
                  <a:pt x="73" y="464"/>
                </a:lnTo>
                <a:lnTo>
                  <a:pt x="72" y="464"/>
                </a:lnTo>
                <a:lnTo>
                  <a:pt x="72" y="465"/>
                </a:lnTo>
                <a:lnTo>
                  <a:pt x="72" y="466"/>
                </a:lnTo>
                <a:lnTo>
                  <a:pt x="71" y="465"/>
                </a:lnTo>
                <a:lnTo>
                  <a:pt x="71" y="466"/>
                </a:lnTo>
                <a:lnTo>
                  <a:pt x="72" y="467"/>
                </a:lnTo>
                <a:lnTo>
                  <a:pt x="72" y="468"/>
                </a:lnTo>
                <a:lnTo>
                  <a:pt x="70" y="468"/>
                </a:lnTo>
                <a:lnTo>
                  <a:pt x="69" y="468"/>
                </a:lnTo>
                <a:lnTo>
                  <a:pt x="68" y="468"/>
                </a:lnTo>
                <a:lnTo>
                  <a:pt x="68" y="467"/>
                </a:lnTo>
                <a:lnTo>
                  <a:pt x="68" y="468"/>
                </a:lnTo>
                <a:lnTo>
                  <a:pt x="67" y="469"/>
                </a:lnTo>
                <a:lnTo>
                  <a:pt x="67" y="468"/>
                </a:lnTo>
                <a:lnTo>
                  <a:pt x="66" y="469"/>
                </a:lnTo>
                <a:lnTo>
                  <a:pt x="67" y="470"/>
                </a:lnTo>
                <a:lnTo>
                  <a:pt x="67" y="471"/>
                </a:lnTo>
                <a:lnTo>
                  <a:pt x="66" y="471"/>
                </a:lnTo>
                <a:lnTo>
                  <a:pt x="65" y="472"/>
                </a:lnTo>
                <a:lnTo>
                  <a:pt x="64" y="471"/>
                </a:lnTo>
                <a:lnTo>
                  <a:pt x="63" y="471"/>
                </a:lnTo>
                <a:lnTo>
                  <a:pt x="62" y="472"/>
                </a:lnTo>
                <a:lnTo>
                  <a:pt x="61" y="472"/>
                </a:lnTo>
                <a:lnTo>
                  <a:pt x="60" y="472"/>
                </a:lnTo>
                <a:lnTo>
                  <a:pt x="59" y="472"/>
                </a:lnTo>
                <a:lnTo>
                  <a:pt x="59" y="471"/>
                </a:lnTo>
                <a:lnTo>
                  <a:pt x="60" y="470"/>
                </a:lnTo>
                <a:lnTo>
                  <a:pt x="60" y="469"/>
                </a:lnTo>
                <a:lnTo>
                  <a:pt x="60" y="468"/>
                </a:lnTo>
                <a:lnTo>
                  <a:pt x="61" y="467"/>
                </a:lnTo>
                <a:lnTo>
                  <a:pt x="61" y="466"/>
                </a:lnTo>
                <a:lnTo>
                  <a:pt x="61" y="465"/>
                </a:lnTo>
                <a:lnTo>
                  <a:pt x="61" y="464"/>
                </a:lnTo>
                <a:lnTo>
                  <a:pt x="61" y="463"/>
                </a:lnTo>
                <a:lnTo>
                  <a:pt x="62" y="462"/>
                </a:lnTo>
                <a:lnTo>
                  <a:pt x="62" y="461"/>
                </a:lnTo>
                <a:lnTo>
                  <a:pt x="61" y="460"/>
                </a:lnTo>
                <a:lnTo>
                  <a:pt x="61" y="459"/>
                </a:lnTo>
                <a:lnTo>
                  <a:pt x="59" y="459"/>
                </a:lnTo>
                <a:lnTo>
                  <a:pt x="58" y="459"/>
                </a:lnTo>
                <a:lnTo>
                  <a:pt x="58" y="458"/>
                </a:lnTo>
                <a:lnTo>
                  <a:pt x="57" y="458"/>
                </a:lnTo>
                <a:lnTo>
                  <a:pt x="57" y="459"/>
                </a:lnTo>
                <a:lnTo>
                  <a:pt x="56" y="458"/>
                </a:lnTo>
                <a:lnTo>
                  <a:pt x="55" y="457"/>
                </a:lnTo>
                <a:lnTo>
                  <a:pt x="55" y="456"/>
                </a:lnTo>
                <a:lnTo>
                  <a:pt x="55" y="455"/>
                </a:lnTo>
                <a:lnTo>
                  <a:pt x="54" y="455"/>
                </a:lnTo>
                <a:lnTo>
                  <a:pt x="54" y="454"/>
                </a:lnTo>
                <a:lnTo>
                  <a:pt x="54" y="453"/>
                </a:lnTo>
                <a:lnTo>
                  <a:pt x="54" y="452"/>
                </a:lnTo>
                <a:lnTo>
                  <a:pt x="55" y="452"/>
                </a:lnTo>
                <a:lnTo>
                  <a:pt x="56" y="452"/>
                </a:lnTo>
                <a:lnTo>
                  <a:pt x="56" y="451"/>
                </a:lnTo>
                <a:lnTo>
                  <a:pt x="56" y="450"/>
                </a:lnTo>
                <a:lnTo>
                  <a:pt x="56" y="449"/>
                </a:lnTo>
                <a:lnTo>
                  <a:pt x="56" y="448"/>
                </a:lnTo>
                <a:lnTo>
                  <a:pt x="57" y="448"/>
                </a:lnTo>
                <a:lnTo>
                  <a:pt x="56" y="447"/>
                </a:lnTo>
                <a:lnTo>
                  <a:pt x="55" y="447"/>
                </a:lnTo>
                <a:lnTo>
                  <a:pt x="55" y="446"/>
                </a:lnTo>
                <a:lnTo>
                  <a:pt x="56" y="446"/>
                </a:lnTo>
                <a:lnTo>
                  <a:pt x="56" y="445"/>
                </a:lnTo>
                <a:lnTo>
                  <a:pt x="56" y="444"/>
                </a:lnTo>
                <a:lnTo>
                  <a:pt x="57" y="444"/>
                </a:lnTo>
                <a:lnTo>
                  <a:pt x="59" y="443"/>
                </a:lnTo>
                <a:lnTo>
                  <a:pt x="59" y="442"/>
                </a:lnTo>
                <a:lnTo>
                  <a:pt x="58" y="442"/>
                </a:lnTo>
                <a:lnTo>
                  <a:pt x="58" y="441"/>
                </a:lnTo>
                <a:lnTo>
                  <a:pt x="58" y="442"/>
                </a:lnTo>
                <a:lnTo>
                  <a:pt x="57" y="441"/>
                </a:lnTo>
                <a:lnTo>
                  <a:pt x="58" y="441"/>
                </a:lnTo>
                <a:lnTo>
                  <a:pt x="58" y="440"/>
                </a:lnTo>
                <a:lnTo>
                  <a:pt x="58" y="439"/>
                </a:lnTo>
                <a:lnTo>
                  <a:pt x="57" y="439"/>
                </a:lnTo>
                <a:lnTo>
                  <a:pt x="57" y="440"/>
                </a:lnTo>
                <a:lnTo>
                  <a:pt x="56" y="440"/>
                </a:lnTo>
                <a:lnTo>
                  <a:pt x="56" y="441"/>
                </a:lnTo>
                <a:lnTo>
                  <a:pt x="55" y="440"/>
                </a:lnTo>
                <a:lnTo>
                  <a:pt x="54" y="439"/>
                </a:lnTo>
                <a:lnTo>
                  <a:pt x="55" y="439"/>
                </a:lnTo>
                <a:lnTo>
                  <a:pt x="55" y="438"/>
                </a:lnTo>
                <a:lnTo>
                  <a:pt x="56" y="437"/>
                </a:lnTo>
                <a:lnTo>
                  <a:pt x="56" y="436"/>
                </a:lnTo>
                <a:lnTo>
                  <a:pt x="56" y="435"/>
                </a:lnTo>
                <a:lnTo>
                  <a:pt x="55" y="435"/>
                </a:lnTo>
                <a:lnTo>
                  <a:pt x="55" y="434"/>
                </a:lnTo>
                <a:lnTo>
                  <a:pt x="54" y="434"/>
                </a:lnTo>
                <a:lnTo>
                  <a:pt x="54" y="435"/>
                </a:lnTo>
                <a:lnTo>
                  <a:pt x="53" y="435"/>
                </a:lnTo>
                <a:lnTo>
                  <a:pt x="52" y="434"/>
                </a:lnTo>
                <a:lnTo>
                  <a:pt x="52" y="433"/>
                </a:lnTo>
                <a:lnTo>
                  <a:pt x="52" y="432"/>
                </a:lnTo>
                <a:lnTo>
                  <a:pt x="51" y="432"/>
                </a:lnTo>
                <a:lnTo>
                  <a:pt x="51" y="433"/>
                </a:lnTo>
                <a:lnTo>
                  <a:pt x="50" y="433"/>
                </a:lnTo>
                <a:lnTo>
                  <a:pt x="51" y="432"/>
                </a:lnTo>
                <a:lnTo>
                  <a:pt x="51" y="431"/>
                </a:lnTo>
                <a:lnTo>
                  <a:pt x="50" y="431"/>
                </a:lnTo>
                <a:lnTo>
                  <a:pt x="50" y="432"/>
                </a:lnTo>
                <a:lnTo>
                  <a:pt x="50" y="433"/>
                </a:lnTo>
                <a:lnTo>
                  <a:pt x="49" y="433"/>
                </a:lnTo>
                <a:lnTo>
                  <a:pt x="49" y="434"/>
                </a:lnTo>
                <a:lnTo>
                  <a:pt x="49" y="435"/>
                </a:lnTo>
                <a:lnTo>
                  <a:pt x="48" y="435"/>
                </a:lnTo>
                <a:lnTo>
                  <a:pt x="47" y="434"/>
                </a:lnTo>
                <a:lnTo>
                  <a:pt x="47" y="435"/>
                </a:lnTo>
                <a:lnTo>
                  <a:pt x="46" y="435"/>
                </a:lnTo>
                <a:lnTo>
                  <a:pt x="45" y="435"/>
                </a:lnTo>
                <a:lnTo>
                  <a:pt x="45" y="434"/>
                </a:lnTo>
                <a:lnTo>
                  <a:pt x="46" y="434"/>
                </a:lnTo>
                <a:lnTo>
                  <a:pt x="46" y="433"/>
                </a:lnTo>
                <a:lnTo>
                  <a:pt x="47" y="432"/>
                </a:lnTo>
                <a:lnTo>
                  <a:pt x="47" y="431"/>
                </a:lnTo>
                <a:lnTo>
                  <a:pt x="46" y="431"/>
                </a:lnTo>
                <a:lnTo>
                  <a:pt x="45" y="430"/>
                </a:lnTo>
                <a:lnTo>
                  <a:pt x="46" y="430"/>
                </a:lnTo>
                <a:lnTo>
                  <a:pt x="46" y="429"/>
                </a:lnTo>
                <a:lnTo>
                  <a:pt x="46" y="428"/>
                </a:lnTo>
                <a:lnTo>
                  <a:pt x="45" y="428"/>
                </a:lnTo>
                <a:lnTo>
                  <a:pt x="44" y="428"/>
                </a:lnTo>
                <a:lnTo>
                  <a:pt x="43" y="428"/>
                </a:lnTo>
                <a:lnTo>
                  <a:pt x="41" y="428"/>
                </a:lnTo>
                <a:lnTo>
                  <a:pt x="41" y="429"/>
                </a:lnTo>
                <a:lnTo>
                  <a:pt x="41" y="430"/>
                </a:lnTo>
                <a:lnTo>
                  <a:pt x="43" y="430"/>
                </a:lnTo>
                <a:lnTo>
                  <a:pt x="43" y="429"/>
                </a:lnTo>
                <a:lnTo>
                  <a:pt x="44" y="429"/>
                </a:lnTo>
                <a:lnTo>
                  <a:pt x="44" y="430"/>
                </a:lnTo>
                <a:lnTo>
                  <a:pt x="45" y="431"/>
                </a:lnTo>
                <a:lnTo>
                  <a:pt x="44" y="431"/>
                </a:lnTo>
                <a:lnTo>
                  <a:pt x="44" y="432"/>
                </a:lnTo>
                <a:lnTo>
                  <a:pt x="45" y="432"/>
                </a:lnTo>
                <a:lnTo>
                  <a:pt x="45" y="433"/>
                </a:lnTo>
                <a:lnTo>
                  <a:pt x="44" y="433"/>
                </a:lnTo>
                <a:lnTo>
                  <a:pt x="44" y="432"/>
                </a:lnTo>
                <a:lnTo>
                  <a:pt x="43" y="432"/>
                </a:lnTo>
                <a:lnTo>
                  <a:pt x="43" y="433"/>
                </a:lnTo>
                <a:lnTo>
                  <a:pt x="44" y="434"/>
                </a:lnTo>
                <a:lnTo>
                  <a:pt x="43" y="435"/>
                </a:lnTo>
                <a:lnTo>
                  <a:pt x="43" y="434"/>
                </a:lnTo>
                <a:lnTo>
                  <a:pt x="41" y="434"/>
                </a:lnTo>
                <a:lnTo>
                  <a:pt x="41" y="433"/>
                </a:lnTo>
                <a:lnTo>
                  <a:pt x="40" y="433"/>
                </a:lnTo>
                <a:lnTo>
                  <a:pt x="40" y="432"/>
                </a:lnTo>
                <a:lnTo>
                  <a:pt x="40" y="431"/>
                </a:lnTo>
                <a:lnTo>
                  <a:pt x="39" y="430"/>
                </a:lnTo>
                <a:lnTo>
                  <a:pt x="38" y="430"/>
                </a:lnTo>
                <a:lnTo>
                  <a:pt x="37" y="430"/>
                </a:lnTo>
                <a:lnTo>
                  <a:pt x="36" y="430"/>
                </a:lnTo>
                <a:lnTo>
                  <a:pt x="36" y="429"/>
                </a:lnTo>
                <a:lnTo>
                  <a:pt x="37" y="429"/>
                </a:lnTo>
                <a:lnTo>
                  <a:pt x="37" y="428"/>
                </a:lnTo>
                <a:lnTo>
                  <a:pt x="37" y="427"/>
                </a:lnTo>
                <a:lnTo>
                  <a:pt x="36" y="428"/>
                </a:lnTo>
                <a:lnTo>
                  <a:pt x="35" y="428"/>
                </a:lnTo>
                <a:lnTo>
                  <a:pt x="34" y="428"/>
                </a:lnTo>
                <a:lnTo>
                  <a:pt x="35" y="427"/>
                </a:lnTo>
                <a:lnTo>
                  <a:pt x="34" y="426"/>
                </a:lnTo>
                <a:lnTo>
                  <a:pt x="34" y="425"/>
                </a:lnTo>
                <a:lnTo>
                  <a:pt x="33" y="425"/>
                </a:lnTo>
                <a:lnTo>
                  <a:pt x="33" y="424"/>
                </a:lnTo>
                <a:lnTo>
                  <a:pt x="34" y="423"/>
                </a:lnTo>
                <a:lnTo>
                  <a:pt x="34" y="422"/>
                </a:lnTo>
                <a:lnTo>
                  <a:pt x="33" y="421"/>
                </a:lnTo>
                <a:lnTo>
                  <a:pt x="33" y="420"/>
                </a:lnTo>
                <a:lnTo>
                  <a:pt x="33" y="419"/>
                </a:lnTo>
                <a:lnTo>
                  <a:pt x="33" y="418"/>
                </a:lnTo>
                <a:lnTo>
                  <a:pt x="33" y="417"/>
                </a:lnTo>
                <a:lnTo>
                  <a:pt x="33" y="416"/>
                </a:lnTo>
                <a:lnTo>
                  <a:pt x="33" y="415"/>
                </a:lnTo>
                <a:lnTo>
                  <a:pt x="33" y="414"/>
                </a:lnTo>
                <a:lnTo>
                  <a:pt x="32" y="414"/>
                </a:lnTo>
                <a:lnTo>
                  <a:pt x="31" y="414"/>
                </a:lnTo>
                <a:lnTo>
                  <a:pt x="31" y="413"/>
                </a:lnTo>
                <a:lnTo>
                  <a:pt x="32" y="413"/>
                </a:lnTo>
                <a:lnTo>
                  <a:pt x="32" y="412"/>
                </a:lnTo>
                <a:lnTo>
                  <a:pt x="32" y="411"/>
                </a:lnTo>
                <a:lnTo>
                  <a:pt x="32" y="410"/>
                </a:lnTo>
                <a:lnTo>
                  <a:pt x="31" y="410"/>
                </a:lnTo>
                <a:lnTo>
                  <a:pt x="31" y="409"/>
                </a:lnTo>
                <a:lnTo>
                  <a:pt x="30" y="409"/>
                </a:lnTo>
                <a:lnTo>
                  <a:pt x="29" y="408"/>
                </a:lnTo>
                <a:lnTo>
                  <a:pt x="29" y="409"/>
                </a:lnTo>
                <a:lnTo>
                  <a:pt x="28" y="409"/>
                </a:lnTo>
                <a:lnTo>
                  <a:pt x="28" y="408"/>
                </a:lnTo>
                <a:lnTo>
                  <a:pt x="29" y="408"/>
                </a:lnTo>
                <a:lnTo>
                  <a:pt x="28" y="408"/>
                </a:lnTo>
                <a:lnTo>
                  <a:pt x="28" y="407"/>
                </a:lnTo>
                <a:lnTo>
                  <a:pt x="27" y="407"/>
                </a:lnTo>
                <a:lnTo>
                  <a:pt x="27" y="408"/>
                </a:lnTo>
                <a:lnTo>
                  <a:pt x="26" y="408"/>
                </a:lnTo>
                <a:lnTo>
                  <a:pt x="25" y="408"/>
                </a:lnTo>
                <a:lnTo>
                  <a:pt x="24" y="408"/>
                </a:lnTo>
                <a:lnTo>
                  <a:pt x="24" y="409"/>
                </a:lnTo>
                <a:lnTo>
                  <a:pt x="23" y="410"/>
                </a:lnTo>
                <a:lnTo>
                  <a:pt x="23" y="411"/>
                </a:lnTo>
                <a:lnTo>
                  <a:pt x="23" y="412"/>
                </a:lnTo>
                <a:lnTo>
                  <a:pt x="22" y="412"/>
                </a:lnTo>
                <a:lnTo>
                  <a:pt x="21" y="413"/>
                </a:lnTo>
                <a:lnTo>
                  <a:pt x="20" y="413"/>
                </a:lnTo>
                <a:lnTo>
                  <a:pt x="20" y="414"/>
                </a:lnTo>
                <a:lnTo>
                  <a:pt x="19" y="415"/>
                </a:lnTo>
                <a:lnTo>
                  <a:pt x="18" y="416"/>
                </a:lnTo>
                <a:lnTo>
                  <a:pt x="18" y="417"/>
                </a:lnTo>
                <a:lnTo>
                  <a:pt x="19" y="417"/>
                </a:lnTo>
                <a:lnTo>
                  <a:pt x="18" y="417"/>
                </a:lnTo>
                <a:lnTo>
                  <a:pt x="17" y="419"/>
                </a:lnTo>
                <a:lnTo>
                  <a:pt x="17" y="420"/>
                </a:lnTo>
                <a:lnTo>
                  <a:pt x="17" y="421"/>
                </a:lnTo>
                <a:lnTo>
                  <a:pt x="19" y="421"/>
                </a:lnTo>
                <a:lnTo>
                  <a:pt x="20" y="421"/>
                </a:lnTo>
                <a:lnTo>
                  <a:pt x="20" y="422"/>
                </a:lnTo>
                <a:lnTo>
                  <a:pt x="19" y="422"/>
                </a:lnTo>
                <a:lnTo>
                  <a:pt x="19" y="423"/>
                </a:lnTo>
                <a:lnTo>
                  <a:pt x="19" y="422"/>
                </a:lnTo>
                <a:lnTo>
                  <a:pt x="18" y="422"/>
                </a:lnTo>
                <a:lnTo>
                  <a:pt x="18" y="423"/>
                </a:lnTo>
                <a:lnTo>
                  <a:pt x="17" y="423"/>
                </a:lnTo>
                <a:lnTo>
                  <a:pt x="16" y="423"/>
                </a:lnTo>
                <a:lnTo>
                  <a:pt x="15" y="423"/>
                </a:lnTo>
                <a:lnTo>
                  <a:pt x="14" y="423"/>
                </a:lnTo>
                <a:lnTo>
                  <a:pt x="14" y="424"/>
                </a:lnTo>
                <a:lnTo>
                  <a:pt x="15" y="424"/>
                </a:lnTo>
                <a:lnTo>
                  <a:pt x="16" y="424"/>
                </a:lnTo>
                <a:lnTo>
                  <a:pt x="15" y="425"/>
                </a:lnTo>
                <a:lnTo>
                  <a:pt x="15" y="426"/>
                </a:lnTo>
                <a:lnTo>
                  <a:pt x="14" y="426"/>
                </a:lnTo>
                <a:lnTo>
                  <a:pt x="13" y="425"/>
                </a:lnTo>
                <a:lnTo>
                  <a:pt x="13" y="424"/>
                </a:lnTo>
                <a:lnTo>
                  <a:pt x="12" y="424"/>
                </a:lnTo>
                <a:lnTo>
                  <a:pt x="11" y="424"/>
                </a:lnTo>
                <a:lnTo>
                  <a:pt x="11" y="423"/>
                </a:lnTo>
                <a:lnTo>
                  <a:pt x="10" y="423"/>
                </a:lnTo>
                <a:lnTo>
                  <a:pt x="9" y="423"/>
                </a:lnTo>
                <a:lnTo>
                  <a:pt x="8" y="423"/>
                </a:lnTo>
                <a:lnTo>
                  <a:pt x="8" y="422"/>
                </a:lnTo>
                <a:lnTo>
                  <a:pt x="8" y="421"/>
                </a:lnTo>
                <a:lnTo>
                  <a:pt x="8" y="420"/>
                </a:lnTo>
                <a:lnTo>
                  <a:pt x="9" y="419"/>
                </a:lnTo>
                <a:lnTo>
                  <a:pt x="9" y="418"/>
                </a:lnTo>
                <a:lnTo>
                  <a:pt x="8" y="418"/>
                </a:lnTo>
                <a:lnTo>
                  <a:pt x="7" y="418"/>
                </a:lnTo>
                <a:lnTo>
                  <a:pt x="7" y="419"/>
                </a:lnTo>
                <a:lnTo>
                  <a:pt x="6" y="419"/>
                </a:lnTo>
                <a:lnTo>
                  <a:pt x="6" y="418"/>
                </a:lnTo>
                <a:lnTo>
                  <a:pt x="6" y="417"/>
                </a:lnTo>
                <a:lnTo>
                  <a:pt x="6" y="416"/>
                </a:lnTo>
                <a:lnTo>
                  <a:pt x="6" y="415"/>
                </a:lnTo>
                <a:lnTo>
                  <a:pt x="7" y="414"/>
                </a:lnTo>
                <a:lnTo>
                  <a:pt x="6" y="413"/>
                </a:lnTo>
                <a:lnTo>
                  <a:pt x="5" y="413"/>
                </a:lnTo>
                <a:lnTo>
                  <a:pt x="4" y="412"/>
                </a:lnTo>
                <a:lnTo>
                  <a:pt x="4" y="411"/>
                </a:lnTo>
                <a:lnTo>
                  <a:pt x="3" y="411"/>
                </a:lnTo>
                <a:lnTo>
                  <a:pt x="3" y="412"/>
                </a:lnTo>
                <a:lnTo>
                  <a:pt x="4" y="412"/>
                </a:lnTo>
                <a:lnTo>
                  <a:pt x="4" y="413"/>
                </a:lnTo>
                <a:lnTo>
                  <a:pt x="3" y="413"/>
                </a:lnTo>
                <a:lnTo>
                  <a:pt x="3" y="414"/>
                </a:lnTo>
                <a:lnTo>
                  <a:pt x="2" y="414"/>
                </a:lnTo>
                <a:lnTo>
                  <a:pt x="2" y="413"/>
                </a:lnTo>
                <a:lnTo>
                  <a:pt x="1" y="413"/>
                </a:lnTo>
                <a:lnTo>
                  <a:pt x="0" y="413"/>
                </a:lnTo>
                <a:lnTo>
                  <a:pt x="0" y="412"/>
                </a:lnTo>
                <a:lnTo>
                  <a:pt x="1" y="411"/>
                </a:lnTo>
                <a:lnTo>
                  <a:pt x="1" y="410"/>
                </a:lnTo>
                <a:lnTo>
                  <a:pt x="2" y="410"/>
                </a:lnTo>
                <a:lnTo>
                  <a:pt x="2" y="409"/>
                </a:lnTo>
                <a:lnTo>
                  <a:pt x="3" y="408"/>
                </a:lnTo>
                <a:lnTo>
                  <a:pt x="4" y="408"/>
                </a:lnTo>
                <a:lnTo>
                  <a:pt x="4" y="409"/>
                </a:lnTo>
                <a:lnTo>
                  <a:pt x="5" y="408"/>
                </a:lnTo>
                <a:lnTo>
                  <a:pt x="6" y="408"/>
                </a:lnTo>
                <a:lnTo>
                  <a:pt x="7" y="407"/>
                </a:lnTo>
                <a:lnTo>
                  <a:pt x="7" y="406"/>
                </a:lnTo>
                <a:lnTo>
                  <a:pt x="6" y="406"/>
                </a:lnTo>
                <a:lnTo>
                  <a:pt x="7" y="406"/>
                </a:lnTo>
                <a:lnTo>
                  <a:pt x="8" y="406"/>
                </a:lnTo>
                <a:lnTo>
                  <a:pt x="9" y="406"/>
                </a:lnTo>
                <a:lnTo>
                  <a:pt x="9" y="407"/>
                </a:lnTo>
                <a:lnTo>
                  <a:pt x="10" y="407"/>
                </a:lnTo>
                <a:lnTo>
                  <a:pt x="10" y="408"/>
                </a:lnTo>
                <a:lnTo>
                  <a:pt x="11" y="408"/>
                </a:lnTo>
                <a:lnTo>
                  <a:pt x="12" y="408"/>
                </a:lnTo>
                <a:lnTo>
                  <a:pt x="12" y="407"/>
                </a:lnTo>
                <a:lnTo>
                  <a:pt x="13" y="407"/>
                </a:lnTo>
                <a:lnTo>
                  <a:pt x="14" y="407"/>
                </a:lnTo>
                <a:lnTo>
                  <a:pt x="14" y="406"/>
                </a:lnTo>
                <a:lnTo>
                  <a:pt x="15" y="406"/>
                </a:lnTo>
                <a:lnTo>
                  <a:pt x="15" y="405"/>
                </a:lnTo>
                <a:lnTo>
                  <a:pt x="15" y="407"/>
                </a:lnTo>
                <a:lnTo>
                  <a:pt x="16" y="407"/>
                </a:lnTo>
                <a:lnTo>
                  <a:pt x="17" y="407"/>
                </a:lnTo>
                <a:lnTo>
                  <a:pt x="16" y="407"/>
                </a:lnTo>
                <a:lnTo>
                  <a:pt x="16" y="406"/>
                </a:lnTo>
                <a:lnTo>
                  <a:pt x="16" y="405"/>
                </a:lnTo>
                <a:lnTo>
                  <a:pt x="17" y="405"/>
                </a:lnTo>
                <a:lnTo>
                  <a:pt x="17" y="404"/>
                </a:lnTo>
                <a:lnTo>
                  <a:pt x="17" y="403"/>
                </a:lnTo>
                <a:lnTo>
                  <a:pt x="17" y="402"/>
                </a:lnTo>
                <a:lnTo>
                  <a:pt x="17" y="401"/>
                </a:lnTo>
                <a:lnTo>
                  <a:pt x="16" y="401"/>
                </a:lnTo>
                <a:lnTo>
                  <a:pt x="16" y="400"/>
                </a:lnTo>
                <a:lnTo>
                  <a:pt x="16" y="399"/>
                </a:lnTo>
                <a:lnTo>
                  <a:pt x="17" y="398"/>
                </a:lnTo>
                <a:lnTo>
                  <a:pt x="17" y="397"/>
                </a:lnTo>
                <a:lnTo>
                  <a:pt x="17" y="396"/>
                </a:lnTo>
                <a:lnTo>
                  <a:pt x="18" y="396"/>
                </a:lnTo>
                <a:lnTo>
                  <a:pt x="18" y="395"/>
                </a:lnTo>
                <a:lnTo>
                  <a:pt x="18" y="394"/>
                </a:lnTo>
                <a:lnTo>
                  <a:pt x="18" y="393"/>
                </a:lnTo>
                <a:lnTo>
                  <a:pt x="19" y="393"/>
                </a:lnTo>
                <a:lnTo>
                  <a:pt x="19" y="394"/>
                </a:lnTo>
                <a:lnTo>
                  <a:pt x="20" y="394"/>
                </a:lnTo>
                <a:lnTo>
                  <a:pt x="19" y="393"/>
                </a:lnTo>
                <a:lnTo>
                  <a:pt x="19" y="392"/>
                </a:lnTo>
                <a:lnTo>
                  <a:pt x="18" y="391"/>
                </a:lnTo>
                <a:lnTo>
                  <a:pt x="17" y="391"/>
                </a:lnTo>
                <a:lnTo>
                  <a:pt x="17" y="390"/>
                </a:lnTo>
                <a:lnTo>
                  <a:pt x="17" y="388"/>
                </a:lnTo>
                <a:lnTo>
                  <a:pt x="18" y="386"/>
                </a:lnTo>
                <a:lnTo>
                  <a:pt x="18" y="385"/>
                </a:lnTo>
                <a:lnTo>
                  <a:pt x="17" y="384"/>
                </a:lnTo>
                <a:lnTo>
                  <a:pt x="17" y="385"/>
                </a:lnTo>
                <a:lnTo>
                  <a:pt x="16" y="385"/>
                </a:lnTo>
                <a:lnTo>
                  <a:pt x="16" y="383"/>
                </a:lnTo>
                <a:lnTo>
                  <a:pt x="17" y="383"/>
                </a:lnTo>
                <a:lnTo>
                  <a:pt x="18" y="382"/>
                </a:lnTo>
                <a:lnTo>
                  <a:pt x="18" y="381"/>
                </a:lnTo>
                <a:lnTo>
                  <a:pt x="19" y="380"/>
                </a:lnTo>
                <a:lnTo>
                  <a:pt x="19" y="379"/>
                </a:lnTo>
                <a:lnTo>
                  <a:pt x="19" y="378"/>
                </a:lnTo>
                <a:lnTo>
                  <a:pt x="20" y="377"/>
                </a:lnTo>
                <a:lnTo>
                  <a:pt x="20" y="376"/>
                </a:lnTo>
                <a:lnTo>
                  <a:pt x="21" y="374"/>
                </a:lnTo>
                <a:lnTo>
                  <a:pt x="21" y="373"/>
                </a:lnTo>
                <a:lnTo>
                  <a:pt x="22" y="373"/>
                </a:lnTo>
                <a:lnTo>
                  <a:pt x="21" y="373"/>
                </a:lnTo>
                <a:lnTo>
                  <a:pt x="21" y="372"/>
                </a:lnTo>
                <a:lnTo>
                  <a:pt x="20" y="372"/>
                </a:lnTo>
                <a:lnTo>
                  <a:pt x="20" y="371"/>
                </a:lnTo>
                <a:lnTo>
                  <a:pt x="20" y="370"/>
                </a:lnTo>
                <a:lnTo>
                  <a:pt x="20" y="369"/>
                </a:lnTo>
                <a:lnTo>
                  <a:pt x="21" y="368"/>
                </a:lnTo>
                <a:lnTo>
                  <a:pt x="21" y="367"/>
                </a:lnTo>
                <a:lnTo>
                  <a:pt x="21" y="366"/>
                </a:lnTo>
                <a:lnTo>
                  <a:pt x="21" y="365"/>
                </a:lnTo>
                <a:lnTo>
                  <a:pt x="22" y="365"/>
                </a:lnTo>
                <a:lnTo>
                  <a:pt x="21" y="364"/>
                </a:lnTo>
                <a:lnTo>
                  <a:pt x="22" y="363"/>
                </a:lnTo>
                <a:lnTo>
                  <a:pt x="23" y="363"/>
                </a:lnTo>
                <a:lnTo>
                  <a:pt x="23" y="361"/>
                </a:lnTo>
                <a:lnTo>
                  <a:pt x="22" y="361"/>
                </a:lnTo>
                <a:lnTo>
                  <a:pt x="21" y="361"/>
                </a:lnTo>
                <a:lnTo>
                  <a:pt x="21" y="360"/>
                </a:lnTo>
                <a:lnTo>
                  <a:pt x="20" y="360"/>
                </a:lnTo>
                <a:lnTo>
                  <a:pt x="19" y="359"/>
                </a:lnTo>
                <a:lnTo>
                  <a:pt x="19" y="358"/>
                </a:lnTo>
                <a:lnTo>
                  <a:pt x="18" y="358"/>
                </a:lnTo>
                <a:lnTo>
                  <a:pt x="18" y="357"/>
                </a:lnTo>
                <a:lnTo>
                  <a:pt x="18" y="356"/>
                </a:lnTo>
                <a:lnTo>
                  <a:pt x="17" y="356"/>
                </a:lnTo>
                <a:lnTo>
                  <a:pt x="17" y="355"/>
                </a:lnTo>
                <a:lnTo>
                  <a:pt x="17" y="354"/>
                </a:lnTo>
                <a:lnTo>
                  <a:pt x="16" y="354"/>
                </a:lnTo>
                <a:lnTo>
                  <a:pt x="15" y="354"/>
                </a:lnTo>
                <a:lnTo>
                  <a:pt x="14" y="354"/>
                </a:lnTo>
                <a:lnTo>
                  <a:pt x="14" y="353"/>
                </a:lnTo>
                <a:lnTo>
                  <a:pt x="13" y="352"/>
                </a:lnTo>
                <a:lnTo>
                  <a:pt x="12" y="351"/>
                </a:lnTo>
                <a:lnTo>
                  <a:pt x="11" y="351"/>
                </a:lnTo>
                <a:lnTo>
                  <a:pt x="11" y="350"/>
                </a:lnTo>
                <a:lnTo>
                  <a:pt x="11" y="349"/>
                </a:lnTo>
                <a:lnTo>
                  <a:pt x="10" y="349"/>
                </a:lnTo>
                <a:lnTo>
                  <a:pt x="9" y="349"/>
                </a:lnTo>
                <a:lnTo>
                  <a:pt x="8" y="349"/>
                </a:lnTo>
                <a:lnTo>
                  <a:pt x="7" y="349"/>
                </a:lnTo>
                <a:lnTo>
                  <a:pt x="7" y="348"/>
                </a:lnTo>
                <a:lnTo>
                  <a:pt x="6" y="348"/>
                </a:lnTo>
                <a:lnTo>
                  <a:pt x="4" y="347"/>
                </a:lnTo>
                <a:lnTo>
                  <a:pt x="4" y="346"/>
                </a:lnTo>
                <a:lnTo>
                  <a:pt x="4" y="345"/>
                </a:lnTo>
                <a:lnTo>
                  <a:pt x="5" y="345"/>
                </a:lnTo>
                <a:lnTo>
                  <a:pt x="6" y="344"/>
                </a:lnTo>
                <a:lnTo>
                  <a:pt x="6" y="343"/>
                </a:lnTo>
                <a:lnTo>
                  <a:pt x="6" y="342"/>
                </a:lnTo>
                <a:lnTo>
                  <a:pt x="7" y="342"/>
                </a:lnTo>
                <a:lnTo>
                  <a:pt x="6" y="340"/>
                </a:lnTo>
                <a:lnTo>
                  <a:pt x="5" y="340"/>
                </a:lnTo>
                <a:lnTo>
                  <a:pt x="5" y="339"/>
                </a:lnTo>
                <a:lnTo>
                  <a:pt x="5" y="338"/>
                </a:lnTo>
                <a:lnTo>
                  <a:pt x="6" y="338"/>
                </a:lnTo>
                <a:lnTo>
                  <a:pt x="6" y="337"/>
                </a:lnTo>
                <a:lnTo>
                  <a:pt x="6" y="336"/>
                </a:lnTo>
                <a:lnTo>
                  <a:pt x="6" y="335"/>
                </a:lnTo>
                <a:lnTo>
                  <a:pt x="5" y="335"/>
                </a:lnTo>
                <a:lnTo>
                  <a:pt x="6" y="334"/>
                </a:lnTo>
                <a:lnTo>
                  <a:pt x="6" y="333"/>
                </a:lnTo>
                <a:lnTo>
                  <a:pt x="7" y="333"/>
                </a:lnTo>
                <a:lnTo>
                  <a:pt x="8" y="333"/>
                </a:lnTo>
                <a:lnTo>
                  <a:pt x="8" y="334"/>
                </a:lnTo>
                <a:lnTo>
                  <a:pt x="8" y="333"/>
                </a:lnTo>
                <a:lnTo>
                  <a:pt x="9" y="333"/>
                </a:lnTo>
                <a:lnTo>
                  <a:pt x="9" y="332"/>
                </a:lnTo>
                <a:lnTo>
                  <a:pt x="10" y="332"/>
                </a:lnTo>
                <a:lnTo>
                  <a:pt x="10" y="333"/>
                </a:lnTo>
                <a:lnTo>
                  <a:pt x="11" y="333"/>
                </a:lnTo>
                <a:lnTo>
                  <a:pt x="11" y="334"/>
                </a:lnTo>
                <a:lnTo>
                  <a:pt x="12" y="333"/>
                </a:lnTo>
                <a:lnTo>
                  <a:pt x="13" y="333"/>
                </a:lnTo>
                <a:lnTo>
                  <a:pt x="13" y="332"/>
                </a:lnTo>
                <a:lnTo>
                  <a:pt x="13" y="331"/>
                </a:lnTo>
                <a:lnTo>
                  <a:pt x="13" y="332"/>
                </a:lnTo>
                <a:lnTo>
                  <a:pt x="14" y="331"/>
                </a:lnTo>
                <a:lnTo>
                  <a:pt x="15" y="331"/>
                </a:lnTo>
                <a:lnTo>
                  <a:pt x="16" y="332"/>
                </a:lnTo>
                <a:lnTo>
                  <a:pt x="17" y="333"/>
                </a:lnTo>
                <a:lnTo>
                  <a:pt x="19" y="333"/>
                </a:lnTo>
                <a:lnTo>
                  <a:pt x="19" y="334"/>
                </a:lnTo>
                <a:lnTo>
                  <a:pt x="19" y="333"/>
                </a:lnTo>
                <a:lnTo>
                  <a:pt x="18" y="333"/>
                </a:lnTo>
                <a:lnTo>
                  <a:pt x="19" y="333"/>
                </a:lnTo>
                <a:lnTo>
                  <a:pt x="20" y="334"/>
                </a:lnTo>
                <a:lnTo>
                  <a:pt x="21" y="334"/>
                </a:lnTo>
                <a:lnTo>
                  <a:pt x="21" y="335"/>
                </a:lnTo>
                <a:lnTo>
                  <a:pt x="21" y="336"/>
                </a:lnTo>
                <a:lnTo>
                  <a:pt x="21" y="335"/>
                </a:lnTo>
                <a:lnTo>
                  <a:pt x="22" y="335"/>
                </a:lnTo>
                <a:lnTo>
                  <a:pt x="23" y="334"/>
                </a:lnTo>
                <a:lnTo>
                  <a:pt x="23" y="333"/>
                </a:lnTo>
                <a:lnTo>
                  <a:pt x="24" y="333"/>
                </a:lnTo>
                <a:lnTo>
                  <a:pt x="24" y="332"/>
                </a:lnTo>
                <a:lnTo>
                  <a:pt x="25" y="332"/>
                </a:lnTo>
                <a:lnTo>
                  <a:pt x="26" y="332"/>
                </a:lnTo>
                <a:lnTo>
                  <a:pt x="26" y="331"/>
                </a:lnTo>
                <a:lnTo>
                  <a:pt x="25" y="331"/>
                </a:lnTo>
                <a:lnTo>
                  <a:pt x="25" y="330"/>
                </a:lnTo>
                <a:lnTo>
                  <a:pt x="26" y="330"/>
                </a:lnTo>
                <a:lnTo>
                  <a:pt x="27" y="330"/>
                </a:lnTo>
                <a:lnTo>
                  <a:pt x="27" y="329"/>
                </a:lnTo>
                <a:lnTo>
                  <a:pt x="28" y="328"/>
                </a:lnTo>
                <a:lnTo>
                  <a:pt x="29" y="328"/>
                </a:lnTo>
                <a:lnTo>
                  <a:pt x="29" y="329"/>
                </a:lnTo>
                <a:lnTo>
                  <a:pt x="30" y="330"/>
                </a:lnTo>
                <a:lnTo>
                  <a:pt x="30" y="329"/>
                </a:lnTo>
                <a:lnTo>
                  <a:pt x="29" y="329"/>
                </a:lnTo>
                <a:lnTo>
                  <a:pt x="29" y="328"/>
                </a:lnTo>
                <a:lnTo>
                  <a:pt x="30" y="328"/>
                </a:lnTo>
                <a:lnTo>
                  <a:pt x="30" y="327"/>
                </a:lnTo>
                <a:lnTo>
                  <a:pt x="30" y="326"/>
                </a:lnTo>
                <a:lnTo>
                  <a:pt x="30" y="325"/>
                </a:lnTo>
                <a:lnTo>
                  <a:pt x="30" y="324"/>
                </a:lnTo>
                <a:lnTo>
                  <a:pt x="29" y="323"/>
                </a:lnTo>
                <a:lnTo>
                  <a:pt x="29" y="322"/>
                </a:lnTo>
                <a:lnTo>
                  <a:pt x="30" y="322"/>
                </a:lnTo>
                <a:lnTo>
                  <a:pt x="31" y="321"/>
                </a:lnTo>
                <a:lnTo>
                  <a:pt x="32" y="321"/>
                </a:lnTo>
                <a:lnTo>
                  <a:pt x="34" y="321"/>
                </a:lnTo>
                <a:lnTo>
                  <a:pt x="35" y="321"/>
                </a:lnTo>
                <a:lnTo>
                  <a:pt x="35" y="322"/>
                </a:lnTo>
                <a:lnTo>
                  <a:pt x="35" y="323"/>
                </a:lnTo>
                <a:lnTo>
                  <a:pt x="35" y="324"/>
                </a:lnTo>
                <a:lnTo>
                  <a:pt x="35" y="325"/>
                </a:lnTo>
                <a:lnTo>
                  <a:pt x="35" y="326"/>
                </a:lnTo>
                <a:lnTo>
                  <a:pt x="35" y="327"/>
                </a:lnTo>
                <a:lnTo>
                  <a:pt x="36" y="327"/>
                </a:lnTo>
                <a:lnTo>
                  <a:pt x="37" y="327"/>
                </a:lnTo>
                <a:lnTo>
                  <a:pt x="37" y="328"/>
                </a:lnTo>
                <a:lnTo>
                  <a:pt x="37" y="329"/>
                </a:lnTo>
                <a:lnTo>
                  <a:pt x="38" y="330"/>
                </a:lnTo>
                <a:lnTo>
                  <a:pt x="38" y="331"/>
                </a:lnTo>
                <a:lnTo>
                  <a:pt x="40" y="332"/>
                </a:lnTo>
                <a:lnTo>
                  <a:pt x="41" y="332"/>
                </a:lnTo>
                <a:lnTo>
                  <a:pt x="41" y="331"/>
                </a:lnTo>
                <a:lnTo>
                  <a:pt x="43" y="331"/>
                </a:lnTo>
                <a:lnTo>
                  <a:pt x="44" y="331"/>
                </a:lnTo>
                <a:lnTo>
                  <a:pt x="45" y="331"/>
                </a:lnTo>
                <a:lnTo>
                  <a:pt x="45" y="330"/>
                </a:lnTo>
                <a:lnTo>
                  <a:pt x="46" y="330"/>
                </a:lnTo>
                <a:lnTo>
                  <a:pt x="46" y="331"/>
                </a:lnTo>
                <a:lnTo>
                  <a:pt x="47" y="331"/>
                </a:lnTo>
                <a:lnTo>
                  <a:pt x="48" y="332"/>
                </a:lnTo>
                <a:lnTo>
                  <a:pt x="47" y="332"/>
                </a:lnTo>
                <a:lnTo>
                  <a:pt x="47" y="333"/>
                </a:lnTo>
                <a:lnTo>
                  <a:pt x="48" y="333"/>
                </a:lnTo>
                <a:lnTo>
                  <a:pt x="49" y="332"/>
                </a:lnTo>
                <a:lnTo>
                  <a:pt x="50" y="332"/>
                </a:lnTo>
                <a:lnTo>
                  <a:pt x="51" y="332"/>
                </a:lnTo>
                <a:lnTo>
                  <a:pt x="51" y="331"/>
                </a:lnTo>
                <a:lnTo>
                  <a:pt x="52" y="330"/>
                </a:lnTo>
                <a:lnTo>
                  <a:pt x="53" y="330"/>
                </a:lnTo>
                <a:lnTo>
                  <a:pt x="54" y="328"/>
                </a:lnTo>
                <a:lnTo>
                  <a:pt x="55" y="328"/>
                </a:lnTo>
                <a:lnTo>
                  <a:pt x="55" y="327"/>
                </a:lnTo>
                <a:lnTo>
                  <a:pt x="55" y="326"/>
                </a:lnTo>
                <a:lnTo>
                  <a:pt x="56" y="326"/>
                </a:lnTo>
                <a:lnTo>
                  <a:pt x="57" y="325"/>
                </a:lnTo>
                <a:lnTo>
                  <a:pt x="57" y="324"/>
                </a:lnTo>
                <a:lnTo>
                  <a:pt x="58" y="323"/>
                </a:lnTo>
                <a:lnTo>
                  <a:pt x="59" y="323"/>
                </a:lnTo>
                <a:lnTo>
                  <a:pt x="59" y="322"/>
                </a:lnTo>
                <a:lnTo>
                  <a:pt x="60" y="321"/>
                </a:lnTo>
                <a:lnTo>
                  <a:pt x="61" y="320"/>
                </a:lnTo>
                <a:lnTo>
                  <a:pt x="62" y="320"/>
                </a:lnTo>
                <a:lnTo>
                  <a:pt x="62" y="319"/>
                </a:lnTo>
                <a:lnTo>
                  <a:pt x="63" y="319"/>
                </a:lnTo>
                <a:lnTo>
                  <a:pt x="63" y="318"/>
                </a:lnTo>
                <a:lnTo>
                  <a:pt x="64" y="318"/>
                </a:lnTo>
                <a:lnTo>
                  <a:pt x="64" y="317"/>
                </a:lnTo>
                <a:lnTo>
                  <a:pt x="65" y="317"/>
                </a:lnTo>
                <a:lnTo>
                  <a:pt x="65" y="316"/>
                </a:lnTo>
                <a:lnTo>
                  <a:pt x="66" y="316"/>
                </a:lnTo>
                <a:lnTo>
                  <a:pt x="66" y="317"/>
                </a:lnTo>
                <a:lnTo>
                  <a:pt x="67" y="317"/>
                </a:lnTo>
                <a:lnTo>
                  <a:pt x="67" y="316"/>
                </a:lnTo>
                <a:lnTo>
                  <a:pt x="68" y="316"/>
                </a:lnTo>
                <a:lnTo>
                  <a:pt x="68" y="317"/>
                </a:lnTo>
                <a:lnTo>
                  <a:pt x="69" y="317"/>
                </a:lnTo>
                <a:lnTo>
                  <a:pt x="69" y="316"/>
                </a:lnTo>
                <a:lnTo>
                  <a:pt x="70" y="315"/>
                </a:lnTo>
                <a:lnTo>
                  <a:pt x="71" y="315"/>
                </a:lnTo>
                <a:lnTo>
                  <a:pt x="72" y="314"/>
                </a:lnTo>
                <a:lnTo>
                  <a:pt x="72" y="313"/>
                </a:lnTo>
                <a:lnTo>
                  <a:pt x="73" y="313"/>
                </a:lnTo>
                <a:lnTo>
                  <a:pt x="73" y="314"/>
                </a:lnTo>
                <a:lnTo>
                  <a:pt x="74" y="315"/>
                </a:lnTo>
                <a:lnTo>
                  <a:pt x="75" y="315"/>
                </a:lnTo>
                <a:lnTo>
                  <a:pt x="77" y="314"/>
                </a:lnTo>
                <a:lnTo>
                  <a:pt x="78" y="314"/>
                </a:lnTo>
                <a:lnTo>
                  <a:pt x="80" y="315"/>
                </a:lnTo>
                <a:lnTo>
                  <a:pt x="81" y="316"/>
                </a:lnTo>
                <a:lnTo>
                  <a:pt x="80" y="317"/>
                </a:lnTo>
                <a:lnTo>
                  <a:pt x="80" y="318"/>
                </a:lnTo>
                <a:lnTo>
                  <a:pt x="79" y="319"/>
                </a:lnTo>
                <a:lnTo>
                  <a:pt x="78" y="319"/>
                </a:lnTo>
                <a:lnTo>
                  <a:pt x="77" y="319"/>
                </a:lnTo>
                <a:lnTo>
                  <a:pt x="76" y="320"/>
                </a:lnTo>
                <a:lnTo>
                  <a:pt x="77" y="320"/>
                </a:lnTo>
                <a:lnTo>
                  <a:pt x="77" y="321"/>
                </a:lnTo>
                <a:lnTo>
                  <a:pt x="78" y="321"/>
                </a:lnTo>
                <a:lnTo>
                  <a:pt x="78" y="323"/>
                </a:lnTo>
                <a:lnTo>
                  <a:pt x="79" y="323"/>
                </a:lnTo>
                <a:lnTo>
                  <a:pt x="79" y="324"/>
                </a:lnTo>
                <a:lnTo>
                  <a:pt x="79" y="325"/>
                </a:lnTo>
                <a:lnTo>
                  <a:pt x="80" y="325"/>
                </a:lnTo>
                <a:lnTo>
                  <a:pt x="80" y="326"/>
                </a:lnTo>
                <a:lnTo>
                  <a:pt x="81" y="327"/>
                </a:lnTo>
                <a:lnTo>
                  <a:pt x="81" y="328"/>
                </a:lnTo>
                <a:lnTo>
                  <a:pt x="82" y="328"/>
                </a:lnTo>
                <a:lnTo>
                  <a:pt x="83" y="328"/>
                </a:lnTo>
                <a:lnTo>
                  <a:pt x="83" y="329"/>
                </a:lnTo>
                <a:lnTo>
                  <a:pt x="84" y="329"/>
                </a:lnTo>
                <a:lnTo>
                  <a:pt x="84" y="328"/>
                </a:lnTo>
                <a:lnTo>
                  <a:pt x="85" y="327"/>
                </a:lnTo>
                <a:lnTo>
                  <a:pt x="86" y="326"/>
                </a:lnTo>
                <a:lnTo>
                  <a:pt x="85" y="326"/>
                </a:lnTo>
                <a:lnTo>
                  <a:pt x="86" y="326"/>
                </a:lnTo>
                <a:lnTo>
                  <a:pt x="88" y="326"/>
                </a:lnTo>
                <a:lnTo>
                  <a:pt x="89" y="326"/>
                </a:lnTo>
                <a:lnTo>
                  <a:pt x="89" y="325"/>
                </a:lnTo>
                <a:lnTo>
                  <a:pt x="90" y="324"/>
                </a:lnTo>
                <a:lnTo>
                  <a:pt x="90" y="325"/>
                </a:lnTo>
                <a:lnTo>
                  <a:pt x="91" y="324"/>
                </a:lnTo>
                <a:lnTo>
                  <a:pt x="92" y="323"/>
                </a:lnTo>
                <a:lnTo>
                  <a:pt x="93" y="323"/>
                </a:lnTo>
                <a:lnTo>
                  <a:pt x="93" y="322"/>
                </a:lnTo>
                <a:lnTo>
                  <a:pt x="94" y="322"/>
                </a:lnTo>
                <a:lnTo>
                  <a:pt x="94" y="321"/>
                </a:lnTo>
                <a:lnTo>
                  <a:pt x="93" y="322"/>
                </a:lnTo>
                <a:lnTo>
                  <a:pt x="92" y="322"/>
                </a:lnTo>
                <a:lnTo>
                  <a:pt x="92" y="321"/>
                </a:lnTo>
                <a:lnTo>
                  <a:pt x="93" y="321"/>
                </a:lnTo>
                <a:lnTo>
                  <a:pt x="94" y="321"/>
                </a:lnTo>
                <a:lnTo>
                  <a:pt x="95" y="320"/>
                </a:lnTo>
                <a:lnTo>
                  <a:pt x="96" y="320"/>
                </a:lnTo>
                <a:lnTo>
                  <a:pt x="97" y="319"/>
                </a:lnTo>
                <a:lnTo>
                  <a:pt x="98" y="318"/>
                </a:lnTo>
                <a:lnTo>
                  <a:pt x="99" y="317"/>
                </a:lnTo>
                <a:lnTo>
                  <a:pt x="99" y="316"/>
                </a:lnTo>
                <a:lnTo>
                  <a:pt x="100" y="316"/>
                </a:lnTo>
                <a:lnTo>
                  <a:pt x="99" y="316"/>
                </a:lnTo>
                <a:lnTo>
                  <a:pt x="99" y="317"/>
                </a:lnTo>
                <a:lnTo>
                  <a:pt x="100" y="317"/>
                </a:lnTo>
                <a:lnTo>
                  <a:pt x="100" y="318"/>
                </a:lnTo>
                <a:lnTo>
                  <a:pt x="101" y="318"/>
                </a:lnTo>
                <a:lnTo>
                  <a:pt x="101" y="319"/>
                </a:lnTo>
                <a:lnTo>
                  <a:pt x="101" y="318"/>
                </a:lnTo>
                <a:lnTo>
                  <a:pt x="102" y="317"/>
                </a:lnTo>
                <a:lnTo>
                  <a:pt x="102" y="318"/>
                </a:lnTo>
                <a:lnTo>
                  <a:pt x="102" y="319"/>
                </a:lnTo>
                <a:lnTo>
                  <a:pt x="102" y="320"/>
                </a:lnTo>
                <a:lnTo>
                  <a:pt x="101" y="319"/>
                </a:lnTo>
                <a:lnTo>
                  <a:pt x="101" y="320"/>
                </a:lnTo>
                <a:lnTo>
                  <a:pt x="102" y="320"/>
                </a:lnTo>
                <a:lnTo>
                  <a:pt x="102" y="321"/>
                </a:lnTo>
                <a:lnTo>
                  <a:pt x="103" y="321"/>
                </a:lnTo>
                <a:lnTo>
                  <a:pt x="104" y="322"/>
                </a:lnTo>
                <a:lnTo>
                  <a:pt x="105" y="323"/>
                </a:lnTo>
                <a:lnTo>
                  <a:pt x="105" y="324"/>
                </a:lnTo>
                <a:lnTo>
                  <a:pt x="106" y="324"/>
                </a:lnTo>
                <a:lnTo>
                  <a:pt x="106" y="325"/>
                </a:lnTo>
                <a:lnTo>
                  <a:pt x="106" y="326"/>
                </a:lnTo>
                <a:lnTo>
                  <a:pt x="105" y="326"/>
                </a:lnTo>
                <a:lnTo>
                  <a:pt x="105" y="327"/>
                </a:lnTo>
                <a:lnTo>
                  <a:pt x="104" y="327"/>
                </a:lnTo>
                <a:lnTo>
                  <a:pt x="105" y="327"/>
                </a:lnTo>
                <a:lnTo>
                  <a:pt x="104" y="328"/>
                </a:lnTo>
                <a:lnTo>
                  <a:pt x="104" y="329"/>
                </a:lnTo>
                <a:lnTo>
                  <a:pt x="103" y="329"/>
                </a:lnTo>
                <a:lnTo>
                  <a:pt x="104" y="330"/>
                </a:lnTo>
                <a:lnTo>
                  <a:pt x="103" y="331"/>
                </a:lnTo>
                <a:lnTo>
                  <a:pt x="104" y="331"/>
                </a:lnTo>
                <a:lnTo>
                  <a:pt x="104" y="332"/>
                </a:lnTo>
                <a:lnTo>
                  <a:pt x="105" y="333"/>
                </a:lnTo>
                <a:lnTo>
                  <a:pt x="106" y="333"/>
                </a:lnTo>
                <a:lnTo>
                  <a:pt x="106" y="332"/>
                </a:lnTo>
                <a:lnTo>
                  <a:pt x="107" y="331"/>
                </a:lnTo>
                <a:lnTo>
                  <a:pt x="108" y="330"/>
                </a:lnTo>
                <a:lnTo>
                  <a:pt x="109" y="329"/>
                </a:lnTo>
                <a:lnTo>
                  <a:pt x="109" y="328"/>
                </a:lnTo>
                <a:lnTo>
                  <a:pt x="110" y="328"/>
                </a:lnTo>
                <a:lnTo>
                  <a:pt x="110" y="327"/>
                </a:lnTo>
                <a:lnTo>
                  <a:pt x="111" y="326"/>
                </a:lnTo>
                <a:lnTo>
                  <a:pt x="111" y="325"/>
                </a:lnTo>
                <a:lnTo>
                  <a:pt x="112" y="325"/>
                </a:lnTo>
                <a:lnTo>
                  <a:pt x="112" y="324"/>
                </a:lnTo>
                <a:lnTo>
                  <a:pt x="112" y="323"/>
                </a:lnTo>
                <a:lnTo>
                  <a:pt x="113" y="323"/>
                </a:lnTo>
                <a:lnTo>
                  <a:pt x="113" y="322"/>
                </a:lnTo>
                <a:lnTo>
                  <a:pt x="114" y="320"/>
                </a:lnTo>
                <a:lnTo>
                  <a:pt x="115" y="320"/>
                </a:lnTo>
                <a:lnTo>
                  <a:pt x="115" y="319"/>
                </a:lnTo>
                <a:lnTo>
                  <a:pt x="116" y="319"/>
                </a:lnTo>
                <a:lnTo>
                  <a:pt x="115" y="319"/>
                </a:lnTo>
                <a:lnTo>
                  <a:pt x="116" y="318"/>
                </a:lnTo>
                <a:lnTo>
                  <a:pt x="117" y="318"/>
                </a:lnTo>
                <a:lnTo>
                  <a:pt x="117" y="317"/>
                </a:lnTo>
                <a:lnTo>
                  <a:pt x="118" y="317"/>
                </a:lnTo>
                <a:lnTo>
                  <a:pt x="119" y="317"/>
                </a:lnTo>
                <a:lnTo>
                  <a:pt x="119" y="316"/>
                </a:lnTo>
                <a:lnTo>
                  <a:pt x="120" y="315"/>
                </a:lnTo>
                <a:lnTo>
                  <a:pt x="121" y="314"/>
                </a:lnTo>
                <a:lnTo>
                  <a:pt x="122" y="314"/>
                </a:lnTo>
                <a:lnTo>
                  <a:pt x="122" y="313"/>
                </a:lnTo>
                <a:lnTo>
                  <a:pt x="123" y="313"/>
                </a:lnTo>
                <a:lnTo>
                  <a:pt x="123" y="312"/>
                </a:lnTo>
                <a:lnTo>
                  <a:pt x="124" y="312"/>
                </a:lnTo>
                <a:lnTo>
                  <a:pt x="125" y="313"/>
                </a:lnTo>
                <a:lnTo>
                  <a:pt x="125" y="314"/>
                </a:lnTo>
                <a:lnTo>
                  <a:pt x="124" y="314"/>
                </a:lnTo>
                <a:lnTo>
                  <a:pt x="124" y="315"/>
                </a:lnTo>
                <a:lnTo>
                  <a:pt x="125" y="315"/>
                </a:lnTo>
                <a:lnTo>
                  <a:pt x="126" y="315"/>
                </a:lnTo>
                <a:lnTo>
                  <a:pt x="127" y="314"/>
                </a:lnTo>
                <a:lnTo>
                  <a:pt x="128" y="314"/>
                </a:lnTo>
                <a:lnTo>
                  <a:pt x="129" y="314"/>
                </a:lnTo>
                <a:lnTo>
                  <a:pt x="129" y="313"/>
                </a:lnTo>
                <a:lnTo>
                  <a:pt x="129" y="312"/>
                </a:lnTo>
                <a:lnTo>
                  <a:pt x="130" y="312"/>
                </a:lnTo>
                <a:lnTo>
                  <a:pt x="129" y="312"/>
                </a:lnTo>
                <a:lnTo>
                  <a:pt x="129" y="311"/>
                </a:lnTo>
                <a:lnTo>
                  <a:pt x="129" y="310"/>
                </a:lnTo>
                <a:lnTo>
                  <a:pt x="130" y="310"/>
                </a:lnTo>
                <a:lnTo>
                  <a:pt x="129" y="310"/>
                </a:lnTo>
                <a:lnTo>
                  <a:pt x="129" y="309"/>
                </a:lnTo>
                <a:lnTo>
                  <a:pt x="130" y="309"/>
                </a:lnTo>
                <a:lnTo>
                  <a:pt x="131" y="308"/>
                </a:lnTo>
                <a:lnTo>
                  <a:pt x="132" y="308"/>
                </a:lnTo>
                <a:lnTo>
                  <a:pt x="133" y="308"/>
                </a:lnTo>
                <a:lnTo>
                  <a:pt x="134" y="307"/>
                </a:lnTo>
                <a:lnTo>
                  <a:pt x="135" y="307"/>
                </a:lnTo>
                <a:lnTo>
                  <a:pt x="135" y="306"/>
                </a:lnTo>
                <a:lnTo>
                  <a:pt x="136" y="306"/>
                </a:lnTo>
                <a:lnTo>
                  <a:pt x="137" y="305"/>
                </a:lnTo>
                <a:lnTo>
                  <a:pt x="138" y="304"/>
                </a:lnTo>
                <a:lnTo>
                  <a:pt x="138" y="303"/>
                </a:lnTo>
                <a:lnTo>
                  <a:pt x="137" y="302"/>
                </a:lnTo>
                <a:lnTo>
                  <a:pt x="137" y="301"/>
                </a:lnTo>
                <a:lnTo>
                  <a:pt x="137" y="300"/>
                </a:lnTo>
                <a:lnTo>
                  <a:pt x="138" y="300"/>
                </a:lnTo>
                <a:lnTo>
                  <a:pt x="139" y="300"/>
                </a:lnTo>
                <a:lnTo>
                  <a:pt x="140" y="300"/>
                </a:lnTo>
                <a:lnTo>
                  <a:pt x="140" y="299"/>
                </a:lnTo>
                <a:lnTo>
                  <a:pt x="141" y="299"/>
                </a:lnTo>
                <a:lnTo>
                  <a:pt x="142" y="298"/>
                </a:lnTo>
                <a:lnTo>
                  <a:pt x="142" y="299"/>
                </a:lnTo>
                <a:lnTo>
                  <a:pt x="141" y="299"/>
                </a:lnTo>
                <a:lnTo>
                  <a:pt x="142" y="300"/>
                </a:lnTo>
                <a:lnTo>
                  <a:pt x="142" y="299"/>
                </a:lnTo>
                <a:lnTo>
                  <a:pt x="143" y="299"/>
                </a:lnTo>
                <a:lnTo>
                  <a:pt x="144" y="299"/>
                </a:lnTo>
                <a:lnTo>
                  <a:pt x="144" y="298"/>
                </a:lnTo>
                <a:lnTo>
                  <a:pt x="143" y="298"/>
                </a:lnTo>
                <a:lnTo>
                  <a:pt x="143" y="297"/>
                </a:lnTo>
                <a:lnTo>
                  <a:pt x="143" y="296"/>
                </a:lnTo>
                <a:lnTo>
                  <a:pt x="144" y="295"/>
                </a:lnTo>
                <a:lnTo>
                  <a:pt x="146" y="294"/>
                </a:lnTo>
                <a:lnTo>
                  <a:pt x="146" y="293"/>
                </a:lnTo>
                <a:lnTo>
                  <a:pt x="147" y="293"/>
                </a:lnTo>
                <a:lnTo>
                  <a:pt x="148" y="292"/>
                </a:lnTo>
                <a:lnTo>
                  <a:pt x="148" y="291"/>
                </a:lnTo>
                <a:lnTo>
                  <a:pt x="149" y="291"/>
                </a:lnTo>
                <a:lnTo>
                  <a:pt x="149" y="290"/>
                </a:lnTo>
                <a:lnTo>
                  <a:pt x="150" y="290"/>
                </a:lnTo>
                <a:lnTo>
                  <a:pt x="151" y="290"/>
                </a:lnTo>
                <a:lnTo>
                  <a:pt x="152" y="289"/>
                </a:lnTo>
                <a:lnTo>
                  <a:pt x="153" y="289"/>
                </a:lnTo>
                <a:lnTo>
                  <a:pt x="154" y="289"/>
                </a:lnTo>
                <a:lnTo>
                  <a:pt x="155" y="289"/>
                </a:lnTo>
                <a:lnTo>
                  <a:pt x="155" y="288"/>
                </a:lnTo>
                <a:lnTo>
                  <a:pt x="156" y="288"/>
                </a:lnTo>
                <a:lnTo>
                  <a:pt x="156" y="287"/>
                </a:lnTo>
                <a:lnTo>
                  <a:pt x="157" y="287"/>
                </a:lnTo>
                <a:lnTo>
                  <a:pt x="158" y="286"/>
                </a:lnTo>
                <a:lnTo>
                  <a:pt x="159" y="286"/>
                </a:lnTo>
                <a:lnTo>
                  <a:pt x="160" y="286"/>
                </a:lnTo>
                <a:lnTo>
                  <a:pt x="161" y="285"/>
                </a:lnTo>
                <a:lnTo>
                  <a:pt x="161" y="284"/>
                </a:lnTo>
                <a:lnTo>
                  <a:pt x="162" y="284"/>
                </a:lnTo>
                <a:lnTo>
                  <a:pt x="163" y="284"/>
                </a:lnTo>
                <a:lnTo>
                  <a:pt x="164" y="284"/>
                </a:lnTo>
                <a:lnTo>
                  <a:pt x="164" y="285"/>
                </a:lnTo>
                <a:lnTo>
                  <a:pt x="165" y="285"/>
                </a:lnTo>
                <a:lnTo>
                  <a:pt x="166" y="285"/>
                </a:lnTo>
                <a:lnTo>
                  <a:pt x="166" y="286"/>
                </a:lnTo>
                <a:lnTo>
                  <a:pt x="166" y="285"/>
                </a:lnTo>
                <a:lnTo>
                  <a:pt x="167" y="285"/>
                </a:lnTo>
                <a:lnTo>
                  <a:pt x="167" y="286"/>
                </a:lnTo>
                <a:lnTo>
                  <a:pt x="167" y="287"/>
                </a:lnTo>
                <a:lnTo>
                  <a:pt x="168" y="287"/>
                </a:lnTo>
                <a:lnTo>
                  <a:pt x="169" y="287"/>
                </a:lnTo>
                <a:lnTo>
                  <a:pt x="169" y="286"/>
                </a:lnTo>
                <a:lnTo>
                  <a:pt x="170" y="286"/>
                </a:lnTo>
                <a:lnTo>
                  <a:pt x="170" y="285"/>
                </a:lnTo>
                <a:lnTo>
                  <a:pt x="171" y="285"/>
                </a:lnTo>
                <a:lnTo>
                  <a:pt x="171" y="286"/>
                </a:lnTo>
                <a:lnTo>
                  <a:pt x="172" y="285"/>
                </a:lnTo>
                <a:lnTo>
                  <a:pt x="173" y="285"/>
                </a:lnTo>
                <a:lnTo>
                  <a:pt x="173" y="286"/>
                </a:lnTo>
                <a:lnTo>
                  <a:pt x="174" y="286"/>
                </a:lnTo>
                <a:lnTo>
                  <a:pt x="174" y="287"/>
                </a:lnTo>
                <a:lnTo>
                  <a:pt x="174" y="288"/>
                </a:lnTo>
                <a:lnTo>
                  <a:pt x="175" y="289"/>
                </a:lnTo>
                <a:lnTo>
                  <a:pt x="175" y="290"/>
                </a:lnTo>
                <a:lnTo>
                  <a:pt x="175" y="291"/>
                </a:lnTo>
                <a:lnTo>
                  <a:pt x="175" y="292"/>
                </a:lnTo>
                <a:lnTo>
                  <a:pt x="175" y="293"/>
                </a:lnTo>
                <a:lnTo>
                  <a:pt x="176" y="293"/>
                </a:lnTo>
                <a:lnTo>
                  <a:pt x="177" y="294"/>
                </a:lnTo>
                <a:lnTo>
                  <a:pt x="178" y="295"/>
                </a:lnTo>
                <a:lnTo>
                  <a:pt x="178" y="296"/>
                </a:lnTo>
                <a:lnTo>
                  <a:pt x="179" y="296"/>
                </a:lnTo>
                <a:lnTo>
                  <a:pt x="180" y="296"/>
                </a:lnTo>
                <a:lnTo>
                  <a:pt x="182" y="296"/>
                </a:lnTo>
                <a:lnTo>
                  <a:pt x="182" y="295"/>
                </a:lnTo>
                <a:lnTo>
                  <a:pt x="182" y="294"/>
                </a:lnTo>
                <a:lnTo>
                  <a:pt x="183" y="292"/>
                </a:lnTo>
                <a:lnTo>
                  <a:pt x="184" y="291"/>
                </a:lnTo>
                <a:lnTo>
                  <a:pt x="185" y="291"/>
                </a:lnTo>
                <a:lnTo>
                  <a:pt x="185" y="290"/>
                </a:lnTo>
                <a:lnTo>
                  <a:pt x="186" y="290"/>
                </a:lnTo>
                <a:lnTo>
                  <a:pt x="186" y="289"/>
                </a:lnTo>
                <a:lnTo>
                  <a:pt x="186" y="288"/>
                </a:lnTo>
                <a:lnTo>
                  <a:pt x="187" y="287"/>
                </a:lnTo>
                <a:lnTo>
                  <a:pt x="187" y="286"/>
                </a:lnTo>
                <a:lnTo>
                  <a:pt x="187" y="285"/>
                </a:lnTo>
                <a:lnTo>
                  <a:pt x="188" y="284"/>
                </a:lnTo>
                <a:lnTo>
                  <a:pt x="189" y="283"/>
                </a:lnTo>
                <a:lnTo>
                  <a:pt x="189" y="282"/>
                </a:lnTo>
                <a:lnTo>
                  <a:pt x="188" y="281"/>
                </a:lnTo>
                <a:lnTo>
                  <a:pt x="189" y="279"/>
                </a:lnTo>
                <a:lnTo>
                  <a:pt x="189" y="278"/>
                </a:lnTo>
                <a:lnTo>
                  <a:pt x="190" y="277"/>
                </a:lnTo>
                <a:lnTo>
                  <a:pt x="190" y="276"/>
                </a:lnTo>
                <a:lnTo>
                  <a:pt x="191" y="275"/>
                </a:lnTo>
                <a:lnTo>
                  <a:pt x="191" y="274"/>
                </a:lnTo>
                <a:lnTo>
                  <a:pt x="191" y="273"/>
                </a:lnTo>
                <a:lnTo>
                  <a:pt x="190" y="273"/>
                </a:lnTo>
                <a:lnTo>
                  <a:pt x="189" y="273"/>
                </a:lnTo>
                <a:lnTo>
                  <a:pt x="188" y="274"/>
                </a:lnTo>
                <a:lnTo>
                  <a:pt x="187" y="274"/>
                </a:lnTo>
                <a:lnTo>
                  <a:pt x="188" y="273"/>
                </a:lnTo>
                <a:lnTo>
                  <a:pt x="187" y="272"/>
                </a:lnTo>
                <a:lnTo>
                  <a:pt x="188" y="272"/>
                </a:lnTo>
                <a:lnTo>
                  <a:pt x="188" y="270"/>
                </a:lnTo>
                <a:lnTo>
                  <a:pt x="188" y="269"/>
                </a:lnTo>
                <a:lnTo>
                  <a:pt x="188" y="268"/>
                </a:lnTo>
                <a:lnTo>
                  <a:pt x="187" y="268"/>
                </a:lnTo>
                <a:lnTo>
                  <a:pt x="186" y="268"/>
                </a:lnTo>
                <a:lnTo>
                  <a:pt x="186" y="267"/>
                </a:lnTo>
                <a:lnTo>
                  <a:pt x="186" y="266"/>
                </a:lnTo>
                <a:lnTo>
                  <a:pt x="187" y="265"/>
                </a:lnTo>
                <a:lnTo>
                  <a:pt x="187" y="264"/>
                </a:lnTo>
                <a:lnTo>
                  <a:pt x="186" y="264"/>
                </a:lnTo>
                <a:lnTo>
                  <a:pt x="186" y="262"/>
                </a:lnTo>
                <a:lnTo>
                  <a:pt x="187" y="261"/>
                </a:lnTo>
                <a:lnTo>
                  <a:pt x="187" y="260"/>
                </a:lnTo>
                <a:lnTo>
                  <a:pt x="187" y="259"/>
                </a:lnTo>
                <a:lnTo>
                  <a:pt x="188" y="259"/>
                </a:lnTo>
                <a:lnTo>
                  <a:pt x="189" y="259"/>
                </a:lnTo>
                <a:lnTo>
                  <a:pt x="188" y="259"/>
                </a:lnTo>
                <a:lnTo>
                  <a:pt x="188" y="258"/>
                </a:lnTo>
                <a:lnTo>
                  <a:pt x="189" y="258"/>
                </a:lnTo>
                <a:lnTo>
                  <a:pt x="190" y="258"/>
                </a:lnTo>
                <a:lnTo>
                  <a:pt x="191" y="258"/>
                </a:lnTo>
                <a:lnTo>
                  <a:pt x="191" y="257"/>
                </a:lnTo>
                <a:lnTo>
                  <a:pt x="192" y="257"/>
                </a:lnTo>
                <a:lnTo>
                  <a:pt x="193" y="257"/>
                </a:lnTo>
                <a:lnTo>
                  <a:pt x="193" y="256"/>
                </a:lnTo>
                <a:lnTo>
                  <a:pt x="193" y="255"/>
                </a:lnTo>
                <a:lnTo>
                  <a:pt x="193" y="254"/>
                </a:lnTo>
                <a:lnTo>
                  <a:pt x="194" y="254"/>
                </a:lnTo>
                <a:lnTo>
                  <a:pt x="194" y="253"/>
                </a:lnTo>
                <a:lnTo>
                  <a:pt x="193" y="252"/>
                </a:lnTo>
                <a:lnTo>
                  <a:pt x="192" y="251"/>
                </a:lnTo>
                <a:lnTo>
                  <a:pt x="192" y="250"/>
                </a:lnTo>
                <a:lnTo>
                  <a:pt x="192" y="249"/>
                </a:lnTo>
                <a:lnTo>
                  <a:pt x="192" y="248"/>
                </a:lnTo>
                <a:lnTo>
                  <a:pt x="192" y="247"/>
                </a:lnTo>
                <a:lnTo>
                  <a:pt x="192" y="246"/>
                </a:lnTo>
                <a:lnTo>
                  <a:pt x="191" y="246"/>
                </a:lnTo>
                <a:lnTo>
                  <a:pt x="191" y="245"/>
                </a:lnTo>
                <a:lnTo>
                  <a:pt x="191" y="244"/>
                </a:lnTo>
                <a:lnTo>
                  <a:pt x="191" y="243"/>
                </a:lnTo>
                <a:lnTo>
                  <a:pt x="191" y="242"/>
                </a:lnTo>
                <a:lnTo>
                  <a:pt x="190" y="242"/>
                </a:lnTo>
                <a:lnTo>
                  <a:pt x="190" y="241"/>
                </a:lnTo>
                <a:lnTo>
                  <a:pt x="190" y="240"/>
                </a:lnTo>
                <a:lnTo>
                  <a:pt x="189" y="239"/>
                </a:lnTo>
                <a:lnTo>
                  <a:pt x="190" y="238"/>
                </a:lnTo>
                <a:lnTo>
                  <a:pt x="190" y="237"/>
                </a:lnTo>
                <a:lnTo>
                  <a:pt x="190" y="236"/>
                </a:lnTo>
                <a:lnTo>
                  <a:pt x="190" y="235"/>
                </a:lnTo>
                <a:lnTo>
                  <a:pt x="189" y="234"/>
                </a:lnTo>
                <a:lnTo>
                  <a:pt x="189" y="233"/>
                </a:lnTo>
                <a:lnTo>
                  <a:pt x="190" y="233"/>
                </a:lnTo>
                <a:lnTo>
                  <a:pt x="189" y="232"/>
                </a:lnTo>
                <a:lnTo>
                  <a:pt x="189" y="231"/>
                </a:lnTo>
                <a:lnTo>
                  <a:pt x="189" y="230"/>
                </a:lnTo>
                <a:lnTo>
                  <a:pt x="189" y="229"/>
                </a:lnTo>
                <a:lnTo>
                  <a:pt x="188" y="229"/>
                </a:lnTo>
                <a:lnTo>
                  <a:pt x="188" y="228"/>
                </a:lnTo>
                <a:lnTo>
                  <a:pt x="188" y="227"/>
                </a:lnTo>
                <a:lnTo>
                  <a:pt x="188" y="226"/>
                </a:lnTo>
                <a:lnTo>
                  <a:pt x="188" y="225"/>
                </a:lnTo>
                <a:lnTo>
                  <a:pt x="187" y="225"/>
                </a:lnTo>
                <a:lnTo>
                  <a:pt x="186" y="225"/>
                </a:lnTo>
                <a:lnTo>
                  <a:pt x="186" y="224"/>
                </a:lnTo>
                <a:lnTo>
                  <a:pt x="185" y="224"/>
                </a:lnTo>
                <a:lnTo>
                  <a:pt x="185" y="223"/>
                </a:lnTo>
                <a:lnTo>
                  <a:pt x="186" y="223"/>
                </a:lnTo>
                <a:lnTo>
                  <a:pt x="185" y="223"/>
                </a:lnTo>
                <a:lnTo>
                  <a:pt x="184" y="223"/>
                </a:lnTo>
                <a:lnTo>
                  <a:pt x="183" y="223"/>
                </a:lnTo>
                <a:lnTo>
                  <a:pt x="182" y="223"/>
                </a:lnTo>
                <a:lnTo>
                  <a:pt x="181" y="223"/>
                </a:lnTo>
                <a:lnTo>
                  <a:pt x="179" y="223"/>
                </a:lnTo>
                <a:lnTo>
                  <a:pt x="178" y="222"/>
                </a:lnTo>
                <a:lnTo>
                  <a:pt x="178" y="221"/>
                </a:lnTo>
                <a:lnTo>
                  <a:pt x="177" y="221"/>
                </a:lnTo>
                <a:lnTo>
                  <a:pt x="177" y="220"/>
                </a:lnTo>
                <a:lnTo>
                  <a:pt x="176" y="219"/>
                </a:lnTo>
                <a:lnTo>
                  <a:pt x="175" y="219"/>
                </a:lnTo>
                <a:lnTo>
                  <a:pt x="174" y="219"/>
                </a:lnTo>
                <a:lnTo>
                  <a:pt x="173" y="218"/>
                </a:lnTo>
                <a:lnTo>
                  <a:pt x="174" y="218"/>
                </a:lnTo>
                <a:lnTo>
                  <a:pt x="174" y="217"/>
                </a:lnTo>
                <a:lnTo>
                  <a:pt x="173" y="217"/>
                </a:lnTo>
                <a:lnTo>
                  <a:pt x="173" y="216"/>
                </a:lnTo>
                <a:lnTo>
                  <a:pt x="172" y="216"/>
                </a:lnTo>
                <a:lnTo>
                  <a:pt x="172" y="215"/>
                </a:lnTo>
                <a:lnTo>
                  <a:pt x="172" y="216"/>
                </a:lnTo>
                <a:lnTo>
                  <a:pt x="171" y="216"/>
                </a:lnTo>
                <a:lnTo>
                  <a:pt x="171" y="215"/>
                </a:lnTo>
                <a:lnTo>
                  <a:pt x="170" y="215"/>
                </a:lnTo>
                <a:lnTo>
                  <a:pt x="170" y="216"/>
                </a:lnTo>
                <a:lnTo>
                  <a:pt x="170" y="215"/>
                </a:lnTo>
                <a:lnTo>
                  <a:pt x="170" y="216"/>
                </a:lnTo>
                <a:lnTo>
                  <a:pt x="169" y="216"/>
                </a:lnTo>
                <a:lnTo>
                  <a:pt x="168" y="216"/>
                </a:lnTo>
                <a:lnTo>
                  <a:pt x="167" y="216"/>
                </a:lnTo>
                <a:lnTo>
                  <a:pt x="167" y="215"/>
                </a:lnTo>
                <a:lnTo>
                  <a:pt x="167" y="214"/>
                </a:lnTo>
                <a:lnTo>
                  <a:pt x="168" y="214"/>
                </a:lnTo>
                <a:lnTo>
                  <a:pt x="169" y="214"/>
                </a:lnTo>
                <a:lnTo>
                  <a:pt x="169" y="213"/>
                </a:lnTo>
                <a:lnTo>
                  <a:pt x="169" y="212"/>
                </a:lnTo>
                <a:lnTo>
                  <a:pt x="170" y="212"/>
                </a:lnTo>
                <a:lnTo>
                  <a:pt x="171" y="211"/>
                </a:lnTo>
                <a:lnTo>
                  <a:pt x="170" y="211"/>
                </a:lnTo>
                <a:lnTo>
                  <a:pt x="169" y="211"/>
                </a:lnTo>
                <a:lnTo>
                  <a:pt x="168" y="211"/>
                </a:lnTo>
                <a:lnTo>
                  <a:pt x="168" y="212"/>
                </a:lnTo>
                <a:lnTo>
                  <a:pt x="167" y="212"/>
                </a:lnTo>
                <a:lnTo>
                  <a:pt x="167" y="211"/>
                </a:lnTo>
                <a:lnTo>
                  <a:pt x="166" y="211"/>
                </a:lnTo>
                <a:lnTo>
                  <a:pt x="167" y="211"/>
                </a:lnTo>
                <a:lnTo>
                  <a:pt x="166" y="210"/>
                </a:lnTo>
                <a:lnTo>
                  <a:pt x="165" y="210"/>
                </a:lnTo>
                <a:lnTo>
                  <a:pt x="164" y="210"/>
                </a:lnTo>
                <a:lnTo>
                  <a:pt x="162" y="210"/>
                </a:lnTo>
                <a:lnTo>
                  <a:pt x="161" y="209"/>
                </a:lnTo>
                <a:lnTo>
                  <a:pt x="160" y="209"/>
                </a:lnTo>
                <a:lnTo>
                  <a:pt x="159" y="209"/>
                </a:lnTo>
                <a:lnTo>
                  <a:pt x="159" y="207"/>
                </a:lnTo>
                <a:lnTo>
                  <a:pt x="158" y="207"/>
                </a:lnTo>
                <a:lnTo>
                  <a:pt x="157" y="206"/>
                </a:lnTo>
                <a:lnTo>
                  <a:pt x="156" y="206"/>
                </a:lnTo>
                <a:lnTo>
                  <a:pt x="155" y="206"/>
                </a:lnTo>
                <a:lnTo>
                  <a:pt x="154" y="206"/>
                </a:lnTo>
                <a:lnTo>
                  <a:pt x="152" y="207"/>
                </a:lnTo>
                <a:lnTo>
                  <a:pt x="152" y="208"/>
                </a:lnTo>
                <a:lnTo>
                  <a:pt x="152" y="207"/>
                </a:lnTo>
                <a:lnTo>
                  <a:pt x="151" y="207"/>
                </a:lnTo>
                <a:lnTo>
                  <a:pt x="151" y="206"/>
                </a:lnTo>
                <a:lnTo>
                  <a:pt x="150" y="206"/>
                </a:lnTo>
                <a:lnTo>
                  <a:pt x="149" y="206"/>
                </a:lnTo>
                <a:lnTo>
                  <a:pt x="149" y="207"/>
                </a:lnTo>
                <a:lnTo>
                  <a:pt x="149" y="206"/>
                </a:lnTo>
                <a:lnTo>
                  <a:pt x="148" y="206"/>
                </a:lnTo>
                <a:lnTo>
                  <a:pt x="148" y="207"/>
                </a:lnTo>
                <a:lnTo>
                  <a:pt x="148" y="206"/>
                </a:lnTo>
                <a:lnTo>
                  <a:pt x="147" y="206"/>
                </a:lnTo>
                <a:lnTo>
                  <a:pt x="147" y="207"/>
                </a:lnTo>
                <a:lnTo>
                  <a:pt x="146" y="207"/>
                </a:lnTo>
                <a:lnTo>
                  <a:pt x="145" y="207"/>
                </a:lnTo>
                <a:lnTo>
                  <a:pt x="144" y="206"/>
                </a:lnTo>
                <a:lnTo>
                  <a:pt x="144" y="205"/>
                </a:lnTo>
                <a:lnTo>
                  <a:pt x="144" y="204"/>
                </a:lnTo>
                <a:lnTo>
                  <a:pt x="145" y="203"/>
                </a:lnTo>
                <a:lnTo>
                  <a:pt x="146" y="203"/>
                </a:lnTo>
                <a:lnTo>
                  <a:pt x="147" y="203"/>
                </a:lnTo>
                <a:lnTo>
                  <a:pt x="147" y="202"/>
                </a:lnTo>
                <a:lnTo>
                  <a:pt x="146" y="202"/>
                </a:lnTo>
                <a:lnTo>
                  <a:pt x="146" y="201"/>
                </a:lnTo>
                <a:lnTo>
                  <a:pt x="147" y="200"/>
                </a:lnTo>
                <a:lnTo>
                  <a:pt x="148" y="200"/>
                </a:lnTo>
                <a:lnTo>
                  <a:pt x="148" y="199"/>
                </a:lnTo>
                <a:lnTo>
                  <a:pt x="148" y="200"/>
                </a:lnTo>
                <a:lnTo>
                  <a:pt x="148" y="199"/>
                </a:lnTo>
                <a:lnTo>
                  <a:pt x="147" y="199"/>
                </a:lnTo>
                <a:lnTo>
                  <a:pt x="147" y="198"/>
                </a:lnTo>
                <a:lnTo>
                  <a:pt x="146" y="198"/>
                </a:lnTo>
                <a:lnTo>
                  <a:pt x="146" y="197"/>
                </a:lnTo>
                <a:lnTo>
                  <a:pt x="146" y="196"/>
                </a:lnTo>
                <a:lnTo>
                  <a:pt x="146" y="195"/>
                </a:lnTo>
                <a:lnTo>
                  <a:pt x="146" y="194"/>
                </a:lnTo>
                <a:lnTo>
                  <a:pt x="146" y="193"/>
                </a:lnTo>
                <a:lnTo>
                  <a:pt x="145" y="192"/>
                </a:lnTo>
                <a:lnTo>
                  <a:pt x="145" y="190"/>
                </a:lnTo>
                <a:lnTo>
                  <a:pt x="145" y="189"/>
                </a:lnTo>
                <a:lnTo>
                  <a:pt x="143" y="189"/>
                </a:lnTo>
                <a:lnTo>
                  <a:pt x="142" y="188"/>
                </a:lnTo>
                <a:lnTo>
                  <a:pt x="141" y="188"/>
                </a:lnTo>
                <a:lnTo>
                  <a:pt x="141" y="187"/>
                </a:lnTo>
                <a:lnTo>
                  <a:pt x="141" y="186"/>
                </a:lnTo>
                <a:lnTo>
                  <a:pt x="140" y="186"/>
                </a:lnTo>
                <a:lnTo>
                  <a:pt x="139" y="186"/>
                </a:lnTo>
                <a:lnTo>
                  <a:pt x="138" y="186"/>
                </a:lnTo>
                <a:lnTo>
                  <a:pt x="138" y="187"/>
                </a:lnTo>
                <a:lnTo>
                  <a:pt x="137" y="186"/>
                </a:lnTo>
                <a:lnTo>
                  <a:pt x="136" y="186"/>
                </a:lnTo>
                <a:lnTo>
                  <a:pt x="134" y="187"/>
                </a:lnTo>
                <a:lnTo>
                  <a:pt x="133" y="187"/>
                </a:lnTo>
                <a:lnTo>
                  <a:pt x="132" y="187"/>
                </a:lnTo>
                <a:lnTo>
                  <a:pt x="131" y="187"/>
                </a:lnTo>
                <a:lnTo>
                  <a:pt x="131" y="186"/>
                </a:lnTo>
                <a:lnTo>
                  <a:pt x="130" y="186"/>
                </a:lnTo>
                <a:lnTo>
                  <a:pt x="129" y="185"/>
                </a:lnTo>
                <a:lnTo>
                  <a:pt x="130" y="185"/>
                </a:lnTo>
                <a:lnTo>
                  <a:pt x="131" y="184"/>
                </a:lnTo>
                <a:lnTo>
                  <a:pt x="131" y="183"/>
                </a:lnTo>
                <a:lnTo>
                  <a:pt x="132" y="183"/>
                </a:lnTo>
                <a:lnTo>
                  <a:pt x="131" y="183"/>
                </a:lnTo>
                <a:lnTo>
                  <a:pt x="131" y="182"/>
                </a:lnTo>
                <a:lnTo>
                  <a:pt x="130" y="182"/>
                </a:lnTo>
                <a:lnTo>
                  <a:pt x="130" y="181"/>
                </a:lnTo>
                <a:lnTo>
                  <a:pt x="131" y="181"/>
                </a:lnTo>
                <a:lnTo>
                  <a:pt x="130" y="180"/>
                </a:lnTo>
                <a:lnTo>
                  <a:pt x="130" y="179"/>
                </a:lnTo>
                <a:lnTo>
                  <a:pt x="131" y="178"/>
                </a:lnTo>
                <a:lnTo>
                  <a:pt x="131" y="177"/>
                </a:lnTo>
                <a:lnTo>
                  <a:pt x="132" y="176"/>
                </a:lnTo>
                <a:lnTo>
                  <a:pt x="133" y="176"/>
                </a:lnTo>
                <a:lnTo>
                  <a:pt x="134" y="176"/>
                </a:lnTo>
                <a:lnTo>
                  <a:pt x="135" y="176"/>
                </a:lnTo>
                <a:lnTo>
                  <a:pt x="135" y="175"/>
                </a:lnTo>
                <a:lnTo>
                  <a:pt x="135" y="174"/>
                </a:lnTo>
                <a:lnTo>
                  <a:pt x="134" y="174"/>
                </a:lnTo>
                <a:lnTo>
                  <a:pt x="134" y="173"/>
                </a:lnTo>
                <a:lnTo>
                  <a:pt x="134" y="172"/>
                </a:lnTo>
                <a:lnTo>
                  <a:pt x="133" y="171"/>
                </a:lnTo>
                <a:lnTo>
                  <a:pt x="133" y="170"/>
                </a:lnTo>
                <a:lnTo>
                  <a:pt x="133" y="169"/>
                </a:lnTo>
                <a:lnTo>
                  <a:pt x="132" y="167"/>
                </a:lnTo>
                <a:lnTo>
                  <a:pt x="131" y="167"/>
                </a:lnTo>
                <a:lnTo>
                  <a:pt x="130" y="166"/>
                </a:lnTo>
                <a:lnTo>
                  <a:pt x="129" y="165"/>
                </a:lnTo>
                <a:lnTo>
                  <a:pt x="130" y="165"/>
                </a:lnTo>
                <a:lnTo>
                  <a:pt x="130" y="164"/>
                </a:lnTo>
                <a:lnTo>
                  <a:pt x="130" y="163"/>
                </a:lnTo>
                <a:lnTo>
                  <a:pt x="131" y="163"/>
                </a:lnTo>
                <a:lnTo>
                  <a:pt x="131" y="162"/>
                </a:lnTo>
                <a:lnTo>
                  <a:pt x="132" y="162"/>
                </a:lnTo>
                <a:lnTo>
                  <a:pt x="133" y="162"/>
                </a:lnTo>
                <a:lnTo>
                  <a:pt x="134" y="162"/>
                </a:lnTo>
                <a:lnTo>
                  <a:pt x="134" y="161"/>
                </a:lnTo>
                <a:lnTo>
                  <a:pt x="134" y="160"/>
                </a:lnTo>
                <a:lnTo>
                  <a:pt x="134" y="159"/>
                </a:lnTo>
                <a:lnTo>
                  <a:pt x="134" y="158"/>
                </a:lnTo>
                <a:lnTo>
                  <a:pt x="134" y="157"/>
                </a:lnTo>
                <a:lnTo>
                  <a:pt x="134" y="156"/>
                </a:lnTo>
                <a:lnTo>
                  <a:pt x="133" y="155"/>
                </a:lnTo>
                <a:lnTo>
                  <a:pt x="132" y="154"/>
                </a:lnTo>
                <a:lnTo>
                  <a:pt x="131" y="154"/>
                </a:lnTo>
                <a:lnTo>
                  <a:pt x="130" y="153"/>
                </a:lnTo>
                <a:lnTo>
                  <a:pt x="130" y="152"/>
                </a:lnTo>
                <a:lnTo>
                  <a:pt x="130" y="150"/>
                </a:lnTo>
                <a:lnTo>
                  <a:pt x="130" y="149"/>
                </a:lnTo>
                <a:lnTo>
                  <a:pt x="130" y="148"/>
                </a:lnTo>
                <a:lnTo>
                  <a:pt x="130" y="147"/>
                </a:lnTo>
                <a:lnTo>
                  <a:pt x="131" y="145"/>
                </a:lnTo>
                <a:lnTo>
                  <a:pt x="131" y="144"/>
                </a:lnTo>
                <a:lnTo>
                  <a:pt x="132" y="144"/>
                </a:lnTo>
                <a:lnTo>
                  <a:pt x="133" y="144"/>
                </a:lnTo>
                <a:lnTo>
                  <a:pt x="133" y="143"/>
                </a:lnTo>
                <a:lnTo>
                  <a:pt x="133" y="141"/>
                </a:lnTo>
                <a:lnTo>
                  <a:pt x="133" y="140"/>
                </a:lnTo>
                <a:lnTo>
                  <a:pt x="133" y="139"/>
                </a:lnTo>
                <a:lnTo>
                  <a:pt x="132" y="139"/>
                </a:lnTo>
                <a:lnTo>
                  <a:pt x="132" y="138"/>
                </a:lnTo>
                <a:lnTo>
                  <a:pt x="131" y="138"/>
                </a:lnTo>
                <a:lnTo>
                  <a:pt x="130" y="137"/>
                </a:lnTo>
                <a:lnTo>
                  <a:pt x="130" y="135"/>
                </a:lnTo>
                <a:lnTo>
                  <a:pt x="130" y="134"/>
                </a:lnTo>
                <a:lnTo>
                  <a:pt x="130" y="132"/>
                </a:lnTo>
                <a:lnTo>
                  <a:pt x="131" y="131"/>
                </a:lnTo>
                <a:lnTo>
                  <a:pt x="131" y="130"/>
                </a:lnTo>
                <a:lnTo>
                  <a:pt x="131" y="129"/>
                </a:lnTo>
                <a:lnTo>
                  <a:pt x="132" y="129"/>
                </a:lnTo>
                <a:lnTo>
                  <a:pt x="132" y="128"/>
                </a:lnTo>
                <a:lnTo>
                  <a:pt x="131" y="128"/>
                </a:lnTo>
                <a:lnTo>
                  <a:pt x="131" y="127"/>
                </a:lnTo>
                <a:lnTo>
                  <a:pt x="130" y="127"/>
                </a:lnTo>
                <a:lnTo>
                  <a:pt x="128" y="127"/>
                </a:lnTo>
                <a:lnTo>
                  <a:pt x="128" y="126"/>
                </a:lnTo>
                <a:lnTo>
                  <a:pt x="127" y="126"/>
                </a:lnTo>
                <a:lnTo>
                  <a:pt x="127" y="127"/>
                </a:lnTo>
                <a:lnTo>
                  <a:pt x="127" y="126"/>
                </a:lnTo>
                <a:lnTo>
                  <a:pt x="126" y="126"/>
                </a:lnTo>
                <a:lnTo>
                  <a:pt x="126" y="125"/>
                </a:lnTo>
                <a:lnTo>
                  <a:pt x="125" y="125"/>
                </a:lnTo>
                <a:lnTo>
                  <a:pt x="125" y="124"/>
                </a:lnTo>
                <a:lnTo>
                  <a:pt x="125" y="123"/>
                </a:lnTo>
                <a:lnTo>
                  <a:pt x="124" y="122"/>
                </a:lnTo>
                <a:lnTo>
                  <a:pt x="124" y="121"/>
                </a:lnTo>
                <a:lnTo>
                  <a:pt x="123" y="121"/>
                </a:lnTo>
                <a:lnTo>
                  <a:pt x="122" y="121"/>
                </a:lnTo>
                <a:lnTo>
                  <a:pt x="122" y="120"/>
                </a:lnTo>
                <a:lnTo>
                  <a:pt x="123" y="120"/>
                </a:lnTo>
                <a:lnTo>
                  <a:pt x="123" y="119"/>
                </a:lnTo>
                <a:lnTo>
                  <a:pt x="122" y="119"/>
                </a:lnTo>
                <a:lnTo>
                  <a:pt x="121" y="119"/>
                </a:lnTo>
                <a:lnTo>
                  <a:pt x="120" y="118"/>
                </a:lnTo>
                <a:lnTo>
                  <a:pt x="120" y="117"/>
                </a:lnTo>
                <a:lnTo>
                  <a:pt x="121" y="116"/>
                </a:lnTo>
                <a:lnTo>
                  <a:pt x="121" y="115"/>
                </a:lnTo>
                <a:lnTo>
                  <a:pt x="121" y="114"/>
                </a:lnTo>
                <a:lnTo>
                  <a:pt x="122" y="114"/>
                </a:lnTo>
                <a:lnTo>
                  <a:pt x="122" y="113"/>
                </a:lnTo>
                <a:lnTo>
                  <a:pt x="122" y="112"/>
                </a:lnTo>
                <a:lnTo>
                  <a:pt x="122" y="111"/>
                </a:lnTo>
                <a:lnTo>
                  <a:pt x="122" y="110"/>
                </a:lnTo>
                <a:lnTo>
                  <a:pt x="121" y="110"/>
                </a:lnTo>
                <a:lnTo>
                  <a:pt x="121" y="109"/>
                </a:lnTo>
                <a:lnTo>
                  <a:pt x="121" y="108"/>
                </a:lnTo>
                <a:lnTo>
                  <a:pt x="121" y="107"/>
                </a:lnTo>
                <a:lnTo>
                  <a:pt x="121" y="106"/>
                </a:lnTo>
                <a:lnTo>
                  <a:pt x="122" y="105"/>
                </a:lnTo>
                <a:lnTo>
                  <a:pt x="123" y="105"/>
                </a:lnTo>
                <a:lnTo>
                  <a:pt x="124" y="105"/>
                </a:lnTo>
                <a:lnTo>
                  <a:pt x="124" y="104"/>
                </a:lnTo>
                <a:lnTo>
                  <a:pt x="124" y="103"/>
                </a:lnTo>
                <a:lnTo>
                  <a:pt x="123" y="103"/>
                </a:lnTo>
                <a:lnTo>
                  <a:pt x="123" y="102"/>
                </a:lnTo>
                <a:lnTo>
                  <a:pt x="123" y="101"/>
                </a:lnTo>
                <a:lnTo>
                  <a:pt x="124" y="101"/>
                </a:lnTo>
                <a:lnTo>
                  <a:pt x="124" y="100"/>
                </a:lnTo>
                <a:lnTo>
                  <a:pt x="125" y="100"/>
                </a:lnTo>
                <a:lnTo>
                  <a:pt x="125" y="99"/>
                </a:lnTo>
                <a:lnTo>
                  <a:pt x="126" y="99"/>
                </a:lnTo>
                <a:lnTo>
                  <a:pt x="126" y="97"/>
                </a:lnTo>
                <a:lnTo>
                  <a:pt x="126" y="96"/>
                </a:lnTo>
                <a:lnTo>
                  <a:pt x="126" y="95"/>
                </a:lnTo>
                <a:lnTo>
                  <a:pt x="128" y="95"/>
                </a:lnTo>
                <a:lnTo>
                  <a:pt x="128" y="94"/>
                </a:lnTo>
                <a:lnTo>
                  <a:pt x="128" y="93"/>
                </a:lnTo>
                <a:lnTo>
                  <a:pt x="129" y="93"/>
                </a:lnTo>
                <a:lnTo>
                  <a:pt x="129" y="92"/>
                </a:lnTo>
                <a:lnTo>
                  <a:pt x="129" y="91"/>
                </a:lnTo>
                <a:lnTo>
                  <a:pt x="130" y="91"/>
                </a:lnTo>
                <a:lnTo>
                  <a:pt x="131" y="90"/>
                </a:lnTo>
                <a:lnTo>
                  <a:pt x="132" y="90"/>
                </a:lnTo>
                <a:lnTo>
                  <a:pt x="132" y="91"/>
                </a:lnTo>
                <a:lnTo>
                  <a:pt x="133" y="91"/>
                </a:lnTo>
                <a:lnTo>
                  <a:pt x="133" y="90"/>
                </a:lnTo>
                <a:lnTo>
                  <a:pt x="134" y="89"/>
                </a:lnTo>
                <a:lnTo>
                  <a:pt x="135" y="89"/>
                </a:lnTo>
                <a:lnTo>
                  <a:pt x="135" y="87"/>
                </a:lnTo>
                <a:lnTo>
                  <a:pt x="135" y="86"/>
                </a:lnTo>
                <a:lnTo>
                  <a:pt x="134" y="86"/>
                </a:lnTo>
                <a:lnTo>
                  <a:pt x="133" y="86"/>
                </a:lnTo>
                <a:lnTo>
                  <a:pt x="133" y="85"/>
                </a:lnTo>
                <a:lnTo>
                  <a:pt x="134" y="85"/>
                </a:lnTo>
                <a:lnTo>
                  <a:pt x="134" y="84"/>
                </a:lnTo>
                <a:lnTo>
                  <a:pt x="134" y="83"/>
                </a:lnTo>
                <a:lnTo>
                  <a:pt x="133" y="83"/>
                </a:lnTo>
                <a:lnTo>
                  <a:pt x="133" y="82"/>
                </a:lnTo>
                <a:lnTo>
                  <a:pt x="134" y="81"/>
                </a:lnTo>
                <a:lnTo>
                  <a:pt x="135" y="81"/>
                </a:lnTo>
                <a:lnTo>
                  <a:pt x="136" y="81"/>
                </a:lnTo>
                <a:lnTo>
                  <a:pt x="137" y="81"/>
                </a:lnTo>
                <a:lnTo>
                  <a:pt x="138" y="81"/>
                </a:lnTo>
                <a:lnTo>
                  <a:pt x="139" y="81"/>
                </a:lnTo>
                <a:lnTo>
                  <a:pt x="140" y="81"/>
                </a:lnTo>
                <a:lnTo>
                  <a:pt x="141" y="82"/>
                </a:lnTo>
                <a:lnTo>
                  <a:pt x="141" y="81"/>
                </a:lnTo>
                <a:lnTo>
                  <a:pt x="142" y="81"/>
                </a:lnTo>
                <a:lnTo>
                  <a:pt x="143" y="80"/>
                </a:lnTo>
                <a:lnTo>
                  <a:pt x="143" y="81"/>
                </a:lnTo>
                <a:lnTo>
                  <a:pt x="144" y="81"/>
                </a:lnTo>
                <a:lnTo>
                  <a:pt x="144" y="80"/>
                </a:lnTo>
                <a:lnTo>
                  <a:pt x="145" y="80"/>
                </a:lnTo>
                <a:lnTo>
                  <a:pt x="145" y="81"/>
                </a:lnTo>
                <a:lnTo>
                  <a:pt x="147" y="82"/>
                </a:lnTo>
                <a:lnTo>
                  <a:pt x="147" y="83"/>
                </a:lnTo>
                <a:lnTo>
                  <a:pt x="148" y="83"/>
                </a:lnTo>
                <a:lnTo>
                  <a:pt x="149" y="83"/>
                </a:lnTo>
                <a:lnTo>
                  <a:pt x="150" y="83"/>
                </a:lnTo>
                <a:lnTo>
                  <a:pt x="151" y="84"/>
                </a:lnTo>
                <a:lnTo>
                  <a:pt x="152" y="83"/>
                </a:lnTo>
                <a:lnTo>
                  <a:pt x="152" y="84"/>
                </a:lnTo>
                <a:lnTo>
                  <a:pt x="153" y="84"/>
                </a:lnTo>
                <a:lnTo>
                  <a:pt x="154" y="84"/>
                </a:lnTo>
                <a:lnTo>
                  <a:pt x="155" y="84"/>
                </a:lnTo>
                <a:lnTo>
                  <a:pt x="156" y="84"/>
                </a:lnTo>
                <a:lnTo>
                  <a:pt x="156" y="83"/>
                </a:lnTo>
                <a:lnTo>
                  <a:pt x="157" y="83"/>
                </a:lnTo>
                <a:lnTo>
                  <a:pt x="158" y="84"/>
                </a:lnTo>
                <a:lnTo>
                  <a:pt x="159" y="84"/>
                </a:lnTo>
                <a:lnTo>
                  <a:pt x="159" y="83"/>
                </a:lnTo>
                <a:lnTo>
                  <a:pt x="160" y="82"/>
                </a:lnTo>
                <a:lnTo>
                  <a:pt x="161" y="82"/>
                </a:lnTo>
                <a:lnTo>
                  <a:pt x="162" y="82"/>
                </a:lnTo>
                <a:lnTo>
                  <a:pt x="163" y="82"/>
                </a:lnTo>
                <a:lnTo>
                  <a:pt x="164" y="82"/>
                </a:lnTo>
                <a:lnTo>
                  <a:pt x="164" y="83"/>
                </a:lnTo>
                <a:lnTo>
                  <a:pt x="164" y="82"/>
                </a:lnTo>
                <a:lnTo>
                  <a:pt x="165" y="82"/>
                </a:lnTo>
                <a:lnTo>
                  <a:pt x="166" y="83"/>
                </a:lnTo>
                <a:lnTo>
                  <a:pt x="167" y="84"/>
                </a:lnTo>
                <a:lnTo>
                  <a:pt x="167" y="85"/>
                </a:lnTo>
                <a:lnTo>
                  <a:pt x="168" y="85"/>
                </a:lnTo>
                <a:lnTo>
                  <a:pt x="169" y="85"/>
                </a:lnTo>
                <a:lnTo>
                  <a:pt x="169" y="84"/>
                </a:lnTo>
                <a:lnTo>
                  <a:pt x="170" y="84"/>
                </a:lnTo>
                <a:lnTo>
                  <a:pt x="171" y="85"/>
                </a:lnTo>
                <a:lnTo>
                  <a:pt x="171" y="87"/>
                </a:lnTo>
                <a:lnTo>
                  <a:pt x="172" y="87"/>
                </a:lnTo>
                <a:lnTo>
                  <a:pt x="173" y="87"/>
                </a:lnTo>
                <a:lnTo>
                  <a:pt x="174" y="87"/>
                </a:lnTo>
                <a:lnTo>
                  <a:pt x="174" y="88"/>
                </a:lnTo>
                <a:lnTo>
                  <a:pt x="175" y="88"/>
                </a:lnTo>
                <a:lnTo>
                  <a:pt x="176" y="88"/>
                </a:lnTo>
                <a:lnTo>
                  <a:pt x="177" y="88"/>
                </a:lnTo>
                <a:lnTo>
                  <a:pt x="177" y="87"/>
                </a:lnTo>
                <a:lnTo>
                  <a:pt x="177" y="86"/>
                </a:lnTo>
                <a:lnTo>
                  <a:pt x="178" y="86"/>
                </a:lnTo>
                <a:lnTo>
                  <a:pt x="179" y="86"/>
                </a:lnTo>
                <a:lnTo>
                  <a:pt x="180" y="86"/>
                </a:lnTo>
                <a:lnTo>
                  <a:pt x="180" y="85"/>
                </a:lnTo>
                <a:lnTo>
                  <a:pt x="180" y="84"/>
                </a:lnTo>
                <a:lnTo>
                  <a:pt x="181" y="84"/>
                </a:lnTo>
                <a:lnTo>
                  <a:pt x="181" y="83"/>
                </a:lnTo>
                <a:lnTo>
                  <a:pt x="182" y="83"/>
                </a:lnTo>
                <a:lnTo>
                  <a:pt x="183" y="83"/>
                </a:lnTo>
                <a:lnTo>
                  <a:pt x="183" y="82"/>
                </a:lnTo>
                <a:lnTo>
                  <a:pt x="183" y="81"/>
                </a:lnTo>
                <a:lnTo>
                  <a:pt x="182" y="81"/>
                </a:lnTo>
                <a:lnTo>
                  <a:pt x="182" y="80"/>
                </a:lnTo>
                <a:lnTo>
                  <a:pt x="182" y="79"/>
                </a:lnTo>
                <a:lnTo>
                  <a:pt x="183" y="79"/>
                </a:lnTo>
                <a:lnTo>
                  <a:pt x="184" y="79"/>
                </a:lnTo>
                <a:lnTo>
                  <a:pt x="185" y="79"/>
                </a:lnTo>
                <a:lnTo>
                  <a:pt x="187" y="79"/>
                </a:lnTo>
                <a:lnTo>
                  <a:pt x="187" y="80"/>
                </a:lnTo>
                <a:lnTo>
                  <a:pt x="188" y="80"/>
                </a:lnTo>
                <a:lnTo>
                  <a:pt x="188" y="81"/>
                </a:lnTo>
                <a:lnTo>
                  <a:pt x="188" y="82"/>
                </a:lnTo>
                <a:lnTo>
                  <a:pt x="189" y="82"/>
                </a:lnTo>
                <a:lnTo>
                  <a:pt x="190" y="82"/>
                </a:lnTo>
                <a:lnTo>
                  <a:pt x="191" y="81"/>
                </a:lnTo>
                <a:lnTo>
                  <a:pt x="191" y="80"/>
                </a:lnTo>
                <a:lnTo>
                  <a:pt x="193" y="79"/>
                </a:lnTo>
                <a:lnTo>
                  <a:pt x="193" y="78"/>
                </a:lnTo>
                <a:lnTo>
                  <a:pt x="194" y="78"/>
                </a:lnTo>
                <a:lnTo>
                  <a:pt x="195" y="78"/>
                </a:lnTo>
                <a:lnTo>
                  <a:pt x="195" y="77"/>
                </a:lnTo>
                <a:lnTo>
                  <a:pt x="195" y="76"/>
                </a:lnTo>
                <a:lnTo>
                  <a:pt x="194" y="76"/>
                </a:lnTo>
                <a:lnTo>
                  <a:pt x="193" y="76"/>
                </a:lnTo>
                <a:lnTo>
                  <a:pt x="193" y="75"/>
                </a:lnTo>
                <a:lnTo>
                  <a:pt x="192" y="75"/>
                </a:lnTo>
                <a:lnTo>
                  <a:pt x="192" y="74"/>
                </a:lnTo>
                <a:lnTo>
                  <a:pt x="192" y="73"/>
                </a:lnTo>
                <a:lnTo>
                  <a:pt x="191" y="73"/>
                </a:lnTo>
                <a:lnTo>
                  <a:pt x="189" y="72"/>
                </a:lnTo>
                <a:lnTo>
                  <a:pt x="189" y="71"/>
                </a:lnTo>
                <a:lnTo>
                  <a:pt x="189" y="70"/>
                </a:lnTo>
                <a:lnTo>
                  <a:pt x="190" y="70"/>
                </a:lnTo>
                <a:lnTo>
                  <a:pt x="190" y="68"/>
                </a:lnTo>
                <a:lnTo>
                  <a:pt x="191" y="68"/>
                </a:lnTo>
                <a:lnTo>
                  <a:pt x="191" y="67"/>
                </a:lnTo>
                <a:lnTo>
                  <a:pt x="191" y="66"/>
                </a:lnTo>
                <a:lnTo>
                  <a:pt x="191" y="65"/>
                </a:lnTo>
                <a:lnTo>
                  <a:pt x="190" y="65"/>
                </a:lnTo>
                <a:lnTo>
                  <a:pt x="190" y="64"/>
                </a:lnTo>
                <a:lnTo>
                  <a:pt x="190" y="63"/>
                </a:lnTo>
                <a:lnTo>
                  <a:pt x="190" y="62"/>
                </a:lnTo>
                <a:lnTo>
                  <a:pt x="190" y="61"/>
                </a:lnTo>
                <a:lnTo>
                  <a:pt x="189" y="61"/>
                </a:lnTo>
                <a:lnTo>
                  <a:pt x="188" y="61"/>
                </a:lnTo>
                <a:lnTo>
                  <a:pt x="187" y="60"/>
                </a:lnTo>
                <a:lnTo>
                  <a:pt x="186" y="60"/>
                </a:lnTo>
                <a:lnTo>
                  <a:pt x="186" y="59"/>
                </a:lnTo>
                <a:lnTo>
                  <a:pt x="187" y="59"/>
                </a:lnTo>
                <a:lnTo>
                  <a:pt x="188" y="59"/>
                </a:lnTo>
                <a:lnTo>
                  <a:pt x="188" y="58"/>
                </a:lnTo>
                <a:lnTo>
                  <a:pt x="188" y="56"/>
                </a:lnTo>
                <a:lnTo>
                  <a:pt x="187" y="56"/>
                </a:lnTo>
                <a:lnTo>
                  <a:pt x="186" y="56"/>
                </a:lnTo>
                <a:lnTo>
                  <a:pt x="186" y="55"/>
                </a:lnTo>
                <a:lnTo>
                  <a:pt x="185" y="55"/>
                </a:lnTo>
                <a:lnTo>
                  <a:pt x="185" y="54"/>
                </a:lnTo>
                <a:lnTo>
                  <a:pt x="184" y="53"/>
                </a:lnTo>
                <a:lnTo>
                  <a:pt x="183" y="52"/>
                </a:lnTo>
                <a:lnTo>
                  <a:pt x="182" y="52"/>
                </a:lnTo>
                <a:lnTo>
                  <a:pt x="181" y="52"/>
                </a:lnTo>
                <a:lnTo>
                  <a:pt x="180" y="51"/>
                </a:lnTo>
                <a:lnTo>
                  <a:pt x="179" y="51"/>
                </a:lnTo>
                <a:lnTo>
                  <a:pt x="177" y="50"/>
                </a:lnTo>
                <a:lnTo>
                  <a:pt x="177" y="49"/>
                </a:lnTo>
                <a:lnTo>
                  <a:pt x="176" y="49"/>
                </a:lnTo>
                <a:lnTo>
                  <a:pt x="176" y="48"/>
                </a:lnTo>
                <a:lnTo>
                  <a:pt x="175" y="48"/>
                </a:lnTo>
                <a:lnTo>
                  <a:pt x="175" y="49"/>
                </a:lnTo>
                <a:lnTo>
                  <a:pt x="174" y="49"/>
                </a:lnTo>
                <a:lnTo>
                  <a:pt x="173" y="48"/>
                </a:lnTo>
                <a:lnTo>
                  <a:pt x="172" y="47"/>
                </a:lnTo>
                <a:lnTo>
                  <a:pt x="171" y="47"/>
                </a:lnTo>
                <a:lnTo>
                  <a:pt x="170" y="47"/>
                </a:lnTo>
                <a:lnTo>
                  <a:pt x="169" y="47"/>
                </a:lnTo>
                <a:lnTo>
                  <a:pt x="168" y="47"/>
                </a:lnTo>
                <a:lnTo>
                  <a:pt x="167" y="47"/>
                </a:lnTo>
                <a:lnTo>
                  <a:pt x="166" y="47"/>
                </a:lnTo>
                <a:lnTo>
                  <a:pt x="165" y="47"/>
                </a:lnTo>
                <a:lnTo>
                  <a:pt x="165" y="46"/>
                </a:lnTo>
                <a:lnTo>
                  <a:pt x="165" y="45"/>
                </a:lnTo>
                <a:lnTo>
                  <a:pt x="164" y="45"/>
                </a:lnTo>
                <a:lnTo>
                  <a:pt x="162" y="45"/>
                </a:lnTo>
                <a:lnTo>
                  <a:pt x="161" y="45"/>
                </a:lnTo>
                <a:lnTo>
                  <a:pt x="160" y="44"/>
                </a:lnTo>
                <a:lnTo>
                  <a:pt x="159" y="44"/>
                </a:lnTo>
                <a:lnTo>
                  <a:pt x="158" y="44"/>
                </a:lnTo>
                <a:lnTo>
                  <a:pt x="158" y="45"/>
                </a:lnTo>
                <a:lnTo>
                  <a:pt x="157" y="46"/>
                </a:lnTo>
                <a:lnTo>
                  <a:pt x="155" y="46"/>
                </a:lnTo>
                <a:lnTo>
                  <a:pt x="154" y="46"/>
                </a:lnTo>
                <a:lnTo>
                  <a:pt x="154" y="47"/>
                </a:lnTo>
                <a:lnTo>
                  <a:pt x="153" y="48"/>
                </a:lnTo>
                <a:lnTo>
                  <a:pt x="152" y="48"/>
                </a:lnTo>
                <a:lnTo>
                  <a:pt x="151" y="47"/>
                </a:lnTo>
                <a:lnTo>
                  <a:pt x="149" y="45"/>
                </a:lnTo>
                <a:lnTo>
                  <a:pt x="149" y="44"/>
                </a:lnTo>
                <a:lnTo>
                  <a:pt x="149" y="43"/>
                </a:lnTo>
                <a:lnTo>
                  <a:pt x="149" y="42"/>
                </a:lnTo>
                <a:lnTo>
                  <a:pt x="149" y="41"/>
                </a:lnTo>
                <a:lnTo>
                  <a:pt x="150" y="41"/>
                </a:lnTo>
                <a:lnTo>
                  <a:pt x="150" y="40"/>
                </a:lnTo>
                <a:lnTo>
                  <a:pt x="150" y="39"/>
                </a:lnTo>
                <a:lnTo>
                  <a:pt x="149" y="38"/>
                </a:lnTo>
                <a:lnTo>
                  <a:pt x="150" y="38"/>
                </a:lnTo>
                <a:lnTo>
                  <a:pt x="151" y="37"/>
                </a:lnTo>
                <a:lnTo>
                  <a:pt x="150" y="37"/>
                </a:lnTo>
                <a:lnTo>
                  <a:pt x="150" y="36"/>
                </a:lnTo>
                <a:lnTo>
                  <a:pt x="151" y="35"/>
                </a:lnTo>
                <a:lnTo>
                  <a:pt x="151" y="34"/>
                </a:lnTo>
                <a:lnTo>
                  <a:pt x="151" y="33"/>
                </a:lnTo>
                <a:lnTo>
                  <a:pt x="151" y="32"/>
                </a:lnTo>
                <a:lnTo>
                  <a:pt x="151" y="31"/>
                </a:lnTo>
                <a:lnTo>
                  <a:pt x="152" y="31"/>
                </a:lnTo>
                <a:lnTo>
                  <a:pt x="151" y="30"/>
                </a:lnTo>
                <a:lnTo>
                  <a:pt x="151" y="29"/>
                </a:lnTo>
                <a:lnTo>
                  <a:pt x="152" y="29"/>
                </a:lnTo>
                <a:lnTo>
                  <a:pt x="152" y="28"/>
                </a:lnTo>
                <a:lnTo>
                  <a:pt x="152" y="27"/>
                </a:lnTo>
                <a:lnTo>
                  <a:pt x="152" y="26"/>
                </a:lnTo>
                <a:lnTo>
                  <a:pt x="152" y="25"/>
                </a:lnTo>
                <a:lnTo>
                  <a:pt x="151" y="25"/>
                </a:lnTo>
                <a:lnTo>
                  <a:pt x="150" y="25"/>
                </a:lnTo>
                <a:lnTo>
                  <a:pt x="149" y="25"/>
                </a:lnTo>
                <a:lnTo>
                  <a:pt x="148" y="24"/>
                </a:lnTo>
                <a:lnTo>
                  <a:pt x="147" y="23"/>
                </a:lnTo>
                <a:lnTo>
                  <a:pt x="146" y="23"/>
                </a:lnTo>
                <a:lnTo>
                  <a:pt x="145" y="23"/>
                </a:lnTo>
                <a:lnTo>
                  <a:pt x="145" y="21"/>
                </a:lnTo>
                <a:lnTo>
                  <a:pt x="144" y="21"/>
                </a:lnTo>
                <a:lnTo>
                  <a:pt x="143" y="21"/>
                </a:lnTo>
                <a:lnTo>
                  <a:pt x="142" y="20"/>
                </a:lnTo>
                <a:lnTo>
                  <a:pt x="141" y="19"/>
                </a:lnTo>
                <a:lnTo>
                  <a:pt x="140" y="18"/>
                </a:lnTo>
                <a:lnTo>
                  <a:pt x="140" y="19"/>
                </a:lnTo>
                <a:lnTo>
                  <a:pt x="139" y="19"/>
                </a:lnTo>
                <a:lnTo>
                  <a:pt x="138" y="19"/>
                </a:lnTo>
                <a:lnTo>
                  <a:pt x="137" y="19"/>
                </a:lnTo>
                <a:lnTo>
                  <a:pt x="136" y="19"/>
                </a:lnTo>
                <a:lnTo>
                  <a:pt x="135" y="19"/>
                </a:lnTo>
                <a:lnTo>
                  <a:pt x="134" y="19"/>
                </a:lnTo>
                <a:lnTo>
                  <a:pt x="133" y="19"/>
                </a:lnTo>
                <a:lnTo>
                  <a:pt x="132" y="20"/>
                </a:lnTo>
                <a:lnTo>
                  <a:pt x="131" y="19"/>
                </a:lnTo>
                <a:lnTo>
                  <a:pt x="131" y="18"/>
                </a:lnTo>
                <a:lnTo>
                  <a:pt x="130" y="18"/>
                </a:lnTo>
                <a:lnTo>
                  <a:pt x="129" y="18"/>
                </a:lnTo>
                <a:lnTo>
                  <a:pt x="128" y="18"/>
                </a:lnTo>
                <a:lnTo>
                  <a:pt x="128" y="17"/>
                </a:lnTo>
                <a:lnTo>
                  <a:pt x="127" y="18"/>
                </a:lnTo>
                <a:lnTo>
                  <a:pt x="126" y="18"/>
                </a:lnTo>
                <a:lnTo>
                  <a:pt x="126" y="17"/>
                </a:lnTo>
                <a:lnTo>
                  <a:pt x="125" y="17"/>
                </a:lnTo>
                <a:lnTo>
                  <a:pt x="124" y="16"/>
                </a:lnTo>
                <a:lnTo>
                  <a:pt x="123" y="16"/>
                </a:lnTo>
                <a:lnTo>
                  <a:pt x="122" y="16"/>
                </a:lnTo>
                <a:lnTo>
                  <a:pt x="121" y="16"/>
                </a:lnTo>
                <a:lnTo>
                  <a:pt x="120" y="16"/>
                </a:lnTo>
                <a:lnTo>
                  <a:pt x="119" y="16"/>
                </a:lnTo>
                <a:lnTo>
                  <a:pt x="117" y="16"/>
                </a:lnTo>
                <a:lnTo>
                  <a:pt x="117" y="15"/>
                </a:lnTo>
                <a:lnTo>
                  <a:pt x="116" y="15"/>
                </a:lnTo>
                <a:lnTo>
                  <a:pt x="115" y="15"/>
                </a:lnTo>
                <a:lnTo>
                  <a:pt x="114" y="15"/>
                </a:lnTo>
                <a:lnTo>
                  <a:pt x="114" y="14"/>
                </a:lnTo>
                <a:lnTo>
                  <a:pt x="115" y="14"/>
                </a:lnTo>
                <a:lnTo>
                  <a:pt x="116" y="13"/>
                </a:lnTo>
                <a:lnTo>
                  <a:pt x="116" y="12"/>
                </a:lnTo>
                <a:lnTo>
                  <a:pt x="117" y="12"/>
                </a:lnTo>
                <a:lnTo>
                  <a:pt x="117" y="11"/>
                </a:lnTo>
                <a:lnTo>
                  <a:pt x="118" y="11"/>
                </a:lnTo>
                <a:lnTo>
                  <a:pt x="118" y="10"/>
                </a:lnTo>
                <a:lnTo>
                  <a:pt x="119" y="10"/>
                </a:lnTo>
                <a:lnTo>
                  <a:pt x="119" y="9"/>
                </a:lnTo>
                <a:lnTo>
                  <a:pt x="119" y="8"/>
                </a:lnTo>
                <a:lnTo>
                  <a:pt x="120" y="8"/>
                </a:lnTo>
                <a:lnTo>
                  <a:pt x="121" y="7"/>
                </a:lnTo>
                <a:lnTo>
                  <a:pt x="122" y="6"/>
                </a:lnTo>
                <a:lnTo>
                  <a:pt x="121" y="6"/>
                </a:lnTo>
                <a:lnTo>
                  <a:pt x="121" y="5"/>
                </a:lnTo>
                <a:lnTo>
                  <a:pt x="122" y="5"/>
                </a:lnTo>
                <a:lnTo>
                  <a:pt x="123" y="4"/>
                </a:lnTo>
                <a:lnTo>
                  <a:pt x="122" y="4"/>
                </a:lnTo>
                <a:lnTo>
                  <a:pt x="122" y="3"/>
                </a:lnTo>
                <a:lnTo>
                  <a:pt x="123" y="3"/>
                </a:lnTo>
                <a:lnTo>
                  <a:pt x="123" y="4"/>
                </a:lnTo>
                <a:lnTo>
                  <a:pt x="124" y="4"/>
                </a:lnTo>
                <a:lnTo>
                  <a:pt x="125" y="4"/>
                </a:lnTo>
                <a:lnTo>
                  <a:pt x="125" y="3"/>
                </a:lnTo>
                <a:lnTo>
                  <a:pt x="126" y="4"/>
                </a:lnTo>
                <a:lnTo>
                  <a:pt x="127" y="4"/>
                </a:lnTo>
                <a:lnTo>
                  <a:pt x="128" y="4"/>
                </a:lnTo>
                <a:lnTo>
                  <a:pt x="129" y="5"/>
                </a:lnTo>
                <a:lnTo>
                  <a:pt x="130" y="5"/>
                </a:lnTo>
                <a:lnTo>
                  <a:pt x="131" y="5"/>
                </a:lnTo>
                <a:lnTo>
                  <a:pt x="131" y="4"/>
                </a:lnTo>
                <a:lnTo>
                  <a:pt x="131" y="5"/>
                </a:lnTo>
                <a:lnTo>
                  <a:pt x="132" y="5"/>
                </a:lnTo>
                <a:lnTo>
                  <a:pt x="132" y="4"/>
                </a:lnTo>
                <a:lnTo>
                  <a:pt x="132" y="3"/>
                </a:lnTo>
                <a:lnTo>
                  <a:pt x="132" y="2"/>
                </a:lnTo>
                <a:lnTo>
                  <a:pt x="133" y="2"/>
                </a:lnTo>
                <a:lnTo>
                  <a:pt x="133" y="1"/>
                </a:lnTo>
                <a:lnTo>
                  <a:pt x="133" y="0"/>
                </a:lnTo>
                <a:lnTo>
                  <a:pt x="134" y="0"/>
                </a:lnTo>
                <a:lnTo>
                  <a:pt x="135" y="0"/>
                </a:lnTo>
                <a:close/>
              </a:path>
            </a:pathLst>
          </a:custGeom>
          <a:solidFill>
            <a:srgbClr val="E8F5EC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7" name=""/>
          <p:cNvSpPr/>
          <p:nvPr/>
        </p:nvSpPr>
        <p:spPr>
          <a:xfrm>
            <a:off x="6618960" y="1675440"/>
            <a:ext cx="207360" cy="236520"/>
          </a:xfrm>
          <a:custGeom>
            <a:avLst/>
            <a:gdLst/>
            <a:ahLst/>
            <a:rect l="0" t="0" r="r" b="b"/>
            <a:pathLst>
              <a:path w="576" h="657">
                <a:moveTo>
                  <a:pt x="217" y="0"/>
                </a:moveTo>
                <a:lnTo>
                  <a:pt x="217" y="1"/>
                </a:lnTo>
                <a:lnTo>
                  <a:pt x="218" y="1"/>
                </a:lnTo>
                <a:lnTo>
                  <a:pt x="218" y="2"/>
                </a:lnTo>
                <a:lnTo>
                  <a:pt x="219" y="2"/>
                </a:lnTo>
                <a:lnTo>
                  <a:pt x="220" y="2"/>
                </a:lnTo>
                <a:lnTo>
                  <a:pt x="221" y="2"/>
                </a:lnTo>
                <a:lnTo>
                  <a:pt x="222" y="2"/>
                </a:lnTo>
                <a:lnTo>
                  <a:pt x="223" y="2"/>
                </a:lnTo>
                <a:lnTo>
                  <a:pt x="224" y="2"/>
                </a:lnTo>
                <a:lnTo>
                  <a:pt x="224" y="4"/>
                </a:lnTo>
                <a:lnTo>
                  <a:pt x="225" y="4"/>
                </a:lnTo>
                <a:lnTo>
                  <a:pt x="224" y="5"/>
                </a:lnTo>
                <a:lnTo>
                  <a:pt x="224" y="6"/>
                </a:lnTo>
                <a:lnTo>
                  <a:pt x="224" y="7"/>
                </a:lnTo>
                <a:lnTo>
                  <a:pt x="225" y="7"/>
                </a:lnTo>
                <a:lnTo>
                  <a:pt x="224" y="7"/>
                </a:lnTo>
                <a:lnTo>
                  <a:pt x="224" y="8"/>
                </a:lnTo>
                <a:lnTo>
                  <a:pt x="225" y="8"/>
                </a:lnTo>
                <a:lnTo>
                  <a:pt x="226" y="8"/>
                </a:lnTo>
                <a:lnTo>
                  <a:pt x="227" y="8"/>
                </a:lnTo>
                <a:lnTo>
                  <a:pt x="228" y="8"/>
                </a:lnTo>
                <a:lnTo>
                  <a:pt x="229" y="8"/>
                </a:lnTo>
                <a:lnTo>
                  <a:pt x="229" y="9"/>
                </a:lnTo>
                <a:lnTo>
                  <a:pt x="231" y="9"/>
                </a:lnTo>
                <a:lnTo>
                  <a:pt x="231" y="8"/>
                </a:lnTo>
                <a:lnTo>
                  <a:pt x="232" y="9"/>
                </a:lnTo>
                <a:lnTo>
                  <a:pt x="233" y="9"/>
                </a:lnTo>
                <a:lnTo>
                  <a:pt x="234" y="9"/>
                </a:lnTo>
                <a:lnTo>
                  <a:pt x="235" y="9"/>
                </a:lnTo>
                <a:lnTo>
                  <a:pt x="236" y="9"/>
                </a:lnTo>
                <a:lnTo>
                  <a:pt x="236" y="10"/>
                </a:lnTo>
                <a:lnTo>
                  <a:pt x="239" y="10"/>
                </a:lnTo>
                <a:lnTo>
                  <a:pt x="241" y="10"/>
                </a:lnTo>
                <a:lnTo>
                  <a:pt x="242" y="9"/>
                </a:lnTo>
                <a:lnTo>
                  <a:pt x="242" y="10"/>
                </a:lnTo>
                <a:lnTo>
                  <a:pt x="243" y="10"/>
                </a:lnTo>
                <a:lnTo>
                  <a:pt x="244" y="10"/>
                </a:lnTo>
                <a:lnTo>
                  <a:pt x="245" y="10"/>
                </a:lnTo>
                <a:lnTo>
                  <a:pt x="246" y="10"/>
                </a:lnTo>
                <a:lnTo>
                  <a:pt x="248" y="10"/>
                </a:lnTo>
                <a:lnTo>
                  <a:pt x="250" y="10"/>
                </a:lnTo>
                <a:lnTo>
                  <a:pt x="251" y="10"/>
                </a:lnTo>
                <a:lnTo>
                  <a:pt x="252" y="10"/>
                </a:lnTo>
                <a:lnTo>
                  <a:pt x="253" y="11"/>
                </a:lnTo>
                <a:lnTo>
                  <a:pt x="255" y="11"/>
                </a:lnTo>
                <a:lnTo>
                  <a:pt x="258" y="11"/>
                </a:lnTo>
                <a:lnTo>
                  <a:pt x="259" y="11"/>
                </a:lnTo>
                <a:lnTo>
                  <a:pt x="259" y="12"/>
                </a:lnTo>
                <a:lnTo>
                  <a:pt x="260" y="12"/>
                </a:lnTo>
                <a:lnTo>
                  <a:pt x="260" y="13"/>
                </a:lnTo>
                <a:lnTo>
                  <a:pt x="260" y="14"/>
                </a:lnTo>
                <a:lnTo>
                  <a:pt x="261" y="14"/>
                </a:lnTo>
                <a:lnTo>
                  <a:pt x="262" y="14"/>
                </a:lnTo>
                <a:lnTo>
                  <a:pt x="263" y="14"/>
                </a:lnTo>
                <a:lnTo>
                  <a:pt x="263" y="15"/>
                </a:lnTo>
                <a:lnTo>
                  <a:pt x="264" y="15"/>
                </a:lnTo>
                <a:lnTo>
                  <a:pt x="264" y="16"/>
                </a:lnTo>
                <a:lnTo>
                  <a:pt x="263" y="16"/>
                </a:lnTo>
                <a:lnTo>
                  <a:pt x="264" y="17"/>
                </a:lnTo>
                <a:lnTo>
                  <a:pt x="264" y="18"/>
                </a:lnTo>
                <a:lnTo>
                  <a:pt x="265" y="18"/>
                </a:lnTo>
                <a:lnTo>
                  <a:pt x="266" y="18"/>
                </a:lnTo>
                <a:lnTo>
                  <a:pt x="266" y="19"/>
                </a:lnTo>
                <a:lnTo>
                  <a:pt x="266" y="18"/>
                </a:lnTo>
                <a:lnTo>
                  <a:pt x="267" y="18"/>
                </a:lnTo>
                <a:lnTo>
                  <a:pt x="267" y="19"/>
                </a:lnTo>
                <a:lnTo>
                  <a:pt x="267" y="20"/>
                </a:lnTo>
                <a:lnTo>
                  <a:pt x="268" y="20"/>
                </a:lnTo>
                <a:lnTo>
                  <a:pt x="268" y="21"/>
                </a:lnTo>
                <a:lnTo>
                  <a:pt x="268" y="22"/>
                </a:lnTo>
                <a:lnTo>
                  <a:pt x="269" y="22"/>
                </a:lnTo>
                <a:lnTo>
                  <a:pt x="269" y="21"/>
                </a:lnTo>
                <a:lnTo>
                  <a:pt x="270" y="21"/>
                </a:lnTo>
                <a:lnTo>
                  <a:pt x="271" y="21"/>
                </a:lnTo>
                <a:lnTo>
                  <a:pt x="272" y="21"/>
                </a:lnTo>
                <a:lnTo>
                  <a:pt x="273" y="21"/>
                </a:lnTo>
                <a:lnTo>
                  <a:pt x="273" y="22"/>
                </a:lnTo>
                <a:lnTo>
                  <a:pt x="272" y="23"/>
                </a:lnTo>
                <a:lnTo>
                  <a:pt x="273" y="23"/>
                </a:lnTo>
                <a:lnTo>
                  <a:pt x="273" y="24"/>
                </a:lnTo>
                <a:lnTo>
                  <a:pt x="273" y="25"/>
                </a:lnTo>
                <a:lnTo>
                  <a:pt x="274" y="26"/>
                </a:lnTo>
                <a:lnTo>
                  <a:pt x="275" y="26"/>
                </a:lnTo>
                <a:lnTo>
                  <a:pt x="276" y="26"/>
                </a:lnTo>
                <a:lnTo>
                  <a:pt x="277" y="25"/>
                </a:lnTo>
                <a:lnTo>
                  <a:pt x="277" y="24"/>
                </a:lnTo>
                <a:lnTo>
                  <a:pt x="278" y="24"/>
                </a:lnTo>
                <a:lnTo>
                  <a:pt x="279" y="24"/>
                </a:lnTo>
                <a:lnTo>
                  <a:pt x="280" y="25"/>
                </a:lnTo>
                <a:lnTo>
                  <a:pt x="280" y="24"/>
                </a:lnTo>
                <a:lnTo>
                  <a:pt x="281" y="24"/>
                </a:lnTo>
                <a:lnTo>
                  <a:pt x="281" y="25"/>
                </a:lnTo>
                <a:lnTo>
                  <a:pt x="282" y="25"/>
                </a:lnTo>
                <a:lnTo>
                  <a:pt x="283" y="25"/>
                </a:lnTo>
                <a:lnTo>
                  <a:pt x="284" y="25"/>
                </a:lnTo>
                <a:lnTo>
                  <a:pt x="284" y="24"/>
                </a:lnTo>
                <a:lnTo>
                  <a:pt x="285" y="24"/>
                </a:lnTo>
                <a:lnTo>
                  <a:pt x="286" y="24"/>
                </a:lnTo>
                <a:lnTo>
                  <a:pt x="287" y="24"/>
                </a:lnTo>
                <a:lnTo>
                  <a:pt x="288" y="24"/>
                </a:lnTo>
                <a:lnTo>
                  <a:pt x="288" y="25"/>
                </a:lnTo>
                <a:lnTo>
                  <a:pt x="288" y="26"/>
                </a:lnTo>
                <a:lnTo>
                  <a:pt x="289" y="26"/>
                </a:lnTo>
                <a:lnTo>
                  <a:pt x="289" y="27"/>
                </a:lnTo>
                <a:lnTo>
                  <a:pt x="290" y="27"/>
                </a:lnTo>
                <a:lnTo>
                  <a:pt x="290" y="28"/>
                </a:lnTo>
                <a:lnTo>
                  <a:pt x="291" y="28"/>
                </a:lnTo>
                <a:lnTo>
                  <a:pt x="292" y="28"/>
                </a:lnTo>
                <a:lnTo>
                  <a:pt x="293" y="28"/>
                </a:lnTo>
                <a:lnTo>
                  <a:pt x="294" y="28"/>
                </a:lnTo>
                <a:lnTo>
                  <a:pt x="295" y="28"/>
                </a:lnTo>
                <a:lnTo>
                  <a:pt x="295" y="29"/>
                </a:lnTo>
                <a:lnTo>
                  <a:pt x="296" y="28"/>
                </a:lnTo>
                <a:lnTo>
                  <a:pt x="296" y="29"/>
                </a:lnTo>
                <a:lnTo>
                  <a:pt x="296" y="28"/>
                </a:lnTo>
                <a:lnTo>
                  <a:pt x="297" y="28"/>
                </a:lnTo>
                <a:lnTo>
                  <a:pt x="298" y="28"/>
                </a:lnTo>
                <a:lnTo>
                  <a:pt x="299" y="28"/>
                </a:lnTo>
                <a:lnTo>
                  <a:pt x="300" y="28"/>
                </a:lnTo>
                <a:lnTo>
                  <a:pt x="301" y="28"/>
                </a:lnTo>
                <a:lnTo>
                  <a:pt x="301" y="29"/>
                </a:lnTo>
                <a:lnTo>
                  <a:pt x="303" y="29"/>
                </a:lnTo>
                <a:lnTo>
                  <a:pt x="304" y="29"/>
                </a:lnTo>
                <a:lnTo>
                  <a:pt x="305" y="29"/>
                </a:lnTo>
                <a:lnTo>
                  <a:pt x="306" y="29"/>
                </a:lnTo>
                <a:lnTo>
                  <a:pt x="307" y="29"/>
                </a:lnTo>
                <a:lnTo>
                  <a:pt x="307" y="28"/>
                </a:lnTo>
                <a:lnTo>
                  <a:pt x="308" y="28"/>
                </a:lnTo>
                <a:lnTo>
                  <a:pt x="308" y="27"/>
                </a:lnTo>
                <a:lnTo>
                  <a:pt x="309" y="27"/>
                </a:lnTo>
                <a:lnTo>
                  <a:pt x="310" y="27"/>
                </a:lnTo>
                <a:lnTo>
                  <a:pt x="309" y="26"/>
                </a:lnTo>
                <a:lnTo>
                  <a:pt x="310" y="26"/>
                </a:lnTo>
                <a:lnTo>
                  <a:pt x="310" y="25"/>
                </a:lnTo>
                <a:lnTo>
                  <a:pt x="311" y="25"/>
                </a:lnTo>
                <a:lnTo>
                  <a:pt x="312" y="25"/>
                </a:lnTo>
                <a:lnTo>
                  <a:pt x="313" y="25"/>
                </a:lnTo>
                <a:lnTo>
                  <a:pt x="313" y="26"/>
                </a:lnTo>
                <a:lnTo>
                  <a:pt x="314" y="26"/>
                </a:lnTo>
                <a:lnTo>
                  <a:pt x="314" y="27"/>
                </a:lnTo>
                <a:lnTo>
                  <a:pt x="315" y="27"/>
                </a:lnTo>
                <a:lnTo>
                  <a:pt x="315" y="26"/>
                </a:lnTo>
                <a:lnTo>
                  <a:pt x="316" y="26"/>
                </a:lnTo>
                <a:lnTo>
                  <a:pt x="316" y="27"/>
                </a:lnTo>
                <a:lnTo>
                  <a:pt x="317" y="27"/>
                </a:lnTo>
                <a:lnTo>
                  <a:pt x="318" y="27"/>
                </a:lnTo>
                <a:lnTo>
                  <a:pt x="319" y="27"/>
                </a:lnTo>
                <a:lnTo>
                  <a:pt x="319" y="28"/>
                </a:lnTo>
                <a:lnTo>
                  <a:pt x="318" y="28"/>
                </a:lnTo>
                <a:lnTo>
                  <a:pt x="319" y="28"/>
                </a:lnTo>
                <a:lnTo>
                  <a:pt x="320" y="29"/>
                </a:lnTo>
                <a:lnTo>
                  <a:pt x="321" y="29"/>
                </a:lnTo>
                <a:lnTo>
                  <a:pt x="321" y="30"/>
                </a:lnTo>
                <a:lnTo>
                  <a:pt x="321" y="31"/>
                </a:lnTo>
                <a:lnTo>
                  <a:pt x="321" y="30"/>
                </a:lnTo>
                <a:lnTo>
                  <a:pt x="322" y="30"/>
                </a:lnTo>
                <a:lnTo>
                  <a:pt x="322" y="31"/>
                </a:lnTo>
                <a:lnTo>
                  <a:pt x="323" y="31"/>
                </a:lnTo>
                <a:lnTo>
                  <a:pt x="324" y="31"/>
                </a:lnTo>
                <a:lnTo>
                  <a:pt x="324" y="32"/>
                </a:lnTo>
                <a:lnTo>
                  <a:pt x="325" y="32"/>
                </a:lnTo>
                <a:lnTo>
                  <a:pt x="326" y="32"/>
                </a:lnTo>
                <a:lnTo>
                  <a:pt x="325" y="32"/>
                </a:lnTo>
                <a:lnTo>
                  <a:pt x="325" y="31"/>
                </a:lnTo>
                <a:lnTo>
                  <a:pt x="326" y="31"/>
                </a:lnTo>
                <a:lnTo>
                  <a:pt x="326" y="32"/>
                </a:lnTo>
                <a:lnTo>
                  <a:pt x="327" y="32"/>
                </a:lnTo>
                <a:lnTo>
                  <a:pt x="328" y="32"/>
                </a:lnTo>
                <a:lnTo>
                  <a:pt x="328" y="33"/>
                </a:lnTo>
                <a:lnTo>
                  <a:pt x="329" y="33"/>
                </a:lnTo>
                <a:lnTo>
                  <a:pt x="330" y="33"/>
                </a:lnTo>
                <a:lnTo>
                  <a:pt x="330" y="34"/>
                </a:lnTo>
                <a:lnTo>
                  <a:pt x="330" y="35"/>
                </a:lnTo>
                <a:lnTo>
                  <a:pt x="331" y="35"/>
                </a:lnTo>
                <a:lnTo>
                  <a:pt x="332" y="35"/>
                </a:lnTo>
                <a:lnTo>
                  <a:pt x="332" y="36"/>
                </a:lnTo>
                <a:lnTo>
                  <a:pt x="332" y="35"/>
                </a:lnTo>
                <a:lnTo>
                  <a:pt x="333" y="35"/>
                </a:lnTo>
                <a:lnTo>
                  <a:pt x="334" y="35"/>
                </a:lnTo>
                <a:lnTo>
                  <a:pt x="335" y="35"/>
                </a:lnTo>
                <a:lnTo>
                  <a:pt x="335" y="36"/>
                </a:lnTo>
                <a:lnTo>
                  <a:pt x="334" y="36"/>
                </a:lnTo>
                <a:lnTo>
                  <a:pt x="333" y="37"/>
                </a:lnTo>
                <a:lnTo>
                  <a:pt x="333" y="38"/>
                </a:lnTo>
                <a:lnTo>
                  <a:pt x="333" y="39"/>
                </a:lnTo>
                <a:lnTo>
                  <a:pt x="334" y="39"/>
                </a:lnTo>
                <a:lnTo>
                  <a:pt x="334" y="40"/>
                </a:lnTo>
                <a:lnTo>
                  <a:pt x="335" y="40"/>
                </a:lnTo>
                <a:lnTo>
                  <a:pt x="336" y="40"/>
                </a:lnTo>
                <a:lnTo>
                  <a:pt x="337" y="40"/>
                </a:lnTo>
                <a:lnTo>
                  <a:pt x="337" y="41"/>
                </a:lnTo>
                <a:lnTo>
                  <a:pt x="338" y="41"/>
                </a:lnTo>
                <a:lnTo>
                  <a:pt x="338" y="42"/>
                </a:lnTo>
                <a:lnTo>
                  <a:pt x="339" y="42"/>
                </a:lnTo>
                <a:lnTo>
                  <a:pt x="340" y="42"/>
                </a:lnTo>
                <a:lnTo>
                  <a:pt x="340" y="43"/>
                </a:lnTo>
                <a:lnTo>
                  <a:pt x="341" y="43"/>
                </a:lnTo>
                <a:lnTo>
                  <a:pt x="342" y="44"/>
                </a:lnTo>
                <a:lnTo>
                  <a:pt x="343" y="44"/>
                </a:lnTo>
                <a:lnTo>
                  <a:pt x="343" y="45"/>
                </a:lnTo>
                <a:lnTo>
                  <a:pt x="344" y="45"/>
                </a:lnTo>
                <a:lnTo>
                  <a:pt x="345" y="46"/>
                </a:lnTo>
                <a:lnTo>
                  <a:pt x="345" y="45"/>
                </a:lnTo>
                <a:lnTo>
                  <a:pt x="344" y="45"/>
                </a:lnTo>
                <a:lnTo>
                  <a:pt x="344" y="44"/>
                </a:lnTo>
                <a:lnTo>
                  <a:pt x="345" y="44"/>
                </a:lnTo>
                <a:lnTo>
                  <a:pt x="345" y="43"/>
                </a:lnTo>
                <a:lnTo>
                  <a:pt x="345" y="44"/>
                </a:lnTo>
                <a:lnTo>
                  <a:pt x="345" y="45"/>
                </a:lnTo>
                <a:lnTo>
                  <a:pt x="346" y="45"/>
                </a:lnTo>
                <a:lnTo>
                  <a:pt x="346" y="46"/>
                </a:lnTo>
                <a:lnTo>
                  <a:pt x="346" y="47"/>
                </a:lnTo>
                <a:lnTo>
                  <a:pt x="346" y="48"/>
                </a:lnTo>
                <a:lnTo>
                  <a:pt x="346" y="49"/>
                </a:lnTo>
                <a:lnTo>
                  <a:pt x="346" y="50"/>
                </a:lnTo>
                <a:lnTo>
                  <a:pt x="345" y="50"/>
                </a:lnTo>
                <a:lnTo>
                  <a:pt x="345" y="51"/>
                </a:lnTo>
                <a:lnTo>
                  <a:pt x="345" y="52"/>
                </a:lnTo>
                <a:lnTo>
                  <a:pt x="345" y="53"/>
                </a:lnTo>
                <a:lnTo>
                  <a:pt x="345" y="54"/>
                </a:lnTo>
                <a:lnTo>
                  <a:pt x="346" y="54"/>
                </a:lnTo>
                <a:lnTo>
                  <a:pt x="347" y="54"/>
                </a:lnTo>
                <a:lnTo>
                  <a:pt x="348" y="54"/>
                </a:lnTo>
                <a:lnTo>
                  <a:pt x="348" y="53"/>
                </a:lnTo>
                <a:lnTo>
                  <a:pt x="349" y="54"/>
                </a:lnTo>
                <a:lnTo>
                  <a:pt x="350" y="55"/>
                </a:lnTo>
                <a:lnTo>
                  <a:pt x="350" y="56"/>
                </a:lnTo>
                <a:lnTo>
                  <a:pt x="351" y="56"/>
                </a:lnTo>
                <a:lnTo>
                  <a:pt x="352" y="56"/>
                </a:lnTo>
                <a:lnTo>
                  <a:pt x="353" y="56"/>
                </a:lnTo>
                <a:lnTo>
                  <a:pt x="354" y="56"/>
                </a:lnTo>
                <a:lnTo>
                  <a:pt x="354" y="57"/>
                </a:lnTo>
                <a:lnTo>
                  <a:pt x="355" y="57"/>
                </a:lnTo>
                <a:lnTo>
                  <a:pt x="355" y="56"/>
                </a:lnTo>
                <a:lnTo>
                  <a:pt x="356" y="56"/>
                </a:lnTo>
                <a:lnTo>
                  <a:pt x="357" y="56"/>
                </a:lnTo>
                <a:lnTo>
                  <a:pt x="357" y="57"/>
                </a:lnTo>
                <a:lnTo>
                  <a:pt x="358" y="57"/>
                </a:lnTo>
                <a:lnTo>
                  <a:pt x="358" y="58"/>
                </a:lnTo>
                <a:lnTo>
                  <a:pt x="358" y="59"/>
                </a:lnTo>
                <a:lnTo>
                  <a:pt x="358" y="60"/>
                </a:lnTo>
                <a:lnTo>
                  <a:pt x="359" y="60"/>
                </a:lnTo>
                <a:lnTo>
                  <a:pt x="359" y="61"/>
                </a:lnTo>
                <a:lnTo>
                  <a:pt x="359" y="60"/>
                </a:lnTo>
                <a:lnTo>
                  <a:pt x="360" y="60"/>
                </a:lnTo>
                <a:lnTo>
                  <a:pt x="360" y="59"/>
                </a:lnTo>
                <a:lnTo>
                  <a:pt x="361" y="59"/>
                </a:lnTo>
                <a:lnTo>
                  <a:pt x="362" y="59"/>
                </a:lnTo>
                <a:lnTo>
                  <a:pt x="362" y="58"/>
                </a:lnTo>
                <a:lnTo>
                  <a:pt x="361" y="58"/>
                </a:lnTo>
                <a:lnTo>
                  <a:pt x="362" y="57"/>
                </a:lnTo>
                <a:lnTo>
                  <a:pt x="363" y="57"/>
                </a:lnTo>
                <a:lnTo>
                  <a:pt x="364" y="56"/>
                </a:lnTo>
                <a:lnTo>
                  <a:pt x="364" y="57"/>
                </a:lnTo>
                <a:lnTo>
                  <a:pt x="363" y="58"/>
                </a:lnTo>
                <a:lnTo>
                  <a:pt x="363" y="59"/>
                </a:lnTo>
                <a:lnTo>
                  <a:pt x="362" y="59"/>
                </a:lnTo>
                <a:lnTo>
                  <a:pt x="362" y="60"/>
                </a:lnTo>
                <a:lnTo>
                  <a:pt x="363" y="60"/>
                </a:lnTo>
                <a:lnTo>
                  <a:pt x="363" y="61"/>
                </a:lnTo>
                <a:lnTo>
                  <a:pt x="364" y="61"/>
                </a:lnTo>
                <a:lnTo>
                  <a:pt x="364" y="62"/>
                </a:lnTo>
                <a:lnTo>
                  <a:pt x="365" y="62"/>
                </a:lnTo>
                <a:lnTo>
                  <a:pt x="366" y="62"/>
                </a:lnTo>
                <a:lnTo>
                  <a:pt x="366" y="63"/>
                </a:lnTo>
                <a:lnTo>
                  <a:pt x="367" y="63"/>
                </a:lnTo>
                <a:lnTo>
                  <a:pt x="368" y="63"/>
                </a:lnTo>
                <a:lnTo>
                  <a:pt x="368" y="64"/>
                </a:lnTo>
                <a:lnTo>
                  <a:pt x="369" y="64"/>
                </a:lnTo>
                <a:lnTo>
                  <a:pt x="370" y="64"/>
                </a:lnTo>
                <a:lnTo>
                  <a:pt x="370" y="65"/>
                </a:lnTo>
                <a:lnTo>
                  <a:pt x="370" y="66"/>
                </a:lnTo>
                <a:lnTo>
                  <a:pt x="370" y="67"/>
                </a:lnTo>
                <a:lnTo>
                  <a:pt x="370" y="68"/>
                </a:lnTo>
                <a:lnTo>
                  <a:pt x="370" y="69"/>
                </a:lnTo>
                <a:lnTo>
                  <a:pt x="369" y="70"/>
                </a:lnTo>
                <a:lnTo>
                  <a:pt x="369" y="71"/>
                </a:lnTo>
                <a:lnTo>
                  <a:pt x="368" y="71"/>
                </a:lnTo>
                <a:lnTo>
                  <a:pt x="368" y="72"/>
                </a:lnTo>
                <a:lnTo>
                  <a:pt x="368" y="74"/>
                </a:lnTo>
                <a:lnTo>
                  <a:pt x="368" y="75"/>
                </a:lnTo>
                <a:lnTo>
                  <a:pt x="368" y="76"/>
                </a:lnTo>
                <a:lnTo>
                  <a:pt x="368" y="75"/>
                </a:lnTo>
                <a:lnTo>
                  <a:pt x="369" y="75"/>
                </a:lnTo>
                <a:lnTo>
                  <a:pt x="369" y="74"/>
                </a:lnTo>
                <a:lnTo>
                  <a:pt x="369" y="73"/>
                </a:lnTo>
                <a:lnTo>
                  <a:pt x="370" y="73"/>
                </a:lnTo>
                <a:lnTo>
                  <a:pt x="371" y="73"/>
                </a:lnTo>
                <a:lnTo>
                  <a:pt x="372" y="72"/>
                </a:lnTo>
                <a:lnTo>
                  <a:pt x="372" y="71"/>
                </a:lnTo>
                <a:lnTo>
                  <a:pt x="372" y="70"/>
                </a:lnTo>
                <a:lnTo>
                  <a:pt x="373" y="70"/>
                </a:lnTo>
                <a:lnTo>
                  <a:pt x="374" y="70"/>
                </a:lnTo>
                <a:lnTo>
                  <a:pt x="376" y="70"/>
                </a:lnTo>
                <a:lnTo>
                  <a:pt x="377" y="70"/>
                </a:lnTo>
                <a:lnTo>
                  <a:pt x="378" y="70"/>
                </a:lnTo>
                <a:lnTo>
                  <a:pt x="378" y="69"/>
                </a:lnTo>
                <a:lnTo>
                  <a:pt x="379" y="68"/>
                </a:lnTo>
                <a:lnTo>
                  <a:pt x="379" y="67"/>
                </a:lnTo>
                <a:lnTo>
                  <a:pt x="380" y="67"/>
                </a:lnTo>
                <a:lnTo>
                  <a:pt x="380" y="68"/>
                </a:lnTo>
                <a:lnTo>
                  <a:pt x="380" y="67"/>
                </a:lnTo>
                <a:lnTo>
                  <a:pt x="381" y="66"/>
                </a:lnTo>
                <a:lnTo>
                  <a:pt x="382" y="65"/>
                </a:lnTo>
                <a:lnTo>
                  <a:pt x="383" y="64"/>
                </a:lnTo>
                <a:lnTo>
                  <a:pt x="383" y="63"/>
                </a:lnTo>
                <a:lnTo>
                  <a:pt x="384" y="62"/>
                </a:lnTo>
                <a:lnTo>
                  <a:pt x="384" y="61"/>
                </a:lnTo>
                <a:lnTo>
                  <a:pt x="384" y="60"/>
                </a:lnTo>
                <a:lnTo>
                  <a:pt x="385" y="60"/>
                </a:lnTo>
                <a:lnTo>
                  <a:pt x="384" y="60"/>
                </a:lnTo>
                <a:lnTo>
                  <a:pt x="384" y="59"/>
                </a:lnTo>
                <a:lnTo>
                  <a:pt x="385" y="59"/>
                </a:lnTo>
                <a:lnTo>
                  <a:pt x="386" y="59"/>
                </a:lnTo>
                <a:lnTo>
                  <a:pt x="387" y="59"/>
                </a:lnTo>
                <a:lnTo>
                  <a:pt x="389" y="59"/>
                </a:lnTo>
                <a:lnTo>
                  <a:pt x="391" y="60"/>
                </a:lnTo>
                <a:lnTo>
                  <a:pt x="391" y="61"/>
                </a:lnTo>
                <a:lnTo>
                  <a:pt x="392" y="62"/>
                </a:lnTo>
                <a:lnTo>
                  <a:pt x="393" y="62"/>
                </a:lnTo>
                <a:lnTo>
                  <a:pt x="393" y="63"/>
                </a:lnTo>
                <a:lnTo>
                  <a:pt x="394" y="63"/>
                </a:lnTo>
                <a:lnTo>
                  <a:pt x="395" y="63"/>
                </a:lnTo>
                <a:lnTo>
                  <a:pt x="396" y="63"/>
                </a:lnTo>
                <a:lnTo>
                  <a:pt x="396" y="62"/>
                </a:lnTo>
                <a:lnTo>
                  <a:pt x="397" y="62"/>
                </a:lnTo>
                <a:lnTo>
                  <a:pt x="397" y="61"/>
                </a:lnTo>
                <a:lnTo>
                  <a:pt x="398" y="61"/>
                </a:lnTo>
                <a:lnTo>
                  <a:pt x="399" y="61"/>
                </a:lnTo>
                <a:lnTo>
                  <a:pt x="399" y="60"/>
                </a:lnTo>
                <a:lnTo>
                  <a:pt x="400" y="61"/>
                </a:lnTo>
                <a:lnTo>
                  <a:pt x="401" y="61"/>
                </a:lnTo>
                <a:lnTo>
                  <a:pt x="402" y="61"/>
                </a:lnTo>
                <a:lnTo>
                  <a:pt x="403" y="62"/>
                </a:lnTo>
                <a:lnTo>
                  <a:pt x="404" y="62"/>
                </a:lnTo>
                <a:lnTo>
                  <a:pt x="404" y="61"/>
                </a:lnTo>
                <a:lnTo>
                  <a:pt x="405" y="61"/>
                </a:lnTo>
                <a:lnTo>
                  <a:pt x="405" y="62"/>
                </a:lnTo>
                <a:lnTo>
                  <a:pt x="406" y="62"/>
                </a:lnTo>
                <a:lnTo>
                  <a:pt x="406" y="63"/>
                </a:lnTo>
                <a:lnTo>
                  <a:pt x="407" y="63"/>
                </a:lnTo>
                <a:lnTo>
                  <a:pt x="407" y="64"/>
                </a:lnTo>
                <a:lnTo>
                  <a:pt x="408" y="64"/>
                </a:lnTo>
                <a:lnTo>
                  <a:pt x="408" y="63"/>
                </a:lnTo>
                <a:lnTo>
                  <a:pt x="409" y="63"/>
                </a:lnTo>
                <a:lnTo>
                  <a:pt x="410" y="64"/>
                </a:lnTo>
                <a:lnTo>
                  <a:pt x="411" y="64"/>
                </a:lnTo>
                <a:lnTo>
                  <a:pt x="411" y="63"/>
                </a:lnTo>
                <a:lnTo>
                  <a:pt x="411" y="62"/>
                </a:lnTo>
                <a:lnTo>
                  <a:pt x="412" y="62"/>
                </a:lnTo>
                <a:lnTo>
                  <a:pt x="412" y="61"/>
                </a:lnTo>
                <a:lnTo>
                  <a:pt x="412" y="60"/>
                </a:lnTo>
                <a:lnTo>
                  <a:pt x="413" y="59"/>
                </a:lnTo>
                <a:lnTo>
                  <a:pt x="414" y="58"/>
                </a:lnTo>
                <a:lnTo>
                  <a:pt x="414" y="57"/>
                </a:lnTo>
                <a:lnTo>
                  <a:pt x="415" y="56"/>
                </a:lnTo>
                <a:lnTo>
                  <a:pt x="415" y="57"/>
                </a:lnTo>
                <a:lnTo>
                  <a:pt x="416" y="58"/>
                </a:lnTo>
                <a:lnTo>
                  <a:pt x="416" y="57"/>
                </a:lnTo>
                <a:lnTo>
                  <a:pt x="417" y="57"/>
                </a:lnTo>
                <a:lnTo>
                  <a:pt x="417" y="56"/>
                </a:lnTo>
                <a:lnTo>
                  <a:pt x="418" y="56"/>
                </a:lnTo>
                <a:lnTo>
                  <a:pt x="419" y="56"/>
                </a:lnTo>
                <a:lnTo>
                  <a:pt x="419" y="55"/>
                </a:lnTo>
                <a:lnTo>
                  <a:pt x="419" y="54"/>
                </a:lnTo>
                <a:lnTo>
                  <a:pt x="420" y="54"/>
                </a:lnTo>
                <a:lnTo>
                  <a:pt x="421" y="54"/>
                </a:lnTo>
                <a:lnTo>
                  <a:pt x="422" y="54"/>
                </a:lnTo>
                <a:lnTo>
                  <a:pt x="422" y="53"/>
                </a:lnTo>
                <a:lnTo>
                  <a:pt x="421" y="53"/>
                </a:lnTo>
                <a:lnTo>
                  <a:pt x="421" y="52"/>
                </a:lnTo>
                <a:lnTo>
                  <a:pt x="422" y="52"/>
                </a:lnTo>
                <a:lnTo>
                  <a:pt x="422" y="51"/>
                </a:lnTo>
                <a:lnTo>
                  <a:pt x="422" y="50"/>
                </a:lnTo>
                <a:lnTo>
                  <a:pt x="422" y="49"/>
                </a:lnTo>
                <a:lnTo>
                  <a:pt x="423" y="49"/>
                </a:lnTo>
                <a:lnTo>
                  <a:pt x="423" y="48"/>
                </a:lnTo>
                <a:lnTo>
                  <a:pt x="422" y="48"/>
                </a:lnTo>
                <a:lnTo>
                  <a:pt x="422" y="47"/>
                </a:lnTo>
                <a:lnTo>
                  <a:pt x="423" y="47"/>
                </a:lnTo>
                <a:lnTo>
                  <a:pt x="424" y="46"/>
                </a:lnTo>
                <a:lnTo>
                  <a:pt x="425" y="45"/>
                </a:lnTo>
                <a:lnTo>
                  <a:pt x="427" y="43"/>
                </a:lnTo>
                <a:lnTo>
                  <a:pt x="428" y="43"/>
                </a:lnTo>
                <a:lnTo>
                  <a:pt x="428" y="42"/>
                </a:lnTo>
                <a:lnTo>
                  <a:pt x="430" y="41"/>
                </a:lnTo>
                <a:lnTo>
                  <a:pt x="431" y="41"/>
                </a:lnTo>
                <a:lnTo>
                  <a:pt x="431" y="40"/>
                </a:lnTo>
                <a:lnTo>
                  <a:pt x="432" y="40"/>
                </a:lnTo>
                <a:lnTo>
                  <a:pt x="432" y="41"/>
                </a:lnTo>
                <a:lnTo>
                  <a:pt x="433" y="41"/>
                </a:lnTo>
                <a:lnTo>
                  <a:pt x="434" y="42"/>
                </a:lnTo>
                <a:lnTo>
                  <a:pt x="436" y="43"/>
                </a:lnTo>
                <a:lnTo>
                  <a:pt x="436" y="44"/>
                </a:lnTo>
                <a:lnTo>
                  <a:pt x="437" y="45"/>
                </a:lnTo>
                <a:lnTo>
                  <a:pt x="437" y="46"/>
                </a:lnTo>
                <a:lnTo>
                  <a:pt x="437" y="47"/>
                </a:lnTo>
                <a:lnTo>
                  <a:pt x="437" y="48"/>
                </a:lnTo>
                <a:lnTo>
                  <a:pt x="436" y="50"/>
                </a:lnTo>
                <a:lnTo>
                  <a:pt x="436" y="51"/>
                </a:lnTo>
                <a:lnTo>
                  <a:pt x="436" y="52"/>
                </a:lnTo>
                <a:lnTo>
                  <a:pt x="436" y="53"/>
                </a:lnTo>
                <a:lnTo>
                  <a:pt x="437" y="54"/>
                </a:lnTo>
                <a:lnTo>
                  <a:pt x="438" y="54"/>
                </a:lnTo>
                <a:lnTo>
                  <a:pt x="438" y="53"/>
                </a:lnTo>
                <a:lnTo>
                  <a:pt x="439" y="53"/>
                </a:lnTo>
                <a:lnTo>
                  <a:pt x="439" y="52"/>
                </a:lnTo>
                <a:lnTo>
                  <a:pt x="440" y="51"/>
                </a:lnTo>
                <a:lnTo>
                  <a:pt x="440" y="50"/>
                </a:lnTo>
                <a:lnTo>
                  <a:pt x="441" y="50"/>
                </a:lnTo>
                <a:lnTo>
                  <a:pt x="442" y="48"/>
                </a:lnTo>
                <a:lnTo>
                  <a:pt x="443" y="47"/>
                </a:lnTo>
                <a:lnTo>
                  <a:pt x="444" y="46"/>
                </a:lnTo>
                <a:lnTo>
                  <a:pt x="444" y="45"/>
                </a:lnTo>
                <a:lnTo>
                  <a:pt x="444" y="44"/>
                </a:lnTo>
                <a:lnTo>
                  <a:pt x="445" y="44"/>
                </a:lnTo>
                <a:lnTo>
                  <a:pt x="445" y="43"/>
                </a:lnTo>
                <a:lnTo>
                  <a:pt x="446" y="43"/>
                </a:lnTo>
                <a:lnTo>
                  <a:pt x="447" y="43"/>
                </a:lnTo>
                <a:lnTo>
                  <a:pt x="447" y="44"/>
                </a:lnTo>
                <a:lnTo>
                  <a:pt x="447" y="45"/>
                </a:lnTo>
                <a:lnTo>
                  <a:pt x="446" y="45"/>
                </a:lnTo>
                <a:lnTo>
                  <a:pt x="446" y="46"/>
                </a:lnTo>
                <a:lnTo>
                  <a:pt x="446" y="47"/>
                </a:lnTo>
                <a:lnTo>
                  <a:pt x="445" y="48"/>
                </a:lnTo>
                <a:lnTo>
                  <a:pt x="445" y="50"/>
                </a:lnTo>
                <a:lnTo>
                  <a:pt x="444" y="52"/>
                </a:lnTo>
                <a:lnTo>
                  <a:pt x="444" y="53"/>
                </a:lnTo>
                <a:lnTo>
                  <a:pt x="443" y="53"/>
                </a:lnTo>
                <a:lnTo>
                  <a:pt x="442" y="54"/>
                </a:lnTo>
                <a:lnTo>
                  <a:pt x="441" y="55"/>
                </a:lnTo>
                <a:lnTo>
                  <a:pt x="440" y="56"/>
                </a:lnTo>
                <a:lnTo>
                  <a:pt x="439" y="57"/>
                </a:lnTo>
                <a:lnTo>
                  <a:pt x="438" y="57"/>
                </a:lnTo>
                <a:lnTo>
                  <a:pt x="437" y="58"/>
                </a:lnTo>
                <a:lnTo>
                  <a:pt x="435" y="60"/>
                </a:lnTo>
                <a:lnTo>
                  <a:pt x="435" y="61"/>
                </a:lnTo>
                <a:lnTo>
                  <a:pt x="434" y="61"/>
                </a:lnTo>
                <a:lnTo>
                  <a:pt x="434" y="62"/>
                </a:lnTo>
                <a:lnTo>
                  <a:pt x="434" y="63"/>
                </a:lnTo>
                <a:lnTo>
                  <a:pt x="435" y="64"/>
                </a:lnTo>
                <a:lnTo>
                  <a:pt x="436" y="67"/>
                </a:lnTo>
                <a:lnTo>
                  <a:pt x="436" y="70"/>
                </a:lnTo>
                <a:lnTo>
                  <a:pt x="437" y="71"/>
                </a:lnTo>
                <a:lnTo>
                  <a:pt x="437" y="72"/>
                </a:lnTo>
                <a:lnTo>
                  <a:pt x="437" y="73"/>
                </a:lnTo>
                <a:lnTo>
                  <a:pt x="438" y="75"/>
                </a:lnTo>
                <a:lnTo>
                  <a:pt x="438" y="76"/>
                </a:lnTo>
                <a:lnTo>
                  <a:pt x="438" y="77"/>
                </a:lnTo>
                <a:lnTo>
                  <a:pt x="438" y="78"/>
                </a:lnTo>
                <a:lnTo>
                  <a:pt x="439" y="78"/>
                </a:lnTo>
                <a:lnTo>
                  <a:pt x="439" y="79"/>
                </a:lnTo>
                <a:lnTo>
                  <a:pt x="440" y="79"/>
                </a:lnTo>
                <a:lnTo>
                  <a:pt x="441" y="79"/>
                </a:lnTo>
                <a:lnTo>
                  <a:pt x="441" y="78"/>
                </a:lnTo>
                <a:lnTo>
                  <a:pt x="441" y="77"/>
                </a:lnTo>
                <a:lnTo>
                  <a:pt x="442" y="77"/>
                </a:lnTo>
                <a:lnTo>
                  <a:pt x="442" y="76"/>
                </a:lnTo>
                <a:lnTo>
                  <a:pt x="443" y="75"/>
                </a:lnTo>
                <a:lnTo>
                  <a:pt x="444" y="74"/>
                </a:lnTo>
                <a:lnTo>
                  <a:pt x="445" y="74"/>
                </a:lnTo>
                <a:lnTo>
                  <a:pt x="445" y="73"/>
                </a:lnTo>
                <a:lnTo>
                  <a:pt x="446" y="73"/>
                </a:lnTo>
                <a:lnTo>
                  <a:pt x="447" y="72"/>
                </a:lnTo>
                <a:lnTo>
                  <a:pt x="448" y="72"/>
                </a:lnTo>
                <a:lnTo>
                  <a:pt x="449" y="72"/>
                </a:lnTo>
                <a:lnTo>
                  <a:pt x="450" y="72"/>
                </a:lnTo>
                <a:lnTo>
                  <a:pt x="450" y="73"/>
                </a:lnTo>
                <a:lnTo>
                  <a:pt x="451" y="73"/>
                </a:lnTo>
                <a:lnTo>
                  <a:pt x="451" y="74"/>
                </a:lnTo>
                <a:lnTo>
                  <a:pt x="451" y="75"/>
                </a:lnTo>
                <a:lnTo>
                  <a:pt x="451" y="76"/>
                </a:lnTo>
                <a:lnTo>
                  <a:pt x="451" y="77"/>
                </a:lnTo>
                <a:lnTo>
                  <a:pt x="451" y="78"/>
                </a:lnTo>
                <a:lnTo>
                  <a:pt x="451" y="79"/>
                </a:lnTo>
                <a:lnTo>
                  <a:pt x="452" y="80"/>
                </a:lnTo>
                <a:lnTo>
                  <a:pt x="452" y="81"/>
                </a:lnTo>
                <a:lnTo>
                  <a:pt x="452" y="82"/>
                </a:lnTo>
                <a:lnTo>
                  <a:pt x="452" y="83"/>
                </a:lnTo>
                <a:lnTo>
                  <a:pt x="453" y="83"/>
                </a:lnTo>
                <a:lnTo>
                  <a:pt x="454" y="83"/>
                </a:lnTo>
                <a:lnTo>
                  <a:pt x="454" y="82"/>
                </a:lnTo>
                <a:lnTo>
                  <a:pt x="454" y="81"/>
                </a:lnTo>
                <a:lnTo>
                  <a:pt x="454" y="80"/>
                </a:lnTo>
                <a:lnTo>
                  <a:pt x="455" y="80"/>
                </a:lnTo>
                <a:lnTo>
                  <a:pt x="456" y="80"/>
                </a:lnTo>
                <a:lnTo>
                  <a:pt x="457" y="80"/>
                </a:lnTo>
                <a:lnTo>
                  <a:pt x="458" y="80"/>
                </a:lnTo>
                <a:lnTo>
                  <a:pt x="458" y="81"/>
                </a:lnTo>
                <a:lnTo>
                  <a:pt x="459" y="81"/>
                </a:lnTo>
                <a:lnTo>
                  <a:pt x="460" y="80"/>
                </a:lnTo>
                <a:lnTo>
                  <a:pt x="461" y="80"/>
                </a:lnTo>
                <a:lnTo>
                  <a:pt x="461" y="79"/>
                </a:lnTo>
                <a:lnTo>
                  <a:pt x="462" y="79"/>
                </a:lnTo>
                <a:lnTo>
                  <a:pt x="462" y="78"/>
                </a:lnTo>
                <a:lnTo>
                  <a:pt x="462" y="77"/>
                </a:lnTo>
                <a:lnTo>
                  <a:pt x="463" y="77"/>
                </a:lnTo>
                <a:lnTo>
                  <a:pt x="463" y="76"/>
                </a:lnTo>
                <a:lnTo>
                  <a:pt x="464" y="76"/>
                </a:lnTo>
                <a:lnTo>
                  <a:pt x="464" y="75"/>
                </a:lnTo>
                <a:lnTo>
                  <a:pt x="465" y="74"/>
                </a:lnTo>
                <a:lnTo>
                  <a:pt x="465" y="73"/>
                </a:lnTo>
                <a:lnTo>
                  <a:pt x="466" y="73"/>
                </a:lnTo>
                <a:lnTo>
                  <a:pt x="466" y="72"/>
                </a:lnTo>
                <a:lnTo>
                  <a:pt x="466" y="71"/>
                </a:lnTo>
                <a:lnTo>
                  <a:pt x="467" y="71"/>
                </a:lnTo>
                <a:lnTo>
                  <a:pt x="468" y="70"/>
                </a:lnTo>
                <a:lnTo>
                  <a:pt x="468" y="69"/>
                </a:lnTo>
                <a:lnTo>
                  <a:pt x="469" y="69"/>
                </a:lnTo>
                <a:lnTo>
                  <a:pt x="470" y="68"/>
                </a:lnTo>
                <a:lnTo>
                  <a:pt x="471" y="68"/>
                </a:lnTo>
                <a:lnTo>
                  <a:pt x="471" y="67"/>
                </a:lnTo>
                <a:lnTo>
                  <a:pt x="472" y="66"/>
                </a:lnTo>
                <a:lnTo>
                  <a:pt x="473" y="64"/>
                </a:lnTo>
                <a:lnTo>
                  <a:pt x="474" y="63"/>
                </a:lnTo>
                <a:lnTo>
                  <a:pt x="474" y="62"/>
                </a:lnTo>
                <a:lnTo>
                  <a:pt x="475" y="62"/>
                </a:lnTo>
                <a:lnTo>
                  <a:pt x="475" y="61"/>
                </a:lnTo>
                <a:lnTo>
                  <a:pt x="476" y="60"/>
                </a:lnTo>
                <a:lnTo>
                  <a:pt x="477" y="58"/>
                </a:lnTo>
                <a:lnTo>
                  <a:pt x="478" y="57"/>
                </a:lnTo>
                <a:lnTo>
                  <a:pt x="479" y="56"/>
                </a:lnTo>
                <a:lnTo>
                  <a:pt x="480" y="55"/>
                </a:lnTo>
                <a:lnTo>
                  <a:pt x="480" y="54"/>
                </a:lnTo>
                <a:lnTo>
                  <a:pt x="481" y="54"/>
                </a:lnTo>
                <a:lnTo>
                  <a:pt x="481" y="53"/>
                </a:lnTo>
                <a:lnTo>
                  <a:pt x="482" y="53"/>
                </a:lnTo>
                <a:lnTo>
                  <a:pt x="483" y="51"/>
                </a:lnTo>
                <a:lnTo>
                  <a:pt x="484" y="51"/>
                </a:lnTo>
                <a:lnTo>
                  <a:pt x="484" y="50"/>
                </a:lnTo>
                <a:lnTo>
                  <a:pt x="485" y="50"/>
                </a:lnTo>
                <a:lnTo>
                  <a:pt x="486" y="48"/>
                </a:lnTo>
                <a:lnTo>
                  <a:pt x="487" y="48"/>
                </a:lnTo>
                <a:lnTo>
                  <a:pt x="488" y="46"/>
                </a:lnTo>
                <a:lnTo>
                  <a:pt x="489" y="46"/>
                </a:lnTo>
                <a:lnTo>
                  <a:pt x="489" y="45"/>
                </a:lnTo>
                <a:lnTo>
                  <a:pt x="490" y="45"/>
                </a:lnTo>
                <a:lnTo>
                  <a:pt x="491" y="45"/>
                </a:lnTo>
                <a:lnTo>
                  <a:pt x="491" y="44"/>
                </a:lnTo>
                <a:lnTo>
                  <a:pt x="492" y="44"/>
                </a:lnTo>
                <a:lnTo>
                  <a:pt x="493" y="43"/>
                </a:lnTo>
                <a:lnTo>
                  <a:pt x="494" y="42"/>
                </a:lnTo>
                <a:lnTo>
                  <a:pt x="495" y="41"/>
                </a:lnTo>
                <a:lnTo>
                  <a:pt x="496" y="41"/>
                </a:lnTo>
                <a:lnTo>
                  <a:pt x="496" y="40"/>
                </a:lnTo>
                <a:lnTo>
                  <a:pt x="497" y="40"/>
                </a:lnTo>
                <a:lnTo>
                  <a:pt x="497" y="39"/>
                </a:lnTo>
                <a:lnTo>
                  <a:pt x="498" y="39"/>
                </a:lnTo>
                <a:lnTo>
                  <a:pt x="498" y="38"/>
                </a:lnTo>
                <a:lnTo>
                  <a:pt x="498" y="37"/>
                </a:lnTo>
                <a:lnTo>
                  <a:pt x="499" y="37"/>
                </a:lnTo>
                <a:lnTo>
                  <a:pt x="499" y="36"/>
                </a:lnTo>
                <a:lnTo>
                  <a:pt x="500" y="36"/>
                </a:lnTo>
                <a:lnTo>
                  <a:pt x="501" y="36"/>
                </a:lnTo>
                <a:lnTo>
                  <a:pt x="502" y="35"/>
                </a:lnTo>
                <a:lnTo>
                  <a:pt x="503" y="34"/>
                </a:lnTo>
                <a:lnTo>
                  <a:pt x="504" y="34"/>
                </a:lnTo>
                <a:lnTo>
                  <a:pt x="505" y="35"/>
                </a:lnTo>
                <a:lnTo>
                  <a:pt x="505" y="36"/>
                </a:lnTo>
                <a:lnTo>
                  <a:pt x="504" y="36"/>
                </a:lnTo>
                <a:lnTo>
                  <a:pt x="504" y="37"/>
                </a:lnTo>
                <a:lnTo>
                  <a:pt x="504" y="38"/>
                </a:lnTo>
                <a:lnTo>
                  <a:pt x="503" y="38"/>
                </a:lnTo>
                <a:lnTo>
                  <a:pt x="504" y="38"/>
                </a:lnTo>
                <a:lnTo>
                  <a:pt x="504" y="39"/>
                </a:lnTo>
                <a:lnTo>
                  <a:pt x="503" y="39"/>
                </a:lnTo>
                <a:lnTo>
                  <a:pt x="503" y="40"/>
                </a:lnTo>
                <a:lnTo>
                  <a:pt x="503" y="41"/>
                </a:lnTo>
                <a:lnTo>
                  <a:pt x="502" y="42"/>
                </a:lnTo>
                <a:lnTo>
                  <a:pt x="502" y="43"/>
                </a:lnTo>
                <a:lnTo>
                  <a:pt x="502" y="44"/>
                </a:lnTo>
                <a:lnTo>
                  <a:pt x="502" y="46"/>
                </a:lnTo>
                <a:lnTo>
                  <a:pt x="502" y="47"/>
                </a:lnTo>
                <a:lnTo>
                  <a:pt x="501" y="47"/>
                </a:lnTo>
                <a:lnTo>
                  <a:pt x="501" y="48"/>
                </a:lnTo>
                <a:lnTo>
                  <a:pt x="501" y="49"/>
                </a:lnTo>
                <a:lnTo>
                  <a:pt x="501" y="50"/>
                </a:lnTo>
                <a:lnTo>
                  <a:pt x="501" y="51"/>
                </a:lnTo>
                <a:lnTo>
                  <a:pt x="500" y="51"/>
                </a:lnTo>
                <a:lnTo>
                  <a:pt x="500" y="52"/>
                </a:lnTo>
                <a:lnTo>
                  <a:pt x="501" y="52"/>
                </a:lnTo>
                <a:lnTo>
                  <a:pt x="501" y="53"/>
                </a:lnTo>
                <a:lnTo>
                  <a:pt x="501" y="54"/>
                </a:lnTo>
                <a:lnTo>
                  <a:pt x="502" y="54"/>
                </a:lnTo>
                <a:lnTo>
                  <a:pt x="503" y="54"/>
                </a:lnTo>
                <a:lnTo>
                  <a:pt x="503" y="55"/>
                </a:lnTo>
                <a:lnTo>
                  <a:pt x="504" y="54"/>
                </a:lnTo>
                <a:lnTo>
                  <a:pt x="505" y="54"/>
                </a:lnTo>
                <a:lnTo>
                  <a:pt x="506" y="55"/>
                </a:lnTo>
                <a:lnTo>
                  <a:pt x="507" y="55"/>
                </a:lnTo>
                <a:lnTo>
                  <a:pt x="508" y="55"/>
                </a:lnTo>
                <a:lnTo>
                  <a:pt x="509" y="55"/>
                </a:lnTo>
                <a:lnTo>
                  <a:pt x="510" y="55"/>
                </a:lnTo>
                <a:lnTo>
                  <a:pt x="511" y="55"/>
                </a:lnTo>
                <a:lnTo>
                  <a:pt x="512" y="55"/>
                </a:lnTo>
                <a:lnTo>
                  <a:pt x="512" y="54"/>
                </a:lnTo>
                <a:lnTo>
                  <a:pt x="512" y="53"/>
                </a:lnTo>
                <a:lnTo>
                  <a:pt x="513" y="53"/>
                </a:lnTo>
                <a:lnTo>
                  <a:pt x="514" y="53"/>
                </a:lnTo>
                <a:lnTo>
                  <a:pt x="513" y="54"/>
                </a:lnTo>
                <a:lnTo>
                  <a:pt x="514" y="54"/>
                </a:lnTo>
                <a:lnTo>
                  <a:pt x="514" y="55"/>
                </a:lnTo>
                <a:lnTo>
                  <a:pt x="514" y="56"/>
                </a:lnTo>
                <a:lnTo>
                  <a:pt x="514" y="57"/>
                </a:lnTo>
                <a:lnTo>
                  <a:pt x="515" y="57"/>
                </a:lnTo>
                <a:lnTo>
                  <a:pt x="515" y="58"/>
                </a:lnTo>
                <a:lnTo>
                  <a:pt x="514" y="58"/>
                </a:lnTo>
                <a:lnTo>
                  <a:pt x="514" y="59"/>
                </a:lnTo>
                <a:lnTo>
                  <a:pt x="515" y="59"/>
                </a:lnTo>
                <a:lnTo>
                  <a:pt x="516" y="59"/>
                </a:lnTo>
                <a:lnTo>
                  <a:pt x="516" y="58"/>
                </a:lnTo>
                <a:lnTo>
                  <a:pt x="517" y="59"/>
                </a:lnTo>
                <a:lnTo>
                  <a:pt x="518" y="59"/>
                </a:lnTo>
                <a:lnTo>
                  <a:pt x="518" y="60"/>
                </a:lnTo>
                <a:lnTo>
                  <a:pt x="518" y="61"/>
                </a:lnTo>
                <a:lnTo>
                  <a:pt x="518" y="62"/>
                </a:lnTo>
                <a:lnTo>
                  <a:pt x="519" y="62"/>
                </a:lnTo>
                <a:lnTo>
                  <a:pt x="520" y="62"/>
                </a:lnTo>
                <a:lnTo>
                  <a:pt x="520" y="63"/>
                </a:lnTo>
                <a:lnTo>
                  <a:pt x="521" y="64"/>
                </a:lnTo>
                <a:lnTo>
                  <a:pt x="522" y="64"/>
                </a:lnTo>
                <a:lnTo>
                  <a:pt x="522" y="65"/>
                </a:lnTo>
                <a:lnTo>
                  <a:pt x="521" y="66"/>
                </a:lnTo>
                <a:lnTo>
                  <a:pt x="520" y="67"/>
                </a:lnTo>
                <a:lnTo>
                  <a:pt x="519" y="67"/>
                </a:lnTo>
                <a:lnTo>
                  <a:pt x="518" y="67"/>
                </a:lnTo>
                <a:lnTo>
                  <a:pt x="518" y="68"/>
                </a:lnTo>
                <a:lnTo>
                  <a:pt x="518" y="69"/>
                </a:lnTo>
                <a:lnTo>
                  <a:pt x="517" y="69"/>
                </a:lnTo>
                <a:lnTo>
                  <a:pt x="516" y="69"/>
                </a:lnTo>
                <a:lnTo>
                  <a:pt x="515" y="69"/>
                </a:lnTo>
                <a:lnTo>
                  <a:pt x="515" y="70"/>
                </a:lnTo>
                <a:lnTo>
                  <a:pt x="515" y="71"/>
                </a:lnTo>
                <a:lnTo>
                  <a:pt x="514" y="71"/>
                </a:lnTo>
                <a:lnTo>
                  <a:pt x="513" y="71"/>
                </a:lnTo>
                <a:lnTo>
                  <a:pt x="512" y="71"/>
                </a:lnTo>
                <a:lnTo>
                  <a:pt x="513" y="71"/>
                </a:lnTo>
                <a:lnTo>
                  <a:pt x="512" y="71"/>
                </a:lnTo>
                <a:lnTo>
                  <a:pt x="512" y="72"/>
                </a:lnTo>
                <a:lnTo>
                  <a:pt x="511" y="72"/>
                </a:lnTo>
                <a:lnTo>
                  <a:pt x="510" y="72"/>
                </a:lnTo>
                <a:lnTo>
                  <a:pt x="510" y="73"/>
                </a:lnTo>
                <a:lnTo>
                  <a:pt x="510" y="74"/>
                </a:lnTo>
                <a:lnTo>
                  <a:pt x="511" y="74"/>
                </a:lnTo>
                <a:lnTo>
                  <a:pt x="512" y="74"/>
                </a:lnTo>
                <a:lnTo>
                  <a:pt x="513" y="74"/>
                </a:lnTo>
                <a:lnTo>
                  <a:pt x="514" y="74"/>
                </a:lnTo>
                <a:lnTo>
                  <a:pt x="515" y="74"/>
                </a:lnTo>
                <a:lnTo>
                  <a:pt x="516" y="74"/>
                </a:lnTo>
                <a:lnTo>
                  <a:pt x="517" y="75"/>
                </a:lnTo>
                <a:lnTo>
                  <a:pt x="517" y="76"/>
                </a:lnTo>
                <a:lnTo>
                  <a:pt x="518" y="76"/>
                </a:lnTo>
                <a:lnTo>
                  <a:pt x="518" y="77"/>
                </a:lnTo>
                <a:lnTo>
                  <a:pt x="519" y="77"/>
                </a:lnTo>
                <a:lnTo>
                  <a:pt x="519" y="78"/>
                </a:lnTo>
                <a:lnTo>
                  <a:pt x="520" y="78"/>
                </a:lnTo>
                <a:lnTo>
                  <a:pt x="520" y="79"/>
                </a:lnTo>
                <a:lnTo>
                  <a:pt x="521" y="79"/>
                </a:lnTo>
                <a:lnTo>
                  <a:pt x="522" y="79"/>
                </a:lnTo>
                <a:lnTo>
                  <a:pt x="521" y="79"/>
                </a:lnTo>
                <a:lnTo>
                  <a:pt x="522" y="79"/>
                </a:lnTo>
                <a:lnTo>
                  <a:pt x="522" y="80"/>
                </a:lnTo>
                <a:lnTo>
                  <a:pt x="523" y="80"/>
                </a:lnTo>
                <a:lnTo>
                  <a:pt x="523" y="81"/>
                </a:lnTo>
                <a:lnTo>
                  <a:pt x="523" y="82"/>
                </a:lnTo>
                <a:lnTo>
                  <a:pt x="523" y="83"/>
                </a:lnTo>
                <a:lnTo>
                  <a:pt x="522" y="83"/>
                </a:lnTo>
                <a:lnTo>
                  <a:pt x="521" y="84"/>
                </a:lnTo>
                <a:lnTo>
                  <a:pt x="521" y="85"/>
                </a:lnTo>
                <a:lnTo>
                  <a:pt x="522" y="85"/>
                </a:lnTo>
                <a:lnTo>
                  <a:pt x="522" y="86"/>
                </a:lnTo>
                <a:lnTo>
                  <a:pt x="521" y="86"/>
                </a:lnTo>
                <a:lnTo>
                  <a:pt x="521" y="87"/>
                </a:lnTo>
                <a:lnTo>
                  <a:pt x="521" y="88"/>
                </a:lnTo>
                <a:lnTo>
                  <a:pt x="520" y="88"/>
                </a:lnTo>
                <a:lnTo>
                  <a:pt x="519" y="88"/>
                </a:lnTo>
                <a:lnTo>
                  <a:pt x="518" y="88"/>
                </a:lnTo>
                <a:lnTo>
                  <a:pt x="517" y="88"/>
                </a:lnTo>
                <a:lnTo>
                  <a:pt x="516" y="88"/>
                </a:lnTo>
                <a:lnTo>
                  <a:pt x="515" y="88"/>
                </a:lnTo>
                <a:lnTo>
                  <a:pt x="515" y="89"/>
                </a:lnTo>
                <a:lnTo>
                  <a:pt x="514" y="89"/>
                </a:lnTo>
                <a:lnTo>
                  <a:pt x="514" y="90"/>
                </a:lnTo>
                <a:lnTo>
                  <a:pt x="513" y="90"/>
                </a:lnTo>
                <a:lnTo>
                  <a:pt x="514" y="90"/>
                </a:lnTo>
                <a:lnTo>
                  <a:pt x="513" y="90"/>
                </a:lnTo>
                <a:lnTo>
                  <a:pt x="513" y="91"/>
                </a:lnTo>
                <a:lnTo>
                  <a:pt x="513" y="92"/>
                </a:lnTo>
                <a:lnTo>
                  <a:pt x="513" y="93"/>
                </a:lnTo>
                <a:lnTo>
                  <a:pt x="514" y="93"/>
                </a:lnTo>
                <a:lnTo>
                  <a:pt x="514" y="94"/>
                </a:lnTo>
                <a:lnTo>
                  <a:pt x="513" y="94"/>
                </a:lnTo>
                <a:lnTo>
                  <a:pt x="514" y="94"/>
                </a:lnTo>
                <a:lnTo>
                  <a:pt x="514" y="95"/>
                </a:lnTo>
                <a:lnTo>
                  <a:pt x="513" y="95"/>
                </a:lnTo>
                <a:lnTo>
                  <a:pt x="512" y="95"/>
                </a:lnTo>
                <a:lnTo>
                  <a:pt x="512" y="96"/>
                </a:lnTo>
                <a:lnTo>
                  <a:pt x="511" y="96"/>
                </a:lnTo>
                <a:lnTo>
                  <a:pt x="510" y="96"/>
                </a:lnTo>
                <a:lnTo>
                  <a:pt x="510" y="97"/>
                </a:lnTo>
                <a:lnTo>
                  <a:pt x="510" y="98"/>
                </a:lnTo>
                <a:lnTo>
                  <a:pt x="510" y="99"/>
                </a:lnTo>
                <a:lnTo>
                  <a:pt x="509" y="100"/>
                </a:lnTo>
                <a:lnTo>
                  <a:pt x="509" y="101"/>
                </a:lnTo>
                <a:lnTo>
                  <a:pt x="508" y="101"/>
                </a:lnTo>
                <a:lnTo>
                  <a:pt x="508" y="102"/>
                </a:lnTo>
                <a:lnTo>
                  <a:pt x="508" y="103"/>
                </a:lnTo>
                <a:lnTo>
                  <a:pt x="507" y="103"/>
                </a:lnTo>
                <a:lnTo>
                  <a:pt x="508" y="103"/>
                </a:lnTo>
                <a:lnTo>
                  <a:pt x="507" y="104"/>
                </a:lnTo>
                <a:lnTo>
                  <a:pt x="508" y="104"/>
                </a:lnTo>
                <a:lnTo>
                  <a:pt x="509" y="104"/>
                </a:lnTo>
                <a:lnTo>
                  <a:pt x="509" y="105"/>
                </a:lnTo>
                <a:lnTo>
                  <a:pt x="509" y="106"/>
                </a:lnTo>
                <a:lnTo>
                  <a:pt x="510" y="106"/>
                </a:lnTo>
                <a:lnTo>
                  <a:pt x="510" y="105"/>
                </a:lnTo>
                <a:lnTo>
                  <a:pt x="511" y="105"/>
                </a:lnTo>
                <a:lnTo>
                  <a:pt x="511" y="106"/>
                </a:lnTo>
                <a:lnTo>
                  <a:pt x="512" y="106"/>
                </a:lnTo>
                <a:lnTo>
                  <a:pt x="512" y="107"/>
                </a:lnTo>
                <a:lnTo>
                  <a:pt x="512" y="108"/>
                </a:lnTo>
                <a:lnTo>
                  <a:pt x="513" y="108"/>
                </a:lnTo>
                <a:lnTo>
                  <a:pt x="513" y="109"/>
                </a:lnTo>
                <a:lnTo>
                  <a:pt x="514" y="109"/>
                </a:lnTo>
                <a:lnTo>
                  <a:pt x="514" y="108"/>
                </a:lnTo>
                <a:lnTo>
                  <a:pt x="514" y="107"/>
                </a:lnTo>
                <a:lnTo>
                  <a:pt x="515" y="107"/>
                </a:lnTo>
                <a:lnTo>
                  <a:pt x="516" y="107"/>
                </a:lnTo>
                <a:lnTo>
                  <a:pt x="516" y="108"/>
                </a:lnTo>
                <a:lnTo>
                  <a:pt x="517" y="108"/>
                </a:lnTo>
                <a:lnTo>
                  <a:pt x="517" y="109"/>
                </a:lnTo>
                <a:lnTo>
                  <a:pt x="516" y="109"/>
                </a:lnTo>
                <a:lnTo>
                  <a:pt x="517" y="109"/>
                </a:lnTo>
                <a:lnTo>
                  <a:pt x="517" y="110"/>
                </a:lnTo>
                <a:lnTo>
                  <a:pt x="517" y="111"/>
                </a:lnTo>
                <a:lnTo>
                  <a:pt x="516" y="112"/>
                </a:lnTo>
                <a:lnTo>
                  <a:pt x="516" y="113"/>
                </a:lnTo>
                <a:lnTo>
                  <a:pt x="515" y="113"/>
                </a:lnTo>
                <a:lnTo>
                  <a:pt x="515" y="114"/>
                </a:lnTo>
                <a:lnTo>
                  <a:pt x="514" y="114"/>
                </a:lnTo>
                <a:lnTo>
                  <a:pt x="514" y="115"/>
                </a:lnTo>
                <a:lnTo>
                  <a:pt x="513" y="115"/>
                </a:lnTo>
                <a:lnTo>
                  <a:pt x="513" y="116"/>
                </a:lnTo>
                <a:lnTo>
                  <a:pt x="514" y="116"/>
                </a:lnTo>
                <a:lnTo>
                  <a:pt x="514" y="117"/>
                </a:lnTo>
                <a:lnTo>
                  <a:pt x="514" y="118"/>
                </a:lnTo>
                <a:lnTo>
                  <a:pt x="515" y="119"/>
                </a:lnTo>
                <a:lnTo>
                  <a:pt x="516" y="119"/>
                </a:lnTo>
                <a:lnTo>
                  <a:pt x="516" y="120"/>
                </a:lnTo>
                <a:lnTo>
                  <a:pt x="515" y="120"/>
                </a:lnTo>
                <a:lnTo>
                  <a:pt x="516" y="120"/>
                </a:lnTo>
                <a:lnTo>
                  <a:pt x="516" y="121"/>
                </a:lnTo>
                <a:lnTo>
                  <a:pt x="516" y="122"/>
                </a:lnTo>
                <a:lnTo>
                  <a:pt x="516" y="123"/>
                </a:lnTo>
                <a:lnTo>
                  <a:pt x="516" y="125"/>
                </a:lnTo>
                <a:lnTo>
                  <a:pt x="516" y="126"/>
                </a:lnTo>
                <a:lnTo>
                  <a:pt x="517" y="125"/>
                </a:lnTo>
                <a:lnTo>
                  <a:pt x="518" y="125"/>
                </a:lnTo>
                <a:lnTo>
                  <a:pt x="518" y="124"/>
                </a:lnTo>
                <a:lnTo>
                  <a:pt x="519" y="124"/>
                </a:lnTo>
                <a:lnTo>
                  <a:pt x="519" y="123"/>
                </a:lnTo>
                <a:lnTo>
                  <a:pt x="519" y="122"/>
                </a:lnTo>
                <a:lnTo>
                  <a:pt x="520" y="122"/>
                </a:lnTo>
                <a:lnTo>
                  <a:pt x="520" y="123"/>
                </a:lnTo>
                <a:lnTo>
                  <a:pt x="521" y="123"/>
                </a:lnTo>
                <a:lnTo>
                  <a:pt x="520" y="123"/>
                </a:lnTo>
                <a:lnTo>
                  <a:pt x="520" y="124"/>
                </a:lnTo>
                <a:lnTo>
                  <a:pt x="520" y="125"/>
                </a:lnTo>
                <a:lnTo>
                  <a:pt x="520" y="126"/>
                </a:lnTo>
                <a:lnTo>
                  <a:pt x="521" y="126"/>
                </a:lnTo>
                <a:lnTo>
                  <a:pt x="520" y="126"/>
                </a:lnTo>
                <a:lnTo>
                  <a:pt x="520" y="127"/>
                </a:lnTo>
                <a:lnTo>
                  <a:pt x="521" y="127"/>
                </a:lnTo>
                <a:lnTo>
                  <a:pt x="521" y="128"/>
                </a:lnTo>
                <a:lnTo>
                  <a:pt x="522" y="128"/>
                </a:lnTo>
                <a:lnTo>
                  <a:pt x="523" y="127"/>
                </a:lnTo>
                <a:lnTo>
                  <a:pt x="524" y="127"/>
                </a:lnTo>
                <a:lnTo>
                  <a:pt x="524" y="126"/>
                </a:lnTo>
                <a:lnTo>
                  <a:pt x="524" y="125"/>
                </a:lnTo>
                <a:lnTo>
                  <a:pt x="525" y="124"/>
                </a:lnTo>
                <a:lnTo>
                  <a:pt x="526" y="124"/>
                </a:lnTo>
                <a:lnTo>
                  <a:pt x="526" y="123"/>
                </a:lnTo>
                <a:lnTo>
                  <a:pt x="527" y="123"/>
                </a:lnTo>
                <a:lnTo>
                  <a:pt x="528" y="123"/>
                </a:lnTo>
                <a:lnTo>
                  <a:pt x="529" y="123"/>
                </a:lnTo>
                <a:lnTo>
                  <a:pt x="529" y="122"/>
                </a:lnTo>
                <a:lnTo>
                  <a:pt x="530" y="122"/>
                </a:lnTo>
                <a:lnTo>
                  <a:pt x="531" y="123"/>
                </a:lnTo>
                <a:lnTo>
                  <a:pt x="531" y="124"/>
                </a:lnTo>
                <a:lnTo>
                  <a:pt x="532" y="124"/>
                </a:lnTo>
                <a:lnTo>
                  <a:pt x="532" y="125"/>
                </a:lnTo>
                <a:lnTo>
                  <a:pt x="532" y="126"/>
                </a:lnTo>
                <a:lnTo>
                  <a:pt x="531" y="126"/>
                </a:lnTo>
                <a:lnTo>
                  <a:pt x="532" y="127"/>
                </a:lnTo>
                <a:lnTo>
                  <a:pt x="533" y="127"/>
                </a:lnTo>
                <a:lnTo>
                  <a:pt x="533" y="128"/>
                </a:lnTo>
                <a:lnTo>
                  <a:pt x="534" y="128"/>
                </a:lnTo>
                <a:lnTo>
                  <a:pt x="534" y="127"/>
                </a:lnTo>
                <a:lnTo>
                  <a:pt x="535" y="127"/>
                </a:lnTo>
                <a:lnTo>
                  <a:pt x="536" y="127"/>
                </a:lnTo>
                <a:lnTo>
                  <a:pt x="536" y="128"/>
                </a:lnTo>
                <a:lnTo>
                  <a:pt x="536" y="129"/>
                </a:lnTo>
                <a:lnTo>
                  <a:pt x="536" y="130"/>
                </a:lnTo>
                <a:lnTo>
                  <a:pt x="536" y="131"/>
                </a:lnTo>
                <a:lnTo>
                  <a:pt x="537" y="131"/>
                </a:lnTo>
                <a:lnTo>
                  <a:pt x="538" y="131"/>
                </a:lnTo>
                <a:lnTo>
                  <a:pt x="539" y="131"/>
                </a:lnTo>
                <a:lnTo>
                  <a:pt x="540" y="131"/>
                </a:lnTo>
                <a:lnTo>
                  <a:pt x="540" y="130"/>
                </a:lnTo>
                <a:lnTo>
                  <a:pt x="541" y="130"/>
                </a:lnTo>
                <a:lnTo>
                  <a:pt x="542" y="130"/>
                </a:lnTo>
                <a:lnTo>
                  <a:pt x="542" y="129"/>
                </a:lnTo>
                <a:lnTo>
                  <a:pt x="543" y="129"/>
                </a:lnTo>
                <a:lnTo>
                  <a:pt x="543" y="130"/>
                </a:lnTo>
                <a:lnTo>
                  <a:pt x="543" y="131"/>
                </a:lnTo>
                <a:lnTo>
                  <a:pt x="543" y="132"/>
                </a:lnTo>
                <a:lnTo>
                  <a:pt x="543" y="133"/>
                </a:lnTo>
                <a:lnTo>
                  <a:pt x="544" y="133"/>
                </a:lnTo>
                <a:lnTo>
                  <a:pt x="544" y="134"/>
                </a:lnTo>
                <a:lnTo>
                  <a:pt x="544" y="135"/>
                </a:lnTo>
                <a:lnTo>
                  <a:pt x="545" y="135"/>
                </a:lnTo>
                <a:lnTo>
                  <a:pt x="545" y="136"/>
                </a:lnTo>
                <a:lnTo>
                  <a:pt x="544" y="136"/>
                </a:lnTo>
                <a:lnTo>
                  <a:pt x="544" y="137"/>
                </a:lnTo>
                <a:lnTo>
                  <a:pt x="544" y="138"/>
                </a:lnTo>
                <a:lnTo>
                  <a:pt x="545" y="138"/>
                </a:lnTo>
                <a:lnTo>
                  <a:pt x="545" y="139"/>
                </a:lnTo>
                <a:lnTo>
                  <a:pt x="545" y="140"/>
                </a:lnTo>
                <a:lnTo>
                  <a:pt x="545" y="141"/>
                </a:lnTo>
                <a:lnTo>
                  <a:pt x="545" y="142"/>
                </a:lnTo>
                <a:lnTo>
                  <a:pt x="546" y="141"/>
                </a:lnTo>
                <a:lnTo>
                  <a:pt x="546" y="142"/>
                </a:lnTo>
                <a:lnTo>
                  <a:pt x="547" y="142"/>
                </a:lnTo>
                <a:lnTo>
                  <a:pt x="547" y="141"/>
                </a:lnTo>
                <a:lnTo>
                  <a:pt x="548" y="141"/>
                </a:lnTo>
                <a:lnTo>
                  <a:pt x="548" y="140"/>
                </a:lnTo>
                <a:lnTo>
                  <a:pt x="548" y="141"/>
                </a:lnTo>
                <a:lnTo>
                  <a:pt x="549" y="141"/>
                </a:lnTo>
                <a:lnTo>
                  <a:pt x="549" y="140"/>
                </a:lnTo>
                <a:lnTo>
                  <a:pt x="550" y="140"/>
                </a:lnTo>
                <a:lnTo>
                  <a:pt x="550" y="141"/>
                </a:lnTo>
                <a:lnTo>
                  <a:pt x="550" y="142"/>
                </a:lnTo>
                <a:lnTo>
                  <a:pt x="550" y="143"/>
                </a:lnTo>
                <a:lnTo>
                  <a:pt x="549" y="143"/>
                </a:lnTo>
                <a:lnTo>
                  <a:pt x="549" y="144"/>
                </a:lnTo>
                <a:lnTo>
                  <a:pt x="549" y="145"/>
                </a:lnTo>
                <a:lnTo>
                  <a:pt x="550" y="145"/>
                </a:lnTo>
                <a:lnTo>
                  <a:pt x="551" y="145"/>
                </a:lnTo>
                <a:lnTo>
                  <a:pt x="552" y="146"/>
                </a:lnTo>
                <a:lnTo>
                  <a:pt x="552" y="147"/>
                </a:lnTo>
                <a:lnTo>
                  <a:pt x="552" y="148"/>
                </a:lnTo>
                <a:lnTo>
                  <a:pt x="552" y="147"/>
                </a:lnTo>
                <a:lnTo>
                  <a:pt x="553" y="147"/>
                </a:lnTo>
                <a:lnTo>
                  <a:pt x="553" y="146"/>
                </a:lnTo>
                <a:lnTo>
                  <a:pt x="554" y="146"/>
                </a:lnTo>
                <a:lnTo>
                  <a:pt x="555" y="146"/>
                </a:lnTo>
                <a:lnTo>
                  <a:pt x="555" y="147"/>
                </a:lnTo>
                <a:lnTo>
                  <a:pt x="556" y="148"/>
                </a:lnTo>
                <a:lnTo>
                  <a:pt x="556" y="149"/>
                </a:lnTo>
                <a:lnTo>
                  <a:pt x="555" y="149"/>
                </a:lnTo>
                <a:lnTo>
                  <a:pt x="555" y="150"/>
                </a:lnTo>
                <a:lnTo>
                  <a:pt x="555" y="151"/>
                </a:lnTo>
                <a:lnTo>
                  <a:pt x="555" y="152"/>
                </a:lnTo>
                <a:lnTo>
                  <a:pt x="555" y="153"/>
                </a:lnTo>
                <a:lnTo>
                  <a:pt x="556" y="153"/>
                </a:lnTo>
                <a:lnTo>
                  <a:pt x="556" y="154"/>
                </a:lnTo>
                <a:lnTo>
                  <a:pt x="557" y="154"/>
                </a:lnTo>
                <a:lnTo>
                  <a:pt x="557" y="155"/>
                </a:lnTo>
                <a:lnTo>
                  <a:pt x="558" y="154"/>
                </a:lnTo>
                <a:lnTo>
                  <a:pt x="559" y="155"/>
                </a:lnTo>
                <a:lnTo>
                  <a:pt x="560" y="154"/>
                </a:lnTo>
                <a:lnTo>
                  <a:pt x="561" y="154"/>
                </a:lnTo>
                <a:lnTo>
                  <a:pt x="562" y="153"/>
                </a:lnTo>
                <a:lnTo>
                  <a:pt x="563" y="154"/>
                </a:lnTo>
                <a:lnTo>
                  <a:pt x="562" y="154"/>
                </a:lnTo>
                <a:lnTo>
                  <a:pt x="563" y="155"/>
                </a:lnTo>
                <a:lnTo>
                  <a:pt x="563" y="156"/>
                </a:lnTo>
                <a:lnTo>
                  <a:pt x="564" y="155"/>
                </a:lnTo>
                <a:lnTo>
                  <a:pt x="565" y="154"/>
                </a:lnTo>
                <a:lnTo>
                  <a:pt x="565" y="155"/>
                </a:lnTo>
                <a:lnTo>
                  <a:pt x="565" y="156"/>
                </a:lnTo>
                <a:lnTo>
                  <a:pt x="565" y="157"/>
                </a:lnTo>
                <a:lnTo>
                  <a:pt x="565" y="158"/>
                </a:lnTo>
                <a:lnTo>
                  <a:pt x="565" y="159"/>
                </a:lnTo>
                <a:lnTo>
                  <a:pt x="564" y="159"/>
                </a:lnTo>
                <a:lnTo>
                  <a:pt x="564" y="160"/>
                </a:lnTo>
                <a:lnTo>
                  <a:pt x="563" y="161"/>
                </a:lnTo>
                <a:lnTo>
                  <a:pt x="564" y="161"/>
                </a:lnTo>
                <a:lnTo>
                  <a:pt x="564" y="162"/>
                </a:lnTo>
                <a:lnTo>
                  <a:pt x="565" y="162"/>
                </a:lnTo>
                <a:lnTo>
                  <a:pt x="565" y="163"/>
                </a:lnTo>
                <a:lnTo>
                  <a:pt x="565" y="164"/>
                </a:lnTo>
                <a:lnTo>
                  <a:pt x="565" y="165"/>
                </a:lnTo>
                <a:lnTo>
                  <a:pt x="565" y="166"/>
                </a:lnTo>
                <a:lnTo>
                  <a:pt x="564" y="166"/>
                </a:lnTo>
                <a:lnTo>
                  <a:pt x="564" y="167"/>
                </a:lnTo>
                <a:lnTo>
                  <a:pt x="565" y="167"/>
                </a:lnTo>
                <a:lnTo>
                  <a:pt x="565" y="168"/>
                </a:lnTo>
                <a:lnTo>
                  <a:pt x="564" y="169"/>
                </a:lnTo>
                <a:lnTo>
                  <a:pt x="564" y="170"/>
                </a:lnTo>
                <a:lnTo>
                  <a:pt x="564" y="171"/>
                </a:lnTo>
                <a:lnTo>
                  <a:pt x="563" y="171"/>
                </a:lnTo>
                <a:lnTo>
                  <a:pt x="563" y="170"/>
                </a:lnTo>
                <a:lnTo>
                  <a:pt x="562" y="171"/>
                </a:lnTo>
                <a:lnTo>
                  <a:pt x="562" y="172"/>
                </a:lnTo>
                <a:lnTo>
                  <a:pt x="562" y="173"/>
                </a:lnTo>
                <a:lnTo>
                  <a:pt x="562" y="174"/>
                </a:lnTo>
                <a:lnTo>
                  <a:pt x="563" y="174"/>
                </a:lnTo>
                <a:lnTo>
                  <a:pt x="563" y="175"/>
                </a:lnTo>
                <a:lnTo>
                  <a:pt x="563" y="176"/>
                </a:lnTo>
                <a:lnTo>
                  <a:pt x="563" y="177"/>
                </a:lnTo>
                <a:lnTo>
                  <a:pt x="563" y="178"/>
                </a:lnTo>
                <a:lnTo>
                  <a:pt x="562" y="179"/>
                </a:lnTo>
                <a:lnTo>
                  <a:pt x="562" y="180"/>
                </a:lnTo>
                <a:lnTo>
                  <a:pt x="563" y="181"/>
                </a:lnTo>
                <a:lnTo>
                  <a:pt x="563" y="182"/>
                </a:lnTo>
                <a:lnTo>
                  <a:pt x="562" y="183"/>
                </a:lnTo>
                <a:lnTo>
                  <a:pt x="562" y="184"/>
                </a:lnTo>
                <a:lnTo>
                  <a:pt x="561" y="184"/>
                </a:lnTo>
                <a:lnTo>
                  <a:pt x="560" y="184"/>
                </a:lnTo>
                <a:lnTo>
                  <a:pt x="560" y="185"/>
                </a:lnTo>
                <a:lnTo>
                  <a:pt x="559" y="186"/>
                </a:lnTo>
                <a:lnTo>
                  <a:pt x="559" y="187"/>
                </a:lnTo>
                <a:lnTo>
                  <a:pt x="558" y="187"/>
                </a:lnTo>
                <a:lnTo>
                  <a:pt x="558" y="188"/>
                </a:lnTo>
                <a:lnTo>
                  <a:pt x="559" y="189"/>
                </a:lnTo>
                <a:lnTo>
                  <a:pt x="559" y="190"/>
                </a:lnTo>
                <a:lnTo>
                  <a:pt x="560" y="190"/>
                </a:lnTo>
                <a:lnTo>
                  <a:pt x="561" y="190"/>
                </a:lnTo>
                <a:lnTo>
                  <a:pt x="562" y="190"/>
                </a:lnTo>
                <a:lnTo>
                  <a:pt x="562" y="191"/>
                </a:lnTo>
                <a:lnTo>
                  <a:pt x="562" y="190"/>
                </a:lnTo>
                <a:lnTo>
                  <a:pt x="563" y="190"/>
                </a:lnTo>
                <a:lnTo>
                  <a:pt x="563" y="191"/>
                </a:lnTo>
                <a:lnTo>
                  <a:pt x="564" y="191"/>
                </a:lnTo>
                <a:lnTo>
                  <a:pt x="564" y="192"/>
                </a:lnTo>
                <a:lnTo>
                  <a:pt x="565" y="193"/>
                </a:lnTo>
                <a:lnTo>
                  <a:pt x="565" y="194"/>
                </a:lnTo>
                <a:lnTo>
                  <a:pt x="566" y="194"/>
                </a:lnTo>
                <a:lnTo>
                  <a:pt x="567" y="195"/>
                </a:lnTo>
                <a:lnTo>
                  <a:pt x="568" y="195"/>
                </a:lnTo>
                <a:lnTo>
                  <a:pt x="569" y="195"/>
                </a:lnTo>
                <a:lnTo>
                  <a:pt x="570" y="195"/>
                </a:lnTo>
                <a:lnTo>
                  <a:pt x="571" y="195"/>
                </a:lnTo>
                <a:lnTo>
                  <a:pt x="571" y="196"/>
                </a:lnTo>
                <a:lnTo>
                  <a:pt x="572" y="196"/>
                </a:lnTo>
                <a:lnTo>
                  <a:pt x="572" y="198"/>
                </a:lnTo>
                <a:lnTo>
                  <a:pt x="572" y="199"/>
                </a:lnTo>
                <a:lnTo>
                  <a:pt x="571" y="199"/>
                </a:lnTo>
                <a:lnTo>
                  <a:pt x="570" y="199"/>
                </a:lnTo>
                <a:lnTo>
                  <a:pt x="570" y="200"/>
                </a:lnTo>
                <a:lnTo>
                  <a:pt x="569" y="201"/>
                </a:lnTo>
                <a:lnTo>
                  <a:pt x="569" y="202"/>
                </a:lnTo>
                <a:lnTo>
                  <a:pt x="568" y="202"/>
                </a:lnTo>
                <a:lnTo>
                  <a:pt x="568" y="203"/>
                </a:lnTo>
                <a:lnTo>
                  <a:pt x="569" y="203"/>
                </a:lnTo>
                <a:lnTo>
                  <a:pt x="571" y="204"/>
                </a:lnTo>
                <a:lnTo>
                  <a:pt x="571" y="205"/>
                </a:lnTo>
                <a:lnTo>
                  <a:pt x="571" y="206"/>
                </a:lnTo>
                <a:lnTo>
                  <a:pt x="572" y="206"/>
                </a:lnTo>
                <a:lnTo>
                  <a:pt x="573" y="207"/>
                </a:lnTo>
                <a:lnTo>
                  <a:pt x="574" y="207"/>
                </a:lnTo>
                <a:lnTo>
                  <a:pt x="575" y="207"/>
                </a:lnTo>
                <a:lnTo>
                  <a:pt x="576" y="207"/>
                </a:lnTo>
                <a:lnTo>
                  <a:pt x="576" y="208"/>
                </a:lnTo>
                <a:lnTo>
                  <a:pt x="576" y="209"/>
                </a:lnTo>
                <a:lnTo>
                  <a:pt x="576" y="210"/>
                </a:lnTo>
                <a:lnTo>
                  <a:pt x="575" y="210"/>
                </a:lnTo>
                <a:lnTo>
                  <a:pt x="575" y="211"/>
                </a:lnTo>
                <a:lnTo>
                  <a:pt x="576" y="211"/>
                </a:lnTo>
                <a:lnTo>
                  <a:pt x="576" y="212"/>
                </a:lnTo>
                <a:lnTo>
                  <a:pt x="575" y="213"/>
                </a:lnTo>
                <a:lnTo>
                  <a:pt x="574" y="213"/>
                </a:lnTo>
                <a:lnTo>
                  <a:pt x="574" y="214"/>
                </a:lnTo>
                <a:lnTo>
                  <a:pt x="575" y="213"/>
                </a:lnTo>
                <a:lnTo>
                  <a:pt x="575" y="214"/>
                </a:lnTo>
                <a:lnTo>
                  <a:pt x="576" y="215"/>
                </a:lnTo>
                <a:lnTo>
                  <a:pt x="576" y="216"/>
                </a:lnTo>
                <a:lnTo>
                  <a:pt x="575" y="216"/>
                </a:lnTo>
                <a:lnTo>
                  <a:pt x="574" y="217"/>
                </a:lnTo>
                <a:lnTo>
                  <a:pt x="573" y="217"/>
                </a:lnTo>
                <a:lnTo>
                  <a:pt x="573" y="218"/>
                </a:lnTo>
                <a:lnTo>
                  <a:pt x="572" y="219"/>
                </a:lnTo>
                <a:lnTo>
                  <a:pt x="571" y="219"/>
                </a:lnTo>
                <a:lnTo>
                  <a:pt x="571" y="220"/>
                </a:lnTo>
                <a:lnTo>
                  <a:pt x="570" y="220"/>
                </a:lnTo>
                <a:lnTo>
                  <a:pt x="570" y="219"/>
                </a:lnTo>
                <a:lnTo>
                  <a:pt x="569" y="220"/>
                </a:lnTo>
                <a:lnTo>
                  <a:pt x="570" y="221"/>
                </a:lnTo>
                <a:lnTo>
                  <a:pt x="570" y="222"/>
                </a:lnTo>
                <a:lnTo>
                  <a:pt x="569" y="222"/>
                </a:lnTo>
                <a:lnTo>
                  <a:pt x="568" y="222"/>
                </a:lnTo>
                <a:lnTo>
                  <a:pt x="568" y="223"/>
                </a:lnTo>
                <a:lnTo>
                  <a:pt x="568" y="224"/>
                </a:lnTo>
                <a:lnTo>
                  <a:pt x="567" y="224"/>
                </a:lnTo>
                <a:lnTo>
                  <a:pt x="566" y="224"/>
                </a:lnTo>
                <a:lnTo>
                  <a:pt x="565" y="224"/>
                </a:lnTo>
                <a:lnTo>
                  <a:pt x="564" y="225"/>
                </a:lnTo>
                <a:lnTo>
                  <a:pt x="564" y="226"/>
                </a:lnTo>
                <a:lnTo>
                  <a:pt x="563" y="226"/>
                </a:lnTo>
                <a:lnTo>
                  <a:pt x="563" y="227"/>
                </a:lnTo>
                <a:lnTo>
                  <a:pt x="562" y="227"/>
                </a:lnTo>
                <a:lnTo>
                  <a:pt x="562" y="228"/>
                </a:lnTo>
                <a:lnTo>
                  <a:pt x="562" y="229"/>
                </a:lnTo>
                <a:lnTo>
                  <a:pt x="561" y="229"/>
                </a:lnTo>
                <a:lnTo>
                  <a:pt x="560" y="230"/>
                </a:lnTo>
                <a:lnTo>
                  <a:pt x="560" y="231"/>
                </a:lnTo>
                <a:lnTo>
                  <a:pt x="560" y="232"/>
                </a:lnTo>
                <a:lnTo>
                  <a:pt x="560" y="233"/>
                </a:lnTo>
                <a:lnTo>
                  <a:pt x="559" y="233"/>
                </a:lnTo>
                <a:lnTo>
                  <a:pt x="559" y="232"/>
                </a:lnTo>
                <a:lnTo>
                  <a:pt x="559" y="233"/>
                </a:lnTo>
                <a:lnTo>
                  <a:pt x="558" y="233"/>
                </a:lnTo>
                <a:lnTo>
                  <a:pt x="557" y="233"/>
                </a:lnTo>
                <a:lnTo>
                  <a:pt x="556" y="234"/>
                </a:lnTo>
                <a:lnTo>
                  <a:pt x="555" y="234"/>
                </a:lnTo>
                <a:lnTo>
                  <a:pt x="554" y="233"/>
                </a:lnTo>
                <a:lnTo>
                  <a:pt x="553" y="233"/>
                </a:lnTo>
                <a:lnTo>
                  <a:pt x="553" y="234"/>
                </a:lnTo>
                <a:lnTo>
                  <a:pt x="553" y="233"/>
                </a:lnTo>
                <a:lnTo>
                  <a:pt x="552" y="233"/>
                </a:lnTo>
                <a:lnTo>
                  <a:pt x="552" y="234"/>
                </a:lnTo>
                <a:lnTo>
                  <a:pt x="551" y="234"/>
                </a:lnTo>
                <a:lnTo>
                  <a:pt x="551" y="233"/>
                </a:lnTo>
                <a:lnTo>
                  <a:pt x="550" y="234"/>
                </a:lnTo>
                <a:lnTo>
                  <a:pt x="549" y="235"/>
                </a:lnTo>
                <a:lnTo>
                  <a:pt x="549" y="234"/>
                </a:lnTo>
                <a:lnTo>
                  <a:pt x="548" y="234"/>
                </a:lnTo>
                <a:lnTo>
                  <a:pt x="548" y="235"/>
                </a:lnTo>
                <a:lnTo>
                  <a:pt x="549" y="236"/>
                </a:lnTo>
                <a:lnTo>
                  <a:pt x="549" y="237"/>
                </a:lnTo>
                <a:lnTo>
                  <a:pt x="550" y="237"/>
                </a:lnTo>
                <a:lnTo>
                  <a:pt x="549" y="237"/>
                </a:lnTo>
                <a:lnTo>
                  <a:pt x="550" y="237"/>
                </a:lnTo>
                <a:lnTo>
                  <a:pt x="550" y="238"/>
                </a:lnTo>
                <a:lnTo>
                  <a:pt x="549" y="238"/>
                </a:lnTo>
                <a:lnTo>
                  <a:pt x="550" y="239"/>
                </a:lnTo>
                <a:lnTo>
                  <a:pt x="549" y="239"/>
                </a:lnTo>
                <a:lnTo>
                  <a:pt x="550" y="239"/>
                </a:lnTo>
                <a:lnTo>
                  <a:pt x="551" y="240"/>
                </a:lnTo>
                <a:lnTo>
                  <a:pt x="551" y="241"/>
                </a:lnTo>
                <a:lnTo>
                  <a:pt x="551" y="242"/>
                </a:lnTo>
                <a:lnTo>
                  <a:pt x="551" y="243"/>
                </a:lnTo>
                <a:lnTo>
                  <a:pt x="552" y="243"/>
                </a:lnTo>
                <a:lnTo>
                  <a:pt x="552" y="244"/>
                </a:lnTo>
                <a:lnTo>
                  <a:pt x="551" y="244"/>
                </a:lnTo>
                <a:lnTo>
                  <a:pt x="551" y="245"/>
                </a:lnTo>
                <a:lnTo>
                  <a:pt x="552" y="245"/>
                </a:lnTo>
                <a:lnTo>
                  <a:pt x="552" y="244"/>
                </a:lnTo>
                <a:lnTo>
                  <a:pt x="552" y="245"/>
                </a:lnTo>
                <a:lnTo>
                  <a:pt x="553" y="245"/>
                </a:lnTo>
                <a:lnTo>
                  <a:pt x="553" y="246"/>
                </a:lnTo>
                <a:lnTo>
                  <a:pt x="554" y="247"/>
                </a:lnTo>
                <a:lnTo>
                  <a:pt x="554" y="248"/>
                </a:lnTo>
                <a:lnTo>
                  <a:pt x="553" y="248"/>
                </a:lnTo>
                <a:lnTo>
                  <a:pt x="552" y="248"/>
                </a:lnTo>
                <a:lnTo>
                  <a:pt x="552" y="249"/>
                </a:lnTo>
                <a:lnTo>
                  <a:pt x="552" y="250"/>
                </a:lnTo>
                <a:lnTo>
                  <a:pt x="551" y="250"/>
                </a:lnTo>
                <a:lnTo>
                  <a:pt x="550" y="250"/>
                </a:lnTo>
                <a:lnTo>
                  <a:pt x="549" y="250"/>
                </a:lnTo>
                <a:lnTo>
                  <a:pt x="549" y="249"/>
                </a:lnTo>
                <a:lnTo>
                  <a:pt x="548" y="249"/>
                </a:lnTo>
                <a:lnTo>
                  <a:pt x="548" y="250"/>
                </a:lnTo>
                <a:lnTo>
                  <a:pt x="547" y="250"/>
                </a:lnTo>
                <a:lnTo>
                  <a:pt x="547" y="249"/>
                </a:lnTo>
                <a:lnTo>
                  <a:pt x="546" y="249"/>
                </a:lnTo>
                <a:lnTo>
                  <a:pt x="545" y="249"/>
                </a:lnTo>
                <a:lnTo>
                  <a:pt x="545" y="250"/>
                </a:lnTo>
                <a:lnTo>
                  <a:pt x="544" y="250"/>
                </a:lnTo>
                <a:lnTo>
                  <a:pt x="544" y="251"/>
                </a:lnTo>
                <a:lnTo>
                  <a:pt x="545" y="251"/>
                </a:lnTo>
                <a:lnTo>
                  <a:pt x="545" y="252"/>
                </a:lnTo>
                <a:lnTo>
                  <a:pt x="545" y="253"/>
                </a:lnTo>
                <a:lnTo>
                  <a:pt x="545" y="252"/>
                </a:lnTo>
                <a:lnTo>
                  <a:pt x="544" y="252"/>
                </a:lnTo>
                <a:lnTo>
                  <a:pt x="544" y="253"/>
                </a:lnTo>
                <a:lnTo>
                  <a:pt x="543" y="253"/>
                </a:lnTo>
                <a:lnTo>
                  <a:pt x="542" y="252"/>
                </a:lnTo>
                <a:lnTo>
                  <a:pt x="542" y="253"/>
                </a:lnTo>
                <a:lnTo>
                  <a:pt x="541" y="253"/>
                </a:lnTo>
                <a:lnTo>
                  <a:pt x="542" y="254"/>
                </a:lnTo>
                <a:lnTo>
                  <a:pt x="541" y="254"/>
                </a:lnTo>
                <a:lnTo>
                  <a:pt x="540" y="254"/>
                </a:lnTo>
                <a:lnTo>
                  <a:pt x="540" y="255"/>
                </a:lnTo>
                <a:lnTo>
                  <a:pt x="539" y="256"/>
                </a:lnTo>
                <a:lnTo>
                  <a:pt x="538" y="256"/>
                </a:lnTo>
                <a:lnTo>
                  <a:pt x="538" y="255"/>
                </a:lnTo>
                <a:lnTo>
                  <a:pt x="537" y="255"/>
                </a:lnTo>
                <a:lnTo>
                  <a:pt x="536" y="255"/>
                </a:lnTo>
                <a:lnTo>
                  <a:pt x="536" y="254"/>
                </a:lnTo>
                <a:lnTo>
                  <a:pt x="535" y="254"/>
                </a:lnTo>
                <a:lnTo>
                  <a:pt x="535" y="253"/>
                </a:lnTo>
                <a:lnTo>
                  <a:pt x="534" y="253"/>
                </a:lnTo>
                <a:lnTo>
                  <a:pt x="534" y="254"/>
                </a:lnTo>
                <a:lnTo>
                  <a:pt x="534" y="255"/>
                </a:lnTo>
                <a:lnTo>
                  <a:pt x="533" y="256"/>
                </a:lnTo>
                <a:lnTo>
                  <a:pt x="533" y="257"/>
                </a:lnTo>
                <a:lnTo>
                  <a:pt x="533" y="258"/>
                </a:lnTo>
                <a:lnTo>
                  <a:pt x="531" y="258"/>
                </a:lnTo>
                <a:lnTo>
                  <a:pt x="530" y="257"/>
                </a:lnTo>
                <a:lnTo>
                  <a:pt x="528" y="257"/>
                </a:lnTo>
                <a:lnTo>
                  <a:pt x="528" y="258"/>
                </a:lnTo>
                <a:lnTo>
                  <a:pt x="527" y="260"/>
                </a:lnTo>
                <a:lnTo>
                  <a:pt x="527" y="261"/>
                </a:lnTo>
                <a:lnTo>
                  <a:pt x="526" y="261"/>
                </a:lnTo>
                <a:lnTo>
                  <a:pt x="524" y="261"/>
                </a:lnTo>
                <a:lnTo>
                  <a:pt x="523" y="263"/>
                </a:lnTo>
                <a:lnTo>
                  <a:pt x="522" y="265"/>
                </a:lnTo>
                <a:lnTo>
                  <a:pt x="521" y="267"/>
                </a:lnTo>
                <a:lnTo>
                  <a:pt x="520" y="268"/>
                </a:lnTo>
                <a:lnTo>
                  <a:pt x="520" y="269"/>
                </a:lnTo>
                <a:lnTo>
                  <a:pt x="521" y="269"/>
                </a:lnTo>
                <a:lnTo>
                  <a:pt x="521" y="270"/>
                </a:lnTo>
                <a:lnTo>
                  <a:pt x="520" y="270"/>
                </a:lnTo>
                <a:lnTo>
                  <a:pt x="520" y="271"/>
                </a:lnTo>
                <a:lnTo>
                  <a:pt x="521" y="271"/>
                </a:lnTo>
                <a:lnTo>
                  <a:pt x="522" y="271"/>
                </a:lnTo>
                <a:lnTo>
                  <a:pt x="523" y="271"/>
                </a:lnTo>
                <a:lnTo>
                  <a:pt x="524" y="272"/>
                </a:lnTo>
                <a:lnTo>
                  <a:pt x="524" y="273"/>
                </a:lnTo>
                <a:lnTo>
                  <a:pt x="524" y="274"/>
                </a:lnTo>
                <a:lnTo>
                  <a:pt x="524" y="277"/>
                </a:lnTo>
                <a:lnTo>
                  <a:pt x="524" y="278"/>
                </a:lnTo>
                <a:lnTo>
                  <a:pt x="524" y="279"/>
                </a:lnTo>
                <a:lnTo>
                  <a:pt x="522" y="281"/>
                </a:lnTo>
                <a:lnTo>
                  <a:pt x="522" y="282"/>
                </a:lnTo>
                <a:lnTo>
                  <a:pt x="521" y="282"/>
                </a:lnTo>
                <a:lnTo>
                  <a:pt x="520" y="283"/>
                </a:lnTo>
                <a:lnTo>
                  <a:pt x="519" y="285"/>
                </a:lnTo>
                <a:lnTo>
                  <a:pt x="517" y="286"/>
                </a:lnTo>
                <a:lnTo>
                  <a:pt x="517" y="287"/>
                </a:lnTo>
                <a:lnTo>
                  <a:pt x="517" y="288"/>
                </a:lnTo>
                <a:lnTo>
                  <a:pt x="518" y="288"/>
                </a:lnTo>
                <a:lnTo>
                  <a:pt x="517" y="289"/>
                </a:lnTo>
                <a:lnTo>
                  <a:pt x="515" y="291"/>
                </a:lnTo>
                <a:lnTo>
                  <a:pt x="514" y="292"/>
                </a:lnTo>
                <a:lnTo>
                  <a:pt x="513" y="293"/>
                </a:lnTo>
                <a:lnTo>
                  <a:pt x="513" y="295"/>
                </a:lnTo>
                <a:lnTo>
                  <a:pt x="512" y="296"/>
                </a:lnTo>
                <a:lnTo>
                  <a:pt x="510" y="297"/>
                </a:lnTo>
                <a:lnTo>
                  <a:pt x="509" y="298"/>
                </a:lnTo>
                <a:lnTo>
                  <a:pt x="508" y="298"/>
                </a:lnTo>
                <a:lnTo>
                  <a:pt x="508" y="299"/>
                </a:lnTo>
                <a:lnTo>
                  <a:pt x="507" y="299"/>
                </a:lnTo>
                <a:lnTo>
                  <a:pt x="507" y="300"/>
                </a:lnTo>
                <a:lnTo>
                  <a:pt x="508" y="300"/>
                </a:lnTo>
                <a:lnTo>
                  <a:pt x="508" y="301"/>
                </a:lnTo>
                <a:lnTo>
                  <a:pt x="507" y="302"/>
                </a:lnTo>
                <a:lnTo>
                  <a:pt x="507" y="304"/>
                </a:lnTo>
                <a:lnTo>
                  <a:pt x="508" y="304"/>
                </a:lnTo>
                <a:lnTo>
                  <a:pt x="507" y="305"/>
                </a:lnTo>
                <a:lnTo>
                  <a:pt x="507" y="306"/>
                </a:lnTo>
                <a:lnTo>
                  <a:pt x="507" y="307"/>
                </a:lnTo>
                <a:lnTo>
                  <a:pt x="506" y="308"/>
                </a:lnTo>
                <a:lnTo>
                  <a:pt x="505" y="308"/>
                </a:lnTo>
                <a:lnTo>
                  <a:pt x="505" y="309"/>
                </a:lnTo>
                <a:lnTo>
                  <a:pt x="504" y="309"/>
                </a:lnTo>
                <a:lnTo>
                  <a:pt x="505" y="310"/>
                </a:lnTo>
                <a:lnTo>
                  <a:pt x="504" y="310"/>
                </a:lnTo>
                <a:lnTo>
                  <a:pt x="505" y="311"/>
                </a:lnTo>
                <a:lnTo>
                  <a:pt x="505" y="312"/>
                </a:lnTo>
                <a:lnTo>
                  <a:pt x="506" y="312"/>
                </a:lnTo>
                <a:lnTo>
                  <a:pt x="506" y="313"/>
                </a:lnTo>
                <a:lnTo>
                  <a:pt x="508" y="313"/>
                </a:lnTo>
                <a:lnTo>
                  <a:pt x="509" y="313"/>
                </a:lnTo>
                <a:lnTo>
                  <a:pt x="509" y="312"/>
                </a:lnTo>
                <a:lnTo>
                  <a:pt x="510" y="314"/>
                </a:lnTo>
                <a:lnTo>
                  <a:pt x="509" y="315"/>
                </a:lnTo>
                <a:lnTo>
                  <a:pt x="508" y="318"/>
                </a:lnTo>
                <a:lnTo>
                  <a:pt x="506" y="319"/>
                </a:lnTo>
                <a:lnTo>
                  <a:pt x="506" y="320"/>
                </a:lnTo>
                <a:lnTo>
                  <a:pt x="507" y="320"/>
                </a:lnTo>
                <a:lnTo>
                  <a:pt x="507" y="321"/>
                </a:lnTo>
                <a:lnTo>
                  <a:pt x="507" y="322"/>
                </a:lnTo>
                <a:lnTo>
                  <a:pt x="507" y="323"/>
                </a:lnTo>
                <a:lnTo>
                  <a:pt x="506" y="323"/>
                </a:lnTo>
                <a:lnTo>
                  <a:pt x="506" y="324"/>
                </a:lnTo>
                <a:lnTo>
                  <a:pt x="507" y="325"/>
                </a:lnTo>
                <a:lnTo>
                  <a:pt x="508" y="325"/>
                </a:lnTo>
                <a:lnTo>
                  <a:pt x="509" y="325"/>
                </a:lnTo>
                <a:lnTo>
                  <a:pt x="510" y="325"/>
                </a:lnTo>
                <a:lnTo>
                  <a:pt x="509" y="326"/>
                </a:lnTo>
                <a:lnTo>
                  <a:pt x="510" y="326"/>
                </a:lnTo>
                <a:lnTo>
                  <a:pt x="510" y="327"/>
                </a:lnTo>
                <a:lnTo>
                  <a:pt x="509" y="327"/>
                </a:lnTo>
                <a:lnTo>
                  <a:pt x="508" y="328"/>
                </a:lnTo>
                <a:lnTo>
                  <a:pt x="507" y="328"/>
                </a:lnTo>
                <a:lnTo>
                  <a:pt x="507" y="329"/>
                </a:lnTo>
                <a:lnTo>
                  <a:pt x="507" y="330"/>
                </a:lnTo>
                <a:lnTo>
                  <a:pt x="507" y="331"/>
                </a:lnTo>
                <a:lnTo>
                  <a:pt x="507" y="332"/>
                </a:lnTo>
                <a:lnTo>
                  <a:pt x="508" y="332"/>
                </a:lnTo>
                <a:lnTo>
                  <a:pt x="509" y="333"/>
                </a:lnTo>
                <a:lnTo>
                  <a:pt x="510" y="333"/>
                </a:lnTo>
                <a:lnTo>
                  <a:pt x="511" y="333"/>
                </a:lnTo>
                <a:lnTo>
                  <a:pt x="512" y="333"/>
                </a:lnTo>
                <a:lnTo>
                  <a:pt x="513" y="333"/>
                </a:lnTo>
                <a:lnTo>
                  <a:pt x="513" y="334"/>
                </a:lnTo>
                <a:lnTo>
                  <a:pt x="514" y="335"/>
                </a:lnTo>
                <a:lnTo>
                  <a:pt x="515" y="336"/>
                </a:lnTo>
                <a:lnTo>
                  <a:pt x="517" y="335"/>
                </a:lnTo>
                <a:lnTo>
                  <a:pt x="518" y="335"/>
                </a:lnTo>
                <a:lnTo>
                  <a:pt x="519" y="334"/>
                </a:lnTo>
                <a:lnTo>
                  <a:pt x="519" y="333"/>
                </a:lnTo>
                <a:lnTo>
                  <a:pt x="520" y="333"/>
                </a:lnTo>
                <a:lnTo>
                  <a:pt x="520" y="334"/>
                </a:lnTo>
                <a:lnTo>
                  <a:pt x="521" y="334"/>
                </a:lnTo>
                <a:lnTo>
                  <a:pt x="522" y="333"/>
                </a:lnTo>
                <a:lnTo>
                  <a:pt x="522" y="332"/>
                </a:lnTo>
                <a:lnTo>
                  <a:pt x="523" y="332"/>
                </a:lnTo>
                <a:lnTo>
                  <a:pt x="525" y="332"/>
                </a:lnTo>
                <a:lnTo>
                  <a:pt x="527" y="331"/>
                </a:lnTo>
                <a:lnTo>
                  <a:pt x="528" y="331"/>
                </a:lnTo>
                <a:lnTo>
                  <a:pt x="529" y="331"/>
                </a:lnTo>
                <a:lnTo>
                  <a:pt x="530" y="331"/>
                </a:lnTo>
                <a:lnTo>
                  <a:pt x="530" y="332"/>
                </a:lnTo>
                <a:lnTo>
                  <a:pt x="531" y="331"/>
                </a:lnTo>
                <a:lnTo>
                  <a:pt x="531" y="330"/>
                </a:lnTo>
                <a:lnTo>
                  <a:pt x="532" y="330"/>
                </a:lnTo>
                <a:lnTo>
                  <a:pt x="533" y="330"/>
                </a:lnTo>
                <a:lnTo>
                  <a:pt x="533" y="331"/>
                </a:lnTo>
                <a:lnTo>
                  <a:pt x="534" y="331"/>
                </a:lnTo>
                <a:lnTo>
                  <a:pt x="535" y="330"/>
                </a:lnTo>
                <a:lnTo>
                  <a:pt x="535" y="329"/>
                </a:lnTo>
                <a:lnTo>
                  <a:pt x="536" y="331"/>
                </a:lnTo>
                <a:lnTo>
                  <a:pt x="535" y="332"/>
                </a:lnTo>
                <a:lnTo>
                  <a:pt x="535" y="333"/>
                </a:lnTo>
                <a:lnTo>
                  <a:pt x="536" y="333"/>
                </a:lnTo>
                <a:lnTo>
                  <a:pt x="536" y="334"/>
                </a:lnTo>
                <a:lnTo>
                  <a:pt x="535" y="334"/>
                </a:lnTo>
                <a:lnTo>
                  <a:pt x="535" y="335"/>
                </a:lnTo>
                <a:lnTo>
                  <a:pt x="534" y="335"/>
                </a:lnTo>
                <a:lnTo>
                  <a:pt x="533" y="337"/>
                </a:lnTo>
                <a:lnTo>
                  <a:pt x="533" y="338"/>
                </a:lnTo>
                <a:lnTo>
                  <a:pt x="534" y="340"/>
                </a:lnTo>
                <a:lnTo>
                  <a:pt x="535" y="340"/>
                </a:lnTo>
                <a:lnTo>
                  <a:pt x="535" y="339"/>
                </a:lnTo>
                <a:lnTo>
                  <a:pt x="535" y="340"/>
                </a:lnTo>
                <a:lnTo>
                  <a:pt x="535" y="341"/>
                </a:lnTo>
                <a:lnTo>
                  <a:pt x="535" y="342"/>
                </a:lnTo>
                <a:lnTo>
                  <a:pt x="533" y="346"/>
                </a:lnTo>
                <a:lnTo>
                  <a:pt x="532" y="346"/>
                </a:lnTo>
                <a:lnTo>
                  <a:pt x="532" y="347"/>
                </a:lnTo>
                <a:lnTo>
                  <a:pt x="533" y="347"/>
                </a:lnTo>
                <a:lnTo>
                  <a:pt x="532" y="347"/>
                </a:lnTo>
                <a:lnTo>
                  <a:pt x="532" y="348"/>
                </a:lnTo>
                <a:lnTo>
                  <a:pt x="531" y="349"/>
                </a:lnTo>
                <a:lnTo>
                  <a:pt x="530" y="352"/>
                </a:lnTo>
                <a:lnTo>
                  <a:pt x="529" y="354"/>
                </a:lnTo>
                <a:lnTo>
                  <a:pt x="529" y="355"/>
                </a:lnTo>
                <a:lnTo>
                  <a:pt x="528" y="355"/>
                </a:lnTo>
                <a:lnTo>
                  <a:pt x="528" y="356"/>
                </a:lnTo>
                <a:lnTo>
                  <a:pt x="527" y="356"/>
                </a:lnTo>
                <a:lnTo>
                  <a:pt x="527" y="357"/>
                </a:lnTo>
                <a:lnTo>
                  <a:pt x="526" y="358"/>
                </a:lnTo>
                <a:lnTo>
                  <a:pt x="525" y="359"/>
                </a:lnTo>
                <a:lnTo>
                  <a:pt x="525" y="360"/>
                </a:lnTo>
                <a:lnTo>
                  <a:pt x="525" y="361"/>
                </a:lnTo>
                <a:lnTo>
                  <a:pt x="525" y="362"/>
                </a:lnTo>
                <a:lnTo>
                  <a:pt x="525" y="363"/>
                </a:lnTo>
                <a:lnTo>
                  <a:pt x="526" y="364"/>
                </a:lnTo>
                <a:lnTo>
                  <a:pt x="527" y="364"/>
                </a:lnTo>
                <a:lnTo>
                  <a:pt x="527" y="363"/>
                </a:lnTo>
                <a:lnTo>
                  <a:pt x="528" y="363"/>
                </a:lnTo>
                <a:lnTo>
                  <a:pt x="529" y="363"/>
                </a:lnTo>
                <a:lnTo>
                  <a:pt x="529" y="364"/>
                </a:lnTo>
                <a:lnTo>
                  <a:pt x="529" y="365"/>
                </a:lnTo>
                <a:lnTo>
                  <a:pt x="529" y="367"/>
                </a:lnTo>
                <a:lnTo>
                  <a:pt x="529" y="368"/>
                </a:lnTo>
                <a:lnTo>
                  <a:pt x="529" y="369"/>
                </a:lnTo>
                <a:lnTo>
                  <a:pt x="530" y="370"/>
                </a:lnTo>
                <a:lnTo>
                  <a:pt x="532" y="371"/>
                </a:lnTo>
                <a:lnTo>
                  <a:pt x="532" y="372"/>
                </a:lnTo>
                <a:lnTo>
                  <a:pt x="533" y="372"/>
                </a:lnTo>
                <a:lnTo>
                  <a:pt x="534" y="373"/>
                </a:lnTo>
                <a:lnTo>
                  <a:pt x="535" y="374"/>
                </a:lnTo>
                <a:lnTo>
                  <a:pt x="535" y="375"/>
                </a:lnTo>
                <a:lnTo>
                  <a:pt x="536" y="377"/>
                </a:lnTo>
                <a:lnTo>
                  <a:pt x="537" y="378"/>
                </a:lnTo>
                <a:lnTo>
                  <a:pt x="538" y="379"/>
                </a:lnTo>
                <a:lnTo>
                  <a:pt x="539" y="380"/>
                </a:lnTo>
                <a:lnTo>
                  <a:pt x="541" y="380"/>
                </a:lnTo>
                <a:lnTo>
                  <a:pt x="541" y="381"/>
                </a:lnTo>
                <a:lnTo>
                  <a:pt x="540" y="382"/>
                </a:lnTo>
                <a:lnTo>
                  <a:pt x="539" y="383"/>
                </a:lnTo>
                <a:lnTo>
                  <a:pt x="539" y="384"/>
                </a:lnTo>
                <a:lnTo>
                  <a:pt x="538" y="386"/>
                </a:lnTo>
                <a:lnTo>
                  <a:pt x="538" y="387"/>
                </a:lnTo>
                <a:lnTo>
                  <a:pt x="537" y="387"/>
                </a:lnTo>
                <a:lnTo>
                  <a:pt x="537" y="388"/>
                </a:lnTo>
                <a:lnTo>
                  <a:pt x="537" y="390"/>
                </a:lnTo>
                <a:lnTo>
                  <a:pt x="537" y="391"/>
                </a:lnTo>
                <a:lnTo>
                  <a:pt x="538" y="391"/>
                </a:lnTo>
                <a:lnTo>
                  <a:pt x="536" y="391"/>
                </a:lnTo>
                <a:lnTo>
                  <a:pt x="536" y="392"/>
                </a:lnTo>
                <a:lnTo>
                  <a:pt x="534" y="394"/>
                </a:lnTo>
                <a:lnTo>
                  <a:pt x="534" y="395"/>
                </a:lnTo>
                <a:lnTo>
                  <a:pt x="533" y="396"/>
                </a:lnTo>
                <a:lnTo>
                  <a:pt x="533" y="397"/>
                </a:lnTo>
                <a:lnTo>
                  <a:pt x="532" y="397"/>
                </a:lnTo>
                <a:lnTo>
                  <a:pt x="532" y="398"/>
                </a:lnTo>
                <a:lnTo>
                  <a:pt x="532" y="399"/>
                </a:lnTo>
                <a:lnTo>
                  <a:pt x="532" y="400"/>
                </a:lnTo>
                <a:lnTo>
                  <a:pt x="533" y="400"/>
                </a:lnTo>
                <a:lnTo>
                  <a:pt x="533" y="401"/>
                </a:lnTo>
                <a:lnTo>
                  <a:pt x="533" y="402"/>
                </a:lnTo>
                <a:lnTo>
                  <a:pt x="534" y="404"/>
                </a:lnTo>
                <a:lnTo>
                  <a:pt x="533" y="404"/>
                </a:lnTo>
                <a:lnTo>
                  <a:pt x="533" y="405"/>
                </a:lnTo>
                <a:lnTo>
                  <a:pt x="534" y="407"/>
                </a:lnTo>
                <a:lnTo>
                  <a:pt x="534" y="408"/>
                </a:lnTo>
                <a:lnTo>
                  <a:pt x="534" y="409"/>
                </a:lnTo>
                <a:lnTo>
                  <a:pt x="534" y="410"/>
                </a:lnTo>
                <a:lnTo>
                  <a:pt x="535" y="411"/>
                </a:lnTo>
                <a:lnTo>
                  <a:pt x="535" y="412"/>
                </a:lnTo>
                <a:lnTo>
                  <a:pt x="534" y="414"/>
                </a:lnTo>
                <a:lnTo>
                  <a:pt x="534" y="415"/>
                </a:lnTo>
                <a:lnTo>
                  <a:pt x="535" y="416"/>
                </a:lnTo>
                <a:lnTo>
                  <a:pt x="536" y="416"/>
                </a:lnTo>
                <a:lnTo>
                  <a:pt x="536" y="415"/>
                </a:lnTo>
                <a:lnTo>
                  <a:pt x="537" y="417"/>
                </a:lnTo>
                <a:lnTo>
                  <a:pt x="537" y="418"/>
                </a:lnTo>
                <a:lnTo>
                  <a:pt x="538" y="418"/>
                </a:lnTo>
                <a:lnTo>
                  <a:pt x="538" y="419"/>
                </a:lnTo>
                <a:lnTo>
                  <a:pt x="539" y="419"/>
                </a:lnTo>
                <a:lnTo>
                  <a:pt x="539" y="420"/>
                </a:lnTo>
                <a:lnTo>
                  <a:pt x="539" y="421"/>
                </a:lnTo>
                <a:lnTo>
                  <a:pt x="540" y="421"/>
                </a:lnTo>
                <a:lnTo>
                  <a:pt x="542" y="421"/>
                </a:lnTo>
                <a:lnTo>
                  <a:pt x="543" y="421"/>
                </a:lnTo>
                <a:lnTo>
                  <a:pt x="544" y="420"/>
                </a:lnTo>
                <a:lnTo>
                  <a:pt x="545" y="420"/>
                </a:lnTo>
                <a:lnTo>
                  <a:pt x="546" y="420"/>
                </a:lnTo>
                <a:lnTo>
                  <a:pt x="546" y="421"/>
                </a:lnTo>
                <a:lnTo>
                  <a:pt x="547" y="421"/>
                </a:lnTo>
                <a:lnTo>
                  <a:pt x="548" y="420"/>
                </a:lnTo>
                <a:lnTo>
                  <a:pt x="548" y="421"/>
                </a:lnTo>
                <a:lnTo>
                  <a:pt x="549" y="421"/>
                </a:lnTo>
                <a:lnTo>
                  <a:pt x="550" y="422"/>
                </a:lnTo>
                <a:lnTo>
                  <a:pt x="551" y="422"/>
                </a:lnTo>
                <a:lnTo>
                  <a:pt x="551" y="423"/>
                </a:lnTo>
                <a:lnTo>
                  <a:pt x="551" y="424"/>
                </a:lnTo>
                <a:lnTo>
                  <a:pt x="552" y="424"/>
                </a:lnTo>
                <a:lnTo>
                  <a:pt x="553" y="424"/>
                </a:lnTo>
                <a:lnTo>
                  <a:pt x="553" y="425"/>
                </a:lnTo>
                <a:lnTo>
                  <a:pt x="555" y="425"/>
                </a:lnTo>
                <a:lnTo>
                  <a:pt x="556" y="425"/>
                </a:lnTo>
                <a:lnTo>
                  <a:pt x="557" y="425"/>
                </a:lnTo>
                <a:lnTo>
                  <a:pt x="558" y="425"/>
                </a:lnTo>
                <a:lnTo>
                  <a:pt x="559" y="425"/>
                </a:lnTo>
                <a:lnTo>
                  <a:pt x="560" y="425"/>
                </a:lnTo>
                <a:lnTo>
                  <a:pt x="560" y="426"/>
                </a:lnTo>
                <a:lnTo>
                  <a:pt x="560" y="427"/>
                </a:lnTo>
                <a:lnTo>
                  <a:pt x="559" y="428"/>
                </a:lnTo>
                <a:lnTo>
                  <a:pt x="559" y="429"/>
                </a:lnTo>
                <a:lnTo>
                  <a:pt x="559" y="430"/>
                </a:lnTo>
                <a:lnTo>
                  <a:pt x="558" y="430"/>
                </a:lnTo>
                <a:lnTo>
                  <a:pt x="558" y="432"/>
                </a:lnTo>
                <a:lnTo>
                  <a:pt x="558" y="433"/>
                </a:lnTo>
                <a:lnTo>
                  <a:pt x="558" y="434"/>
                </a:lnTo>
                <a:lnTo>
                  <a:pt x="557" y="435"/>
                </a:lnTo>
                <a:lnTo>
                  <a:pt x="557" y="436"/>
                </a:lnTo>
                <a:lnTo>
                  <a:pt x="556" y="436"/>
                </a:lnTo>
                <a:lnTo>
                  <a:pt x="557" y="436"/>
                </a:lnTo>
                <a:lnTo>
                  <a:pt x="557" y="437"/>
                </a:lnTo>
                <a:lnTo>
                  <a:pt x="559" y="437"/>
                </a:lnTo>
                <a:lnTo>
                  <a:pt x="560" y="437"/>
                </a:lnTo>
                <a:lnTo>
                  <a:pt x="560" y="438"/>
                </a:lnTo>
                <a:lnTo>
                  <a:pt x="559" y="438"/>
                </a:lnTo>
                <a:lnTo>
                  <a:pt x="559" y="439"/>
                </a:lnTo>
                <a:lnTo>
                  <a:pt x="559" y="441"/>
                </a:lnTo>
                <a:lnTo>
                  <a:pt x="558" y="441"/>
                </a:lnTo>
                <a:lnTo>
                  <a:pt x="558" y="442"/>
                </a:lnTo>
                <a:lnTo>
                  <a:pt x="558" y="443"/>
                </a:lnTo>
                <a:lnTo>
                  <a:pt x="558" y="444"/>
                </a:lnTo>
                <a:lnTo>
                  <a:pt x="558" y="445"/>
                </a:lnTo>
                <a:lnTo>
                  <a:pt x="558" y="446"/>
                </a:lnTo>
                <a:lnTo>
                  <a:pt x="557" y="446"/>
                </a:lnTo>
                <a:lnTo>
                  <a:pt x="557" y="445"/>
                </a:lnTo>
                <a:lnTo>
                  <a:pt x="556" y="445"/>
                </a:lnTo>
                <a:lnTo>
                  <a:pt x="555" y="446"/>
                </a:lnTo>
                <a:lnTo>
                  <a:pt x="555" y="447"/>
                </a:lnTo>
                <a:lnTo>
                  <a:pt x="554" y="447"/>
                </a:lnTo>
                <a:lnTo>
                  <a:pt x="553" y="448"/>
                </a:lnTo>
                <a:lnTo>
                  <a:pt x="553" y="449"/>
                </a:lnTo>
                <a:lnTo>
                  <a:pt x="552" y="449"/>
                </a:lnTo>
                <a:lnTo>
                  <a:pt x="552" y="450"/>
                </a:lnTo>
                <a:lnTo>
                  <a:pt x="553" y="451"/>
                </a:lnTo>
                <a:lnTo>
                  <a:pt x="553" y="452"/>
                </a:lnTo>
                <a:lnTo>
                  <a:pt x="553" y="453"/>
                </a:lnTo>
                <a:lnTo>
                  <a:pt x="554" y="454"/>
                </a:lnTo>
                <a:lnTo>
                  <a:pt x="553" y="454"/>
                </a:lnTo>
                <a:lnTo>
                  <a:pt x="553" y="455"/>
                </a:lnTo>
                <a:lnTo>
                  <a:pt x="553" y="456"/>
                </a:lnTo>
                <a:lnTo>
                  <a:pt x="553" y="457"/>
                </a:lnTo>
                <a:lnTo>
                  <a:pt x="552" y="458"/>
                </a:lnTo>
                <a:lnTo>
                  <a:pt x="552" y="459"/>
                </a:lnTo>
                <a:lnTo>
                  <a:pt x="551" y="459"/>
                </a:lnTo>
                <a:lnTo>
                  <a:pt x="551" y="460"/>
                </a:lnTo>
                <a:lnTo>
                  <a:pt x="551" y="461"/>
                </a:lnTo>
                <a:lnTo>
                  <a:pt x="551" y="462"/>
                </a:lnTo>
                <a:lnTo>
                  <a:pt x="552" y="462"/>
                </a:lnTo>
                <a:lnTo>
                  <a:pt x="551" y="463"/>
                </a:lnTo>
                <a:lnTo>
                  <a:pt x="550" y="463"/>
                </a:lnTo>
                <a:lnTo>
                  <a:pt x="549" y="464"/>
                </a:lnTo>
                <a:lnTo>
                  <a:pt x="548" y="465"/>
                </a:lnTo>
                <a:lnTo>
                  <a:pt x="547" y="466"/>
                </a:lnTo>
                <a:lnTo>
                  <a:pt x="546" y="469"/>
                </a:lnTo>
                <a:lnTo>
                  <a:pt x="546" y="470"/>
                </a:lnTo>
                <a:lnTo>
                  <a:pt x="545" y="470"/>
                </a:lnTo>
                <a:lnTo>
                  <a:pt x="544" y="471"/>
                </a:lnTo>
                <a:lnTo>
                  <a:pt x="543" y="471"/>
                </a:lnTo>
                <a:lnTo>
                  <a:pt x="543" y="472"/>
                </a:lnTo>
                <a:lnTo>
                  <a:pt x="544" y="473"/>
                </a:lnTo>
                <a:lnTo>
                  <a:pt x="544" y="474"/>
                </a:lnTo>
                <a:lnTo>
                  <a:pt x="543" y="474"/>
                </a:lnTo>
                <a:lnTo>
                  <a:pt x="544" y="475"/>
                </a:lnTo>
                <a:lnTo>
                  <a:pt x="544" y="476"/>
                </a:lnTo>
                <a:lnTo>
                  <a:pt x="545" y="476"/>
                </a:lnTo>
                <a:lnTo>
                  <a:pt x="547" y="475"/>
                </a:lnTo>
                <a:lnTo>
                  <a:pt x="547" y="474"/>
                </a:lnTo>
                <a:lnTo>
                  <a:pt x="548" y="474"/>
                </a:lnTo>
                <a:lnTo>
                  <a:pt x="549" y="473"/>
                </a:lnTo>
                <a:lnTo>
                  <a:pt x="550" y="473"/>
                </a:lnTo>
                <a:lnTo>
                  <a:pt x="550" y="472"/>
                </a:lnTo>
                <a:lnTo>
                  <a:pt x="551" y="472"/>
                </a:lnTo>
                <a:lnTo>
                  <a:pt x="552" y="473"/>
                </a:lnTo>
                <a:lnTo>
                  <a:pt x="552" y="472"/>
                </a:lnTo>
                <a:lnTo>
                  <a:pt x="553" y="472"/>
                </a:lnTo>
                <a:lnTo>
                  <a:pt x="554" y="472"/>
                </a:lnTo>
                <a:lnTo>
                  <a:pt x="554" y="473"/>
                </a:lnTo>
                <a:lnTo>
                  <a:pt x="554" y="472"/>
                </a:lnTo>
                <a:lnTo>
                  <a:pt x="555" y="472"/>
                </a:lnTo>
                <a:lnTo>
                  <a:pt x="555" y="473"/>
                </a:lnTo>
                <a:lnTo>
                  <a:pt x="555" y="474"/>
                </a:lnTo>
                <a:lnTo>
                  <a:pt x="555" y="475"/>
                </a:lnTo>
                <a:lnTo>
                  <a:pt x="555" y="474"/>
                </a:lnTo>
                <a:lnTo>
                  <a:pt x="556" y="474"/>
                </a:lnTo>
                <a:lnTo>
                  <a:pt x="557" y="474"/>
                </a:lnTo>
                <a:lnTo>
                  <a:pt x="558" y="474"/>
                </a:lnTo>
                <a:lnTo>
                  <a:pt x="559" y="473"/>
                </a:lnTo>
                <a:lnTo>
                  <a:pt x="559" y="472"/>
                </a:lnTo>
                <a:lnTo>
                  <a:pt x="560" y="472"/>
                </a:lnTo>
                <a:lnTo>
                  <a:pt x="560" y="471"/>
                </a:lnTo>
                <a:lnTo>
                  <a:pt x="561" y="471"/>
                </a:lnTo>
                <a:lnTo>
                  <a:pt x="562" y="471"/>
                </a:lnTo>
                <a:lnTo>
                  <a:pt x="563" y="470"/>
                </a:lnTo>
                <a:lnTo>
                  <a:pt x="564" y="470"/>
                </a:lnTo>
                <a:lnTo>
                  <a:pt x="565" y="470"/>
                </a:lnTo>
                <a:lnTo>
                  <a:pt x="566" y="469"/>
                </a:lnTo>
                <a:lnTo>
                  <a:pt x="567" y="469"/>
                </a:lnTo>
                <a:lnTo>
                  <a:pt x="568" y="469"/>
                </a:lnTo>
                <a:lnTo>
                  <a:pt x="568" y="470"/>
                </a:lnTo>
                <a:lnTo>
                  <a:pt x="569" y="470"/>
                </a:lnTo>
                <a:lnTo>
                  <a:pt x="570" y="470"/>
                </a:lnTo>
                <a:lnTo>
                  <a:pt x="571" y="470"/>
                </a:lnTo>
                <a:lnTo>
                  <a:pt x="572" y="470"/>
                </a:lnTo>
                <a:lnTo>
                  <a:pt x="572" y="471"/>
                </a:lnTo>
                <a:lnTo>
                  <a:pt x="573" y="472"/>
                </a:lnTo>
                <a:lnTo>
                  <a:pt x="573" y="473"/>
                </a:lnTo>
                <a:lnTo>
                  <a:pt x="572" y="473"/>
                </a:lnTo>
                <a:lnTo>
                  <a:pt x="572" y="474"/>
                </a:lnTo>
                <a:lnTo>
                  <a:pt x="572" y="475"/>
                </a:lnTo>
                <a:lnTo>
                  <a:pt x="573" y="475"/>
                </a:lnTo>
                <a:lnTo>
                  <a:pt x="574" y="475"/>
                </a:lnTo>
                <a:lnTo>
                  <a:pt x="574" y="476"/>
                </a:lnTo>
                <a:lnTo>
                  <a:pt x="573" y="476"/>
                </a:lnTo>
                <a:lnTo>
                  <a:pt x="572" y="477"/>
                </a:lnTo>
                <a:lnTo>
                  <a:pt x="571" y="478"/>
                </a:lnTo>
                <a:lnTo>
                  <a:pt x="570" y="478"/>
                </a:lnTo>
                <a:lnTo>
                  <a:pt x="570" y="479"/>
                </a:lnTo>
                <a:lnTo>
                  <a:pt x="569" y="479"/>
                </a:lnTo>
                <a:lnTo>
                  <a:pt x="567" y="479"/>
                </a:lnTo>
                <a:lnTo>
                  <a:pt x="566" y="480"/>
                </a:lnTo>
                <a:lnTo>
                  <a:pt x="565" y="480"/>
                </a:lnTo>
                <a:lnTo>
                  <a:pt x="564" y="481"/>
                </a:lnTo>
                <a:lnTo>
                  <a:pt x="563" y="481"/>
                </a:lnTo>
                <a:lnTo>
                  <a:pt x="562" y="481"/>
                </a:lnTo>
                <a:lnTo>
                  <a:pt x="561" y="482"/>
                </a:lnTo>
                <a:lnTo>
                  <a:pt x="560" y="482"/>
                </a:lnTo>
                <a:lnTo>
                  <a:pt x="560" y="483"/>
                </a:lnTo>
                <a:lnTo>
                  <a:pt x="561" y="483"/>
                </a:lnTo>
                <a:lnTo>
                  <a:pt x="562" y="484"/>
                </a:lnTo>
                <a:lnTo>
                  <a:pt x="561" y="485"/>
                </a:lnTo>
                <a:lnTo>
                  <a:pt x="560" y="486"/>
                </a:lnTo>
                <a:lnTo>
                  <a:pt x="559" y="486"/>
                </a:lnTo>
                <a:lnTo>
                  <a:pt x="557" y="486"/>
                </a:lnTo>
                <a:lnTo>
                  <a:pt x="557" y="485"/>
                </a:lnTo>
                <a:lnTo>
                  <a:pt x="556" y="485"/>
                </a:lnTo>
                <a:lnTo>
                  <a:pt x="555" y="485"/>
                </a:lnTo>
                <a:lnTo>
                  <a:pt x="554" y="485"/>
                </a:lnTo>
                <a:lnTo>
                  <a:pt x="553" y="486"/>
                </a:lnTo>
                <a:lnTo>
                  <a:pt x="553" y="487"/>
                </a:lnTo>
                <a:lnTo>
                  <a:pt x="553" y="488"/>
                </a:lnTo>
                <a:lnTo>
                  <a:pt x="552" y="489"/>
                </a:lnTo>
                <a:lnTo>
                  <a:pt x="552" y="490"/>
                </a:lnTo>
                <a:lnTo>
                  <a:pt x="552" y="491"/>
                </a:lnTo>
                <a:lnTo>
                  <a:pt x="551" y="491"/>
                </a:lnTo>
                <a:lnTo>
                  <a:pt x="551" y="492"/>
                </a:lnTo>
                <a:lnTo>
                  <a:pt x="550" y="492"/>
                </a:lnTo>
                <a:lnTo>
                  <a:pt x="550" y="493"/>
                </a:lnTo>
                <a:lnTo>
                  <a:pt x="550" y="494"/>
                </a:lnTo>
                <a:lnTo>
                  <a:pt x="551" y="494"/>
                </a:lnTo>
                <a:lnTo>
                  <a:pt x="551" y="495"/>
                </a:lnTo>
                <a:lnTo>
                  <a:pt x="552" y="495"/>
                </a:lnTo>
                <a:lnTo>
                  <a:pt x="552" y="496"/>
                </a:lnTo>
                <a:lnTo>
                  <a:pt x="552" y="497"/>
                </a:lnTo>
                <a:lnTo>
                  <a:pt x="551" y="497"/>
                </a:lnTo>
                <a:lnTo>
                  <a:pt x="551" y="498"/>
                </a:lnTo>
                <a:lnTo>
                  <a:pt x="551" y="499"/>
                </a:lnTo>
                <a:lnTo>
                  <a:pt x="551" y="500"/>
                </a:lnTo>
                <a:lnTo>
                  <a:pt x="552" y="500"/>
                </a:lnTo>
                <a:lnTo>
                  <a:pt x="552" y="501"/>
                </a:lnTo>
                <a:lnTo>
                  <a:pt x="552" y="502"/>
                </a:lnTo>
                <a:lnTo>
                  <a:pt x="551" y="503"/>
                </a:lnTo>
                <a:lnTo>
                  <a:pt x="551" y="504"/>
                </a:lnTo>
                <a:lnTo>
                  <a:pt x="552" y="505"/>
                </a:lnTo>
                <a:lnTo>
                  <a:pt x="551" y="505"/>
                </a:lnTo>
                <a:lnTo>
                  <a:pt x="551" y="506"/>
                </a:lnTo>
                <a:lnTo>
                  <a:pt x="552" y="506"/>
                </a:lnTo>
                <a:lnTo>
                  <a:pt x="552" y="507"/>
                </a:lnTo>
                <a:lnTo>
                  <a:pt x="551" y="507"/>
                </a:lnTo>
                <a:lnTo>
                  <a:pt x="550" y="508"/>
                </a:lnTo>
                <a:lnTo>
                  <a:pt x="550" y="509"/>
                </a:lnTo>
                <a:lnTo>
                  <a:pt x="550" y="510"/>
                </a:lnTo>
                <a:lnTo>
                  <a:pt x="549" y="510"/>
                </a:lnTo>
                <a:lnTo>
                  <a:pt x="548" y="511"/>
                </a:lnTo>
                <a:lnTo>
                  <a:pt x="547" y="512"/>
                </a:lnTo>
                <a:lnTo>
                  <a:pt x="546" y="514"/>
                </a:lnTo>
                <a:lnTo>
                  <a:pt x="546" y="515"/>
                </a:lnTo>
                <a:lnTo>
                  <a:pt x="546" y="516"/>
                </a:lnTo>
                <a:lnTo>
                  <a:pt x="546" y="517"/>
                </a:lnTo>
                <a:lnTo>
                  <a:pt x="545" y="517"/>
                </a:lnTo>
                <a:lnTo>
                  <a:pt x="545" y="518"/>
                </a:lnTo>
                <a:lnTo>
                  <a:pt x="545" y="519"/>
                </a:lnTo>
                <a:lnTo>
                  <a:pt x="544" y="520"/>
                </a:lnTo>
                <a:lnTo>
                  <a:pt x="545" y="520"/>
                </a:lnTo>
                <a:lnTo>
                  <a:pt x="544" y="521"/>
                </a:lnTo>
                <a:lnTo>
                  <a:pt x="543" y="523"/>
                </a:lnTo>
                <a:lnTo>
                  <a:pt x="542" y="524"/>
                </a:lnTo>
                <a:lnTo>
                  <a:pt x="541" y="525"/>
                </a:lnTo>
                <a:lnTo>
                  <a:pt x="540" y="525"/>
                </a:lnTo>
                <a:lnTo>
                  <a:pt x="540" y="526"/>
                </a:lnTo>
                <a:lnTo>
                  <a:pt x="540" y="527"/>
                </a:lnTo>
                <a:lnTo>
                  <a:pt x="540" y="528"/>
                </a:lnTo>
                <a:lnTo>
                  <a:pt x="540" y="529"/>
                </a:lnTo>
                <a:lnTo>
                  <a:pt x="540" y="530"/>
                </a:lnTo>
                <a:lnTo>
                  <a:pt x="541" y="531"/>
                </a:lnTo>
                <a:lnTo>
                  <a:pt x="541" y="532"/>
                </a:lnTo>
                <a:lnTo>
                  <a:pt x="542" y="534"/>
                </a:lnTo>
                <a:lnTo>
                  <a:pt x="543" y="535"/>
                </a:lnTo>
                <a:lnTo>
                  <a:pt x="543" y="536"/>
                </a:lnTo>
                <a:lnTo>
                  <a:pt x="544" y="538"/>
                </a:lnTo>
                <a:lnTo>
                  <a:pt x="543" y="539"/>
                </a:lnTo>
                <a:lnTo>
                  <a:pt x="544" y="539"/>
                </a:lnTo>
                <a:lnTo>
                  <a:pt x="545" y="541"/>
                </a:lnTo>
                <a:lnTo>
                  <a:pt x="546" y="541"/>
                </a:lnTo>
                <a:lnTo>
                  <a:pt x="547" y="541"/>
                </a:lnTo>
                <a:lnTo>
                  <a:pt x="547" y="542"/>
                </a:lnTo>
                <a:lnTo>
                  <a:pt x="547" y="543"/>
                </a:lnTo>
                <a:lnTo>
                  <a:pt x="547" y="544"/>
                </a:lnTo>
                <a:lnTo>
                  <a:pt x="547" y="545"/>
                </a:lnTo>
                <a:lnTo>
                  <a:pt x="547" y="546"/>
                </a:lnTo>
                <a:lnTo>
                  <a:pt x="548" y="546"/>
                </a:lnTo>
                <a:lnTo>
                  <a:pt x="548" y="547"/>
                </a:lnTo>
                <a:lnTo>
                  <a:pt x="548" y="549"/>
                </a:lnTo>
                <a:lnTo>
                  <a:pt x="548" y="550"/>
                </a:lnTo>
                <a:lnTo>
                  <a:pt x="547" y="550"/>
                </a:lnTo>
                <a:lnTo>
                  <a:pt x="546" y="551"/>
                </a:lnTo>
                <a:lnTo>
                  <a:pt x="545" y="550"/>
                </a:lnTo>
                <a:lnTo>
                  <a:pt x="545" y="551"/>
                </a:lnTo>
                <a:lnTo>
                  <a:pt x="545" y="552"/>
                </a:lnTo>
                <a:lnTo>
                  <a:pt x="544" y="552"/>
                </a:lnTo>
                <a:lnTo>
                  <a:pt x="544" y="553"/>
                </a:lnTo>
                <a:lnTo>
                  <a:pt x="544" y="554"/>
                </a:lnTo>
                <a:lnTo>
                  <a:pt x="544" y="555"/>
                </a:lnTo>
                <a:lnTo>
                  <a:pt x="545" y="555"/>
                </a:lnTo>
                <a:lnTo>
                  <a:pt x="545" y="556"/>
                </a:lnTo>
                <a:lnTo>
                  <a:pt x="544" y="557"/>
                </a:lnTo>
                <a:lnTo>
                  <a:pt x="543" y="558"/>
                </a:lnTo>
                <a:lnTo>
                  <a:pt x="543" y="560"/>
                </a:lnTo>
                <a:lnTo>
                  <a:pt x="543" y="561"/>
                </a:lnTo>
                <a:lnTo>
                  <a:pt x="542" y="561"/>
                </a:lnTo>
                <a:lnTo>
                  <a:pt x="541" y="561"/>
                </a:lnTo>
                <a:lnTo>
                  <a:pt x="540" y="561"/>
                </a:lnTo>
                <a:lnTo>
                  <a:pt x="537" y="561"/>
                </a:lnTo>
                <a:lnTo>
                  <a:pt x="537" y="562"/>
                </a:lnTo>
                <a:lnTo>
                  <a:pt x="537" y="563"/>
                </a:lnTo>
                <a:lnTo>
                  <a:pt x="537" y="565"/>
                </a:lnTo>
                <a:lnTo>
                  <a:pt x="536" y="568"/>
                </a:lnTo>
                <a:lnTo>
                  <a:pt x="535" y="569"/>
                </a:lnTo>
                <a:lnTo>
                  <a:pt x="534" y="569"/>
                </a:lnTo>
                <a:lnTo>
                  <a:pt x="532" y="570"/>
                </a:lnTo>
                <a:lnTo>
                  <a:pt x="531" y="571"/>
                </a:lnTo>
                <a:lnTo>
                  <a:pt x="531" y="572"/>
                </a:lnTo>
                <a:lnTo>
                  <a:pt x="531" y="573"/>
                </a:lnTo>
                <a:lnTo>
                  <a:pt x="530" y="574"/>
                </a:lnTo>
                <a:lnTo>
                  <a:pt x="529" y="574"/>
                </a:lnTo>
                <a:lnTo>
                  <a:pt x="528" y="574"/>
                </a:lnTo>
                <a:lnTo>
                  <a:pt x="527" y="574"/>
                </a:lnTo>
                <a:lnTo>
                  <a:pt x="526" y="574"/>
                </a:lnTo>
                <a:lnTo>
                  <a:pt x="525" y="574"/>
                </a:lnTo>
                <a:lnTo>
                  <a:pt x="524" y="574"/>
                </a:lnTo>
                <a:lnTo>
                  <a:pt x="523" y="574"/>
                </a:lnTo>
                <a:lnTo>
                  <a:pt x="524" y="573"/>
                </a:lnTo>
                <a:lnTo>
                  <a:pt x="523" y="572"/>
                </a:lnTo>
                <a:lnTo>
                  <a:pt x="523" y="571"/>
                </a:lnTo>
                <a:lnTo>
                  <a:pt x="523" y="570"/>
                </a:lnTo>
                <a:lnTo>
                  <a:pt x="522" y="570"/>
                </a:lnTo>
                <a:lnTo>
                  <a:pt x="521" y="571"/>
                </a:lnTo>
                <a:lnTo>
                  <a:pt x="520" y="571"/>
                </a:lnTo>
                <a:lnTo>
                  <a:pt x="518" y="571"/>
                </a:lnTo>
                <a:lnTo>
                  <a:pt x="519" y="571"/>
                </a:lnTo>
                <a:lnTo>
                  <a:pt x="518" y="571"/>
                </a:lnTo>
                <a:lnTo>
                  <a:pt x="517" y="571"/>
                </a:lnTo>
                <a:lnTo>
                  <a:pt x="516" y="571"/>
                </a:lnTo>
                <a:lnTo>
                  <a:pt x="516" y="572"/>
                </a:lnTo>
                <a:lnTo>
                  <a:pt x="516" y="573"/>
                </a:lnTo>
                <a:lnTo>
                  <a:pt x="515" y="574"/>
                </a:lnTo>
                <a:lnTo>
                  <a:pt x="515" y="573"/>
                </a:lnTo>
                <a:lnTo>
                  <a:pt x="514" y="573"/>
                </a:lnTo>
                <a:lnTo>
                  <a:pt x="513" y="574"/>
                </a:lnTo>
                <a:lnTo>
                  <a:pt x="512" y="574"/>
                </a:lnTo>
                <a:lnTo>
                  <a:pt x="511" y="574"/>
                </a:lnTo>
                <a:lnTo>
                  <a:pt x="510" y="574"/>
                </a:lnTo>
                <a:lnTo>
                  <a:pt x="509" y="574"/>
                </a:lnTo>
                <a:lnTo>
                  <a:pt x="508" y="574"/>
                </a:lnTo>
                <a:lnTo>
                  <a:pt x="508" y="575"/>
                </a:lnTo>
                <a:lnTo>
                  <a:pt x="506" y="576"/>
                </a:lnTo>
                <a:lnTo>
                  <a:pt x="505" y="576"/>
                </a:lnTo>
                <a:lnTo>
                  <a:pt x="505" y="575"/>
                </a:lnTo>
                <a:lnTo>
                  <a:pt x="505" y="574"/>
                </a:lnTo>
                <a:lnTo>
                  <a:pt x="505" y="573"/>
                </a:lnTo>
                <a:lnTo>
                  <a:pt x="505" y="572"/>
                </a:lnTo>
                <a:lnTo>
                  <a:pt x="503" y="572"/>
                </a:lnTo>
                <a:lnTo>
                  <a:pt x="502" y="572"/>
                </a:lnTo>
                <a:lnTo>
                  <a:pt x="501" y="571"/>
                </a:lnTo>
                <a:lnTo>
                  <a:pt x="501" y="570"/>
                </a:lnTo>
                <a:lnTo>
                  <a:pt x="500" y="569"/>
                </a:lnTo>
                <a:lnTo>
                  <a:pt x="500" y="570"/>
                </a:lnTo>
                <a:lnTo>
                  <a:pt x="499" y="571"/>
                </a:lnTo>
                <a:lnTo>
                  <a:pt x="498" y="571"/>
                </a:lnTo>
                <a:lnTo>
                  <a:pt x="498" y="570"/>
                </a:lnTo>
                <a:lnTo>
                  <a:pt x="498" y="569"/>
                </a:lnTo>
                <a:lnTo>
                  <a:pt x="497" y="569"/>
                </a:lnTo>
                <a:lnTo>
                  <a:pt x="495" y="569"/>
                </a:lnTo>
                <a:lnTo>
                  <a:pt x="494" y="569"/>
                </a:lnTo>
                <a:lnTo>
                  <a:pt x="494" y="570"/>
                </a:lnTo>
                <a:lnTo>
                  <a:pt x="493" y="570"/>
                </a:lnTo>
                <a:lnTo>
                  <a:pt x="493" y="569"/>
                </a:lnTo>
                <a:lnTo>
                  <a:pt x="492" y="569"/>
                </a:lnTo>
                <a:lnTo>
                  <a:pt x="492" y="570"/>
                </a:lnTo>
                <a:lnTo>
                  <a:pt x="491" y="570"/>
                </a:lnTo>
                <a:lnTo>
                  <a:pt x="491" y="571"/>
                </a:lnTo>
                <a:lnTo>
                  <a:pt x="490" y="571"/>
                </a:lnTo>
                <a:lnTo>
                  <a:pt x="490" y="570"/>
                </a:lnTo>
                <a:lnTo>
                  <a:pt x="489" y="569"/>
                </a:lnTo>
                <a:lnTo>
                  <a:pt x="488" y="567"/>
                </a:lnTo>
                <a:lnTo>
                  <a:pt x="488" y="566"/>
                </a:lnTo>
                <a:lnTo>
                  <a:pt x="487" y="566"/>
                </a:lnTo>
                <a:lnTo>
                  <a:pt x="486" y="566"/>
                </a:lnTo>
                <a:lnTo>
                  <a:pt x="485" y="566"/>
                </a:lnTo>
                <a:lnTo>
                  <a:pt x="485" y="565"/>
                </a:lnTo>
                <a:lnTo>
                  <a:pt x="484" y="565"/>
                </a:lnTo>
                <a:lnTo>
                  <a:pt x="483" y="565"/>
                </a:lnTo>
                <a:lnTo>
                  <a:pt x="482" y="564"/>
                </a:lnTo>
                <a:lnTo>
                  <a:pt x="483" y="563"/>
                </a:lnTo>
                <a:lnTo>
                  <a:pt x="482" y="562"/>
                </a:lnTo>
                <a:lnTo>
                  <a:pt x="482" y="561"/>
                </a:lnTo>
                <a:lnTo>
                  <a:pt x="481" y="561"/>
                </a:lnTo>
                <a:lnTo>
                  <a:pt x="479" y="560"/>
                </a:lnTo>
                <a:lnTo>
                  <a:pt x="478" y="560"/>
                </a:lnTo>
                <a:lnTo>
                  <a:pt x="477" y="561"/>
                </a:lnTo>
                <a:lnTo>
                  <a:pt x="477" y="560"/>
                </a:lnTo>
                <a:lnTo>
                  <a:pt x="477" y="559"/>
                </a:lnTo>
                <a:lnTo>
                  <a:pt x="477" y="557"/>
                </a:lnTo>
                <a:lnTo>
                  <a:pt x="476" y="555"/>
                </a:lnTo>
                <a:lnTo>
                  <a:pt x="476" y="554"/>
                </a:lnTo>
                <a:lnTo>
                  <a:pt x="475" y="554"/>
                </a:lnTo>
                <a:lnTo>
                  <a:pt x="475" y="553"/>
                </a:lnTo>
                <a:lnTo>
                  <a:pt x="476" y="552"/>
                </a:lnTo>
                <a:lnTo>
                  <a:pt x="474" y="552"/>
                </a:lnTo>
                <a:lnTo>
                  <a:pt x="474" y="553"/>
                </a:lnTo>
                <a:lnTo>
                  <a:pt x="474" y="554"/>
                </a:lnTo>
                <a:lnTo>
                  <a:pt x="474" y="555"/>
                </a:lnTo>
                <a:lnTo>
                  <a:pt x="473" y="555"/>
                </a:lnTo>
                <a:lnTo>
                  <a:pt x="473" y="554"/>
                </a:lnTo>
                <a:lnTo>
                  <a:pt x="472" y="553"/>
                </a:lnTo>
                <a:lnTo>
                  <a:pt x="472" y="554"/>
                </a:lnTo>
                <a:lnTo>
                  <a:pt x="471" y="554"/>
                </a:lnTo>
                <a:lnTo>
                  <a:pt x="470" y="553"/>
                </a:lnTo>
                <a:lnTo>
                  <a:pt x="470" y="552"/>
                </a:lnTo>
                <a:lnTo>
                  <a:pt x="469" y="552"/>
                </a:lnTo>
                <a:lnTo>
                  <a:pt x="468" y="553"/>
                </a:lnTo>
                <a:lnTo>
                  <a:pt x="466" y="554"/>
                </a:lnTo>
                <a:lnTo>
                  <a:pt x="466" y="555"/>
                </a:lnTo>
                <a:lnTo>
                  <a:pt x="465" y="556"/>
                </a:lnTo>
                <a:lnTo>
                  <a:pt x="465" y="557"/>
                </a:lnTo>
                <a:lnTo>
                  <a:pt x="464" y="557"/>
                </a:lnTo>
                <a:lnTo>
                  <a:pt x="463" y="557"/>
                </a:lnTo>
                <a:lnTo>
                  <a:pt x="463" y="558"/>
                </a:lnTo>
                <a:lnTo>
                  <a:pt x="462" y="557"/>
                </a:lnTo>
                <a:lnTo>
                  <a:pt x="462" y="556"/>
                </a:lnTo>
                <a:lnTo>
                  <a:pt x="462" y="555"/>
                </a:lnTo>
                <a:lnTo>
                  <a:pt x="461" y="555"/>
                </a:lnTo>
                <a:lnTo>
                  <a:pt x="460" y="555"/>
                </a:lnTo>
                <a:lnTo>
                  <a:pt x="459" y="555"/>
                </a:lnTo>
                <a:lnTo>
                  <a:pt x="458" y="557"/>
                </a:lnTo>
                <a:lnTo>
                  <a:pt x="459" y="557"/>
                </a:lnTo>
                <a:lnTo>
                  <a:pt x="460" y="557"/>
                </a:lnTo>
                <a:lnTo>
                  <a:pt x="460" y="558"/>
                </a:lnTo>
                <a:lnTo>
                  <a:pt x="459" y="558"/>
                </a:lnTo>
                <a:lnTo>
                  <a:pt x="458" y="558"/>
                </a:lnTo>
                <a:lnTo>
                  <a:pt x="457" y="558"/>
                </a:lnTo>
                <a:lnTo>
                  <a:pt x="457" y="559"/>
                </a:lnTo>
                <a:lnTo>
                  <a:pt x="456" y="560"/>
                </a:lnTo>
                <a:lnTo>
                  <a:pt x="456" y="561"/>
                </a:lnTo>
                <a:lnTo>
                  <a:pt x="457" y="561"/>
                </a:lnTo>
                <a:lnTo>
                  <a:pt x="457" y="562"/>
                </a:lnTo>
                <a:lnTo>
                  <a:pt x="458" y="563"/>
                </a:lnTo>
                <a:lnTo>
                  <a:pt x="458" y="564"/>
                </a:lnTo>
                <a:lnTo>
                  <a:pt x="457" y="564"/>
                </a:lnTo>
                <a:lnTo>
                  <a:pt x="456" y="564"/>
                </a:lnTo>
                <a:lnTo>
                  <a:pt x="455" y="563"/>
                </a:lnTo>
                <a:lnTo>
                  <a:pt x="454" y="563"/>
                </a:lnTo>
                <a:lnTo>
                  <a:pt x="453" y="564"/>
                </a:lnTo>
                <a:lnTo>
                  <a:pt x="454" y="564"/>
                </a:lnTo>
                <a:lnTo>
                  <a:pt x="453" y="566"/>
                </a:lnTo>
                <a:lnTo>
                  <a:pt x="452" y="567"/>
                </a:lnTo>
                <a:lnTo>
                  <a:pt x="452" y="568"/>
                </a:lnTo>
                <a:lnTo>
                  <a:pt x="451" y="568"/>
                </a:lnTo>
                <a:lnTo>
                  <a:pt x="450" y="569"/>
                </a:lnTo>
                <a:lnTo>
                  <a:pt x="448" y="570"/>
                </a:lnTo>
                <a:lnTo>
                  <a:pt x="447" y="570"/>
                </a:lnTo>
                <a:lnTo>
                  <a:pt x="447" y="571"/>
                </a:lnTo>
                <a:lnTo>
                  <a:pt x="446" y="572"/>
                </a:lnTo>
                <a:lnTo>
                  <a:pt x="444" y="572"/>
                </a:lnTo>
                <a:lnTo>
                  <a:pt x="443" y="572"/>
                </a:lnTo>
                <a:lnTo>
                  <a:pt x="442" y="572"/>
                </a:lnTo>
                <a:lnTo>
                  <a:pt x="442" y="571"/>
                </a:lnTo>
                <a:lnTo>
                  <a:pt x="441" y="571"/>
                </a:lnTo>
                <a:lnTo>
                  <a:pt x="440" y="572"/>
                </a:lnTo>
                <a:lnTo>
                  <a:pt x="440" y="573"/>
                </a:lnTo>
                <a:lnTo>
                  <a:pt x="439" y="573"/>
                </a:lnTo>
                <a:lnTo>
                  <a:pt x="438" y="573"/>
                </a:lnTo>
                <a:lnTo>
                  <a:pt x="437" y="575"/>
                </a:lnTo>
                <a:lnTo>
                  <a:pt x="436" y="577"/>
                </a:lnTo>
                <a:lnTo>
                  <a:pt x="436" y="578"/>
                </a:lnTo>
                <a:lnTo>
                  <a:pt x="434" y="578"/>
                </a:lnTo>
                <a:lnTo>
                  <a:pt x="434" y="577"/>
                </a:lnTo>
                <a:lnTo>
                  <a:pt x="433" y="576"/>
                </a:lnTo>
                <a:lnTo>
                  <a:pt x="433" y="575"/>
                </a:lnTo>
                <a:lnTo>
                  <a:pt x="433" y="573"/>
                </a:lnTo>
                <a:lnTo>
                  <a:pt x="432" y="573"/>
                </a:lnTo>
                <a:lnTo>
                  <a:pt x="431" y="574"/>
                </a:lnTo>
                <a:lnTo>
                  <a:pt x="430" y="574"/>
                </a:lnTo>
                <a:lnTo>
                  <a:pt x="429" y="574"/>
                </a:lnTo>
                <a:lnTo>
                  <a:pt x="429" y="573"/>
                </a:lnTo>
                <a:lnTo>
                  <a:pt x="428" y="573"/>
                </a:lnTo>
                <a:lnTo>
                  <a:pt x="428" y="574"/>
                </a:lnTo>
                <a:lnTo>
                  <a:pt x="428" y="575"/>
                </a:lnTo>
                <a:lnTo>
                  <a:pt x="429" y="575"/>
                </a:lnTo>
                <a:lnTo>
                  <a:pt x="429" y="577"/>
                </a:lnTo>
                <a:lnTo>
                  <a:pt x="429" y="579"/>
                </a:lnTo>
                <a:lnTo>
                  <a:pt x="429" y="580"/>
                </a:lnTo>
                <a:lnTo>
                  <a:pt x="430" y="580"/>
                </a:lnTo>
                <a:lnTo>
                  <a:pt x="430" y="581"/>
                </a:lnTo>
                <a:lnTo>
                  <a:pt x="430" y="582"/>
                </a:lnTo>
                <a:lnTo>
                  <a:pt x="430" y="583"/>
                </a:lnTo>
                <a:lnTo>
                  <a:pt x="430" y="584"/>
                </a:lnTo>
                <a:lnTo>
                  <a:pt x="431" y="584"/>
                </a:lnTo>
                <a:lnTo>
                  <a:pt x="432" y="584"/>
                </a:lnTo>
                <a:lnTo>
                  <a:pt x="433" y="585"/>
                </a:lnTo>
                <a:lnTo>
                  <a:pt x="434" y="585"/>
                </a:lnTo>
                <a:lnTo>
                  <a:pt x="434" y="584"/>
                </a:lnTo>
                <a:lnTo>
                  <a:pt x="436" y="584"/>
                </a:lnTo>
                <a:lnTo>
                  <a:pt x="436" y="585"/>
                </a:lnTo>
                <a:lnTo>
                  <a:pt x="437" y="585"/>
                </a:lnTo>
                <a:lnTo>
                  <a:pt x="437" y="584"/>
                </a:lnTo>
                <a:lnTo>
                  <a:pt x="436" y="584"/>
                </a:lnTo>
                <a:lnTo>
                  <a:pt x="437" y="584"/>
                </a:lnTo>
                <a:lnTo>
                  <a:pt x="438" y="584"/>
                </a:lnTo>
                <a:lnTo>
                  <a:pt x="439" y="583"/>
                </a:lnTo>
                <a:lnTo>
                  <a:pt x="440" y="583"/>
                </a:lnTo>
                <a:lnTo>
                  <a:pt x="441" y="584"/>
                </a:lnTo>
                <a:lnTo>
                  <a:pt x="443" y="584"/>
                </a:lnTo>
                <a:lnTo>
                  <a:pt x="444" y="585"/>
                </a:lnTo>
                <a:lnTo>
                  <a:pt x="443" y="585"/>
                </a:lnTo>
                <a:lnTo>
                  <a:pt x="444" y="586"/>
                </a:lnTo>
                <a:lnTo>
                  <a:pt x="445" y="586"/>
                </a:lnTo>
                <a:lnTo>
                  <a:pt x="445" y="587"/>
                </a:lnTo>
                <a:lnTo>
                  <a:pt x="445" y="588"/>
                </a:lnTo>
                <a:lnTo>
                  <a:pt x="446" y="589"/>
                </a:lnTo>
                <a:lnTo>
                  <a:pt x="447" y="588"/>
                </a:lnTo>
                <a:lnTo>
                  <a:pt x="447" y="589"/>
                </a:lnTo>
                <a:lnTo>
                  <a:pt x="447" y="590"/>
                </a:lnTo>
                <a:lnTo>
                  <a:pt x="447" y="591"/>
                </a:lnTo>
                <a:lnTo>
                  <a:pt x="446" y="591"/>
                </a:lnTo>
                <a:lnTo>
                  <a:pt x="445" y="591"/>
                </a:lnTo>
                <a:lnTo>
                  <a:pt x="443" y="592"/>
                </a:lnTo>
                <a:lnTo>
                  <a:pt x="442" y="593"/>
                </a:lnTo>
                <a:lnTo>
                  <a:pt x="441" y="594"/>
                </a:lnTo>
                <a:lnTo>
                  <a:pt x="440" y="596"/>
                </a:lnTo>
                <a:lnTo>
                  <a:pt x="440" y="597"/>
                </a:lnTo>
                <a:lnTo>
                  <a:pt x="441" y="597"/>
                </a:lnTo>
                <a:lnTo>
                  <a:pt x="441" y="598"/>
                </a:lnTo>
                <a:lnTo>
                  <a:pt x="442" y="599"/>
                </a:lnTo>
                <a:lnTo>
                  <a:pt x="442" y="600"/>
                </a:lnTo>
                <a:lnTo>
                  <a:pt x="445" y="603"/>
                </a:lnTo>
                <a:lnTo>
                  <a:pt x="445" y="604"/>
                </a:lnTo>
                <a:lnTo>
                  <a:pt x="444" y="605"/>
                </a:lnTo>
                <a:lnTo>
                  <a:pt x="444" y="606"/>
                </a:lnTo>
                <a:lnTo>
                  <a:pt x="444" y="607"/>
                </a:lnTo>
                <a:lnTo>
                  <a:pt x="443" y="608"/>
                </a:lnTo>
                <a:lnTo>
                  <a:pt x="442" y="608"/>
                </a:lnTo>
                <a:lnTo>
                  <a:pt x="442" y="610"/>
                </a:lnTo>
                <a:lnTo>
                  <a:pt x="441" y="610"/>
                </a:lnTo>
                <a:lnTo>
                  <a:pt x="442" y="610"/>
                </a:lnTo>
                <a:lnTo>
                  <a:pt x="442" y="611"/>
                </a:lnTo>
                <a:lnTo>
                  <a:pt x="443" y="611"/>
                </a:lnTo>
                <a:lnTo>
                  <a:pt x="443" y="612"/>
                </a:lnTo>
                <a:lnTo>
                  <a:pt x="443" y="613"/>
                </a:lnTo>
                <a:lnTo>
                  <a:pt x="442" y="613"/>
                </a:lnTo>
                <a:lnTo>
                  <a:pt x="443" y="614"/>
                </a:lnTo>
                <a:lnTo>
                  <a:pt x="444" y="615"/>
                </a:lnTo>
                <a:lnTo>
                  <a:pt x="445" y="616"/>
                </a:lnTo>
                <a:lnTo>
                  <a:pt x="445" y="617"/>
                </a:lnTo>
                <a:lnTo>
                  <a:pt x="445" y="618"/>
                </a:lnTo>
                <a:lnTo>
                  <a:pt x="444" y="619"/>
                </a:lnTo>
                <a:lnTo>
                  <a:pt x="445" y="619"/>
                </a:lnTo>
                <a:lnTo>
                  <a:pt x="445" y="620"/>
                </a:lnTo>
                <a:lnTo>
                  <a:pt x="444" y="620"/>
                </a:lnTo>
                <a:lnTo>
                  <a:pt x="443" y="621"/>
                </a:lnTo>
                <a:lnTo>
                  <a:pt x="443" y="622"/>
                </a:lnTo>
                <a:lnTo>
                  <a:pt x="443" y="623"/>
                </a:lnTo>
                <a:lnTo>
                  <a:pt x="443" y="622"/>
                </a:lnTo>
                <a:lnTo>
                  <a:pt x="442" y="623"/>
                </a:lnTo>
                <a:lnTo>
                  <a:pt x="440" y="623"/>
                </a:lnTo>
                <a:lnTo>
                  <a:pt x="439" y="623"/>
                </a:lnTo>
                <a:lnTo>
                  <a:pt x="438" y="623"/>
                </a:lnTo>
                <a:lnTo>
                  <a:pt x="437" y="624"/>
                </a:lnTo>
                <a:lnTo>
                  <a:pt x="437" y="623"/>
                </a:lnTo>
                <a:lnTo>
                  <a:pt x="436" y="623"/>
                </a:lnTo>
                <a:lnTo>
                  <a:pt x="434" y="623"/>
                </a:lnTo>
                <a:lnTo>
                  <a:pt x="432" y="624"/>
                </a:lnTo>
                <a:lnTo>
                  <a:pt x="431" y="624"/>
                </a:lnTo>
                <a:lnTo>
                  <a:pt x="431" y="625"/>
                </a:lnTo>
                <a:lnTo>
                  <a:pt x="430" y="626"/>
                </a:lnTo>
                <a:lnTo>
                  <a:pt x="429" y="626"/>
                </a:lnTo>
                <a:lnTo>
                  <a:pt x="427" y="626"/>
                </a:lnTo>
                <a:lnTo>
                  <a:pt x="426" y="626"/>
                </a:lnTo>
                <a:lnTo>
                  <a:pt x="425" y="626"/>
                </a:lnTo>
                <a:lnTo>
                  <a:pt x="423" y="627"/>
                </a:lnTo>
                <a:lnTo>
                  <a:pt x="422" y="627"/>
                </a:lnTo>
                <a:lnTo>
                  <a:pt x="421" y="626"/>
                </a:lnTo>
                <a:lnTo>
                  <a:pt x="421" y="625"/>
                </a:lnTo>
                <a:lnTo>
                  <a:pt x="421" y="624"/>
                </a:lnTo>
                <a:lnTo>
                  <a:pt x="421" y="623"/>
                </a:lnTo>
                <a:lnTo>
                  <a:pt x="421" y="622"/>
                </a:lnTo>
                <a:lnTo>
                  <a:pt x="421" y="621"/>
                </a:lnTo>
                <a:lnTo>
                  <a:pt x="421" y="620"/>
                </a:lnTo>
                <a:lnTo>
                  <a:pt x="420" y="619"/>
                </a:lnTo>
                <a:lnTo>
                  <a:pt x="418" y="619"/>
                </a:lnTo>
                <a:lnTo>
                  <a:pt x="417" y="619"/>
                </a:lnTo>
                <a:lnTo>
                  <a:pt x="417" y="618"/>
                </a:lnTo>
                <a:lnTo>
                  <a:pt x="417" y="616"/>
                </a:lnTo>
                <a:lnTo>
                  <a:pt x="417" y="615"/>
                </a:lnTo>
                <a:lnTo>
                  <a:pt x="417" y="614"/>
                </a:lnTo>
                <a:lnTo>
                  <a:pt x="416" y="613"/>
                </a:lnTo>
                <a:lnTo>
                  <a:pt x="415" y="613"/>
                </a:lnTo>
                <a:lnTo>
                  <a:pt x="415" y="612"/>
                </a:lnTo>
                <a:lnTo>
                  <a:pt x="414" y="611"/>
                </a:lnTo>
                <a:lnTo>
                  <a:pt x="414" y="610"/>
                </a:lnTo>
                <a:lnTo>
                  <a:pt x="414" y="609"/>
                </a:lnTo>
                <a:lnTo>
                  <a:pt x="415" y="608"/>
                </a:lnTo>
                <a:lnTo>
                  <a:pt x="414" y="605"/>
                </a:lnTo>
                <a:lnTo>
                  <a:pt x="413" y="604"/>
                </a:lnTo>
                <a:lnTo>
                  <a:pt x="412" y="603"/>
                </a:lnTo>
                <a:lnTo>
                  <a:pt x="411" y="603"/>
                </a:lnTo>
                <a:lnTo>
                  <a:pt x="412" y="603"/>
                </a:lnTo>
                <a:lnTo>
                  <a:pt x="412" y="602"/>
                </a:lnTo>
                <a:lnTo>
                  <a:pt x="411" y="601"/>
                </a:lnTo>
                <a:lnTo>
                  <a:pt x="410" y="600"/>
                </a:lnTo>
                <a:lnTo>
                  <a:pt x="409" y="600"/>
                </a:lnTo>
                <a:lnTo>
                  <a:pt x="408" y="598"/>
                </a:lnTo>
                <a:lnTo>
                  <a:pt x="406" y="597"/>
                </a:lnTo>
                <a:lnTo>
                  <a:pt x="405" y="597"/>
                </a:lnTo>
                <a:lnTo>
                  <a:pt x="404" y="598"/>
                </a:lnTo>
                <a:lnTo>
                  <a:pt x="401" y="598"/>
                </a:lnTo>
                <a:lnTo>
                  <a:pt x="398" y="599"/>
                </a:lnTo>
                <a:lnTo>
                  <a:pt x="397" y="599"/>
                </a:lnTo>
                <a:lnTo>
                  <a:pt x="397" y="598"/>
                </a:lnTo>
                <a:lnTo>
                  <a:pt x="395" y="598"/>
                </a:lnTo>
                <a:lnTo>
                  <a:pt x="395" y="597"/>
                </a:lnTo>
                <a:lnTo>
                  <a:pt x="393" y="597"/>
                </a:lnTo>
                <a:lnTo>
                  <a:pt x="392" y="597"/>
                </a:lnTo>
                <a:lnTo>
                  <a:pt x="391" y="597"/>
                </a:lnTo>
                <a:lnTo>
                  <a:pt x="391" y="596"/>
                </a:lnTo>
                <a:lnTo>
                  <a:pt x="388" y="595"/>
                </a:lnTo>
                <a:lnTo>
                  <a:pt x="388" y="596"/>
                </a:lnTo>
                <a:lnTo>
                  <a:pt x="387" y="595"/>
                </a:lnTo>
                <a:lnTo>
                  <a:pt x="386" y="595"/>
                </a:lnTo>
                <a:lnTo>
                  <a:pt x="386" y="594"/>
                </a:lnTo>
                <a:lnTo>
                  <a:pt x="386" y="593"/>
                </a:lnTo>
                <a:lnTo>
                  <a:pt x="387" y="593"/>
                </a:lnTo>
                <a:lnTo>
                  <a:pt x="386" y="593"/>
                </a:lnTo>
                <a:lnTo>
                  <a:pt x="386" y="592"/>
                </a:lnTo>
                <a:lnTo>
                  <a:pt x="385" y="591"/>
                </a:lnTo>
                <a:lnTo>
                  <a:pt x="384" y="592"/>
                </a:lnTo>
                <a:lnTo>
                  <a:pt x="384" y="593"/>
                </a:lnTo>
                <a:lnTo>
                  <a:pt x="384" y="594"/>
                </a:lnTo>
                <a:lnTo>
                  <a:pt x="383" y="595"/>
                </a:lnTo>
                <a:lnTo>
                  <a:pt x="382" y="596"/>
                </a:lnTo>
                <a:lnTo>
                  <a:pt x="382" y="597"/>
                </a:lnTo>
                <a:lnTo>
                  <a:pt x="381" y="597"/>
                </a:lnTo>
                <a:lnTo>
                  <a:pt x="380" y="596"/>
                </a:lnTo>
                <a:lnTo>
                  <a:pt x="379" y="596"/>
                </a:lnTo>
                <a:lnTo>
                  <a:pt x="379" y="595"/>
                </a:lnTo>
                <a:lnTo>
                  <a:pt x="380" y="595"/>
                </a:lnTo>
                <a:lnTo>
                  <a:pt x="380" y="594"/>
                </a:lnTo>
                <a:lnTo>
                  <a:pt x="379" y="593"/>
                </a:lnTo>
                <a:lnTo>
                  <a:pt x="378" y="593"/>
                </a:lnTo>
                <a:lnTo>
                  <a:pt x="378" y="592"/>
                </a:lnTo>
                <a:lnTo>
                  <a:pt x="377" y="591"/>
                </a:lnTo>
                <a:lnTo>
                  <a:pt x="377" y="590"/>
                </a:lnTo>
                <a:lnTo>
                  <a:pt x="376" y="591"/>
                </a:lnTo>
                <a:lnTo>
                  <a:pt x="375" y="591"/>
                </a:lnTo>
                <a:lnTo>
                  <a:pt x="375" y="592"/>
                </a:lnTo>
                <a:lnTo>
                  <a:pt x="373" y="593"/>
                </a:lnTo>
                <a:lnTo>
                  <a:pt x="372" y="593"/>
                </a:lnTo>
                <a:lnTo>
                  <a:pt x="371" y="593"/>
                </a:lnTo>
                <a:lnTo>
                  <a:pt x="371" y="594"/>
                </a:lnTo>
                <a:lnTo>
                  <a:pt x="371" y="595"/>
                </a:lnTo>
                <a:lnTo>
                  <a:pt x="370" y="595"/>
                </a:lnTo>
                <a:lnTo>
                  <a:pt x="368" y="595"/>
                </a:lnTo>
                <a:lnTo>
                  <a:pt x="368" y="594"/>
                </a:lnTo>
                <a:lnTo>
                  <a:pt x="367" y="594"/>
                </a:lnTo>
                <a:lnTo>
                  <a:pt x="366" y="594"/>
                </a:lnTo>
                <a:lnTo>
                  <a:pt x="365" y="594"/>
                </a:lnTo>
                <a:lnTo>
                  <a:pt x="365" y="593"/>
                </a:lnTo>
                <a:lnTo>
                  <a:pt x="364" y="591"/>
                </a:lnTo>
                <a:lnTo>
                  <a:pt x="363" y="591"/>
                </a:lnTo>
                <a:lnTo>
                  <a:pt x="362" y="591"/>
                </a:lnTo>
                <a:lnTo>
                  <a:pt x="362" y="592"/>
                </a:lnTo>
                <a:lnTo>
                  <a:pt x="361" y="592"/>
                </a:lnTo>
                <a:lnTo>
                  <a:pt x="359" y="591"/>
                </a:lnTo>
                <a:lnTo>
                  <a:pt x="358" y="592"/>
                </a:lnTo>
                <a:lnTo>
                  <a:pt x="358" y="594"/>
                </a:lnTo>
                <a:lnTo>
                  <a:pt x="357" y="594"/>
                </a:lnTo>
                <a:lnTo>
                  <a:pt x="357" y="596"/>
                </a:lnTo>
                <a:lnTo>
                  <a:pt x="357" y="598"/>
                </a:lnTo>
                <a:lnTo>
                  <a:pt x="357" y="599"/>
                </a:lnTo>
                <a:lnTo>
                  <a:pt x="356" y="602"/>
                </a:lnTo>
                <a:lnTo>
                  <a:pt x="355" y="605"/>
                </a:lnTo>
                <a:lnTo>
                  <a:pt x="355" y="606"/>
                </a:lnTo>
                <a:lnTo>
                  <a:pt x="354" y="606"/>
                </a:lnTo>
                <a:lnTo>
                  <a:pt x="354" y="607"/>
                </a:lnTo>
                <a:lnTo>
                  <a:pt x="355" y="607"/>
                </a:lnTo>
                <a:lnTo>
                  <a:pt x="354" y="608"/>
                </a:lnTo>
                <a:lnTo>
                  <a:pt x="354" y="609"/>
                </a:lnTo>
                <a:lnTo>
                  <a:pt x="354" y="610"/>
                </a:lnTo>
                <a:lnTo>
                  <a:pt x="355" y="610"/>
                </a:lnTo>
                <a:lnTo>
                  <a:pt x="354" y="611"/>
                </a:lnTo>
                <a:lnTo>
                  <a:pt x="354" y="612"/>
                </a:lnTo>
                <a:lnTo>
                  <a:pt x="353" y="614"/>
                </a:lnTo>
                <a:lnTo>
                  <a:pt x="352" y="614"/>
                </a:lnTo>
                <a:lnTo>
                  <a:pt x="351" y="614"/>
                </a:lnTo>
                <a:lnTo>
                  <a:pt x="351" y="615"/>
                </a:lnTo>
                <a:lnTo>
                  <a:pt x="351" y="617"/>
                </a:lnTo>
                <a:lnTo>
                  <a:pt x="351" y="618"/>
                </a:lnTo>
                <a:lnTo>
                  <a:pt x="351" y="619"/>
                </a:lnTo>
                <a:lnTo>
                  <a:pt x="352" y="619"/>
                </a:lnTo>
                <a:lnTo>
                  <a:pt x="353" y="619"/>
                </a:lnTo>
                <a:lnTo>
                  <a:pt x="353" y="620"/>
                </a:lnTo>
                <a:lnTo>
                  <a:pt x="353" y="621"/>
                </a:lnTo>
                <a:lnTo>
                  <a:pt x="354" y="621"/>
                </a:lnTo>
                <a:lnTo>
                  <a:pt x="355" y="622"/>
                </a:lnTo>
                <a:lnTo>
                  <a:pt x="357" y="622"/>
                </a:lnTo>
                <a:lnTo>
                  <a:pt x="357" y="624"/>
                </a:lnTo>
                <a:lnTo>
                  <a:pt x="356" y="625"/>
                </a:lnTo>
                <a:lnTo>
                  <a:pt x="356" y="626"/>
                </a:lnTo>
                <a:lnTo>
                  <a:pt x="356" y="627"/>
                </a:lnTo>
                <a:lnTo>
                  <a:pt x="356" y="629"/>
                </a:lnTo>
                <a:lnTo>
                  <a:pt x="356" y="630"/>
                </a:lnTo>
                <a:lnTo>
                  <a:pt x="356" y="631"/>
                </a:lnTo>
                <a:lnTo>
                  <a:pt x="355" y="632"/>
                </a:lnTo>
                <a:lnTo>
                  <a:pt x="356" y="632"/>
                </a:lnTo>
                <a:lnTo>
                  <a:pt x="355" y="633"/>
                </a:lnTo>
                <a:lnTo>
                  <a:pt x="354" y="633"/>
                </a:lnTo>
                <a:lnTo>
                  <a:pt x="353" y="632"/>
                </a:lnTo>
                <a:lnTo>
                  <a:pt x="352" y="632"/>
                </a:lnTo>
                <a:lnTo>
                  <a:pt x="351" y="634"/>
                </a:lnTo>
                <a:lnTo>
                  <a:pt x="350" y="634"/>
                </a:lnTo>
                <a:lnTo>
                  <a:pt x="349" y="635"/>
                </a:lnTo>
                <a:lnTo>
                  <a:pt x="347" y="637"/>
                </a:lnTo>
                <a:lnTo>
                  <a:pt x="346" y="637"/>
                </a:lnTo>
                <a:lnTo>
                  <a:pt x="345" y="638"/>
                </a:lnTo>
                <a:lnTo>
                  <a:pt x="344" y="640"/>
                </a:lnTo>
                <a:lnTo>
                  <a:pt x="343" y="640"/>
                </a:lnTo>
                <a:lnTo>
                  <a:pt x="342" y="640"/>
                </a:lnTo>
                <a:lnTo>
                  <a:pt x="342" y="641"/>
                </a:lnTo>
                <a:lnTo>
                  <a:pt x="342" y="643"/>
                </a:lnTo>
                <a:lnTo>
                  <a:pt x="342" y="644"/>
                </a:lnTo>
                <a:lnTo>
                  <a:pt x="341" y="645"/>
                </a:lnTo>
                <a:lnTo>
                  <a:pt x="340" y="644"/>
                </a:lnTo>
                <a:lnTo>
                  <a:pt x="339" y="642"/>
                </a:lnTo>
                <a:lnTo>
                  <a:pt x="337" y="642"/>
                </a:lnTo>
                <a:lnTo>
                  <a:pt x="336" y="642"/>
                </a:lnTo>
                <a:lnTo>
                  <a:pt x="335" y="641"/>
                </a:lnTo>
                <a:lnTo>
                  <a:pt x="333" y="641"/>
                </a:lnTo>
                <a:lnTo>
                  <a:pt x="333" y="642"/>
                </a:lnTo>
                <a:lnTo>
                  <a:pt x="332" y="642"/>
                </a:lnTo>
                <a:lnTo>
                  <a:pt x="331" y="642"/>
                </a:lnTo>
                <a:lnTo>
                  <a:pt x="330" y="641"/>
                </a:lnTo>
                <a:lnTo>
                  <a:pt x="328" y="641"/>
                </a:lnTo>
                <a:lnTo>
                  <a:pt x="327" y="641"/>
                </a:lnTo>
                <a:lnTo>
                  <a:pt x="327" y="642"/>
                </a:lnTo>
                <a:lnTo>
                  <a:pt x="326" y="643"/>
                </a:lnTo>
                <a:lnTo>
                  <a:pt x="326" y="642"/>
                </a:lnTo>
                <a:lnTo>
                  <a:pt x="325" y="642"/>
                </a:lnTo>
                <a:lnTo>
                  <a:pt x="325" y="641"/>
                </a:lnTo>
                <a:lnTo>
                  <a:pt x="325" y="640"/>
                </a:lnTo>
                <a:lnTo>
                  <a:pt x="323" y="640"/>
                </a:lnTo>
                <a:lnTo>
                  <a:pt x="322" y="640"/>
                </a:lnTo>
                <a:lnTo>
                  <a:pt x="321" y="640"/>
                </a:lnTo>
                <a:lnTo>
                  <a:pt x="320" y="640"/>
                </a:lnTo>
                <a:lnTo>
                  <a:pt x="318" y="640"/>
                </a:lnTo>
                <a:lnTo>
                  <a:pt x="316" y="639"/>
                </a:lnTo>
                <a:lnTo>
                  <a:pt x="316" y="638"/>
                </a:lnTo>
                <a:lnTo>
                  <a:pt x="315" y="638"/>
                </a:lnTo>
                <a:lnTo>
                  <a:pt x="314" y="639"/>
                </a:lnTo>
                <a:lnTo>
                  <a:pt x="314" y="640"/>
                </a:lnTo>
                <a:lnTo>
                  <a:pt x="313" y="640"/>
                </a:lnTo>
                <a:lnTo>
                  <a:pt x="311" y="640"/>
                </a:lnTo>
                <a:lnTo>
                  <a:pt x="310" y="640"/>
                </a:lnTo>
                <a:lnTo>
                  <a:pt x="310" y="639"/>
                </a:lnTo>
                <a:lnTo>
                  <a:pt x="309" y="639"/>
                </a:lnTo>
                <a:lnTo>
                  <a:pt x="308" y="639"/>
                </a:lnTo>
                <a:lnTo>
                  <a:pt x="306" y="639"/>
                </a:lnTo>
                <a:lnTo>
                  <a:pt x="305" y="640"/>
                </a:lnTo>
                <a:lnTo>
                  <a:pt x="305" y="641"/>
                </a:lnTo>
                <a:lnTo>
                  <a:pt x="303" y="642"/>
                </a:lnTo>
                <a:lnTo>
                  <a:pt x="303" y="643"/>
                </a:lnTo>
                <a:lnTo>
                  <a:pt x="301" y="644"/>
                </a:lnTo>
                <a:lnTo>
                  <a:pt x="301" y="645"/>
                </a:lnTo>
                <a:lnTo>
                  <a:pt x="301" y="646"/>
                </a:lnTo>
                <a:lnTo>
                  <a:pt x="300" y="646"/>
                </a:lnTo>
                <a:lnTo>
                  <a:pt x="300" y="647"/>
                </a:lnTo>
                <a:lnTo>
                  <a:pt x="299" y="648"/>
                </a:lnTo>
                <a:lnTo>
                  <a:pt x="300" y="648"/>
                </a:lnTo>
                <a:lnTo>
                  <a:pt x="300" y="649"/>
                </a:lnTo>
                <a:lnTo>
                  <a:pt x="300" y="650"/>
                </a:lnTo>
                <a:lnTo>
                  <a:pt x="300" y="651"/>
                </a:lnTo>
                <a:lnTo>
                  <a:pt x="299" y="651"/>
                </a:lnTo>
                <a:lnTo>
                  <a:pt x="298" y="651"/>
                </a:lnTo>
                <a:lnTo>
                  <a:pt x="296" y="650"/>
                </a:lnTo>
                <a:lnTo>
                  <a:pt x="295" y="650"/>
                </a:lnTo>
                <a:lnTo>
                  <a:pt x="294" y="651"/>
                </a:lnTo>
                <a:lnTo>
                  <a:pt x="294" y="652"/>
                </a:lnTo>
                <a:lnTo>
                  <a:pt x="294" y="653"/>
                </a:lnTo>
                <a:lnTo>
                  <a:pt x="293" y="655"/>
                </a:lnTo>
                <a:lnTo>
                  <a:pt x="293" y="656"/>
                </a:lnTo>
                <a:lnTo>
                  <a:pt x="292" y="656"/>
                </a:lnTo>
                <a:lnTo>
                  <a:pt x="291" y="657"/>
                </a:lnTo>
                <a:lnTo>
                  <a:pt x="291" y="656"/>
                </a:lnTo>
                <a:lnTo>
                  <a:pt x="290" y="655"/>
                </a:lnTo>
                <a:lnTo>
                  <a:pt x="289" y="656"/>
                </a:lnTo>
                <a:lnTo>
                  <a:pt x="288" y="656"/>
                </a:lnTo>
                <a:lnTo>
                  <a:pt x="287" y="656"/>
                </a:lnTo>
                <a:lnTo>
                  <a:pt x="287" y="655"/>
                </a:lnTo>
                <a:lnTo>
                  <a:pt x="286" y="655"/>
                </a:lnTo>
                <a:lnTo>
                  <a:pt x="285" y="653"/>
                </a:lnTo>
                <a:lnTo>
                  <a:pt x="284" y="653"/>
                </a:lnTo>
                <a:lnTo>
                  <a:pt x="282" y="652"/>
                </a:lnTo>
                <a:lnTo>
                  <a:pt x="282" y="653"/>
                </a:lnTo>
                <a:lnTo>
                  <a:pt x="281" y="653"/>
                </a:lnTo>
                <a:lnTo>
                  <a:pt x="280" y="654"/>
                </a:lnTo>
                <a:lnTo>
                  <a:pt x="280" y="653"/>
                </a:lnTo>
                <a:lnTo>
                  <a:pt x="280" y="652"/>
                </a:lnTo>
                <a:lnTo>
                  <a:pt x="279" y="652"/>
                </a:lnTo>
                <a:lnTo>
                  <a:pt x="279" y="651"/>
                </a:lnTo>
                <a:lnTo>
                  <a:pt x="278" y="652"/>
                </a:lnTo>
                <a:lnTo>
                  <a:pt x="278" y="651"/>
                </a:lnTo>
                <a:lnTo>
                  <a:pt x="278" y="650"/>
                </a:lnTo>
                <a:lnTo>
                  <a:pt x="279" y="649"/>
                </a:lnTo>
                <a:lnTo>
                  <a:pt x="279" y="648"/>
                </a:lnTo>
                <a:lnTo>
                  <a:pt x="280" y="648"/>
                </a:lnTo>
                <a:lnTo>
                  <a:pt x="280" y="647"/>
                </a:lnTo>
                <a:lnTo>
                  <a:pt x="280" y="646"/>
                </a:lnTo>
                <a:lnTo>
                  <a:pt x="281" y="646"/>
                </a:lnTo>
                <a:lnTo>
                  <a:pt x="281" y="645"/>
                </a:lnTo>
                <a:lnTo>
                  <a:pt x="281" y="644"/>
                </a:lnTo>
                <a:lnTo>
                  <a:pt x="281" y="643"/>
                </a:lnTo>
                <a:lnTo>
                  <a:pt x="282" y="641"/>
                </a:lnTo>
                <a:lnTo>
                  <a:pt x="283" y="640"/>
                </a:lnTo>
                <a:lnTo>
                  <a:pt x="283" y="639"/>
                </a:lnTo>
                <a:lnTo>
                  <a:pt x="284" y="637"/>
                </a:lnTo>
                <a:lnTo>
                  <a:pt x="283" y="636"/>
                </a:lnTo>
                <a:lnTo>
                  <a:pt x="283" y="635"/>
                </a:lnTo>
                <a:lnTo>
                  <a:pt x="282" y="634"/>
                </a:lnTo>
                <a:lnTo>
                  <a:pt x="281" y="633"/>
                </a:lnTo>
                <a:lnTo>
                  <a:pt x="280" y="631"/>
                </a:lnTo>
                <a:lnTo>
                  <a:pt x="280" y="628"/>
                </a:lnTo>
                <a:lnTo>
                  <a:pt x="281" y="627"/>
                </a:lnTo>
                <a:lnTo>
                  <a:pt x="280" y="626"/>
                </a:lnTo>
                <a:lnTo>
                  <a:pt x="280" y="625"/>
                </a:lnTo>
                <a:lnTo>
                  <a:pt x="280" y="624"/>
                </a:lnTo>
                <a:lnTo>
                  <a:pt x="281" y="622"/>
                </a:lnTo>
                <a:lnTo>
                  <a:pt x="281" y="620"/>
                </a:lnTo>
                <a:lnTo>
                  <a:pt x="280" y="620"/>
                </a:lnTo>
                <a:lnTo>
                  <a:pt x="279" y="619"/>
                </a:lnTo>
                <a:lnTo>
                  <a:pt x="279" y="618"/>
                </a:lnTo>
                <a:lnTo>
                  <a:pt x="278" y="618"/>
                </a:lnTo>
                <a:lnTo>
                  <a:pt x="278" y="617"/>
                </a:lnTo>
                <a:lnTo>
                  <a:pt x="278" y="616"/>
                </a:lnTo>
                <a:lnTo>
                  <a:pt x="279" y="615"/>
                </a:lnTo>
                <a:lnTo>
                  <a:pt x="279" y="614"/>
                </a:lnTo>
                <a:lnTo>
                  <a:pt x="280" y="614"/>
                </a:lnTo>
                <a:lnTo>
                  <a:pt x="281" y="614"/>
                </a:lnTo>
                <a:lnTo>
                  <a:pt x="281" y="613"/>
                </a:lnTo>
                <a:lnTo>
                  <a:pt x="282" y="611"/>
                </a:lnTo>
                <a:lnTo>
                  <a:pt x="281" y="611"/>
                </a:lnTo>
                <a:lnTo>
                  <a:pt x="282" y="610"/>
                </a:lnTo>
                <a:lnTo>
                  <a:pt x="281" y="610"/>
                </a:lnTo>
                <a:lnTo>
                  <a:pt x="280" y="610"/>
                </a:lnTo>
                <a:lnTo>
                  <a:pt x="279" y="610"/>
                </a:lnTo>
                <a:lnTo>
                  <a:pt x="277" y="609"/>
                </a:lnTo>
                <a:lnTo>
                  <a:pt x="276" y="609"/>
                </a:lnTo>
                <a:lnTo>
                  <a:pt x="276" y="608"/>
                </a:lnTo>
                <a:lnTo>
                  <a:pt x="277" y="607"/>
                </a:lnTo>
                <a:lnTo>
                  <a:pt x="277" y="606"/>
                </a:lnTo>
                <a:lnTo>
                  <a:pt x="277" y="603"/>
                </a:lnTo>
                <a:lnTo>
                  <a:pt x="278" y="601"/>
                </a:lnTo>
                <a:lnTo>
                  <a:pt x="277" y="601"/>
                </a:lnTo>
                <a:lnTo>
                  <a:pt x="276" y="601"/>
                </a:lnTo>
                <a:lnTo>
                  <a:pt x="275" y="601"/>
                </a:lnTo>
                <a:lnTo>
                  <a:pt x="275" y="600"/>
                </a:lnTo>
                <a:lnTo>
                  <a:pt x="275" y="599"/>
                </a:lnTo>
                <a:lnTo>
                  <a:pt x="275" y="598"/>
                </a:lnTo>
                <a:lnTo>
                  <a:pt x="274" y="598"/>
                </a:lnTo>
                <a:lnTo>
                  <a:pt x="273" y="598"/>
                </a:lnTo>
                <a:lnTo>
                  <a:pt x="272" y="599"/>
                </a:lnTo>
                <a:lnTo>
                  <a:pt x="272" y="600"/>
                </a:lnTo>
                <a:lnTo>
                  <a:pt x="271" y="601"/>
                </a:lnTo>
                <a:lnTo>
                  <a:pt x="270" y="601"/>
                </a:lnTo>
                <a:lnTo>
                  <a:pt x="270" y="602"/>
                </a:lnTo>
                <a:lnTo>
                  <a:pt x="268" y="602"/>
                </a:lnTo>
                <a:lnTo>
                  <a:pt x="266" y="601"/>
                </a:lnTo>
                <a:lnTo>
                  <a:pt x="266" y="600"/>
                </a:lnTo>
                <a:lnTo>
                  <a:pt x="264" y="599"/>
                </a:lnTo>
                <a:lnTo>
                  <a:pt x="263" y="599"/>
                </a:lnTo>
                <a:lnTo>
                  <a:pt x="262" y="597"/>
                </a:lnTo>
                <a:lnTo>
                  <a:pt x="263" y="597"/>
                </a:lnTo>
                <a:lnTo>
                  <a:pt x="263" y="596"/>
                </a:lnTo>
                <a:lnTo>
                  <a:pt x="262" y="596"/>
                </a:lnTo>
                <a:lnTo>
                  <a:pt x="261" y="596"/>
                </a:lnTo>
                <a:lnTo>
                  <a:pt x="260" y="596"/>
                </a:lnTo>
                <a:lnTo>
                  <a:pt x="260" y="597"/>
                </a:lnTo>
                <a:lnTo>
                  <a:pt x="260" y="598"/>
                </a:lnTo>
                <a:lnTo>
                  <a:pt x="259" y="598"/>
                </a:lnTo>
                <a:lnTo>
                  <a:pt x="258" y="598"/>
                </a:lnTo>
                <a:lnTo>
                  <a:pt x="258" y="599"/>
                </a:lnTo>
                <a:lnTo>
                  <a:pt x="257" y="600"/>
                </a:lnTo>
                <a:lnTo>
                  <a:pt x="256" y="600"/>
                </a:lnTo>
                <a:lnTo>
                  <a:pt x="256" y="601"/>
                </a:lnTo>
                <a:lnTo>
                  <a:pt x="254" y="603"/>
                </a:lnTo>
                <a:lnTo>
                  <a:pt x="254" y="604"/>
                </a:lnTo>
                <a:lnTo>
                  <a:pt x="254" y="605"/>
                </a:lnTo>
                <a:lnTo>
                  <a:pt x="253" y="605"/>
                </a:lnTo>
                <a:lnTo>
                  <a:pt x="252" y="605"/>
                </a:lnTo>
                <a:lnTo>
                  <a:pt x="251" y="606"/>
                </a:lnTo>
                <a:lnTo>
                  <a:pt x="249" y="607"/>
                </a:lnTo>
                <a:lnTo>
                  <a:pt x="248" y="607"/>
                </a:lnTo>
                <a:lnTo>
                  <a:pt x="248" y="608"/>
                </a:lnTo>
                <a:lnTo>
                  <a:pt x="247" y="609"/>
                </a:lnTo>
                <a:lnTo>
                  <a:pt x="246" y="609"/>
                </a:lnTo>
                <a:lnTo>
                  <a:pt x="245" y="608"/>
                </a:lnTo>
                <a:lnTo>
                  <a:pt x="244" y="609"/>
                </a:lnTo>
                <a:lnTo>
                  <a:pt x="243" y="610"/>
                </a:lnTo>
                <a:lnTo>
                  <a:pt x="244" y="611"/>
                </a:lnTo>
                <a:lnTo>
                  <a:pt x="244" y="612"/>
                </a:lnTo>
                <a:lnTo>
                  <a:pt x="243" y="612"/>
                </a:lnTo>
                <a:lnTo>
                  <a:pt x="243" y="613"/>
                </a:lnTo>
                <a:lnTo>
                  <a:pt x="244" y="615"/>
                </a:lnTo>
                <a:lnTo>
                  <a:pt x="243" y="616"/>
                </a:lnTo>
                <a:lnTo>
                  <a:pt x="242" y="616"/>
                </a:lnTo>
                <a:lnTo>
                  <a:pt x="242" y="617"/>
                </a:lnTo>
                <a:lnTo>
                  <a:pt x="243" y="617"/>
                </a:lnTo>
                <a:lnTo>
                  <a:pt x="243" y="619"/>
                </a:lnTo>
                <a:lnTo>
                  <a:pt x="243" y="620"/>
                </a:lnTo>
                <a:lnTo>
                  <a:pt x="243" y="621"/>
                </a:lnTo>
                <a:lnTo>
                  <a:pt x="242" y="621"/>
                </a:lnTo>
                <a:lnTo>
                  <a:pt x="241" y="620"/>
                </a:lnTo>
                <a:lnTo>
                  <a:pt x="241" y="621"/>
                </a:lnTo>
                <a:lnTo>
                  <a:pt x="240" y="621"/>
                </a:lnTo>
                <a:lnTo>
                  <a:pt x="238" y="622"/>
                </a:lnTo>
                <a:lnTo>
                  <a:pt x="237" y="622"/>
                </a:lnTo>
                <a:lnTo>
                  <a:pt x="236" y="622"/>
                </a:lnTo>
                <a:lnTo>
                  <a:pt x="235" y="622"/>
                </a:lnTo>
                <a:lnTo>
                  <a:pt x="234" y="622"/>
                </a:lnTo>
                <a:lnTo>
                  <a:pt x="233" y="623"/>
                </a:lnTo>
                <a:lnTo>
                  <a:pt x="232" y="623"/>
                </a:lnTo>
                <a:lnTo>
                  <a:pt x="232" y="622"/>
                </a:lnTo>
                <a:lnTo>
                  <a:pt x="231" y="623"/>
                </a:lnTo>
                <a:lnTo>
                  <a:pt x="231" y="624"/>
                </a:lnTo>
                <a:lnTo>
                  <a:pt x="230" y="624"/>
                </a:lnTo>
                <a:lnTo>
                  <a:pt x="230" y="623"/>
                </a:lnTo>
                <a:lnTo>
                  <a:pt x="231" y="623"/>
                </a:lnTo>
                <a:lnTo>
                  <a:pt x="231" y="622"/>
                </a:lnTo>
                <a:lnTo>
                  <a:pt x="231" y="621"/>
                </a:lnTo>
                <a:lnTo>
                  <a:pt x="231" y="620"/>
                </a:lnTo>
                <a:lnTo>
                  <a:pt x="232" y="619"/>
                </a:lnTo>
                <a:lnTo>
                  <a:pt x="232" y="618"/>
                </a:lnTo>
                <a:lnTo>
                  <a:pt x="231" y="618"/>
                </a:lnTo>
                <a:lnTo>
                  <a:pt x="230" y="618"/>
                </a:lnTo>
                <a:lnTo>
                  <a:pt x="230" y="617"/>
                </a:lnTo>
                <a:lnTo>
                  <a:pt x="229" y="617"/>
                </a:lnTo>
                <a:lnTo>
                  <a:pt x="229" y="616"/>
                </a:lnTo>
                <a:lnTo>
                  <a:pt x="230" y="616"/>
                </a:lnTo>
                <a:lnTo>
                  <a:pt x="230" y="615"/>
                </a:lnTo>
                <a:lnTo>
                  <a:pt x="229" y="614"/>
                </a:lnTo>
                <a:lnTo>
                  <a:pt x="228" y="614"/>
                </a:lnTo>
                <a:lnTo>
                  <a:pt x="228" y="613"/>
                </a:lnTo>
                <a:lnTo>
                  <a:pt x="228" y="612"/>
                </a:lnTo>
                <a:lnTo>
                  <a:pt x="228" y="611"/>
                </a:lnTo>
                <a:lnTo>
                  <a:pt x="228" y="610"/>
                </a:lnTo>
                <a:lnTo>
                  <a:pt x="228" y="609"/>
                </a:lnTo>
                <a:lnTo>
                  <a:pt x="227" y="609"/>
                </a:lnTo>
                <a:lnTo>
                  <a:pt x="227" y="608"/>
                </a:lnTo>
                <a:lnTo>
                  <a:pt x="228" y="606"/>
                </a:lnTo>
                <a:lnTo>
                  <a:pt x="229" y="605"/>
                </a:lnTo>
                <a:lnTo>
                  <a:pt x="229" y="604"/>
                </a:lnTo>
                <a:lnTo>
                  <a:pt x="230" y="603"/>
                </a:lnTo>
                <a:lnTo>
                  <a:pt x="230" y="602"/>
                </a:lnTo>
                <a:lnTo>
                  <a:pt x="231" y="602"/>
                </a:lnTo>
                <a:lnTo>
                  <a:pt x="231" y="601"/>
                </a:lnTo>
                <a:lnTo>
                  <a:pt x="230" y="601"/>
                </a:lnTo>
                <a:lnTo>
                  <a:pt x="230" y="600"/>
                </a:lnTo>
                <a:lnTo>
                  <a:pt x="231" y="599"/>
                </a:lnTo>
                <a:lnTo>
                  <a:pt x="232" y="596"/>
                </a:lnTo>
                <a:lnTo>
                  <a:pt x="232" y="595"/>
                </a:lnTo>
                <a:lnTo>
                  <a:pt x="232" y="594"/>
                </a:lnTo>
                <a:lnTo>
                  <a:pt x="233" y="593"/>
                </a:lnTo>
                <a:lnTo>
                  <a:pt x="234" y="593"/>
                </a:lnTo>
                <a:lnTo>
                  <a:pt x="235" y="593"/>
                </a:lnTo>
                <a:lnTo>
                  <a:pt x="236" y="593"/>
                </a:lnTo>
                <a:lnTo>
                  <a:pt x="236" y="592"/>
                </a:lnTo>
                <a:lnTo>
                  <a:pt x="238" y="591"/>
                </a:lnTo>
                <a:lnTo>
                  <a:pt x="240" y="590"/>
                </a:lnTo>
                <a:lnTo>
                  <a:pt x="242" y="589"/>
                </a:lnTo>
                <a:lnTo>
                  <a:pt x="243" y="589"/>
                </a:lnTo>
                <a:lnTo>
                  <a:pt x="244" y="588"/>
                </a:lnTo>
                <a:lnTo>
                  <a:pt x="245" y="586"/>
                </a:lnTo>
                <a:lnTo>
                  <a:pt x="245" y="585"/>
                </a:lnTo>
                <a:lnTo>
                  <a:pt x="244" y="585"/>
                </a:lnTo>
                <a:lnTo>
                  <a:pt x="244" y="584"/>
                </a:lnTo>
                <a:lnTo>
                  <a:pt x="244" y="583"/>
                </a:lnTo>
                <a:lnTo>
                  <a:pt x="244" y="582"/>
                </a:lnTo>
                <a:lnTo>
                  <a:pt x="244" y="581"/>
                </a:lnTo>
                <a:lnTo>
                  <a:pt x="243" y="581"/>
                </a:lnTo>
                <a:lnTo>
                  <a:pt x="243" y="580"/>
                </a:lnTo>
                <a:lnTo>
                  <a:pt x="244" y="579"/>
                </a:lnTo>
                <a:lnTo>
                  <a:pt x="245" y="579"/>
                </a:lnTo>
                <a:lnTo>
                  <a:pt x="245" y="578"/>
                </a:lnTo>
                <a:lnTo>
                  <a:pt x="246" y="578"/>
                </a:lnTo>
                <a:lnTo>
                  <a:pt x="247" y="578"/>
                </a:lnTo>
                <a:lnTo>
                  <a:pt x="248" y="576"/>
                </a:lnTo>
                <a:lnTo>
                  <a:pt x="249" y="575"/>
                </a:lnTo>
                <a:lnTo>
                  <a:pt x="249" y="574"/>
                </a:lnTo>
                <a:lnTo>
                  <a:pt x="249" y="573"/>
                </a:lnTo>
                <a:lnTo>
                  <a:pt x="250" y="573"/>
                </a:lnTo>
                <a:lnTo>
                  <a:pt x="250" y="572"/>
                </a:lnTo>
                <a:lnTo>
                  <a:pt x="251" y="571"/>
                </a:lnTo>
                <a:lnTo>
                  <a:pt x="252" y="570"/>
                </a:lnTo>
                <a:lnTo>
                  <a:pt x="254" y="570"/>
                </a:lnTo>
                <a:lnTo>
                  <a:pt x="255" y="570"/>
                </a:lnTo>
                <a:lnTo>
                  <a:pt x="255" y="569"/>
                </a:lnTo>
                <a:lnTo>
                  <a:pt x="256" y="569"/>
                </a:lnTo>
                <a:lnTo>
                  <a:pt x="257" y="569"/>
                </a:lnTo>
                <a:lnTo>
                  <a:pt x="257" y="568"/>
                </a:lnTo>
                <a:lnTo>
                  <a:pt x="259" y="566"/>
                </a:lnTo>
                <a:lnTo>
                  <a:pt x="260" y="564"/>
                </a:lnTo>
                <a:lnTo>
                  <a:pt x="260" y="563"/>
                </a:lnTo>
                <a:lnTo>
                  <a:pt x="261" y="563"/>
                </a:lnTo>
                <a:lnTo>
                  <a:pt x="262" y="562"/>
                </a:lnTo>
                <a:lnTo>
                  <a:pt x="263" y="562"/>
                </a:lnTo>
                <a:lnTo>
                  <a:pt x="264" y="560"/>
                </a:lnTo>
                <a:lnTo>
                  <a:pt x="264" y="559"/>
                </a:lnTo>
                <a:lnTo>
                  <a:pt x="264" y="558"/>
                </a:lnTo>
                <a:lnTo>
                  <a:pt x="264" y="557"/>
                </a:lnTo>
                <a:lnTo>
                  <a:pt x="265" y="555"/>
                </a:lnTo>
                <a:lnTo>
                  <a:pt x="266" y="555"/>
                </a:lnTo>
                <a:lnTo>
                  <a:pt x="266" y="554"/>
                </a:lnTo>
                <a:lnTo>
                  <a:pt x="267" y="551"/>
                </a:lnTo>
                <a:lnTo>
                  <a:pt x="267" y="550"/>
                </a:lnTo>
                <a:lnTo>
                  <a:pt x="267" y="549"/>
                </a:lnTo>
                <a:lnTo>
                  <a:pt x="266" y="549"/>
                </a:lnTo>
                <a:lnTo>
                  <a:pt x="266" y="548"/>
                </a:lnTo>
                <a:lnTo>
                  <a:pt x="266" y="546"/>
                </a:lnTo>
                <a:lnTo>
                  <a:pt x="267" y="544"/>
                </a:lnTo>
                <a:lnTo>
                  <a:pt x="267" y="543"/>
                </a:lnTo>
                <a:lnTo>
                  <a:pt x="268" y="542"/>
                </a:lnTo>
                <a:lnTo>
                  <a:pt x="268" y="541"/>
                </a:lnTo>
                <a:lnTo>
                  <a:pt x="268" y="540"/>
                </a:lnTo>
                <a:lnTo>
                  <a:pt x="267" y="539"/>
                </a:lnTo>
                <a:lnTo>
                  <a:pt x="266" y="538"/>
                </a:lnTo>
                <a:lnTo>
                  <a:pt x="265" y="536"/>
                </a:lnTo>
                <a:lnTo>
                  <a:pt x="265" y="535"/>
                </a:lnTo>
                <a:lnTo>
                  <a:pt x="265" y="534"/>
                </a:lnTo>
                <a:lnTo>
                  <a:pt x="266" y="534"/>
                </a:lnTo>
                <a:lnTo>
                  <a:pt x="266" y="533"/>
                </a:lnTo>
                <a:lnTo>
                  <a:pt x="266" y="532"/>
                </a:lnTo>
                <a:lnTo>
                  <a:pt x="266" y="531"/>
                </a:lnTo>
                <a:lnTo>
                  <a:pt x="265" y="531"/>
                </a:lnTo>
                <a:lnTo>
                  <a:pt x="265" y="529"/>
                </a:lnTo>
                <a:lnTo>
                  <a:pt x="265" y="528"/>
                </a:lnTo>
                <a:lnTo>
                  <a:pt x="265" y="527"/>
                </a:lnTo>
                <a:lnTo>
                  <a:pt x="266" y="526"/>
                </a:lnTo>
                <a:lnTo>
                  <a:pt x="267" y="526"/>
                </a:lnTo>
                <a:lnTo>
                  <a:pt x="267" y="525"/>
                </a:lnTo>
                <a:lnTo>
                  <a:pt x="267" y="526"/>
                </a:lnTo>
                <a:lnTo>
                  <a:pt x="268" y="526"/>
                </a:lnTo>
                <a:lnTo>
                  <a:pt x="269" y="526"/>
                </a:lnTo>
                <a:lnTo>
                  <a:pt x="270" y="526"/>
                </a:lnTo>
                <a:lnTo>
                  <a:pt x="271" y="526"/>
                </a:lnTo>
                <a:lnTo>
                  <a:pt x="272" y="525"/>
                </a:lnTo>
                <a:lnTo>
                  <a:pt x="273" y="526"/>
                </a:lnTo>
                <a:lnTo>
                  <a:pt x="273" y="525"/>
                </a:lnTo>
                <a:lnTo>
                  <a:pt x="274" y="525"/>
                </a:lnTo>
                <a:lnTo>
                  <a:pt x="275" y="525"/>
                </a:lnTo>
                <a:lnTo>
                  <a:pt x="275" y="524"/>
                </a:lnTo>
                <a:lnTo>
                  <a:pt x="275" y="523"/>
                </a:lnTo>
                <a:lnTo>
                  <a:pt x="276" y="522"/>
                </a:lnTo>
                <a:lnTo>
                  <a:pt x="277" y="522"/>
                </a:lnTo>
                <a:lnTo>
                  <a:pt x="279" y="522"/>
                </a:lnTo>
                <a:lnTo>
                  <a:pt x="279" y="521"/>
                </a:lnTo>
                <a:lnTo>
                  <a:pt x="279" y="520"/>
                </a:lnTo>
                <a:lnTo>
                  <a:pt x="278" y="518"/>
                </a:lnTo>
                <a:lnTo>
                  <a:pt x="278" y="517"/>
                </a:lnTo>
                <a:lnTo>
                  <a:pt x="279" y="517"/>
                </a:lnTo>
                <a:lnTo>
                  <a:pt x="278" y="516"/>
                </a:lnTo>
                <a:lnTo>
                  <a:pt x="277" y="516"/>
                </a:lnTo>
                <a:lnTo>
                  <a:pt x="277" y="515"/>
                </a:lnTo>
                <a:lnTo>
                  <a:pt x="277" y="514"/>
                </a:lnTo>
                <a:lnTo>
                  <a:pt x="278" y="513"/>
                </a:lnTo>
                <a:lnTo>
                  <a:pt x="279" y="512"/>
                </a:lnTo>
                <a:lnTo>
                  <a:pt x="280" y="512"/>
                </a:lnTo>
                <a:lnTo>
                  <a:pt x="281" y="513"/>
                </a:lnTo>
                <a:lnTo>
                  <a:pt x="281" y="512"/>
                </a:lnTo>
                <a:lnTo>
                  <a:pt x="281" y="511"/>
                </a:lnTo>
                <a:lnTo>
                  <a:pt x="282" y="511"/>
                </a:lnTo>
                <a:lnTo>
                  <a:pt x="283" y="511"/>
                </a:lnTo>
                <a:lnTo>
                  <a:pt x="284" y="511"/>
                </a:lnTo>
                <a:lnTo>
                  <a:pt x="284" y="510"/>
                </a:lnTo>
                <a:lnTo>
                  <a:pt x="284" y="509"/>
                </a:lnTo>
                <a:lnTo>
                  <a:pt x="282" y="509"/>
                </a:lnTo>
                <a:lnTo>
                  <a:pt x="281" y="509"/>
                </a:lnTo>
                <a:lnTo>
                  <a:pt x="280" y="508"/>
                </a:lnTo>
                <a:lnTo>
                  <a:pt x="281" y="508"/>
                </a:lnTo>
                <a:lnTo>
                  <a:pt x="280" y="508"/>
                </a:lnTo>
                <a:lnTo>
                  <a:pt x="279" y="508"/>
                </a:lnTo>
                <a:lnTo>
                  <a:pt x="278" y="508"/>
                </a:lnTo>
                <a:lnTo>
                  <a:pt x="277" y="508"/>
                </a:lnTo>
                <a:lnTo>
                  <a:pt x="276" y="509"/>
                </a:lnTo>
                <a:lnTo>
                  <a:pt x="276" y="508"/>
                </a:lnTo>
                <a:lnTo>
                  <a:pt x="275" y="508"/>
                </a:lnTo>
                <a:lnTo>
                  <a:pt x="273" y="508"/>
                </a:lnTo>
                <a:lnTo>
                  <a:pt x="272" y="507"/>
                </a:lnTo>
                <a:lnTo>
                  <a:pt x="272" y="506"/>
                </a:lnTo>
                <a:lnTo>
                  <a:pt x="272" y="505"/>
                </a:lnTo>
                <a:lnTo>
                  <a:pt x="271" y="506"/>
                </a:lnTo>
                <a:lnTo>
                  <a:pt x="271" y="507"/>
                </a:lnTo>
                <a:lnTo>
                  <a:pt x="270" y="507"/>
                </a:lnTo>
                <a:lnTo>
                  <a:pt x="269" y="507"/>
                </a:lnTo>
                <a:lnTo>
                  <a:pt x="269" y="506"/>
                </a:lnTo>
                <a:lnTo>
                  <a:pt x="269" y="505"/>
                </a:lnTo>
                <a:lnTo>
                  <a:pt x="268" y="505"/>
                </a:lnTo>
                <a:lnTo>
                  <a:pt x="267" y="505"/>
                </a:lnTo>
                <a:lnTo>
                  <a:pt x="267" y="506"/>
                </a:lnTo>
                <a:lnTo>
                  <a:pt x="266" y="507"/>
                </a:lnTo>
                <a:lnTo>
                  <a:pt x="265" y="507"/>
                </a:lnTo>
                <a:lnTo>
                  <a:pt x="264" y="508"/>
                </a:lnTo>
                <a:lnTo>
                  <a:pt x="264" y="509"/>
                </a:lnTo>
                <a:lnTo>
                  <a:pt x="263" y="510"/>
                </a:lnTo>
                <a:lnTo>
                  <a:pt x="263" y="511"/>
                </a:lnTo>
                <a:lnTo>
                  <a:pt x="262" y="511"/>
                </a:lnTo>
                <a:lnTo>
                  <a:pt x="261" y="511"/>
                </a:lnTo>
                <a:lnTo>
                  <a:pt x="260" y="510"/>
                </a:lnTo>
                <a:lnTo>
                  <a:pt x="259" y="510"/>
                </a:lnTo>
                <a:lnTo>
                  <a:pt x="258" y="510"/>
                </a:lnTo>
                <a:lnTo>
                  <a:pt x="258" y="509"/>
                </a:lnTo>
                <a:lnTo>
                  <a:pt x="259" y="509"/>
                </a:lnTo>
                <a:lnTo>
                  <a:pt x="258" y="508"/>
                </a:lnTo>
                <a:lnTo>
                  <a:pt x="258" y="507"/>
                </a:lnTo>
                <a:lnTo>
                  <a:pt x="257" y="507"/>
                </a:lnTo>
                <a:lnTo>
                  <a:pt x="257" y="506"/>
                </a:lnTo>
                <a:lnTo>
                  <a:pt x="256" y="505"/>
                </a:lnTo>
                <a:lnTo>
                  <a:pt x="256" y="504"/>
                </a:lnTo>
                <a:lnTo>
                  <a:pt x="255" y="503"/>
                </a:lnTo>
                <a:lnTo>
                  <a:pt x="255" y="501"/>
                </a:lnTo>
                <a:lnTo>
                  <a:pt x="254" y="501"/>
                </a:lnTo>
                <a:lnTo>
                  <a:pt x="254" y="500"/>
                </a:lnTo>
                <a:lnTo>
                  <a:pt x="253" y="499"/>
                </a:lnTo>
                <a:lnTo>
                  <a:pt x="253" y="498"/>
                </a:lnTo>
                <a:lnTo>
                  <a:pt x="253" y="497"/>
                </a:lnTo>
                <a:lnTo>
                  <a:pt x="254" y="497"/>
                </a:lnTo>
                <a:lnTo>
                  <a:pt x="254" y="496"/>
                </a:lnTo>
                <a:lnTo>
                  <a:pt x="255" y="494"/>
                </a:lnTo>
                <a:lnTo>
                  <a:pt x="255" y="493"/>
                </a:lnTo>
                <a:lnTo>
                  <a:pt x="255" y="492"/>
                </a:lnTo>
                <a:lnTo>
                  <a:pt x="255" y="491"/>
                </a:lnTo>
                <a:lnTo>
                  <a:pt x="256" y="490"/>
                </a:lnTo>
                <a:lnTo>
                  <a:pt x="257" y="488"/>
                </a:lnTo>
                <a:lnTo>
                  <a:pt x="259" y="488"/>
                </a:lnTo>
                <a:lnTo>
                  <a:pt x="260" y="488"/>
                </a:lnTo>
                <a:lnTo>
                  <a:pt x="259" y="488"/>
                </a:lnTo>
                <a:lnTo>
                  <a:pt x="260" y="489"/>
                </a:lnTo>
                <a:lnTo>
                  <a:pt x="260" y="488"/>
                </a:lnTo>
                <a:lnTo>
                  <a:pt x="260" y="487"/>
                </a:lnTo>
                <a:lnTo>
                  <a:pt x="259" y="486"/>
                </a:lnTo>
                <a:lnTo>
                  <a:pt x="258" y="485"/>
                </a:lnTo>
                <a:lnTo>
                  <a:pt x="259" y="485"/>
                </a:lnTo>
                <a:lnTo>
                  <a:pt x="259" y="483"/>
                </a:lnTo>
                <a:lnTo>
                  <a:pt x="259" y="482"/>
                </a:lnTo>
                <a:lnTo>
                  <a:pt x="259" y="481"/>
                </a:lnTo>
                <a:lnTo>
                  <a:pt x="260" y="481"/>
                </a:lnTo>
                <a:lnTo>
                  <a:pt x="261" y="480"/>
                </a:lnTo>
                <a:lnTo>
                  <a:pt x="260" y="479"/>
                </a:lnTo>
                <a:lnTo>
                  <a:pt x="261" y="479"/>
                </a:lnTo>
                <a:lnTo>
                  <a:pt x="260" y="477"/>
                </a:lnTo>
                <a:lnTo>
                  <a:pt x="259" y="477"/>
                </a:lnTo>
                <a:lnTo>
                  <a:pt x="260" y="476"/>
                </a:lnTo>
                <a:lnTo>
                  <a:pt x="260" y="475"/>
                </a:lnTo>
                <a:lnTo>
                  <a:pt x="261" y="474"/>
                </a:lnTo>
                <a:lnTo>
                  <a:pt x="261" y="472"/>
                </a:lnTo>
                <a:lnTo>
                  <a:pt x="261" y="470"/>
                </a:lnTo>
                <a:lnTo>
                  <a:pt x="261" y="469"/>
                </a:lnTo>
                <a:lnTo>
                  <a:pt x="262" y="469"/>
                </a:lnTo>
                <a:lnTo>
                  <a:pt x="262" y="468"/>
                </a:lnTo>
                <a:lnTo>
                  <a:pt x="263" y="468"/>
                </a:lnTo>
                <a:lnTo>
                  <a:pt x="263" y="467"/>
                </a:lnTo>
                <a:lnTo>
                  <a:pt x="262" y="466"/>
                </a:lnTo>
                <a:lnTo>
                  <a:pt x="263" y="466"/>
                </a:lnTo>
                <a:lnTo>
                  <a:pt x="263" y="464"/>
                </a:lnTo>
                <a:lnTo>
                  <a:pt x="262" y="463"/>
                </a:lnTo>
                <a:lnTo>
                  <a:pt x="262" y="462"/>
                </a:lnTo>
                <a:lnTo>
                  <a:pt x="260" y="461"/>
                </a:lnTo>
                <a:lnTo>
                  <a:pt x="260" y="462"/>
                </a:lnTo>
                <a:lnTo>
                  <a:pt x="259" y="462"/>
                </a:lnTo>
                <a:lnTo>
                  <a:pt x="258" y="462"/>
                </a:lnTo>
                <a:lnTo>
                  <a:pt x="258" y="463"/>
                </a:lnTo>
                <a:lnTo>
                  <a:pt x="257" y="463"/>
                </a:lnTo>
                <a:lnTo>
                  <a:pt x="257" y="462"/>
                </a:lnTo>
                <a:lnTo>
                  <a:pt x="256" y="462"/>
                </a:lnTo>
                <a:lnTo>
                  <a:pt x="255" y="462"/>
                </a:lnTo>
                <a:lnTo>
                  <a:pt x="255" y="463"/>
                </a:lnTo>
                <a:lnTo>
                  <a:pt x="255" y="462"/>
                </a:lnTo>
                <a:lnTo>
                  <a:pt x="254" y="461"/>
                </a:lnTo>
                <a:lnTo>
                  <a:pt x="254" y="460"/>
                </a:lnTo>
                <a:lnTo>
                  <a:pt x="254" y="459"/>
                </a:lnTo>
                <a:lnTo>
                  <a:pt x="254" y="458"/>
                </a:lnTo>
                <a:lnTo>
                  <a:pt x="253" y="458"/>
                </a:lnTo>
                <a:lnTo>
                  <a:pt x="252" y="458"/>
                </a:lnTo>
                <a:lnTo>
                  <a:pt x="251" y="457"/>
                </a:lnTo>
                <a:lnTo>
                  <a:pt x="250" y="457"/>
                </a:lnTo>
                <a:lnTo>
                  <a:pt x="247" y="458"/>
                </a:lnTo>
                <a:lnTo>
                  <a:pt x="246" y="457"/>
                </a:lnTo>
                <a:lnTo>
                  <a:pt x="245" y="457"/>
                </a:lnTo>
                <a:lnTo>
                  <a:pt x="244" y="458"/>
                </a:lnTo>
                <a:lnTo>
                  <a:pt x="243" y="458"/>
                </a:lnTo>
                <a:lnTo>
                  <a:pt x="242" y="458"/>
                </a:lnTo>
                <a:lnTo>
                  <a:pt x="242" y="457"/>
                </a:lnTo>
                <a:lnTo>
                  <a:pt x="241" y="457"/>
                </a:lnTo>
                <a:lnTo>
                  <a:pt x="240" y="456"/>
                </a:lnTo>
                <a:lnTo>
                  <a:pt x="239" y="456"/>
                </a:lnTo>
                <a:lnTo>
                  <a:pt x="239" y="455"/>
                </a:lnTo>
                <a:lnTo>
                  <a:pt x="238" y="455"/>
                </a:lnTo>
                <a:lnTo>
                  <a:pt x="238" y="456"/>
                </a:lnTo>
                <a:lnTo>
                  <a:pt x="237" y="455"/>
                </a:lnTo>
                <a:lnTo>
                  <a:pt x="237" y="454"/>
                </a:lnTo>
                <a:lnTo>
                  <a:pt x="236" y="454"/>
                </a:lnTo>
                <a:lnTo>
                  <a:pt x="235" y="454"/>
                </a:lnTo>
                <a:lnTo>
                  <a:pt x="234" y="454"/>
                </a:lnTo>
                <a:lnTo>
                  <a:pt x="233" y="454"/>
                </a:lnTo>
                <a:lnTo>
                  <a:pt x="232" y="453"/>
                </a:lnTo>
                <a:lnTo>
                  <a:pt x="233" y="452"/>
                </a:lnTo>
                <a:lnTo>
                  <a:pt x="233" y="451"/>
                </a:lnTo>
                <a:lnTo>
                  <a:pt x="232" y="451"/>
                </a:lnTo>
                <a:lnTo>
                  <a:pt x="231" y="451"/>
                </a:lnTo>
                <a:lnTo>
                  <a:pt x="231" y="450"/>
                </a:lnTo>
                <a:lnTo>
                  <a:pt x="231" y="449"/>
                </a:lnTo>
                <a:lnTo>
                  <a:pt x="230" y="448"/>
                </a:lnTo>
                <a:lnTo>
                  <a:pt x="229" y="448"/>
                </a:lnTo>
                <a:lnTo>
                  <a:pt x="228" y="448"/>
                </a:lnTo>
                <a:lnTo>
                  <a:pt x="228" y="449"/>
                </a:lnTo>
                <a:lnTo>
                  <a:pt x="227" y="449"/>
                </a:lnTo>
                <a:lnTo>
                  <a:pt x="227" y="450"/>
                </a:lnTo>
                <a:lnTo>
                  <a:pt x="227" y="451"/>
                </a:lnTo>
                <a:lnTo>
                  <a:pt x="227" y="452"/>
                </a:lnTo>
                <a:lnTo>
                  <a:pt x="227" y="453"/>
                </a:lnTo>
                <a:lnTo>
                  <a:pt x="227" y="454"/>
                </a:lnTo>
                <a:lnTo>
                  <a:pt x="227" y="455"/>
                </a:lnTo>
                <a:lnTo>
                  <a:pt x="226" y="455"/>
                </a:lnTo>
                <a:lnTo>
                  <a:pt x="226" y="456"/>
                </a:lnTo>
                <a:lnTo>
                  <a:pt x="225" y="456"/>
                </a:lnTo>
                <a:lnTo>
                  <a:pt x="226" y="457"/>
                </a:lnTo>
                <a:lnTo>
                  <a:pt x="226" y="458"/>
                </a:lnTo>
                <a:lnTo>
                  <a:pt x="226" y="460"/>
                </a:lnTo>
                <a:lnTo>
                  <a:pt x="226" y="461"/>
                </a:lnTo>
                <a:lnTo>
                  <a:pt x="225" y="463"/>
                </a:lnTo>
                <a:lnTo>
                  <a:pt x="225" y="464"/>
                </a:lnTo>
                <a:lnTo>
                  <a:pt x="224" y="464"/>
                </a:lnTo>
                <a:lnTo>
                  <a:pt x="224" y="463"/>
                </a:lnTo>
                <a:lnTo>
                  <a:pt x="224" y="462"/>
                </a:lnTo>
                <a:lnTo>
                  <a:pt x="224" y="461"/>
                </a:lnTo>
                <a:lnTo>
                  <a:pt x="223" y="461"/>
                </a:lnTo>
                <a:lnTo>
                  <a:pt x="222" y="461"/>
                </a:lnTo>
                <a:lnTo>
                  <a:pt x="220" y="461"/>
                </a:lnTo>
                <a:lnTo>
                  <a:pt x="219" y="462"/>
                </a:lnTo>
                <a:lnTo>
                  <a:pt x="218" y="462"/>
                </a:lnTo>
                <a:lnTo>
                  <a:pt x="216" y="463"/>
                </a:lnTo>
                <a:lnTo>
                  <a:pt x="215" y="464"/>
                </a:lnTo>
                <a:lnTo>
                  <a:pt x="214" y="464"/>
                </a:lnTo>
                <a:lnTo>
                  <a:pt x="214" y="463"/>
                </a:lnTo>
                <a:lnTo>
                  <a:pt x="213" y="463"/>
                </a:lnTo>
                <a:lnTo>
                  <a:pt x="212" y="462"/>
                </a:lnTo>
                <a:lnTo>
                  <a:pt x="211" y="462"/>
                </a:lnTo>
                <a:lnTo>
                  <a:pt x="209" y="463"/>
                </a:lnTo>
                <a:lnTo>
                  <a:pt x="208" y="464"/>
                </a:lnTo>
                <a:lnTo>
                  <a:pt x="207" y="464"/>
                </a:lnTo>
                <a:lnTo>
                  <a:pt x="206" y="463"/>
                </a:lnTo>
                <a:lnTo>
                  <a:pt x="205" y="462"/>
                </a:lnTo>
                <a:lnTo>
                  <a:pt x="205" y="461"/>
                </a:lnTo>
                <a:lnTo>
                  <a:pt x="205" y="460"/>
                </a:lnTo>
                <a:lnTo>
                  <a:pt x="206" y="460"/>
                </a:lnTo>
                <a:lnTo>
                  <a:pt x="206" y="459"/>
                </a:lnTo>
                <a:lnTo>
                  <a:pt x="206" y="458"/>
                </a:lnTo>
                <a:lnTo>
                  <a:pt x="206" y="457"/>
                </a:lnTo>
                <a:lnTo>
                  <a:pt x="206" y="456"/>
                </a:lnTo>
                <a:lnTo>
                  <a:pt x="205" y="456"/>
                </a:lnTo>
                <a:lnTo>
                  <a:pt x="204" y="457"/>
                </a:lnTo>
                <a:lnTo>
                  <a:pt x="204" y="458"/>
                </a:lnTo>
                <a:lnTo>
                  <a:pt x="204" y="459"/>
                </a:lnTo>
                <a:lnTo>
                  <a:pt x="203" y="459"/>
                </a:lnTo>
                <a:lnTo>
                  <a:pt x="202" y="459"/>
                </a:lnTo>
                <a:lnTo>
                  <a:pt x="202" y="458"/>
                </a:lnTo>
                <a:lnTo>
                  <a:pt x="200" y="456"/>
                </a:lnTo>
                <a:lnTo>
                  <a:pt x="199" y="456"/>
                </a:lnTo>
                <a:lnTo>
                  <a:pt x="198" y="456"/>
                </a:lnTo>
                <a:lnTo>
                  <a:pt x="197" y="456"/>
                </a:lnTo>
                <a:lnTo>
                  <a:pt x="197" y="457"/>
                </a:lnTo>
                <a:lnTo>
                  <a:pt x="196" y="457"/>
                </a:lnTo>
                <a:lnTo>
                  <a:pt x="195" y="457"/>
                </a:lnTo>
                <a:lnTo>
                  <a:pt x="193" y="456"/>
                </a:lnTo>
                <a:lnTo>
                  <a:pt x="192" y="456"/>
                </a:lnTo>
                <a:lnTo>
                  <a:pt x="193" y="456"/>
                </a:lnTo>
                <a:lnTo>
                  <a:pt x="193" y="455"/>
                </a:lnTo>
                <a:lnTo>
                  <a:pt x="193" y="454"/>
                </a:lnTo>
                <a:lnTo>
                  <a:pt x="192" y="454"/>
                </a:lnTo>
                <a:lnTo>
                  <a:pt x="190" y="457"/>
                </a:lnTo>
                <a:lnTo>
                  <a:pt x="189" y="458"/>
                </a:lnTo>
                <a:lnTo>
                  <a:pt x="189" y="459"/>
                </a:lnTo>
                <a:lnTo>
                  <a:pt x="187" y="460"/>
                </a:lnTo>
                <a:lnTo>
                  <a:pt x="186" y="460"/>
                </a:lnTo>
                <a:lnTo>
                  <a:pt x="185" y="460"/>
                </a:lnTo>
                <a:lnTo>
                  <a:pt x="185" y="461"/>
                </a:lnTo>
                <a:lnTo>
                  <a:pt x="185" y="463"/>
                </a:lnTo>
                <a:lnTo>
                  <a:pt x="185" y="464"/>
                </a:lnTo>
                <a:lnTo>
                  <a:pt x="186" y="464"/>
                </a:lnTo>
                <a:lnTo>
                  <a:pt x="186" y="465"/>
                </a:lnTo>
                <a:lnTo>
                  <a:pt x="185" y="466"/>
                </a:lnTo>
                <a:lnTo>
                  <a:pt x="185" y="468"/>
                </a:lnTo>
                <a:lnTo>
                  <a:pt x="184" y="468"/>
                </a:lnTo>
                <a:lnTo>
                  <a:pt x="183" y="469"/>
                </a:lnTo>
                <a:lnTo>
                  <a:pt x="183" y="470"/>
                </a:lnTo>
                <a:lnTo>
                  <a:pt x="182" y="471"/>
                </a:lnTo>
                <a:lnTo>
                  <a:pt x="181" y="472"/>
                </a:lnTo>
                <a:lnTo>
                  <a:pt x="180" y="473"/>
                </a:lnTo>
                <a:lnTo>
                  <a:pt x="180" y="474"/>
                </a:lnTo>
                <a:lnTo>
                  <a:pt x="179" y="474"/>
                </a:lnTo>
                <a:lnTo>
                  <a:pt x="179" y="473"/>
                </a:lnTo>
                <a:lnTo>
                  <a:pt x="178" y="472"/>
                </a:lnTo>
                <a:lnTo>
                  <a:pt x="177" y="473"/>
                </a:lnTo>
                <a:lnTo>
                  <a:pt x="174" y="475"/>
                </a:lnTo>
                <a:lnTo>
                  <a:pt x="173" y="476"/>
                </a:lnTo>
                <a:lnTo>
                  <a:pt x="172" y="477"/>
                </a:lnTo>
                <a:lnTo>
                  <a:pt x="172" y="478"/>
                </a:lnTo>
                <a:lnTo>
                  <a:pt x="171" y="479"/>
                </a:lnTo>
                <a:lnTo>
                  <a:pt x="170" y="480"/>
                </a:lnTo>
                <a:lnTo>
                  <a:pt x="169" y="480"/>
                </a:lnTo>
                <a:lnTo>
                  <a:pt x="168" y="481"/>
                </a:lnTo>
                <a:lnTo>
                  <a:pt x="167" y="482"/>
                </a:lnTo>
                <a:lnTo>
                  <a:pt x="167" y="484"/>
                </a:lnTo>
                <a:lnTo>
                  <a:pt x="167" y="485"/>
                </a:lnTo>
                <a:lnTo>
                  <a:pt x="166" y="485"/>
                </a:lnTo>
                <a:lnTo>
                  <a:pt x="165" y="486"/>
                </a:lnTo>
                <a:lnTo>
                  <a:pt x="165" y="487"/>
                </a:lnTo>
                <a:lnTo>
                  <a:pt x="165" y="488"/>
                </a:lnTo>
                <a:lnTo>
                  <a:pt x="165" y="489"/>
                </a:lnTo>
                <a:lnTo>
                  <a:pt x="165" y="490"/>
                </a:lnTo>
                <a:lnTo>
                  <a:pt x="164" y="491"/>
                </a:lnTo>
                <a:lnTo>
                  <a:pt x="163" y="493"/>
                </a:lnTo>
                <a:lnTo>
                  <a:pt x="163" y="494"/>
                </a:lnTo>
                <a:lnTo>
                  <a:pt x="163" y="495"/>
                </a:lnTo>
                <a:lnTo>
                  <a:pt x="162" y="496"/>
                </a:lnTo>
                <a:lnTo>
                  <a:pt x="161" y="497"/>
                </a:lnTo>
                <a:lnTo>
                  <a:pt x="160" y="498"/>
                </a:lnTo>
                <a:lnTo>
                  <a:pt x="158" y="498"/>
                </a:lnTo>
                <a:lnTo>
                  <a:pt x="157" y="498"/>
                </a:lnTo>
                <a:lnTo>
                  <a:pt x="156" y="498"/>
                </a:lnTo>
                <a:lnTo>
                  <a:pt x="155" y="498"/>
                </a:lnTo>
                <a:lnTo>
                  <a:pt x="155" y="499"/>
                </a:lnTo>
                <a:lnTo>
                  <a:pt x="153" y="498"/>
                </a:lnTo>
                <a:lnTo>
                  <a:pt x="153" y="496"/>
                </a:lnTo>
                <a:lnTo>
                  <a:pt x="154" y="496"/>
                </a:lnTo>
                <a:lnTo>
                  <a:pt x="154" y="495"/>
                </a:lnTo>
                <a:lnTo>
                  <a:pt x="153" y="494"/>
                </a:lnTo>
                <a:lnTo>
                  <a:pt x="153" y="493"/>
                </a:lnTo>
                <a:lnTo>
                  <a:pt x="153" y="492"/>
                </a:lnTo>
                <a:lnTo>
                  <a:pt x="152" y="490"/>
                </a:lnTo>
                <a:lnTo>
                  <a:pt x="150" y="489"/>
                </a:lnTo>
                <a:lnTo>
                  <a:pt x="149" y="488"/>
                </a:lnTo>
                <a:lnTo>
                  <a:pt x="149" y="487"/>
                </a:lnTo>
                <a:lnTo>
                  <a:pt x="148" y="486"/>
                </a:lnTo>
                <a:lnTo>
                  <a:pt x="147" y="486"/>
                </a:lnTo>
                <a:lnTo>
                  <a:pt x="147" y="487"/>
                </a:lnTo>
                <a:lnTo>
                  <a:pt x="145" y="488"/>
                </a:lnTo>
                <a:lnTo>
                  <a:pt x="145" y="489"/>
                </a:lnTo>
                <a:lnTo>
                  <a:pt x="145" y="490"/>
                </a:lnTo>
                <a:lnTo>
                  <a:pt x="145" y="491"/>
                </a:lnTo>
                <a:lnTo>
                  <a:pt x="144" y="492"/>
                </a:lnTo>
                <a:lnTo>
                  <a:pt x="143" y="492"/>
                </a:lnTo>
                <a:lnTo>
                  <a:pt x="142" y="492"/>
                </a:lnTo>
                <a:lnTo>
                  <a:pt x="141" y="491"/>
                </a:lnTo>
                <a:lnTo>
                  <a:pt x="140" y="490"/>
                </a:lnTo>
                <a:lnTo>
                  <a:pt x="139" y="491"/>
                </a:lnTo>
                <a:lnTo>
                  <a:pt x="139" y="492"/>
                </a:lnTo>
                <a:lnTo>
                  <a:pt x="138" y="492"/>
                </a:lnTo>
                <a:lnTo>
                  <a:pt x="138" y="491"/>
                </a:lnTo>
                <a:lnTo>
                  <a:pt x="138" y="490"/>
                </a:lnTo>
                <a:lnTo>
                  <a:pt x="137" y="490"/>
                </a:lnTo>
                <a:lnTo>
                  <a:pt x="137" y="489"/>
                </a:lnTo>
                <a:lnTo>
                  <a:pt x="136" y="489"/>
                </a:lnTo>
                <a:lnTo>
                  <a:pt x="134" y="489"/>
                </a:lnTo>
                <a:lnTo>
                  <a:pt x="134" y="488"/>
                </a:lnTo>
                <a:lnTo>
                  <a:pt x="135" y="487"/>
                </a:lnTo>
                <a:lnTo>
                  <a:pt x="135" y="485"/>
                </a:lnTo>
                <a:lnTo>
                  <a:pt x="135" y="484"/>
                </a:lnTo>
                <a:lnTo>
                  <a:pt x="135" y="483"/>
                </a:lnTo>
                <a:lnTo>
                  <a:pt x="136" y="483"/>
                </a:lnTo>
                <a:lnTo>
                  <a:pt x="136" y="482"/>
                </a:lnTo>
                <a:lnTo>
                  <a:pt x="136" y="481"/>
                </a:lnTo>
                <a:lnTo>
                  <a:pt x="137" y="480"/>
                </a:lnTo>
                <a:lnTo>
                  <a:pt x="137" y="479"/>
                </a:lnTo>
                <a:lnTo>
                  <a:pt x="138" y="479"/>
                </a:lnTo>
                <a:lnTo>
                  <a:pt x="138" y="478"/>
                </a:lnTo>
                <a:lnTo>
                  <a:pt x="137" y="477"/>
                </a:lnTo>
                <a:lnTo>
                  <a:pt x="137" y="476"/>
                </a:lnTo>
                <a:lnTo>
                  <a:pt x="137" y="475"/>
                </a:lnTo>
                <a:lnTo>
                  <a:pt x="137" y="474"/>
                </a:lnTo>
                <a:lnTo>
                  <a:pt x="138" y="474"/>
                </a:lnTo>
                <a:lnTo>
                  <a:pt x="137" y="474"/>
                </a:lnTo>
                <a:lnTo>
                  <a:pt x="136" y="473"/>
                </a:lnTo>
                <a:lnTo>
                  <a:pt x="136" y="474"/>
                </a:lnTo>
                <a:lnTo>
                  <a:pt x="135" y="474"/>
                </a:lnTo>
                <a:lnTo>
                  <a:pt x="134" y="474"/>
                </a:lnTo>
                <a:lnTo>
                  <a:pt x="133" y="474"/>
                </a:lnTo>
                <a:lnTo>
                  <a:pt x="133" y="473"/>
                </a:lnTo>
                <a:lnTo>
                  <a:pt x="132" y="474"/>
                </a:lnTo>
                <a:lnTo>
                  <a:pt x="132" y="475"/>
                </a:lnTo>
                <a:lnTo>
                  <a:pt x="131" y="475"/>
                </a:lnTo>
                <a:lnTo>
                  <a:pt x="130" y="474"/>
                </a:lnTo>
                <a:lnTo>
                  <a:pt x="129" y="473"/>
                </a:lnTo>
                <a:lnTo>
                  <a:pt x="129" y="472"/>
                </a:lnTo>
                <a:lnTo>
                  <a:pt x="128" y="472"/>
                </a:lnTo>
                <a:lnTo>
                  <a:pt x="127" y="472"/>
                </a:lnTo>
                <a:lnTo>
                  <a:pt x="126" y="472"/>
                </a:lnTo>
                <a:lnTo>
                  <a:pt x="125" y="472"/>
                </a:lnTo>
                <a:lnTo>
                  <a:pt x="125" y="471"/>
                </a:lnTo>
                <a:lnTo>
                  <a:pt x="124" y="470"/>
                </a:lnTo>
                <a:lnTo>
                  <a:pt x="122" y="472"/>
                </a:lnTo>
                <a:lnTo>
                  <a:pt x="122" y="473"/>
                </a:lnTo>
                <a:lnTo>
                  <a:pt x="120" y="475"/>
                </a:lnTo>
                <a:lnTo>
                  <a:pt x="119" y="475"/>
                </a:lnTo>
                <a:lnTo>
                  <a:pt x="118" y="476"/>
                </a:lnTo>
                <a:lnTo>
                  <a:pt x="118" y="478"/>
                </a:lnTo>
                <a:lnTo>
                  <a:pt x="118" y="479"/>
                </a:lnTo>
                <a:lnTo>
                  <a:pt x="117" y="481"/>
                </a:lnTo>
                <a:lnTo>
                  <a:pt x="116" y="483"/>
                </a:lnTo>
                <a:lnTo>
                  <a:pt x="116" y="486"/>
                </a:lnTo>
                <a:lnTo>
                  <a:pt x="116" y="487"/>
                </a:lnTo>
                <a:lnTo>
                  <a:pt x="115" y="488"/>
                </a:lnTo>
                <a:lnTo>
                  <a:pt x="115" y="489"/>
                </a:lnTo>
                <a:lnTo>
                  <a:pt x="114" y="490"/>
                </a:lnTo>
                <a:lnTo>
                  <a:pt x="113" y="491"/>
                </a:lnTo>
                <a:lnTo>
                  <a:pt x="111" y="490"/>
                </a:lnTo>
                <a:lnTo>
                  <a:pt x="109" y="490"/>
                </a:lnTo>
                <a:lnTo>
                  <a:pt x="108" y="489"/>
                </a:lnTo>
                <a:lnTo>
                  <a:pt x="107" y="489"/>
                </a:lnTo>
                <a:lnTo>
                  <a:pt x="107" y="490"/>
                </a:lnTo>
                <a:lnTo>
                  <a:pt x="106" y="490"/>
                </a:lnTo>
                <a:lnTo>
                  <a:pt x="106" y="491"/>
                </a:lnTo>
                <a:lnTo>
                  <a:pt x="106" y="492"/>
                </a:lnTo>
                <a:lnTo>
                  <a:pt x="105" y="492"/>
                </a:lnTo>
                <a:lnTo>
                  <a:pt x="105" y="493"/>
                </a:lnTo>
                <a:lnTo>
                  <a:pt x="105" y="495"/>
                </a:lnTo>
                <a:lnTo>
                  <a:pt x="105" y="496"/>
                </a:lnTo>
                <a:lnTo>
                  <a:pt x="106" y="496"/>
                </a:lnTo>
                <a:lnTo>
                  <a:pt x="107" y="497"/>
                </a:lnTo>
                <a:lnTo>
                  <a:pt x="108" y="497"/>
                </a:lnTo>
                <a:lnTo>
                  <a:pt x="107" y="497"/>
                </a:lnTo>
                <a:lnTo>
                  <a:pt x="107" y="498"/>
                </a:lnTo>
                <a:lnTo>
                  <a:pt x="107" y="499"/>
                </a:lnTo>
                <a:lnTo>
                  <a:pt x="107" y="500"/>
                </a:lnTo>
                <a:lnTo>
                  <a:pt x="108" y="502"/>
                </a:lnTo>
                <a:lnTo>
                  <a:pt x="109" y="503"/>
                </a:lnTo>
                <a:lnTo>
                  <a:pt x="109" y="504"/>
                </a:lnTo>
                <a:lnTo>
                  <a:pt x="109" y="505"/>
                </a:lnTo>
                <a:lnTo>
                  <a:pt x="109" y="506"/>
                </a:lnTo>
                <a:lnTo>
                  <a:pt x="108" y="506"/>
                </a:lnTo>
                <a:lnTo>
                  <a:pt x="108" y="507"/>
                </a:lnTo>
                <a:lnTo>
                  <a:pt x="108" y="508"/>
                </a:lnTo>
                <a:lnTo>
                  <a:pt x="106" y="509"/>
                </a:lnTo>
                <a:lnTo>
                  <a:pt x="104" y="510"/>
                </a:lnTo>
                <a:lnTo>
                  <a:pt x="103" y="509"/>
                </a:lnTo>
                <a:lnTo>
                  <a:pt x="103" y="507"/>
                </a:lnTo>
                <a:lnTo>
                  <a:pt x="102" y="507"/>
                </a:lnTo>
                <a:lnTo>
                  <a:pt x="101" y="507"/>
                </a:lnTo>
                <a:lnTo>
                  <a:pt x="100" y="507"/>
                </a:lnTo>
                <a:lnTo>
                  <a:pt x="99" y="508"/>
                </a:lnTo>
                <a:lnTo>
                  <a:pt x="98" y="508"/>
                </a:lnTo>
                <a:lnTo>
                  <a:pt x="97" y="508"/>
                </a:lnTo>
                <a:lnTo>
                  <a:pt x="97" y="507"/>
                </a:lnTo>
                <a:lnTo>
                  <a:pt x="97" y="508"/>
                </a:lnTo>
                <a:lnTo>
                  <a:pt x="96" y="508"/>
                </a:lnTo>
                <a:lnTo>
                  <a:pt x="95" y="508"/>
                </a:lnTo>
                <a:lnTo>
                  <a:pt x="95" y="509"/>
                </a:lnTo>
                <a:lnTo>
                  <a:pt x="94" y="508"/>
                </a:lnTo>
                <a:lnTo>
                  <a:pt x="94" y="507"/>
                </a:lnTo>
                <a:lnTo>
                  <a:pt x="93" y="507"/>
                </a:lnTo>
                <a:lnTo>
                  <a:pt x="94" y="506"/>
                </a:lnTo>
                <a:lnTo>
                  <a:pt x="95" y="506"/>
                </a:lnTo>
                <a:lnTo>
                  <a:pt x="95" y="505"/>
                </a:lnTo>
                <a:lnTo>
                  <a:pt x="94" y="504"/>
                </a:lnTo>
                <a:lnTo>
                  <a:pt x="93" y="503"/>
                </a:lnTo>
                <a:lnTo>
                  <a:pt x="94" y="502"/>
                </a:lnTo>
                <a:lnTo>
                  <a:pt x="95" y="501"/>
                </a:lnTo>
                <a:lnTo>
                  <a:pt x="95" y="500"/>
                </a:lnTo>
                <a:lnTo>
                  <a:pt x="95" y="499"/>
                </a:lnTo>
                <a:lnTo>
                  <a:pt x="96" y="500"/>
                </a:lnTo>
                <a:lnTo>
                  <a:pt x="97" y="500"/>
                </a:lnTo>
                <a:lnTo>
                  <a:pt x="97" y="498"/>
                </a:lnTo>
                <a:lnTo>
                  <a:pt x="98" y="497"/>
                </a:lnTo>
                <a:lnTo>
                  <a:pt x="99" y="496"/>
                </a:lnTo>
                <a:lnTo>
                  <a:pt x="99" y="495"/>
                </a:lnTo>
                <a:lnTo>
                  <a:pt x="98" y="494"/>
                </a:lnTo>
                <a:lnTo>
                  <a:pt x="97" y="493"/>
                </a:lnTo>
                <a:lnTo>
                  <a:pt x="97" y="492"/>
                </a:lnTo>
                <a:lnTo>
                  <a:pt x="96" y="492"/>
                </a:lnTo>
                <a:lnTo>
                  <a:pt x="96" y="493"/>
                </a:lnTo>
                <a:lnTo>
                  <a:pt x="96" y="494"/>
                </a:lnTo>
                <a:lnTo>
                  <a:pt x="95" y="494"/>
                </a:lnTo>
                <a:lnTo>
                  <a:pt x="95" y="493"/>
                </a:lnTo>
                <a:lnTo>
                  <a:pt x="94" y="493"/>
                </a:lnTo>
                <a:lnTo>
                  <a:pt x="94" y="492"/>
                </a:lnTo>
                <a:lnTo>
                  <a:pt x="93" y="492"/>
                </a:lnTo>
                <a:lnTo>
                  <a:pt x="92" y="492"/>
                </a:lnTo>
                <a:lnTo>
                  <a:pt x="92" y="493"/>
                </a:lnTo>
                <a:lnTo>
                  <a:pt x="91" y="492"/>
                </a:lnTo>
                <a:lnTo>
                  <a:pt x="90" y="492"/>
                </a:lnTo>
                <a:lnTo>
                  <a:pt x="91" y="490"/>
                </a:lnTo>
                <a:lnTo>
                  <a:pt x="91" y="489"/>
                </a:lnTo>
                <a:lnTo>
                  <a:pt x="90" y="488"/>
                </a:lnTo>
                <a:lnTo>
                  <a:pt x="89" y="488"/>
                </a:lnTo>
                <a:lnTo>
                  <a:pt x="88" y="488"/>
                </a:lnTo>
                <a:lnTo>
                  <a:pt x="87" y="489"/>
                </a:lnTo>
                <a:lnTo>
                  <a:pt x="87" y="490"/>
                </a:lnTo>
                <a:lnTo>
                  <a:pt x="85" y="491"/>
                </a:lnTo>
                <a:lnTo>
                  <a:pt x="84" y="492"/>
                </a:lnTo>
                <a:lnTo>
                  <a:pt x="83" y="492"/>
                </a:lnTo>
                <a:lnTo>
                  <a:pt x="83" y="493"/>
                </a:lnTo>
                <a:lnTo>
                  <a:pt x="82" y="492"/>
                </a:lnTo>
                <a:lnTo>
                  <a:pt x="81" y="491"/>
                </a:lnTo>
                <a:lnTo>
                  <a:pt x="80" y="491"/>
                </a:lnTo>
                <a:lnTo>
                  <a:pt x="79" y="492"/>
                </a:lnTo>
                <a:lnTo>
                  <a:pt x="79" y="493"/>
                </a:lnTo>
                <a:lnTo>
                  <a:pt x="80" y="493"/>
                </a:lnTo>
                <a:lnTo>
                  <a:pt x="80" y="494"/>
                </a:lnTo>
                <a:lnTo>
                  <a:pt x="79" y="494"/>
                </a:lnTo>
                <a:lnTo>
                  <a:pt x="79" y="495"/>
                </a:lnTo>
                <a:lnTo>
                  <a:pt x="77" y="494"/>
                </a:lnTo>
                <a:lnTo>
                  <a:pt x="76" y="494"/>
                </a:lnTo>
                <a:lnTo>
                  <a:pt x="76" y="493"/>
                </a:lnTo>
                <a:lnTo>
                  <a:pt x="75" y="492"/>
                </a:lnTo>
                <a:lnTo>
                  <a:pt x="74" y="491"/>
                </a:lnTo>
                <a:lnTo>
                  <a:pt x="74" y="490"/>
                </a:lnTo>
                <a:lnTo>
                  <a:pt x="73" y="490"/>
                </a:lnTo>
                <a:lnTo>
                  <a:pt x="72" y="490"/>
                </a:lnTo>
                <a:lnTo>
                  <a:pt x="72" y="489"/>
                </a:lnTo>
                <a:lnTo>
                  <a:pt x="72" y="488"/>
                </a:lnTo>
                <a:lnTo>
                  <a:pt x="71" y="488"/>
                </a:lnTo>
                <a:lnTo>
                  <a:pt x="70" y="488"/>
                </a:lnTo>
                <a:lnTo>
                  <a:pt x="70" y="487"/>
                </a:lnTo>
                <a:lnTo>
                  <a:pt x="69" y="486"/>
                </a:lnTo>
                <a:lnTo>
                  <a:pt x="69" y="485"/>
                </a:lnTo>
                <a:lnTo>
                  <a:pt x="69" y="483"/>
                </a:lnTo>
                <a:lnTo>
                  <a:pt x="69" y="482"/>
                </a:lnTo>
                <a:lnTo>
                  <a:pt x="70" y="482"/>
                </a:lnTo>
                <a:lnTo>
                  <a:pt x="70" y="483"/>
                </a:lnTo>
                <a:lnTo>
                  <a:pt x="71" y="483"/>
                </a:lnTo>
                <a:lnTo>
                  <a:pt x="72" y="483"/>
                </a:lnTo>
                <a:lnTo>
                  <a:pt x="72" y="482"/>
                </a:lnTo>
                <a:lnTo>
                  <a:pt x="73" y="482"/>
                </a:lnTo>
                <a:lnTo>
                  <a:pt x="74" y="482"/>
                </a:lnTo>
                <a:lnTo>
                  <a:pt x="75" y="482"/>
                </a:lnTo>
                <a:lnTo>
                  <a:pt x="76" y="481"/>
                </a:lnTo>
                <a:lnTo>
                  <a:pt x="76" y="480"/>
                </a:lnTo>
                <a:lnTo>
                  <a:pt x="76" y="479"/>
                </a:lnTo>
                <a:lnTo>
                  <a:pt x="75" y="478"/>
                </a:lnTo>
                <a:lnTo>
                  <a:pt x="75" y="477"/>
                </a:lnTo>
                <a:lnTo>
                  <a:pt x="74" y="476"/>
                </a:lnTo>
                <a:lnTo>
                  <a:pt x="74" y="477"/>
                </a:lnTo>
                <a:lnTo>
                  <a:pt x="72" y="477"/>
                </a:lnTo>
                <a:lnTo>
                  <a:pt x="72" y="476"/>
                </a:lnTo>
                <a:lnTo>
                  <a:pt x="71" y="475"/>
                </a:lnTo>
                <a:lnTo>
                  <a:pt x="71" y="474"/>
                </a:lnTo>
                <a:lnTo>
                  <a:pt x="72" y="474"/>
                </a:lnTo>
                <a:lnTo>
                  <a:pt x="72" y="473"/>
                </a:lnTo>
                <a:lnTo>
                  <a:pt x="71" y="473"/>
                </a:lnTo>
                <a:lnTo>
                  <a:pt x="71" y="472"/>
                </a:lnTo>
                <a:lnTo>
                  <a:pt x="70" y="471"/>
                </a:lnTo>
                <a:lnTo>
                  <a:pt x="71" y="471"/>
                </a:lnTo>
                <a:lnTo>
                  <a:pt x="71" y="470"/>
                </a:lnTo>
                <a:lnTo>
                  <a:pt x="71" y="471"/>
                </a:lnTo>
                <a:lnTo>
                  <a:pt x="72" y="470"/>
                </a:lnTo>
                <a:lnTo>
                  <a:pt x="71" y="469"/>
                </a:lnTo>
                <a:lnTo>
                  <a:pt x="70" y="469"/>
                </a:lnTo>
                <a:lnTo>
                  <a:pt x="70" y="468"/>
                </a:lnTo>
                <a:lnTo>
                  <a:pt x="70" y="467"/>
                </a:lnTo>
                <a:lnTo>
                  <a:pt x="69" y="466"/>
                </a:lnTo>
                <a:lnTo>
                  <a:pt x="68" y="465"/>
                </a:lnTo>
                <a:lnTo>
                  <a:pt x="69" y="464"/>
                </a:lnTo>
                <a:lnTo>
                  <a:pt x="70" y="463"/>
                </a:lnTo>
                <a:lnTo>
                  <a:pt x="70" y="462"/>
                </a:lnTo>
                <a:lnTo>
                  <a:pt x="70" y="461"/>
                </a:lnTo>
                <a:lnTo>
                  <a:pt x="70" y="460"/>
                </a:lnTo>
                <a:lnTo>
                  <a:pt x="71" y="460"/>
                </a:lnTo>
                <a:lnTo>
                  <a:pt x="71" y="459"/>
                </a:lnTo>
                <a:lnTo>
                  <a:pt x="72" y="459"/>
                </a:lnTo>
                <a:lnTo>
                  <a:pt x="72" y="458"/>
                </a:lnTo>
                <a:lnTo>
                  <a:pt x="72" y="457"/>
                </a:lnTo>
                <a:lnTo>
                  <a:pt x="71" y="457"/>
                </a:lnTo>
                <a:lnTo>
                  <a:pt x="70" y="457"/>
                </a:lnTo>
                <a:lnTo>
                  <a:pt x="69" y="458"/>
                </a:lnTo>
                <a:lnTo>
                  <a:pt x="69" y="459"/>
                </a:lnTo>
                <a:lnTo>
                  <a:pt x="68" y="459"/>
                </a:lnTo>
                <a:lnTo>
                  <a:pt x="68" y="460"/>
                </a:lnTo>
                <a:lnTo>
                  <a:pt x="67" y="460"/>
                </a:lnTo>
                <a:lnTo>
                  <a:pt x="66" y="460"/>
                </a:lnTo>
                <a:lnTo>
                  <a:pt x="63" y="460"/>
                </a:lnTo>
                <a:lnTo>
                  <a:pt x="61" y="461"/>
                </a:lnTo>
                <a:lnTo>
                  <a:pt x="60" y="461"/>
                </a:lnTo>
                <a:lnTo>
                  <a:pt x="59" y="462"/>
                </a:lnTo>
                <a:lnTo>
                  <a:pt x="58" y="463"/>
                </a:lnTo>
                <a:lnTo>
                  <a:pt x="58" y="462"/>
                </a:lnTo>
                <a:lnTo>
                  <a:pt x="57" y="461"/>
                </a:lnTo>
                <a:lnTo>
                  <a:pt x="56" y="459"/>
                </a:lnTo>
                <a:lnTo>
                  <a:pt x="55" y="459"/>
                </a:lnTo>
                <a:lnTo>
                  <a:pt x="54" y="459"/>
                </a:lnTo>
                <a:lnTo>
                  <a:pt x="53" y="458"/>
                </a:lnTo>
                <a:lnTo>
                  <a:pt x="53" y="459"/>
                </a:lnTo>
                <a:lnTo>
                  <a:pt x="52" y="459"/>
                </a:lnTo>
                <a:lnTo>
                  <a:pt x="52" y="458"/>
                </a:lnTo>
                <a:lnTo>
                  <a:pt x="51" y="458"/>
                </a:lnTo>
                <a:lnTo>
                  <a:pt x="52" y="458"/>
                </a:lnTo>
                <a:lnTo>
                  <a:pt x="52" y="457"/>
                </a:lnTo>
                <a:lnTo>
                  <a:pt x="51" y="457"/>
                </a:lnTo>
                <a:lnTo>
                  <a:pt x="51" y="455"/>
                </a:lnTo>
                <a:lnTo>
                  <a:pt x="51" y="454"/>
                </a:lnTo>
                <a:lnTo>
                  <a:pt x="52" y="453"/>
                </a:lnTo>
                <a:lnTo>
                  <a:pt x="53" y="453"/>
                </a:lnTo>
                <a:lnTo>
                  <a:pt x="54" y="452"/>
                </a:lnTo>
                <a:lnTo>
                  <a:pt x="53" y="450"/>
                </a:lnTo>
                <a:lnTo>
                  <a:pt x="53" y="449"/>
                </a:lnTo>
                <a:lnTo>
                  <a:pt x="54" y="448"/>
                </a:lnTo>
                <a:lnTo>
                  <a:pt x="55" y="448"/>
                </a:lnTo>
                <a:lnTo>
                  <a:pt x="55" y="447"/>
                </a:lnTo>
                <a:lnTo>
                  <a:pt x="55" y="446"/>
                </a:lnTo>
                <a:lnTo>
                  <a:pt x="55" y="445"/>
                </a:lnTo>
                <a:lnTo>
                  <a:pt x="56" y="445"/>
                </a:lnTo>
                <a:lnTo>
                  <a:pt x="56" y="444"/>
                </a:lnTo>
                <a:lnTo>
                  <a:pt x="57" y="443"/>
                </a:lnTo>
                <a:lnTo>
                  <a:pt x="56" y="443"/>
                </a:lnTo>
                <a:lnTo>
                  <a:pt x="57" y="443"/>
                </a:lnTo>
                <a:lnTo>
                  <a:pt x="57" y="442"/>
                </a:lnTo>
                <a:lnTo>
                  <a:pt x="58" y="442"/>
                </a:lnTo>
                <a:lnTo>
                  <a:pt x="58" y="441"/>
                </a:lnTo>
                <a:lnTo>
                  <a:pt x="59" y="441"/>
                </a:lnTo>
                <a:lnTo>
                  <a:pt x="60" y="441"/>
                </a:lnTo>
                <a:lnTo>
                  <a:pt x="62" y="439"/>
                </a:lnTo>
                <a:lnTo>
                  <a:pt x="63" y="439"/>
                </a:lnTo>
                <a:lnTo>
                  <a:pt x="62" y="439"/>
                </a:lnTo>
                <a:lnTo>
                  <a:pt x="62" y="438"/>
                </a:lnTo>
                <a:lnTo>
                  <a:pt x="61" y="438"/>
                </a:lnTo>
                <a:lnTo>
                  <a:pt x="60" y="438"/>
                </a:lnTo>
                <a:lnTo>
                  <a:pt x="60" y="437"/>
                </a:lnTo>
                <a:lnTo>
                  <a:pt x="61" y="436"/>
                </a:lnTo>
                <a:lnTo>
                  <a:pt x="62" y="435"/>
                </a:lnTo>
                <a:lnTo>
                  <a:pt x="63" y="435"/>
                </a:lnTo>
                <a:lnTo>
                  <a:pt x="63" y="433"/>
                </a:lnTo>
                <a:lnTo>
                  <a:pt x="62" y="433"/>
                </a:lnTo>
                <a:lnTo>
                  <a:pt x="62" y="432"/>
                </a:lnTo>
                <a:lnTo>
                  <a:pt x="63" y="431"/>
                </a:lnTo>
                <a:lnTo>
                  <a:pt x="64" y="431"/>
                </a:lnTo>
                <a:lnTo>
                  <a:pt x="65" y="430"/>
                </a:lnTo>
                <a:lnTo>
                  <a:pt x="65" y="428"/>
                </a:lnTo>
                <a:lnTo>
                  <a:pt x="64" y="428"/>
                </a:lnTo>
                <a:lnTo>
                  <a:pt x="64" y="427"/>
                </a:lnTo>
                <a:lnTo>
                  <a:pt x="64" y="426"/>
                </a:lnTo>
                <a:lnTo>
                  <a:pt x="63" y="426"/>
                </a:lnTo>
                <a:lnTo>
                  <a:pt x="63" y="424"/>
                </a:lnTo>
                <a:lnTo>
                  <a:pt x="63" y="423"/>
                </a:lnTo>
                <a:lnTo>
                  <a:pt x="63" y="422"/>
                </a:lnTo>
                <a:lnTo>
                  <a:pt x="62" y="421"/>
                </a:lnTo>
                <a:lnTo>
                  <a:pt x="62" y="420"/>
                </a:lnTo>
                <a:lnTo>
                  <a:pt x="62" y="419"/>
                </a:lnTo>
                <a:lnTo>
                  <a:pt x="61" y="418"/>
                </a:lnTo>
                <a:lnTo>
                  <a:pt x="60" y="417"/>
                </a:lnTo>
                <a:lnTo>
                  <a:pt x="59" y="416"/>
                </a:lnTo>
                <a:lnTo>
                  <a:pt x="58" y="417"/>
                </a:lnTo>
                <a:lnTo>
                  <a:pt x="57" y="417"/>
                </a:lnTo>
                <a:lnTo>
                  <a:pt x="57" y="416"/>
                </a:lnTo>
                <a:lnTo>
                  <a:pt x="56" y="416"/>
                </a:lnTo>
                <a:lnTo>
                  <a:pt x="55" y="415"/>
                </a:lnTo>
                <a:lnTo>
                  <a:pt x="54" y="415"/>
                </a:lnTo>
                <a:lnTo>
                  <a:pt x="54" y="414"/>
                </a:lnTo>
                <a:lnTo>
                  <a:pt x="54" y="413"/>
                </a:lnTo>
                <a:lnTo>
                  <a:pt x="53" y="413"/>
                </a:lnTo>
                <a:lnTo>
                  <a:pt x="53" y="412"/>
                </a:lnTo>
                <a:lnTo>
                  <a:pt x="52" y="411"/>
                </a:lnTo>
                <a:lnTo>
                  <a:pt x="52" y="410"/>
                </a:lnTo>
                <a:lnTo>
                  <a:pt x="53" y="410"/>
                </a:lnTo>
                <a:lnTo>
                  <a:pt x="54" y="410"/>
                </a:lnTo>
                <a:lnTo>
                  <a:pt x="54" y="409"/>
                </a:lnTo>
                <a:lnTo>
                  <a:pt x="55" y="409"/>
                </a:lnTo>
                <a:lnTo>
                  <a:pt x="56" y="410"/>
                </a:lnTo>
                <a:lnTo>
                  <a:pt x="58" y="410"/>
                </a:lnTo>
                <a:lnTo>
                  <a:pt x="58" y="411"/>
                </a:lnTo>
                <a:lnTo>
                  <a:pt x="60" y="410"/>
                </a:lnTo>
                <a:lnTo>
                  <a:pt x="61" y="410"/>
                </a:lnTo>
                <a:lnTo>
                  <a:pt x="63" y="409"/>
                </a:lnTo>
                <a:lnTo>
                  <a:pt x="63" y="408"/>
                </a:lnTo>
                <a:lnTo>
                  <a:pt x="62" y="408"/>
                </a:lnTo>
                <a:lnTo>
                  <a:pt x="62" y="407"/>
                </a:lnTo>
                <a:lnTo>
                  <a:pt x="64" y="407"/>
                </a:lnTo>
                <a:lnTo>
                  <a:pt x="65" y="408"/>
                </a:lnTo>
                <a:lnTo>
                  <a:pt x="66" y="408"/>
                </a:lnTo>
                <a:lnTo>
                  <a:pt x="66" y="407"/>
                </a:lnTo>
                <a:lnTo>
                  <a:pt x="66" y="406"/>
                </a:lnTo>
                <a:lnTo>
                  <a:pt x="65" y="406"/>
                </a:lnTo>
                <a:lnTo>
                  <a:pt x="67" y="405"/>
                </a:lnTo>
                <a:lnTo>
                  <a:pt x="68" y="405"/>
                </a:lnTo>
                <a:lnTo>
                  <a:pt x="69" y="403"/>
                </a:lnTo>
                <a:lnTo>
                  <a:pt x="71" y="403"/>
                </a:lnTo>
                <a:lnTo>
                  <a:pt x="71" y="402"/>
                </a:lnTo>
                <a:lnTo>
                  <a:pt x="72" y="402"/>
                </a:lnTo>
                <a:lnTo>
                  <a:pt x="72" y="403"/>
                </a:lnTo>
                <a:lnTo>
                  <a:pt x="73" y="403"/>
                </a:lnTo>
                <a:lnTo>
                  <a:pt x="74" y="403"/>
                </a:lnTo>
                <a:lnTo>
                  <a:pt x="74" y="402"/>
                </a:lnTo>
                <a:lnTo>
                  <a:pt x="76" y="402"/>
                </a:lnTo>
                <a:lnTo>
                  <a:pt x="76" y="403"/>
                </a:lnTo>
                <a:lnTo>
                  <a:pt x="75" y="403"/>
                </a:lnTo>
                <a:lnTo>
                  <a:pt x="75" y="404"/>
                </a:lnTo>
                <a:lnTo>
                  <a:pt x="75" y="405"/>
                </a:lnTo>
                <a:lnTo>
                  <a:pt x="76" y="405"/>
                </a:lnTo>
                <a:lnTo>
                  <a:pt x="77" y="405"/>
                </a:lnTo>
                <a:lnTo>
                  <a:pt x="77" y="404"/>
                </a:lnTo>
                <a:lnTo>
                  <a:pt x="76" y="403"/>
                </a:lnTo>
                <a:lnTo>
                  <a:pt x="77" y="402"/>
                </a:lnTo>
                <a:lnTo>
                  <a:pt x="77" y="401"/>
                </a:lnTo>
                <a:lnTo>
                  <a:pt x="76" y="399"/>
                </a:lnTo>
                <a:lnTo>
                  <a:pt x="75" y="397"/>
                </a:lnTo>
                <a:lnTo>
                  <a:pt x="74" y="397"/>
                </a:lnTo>
                <a:lnTo>
                  <a:pt x="75" y="395"/>
                </a:lnTo>
                <a:lnTo>
                  <a:pt x="75" y="394"/>
                </a:lnTo>
                <a:lnTo>
                  <a:pt x="76" y="393"/>
                </a:lnTo>
                <a:lnTo>
                  <a:pt x="76" y="392"/>
                </a:lnTo>
                <a:lnTo>
                  <a:pt x="76" y="390"/>
                </a:lnTo>
                <a:lnTo>
                  <a:pt x="77" y="390"/>
                </a:lnTo>
                <a:lnTo>
                  <a:pt x="77" y="389"/>
                </a:lnTo>
                <a:lnTo>
                  <a:pt x="76" y="389"/>
                </a:lnTo>
                <a:lnTo>
                  <a:pt x="75" y="389"/>
                </a:lnTo>
                <a:lnTo>
                  <a:pt x="75" y="388"/>
                </a:lnTo>
                <a:lnTo>
                  <a:pt x="75" y="389"/>
                </a:lnTo>
                <a:lnTo>
                  <a:pt x="74" y="389"/>
                </a:lnTo>
                <a:lnTo>
                  <a:pt x="74" y="388"/>
                </a:lnTo>
                <a:lnTo>
                  <a:pt x="73" y="388"/>
                </a:lnTo>
                <a:lnTo>
                  <a:pt x="74" y="387"/>
                </a:lnTo>
                <a:lnTo>
                  <a:pt x="73" y="387"/>
                </a:lnTo>
                <a:lnTo>
                  <a:pt x="72" y="387"/>
                </a:lnTo>
                <a:lnTo>
                  <a:pt x="72" y="388"/>
                </a:lnTo>
                <a:lnTo>
                  <a:pt x="71" y="389"/>
                </a:lnTo>
                <a:lnTo>
                  <a:pt x="70" y="389"/>
                </a:lnTo>
                <a:lnTo>
                  <a:pt x="70" y="390"/>
                </a:lnTo>
                <a:lnTo>
                  <a:pt x="70" y="391"/>
                </a:lnTo>
                <a:lnTo>
                  <a:pt x="69" y="391"/>
                </a:lnTo>
                <a:lnTo>
                  <a:pt x="68" y="391"/>
                </a:lnTo>
                <a:lnTo>
                  <a:pt x="68" y="389"/>
                </a:lnTo>
                <a:lnTo>
                  <a:pt x="68" y="388"/>
                </a:lnTo>
                <a:lnTo>
                  <a:pt x="69" y="388"/>
                </a:lnTo>
                <a:lnTo>
                  <a:pt x="70" y="387"/>
                </a:lnTo>
                <a:lnTo>
                  <a:pt x="71" y="386"/>
                </a:lnTo>
                <a:lnTo>
                  <a:pt x="73" y="385"/>
                </a:lnTo>
                <a:lnTo>
                  <a:pt x="74" y="385"/>
                </a:lnTo>
                <a:lnTo>
                  <a:pt x="74" y="384"/>
                </a:lnTo>
                <a:lnTo>
                  <a:pt x="75" y="383"/>
                </a:lnTo>
                <a:lnTo>
                  <a:pt x="76" y="383"/>
                </a:lnTo>
                <a:lnTo>
                  <a:pt x="77" y="383"/>
                </a:lnTo>
                <a:lnTo>
                  <a:pt x="78" y="384"/>
                </a:lnTo>
                <a:lnTo>
                  <a:pt x="79" y="383"/>
                </a:lnTo>
                <a:lnTo>
                  <a:pt x="78" y="383"/>
                </a:lnTo>
                <a:lnTo>
                  <a:pt x="78" y="382"/>
                </a:lnTo>
                <a:lnTo>
                  <a:pt x="79" y="382"/>
                </a:lnTo>
                <a:lnTo>
                  <a:pt x="79" y="381"/>
                </a:lnTo>
                <a:lnTo>
                  <a:pt x="80" y="381"/>
                </a:lnTo>
                <a:lnTo>
                  <a:pt x="81" y="381"/>
                </a:lnTo>
                <a:lnTo>
                  <a:pt x="81" y="380"/>
                </a:lnTo>
                <a:lnTo>
                  <a:pt x="80" y="380"/>
                </a:lnTo>
                <a:lnTo>
                  <a:pt x="80" y="379"/>
                </a:lnTo>
                <a:lnTo>
                  <a:pt x="80" y="378"/>
                </a:lnTo>
                <a:lnTo>
                  <a:pt x="79" y="377"/>
                </a:lnTo>
                <a:lnTo>
                  <a:pt x="79" y="378"/>
                </a:lnTo>
                <a:lnTo>
                  <a:pt x="78" y="378"/>
                </a:lnTo>
                <a:lnTo>
                  <a:pt x="78" y="377"/>
                </a:lnTo>
                <a:lnTo>
                  <a:pt x="77" y="377"/>
                </a:lnTo>
                <a:lnTo>
                  <a:pt x="78" y="376"/>
                </a:lnTo>
                <a:lnTo>
                  <a:pt x="78" y="375"/>
                </a:lnTo>
                <a:lnTo>
                  <a:pt x="78" y="376"/>
                </a:lnTo>
                <a:lnTo>
                  <a:pt x="79" y="376"/>
                </a:lnTo>
                <a:lnTo>
                  <a:pt x="79" y="375"/>
                </a:lnTo>
                <a:lnTo>
                  <a:pt x="79" y="373"/>
                </a:lnTo>
                <a:lnTo>
                  <a:pt x="78" y="372"/>
                </a:lnTo>
                <a:lnTo>
                  <a:pt x="77" y="372"/>
                </a:lnTo>
                <a:lnTo>
                  <a:pt x="77" y="371"/>
                </a:lnTo>
                <a:lnTo>
                  <a:pt x="76" y="369"/>
                </a:lnTo>
                <a:lnTo>
                  <a:pt x="76" y="367"/>
                </a:lnTo>
                <a:lnTo>
                  <a:pt x="77" y="367"/>
                </a:lnTo>
                <a:lnTo>
                  <a:pt x="77" y="366"/>
                </a:lnTo>
                <a:lnTo>
                  <a:pt x="75" y="365"/>
                </a:lnTo>
                <a:lnTo>
                  <a:pt x="74" y="365"/>
                </a:lnTo>
                <a:lnTo>
                  <a:pt x="74" y="366"/>
                </a:lnTo>
                <a:lnTo>
                  <a:pt x="73" y="366"/>
                </a:lnTo>
                <a:lnTo>
                  <a:pt x="73" y="367"/>
                </a:lnTo>
                <a:lnTo>
                  <a:pt x="74" y="367"/>
                </a:lnTo>
                <a:lnTo>
                  <a:pt x="74" y="368"/>
                </a:lnTo>
                <a:lnTo>
                  <a:pt x="73" y="368"/>
                </a:lnTo>
                <a:lnTo>
                  <a:pt x="72" y="367"/>
                </a:lnTo>
                <a:lnTo>
                  <a:pt x="71" y="367"/>
                </a:lnTo>
                <a:lnTo>
                  <a:pt x="70" y="367"/>
                </a:lnTo>
                <a:lnTo>
                  <a:pt x="70" y="366"/>
                </a:lnTo>
                <a:lnTo>
                  <a:pt x="71" y="366"/>
                </a:lnTo>
                <a:lnTo>
                  <a:pt x="72" y="366"/>
                </a:lnTo>
                <a:lnTo>
                  <a:pt x="73" y="366"/>
                </a:lnTo>
                <a:lnTo>
                  <a:pt x="73" y="365"/>
                </a:lnTo>
                <a:lnTo>
                  <a:pt x="71" y="365"/>
                </a:lnTo>
                <a:lnTo>
                  <a:pt x="70" y="365"/>
                </a:lnTo>
                <a:lnTo>
                  <a:pt x="70" y="364"/>
                </a:lnTo>
                <a:lnTo>
                  <a:pt x="70" y="363"/>
                </a:lnTo>
                <a:lnTo>
                  <a:pt x="71" y="361"/>
                </a:lnTo>
                <a:lnTo>
                  <a:pt x="72" y="360"/>
                </a:lnTo>
                <a:lnTo>
                  <a:pt x="72" y="359"/>
                </a:lnTo>
                <a:lnTo>
                  <a:pt x="71" y="359"/>
                </a:lnTo>
                <a:lnTo>
                  <a:pt x="71" y="358"/>
                </a:lnTo>
                <a:lnTo>
                  <a:pt x="71" y="359"/>
                </a:lnTo>
                <a:lnTo>
                  <a:pt x="70" y="359"/>
                </a:lnTo>
                <a:lnTo>
                  <a:pt x="69" y="360"/>
                </a:lnTo>
                <a:lnTo>
                  <a:pt x="68" y="360"/>
                </a:lnTo>
                <a:lnTo>
                  <a:pt x="67" y="360"/>
                </a:lnTo>
                <a:lnTo>
                  <a:pt x="66" y="357"/>
                </a:lnTo>
                <a:lnTo>
                  <a:pt x="66" y="356"/>
                </a:lnTo>
                <a:lnTo>
                  <a:pt x="65" y="356"/>
                </a:lnTo>
                <a:lnTo>
                  <a:pt x="64" y="356"/>
                </a:lnTo>
                <a:lnTo>
                  <a:pt x="63" y="356"/>
                </a:lnTo>
                <a:lnTo>
                  <a:pt x="63" y="357"/>
                </a:lnTo>
                <a:lnTo>
                  <a:pt x="62" y="357"/>
                </a:lnTo>
                <a:lnTo>
                  <a:pt x="63" y="357"/>
                </a:lnTo>
                <a:lnTo>
                  <a:pt x="62" y="356"/>
                </a:lnTo>
                <a:lnTo>
                  <a:pt x="62" y="357"/>
                </a:lnTo>
                <a:lnTo>
                  <a:pt x="61" y="357"/>
                </a:lnTo>
                <a:lnTo>
                  <a:pt x="60" y="357"/>
                </a:lnTo>
                <a:lnTo>
                  <a:pt x="60" y="356"/>
                </a:lnTo>
                <a:lnTo>
                  <a:pt x="57" y="357"/>
                </a:lnTo>
                <a:lnTo>
                  <a:pt x="57" y="358"/>
                </a:lnTo>
                <a:lnTo>
                  <a:pt x="56" y="358"/>
                </a:lnTo>
                <a:lnTo>
                  <a:pt x="55" y="358"/>
                </a:lnTo>
                <a:lnTo>
                  <a:pt x="54" y="358"/>
                </a:lnTo>
                <a:lnTo>
                  <a:pt x="53" y="359"/>
                </a:lnTo>
                <a:lnTo>
                  <a:pt x="52" y="359"/>
                </a:lnTo>
                <a:lnTo>
                  <a:pt x="51" y="359"/>
                </a:lnTo>
                <a:lnTo>
                  <a:pt x="50" y="360"/>
                </a:lnTo>
                <a:lnTo>
                  <a:pt x="49" y="359"/>
                </a:lnTo>
                <a:lnTo>
                  <a:pt x="49" y="358"/>
                </a:lnTo>
                <a:lnTo>
                  <a:pt x="49" y="357"/>
                </a:lnTo>
                <a:lnTo>
                  <a:pt x="48" y="357"/>
                </a:lnTo>
                <a:lnTo>
                  <a:pt x="47" y="358"/>
                </a:lnTo>
                <a:lnTo>
                  <a:pt x="46" y="359"/>
                </a:lnTo>
                <a:lnTo>
                  <a:pt x="46" y="360"/>
                </a:lnTo>
                <a:lnTo>
                  <a:pt x="45" y="360"/>
                </a:lnTo>
                <a:lnTo>
                  <a:pt x="44" y="361"/>
                </a:lnTo>
                <a:lnTo>
                  <a:pt x="44" y="362"/>
                </a:lnTo>
                <a:lnTo>
                  <a:pt x="44" y="363"/>
                </a:lnTo>
                <a:lnTo>
                  <a:pt x="43" y="364"/>
                </a:lnTo>
                <a:lnTo>
                  <a:pt x="42" y="365"/>
                </a:lnTo>
                <a:lnTo>
                  <a:pt x="41" y="365"/>
                </a:lnTo>
                <a:lnTo>
                  <a:pt x="40" y="365"/>
                </a:lnTo>
                <a:lnTo>
                  <a:pt x="40" y="366"/>
                </a:lnTo>
                <a:lnTo>
                  <a:pt x="39" y="367"/>
                </a:lnTo>
                <a:lnTo>
                  <a:pt x="38" y="367"/>
                </a:lnTo>
                <a:lnTo>
                  <a:pt x="38" y="366"/>
                </a:lnTo>
                <a:lnTo>
                  <a:pt x="37" y="366"/>
                </a:lnTo>
                <a:lnTo>
                  <a:pt x="36" y="366"/>
                </a:lnTo>
                <a:lnTo>
                  <a:pt x="36" y="367"/>
                </a:lnTo>
                <a:lnTo>
                  <a:pt x="33" y="366"/>
                </a:lnTo>
                <a:lnTo>
                  <a:pt x="33" y="364"/>
                </a:lnTo>
                <a:lnTo>
                  <a:pt x="34" y="362"/>
                </a:lnTo>
                <a:lnTo>
                  <a:pt x="35" y="362"/>
                </a:lnTo>
                <a:lnTo>
                  <a:pt x="36" y="361"/>
                </a:lnTo>
                <a:lnTo>
                  <a:pt x="36" y="360"/>
                </a:lnTo>
                <a:lnTo>
                  <a:pt x="35" y="360"/>
                </a:lnTo>
                <a:lnTo>
                  <a:pt x="34" y="360"/>
                </a:lnTo>
                <a:lnTo>
                  <a:pt x="33" y="360"/>
                </a:lnTo>
                <a:lnTo>
                  <a:pt x="32" y="360"/>
                </a:lnTo>
                <a:lnTo>
                  <a:pt x="31" y="360"/>
                </a:lnTo>
                <a:lnTo>
                  <a:pt x="30" y="361"/>
                </a:lnTo>
                <a:lnTo>
                  <a:pt x="28" y="362"/>
                </a:lnTo>
                <a:lnTo>
                  <a:pt x="28" y="363"/>
                </a:lnTo>
                <a:lnTo>
                  <a:pt x="27" y="363"/>
                </a:lnTo>
                <a:lnTo>
                  <a:pt x="26" y="363"/>
                </a:lnTo>
                <a:lnTo>
                  <a:pt x="25" y="363"/>
                </a:lnTo>
                <a:lnTo>
                  <a:pt x="25" y="362"/>
                </a:lnTo>
                <a:lnTo>
                  <a:pt x="24" y="364"/>
                </a:lnTo>
                <a:lnTo>
                  <a:pt x="23" y="365"/>
                </a:lnTo>
                <a:lnTo>
                  <a:pt x="22" y="366"/>
                </a:lnTo>
                <a:lnTo>
                  <a:pt x="21" y="366"/>
                </a:lnTo>
                <a:lnTo>
                  <a:pt x="20" y="367"/>
                </a:lnTo>
                <a:lnTo>
                  <a:pt x="19" y="368"/>
                </a:lnTo>
                <a:lnTo>
                  <a:pt x="18" y="369"/>
                </a:lnTo>
                <a:lnTo>
                  <a:pt x="17" y="369"/>
                </a:lnTo>
                <a:lnTo>
                  <a:pt x="16" y="369"/>
                </a:lnTo>
                <a:lnTo>
                  <a:pt x="16" y="370"/>
                </a:lnTo>
                <a:lnTo>
                  <a:pt x="17" y="370"/>
                </a:lnTo>
                <a:lnTo>
                  <a:pt x="17" y="372"/>
                </a:lnTo>
                <a:lnTo>
                  <a:pt x="16" y="373"/>
                </a:lnTo>
                <a:lnTo>
                  <a:pt x="14" y="374"/>
                </a:lnTo>
                <a:lnTo>
                  <a:pt x="14" y="373"/>
                </a:lnTo>
                <a:lnTo>
                  <a:pt x="14" y="372"/>
                </a:lnTo>
                <a:lnTo>
                  <a:pt x="14" y="371"/>
                </a:lnTo>
                <a:lnTo>
                  <a:pt x="13" y="371"/>
                </a:lnTo>
                <a:lnTo>
                  <a:pt x="13" y="372"/>
                </a:lnTo>
                <a:lnTo>
                  <a:pt x="12" y="373"/>
                </a:lnTo>
                <a:lnTo>
                  <a:pt x="12" y="372"/>
                </a:lnTo>
                <a:lnTo>
                  <a:pt x="11" y="373"/>
                </a:lnTo>
                <a:lnTo>
                  <a:pt x="11" y="374"/>
                </a:lnTo>
                <a:lnTo>
                  <a:pt x="10" y="374"/>
                </a:lnTo>
                <a:lnTo>
                  <a:pt x="9" y="375"/>
                </a:lnTo>
                <a:lnTo>
                  <a:pt x="8" y="374"/>
                </a:lnTo>
                <a:lnTo>
                  <a:pt x="9" y="374"/>
                </a:lnTo>
                <a:lnTo>
                  <a:pt x="9" y="373"/>
                </a:lnTo>
                <a:lnTo>
                  <a:pt x="9" y="372"/>
                </a:lnTo>
                <a:lnTo>
                  <a:pt x="8" y="371"/>
                </a:lnTo>
                <a:lnTo>
                  <a:pt x="7" y="371"/>
                </a:lnTo>
                <a:lnTo>
                  <a:pt x="6" y="370"/>
                </a:lnTo>
                <a:lnTo>
                  <a:pt x="6" y="369"/>
                </a:lnTo>
                <a:lnTo>
                  <a:pt x="6" y="368"/>
                </a:lnTo>
                <a:lnTo>
                  <a:pt x="6" y="367"/>
                </a:lnTo>
                <a:lnTo>
                  <a:pt x="5" y="367"/>
                </a:lnTo>
                <a:lnTo>
                  <a:pt x="5" y="368"/>
                </a:lnTo>
                <a:lnTo>
                  <a:pt x="4" y="368"/>
                </a:lnTo>
                <a:lnTo>
                  <a:pt x="1" y="365"/>
                </a:lnTo>
                <a:lnTo>
                  <a:pt x="0" y="365"/>
                </a:lnTo>
                <a:lnTo>
                  <a:pt x="0" y="364"/>
                </a:lnTo>
                <a:lnTo>
                  <a:pt x="2" y="363"/>
                </a:lnTo>
                <a:lnTo>
                  <a:pt x="3" y="364"/>
                </a:lnTo>
                <a:lnTo>
                  <a:pt x="4" y="364"/>
                </a:lnTo>
                <a:lnTo>
                  <a:pt x="5" y="364"/>
                </a:lnTo>
                <a:lnTo>
                  <a:pt x="6" y="363"/>
                </a:lnTo>
                <a:lnTo>
                  <a:pt x="7" y="362"/>
                </a:lnTo>
                <a:lnTo>
                  <a:pt x="7" y="361"/>
                </a:lnTo>
                <a:lnTo>
                  <a:pt x="8" y="361"/>
                </a:lnTo>
                <a:lnTo>
                  <a:pt x="9" y="361"/>
                </a:lnTo>
                <a:lnTo>
                  <a:pt x="9" y="362"/>
                </a:lnTo>
                <a:lnTo>
                  <a:pt x="10" y="362"/>
                </a:lnTo>
                <a:lnTo>
                  <a:pt x="10" y="361"/>
                </a:lnTo>
                <a:lnTo>
                  <a:pt x="10" y="360"/>
                </a:lnTo>
                <a:lnTo>
                  <a:pt x="11" y="359"/>
                </a:lnTo>
                <a:lnTo>
                  <a:pt x="12" y="359"/>
                </a:lnTo>
                <a:lnTo>
                  <a:pt x="12" y="358"/>
                </a:lnTo>
                <a:lnTo>
                  <a:pt x="13" y="356"/>
                </a:lnTo>
                <a:lnTo>
                  <a:pt x="14" y="356"/>
                </a:lnTo>
                <a:lnTo>
                  <a:pt x="14" y="355"/>
                </a:lnTo>
                <a:lnTo>
                  <a:pt x="14" y="353"/>
                </a:lnTo>
                <a:lnTo>
                  <a:pt x="14" y="352"/>
                </a:lnTo>
                <a:lnTo>
                  <a:pt x="14" y="351"/>
                </a:lnTo>
                <a:lnTo>
                  <a:pt x="13" y="351"/>
                </a:lnTo>
                <a:lnTo>
                  <a:pt x="12" y="350"/>
                </a:lnTo>
                <a:lnTo>
                  <a:pt x="12" y="349"/>
                </a:lnTo>
                <a:lnTo>
                  <a:pt x="14" y="348"/>
                </a:lnTo>
                <a:lnTo>
                  <a:pt x="15" y="348"/>
                </a:lnTo>
                <a:lnTo>
                  <a:pt x="16" y="348"/>
                </a:lnTo>
                <a:lnTo>
                  <a:pt x="17" y="348"/>
                </a:lnTo>
                <a:lnTo>
                  <a:pt x="17" y="347"/>
                </a:lnTo>
                <a:lnTo>
                  <a:pt x="18" y="347"/>
                </a:lnTo>
                <a:lnTo>
                  <a:pt x="18" y="346"/>
                </a:lnTo>
                <a:lnTo>
                  <a:pt x="19" y="346"/>
                </a:lnTo>
                <a:lnTo>
                  <a:pt x="19" y="345"/>
                </a:lnTo>
                <a:lnTo>
                  <a:pt x="20" y="345"/>
                </a:lnTo>
                <a:lnTo>
                  <a:pt x="20" y="344"/>
                </a:lnTo>
                <a:lnTo>
                  <a:pt x="20" y="343"/>
                </a:lnTo>
                <a:lnTo>
                  <a:pt x="21" y="342"/>
                </a:lnTo>
                <a:lnTo>
                  <a:pt x="21" y="343"/>
                </a:lnTo>
                <a:lnTo>
                  <a:pt x="22" y="343"/>
                </a:lnTo>
                <a:lnTo>
                  <a:pt x="23" y="342"/>
                </a:lnTo>
                <a:lnTo>
                  <a:pt x="25" y="341"/>
                </a:lnTo>
                <a:lnTo>
                  <a:pt x="26" y="341"/>
                </a:lnTo>
                <a:lnTo>
                  <a:pt x="26" y="342"/>
                </a:lnTo>
                <a:lnTo>
                  <a:pt x="27" y="342"/>
                </a:lnTo>
                <a:lnTo>
                  <a:pt x="27" y="341"/>
                </a:lnTo>
                <a:lnTo>
                  <a:pt x="27" y="340"/>
                </a:lnTo>
                <a:lnTo>
                  <a:pt x="27" y="339"/>
                </a:lnTo>
                <a:lnTo>
                  <a:pt x="28" y="339"/>
                </a:lnTo>
                <a:lnTo>
                  <a:pt x="28" y="338"/>
                </a:lnTo>
                <a:lnTo>
                  <a:pt x="28" y="337"/>
                </a:lnTo>
                <a:lnTo>
                  <a:pt x="27" y="337"/>
                </a:lnTo>
                <a:lnTo>
                  <a:pt x="27" y="336"/>
                </a:lnTo>
                <a:lnTo>
                  <a:pt x="27" y="335"/>
                </a:lnTo>
                <a:lnTo>
                  <a:pt x="27" y="334"/>
                </a:lnTo>
                <a:lnTo>
                  <a:pt x="28" y="334"/>
                </a:lnTo>
                <a:lnTo>
                  <a:pt x="28" y="335"/>
                </a:lnTo>
                <a:lnTo>
                  <a:pt x="28" y="336"/>
                </a:lnTo>
                <a:lnTo>
                  <a:pt x="29" y="336"/>
                </a:lnTo>
                <a:lnTo>
                  <a:pt x="30" y="336"/>
                </a:lnTo>
                <a:lnTo>
                  <a:pt x="30" y="335"/>
                </a:lnTo>
                <a:lnTo>
                  <a:pt x="31" y="335"/>
                </a:lnTo>
                <a:lnTo>
                  <a:pt x="32" y="335"/>
                </a:lnTo>
                <a:lnTo>
                  <a:pt x="33" y="334"/>
                </a:lnTo>
                <a:lnTo>
                  <a:pt x="33" y="333"/>
                </a:lnTo>
                <a:lnTo>
                  <a:pt x="32" y="333"/>
                </a:lnTo>
                <a:lnTo>
                  <a:pt x="33" y="332"/>
                </a:lnTo>
                <a:lnTo>
                  <a:pt x="34" y="333"/>
                </a:lnTo>
                <a:lnTo>
                  <a:pt x="35" y="331"/>
                </a:lnTo>
                <a:lnTo>
                  <a:pt x="34" y="331"/>
                </a:lnTo>
                <a:lnTo>
                  <a:pt x="34" y="330"/>
                </a:lnTo>
                <a:lnTo>
                  <a:pt x="34" y="329"/>
                </a:lnTo>
                <a:lnTo>
                  <a:pt x="35" y="328"/>
                </a:lnTo>
                <a:lnTo>
                  <a:pt x="34" y="327"/>
                </a:lnTo>
                <a:lnTo>
                  <a:pt x="35" y="327"/>
                </a:lnTo>
                <a:lnTo>
                  <a:pt x="35" y="326"/>
                </a:lnTo>
                <a:lnTo>
                  <a:pt x="37" y="325"/>
                </a:lnTo>
                <a:lnTo>
                  <a:pt x="37" y="324"/>
                </a:lnTo>
                <a:lnTo>
                  <a:pt x="37" y="323"/>
                </a:lnTo>
                <a:lnTo>
                  <a:pt x="36" y="323"/>
                </a:lnTo>
                <a:lnTo>
                  <a:pt x="36" y="324"/>
                </a:lnTo>
                <a:lnTo>
                  <a:pt x="35" y="324"/>
                </a:lnTo>
                <a:lnTo>
                  <a:pt x="35" y="325"/>
                </a:lnTo>
                <a:lnTo>
                  <a:pt x="34" y="325"/>
                </a:lnTo>
                <a:lnTo>
                  <a:pt x="33" y="325"/>
                </a:lnTo>
                <a:lnTo>
                  <a:pt x="33" y="324"/>
                </a:lnTo>
                <a:lnTo>
                  <a:pt x="34" y="324"/>
                </a:lnTo>
                <a:lnTo>
                  <a:pt x="35" y="324"/>
                </a:lnTo>
                <a:lnTo>
                  <a:pt x="36" y="323"/>
                </a:lnTo>
                <a:lnTo>
                  <a:pt x="36" y="322"/>
                </a:lnTo>
                <a:lnTo>
                  <a:pt x="37" y="321"/>
                </a:lnTo>
                <a:lnTo>
                  <a:pt x="38" y="321"/>
                </a:lnTo>
                <a:lnTo>
                  <a:pt x="38" y="322"/>
                </a:lnTo>
                <a:lnTo>
                  <a:pt x="39" y="323"/>
                </a:lnTo>
                <a:lnTo>
                  <a:pt x="39" y="324"/>
                </a:lnTo>
                <a:lnTo>
                  <a:pt x="38" y="324"/>
                </a:lnTo>
                <a:lnTo>
                  <a:pt x="38" y="325"/>
                </a:lnTo>
                <a:lnTo>
                  <a:pt x="39" y="325"/>
                </a:lnTo>
                <a:lnTo>
                  <a:pt x="40" y="325"/>
                </a:lnTo>
                <a:lnTo>
                  <a:pt x="41" y="323"/>
                </a:lnTo>
                <a:lnTo>
                  <a:pt x="42" y="323"/>
                </a:lnTo>
                <a:lnTo>
                  <a:pt x="43" y="322"/>
                </a:lnTo>
                <a:lnTo>
                  <a:pt x="44" y="321"/>
                </a:lnTo>
                <a:lnTo>
                  <a:pt x="44" y="320"/>
                </a:lnTo>
                <a:lnTo>
                  <a:pt x="45" y="321"/>
                </a:lnTo>
                <a:lnTo>
                  <a:pt x="46" y="323"/>
                </a:lnTo>
                <a:lnTo>
                  <a:pt x="48" y="323"/>
                </a:lnTo>
                <a:lnTo>
                  <a:pt x="48" y="324"/>
                </a:lnTo>
                <a:lnTo>
                  <a:pt x="48" y="325"/>
                </a:lnTo>
                <a:lnTo>
                  <a:pt x="49" y="325"/>
                </a:lnTo>
                <a:lnTo>
                  <a:pt x="49" y="324"/>
                </a:lnTo>
                <a:lnTo>
                  <a:pt x="50" y="324"/>
                </a:lnTo>
                <a:lnTo>
                  <a:pt x="51" y="324"/>
                </a:lnTo>
                <a:lnTo>
                  <a:pt x="53" y="324"/>
                </a:lnTo>
                <a:lnTo>
                  <a:pt x="54" y="322"/>
                </a:lnTo>
                <a:lnTo>
                  <a:pt x="54" y="321"/>
                </a:lnTo>
                <a:lnTo>
                  <a:pt x="54" y="320"/>
                </a:lnTo>
                <a:lnTo>
                  <a:pt x="54" y="319"/>
                </a:lnTo>
                <a:lnTo>
                  <a:pt x="53" y="318"/>
                </a:lnTo>
                <a:lnTo>
                  <a:pt x="54" y="317"/>
                </a:lnTo>
                <a:lnTo>
                  <a:pt x="55" y="317"/>
                </a:lnTo>
                <a:lnTo>
                  <a:pt x="56" y="316"/>
                </a:lnTo>
                <a:lnTo>
                  <a:pt x="57" y="316"/>
                </a:lnTo>
                <a:lnTo>
                  <a:pt x="58" y="315"/>
                </a:lnTo>
                <a:lnTo>
                  <a:pt x="59" y="314"/>
                </a:lnTo>
                <a:lnTo>
                  <a:pt x="59" y="313"/>
                </a:lnTo>
                <a:lnTo>
                  <a:pt x="60" y="313"/>
                </a:lnTo>
                <a:lnTo>
                  <a:pt x="61" y="312"/>
                </a:lnTo>
                <a:lnTo>
                  <a:pt x="61" y="311"/>
                </a:lnTo>
                <a:lnTo>
                  <a:pt x="62" y="311"/>
                </a:lnTo>
                <a:lnTo>
                  <a:pt x="63" y="311"/>
                </a:lnTo>
                <a:lnTo>
                  <a:pt x="64" y="309"/>
                </a:lnTo>
                <a:lnTo>
                  <a:pt x="66" y="308"/>
                </a:lnTo>
                <a:lnTo>
                  <a:pt x="66" y="309"/>
                </a:lnTo>
                <a:lnTo>
                  <a:pt x="67" y="309"/>
                </a:lnTo>
                <a:lnTo>
                  <a:pt x="68" y="309"/>
                </a:lnTo>
                <a:lnTo>
                  <a:pt x="68" y="308"/>
                </a:lnTo>
                <a:lnTo>
                  <a:pt x="68" y="307"/>
                </a:lnTo>
                <a:lnTo>
                  <a:pt x="69" y="307"/>
                </a:lnTo>
                <a:lnTo>
                  <a:pt x="69" y="308"/>
                </a:lnTo>
                <a:lnTo>
                  <a:pt x="70" y="308"/>
                </a:lnTo>
                <a:lnTo>
                  <a:pt x="71" y="307"/>
                </a:lnTo>
                <a:lnTo>
                  <a:pt x="70" y="306"/>
                </a:lnTo>
                <a:lnTo>
                  <a:pt x="70" y="305"/>
                </a:lnTo>
                <a:lnTo>
                  <a:pt x="70" y="303"/>
                </a:lnTo>
                <a:lnTo>
                  <a:pt x="71" y="303"/>
                </a:lnTo>
                <a:lnTo>
                  <a:pt x="71" y="302"/>
                </a:lnTo>
                <a:lnTo>
                  <a:pt x="72" y="301"/>
                </a:lnTo>
                <a:lnTo>
                  <a:pt x="72" y="299"/>
                </a:lnTo>
                <a:lnTo>
                  <a:pt x="72" y="298"/>
                </a:lnTo>
                <a:lnTo>
                  <a:pt x="71" y="298"/>
                </a:lnTo>
                <a:lnTo>
                  <a:pt x="71" y="297"/>
                </a:lnTo>
                <a:lnTo>
                  <a:pt x="70" y="296"/>
                </a:lnTo>
                <a:lnTo>
                  <a:pt x="70" y="295"/>
                </a:lnTo>
                <a:lnTo>
                  <a:pt x="70" y="294"/>
                </a:lnTo>
                <a:lnTo>
                  <a:pt x="71" y="294"/>
                </a:lnTo>
                <a:lnTo>
                  <a:pt x="71" y="293"/>
                </a:lnTo>
                <a:lnTo>
                  <a:pt x="70" y="292"/>
                </a:lnTo>
                <a:lnTo>
                  <a:pt x="68" y="291"/>
                </a:lnTo>
                <a:lnTo>
                  <a:pt x="67" y="291"/>
                </a:lnTo>
                <a:lnTo>
                  <a:pt x="66" y="290"/>
                </a:lnTo>
                <a:lnTo>
                  <a:pt x="66" y="289"/>
                </a:lnTo>
                <a:lnTo>
                  <a:pt x="65" y="288"/>
                </a:lnTo>
                <a:lnTo>
                  <a:pt x="64" y="288"/>
                </a:lnTo>
                <a:lnTo>
                  <a:pt x="63" y="288"/>
                </a:lnTo>
                <a:lnTo>
                  <a:pt x="62" y="288"/>
                </a:lnTo>
                <a:lnTo>
                  <a:pt x="61" y="288"/>
                </a:lnTo>
                <a:lnTo>
                  <a:pt x="60" y="288"/>
                </a:lnTo>
                <a:lnTo>
                  <a:pt x="61" y="287"/>
                </a:lnTo>
                <a:lnTo>
                  <a:pt x="62" y="287"/>
                </a:lnTo>
                <a:lnTo>
                  <a:pt x="61" y="286"/>
                </a:lnTo>
                <a:lnTo>
                  <a:pt x="60" y="285"/>
                </a:lnTo>
                <a:lnTo>
                  <a:pt x="60" y="284"/>
                </a:lnTo>
                <a:lnTo>
                  <a:pt x="59" y="282"/>
                </a:lnTo>
                <a:lnTo>
                  <a:pt x="58" y="282"/>
                </a:lnTo>
                <a:lnTo>
                  <a:pt x="57" y="282"/>
                </a:lnTo>
                <a:lnTo>
                  <a:pt x="57" y="281"/>
                </a:lnTo>
                <a:lnTo>
                  <a:pt x="57" y="280"/>
                </a:lnTo>
                <a:lnTo>
                  <a:pt x="57" y="279"/>
                </a:lnTo>
                <a:lnTo>
                  <a:pt x="58" y="279"/>
                </a:lnTo>
                <a:lnTo>
                  <a:pt x="58" y="278"/>
                </a:lnTo>
                <a:lnTo>
                  <a:pt x="58" y="277"/>
                </a:lnTo>
                <a:lnTo>
                  <a:pt x="58" y="276"/>
                </a:lnTo>
                <a:lnTo>
                  <a:pt x="58" y="275"/>
                </a:lnTo>
                <a:lnTo>
                  <a:pt x="58" y="274"/>
                </a:lnTo>
                <a:lnTo>
                  <a:pt x="59" y="274"/>
                </a:lnTo>
                <a:lnTo>
                  <a:pt x="58" y="274"/>
                </a:lnTo>
                <a:lnTo>
                  <a:pt x="58" y="273"/>
                </a:lnTo>
                <a:lnTo>
                  <a:pt x="57" y="273"/>
                </a:lnTo>
                <a:lnTo>
                  <a:pt x="56" y="272"/>
                </a:lnTo>
                <a:lnTo>
                  <a:pt x="57" y="271"/>
                </a:lnTo>
                <a:lnTo>
                  <a:pt x="57" y="272"/>
                </a:lnTo>
                <a:lnTo>
                  <a:pt x="58" y="271"/>
                </a:lnTo>
                <a:lnTo>
                  <a:pt x="57" y="271"/>
                </a:lnTo>
                <a:lnTo>
                  <a:pt x="56" y="270"/>
                </a:lnTo>
                <a:lnTo>
                  <a:pt x="55" y="270"/>
                </a:lnTo>
                <a:lnTo>
                  <a:pt x="55" y="269"/>
                </a:lnTo>
                <a:lnTo>
                  <a:pt x="56" y="267"/>
                </a:lnTo>
                <a:lnTo>
                  <a:pt x="55" y="266"/>
                </a:lnTo>
                <a:lnTo>
                  <a:pt x="55" y="265"/>
                </a:lnTo>
                <a:lnTo>
                  <a:pt x="55" y="263"/>
                </a:lnTo>
                <a:lnTo>
                  <a:pt x="54" y="262"/>
                </a:lnTo>
                <a:lnTo>
                  <a:pt x="54" y="260"/>
                </a:lnTo>
                <a:lnTo>
                  <a:pt x="54" y="258"/>
                </a:lnTo>
                <a:lnTo>
                  <a:pt x="55" y="258"/>
                </a:lnTo>
                <a:lnTo>
                  <a:pt x="56" y="258"/>
                </a:lnTo>
                <a:lnTo>
                  <a:pt x="56" y="256"/>
                </a:lnTo>
                <a:lnTo>
                  <a:pt x="56" y="255"/>
                </a:lnTo>
                <a:lnTo>
                  <a:pt x="57" y="255"/>
                </a:lnTo>
                <a:lnTo>
                  <a:pt x="57" y="254"/>
                </a:lnTo>
                <a:lnTo>
                  <a:pt x="58" y="253"/>
                </a:lnTo>
                <a:lnTo>
                  <a:pt x="59" y="254"/>
                </a:lnTo>
                <a:lnTo>
                  <a:pt x="60" y="253"/>
                </a:lnTo>
                <a:lnTo>
                  <a:pt x="61" y="252"/>
                </a:lnTo>
                <a:lnTo>
                  <a:pt x="62" y="251"/>
                </a:lnTo>
                <a:lnTo>
                  <a:pt x="62" y="250"/>
                </a:lnTo>
                <a:lnTo>
                  <a:pt x="61" y="250"/>
                </a:lnTo>
                <a:lnTo>
                  <a:pt x="61" y="249"/>
                </a:lnTo>
                <a:lnTo>
                  <a:pt x="60" y="248"/>
                </a:lnTo>
                <a:lnTo>
                  <a:pt x="59" y="248"/>
                </a:lnTo>
                <a:lnTo>
                  <a:pt x="59" y="247"/>
                </a:lnTo>
                <a:lnTo>
                  <a:pt x="58" y="247"/>
                </a:lnTo>
                <a:lnTo>
                  <a:pt x="57" y="247"/>
                </a:lnTo>
                <a:lnTo>
                  <a:pt x="57" y="248"/>
                </a:lnTo>
                <a:lnTo>
                  <a:pt x="56" y="248"/>
                </a:lnTo>
                <a:lnTo>
                  <a:pt x="56" y="249"/>
                </a:lnTo>
                <a:lnTo>
                  <a:pt x="55" y="249"/>
                </a:lnTo>
                <a:lnTo>
                  <a:pt x="55" y="250"/>
                </a:lnTo>
                <a:lnTo>
                  <a:pt x="54" y="250"/>
                </a:lnTo>
                <a:lnTo>
                  <a:pt x="54" y="251"/>
                </a:lnTo>
                <a:lnTo>
                  <a:pt x="53" y="251"/>
                </a:lnTo>
                <a:lnTo>
                  <a:pt x="53" y="250"/>
                </a:lnTo>
                <a:lnTo>
                  <a:pt x="53" y="249"/>
                </a:lnTo>
                <a:lnTo>
                  <a:pt x="53" y="248"/>
                </a:lnTo>
                <a:lnTo>
                  <a:pt x="54" y="248"/>
                </a:lnTo>
                <a:lnTo>
                  <a:pt x="54" y="247"/>
                </a:lnTo>
                <a:lnTo>
                  <a:pt x="54" y="245"/>
                </a:lnTo>
                <a:lnTo>
                  <a:pt x="55" y="245"/>
                </a:lnTo>
                <a:lnTo>
                  <a:pt x="55" y="244"/>
                </a:lnTo>
                <a:lnTo>
                  <a:pt x="55" y="243"/>
                </a:lnTo>
                <a:lnTo>
                  <a:pt x="55" y="242"/>
                </a:lnTo>
                <a:lnTo>
                  <a:pt x="56" y="241"/>
                </a:lnTo>
                <a:lnTo>
                  <a:pt x="56" y="240"/>
                </a:lnTo>
                <a:lnTo>
                  <a:pt x="57" y="240"/>
                </a:lnTo>
                <a:lnTo>
                  <a:pt x="57" y="239"/>
                </a:lnTo>
                <a:lnTo>
                  <a:pt x="57" y="238"/>
                </a:lnTo>
                <a:lnTo>
                  <a:pt x="58" y="238"/>
                </a:lnTo>
                <a:lnTo>
                  <a:pt x="58" y="237"/>
                </a:lnTo>
                <a:lnTo>
                  <a:pt x="58" y="236"/>
                </a:lnTo>
                <a:lnTo>
                  <a:pt x="57" y="236"/>
                </a:lnTo>
                <a:lnTo>
                  <a:pt x="57" y="235"/>
                </a:lnTo>
                <a:lnTo>
                  <a:pt x="58" y="235"/>
                </a:lnTo>
                <a:lnTo>
                  <a:pt x="58" y="234"/>
                </a:lnTo>
                <a:lnTo>
                  <a:pt x="58" y="233"/>
                </a:lnTo>
                <a:lnTo>
                  <a:pt x="58" y="232"/>
                </a:lnTo>
                <a:lnTo>
                  <a:pt x="58" y="231"/>
                </a:lnTo>
                <a:lnTo>
                  <a:pt x="58" y="229"/>
                </a:lnTo>
                <a:lnTo>
                  <a:pt x="60" y="228"/>
                </a:lnTo>
                <a:lnTo>
                  <a:pt x="60" y="227"/>
                </a:lnTo>
                <a:lnTo>
                  <a:pt x="60" y="226"/>
                </a:lnTo>
                <a:lnTo>
                  <a:pt x="61" y="225"/>
                </a:lnTo>
                <a:lnTo>
                  <a:pt x="61" y="224"/>
                </a:lnTo>
                <a:lnTo>
                  <a:pt x="62" y="223"/>
                </a:lnTo>
                <a:lnTo>
                  <a:pt x="63" y="223"/>
                </a:lnTo>
                <a:lnTo>
                  <a:pt x="63" y="222"/>
                </a:lnTo>
                <a:lnTo>
                  <a:pt x="64" y="222"/>
                </a:lnTo>
                <a:lnTo>
                  <a:pt x="63" y="222"/>
                </a:lnTo>
                <a:lnTo>
                  <a:pt x="62" y="222"/>
                </a:lnTo>
                <a:lnTo>
                  <a:pt x="62" y="221"/>
                </a:lnTo>
                <a:lnTo>
                  <a:pt x="61" y="221"/>
                </a:lnTo>
                <a:lnTo>
                  <a:pt x="61" y="222"/>
                </a:lnTo>
                <a:lnTo>
                  <a:pt x="60" y="222"/>
                </a:lnTo>
                <a:lnTo>
                  <a:pt x="60" y="223"/>
                </a:lnTo>
                <a:lnTo>
                  <a:pt x="59" y="223"/>
                </a:lnTo>
                <a:lnTo>
                  <a:pt x="59" y="222"/>
                </a:lnTo>
                <a:lnTo>
                  <a:pt x="60" y="222"/>
                </a:lnTo>
                <a:lnTo>
                  <a:pt x="60" y="221"/>
                </a:lnTo>
                <a:lnTo>
                  <a:pt x="60" y="220"/>
                </a:lnTo>
                <a:lnTo>
                  <a:pt x="59" y="220"/>
                </a:lnTo>
                <a:lnTo>
                  <a:pt x="58" y="219"/>
                </a:lnTo>
                <a:lnTo>
                  <a:pt x="57" y="219"/>
                </a:lnTo>
                <a:lnTo>
                  <a:pt x="57" y="220"/>
                </a:lnTo>
                <a:lnTo>
                  <a:pt x="56" y="220"/>
                </a:lnTo>
                <a:lnTo>
                  <a:pt x="55" y="221"/>
                </a:lnTo>
                <a:lnTo>
                  <a:pt x="54" y="222"/>
                </a:lnTo>
                <a:lnTo>
                  <a:pt x="53" y="221"/>
                </a:lnTo>
                <a:lnTo>
                  <a:pt x="53" y="220"/>
                </a:lnTo>
                <a:lnTo>
                  <a:pt x="54" y="220"/>
                </a:lnTo>
                <a:lnTo>
                  <a:pt x="54" y="219"/>
                </a:lnTo>
                <a:lnTo>
                  <a:pt x="53" y="219"/>
                </a:lnTo>
                <a:lnTo>
                  <a:pt x="52" y="219"/>
                </a:lnTo>
                <a:lnTo>
                  <a:pt x="52" y="218"/>
                </a:lnTo>
                <a:lnTo>
                  <a:pt x="52" y="217"/>
                </a:lnTo>
                <a:lnTo>
                  <a:pt x="51" y="217"/>
                </a:lnTo>
                <a:lnTo>
                  <a:pt x="51" y="218"/>
                </a:lnTo>
                <a:lnTo>
                  <a:pt x="51" y="217"/>
                </a:lnTo>
                <a:lnTo>
                  <a:pt x="51" y="216"/>
                </a:lnTo>
                <a:lnTo>
                  <a:pt x="50" y="215"/>
                </a:lnTo>
                <a:lnTo>
                  <a:pt x="50" y="214"/>
                </a:lnTo>
                <a:lnTo>
                  <a:pt x="51" y="213"/>
                </a:lnTo>
                <a:lnTo>
                  <a:pt x="51" y="212"/>
                </a:lnTo>
                <a:lnTo>
                  <a:pt x="52" y="211"/>
                </a:lnTo>
                <a:lnTo>
                  <a:pt x="52" y="210"/>
                </a:lnTo>
                <a:lnTo>
                  <a:pt x="52" y="209"/>
                </a:lnTo>
                <a:lnTo>
                  <a:pt x="51" y="209"/>
                </a:lnTo>
                <a:lnTo>
                  <a:pt x="51" y="208"/>
                </a:lnTo>
                <a:lnTo>
                  <a:pt x="50" y="208"/>
                </a:lnTo>
                <a:lnTo>
                  <a:pt x="50" y="207"/>
                </a:lnTo>
                <a:lnTo>
                  <a:pt x="50" y="206"/>
                </a:lnTo>
                <a:lnTo>
                  <a:pt x="49" y="206"/>
                </a:lnTo>
                <a:lnTo>
                  <a:pt x="49" y="203"/>
                </a:lnTo>
                <a:lnTo>
                  <a:pt x="49" y="201"/>
                </a:lnTo>
                <a:lnTo>
                  <a:pt x="49" y="200"/>
                </a:lnTo>
                <a:lnTo>
                  <a:pt x="50" y="200"/>
                </a:lnTo>
                <a:lnTo>
                  <a:pt x="49" y="199"/>
                </a:lnTo>
                <a:lnTo>
                  <a:pt x="50" y="197"/>
                </a:lnTo>
                <a:lnTo>
                  <a:pt x="50" y="196"/>
                </a:lnTo>
                <a:lnTo>
                  <a:pt x="51" y="196"/>
                </a:lnTo>
                <a:lnTo>
                  <a:pt x="51" y="195"/>
                </a:lnTo>
                <a:lnTo>
                  <a:pt x="51" y="194"/>
                </a:lnTo>
                <a:lnTo>
                  <a:pt x="51" y="193"/>
                </a:lnTo>
                <a:lnTo>
                  <a:pt x="51" y="192"/>
                </a:lnTo>
                <a:lnTo>
                  <a:pt x="52" y="192"/>
                </a:lnTo>
                <a:lnTo>
                  <a:pt x="51" y="192"/>
                </a:lnTo>
                <a:lnTo>
                  <a:pt x="51" y="191"/>
                </a:lnTo>
                <a:lnTo>
                  <a:pt x="51" y="190"/>
                </a:lnTo>
                <a:lnTo>
                  <a:pt x="52" y="189"/>
                </a:lnTo>
                <a:lnTo>
                  <a:pt x="53" y="188"/>
                </a:lnTo>
                <a:lnTo>
                  <a:pt x="53" y="186"/>
                </a:lnTo>
                <a:lnTo>
                  <a:pt x="54" y="186"/>
                </a:lnTo>
                <a:lnTo>
                  <a:pt x="54" y="185"/>
                </a:lnTo>
                <a:lnTo>
                  <a:pt x="55" y="185"/>
                </a:lnTo>
                <a:lnTo>
                  <a:pt x="56" y="185"/>
                </a:lnTo>
                <a:lnTo>
                  <a:pt x="56" y="184"/>
                </a:lnTo>
                <a:lnTo>
                  <a:pt x="55" y="184"/>
                </a:lnTo>
                <a:lnTo>
                  <a:pt x="55" y="183"/>
                </a:lnTo>
                <a:lnTo>
                  <a:pt x="54" y="183"/>
                </a:lnTo>
                <a:lnTo>
                  <a:pt x="54" y="182"/>
                </a:lnTo>
                <a:lnTo>
                  <a:pt x="55" y="182"/>
                </a:lnTo>
                <a:lnTo>
                  <a:pt x="54" y="181"/>
                </a:lnTo>
                <a:lnTo>
                  <a:pt x="54" y="180"/>
                </a:lnTo>
                <a:lnTo>
                  <a:pt x="53" y="179"/>
                </a:lnTo>
                <a:lnTo>
                  <a:pt x="52" y="179"/>
                </a:lnTo>
                <a:lnTo>
                  <a:pt x="52" y="180"/>
                </a:lnTo>
                <a:lnTo>
                  <a:pt x="51" y="180"/>
                </a:lnTo>
                <a:lnTo>
                  <a:pt x="51" y="181"/>
                </a:lnTo>
                <a:lnTo>
                  <a:pt x="50" y="181"/>
                </a:lnTo>
                <a:lnTo>
                  <a:pt x="49" y="182"/>
                </a:lnTo>
                <a:lnTo>
                  <a:pt x="48" y="182"/>
                </a:lnTo>
                <a:lnTo>
                  <a:pt x="47" y="181"/>
                </a:lnTo>
                <a:lnTo>
                  <a:pt x="47" y="180"/>
                </a:lnTo>
                <a:lnTo>
                  <a:pt x="46" y="180"/>
                </a:lnTo>
                <a:lnTo>
                  <a:pt x="46" y="181"/>
                </a:lnTo>
                <a:lnTo>
                  <a:pt x="45" y="181"/>
                </a:lnTo>
                <a:lnTo>
                  <a:pt x="44" y="182"/>
                </a:lnTo>
                <a:lnTo>
                  <a:pt x="43" y="183"/>
                </a:lnTo>
                <a:lnTo>
                  <a:pt x="43" y="182"/>
                </a:lnTo>
                <a:lnTo>
                  <a:pt x="42" y="182"/>
                </a:lnTo>
                <a:lnTo>
                  <a:pt x="42" y="181"/>
                </a:lnTo>
                <a:lnTo>
                  <a:pt x="41" y="181"/>
                </a:lnTo>
                <a:lnTo>
                  <a:pt x="41" y="180"/>
                </a:lnTo>
                <a:lnTo>
                  <a:pt x="42" y="179"/>
                </a:lnTo>
                <a:lnTo>
                  <a:pt x="42" y="178"/>
                </a:lnTo>
                <a:lnTo>
                  <a:pt x="43" y="178"/>
                </a:lnTo>
                <a:lnTo>
                  <a:pt x="44" y="178"/>
                </a:lnTo>
                <a:lnTo>
                  <a:pt x="45" y="177"/>
                </a:lnTo>
                <a:lnTo>
                  <a:pt x="46" y="177"/>
                </a:lnTo>
                <a:lnTo>
                  <a:pt x="46" y="176"/>
                </a:lnTo>
                <a:lnTo>
                  <a:pt x="47" y="176"/>
                </a:lnTo>
                <a:lnTo>
                  <a:pt x="48" y="176"/>
                </a:lnTo>
                <a:lnTo>
                  <a:pt x="48" y="175"/>
                </a:lnTo>
                <a:lnTo>
                  <a:pt x="49" y="175"/>
                </a:lnTo>
                <a:lnTo>
                  <a:pt x="50" y="175"/>
                </a:lnTo>
                <a:lnTo>
                  <a:pt x="51" y="174"/>
                </a:lnTo>
                <a:lnTo>
                  <a:pt x="50" y="174"/>
                </a:lnTo>
                <a:lnTo>
                  <a:pt x="50" y="173"/>
                </a:lnTo>
                <a:lnTo>
                  <a:pt x="49" y="173"/>
                </a:lnTo>
                <a:lnTo>
                  <a:pt x="49" y="172"/>
                </a:lnTo>
                <a:lnTo>
                  <a:pt x="49" y="171"/>
                </a:lnTo>
                <a:lnTo>
                  <a:pt x="50" y="171"/>
                </a:lnTo>
                <a:lnTo>
                  <a:pt x="51" y="171"/>
                </a:lnTo>
                <a:lnTo>
                  <a:pt x="51" y="170"/>
                </a:lnTo>
                <a:lnTo>
                  <a:pt x="52" y="169"/>
                </a:lnTo>
                <a:lnTo>
                  <a:pt x="53" y="168"/>
                </a:lnTo>
                <a:lnTo>
                  <a:pt x="52" y="168"/>
                </a:lnTo>
                <a:lnTo>
                  <a:pt x="52" y="167"/>
                </a:lnTo>
                <a:lnTo>
                  <a:pt x="53" y="167"/>
                </a:lnTo>
                <a:lnTo>
                  <a:pt x="53" y="166"/>
                </a:lnTo>
                <a:lnTo>
                  <a:pt x="54" y="166"/>
                </a:lnTo>
                <a:lnTo>
                  <a:pt x="54" y="165"/>
                </a:lnTo>
                <a:lnTo>
                  <a:pt x="53" y="165"/>
                </a:lnTo>
                <a:lnTo>
                  <a:pt x="51" y="165"/>
                </a:lnTo>
                <a:lnTo>
                  <a:pt x="51" y="164"/>
                </a:lnTo>
                <a:lnTo>
                  <a:pt x="51" y="163"/>
                </a:lnTo>
                <a:lnTo>
                  <a:pt x="50" y="163"/>
                </a:lnTo>
                <a:lnTo>
                  <a:pt x="49" y="163"/>
                </a:lnTo>
                <a:lnTo>
                  <a:pt x="49" y="162"/>
                </a:lnTo>
                <a:lnTo>
                  <a:pt x="50" y="162"/>
                </a:lnTo>
                <a:lnTo>
                  <a:pt x="49" y="162"/>
                </a:lnTo>
                <a:lnTo>
                  <a:pt x="48" y="162"/>
                </a:lnTo>
                <a:lnTo>
                  <a:pt x="48" y="161"/>
                </a:lnTo>
                <a:lnTo>
                  <a:pt x="47" y="161"/>
                </a:lnTo>
                <a:lnTo>
                  <a:pt x="47" y="160"/>
                </a:lnTo>
                <a:lnTo>
                  <a:pt x="47" y="159"/>
                </a:lnTo>
                <a:lnTo>
                  <a:pt x="48" y="159"/>
                </a:lnTo>
                <a:lnTo>
                  <a:pt x="48" y="158"/>
                </a:lnTo>
                <a:lnTo>
                  <a:pt x="48" y="157"/>
                </a:lnTo>
                <a:lnTo>
                  <a:pt x="47" y="156"/>
                </a:lnTo>
                <a:lnTo>
                  <a:pt x="47" y="155"/>
                </a:lnTo>
                <a:lnTo>
                  <a:pt x="48" y="155"/>
                </a:lnTo>
                <a:lnTo>
                  <a:pt x="47" y="154"/>
                </a:lnTo>
                <a:lnTo>
                  <a:pt x="47" y="153"/>
                </a:lnTo>
                <a:lnTo>
                  <a:pt x="48" y="152"/>
                </a:lnTo>
                <a:lnTo>
                  <a:pt x="47" y="151"/>
                </a:lnTo>
                <a:lnTo>
                  <a:pt x="47" y="149"/>
                </a:lnTo>
                <a:lnTo>
                  <a:pt x="47" y="148"/>
                </a:lnTo>
                <a:lnTo>
                  <a:pt x="48" y="148"/>
                </a:lnTo>
                <a:lnTo>
                  <a:pt x="48" y="147"/>
                </a:lnTo>
                <a:lnTo>
                  <a:pt x="48" y="146"/>
                </a:lnTo>
                <a:lnTo>
                  <a:pt x="49" y="146"/>
                </a:lnTo>
                <a:lnTo>
                  <a:pt x="49" y="144"/>
                </a:lnTo>
                <a:lnTo>
                  <a:pt x="49" y="143"/>
                </a:lnTo>
                <a:lnTo>
                  <a:pt x="50" y="140"/>
                </a:lnTo>
                <a:lnTo>
                  <a:pt x="50" y="139"/>
                </a:lnTo>
                <a:lnTo>
                  <a:pt x="51" y="138"/>
                </a:lnTo>
                <a:lnTo>
                  <a:pt x="52" y="138"/>
                </a:lnTo>
                <a:lnTo>
                  <a:pt x="52" y="137"/>
                </a:lnTo>
                <a:lnTo>
                  <a:pt x="53" y="137"/>
                </a:lnTo>
                <a:lnTo>
                  <a:pt x="53" y="136"/>
                </a:lnTo>
                <a:lnTo>
                  <a:pt x="53" y="135"/>
                </a:lnTo>
                <a:lnTo>
                  <a:pt x="53" y="133"/>
                </a:lnTo>
                <a:lnTo>
                  <a:pt x="54" y="133"/>
                </a:lnTo>
                <a:lnTo>
                  <a:pt x="55" y="132"/>
                </a:lnTo>
                <a:lnTo>
                  <a:pt x="55" y="131"/>
                </a:lnTo>
                <a:lnTo>
                  <a:pt x="55" y="130"/>
                </a:lnTo>
                <a:lnTo>
                  <a:pt x="56" y="129"/>
                </a:lnTo>
                <a:lnTo>
                  <a:pt x="55" y="129"/>
                </a:lnTo>
                <a:lnTo>
                  <a:pt x="55" y="128"/>
                </a:lnTo>
                <a:lnTo>
                  <a:pt x="54" y="127"/>
                </a:lnTo>
                <a:lnTo>
                  <a:pt x="54" y="126"/>
                </a:lnTo>
                <a:lnTo>
                  <a:pt x="53" y="126"/>
                </a:lnTo>
                <a:lnTo>
                  <a:pt x="53" y="127"/>
                </a:lnTo>
                <a:lnTo>
                  <a:pt x="52" y="126"/>
                </a:lnTo>
                <a:lnTo>
                  <a:pt x="51" y="126"/>
                </a:lnTo>
                <a:lnTo>
                  <a:pt x="51" y="125"/>
                </a:lnTo>
                <a:lnTo>
                  <a:pt x="50" y="125"/>
                </a:lnTo>
                <a:lnTo>
                  <a:pt x="49" y="125"/>
                </a:lnTo>
                <a:lnTo>
                  <a:pt x="49" y="124"/>
                </a:lnTo>
                <a:lnTo>
                  <a:pt x="48" y="125"/>
                </a:lnTo>
                <a:lnTo>
                  <a:pt x="47" y="125"/>
                </a:lnTo>
                <a:lnTo>
                  <a:pt x="47" y="124"/>
                </a:lnTo>
                <a:lnTo>
                  <a:pt x="46" y="123"/>
                </a:lnTo>
                <a:lnTo>
                  <a:pt x="46" y="122"/>
                </a:lnTo>
                <a:lnTo>
                  <a:pt x="46" y="121"/>
                </a:lnTo>
                <a:lnTo>
                  <a:pt x="47" y="121"/>
                </a:lnTo>
                <a:lnTo>
                  <a:pt x="48" y="121"/>
                </a:lnTo>
                <a:lnTo>
                  <a:pt x="49" y="120"/>
                </a:lnTo>
                <a:lnTo>
                  <a:pt x="50" y="120"/>
                </a:lnTo>
                <a:lnTo>
                  <a:pt x="51" y="120"/>
                </a:lnTo>
                <a:lnTo>
                  <a:pt x="51" y="119"/>
                </a:lnTo>
                <a:lnTo>
                  <a:pt x="51" y="118"/>
                </a:lnTo>
                <a:lnTo>
                  <a:pt x="50" y="118"/>
                </a:lnTo>
                <a:lnTo>
                  <a:pt x="50" y="117"/>
                </a:lnTo>
                <a:lnTo>
                  <a:pt x="49" y="117"/>
                </a:lnTo>
                <a:lnTo>
                  <a:pt x="50" y="117"/>
                </a:lnTo>
                <a:lnTo>
                  <a:pt x="50" y="116"/>
                </a:lnTo>
                <a:lnTo>
                  <a:pt x="50" y="115"/>
                </a:lnTo>
                <a:lnTo>
                  <a:pt x="50" y="114"/>
                </a:lnTo>
                <a:lnTo>
                  <a:pt x="51" y="114"/>
                </a:lnTo>
                <a:lnTo>
                  <a:pt x="51" y="113"/>
                </a:lnTo>
                <a:lnTo>
                  <a:pt x="51" y="112"/>
                </a:lnTo>
                <a:lnTo>
                  <a:pt x="51" y="111"/>
                </a:lnTo>
                <a:lnTo>
                  <a:pt x="51" y="110"/>
                </a:lnTo>
                <a:lnTo>
                  <a:pt x="50" y="110"/>
                </a:lnTo>
                <a:lnTo>
                  <a:pt x="50" y="109"/>
                </a:lnTo>
                <a:lnTo>
                  <a:pt x="50" y="108"/>
                </a:lnTo>
                <a:lnTo>
                  <a:pt x="50" y="107"/>
                </a:lnTo>
                <a:lnTo>
                  <a:pt x="50" y="108"/>
                </a:lnTo>
                <a:lnTo>
                  <a:pt x="51" y="108"/>
                </a:lnTo>
                <a:lnTo>
                  <a:pt x="51" y="107"/>
                </a:lnTo>
                <a:lnTo>
                  <a:pt x="52" y="107"/>
                </a:lnTo>
                <a:lnTo>
                  <a:pt x="52" y="106"/>
                </a:lnTo>
                <a:lnTo>
                  <a:pt x="53" y="106"/>
                </a:lnTo>
                <a:lnTo>
                  <a:pt x="53" y="105"/>
                </a:lnTo>
                <a:lnTo>
                  <a:pt x="54" y="105"/>
                </a:lnTo>
                <a:lnTo>
                  <a:pt x="54" y="106"/>
                </a:lnTo>
                <a:lnTo>
                  <a:pt x="54" y="105"/>
                </a:lnTo>
                <a:lnTo>
                  <a:pt x="55" y="105"/>
                </a:lnTo>
                <a:lnTo>
                  <a:pt x="56" y="104"/>
                </a:lnTo>
                <a:lnTo>
                  <a:pt x="56" y="103"/>
                </a:lnTo>
                <a:lnTo>
                  <a:pt x="57" y="103"/>
                </a:lnTo>
                <a:lnTo>
                  <a:pt x="57" y="102"/>
                </a:lnTo>
                <a:lnTo>
                  <a:pt x="58" y="102"/>
                </a:lnTo>
                <a:lnTo>
                  <a:pt x="59" y="101"/>
                </a:lnTo>
                <a:lnTo>
                  <a:pt x="59" y="100"/>
                </a:lnTo>
                <a:lnTo>
                  <a:pt x="60" y="100"/>
                </a:lnTo>
                <a:lnTo>
                  <a:pt x="60" y="99"/>
                </a:lnTo>
                <a:lnTo>
                  <a:pt x="59" y="99"/>
                </a:lnTo>
                <a:lnTo>
                  <a:pt x="59" y="98"/>
                </a:lnTo>
                <a:lnTo>
                  <a:pt x="58" y="98"/>
                </a:lnTo>
                <a:lnTo>
                  <a:pt x="57" y="98"/>
                </a:lnTo>
                <a:lnTo>
                  <a:pt x="57" y="97"/>
                </a:lnTo>
                <a:lnTo>
                  <a:pt x="58" y="97"/>
                </a:lnTo>
                <a:lnTo>
                  <a:pt x="58" y="96"/>
                </a:lnTo>
                <a:lnTo>
                  <a:pt x="58" y="95"/>
                </a:lnTo>
                <a:lnTo>
                  <a:pt x="57" y="95"/>
                </a:lnTo>
                <a:lnTo>
                  <a:pt x="57" y="94"/>
                </a:lnTo>
                <a:lnTo>
                  <a:pt x="58" y="94"/>
                </a:lnTo>
                <a:lnTo>
                  <a:pt x="58" y="93"/>
                </a:lnTo>
                <a:lnTo>
                  <a:pt x="58" y="92"/>
                </a:lnTo>
                <a:lnTo>
                  <a:pt x="58" y="91"/>
                </a:lnTo>
                <a:lnTo>
                  <a:pt x="57" y="91"/>
                </a:lnTo>
                <a:lnTo>
                  <a:pt x="58" y="91"/>
                </a:lnTo>
                <a:lnTo>
                  <a:pt x="58" y="90"/>
                </a:lnTo>
                <a:lnTo>
                  <a:pt x="59" y="90"/>
                </a:lnTo>
                <a:lnTo>
                  <a:pt x="60" y="90"/>
                </a:lnTo>
                <a:lnTo>
                  <a:pt x="60" y="89"/>
                </a:lnTo>
                <a:lnTo>
                  <a:pt x="61" y="89"/>
                </a:lnTo>
                <a:lnTo>
                  <a:pt x="61" y="90"/>
                </a:lnTo>
                <a:lnTo>
                  <a:pt x="62" y="90"/>
                </a:lnTo>
                <a:lnTo>
                  <a:pt x="63" y="90"/>
                </a:lnTo>
                <a:lnTo>
                  <a:pt x="63" y="89"/>
                </a:lnTo>
                <a:lnTo>
                  <a:pt x="62" y="89"/>
                </a:lnTo>
                <a:lnTo>
                  <a:pt x="63" y="88"/>
                </a:lnTo>
                <a:lnTo>
                  <a:pt x="62" y="88"/>
                </a:lnTo>
                <a:lnTo>
                  <a:pt x="62" y="87"/>
                </a:lnTo>
                <a:lnTo>
                  <a:pt x="61" y="86"/>
                </a:lnTo>
                <a:lnTo>
                  <a:pt x="61" y="85"/>
                </a:lnTo>
                <a:lnTo>
                  <a:pt x="61" y="84"/>
                </a:lnTo>
                <a:lnTo>
                  <a:pt x="62" y="83"/>
                </a:lnTo>
                <a:lnTo>
                  <a:pt x="63" y="83"/>
                </a:lnTo>
                <a:lnTo>
                  <a:pt x="63" y="82"/>
                </a:lnTo>
                <a:lnTo>
                  <a:pt x="64" y="82"/>
                </a:lnTo>
                <a:lnTo>
                  <a:pt x="64" y="83"/>
                </a:lnTo>
                <a:lnTo>
                  <a:pt x="65" y="83"/>
                </a:lnTo>
                <a:lnTo>
                  <a:pt x="65" y="82"/>
                </a:lnTo>
                <a:lnTo>
                  <a:pt x="64" y="82"/>
                </a:lnTo>
                <a:lnTo>
                  <a:pt x="65" y="82"/>
                </a:lnTo>
                <a:lnTo>
                  <a:pt x="65" y="81"/>
                </a:lnTo>
                <a:lnTo>
                  <a:pt x="66" y="81"/>
                </a:lnTo>
                <a:lnTo>
                  <a:pt x="65" y="80"/>
                </a:lnTo>
                <a:lnTo>
                  <a:pt x="65" y="79"/>
                </a:lnTo>
                <a:lnTo>
                  <a:pt x="65" y="78"/>
                </a:lnTo>
                <a:lnTo>
                  <a:pt x="65" y="77"/>
                </a:lnTo>
                <a:lnTo>
                  <a:pt x="65" y="76"/>
                </a:lnTo>
                <a:lnTo>
                  <a:pt x="66" y="76"/>
                </a:lnTo>
                <a:lnTo>
                  <a:pt x="66" y="75"/>
                </a:lnTo>
                <a:lnTo>
                  <a:pt x="66" y="76"/>
                </a:lnTo>
                <a:lnTo>
                  <a:pt x="67" y="76"/>
                </a:lnTo>
                <a:lnTo>
                  <a:pt x="68" y="76"/>
                </a:lnTo>
                <a:lnTo>
                  <a:pt x="68" y="75"/>
                </a:lnTo>
                <a:lnTo>
                  <a:pt x="67" y="75"/>
                </a:lnTo>
                <a:lnTo>
                  <a:pt x="67" y="73"/>
                </a:lnTo>
                <a:lnTo>
                  <a:pt x="67" y="72"/>
                </a:lnTo>
                <a:lnTo>
                  <a:pt x="67" y="71"/>
                </a:lnTo>
                <a:lnTo>
                  <a:pt x="68" y="71"/>
                </a:lnTo>
                <a:lnTo>
                  <a:pt x="68" y="72"/>
                </a:lnTo>
                <a:lnTo>
                  <a:pt x="69" y="72"/>
                </a:lnTo>
                <a:lnTo>
                  <a:pt x="69" y="73"/>
                </a:lnTo>
                <a:lnTo>
                  <a:pt x="70" y="73"/>
                </a:lnTo>
                <a:lnTo>
                  <a:pt x="70" y="74"/>
                </a:lnTo>
                <a:lnTo>
                  <a:pt x="71" y="74"/>
                </a:lnTo>
                <a:lnTo>
                  <a:pt x="71" y="73"/>
                </a:lnTo>
                <a:lnTo>
                  <a:pt x="70" y="72"/>
                </a:lnTo>
                <a:lnTo>
                  <a:pt x="70" y="70"/>
                </a:lnTo>
                <a:lnTo>
                  <a:pt x="70" y="69"/>
                </a:lnTo>
                <a:lnTo>
                  <a:pt x="71" y="69"/>
                </a:lnTo>
                <a:lnTo>
                  <a:pt x="71" y="68"/>
                </a:lnTo>
                <a:lnTo>
                  <a:pt x="72" y="68"/>
                </a:lnTo>
                <a:lnTo>
                  <a:pt x="72" y="69"/>
                </a:lnTo>
                <a:lnTo>
                  <a:pt x="73" y="69"/>
                </a:lnTo>
                <a:lnTo>
                  <a:pt x="74" y="68"/>
                </a:lnTo>
                <a:lnTo>
                  <a:pt x="74" y="67"/>
                </a:lnTo>
                <a:lnTo>
                  <a:pt x="75" y="67"/>
                </a:lnTo>
                <a:lnTo>
                  <a:pt x="74" y="66"/>
                </a:lnTo>
                <a:lnTo>
                  <a:pt x="75" y="66"/>
                </a:lnTo>
                <a:lnTo>
                  <a:pt x="74" y="66"/>
                </a:lnTo>
                <a:lnTo>
                  <a:pt x="75" y="66"/>
                </a:lnTo>
                <a:lnTo>
                  <a:pt x="75" y="65"/>
                </a:lnTo>
                <a:lnTo>
                  <a:pt x="75" y="64"/>
                </a:lnTo>
                <a:lnTo>
                  <a:pt x="74" y="64"/>
                </a:lnTo>
                <a:lnTo>
                  <a:pt x="74" y="63"/>
                </a:lnTo>
                <a:lnTo>
                  <a:pt x="75" y="63"/>
                </a:lnTo>
                <a:lnTo>
                  <a:pt x="76" y="63"/>
                </a:lnTo>
                <a:lnTo>
                  <a:pt x="77" y="63"/>
                </a:lnTo>
                <a:lnTo>
                  <a:pt x="77" y="62"/>
                </a:lnTo>
                <a:lnTo>
                  <a:pt x="76" y="62"/>
                </a:lnTo>
                <a:lnTo>
                  <a:pt x="76" y="61"/>
                </a:lnTo>
                <a:lnTo>
                  <a:pt x="76" y="60"/>
                </a:lnTo>
                <a:lnTo>
                  <a:pt x="77" y="60"/>
                </a:lnTo>
                <a:lnTo>
                  <a:pt x="78" y="60"/>
                </a:lnTo>
                <a:lnTo>
                  <a:pt x="78" y="61"/>
                </a:lnTo>
                <a:lnTo>
                  <a:pt x="79" y="61"/>
                </a:lnTo>
                <a:lnTo>
                  <a:pt x="79" y="62"/>
                </a:lnTo>
                <a:lnTo>
                  <a:pt x="80" y="62"/>
                </a:lnTo>
                <a:lnTo>
                  <a:pt x="80" y="61"/>
                </a:lnTo>
                <a:lnTo>
                  <a:pt x="80" y="62"/>
                </a:lnTo>
                <a:lnTo>
                  <a:pt x="81" y="62"/>
                </a:lnTo>
                <a:lnTo>
                  <a:pt x="82" y="62"/>
                </a:lnTo>
                <a:lnTo>
                  <a:pt x="82" y="61"/>
                </a:lnTo>
                <a:lnTo>
                  <a:pt x="83" y="61"/>
                </a:lnTo>
                <a:lnTo>
                  <a:pt x="83" y="60"/>
                </a:lnTo>
                <a:lnTo>
                  <a:pt x="82" y="60"/>
                </a:lnTo>
                <a:lnTo>
                  <a:pt x="83" y="60"/>
                </a:lnTo>
                <a:lnTo>
                  <a:pt x="83" y="59"/>
                </a:lnTo>
                <a:lnTo>
                  <a:pt x="84" y="59"/>
                </a:lnTo>
                <a:lnTo>
                  <a:pt x="85" y="59"/>
                </a:lnTo>
                <a:lnTo>
                  <a:pt x="86" y="59"/>
                </a:lnTo>
                <a:lnTo>
                  <a:pt x="87" y="59"/>
                </a:lnTo>
                <a:lnTo>
                  <a:pt x="87" y="60"/>
                </a:lnTo>
                <a:lnTo>
                  <a:pt x="87" y="59"/>
                </a:lnTo>
                <a:lnTo>
                  <a:pt x="87" y="60"/>
                </a:lnTo>
                <a:lnTo>
                  <a:pt x="88" y="60"/>
                </a:lnTo>
                <a:lnTo>
                  <a:pt x="89" y="60"/>
                </a:lnTo>
                <a:lnTo>
                  <a:pt x="90" y="60"/>
                </a:lnTo>
                <a:lnTo>
                  <a:pt x="91" y="61"/>
                </a:lnTo>
                <a:lnTo>
                  <a:pt x="91" y="62"/>
                </a:lnTo>
                <a:lnTo>
                  <a:pt x="91" y="63"/>
                </a:lnTo>
                <a:lnTo>
                  <a:pt x="92" y="63"/>
                </a:lnTo>
                <a:lnTo>
                  <a:pt x="93" y="63"/>
                </a:lnTo>
                <a:lnTo>
                  <a:pt x="94" y="63"/>
                </a:lnTo>
                <a:lnTo>
                  <a:pt x="95" y="62"/>
                </a:lnTo>
                <a:lnTo>
                  <a:pt x="96" y="62"/>
                </a:lnTo>
                <a:lnTo>
                  <a:pt x="97" y="62"/>
                </a:lnTo>
                <a:lnTo>
                  <a:pt x="97" y="61"/>
                </a:lnTo>
                <a:lnTo>
                  <a:pt x="97" y="60"/>
                </a:lnTo>
                <a:lnTo>
                  <a:pt x="96" y="59"/>
                </a:lnTo>
                <a:lnTo>
                  <a:pt x="95" y="59"/>
                </a:lnTo>
                <a:lnTo>
                  <a:pt x="96" y="59"/>
                </a:lnTo>
                <a:lnTo>
                  <a:pt x="96" y="58"/>
                </a:lnTo>
                <a:lnTo>
                  <a:pt x="97" y="58"/>
                </a:lnTo>
                <a:lnTo>
                  <a:pt x="97" y="57"/>
                </a:lnTo>
                <a:lnTo>
                  <a:pt x="98" y="57"/>
                </a:lnTo>
                <a:lnTo>
                  <a:pt x="98" y="56"/>
                </a:lnTo>
                <a:lnTo>
                  <a:pt x="97" y="56"/>
                </a:lnTo>
                <a:lnTo>
                  <a:pt x="97" y="54"/>
                </a:lnTo>
                <a:lnTo>
                  <a:pt x="98" y="54"/>
                </a:lnTo>
                <a:lnTo>
                  <a:pt x="99" y="54"/>
                </a:lnTo>
                <a:lnTo>
                  <a:pt x="100" y="54"/>
                </a:lnTo>
                <a:lnTo>
                  <a:pt x="100" y="53"/>
                </a:lnTo>
                <a:lnTo>
                  <a:pt x="101" y="53"/>
                </a:lnTo>
                <a:lnTo>
                  <a:pt x="102" y="53"/>
                </a:lnTo>
                <a:lnTo>
                  <a:pt x="102" y="52"/>
                </a:lnTo>
                <a:lnTo>
                  <a:pt x="103" y="52"/>
                </a:lnTo>
                <a:lnTo>
                  <a:pt x="103" y="51"/>
                </a:lnTo>
                <a:lnTo>
                  <a:pt x="102" y="51"/>
                </a:lnTo>
                <a:lnTo>
                  <a:pt x="102" y="50"/>
                </a:lnTo>
                <a:lnTo>
                  <a:pt x="102" y="49"/>
                </a:lnTo>
                <a:lnTo>
                  <a:pt x="103" y="49"/>
                </a:lnTo>
                <a:lnTo>
                  <a:pt x="103" y="48"/>
                </a:lnTo>
                <a:lnTo>
                  <a:pt x="103" y="47"/>
                </a:lnTo>
                <a:lnTo>
                  <a:pt x="102" y="47"/>
                </a:lnTo>
                <a:lnTo>
                  <a:pt x="101" y="47"/>
                </a:lnTo>
                <a:lnTo>
                  <a:pt x="101" y="46"/>
                </a:lnTo>
                <a:lnTo>
                  <a:pt x="102" y="46"/>
                </a:lnTo>
                <a:lnTo>
                  <a:pt x="103" y="46"/>
                </a:lnTo>
                <a:lnTo>
                  <a:pt x="103" y="45"/>
                </a:lnTo>
                <a:lnTo>
                  <a:pt x="104" y="44"/>
                </a:lnTo>
                <a:lnTo>
                  <a:pt x="105" y="44"/>
                </a:lnTo>
                <a:lnTo>
                  <a:pt x="106" y="44"/>
                </a:lnTo>
                <a:lnTo>
                  <a:pt x="106" y="43"/>
                </a:lnTo>
                <a:lnTo>
                  <a:pt x="107" y="43"/>
                </a:lnTo>
                <a:lnTo>
                  <a:pt x="108" y="43"/>
                </a:lnTo>
                <a:lnTo>
                  <a:pt x="109" y="43"/>
                </a:lnTo>
                <a:lnTo>
                  <a:pt x="110" y="43"/>
                </a:lnTo>
                <a:lnTo>
                  <a:pt x="110" y="42"/>
                </a:lnTo>
                <a:lnTo>
                  <a:pt x="110" y="43"/>
                </a:lnTo>
                <a:lnTo>
                  <a:pt x="111" y="43"/>
                </a:lnTo>
                <a:lnTo>
                  <a:pt x="112" y="43"/>
                </a:lnTo>
                <a:lnTo>
                  <a:pt x="112" y="42"/>
                </a:lnTo>
                <a:lnTo>
                  <a:pt x="113" y="42"/>
                </a:lnTo>
                <a:lnTo>
                  <a:pt x="114" y="42"/>
                </a:lnTo>
                <a:lnTo>
                  <a:pt x="115" y="42"/>
                </a:lnTo>
                <a:lnTo>
                  <a:pt x="115" y="43"/>
                </a:lnTo>
                <a:lnTo>
                  <a:pt x="116" y="43"/>
                </a:lnTo>
                <a:lnTo>
                  <a:pt x="117" y="43"/>
                </a:lnTo>
                <a:lnTo>
                  <a:pt x="117" y="44"/>
                </a:lnTo>
                <a:lnTo>
                  <a:pt x="118" y="44"/>
                </a:lnTo>
                <a:lnTo>
                  <a:pt x="118" y="43"/>
                </a:lnTo>
                <a:lnTo>
                  <a:pt x="119" y="43"/>
                </a:lnTo>
                <a:lnTo>
                  <a:pt x="120" y="42"/>
                </a:lnTo>
                <a:lnTo>
                  <a:pt x="121" y="42"/>
                </a:lnTo>
                <a:lnTo>
                  <a:pt x="122" y="42"/>
                </a:lnTo>
                <a:lnTo>
                  <a:pt x="123" y="42"/>
                </a:lnTo>
                <a:lnTo>
                  <a:pt x="124" y="42"/>
                </a:lnTo>
                <a:lnTo>
                  <a:pt x="125" y="42"/>
                </a:lnTo>
                <a:lnTo>
                  <a:pt x="125" y="43"/>
                </a:lnTo>
                <a:lnTo>
                  <a:pt x="126" y="43"/>
                </a:lnTo>
                <a:lnTo>
                  <a:pt x="127" y="43"/>
                </a:lnTo>
                <a:lnTo>
                  <a:pt x="127" y="42"/>
                </a:lnTo>
                <a:lnTo>
                  <a:pt x="128" y="42"/>
                </a:lnTo>
                <a:lnTo>
                  <a:pt x="128" y="43"/>
                </a:lnTo>
                <a:lnTo>
                  <a:pt x="129" y="42"/>
                </a:lnTo>
                <a:lnTo>
                  <a:pt x="129" y="43"/>
                </a:lnTo>
                <a:lnTo>
                  <a:pt x="130" y="43"/>
                </a:lnTo>
                <a:lnTo>
                  <a:pt x="130" y="42"/>
                </a:lnTo>
                <a:lnTo>
                  <a:pt x="131" y="42"/>
                </a:lnTo>
                <a:lnTo>
                  <a:pt x="132" y="42"/>
                </a:lnTo>
                <a:lnTo>
                  <a:pt x="132" y="41"/>
                </a:lnTo>
                <a:lnTo>
                  <a:pt x="133" y="41"/>
                </a:lnTo>
                <a:lnTo>
                  <a:pt x="134" y="41"/>
                </a:lnTo>
                <a:lnTo>
                  <a:pt x="134" y="40"/>
                </a:lnTo>
                <a:lnTo>
                  <a:pt x="135" y="40"/>
                </a:lnTo>
                <a:lnTo>
                  <a:pt x="136" y="40"/>
                </a:lnTo>
                <a:lnTo>
                  <a:pt x="137" y="40"/>
                </a:lnTo>
                <a:lnTo>
                  <a:pt x="138" y="40"/>
                </a:lnTo>
                <a:lnTo>
                  <a:pt x="139" y="40"/>
                </a:lnTo>
                <a:lnTo>
                  <a:pt x="139" y="41"/>
                </a:lnTo>
                <a:lnTo>
                  <a:pt x="140" y="41"/>
                </a:lnTo>
                <a:lnTo>
                  <a:pt x="141" y="41"/>
                </a:lnTo>
                <a:lnTo>
                  <a:pt x="141" y="40"/>
                </a:lnTo>
                <a:lnTo>
                  <a:pt x="141" y="41"/>
                </a:lnTo>
                <a:lnTo>
                  <a:pt x="141" y="42"/>
                </a:lnTo>
                <a:lnTo>
                  <a:pt x="142" y="42"/>
                </a:lnTo>
                <a:lnTo>
                  <a:pt x="143" y="43"/>
                </a:lnTo>
                <a:lnTo>
                  <a:pt x="143" y="44"/>
                </a:lnTo>
                <a:lnTo>
                  <a:pt x="144" y="44"/>
                </a:lnTo>
                <a:lnTo>
                  <a:pt x="144" y="45"/>
                </a:lnTo>
                <a:lnTo>
                  <a:pt x="145" y="45"/>
                </a:lnTo>
                <a:lnTo>
                  <a:pt x="146" y="44"/>
                </a:lnTo>
                <a:lnTo>
                  <a:pt x="147" y="44"/>
                </a:lnTo>
                <a:lnTo>
                  <a:pt x="148" y="44"/>
                </a:lnTo>
                <a:lnTo>
                  <a:pt x="149" y="44"/>
                </a:lnTo>
                <a:lnTo>
                  <a:pt x="149" y="45"/>
                </a:lnTo>
                <a:lnTo>
                  <a:pt x="150" y="45"/>
                </a:lnTo>
                <a:lnTo>
                  <a:pt x="150" y="46"/>
                </a:lnTo>
                <a:lnTo>
                  <a:pt x="151" y="46"/>
                </a:lnTo>
                <a:lnTo>
                  <a:pt x="151" y="47"/>
                </a:lnTo>
                <a:lnTo>
                  <a:pt x="152" y="47"/>
                </a:lnTo>
                <a:lnTo>
                  <a:pt x="153" y="47"/>
                </a:lnTo>
                <a:lnTo>
                  <a:pt x="154" y="48"/>
                </a:lnTo>
                <a:lnTo>
                  <a:pt x="154" y="49"/>
                </a:lnTo>
                <a:lnTo>
                  <a:pt x="155" y="49"/>
                </a:lnTo>
                <a:lnTo>
                  <a:pt x="156" y="49"/>
                </a:lnTo>
                <a:lnTo>
                  <a:pt x="156" y="50"/>
                </a:lnTo>
                <a:lnTo>
                  <a:pt x="157" y="50"/>
                </a:lnTo>
                <a:lnTo>
                  <a:pt x="157" y="51"/>
                </a:lnTo>
                <a:lnTo>
                  <a:pt x="157" y="52"/>
                </a:lnTo>
                <a:lnTo>
                  <a:pt x="158" y="52"/>
                </a:lnTo>
                <a:lnTo>
                  <a:pt x="158" y="53"/>
                </a:lnTo>
                <a:lnTo>
                  <a:pt x="158" y="54"/>
                </a:lnTo>
                <a:lnTo>
                  <a:pt x="158" y="55"/>
                </a:lnTo>
                <a:lnTo>
                  <a:pt x="159" y="55"/>
                </a:lnTo>
                <a:lnTo>
                  <a:pt x="159" y="56"/>
                </a:lnTo>
                <a:lnTo>
                  <a:pt x="160" y="56"/>
                </a:lnTo>
                <a:lnTo>
                  <a:pt x="160" y="55"/>
                </a:lnTo>
                <a:lnTo>
                  <a:pt x="161" y="55"/>
                </a:lnTo>
                <a:lnTo>
                  <a:pt x="162" y="55"/>
                </a:lnTo>
                <a:lnTo>
                  <a:pt x="163" y="55"/>
                </a:lnTo>
                <a:lnTo>
                  <a:pt x="163" y="56"/>
                </a:lnTo>
                <a:lnTo>
                  <a:pt x="164" y="56"/>
                </a:lnTo>
                <a:lnTo>
                  <a:pt x="164" y="57"/>
                </a:lnTo>
                <a:lnTo>
                  <a:pt x="164" y="58"/>
                </a:lnTo>
                <a:lnTo>
                  <a:pt x="164" y="59"/>
                </a:lnTo>
                <a:lnTo>
                  <a:pt x="165" y="59"/>
                </a:lnTo>
                <a:lnTo>
                  <a:pt x="166" y="59"/>
                </a:lnTo>
                <a:lnTo>
                  <a:pt x="167" y="59"/>
                </a:lnTo>
                <a:lnTo>
                  <a:pt x="168" y="58"/>
                </a:lnTo>
                <a:lnTo>
                  <a:pt x="169" y="57"/>
                </a:lnTo>
                <a:lnTo>
                  <a:pt x="170" y="57"/>
                </a:lnTo>
                <a:lnTo>
                  <a:pt x="170" y="56"/>
                </a:lnTo>
                <a:lnTo>
                  <a:pt x="171" y="56"/>
                </a:lnTo>
                <a:lnTo>
                  <a:pt x="171" y="57"/>
                </a:lnTo>
                <a:lnTo>
                  <a:pt x="171" y="56"/>
                </a:lnTo>
                <a:lnTo>
                  <a:pt x="172" y="56"/>
                </a:lnTo>
                <a:lnTo>
                  <a:pt x="173" y="56"/>
                </a:lnTo>
                <a:lnTo>
                  <a:pt x="174" y="56"/>
                </a:lnTo>
                <a:lnTo>
                  <a:pt x="174" y="55"/>
                </a:lnTo>
                <a:lnTo>
                  <a:pt x="174" y="53"/>
                </a:lnTo>
                <a:lnTo>
                  <a:pt x="174" y="52"/>
                </a:lnTo>
                <a:lnTo>
                  <a:pt x="175" y="52"/>
                </a:lnTo>
                <a:lnTo>
                  <a:pt x="175" y="51"/>
                </a:lnTo>
                <a:lnTo>
                  <a:pt x="176" y="51"/>
                </a:lnTo>
                <a:lnTo>
                  <a:pt x="176" y="50"/>
                </a:lnTo>
                <a:lnTo>
                  <a:pt x="177" y="50"/>
                </a:lnTo>
                <a:lnTo>
                  <a:pt x="177" y="51"/>
                </a:lnTo>
                <a:lnTo>
                  <a:pt x="178" y="51"/>
                </a:lnTo>
                <a:lnTo>
                  <a:pt x="179" y="51"/>
                </a:lnTo>
                <a:lnTo>
                  <a:pt x="179" y="52"/>
                </a:lnTo>
                <a:lnTo>
                  <a:pt x="180" y="52"/>
                </a:lnTo>
                <a:lnTo>
                  <a:pt x="181" y="52"/>
                </a:lnTo>
                <a:lnTo>
                  <a:pt x="181" y="51"/>
                </a:lnTo>
                <a:lnTo>
                  <a:pt x="182" y="52"/>
                </a:lnTo>
                <a:lnTo>
                  <a:pt x="183" y="52"/>
                </a:lnTo>
                <a:lnTo>
                  <a:pt x="183" y="51"/>
                </a:lnTo>
                <a:lnTo>
                  <a:pt x="184" y="51"/>
                </a:lnTo>
                <a:lnTo>
                  <a:pt x="184" y="50"/>
                </a:lnTo>
                <a:lnTo>
                  <a:pt x="185" y="50"/>
                </a:lnTo>
                <a:lnTo>
                  <a:pt x="186" y="50"/>
                </a:lnTo>
                <a:lnTo>
                  <a:pt x="187" y="50"/>
                </a:lnTo>
                <a:lnTo>
                  <a:pt x="187" y="49"/>
                </a:lnTo>
                <a:lnTo>
                  <a:pt x="188" y="49"/>
                </a:lnTo>
                <a:lnTo>
                  <a:pt x="188" y="48"/>
                </a:lnTo>
                <a:lnTo>
                  <a:pt x="189" y="48"/>
                </a:lnTo>
                <a:lnTo>
                  <a:pt x="189" y="47"/>
                </a:lnTo>
                <a:lnTo>
                  <a:pt x="190" y="47"/>
                </a:lnTo>
                <a:lnTo>
                  <a:pt x="190" y="46"/>
                </a:lnTo>
                <a:lnTo>
                  <a:pt x="191" y="46"/>
                </a:lnTo>
                <a:lnTo>
                  <a:pt x="192" y="46"/>
                </a:lnTo>
                <a:lnTo>
                  <a:pt x="193" y="45"/>
                </a:lnTo>
                <a:lnTo>
                  <a:pt x="194" y="44"/>
                </a:lnTo>
                <a:lnTo>
                  <a:pt x="195" y="43"/>
                </a:lnTo>
                <a:lnTo>
                  <a:pt x="195" y="42"/>
                </a:lnTo>
                <a:lnTo>
                  <a:pt x="194" y="41"/>
                </a:lnTo>
                <a:lnTo>
                  <a:pt x="194" y="40"/>
                </a:lnTo>
                <a:lnTo>
                  <a:pt x="193" y="40"/>
                </a:lnTo>
                <a:lnTo>
                  <a:pt x="193" y="39"/>
                </a:lnTo>
                <a:lnTo>
                  <a:pt x="193" y="38"/>
                </a:lnTo>
                <a:lnTo>
                  <a:pt x="193" y="37"/>
                </a:lnTo>
                <a:lnTo>
                  <a:pt x="192" y="37"/>
                </a:lnTo>
                <a:lnTo>
                  <a:pt x="192" y="36"/>
                </a:lnTo>
                <a:lnTo>
                  <a:pt x="192" y="35"/>
                </a:lnTo>
                <a:lnTo>
                  <a:pt x="191" y="35"/>
                </a:lnTo>
                <a:lnTo>
                  <a:pt x="190" y="35"/>
                </a:lnTo>
                <a:lnTo>
                  <a:pt x="189" y="35"/>
                </a:lnTo>
                <a:lnTo>
                  <a:pt x="188" y="35"/>
                </a:lnTo>
                <a:lnTo>
                  <a:pt x="188" y="34"/>
                </a:lnTo>
                <a:lnTo>
                  <a:pt x="187" y="34"/>
                </a:lnTo>
                <a:lnTo>
                  <a:pt x="186" y="34"/>
                </a:lnTo>
                <a:lnTo>
                  <a:pt x="185" y="34"/>
                </a:lnTo>
                <a:lnTo>
                  <a:pt x="185" y="33"/>
                </a:lnTo>
                <a:lnTo>
                  <a:pt x="185" y="32"/>
                </a:lnTo>
                <a:lnTo>
                  <a:pt x="185" y="31"/>
                </a:lnTo>
                <a:lnTo>
                  <a:pt x="184" y="31"/>
                </a:lnTo>
                <a:lnTo>
                  <a:pt x="183" y="30"/>
                </a:lnTo>
                <a:lnTo>
                  <a:pt x="184" y="30"/>
                </a:lnTo>
                <a:lnTo>
                  <a:pt x="184" y="29"/>
                </a:lnTo>
                <a:lnTo>
                  <a:pt x="184" y="28"/>
                </a:lnTo>
                <a:lnTo>
                  <a:pt x="184" y="27"/>
                </a:lnTo>
                <a:lnTo>
                  <a:pt x="183" y="27"/>
                </a:lnTo>
                <a:lnTo>
                  <a:pt x="182" y="27"/>
                </a:lnTo>
                <a:lnTo>
                  <a:pt x="181" y="27"/>
                </a:lnTo>
                <a:lnTo>
                  <a:pt x="181" y="26"/>
                </a:lnTo>
                <a:lnTo>
                  <a:pt x="181" y="25"/>
                </a:lnTo>
                <a:lnTo>
                  <a:pt x="180" y="25"/>
                </a:lnTo>
                <a:lnTo>
                  <a:pt x="181" y="25"/>
                </a:lnTo>
                <a:lnTo>
                  <a:pt x="181" y="24"/>
                </a:lnTo>
                <a:lnTo>
                  <a:pt x="181" y="23"/>
                </a:lnTo>
                <a:lnTo>
                  <a:pt x="180" y="23"/>
                </a:lnTo>
                <a:lnTo>
                  <a:pt x="181" y="22"/>
                </a:lnTo>
                <a:lnTo>
                  <a:pt x="181" y="21"/>
                </a:lnTo>
                <a:lnTo>
                  <a:pt x="182" y="21"/>
                </a:lnTo>
                <a:lnTo>
                  <a:pt x="181" y="21"/>
                </a:lnTo>
                <a:lnTo>
                  <a:pt x="181" y="20"/>
                </a:lnTo>
                <a:lnTo>
                  <a:pt x="182" y="20"/>
                </a:lnTo>
                <a:lnTo>
                  <a:pt x="182" y="19"/>
                </a:lnTo>
                <a:lnTo>
                  <a:pt x="183" y="19"/>
                </a:lnTo>
                <a:lnTo>
                  <a:pt x="183" y="18"/>
                </a:lnTo>
                <a:lnTo>
                  <a:pt x="184" y="18"/>
                </a:lnTo>
                <a:lnTo>
                  <a:pt x="185" y="18"/>
                </a:lnTo>
                <a:lnTo>
                  <a:pt x="185" y="17"/>
                </a:lnTo>
                <a:lnTo>
                  <a:pt x="186" y="17"/>
                </a:lnTo>
                <a:lnTo>
                  <a:pt x="185" y="17"/>
                </a:lnTo>
                <a:lnTo>
                  <a:pt x="185" y="16"/>
                </a:lnTo>
                <a:lnTo>
                  <a:pt x="185" y="15"/>
                </a:lnTo>
                <a:lnTo>
                  <a:pt x="184" y="15"/>
                </a:lnTo>
                <a:lnTo>
                  <a:pt x="183" y="15"/>
                </a:lnTo>
                <a:lnTo>
                  <a:pt x="182" y="15"/>
                </a:lnTo>
                <a:lnTo>
                  <a:pt x="181" y="15"/>
                </a:lnTo>
                <a:lnTo>
                  <a:pt x="180" y="14"/>
                </a:lnTo>
                <a:lnTo>
                  <a:pt x="179" y="14"/>
                </a:lnTo>
                <a:lnTo>
                  <a:pt x="179" y="13"/>
                </a:lnTo>
                <a:lnTo>
                  <a:pt x="180" y="13"/>
                </a:lnTo>
                <a:lnTo>
                  <a:pt x="180" y="12"/>
                </a:lnTo>
                <a:lnTo>
                  <a:pt x="180" y="11"/>
                </a:lnTo>
                <a:lnTo>
                  <a:pt x="179" y="11"/>
                </a:lnTo>
                <a:lnTo>
                  <a:pt x="179" y="10"/>
                </a:lnTo>
                <a:lnTo>
                  <a:pt x="180" y="10"/>
                </a:lnTo>
                <a:lnTo>
                  <a:pt x="180" y="9"/>
                </a:lnTo>
                <a:lnTo>
                  <a:pt x="179" y="9"/>
                </a:lnTo>
                <a:lnTo>
                  <a:pt x="180" y="9"/>
                </a:lnTo>
                <a:lnTo>
                  <a:pt x="181" y="9"/>
                </a:lnTo>
                <a:lnTo>
                  <a:pt x="182" y="9"/>
                </a:lnTo>
                <a:lnTo>
                  <a:pt x="182" y="8"/>
                </a:lnTo>
                <a:lnTo>
                  <a:pt x="183" y="8"/>
                </a:lnTo>
                <a:lnTo>
                  <a:pt x="184" y="8"/>
                </a:lnTo>
                <a:lnTo>
                  <a:pt x="184" y="9"/>
                </a:lnTo>
                <a:lnTo>
                  <a:pt x="185" y="9"/>
                </a:lnTo>
                <a:lnTo>
                  <a:pt x="186" y="9"/>
                </a:lnTo>
                <a:lnTo>
                  <a:pt x="186" y="8"/>
                </a:lnTo>
                <a:lnTo>
                  <a:pt x="187" y="9"/>
                </a:lnTo>
                <a:lnTo>
                  <a:pt x="187" y="8"/>
                </a:lnTo>
                <a:lnTo>
                  <a:pt x="188" y="8"/>
                </a:lnTo>
                <a:lnTo>
                  <a:pt x="188" y="9"/>
                </a:lnTo>
                <a:lnTo>
                  <a:pt x="189" y="9"/>
                </a:lnTo>
                <a:lnTo>
                  <a:pt x="190" y="9"/>
                </a:lnTo>
                <a:lnTo>
                  <a:pt x="191" y="9"/>
                </a:lnTo>
                <a:lnTo>
                  <a:pt x="191" y="8"/>
                </a:lnTo>
                <a:lnTo>
                  <a:pt x="192" y="8"/>
                </a:lnTo>
                <a:lnTo>
                  <a:pt x="193" y="8"/>
                </a:lnTo>
                <a:lnTo>
                  <a:pt x="193" y="7"/>
                </a:lnTo>
                <a:lnTo>
                  <a:pt x="194" y="7"/>
                </a:lnTo>
                <a:lnTo>
                  <a:pt x="195" y="6"/>
                </a:lnTo>
                <a:lnTo>
                  <a:pt x="196" y="6"/>
                </a:lnTo>
                <a:lnTo>
                  <a:pt x="196" y="7"/>
                </a:lnTo>
                <a:lnTo>
                  <a:pt x="197" y="7"/>
                </a:lnTo>
                <a:lnTo>
                  <a:pt x="198" y="7"/>
                </a:lnTo>
                <a:lnTo>
                  <a:pt x="198" y="8"/>
                </a:lnTo>
                <a:lnTo>
                  <a:pt x="199" y="8"/>
                </a:lnTo>
                <a:lnTo>
                  <a:pt x="199" y="9"/>
                </a:lnTo>
                <a:lnTo>
                  <a:pt x="199" y="10"/>
                </a:lnTo>
                <a:lnTo>
                  <a:pt x="200" y="10"/>
                </a:lnTo>
                <a:lnTo>
                  <a:pt x="200" y="11"/>
                </a:lnTo>
                <a:lnTo>
                  <a:pt x="201" y="11"/>
                </a:lnTo>
                <a:lnTo>
                  <a:pt x="201" y="12"/>
                </a:lnTo>
                <a:lnTo>
                  <a:pt x="202" y="12"/>
                </a:lnTo>
                <a:lnTo>
                  <a:pt x="202" y="11"/>
                </a:lnTo>
                <a:lnTo>
                  <a:pt x="202" y="12"/>
                </a:lnTo>
                <a:lnTo>
                  <a:pt x="202" y="11"/>
                </a:lnTo>
                <a:lnTo>
                  <a:pt x="203" y="11"/>
                </a:lnTo>
                <a:lnTo>
                  <a:pt x="204" y="11"/>
                </a:lnTo>
                <a:lnTo>
                  <a:pt x="204" y="10"/>
                </a:lnTo>
                <a:lnTo>
                  <a:pt x="204" y="11"/>
                </a:lnTo>
                <a:lnTo>
                  <a:pt x="205" y="11"/>
                </a:lnTo>
                <a:lnTo>
                  <a:pt x="205" y="10"/>
                </a:lnTo>
                <a:lnTo>
                  <a:pt x="206" y="10"/>
                </a:lnTo>
                <a:lnTo>
                  <a:pt x="207" y="9"/>
                </a:lnTo>
                <a:lnTo>
                  <a:pt x="207" y="8"/>
                </a:lnTo>
                <a:lnTo>
                  <a:pt x="206" y="8"/>
                </a:lnTo>
                <a:lnTo>
                  <a:pt x="206" y="7"/>
                </a:lnTo>
                <a:lnTo>
                  <a:pt x="207" y="7"/>
                </a:lnTo>
                <a:lnTo>
                  <a:pt x="207" y="6"/>
                </a:lnTo>
                <a:lnTo>
                  <a:pt x="207" y="5"/>
                </a:lnTo>
                <a:lnTo>
                  <a:pt x="206" y="5"/>
                </a:lnTo>
                <a:lnTo>
                  <a:pt x="206" y="4"/>
                </a:lnTo>
                <a:lnTo>
                  <a:pt x="206" y="3"/>
                </a:lnTo>
                <a:lnTo>
                  <a:pt x="206" y="2"/>
                </a:lnTo>
                <a:lnTo>
                  <a:pt x="205" y="2"/>
                </a:lnTo>
                <a:lnTo>
                  <a:pt x="206" y="2"/>
                </a:lnTo>
                <a:lnTo>
                  <a:pt x="207" y="1"/>
                </a:lnTo>
                <a:lnTo>
                  <a:pt x="208" y="1"/>
                </a:lnTo>
                <a:lnTo>
                  <a:pt x="209" y="1"/>
                </a:lnTo>
                <a:lnTo>
                  <a:pt x="210" y="1"/>
                </a:lnTo>
                <a:lnTo>
                  <a:pt x="211" y="1"/>
                </a:lnTo>
                <a:lnTo>
                  <a:pt x="211" y="2"/>
                </a:lnTo>
                <a:lnTo>
                  <a:pt x="212" y="2"/>
                </a:lnTo>
                <a:lnTo>
                  <a:pt x="212" y="1"/>
                </a:lnTo>
                <a:lnTo>
                  <a:pt x="213" y="1"/>
                </a:lnTo>
                <a:lnTo>
                  <a:pt x="214" y="1"/>
                </a:lnTo>
                <a:lnTo>
                  <a:pt x="215" y="1"/>
                </a:lnTo>
                <a:lnTo>
                  <a:pt x="216" y="1"/>
                </a:lnTo>
                <a:lnTo>
                  <a:pt x="216" y="0"/>
                </a:lnTo>
                <a:lnTo>
                  <a:pt x="217" y="0"/>
                </a:lnTo>
                <a:close/>
              </a:path>
            </a:pathLst>
          </a:custGeom>
          <a:solidFill>
            <a:srgbClr val="D7302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58" name=""/>
          <p:cNvSpPr/>
          <p:nvPr/>
        </p:nvSpPr>
        <p:spPr>
          <a:xfrm>
            <a:off x="6179040" y="677880"/>
            <a:ext cx="1094760" cy="685080"/>
          </a:xfrm>
          <a:custGeom>
            <a:avLst/>
            <a:gdLst/>
            <a:ahLst/>
            <a:rect l="0" t="0" r="r" b="b"/>
            <a:pathLst>
              <a:path w="3041" h="1903">
                <a:moveTo>
                  <a:pt x="2559" y="1"/>
                </a:moveTo>
                <a:lnTo>
                  <a:pt x="2560" y="2"/>
                </a:lnTo>
                <a:lnTo>
                  <a:pt x="2561" y="2"/>
                </a:lnTo>
                <a:lnTo>
                  <a:pt x="2562" y="2"/>
                </a:lnTo>
                <a:lnTo>
                  <a:pt x="2563" y="3"/>
                </a:lnTo>
                <a:lnTo>
                  <a:pt x="2563" y="4"/>
                </a:lnTo>
                <a:lnTo>
                  <a:pt x="2564" y="4"/>
                </a:lnTo>
                <a:lnTo>
                  <a:pt x="2564" y="5"/>
                </a:lnTo>
                <a:lnTo>
                  <a:pt x="2565" y="5"/>
                </a:lnTo>
                <a:lnTo>
                  <a:pt x="2566" y="5"/>
                </a:lnTo>
                <a:lnTo>
                  <a:pt x="2567" y="5"/>
                </a:lnTo>
                <a:lnTo>
                  <a:pt x="2567" y="6"/>
                </a:lnTo>
                <a:lnTo>
                  <a:pt x="2568" y="6"/>
                </a:lnTo>
                <a:lnTo>
                  <a:pt x="2568" y="7"/>
                </a:lnTo>
                <a:lnTo>
                  <a:pt x="2569" y="7"/>
                </a:lnTo>
                <a:lnTo>
                  <a:pt x="2569" y="8"/>
                </a:lnTo>
                <a:lnTo>
                  <a:pt x="2570" y="8"/>
                </a:lnTo>
                <a:lnTo>
                  <a:pt x="2571" y="9"/>
                </a:lnTo>
                <a:lnTo>
                  <a:pt x="2573" y="9"/>
                </a:lnTo>
                <a:lnTo>
                  <a:pt x="2574" y="9"/>
                </a:lnTo>
                <a:lnTo>
                  <a:pt x="2575" y="9"/>
                </a:lnTo>
                <a:lnTo>
                  <a:pt x="2575" y="10"/>
                </a:lnTo>
                <a:lnTo>
                  <a:pt x="2576" y="11"/>
                </a:lnTo>
                <a:lnTo>
                  <a:pt x="2577" y="11"/>
                </a:lnTo>
                <a:lnTo>
                  <a:pt x="2578" y="11"/>
                </a:lnTo>
                <a:lnTo>
                  <a:pt x="2578" y="12"/>
                </a:lnTo>
                <a:lnTo>
                  <a:pt x="2578" y="13"/>
                </a:lnTo>
                <a:lnTo>
                  <a:pt x="2577" y="14"/>
                </a:lnTo>
                <a:lnTo>
                  <a:pt x="2577" y="15"/>
                </a:lnTo>
                <a:lnTo>
                  <a:pt x="2577" y="16"/>
                </a:lnTo>
                <a:lnTo>
                  <a:pt x="2576" y="17"/>
                </a:lnTo>
                <a:lnTo>
                  <a:pt x="2575" y="17"/>
                </a:lnTo>
                <a:lnTo>
                  <a:pt x="2575" y="19"/>
                </a:lnTo>
                <a:lnTo>
                  <a:pt x="2576" y="19"/>
                </a:lnTo>
                <a:lnTo>
                  <a:pt x="2576" y="20"/>
                </a:lnTo>
                <a:lnTo>
                  <a:pt x="2577" y="20"/>
                </a:lnTo>
                <a:lnTo>
                  <a:pt x="2578" y="21"/>
                </a:lnTo>
                <a:lnTo>
                  <a:pt x="2579" y="21"/>
                </a:lnTo>
                <a:lnTo>
                  <a:pt x="2580" y="21"/>
                </a:lnTo>
                <a:lnTo>
                  <a:pt x="2581" y="22"/>
                </a:lnTo>
                <a:lnTo>
                  <a:pt x="2582" y="22"/>
                </a:lnTo>
                <a:lnTo>
                  <a:pt x="2582" y="23"/>
                </a:lnTo>
                <a:lnTo>
                  <a:pt x="2583" y="23"/>
                </a:lnTo>
                <a:lnTo>
                  <a:pt x="2584" y="23"/>
                </a:lnTo>
                <a:lnTo>
                  <a:pt x="2585" y="22"/>
                </a:lnTo>
                <a:lnTo>
                  <a:pt x="2586" y="23"/>
                </a:lnTo>
                <a:lnTo>
                  <a:pt x="2586" y="24"/>
                </a:lnTo>
                <a:lnTo>
                  <a:pt x="2587" y="25"/>
                </a:lnTo>
                <a:lnTo>
                  <a:pt x="2588" y="26"/>
                </a:lnTo>
                <a:lnTo>
                  <a:pt x="2589" y="26"/>
                </a:lnTo>
                <a:lnTo>
                  <a:pt x="2588" y="26"/>
                </a:lnTo>
                <a:lnTo>
                  <a:pt x="2588" y="27"/>
                </a:lnTo>
                <a:lnTo>
                  <a:pt x="2589" y="28"/>
                </a:lnTo>
                <a:lnTo>
                  <a:pt x="2588" y="28"/>
                </a:lnTo>
                <a:lnTo>
                  <a:pt x="2587" y="29"/>
                </a:lnTo>
                <a:lnTo>
                  <a:pt x="2588" y="29"/>
                </a:lnTo>
                <a:lnTo>
                  <a:pt x="2588" y="30"/>
                </a:lnTo>
                <a:lnTo>
                  <a:pt x="2589" y="30"/>
                </a:lnTo>
                <a:lnTo>
                  <a:pt x="2589" y="31"/>
                </a:lnTo>
                <a:lnTo>
                  <a:pt x="2591" y="31"/>
                </a:lnTo>
                <a:lnTo>
                  <a:pt x="2592" y="31"/>
                </a:lnTo>
                <a:lnTo>
                  <a:pt x="2592" y="32"/>
                </a:lnTo>
                <a:lnTo>
                  <a:pt x="2593" y="32"/>
                </a:lnTo>
                <a:lnTo>
                  <a:pt x="2593" y="33"/>
                </a:lnTo>
                <a:lnTo>
                  <a:pt x="2593" y="34"/>
                </a:lnTo>
                <a:lnTo>
                  <a:pt x="2592" y="34"/>
                </a:lnTo>
                <a:lnTo>
                  <a:pt x="2591" y="34"/>
                </a:lnTo>
                <a:lnTo>
                  <a:pt x="2591" y="35"/>
                </a:lnTo>
                <a:lnTo>
                  <a:pt x="2591" y="36"/>
                </a:lnTo>
                <a:lnTo>
                  <a:pt x="2589" y="36"/>
                </a:lnTo>
                <a:lnTo>
                  <a:pt x="2589" y="37"/>
                </a:lnTo>
                <a:lnTo>
                  <a:pt x="2589" y="38"/>
                </a:lnTo>
                <a:lnTo>
                  <a:pt x="2588" y="38"/>
                </a:lnTo>
                <a:lnTo>
                  <a:pt x="2587" y="38"/>
                </a:lnTo>
                <a:lnTo>
                  <a:pt x="2586" y="39"/>
                </a:lnTo>
                <a:lnTo>
                  <a:pt x="2585" y="40"/>
                </a:lnTo>
                <a:lnTo>
                  <a:pt x="2584" y="40"/>
                </a:lnTo>
                <a:lnTo>
                  <a:pt x="2583" y="40"/>
                </a:lnTo>
                <a:lnTo>
                  <a:pt x="2582" y="40"/>
                </a:lnTo>
                <a:lnTo>
                  <a:pt x="2581" y="40"/>
                </a:lnTo>
                <a:lnTo>
                  <a:pt x="2581" y="41"/>
                </a:lnTo>
                <a:lnTo>
                  <a:pt x="2581" y="42"/>
                </a:lnTo>
                <a:lnTo>
                  <a:pt x="2580" y="42"/>
                </a:lnTo>
                <a:lnTo>
                  <a:pt x="2580" y="43"/>
                </a:lnTo>
                <a:lnTo>
                  <a:pt x="2580" y="44"/>
                </a:lnTo>
                <a:lnTo>
                  <a:pt x="2579" y="44"/>
                </a:lnTo>
                <a:lnTo>
                  <a:pt x="2579" y="45"/>
                </a:lnTo>
                <a:lnTo>
                  <a:pt x="2578" y="45"/>
                </a:lnTo>
                <a:lnTo>
                  <a:pt x="2578" y="46"/>
                </a:lnTo>
                <a:lnTo>
                  <a:pt x="2578" y="47"/>
                </a:lnTo>
                <a:lnTo>
                  <a:pt x="2577" y="48"/>
                </a:lnTo>
                <a:lnTo>
                  <a:pt x="2577" y="49"/>
                </a:lnTo>
                <a:lnTo>
                  <a:pt x="2576" y="50"/>
                </a:lnTo>
                <a:lnTo>
                  <a:pt x="2576" y="51"/>
                </a:lnTo>
                <a:lnTo>
                  <a:pt x="2575" y="51"/>
                </a:lnTo>
                <a:lnTo>
                  <a:pt x="2574" y="51"/>
                </a:lnTo>
                <a:lnTo>
                  <a:pt x="2573" y="52"/>
                </a:lnTo>
                <a:lnTo>
                  <a:pt x="2573" y="53"/>
                </a:lnTo>
                <a:lnTo>
                  <a:pt x="2572" y="53"/>
                </a:lnTo>
                <a:lnTo>
                  <a:pt x="2571" y="53"/>
                </a:lnTo>
                <a:lnTo>
                  <a:pt x="2570" y="53"/>
                </a:lnTo>
                <a:lnTo>
                  <a:pt x="2571" y="53"/>
                </a:lnTo>
                <a:lnTo>
                  <a:pt x="2571" y="54"/>
                </a:lnTo>
                <a:lnTo>
                  <a:pt x="2570" y="54"/>
                </a:lnTo>
                <a:lnTo>
                  <a:pt x="2570" y="55"/>
                </a:lnTo>
                <a:lnTo>
                  <a:pt x="2570" y="56"/>
                </a:lnTo>
                <a:lnTo>
                  <a:pt x="2571" y="56"/>
                </a:lnTo>
                <a:lnTo>
                  <a:pt x="2571" y="57"/>
                </a:lnTo>
                <a:lnTo>
                  <a:pt x="2571" y="58"/>
                </a:lnTo>
                <a:lnTo>
                  <a:pt x="2570" y="59"/>
                </a:lnTo>
                <a:lnTo>
                  <a:pt x="2569" y="59"/>
                </a:lnTo>
                <a:lnTo>
                  <a:pt x="2569" y="60"/>
                </a:lnTo>
                <a:lnTo>
                  <a:pt x="2569" y="61"/>
                </a:lnTo>
                <a:lnTo>
                  <a:pt x="2568" y="61"/>
                </a:lnTo>
                <a:lnTo>
                  <a:pt x="2568" y="62"/>
                </a:lnTo>
                <a:lnTo>
                  <a:pt x="2567" y="62"/>
                </a:lnTo>
                <a:lnTo>
                  <a:pt x="2566" y="62"/>
                </a:lnTo>
                <a:lnTo>
                  <a:pt x="2563" y="64"/>
                </a:lnTo>
                <a:lnTo>
                  <a:pt x="2562" y="65"/>
                </a:lnTo>
                <a:lnTo>
                  <a:pt x="2561" y="66"/>
                </a:lnTo>
                <a:lnTo>
                  <a:pt x="2560" y="66"/>
                </a:lnTo>
                <a:lnTo>
                  <a:pt x="2560" y="67"/>
                </a:lnTo>
                <a:lnTo>
                  <a:pt x="2559" y="67"/>
                </a:lnTo>
                <a:lnTo>
                  <a:pt x="2556" y="67"/>
                </a:lnTo>
                <a:lnTo>
                  <a:pt x="2556" y="68"/>
                </a:lnTo>
                <a:lnTo>
                  <a:pt x="2556" y="69"/>
                </a:lnTo>
                <a:lnTo>
                  <a:pt x="2555" y="69"/>
                </a:lnTo>
                <a:lnTo>
                  <a:pt x="2555" y="70"/>
                </a:lnTo>
                <a:lnTo>
                  <a:pt x="2554" y="71"/>
                </a:lnTo>
                <a:lnTo>
                  <a:pt x="2554" y="72"/>
                </a:lnTo>
                <a:lnTo>
                  <a:pt x="2553" y="72"/>
                </a:lnTo>
                <a:lnTo>
                  <a:pt x="2553" y="73"/>
                </a:lnTo>
                <a:lnTo>
                  <a:pt x="2552" y="73"/>
                </a:lnTo>
                <a:lnTo>
                  <a:pt x="2550" y="75"/>
                </a:lnTo>
                <a:lnTo>
                  <a:pt x="2549" y="76"/>
                </a:lnTo>
                <a:lnTo>
                  <a:pt x="2548" y="76"/>
                </a:lnTo>
                <a:lnTo>
                  <a:pt x="2547" y="76"/>
                </a:lnTo>
                <a:lnTo>
                  <a:pt x="2547" y="77"/>
                </a:lnTo>
                <a:lnTo>
                  <a:pt x="2546" y="77"/>
                </a:lnTo>
                <a:lnTo>
                  <a:pt x="2546" y="78"/>
                </a:lnTo>
                <a:lnTo>
                  <a:pt x="2545" y="78"/>
                </a:lnTo>
                <a:lnTo>
                  <a:pt x="2544" y="78"/>
                </a:lnTo>
                <a:lnTo>
                  <a:pt x="2543" y="78"/>
                </a:lnTo>
                <a:lnTo>
                  <a:pt x="2542" y="78"/>
                </a:lnTo>
                <a:lnTo>
                  <a:pt x="2542" y="79"/>
                </a:lnTo>
                <a:lnTo>
                  <a:pt x="2540" y="79"/>
                </a:lnTo>
                <a:lnTo>
                  <a:pt x="2539" y="79"/>
                </a:lnTo>
                <a:lnTo>
                  <a:pt x="2538" y="80"/>
                </a:lnTo>
                <a:lnTo>
                  <a:pt x="2539" y="80"/>
                </a:lnTo>
                <a:lnTo>
                  <a:pt x="2538" y="80"/>
                </a:lnTo>
                <a:lnTo>
                  <a:pt x="2537" y="80"/>
                </a:lnTo>
                <a:lnTo>
                  <a:pt x="2537" y="81"/>
                </a:lnTo>
                <a:lnTo>
                  <a:pt x="2537" y="82"/>
                </a:lnTo>
                <a:lnTo>
                  <a:pt x="2536" y="82"/>
                </a:lnTo>
                <a:lnTo>
                  <a:pt x="2536" y="83"/>
                </a:lnTo>
                <a:lnTo>
                  <a:pt x="2535" y="83"/>
                </a:lnTo>
                <a:lnTo>
                  <a:pt x="2534" y="83"/>
                </a:lnTo>
                <a:lnTo>
                  <a:pt x="2533" y="84"/>
                </a:lnTo>
                <a:lnTo>
                  <a:pt x="2532" y="84"/>
                </a:lnTo>
                <a:lnTo>
                  <a:pt x="2532" y="85"/>
                </a:lnTo>
                <a:lnTo>
                  <a:pt x="2531" y="85"/>
                </a:lnTo>
                <a:lnTo>
                  <a:pt x="2531" y="86"/>
                </a:lnTo>
                <a:lnTo>
                  <a:pt x="2530" y="86"/>
                </a:lnTo>
                <a:lnTo>
                  <a:pt x="2529" y="86"/>
                </a:lnTo>
                <a:lnTo>
                  <a:pt x="2528" y="86"/>
                </a:lnTo>
                <a:lnTo>
                  <a:pt x="2528" y="87"/>
                </a:lnTo>
                <a:lnTo>
                  <a:pt x="2527" y="88"/>
                </a:lnTo>
                <a:lnTo>
                  <a:pt x="2526" y="88"/>
                </a:lnTo>
                <a:lnTo>
                  <a:pt x="2526" y="89"/>
                </a:lnTo>
                <a:lnTo>
                  <a:pt x="2527" y="90"/>
                </a:lnTo>
                <a:lnTo>
                  <a:pt x="2529" y="90"/>
                </a:lnTo>
                <a:lnTo>
                  <a:pt x="2530" y="91"/>
                </a:lnTo>
                <a:lnTo>
                  <a:pt x="2531" y="91"/>
                </a:lnTo>
                <a:lnTo>
                  <a:pt x="2532" y="90"/>
                </a:lnTo>
                <a:lnTo>
                  <a:pt x="2533" y="90"/>
                </a:lnTo>
                <a:lnTo>
                  <a:pt x="2534" y="90"/>
                </a:lnTo>
                <a:lnTo>
                  <a:pt x="2535" y="90"/>
                </a:lnTo>
                <a:lnTo>
                  <a:pt x="2535" y="89"/>
                </a:lnTo>
                <a:lnTo>
                  <a:pt x="2536" y="89"/>
                </a:lnTo>
                <a:lnTo>
                  <a:pt x="2538" y="91"/>
                </a:lnTo>
                <a:lnTo>
                  <a:pt x="2539" y="91"/>
                </a:lnTo>
                <a:lnTo>
                  <a:pt x="2540" y="91"/>
                </a:lnTo>
                <a:lnTo>
                  <a:pt x="2540" y="92"/>
                </a:lnTo>
                <a:lnTo>
                  <a:pt x="2541" y="93"/>
                </a:lnTo>
                <a:lnTo>
                  <a:pt x="2541" y="94"/>
                </a:lnTo>
                <a:lnTo>
                  <a:pt x="2542" y="94"/>
                </a:lnTo>
                <a:lnTo>
                  <a:pt x="2543" y="95"/>
                </a:lnTo>
                <a:lnTo>
                  <a:pt x="2543" y="96"/>
                </a:lnTo>
                <a:lnTo>
                  <a:pt x="2544" y="96"/>
                </a:lnTo>
                <a:lnTo>
                  <a:pt x="2545" y="96"/>
                </a:lnTo>
                <a:lnTo>
                  <a:pt x="2547" y="96"/>
                </a:lnTo>
                <a:lnTo>
                  <a:pt x="2547" y="97"/>
                </a:lnTo>
                <a:lnTo>
                  <a:pt x="2548" y="97"/>
                </a:lnTo>
                <a:lnTo>
                  <a:pt x="2549" y="97"/>
                </a:lnTo>
                <a:lnTo>
                  <a:pt x="2549" y="98"/>
                </a:lnTo>
                <a:lnTo>
                  <a:pt x="2549" y="99"/>
                </a:lnTo>
                <a:lnTo>
                  <a:pt x="2550" y="99"/>
                </a:lnTo>
                <a:lnTo>
                  <a:pt x="2550" y="100"/>
                </a:lnTo>
                <a:lnTo>
                  <a:pt x="2551" y="100"/>
                </a:lnTo>
                <a:lnTo>
                  <a:pt x="2552" y="100"/>
                </a:lnTo>
                <a:lnTo>
                  <a:pt x="2553" y="101"/>
                </a:lnTo>
                <a:lnTo>
                  <a:pt x="2555" y="101"/>
                </a:lnTo>
                <a:lnTo>
                  <a:pt x="2555" y="102"/>
                </a:lnTo>
                <a:lnTo>
                  <a:pt x="2556" y="102"/>
                </a:lnTo>
                <a:lnTo>
                  <a:pt x="2557" y="102"/>
                </a:lnTo>
                <a:lnTo>
                  <a:pt x="2558" y="102"/>
                </a:lnTo>
                <a:lnTo>
                  <a:pt x="2559" y="102"/>
                </a:lnTo>
                <a:lnTo>
                  <a:pt x="2559" y="103"/>
                </a:lnTo>
                <a:lnTo>
                  <a:pt x="2560" y="103"/>
                </a:lnTo>
                <a:lnTo>
                  <a:pt x="2560" y="104"/>
                </a:lnTo>
                <a:lnTo>
                  <a:pt x="2561" y="105"/>
                </a:lnTo>
                <a:lnTo>
                  <a:pt x="2562" y="105"/>
                </a:lnTo>
                <a:lnTo>
                  <a:pt x="2563" y="105"/>
                </a:lnTo>
                <a:lnTo>
                  <a:pt x="2564" y="105"/>
                </a:lnTo>
                <a:lnTo>
                  <a:pt x="2564" y="104"/>
                </a:lnTo>
                <a:lnTo>
                  <a:pt x="2565" y="104"/>
                </a:lnTo>
                <a:lnTo>
                  <a:pt x="2566" y="104"/>
                </a:lnTo>
                <a:lnTo>
                  <a:pt x="2566" y="105"/>
                </a:lnTo>
                <a:lnTo>
                  <a:pt x="2567" y="105"/>
                </a:lnTo>
                <a:lnTo>
                  <a:pt x="2567" y="106"/>
                </a:lnTo>
                <a:lnTo>
                  <a:pt x="2568" y="107"/>
                </a:lnTo>
                <a:lnTo>
                  <a:pt x="2570" y="107"/>
                </a:lnTo>
                <a:lnTo>
                  <a:pt x="2571" y="107"/>
                </a:lnTo>
                <a:lnTo>
                  <a:pt x="2572" y="107"/>
                </a:lnTo>
                <a:lnTo>
                  <a:pt x="2574" y="106"/>
                </a:lnTo>
                <a:lnTo>
                  <a:pt x="2575" y="107"/>
                </a:lnTo>
                <a:lnTo>
                  <a:pt x="2575" y="108"/>
                </a:lnTo>
                <a:lnTo>
                  <a:pt x="2576" y="108"/>
                </a:lnTo>
                <a:lnTo>
                  <a:pt x="2577" y="108"/>
                </a:lnTo>
                <a:lnTo>
                  <a:pt x="2577" y="109"/>
                </a:lnTo>
                <a:lnTo>
                  <a:pt x="2578" y="109"/>
                </a:lnTo>
                <a:lnTo>
                  <a:pt x="2578" y="110"/>
                </a:lnTo>
                <a:lnTo>
                  <a:pt x="2577" y="110"/>
                </a:lnTo>
                <a:lnTo>
                  <a:pt x="2577" y="111"/>
                </a:lnTo>
                <a:lnTo>
                  <a:pt x="2577" y="112"/>
                </a:lnTo>
                <a:lnTo>
                  <a:pt x="2576" y="112"/>
                </a:lnTo>
                <a:lnTo>
                  <a:pt x="2576" y="113"/>
                </a:lnTo>
                <a:lnTo>
                  <a:pt x="2577" y="113"/>
                </a:lnTo>
                <a:lnTo>
                  <a:pt x="2577" y="114"/>
                </a:lnTo>
                <a:lnTo>
                  <a:pt x="2578" y="114"/>
                </a:lnTo>
                <a:lnTo>
                  <a:pt x="2578" y="115"/>
                </a:lnTo>
                <a:lnTo>
                  <a:pt x="2579" y="115"/>
                </a:lnTo>
                <a:lnTo>
                  <a:pt x="2580" y="116"/>
                </a:lnTo>
                <a:lnTo>
                  <a:pt x="2580" y="117"/>
                </a:lnTo>
                <a:lnTo>
                  <a:pt x="2581" y="117"/>
                </a:lnTo>
                <a:lnTo>
                  <a:pt x="2581" y="118"/>
                </a:lnTo>
                <a:lnTo>
                  <a:pt x="2582" y="120"/>
                </a:lnTo>
                <a:lnTo>
                  <a:pt x="2582" y="122"/>
                </a:lnTo>
                <a:lnTo>
                  <a:pt x="2583" y="122"/>
                </a:lnTo>
                <a:lnTo>
                  <a:pt x="2584" y="122"/>
                </a:lnTo>
                <a:lnTo>
                  <a:pt x="2584" y="123"/>
                </a:lnTo>
                <a:lnTo>
                  <a:pt x="2584" y="122"/>
                </a:lnTo>
                <a:lnTo>
                  <a:pt x="2585" y="122"/>
                </a:lnTo>
                <a:lnTo>
                  <a:pt x="2585" y="123"/>
                </a:lnTo>
                <a:lnTo>
                  <a:pt x="2587" y="123"/>
                </a:lnTo>
                <a:lnTo>
                  <a:pt x="2588" y="123"/>
                </a:lnTo>
                <a:lnTo>
                  <a:pt x="2589" y="124"/>
                </a:lnTo>
                <a:lnTo>
                  <a:pt x="2591" y="124"/>
                </a:lnTo>
                <a:lnTo>
                  <a:pt x="2592" y="124"/>
                </a:lnTo>
                <a:lnTo>
                  <a:pt x="2592" y="125"/>
                </a:lnTo>
                <a:lnTo>
                  <a:pt x="2593" y="125"/>
                </a:lnTo>
                <a:lnTo>
                  <a:pt x="2594" y="125"/>
                </a:lnTo>
                <a:lnTo>
                  <a:pt x="2595" y="125"/>
                </a:lnTo>
                <a:lnTo>
                  <a:pt x="2595" y="126"/>
                </a:lnTo>
                <a:lnTo>
                  <a:pt x="2596" y="126"/>
                </a:lnTo>
                <a:lnTo>
                  <a:pt x="2597" y="126"/>
                </a:lnTo>
                <a:lnTo>
                  <a:pt x="2598" y="126"/>
                </a:lnTo>
                <a:lnTo>
                  <a:pt x="2598" y="125"/>
                </a:lnTo>
                <a:lnTo>
                  <a:pt x="2599" y="125"/>
                </a:lnTo>
                <a:lnTo>
                  <a:pt x="2599" y="126"/>
                </a:lnTo>
                <a:lnTo>
                  <a:pt x="2600" y="126"/>
                </a:lnTo>
                <a:lnTo>
                  <a:pt x="2603" y="126"/>
                </a:lnTo>
                <a:lnTo>
                  <a:pt x="2604" y="126"/>
                </a:lnTo>
                <a:lnTo>
                  <a:pt x="2605" y="126"/>
                </a:lnTo>
                <a:lnTo>
                  <a:pt x="2605" y="125"/>
                </a:lnTo>
                <a:lnTo>
                  <a:pt x="2606" y="125"/>
                </a:lnTo>
                <a:lnTo>
                  <a:pt x="2607" y="123"/>
                </a:lnTo>
                <a:lnTo>
                  <a:pt x="2608" y="122"/>
                </a:lnTo>
                <a:lnTo>
                  <a:pt x="2607" y="122"/>
                </a:lnTo>
                <a:lnTo>
                  <a:pt x="2608" y="122"/>
                </a:lnTo>
                <a:lnTo>
                  <a:pt x="2608" y="121"/>
                </a:lnTo>
                <a:lnTo>
                  <a:pt x="2609" y="121"/>
                </a:lnTo>
                <a:lnTo>
                  <a:pt x="2610" y="121"/>
                </a:lnTo>
                <a:lnTo>
                  <a:pt x="2610" y="120"/>
                </a:lnTo>
                <a:lnTo>
                  <a:pt x="2610" y="119"/>
                </a:lnTo>
                <a:lnTo>
                  <a:pt x="2611" y="118"/>
                </a:lnTo>
                <a:lnTo>
                  <a:pt x="2613" y="116"/>
                </a:lnTo>
                <a:lnTo>
                  <a:pt x="2614" y="116"/>
                </a:lnTo>
                <a:lnTo>
                  <a:pt x="2615" y="116"/>
                </a:lnTo>
                <a:lnTo>
                  <a:pt x="2615" y="115"/>
                </a:lnTo>
                <a:lnTo>
                  <a:pt x="2616" y="115"/>
                </a:lnTo>
                <a:lnTo>
                  <a:pt x="2616" y="114"/>
                </a:lnTo>
                <a:lnTo>
                  <a:pt x="2617" y="113"/>
                </a:lnTo>
                <a:lnTo>
                  <a:pt x="2617" y="112"/>
                </a:lnTo>
                <a:lnTo>
                  <a:pt x="2617" y="111"/>
                </a:lnTo>
                <a:lnTo>
                  <a:pt x="2616" y="111"/>
                </a:lnTo>
                <a:lnTo>
                  <a:pt x="2618" y="111"/>
                </a:lnTo>
                <a:lnTo>
                  <a:pt x="2618" y="110"/>
                </a:lnTo>
                <a:lnTo>
                  <a:pt x="2619" y="110"/>
                </a:lnTo>
                <a:lnTo>
                  <a:pt x="2620" y="109"/>
                </a:lnTo>
                <a:lnTo>
                  <a:pt x="2620" y="110"/>
                </a:lnTo>
                <a:lnTo>
                  <a:pt x="2621" y="110"/>
                </a:lnTo>
                <a:lnTo>
                  <a:pt x="2622" y="109"/>
                </a:lnTo>
                <a:lnTo>
                  <a:pt x="2621" y="108"/>
                </a:lnTo>
                <a:lnTo>
                  <a:pt x="2621" y="107"/>
                </a:lnTo>
                <a:lnTo>
                  <a:pt x="2622" y="107"/>
                </a:lnTo>
                <a:lnTo>
                  <a:pt x="2623" y="107"/>
                </a:lnTo>
                <a:lnTo>
                  <a:pt x="2624" y="106"/>
                </a:lnTo>
                <a:lnTo>
                  <a:pt x="2624" y="105"/>
                </a:lnTo>
                <a:lnTo>
                  <a:pt x="2625" y="105"/>
                </a:lnTo>
                <a:lnTo>
                  <a:pt x="2625" y="104"/>
                </a:lnTo>
                <a:lnTo>
                  <a:pt x="2625" y="103"/>
                </a:lnTo>
                <a:lnTo>
                  <a:pt x="2626" y="103"/>
                </a:lnTo>
                <a:lnTo>
                  <a:pt x="2627" y="103"/>
                </a:lnTo>
                <a:lnTo>
                  <a:pt x="2627" y="102"/>
                </a:lnTo>
                <a:lnTo>
                  <a:pt x="2626" y="102"/>
                </a:lnTo>
                <a:lnTo>
                  <a:pt x="2626" y="101"/>
                </a:lnTo>
                <a:lnTo>
                  <a:pt x="2627" y="101"/>
                </a:lnTo>
                <a:lnTo>
                  <a:pt x="2627" y="100"/>
                </a:lnTo>
                <a:lnTo>
                  <a:pt x="2627" y="99"/>
                </a:lnTo>
                <a:lnTo>
                  <a:pt x="2628" y="99"/>
                </a:lnTo>
                <a:lnTo>
                  <a:pt x="2628" y="98"/>
                </a:lnTo>
                <a:lnTo>
                  <a:pt x="2629" y="98"/>
                </a:lnTo>
                <a:lnTo>
                  <a:pt x="2630" y="98"/>
                </a:lnTo>
                <a:lnTo>
                  <a:pt x="2630" y="99"/>
                </a:lnTo>
                <a:lnTo>
                  <a:pt x="2631" y="100"/>
                </a:lnTo>
                <a:lnTo>
                  <a:pt x="2631" y="101"/>
                </a:lnTo>
                <a:lnTo>
                  <a:pt x="2631" y="102"/>
                </a:lnTo>
                <a:lnTo>
                  <a:pt x="2632" y="102"/>
                </a:lnTo>
                <a:lnTo>
                  <a:pt x="2632" y="103"/>
                </a:lnTo>
                <a:lnTo>
                  <a:pt x="2634" y="103"/>
                </a:lnTo>
                <a:lnTo>
                  <a:pt x="2634" y="104"/>
                </a:lnTo>
                <a:lnTo>
                  <a:pt x="2635" y="103"/>
                </a:lnTo>
                <a:lnTo>
                  <a:pt x="2636" y="103"/>
                </a:lnTo>
                <a:lnTo>
                  <a:pt x="2637" y="103"/>
                </a:lnTo>
                <a:lnTo>
                  <a:pt x="2638" y="103"/>
                </a:lnTo>
                <a:lnTo>
                  <a:pt x="2639" y="103"/>
                </a:lnTo>
                <a:lnTo>
                  <a:pt x="2640" y="103"/>
                </a:lnTo>
                <a:lnTo>
                  <a:pt x="2640" y="104"/>
                </a:lnTo>
                <a:lnTo>
                  <a:pt x="2641" y="103"/>
                </a:lnTo>
                <a:lnTo>
                  <a:pt x="2642" y="103"/>
                </a:lnTo>
                <a:lnTo>
                  <a:pt x="2643" y="103"/>
                </a:lnTo>
                <a:lnTo>
                  <a:pt x="2644" y="103"/>
                </a:lnTo>
                <a:lnTo>
                  <a:pt x="2645" y="103"/>
                </a:lnTo>
                <a:lnTo>
                  <a:pt x="2645" y="104"/>
                </a:lnTo>
                <a:lnTo>
                  <a:pt x="2646" y="104"/>
                </a:lnTo>
                <a:lnTo>
                  <a:pt x="2647" y="105"/>
                </a:lnTo>
                <a:lnTo>
                  <a:pt x="2647" y="106"/>
                </a:lnTo>
                <a:lnTo>
                  <a:pt x="2647" y="107"/>
                </a:lnTo>
                <a:lnTo>
                  <a:pt x="2647" y="108"/>
                </a:lnTo>
                <a:lnTo>
                  <a:pt x="2648" y="108"/>
                </a:lnTo>
                <a:lnTo>
                  <a:pt x="2648" y="109"/>
                </a:lnTo>
                <a:lnTo>
                  <a:pt x="2649" y="109"/>
                </a:lnTo>
                <a:lnTo>
                  <a:pt x="2649" y="110"/>
                </a:lnTo>
                <a:lnTo>
                  <a:pt x="2649" y="111"/>
                </a:lnTo>
                <a:lnTo>
                  <a:pt x="2650" y="111"/>
                </a:lnTo>
                <a:lnTo>
                  <a:pt x="2650" y="110"/>
                </a:lnTo>
                <a:lnTo>
                  <a:pt x="2651" y="110"/>
                </a:lnTo>
                <a:lnTo>
                  <a:pt x="2651" y="111"/>
                </a:lnTo>
                <a:lnTo>
                  <a:pt x="2652" y="112"/>
                </a:lnTo>
                <a:lnTo>
                  <a:pt x="2654" y="112"/>
                </a:lnTo>
                <a:lnTo>
                  <a:pt x="2654" y="113"/>
                </a:lnTo>
                <a:lnTo>
                  <a:pt x="2655" y="113"/>
                </a:lnTo>
                <a:lnTo>
                  <a:pt x="2654" y="113"/>
                </a:lnTo>
                <a:lnTo>
                  <a:pt x="2655" y="115"/>
                </a:lnTo>
                <a:lnTo>
                  <a:pt x="2656" y="115"/>
                </a:lnTo>
                <a:lnTo>
                  <a:pt x="2656" y="114"/>
                </a:lnTo>
                <a:lnTo>
                  <a:pt x="2657" y="114"/>
                </a:lnTo>
                <a:lnTo>
                  <a:pt x="2658" y="114"/>
                </a:lnTo>
                <a:lnTo>
                  <a:pt x="2658" y="113"/>
                </a:lnTo>
                <a:lnTo>
                  <a:pt x="2659" y="113"/>
                </a:lnTo>
                <a:lnTo>
                  <a:pt x="2660" y="113"/>
                </a:lnTo>
                <a:lnTo>
                  <a:pt x="2660" y="114"/>
                </a:lnTo>
                <a:lnTo>
                  <a:pt x="2660" y="115"/>
                </a:lnTo>
                <a:lnTo>
                  <a:pt x="2661" y="115"/>
                </a:lnTo>
                <a:lnTo>
                  <a:pt x="2660" y="115"/>
                </a:lnTo>
                <a:lnTo>
                  <a:pt x="2660" y="116"/>
                </a:lnTo>
                <a:lnTo>
                  <a:pt x="2661" y="116"/>
                </a:lnTo>
                <a:lnTo>
                  <a:pt x="2661" y="117"/>
                </a:lnTo>
                <a:lnTo>
                  <a:pt x="2662" y="117"/>
                </a:lnTo>
                <a:lnTo>
                  <a:pt x="2663" y="118"/>
                </a:lnTo>
                <a:lnTo>
                  <a:pt x="2663" y="119"/>
                </a:lnTo>
                <a:lnTo>
                  <a:pt x="2663" y="120"/>
                </a:lnTo>
                <a:lnTo>
                  <a:pt x="2662" y="120"/>
                </a:lnTo>
                <a:lnTo>
                  <a:pt x="2662" y="121"/>
                </a:lnTo>
                <a:lnTo>
                  <a:pt x="2663" y="122"/>
                </a:lnTo>
                <a:lnTo>
                  <a:pt x="2663" y="123"/>
                </a:lnTo>
                <a:lnTo>
                  <a:pt x="2662" y="123"/>
                </a:lnTo>
                <a:lnTo>
                  <a:pt x="2662" y="124"/>
                </a:lnTo>
                <a:lnTo>
                  <a:pt x="2663" y="124"/>
                </a:lnTo>
                <a:lnTo>
                  <a:pt x="2664" y="124"/>
                </a:lnTo>
                <a:lnTo>
                  <a:pt x="2665" y="125"/>
                </a:lnTo>
                <a:lnTo>
                  <a:pt x="2667" y="125"/>
                </a:lnTo>
                <a:lnTo>
                  <a:pt x="2668" y="125"/>
                </a:lnTo>
                <a:lnTo>
                  <a:pt x="2669" y="125"/>
                </a:lnTo>
                <a:lnTo>
                  <a:pt x="2669" y="126"/>
                </a:lnTo>
                <a:lnTo>
                  <a:pt x="2670" y="126"/>
                </a:lnTo>
                <a:lnTo>
                  <a:pt x="2671" y="126"/>
                </a:lnTo>
                <a:lnTo>
                  <a:pt x="2672" y="126"/>
                </a:lnTo>
                <a:lnTo>
                  <a:pt x="2673" y="127"/>
                </a:lnTo>
                <a:lnTo>
                  <a:pt x="2674" y="127"/>
                </a:lnTo>
                <a:lnTo>
                  <a:pt x="2674" y="128"/>
                </a:lnTo>
                <a:lnTo>
                  <a:pt x="2677" y="128"/>
                </a:lnTo>
                <a:lnTo>
                  <a:pt x="2677" y="127"/>
                </a:lnTo>
                <a:lnTo>
                  <a:pt x="2679" y="127"/>
                </a:lnTo>
                <a:lnTo>
                  <a:pt x="2680" y="127"/>
                </a:lnTo>
                <a:lnTo>
                  <a:pt x="2681" y="127"/>
                </a:lnTo>
                <a:lnTo>
                  <a:pt x="2681" y="126"/>
                </a:lnTo>
                <a:lnTo>
                  <a:pt x="2682" y="126"/>
                </a:lnTo>
                <a:lnTo>
                  <a:pt x="2683" y="127"/>
                </a:lnTo>
                <a:lnTo>
                  <a:pt x="2685" y="127"/>
                </a:lnTo>
                <a:lnTo>
                  <a:pt x="2686" y="127"/>
                </a:lnTo>
                <a:lnTo>
                  <a:pt x="2685" y="128"/>
                </a:lnTo>
                <a:lnTo>
                  <a:pt x="2685" y="129"/>
                </a:lnTo>
                <a:lnTo>
                  <a:pt x="2686" y="129"/>
                </a:lnTo>
                <a:lnTo>
                  <a:pt x="2687" y="129"/>
                </a:lnTo>
                <a:lnTo>
                  <a:pt x="2688" y="129"/>
                </a:lnTo>
                <a:lnTo>
                  <a:pt x="2689" y="129"/>
                </a:lnTo>
                <a:lnTo>
                  <a:pt x="2689" y="128"/>
                </a:lnTo>
                <a:lnTo>
                  <a:pt x="2690" y="128"/>
                </a:lnTo>
                <a:lnTo>
                  <a:pt x="2690" y="129"/>
                </a:lnTo>
                <a:lnTo>
                  <a:pt x="2691" y="129"/>
                </a:lnTo>
                <a:lnTo>
                  <a:pt x="2692" y="128"/>
                </a:lnTo>
                <a:lnTo>
                  <a:pt x="2693" y="128"/>
                </a:lnTo>
                <a:lnTo>
                  <a:pt x="2693" y="129"/>
                </a:lnTo>
                <a:lnTo>
                  <a:pt x="2694" y="129"/>
                </a:lnTo>
                <a:lnTo>
                  <a:pt x="2695" y="129"/>
                </a:lnTo>
                <a:lnTo>
                  <a:pt x="2696" y="129"/>
                </a:lnTo>
                <a:lnTo>
                  <a:pt x="2696" y="130"/>
                </a:lnTo>
                <a:lnTo>
                  <a:pt x="2695" y="131"/>
                </a:lnTo>
                <a:lnTo>
                  <a:pt x="2694" y="131"/>
                </a:lnTo>
                <a:lnTo>
                  <a:pt x="2693" y="132"/>
                </a:lnTo>
                <a:lnTo>
                  <a:pt x="2693" y="133"/>
                </a:lnTo>
                <a:lnTo>
                  <a:pt x="2693" y="134"/>
                </a:lnTo>
                <a:lnTo>
                  <a:pt x="2694" y="135"/>
                </a:lnTo>
                <a:lnTo>
                  <a:pt x="2694" y="136"/>
                </a:lnTo>
                <a:lnTo>
                  <a:pt x="2694" y="137"/>
                </a:lnTo>
                <a:lnTo>
                  <a:pt x="2693" y="137"/>
                </a:lnTo>
                <a:lnTo>
                  <a:pt x="2694" y="138"/>
                </a:lnTo>
                <a:lnTo>
                  <a:pt x="2693" y="138"/>
                </a:lnTo>
                <a:lnTo>
                  <a:pt x="2693" y="139"/>
                </a:lnTo>
                <a:lnTo>
                  <a:pt x="2692" y="139"/>
                </a:lnTo>
                <a:lnTo>
                  <a:pt x="2691" y="139"/>
                </a:lnTo>
                <a:lnTo>
                  <a:pt x="2691" y="140"/>
                </a:lnTo>
                <a:lnTo>
                  <a:pt x="2690" y="142"/>
                </a:lnTo>
                <a:lnTo>
                  <a:pt x="2689" y="142"/>
                </a:lnTo>
                <a:lnTo>
                  <a:pt x="2688" y="142"/>
                </a:lnTo>
                <a:lnTo>
                  <a:pt x="2686" y="142"/>
                </a:lnTo>
                <a:lnTo>
                  <a:pt x="2686" y="143"/>
                </a:lnTo>
                <a:lnTo>
                  <a:pt x="2685" y="143"/>
                </a:lnTo>
                <a:lnTo>
                  <a:pt x="2684" y="143"/>
                </a:lnTo>
                <a:lnTo>
                  <a:pt x="2683" y="143"/>
                </a:lnTo>
                <a:lnTo>
                  <a:pt x="2682" y="143"/>
                </a:lnTo>
                <a:lnTo>
                  <a:pt x="2681" y="143"/>
                </a:lnTo>
                <a:lnTo>
                  <a:pt x="2679" y="143"/>
                </a:lnTo>
                <a:lnTo>
                  <a:pt x="2679" y="144"/>
                </a:lnTo>
                <a:lnTo>
                  <a:pt x="2679" y="145"/>
                </a:lnTo>
                <a:lnTo>
                  <a:pt x="2680" y="145"/>
                </a:lnTo>
                <a:lnTo>
                  <a:pt x="2680" y="146"/>
                </a:lnTo>
                <a:lnTo>
                  <a:pt x="2680" y="147"/>
                </a:lnTo>
                <a:lnTo>
                  <a:pt x="2681" y="148"/>
                </a:lnTo>
                <a:lnTo>
                  <a:pt x="2680" y="148"/>
                </a:lnTo>
                <a:lnTo>
                  <a:pt x="2680" y="149"/>
                </a:lnTo>
                <a:lnTo>
                  <a:pt x="2679" y="150"/>
                </a:lnTo>
                <a:lnTo>
                  <a:pt x="2678" y="150"/>
                </a:lnTo>
                <a:lnTo>
                  <a:pt x="2678" y="151"/>
                </a:lnTo>
                <a:lnTo>
                  <a:pt x="2678" y="152"/>
                </a:lnTo>
                <a:lnTo>
                  <a:pt x="2679" y="152"/>
                </a:lnTo>
                <a:lnTo>
                  <a:pt x="2680" y="152"/>
                </a:lnTo>
                <a:lnTo>
                  <a:pt x="2681" y="152"/>
                </a:lnTo>
                <a:lnTo>
                  <a:pt x="2681" y="153"/>
                </a:lnTo>
                <a:lnTo>
                  <a:pt x="2681" y="154"/>
                </a:lnTo>
                <a:lnTo>
                  <a:pt x="2681" y="155"/>
                </a:lnTo>
                <a:lnTo>
                  <a:pt x="2681" y="156"/>
                </a:lnTo>
                <a:lnTo>
                  <a:pt x="2681" y="157"/>
                </a:lnTo>
                <a:lnTo>
                  <a:pt x="2682" y="157"/>
                </a:lnTo>
                <a:lnTo>
                  <a:pt x="2683" y="157"/>
                </a:lnTo>
                <a:lnTo>
                  <a:pt x="2683" y="158"/>
                </a:lnTo>
                <a:lnTo>
                  <a:pt x="2682" y="158"/>
                </a:lnTo>
                <a:lnTo>
                  <a:pt x="2682" y="159"/>
                </a:lnTo>
                <a:lnTo>
                  <a:pt x="2682" y="160"/>
                </a:lnTo>
                <a:lnTo>
                  <a:pt x="2683" y="160"/>
                </a:lnTo>
                <a:lnTo>
                  <a:pt x="2683" y="161"/>
                </a:lnTo>
                <a:lnTo>
                  <a:pt x="2683" y="162"/>
                </a:lnTo>
                <a:lnTo>
                  <a:pt x="2684" y="163"/>
                </a:lnTo>
                <a:lnTo>
                  <a:pt x="2685" y="163"/>
                </a:lnTo>
                <a:lnTo>
                  <a:pt x="2686" y="162"/>
                </a:lnTo>
                <a:lnTo>
                  <a:pt x="2688" y="162"/>
                </a:lnTo>
                <a:lnTo>
                  <a:pt x="2688" y="163"/>
                </a:lnTo>
                <a:lnTo>
                  <a:pt x="2689" y="163"/>
                </a:lnTo>
                <a:lnTo>
                  <a:pt x="2689" y="164"/>
                </a:lnTo>
                <a:lnTo>
                  <a:pt x="2689" y="165"/>
                </a:lnTo>
                <a:lnTo>
                  <a:pt x="2688" y="165"/>
                </a:lnTo>
                <a:lnTo>
                  <a:pt x="2688" y="166"/>
                </a:lnTo>
                <a:lnTo>
                  <a:pt x="2689" y="168"/>
                </a:lnTo>
                <a:lnTo>
                  <a:pt x="2689" y="169"/>
                </a:lnTo>
                <a:lnTo>
                  <a:pt x="2690" y="169"/>
                </a:lnTo>
                <a:lnTo>
                  <a:pt x="2689" y="169"/>
                </a:lnTo>
                <a:lnTo>
                  <a:pt x="2689" y="170"/>
                </a:lnTo>
                <a:lnTo>
                  <a:pt x="2688" y="170"/>
                </a:lnTo>
                <a:lnTo>
                  <a:pt x="2687" y="170"/>
                </a:lnTo>
                <a:lnTo>
                  <a:pt x="2686" y="173"/>
                </a:lnTo>
                <a:lnTo>
                  <a:pt x="2686" y="174"/>
                </a:lnTo>
                <a:lnTo>
                  <a:pt x="2687" y="174"/>
                </a:lnTo>
                <a:lnTo>
                  <a:pt x="2688" y="174"/>
                </a:lnTo>
                <a:lnTo>
                  <a:pt x="2689" y="175"/>
                </a:lnTo>
                <a:lnTo>
                  <a:pt x="2689" y="176"/>
                </a:lnTo>
                <a:lnTo>
                  <a:pt x="2690" y="177"/>
                </a:lnTo>
                <a:lnTo>
                  <a:pt x="2689" y="179"/>
                </a:lnTo>
                <a:lnTo>
                  <a:pt x="2690" y="181"/>
                </a:lnTo>
                <a:lnTo>
                  <a:pt x="2691" y="182"/>
                </a:lnTo>
                <a:lnTo>
                  <a:pt x="2692" y="184"/>
                </a:lnTo>
                <a:lnTo>
                  <a:pt x="2693" y="184"/>
                </a:lnTo>
                <a:lnTo>
                  <a:pt x="2693" y="185"/>
                </a:lnTo>
                <a:lnTo>
                  <a:pt x="2694" y="187"/>
                </a:lnTo>
                <a:lnTo>
                  <a:pt x="2692" y="189"/>
                </a:lnTo>
                <a:lnTo>
                  <a:pt x="2691" y="190"/>
                </a:lnTo>
                <a:lnTo>
                  <a:pt x="2691" y="191"/>
                </a:lnTo>
                <a:lnTo>
                  <a:pt x="2692" y="191"/>
                </a:lnTo>
                <a:lnTo>
                  <a:pt x="2693" y="191"/>
                </a:lnTo>
                <a:lnTo>
                  <a:pt x="2694" y="192"/>
                </a:lnTo>
                <a:lnTo>
                  <a:pt x="2694" y="193"/>
                </a:lnTo>
                <a:lnTo>
                  <a:pt x="2694" y="194"/>
                </a:lnTo>
                <a:lnTo>
                  <a:pt x="2694" y="196"/>
                </a:lnTo>
                <a:lnTo>
                  <a:pt x="2695" y="197"/>
                </a:lnTo>
                <a:lnTo>
                  <a:pt x="2696" y="198"/>
                </a:lnTo>
                <a:lnTo>
                  <a:pt x="2697" y="199"/>
                </a:lnTo>
                <a:lnTo>
                  <a:pt x="2697" y="200"/>
                </a:lnTo>
                <a:lnTo>
                  <a:pt x="2698" y="200"/>
                </a:lnTo>
                <a:lnTo>
                  <a:pt x="2699" y="200"/>
                </a:lnTo>
                <a:lnTo>
                  <a:pt x="2699" y="201"/>
                </a:lnTo>
                <a:lnTo>
                  <a:pt x="2698" y="202"/>
                </a:lnTo>
                <a:lnTo>
                  <a:pt x="2699" y="203"/>
                </a:lnTo>
                <a:lnTo>
                  <a:pt x="2699" y="204"/>
                </a:lnTo>
                <a:lnTo>
                  <a:pt x="2700" y="204"/>
                </a:lnTo>
                <a:lnTo>
                  <a:pt x="2701" y="204"/>
                </a:lnTo>
                <a:lnTo>
                  <a:pt x="2702" y="206"/>
                </a:lnTo>
                <a:lnTo>
                  <a:pt x="2703" y="207"/>
                </a:lnTo>
                <a:lnTo>
                  <a:pt x="2702" y="207"/>
                </a:lnTo>
                <a:lnTo>
                  <a:pt x="2702" y="208"/>
                </a:lnTo>
                <a:lnTo>
                  <a:pt x="2701" y="208"/>
                </a:lnTo>
                <a:lnTo>
                  <a:pt x="2700" y="208"/>
                </a:lnTo>
                <a:lnTo>
                  <a:pt x="2700" y="209"/>
                </a:lnTo>
                <a:lnTo>
                  <a:pt x="2700" y="210"/>
                </a:lnTo>
                <a:lnTo>
                  <a:pt x="2701" y="210"/>
                </a:lnTo>
                <a:lnTo>
                  <a:pt x="2703" y="211"/>
                </a:lnTo>
                <a:lnTo>
                  <a:pt x="2705" y="213"/>
                </a:lnTo>
                <a:lnTo>
                  <a:pt x="2706" y="213"/>
                </a:lnTo>
                <a:lnTo>
                  <a:pt x="2706" y="215"/>
                </a:lnTo>
                <a:lnTo>
                  <a:pt x="2705" y="215"/>
                </a:lnTo>
                <a:lnTo>
                  <a:pt x="2704" y="215"/>
                </a:lnTo>
                <a:lnTo>
                  <a:pt x="2703" y="216"/>
                </a:lnTo>
                <a:lnTo>
                  <a:pt x="2702" y="216"/>
                </a:lnTo>
                <a:lnTo>
                  <a:pt x="2704" y="218"/>
                </a:lnTo>
                <a:lnTo>
                  <a:pt x="2705" y="218"/>
                </a:lnTo>
                <a:lnTo>
                  <a:pt x="2706" y="219"/>
                </a:lnTo>
                <a:lnTo>
                  <a:pt x="2705" y="219"/>
                </a:lnTo>
                <a:lnTo>
                  <a:pt x="2705" y="220"/>
                </a:lnTo>
                <a:lnTo>
                  <a:pt x="2705" y="221"/>
                </a:lnTo>
                <a:lnTo>
                  <a:pt x="2704" y="221"/>
                </a:lnTo>
                <a:lnTo>
                  <a:pt x="2703" y="222"/>
                </a:lnTo>
                <a:lnTo>
                  <a:pt x="2703" y="223"/>
                </a:lnTo>
                <a:lnTo>
                  <a:pt x="2704" y="224"/>
                </a:lnTo>
                <a:lnTo>
                  <a:pt x="2705" y="225"/>
                </a:lnTo>
                <a:lnTo>
                  <a:pt x="2707" y="225"/>
                </a:lnTo>
                <a:lnTo>
                  <a:pt x="2708" y="226"/>
                </a:lnTo>
                <a:lnTo>
                  <a:pt x="2707" y="226"/>
                </a:lnTo>
                <a:lnTo>
                  <a:pt x="2707" y="227"/>
                </a:lnTo>
                <a:lnTo>
                  <a:pt x="2707" y="228"/>
                </a:lnTo>
                <a:lnTo>
                  <a:pt x="2707" y="229"/>
                </a:lnTo>
                <a:lnTo>
                  <a:pt x="2709" y="230"/>
                </a:lnTo>
                <a:lnTo>
                  <a:pt x="2710" y="230"/>
                </a:lnTo>
                <a:lnTo>
                  <a:pt x="2711" y="230"/>
                </a:lnTo>
                <a:lnTo>
                  <a:pt x="2712" y="230"/>
                </a:lnTo>
                <a:lnTo>
                  <a:pt x="2712" y="231"/>
                </a:lnTo>
                <a:lnTo>
                  <a:pt x="2712" y="232"/>
                </a:lnTo>
                <a:lnTo>
                  <a:pt x="2713" y="232"/>
                </a:lnTo>
                <a:lnTo>
                  <a:pt x="2714" y="232"/>
                </a:lnTo>
                <a:lnTo>
                  <a:pt x="2714" y="233"/>
                </a:lnTo>
                <a:lnTo>
                  <a:pt x="2714" y="234"/>
                </a:lnTo>
                <a:lnTo>
                  <a:pt x="2714" y="235"/>
                </a:lnTo>
                <a:lnTo>
                  <a:pt x="2713" y="235"/>
                </a:lnTo>
                <a:lnTo>
                  <a:pt x="2713" y="236"/>
                </a:lnTo>
                <a:lnTo>
                  <a:pt x="2713" y="237"/>
                </a:lnTo>
                <a:lnTo>
                  <a:pt x="2714" y="237"/>
                </a:lnTo>
                <a:lnTo>
                  <a:pt x="2714" y="238"/>
                </a:lnTo>
                <a:lnTo>
                  <a:pt x="2714" y="239"/>
                </a:lnTo>
                <a:lnTo>
                  <a:pt x="2715" y="240"/>
                </a:lnTo>
                <a:lnTo>
                  <a:pt x="2716" y="240"/>
                </a:lnTo>
                <a:lnTo>
                  <a:pt x="2717" y="242"/>
                </a:lnTo>
                <a:lnTo>
                  <a:pt x="2718" y="242"/>
                </a:lnTo>
                <a:lnTo>
                  <a:pt x="2719" y="242"/>
                </a:lnTo>
                <a:lnTo>
                  <a:pt x="2720" y="242"/>
                </a:lnTo>
                <a:lnTo>
                  <a:pt x="2720" y="241"/>
                </a:lnTo>
                <a:lnTo>
                  <a:pt x="2721" y="241"/>
                </a:lnTo>
                <a:lnTo>
                  <a:pt x="2725" y="241"/>
                </a:lnTo>
                <a:lnTo>
                  <a:pt x="2727" y="242"/>
                </a:lnTo>
                <a:lnTo>
                  <a:pt x="2728" y="242"/>
                </a:lnTo>
                <a:lnTo>
                  <a:pt x="2729" y="242"/>
                </a:lnTo>
                <a:lnTo>
                  <a:pt x="2730" y="243"/>
                </a:lnTo>
                <a:lnTo>
                  <a:pt x="2731" y="243"/>
                </a:lnTo>
                <a:lnTo>
                  <a:pt x="2731" y="244"/>
                </a:lnTo>
                <a:lnTo>
                  <a:pt x="2732" y="244"/>
                </a:lnTo>
                <a:lnTo>
                  <a:pt x="2732" y="243"/>
                </a:lnTo>
                <a:lnTo>
                  <a:pt x="2733" y="243"/>
                </a:lnTo>
                <a:lnTo>
                  <a:pt x="2735" y="243"/>
                </a:lnTo>
                <a:lnTo>
                  <a:pt x="2735" y="244"/>
                </a:lnTo>
                <a:lnTo>
                  <a:pt x="2735" y="245"/>
                </a:lnTo>
                <a:lnTo>
                  <a:pt x="2737" y="245"/>
                </a:lnTo>
                <a:lnTo>
                  <a:pt x="2738" y="245"/>
                </a:lnTo>
                <a:lnTo>
                  <a:pt x="2740" y="245"/>
                </a:lnTo>
                <a:lnTo>
                  <a:pt x="2741" y="245"/>
                </a:lnTo>
                <a:lnTo>
                  <a:pt x="2741" y="246"/>
                </a:lnTo>
                <a:lnTo>
                  <a:pt x="2742" y="247"/>
                </a:lnTo>
                <a:lnTo>
                  <a:pt x="2744" y="248"/>
                </a:lnTo>
                <a:lnTo>
                  <a:pt x="2746" y="249"/>
                </a:lnTo>
                <a:lnTo>
                  <a:pt x="2747" y="249"/>
                </a:lnTo>
                <a:lnTo>
                  <a:pt x="2747" y="250"/>
                </a:lnTo>
                <a:lnTo>
                  <a:pt x="2748" y="249"/>
                </a:lnTo>
                <a:lnTo>
                  <a:pt x="2748" y="248"/>
                </a:lnTo>
                <a:lnTo>
                  <a:pt x="2749" y="248"/>
                </a:lnTo>
                <a:lnTo>
                  <a:pt x="2749" y="247"/>
                </a:lnTo>
                <a:lnTo>
                  <a:pt x="2750" y="247"/>
                </a:lnTo>
                <a:lnTo>
                  <a:pt x="2751" y="247"/>
                </a:lnTo>
                <a:lnTo>
                  <a:pt x="2753" y="246"/>
                </a:lnTo>
                <a:lnTo>
                  <a:pt x="2754" y="246"/>
                </a:lnTo>
                <a:lnTo>
                  <a:pt x="2755" y="247"/>
                </a:lnTo>
                <a:lnTo>
                  <a:pt x="2756" y="247"/>
                </a:lnTo>
                <a:lnTo>
                  <a:pt x="2757" y="247"/>
                </a:lnTo>
                <a:lnTo>
                  <a:pt x="2758" y="247"/>
                </a:lnTo>
                <a:lnTo>
                  <a:pt x="2760" y="246"/>
                </a:lnTo>
                <a:lnTo>
                  <a:pt x="2761" y="246"/>
                </a:lnTo>
                <a:lnTo>
                  <a:pt x="2762" y="246"/>
                </a:lnTo>
                <a:lnTo>
                  <a:pt x="2763" y="247"/>
                </a:lnTo>
                <a:lnTo>
                  <a:pt x="2765" y="247"/>
                </a:lnTo>
                <a:lnTo>
                  <a:pt x="2765" y="246"/>
                </a:lnTo>
                <a:lnTo>
                  <a:pt x="2766" y="246"/>
                </a:lnTo>
                <a:lnTo>
                  <a:pt x="2766" y="244"/>
                </a:lnTo>
                <a:lnTo>
                  <a:pt x="2769" y="244"/>
                </a:lnTo>
                <a:lnTo>
                  <a:pt x="2770" y="244"/>
                </a:lnTo>
                <a:lnTo>
                  <a:pt x="2771" y="244"/>
                </a:lnTo>
                <a:lnTo>
                  <a:pt x="2771" y="245"/>
                </a:lnTo>
                <a:lnTo>
                  <a:pt x="2773" y="245"/>
                </a:lnTo>
                <a:lnTo>
                  <a:pt x="2774" y="245"/>
                </a:lnTo>
                <a:lnTo>
                  <a:pt x="2774" y="244"/>
                </a:lnTo>
                <a:lnTo>
                  <a:pt x="2775" y="244"/>
                </a:lnTo>
                <a:lnTo>
                  <a:pt x="2776" y="244"/>
                </a:lnTo>
                <a:lnTo>
                  <a:pt x="2777" y="244"/>
                </a:lnTo>
                <a:lnTo>
                  <a:pt x="2779" y="244"/>
                </a:lnTo>
                <a:lnTo>
                  <a:pt x="2779" y="243"/>
                </a:lnTo>
                <a:lnTo>
                  <a:pt x="2778" y="242"/>
                </a:lnTo>
                <a:lnTo>
                  <a:pt x="2779" y="242"/>
                </a:lnTo>
                <a:lnTo>
                  <a:pt x="2781" y="242"/>
                </a:lnTo>
                <a:lnTo>
                  <a:pt x="2783" y="241"/>
                </a:lnTo>
                <a:lnTo>
                  <a:pt x="2785" y="240"/>
                </a:lnTo>
                <a:lnTo>
                  <a:pt x="2786" y="240"/>
                </a:lnTo>
                <a:lnTo>
                  <a:pt x="2786" y="241"/>
                </a:lnTo>
                <a:lnTo>
                  <a:pt x="2787" y="241"/>
                </a:lnTo>
                <a:lnTo>
                  <a:pt x="2787" y="240"/>
                </a:lnTo>
                <a:lnTo>
                  <a:pt x="2787" y="239"/>
                </a:lnTo>
                <a:lnTo>
                  <a:pt x="2787" y="238"/>
                </a:lnTo>
                <a:lnTo>
                  <a:pt x="2787" y="237"/>
                </a:lnTo>
                <a:lnTo>
                  <a:pt x="2788" y="237"/>
                </a:lnTo>
                <a:lnTo>
                  <a:pt x="2789" y="237"/>
                </a:lnTo>
                <a:lnTo>
                  <a:pt x="2789" y="235"/>
                </a:lnTo>
                <a:lnTo>
                  <a:pt x="2789" y="234"/>
                </a:lnTo>
                <a:lnTo>
                  <a:pt x="2791" y="232"/>
                </a:lnTo>
                <a:lnTo>
                  <a:pt x="2792" y="232"/>
                </a:lnTo>
                <a:lnTo>
                  <a:pt x="2793" y="231"/>
                </a:lnTo>
                <a:lnTo>
                  <a:pt x="2794" y="231"/>
                </a:lnTo>
                <a:lnTo>
                  <a:pt x="2794" y="232"/>
                </a:lnTo>
                <a:lnTo>
                  <a:pt x="2794" y="233"/>
                </a:lnTo>
                <a:lnTo>
                  <a:pt x="2797" y="234"/>
                </a:lnTo>
                <a:lnTo>
                  <a:pt x="2799" y="235"/>
                </a:lnTo>
                <a:lnTo>
                  <a:pt x="2801" y="236"/>
                </a:lnTo>
                <a:lnTo>
                  <a:pt x="2803" y="235"/>
                </a:lnTo>
                <a:lnTo>
                  <a:pt x="2804" y="235"/>
                </a:lnTo>
                <a:lnTo>
                  <a:pt x="2805" y="235"/>
                </a:lnTo>
                <a:lnTo>
                  <a:pt x="2806" y="235"/>
                </a:lnTo>
                <a:lnTo>
                  <a:pt x="2806" y="236"/>
                </a:lnTo>
                <a:lnTo>
                  <a:pt x="2808" y="236"/>
                </a:lnTo>
                <a:lnTo>
                  <a:pt x="2808" y="237"/>
                </a:lnTo>
                <a:lnTo>
                  <a:pt x="2808" y="238"/>
                </a:lnTo>
                <a:lnTo>
                  <a:pt x="2809" y="239"/>
                </a:lnTo>
                <a:lnTo>
                  <a:pt x="2812" y="241"/>
                </a:lnTo>
                <a:lnTo>
                  <a:pt x="2814" y="243"/>
                </a:lnTo>
                <a:lnTo>
                  <a:pt x="2815" y="243"/>
                </a:lnTo>
                <a:lnTo>
                  <a:pt x="2816" y="243"/>
                </a:lnTo>
                <a:lnTo>
                  <a:pt x="2817" y="242"/>
                </a:lnTo>
                <a:lnTo>
                  <a:pt x="2820" y="240"/>
                </a:lnTo>
                <a:lnTo>
                  <a:pt x="2821" y="240"/>
                </a:lnTo>
                <a:lnTo>
                  <a:pt x="2822" y="240"/>
                </a:lnTo>
                <a:lnTo>
                  <a:pt x="2823" y="240"/>
                </a:lnTo>
                <a:lnTo>
                  <a:pt x="2824" y="240"/>
                </a:lnTo>
                <a:lnTo>
                  <a:pt x="2825" y="240"/>
                </a:lnTo>
                <a:lnTo>
                  <a:pt x="2826" y="241"/>
                </a:lnTo>
                <a:lnTo>
                  <a:pt x="2827" y="241"/>
                </a:lnTo>
                <a:lnTo>
                  <a:pt x="2829" y="241"/>
                </a:lnTo>
                <a:lnTo>
                  <a:pt x="2830" y="241"/>
                </a:lnTo>
                <a:lnTo>
                  <a:pt x="2831" y="240"/>
                </a:lnTo>
                <a:lnTo>
                  <a:pt x="2832" y="240"/>
                </a:lnTo>
                <a:lnTo>
                  <a:pt x="2832" y="239"/>
                </a:lnTo>
                <a:lnTo>
                  <a:pt x="2832" y="238"/>
                </a:lnTo>
                <a:lnTo>
                  <a:pt x="2835" y="238"/>
                </a:lnTo>
                <a:lnTo>
                  <a:pt x="2837" y="238"/>
                </a:lnTo>
                <a:lnTo>
                  <a:pt x="2838" y="238"/>
                </a:lnTo>
                <a:lnTo>
                  <a:pt x="2839" y="238"/>
                </a:lnTo>
                <a:lnTo>
                  <a:pt x="2840" y="238"/>
                </a:lnTo>
                <a:lnTo>
                  <a:pt x="2841" y="238"/>
                </a:lnTo>
                <a:lnTo>
                  <a:pt x="2844" y="238"/>
                </a:lnTo>
                <a:lnTo>
                  <a:pt x="2845" y="237"/>
                </a:lnTo>
                <a:lnTo>
                  <a:pt x="2847" y="238"/>
                </a:lnTo>
                <a:lnTo>
                  <a:pt x="2849" y="239"/>
                </a:lnTo>
                <a:lnTo>
                  <a:pt x="2850" y="240"/>
                </a:lnTo>
                <a:lnTo>
                  <a:pt x="2851" y="241"/>
                </a:lnTo>
                <a:lnTo>
                  <a:pt x="2853" y="242"/>
                </a:lnTo>
                <a:lnTo>
                  <a:pt x="2854" y="243"/>
                </a:lnTo>
                <a:lnTo>
                  <a:pt x="2854" y="244"/>
                </a:lnTo>
                <a:lnTo>
                  <a:pt x="2855" y="244"/>
                </a:lnTo>
                <a:lnTo>
                  <a:pt x="2856" y="244"/>
                </a:lnTo>
                <a:lnTo>
                  <a:pt x="2858" y="244"/>
                </a:lnTo>
                <a:lnTo>
                  <a:pt x="2858" y="245"/>
                </a:lnTo>
                <a:lnTo>
                  <a:pt x="2859" y="246"/>
                </a:lnTo>
                <a:lnTo>
                  <a:pt x="2860" y="246"/>
                </a:lnTo>
                <a:lnTo>
                  <a:pt x="2860" y="245"/>
                </a:lnTo>
                <a:lnTo>
                  <a:pt x="2863" y="245"/>
                </a:lnTo>
                <a:lnTo>
                  <a:pt x="2863" y="246"/>
                </a:lnTo>
                <a:lnTo>
                  <a:pt x="2864" y="246"/>
                </a:lnTo>
                <a:lnTo>
                  <a:pt x="2865" y="246"/>
                </a:lnTo>
                <a:lnTo>
                  <a:pt x="2865" y="245"/>
                </a:lnTo>
                <a:lnTo>
                  <a:pt x="2866" y="245"/>
                </a:lnTo>
                <a:lnTo>
                  <a:pt x="2867" y="244"/>
                </a:lnTo>
                <a:lnTo>
                  <a:pt x="2867" y="243"/>
                </a:lnTo>
                <a:lnTo>
                  <a:pt x="2868" y="243"/>
                </a:lnTo>
                <a:lnTo>
                  <a:pt x="2868" y="242"/>
                </a:lnTo>
                <a:lnTo>
                  <a:pt x="2868" y="240"/>
                </a:lnTo>
                <a:lnTo>
                  <a:pt x="2868" y="238"/>
                </a:lnTo>
                <a:lnTo>
                  <a:pt x="2867" y="238"/>
                </a:lnTo>
                <a:lnTo>
                  <a:pt x="2868" y="238"/>
                </a:lnTo>
                <a:lnTo>
                  <a:pt x="2868" y="237"/>
                </a:lnTo>
                <a:lnTo>
                  <a:pt x="2868" y="236"/>
                </a:lnTo>
                <a:lnTo>
                  <a:pt x="2870" y="236"/>
                </a:lnTo>
                <a:lnTo>
                  <a:pt x="2871" y="235"/>
                </a:lnTo>
                <a:lnTo>
                  <a:pt x="2872" y="235"/>
                </a:lnTo>
                <a:lnTo>
                  <a:pt x="2872" y="236"/>
                </a:lnTo>
                <a:lnTo>
                  <a:pt x="2873" y="236"/>
                </a:lnTo>
                <a:lnTo>
                  <a:pt x="2873" y="235"/>
                </a:lnTo>
                <a:lnTo>
                  <a:pt x="2873" y="234"/>
                </a:lnTo>
                <a:lnTo>
                  <a:pt x="2874" y="234"/>
                </a:lnTo>
                <a:lnTo>
                  <a:pt x="2875" y="233"/>
                </a:lnTo>
                <a:lnTo>
                  <a:pt x="2876" y="233"/>
                </a:lnTo>
                <a:lnTo>
                  <a:pt x="2877" y="234"/>
                </a:lnTo>
                <a:lnTo>
                  <a:pt x="2878" y="234"/>
                </a:lnTo>
                <a:lnTo>
                  <a:pt x="2879" y="234"/>
                </a:lnTo>
                <a:lnTo>
                  <a:pt x="2881" y="234"/>
                </a:lnTo>
                <a:lnTo>
                  <a:pt x="2882" y="234"/>
                </a:lnTo>
                <a:lnTo>
                  <a:pt x="2883" y="235"/>
                </a:lnTo>
                <a:lnTo>
                  <a:pt x="2884" y="235"/>
                </a:lnTo>
                <a:lnTo>
                  <a:pt x="2884" y="236"/>
                </a:lnTo>
                <a:lnTo>
                  <a:pt x="2885" y="236"/>
                </a:lnTo>
                <a:lnTo>
                  <a:pt x="2885" y="237"/>
                </a:lnTo>
                <a:lnTo>
                  <a:pt x="2886" y="237"/>
                </a:lnTo>
                <a:lnTo>
                  <a:pt x="2885" y="237"/>
                </a:lnTo>
                <a:lnTo>
                  <a:pt x="2886" y="238"/>
                </a:lnTo>
                <a:lnTo>
                  <a:pt x="2887" y="239"/>
                </a:lnTo>
                <a:lnTo>
                  <a:pt x="2888" y="240"/>
                </a:lnTo>
                <a:lnTo>
                  <a:pt x="2889" y="240"/>
                </a:lnTo>
                <a:lnTo>
                  <a:pt x="2890" y="240"/>
                </a:lnTo>
                <a:lnTo>
                  <a:pt x="2891" y="239"/>
                </a:lnTo>
                <a:lnTo>
                  <a:pt x="2892" y="239"/>
                </a:lnTo>
                <a:lnTo>
                  <a:pt x="2893" y="239"/>
                </a:lnTo>
                <a:lnTo>
                  <a:pt x="2894" y="239"/>
                </a:lnTo>
                <a:lnTo>
                  <a:pt x="2898" y="238"/>
                </a:lnTo>
                <a:lnTo>
                  <a:pt x="2900" y="237"/>
                </a:lnTo>
                <a:lnTo>
                  <a:pt x="2901" y="237"/>
                </a:lnTo>
                <a:lnTo>
                  <a:pt x="2901" y="236"/>
                </a:lnTo>
                <a:lnTo>
                  <a:pt x="2902" y="236"/>
                </a:lnTo>
                <a:lnTo>
                  <a:pt x="2902" y="235"/>
                </a:lnTo>
                <a:lnTo>
                  <a:pt x="2902" y="234"/>
                </a:lnTo>
                <a:lnTo>
                  <a:pt x="2903" y="234"/>
                </a:lnTo>
                <a:lnTo>
                  <a:pt x="2903" y="233"/>
                </a:lnTo>
                <a:lnTo>
                  <a:pt x="2905" y="232"/>
                </a:lnTo>
                <a:lnTo>
                  <a:pt x="2906" y="232"/>
                </a:lnTo>
                <a:lnTo>
                  <a:pt x="2907" y="232"/>
                </a:lnTo>
                <a:lnTo>
                  <a:pt x="2908" y="233"/>
                </a:lnTo>
                <a:lnTo>
                  <a:pt x="2910" y="233"/>
                </a:lnTo>
                <a:lnTo>
                  <a:pt x="2911" y="233"/>
                </a:lnTo>
                <a:lnTo>
                  <a:pt x="2912" y="234"/>
                </a:lnTo>
                <a:lnTo>
                  <a:pt x="2915" y="234"/>
                </a:lnTo>
                <a:lnTo>
                  <a:pt x="2915" y="233"/>
                </a:lnTo>
                <a:lnTo>
                  <a:pt x="2916" y="232"/>
                </a:lnTo>
                <a:lnTo>
                  <a:pt x="2915" y="232"/>
                </a:lnTo>
                <a:lnTo>
                  <a:pt x="2915" y="231"/>
                </a:lnTo>
                <a:lnTo>
                  <a:pt x="2918" y="228"/>
                </a:lnTo>
                <a:lnTo>
                  <a:pt x="2919" y="227"/>
                </a:lnTo>
                <a:lnTo>
                  <a:pt x="2920" y="227"/>
                </a:lnTo>
                <a:lnTo>
                  <a:pt x="2921" y="227"/>
                </a:lnTo>
                <a:lnTo>
                  <a:pt x="2922" y="226"/>
                </a:lnTo>
                <a:lnTo>
                  <a:pt x="2922" y="225"/>
                </a:lnTo>
                <a:lnTo>
                  <a:pt x="2921" y="224"/>
                </a:lnTo>
                <a:lnTo>
                  <a:pt x="2921" y="223"/>
                </a:lnTo>
                <a:lnTo>
                  <a:pt x="2920" y="223"/>
                </a:lnTo>
                <a:lnTo>
                  <a:pt x="2919" y="222"/>
                </a:lnTo>
                <a:lnTo>
                  <a:pt x="2920" y="220"/>
                </a:lnTo>
                <a:lnTo>
                  <a:pt x="2920" y="219"/>
                </a:lnTo>
                <a:lnTo>
                  <a:pt x="2921" y="219"/>
                </a:lnTo>
                <a:lnTo>
                  <a:pt x="2922" y="219"/>
                </a:lnTo>
                <a:lnTo>
                  <a:pt x="2924" y="219"/>
                </a:lnTo>
                <a:lnTo>
                  <a:pt x="2925" y="219"/>
                </a:lnTo>
                <a:lnTo>
                  <a:pt x="2926" y="218"/>
                </a:lnTo>
                <a:lnTo>
                  <a:pt x="2927" y="218"/>
                </a:lnTo>
                <a:lnTo>
                  <a:pt x="2927" y="217"/>
                </a:lnTo>
                <a:lnTo>
                  <a:pt x="2928" y="216"/>
                </a:lnTo>
                <a:lnTo>
                  <a:pt x="2929" y="216"/>
                </a:lnTo>
                <a:lnTo>
                  <a:pt x="2930" y="216"/>
                </a:lnTo>
                <a:lnTo>
                  <a:pt x="2931" y="216"/>
                </a:lnTo>
                <a:lnTo>
                  <a:pt x="2933" y="216"/>
                </a:lnTo>
                <a:lnTo>
                  <a:pt x="2934" y="215"/>
                </a:lnTo>
                <a:lnTo>
                  <a:pt x="2934" y="214"/>
                </a:lnTo>
                <a:lnTo>
                  <a:pt x="2935" y="213"/>
                </a:lnTo>
                <a:lnTo>
                  <a:pt x="2936" y="213"/>
                </a:lnTo>
                <a:lnTo>
                  <a:pt x="2936" y="212"/>
                </a:lnTo>
                <a:lnTo>
                  <a:pt x="2935" y="212"/>
                </a:lnTo>
                <a:lnTo>
                  <a:pt x="2935" y="211"/>
                </a:lnTo>
                <a:lnTo>
                  <a:pt x="2935" y="210"/>
                </a:lnTo>
                <a:lnTo>
                  <a:pt x="2935" y="209"/>
                </a:lnTo>
                <a:lnTo>
                  <a:pt x="2934" y="208"/>
                </a:lnTo>
                <a:lnTo>
                  <a:pt x="2934" y="206"/>
                </a:lnTo>
                <a:lnTo>
                  <a:pt x="2935" y="204"/>
                </a:lnTo>
                <a:lnTo>
                  <a:pt x="2937" y="203"/>
                </a:lnTo>
                <a:lnTo>
                  <a:pt x="2937" y="202"/>
                </a:lnTo>
                <a:lnTo>
                  <a:pt x="2938" y="201"/>
                </a:lnTo>
                <a:lnTo>
                  <a:pt x="2939" y="200"/>
                </a:lnTo>
                <a:lnTo>
                  <a:pt x="2940" y="200"/>
                </a:lnTo>
                <a:lnTo>
                  <a:pt x="2941" y="200"/>
                </a:lnTo>
                <a:lnTo>
                  <a:pt x="2942" y="202"/>
                </a:lnTo>
                <a:lnTo>
                  <a:pt x="2942" y="203"/>
                </a:lnTo>
                <a:lnTo>
                  <a:pt x="2943" y="203"/>
                </a:lnTo>
                <a:lnTo>
                  <a:pt x="2944" y="203"/>
                </a:lnTo>
                <a:lnTo>
                  <a:pt x="2946" y="203"/>
                </a:lnTo>
                <a:lnTo>
                  <a:pt x="2948" y="203"/>
                </a:lnTo>
                <a:lnTo>
                  <a:pt x="2949" y="204"/>
                </a:lnTo>
                <a:lnTo>
                  <a:pt x="2950" y="204"/>
                </a:lnTo>
                <a:lnTo>
                  <a:pt x="2951" y="204"/>
                </a:lnTo>
                <a:lnTo>
                  <a:pt x="2951" y="203"/>
                </a:lnTo>
                <a:lnTo>
                  <a:pt x="2952" y="203"/>
                </a:lnTo>
                <a:lnTo>
                  <a:pt x="2954" y="203"/>
                </a:lnTo>
                <a:lnTo>
                  <a:pt x="2955" y="204"/>
                </a:lnTo>
                <a:lnTo>
                  <a:pt x="2956" y="204"/>
                </a:lnTo>
                <a:lnTo>
                  <a:pt x="2956" y="203"/>
                </a:lnTo>
                <a:lnTo>
                  <a:pt x="2957" y="203"/>
                </a:lnTo>
                <a:lnTo>
                  <a:pt x="2958" y="203"/>
                </a:lnTo>
                <a:lnTo>
                  <a:pt x="2959" y="204"/>
                </a:lnTo>
                <a:lnTo>
                  <a:pt x="2959" y="205"/>
                </a:lnTo>
                <a:lnTo>
                  <a:pt x="2960" y="205"/>
                </a:lnTo>
                <a:lnTo>
                  <a:pt x="2960" y="206"/>
                </a:lnTo>
                <a:lnTo>
                  <a:pt x="2961" y="206"/>
                </a:lnTo>
                <a:lnTo>
                  <a:pt x="2962" y="206"/>
                </a:lnTo>
                <a:lnTo>
                  <a:pt x="2962" y="205"/>
                </a:lnTo>
                <a:lnTo>
                  <a:pt x="2963" y="205"/>
                </a:lnTo>
                <a:lnTo>
                  <a:pt x="2965" y="205"/>
                </a:lnTo>
                <a:lnTo>
                  <a:pt x="2966" y="205"/>
                </a:lnTo>
                <a:lnTo>
                  <a:pt x="2967" y="206"/>
                </a:lnTo>
                <a:lnTo>
                  <a:pt x="2967" y="207"/>
                </a:lnTo>
                <a:lnTo>
                  <a:pt x="2968" y="207"/>
                </a:lnTo>
                <a:lnTo>
                  <a:pt x="2968" y="208"/>
                </a:lnTo>
                <a:lnTo>
                  <a:pt x="2968" y="209"/>
                </a:lnTo>
                <a:lnTo>
                  <a:pt x="2969" y="210"/>
                </a:lnTo>
                <a:lnTo>
                  <a:pt x="2970" y="210"/>
                </a:lnTo>
                <a:lnTo>
                  <a:pt x="2971" y="211"/>
                </a:lnTo>
                <a:lnTo>
                  <a:pt x="2972" y="211"/>
                </a:lnTo>
                <a:lnTo>
                  <a:pt x="2972" y="212"/>
                </a:lnTo>
                <a:lnTo>
                  <a:pt x="2973" y="212"/>
                </a:lnTo>
                <a:lnTo>
                  <a:pt x="2973" y="213"/>
                </a:lnTo>
                <a:lnTo>
                  <a:pt x="2974" y="213"/>
                </a:lnTo>
                <a:lnTo>
                  <a:pt x="2975" y="214"/>
                </a:lnTo>
                <a:lnTo>
                  <a:pt x="2976" y="215"/>
                </a:lnTo>
                <a:lnTo>
                  <a:pt x="2977" y="216"/>
                </a:lnTo>
                <a:lnTo>
                  <a:pt x="2978" y="216"/>
                </a:lnTo>
                <a:lnTo>
                  <a:pt x="2978" y="217"/>
                </a:lnTo>
                <a:lnTo>
                  <a:pt x="2979" y="217"/>
                </a:lnTo>
                <a:lnTo>
                  <a:pt x="2980" y="218"/>
                </a:lnTo>
                <a:lnTo>
                  <a:pt x="2981" y="219"/>
                </a:lnTo>
                <a:lnTo>
                  <a:pt x="2982" y="220"/>
                </a:lnTo>
                <a:lnTo>
                  <a:pt x="2983" y="220"/>
                </a:lnTo>
                <a:lnTo>
                  <a:pt x="2984" y="221"/>
                </a:lnTo>
                <a:lnTo>
                  <a:pt x="2985" y="222"/>
                </a:lnTo>
                <a:lnTo>
                  <a:pt x="2985" y="223"/>
                </a:lnTo>
                <a:lnTo>
                  <a:pt x="2985" y="224"/>
                </a:lnTo>
                <a:lnTo>
                  <a:pt x="2986" y="224"/>
                </a:lnTo>
                <a:lnTo>
                  <a:pt x="2987" y="224"/>
                </a:lnTo>
                <a:lnTo>
                  <a:pt x="2987" y="225"/>
                </a:lnTo>
                <a:lnTo>
                  <a:pt x="2988" y="225"/>
                </a:lnTo>
                <a:lnTo>
                  <a:pt x="2989" y="225"/>
                </a:lnTo>
                <a:lnTo>
                  <a:pt x="2989" y="226"/>
                </a:lnTo>
                <a:lnTo>
                  <a:pt x="2988" y="226"/>
                </a:lnTo>
                <a:lnTo>
                  <a:pt x="2988" y="227"/>
                </a:lnTo>
                <a:lnTo>
                  <a:pt x="2988" y="228"/>
                </a:lnTo>
                <a:lnTo>
                  <a:pt x="2989" y="228"/>
                </a:lnTo>
                <a:lnTo>
                  <a:pt x="2990" y="228"/>
                </a:lnTo>
                <a:lnTo>
                  <a:pt x="2990" y="229"/>
                </a:lnTo>
                <a:lnTo>
                  <a:pt x="2991" y="229"/>
                </a:lnTo>
                <a:lnTo>
                  <a:pt x="2991" y="230"/>
                </a:lnTo>
                <a:lnTo>
                  <a:pt x="2992" y="231"/>
                </a:lnTo>
                <a:lnTo>
                  <a:pt x="2993" y="231"/>
                </a:lnTo>
                <a:lnTo>
                  <a:pt x="2994" y="231"/>
                </a:lnTo>
                <a:lnTo>
                  <a:pt x="2994" y="232"/>
                </a:lnTo>
                <a:lnTo>
                  <a:pt x="2993" y="232"/>
                </a:lnTo>
                <a:lnTo>
                  <a:pt x="2993" y="233"/>
                </a:lnTo>
                <a:lnTo>
                  <a:pt x="2994" y="233"/>
                </a:lnTo>
                <a:lnTo>
                  <a:pt x="2994" y="234"/>
                </a:lnTo>
                <a:lnTo>
                  <a:pt x="2995" y="234"/>
                </a:lnTo>
                <a:lnTo>
                  <a:pt x="2996" y="235"/>
                </a:lnTo>
                <a:lnTo>
                  <a:pt x="2995" y="235"/>
                </a:lnTo>
                <a:lnTo>
                  <a:pt x="2996" y="235"/>
                </a:lnTo>
                <a:lnTo>
                  <a:pt x="2996" y="236"/>
                </a:lnTo>
                <a:lnTo>
                  <a:pt x="2997" y="237"/>
                </a:lnTo>
                <a:lnTo>
                  <a:pt x="2998" y="237"/>
                </a:lnTo>
                <a:lnTo>
                  <a:pt x="2998" y="238"/>
                </a:lnTo>
                <a:lnTo>
                  <a:pt x="3000" y="239"/>
                </a:lnTo>
                <a:lnTo>
                  <a:pt x="3000" y="238"/>
                </a:lnTo>
                <a:lnTo>
                  <a:pt x="3001" y="238"/>
                </a:lnTo>
                <a:lnTo>
                  <a:pt x="3001" y="239"/>
                </a:lnTo>
                <a:lnTo>
                  <a:pt x="3001" y="240"/>
                </a:lnTo>
                <a:lnTo>
                  <a:pt x="3002" y="240"/>
                </a:lnTo>
                <a:lnTo>
                  <a:pt x="3002" y="241"/>
                </a:lnTo>
                <a:lnTo>
                  <a:pt x="3003" y="242"/>
                </a:lnTo>
                <a:lnTo>
                  <a:pt x="3002" y="242"/>
                </a:lnTo>
                <a:lnTo>
                  <a:pt x="3002" y="243"/>
                </a:lnTo>
                <a:lnTo>
                  <a:pt x="3003" y="243"/>
                </a:lnTo>
                <a:lnTo>
                  <a:pt x="3004" y="244"/>
                </a:lnTo>
                <a:lnTo>
                  <a:pt x="3005" y="245"/>
                </a:lnTo>
                <a:lnTo>
                  <a:pt x="3006" y="247"/>
                </a:lnTo>
                <a:lnTo>
                  <a:pt x="3007" y="247"/>
                </a:lnTo>
                <a:lnTo>
                  <a:pt x="3008" y="248"/>
                </a:lnTo>
                <a:lnTo>
                  <a:pt x="3008" y="249"/>
                </a:lnTo>
                <a:lnTo>
                  <a:pt x="3008" y="250"/>
                </a:lnTo>
                <a:lnTo>
                  <a:pt x="3008" y="251"/>
                </a:lnTo>
                <a:lnTo>
                  <a:pt x="3007" y="251"/>
                </a:lnTo>
                <a:lnTo>
                  <a:pt x="3008" y="252"/>
                </a:lnTo>
                <a:lnTo>
                  <a:pt x="3009" y="252"/>
                </a:lnTo>
                <a:lnTo>
                  <a:pt x="3010" y="252"/>
                </a:lnTo>
                <a:lnTo>
                  <a:pt x="3011" y="252"/>
                </a:lnTo>
                <a:lnTo>
                  <a:pt x="3012" y="252"/>
                </a:lnTo>
                <a:lnTo>
                  <a:pt x="3013" y="252"/>
                </a:lnTo>
                <a:lnTo>
                  <a:pt x="3014" y="252"/>
                </a:lnTo>
                <a:lnTo>
                  <a:pt x="3016" y="253"/>
                </a:lnTo>
                <a:lnTo>
                  <a:pt x="3017" y="253"/>
                </a:lnTo>
                <a:lnTo>
                  <a:pt x="3016" y="253"/>
                </a:lnTo>
                <a:lnTo>
                  <a:pt x="3017" y="254"/>
                </a:lnTo>
                <a:lnTo>
                  <a:pt x="3018" y="254"/>
                </a:lnTo>
                <a:lnTo>
                  <a:pt x="3018" y="255"/>
                </a:lnTo>
                <a:lnTo>
                  <a:pt x="3017" y="255"/>
                </a:lnTo>
                <a:lnTo>
                  <a:pt x="3018" y="255"/>
                </a:lnTo>
                <a:lnTo>
                  <a:pt x="3018" y="256"/>
                </a:lnTo>
                <a:lnTo>
                  <a:pt x="3019" y="257"/>
                </a:lnTo>
                <a:lnTo>
                  <a:pt x="3019" y="258"/>
                </a:lnTo>
                <a:lnTo>
                  <a:pt x="3019" y="259"/>
                </a:lnTo>
                <a:lnTo>
                  <a:pt x="3020" y="259"/>
                </a:lnTo>
                <a:lnTo>
                  <a:pt x="3020" y="260"/>
                </a:lnTo>
                <a:lnTo>
                  <a:pt x="3019" y="261"/>
                </a:lnTo>
                <a:lnTo>
                  <a:pt x="3019" y="262"/>
                </a:lnTo>
                <a:lnTo>
                  <a:pt x="3020" y="262"/>
                </a:lnTo>
                <a:lnTo>
                  <a:pt x="3022" y="262"/>
                </a:lnTo>
                <a:lnTo>
                  <a:pt x="3022" y="263"/>
                </a:lnTo>
                <a:lnTo>
                  <a:pt x="3021" y="263"/>
                </a:lnTo>
                <a:lnTo>
                  <a:pt x="3022" y="263"/>
                </a:lnTo>
                <a:lnTo>
                  <a:pt x="3023" y="263"/>
                </a:lnTo>
                <a:lnTo>
                  <a:pt x="3024" y="262"/>
                </a:lnTo>
                <a:lnTo>
                  <a:pt x="3025" y="263"/>
                </a:lnTo>
                <a:lnTo>
                  <a:pt x="3024" y="263"/>
                </a:lnTo>
                <a:lnTo>
                  <a:pt x="3025" y="263"/>
                </a:lnTo>
                <a:lnTo>
                  <a:pt x="3025" y="264"/>
                </a:lnTo>
                <a:lnTo>
                  <a:pt x="3025" y="263"/>
                </a:lnTo>
                <a:lnTo>
                  <a:pt x="3026" y="264"/>
                </a:lnTo>
                <a:lnTo>
                  <a:pt x="3025" y="264"/>
                </a:lnTo>
                <a:lnTo>
                  <a:pt x="3026" y="264"/>
                </a:lnTo>
                <a:lnTo>
                  <a:pt x="3026" y="265"/>
                </a:lnTo>
                <a:lnTo>
                  <a:pt x="3026" y="266"/>
                </a:lnTo>
                <a:lnTo>
                  <a:pt x="3027" y="266"/>
                </a:lnTo>
                <a:lnTo>
                  <a:pt x="3028" y="266"/>
                </a:lnTo>
                <a:lnTo>
                  <a:pt x="3028" y="265"/>
                </a:lnTo>
                <a:lnTo>
                  <a:pt x="3029" y="265"/>
                </a:lnTo>
                <a:lnTo>
                  <a:pt x="3030" y="265"/>
                </a:lnTo>
                <a:lnTo>
                  <a:pt x="3030" y="264"/>
                </a:lnTo>
                <a:lnTo>
                  <a:pt x="3031" y="264"/>
                </a:lnTo>
                <a:lnTo>
                  <a:pt x="3031" y="265"/>
                </a:lnTo>
                <a:lnTo>
                  <a:pt x="3032" y="265"/>
                </a:lnTo>
                <a:lnTo>
                  <a:pt x="3033" y="265"/>
                </a:lnTo>
                <a:lnTo>
                  <a:pt x="3032" y="266"/>
                </a:lnTo>
                <a:lnTo>
                  <a:pt x="3032" y="267"/>
                </a:lnTo>
                <a:lnTo>
                  <a:pt x="3031" y="267"/>
                </a:lnTo>
                <a:lnTo>
                  <a:pt x="3031" y="268"/>
                </a:lnTo>
                <a:lnTo>
                  <a:pt x="3032" y="268"/>
                </a:lnTo>
                <a:lnTo>
                  <a:pt x="3032" y="269"/>
                </a:lnTo>
                <a:lnTo>
                  <a:pt x="3031" y="269"/>
                </a:lnTo>
                <a:lnTo>
                  <a:pt x="3032" y="269"/>
                </a:lnTo>
                <a:lnTo>
                  <a:pt x="3032" y="270"/>
                </a:lnTo>
                <a:lnTo>
                  <a:pt x="3033" y="270"/>
                </a:lnTo>
                <a:lnTo>
                  <a:pt x="3033" y="271"/>
                </a:lnTo>
                <a:lnTo>
                  <a:pt x="3034" y="271"/>
                </a:lnTo>
                <a:lnTo>
                  <a:pt x="3035" y="271"/>
                </a:lnTo>
                <a:lnTo>
                  <a:pt x="3034" y="272"/>
                </a:lnTo>
                <a:lnTo>
                  <a:pt x="3035" y="272"/>
                </a:lnTo>
                <a:lnTo>
                  <a:pt x="3036" y="272"/>
                </a:lnTo>
                <a:lnTo>
                  <a:pt x="3036" y="273"/>
                </a:lnTo>
                <a:lnTo>
                  <a:pt x="3037" y="273"/>
                </a:lnTo>
                <a:lnTo>
                  <a:pt x="3038" y="274"/>
                </a:lnTo>
                <a:lnTo>
                  <a:pt x="3038" y="273"/>
                </a:lnTo>
                <a:lnTo>
                  <a:pt x="3039" y="273"/>
                </a:lnTo>
                <a:lnTo>
                  <a:pt x="3039" y="274"/>
                </a:lnTo>
                <a:lnTo>
                  <a:pt x="3040" y="275"/>
                </a:lnTo>
                <a:lnTo>
                  <a:pt x="3039" y="275"/>
                </a:lnTo>
                <a:lnTo>
                  <a:pt x="3038" y="275"/>
                </a:lnTo>
                <a:lnTo>
                  <a:pt x="3038" y="274"/>
                </a:lnTo>
                <a:lnTo>
                  <a:pt x="3037" y="274"/>
                </a:lnTo>
                <a:lnTo>
                  <a:pt x="3037" y="275"/>
                </a:lnTo>
                <a:lnTo>
                  <a:pt x="3038" y="275"/>
                </a:lnTo>
                <a:lnTo>
                  <a:pt x="3039" y="275"/>
                </a:lnTo>
                <a:lnTo>
                  <a:pt x="3038" y="277"/>
                </a:lnTo>
                <a:lnTo>
                  <a:pt x="3037" y="277"/>
                </a:lnTo>
                <a:lnTo>
                  <a:pt x="3037" y="278"/>
                </a:lnTo>
                <a:lnTo>
                  <a:pt x="3037" y="279"/>
                </a:lnTo>
                <a:lnTo>
                  <a:pt x="3038" y="279"/>
                </a:lnTo>
                <a:lnTo>
                  <a:pt x="3038" y="280"/>
                </a:lnTo>
                <a:lnTo>
                  <a:pt x="3038" y="281"/>
                </a:lnTo>
                <a:lnTo>
                  <a:pt x="3037" y="281"/>
                </a:lnTo>
                <a:lnTo>
                  <a:pt x="3038" y="282"/>
                </a:lnTo>
                <a:lnTo>
                  <a:pt x="3039" y="282"/>
                </a:lnTo>
                <a:lnTo>
                  <a:pt x="3040" y="281"/>
                </a:lnTo>
                <a:lnTo>
                  <a:pt x="3041" y="281"/>
                </a:lnTo>
                <a:lnTo>
                  <a:pt x="3041" y="282"/>
                </a:lnTo>
                <a:lnTo>
                  <a:pt x="3040" y="282"/>
                </a:lnTo>
                <a:lnTo>
                  <a:pt x="3040" y="283"/>
                </a:lnTo>
                <a:lnTo>
                  <a:pt x="3039" y="284"/>
                </a:lnTo>
                <a:lnTo>
                  <a:pt x="3038" y="286"/>
                </a:lnTo>
                <a:lnTo>
                  <a:pt x="3038" y="287"/>
                </a:lnTo>
                <a:lnTo>
                  <a:pt x="3038" y="288"/>
                </a:lnTo>
                <a:lnTo>
                  <a:pt x="3037" y="288"/>
                </a:lnTo>
                <a:lnTo>
                  <a:pt x="3037" y="287"/>
                </a:lnTo>
                <a:lnTo>
                  <a:pt x="3035" y="287"/>
                </a:lnTo>
                <a:lnTo>
                  <a:pt x="3035" y="288"/>
                </a:lnTo>
                <a:lnTo>
                  <a:pt x="3035" y="289"/>
                </a:lnTo>
                <a:lnTo>
                  <a:pt x="3036" y="290"/>
                </a:lnTo>
                <a:lnTo>
                  <a:pt x="3036" y="291"/>
                </a:lnTo>
                <a:lnTo>
                  <a:pt x="3035" y="291"/>
                </a:lnTo>
                <a:lnTo>
                  <a:pt x="3035" y="290"/>
                </a:lnTo>
                <a:lnTo>
                  <a:pt x="3034" y="290"/>
                </a:lnTo>
                <a:lnTo>
                  <a:pt x="3033" y="290"/>
                </a:lnTo>
                <a:lnTo>
                  <a:pt x="3033" y="291"/>
                </a:lnTo>
                <a:lnTo>
                  <a:pt x="3034" y="291"/>
                </a:lnTo>
                <a:lnTo>
                  <a:pt x="3033" y="291"/>
                </a:lnTo>
                <a:lnTo>
                  <a:pt x="3032" y="291"/>
                </a:lnTo>
                <a:lnTo>
                  <a:pt x="3033" y="292"/>
                </a:lnTo>
                <a:lnTo>
                  <a:pt x="3033" y="293"/>
                </a:lnTo>
                <a:lnTo>
                  <a:pt x="3033" y="294"/>
                </a:lnTo>
                <a:lnTo>
                  <a:pt x="3031" y="294"/>
                </a:lnTo>
                <a:lnTo>
                  <a:pt x="3030" y="293"/>
                </a:lnTo>
                <a:lnTo>
                  <a:pt x="3030" y="292"/>
                </a:lnTo>
                <a:lnTo>
                  <a:pt x="3031" y="292"/>
                </a:lnTo>
                <a:lnTo>
                  <a:pt x="3031" y="291"/>
                </a:lnTo>
                <a:lnTo>
                  <a:pt x="3030" y="291"/>
                </a:lnTo>
                <a:lnTo>
                  <a:pt x="3029" y="291"/>
                </a:lnTo>
                <a:lnTo>
                  <a:pt x="3028" y="292"/>
                </a:lnTo>
                <a:lnTo>
                  <a:pt x="3028" y="294"/>
                </a:lnTo>
                <a:lnTo>
                  <a:pt x="3027" y="294"/>
                </a:lnTo>
                <a:lnTo>
                  <a:pt x="3028" y="295"/>
                </a:lnTo>
                <a:lnTo>
                  <a:pt x="3028" y="296"/>
                </a:lnTo>
                <a:lnTo>
                  <a:pt x="3027" y="296"/>
                </a:lnTo>
                <a:lnTo>
                  <a:pt x="3025" y="296"/>
                </a:lnTo>
                <a:lnTo>
                  <a:pt x="3024" y="296"/>
                </a:lnTo>
                <a:lnTo>
                  <a:pt x="3023" y="296"/>
                </a:lnTo>
                <a:lnTo>
                  <a:pt x="3022" y="296"/>
                </a:lnTo>
                <a:lnTo>
                  <a:pt x="3023" y="296"/>
                </a:lnTo>
                <a:lnTo>
                  <a:pt x="3024" y="296"/>
                </a:lnTo>
                <a:lnTo>
                  <a:pt x="3024" y="297"/>
                </a:lnTo>
                <a:lnTo>
                  <a:pt x="3025" y="298"/>
                </a:lnTo>
                <a:lnTo>
                  <a:pt x="3025" y="299"/>
                </a:lnTo>
                <a:lnTo>
                  <a:pt x="3024" y="299"/>
                </a:lnTo>
                <a:lnTo>
                  <a:pt x="3024" y="300"/>
                </a:lnTo>
                <a:lnTo>
                  <a:pt x="3023" y="300"/>
                </a:lnTo>
                <a:lnTo>
                  <a:pt x="3022" y="300"/>
                </a:lnTo>
                <a:lnTo>
                  <a:pt x="3021" y="300"/>
                </a:lnTo>
                <a:lnTo>
                  <a:pt x="3021" y="301"/>
                </a:lnTo>
                <a:lnTo>
                  <a:pt x="3020" y="301"/>
                </a:lnTo>
                <a:lnTo>
                  <a:pt x="3021" y="301"/>
                </a:lnTo>
                <a:lnTo>
                  <a:pt x="3021" y="302"/>
                </a:lnTo>
                <a:lnTo>
                  <a:pt x="3022" y="302"/>
                </a:lnTo>
                <a:lnTo>
                  <a:pt x="3021" y="303"/>
                </a:lnTo>
                <a:lnTo>
                  <a:pt x="3020" y="303"/>
                </a:lnTo>
                <a:lnTo>
                  <a:pt x="3019" y="303"/>
                </a:lnTo>
                <a:lnTo>
                  <a:pt x="3019" y="304"/>
                </a:lnTo>
                <a:lnTo>
                  <a:pt x="3018" y="304"/>
                </a:lnTo>
                <a:lnTo>
                  <a:pt x="3017" y="304"/>
                </a:lnTo>
                <a:lnTo>
                  <a:pt x="3016" y="303"/>
                </a:lnTo>
                <a:lnTo>
                  <a:pt x="3016" y="304"/>
                </a:lnTo>
                <a:lnTo>
                  <a:pt x="3015" y="305"/>
                </a:lnTo>
                <a:lnTo>
                  <a:pt x="3016" y="305"/>
                </a:lnTo>
                <a:lnTo>
                  <a:pt x="3016" y="306"/>
                </a:lnTo>
                <a:lnTo>
                  <a:pt x="3017" y="306"/>
                </a:lnTo>
                <a:lnTo>
                  <a:pt x="3017" y="307"/>
                </a:lnTo>
                <a:lnTo>
                  <a:pt x="3016" y="308"/>
                </a:lnTo>
                <a:lnTo>
                  <a:pt x="3015" y="308"/>
                </a:lnTo>
                <a:lnTo>
                  <a:pt x="3015" y="307"/>
                </a:lnTo>
                <a:lnTo>
                  <a:pt x="3014" y="307"/>
                </a:lnTo>
                <a:lnTo>
                  <a:pt x="3013" y="307"/>
                </a:lnTo>
                <a:lnTo>
                  <a:pt x="3013" y="306"/>
                </a:lnTo>
                <a:lnTo>
                  <a:pt x="3012" y="306"/>
                </a:lnTo>
                <a:lnTo>
                  <a:pt x="3011" y="306"/>
                </a:lnTo>
                <a:lnTo>
                  <a:pt x="3010" y="307"/>
                </a:lnTo>
                <a:lnTo>
                  <a:pt x="3009" y="308"/>
                </a:lnTo>
                <a:lnTo>
                  <a:pt x="3008" y="308"/>
                </a:lnTo>
                <a:lnTo>
                  <a:pt x="3008" y="309"/>
                </a:lnTo>
                <a:lnTo>
                  <a:pt x="3009" y="309"/>
                </a:lnTo>
                <a:lnTo>
                  <a:pt x="3010" y="309"/>
                </a:lnTo>
                <a:lnTo>
                  <a:pt x="3011" y="309"/>
                </a:lnTo>
                <a:lnTo>
                  <a:pt x="3011" y="310"/>
                </a:lnTo>
                <a:lnTo>
                  <a:pt x="3012" y="310"/>
                </a:lnTo>
                <a:lnTo>
                  <a:pt x="3012" y="311"/>
                </a:lnTo>
                <a:lnTo>
                  <a:pt x="3011" y="311"/>
                </a:lnTo>
                <a:lnTo>
                  <a:pt x="3010" y="311"/>
                </a:lnTo>
                <a:lnTo>
                  <a:pt x="3010" y="312"/>
                </a:lnTo>
                <a:lnTo>
                  <a:pt x="3011" y="313"/>
                </a:lnTo>
                <a:lnTo>
                  <a:pt x="3012" y="313"/>
                </a:lnTo>
                <a:lnTo>
                  <a:pt x="3013" y="313"/>
                </a:lnTo>
                <a:lnTo>
                  <a:pt x="3014" y="313"/>
                </a:lnTo>
                <a:lnTo>
                  <a:pt x="3014" y="314"/>
                </a:lnTo>
                <a:lnTo>
                  <a:pt x="3015" y="314"/>
                </a:lnTo>
                <a:lnTo>
                  <a:pt x="3015" y="315"/>
                </a:lnTo>
                <a:lnTo>
                  <a:pt x="3014" y="315"/>
                </a:lnTo>
                <a:lnTo>
                  <a:pt x="3014" y="316"/>
                </a:lnTo>
                <a:lnTo>
                  <a:pt x="3013" y="317"/>
                </a:lnTo>
                <a:lnTo>
                  <a:pt x="3012" y="317"/>
                </a:lnTo>
                <a:lnTo>
                  <a:pt x="3011" y="317"/>
                </a:lnTo>
                <a:lnTo>
                  <a:pt x="3011" y="318"/>
                </a:lnTo>
                <a:lnTo>
                  <a:pt x="3012" y="319"/>
                </a:lnTo>
                <a:lnTo>
                  <a:pt x="3012" y="320"/>
                </a:lnTo>
                <a:lnTo>
                  <a:pt x="3012" y="321"/>
                </a:lnTo>
                <a:lnTo>
                  <a:pt x="3011" y="321"/>
                </a:lnTo>
                <a:lnTo>
                  <a:pt x="3011" y="322"/>
                </a:lnTo>
                <a:lnTo>
                  <a:pt x="3012" y="322"/>
                </a:lnTo>
                <a:lnTo>
                  <a:pt x="3012" y="323"/>
                </a:lnTo>
                <a:lnTo>
                  <a:pt x="3013" y="323"/>
                </a:lnTo>
                <a:lnTo>
                  <a:pt x="3013" y="324"/>
                </a:lnTo>
                <a:lnTo>
                  <a:pt x="3014" y="324"/>
                </a:lnTo>
                <a:lnTo>
                  <a:pt x="3013" y="325"/>
                </a:lnTo>
                <a:lnTo>
                  <a:pt x="3013" y="326"/>
                </a:lnTo>
                <a:lnTo>
                  <a:pt x="3013" y="327"/>
                </a:lnTo>
                <a:lnTo>
                  <a:pt x="3014" y="327"/>
                </a:lnTo>
                <a:lnTo>
                  <a:pt x="3014" y="328"/>
                </a:lnTo>
                <a:lnTo>
                  <a:pt x="3014" y="329"/>
                </a:lnTo>
                <a:lnTo>
                  <a:pt x="3015" y="329"/>
                </a:lnTo>
                <a:lnTo>
                  <a:pt x="3015" y="330"/>
                </a:lnTo>
                <a:lnTo>
                  <a:pt x="3015" y="331"/>
                </a:lnTo>
                <a:lnTo>
                  <a:pt x="3015" y="332"/>
                </a:lnTo>
                <a:lnTo>
                  <a:pt x="3014" y="332"/>
                </a:lnTo>
                <a:lnTo>
                  <a:pt x="3015" y="332"/>
                </a:lnTo>
                <a:lnTo>
                  <a:pt x="3015" y="333"/>
                </a:lnTo>
                <a:lnTo>
                  <a:pt x="3014" y="333"/>
                </a:lnTo>
                <a:lnTo>
                  <a:pt x="3013" y="333"/>
                </a:lnTo>
                <a:lnTo>
                  <a:pt x="3012" y="334"/>
                </a:lnTo>
                <a:lnTo>
                  <a:pt x="3012" y="335"/>
                </a:lnTo>
                <a:lnTo>
                  <a:pt x="3011" y="335"/>
                </a:lnTo>
                <a:lnTo>
                  <a:pt x="3009" y="335"/>
                </a:lnTo>
                <a:lnTo>
                  <a:pt x="3009" y="336"/>
                </a:lnTo>
                <a:lnTo>
                  <a:pt x="3008" y="337"/>
                </a:lnTo>
                <a:lnTo>
                  <a:pt x="3008" y="338"/>
                </a:lnTo>
                <a:lnTo>
                  <a:pt x="3007" y="338"/>
                </a:lnTo>
                <a:lnTo>
                  <a:pt x="3006" y="338"/>
                </a:lnTo>
                <a:lnTo>
                  <a:pt x="3006" y="337"/>
                </a:lnTo>
                <a:lnTo>
                  <a:pt x="3007" y="337"/>
                </a:lnTo>
                <a:lnTo>
                  <a:pt x="3007" y="336"/>
                </a:lnTo>
                <a:lnTo>
                  <a:pt x="3006" y="336"/>
                </a:lnTo>
                <a:lnTo>
                  <a:pt x="3005" y="336"/>
                </a:lnTo>
                <a:lnTo>
                  <a:pt x="3004" y="337"/>
                </a:lnTo>
                <a:lnTo>
                  <a:pt x="3003" y="338"/>
                </a:lnTo>
                <a:lnTo>
                  <a:pt x="3002" y="339"/>
                </a:lnTo>
                <a:lnTo>
                  <a:pt x="3001" y="339"/>
                </a:lnTo>
                <a:lnTo>
                  <a:pt x="3000" y="339"/>
                </a:lnTo>
                <a:lnTo>
                  <a:pt x="3000" y="340"/>
                </a:lnTo>
                <a:lnTo>
                  <a:pt x="3001" y="340"/>
                </a:lnTo>
                <a:lnTo>
                  <a:pt x="3002" y="340"/>
                </a:lnTo>
                <a:lnTo>
                  <a:pt x="3002" y="341"/>
                </a:lnTo>
                <a:lnTo>
                  <a:pt x="3001" y="341"/>
                </a:lnTo>
                <a:lnTo>
                  <a:pt x="3000" y="341"/>
                </a:lnTo>
                <a:lnTo>
                  <a:pt x="2999" y="341"/>
                </a:lnTo>
                <a:lnTo>
                  <a:pt x="2998" y="341"/>
                </a:lnTo>
                <a:lnTo>
                  <a:pt x="2997" y="342"/>
                </a:lnTo>
                <a:lnTo>
                  <a:pt x="2996" y="343"/>
                </a:lnTo>
                <a:lnTo>
                  <a:pt x="2996" y="344"/>
                </a:lnTo>
                <a:lnTo>
                  <a:pt x="2996" y="345"/>
                </a:lnTo>
                <a:lnTo>
                  <a:pt x="2995" y="345"/>
                </a:lnTo>
                <a:lnTo>
                  <a:pt x="2994" y="345"/>
                </a:lnTo>
                <a:lnTo>
                  <a:pt x="2993" y="345"/>
                </a:lnTo>
                <a:lnTo>
                  <a:pt x="2990" y="344"/>
                </a:lnTo>
                <a:lnTo>
                  <a:pt x="2990" y="345"/>
                </a:lnTo>
                <a:lnTo>
                  <a:pt x="2989" y="345"/>
                </a:lnTo>
                <a:lnTo>
                  <a:pt x="2989" y="346"/>
                </a:lnTo>
                <a:lnTo>
                  <a:pt x="2989" y="345"/>
                </a:lnTo>
                <a:lnTo>
                  <a:pt x="2990" y="345"/>
                </a:lnTo>
                <a:lnTo>
                  <a:pt x="2990" y="346"/>
                </a:lnTo>
                <a:lnTo>
                  <a:pt x="2989" y="346"/>
                </a:lnTo>
                <a:lnTo>
                  <a:pt x="2988" y="346"/>
                </a:lnTo>
                <a:lnTo>
                  <a:pt x="2988" y="345"/>
                </a:lnTo>
                <a:lnTo>
                  <a:pt x="2988" y="346"/>
                </a:lnTo>
                <a:lnTo>
                  <a:pt x="2987" y="346"/>
                </a:lnTo>
                <a:lnTo>
                  <a:pt x="2987" y="347"/>
                </a:lnTo>
                <a:lnTo>
                  <a:pt x="2988" y="348"/>
                </a:lnTo>
                <a:lnTo>
                  <a:pt x="2988" y="349"/>
                </a:lnTo>
                <a:lnTo>
                  <a:pt x="2989" y="349"/>
                </a:lnTo>
                <a:lnTo>
                  <a:pt x="2989" y="350"/>
                </a:lnTo>
                <a:lnTo>
                  <a:pt x="2988" y="350"/>
                </a:lnTo>
                <a:lnTo>
                  <a:pt x="2987" y="350"/>
                </a:lnTo>
                <a:lnTo>
                  <a:pt x="2985" y="349"/>
                </a:lnTo>
                <a:lnTo>
                  <a:pt x="2985" y="348"/>
                </a:lnTo>
                <a:lnTo>
                  <a:pt x="2984" y="348"/>
                </a:lnTo>
                <a:lnTo>
                  <a:pt x="2983" y="348"/>
                </a:lnTo>
                <a:lnTo>
                  <a:pt x="2983" y="349"/>
                </a:lnTo>
                <a:lnTo>
                  <a:pt x="2982" y="349"/>
                </a:lnTo>
                <a:lnTo>
                  <a:pt x="2982" y="350"/>
                </a:lnTo>
                <a:lnTo>
                  <a:pt x="2983" y="350"/>
                </a:lnTo>
                <a:lnTo>
                  <a:pt x="2983" y="351"/>
                </a:lnTo>
                <a:lnTo>
                  <a:pt x="2984" y="351"/>
                </a:lnTo>
                <a:lnTo>
                  <a:pt x="2984" y="352"/>
                </a:lnTo>
                <a:lnTo>
                  <a:pt x="2985" y="353"/>
                </a:lnTo>
                <a:lnTo>
                  <a:pt x="2984" y="353"/>
                </a:lnTo>
                <a:lnTo>
                  <a:pt x="2983" y="354"/>
                </a:lnTo>
                <a:lnTo>
                  <a:pt x="2983" y="355"/>
                </a:lnTo>
                <a:lnTo>
                  <a:pt x="2984" y="355"/>
                </a:lnTo>
                <a:lnTo>
                  <a:pt x="2985" y="355"/>
                </a:lnTo>
                <a:lnTo>
                  <a:pt x="2985" y="356"/>
                </a:lnTo>
                <a:lnTo>
                  <a:pt x="2984" y="356"/>
                </a:lnTo>
                <a:lnTo>
                  <a:pt x="2983" y="356"/>
                </a:lnTo>
                <a:lnTo>
                  <a:pt x="2983" y="357"/>
                </a:lnTo>
                <a:lnTo>
                  <a:pt x="2982" y="357"/>
                </a:lnTo>
                <a:lnTo>
                  <a:pt x="2982" y="358"/>
                </a:lnTo>
                <a:lnTo>
                  <a:pt x="2983" y="359"/>
                </a:lnTo>
                <a:lnTo>
                  <a:pt x="2984" y="359"/>
                </a:lnTo>
                <a:lnTo>
                  <a:pt x="2983" y="360"/>
                </a:lnTo>
                <a:lnTo>
                  <a:pt x="2982" y="360"/>
                </a:lnTo>
                <a:lnTo>
                  <a:pt x="2981" y="360"/>
                </a:lnTo>
                <a:lnTo>
                  <a:pt x="2982" y="360"/>
                </a:lnTo>
                <a:lnTo>
                  <a:pt x="2982" y="361"/>
                </a:lnTo>
                <a:lnTo>
                  <a:pt x="2983" y="361"/>
                </a:lnTo>
                <a:lnTo>
                  <a:pt x="2982" y="361"/>
                </a:lnTo>
                <a:lnTo>
                  <a:pt x="2981" y="361"/>
                </a:lnTo>
                <a:lnTo>
                  <a:pt x="2980" y="361"/>
                </a:lnTo>
                <a:lnTo>
                  <a:pt x="2979" y="361"/>
                </a:lnTo>
                <a:lnTo>
                  <a:pt x="2979" y="362"/>
                </a:lnTo>
                <a:lnTo>
                  <a:pt x="2978" y="363"/>
                </a:lnTo>
                <a:lnTo>
                  <a:pt x="2977" y="363"/>
                </a:lnTo>
                <a:lnTo>
                  <a:pt x="2977" y="365"/>
                </a:lnTo>
                <a:lnTo>
                  <a:pt x="2977" y="366"/>
                </a:lnTo>
                <a:lnTo>
                  <a:pt x="2977" y="367"/>
                </a:lnTo>
                <a:lnTo>
                  <a:pt x="2976" y="367"/>
                </a:lnTo>
                <a:lnTo>
                  <a:pt x="2976" y="366"/>
                </a:lnTo>
                <a:lnTo>
                  <a:pt x="2975" y="366"/>
                </a:lnTo>
                <a:lnTo>
                  <a:pt x="2975" y="367"/>
                </a:lnTo>
                <a:lnTo>
                  <a:pt x="2974" y="367"/>
                </a:lnTo>
                <a:lnTo>
                  <a:pt x="2974" y="368"/>
                </a:lnTo>
                <a:lnTo>
                  <a:pt x="2975" y="368"/>
                </a:lnTo>
                <a:lnTo>
                  <a:pt x="2975" y="369"/>
                </a:lnTo>
                <a:lnTo>
                  <a:pt x="2975" y="370"/>
                </a:lnTo>
                <a:lnTo>
                  <a:pt x="2976" y="370"/>
                </a:lnTo>
                <a:lnTo>
                  <a:pt x="2977" y="371"/>
                </a:lnTo>
                <a:lnTo>
                  <a:pt x="2976" y="371"/>
                </a:lnTo>
                <a:lnTo>
                  <a:pt x="2975" y="371"/>
                </a:lnTo>
                <a:lnTo>
                  <a:pt x="2974" y="371"/>
                </a:lnTo>
                <a:lnTo>
                  <a:pt x="2974" y="372"/>
                </a:lnTo>
                <a:lnTo>
                  <a:pt x="2975" y="372"/>
                </a:lnTo>
                <a:lnTo>
                  <a:pt x="2975" y="373"/>
                </a:lnTo>
                <a:lnTo>
                  <a:pt x="2975" y="374"/>
                </a:lnTo>
                <a:lnTo>
                  <a:pt x="2974" y="374"/>
                </a:lnTo>
                <a:lnTo>
                  <a:pt x="2973" y="374"/>
                </a:lnTo>
                <a:lnTo>
                  <a:pt x="2973" y="375"/>
                </a:lnTo>
                <a:lnTo>
                  <a:pt x="2972" y="375"/>
                </a:lnTo>
                <a:lnTo>
                  <a:pt x="2971" y="375"/>
                </a:lnTo>
                <a:lnTo>
                  <a:pt x="2970" y="375"/>
                </a:lnTo>
                <a:lnTo>
                  <a:pt x="2969" y="375"/>
                </a:lnTo>
                <a:lnTo>
                  <a:pt x="2968" y="375"/>
                </a:lnTo>
                <a:lnTo>
                  <a:pt x="2968" y="376"/>
                </a:lnTo>
                <a:lnTo>
                  <a:pt x="2968" y="377"/>
                </a:lnTo>
                <a:lnTo>
                  <a:pt x="2969" y="377"/>
                </a:lnTo>
                <a:lnTo>
                  <a:pt x="2969" y="378"/>
                </a:lnTo>
                <a:lnTo>
                  <a:pt x="2968" y="378"/>
                </a:lnTo>
                <a:lnTo>
                  <a:pt x="2967" y="378"/>
                </a:lnTo>
                <a:lnTo>
                  <a:pt x="2966" y="378"/>
                </a:lnTo>
                <a:lnTo>
                  <a:pt x="2966" y="379"/>
                </a:lnTo>
                <a:lnTo>
                  <a:pt x="2965" y="379"/>
                </a:lnTo>
                <a:lnTo>
                  <a:pt x="2964" y="379"/>
                </a:lnTo>
                <a:lnTo>
                  <a:pt x="2963" y="379"/>
                </a:lnTo>
                <a:lnTo>
                  <a:pt x="2964" y="379"/>
                </a:lnTo>
                <a:lnTo>
                  <a:pt x="2965" y="380"/>
                </a:lnTo>
                <a:lnTo>
                  <a:pt x="2966" y="381"/>
                </a:lnTo>
                <a:lnTo>
                  <a:pt x="2967" y="381"/>
                </a:lnTo>
                <a:lnTo>
                  <a:pt x="2968" y="381"/>
                </a:lnTo>
                <a:lnTo>
                  <a:pt x="2968" y="382"/>
                </a:lnTo>
                <a:lnTo>
                  <a:pt x="2966" y="382"/>
                </a:lnTo>
                <a:lnTo>
                  <a:pt x="2965" y="382"/>
                </a:lnTo>
                <a:lnTo>
                  <a:pt x="2964" y="382"/>
                </a:lnTo>
                <a:lnTo>
                  <a:pt x="2963" y="382"/>
                </a:lnTo>
                <a:lnTo>
                  <a:pt x="2962" y="382"/>
                </a:lnTo>
                <a:lnTo>
                  <a:pt x="2962" y="383"/>
                </a:lnTo>
                <a:lnTo>
                  <a:pt x="2963" y="383"/>
                </a:lnTo>
                <a:lnTo>
                  <a:pt x="2963" y="384"/>
                </a:lnTo>
                <a:lnTo>
                  <a:pt x="2962" y="384"/>
                </a:lnTo>
                <a:lnTo>
                  <a:pt x="2961" y="384"/>
                </a:lnTo>
                <a:lnTo>
                  <a:pt x="2961" y="383"/>
                </a:lnTo>
                <a:lnTo>
                  <a:pt x="2961" y="382"/>
                </a:lnTo>
                <a:lnTo>
                  <a:pt x="2960" y="382"/>
                </a:lnTo>
                <a:lnTo>
                  <a:pt x="2959" y="382"/>
                </a:lnTo>
                <a:lnTo>
                  <a:pt x="2959" y="383"/>
                </a:lnTo>
                <a:lnTo>
                  <a:pt x="2958" y="383"/>
                </a:lnTo>
                <a:lnTo>
                  <a:pt x="2957" y="383"/>
                </a:lnTo>
                <a:lnTo>
                  <a:pt x="2957" y="384"/>
                </a:lnTo>
                <a:lnTo>
                  <a:pt x="2958" y="385"/>
                </a:lnTo>
                <a:lnTo>
                  <a:pt x="2957" y="385"/>
                </a:lnTo>
                <a:lnTo>
                  <a:pt x="2957" y="386"/>
                </a:lnTo>
                <a:lnTo>
                  <a:pt x="2956" y="386"/>
                </a:lnTo>
                <a:lnTo>
                  <a:pt x="2955" y="386"/>
                </a:lnTo>
                <a:lnTo>
                  <a:pt x="2955" y="387"/>
                </a:lnTo>
                <a:lnTo>
                  <a:pt x="2956" y="387"/>
                </a:lnTo>
                <a:lnTo>
                  <a:pt x="2957" y="387"/>
                </a:lnTo>
                <a:lnTo>
                  <a:pt x="2958" y="387"/>
                </a:lnTo>
                <a:lnTo>
                  <a:pt x="2958" y="388"/>
                </a:lnTo>
                <a:lnTo>
                  <a:pt x="2957" y="388"/>
                </a:lnTo>
                <a:lnTo>
                  <a:pt x="2956" y="389"/>
                </a:lnTo>
                <a:lnTo>
                  <a:pt x="2957" y="389"/>
                </a:lnTo>
                <a:lnTo>
                  <a:pt x="2957" y="390"/>
                </a:lnTo>
                <a:lnTo>
                  <a:pt x="2958" y="390"/>
                </a:lnTo>
                <a:lnTo>
                  <a:pt x="2959" y="390"/>
                </a:lnTo>
                <a:lnTo>
                  <a:pt x="2960" y="390"/>
                </a:lnTo>
                <a:lnTo>
                  <a:pt x="2962" y="390"/>
                </a:lnTo>
                <a:lnTo>
                  <a:pt x="2962" y="391"/>
                </a:lnTo>
                <a:lnTo>
                  <a:pt x="2963" y="391"/>
                </a:lnTo>
                <a:lnTo>
                  <a:pt x="2964" y="391"/>
                </a:lnTo>
                <a:lnTo>
                  <a:pt x="2963" y="392"/>
                </a:lnTo>
                <a:lnTo>
                  <a:pt x="2962" y="392"/>
                </a:lnTo>
                <a:lnTo>
                  <a:pt x="2962" y="393"/>
                </a:lnTo>
                <a:lnTo>
                  <a:pt x="2961" y="393"/>
                </a:lnTo>
                <a:lnTo>
                  <a:pt x="2960" y="393"/>
                </a:lnTo>
                <a:lnTo>
                  <a:pt x="2959" y="393"/>
                </a:lnTo>
                <a:lnTo>
                  <a:pt x="2959" y="392"/>
                </a:lnTo>
                <a:lnTo>
                  <a:pt x="2958" y="392"/>
                </a:lnTo>
                <a:lnTo>
                  <a:pt x="2958" y="391"/>
                </a:lnTo>
                <a:lnTo>
                  <a:pt x="2957" y="392"/>
                </a:lnTo>
                <a:lnTo>
                  <a:pt x="2956" y="392"/>
                </a:lnTo>
                <a:lnTo>
                  <a:pt x="2956" y="393"/>
                </a:lnTo>
                <a:lnTo>
                  <a:pt x="2954" y="393"/>
                </a:lnTo>
                <a:lnTo>
                  <a:pt x="2955" y="393"/>
                </a:lnTo>
                <a:lnTo>
                  <a:pt x="2955" y="394"/>
                </a:lnTo>
                <a:lnTo>
                  <a:pt x="2956" y="394"/>
                </a:lnTo>
                <a:lnTo>
                  <a:pt x="2957" y="394"/>
                </a:lnTo>
                <a:lnTo>
                  <a:pt x="2958" y="394"/>
                </a:lnTo>
                <a:lnTo>
                  <a:pt x="2958" y="395"/>
                </a:lnTo>
                <a:lnTo>
                  <a:pt x="2959" y="395"/>
                </a:lnTo>
                <a:lnTo>
                  <a:pt x="2959" y="396"/>
                </a:lnTo>
                <a:lnTo>
                  <a:pt x="2959" y="397"/>
                </a:lnTo>
                <a:lnTo>
                  <a:pt x="2959" y="398"/>
                </a:lnTo>
                <a:lnTo>
                  <a:pt x="2958" y="398"/>
                </a:lnTo>
                <a:lnTo>
                  <a:pt x="2958" y="399"/>
                </a:lnTo>
                <a:lnTo>
                  <a:pt x="2957" y="399"/>
                </a:lnTo>
                <a:lnTo>
                  <a:pt x="2956" y="399"/>
                </a:lnTo>
                <a:lnTo>
                  <a:pt x="2955" y="399"/>
                </a:lnTo>
                <a:lnTo>
                  <a:pt x="2954" y="399"/>
                </a:lnTo>
                <a:lnTo>
                  <a:pt x="2953" y="400"/>
                </a:lnTo>
                <a:lnTo>
                  <a:pt x="2953" y="401"/>
                </a:lnTo>
                <a:lnTo>
                  <a:pt x="2954" y="401"/>
                </a:lnTo>
                <a:lnTo>
                  <a:pt x="2954" y="402"/>
                </a:lnTo>
                <a:lnTo>
                  <a:pt x="2953" y="402"/>
                </a:lnTo>
                <a:lnTo>
                  <a:pt x="2953" y="403"/>
                </a:lnTo>
                <a:lnTo>
                  <a:pt x="2952" y="403"/>
                </a:lnTo>
                <a:lnTo>
                  <a:pt x="2951" y="403"/>
                </a:lnTo>
                <a:lnTo>
                  <a:pt x="2950" y="403"/>
                </a:lnTo>
                <a:lnTo>
                  <a:pt x="2949" y="403"/>
                </a:lnTo>
                <a:lnTo>
                  <a:pt x="2948" y="403"/>
                </a:lnTo>
                <a:lnTo>
                  <a:pt x="2947" y="403"/>
                </a:lnTo>
                <a:lnTo>
                  <a:pt x="2947" y="404"/>
                </a:lnTo>
                <a:lnTo>
                  <a:pt x="2948" y="405"/>
                </a:lnTo>
                <a:lnTo>
                  <a:pt x="2949" y="405"/>
                </a:lnTo>
                <a:lnTo>
                  <a:pt x="2949" y="406"/>
                </a:lnTo>
                <a:lnTo>
                  <a:pt x="2950" y="407"/>
                </a:lnTo>
                <a:lnTo>
                  <a:pt x="2951" y="407"/>
                </a:lnTo>
                <a:lnTo>
                  <a:pt x="2952" y="407"/>
                </a:lnTo>
                <a:lnTo>
                  <a:pt x="2952" y="408"/>
                </a:lnTo>
                <a:lnTo>
                  <a:pt x="2951" y="408"/>
                </a:lnTo>
                <a:lnTo>
                  <a:pt x="2950" y="409"/>
                </a:lnTo>
                <a:lnTo>
                  <a:pt x="2950" y="410"/>
                </a:lnTo>
                <a:lnTo>
                  <a:pt x="2951" y="410"/>
                </a:lnTo>
                <a:lnTo>
                  <a:pt x="2952" y="411"/>
                </a:lnTo>
                <a:lnTo>
                  <a:pt x="2953" y="412"/>
                </a:lnTo>
                <a:lnTo>
                  <a:pt x="2954" y="413"/>
                </a:lnTo>
                <a:lnTo>
                  <a:pt x="2954" y="414"/>
                </a:lnTo>
                <a:lnTo>
                  <a:pt x="2953" y="414"/>
                </a:lnTo>
                <a:lnTo>
                  <a:pt x="2952" y="414"/>
                </a:lnTo>
                <a:lnTo>
                  <a:pt x="2951" y="415"/>
                </a:lnTo>
                <a:lnTo>
                  <a:pt x="2952" y="415"/>
                </a:lnTo>
                <a:lnTo>
                  <a:pt x="2952" y="416"/>
                </a:lnTo>
                <a:lnTo>
                  <a:pt x="2953" y="416"/>
                </a:lnTo>
                <a:lnTo>
                  <a:pt x="2953" y="417"/>
                </a:lnTo>
                <a:lnTo>
                  <a:pt x="2953" y="418"/>
                </a:lnTo>
                <a:lnTo>
                  <a:pt x="2952" y="418"/>
                </a:lnTo>
                <a:lnTo>
                  <a:pt x="2951" y="418"/>
                </a:lnTo>
                <a:lnTo>
                  <a:pt x="2950" y="418"/>
                </a:lnTo>
                <a:lnTo>
                  <a:pt x="2949" y="418"/>
                </a:lnTo>
                <a:lnTo>
                  <a:pt x="2947" y="419"/>
                </a:lnTo>
                <a:lnTo>
                  <a:pt x="2947" y="420"/>
                </a:lnTo>
                <a:lnTo>
                  <a:pt x="2948" y="420"/>
                </a:lnTo>
                <a:lnTo>
                  <a:pt x="2948" y="421"/>
                </a:lnTo>
                <a:lnTo>
                  <a:pt x="2949" y="421"/>
                </a:lnTo>
                <a:lnTo>
                  <a:pt x="2950" y="421"/>
                </a:lnTo>
                <a:lnTo>
                  <a:pt x="2950" y="422"/>
                </a:lnTo>
                <a:lnTo>
                  <a:pt x="2951" y="422"/>
                </a:lnTo>
                <a:lnTo>
                  <a:pt x="2952" y="423"/>
                </a:lnTo>
                <a:lnTo>
                  <a:pt x="2952" y="424"/>
                </a:lnTo>
                <a:lnTo>
                  <a:pt x="2951" y="424"/>
                </a:lnTo>
                <a:lnTo>
                  <a:pt x="2952" y="425"/>
                </a:lnTo>
                <a:lnTo>
                  <a:pt x="2952" y="426"/>
                </a:lnTo>
                <a:lnTo>
                  <a:pt x="2951" y="427"/>
                </a:lnTo>
                <a:lnTo>
                  <a:pt x="2951" y="428"/>
                </a:lnTo>
                <a:lnTo>
                  <a:pt x="2950" y="428"/>
                </a:lnTo>
                <a:lnTo>
                  <a:pt x="2950" y="429"/>
                </a:lnTo>
                <a:lnTo>
                  <a:pt x="2949" y="430"/>
                </a:lnTo>
                <a:lnTo>
                  <a:pt x="2950" y="430"/>
                </a:lnTo>
                <a:lnTo>
                  <a:pt x="2950" y="431"/>
                </a:lnTo>
                <a:lnTo>
                  <a:pt x="2951" y="431"/>
                </a:lnTo>
                <a:lnTo>
                  <a:pt x="2952" y="431"/>
                </a:lnTo>
                <a:lnTo>
                  <a:pt x="2951" y="432"/>
                </a:lnTo>
                <a:lnTo>
                  <a:pt x="2951" y="433"/>
                </a:lnTo>
                <a:lnTo>
                  <a:pt x="2951" y="434"/>
                </a:lnTo>
                <a:lnTo>
                  <a:pt x="2951" y="436"/>
                </a:lnTo>
                <a:lnTo>
                  <a:pt x="2951" y="437"/>
                </a:lnTo>
                <a:lnTo>
                  <a:pt x="2951" y="438"/>
                </a:lnTo>
                <a:lnTo>
                  <a:pt x="2950" y="439"/>
                </a:lnTo>
                <a:lnTo>
                  <a:pt x="2950" y="440"/>
                </a:lnTo>
                <a:lnTo>
                  <a:pt x="2949" y="440"/>
                </a:lnTo>
                <a:lnTo>
                  <a:pt x="2949" y="441"/>
                </a:lnTo>
                <a:lnTo>
                  <a:pt x="2949" y="442"/>
                </a:lnTo>
                <a:lnTo>
                  <a:pt x="2948" y="443"/>
                </a:lnTo>
                <a:lnTo>
                  <a:pt x="2948" y="442"/>
                </a:lnTo>
                <a:lnTo>
                  <a:pt x="2947" y="442"/>
                </a:lnTo>
                <a:lnTo>
                  <a:pt x="2947" y="441"/>
                </a:lnTo>
                <a:lnTo>
                  <a:pt x="2948" y="441"/>
                </a:lnTo>
                <a:lnTo>
                  <a:pt x="2948" y="440"/>
                </a:lnTo>
                <a:lnTo>
                  <a:pt x="2947" y="439"/>
                </a:lnTo>
                <a:lnTo>
                  <a:pt x="2946" y="438"/>
                </a:lnTo>
                <a:lnTo>
                  <a:pt x="2945" y="438"/>
                </a:lnTo>
                <a:lnTo>
                  <a:pt x="2944" y="438"/>
                </a:lnTo>
                <a:lnTo>
                  <a:pt x="2943" y="437"/>
                </a:lnTo>
                <a:lnTo>
                  <a:pt x="2942" y="437"/>
                </a:lnTo>
                <a:lnTo>
                  <a:pt x="2942" y="438"/>
                </a:lnTo>
                <a:lnTo>
                  <a:pt x="2941" y="438"/>
                </a:lnTo>
                <a:lnTo>
                  <a:pt x="2941" y="440"/>
                </a:lnTo>
                <a:lnTo>
                  <a:pt x="2942" y="441"/>
                </a:lnTo>
                <a:lnTo>
                  <a:pt x="2942" y="442"/>
                </a:lnTo>
                <a:lnTo>
                  <a:pt x="2943" y="443"/>
                </a:lnTo>
                <a:lnTo>
                  <a:pt x="2943" y="444"/>
                </a:lnTo>
                <a:lnTo>
                  <a:pt x="2944" y="444"/>
                </a:lnTo>
                <a:lnTo>
                  <a:pt x="2945" y="444"/>
                </a:lnTo>
                <a:lnTo>
                  <a:pt x="2945" y="443"/>
                </a:lnTo>
                <a:lnTo>
                  <a:pt x="2946" y="443"/>
                </a:lnTo>
                <a:lnTo>
                  <a:pt x="2946" y="444"/>
                </a:lnTo>
                <a:lnTo>
                  <a:pt x="2947" y="444"/>
                </a:lnTo>
                <a:lnTo>
                  <a:pt x="2947" y="445"/>
                </a:lnTo>
                <a:lnTo>
                  <a:pt x="2948" y="445"/>
                </a:lnTo>
                <a:lnTo>
                  <a:pt x="2949" y="446"/>
                </a:lnTo>
                <a:lnTo>
                  <a:pt x="2949" y="447"/>
                </a:lnTo>
                <a:lnTo>
                  <a:pt x="2950" y="447"/>
                </a:lnTo>
                <a:lnTo>
                  <a:pt x="2951" y="447"/>
                </a:lnTo>
                <a:lnTo>
                  <a:pt x="2952" y="447"/>
                </a:lnTo>
                <a:lnTo>
                  <a:pt x="2953" y="447"/>
                </a:lnTo>
                <a:lnTo>
                  <a:pt x="2953" y="448"/>
                </a:lnTo>
                <a:lnTo>
                  <a:pt x="2952" y="448"/>
                </a:lnTo>
                <a:lnTo>
                  <a:pt x="2953" y="449"/>
                </a:lnTo>
                <a:lnTo>
                  <a:pt x="2952" y="449"/>
                </a:lnTo>
                <a:lnTo>
                  <a:pt x="2952" y="450"/>
                </a:lnTo>
                <a:lnTo>
                  <a:pt x="2951" y="450"/>
                </a:lnTo>
                <a:lnTo>
                  <a:pt x="2951" y="451"/>
                </a:lnTo>
                <a:lnTo>
                  <a:pt x="2952" y="451"/>
                </a:lnTo>
                <a:lnTo>
                  <a:pt x="2953" y="451"/>
                </a:lnTo>
                <a:lnTo>
                  <a:pt x="2953" y="452"/>
                </a:lnTo>
                <a:lnTo>
                  <a:pt x="2953" y="454"/>
                </a:lnTo>
                <a:lnTo>
                  <a:pt x="2952" y="454"/>
                </a:lnTo>
                <a:lnTo>
                  <a:pt x="2951" y="453"/>
                </a:lnTo>
                <a:lnTo>
                  <a:pt x="2950" y="453"/>
                </a:lnTo>
                <a:lnTo>
                  <a:pt x="2950" y="454"/>
                </a:lnTo>
                <a:lnTo>
                  <a:pt x="2951" y="455"/>
                </a:lnTo>
                <a:lnTo>
                  <a:pt x="2951" y="456"/>
                </a:lnTo>
                <a:lnTo>
                  <a:pt x="2951" y="457"/>
                </a:lnTo>
                <a:lnTo>
                  <a:pt x="2952" y="457"/>
                </a:lnTo>
                <a:lnTo>
                  <a:pt x="2952" y="458"/>
                </a:lnTo>
                <a:lnTo>
                  <a:pt x="2953" y="458"/>
                </a:lnTo>
                <a:lnTo>
                  <a:pt x="2954" y="458"/>
                </a:lnTo>
                <a:lnTo>
                  <a:pt x="2953" y="459"/>
                </a:lnTo>
                <a:lnTo>
                  <a:pt x="2952" y="459"/>
                </a:lnTo>
                <a:lnTo>
                  <a:pt x="2952" y="460"/>
                </a:lnTo>
                <a:lnTo>
                  <a:pt x="2953" y="460"/>
                </a:lnTo>
                <a:lnTo>
                  <a:pt x="2953" y="461"/>
                </a:lnTo>
                <a:lnTo>
                  <a:pt x="2954" y="461"/>
                </a:lnTo>
                <a:lnTo>
                  <a:pt x="2955" y="462"/>
                </a:lnTo>
                <a:lnTo>
                  <a:pt x="2956" y="464"/>
                </a:lnTo>
                <a:lnTo>
                  <a:pt x="2956" y="465"/>
                </a:lnTo>
                <a:lnTo>
                  <a:pt x="2955" y="465"/>
                </a:lnTo>
                <a:lnTo>
                  <a:pt x="2955" y="466"/>
                </a:lnTo>
                <a:lnTo>
                  <a:pt x="2955" y="467"/>
                </a:lnTo>
                <a:lnTo>
                  <a:pt x="2955" y="468"/>
                </a:lnTo>
                <a:lnTo>
                  <a:pt x="2955" y="469"/>
                </a:lnTo>
                <a:lnTo>
                  <a:pt x="2955" y="470"/>
                </a:lnTo>
                <a:lnTo>
                  <a:pt x="2955" y="471"/>
                </a:lnTo>
                <a:lnTo>
                  <a:pt x="2956" y="471"/>
                </a:lnTo>
                <a:lnTo>
                  <a:pt x="2957" y="472"/>
                </a:lnTo>
                <a:lnTo>
                  <a:pt x="2957" y="473"/>
                </a:lnTo>
                <a:lnTo>
                  <a:pt x="2956" y="473"/>
                </a:lnTo>
                <a:lnTo>
                  <a:pt x="2956" y="474"/>
                </a:lnTo>
                <a:lnTo>
                  <a:pt x="2957" y="474"/>
                </a:lnTo>
                <a:lnTo>
                  <a:pt x="2957" y="475"/>
                </a:lnTo>
                <a:lnTo>
                  <a:pt x="2956" y="475"/>
                </a:lnTo>
                <a:lnTo>
                  <a:pt x="2955" y="475"/>
                </a:lnTo>
                <a:lnTo>
                  <a:pt x="2955" y="476"/>
                </a:lnTo>
                <a:lnTo>
                  <a:pt x="2955" y="477"/>
                </a:lnTo>
                <a:lnTo>
                  <a:pt x="2956" y="477"/>
                </a:lnTo>
                <a:lnTo>
                  <a:pt x="2956" y="478"/>
                </a:lnTo>
                <a:lnTo>
                  <a:pt x="2955" y="478"/>
                </a:lnTo>
                <a:lnTo>
                  <a:pt x="2954" y="478"/>
                </a:lnTo>
                <a:lnTo>
                  <a:pt x="2954" y="479"/>
                </a:lnTo>
                <a:lnTo>
                  <a:pt x="2955" y="479"/>
                </a:lnTo>
                <a:lnTo>
                  <a:pt x="2956" y="479"/>
                </a:lnTo>
                <a:lnTo>
                  <a:pt x="2956" y="480"/>
                </a:lnTo>
                <a:lnTo>
                  <a:pt x="2955" y="480"/>
                </a:lnTo>
                <a:lnTo>
                  <a:pt x="2953" y="482"/>
                </a:lnTo>
                <a:lnTo>
                  <a:pt x="2952" y="483"/>
                </a:lnTo>
                <a:lnTo>
                  <a:pt x="2952" y="484"/>
                </a:lnTo>
                <a:lnTo>
                  <a:pt x="2951" y="484"/>
                </a:lnTo>
                <a:lnTo>
                  <a:pt x="2950" y="484"/>
                </a:lnTo>
                <a:lnTo>
                  <a:pt x="2950" y="485"/>
                </a:lnTo>
                <a:lnTo>
                  <a:pt x="2951" y="485"/>
                </a:lnTo>
                <a:lnTo>
                  <a:pt x="2952" y="485"/>
                </a:lnTo>
                <a:lnTo>
                  <a:pt x="2952" y="486"/>
                </a:lnTo>
                <a:lnTo>
                  <a:pt x="2951" y="486"/>
                </a:lnTo>
                <a:lnTo>
                  <a:pt x="2951" y="487"/>
                </a:lnTo>
                <a:lnTo>
                  <a:pt x="2953" y="487"/>
                </a:lnTo>
                <a:lnTo>
                  <a:pt x="2953" y="488"/>
                </a:lnTo>
                <a:lnTo>
                  <a:pt x="2952" y="488"/>
                </a:lnTo>
                <a:lnTo>
                  <a:pt x="2951" y="487"/>
                </a:lnTo>
                <a:lnTo>
                  <a:pt x="2951" y="488"/>
                </a:lnTo>
                <a:lnTo>
                  <a:pt x="2950" y="488"/>
                </a:lnTo>
                <a:lnTo>
                  <a:pt x="2950" y="489"/>
                </a:lnTo>
                <a:lnTo>
                  <a:pt x="2951" y="489"/>
                </a:lnTo>
                <a:lnTo>
                  <a:pt x="2952" y="489"/>
                </a:lnTo>
                <a:lnTo>
                  <a:pt x="2952" y="490"/>
                </a:lnTo>
                <a:lnTo>
                  <a:pt x="2952" y="491"/>
                </a:lnTo>
                <a:lnTo>
                  <a:pt x="2952" y="492"/>
                </a:lnTo>
                <a:lnTo>
                  <a:pt x="2951" y="493"/>
                </a:lnTo>
                <a:lnTo>
                  <a:pt x="2951" y="494"/>
                </a:lnTo>
                <a:lnTo>
                  <a:pt x="2951" y="495"/>
                </a:lnTo>
                <a:lnTo>
                  <a:pt x="2951" y="496"/>
                </a:lnTo>
                <a:lnTo>
                  <a:pt x="2950" y="496"/>
                </a:lnTo>
                <a:lnTo>
                  <a:pt x="2949" y="496"/>
                </a:lnTo>
                <a:lnTo>
                  <a:pt x="2948" y="496"/>
                </a:lnTo>
                <a:lnTo>
                  <a:pt x="2947" y="496"/>
                </a:lnTo>
                <a:lnTo>
                  <a:pt x="2947" y="497"/>
                </a:lnTo>
                <a:lnTo>
                  <a:pt x="2946" y="497"/>
                </a:lnTo>
                <a:lnTo>
                  <a:pt x="2946" y="498"/>
                </a:lnTo>
                <a:lnTo>
                  <a:pt x="2945" y="498"/>
                </a:lnTo>
                <a:lnTo>
                  <a:pt x="2945" y="499"/>
                </a:lnTo>
                <a:lnTo>
                  <a:pt x="2945" y="500"/>
                </a:lnTo>
                <a:lnTo>
                  <a:pt x="2944" y="500"/>
                </a:lnTo>
                <a:lnTo>
                  <a:pt x="2944" y="501"/>
                </a:lnTo>
                <a:lnTo>
                  <a:pt x="2943" y="501"/>
                </a:lnTo>
                <a:lnTo>
                  <a:pt x="2942" y="501"/>
                </a:lnTo>
                <a:lnTo>
                  <a:pt x="2941" y="502"/>
                </a:lnTo>
                <a:lnTo>
                  <a:pt x="2941" y="503"/>
                </a:lnTo>
                <a:lnTo>
                  <a:pt x="2940" y="503"/>
                </a:lnTo>
                <a:lnTo>
                  <a:pt x="2939" y="503"/>
                </a:lnTo>
                <a:lnTo>
                  <a:pt x="2939" y="502"/>
                </a:lnTo>
                <a:lnTo>
                  <a:pt x="2938" y="502"/>
                </a:lnTo>
                <a:lnTo>
                  <a:pt x="2937" y="502"/>
                </a:lnTo>
                <a:lnTo>
                  <a:pt x="2936" y="501"/>
                </a:lnTo>
                <a:lnTo>
                  <a:pt x="2935" y="501"/>
                </a:lnTo>
                <a:lnTo>
                  <a:pt x="2934" y="501"/>
                </a:lnTo>
                <a:lnTo>
                  <a:pt x="2934" y="500"/>
                </a:lnTo>
                <a:lnTo>
                  <a:pt x="2933" y="500"/>
                </a:lnTo>
                <a:lnTo>
                  <a:pt x="2932" y="500"/>
                </a:lnTo>
                <a:lnTo>
                  <a:pt x="2931" y="499"/>
                </a:lnTo>
                <a:lnTo>
                  <a:pt x="2931" y="498"/>
                </a:lnTo>
                <a:lnTo>
                  <a:pt x="2932" y="498"/>
                </a:lnTo>
                <a:lnTo>
                  <a:pt x="2932" y="497"/>
                </a:lnTo>
                <a:lnTo>
                  <a:pt x="2931" y="497"/>
                </a:lnTo>
                <a:lnTo>
                  <a:pt x="2930" y="497"/>
                </a:lnTo>
                <a:lnTo>
                  <a:pt x="2929" y="497"/>
                </a:lnTo>
                <a:lnTo>
                  <a:pt x="2928" y="497"/>
                </a:lnTo>
                <a:lnTo>
                  <a:pt x="2928" y="498"/>
                </a:lnTo>
                <a:lnTo>
                  <a:pt x="2927" y="498"/>
                </a:lnTo>
                <a:lnTo>
                  <a:pt x="2926" y="498"/>
                </a:lnTo>
                <a:lnTo>
                  <a:pt x="2925" y="498"/>
                </a:lnTo>
                <a:lnTo>
                  <a:pt x="2924" y="498"/>
                </a:lnTo>
                <a:lnTo>
                  <a:pt x="2923" y="498"/>
                </a:lnTo>
                <a:lnTo>
                  <a:pt x="2922" y="498"/>
                </a:lnTo>
                <a:lnTo>
                  <a:pt x="2921" y="497"/>
                </a:lnTo>
                <a:lnTo>
                  <a:pt x="2920" y="497"/>
                </a:lnTo>
                <a:lnTo>
                  <a:pt x="2920" y="496"/>
                </a:lnTo>
                <a:lnTo>
                  <a:pt x="2919" y="496"/>
                </a:lnTo>
                <a:lnTo>
                  <a:pt x="2918" y="496"/>
                </a:lnTo>
                <a:lnTo>
                  <a:pt x="2917" y="496"/>
                </a:lnTo>
                <a:lnTo>
                  <a:pt x="2917" y="497"/>
                </a:lnTo>
                <a:lnTo>
                  <a:pt x="2916" y="497"/>
                </a:lnTo>
                <a:lnTo>
                  <a:pt x="2915" y="497"/>
                </a:lnTo>
                <a:lnTo>
                  <a:pt x="2914" y="498"/>
                </a:lnTo>
                <a:lnTo>
                  <a:pt x="2913" y="498"/>
                </a:lnTo>
                <a:lnTo>
                  <a:pt x="2913" y="499"/>
                </a:lnTo>
                <a:lnTo>
                  <a:pt x="2913" y="500"/>
                </a:lnTo>
                <a:lnTo>
                  <a:pt x="2913" y="501"/>
                </a:lnTo>
                <a:lnTo>
                  <a:pt x="2912" y="502"/>
                </a:lnTo>
                <a:lnTo>
                  <a:pt x="2911" y="503"/>
                </a:lnTo>
                <a:lnTo>
                  <a:pt x="2910" y="503"/>
                </a:lnTo>
                <a:lnTo>
                  <a:pt x="2910" y="504"/>
                </a:lnTo>
                <a:lnTo>
                  <a:pt x="2909" y="504"/>
                </a:lnTo>
                <a:lnTo>
                  <a:pt x="2908" y="504"/>
                </a:lnTo>
                <a:lnTo>
                  <a:pt x="2908" y="505"/>
                </a:lnTo>
                <a:lnTo>
                  <a:pt x="2908" y="506"/>
                </a:lnTo>
                <a:lnTo>
                  <a:pt x="2909" y="507"/>
                </a:lnTo>
                <a:lnTo>
                  <a:pt x="2909" y="508"/>
                </a:lnTo>
                <a:lnTo>
                  <a:pt x="2910" y="508"/>
                </a:lnTo>
                <a:lnTo>
                  <a:pt x="2910" y="509"/>
                </a:lnTo>
                <a:lnTo>
                  <a:pt x="2910" y="510"/>
                </a:lnTo>
                <a:lnTo>
                  <a:pt x="2909" y="510"/>
                </a:lnTo>
                <a:lnTo>
                  <a:pt x="2909" y="511"/>
                </a:lnTo>
                <a:lnTo>
                  <a:pt x="2909" y="512"/>
                </a:lnTo>
                <a:lnTo>
                  <a:pt x="2909" y="513"/>
                </a:lnTo>
                <a:lnTo>
                  <a:pt x="2908" y="514"/>
                </a:lnTo>
                <a:lnTo>
                  <a:pt x="2908" y="515"/>
                </a:lnTo>
                <a:lnTo>
                  <a:pt x="2908" y="516"/>
                </a:lnTo>
                <a:lnTo>
                  <a:pt x="2907" y="516"/>
                </a:lnTo>
                <a:lnTo>
                  <a:pt x="2907" y="517"/>
                </a:lnTo>
                <a:lnTo>
                  <a:pt x="2906" y="518"/>
                </a:lnTo>
                <a:lnTo>
                  <a:pt x="2905" y="518"/>
                </a:lnTo>
                <a:lnTo>
                  <a:pt x="2903" y="520"/>
                </a:lnTo>
                <a:lnTo>
                  <a:pt x="2902" y="522"/>
                </a:lnTo>
                <a:lnTo>
                  <a:pt x="2902" y="524"/>
                </a:lnTo>
                <a:lnTo>
                  <a:pt x="2902" y="525"/>
                </a:lnTo>
                <a:lnTo>
                  <a:pt x="2902" y="526"/>
                </a:lnTo>
                <a:lnTo>
                  <a:pt x="2902" y="527"/>
                </a:lnTo>
                <a:lnTo>
                  <a:pt x="2901" y="527"/>
                </a:lnTo>
                <a:lnTo>
                  <a:pt x="2899" y="527"/>
                </a:lnTo>
                <a:lnTo>
                  <a:pt x="2898" y="528"/>
                </a:lnTo>
                <a:lnTo>
                  <a:pt x="2898" y="530"/>
                </a:lnTo>
                <a:lnTo>
                  <a:pt x="2897" y="531"/>
                </a:lnTo>
                <a:lnTo>
                  <a:pt x="2898" y="531"/>
                </a:lnTo>
                <a:lnTo>
                  <a:pt x="2898" y="532"/>
                </a:lnTo>
                <a:lnTo>
                  <a:pt x="2897" y="534"/>
                </a:lnTo>
                <a:lnTo>
                  <a:pt x="2895" y="537"/>
                </a:lnTo>
                <a:lnTo>
                  <a:pt x="2894" y="537"/>
                </a:lnTo>
                <a:lnTo>
                  <a:pt x="2892" y="538"/>
                </a:lnTo>
                <a:lnTo>
                  <a:pt x="2891" y="539"/>
                </a:lnTo>
                <a:lnTo>
                  <a:pt x="2891" y="540"/>
                </a:lnTo>
                <a:lnTo>
                  <a:pt x="2891" y="541"/>
                </a:lnTo>
                <a:lnTo>
                  <a:pt x="2891" y="542"/>
                </a:lnTo>
                <a:lnTo>
                  <a:pt x="2891" y="543"/>
                </a:lnTo>
                <a:lnTo>
                  <a:pt x="2891" y="544"/>
                </a:lnTo>
                <a:lnTo>
                  <a:pt x="2890" y="545"/>
                </a:lnTo>
                <a:lnTo>
                  <a:pt x="2889" y="546"/>
                </a:lnTo>
                <a:lnTo>
                  <a:pt x="2888" y="547"/>
                </a:lnTo>
                <a:lnTo>
                  <a:pt x="2887" y="548"/>
                </a:lnTo>
                <a:lnTo>
                  <a:pt x="2888" y="550"/>
                </a:lnTo>
                <a:lnTo>
                  <a:pt x="2888" y="552"/>
                </a:lnTo>
                <a:lnTo>
                  <a:pt x="2888" y="553"/>
                </a:lnTo>
                <a:lnTo>
                  <a:pt x="2888" y="556"/>
                </a:lnTo>
                <a:lnTo>
                  <a:pt x="2888" y="557"/>
                </a:lnTo>
                <a:lnTo>
                  <a:pt x="2887" y="558"/>
                </a:lnTo>
                <a:lnTo>
                  <a:pt x="2886" y="558"/>
                </a:lnTo>
                <a:lnTo>
                  <a:pt x="2886" y="559"/>
                </a:lnTo>
                <a:lnTo>
                  <a:pt x="2886" y="561"/>
                </a:lnTo>
                <a:lnTo>
                  <a:pt x="2886" y="562"/>
                </a:lnTo>
                <a:lnTo>
                  <a:pt x="2885" y="562"/>
                </a:lnTo>
                <a:lnTo>
                  <a:pt x="2885" y="563"/>
                </a:lnTo>
                <a:lnTo>
                  <a:pt x="2884" y="563"/>
                </a:lnTo>
                <a:lnTo>
                  <a:pt x="2884" y="564"/>
                </a:lnTo>
                <a:lnTo>
                  <a:pt x="2884" y="565"/>
                </a:lnTo>
                <a:lnTo>
                  <a:pt x="2883" y="566"/>
                </a:lnTo>
                <a:lnTo>
                  <a:pt x="2882" y="567"/>
                </a:lnTo>
                <a:lnTo>
                  <a:pt x="2880" y="567"/>
                </a:lnTo>
                <a:lnTo>
                  <a:pt x="2880" y="568"/>
                </a:lnTo>
                <a:lnTo>
                  <a:pt x="2878" y="570"/>
                </a:lnTo>
                <a:lnTo>
                  <a:pt x="2878" y="572"/>
                </a:lnTo>
                <a:lnTo>
                  <a:pt x="2879" y="572"/>
                </a:lnTo>
                <a:lnTo>
                  <a:pt x="2880" y="573"/>
                </a:lnTo>
                <a:lnTo>
                  <a:pt x="2881" y="574"/>
                </a:lnTo>
                <a:lnTo>
                  <a:pt x="2880" y="574"/>
                </a:lnTo>
                <a:lnTo>
                  <a:pt x="2880" y="575"/>
                </a:lnTo>
                <a:lnTo>
                  <a:pt x="2879" y="575"/>
                </a:lnTo>
                <a:lnTo>
                  <a:pt x="2879" y="576"/>
                </a:lnTo>
                <a:lnTo>
                  <a:pt x="2879" y="578"/>
                </a:lnTo>
                <a:lnTo>
                  <a:pt x="2879" y="579"/>
                </a:lnTo>
                <a:lnTo>
                  <a:pt x="2879" y="580"/>
                </a:lnTo>
                <a:lnTo>
                  <a:pt x="2880" y="581"/>
                </a:lnTo>
                <a:lnTo>
                  <a:pt x="2881" y="581"/>
                </a:lnTo>
                <a:lnTo>
                  <a:pt x="2881" y="582"/>
                </a:lnTo>
                <a:lnTo>
                  <a:pt x="2879" y="582"/>
                </a:lnTo>
                <a:lnTo>
                  <a:pt x="2879" y="583"/>
                </a:lnTo>
                <a:lnTo>
                  <a:pt x="2878" y="583"/>
                </a:lnTo>
                <a:lnTo>
                  <a:pt x="2877" y="583"/>
                </a:lnTo>
                <a:lnTo>
                  <a:pt x="2876" y="584"/>
                </a:lnTo>
                <a:lnTo>
                  <a:pt x="2876" y="585"/>
                </a:lnTo>
                <a:lnTo>
                  <a:pt x="2877" y="586"/>
                </a:lnTo>
                <a:lnTo>
                  <a:pt x="2878" y="586"/>
                </a:lnTo>
                <a:lnTo>
                  <a:pt x="2878" y="587"/>
                </a:lnTo>
                <a:lnTo>
                  <a:pt x="2878" y="588"/>
                </a:lnTo>
                <a:lnTo>
                  <a:pt x="2878" y="589"/>
                </a:lnTo>
                <a:lnTo>
                  <a:pt x="2878" y="590"/>
                </a:lnTo>
                <a:lnTo>
                  <a:pt x="2878" y="591"/>
                </a:lnTo>
                <a:lnTo>
                  <a:pt x="2877" y="591"/>
                </a:lnTo>
                <a:lnTo>
                  <a:pt x="2877" y="592"/>
                </a:lnTo>
                <a:lnTo>
                  <a:pt x="2877" y="593"/>
                </a:lnTo>
                <a:lnTo>
                  <a:pt x="2878" y="593"/>
                </a:lnTo>
                <a:lnTo>
                  <a:pt x="2879" y="593"/>
                </a:lnTo>
                <a:lnTo>
                  <a:pt x="2880" y="594"/>
                </a:lnTo>
                <a:lnTo>
                  <a:pt x="2880" y="595"/>
                </a:lnTo>
                <a:lnTo>
                  <a:pt x="2881" y="596"/>
                </a:lnTo>
                <a:lnTo>
                  <a:pt x="2880" y="596"/>
                </a:lnTo>
                <a:lnTo>
                  <a:pt x="2880" y="597"/>
                </a:lnTo>
                <a:lnTo>
                  <a:pt x="2880" y="598"/>
                </a:lnTo>
                <a:lnTo>
                  <a:pt x="2881" y="598"/>
                </a:lnTo>
                <a:lnTo>
                  <a:pt x="2881" y="599"/>
                </a:lnTo>
                <a:lnTo>
                  <a:pt x="2882" y="599"/>
                </a:lnTo>
                <a:lnTo>
                  <a:pt x="2882" y="600"/>
                </a:lnTo>
                <a:lnTo>
                  <a:pt x="2882" y="601"/>
                </a:lnTo>
                <a:lnTo>
                  <a:pt x="2883" y="601"/>
                </a:lnTo>
                <a:lnTo>
                  <a:pt x="2884" y="601"/>
                </a:lnTo>
                <a:lnTo>
                  <a:pt x="2884" y="602"/>
                </a:lnTo>
                <a:lnTo>
                  <a:pt x="2883" y="602"/>
                </a:lnTo>
                <a:lnTo>
                  <a:pt x="2882" y="602"/>
                </a:lnTo>
                <a:lnTo>
                  <a:pt x="2882" y="603"/>
                </a:lnTo>
                <a:lnTo>
                  <a:pt x="2882" y="604"/>
                </a:lnTo>
                <a:lnTo>
                  <a:pt x="2881" y="605"/>
                </a:lnTo>
                <a:lnTo>
                  <a:pt x="2882" y="605"/>
                </a:lnTo>
                <a:lnTo>
                  <a:pt x="2883" y="605"/>
                </a:lnTo>
                <a:lnTo>
                  <a:pt x="2884" y="606"/>
                </a:lnTo>
                <a:lnTo>
                  <a:pt x="2884" y="607"/>
                </a:lnTo>
                <a:lnTo>
                  <a:pt x="2883" y="608"/>
                </a:lnTo>
                <a:lnTo>
                  <a:pt x="2882" y="608"/>
                </a:lnTo>
                <a:lnTo>
                  <a:pt x="2882" y="609"/>
                </a:lnTo>
                <a:lnTo>
                  <a:pt x="2882" y="610"/>
                </a:lnTo>
                <a:lnTo>
                  <a:pt x="2882" y="611"/>
                </a:lnTo>
                <a:lnTo>
                  <a:pt x="2881" y="611"/>
                </a:lnTo>
                <a:lnTo>
                  <a:pt x="2881" y="612"/>
                </a:lnTo>
                <a:lnTo>
                  <a:pt x="2881" y="613"/>
                </a:lnTo>
                <a:lnTo>
                  <a:pt x="2880" y="614"/>
                </a:lnTo>
                <a:lnTo>
                  <a:pt x="2879" y="614"/>
                </a:lnTo>
                <a:lnTo>
                  <a:pt x="2878" y="615"/>
                </a:lnTo>
                <a:lnTo>
                  <a:pt x="2877" y="615"/>
                </a:lnTo>
                <a:lnTo>
                  <a:pt x="2877" y="616"/>
                </a:lnTo>
                <a:lnTo>
                  <a:pt x="2878" y="616"/>
                </a:lnTo>
                <a:lnTo>
                  <a:pt x="2878" y="617"/>
                </a:lnTo>
                <a:lnTo>
                  <a:pt x="2877" y="617"/>
                </a:lnTo>
                <a:lnTo>
                  <a:pt x="2877" y="618"/>
                </a:lnTo>
                <a:lnTo>
                  <a:pt x="2878" y="618"/>
                </a:lnTo>
                <a:lnTo>
                  <a:pt x="2878" y="619"/>
                </a:lnTo>
                <a:lnTo>
                  <a:pt x="2878" y="620"/>
                </a:lnTo>
                <a:lnTo>
                  <a:pt x="2877" y="621"/>
                </a:lnTo>
                <a:lnTo>
                  <a:pt x="2876" y="622"/>
                </a:lnTo>
                <a:lnTo>
                  <a:pt x="2876" y="623"/>
                </a:lnTo>
                <a:lnTo>
                  <a:pt x="2875" y="623"/>
                </a:lnTo>
                <a:lnTo>
                  <a:pt x="2874" y="622"/>
                </a:lnTo>
                <a:lnTo>
                  <a:pt x="2873" y="622"/>
                </a:lnTo>
                <a:lnTo>
                  <a:pt x="2873" y="623"/>
                </a:lnTo>
                <a:lnTo>
                  <a:pt x="2873" y="624"/>
                </a:lnTo>
                <a:lnTo>
                  <a:pt x="2873" y="625"/>
                </a:lnTo>
                <a:lnTo>
                  <a:pt x="2872" y="626"/>
                </a:lnTo>
                <a:lnTo>
                  <a:pt x="2871" y="626"/>
                </a:lnTo>
                <a:lnTo>
                  <a:pt x="2870" y="625"/>
                </a:lnTo>
                <a:lnTo>
                  <a:pt x="2870" y="626"/>
                </a:lnTo>
                <a:lnTo>
                  <a:pt x="2869" y="626"/>
                </a:lnTo>
                <a:lnTo>
                  <a:pt x="2869" y="627"/>
                </a:lnTo>
                <a:lnTo>
                  <a:pt x="2868" y="627"/>
                </a:lnTo>
                <a:lnTo>
                  <a:pt x="2867" y="627"/>
                </a:lnTo>
                <a:lnTo>
                  <a:pt x="2867" y="626"/>
                </a:lnTo>
                <a:lnTo>
                  <a:pt x="2867" y="625"/>
                </a:lnTo>
                <a:lnTo>
                  <a:pt x="2868" y="625"/>
                </a:lnTo>
                <a:lnTo>
                  <a:pt x="2869" y="624"/>
                </a:lnTo>
                <a:lnTo>
                  <a:pt x="2868" y="623"/>
                </a:lnTo>
                <a:lnTo>
                  <a:pt x="2868" y="622"/>
                </a:lnTo>
                <a:lnTo>
                  <a:pt x="2869" y="622"/>
                </a:lnTo>
                <a:lnTo>
                  <a:pt x="2870" y="622"/>
                </a:lnTo>
                <a:lnTo>
                  <a:pt x="2872" y="622"/>
                </a:lnTo>
                <a:lnTo>
                  <a:pt x="2872" y="621"/>
                </a:lnTo>
                <a:lnTo>
                  <a:pt x="2873" y="621"/>
                </a:lnTo>
                <a:lnTo>
                  <a:pt x="2872" y="620"/>
                </a:lnTo>
                <a:lnTo>
                  <a:pt x="2872" y="619"/>
                </a:lnTo>
                <a:lnTo>
                  <a:pt x="2872" y="618"/>
                </a:lnTo>
                <a:lnTo>
                  <a:pt x="2873" y="618"/>
                </a:lnTo>
                <a:lnTo>
                  <a:pt x="2873" y="617"/>
                </a:lnTo>
                <a:lnTo>
                  <a:pt x="2872" y="616"/>
                </a:lnTo>
                <a:lnTo>
                  <a:pt x="2872" y="617"/>
                </a:lnTo>
                <a:lnTo>
                  <a:pt x="2872" y="616"/>
                </a:lnTo>
                <a:lnTo>
                  <a:pt x="2871" y="616"/>
                </a:lnTo>
                <a:lnTo>
                  <a:pt x="2871" y="617"/>
                </a:lnTo>
                <a:lnTo>
                  <a:pt x="2870" y="617"/>
                </a:lnTo>
                <a:lnTo>
                  <a:pt x="2870" y="616"/>
                </a:lnTo>
                <a:lnTo>
                  <a:pt x="2869" y="616"/>
                </a:lnTo>
                <a:lnTo>
                  <a:pt x="2868" y="616"/>
                </a:lnTo>
                <a:lnTo>
                  <a:pt x="2867" y="616"/>
                </a:lnTo>
                <a:lnTo>
                  <a:pt x="2867" y="615"/>
                </a:lnTo>
                <a:lnTo>
                  <a:pt x="2867" y="614"/>
                </a:lnTo>
                <a:lnTo>
                  <a:pt x="2867" y="613"/>
                </a:lnTo>
                <a:lnTo>
                  <a:pt x="2867" y="612"/>
                </a:lnTo>
                <a:lnTo>
                  <a:pt x="2866" y="612"/>
                </a:lnTo>
                <a:lnTo>
                  <a:pt x="2866" y="611"/>
                </a:lnTo>
                <a:lnTo>
                  <a:pt x="2867" y="611"/>
                </a:lnTo>
                <a:lnTo>
                  <a:pt x="2868" y="611"/>
                </a:lnTo>
                <a:lnTo>
                  <a:pt x="2868" y="610"/>
                </a:lnTo>
                <a:lnTo>
                  <a:pt x="2868" y="609"/>
                </a:lnTo>
                <a:lnTo>
                  <a:pt x="2867" y="609"/>
                </a:lnTo>
                <a:lnTo>
                  <a:pt x="2867" y="608"/>
                </a:lnTo>
                <a:lnTo>
                  <a:pt x="2866" y="608"/>
                </a:lnTo>
                <a:lnTo>
                  <a:pt x="2865" y="608"/>
                </a:lnTo>
                <a:lnTo>
                  <a:pt x="2865" y="607"/>
                </a:lnTo>
                <a:lnTo>
                  <a:pt x="2865" y="606"/>
                </a:lnTo>
                <a:lnTo>
                  <a:pt x="2865" y="605"/>
                </a:lnTo>
                <a:lnTo>
                  <a:pt x="2864" y="605"/>
                </a:lnTo>
                <a:lnTo>
                  <a:pt x="2863" y="605"/>
                </a:lnTo>
                <a:lnTo>
                  <a:pt x="2862" y="604"/>
                </a:lnTo>
                <a:lnTo>
                  <a:pt x="2862" y="603"/>
                </a:lnTo>
                <a:lnTo>
                  <a:pt x="2861" y="603"/>
                </a:lnTo>
                <a:lnTo>
                  <a:pt x="2861" y="602"/>
                </a:lnTo>
                <a:lnTo>
                  <a:pt x="2860" y="602"/>
                </a:lnTo>
                <a:lnTo>
                  <a:pt x="2860" y="601"/>
                </a:lnTo>
                <a:lnTo>
                  <a:pt x="2860" y="600"/>
                </a:lnTo>
                <a:lnTo>
                  <a:pt x="2859" y="600"/>
                </a:lnTo>
                <a:lnTo>
                  <a:pt x="2859" y="599"/>
                </a:lnTo>
                <a:lnTo>
                  <a:pt x="2858" y="598"/>
                </a:lnTo>
                <a:lnTo>
                  <a:pt x="2857" y="597"/>
                </a:lnTo>
                <a:lnTo>
                  <a:pt x="2857" y="596"/>
                </a:lnTo>
                <a:lnTo>
                  <a:pt x="2856" y="596"/>
                </a:lnTo>
                <a:lnTo>
                  <a:pt x="2856" y="595"/>
                </a:lnTo>
                <a:lnTo>
                  <a:pt x="2857" y="595"/>
                </a:lnTo>
                <a:lnTo>
                  <a:pt x="2857" y="594"/>
                </a:lnTo>
                <a:lnTo>
                  <a:pt x="2856" y="594"/>
                </a:lnTo>
                <a:lnTo>
                  <a:pt x="2856" y="593"/>
                </a:lnTo>
                <a:lnTo>
                  <a:pt x="2857" y="592"/>
                </a:lnTo>
                <a:lnTo>
                  <a:pt x="2857" y="591"/>
                </a:lnTo>
                <a:lnTo>
                  <a:pt x="2857" y="590"/>
                </a:lnTo>
                <a:lnTo>
                  <a:pt x="2856" y="590"/>
                </a:lnTo>
                <a:lnTo>
                  <a:pt x="2856" y="589"/>
                </a:lnTo>
                <a:lnTo>
                  <a:pt x="2856" y="588"/>
                </a:lnTo>
                <a:lnTo>
                  <a:pt x="2855" y="588"/>
                </a:lnTo>
                <a:lnTo>
                  <a:pt x="2856" y="587"/>
                </a:lnTo>
                <a:lnTo>
                  <a:pt x="2857" y="587"/>
                </a:lnTo>
                <a:lnTo>
                  <a:pt x="2857" y="586"/>
                </a:lnTo>
                <a:lnTo>
                  <a:pt x="2858" y="586"/>
                </a:lnTo>
                <a:lnTo>
                  <a:pt x="2858" y="585"/>
                </a:lnTo>
                <a:lnTo>
                  <a:pt x="2857" y="585"/>
                </a:lnTo>
                <a:lnTo>
                  <a:pt x="2856" y="585"/>
                </a:lnTo>
                <a:lnTo>
                  <a:pt x="2856" y="584"/>
                </a:lnTo>
                <a:lnTo>
                  <a:pt x="2855" y="583"/>
                </a:lnTo>
                <a:lnTo>
                  <a:pt x="2855" y="582"/>
                </a:lnTo>
                <a:lnTo>
                  <a:pt x="2855" y="581"/>
                </a:lnTo>
                <a:lnTo>
                  <a:pt x="2856" y="580"/>
                </a:lnTo>
                <a:lnTo>
                  <a:pt x="2856" y="579"/>
                </a:lnTo>
                <a:lnTo>
                  <a:pt x="2856" y="578"/>
                </a:lnTo>
                <a:lnTo>
                  <a:pt x="2855" y="578"/>
                </a:lnTo>
                <a:lnTo>
                  <a:pt x="2855" y="577"/>
                </a:lnTo>
                <a:lnTo>
                  <a:pt x="2855" y="576"/>
                </a:lnTo>
                <a:lnTo>
                  <a:pt x="2854" y="575"/>
                </a:lnTo>
                <a:lnTo>
                  <a:pt x="2853" y="575"/>
                </a:lnTo>
                <a:lnTo>
                  <a:pt x="2852" y="574"/>
                </a:lnTo>
                <a:lnTo>
                  <a:pt x="2851" y="573"/>
                </a:lnTo>
                <a:lnTo>
                  <a:pt x="2850" y="573"/>
                </a:lnTo>
                <a:lnTo>
                  <a:pt x="2850" y="574"/>
                </a:lnTo>
                <a:lnTo>
                  <a:pt x="2848" y="575"/>
                </a:lnTo>
                <a:lnTo>
                  <a:pt x="2847" y="576"/>
                </a:lnTo>
                <a:lnTo>
                  <a:pt x="2841" y="579"/>
                </a:lnTo>
                <a:lnTo>
                  <a:pt x="2839" y="581"/>
                </a:lnTo>
                <a:lnTo>
                  <a:pt x="2838" y="582"/>
                </a:lnTo>
                <a:lnTo>
                  <a:pt x="2837" y="582"/>
                </a:lnTo>
                <a:lnTo>
                  <a:pt x="2836" y="583"/>
                </a:lnTo>
                <a:lnTo>
                  <a:pt x="2833" y="584"/>
                </a:lnTo>
                <a:lnTo>
                  <a:pt x="2832" y="585"/>
                </a:lnTo>
                <a:lnTo>
                  <a:pt x="2831" y="585"/>
                </a:lnTo>
                <a:lnTo>
                  <a:pt x="2830" y="587"/>
                </a:lnTo>
                <a:lnTo>
                  <a:pt x="2829" y="587"/>
                </a:lnTo>
                <a:lnTo>
                  <a:pt x="2829" y="588"/>
                </a:lnTo>
                <a:lnTo>
                  <a:pt x="2828" y="588"/>
                </a:lnTo>
                <a:lnTo>
                  <a:pt x="2827" y="588"/>
                </a:lnTo>
                <a:lnTo>
                  <a:pt x="2826" y="590"/>
                </a:lnTo>
                <a:lnTo>
                  <a:pt x="2825" y="590"/>
                </a:lnTo>
                <a:lnTo>
                  <a:pt x="2824" y="591"/>
                </a:lnTo>
                <a:lnTo>
                  <a:pt x="2820" y="594"/>
                </a:lnTo>
                <a:lnTo>
                  <a:pt x="2819" y="595"/>
                </a:lnTo>
                <a:lnTo>
                  <a:pt x="2818" y="596"/>
                </a:lnTo>
                <a:lnTo>
                  <a:pt x="2816" y="598"/>
                </a:lnTo>
                <a:lnTo>
                  <a:pt x="2813" y="600"/>
                </a:lnTo>
                <a:lnTo>
                  <a:pt x="2813" y="601"/>
                </a:lnTo>
                <a:lnTo>
                  <a:pt x="2811" y="602"/>
                </a:lnTo>
                <a:lnTo>
                  <a:pt x="2810" y="603"/>
                </a:lnTo>
                <a:lnTo>
                  <a:pt x="2810" y="604"/>
                </a:lnTo>
                <a:lnTo>
                  <a:pt x="2809" y="604"/>
                </a:lnTo>
                <a:lnTo>
                  <a:pt x="2809" y="605"/>
                </a:lnTo>
                <a:lnTo>
                  <a:pt x="2808" y="605"/>
                </a:lnTo>
                <a:lnTo>
                  <a:pt x="2804" y="608"/>
                </a:lnTo>
                <a:lnTo>
                  <a:pt x="2803" y="609"/>
                </a:lnTo>
                <a:lnTo>
                  <a:pt x="2802" y="610"/>
                </a:lnTo>
                <a:lnTo>
                  <a:pt x="2800" y="611"/>
                </a:lnTo>
                <a:lnTo>
                  <a:pt x="2797" y="613"/>
                </a:lnTo>
                <a:lnTo>
                  <a:pt x="2796" y="613"/>
                </a:lnTo>
                <a:lnTo>
                  <a:pt x="2796" y="614"/>
                </a:lnTo>
                <a:lnTo>
                  <a:pt x="2794" y="616"/>
                </a:lnTo>
                <a:lnTo>
                  <a:pt x="2792" y="619"/>
                </a:lnTo>
                <a:lnTo>
                  <a:pt x="2791" y="619"/>
                </a:lnTo>
                <a:lnTo>
                  <a:pt x="2790" y="621"/>
                </a:lnTo>
                <a:lnTo>
                  <a:pt x="2788" y="622"/>
                </a:lnTo>
                <a:lnTo>
                  <a:pt x="2787" y="624"/>
                </a:lnTo>
                <a:lnTo>
                  <a:pt x="2786" y="624"/>
                </a:lnTo>
                <a:lnTo>
                  <a:pt x="2785" y="625"/>
                </a:lnTo>
                <a:lnTo>
                  <a:pt x="2782" y="629"/>
                </a:lnTo>
                <a:lnTo>
                  <a:pt x="2781" y="630"/>
                </a:lnTo>
                <a:lnTo>
                  <a:pt x="2779" y="631"/>
                </a:lnTo>
                <a:lnTo>
                  <a:pt x="2778" y="632"/>
                </a:lnTo>
                <a:lnTo>
                  <a:pt x="2777" y="633"/>
                </a:lnTo>
                <a:lnTo>
                  <a:pt x="2774" y="634"/>
                </a:lnTo>
                <a:lnTo>
                  <a:pt x="2774" y="635"/>
                </a:lnTo>
                <a:lnTo>
                  <a:pt x="2773" y="635"/>
                </a:lnTo>
                <a:lnTo>
                  <a:pt x="2772" y="635"/>
                </a:lnTo>
                <a:lnTo>
                  <a:pt x="2771" y="636"/>
                </a:lnTo>
                <a:lnTo>
                  <a:pt x="2768" y="637"/>
                </a:lnTo>
                <a:lnTo>
                  <a:pt x="2767" y="637"/>
                </a:lnTo>
                <a:lnTo>
                  <a:pt x="2763" y="638"/>
                </a:lnTo>
                <a:lnTo>
                  <a:pt x="2763" y="639"/>
                </a:lnTo>
                <a:lnTo>
                  <a:pt x="2762" y="639"/>
                </a:lnTo>
                <a:lnTo>
                  <a:pt x="2761" y="639"/>
                </a:lnTo>
                <a:lnTo>
                  <a:pt x="2757" y="640"/>
                </a:lnTo>
                <a:lnTo>
                  <a:pt x="2755" y="641"/>
                </a:lnTo>
                <a:lnTo>
                  <a:pt x="2754" y="641"/>
                </a:lnTo>
                <a:lnTo>
                  <a:pt x="2754" y="642"/>
                </a:lnTo>
                <a:lnTo>
                  <a:pt x="2753" y="642"/>
                </a:lnTo>
                <a:lnTo>
                  <a:pt x="2752" y="642"/>
                </a:lnTo>
                <a:lnTo>
                  <a:pt x="2751" y="642"/>
                </a:lnTo>
                <a:lnTo>
                  <a:pt x="2750" y="642"/>
                </a:lnTo>
                <a:lnTo>
                  <a:pt x="2749" y="643"/>
                </a:lnTo>
                <a:lnTo>
                  <a:pt x="2748" y="644"/>
                </a:lnTo>
                <a:lnTo>
                  <a:pt x="2747" y="647"/>
                </a:lnTo>
                <a:lnTo>
                  <a:pt x="2747" y="648"/>
                </a:lnTo>
                <a:lnTo>
                  <a:pt x="2746" y="649"/>
                </a:lnTo>
                <a:lnTo>
                  <a:pt x="2745" y="651"/>
                </a:lnTo>
                <a:lnTo>
                  <a:pt x="2743" y="654"/>
                </a:lnTo>
                <a:lnTo>
                  <a:pt x="2742" y="655"/>
                </a:lnTo>
                <a:lnTo>
                  <a:pt x="2741" y="656"/>
                </a:lnTo>
                <a:lnTo>
                  <a:pt x="2741" y="658"/>
                </a:lnTo>
                <a:lnTo>
                  <a:pt x="2740" y="658"/>
                </a:lnTo>
                <a:lnTo>
                  <a:pt x="2740" y="659"/>
                </a:lnTo>
                <a:lnTo>
                  <a:pt x="2739" y="660"/>
                </a:lnTo>
                <a:lnTo>
                  <a:pt x="2737" y="662"/>
                </a:lnTo>
                <a:lnTo>
                  <a:pt x="2735" y="663"/>
                </a:lnTo>
                <a:lnTo>
                  <a:pt x="2734" y="664"/>
                </a:lnTo>
                <a:lnTo>
                  <a:pt x="2732" y="664"/>
                </a:lnTo>
                <a:lnTo>
                  <a:pt x="2730" y="665"/>
                </a:lnTo>
                <a:lnTo>
                  <a:pt x="2726" y="666"/>
                </a:lnTo>
                <a:lnTo>
                  <a:pt x="2725" y="666"/>
                </a:lnTo>
                <a:lnTo>
                  <a:pt x="2723" y="667"/>
                </a:lnTo>
                <a:lnTo>
                  <a:pt x="2722" y="668"/>
                </a:lnTo>
                <a:lnTo>
                  <a:pt x="2721" y="668"/>
                </a:lnTo>
                <a:lnTo>
                  <a:pt x="2720" y="669"/>
                </a:lnTo>
                <a:lnTo>
                  <a:pt x="2719" y="669"/>
                </a:lnTo>
                <a:lnTo>
                  <a:pt x="2718" y="670"/>
                </a:lnTo>
                <a:lnTo>
                  <a:pt x="2716" y="671"/>
                </a:lnTo>
                <a:lnTo>
                  <a:pt x="2713" y="672"/>
                </a:lnTo>
                <a:lnTo>
                  <a:pt x="2712" y="673"/>
                </a:lnTo>
                <a:lnTo>
                  <a:pt x="2711" y="673"/>
                </a:lnTo>
                <a:lnTo>
                  <a:pt x="2709" y="674"/>
                </a:lnTo>
                <a:lnTo>
                  <a:pt x="2708" y="674"/>
                </a:lnTo>
                <a:lnTo>
                  <a:pt x="2706" y="675"/>
                </a:lnTo>
                <a:lnTo>
                  <a:pt x="2704" y="676"/>
                </a:lnTo>
                <a:lnTo>
                  <a:pt x="2703" y="676"/>
                </a:lnTo>
                <a:lnTo>
                  <a:pt x="2702" y="676"/>
                </a:lnTo>
                <a:lnTo>
                  <a:pt x="2700" y="677"/>
                </a:lnTo>
                <a:lnTo>
                  <a:pt x="2700" y="678"/>
                </a:lnTo>
                <a:lnTo>
                  <a:pt x="2697" y="680"/>
                </a:lnTo>
                <a:lnTo>
                  <a:pt x="2695" y="682"/>
                </a:lnTo>
                <a:lnTo>
                  <a:pt x="2694" y="682"/>
                </a:lnTo>
                <a:lnTo>
                  <a:pt x="2694" y="683"/>
                </a:lnTo>
                <a:lnTo>
                  <a:pt x="2693" y="683"/>
                </a:lnTo>
                <a:lnTo>
                  <a:pt x="2693" y="684"/>
                </a:lnTo>
                <a:lnTo>
                  <a:pt x="2690" y="685"/>
                </a:lnTo>
                <a:lnTo>
                  <a:pt x="2685" y="687"/>
                </a:lnTo>
                <a:lnTo>
                  <a:pt x="2681" y="688"/>
                </a:lnTo>
                <a:lnTo>
                  <a:pt x="2679" y="690"/>
                </a:lnTo>
                <a:lnTo>
                  <a:pt x="2675" y="691"/>
                </a:lnTo>
                <a:lnTo>
                  <a:pt x="2674" y="692"/>
                </a:lnTo>
                <a:lnTo>
                  <a:pt x="2673" y="693"/>
                </a:lnTo>
                <a:lnTo>
                  <a:pt x="2671" y="695"/>
                </a:lnTo>
                <a:lnTo>
                  <a:pt x="2671" y="696"/>
                </a:lnTo>
                <a:lnTo>
                  <a:pt x="2670" y="698"/>
                </a:lnTo>
                <a:lnTo>
                  <a:pt x="2669" y="698"/>
                </a:lnTo>
                <a:lnTo>
                  <a:pt x="2669" y="699"/>
                </a:lnTo>
                <a:lnTo>
                  <a:pt x="2669" y="701"/>
                </a:lnTo>
                <a:lnTo>
                  <a:pt x="2668" y="702"/>
                </a:lnTo>
                <a:lnTo>
                  <a:pt x="2667" y="704"/>
                </a:lnTo>
                <a:lnTo>
                  <a:pt x="2667" y="707"/>
                </a:lnTo>
                <a:lnTo>
                  <a:pt x="2666" y="707"/>
                </a:lnTo>
                <a:lnTo>
                  <a:pt x="2666" y="708"/>
                </a:lnTo>
                <a:lnTo>
                  <a:pt x="2666" y="709"/>
                </a:lnTo>
                <a:lnTo>
                  <a:pt x="2665" y="709"/>
                </a:lnTo>
                <a:lnTo>
                  <a:pt x="2664" y="710"/>
                </a:lnTo>
                <a:lnTo>
                  <a:pt x="2662" y="711"/>
                </a:lnTo>
                <a:lnTo>
                  <a:pt x="2660" y="712"/>
                </a:lnTo>
                <a:lnTo>
                  <a:pt x="2659" y="713"/>
                </a:lnTo>
                <a:lnTo>
                  <a:pt x="2657" y="714"/>
                </a:lnTo>
                <a:lnTo>
                  <a:pt x="2657" y="715"/>
                </a:lnTo>
                <a:lnTo>
                  <a:pt x="2656" y="715"/>
                </a:lnTo>
                <a:lnTo>
                  <a:pt x="2656" y="717"/>
                </a:lnTo>
                <a:lnTo>
                  <a:pt x="2657" y="717"/>
                </a:lnTo>
                <a:lnTo>
                  <a:pt x="2658" y="717"/>
                </a:lnTo>
                <a:lnTo>
                  <a:pt x="2658" y="718"/>
                </a:lnTo>
                <a:lnTo>
                  <a:pt x="2657" y="718"/>
                </a:lnTo>
                <a:lnTo>
                  <a:pt x="2658" y="718"/>
                </a:lnTo>
                <a:lnTo>
                  <a:pt x="2658" y="719"/>
                </a:lnTo>
                <a:lnTo>
                  <a:pt x="2659" y="720"/>
                </a:lnTo>
                <a:lnTo>
                  <a:pt x="2660" y="720"/>
                </a:lnTo>
                <a:lnTo>
                  <a:pt x="2660" y="721"/>
                </a:lnTo>
                <a:lnTo>
                  <a:pt x="2660" y="720"/>
                </a:lnTo>
                <a:lnTo>
                  <a:pt x="2661" y="721"/>
                </a:lnTo>
                <a:lnTo>
                  <a:pt x="2660" y="721"/>
                </a:lnTo>
                <a:lnTo>
                  <a:pt x="2661" y="721"/>
                </a:lnTo>
                <a:lnTo>
                  <a:pt x="2661" y="722"/>
                </a:lnTo>
                <a:lnTo>
                  <a:pt x="2661" y="723"/>
                </a:lnTo>
                <a:lnTo>
                  <a:pt x="2662" y="724"/>
                </a:lnTo>
                <a:lnTo>
                  <a:pt x="2662" y="725"/>
                </a:lnTo>
                <a:lnTo>
                  <a:pt x="2663" y="725"/>
                </a:lnTo>
                <a:lnTo>
                  <a:pt x="2664" y="726"/>
                </a:lnTo>
                <a:lnTo>
                  <a:pt x="2665" y="726"/>
                </a:lnTo>
                <a:lnTo>
                  <a:pt x="2666" y="727"/>
                </a:lnTo>
                <a:lnTo>
                  <a:pt x="2666" y="728"/>
                </a:lnTo>
                <a:lnTo>
                  <a:pt x="2666" y="729"/>
                </a:lnTo>
                <a:lnTo>
                  <a:pt x="2667" y="730"/>
                </a:lnTo>
                <a:lnTo>
                  <a:pt x="2668" y="731"/>
                </a:lnTo>
                <a:lnTo>
                  <a:pt x="2668" y="732"/>
                </a:lnTo>
                <a:lnTo>
                  <a:pt x="2669" y="733"/>
                </a:lnTo>
                <a:lnTo>
                  <a:pt x="2669" y="734"/>
                </a:lnTo>
                <a:lnTo>
                  <a:pt x="2670" y="734"/>
                </a:lnTo>
                <a:lnTo>
                  <a:pt x="2670" y="735"/>
                </a:lnTo>
                <a:lnTo>
                  <a:pt x="2671" y="736"/>
                </a:lnTo>
                <a:lnTo>
                  <a:pt x="2672" y="736"/>
                </a:lnTo>
                <a:lnTo>
                  <a:pt x="2672" y="737"/>
                </a:lnTo>
                <a:lnTo>
                  <a:pt x="2673" y="737"/>
                </a:lnTo>
                <a:lnTo>
                  <a:pt x="2673" y="738"/>
                </a:lnTo>
                <a:lnTo>
                  <a:pt x="2674" y="738"/>
                </a:lnTo>
                <a:lnTo>
                  <a:pt x="2675" y="738"/>
                </a:lnTo>
                <a:lnTo>
                  <a:pt x="2676" y="738"/>
                </a:lnTo>
                <a:lnTo>
                  <a:pt x="2677" y="740"/>
                </a:lnTo>
                <a:lnTo>
                  <a:pt x="2677" y="741"/>
                </a:lnTo>
                <a:lnTo>
                  <a:pt x="2678" y="743"/>
                </a:lnTo>
                <a:lnTo>
                  <a:pt x="2679" y="743"/>
                </a:lnTo>
                <a:lnTo>
                  <a:pt x="2680" y="743"/>
                </a:lnTo>
                <a:lnTo>
                  <a:pt x="2680" y="744"/>
                </a:lnTo>
                <a:lnTo>
                  <a:pt x="2681" y="744"/>
                </a:lnTo>
                <a:lnTo>
                  <a:pt x="2682" y="744"/>
                </a:lnTo>
                <a:lnTo>
                  <a:pt x="2682" y="745"/>
                </a:lnTo>
                <a:lnTo>
                  <a:pt x="2683" y="745"/>
                </a:lnTo>
                <a:lnTo>
                  <a:pt x="2684" y="745"/>
                </a:lnTo>
                <a:lnTo>
                  <a:pt x="2685" y="746"/>
                </a:lnTo>
                <a:lnTo>
                  <a:pt x="2685" y="745"/>
                </a:lnTo>
                <a:lnTo>
                  <a:pt x="2686" y="745"/>
                </a:lnTo>
                <a:lnTo>
                  <a:pt x="2687" y="745"/>
                </a:lnTo>
                <a:lnTo>
                  <a:pt x="2689" y="746"/>
                </a:lnTo>
                <a:lnTo>
                  <a:pt x="2690" y="746"/>
                </a:lnTo>
                <a:lnTo>
                  <a:pt x="2690" y="747"/>
                </a:lnTo>
                <a:lnTo>
                  <a:pt x="2691" y="747"/>
                </a:lnTo>
                <a:lnTo>
                  <a:pt x="2692" y="747"/>
                </a:lnTo>
                <a:lnTo>
                  <a:pt x="2693" y="747"/>
                </a:lnTo>
                <a:lnTo>
                  <a:pt x="2694" y="748"/>
                </a:lnTo>
                <a:lnTo>
                  <a:pt x="2695" y="748"/>
                </a:lnTo>
                <a:lnTo>
                  <a:pt x="2695" y="747"/>
                </a:lnTo>
                <a:lnTo>
                  <a:pt x="2697" y="748"/>
                </a:lnTo>
                <a:lnTo>
                  <a:pt x="2698" y="748"/>
                </a:lnTo>
                <a:lnTo>
                  <a:pt x="2698" y="749"/>
                </a:lnTo>
                <a:lnTo>
                  <a:pt x="2699" y="749"/>
                </a:lnTo>
                <a:lnTo>
                  <a:pt x="2700" y="749"/>
                </a:lnTo>
                <a:lnTo>
                  <a:pt x="2701" y="748"/>
                </a:lnTo>
                <a:lnTo>
                  <a:pt x="2701" y="749"/>
                </a:lnTo>
                <a:lnTo>
                  <a:pt x="2701" y="748"/>
                </a:lnTo>
                <a:lnTo>
                  <a:pt x="2702" y="748"/>
                </a:lnTo>
                <a:lnTo>
                  <a:pt x="2702" y="749"/>
                </a:lnTo>
                <a:lnTo>
                  <a:pt x="2703" y="750"/>
                </a:lnTo>
                <a:lnTo>
                  <a:pt x="2702" y="750"/>
                </a:lnTo>
                <a:lnTo>
                  <a:pt x="2701" y="750"/>
                </a:lnTo>
                <a:lnTo>
                  <a:pt x="2701" y="751"/>
                </a:lnTo>
                <a:lnTo>
                  <a:pt x="2701" y="752"/>
                </a:lnTo>
                <a:lnTo>
                  <a:pt x="2700" y="752"/>
                </a:lnTo>
                <a:lnTo>
                  <a:pt x="2698" y="753"/>
                </a:lnTo>
                <a:lnTo>
                  <a:pt x="2697" y="754"/>
                </a:lnTo>
                <a:lnTo>
                  <a:pt x="2696" y="755"/>
                </a:lnTo>
                <a:lnTo>
                  <a:pt x="2694" y="756"/>
                </a:lnTo>
                <a:lnTo>
                  <a:pt x="2695" y="758"/>
                </a:lnTo>
                <a:lnTo>
                  <a:pt x="2694" y="758"/>
                </a:lnTo>
                <a:lnTo>
                  <a:pt x="2694" y="759"/>
                </a:lnTo>
                <a:lnTo>
                  <a:pt x="2694" y="760"/>
                </a:lnTo>
                <a:lnTo>
                  <a:pt x="2695" y="761"/>
                </a:lnTo>
                <a:lnTo>
                  <a:pt x="2697" y="762"/>
                </a:lnTo>
                <a:lnTo>
                  <a:pt x="2696" y="762"/>
                </a:lnTo>
                <a:lnTo>
                  <a:pt x="2696" y="763"/>
                </a:lnTo>
                <a:lnTo>
                  <a:pt x="2696" y="764"/>
                </a:lnTo>
                <a:lnTo>
                  <a:pt x="2697" y="764"/>
                </a:lnTo>
                <a:lnTo>
                  <a:pt x="2698" y="764"/>
                </a:lnTo>
                <a:lnTo>
                  <a:pt x="2699" y="764"/>
                </a:lnTo>
                <a:lnTo>
                  <a:pt x="2700" y="764"/>
                </a:lnTo>
                <a:lnTo>
                  <a:pt x="2701" y="764"/>
                </a:lnTo>
                <a:lnTo>
                  <a:pt x="2702" y="764"/>
                </a:lnTo>
                <a:lnTo>
                  <a:pt x="2702" y="763"/>
                </a:lnTo>
                <a:lnTo>
                  <a:pt x="2703" y="763"/>
                </a:lnTo>
                <a:lnTo>
                  <a:pt x="2704" y="763"/>
                </a:lnTo>
                <a:lnTo>
                  <a:pt x="2704" y="762"/>
                </a:lnTo>
                <a:lnTo>
                  <a:pt x="2705" y="762"/>
                </a:lnTo>
                <a:lnTo>
                  <a:pt x="2706" y="762"/>
                </a:lnTo>
                <a:lnTo>
                  <a:pt x="2707" y="762"/>
                </a:lnTo>
                <a:lnTo>
                  <a:pt x="2707" y="763"/>
                </a:lnTo>
                <a:lnTo>
                  <a:pt x="2707" y="764"/>
                </a:lnTo>
                <a:lnTo>
                  <a:pt x="2707" y="765"/>
                </a:lnTo>
                <a:lnTo>
                  <a:pt x="2707" y="766"/>
                </a:lnTo>
                <a:lnTo>
                  <a:pt x="2707" y="767"/>
                </a:lnTo>
                <a:lnTo>
                  <a:pt x="2707" y="768"/>
                </a:lnTo>
                <a:lnTo>
                  <a:pt x="2706" y="769"/>
                </a:lnTo>
                <a:lnTo>
                  <a:pt x="2705" y="769"/>
                </a:lnTo>
                <a:lnTo>
                  <a:pt x="2705" y="770"/>
                </a:lnTo>
                <a:lnTo>
                  <a:pt x="2705" y="771"/>
                </a:lnTo>
                <a:lnTo>
                  <a:pt x="2706" y="771"/>
                </a:lnTo>
                <a:lnTo>
                  <a:pt x="2706" y="772"/>
                </a:lnTo>
                <a:lnTo>
                  <a:pt x="2707" y="772"/>
                </a:lnTo>
                <a:lnTo>
                  <a:pt x="2707" y="773"/>
                </a:lnTo>
                <a:lnTo>
                  <a:pt x="2707" y="774"/>
                </a:lnTo>
                <a:lnTo>
                  <a:pt x="2707" y="775"/>
                </a:lnTo>
                <a:lnTo>
                  <a:pt x="2707" y="776"/>
                </a:lnTo>
                <a:lnTo>
                  <a:pt x="2707" y="777"/>
                </a:lnTo>
                <a:lnTo>
                  <a:pt x="2708" y="778"/>
                </a:lnTo>
                <a:lnTo>
                  <a:pt x="2708" y="779"/>
                </a:lnTo>
                <a:lnTo>
                  <a:pt x="2708" y="780"/>
                </a:lnTo>
                <a:lnTo>
                  <a:pt x="2709" y="780"/>
                </a:lnTo>
                <a:lnTo>
                  <a:pt x="2709" y="781"/>
                </a:lnTo>
                <a:lnTo>
                  <a:pt x="2710" y="781"/>
                </a:lnTo>
                <a:lnTo>
                  <a:pt x="2710" y="782"/>
                </a:lnTo>
                <a:lnTo>
                  <a:pt x="2710" y="783"/>
                </a:lnTo>
                <a:lnTo>
                  <a:pt x="2711" y="782"/>
                </a:lnTo>
                <a:lnTo>
                  <a:pt x="2712" y="782"/>
                </a:lnTo>
                <a:lnTo>
                  <a:pt x="2712" y="783"/>
                </a:lnTo>
                <a:lnTo>
                  <a:pt x="2713" y="783"/>
                </a:lnTo>
                <a:lnTo>
                  <a:pt x="2713" y="784"/>
                </a:lnTo>
                <a:lnTo>
                  <a:pt x="2714" y="784"/>
                </a:lnTo>
                <a:lnTo>
                  <a:pt x="2716" y="785"/>
                </a:lnTo>
                <a:lnTo>
                  <a:pt x="2717" y="785"/>
                </a:lnTo>
                <a:lnTo>
                  <a:pt x="2717" y="786"/>
                </a:lnTo>
                <a:lnTo>
                  <a:pt x="2717" y="787"/>
                </a:lnTo>
                <a:lnTo>
                  <a:pt x="2717" y="788"/>
                </a:lnTo>
                <a:lnTo>
                  <a:pt x="2718" y="788"/>
                </a:lnTo>
                <a:lnTo>
                  <a:pt x="2718" y="789"/>
                </a:lnTo>
                <a:lnTo>
                  <a:pt x="2719" y="789"/>
                </a:lnTo>
                <a:lnTo>
                  <a:pt x="2720" y="790"/>
                </a:lnTo>
                <a:lnTo>
                  <a:pt x="2721" y="789"/>
                </a:lnTo>
                <a:lnTo>
                  <a:pt x="2722" y="789"/>
                </a:lnTo>
                <a:lnTo>
                  <a:pt x="2723" y="789"/>
                </a:lnTo>
                <a:lnTo>
                  <a:pt x="2723" y="788"/>
                </a:lnTo>
                <a:lnTo>
                  <a:pt x="2724" y="788"/>
                </a:lnTo>
                <a:lnTo>
                  <a:pt x="2725" y="788"/>
                </a:lnTo>
                <a:lnTo>
                  <a:pt x="2724" y="788"/>
                </a:lnTo>
                <a:lnTo>
                  <a:pt x="2725" y="788"/>
                </a:lnTo>
                <a:lnTo>
                  <a:pt x="2725" y="787"/>
                </a:lnTo>
                <a:lnTo>
                  <a:pt x="2726" y="787"/>
                </a:lnTo>
                <a:lnTo>
                  <a:pt x="2726" y="788"/>
                </a:lnTo>
                <a:lnTo>
                  <a:pt x="2727" y="788"/>
                </a:lnTo>
                <a:lnTo>
                  <a:pt x="2728" y="788"/>
                </a:lnTo>
                <a:lnTo>
                  <a:pt x="2729" y="788"/>
                </a:lnTo>
                <a:lnTo>
                  <a:pt x="2729" y="789"/>
                </a:lnTo>
                <a:lnTo>
                  <a:pt x="2730" y="788"/>
                </a:lnTo>
                <a:lnTo>
                  <a:pt x="2731" y="788"/>
                </a:lnTo>
                <a:lnTo>
                  <a:pt x="2732" y="788"/>
                </a:lnTo>
                <a:lnTo>
                  <a:pt x="2733" y="788"/>
                </a:lnTo>
                <a:lnTo>
                  <a:pt x="2734" y="788"/>
                </a:lnTo>
                <a:lnTo>
                  <a:pt x="2735" y="787"/>
                </a:lnTo>
                <a:lnTo>
                  <a:pt x="2736" y="786"/>
                </a:lnTo>
                <a:lnTo>
                  <a:pt x="2736" y="785"/>
                </a:lnTo>
                <a:lnTo>
                  <a:pt x="2737" y="785"/>
                </a:lnTo>
                <a:lnTo>
                  <a:pt x="2736" y="784"/>
                </a:lnTo>
                <a:lnTo>
                  <a:pt x="2737" y="784"/>
                </a:lnTo>
                <a:lnTo>
                  <a:pt x="2737" y="783"/>
                </a:lnTo>
                <a:lnTo>
                  <a:pt x="2737" y="782"/>
                </a:lnTo>
                <a:lnTo>
                  <a:pt x="2738" y="781"/>
                </a:lnTo>
                <a:lnTo>
                  <a:pt x="2739" y="781"/>
                </a:lnTo>
                <a:lnTo>
                  <a:pt x="2739" y="780"/>
                </a:lnTo>
                <a:lnTo>
                  <a:pt x="2740" y="780"/>
                </a:lnTo>
                <a:lnTo>
                  <a:pt x="2740" y="779"/>
                </a:lnTo>
                <a:lnTo>
                  <a:pt x="2740" y="778"/>
                </a:lnTo>
                <a:lnTo>
                  <a:pt x="2740" y="779"/>
                </a:lnTo>
                <a:lnTo>
                  <a:pt x="2741" y="779"/>
                </a:lnTo>
                <a:lnTo>
                  <a:pt x="2741" y="778"/>
                </a:lnTo>
                <a:lnTo>
                  <a:pt x="2741" y="777"/>
                </a:lnTo>
                <a:lnTo>
                  <a:pt x="2740" y="776"/>
                </a:lnTo>
                <a:lnTo>
                  <a:pt x="2741" y="776"/>
                </a:lnTo>
                <a:lnTo>
                  <a:pt x="2741" y="775"/>
                </a:lnTo>
                <a:lnTo>
                  <a:pt x="2740" y="774"/>
                </a:lnTo>
                <a:lnTo>
                  <a:pt x="2741" y="774"/>
                </a:lnTo>
                <a:lnTo>
                  <a:pt x="2742" y="773"/>
                </a:lnTo>
                <a:lnTo>
                  <a:pt x="2743" y="773"/>
                </a:lnTo>
                <a:lnTo>
                  <a:pt x="2743" y="774"/>
                </a:lnTo>
                <a:lnTo>
                  <a:pt x="2744" y="774"/>
                </a:lnTo>
                <a:lnTo>
                  <a:pt x="2745" y="774"/>
                </a:lnTo>
                <a:lnTo>
                  <a:pt x="2745" y="773"/>
                </a:lnTo>
                <a:lnTo>
                  <a:pt x="2746" y="773"/>
                </a:lnTo>
                <a:lnTo>
                  <a:pt x="2747" y="773"/>
                </a:lnTo>
                <a:lnTo>
                  <a:pt x="2747" y="774"/>
                </a:lnTo>
                <a:lnTo>
                  <a:pt x="2748" y="774"/>
                </a:lnTo>
                <a:lnTo>
                  <a:pt x="2748" y="773"/>
                </a:lnTo>
                <a:lnTo>
                  <a:pt x="2749" y="773"/>
                </a:lnTo>
                <a:lnTo>
                  <a:pt x="2750" y="773"/>
                </a:lnTo>
                <a:lnTo>
                  <a:pt x="2751" y="773"/>
                </a:lnTo>
                <a:lnTo>
                  <a:pt x="2752" y="774"/>
                </a:lnTo>
                <a:lnTo>
                  <a:pt x="2752" y="775"/>
                </a:lnTo>
                <a:lnTo>
                  <a:pt x="2753" y="776"/>
                </a:lnTo>
                <a:lnTo>
                  <a:pt x="2752" y="776"/>
                </a:lnTo>
                <a:lnTo>
                  <a:pt x="2753" y="776"/>
                </a:lnTo>
                <a:lnTo>
                  <a:pt x="2753" y="777"/>
                </a:lnTo>
                <a:lnTo>
                  <a:pt x="2753" y="778"/>
                </a:lnTo>
                <a:lnTo>
                  <a:pt x="2754" y="777"/>
                </a:lnTo>
                <a:lnTo>
                  <a:pt x="2755" y="777"/>
                </a:lnTo>
                <a:lnTo>
                  <a:pt x="2755" y="776"/>
                </a:lnTo>
                <a:lnTo>
                  <a:pt x="2756" y="776"/>
                </a:lnTo>
                <a:lnTo>
                  <a:pt x="2757" y="776"/>
                </a:lnTo>
                <a:lnTo>
                  <a:pt x="2760" y="770"/>
                </a:lnTo>
                <a:lnTo>
                  <a:pt x="2760" y="768"/>
                </a:lnTo>
                <a:lnTo>
                  <a:pt x="2760" y="767"/>
                </a:lnTo>
                <a:lnTo>
                  <a:pt x="2760" y="766"/>
                </a:lnTo>
                <a:lnTo>
                  <a:pt x="2760" y="764"/>
                </a:lnTo>
                <a:lnTo>
                  <a:pt x="2759" y="764"/>
                </a:lnTo>
                <a:lnTo>
                  <a:pt x="2759" y="763"/>
                </a:lnTo>
                <a:lnTo>
                  <a:pt x="2758" y="763"/>
                </a:lnTo>
                <a:lnTo>
                  <a:pt x="2758" y="762"/>
                </a:lnTo>
                <a:lnTo>
                  <a:pt x="2757" y="762"/>
                </a:lnTo>
                <a:lnTo>
                  <a:pt x="2756" y="760"/>
                </a:lnTo>
                <a:lnTo>
                  <a:pt x="2754" y="760"/>
                </a:lnTo>
                <a:lnTo>
                  <a:pt x="2752" y="761"/>
                </a:lnTo>
                <a:lnTo>
                  <a:pt x="2750" y="761"/>
                </a:lnTo>
                <a:lnTo>
                  <a:pt x="2749" y="759"/>
                </a:lnTo>
                <a:lnTo>
                  <a:pt x="2749" y="758"/>
                </a:lnTo>
                <a:lnTo>
                  <a:pt x="2749" y="757"/>
                </a:lnTo>
                <a:lnTo>
                  <a:pt x="2750" y="757"/>
                </a:lnTo>
                <a:lnTo>
                  <a:pt x="2751" y="758"/>
                </a:lnTo>
                <a:lnTo>
                  <a:pt x="2752" y="758"/>
                </a:lnTo>
                <a:lnTo>
                  <a:pt x="2753" y="758"/>
                </a:lnTo>
                <a:lnTo>
                  <a:pt x="2754" y="758"/>
                </a:lnTo>
                <a:lnTo>
                  <a:pt x="2754" y="759"/>
                </a:lnTo>
                <a:lnTo>
                  <a:pt x="2755" y="759"/>
                </a:lnTo>
                <a:lnTo>
                  <a:pt x="2755" y="760"/>
                </a:lnTo>
                <a:lnTo>
                  <a:pt x="2756" y="760"/>
                </a:lnTo>
                <a:lnTo>
                  <a:pt x="2757" y="761"/>
                </a:lnTo>
                <a:lnTo>
                  <a:pt x="2758" y="762"/>
                </a:lnTo>
                <a:lnTo>
                  <a:pt x="2759" y="763"/>
                </a:lnTo>
                <a:lnTo>
                  <a:pt x="2759" y="764"/>
                </a:lnTo>
                <a:lnTo>
                  <a:pt x="2760" y="764"/>
                </a:lnTo>
                <a:lnTo>
                  <a:pt x="2761" y="764"/>
                </a:lnTo>
                <a:lnTo>
                  <a:pt x="2762" y="764"/>
                </a:lnTo>
                <a:lnTo>
                  <a:pt x="2763" y="764"/>
                </a:lnTo>
                <a:lnTo>
                  <a:pt x="2764" y="764"/>
                </a:lnTo>
                <a:lnTo>
                  <a:pt x="2765" y="764"/>
                </a:lnTo>
                <a:lnTo>
                  <a:pt x="2766" y="763"/>
                </a:lnTo>
                <a:lnTo>
                  <a:pt x="2767" y="763"/>
                </a:lnTo>
                <a:lnTo>
                  <a:pt x="2767" y="762"/>
                </a:lnTo>
                <a:lnTo>
                  <a:pt x="2768" y="762"/>
                </a:lnTo>
                <a:lnTo>
                  <a:pt x="2769" y="762"/>
                </a:lnTo>
                <a:lnTo>
                  <a:pt x="2770" y="762"/>
                </a:lnTo>
                <a:lnTo>
                  <a:pt x="2770" y="763"/>
                </a:lnTo>
                <a:lnTo>
                  <a:pt x="2772" y="762"/>
                </a:lnTo>
                <a:lnTo>
                  <a:pt x="2773" y="762"/>
                </a:lnTo>
                <a:lnTo>
                  <a:pt x="2773" y="764"/>
                </a:lnTo>
                <a:lnTo>
                  <a:pt x="2773" y="765"/>
                </a:lnTo>
                <a:lnTo>
                  <a:pt x="2773" y="766"/>
                </a:lnTo>
                <a:lnTo>
                  <a:pt x="2772" y="766"/>
                </a:lnTo>
                <a:lnTo>
                  <a:pt x="2772" y="767"/>
                </a:lnTo>
                <a:lnTo>
                  <a:pt x="2771" y="768"/>
                </a:lnTo>
                <a:lnTo>
                  <a:pt x="2771" y="769"/>
                </a:lnTo>
                <a:lnTo>
                  <a:pt x="2771" y="770"/>
                </a:lnTo>
                <a:lnTo>
                  <a:pt x="2770" y="770"/>
                </a:lnTo>
                <a:lnTo>
                  <a:pt x="2770" y="772"/>
                </a:lnTo>
                <a:lnTo>
                  <a:pt x="2769" y="773"/>
                </a:lnTo>
                <a:lnTo>
                  <a:pt x="2768" y="774"/>
                </a:lnTo>
                <a:lnTo>
                  <a:pt x="2768" y="775"/>
                </a:lnTo>
                <a:lnTo>
                  <a:pt x="2769" y="775"/>
                </a:lnTo>
                <a:lnTo>
                  <a:pt x="2769" y="776"/>
                </a:lnTo>
                <a:lnTo>
                  <a:pt x="2770" y="777"/>
                </a:lnTo>
                <a:lnTo>
                  <a:pt x="2771" y="777"/>
                </a:lnTo>
                <a:lnTo>
                  <a:pt x="2771" y="778"/>
                </a:lnTo>
                <a:lnTo>
                  <a:pt x="2772" y="778"/>
                </a:lnTo>
                <a:lnTo>
                  <a:pt x="2773" y="777"/>
                </a:lnTo>
                <a:lnTo>
                  <a:pt x="2774" y="777"/>
                </a:lnTo>
                <a:lnTo>
                  <a:pt x="2775" y="777"/>
                </a:lnTo>
                <a:lnTo>
                  <a:pt x="2775" y="778"/>
                </a:lnTo>
                <a:lnTo>
                  <a:pt x="2776" y="778"/>
                </a:lnTo>
                <a:lnTo>
                  <a:pt x="2777" y="778"/>
                </a:lnTo>
                <a:lnTo>
                  <a:pt x="2778" y="777"/>
                </a:lnTo>
                <a:lnTo>
                  <a:pt x="2778" y="776"/>
                </a:lnTo>
                <a:lnTo>
                  <a:pt x="2778" y="775"/>
                </a:lnTo>
                <a:lnTo>
                  <a:pt x="2778" y="774"/>
                </a:lnTo>
                <a:lnTo>
                  <a:pt x="2778" y="773"/>
                </a:lnTo>
                <a:lnTo>
                  <a:pt x="2777" y="773"/>
                </a:lnTo>
                <a:lnTo>
                  <a:pt x="2778" y="773"/>
                </a:lnTo>
                <a:lnTo>
                  <a:pt x="2778" y="772"/>
                </a:lnTo>
                <a:lnTo>
                  <a:pt x="2778" y="770"/>
                </a:lnTo>
                <a:lnTo>
                  <a:pt x="2778" y="769"/>
                </a:lnTo>
                <a:lnTo>
                  <a:pt x="2779" y="769"/>
                </a:lnTo>
                <a:lnTo>
                  <a:pt x="2779" y="770"/>
                </a:lnTo>
                <a:lnTo>
                  <a:pt x="2781" y="770"/>
                </a:lnTo>
                <a:lnTo>
                  <a:pt x="2782" y="770"/>
                </a:lnTo>
                <a:lnTo>
                  <a:pt x="2782" y="771"/>
                </a:lnTo>
                <a:lnTo>
                  <a:pt x="2781" y="771"/>
                </a:lnTo>
                <a:lnTo>
                  <a:pt x="2781" y="772"/>
                </a:lnTo>
                <a:lnTo>
                  <a:pt x="2781" y="773"/>
                </a:lnTo>
                <a:lnTo>
                  <a:pt x="2781" y="774"/>
                </a:lnTo>
                <a:lnTo>
                  <a:pt x="2782" y="774"/>
                </a:lnTo>
                <a:lnTo>
                  <a:pt x="2783" y="775"/>
                </a:lnTo>
                <a:lnTo>
                  <a:pt x="2783" y="776"/>
                </a:lnTo>
                <a:lnTo>
                  <a:pt x="2782" y="776"/>
                </a:lnTo>
                <a:lnTo>
                  <a:pt x="2780" y="777"/>
                </a:lnTo>
                <a:lnTo>
                  <a:pt x="2779" y="777"/>
                </a:lnTo>
                <a:lnTo>
                  <a:pt x="2779" y="778"/>
                </a:lnTo>
                <a:lnTo>
                  <a:pt x="2779" y="779"/>
                </a:lnTo>
                <a:lnTo>
                  <a:pt x="2780" y="779"/>
                </a:lnTo>
                <a:lnTo>
                  <a:pt x="2781" y="779"/>
                </a:lnTo>
                <a:lnTo>
                  <a:pt x="2782" y="779"/>
                </a:lnTo>
                <a:lnTo>
                  <a:pt x="2784" y="779"/>
                </a:lnTo>
                <a:lnTo>
                  <a:pt x="2784" y="780"/>
                </a:lnTo>
                <a:lnTo>
                  <a:pt x="2783" y="780"/>
                </a:lnTo>
                <a:lnTo>
                  <a:pt x="2784" y="781"/>
                </a:lnTo>
                <a:lnTo>
                  <a:pt x="2784" y="782"/>
                </a:lnTo>
                <a:lnTo>
                  <a:pt x="2784" y="785"/>
                </a:lnTo>
                <a:lnTo>
                  <a:pt x="2783" y="785"/>
                </a:lnTo>
                <a:lnTo>
                  <a:pt x="2784" y="787"/>
                </a:lnTo>
                <a:lnTo>
                  <a:pt x="2783" y="787"/>
                </a:lnTo>
                <a:lnTo>
                  <a:pt x="2784" y="787"/>
                </a:lnTo>
                <a:lnTo>
                  <a:pt x="2784" y="788"/>
                </a:lnTo>
                <a:lnTo>
                  <a:pt x="2784" y="789"/>
                </a:lnTo>
                <a:lnTo>
                  <a:pt x="2783" y="790"/>
                </a:lnTo>
                <a:lnTo>
                  <a:pt x="2782" y="792"/>
                </a:lnTo>
                <a:lnTo>
                  <a:pt x="2781" y="794"/>
                </a:lnTo>
                <a:lnTo>
                  <a:pt x="2778" y="794"/>
                </a:lnTo>
                <a:lnTo>
                  <a:pt x="2774" y="794"/>
                </a:lnTo>
                <a:lnTo>
                  <a:pt x="2770" y="794"/>
                </a:lnTo>
                <a:lnTo>
                  <a:pt x="2769" y="794"/>
                </a:lnTo>
                <a:lnTo>
                  <a:pt x="2767" y="794"/>
                </a:lnTo>
                <a:lnTo>
                  <a:pt x="2762" y="795"/>
                </a:lnTo>
                <a:lnTo>
                  <a:pt x="2756" y="795"/>
                </a:lnTo>
                <a:lnTo>
                  <a:pt x="2755" y="796"/>
                </a:lnTo>
                <a:lnTo>
                  <a:pt x="2754" y="796"/>
                </a:lnTo>
                <a:lnTo>
                  <a:pt x="2753" y="796"/>
                </a:lnTo>
                <a:lnTo>
                  <a:pt x="2752" y="796"/>
                </a:lnTo>
                <a:lnTo>
                  <a:pt x="2752" y="797"/>
                </a:lnTo>
                <a:lnTo>
                  <a:pt x="2751" y="797"/>
                </a:lnTo>
                <a:lnTo>
                  <a:pt x="2750" y="797"/>
                </a:lnTo>
                <a:lnTo>
                  <a:pt x="2749" y="797"/>
                </a:lnTo>
                <a:lnTo>
                  <a:pt x="2747" y="797"/>
                </a:lnTo>
                <a:lnTo>
                  <a:pt x="2746" y="797"/>
                </a:lnTo>
                <a:lnTo>
                  <a:pt x="2746" y="798"/>
                </a:lnTo>
                <a:lnTo>
                  <a:pt x="2747" y="798"/>
                </a:lnTo>
                <a:lnTo>
                  <a:pt x="2747" y="799"/>
                </a:lnTo>
                <a:lnTo>
                  <a:pt x="2747" y="800"/>
                </a:lnTo>
                <a:lnTo>
                  <a:pt x="2747" y="801"/>
                </a:lnTo>
                <a:lnTo>
                  <a:pt x="2747" y="802"/>
                </a:lnTo>
                <a:lnTo>
                  <a:pt x="2746" y="803"/>
                </a:lnTo>
                <a:lnTo>
                  <a:pt x="2745" y="803"/>
                </a:lnTo>
                <a:lnTo>
                  <a:pt x="2744" y="804"/>
                </a:lnTo>
                <a:lnTo>
                  <a:pt x="2743" y="804"/>
                </a:lnTo>
                <a:lnTo>
                  <a:pt x="2743" y="805"/>
                </a:lnTo>
                <a:lnTo>
                  <a:pt x="2742" y="806"/>
                </a:lnTo>
                <a:lnTo>
                  <a:pt x="2741" y="806"/>
                </a:lnTo>
                <a:lnTo>
                  <a:pt x="2741" y="805"/>
                </a:lnTo>
                <a:lnTo>
                  <a:pt x="2740" y="806"/>
                </a:lnTo>
                <a:lnTo>
                  <a:pt x="2739" y="805"/>
                </a:lnTo>
                <a:lnTo>
                  <a:pt x="2738" y="804"/>
                </a:lnTo>
                <a:lnTo>
                  <a:pt x="2737" y="803"/>
                </a:lnTo>
                <a:lnTo>
                  <a:pt x="2736" y="803"/>
                </a:lnTo>
                <a:lnTo>
                  <a:pt x="2734" y="803"/>
                </a:lnTo>
                <a:lnTo>
                  <a:pt x="2732" y="804"/>
                </a:lnTo>
                <a:lnTo>
                  <a:pt x="2731" y="804"/>
                </a:lnTo>
                <a:lnTo>
                  <a:pt x="2730" y="804"/>
                </a:lnTo>
                <a:lnTo>
                  <a:pt x="2729" y="804"/>
                </a:lnTo>
                <a:lnTo>
                  <a:pt x="2728" y="804"/>
                </a:lnTo>
                <a:lnTo>
                  <a:pt x="2728" y="805"/>
                </a:lnTo>
                <a:lnTo>
                  <a:pt x="2727" y="805"/>
                </a:lnTo>
                <a:lnTo>
                  <a:pt x="2726" y="804"/>
                </a:lnTo>
                <a:lnTo>
                  <a:pt x="2726" y="803"/>
                </a:lnTo>
                <a:lnTo>
                  <a:pt x="2726" y="802"/>
                </a:lnTo>
                <a:lnTo>
                  <a:pt x="2725" y="802"/>
                </a:lnTo>
                <a:lnTo>
                  <a:pt x="2723" y="802"/>
                </a:lnTo>
                <a:lnTo>
                  <a:pt x="2722" y="802"/>
                </a:lnTo>
                <a:lnTo>
                  <a:pt x="2723" y="803"/>
                </a:lnTo>
                <a:lnTo>
                  <a:pt x="2723" y="804"/>
                </a:lnTo>
                <a:lnTo>
                  <a:pt x="2723" y="805"/>
                </a:lnTo>
                <a:lnTo>
                  <a:pt x="2723" y="807"/>
                </a:lnTo>
                <a:lnTo>
                  <a:pt x="2721" y="807"/>
                </a:lnTo>
                <a:lnTo>
                  <a:pt x="2719" y="807"/>
                </a:lnTo>
                <a:lnTo>
                  <a:pt x="2718" y="807"/>
                </a:lnTo>
                <a:lnTo>
                  <a:pt x="2718" y="808"/>
                </a:lnTo>
                <a:lnTo>
                  <a:pt x="2718" y="809"/>
                </a:lnTo>
                <a:lnTo>
                  <a:pt x="2718" y="811"/>
                </a:lnTo>
                <a:lnTo>
                  <a:pt x="2719" y="812"/>
                </a:lnTo>
                <a:lnTo>
                  <a:pt x="2719" y="813"/>
                </a:lnTo>
                <a:lnTo>
                  <a:pt x="2719" y="821"/>
                </a:lnTo>
                <a:lnTo>
                  <a:pt x="2718" y="821"/>
                </a:lnTo>
                <a:lnTo>
                  <a:pt x="2718" y="823"/>
                </a:lnTo>
                <a:lnTo>
                  <a:pt x="2719" y="824"/>
                </a:lnTo>
                <a:lnTo>
                  <a:pt x="2728" y="835"/>
                </a:lnTo>
                <a:lnTo>
                  <a:pt x="2731" y="839"/>
                </a:lnTo>
                <a:lnTo>
                  <a:pt x="2732" y="840"/>
                </a:lnTo>
                <a:lnTo>
                  <a:pt x="2736" y="847"/>
                </a:lnTo>
                <a:lnTo>
                  <a:pt x="2735" y="847"/>
                </a:lnTo>
                <a:lnTo>
                  <a:pt x="2733" y="849"/>
                </a:lnTo>
                <a:lnTo>
                  <a:pt x="2731" y="851"/>
                </a:lnTo>
                <a:lnTo>
                  <a:pt x="2731" y="855"/>
                </a:lnTo>
                <a:lnTo>
                  <a:pt x="2728" y="856"/>
                </a:lnTo>
                <a:lnTo>
                  <a:pt x="2729" y="857"/>
                </a:lnTo>
                <a:lnTo>
                  <a:pt x="2729" y="861"/>
                </a:lnTo>
                <a:lnTo>
                  <a:pt x="2725" y="861"/>
                </a:lnTo>
                <a:lnTo>
                  <a:pt x="2722" y="864"/>
                </a:lnTo>
                <a:lnTo>
                  <a:pt x="2718" y="865"/>
                </a:lnTo>
                <a:lnTo>
                  <a:pt x="2713" y="865"/>
                </a:lnTo>
                <a:lnTo>
                  <a:pt x="2696" y="867"/>
                </a:lnTo>
                <a:lnTo>
                  <a:pt x="2700" y="887"/>
                </a:lnTo>
                <a:lnTo>
                  <a:pt x="2699" y="887"/>
                </a:lnTo>
                <a:lnTo>
                  <a:pt x="2699" y="888"/>
                </a:lnTo>
                <a:lnTo>
                  <a:pt x="2700" y="888"/>
                </a:lnTo>
                <a:lnTo>
                  <a:pt x="2699" y="889"/>
                </a:lnTo>
                <a:lnTo>
                  <a:pt x="2699" y="890"/>
                </a:lnTo>
                <a:lnTo>
                  <a:pt x="2698" y="890"/>
                </a:lnTo>
                <a:lnTo>
                  <a:pt x="2697" y="893"/>
                </a:lnTo>
                <a:lnTo>
                  <a:pt x="2694" y="893"/>
                </a:lnTo>
                <a:lnTo>
                  <a:pt x="2693" y="894"/>
                </a:lnTo>
                <a:lnTo>
                  <a:pt x="2693" y="895"/>
                </a:lnTo>
                <a:lnTo>
                  <a:pt x="2692" y="895"/>
                </a:lnTo>
                <a:lnTo>
                  <a:pt x="2692" y="896"/>
                </a:lnTo>
                <a:lnTo>
                  <a:pt x="2693" y="898"/>
                </a:lnTo>
                <a:lnTo>
                  <a:pt x="2694" y="899"/>
                </a:lnTo>
                <a:lnTo>
                  <a:pt x="2694" y="900"/>
                </a:lnTo>
                <a:lnTo>
                  <a:pt x="2694" y="901"/>
                </a:lnTo>
                <a:lnTo>
                  <a:pt x="2695" y="902"/>
                </a:lnTo>
                <a:lnTo>
                  <a:pt x="2695" y="903"/>
                </a:lnTo>
                <a:lnTo>
                  <a:pt x="2696" y="903"/>
                </a:lnTo>
                <a:lnTo>
                  <a:pt x="2696" y="904"/>
                </a:lnTo>
                <a:lnTo>
                  <a:pt x="2694" y="906"/>
                </a:lnTo>
                <a:lnTo>
                  <a:pt x="2693" y="906"/>
                </a:lnTo>
                <a:lnTo>
                  <a:pt x="2694" y="906"/>
                </a:lnTo>
                <a:lnTo>
                  <a:pt x="2692" y="907"/>
                </a:lnTo>
                <a:lnTo>
                  <a:pt x="2692" y="908"/>
                </a:lnTo>
                <a:lnTo>
                  <a:pt x="2692" y="909"/>
                </a:lnTo>
                <a:lnTo>
                  <a:pt x="2693" y="909"/>
                </a:lnTo>
                <a:lnTo>
                  <a:pt x="2691" y="910"/>
                </a:lnTo>
                <a:lnTo>
                  <a:pt x="2691" y="911"/>
                </a:lnTo>
                <a:lnTo>
                  <a:pt x="2690" y="911"/>
                </a:lnTo>
                <a:lnTo>
                  <a:pt x="2691" y="911"/>
                </a:lnTo>
                <a:lnTo>
                  <a:pt x="2687" y="912"/>
                </a:lnTo>
                <a:lnTo>
                  <a:pt x="2683" y="912"/>
                </a:lnTo>
                <a:lnTo>
                  <a:pt x="2683" y="910"/>
                </a:lnTo>
                <a:lnTo>
                  <a:pt x="2682" y="910"/>
                </a:lnTo>
                <a:lnTo>
                  <a:pt x="2682" y="908"/>
                </a:lnTo>
                <a:lnTo>
                  <a:pt x="2681" y="908"/>
                </a:lnTo>
                <a:lnTo>
                  <a:pt x="2681" y="906"/>
                </a:lnTo>
                <a:lnTo>
                  <a:pt x="2681" y="905"/>
                </a:lnTo>
                <a:lnTo>
                  <a:pt x="2680" y="905"/>
                </a:lnTo>
                <a:lnTo>
                  <a:pt x="2680" y="904"/>
                </a:lnTo>
                <a:lnTo>
                  <a:pt x="2677" y="903"/>
                </a:lnTo>
                <a:lnTo>
                  <a:pt x="2676" y="903"/>
                </a:lnTo>
                <a:lnTo>
                  <a:pt x="2674" y="901"/>
                </a:lnTo>
                <a:lnTo>
                  <a:pt x="2673" y="900"/>
                </a:lnTo>
                <a:lnTo>
                  <a:pt x="2672" y="899"/>
                </a:lnTo>
                <a:lnTo>
                  <a:pt x="2672" y="898"/>
                </a:lnTo>
                <a:lnTo>
                  <a:pt x="2671" y="898"/>
                </a:lnTo>
                <a:lnTo>
                  <a:pt x="2671" y="897"/>
                </a:lnTo>
                <a:lnTo>
                  <a:pt x="2671" y="898"/>
                </a:lnTo>
                <a:lnTo>
                  <a:pt x="2670" y="898"/>
                </a:lnTo>
                <a:lnTo>
                  <a:pt x="2669" y="899"/>
                </a:lnTo>
                <a:lnTo>
                  <a:pt x="2668" y="900"/>
                </a:lnTo>
                <a:lnTo>
                  <a:pt x="2668" y="902"/>
                </a:lnTo>
                <a:lnTo>
                  <a:pt x="2667" y="902"/>
                </a:lnTo>
                <a:lnTo>
                  <a:pt x="2666" y="902"/>
                </a:lnTo>
                <a:lnTo>
                  <a:pt x="2666" y="901"/>
                </a:lnTo>
                <a:lnTo>
                  <a:pt x="2665" y="900"/>
                </a:lnTo>
                <a:lnTo>
                  <a:pt x="2665" y="899"/>
                </a:lnTo>
                <a:lnTo>
                  <a:pt x="2666" y="899"/>
                </a:lnTo>
                <a:lnTo>
                  <a:pt x="2666" y="898"/>
                </a:lnTo>
                <a:lnTo>
                  <a:pt x="2665" y="898"/>
                </a:lnTo>
                <a:lnTo>
                  <a:pt x="2665" y="896"/>
                </a:lnTo>
                <a:lnTo>
                  <a:pt x="2665" y="895"/>
                </a:lnTo>
                <a:lnTo>
                  <a:pt x="2665" y="894"/>
                </a:lnTo>
                <a:lnTo>
                  <a:pt x="2665" y="893"/>
                </a:lnTo>
                <a:lnTo>
                  <a:pt x="2664" y="893"/>
                </a:lnTo>
                <a:lnTo>
                  <a:pt x="2664" y="892"/>
                </a:lnTo>
                <a:lnTo>
                  <a:pt x="2663" y="892"/>
                </a:lnTo>
                <a:lnTo>
                  <a:pt x="2663" y="891"/>
                </a:lnTo>
                <a:lnTo>
                  <a:pt x="2662" y="891"/>
                </a:lnTo>
                <a:lnTo>
                  <a:pt x="2662" y="890"/>
                </a:lnTo>
                <a:lnTo>
                  <a:pt x="2659" y="886"/>
                </a:lnTo>
                <a:lnTo>
                  <a:pt x="2653" y="886"/>
                </a:lnTo>
                <a:lnTo>
                  <a:pt x="2651" y="886"/>
                </a:lnTo>
                <a:lnTo>
                  <a:pt x="2650" y="886"/>
                </a:lnTo>
                <a:lnTo>
                  <a:pt x="2650" y="888"/>
                </a:lnTo>
                <a:lnTo>
                  <a:pt x="2651" y="890"/>
                </a:lnTo>
                <a:lnTo>
                  <a:pt x="2651" y="893"/>
                </a:lnTo>
                <a:lnTo>
                  <a:pt x="2652" y="893"/>
                </a:lnTo>
                <a:lnTo>
                  <a:pt x="2651" y="893"/>
                </a:lnTo>
                <a:lnTo>
                  <a:pt x="2650" y="894"/>
                </a:lnTo>
                <a:lnTo>
                  <a:pt x="2650" y="893"/>
                </a:lnTo>
                <a:lnTo>
                  <a:pt x="2649" y="893"/>
                </a:lnTo>
                <a:lnTo>
                  <a:pt x="2648" y="893"/>
                </a:lnTo>
                <a:lnTo>
                  <a:pt x="2648" y="894"/>
                </a:lnTo>
                <a:lnTo>
                  <a:pt x="2647" y="894"/>
                </a:lnTo>
                <a:lnTo>
                  <a:pt x="2646" y="895"/>
                </a:lnTo>
                <a:lnTo>
                  <a:pt x="2646" y="896"/>
                </a:lnTo>
                <a:lnTo>
                  <a:pt x="2645" y="897"/>
                </a:lnTo>
                <a:lnTo>
                  <a:pt x="2644" y="896"/>
                </a:lnTo>
                <a:lnTo>
                  <a:pt x="2644" y="897"/>
                </a:lnTo>
                <a:lnTo>
                  <a:pt x="2645" y="897"/>
                </a:lnTo>
                <a:lnTo>
                  <a:pt x="2644" y="898"/>
                </a:lnTo>
                <a:lnTo>
                  <a:pt x="2643" y="899"/>
                </a:lnTo>
                <a:lnTo>
                  <a:pt x="2642" y="899"/>
                </a:lnTo>
                <a:lnTo>
                  <a:pt x="2643" y="900"/>
                </a:lnTo>
                <a:lnTo>
                  <a:pt x="2642" y="900"/>
                </a:lnTo>
                <a:lnTo>
                  <a:pt x="2642" y="899"/>
                </a:lnTo>
                <a:lnTo>
                  <a:pt x="2641" y="899"/>
                </a:lnTo>
                <a:lnTo>
                  <a:pt x="2641" y="900"/>
                </a:lnTo>
                <a:lnTo>
                  <a:pt x="2640" y="900"/>
                </a:lnTo>
                <a:lnTo>
                  <a:pt x="2640" y="901"/>
                </a:lnTo>
                <a:lnTo>
                  <a:pt x="2639" y="900"/>
                </a:lnTo>
                <a:lnTo>
                  <a:pt x="2639" y="899"/>
                </a:lnTo>
                <a:lnTo>
                  <a:pt x="2638" y="899"/>
                </a:lnTo>
                <a:lnTo>
                  <a:pt x="2638" y="898"/>
                </a:lnTo>
                <a:lnTo>
                  <a:pt x="2638" y="897"/>
                </a:lnTo>
                <a:lnTo>
                  <a:pt x="2637" y="896"/>
                </a:lnTo>
                <a:lnTo>
                  <a:pt x="2636" y="897"/>
                </a:lnTo>
                <a:lnTo>
                  <a:pt x="2636" y="896"/>
                </a:lnTo>
                <a:lnTo>
                  <a:pt x="2635" y="896"/>
                </a:lnTo>
                <a:lnTo>
                  <a:pt x="2635" y="895"/>
                </a:lnTo>
                <a:lnTo>
                  <a:pt x="2635" y="894"/>
                </a:lnTo>
                <a:lnTo>
                  <a:pt x="2634" y="894"/>
                </a:lnTo>
                <a:lnTo>
                  <a:pt x="2634" y="893"/>
                </a:lnTo>
                <a:lnTo>
                  <a:pt x="2633" y="893"/>
                </a:lnTo>
                <a:lnTo>
                  <a:pt x="2633" y="894"/>
                </a:lnTo>
                <a:lnTo>
                  <a:pt x="2632" y="893"/>
                </a:lnTo>
                <a:lnTo>
                  <a:pt x="2631" y="893"/>
                </a:lnTo>
                <a:lnTo>
                  <a:pt x="2630" y="892"/>
                </a:lnTo>
                <a:lnTo>
                  <a:pt x="2629" y="892"/>
                </a:lnTo>
                <a:lnTo>
                  <a:pt x="2628" y="892"/>
                </a:lnTo>
                <a:lnTo>
                  <a:pt x="2627" y="892"/>
                </a:lnTo>
                <a:lnTo>
                  <a:pt x="2627" y="891"/>
                </a:lnTo>
                <a:lnTo>
                  <a:pt x="2626" y="891"/>
                </a:lnTo>
                <a:lnTo>
                  <a:pt x="2625" y="891"/>
                </a:lnTo>
                <a:lnTo>
                  <a:pt x="2624" y="891"/>
                </a:lnTo>
                <a:lnTo>
                  <a:pt x="2623" y="891"/>
                </a:lnTo>
                <a:lnTo>
                  <a:pt x="2623" y="890"/>
                </a:lnTo>
                <a:lnTo>
                  <a:pt x="2622" y="890"/>
                </a:lnTo>
                <a:lnTo>
                  <a:pt x="2622" y="889"/>
                </a:lnTo>
                <a:lnTo>
                  <a:pt x="2621" y="889"/>
                </a:lnTo>
                <a:lnTo>
                  <a:pt x="2621" y="888"/>
                </a:lnTo>
                <a:lnTo>
                  <a:pt x="2621" y="887"/>
                </a:lnTo>
                <a:lnTo>
                  <a:pt x="2621" y="886"/>
                </a:lnTo>
                <a:lnTo>
                  <a:pt x="2621" y="885"/>
                </a:lnTo>
                <a:lnTo>
                  <a:pt x="2620" y="885"/>
                </a:lnTo>
                <a:lnTo>
                  <a:pt x="2620" y="884"/>
                </a:lnTo>
                <a:lnTo>
                  <a:pt x="2619" y="884"/>
                </a:lnTo>
                <a:lnTo>
                  <a:pt x="2619" y="885"/>
                </a:lnTo>
                <a:lnTo>
                  <a:pt x="2619" y="884"/>
                </a:lnTo>
                <a:lnTo>
                  <a:pt x="2618" y="884"/>
                </a:lnTo>
                <a:lnTo>
                  <a:pt x="2618" y="883"/>
                </a:lnTo>
                <a:lnTo>
                  <a:pt x="2617" y="883"/>
                </a:lnTo>
                <a:lnTo>
                  <a:pt x="2617" y="882"/>
                </a:lnTo>
                <a:lnTo>
                  <a:pt x="2617" y="881"/>
                </a:lnTo>
                <a:lnTo>
                  <a:pt x="2616" y="881"/>
                </a:lnTo>
                <a:lnTo>
                  <a:pt x="2615" y="881"/>
                </a:lnTo>
                <a:lnTo>
                  <a:pt x="2614" y="881"/>
                </a:lnTo>
                <a:lnTo>
                  <a:pt x="2613" y="880"/>
                </a:lnTo>
                <a:lnTo>
                  <a:pt x="2613" y="879"/>
                </a:lnTo>
                <a:lnTo>
                  <a:pt x="2613" y="878"/>
                </a:lnTo>
                <a:lnTo>
                  <a:pt x="2612" y="878"/>
                </a:lnTo>
                <a:lnTo>
                  <a:pt x="2612" y="879"/>
                </a:lnTo>
                <a:lnTo>
                  <a:pt x="2611" y="879"/>
                </a:lnTo>
                <a:lnTo>
                  <a:pt x="2610" y="879"/>
                </a:lnTo>
                <a:lnTo>
                  <a:pt x="2609" y="879"/>
                </a:lnTo>
                <a:lnTo>
                  <a:pt x="2608" y="878"/>
                </a:lnTo>
                <a:lnTo>
                  <a:pt x="2607" y="878"/>
                </a:lnTo>
                <a:lnTo>
                  <a:pt x="2606" y="877"/>
                </a:lnTo>
                <a:lnTo>
                  <a:pt x="2605" y="877"/>
                </a:lnTo>
                <a:lnTo>
                  <a:pt x="2605" y="878"/>
                </a:lnTo>
                <a:lnTo>
                  <a:pt x="2605" y="877"/>
                </a:lnTo>
                <a:lnTo>
                  <a:pt x="2604" y="876"/>
                </a:lnTo>
                <a:lnTo>
                  <a:pt x="2604" y="875"/>
                </a:lnTo>
                <a:lnTo>
                  <a:pt x="2603" y="875"/>
                </a:lnTo>
                <a:lnTo>
                  <a:pt x="2601" y="875"/>
                </a:lnTo>
                <a:lnTo>
                  <a:pt x="2601" y="876"/>
                </a:lnTo>
                <a:lnTo>
                  <a:pt x="2600" y="876"/>
                </a:lnTo>
                <a:lnTo>
                  <a:pt x="2599" y="876"/>
                </a:lnTo>
                <a:lnTo>
                  <a:pt x="2598" y="876"/>
                </a:lnTo>
                <a:lnTo>
                  <a:pt x="2598" y="875"/>
                </a:lnTo>
                <a:lnTo>
                  <a:pt x="2596" y="874"/>
                </a:lnTo>
                <a:lnTo>
                  <a:pt x="2596" y="873"/>
                </a:lnTo>
                <a:lnTo>
                  <a:pt x="2594" y="873"/>
                </a:lnTo>
                <a:lnTo>
                  <a:pt x="2593" y="873"/>
                </a:lnTo>
                <a:lnTo>
                  <a:pt x="2593" y="874"/>
                </a:lnTo>
                <a:lnTo>
                  <a:pt x="2592" y="874"/>
                </a:lnTo>
                <a:lnTo>
                  <a:pt x="2591" y="875"/>
                </a:lnTo>
                <a:lnTo>
                  <a:pt x="2589" y="875"/>
                </a:lnTo>
                <a:lnTo>
                  <a:pt x="2589" y="876"/>
                </a:lnTo>
                <a:lnTo>
                  <a:pt x="2588" y="876"/>
                </a:lnTo>
                <a:lnTo>
                  <a:pt x="2587" y="876"/>
                </a:lnTo>
                <a:lnTo>
                  <a:pt x="2586" y="876"/>
                </a:lnTo>
                <a:lnTo>
                  <a:pt x="2586" y="877"/>
                </a:lnTo>
                <a:lnTo>
                  <a:pt x="2587" y="877"/>
                </a:lnTo>
                <a:lnTo>
                  <a:pt x="2587" y="878"/>
                </a:lnTo>
                <a:lnTo>
                  <a:pt x="2588" y="878"/>
                </a:lnTo>
                <a:lnTo>
                  <a:pt x="2589" y="878"/>
                </a:lnTo>
                <a:lnTo>
                  <a:pt x="2589" y="879"/>
                </a:lnTo>
                <a:lnTo>
                  <a:pt x="2591" y="879"/>
                </a:lnTo>
                <a:lnTo>
                  <a:pt x="2592" y="880"/>
                </a:lnTo>
                <a:lnTo>
                  <a:pt x="2592" y="881"/>
                </a:lnTo>
                <a:lnTo>
                  <a:pt x="2592" y="882"/>
                </a:lnTo>
                <a:lnTo>
                  <a:pt x="2592" y="883"/>
                </a:lnTo>
                <a:lnTo>
                  <a:pt x="2592" y="884"/>
                </a:lnTo>
                <a:lnTo>
                  <a:pt x="2593" y="884"/>
                </a:lnTo>
                <a:lnTo>
                  <a:pt x="2593" y="885"/>
                </a:lnTo>
                <a:lnTo>
                  <a:pt x="2594" y="886"/>
                </a:lnTo>
                <a:lnTo>
                  <a:pt x="2593" y="886"/>
                </a:lnTo>
                <a:lnTo>
                  <a:pt x="2593" y="887"/>
                </a:lnTo>
                <a:lnTo>
                  <a:pt x="2593" y="888"/>
                </a:lnTo>
                <a:lnTo>
                  <a:pt x="2592" y="888"/>
                </a:lnTo>
                <a:lnTo>
                  <a:pt x="2593" y="888"/>
                </a:lnTo>
                <a:lnTo>
                  <a:pt x="2592" y="889"/>
                </a:lnTo>
                <a:lnTo>
                  <a:pt x="2593" y="889"/>
                </a:lnTo>
                <a:lnTo>
                  <a:pt x="2592" y="890"/>
                </a:lnTo>
                <a:lnTo>
                  <a:pt x="2593" y="890"/>
                </a:lnTo>
                <a:lnTo>
                  <a:pt x="2593" y="891"/>
                </a:lnTo>
                <a:lnTo>
                  <a:pt x="2592" y="891"/>
                </a:lnTo>
                <a:lnTo>
                  <a:pt x="2591" y="892"/>
                </a:lnTo>
                <a:lnTo>
                  <a:pt x="2589" y="892"/>
                </a:lnTo>
                <a:lnTo>
                  <a:pt x="2589" y="893"/>
                </a:lnTo>
                <a:lnTo>
                  <a:pt x="2589" y="894"/>
                </a:lnTo>
                <a:lnTo>
                  <a:pt x="2588" y="894"/>
                </a:lnTo>
                <a:lnTo>
                  <a:pt x="2588" y="895"/>
                </a:lnTo>
                <a:lnTo>
                  <a:pt x="2587" y="895"/>
                </a:lnTo>
                <a:lnTo>
                  <a:pt x="2587" y="896"/>
                </a:lnTo>
                <a:lnTo>
                  <a:pt x="2587" y="897"/>
                </a:lnTo>
                <a:lnTo>
                  <a:pt x="2588" y="897"/>
                </a:lnTo>
                <a:lnTo>
                  <a:pt x="2587" y="897"/>
                </a:lnTo>
                <a:lnTo>
                  <a:pt x="2587" y="898"/>
                </a:lnTo>
                <a:lnTo>
                  <a:pt x="2586" y="898"/>
                </a:lnTo>
                <a:lnTo>
                  <a:pt x="2586" y="899"/>
                </a:lnTo>
                <a:lnTo>
                  <a:pt x="2586" y="900"/>
                </a:lnTo>
                <a:lnTo>
                  <a:pt x="2585" y="900"/>
                </a:lnTo>
                <a:lnTo>
                  <a:pt x="2585" y="899"/>
                </a:lnTo>
                <a:lnTo>
                  <a:pt x="2585" y="900"/>
                </a:lnTo>
                <a:lnTo>
                  <a:pt x="2586" y="900"/>
                </a:lnTo>
                <a:lnTo>
                  <a:pt x="2586" y="901"/>
                </a:lnTo>
                <a:lnTo>
                  <a:pt x="2585" y="901"/>
                </a:lnTo>
                <a:lnTo>
                  <a:pt x="2584" y="901"/>
                </a:lnTo>
                <a:lnTo>
                  <a:pt x="2585" y="901"/>
                </a:lnTo>
                <a:lnTo>
                  <a:pt x="2584" y="902"/>
                </a:lnTo>
                <a:lnTo>
                  <a:pt x="2583" y="902"/>
                </a:lnTo>
                <a:lnTo>
                  <a:pt x="2583" y="901"/>
                </a:lnTo>
                <a:lnTo>
                  <a:pt x="2582" y="901"/>
                </a:lnTo>
                <a:lnTo>
                  <a:pt x="2583" y="902"/>
                </a:lnTo>
                <a:lnTo>
                  <a:pt x="2582" y="902"/>
                </a:lnTo>
                <a:lnTo>
                  <a:pt x="2581" y="902"/>
                </a:lnTo>
                <a:lnTo>
                  <a:pt x="2581" y="903"/>
                </a:lnTo>
                <a:lnTo>
                  <a:pt x="2579" y="903"/>
                </a:lnTo>
                <a:lnTo>
                  <a:pt x="2579" y="904"/>
                </a:lnTo>
                <a:lnTo>
                  <a:pt x="2580" y="904"/>
                </a:lnTo>
                <a:lnTo>
                  <a:pt x="2579" y="904"/>
                </a:lnTo>
                <a:lnTo>
                  <a:pt x="2578" y="904"/>
                </a:lnTo>
                <a:lnTo>
                  <a:pt x="2577" y="904"/>
                </a:lnTo>
                <a:lnTo>
                  <a:pt x="2576" y="904"/>
                </a:lnTo>
                <a:lnTo>
                  <a:pt x="2576" y="903"/>
                </a:lnTo>
                <a:lnTo>
                  <a:pt x="2575" y="904"/>
                </a:lnTo>
                <a:lnTo>
                  <a:pt x="2575" y="905"/>
                </a:lnTo>
                <a:lnTo>
                  <a:pt x="2574" y="905"/>
                </a:lnTo>
                <a:lnTo>
                  <a:pt x="2574" y="906"/>
                </a:lnTo>
                <a:lnTo>
                  <a:pt x="2575" y="906"/>
                </a:lnTo>
                <a:lnTo>
                  <a:pt x="2576" y="907"/>
                </a:lnTo>
                <a:lnTo>
                  <a:pt x="2577" y="907"/>
                </a:lnTo>
                <a:lnTo>
                  <a:pt x="2577" y="908"/>
                </a:lnTo>
                <a:lnTo>
                  <a:pt x="2576" y="908"/>
                </a:lnTo>
                <a:lnTo>
                  <a:pt x="2576" y="909"/>
                </a:lnTo>
                <a:lnTo>
                  <a:pt x="2577" y="909"/>
                </a:lnTo>
                <a:lnTo>
                  <a:pt x="2578" y="910"/>
                </a:lnTo>
                <a:lnTo>
                  <a:pt x="2579" y="910"/>
                </a:lnTo>
                <a:lnTo>
                  <a:pt x="2581" y="912"/>
                </a:lnTo>
                <a:lnTo>
                  <a:pt x="2583" y="912"/>
                </a:lnTo>
                <a:lnTo>
                  <a:pt x="2584" y="912"/>
                </a:lnTo>
                <a:lnTo>
                  <a:pt x="2584" y="913"/>
                </a:lnTo>
                <a:lnTo>
                  <a:pt x="2585" y="913"/>
                </a:lnTo>
                <a:lnTo>
                  <a:pt x="2586" y="913"/>
                </a:lnTo>
                <a:lnTo>
                  <a:pt x="2587" y="913"/>
                </a:lnTo>
                <a:lnTo>
                  <a:pt x="2588" y="913"/>
                </a:lnTo>
                <a:lnTo>
                  <a:pt x="2589" y="913"/>
                </a:lnTo>
                <a:lnTo>
                  <a:pt x="2591" y="913"/>
                </a:lnTo>
                <a:lnTo>
                  <a:pt x="2593" y="913"/>
                </a:lnTo>
                <a:lnTo>
                  <a:pt x="2592" y="913"/>
                </a:lnTo>
                <a:lnTo>
                  <a:pt x="2593" y="912"/>
                </a:lnTo>
                <a:lnTo>
                  <a:pt x="2594" y="911"/>
                </a:lnTo>
                <a:lnTo>
                  <a:pt x="2595" y="911"/>
                </a:lnTo>
                <a:lnTo>
                  <a:pt x="2595" y="910"/>
                </a:lnTo>
                <a:lnTo>
                  <a:pt x="2596" y="910"/>
                </a:lnTo>
                <a:lnTo>
                  <a:pt x="2597" y="910"/>
                </a:lnTo>
                <a:lnTo>
                  <a:pt x="2598" y="910"/>
                </a:lnTo>
                <a:lnTo>
                  <a:pt x="2599" y="910"/>
                </a:lnTo>
                <a:lnTo>
                  <a:pt x="2601" y="910"/>
                </a:lnTo>
                <a:lnTo>
                  <a:pt x="2602" y="910"/>
                </a:lnTo>
                <a:lnTo>
                  <a:pt x="2604" y="910"/>
                </a:lnTo>
                <a:lnTo>
                  <a:pt x="2605" y="910"/>
                </a:lnTo>
                <a:lnTo>
                  <a:pt x="2606" y="910"/>
                </a:lnTo>
                <a:lnTo>
                  <a:pt x="2607" y="910"/>
                </a:lnTo>
                <a:lnTo>
                  <a:pt x="2607" y="911"/>
                </a:lnTo>
                <a:lnTo>
                  <a:pt x="2609" y="913"/>
                </a:lnTo>
                <a:lnTo>
                  <a:pt x="2610" y="914"/>
                </a:lnTo>
                <a:lnTo>
                  <a:pt x="2611" y="917"/>
                </a:lnTo>
                <a:lnTo>
                  <a:pt x="2612" y="919"/>
                </a:lnTo>
                <a:lnTo>
                  <a:pt x="2612" y="920"/>
                </a:lnTo>
                <a:lnTo>
                  <a:pt x="2613" y="921"/>
                </a:lnTo>
                <a:lnTo>
                  <a:pt x="2612" y="923"/>
                </a:lnTo>
                <a:lnTo>
                  <a:pt x="2612" y="924"/>
                </a:lnTo>
                <a:lnTo>
                  <a:pt x="2610" y="924"/>
                </a:lnTo>
                <a:lnTo>
                  <a:pt x="2609" y="924"/>
                </a:lnTo>
                <a:lnTo>
                  <a:pt x="2609" y="926"/>
                </a:lnTo>
                <a:lnTo>
                  <a:pt x="2609" y="927"/>
                </a:lnTo>
                <a:lnTo>
                  <a:pt x="2610" y="927"/>
                </a:lnTo>
                <a:lnTo>
                  <a:pt x="2610" y="928"/>
                </a:lnTo>
                <a:lnTo>
                  <a:pt x="2611" y="928"/>
                </a:lnTo>
                <a:lnTo>
                  <a:pt x="2612" y="930"/>
                </a:lnTo>
                <a:lnTo>
                  <a:pt x="2612" y="931"/>
                </a:lnTo>
                <a:lnTo>
                  <a:pt x="2613" y="933"/>
                </a:lnTo>
                <a:lnTo>
                  <a:pt x="2613" y="935"/>
                </a:lnTo>
                <a:lnTo>
                  <a:pt x="2613" y="936"/>
                </a:lnTo>
                <a:lnTo>
                  <a:pt x="2615" y="937"/>
                </a:lnTo>
                <a:lnTo>
                  <a:pt x="2616" y="937"/>
                </a:lnTo>
                <a:lnTo>
                  <a:pt x="2617" y="938"/>
                </a:lnTo>
                <a:lnTo>
                  <a:pt x="2619" y="939"/>
                </a:lnTo>
                <a:lnTo>
                  <a:pt x="2622" y="940"/>
                </a:lnTo>
                <a:lnTo>
                  <a:pt x="2624" y="940"/>
                </a:lnTo>
                <a:lnTo>
                  <a:pt x="2625" y="941"/>
                </a:lnTo>
                <a:lnTo>
                  <a:pt x="2629" y="942"/>
                </a:lnTo>
                <a:lnTo>
                  <a:pt x="2630" y="942"/>
                </a:lnTo>
                <a:lnTo>
                  <a:pt x="2630" y="943"/>
                </a:lnTo>
                <a:lnTo>
                  <a:pt x="2631" y="945"/>
                </a:lnTo>
                <a:lnTo>
                  <a:pt x="2631" y="947"/>
                </a:lnTo>
                <a:lnTo>
                  <a:pt x="2629" y="950"/>
                </a:lnTo>
                <a:lnTo>
                  <a:pt x="2628" y="951"/>
                </a:lnTo>
                <a:lnTo>
                  <a:pt x="2628" y="953"/>
                </a:lnTo>
                <a:lnTo>
                  <a:pt x="2627" y="953"/>
                </a:lnTo>
                <a:lnTo>
                  <a:pt x="2628" y="953"/>
                </a:lnTo>
                <a:lnTo>
                  <a:pt x="2627" y="955"/>
                </a:lnTo>
                <a:lnTo>
                  <a:pt x="2627" y="957"/>
                </a:lnTo>
                <a:lnTo>
                  <a:pt x="2628" y="958"/>
                </a:lnTo>
                <a:lnTo>
                  <a:pt x="2628" y="959"/>
                </a:lnTo>
                <a:lnTo>
                  <a:pt x="2628" y="960"/>
                </a:lnTo>
                <a:lnTo>
                  <a:pt x="2636" y="962"/>
                </a:lnTo>
                <a:lnTo>
                  <a:pt x="2638" y="963"/>
                </a:lnTo>
                <a:lnTo>
                  <a:pt x="2638" y="964"/>
                </a:lnTo>
                <a:lnTo>
                  <a:pt x="2638" y="966"/>
                </a:lnTo>
                <a:lnTo>
                  <a:pt x="2637" y="972"/>
                </a:lnTo>
                <a:lnTo>
                  <a:pt x="2635" y="973"/>
                </a:lnTo>
                <a:lnTo>
                  <a:pt x="2633" y="975"/>
                </a:lnTo>
                <a:lnTo>
                  <a:pt x="2627" y="975"/>
                </a:lnTo>
                <a:lnTo>
                  <a:pt x="2627" y="976"/>
                </a:lnTo>
                <a:lnTo>
                  <a:pt x="2626" y="978"/>
                </a:lnTo>
                <a:lnTo>
                  <a:pt x="2624" y="980"/>
                </a:lnTo>
                <a:lnTo>
                  <a:pt x="2625" y="985"/>
                </a:lnTo>
                <a:lnTo>
                  <a:pt x="2625" y="988"/>
                </a:lnTo>
                <a:lnTo>
                  <a:pt x="2624" y="991"/>
                </a:lnTo>
                <a:lnTo>
                  <a:pt x="2623" y="994"/>
                </a:lnTo>
                <a:lnTo>
                  <a:pt x="2620" y="996"/>
                </a:lnTo>
                <a:lnTo>
                  <a:pt x="2622" y="1002"/>
                </a:lnTo>
                <a:lnTo>
                  <a:pt x="2621" y="1007"/>
                </a:lnTo>
                <a:lnTo>
                  <a:pt x="2620" y="1007"/>
                </a:lnTo>
                <a:lnTo>
                  <a:pt x="2619" y="1007"/>
                </a:lnTo>
                <a:lnTo>
                  <a:pt x="2618" y="1007"/>
                </a:lnTo>
                <a:lnTo>
                  <a:pt x="2618" y="1008"/>
                </a:lnTo>
                <a:lnTo>
                  <a:pt x="2617" y="1009"/>
                </a:lnTo>
                <a:lnTo>
                  <a:pt x="2618" y="1009"/>
                </a:lnTo>
                <a:lnTo>
                  <a:pt x="2618" y="1010"/>
                </a:lnTo>
                <a:lnTo>
                  <a:pt x="2618" y="1011"/>
                </a:lnTo>
                <a:lnTo>
                  <a:pt x="2619" y="1011"/>
                </a:lnTo>
                <a:lnTo>
                  <a:pt x="2619" y="1010"/>
                </a:lnTo>
                <a:lnTo>
                  <a:pt x="2620" y="1011"/>
                </a:lnTo>
                <a:lnTo>
                  <a:pt x="2620" y="1012"/>
                </a:lnTo>
                <a:lnTo>
                  <a:pt x="2620" y="1013"/>
                </a:lnTo>
                <a:lnTo>
                  <a:pt x="2621" y="1013"/>
                </a:lnTo>
                <a:lnTo>
                  <a:pt x="2621" y="1014"/>
                </a:lnTo>
                <a:lnTo>
                  <a:pt x="2621" y="1015"/>
                </a:lnTo>
                <a:lnTo>
                  <a:pt x="2621" y="1016"/>
                </a:lnTo>
                <a:lnTo>
                  <a:pt x="2622" y="1016"/>
                </a:lnTo>
                <a:lnTo>
                  <a:pt x="2622" y="1017"/>
                </a:lnTo>
                <a:lnTo>
                  <a:pt x="2623" y="1018"/>
                </a:lnTo>
                <a:lnTo>
                  <a:pt x="2623" y="1019"/>
                </a:lnTo>
                <a:lnTo>
                  <a:pt x="2623" y="1020"/>
                </a:lnTo>
                <a:lnTo>
                  <a:pt x="2622" y="1020"/>
                </a:lnTo>
                <a:lnTo>
                  <a:pt x="2622" y="1021"/>
                </a:lnTo>
                <a:lnTo>
                  <a:pt x="2623" y="1023"/>
                </a:lnTo>
                <a:lnTo>
                  <a:pt x="2625" y="1023"/>
                </a:lnTo>
                <a:lnTo>
                  <a:pt x="2627" y="1023"/>
                </a:lnTo>
                <a:lnTo>
                  <a:pt x="2629" y="1023"/>
                </a:lnTo>
                <a:lnTo>
                  <a:pt x="2630" y="1024"/>
                </a:lnTo>
                <a:lnTo>
                  <a:pt x="2629" y="1025"/>
                </a:lnTo>
                <a:lnTo>
                  <a:pt x="2627" y="1026"/>
                </a:lnTo>
                <a:lnTo>
                  <a:pt x="2626" y="1026"/>
                </a:lnTo>
                <a:lnTo>
                  <a:pt x="2625" y="1025"/>
                </a:lnTo>
                <a:lnTo>
                  <a:pt x="2624" y="1024"/>
                </a:lnTo>
                <a:lnTo>
                  <a:pt x="2623" y="1027"/>
                </a:lnTo>
                <a:lnTo>
                  <a:pt x="2623" y="1028"/>
                </a:lnTo>
                <a:lnTo>
                  <a:pt x="2625" y="1028"/>
                </a:lnTo>
                <a:lnTo>
                  <a:pt x="2627" y="1027"/>
                </a:lnTo>
                <a:lnTo>
                  <a:pt x="2629" y="1027"/>
                </a:lnTo>
                <a:lnTo>
                  <a:pt x="2629" y="1029"/>
                </a:lnTo>
                <a:lnTo>
                  <a:pt x="2629" y="1030"/>
                </a:lnTo>
                <a:lnTo>
                  <a:pt x="2628" y="1031"/>
                </a:lnTo>
                <a:lnTo>
                  <a:pt x="2626" y="1031"/>
                </a:lnTo>
                <a:lnTo>
                  <a:pt x="2625" y="1032"/>
                </a:lnTo>
                <a:lnTo>
                  <a:pt x="2625" y="1034"/>
                </a:lnTo>
                <a:lnTo>
                  <a:pt x="2623" y="1036"/>
                </a:lnTo>
                <a:lnTo>
                  <a:pt x="2624" y="1038"/>
                </a:lnTo>
                <a:lnTo>
                  <a:pt x="2624" y="1043"/>
                </a:lnTo>
                <a:lnTo>
                  <a:pt x="2626" y="1044"/>
                </a:lnTo>
                <a:lnTo>
                  <a:pt x="2627" y="1046"/>
                </a:lnTo>
                <a:lnTo>
                  <a:pt x="2626" y="1047"/>
                </a:lnTo>
                <a:lnTo>
                  <a:pt x="2630" y="1048"/>
                </a:lnTo>
                <a:lnTo>
                  <a:pt x="2633" y="1049"/>
                </a:lnTo>
                <a:lnTo>
                  <a:pt x="2634" y="1049"/>
                </a:lnTo>
                <a:lnTo>
                  <a:pt x="2634" y="1050"/>
                </a:lnTo>
                <a:lnTo>
                  <a:pt x="2634" y="1051"/>
                </a:lnTo>
                <a:lnTo>
                  <a:pt x="2635" y="1051"/>
                </a:lnTo>
                <a:lnTo>
                  <a:pt x="2635" y="1052"/>
                </a:lnTo>
                <a:lnTo>
                  <a:pt x="2636" y="1053"/>
                </a:lnTo>
                <a:lnTo>
                  <a:pt x="2636" y="1054"/>
                </a:lnTo>
                <a:lnTo>
                  <a:pt x="2636" y="1057"/>
                </a:lnTo>
                <a:lnTo>
                  <a:pt x="2635" y="1057"/>
                </a:lnTo>
                <a:lnTo>
                  <a:pt x="2636" y="1059"/>
                </a:lnTo>
                <a:lnTo>
                  <a:pt x="2638" y="1059"/>
                </a:lnTo>
                <a:lnTo>
                  <a:pt x="2640" y="1059"/>
                </a:lnTo>
                <a:lnTo>
                  <a:pt x="2641" y="1059"/>
                </a:lnTo>
                <a:lnTo>
                  <a:pt x="2643" y="1059"/>
                </a:lnTo>
                <a:lnTo>
                  <a:pt x="2643" y="1065"/>
                </a:lnTo>
                <a:lnTo>
                  <a:pt x="2643" y="1067"/>
                </a:lnTo>
                <a:lnTo>
                  <a:pt x="2643" y="1079"/>
                </a:lnTo>
                <a:lnTo>
                  <a:pt x="2641" y="1083"/>
                </a:lnTo>
                <a:lnTo>
                  <a:pt x="2641" y="1084"/>
                </a:lnTo>
                <a:lnTo>
                  <a:pt x="2640" y="1084"/>
                </a:lnTo>
                <a:lnTo>
                  <a:pt x="2641" y="1086"/>
                </a:lnTo>
                <a:lnTo>
                  <a:pt x="2644" y="1087"/>
                </a:lnTo>
                <a:lnTo>
                  <a:pt x="2645" y="1088"/>
                </a:lnTo>
                <a:lnTo>
                  <a:pt x="2646" y="1088"/>
                </a:lnTo>
                <a:lnTo>
                  <a:pt x="2648" y="1088"/>
                </a:lnTo>
                <a:lnTo>
                  <a:pt x="2652" y="1088"/>
                </a:lnTo>
                <a:lnTo>
                  <a:pt x="2663" y="1088"/>
                </a:lnTo>
                <a:lnTo>
                  <a:pt x="2664" y="1087"/>
                </a:lnTo>
                <a:lnTo>
                  <a:pt x="2666" y="1087"/>
                </a:lnTo>
                <a:lnTo>
                  <a:pt x="2666" y="1086"/>
                </a:lnTo>
                <a:lnTo>
                  <a:pt x="2669" y="1086"/>
                </a:lnTo>
                <a:lnTo>
                  <a:pt x="2671" y="1085"/>
                </a:lnTo>
                <a:lnTo>
                  <a:pt x="2674" y="1084"/>
                </a:lnTo>
                <a:lnTo>
                  <a:pt x="2675" y="1083"/>
                </a:lnTo>
                <a:lnTo>
                  <a:pt x="2676" y="1083"/>
                </a:lnTo>
                <a:lnTo>
                  <a:pt x="2680" y="1082"/>
                </a:lnTo>
                <a:lnTo>
                  <a:pt x="2684" y="1082"/>
                </a:lnTo>
                <a:lnTo>
                  <a:pt x="2685" y="1081"/>
                </a:lnTo>
                <a:lnTo>
                  <a:pt x="2685" y="1080"/>
                </a:lnTo>
                <a:lnTo>
                  <a:pt x="2686" y="1079"/>
                </a:lnTo>
                <a:lnTo>
                  <a:pt x="2686" y="1078"/>
                </a:lnTo>
                <a:lnTo>
                  <a:pt x="2687" y="1078"/>
                </a:lnTo>
                <a:lnTo>
                  <a:pt x="2687" y="1077"/>
                </a:lnTo>
                <a:lnTo>
                  <a:pt x="2689" y="1075"/>
                </a:lnTo>
                <a:lnTo>
                  <a:pt x="2691" y="1073"/>
                </a:lnTo>
                <a:lnTo>
                  <a:pt x="2693" y="1072"/>
                </a:lnTo>
                <a:lnTo>
                  <a:pt x="2694" y="1071"/>
                </a:lnTo>
                <a:lnTo>
                  <a:pt x="2702" y="1068"/>
                </a:lnTo>
                <a:lnTo>
                  <a:pt x="2703" y="1068"/>
                </a:lnTo>
                <a:lnTo>
                  <a:pt x="2704" y="1067"/>
                </a:lnTo>
                <a:lnTo>
                  <a:pt x="2705" y="1067"/>
                </a:lnTo>
                <a:lnTo>
                  <a:pt x="2706" y="1066"/>
                </a:lnTo>
                <a:lnTo>
                  <a:pt x="2707" y="1066"/>
                </a:lnTo>
                <a:lnTo>
                  <a:pt x="2708" y="1065"/>
                </a:lnTo>
                <a:lnTo>
                  <a:pt x="2709" y="1065"/>
                </a:lnTo>
                <a:lnTo>
                  <a:pt x="2709" y="1064"/>
                </a:lnTo>
                <a:lnTo>
                  <a:pt x="2710" y="1064"/>
                </a:lnTo>
                <a:lnTo>
                  <a:pt x="2712" y="1063"/>
                </a:lnTo>
                <a:lnTo>
                  <a:pt x="2712" y="1062"/>
                </a:lnTo>
                <a:lnTo>
                  <a:pt x="2713" y="1062"/>
                </a:lnTo>
                <a:lnTo>
                  <a:pt x="2714" y="1061"/>
                </a:lnTo>
                <a:lnTo>
                  <a:pt x="2716" y="1060"/>
                </a:lnTo>
                <a:lnTo>
                  <a:pt x="2717" y="1059"/>
                </a:lnTo>
                <a:lnTo>
                  <a:pt x="2718" y="1059"/>
                </a:lnTo>
                <a:lnTo>
                  <a:pt x="2719" y="1058"/>
                </a:lnTo>
                <a:lnTo>
                  <a:pt x="2720" y="1057"/>
                </a:lnTo>
                <a:lnTo>
                  <a:pt x="2722" y="1056"/>
                </a:lnTo>
                <a:lnTo>
                  <a:pt x="2723" y="1056"/>
                </a:lnTo>
                <a:lnTo>
                  <a:pt x="2725" y="1056"/>
                </a:lnTo>
                <a:lnTo>
                  <a:pt x="2726" y="1056"/>
                </a:lnTo>
                <a:lnTo>
                  <a:pt x="2727" y="1055"/>
                </a:lnTo>
                <a:lnTo>
                  <a:pt x="2728" y="1055"/>
                </a:lnTo>
                <a:lnTo>
                  <a:pt x="2729" y="1055"/>
                </a:lnTo>
                <a:lnTo>
                  <a:pt x="2730" y="1055"/>
                </a:lnTo>
                <a:lnTo>
                  <a:pt x="2731" y="1055"/>
                </a:lnTo>
                <a:lnTo>
                  <a:pt x="2732" y="1056"/>
                </a:lnTo>
                <a:lnTo>
                  <a:pt x="2732" y="1057"/>
                </a:lnTo>
                <a:lnTo>
                  <a:pt x="2732" y="1058"/>
                </a:lnTo>
                <a:lnTo>
                  <a:pt x="2732" y="1059"/>
                </a:lnTo>
                <a:lnTo>
                  <a:pt x="2731" y="1059"/>
                </a:lnTo>
                <a:lnTo>
                  <a:pt x="2732" y="1060"/>
                </a:lnTo>
                <a:lnTo>
                  <a:pt x="2732" y="1061"/>
                </a:lnTo>
                <a:lnTo>
                  <a:pt x="2731" y="1061"/>
                </a:lnTo>
                <a:lnTo>
                  <a:pt x="2733" y="1065"/>
                </a:lnTo>
                <a:lnTo>
                  <a:pt x="2732" y="1066"/>
                </a:lnTo>
                <a:lnTo>
                  <a:pt x="2732" y="1067"/>
                </a:lnTo>
                <a:lnTo>
                  <a:pt x="2732" y="1068"/>
                </a:lnTo>
                <a:lnTo>
                  <a:pt x="2731" y="1068"/>
                </a:lnTo>
                <a:lnTo>
                  <a:pt x="2730" y="1068"/>
                </a:lnTo>
                <a:lnTo>
                  <a:pt x="2730" y="1069"/>
                </a:lnTo>
                <a:lnTo>
                  <a:pt x="2731" y="1072"/>
                </a:lnTo>
                <a:lnTo>
                  <a:pt x="2731" y="1073"/>
                </a:lnTo>
                <a:lnTo>
                  <a:pt x="2732" y="1073"/>
                </a:lnTo>
                <a:lnTo>
                  <a:pt x="2733" y="1073"/>
                </a:lnTo>
                <a:lnTo>
                  <a:pt x="2735" y="1074"/>
                </a:lnTo>
                <a:lnTo>
                  <a:pt x="2736" y="1074"/>
                </a:lnTo>
                <a:lnTo>
                  <a:pt x="2736" y="1075"/>
                </a:lnTo>
                <a:lnTo>
                  <a:pt x="2737" y="1075"/>
                </a:lnTo>
                <a:lnTo>
                  <a:pt x="2738" y="1075"/>
                </a:lnTo>
                <a:lnTo>
                  <a:pt x="2739" y="1075"/>
                </a:lnTo>
                <a:lnTo>
                  <a:pt x="2740" y="1077"/>
                </a:lnTo>
                <a:lnTo>
                  <a:pt x="2743" y="1080"/>
                </a:lnTo>
                <a:lnTo>
                  <a:pt x="2743" y="1081"/>
                </a:lnTo>
                <a:lnTo>
                  <a:pt x="2747" y="1086"/>
                </a:lnTo>
                <a:lnTo>
                  <a:pt x="2748" y="1090"/>
                </a:lnTo>
                <a:lnTo>
                  <a:pt x="2748" y="1091"/>
                </a:lnTo>
                <a:lnTo>
                  <a:pt x="2748" y="1090"/>
                </a:lnTo>
                <a:lnTo>
                  <a:pt x="2749" y="1092"/>
                </a:lnTo>
                <a:lnTo>
                  <a:pt x="2749" y="1093"/>
                </a:lnTo>
                <a:lnTo>
                  <a:pt x="2751" y="1093"/>
                </a:lnTo>
                <a:lnTo>
                  <a:pt x="2751" y="1094"/>
                </a:lnTo>
                <a:lnTo>
                  <a:pt x="2752" y="1095"/>
                </a:lnTo>
                <a:lnTo>
                  <a:pt x="2758" y="1097"/>
                </a:lnTo>
                <a:lnTo>
                  <a:pt x="2759" y="1097"/>
                </a:lnTo>
                <a:lnTo>
                  <a:pt x="2758" y="1097"/>
                </a:lnTo>
                <a:lnTo>
                  <a:pt x="2758" y="1098"/>
                </a:lnTo>
                <a:lnTo>
                  <a:pt x="2758" y="1099"/>
                </a:lnTo>
                <a:lnTo>
                  <a:pt x="2756" y="1100"/>
                </a:lnTo>
                <a:lnTo>
                  <a:pt x="2755" y="1100"/>
                </a:lnTo>
                <a:lnTo>
                  <a:pt x="2755" y="1101"/>
                </a:lnTo>
                <a:lnTo>
                  <a:pt x="2755" y="1102"/>
                </a:lnTo>
                <a:lnTo>
                  <a:pt x="2755" y="1103"/>
                </a:lnTo>
                <a:lnTo>
                  <a:pt x="2755" y="1104"/>
                </a:lnTo>
                <a:lnTo>
                  <a:pt x="2754" y="1104"/>
                </a:lnTo>
                <a:lnTo>
                  <a:pt x="2755" y="1105"/>
                </a:lnTo>
                <a:lnTo>
                  <a:pt x="2754" y="1105"/>
                </a:lnTo>
                <a:lnTo>
                  <a:pt x="2754" y="1106"/>
                </a:lnTo>
                <a:lnTo>
                  <a:pt x="2754" y="1105"/>
                </a:lnTo>
                <a:lnTo>
                  <a:pt x="2753" y="1106"/>
                </a:lnTo>
                <a:lnTo>
                  <a:pt x="2753" y="1105"/>
                </a:lnTo>
                <a:lnTo>
                  <a:pt x="2752" y="1106"/>
                </a:lnTo>
                <a:lnTo>
                  <a:pt x="2753" y="1107"/>
                </a:lnTo>
                <a:lnTo>
                  <a:pt x="2752" y="1107"/>
                </a:lnTo>
                <a:lnTo>
                  <a:pt x="2752" y="1108"/>
                </a:lnTo>
                <a:lnTo>
                  <a:pt x="2753" y="1108"/>
                </a:lnTo>
                <a:lnTo>
                  <a:pt x="2752" y="1108"/>
                </a:lnTo>
                <a:lnTo>
                  <a:pt x="2753" y="1109"/>
                </a:lnTo>
                <a:lnTo>
                  <a:pt x="2752" y="1109"/>
                </a:lnTo>
                <a:lnTo>
                  <a:pt x="2751" y="1110"/>
                </a:lnTo>
                <a:lnTo>
                  <a:pt x="2752" y="1111"/>
                </a:lnTo>
                <a:lnTo>
                  <a:pt x="2752" y="1112"/>
                </a:lnTo>
                <a:lnTo>
                  <a:pt x="2752" y="1113"/>
                </a:lnTo>
                <a:lnTo>
                  <a:pt x="2753" y="1113"/>
                </a:lnTo>
                <a:lnTo>
                  <a:pt x="2754" y="1113"/>
                </a:lnTo>
                <a:lnTo>
                  <a:pt x="2755" y="1114"/>
                </a:lnTo>
                <a:lnTo>
                  <a:pt x="2756" y="1114"/>
                </a:lnTo>
                <a:lnTo>
                  <a:pt x="2756" y="1116"/>
                </a:lnTo>
                <a:lnTo>
                  <a:pt x="2757" y="1116"/>
                </a:lnTo>
                <a:lnTo>
                  <a:pt x="2758" y="1117"/>
                </a:lnTo>
                <a:lnTo>
                  <a:pt x="2759" y="1118"/>
                </a:lnTo>
                <a:lnTo>
                  <a:pt x="2760" y="1119"/>
                </a:lnTo>
                <a:lnTo>
                  <a:pt x="2759" y="1119"/>
                </a:lnTo>
                <a:lnTo>
                  <a:pt x="2758" y="1119"/>
                </a:lnTo>
                <a:lnTo>
                  <a:pt x="2757" y="1120"/>
                </a:lnTo>
                <a:lnTo>
                  <a:pt x="2758" y="1121"/>
                </a:lnTo>
                <a:lnTo>
                  <a:pt x="2758" y="1122"/>
                </a:lnTo>
                <a:lnTo>
                  <a:pt x="2759" y="1122"/>
                </a:lnTo>
                <a:lnTo>
                  <a:pt x="2760" y="1122"/>
                </a:lnTo>
                <a:lnTo>
                  <a:pt x="2761" y="1124"/>
                </a:lnTo>
                <a:lnTo>
                  <a:pt x="2763" y="1126"/>
                </a:lnTo>
                <a:lnTo>
                  <a:pt x="2763" y="1127"/>
                </a:lnTo>
                <a:lnTo>
                  <a:pt x="2764" y="1127"/>
                </a:lnTo>
                <a:lnTo>
                  <a:pt x="2764" y="1128"/>
                </a:lnTo>
                <a:lnTo>
                  <a:pt x="2764" y="1129"/>
                </a:lnTo>
                <a:lnTo>
                  <a:pt x="2764" y="1131"/>
                </a:lnTo>
                <a:lnTo>
                  <a:pt x="2765" y="1131"/>
                </a:lnTo>
                <a:lnTo>
                  <a:pt x="2766" y="1131"/>
                </a:lnTo>
                <a:lnTo>
                  <a:pt x="2767" y="1133"/>
                </a:lnTo>
                <a:lnTo>
                  <a:pt x="2767" y="1134"/>
                </a:lnTo>
                <a:lnTo>
                  <a:pt x="2767" y="1135"/>
                </a:lnTo>
                <a:lnTo>
                  <a:pt x="2766" y="1136"/>
                </a:lnTo>
                <a:lnTo>
                  <a:pt x="2766" y="1137"/>
                </a:lnTo>
                <a:lnTo>
                  <a:pt x="2766" y="1138"/>
                </a:lnTo>
                <a:lnTo>
                  <a:pt x="2767" y="1138"/>
                </a:lnTo>
                <a:lnTo>
                  <a:pt x="2768" y="1139"/>
                </a:lnTo>
                <a:lnTo>
                  <a:pt x="2768" y="1140"/>
                </a:lnTo>
                <a:lnTo>
                  <a:pt x="2769" y="1141"/>
                </a:lnTo>
                <a:lnTo>
                  <a:pt x="2770" y="1141"/>
                </a:lnTo>
                <a:lnTo>
                  <a:pt x="2770" y="1142"/>
                </a:lnTo>
                <a:lnTo>
                  <a:pt x="2770" y="1143"/>
                </a:lnTo>
                <a:lnTo>
                  <a:pt x="2769" y="1145"/>
                </a:lnTo>
                <a:lnTo>
                  <a:pt x="2769" y="1146"/>
                </a:lnTo>
                <a:lnTo>
                  <a:pt x="2768" y="1147"/>
                </a:lnTo>
                <a:lnTo>
                  <a:pt x="2768" y="1148"/>
                </a:lnTo>
                <a:lnTo>
                  <a:pt x="2769" y="1148"/>
                </a:lnTo>
                <a:lnTo>
                  <a:pt x="2770" y="1148"/>
                </a:lnTo>
                <a:lnTo>
                  <a:pt x="2771" y="1149"/>
                </a:lnTo>
                <a:lnTo>
                  <a:pt x="2772" y="1150"/>
                </a:lnTo>
                <a:lnTo>
                  <a:pt x="2772" y="1151"/>
                </a:lnTo>
                <a:lnTo>
                  <a:pt x="2772" y="1152"/>
                </a:lnTo>
                <a:lnTo>
                  <a:pt x="2773" y="1152"/>
                </a:lnTo>
                <a:lnTo>
                  <a:pt x="2773" y="1153"/>
                </a:lnTo>
                <a:lnTo>
                  <a:pt x="2772" y="1154"/>
                </a:lnTo>
                <a:lnTo>
                  <a:pt x="2772" y="1155"/>
                </a:lnTo>
                <a:lnTo>
                  <a:pt x="2773" y="1155"/>
                </a:lnTo>
                <a:lnTo>
                  <a:pt x="2773" y="1156"/>
                </a:lnTo>
                <a:lnTo>
                  <a:pt x="2773" y="1157"/>
                </a:lnTo>
                <a:lnTo>
                  <a:pt x="2774" y="1157"/>
                </a:lnTo>
                <a:lnTo>
                  <a:pt x="2774" y="1158"/>
                </a:lnTo>
                <a:lnTo>
                  <a:pt x="2774" y="1159"/>
                </a:lnTo>
                <a:lnTo>
                  <a:pt x="2774" y="1160"/>
                </a:lnTo>
                <a:lnTo>
                  <a:pt x="2772" y="1160"/>
                </a:lnTo>
                <a:lnTo>
                  <a:pt x="2772" y="1161"/>
                </a:lnTo>
                <a:lnTo>
                  <a:pt x="2771" y="1161"/>
                </a:lnTo>
                <a:lnTo>
                  <a:pt x="2771" y="1162"/>
                </a:lnTo>
                <a:lnTo>
                  <a:pt x="2771" y="1163"/>
                </a:lnTo>
                <a:lnTo>
                  <a:pt x="2772" y="1163"/>
                </a:lnTo>
                <a:lnTo>
                  <a:pt x="2771" y="1164"/>
                </a:lnTo>
                <a:lnTo>
                  <a:pt x="2772" y="1165"/>
                </a:lnTo>
                <a:lnTo>
                  <a:pt x="2771" y="1165"/>
                </a:lnTo>
                <a:lnTo>
                  <a:pt x="2769" y="1165"/>
                </a:lnTo>
                <a:lnTo>
                  <a:pt x="2767" y="1165"/>
                </a:lnTo>
                <a:lnTo>
                  <a:pt x="2766" y="1165"/>
                </a:lnTo>
                <a:lnTo>
                  <a:pt x="2764" y="1164"/>
                </a:lnTo>
                <a:lnTo>
                  <a:pt x="2763" y="1164"/>
                </a:lnTo>
                <a:lnTo>
                  <a:pt x="2763" y="1163"/>
                </a:lnTo>
                <a:lnTo>
                  <a:pt x="2762" y="1162"/>
                </a:lnTo>
                <a:lnTo>
                  <a:pt x="2762" y="1163"/>
                </a:lnTo>
                <a:lnTo>
                  <a:pt x="2762" y="1164"/>
                </a:lnTo>
                <a:lnTo>
                  <a:pt x="2763" y="1166"/>
                </a:lnTo>
                <a:lnTo>
                  <a:pt x="2763" y="1167"/>
                </a:lnTo>
                <a:lnTo>
                  <a:pt x="2764" y="1167"/>
                </a:lnTo>
                <a:lnTo>
                  <a:pt x="2764" y="1166"/>
                </a:lnTo>
                <a:lnTo>
                  <a:pt x="2765" y="1166"/>
                </a:lnTo>
                <a:lnTo>
                  <a:pt x="2766" y="1167"/>
                </a:lnTo>
                <a:lnTo>
                  <a:pt x="2766" y="1168"/>
                </a:lnTo>
                <a:lnTo>
                  <a:pt x="2766" y="1169"/>
                </a:lnTo>
                <a:lnTo>
                  <a:pt x="2766" y="1170"/>
                </a:lnTo>
                <a:lnTo>
                  <a:pt x="2765" y="1170"/>
                </a:lnTo>
                <a:lnTo>
                  <a:pt x="2764" y="1170"/>
                </a:lnTo>
                <a:lnTo>
                  <a:pt x="2763" y="1170"/>
                </a:lnTo>
                <a:lnTo>
                  <a:pt x="2762" y="1169"/>
                </a:lnTo>
                <a:lnTo>
                  <a:pt x="2761" y="1169"/>
                </a:lnTo>
                <a:lnTo>
                  <a:pt x="2760" y="1169"/>
                </a:lnTo>
                <a:lnTo>
                  <a:pt x="2758" y="1168"/>
                </a:lnTo>
                <a:lnTo>
                  <a:pt x="2757" y="1168"/>
                </a:lnTo>
                <a:lnTo>
                  <a:pt x="2755" y="1168"/>
                </a:lnTo>
                <a:lnTo>
                  <a:pt x="2754" y="1168"/>
                </a:lnTo>
                <a:lnTo>
                  <a:pt x="2753" y="1169"/>
                </a:lnTo>
                <a:lnTo>
                  <a:pt x="2752" y="1169"/>
                </a:lnTo>
                <a:lnTo>
                  <a:pt x="2751" y="1169"/>
                </a:lnTo>
                <a:lnTo>
                  <a:pt x="2750" y="1170"/>
                </a:lnTo>
                <a:lnTo>
                  <a:pt x="2750" y="1171"/>
                </a:lnTo>
                <a:lnTo>
                  <a:pt x="2750" y="1172"/>
                </a:lnTo>
                <a:lnTo>
                  <a:pt x="2751" y="1173"/>
                </a:lnTo>
                <a:lnTo>
                  <a:pt x="2752" y="1173"/>
                </a:lnTo>
                <a:lnTo>
                  <a:pt x="2752" y="1174"/>
                </a:lnTo>
                <a:lnTo>
                  <a:pt x="2752" y="1175"/>
                </a:lnTo>
                <a:lnTo>
                  <a:pt x="2752" y="1176"/>
                </a:lnTo>
                <a:lnTo>
                  <a:pt x="2751" y="1177"/>
                </a:lnTo>
                <a:lnTo>
                  <a:pt x="2752" y="1178"/>
                </a:lnTo>
                <a:lnTo>
                  <a:pt x="2753" y="1178"/>
                </a:lnTo>
                <a:lnTo>
                  <a:pt x="2756" y="1178"/>
                </a:lnTo>
                <a:lnTo>
                  <a:pt x="2757" y="1179"/>
                </a:lnTo>
                <a:lnTo>
                  <a:pt x="2758" y="1179"/>
                </a:lnTo>
                <a:lnTo>
                  <a:pt x="2758" y="1180"/>
                </a:lnTo>
                <a:lnTo>
                  <a:pt x="2759" y="1181"/>
                </a:lnTo>
                <a:lnTo>
                  <a:pt x="2759" y="1182"/>
                </a:lnTo>
                <a:lnTo>
                  <a:pt x="2759" y="1183"/>
                </a:lnTo>
                <a:lnTo>
                  <a:pt x="2760" y="1183"/>
                </a:lnTo>
                <a:lnTo>
                  <a:pt x="2761" y="1184"/>
                </a:lnTo>
                <a:lnTo>
                  <a:pt x="2761" y="1185"/>
                </a:lnTo>
                <a:lnTo>
                  <a:pt x="2762" y="1186"/>
                </a:lnTo>
                <a:lnTo>
                  <a:pt x="2762" y="1187"/>
                </a:lnTo>
                <a:lnTo>
                  <a:pt x="2764" y="1186"/>
                </a:lnTo>
                <a:lnTo>
                  <a:pt x="2764" y="1185"/>
                </a:lnTo>
                <a:lnTo>
                  <a:pt x="2764" y="1184"/>
                </a:lnTo>
                <a:lnTo>
                  <a:pt x="2764" y="1183"/>
                </a:lnTo>
                <a:lnTo>
                  <a:pt x="2769" y="1182"/>
                </a:lnTo>
                <a:lnTo>
                  <a:pt x="2769" y="1183"/>
                </a:lnTo>
                <a:lnTo>
                  <a:pt x="2770" y="1183"/>
                </a:lnTo>
                <a:lnTo>
                  <a:pt x="2770" y="1184"/>
                </a:lnTo>
                <a:lnTo>
                  <a:pt x="2770" y="1185"/>
                </a:lnTo>
                <a:lnTo>
                  <a:pt x="2771" y="1185"/>
                </a:lnTo>
                <a:lnTo>
                  <a:pt x="2772" y="1186"/>
                </a:lnTo>
                <a:lnTo>
                  <a:pt x="2772" y="1187"/>
                </a:lnTo>
                <a:lnTo>
                  <a:pt x="2773" y="1188"/>
                </a:lnTo>
                <a:lnTo>
                  <a:pt x="2774" y="1188"/>
                </a:lnTo>
                <a:lnTo>
                  <a:pt x="2774" y="1187"/>
                </a:lnTo>
                <a:lnTo>
                  <a:pt x="2775" y="1186"/>
                </a:lnTo>
                <a:lnTo>
                  <a:pt x="2776" y="1187"/>
                </a:lnTo>
                <a:lnTo>
                  <a:pt x="2777" y="1188"/>
                </a:lnTo>
                <a:lnTo>
                  <a:pt x="2778" y="1189"/>
                </a:lnTo>
                <a:lnTo>
                  <a:pt x="2779" y="1190"/>
                </a:lnTo>
                <a:lnTo>
                  <a:pt x="2779" y="1191"/>
                </a:lnTo>
                <a:lnTo>
                  <a:pt x="2780" y="1191"/>
                </a:lnTo>
                <a:lnTo>
                  <a:pt x="2781" y="1191"/>
                </a:lnTo>
                <a:lnTo>
                  <a:pt x="2782" y="1192"/>
                </a:lnTo>
                <a:lnTo>
                  <a:pt x="2783" y="1192"/>
                </a:lnTo>
                <a:lnTo>
                  <a:pt x="2785" y="1191"/>
                </a:lnTo>
                <a:lnTo>
                  <a:pt x="2786" y="1191"/>
                </a:lnTo>
                <a:lnTo>
                  <a:pt x="2788" y="1191"/>
                </a:lnTo>
                <a:lnTo>
                  <a:pt x="2790" y="1191"/>
                </a:lnTo>
                <a:lnTo>
                  <a:pt x="2791" y="1191"/>
                </a:lnTo>
                <a:lnTo>
                  <a:pt x="2792" y="1191"/>
                </a:lnTo>
                <a:lnTo>
                  <a:pt x="2792" y="1192"/>
                </a:lnTo>
                <a:lnTo>
                  <a:pt x="2792" y="1193"/>
                </a:lnTo>
                <a:lnTo>
                  <a:pt x="2792" y="1194"/>
                </a:lnTo>
                <a:lnTo>
                  <a:pt x="2793" y="1195"/>
                </a:lnTo>
                <a:lnTo>
                  <a:pt x="2793" y="1196"/>
                </a:lnTo>
                <a:lnTo>
                  <a:pt x="2792" y="1196"/>
                </a:lnTo>
                <a:lnTo>
                  <a:pt x="2792" y="1197"/>
                </a:lnTo>
                <a:lnTo>
                  <a:pt x="2793" y="1197"/>
                </a:lnTo>
                <a:lnTo>
                  <a:pt x="2794" y="1198"/>
                </a:lnTo>
                <a:lnTo>
                  <a:pt x="2793" y="1198"/>
                </a:lnTo>
                <a:lnTo>
                  <a:pt x="2792" y="1198"/>
                </a:lnTo>
                <a:lnTo>
                  <a:pt x="2791" y="1199"/>
                </a:lnTo>
                <a:lnTo>
                  <a:pt x="2791" y="1200"/>
                </a:lnTo>
                <a:lnTo>
                  <a:pt x="2791" y="1201"/>
                </a:lnTo>
                <a:lnTo>
                  <a:pt x="2791" y="1202"/>
                </a:lnTo>
                <a:lnTo>
                  <a:pt x="2792" y="1202"/>
                </a:lnTo>
                <a:lnTo>
                  <a:pt x="2792" y="1203"/>
                </a:lnTo>
                <a:lnTo>
                  <a:pt x="2791" y="1203"/>
                </a:lnTo>
                <a:lnTo>
                  <a:pt x="2790" y="1203"/>
                </a:lnTo>
                <a:lnTo>
                  <a:pt x="2790" y="1202"/>
                </a:lnTo>
                <a:lnTo>
                  <a:pt x="2790" y="1203"/>
                </a:lnTo>
                <a:lnTo>
                  <a:pt x="2789" y="1203"/>
                </a:lnTo>
                <a:lnTo>
                  <a:pt x="2788" y="1203"/>
                </a:lnTo>
                <a:lnTo>
                  <a:pt x="2788" y="1204"/>
                </a:lnTo>
                <a:lnTo>
                  <a:pt x="2788" y="1205"/>
                </a:lnTo>
                <a:lnTo>
                  <a:pt x="2788" y="1206"/>
                </a:lnTo>
                <a:lnTo>
                  <a:pt x="2789" y="1206"/>
                </a:lnTo>
                <a:lnTo>
                  <a:pt x="2788" y="1207"/>
                </a:lnTo>
                <a:lnTo>
                  <a:pt x="2788" y="1208"/>
                </a:lnTo>
                <a:lnTo>
                  <a:pt x="2789" y="1208"/>
                </a:lnTo>
                <a:lnTo>
                  <a:pt x="2789" y="1209"/>
                </a:lnTo>
                <a:lnTo>
                  <a:pt x="2788" y="1209"/>
                </a:lnTo>
                <a:lnTo>
                  <a:pt x="2787" y="1209"/>
                </a:lnTo>
                <a:lnTo>
                  <a:pt x="2786" y="1210"/>
                </a:lnTo>
                <a:lnTo>
                  <a:pt x="2786" y="1211"/>
                </a:lnTo>
                <a:lnTo>
                  <a:pt x="2787" y="1212"/>
                </a:lnTo>
                <a:lnTo>
                  <a:pt x="2788" y="1212"/>
                </a:lnTo>
                <a:lnTo>
                  <a:pt x="2788" y="1213"/>
                </a:lnTo>
                <a:lnTo>
                  <a:pt x="2788" y="1214"/>
                </a:lnTo>
                <a:lnTo>
                  <a:pt x="2787" y="1215"/>
                </a:lnTo>
                <a:lnTo>
                  <a:pt x="2786" y="1215"/>
                </a:lnTo>
                <a:lnTo>
                  <a:pt x="2786" y="1216"/>
                </a:lnTo>
                <a:lnTo>
                  <a:pt x="2787" y="1216"/>
                </a:lnTo>
                <a:lnTo>
                  <a:pt x="2786" y="1217"/>
                </a:lnTo>
                <a:lnTo>
                  <a:pt x="2785" y="1218"/>
                </a:lnTo>
                <a:lnTo>
                  <a:pt x="2785" y="1219"/>
                </a:lnTo>
                <a:lnTo>
                  <a:pt x="2784" y="1219"/>
                </a:lnTo>
                <a:lnTo>
                  <a:pt x="2785" y="1219"/>
                </a:lnTo>
                <a:lnTo>
                  <a:pt x="2785" y="1220"/>
                </a:lnTo>
                <a:lnTo>
                  <a:pt x="2785" y="1221"/>
                </a:lnTo>
                <a:lnTo>
                  <a:pt x="2784" y="1221"/>
                </a:lnTo>
                <a:lnTo>
                  <a:pt x="2784" y="1223"/>
                </a:lnTo>
                <a:lnTo>
                  <a:pt x="2784" y="1225"/>
                </a:lnTo>
                <a:lnTo>
                  <a:pt x="2784" y="1226"/>
                </a:lnTo>
                <a:lnTo>
                  <a:pt x="2783" y="1226"/>
                </a:lnTo>
                <a:lnTo>
                  <a:pt x="2782" y="1226"/>
                </a:lnTo>
                <a:lnTo>
                  <a:pt x="2782" y="1227"/>
                </a:lnTo>
                <a:lnTo>
                  <a:pt x="2781" y="1228"/>
                </a:lnTo>
                <a:lnTo>
                  <a:pt x="2781" y="1229"/>
                </a:lnTo>
                <a:lnTo>
                  <a:pt x="2782" y="1229"/>
                </a:lnTo>
                <a:lnTo>
                  <a:pt x="2782" y="1230"/>
                </a:lnTo>
                <a:lnTo>
                  <a:pt x="2780" y="1231"/>
                </a:lnTo>
                <a:lnTo>
                  <a:pt x="2779" y="1231"/>
                </a:lnTo>
                <a:lnTo>
                  <a:pt x="2779" y="1232"/>
                </a:lnTo>
                <a:lnTo>
                  <a:pt x="2779" y="1233"/>
                </a:lnTo>
                <a:lnTo>
                  <a:pt x="2779" y="1234"/>
                </a:lnTo>
                <a:lnTo>
                  <a:pt x="2778" y="1234"/>
                </a:lnTo>
                <a:lnTo>
                  <a:pt x="2777" y="1234"/>
                </a:lnTo>
                <a:lnTo>
                  <a:pt x="2777" y="1235"/>
                </a:lnTo>
                <a:lnTo>
                  <a:pt x="2776" y="1235"/>
                </a:lnTo>
                <a:lnTo>
                  <a:pt x="2776" y="1234"/>
                </a:lnTo>
                <a:lnTo>
                  <a:pt x="2775" y="1234"/>
                </a:lnTo>
                <a:lnTo>
                  <a:pt x="2774" y="1235"/>
                </a:lnTo>
                <a:lnTo>
                  <a:pt x="2773" y="1235"/>
                </a:lnTo>
                <a:lnTo>
                  <a:pt x="2773" y="1234"/>
                </a:lnTo>
                <a:lnTo>
                  <a:pt x="2773" y="1233"/>
                </a:lnTo>
                <a:lnTo>
                  <a:pt x="2772" y="1233"/>
                </a:lnTo>
                <a:lnTo>
                  <a:pt x="2772" y="1232"/>
                </a:lnTo>
                <a:lnTo>
                  <a:pt x="2771" y="1233"/>
                </a:lnTo>
                <a:lnTo>
                  <a:pt x="2770" y="1232"/>
                </a:lnTo>
                <a:lnTo>
                  <a:pt x="2769" y="1232"/>
                </a:lnTo>
                <a:lnTo>
                  <a:pt x="2769" y="1231"/>
                </a:lnTo>
                <a:lnTo>
                  <a:pt x="2768" y="1231"/>
                </a:lnTo>
                <a:lnTo>
                  <a:pt x="2768" y="1230"/>
                </a:lnTo>
                <a:lnTo>
                  <a:pt x="2767" y="1230"/>
                </a:lnTo>
                <a:lnTo>
                  <a:pt x="2767" y="1231"/>
                </a:lnTo>
                <a:lnTo>
                  <a:pt x="2766" y="1231"/>
                </a:lnTo>
                <a:lnTo>
                  <a:pt x="2765" y="1231"/>
                </a:lnTo>
                <a:lnTo>
                  <a:pt x="2764" y="1232"/>
                </a:lnTo>
                <a:lnTo>
                  <a:pt x="2763" y="1232"/>
                </a:lnTo>
                <a:lnTo>
                  <a:pt x="2761" y="1232"/>
                </a:lnTo>
                <a:lnTo>
                  <a:pt x="2761" y="1233"/>
                </a:lnTo>
                <a:lnTo>
                  <a:pt x="2760" y="1233"/>
                </a:lnTo>
                <a:lnTo>
                  <a:pt x="2759" y="1233"/>
                </a:lnTo>
                <a:lnTo>
                  <a:pt x="2758" y="1233"/>
                </a:lnTo>
                <a:lnTo>
                  <a:pt x="2758" y="1234"/>
                </a:lnTo>
                <a:lnTo>
                  <a:pt x="2757" y="1234"/>
                </a:lnTo>
                <a:lnTo>
                  <a:pt x="2756" y="1234"/>
                </a:lnTo>
                <a:lnTo>
                  <a:pt x="2755" y="1235"/>
                </a:lnTo>
                <a:lnTo>
                  <a:pt x="2754" y="1235"/>
                </a:lnTo>
                <a:lnTo>
                  <a:pt x="2753" y="1235"/>
                </a:lnTo>
                <a:lnTo>
                  <a:pt x="2752" y="1235"/>
                </a:lnTo>
                <a:lnTo>
                  <a:pt x="2751" y="1235"/>
                </a:lnTo>
                <a:lnTo>
                  <a:pt x="2750" y="1236"/>
                </a:lnTo>
                <a:lnTo>
                  <a:pt x="2749" y="1236"/>
                </a:lnTo>
                <a:lnTo>
                  <a:pt x="2748" y="1236"/>
                </a:lnTo>
                <a:lnTo>
                  <a:pt x="2747" y="1236"/>
                </a:lnTo>
                <a:lnTo>
                  <a:pt x="2745" y="1236"/>
                </a:lnTo>
                <a:lnTo>
                  <a:pt x="2745" y="1237"/>
                </a:lnTo>
                <a:lnTo>
                  <a:pt x="2744" y="1237"/>
                </a:lnTo>
                <a:lnTo>
                  <a:pt x="2744" y="1238"/>
                </a:lnTo>
                <a:lnTo>
                  <a:pt x="2743" y="1238"/>
                </a:lnTo>
                <a:lnTo>
                  <a:pt x="2743" y="1239"/>
                </a:lnTo>
                <a:lnTo>
                  <a:pt x="2742" y="1239"/>
                </a:lnTo>
                <a:lnTo>
                  <a:pt x="2742" y="1240"/>
                </a:lnTo>
                <a:lnTo>
                  <a:pt x="2741" y="1241"/>
                </a:lnTo>
                <a:lnTo>
                  <a:pt x="2740" y="1241"/>
                </a:lnTo>
                <a:lnTo>
                  <a:pt x="2739" y="1241"/>
                </a:lnTo>
                <a:lnTo>
                  <a:pt x="2739" y="1242"/>
                </a:lnTo>
                <a:lnTo>
                  <a:pt x="2739" y="1243"/>
                </a:lnTo>
                <a:lnTo>
                  <a:pt x="2738" y="1243"/>
                </a:lnTo>
                <a:lnTo>
                  <a:pt x="2738" y="1244"/>
                </a:lnTo>
                <a:lnTo>
                  <a:pt x="2737" y="1244"/>
                </a:lnTo>
                <a:lnTo>
                  <a:pt x="2737" y="1245"/>
                </a:lnTo>
                <a:lnTo>
                  <a:pt x="2737" y="1246"/>
                </a:lnTo>
                <a:lnTo>
                  <a:pt x="2737" y="1247"/>
                </a:lnTo>
                <a:lnTo>
                  <a:pt x="2737" y="1249"/>
                </a:lnTo>
                <a:lnTo>
                  <a:pt x="2736" y="1250"/>
                </a:lnTo>
                <a:lnTo>
                  <a:pt x="2736" y="1251"/>
                </a:lnTo>
                <a:lnTo>
                  <a:pt x="2736" y="1252"/>
                </a:lnTo>
                <a:lnTo>
                  <a:pt x="2735" y="1252"/>
                </a:lnTo>
                <a:lnTo>
                  <a:pt x="2735" y="1253"/>
                </a:lnTo>
                <a:lnTo>
                  <a:pt x="2736" y="1253"/>
                </a:lnTo>
                <a:lnTo>
                  <a:pt x="2737" y="1254"/>
                </a:lnTo>
                <a:lnTo>
                  <a:pt x="2738" y="1254"/>
                </a:lnTo>
                <a:lnTo>
                  <a:pt x="2739" y="1254"/>
                </a:lnTo>
                <a:lnTo>
                  <a:pt x="2741" y="1255"/>
                </a:lnTo>
                <a:lnTo>
                  <a:pt x="2741" y="1256"/>
                </a:lnTo>
                <a:lnTo>
                  <a:pt x="2740" y="1256"/>
                </a:lnTo>
                <a:lnTo>
                  <a:pt x="2738" y="1256"/>
                </a:lnTo>
                <a:lnTo>
                  <a:pt x="2737" y="1256"/>
                </a:lnTo>
                <a:lnTo>
                  <a:pt x="2737" y="1257"/>
                </a:lnTo>
                <a:lnTo>
                  <a:pt x="2736" y="1258"/>
                </a:lnTo>
                <a:lnTo>
                  <a:pt x="2735" y="1258"/>
                </a:lnTo>
                <a:lnTo>
                  <a:pt x="2734" y="1258"/>
                </a:lnTo>
                <a:lnTo>
                  <a:pt x="2733" y="1258"/>
                </a:lnTo>
                <a:lnTo>
                  <a:pt x="2733" y="1259"/>
                </a:lnTo>
                <a:lnTo>
                  <a:pt x="2732" y="1259"/>
                </a:lnTo>
                <a:lnTo>
                  <a:pt x="2731" y="1259"/>
                </a:lnTo>
                <a:lnTo>
                  <a:pt x="2730" y="1259"/>
                </a:lnTo>
                <a:lnTo>
                  <a:pt x="2729" y="1260"/>
                </a:lnTo>
                <a:lnTo>
                  <a:pt x="2728" y="1260"/>
                </a:lnTo>
                <a:lnTo>
                  <a:pt x="2728" y="1261"/>
                </a:lnTo>
                <a:lnTo>
                  <a:pt x="2727" y="1261"/>
                </a:lnTo>
                <a:lnTo>
                  <a:pt x="2726" y="1261"/>
                </a:lnTo>
                <a:lnTo>
                  <a:pt x="2726" y="1262"/>
                </a:lnTo>
                <a:lnTo>
                  <a:pt x="2725" y="1262"/>
                </a:lnTo>
                <a:lnTo>
                  <a:pt x="2724" y="1263"/>
                </a:lnTo>
                <a:lnTo>
                  <a:pt x="2723" y="1263"/>
                </a:lnTo>
                <a:lnTo>
                  <a:pt x="2722" y="1263"/>
                </a:lnTo>
                <a:lnTo>
                  <a:pt x="2720" y="1263"/>
                </a:lnTo>
                <a:lnTo>
                  <a:pt x="2719" y="1263"/>
                </a:lnTo>
                <a:lnTo>
                  <a:pt x="2719" y="1262"/>
                </a:lnTo>
                <a:lnTo>
                  <a:pt x="2718" y="1262"/>
                </a:lnTo>
                <a:lnTo>
                  <a:pt x="2717" y="1262"/>
                </a:lnTo>
                <a:lnTo>
                  <a:pt x="2716" y="1262"/>
                </a:lnTo>
                <a:lnTo>
                  <a:pt x="2715" y="1262"/>
                </a:lnTo>
                <a:lnTo>
                  <a:pt x="2715" y="1263"/>
                </a:lnTo>
                <a:lnTo>
                  <a:pt x="2714" y="1263"/>
                </a:lnTo>
                <a:lnTo>
                  <a:pt x="2715" y="1263"/>
                </a:lnTo>
                <a:lnTo>
                  <a:pt x="2715" y="1264"/>
                </a:lnTo>
                <a:lnTo>
                  <a:pt x="2714" y="1264"/>
                </a:lnTo>
                <a:lnTo>
                  <a:pt x="2714" y="1265"/>
                </a:lnTo>
                <a:lnTo>
                  <a:pt x="2713" y="1265"/>
                </a:lnTo>
                <a:lnTo>
                  <a:pt x="2712" y="1265"/>
                </a:lnTo>
                <a:lnTo>
                  <a:pt x="2712" y="1264"/>
                </a:lnTo>
                <a:lnTo>
                  <a:pt x="2711" y="1264"/>
                </a:lnTo>
                <a:lnTo>
                  <a:pt x="2711" y="1263"/>
                </a:lnTo>
                <a:lnTo>
                  <a:pt x="2710" y="1263"/>
                </a:lnTo>
                <a:lnTo>
                  <a:pt x="2709" y="1263"/>
                </a:lnTo>
                <a:lnTo>
                  <a:pt x="2707" y="1263"/>
                </a:lnTo>
                <a:lnTo>
                  <a:pt x="2706" y="1263"/>
                </a:lnTo>
                <a:lnTo>
                  <a:pt x="2705" y="1264"/>
                </a:lnTo>
                <a:lnTo>
                  <a:pt x="2705" y="1265"/>
                </a:lnTo>
                <a:lnTo>
                  <a:pt x="2705" y="1266"/>
                </a:lnTo>
                <a:lnTo>
                  <a:pt x="2704" y="1266"/>
                </a:lnTo>
                <a:lnTo>
                  <a:pt x="2705" y="1266"/>
                </a:lnTo>
                <a:lnTo>
                  <a:pt x="2705" y="1267"/>
                </a:lnTo>
                <a:lnTo>
                  <a:pt x="2704" y="1268"/>
                </a:lnTo>
                <a:lnTo>
                  <a:pt x="2703" y="1268"/>
                </a:lnTo>
                <a:lnTo>
                  <a:pt x="2703" y="1270"/>
                </a:lnTo>
                <a:lnTo>
                  <a:pt x="2702" y="1270"/>
                </a:lnTo>
                <a:lnTo>
                  <a:pt x="2702" y="1269"/>
                </a:lnTo>
                <a:lnTo>
                  <a:pt x="2701" y="1269"/>
                </a:lnTo>
                <a:lnTo>
                  <a:pt x="2701" y="1270"/>
                </a:lnTo>
                <a:lnTo>
                  <a:pt x="2701" y="1269"/>
                </a:lnTo>
                <a:lnTo>
                  <a:pt x="2700" y="1269"/>
                </a:lnTo>
                <a:lnTo>
                  <a:pt x="2700" y="1268"/>
                </a:lnTo>
                <a:lnTo>
                  <a:pt x="2699" y="1267"/>
                </a:lnTo>
                <a:lnTo>
                  <a:pt x="2698" y="1267"/>
                </a:lnTo>
                <a:lnTo>
                  <a:pt x="2697" y="1266"/>
                </a:lnTo>
                <a:lnTo>
                  <a:pt x="2697" y="1267"/>
                </a:lnTo>
                <a:lnTo>
                  <a:pt x="2696" y="1266"/>
                </a:lnTo>
                <a:lnTo>
                  <a:pt x="2696" y="1265"/>
                </a:lnTo>
                <a:lnTo>
                  <a:pt x="2695" y="1265"/>
                </a:lnTo>
                <a:lnTo>
                  <a:pt x="2695" y="1264"/>
                </a:lnTo>
                <a:lnTo>
                  <a:pt x="2694" y="1264"/>
                </a:lnTo>
                <a:lnTo>
                  <a:pt x="2693" y="1264"/>
                </a:lnTo>
                <a:lnTo>
                  <a:pt x="2692" y="1263"/>
                </a:lnTo>
                <a:lnTo>
                  <a:pt x="2691" y="1263"/>
                </a:lnTo>
                <a:lnTo>
                  <a:pt x="2690" y="1263"/>
                </a:lnTo>
                <a:lnTo>
                  <a:pt x="2690" y="1262"/>
                </a:lnTo>
                <a:lnTo>
                  <a:pt x="2690" y="1261"/>
                </a:lnTo>
                <a:lnTo>
                  <a:pt x="2689" y="1261"/>
                </a:lnTo>
                <a:lnTo>
                  <a:pt x="2688" y="1261"/>
                </a:lnTo>
                <a:lnTo>
                  <a:pt x="2687" y="1261"/>
                </a:lnTo>
                <a:lnTo>
                  <a:pt x="2686" y="1261"/>
                </a:lnTo>
                <a:lnTo>
                  <a:pt x="2685" y="1261"/>
                </a:lnTo>
                <a:lnTo>
                  <a:pt x="2684" y="1262"/>
                </a:lnTo>
                <a:lnTo>
                  <a:pt x="2683" y="1262"/>
                </a:lnTo>
                <a:lnTo>
                  <a:pt x="2683" y="1261"/>
                </a:lnTo>
                <a:lnTo>
                  <a:pt x="2681" y="1261"/>
                </a:lnTo>
                <a:lnTo>
                  <a:pt x="2680" y="1262"/>
                </a:lnTo>
                <a:lnTo>
                  <a:pt x="2679" y="1262"/>
                </a:lnTo>
                <a:lnTo>
                  <a:pt x="2678" y="1263"/>
                </a:lnTo>
                <a:lnTo>
                  <a:pt x="2678" y="1262"/>
                </a:lnTo>
                <a:lnTo>
                  <a:pt x="2677" y="1262"/>
                </a:lnTo>
                <a:lnTo>
                  <a:pt x="2676" y="1261"/>
                </a:lnTo>
                <a:lnTo>
                  <a:pt x="2675" y="1261"/>
                </a:lnTo>
                <a:lnTo>
                  <a:pt x="2674" y="1261"/>
                </a:lnTo>
                <a:lnTo>
                  <a:pt x="2674" y="1260"/>
                </a:lnTo>
                <a:lnTo>
                  <a:pt x="2673" y="1260"/>
                </a:lnTo>
                <a:lnTo>
                  <a:pt x="2673" y="1259"/>
                </a:lnTo>
                <a:lnTo>
                  <a:pt x="2673" y="1258"/>
                </a:lnTo>
                <a:lnTo>
                  <a:pt x="2672" y="1258"/>
                </a:lnTo>
                <a:lnTo>
                  <a:pt x="2673" y="1258"/>
                </a:lnTo>
                <a:lnTo>
                  <a:pt x="2673" y="1257"/>
                </a:lnTo>
                <a:lnTo>
                  <a:pt x="2672" y="1256"/>
                </a:lnTo>
                <a:lnTo>
                  <a:pt x="2671" y="1256"/>
                </a:lnTo>
                <a:lnTo>
                  <a:pt x="2670" y="1256"/>
                </a:lnTo>
                <a:lnTo>
                  <a:pt x="2669" y="1256"/>
                </a:lnTo>
                <a:lnTo>
                  <a:pt x="2668" y="1256"/>
                </a:lnTo>
                <a:lnTo>
                  <a:pt x="2667" y="1255"/>
                </a:lnTo>
                <a:lnTo>
                  <a:pt x="2666" y="1255"/>
                </a:lnTo>
                <a:lnTo>
                  <a:pt x="2664" y="1255"/>
                </a:lnTo>
                <a:lnTo>
                  <a:pt x="2663" y="1255"/>
                </a:lnTo>
                <a:lnTo>
                  <a:pt x="2662" y="1255"/>
                </a:lnTo>
                <a:lnTo>
                  <a:pt x="2661" y="1255"/>
                </a:lnTo>
                <a:lnTo>
                  <a:pt x="2659" y="1254"/>
                </a:lnTo>
                <a:lnTo>
                  <a:pt x="2658" y="1254"/>
                </a:lnTo>
                <a:lnTo>
                  <a:pt x="2657" y="1254"/>
                </a:lnTo>
                <a:lnTo>
                  <a:pt x="2656" y="1254"/>
                </a:lnTo>
                <a:lnTo>
                  <a:pt x="2655" y="1255"/>
                </a:lnTo>
                <a:lnTo>
                  <a:pt x="2654" y="1255"/>
                </a:lnTo>
                <a:lnTo>
                  <a:pt x="2653" y="1255"/>
                </a:lnTo>
                <a:lnTo>
                  <a:pt x="2652" y="1255"/>
                </a:lnTo>
                <a:lnTo>
                  <a:pt x="2651" y="1255"/>
                </a:lnTo>
                <a:lnTo>
                  <a:pt x="2650" y="1255"/>
                </a:lnTo>
                <a:lnTo>
                  <a:pt x="2650" y="1256"/>
                </a:lnTo>
                <a:lnTo>
                  <a:pt x="2649" y="1256"/>
                </a:lnTo>
                <a:lnTo>
                  <a:pt x="2649" y="1257"/>
                </a:lnTo>
                <a:lnTo>
                  <a:pt x="2650" y="1257"/>
                </a:lnTo>
                <a:lnTo>
                  <a:pt x="2650" y="1258"/>
                </a:lnTo>
                <a:lnTo>
                  <a:pt x="2650" y="1259"/>
                </a:lnTo>
                <a:lnTo>
                  <a:pt x="2650" y="1260"/>
                </a:lnTo>
                <a:lnTo>
                  <a:pt x="2651" y="1260"/>
                </a:lnTo>
                <a:lnTo>
                  <a:pt x="2651" y="1261"/>
                </a:lnTo>
                <a:lnTo>
                  <a:pt x="2651" y="1262"/>
                </a:lnTo>
                <a:lnTo>
                  <a:pt x="2652" y="1262"/>
                </a:lnTo>
                <a:lnTo>
                  <a:pt x="2654" y="1262"/>
                </a:lnTo>
                <a:lnTo>
                  <a:pt x="2655" y="1263"/>
                </a:lnTo>
                <a:lnTo>
                  <a:pt x="2656" y="1263"/>
                </a:lnTo>
                <a:lnTo>
                  <a:pt x="2659" y="1263"/>
                </a:lnTo>
                <a:lnTo>
                  <a:pt x="2660" y="1262"/>
                </a:lnTo>
                <a:lnTo>
                  <a:pt x="2661" y="1263"/>
                </a:lnTo>
                <a:lnTo>
                  <a:pt x="2661" y="1264"/>
                </a:lnTo>
                <a:lnTo>
                  <a:pt x="2661" y="1265"/>
                </a:lnTo>
                <a:lnTo>
                  <a:pt x="2660" y="1265"/>
                </a:lnTo>
                <a:lnTo>
                  <a:pt x="2659" y="1265"/>
                </a:lnTo>
                <a:lnTo>
                  <a:pt x="2659" y="1266"/>
                </a:lnTo>
                <a:lnTo>
                  <a:pt x="2659" y="1267"/>
                </a:lnTo>
                <a:lnTo>
                  <a:pt x="2658" y="1268"/>
                </a:lnTo>
                <a:lnTo>
                  <a:pt x="2657" y="1269"/>
                </a:lnTo>
                <a:lnTo>
                  <a:pt x="2656" y="1269"/>
                </a:lnTo>
                <a:lnTo>
                  <a:pt x="2655" y="1269"/>
                </a:lnTo>
                <a:lnTo>
                  <a:pt x="2655" y="1270"/>
                </a:lnTo>
                <a:lnTo>
                  <a:pt x="2654" y="1270"/>
                </a:lnTo>
                <a:lnTo>
                  <a:pt x="2654" y="1271"/>
                </a:lnTo>
                <a:lnTo>
                  <a:pt x="2654" y="1272"/>
                </a:lnTo>
                <a:lnTo>
                  <a:pt x="2654" y="1273"/>
                </a:lnTo>
                <a:lnTo>
                  <a:pt x="2651" y="1273"/>
                </a:lnTo>
                <a:lnTo>
                  <a:pt x="2650" y="1273"/>
                </a:lnTo>
                <a:lnTo>
                  <a:pt x="2649" y="1274"/>
                </a:lnTo>
                <a:lnTo>
                  <a:pt x="2648" y="1275"/>
                </a:lnTo>
                <a:lnTo>
                  <a:pt x="2648" y="1274"/>
                </a:lnTo>
                <a:lnTo>
                  <a:pt x="2647" y="1273"/>
                </a:lnTo>
                <a:lnTo>
                  <a:pt x="2646" y="1273"/>
                </a:lnTo>
                <a:lnTo>
                  <a:pt x="2645" y="1273"/>
                </a:lnTo>
                <a:lnTo>
                  <a:pt x="2645" y="1272"/>
                </a:lnTo>
                <a:lnTo>
                  <a:pt x="2644" y="1272"/>
                </a:lnTo>
                <a:lnTo>
                  <a:pt x="2643" y="1272"/>
                </a:lnTo>
                <a:lnTo>
                  <a:pt x="2642" y="1272"/>
                </a:lnTo>
                <a:lnTo>
                  <a:pt x="2641" y="1272"/>
                </a:lnTo>
                <a:lnTo>
                  <a:pt x="2640" y="1272"/>
                </a:lnTo>
                <a:lnTo>
                  <a:pt x="2640" y="1271"/>
                </a:lnTo>
                <a:lnTo>
                  <a:pt x="2639" y="1271"/>
                </a:lnTo>
                <a:lnTo>
                  <a:pt x="2639" y="1270"/>
                </a:lnTo>
                <a:lnTo>
                  <a:pt x="2638" y="1270"/>
                </a:lnTo>
                <a:lnTo>
                  <a:pt x="2638" y="1269"/>
                </a:lnTo>
                <a:lnTo>
                  <a:pt x="2636" y="1268"/>
                </a:lnTo>
                <a:lnTo>
                  <a:pt x="2635" y="1268"/>
                </a:lnTo>
                <a:lnTo>
                  <a:pt x="2634" y="1268"/>
                </a:lnTo>
                <a:lnTo>
                  <a:pt x="2634" y="1267"/>
                </a:lnTo>
                <a:lnTo>
                  <a:pt x="2634" y="1268"/>
                </a:lnTo>
                <a:lnTo>
                  <a:pt x="2634" y="1269"/>
                </a:lnTo>
                <a:lnTo>
                  <a:pt x="2635" y="1270"/>
                </a:lnTo>
                <a:lnTo>
                  <a:pt x="2634" y="1270"/>
                </a:lnTo>
                <a:lnTo>
                  <a:pt x="2634" y="1272"/>
                </a:lnTo>
                <a:lnTo>
                  <a:pt x="2634" y="1273"/>
                </a:lnTo>
                <a:lnTo>
                  <a:pt x="2633" y="1274"/>
                </a:lnTo>
                <a:lnTo>
                  <a:pt x="2633" y="1273"/>
                </a:lnTo>
                <a:lnTo>
                  <a:pt x="2634" y="1273"/>
                </a:lnTo>
                <a:lnTo>
                  <a:pt x="2633" y="1273"/>
                </a:lnTo>
                <a:lnTo>
                  <a:pt x="2633" y="1272"/>
                </a:lnTo>
                <a:lnTo>
                  <a:pt x="2632" y="1272"/>
                </a:lnTo>
                <a:lnTo>
                  <a:pt x="2631" y="1273"/>
                </a:lnTo>
                <a:lnTo>
                  <a:pt x="2630" y="1273"/>
                </a:lnTo>
                <a:lnTo>
                  <a:pt x="2629" y="1273"/>
                </a:lnTo>
                <a:lnTo>
                  <a:pt x="2628" y="1273"/>
                </a:lnTo>
                <a:lnTo>
                  <a:pt x="2627" y="1273"/>
                </a:lnTo>
                <a:lnTo>
                  <a:pt x="2627" y="1272"/>
                </a:lnTo>
                <a:lnTo>
                  <a:pt x="2626" y="1272"/>
                </a:lnTo>
                <a:lnTo>
                  <a:pt x="2625" y="1271"/>
                </a:lnTo>
                <a:lnTo>
                  <a:pt x="2624" y="1271"/>
                </a:lnTo>
                <a:lnTo>
                  <a:pt x="2623" y="1271"/>
                </a:lnTo>
                <a:lnTo>
                  <a:pt x="2621" y="1270"/>
                </a:lnTo>
                <a:lnTo>
                  <a:pt x="2620" y="1270"/>
                </a:lnTo>
                <a:lnTo>
                  <a:pt x="2620" y="1269"/>
                </a:lnTo>
                <a:lnTo>
                  <a:pt x="2619" y="1269"/>
                </a:lnTo>
                <a:lnTo>
                  <a:pt x="2618" y="1269"/>
                </a:lnTo>
                <a:lnTo>
                  <a:pt x="2618" y="1270"/>
                </a:lnTo>
                <a:lnTo>
                  <a:pt x="2617" y="1270"/>
                </a:lnTo>
                <a:lnTo>
                  <a:pt x="2616" y="1270"/>
                </a:lnTo>
                <a:lnTo>
                  <a:pt x="2615" y="1271"/>
                </a:lnTo>
                <a:lnTo>
                  <a:pt x="2614" y="1271"/>
                </a:lnTo>
                <a:lnTo>
                  <a:pt x="2613" y="1271"/>
                </a:lnTo>
                <a:lnTo>
                  <a:pt x="2612" y="1271"/>
                </a:lnTo>
                <a:lnTo>
                  <a:pt x="2611" y="1271"/>
                </a:lnTo>
                <a:lnTo>
                  <a:pt x="2611" y="1272"/>
                </a:lnTo>
                <a:lnTo>
                  <a:pt x="2610" y="1271"/>
                </a:lnTo>
                <a:lnTo>
                  <a:pt x="2609" y="1271"/>
                </a:lnTo>
                <a:lnTo>
                  <a:pt x="2608" y="1271"/>
                </a:lnTo>
                <a:lnTo>
                  <a:pt x="2608" y="1272"/>
                </a:lnTo>
                <a:lnTo>
                  <a:pt x="2609" y="1272"/>
                </a:lnTo>
                <a:lnTo>
                  <a:pt x="2609" y="1273"/>
                </a:lnTo>
                <a:lnTo>
                  <a:pt x="2608" y="1273"/>
                </a:lnTo>
                <a:lnTo>
                  <a:pt x="2607" y="1273"/>
                </a:lnTo>
                <a:lnTo>
                  <a:pt x="2606" y="1273"/>
                </a:lnTo>
                <a:lnTo>
                  <a:pt x="2606" y="1274"/>
                </a:lnTo>
                <a:lnTo>
                  <a:pt x="2606" y="1275"/>
                </a:lnTo>
                <a:lnTo>
                  <a:pt x="2606" y="1276"/>
                </a:lnTo>
                <a:lnTo>
                  <a:pt x="2605" y="1275"/>
                </a:lnTo>
                <a:lnTo>
                  <a:pt x="2604" y="1276"/>
                </a:lnTo>
                <a:lnTo>
                  <a:pt x="2604" y="1277"/>
                </a:lnTo>
                <a:lnTo>
                  <a:pt x="2603" y="1279"/>
                </a:lnTo>
                <a:lnTo>
                  <a:pt x="2603" y="1278"/>
                </a:lnTo>
                <a:lnTo>
                  <a:pt x="2603" y="1279"/>
                </a:lnTo>
                <a:lnTo>
                  <a:pt x="2602" y="1279"/>
                </a:lnTo>
                <a:lnTo>
                  <a:pt x="2603" y="1280"/>
                </a:lnTo>
                <a:lnTo>
                  <a:pt x="2604" y="1280"/>
                </a:lnTo>
                <a:lnTo>
                  <a:pt x="2603" y="1280"/>
                </a:lnTo>
                <a:lnTo>
                  <a:pt x="2603" y="1281"/>
                </a:lnTo>
                <a:lnTo>
                  <a:pt x="2603" y="1280"/>
                </a:lnTo>
                <a:lnTo>
                  <a:pt x="2602" y="1280"/>
                </a:lnTo>
                <a:lnTo>
                  <a:pt x="2602" y="1281"/>
                </a:lnTo>
                <a:lnTo>
                  <a:pt x="2603" y="1281"/>
                </a:lnTo>
                <a:lnTo>
                  <a:pt x="2603" y="1282"/>
                </a:lnTo>
                <a:lnTo>
                  <a:pt x="2604" y="1283"/>
                </a:lnTo>
                <a:lnTo>
                  <a:pt x="2603" y="1283"/>
                </a:lnTo>
                <a:lnTo>
                  <a:pt x="2603" y="1284"/>
                </a:lnTo>
                <a:lnTo>
                  <a:pt x="2604" y="1284"/>
                </a:lnTo>
                <a:lnTo>
                  <a:pt x="2604" y="1285"/>
                </a:lnTo>
                <a:lnTo>
                  <a:pt x="2603" y="1285"/>
                </a:lnTo>
                <a:lnTo>
                  <a:pt x="2603" y="1284"/>
                </a:lnTo>
                <a:lnTo>
                  <a:pt x="2602" y="1284"/>
                </a:lnTo>
                <a:lnTo>
                  <a:pt x="2602" y="1285"/>
                </a:lnTo>
                <a:lnTo>
                  <a:pt x="2603" y="1286"/>
                </a:lnTo>
                <a:lnTo>
                  <a:pt x="2603" y="1287"/>
                </a:lnTo>
                <a:lnTo>
                  <a:pt x="2602" y="1288"/>
                </a:lnTo>
                <a:lnTo>
                  <a:pt x="2600" y="1289"/>
                </a:lnTo>
                <a:lnTo>
                  <a:pt x="2600" y="1288"/>
                </a:lnTo>
                <a:lnTo>
                  <a:pt x="2599" y="1288"/>
                </a:lnTo>
                <a:lnTo>
                  <a:pt x="2599" y="1289"/>
                </a:lnTo>
                <a:lnTo>
                  <a:pt x="2598" y="1289"/>
                </a:lnTo>
                <a:lnTo>
                  <a:pt x="2598" y="1290"/>
                </a:lnTo>
                <a:lnTo>
                  <a:pt x="2599" y="1290"/>
                </a:lnTo>
                <a:lnTo>
                  <a:pt x="2599" y="1291"/>
                </a:lnTo>
                <a:lnTo>
                  <a:pt x="2598" y="1291"/>
                </a:lnTo>
                <a:lnTo>
                  <a:pt x="2599" y="1291"/>
                </a:lnTo>
                <a:lnTo>
                  <a:pt x="2599" y="1292"/>
                </a:lnTo>
                <a:lnTo>
                  <a:pt x="2598" y="1292"/>
                </a:lnTo>
                <a:lnTo>
                  <a:pt x="2598" y="1291"/>
                </a:lnTo>
                <a:lnTo>
                  <a:pt x="2598" y="1290"/>
                </a:lnTo>
                <a:lnTo>
                  <a:pt x="2597" y="1290"/>
                </a:lnTo>
                <a:lnTo>
                  <a:pt x="2597" y="1291"/>
                </a:lnTo>
                <a:lnTo>
                  <a:pt x="2596" y="1291"/>
                </a:lnTo>
                <a:lnTo>
                  <a:pt x="2595" y="1291"/>
                </a:lnTo>
                <a:lnTo>
                  <a:pt x="2595" y="1290"/>
                </a:lnTo>
                <a:lnTo>
                  <a:pt x="2595" y="1291"/>
                </a:lnTo>
                <a:lnTo>
                  <a:pt x="2595" y="1292"/>
                </a:lnTo>
                <a:lnTo>
                  <a:pt x="2594" y="1292"/>
                </a:lnTo>
                <a:lnTo>
                  <a:pt x="2594" y="1293"/>
                </a:lnTo>
                <a:lnTo>
                  <a:pt x="2594" y="1294"/>
                </a:lnTo>
                <a:lnTo>
                  <a:pt x="2593" y="1294"/>
                </a:lnTo>
                <a:lnTo>
                  <a:pt x="2593" y="1295"/>
                </a:lnTo>
                <a:lnTo>
                  <a:pt x="2592" y="1295"/>
                </a:lnTo>
                <a:lnTo>
                  <a:pt x="2592" y="1294"/>
                </a:lnTo>
                <a:lnTo>
                  <a:pt x="2592" y="1293"/>
                </a:lnTo>
                <a:lnTo>
                  <a:pt x="2589" y="1295"/>
                </a:lnTo>
                <a:lnTo>
                  <a:pt x="2589" y="1296"/>
                </a:lnTo>
                <a:lnTo>
                  <a:pt x="2588" y="1296"/>
                </a:lnTo>
                <a:lnTo>
                  <a:pt x="2587" y="1296"/>
                </a:lnTo>
                <a:lnTo>
                  <a:pt x="2586" y="1297"/>
                </a:lnTo>
                <a:lnTo>
                  <a:pt x="2585" y="1296"/>
                </a:lnTo>
                <a:lnTo>
                  <a:pt x="2585" y="1297"/>
                </a:lnTo>
                <a:lnTo>
                  <a:pt x="2584" y="1298"/>
                </a:lnTo>
                <a:lnTo>
                  <a:pt x="2584" y="1299"/>
                </a:lnTo>
                <a:lnTo>
                  <a:pt x="2583" y="1300"/>
                </a:lnTo>
                <a:lnTo>
                  <a:pt x="2583" y="1301"/>
                </a:lnTo>
                <a:lnTo>
                  <a:pt x="2582" y="1301"/>
                </a:lnTo>
                <a:lnTo>
                  <a:pt x="2581" y="1302"/>
                </a:lnTo>
                <a:lnTo>
                  <a:pt x="2580" y="1302"/>
                </a:lnTo>
                <a:lnTo>
                  <a:pt x="2580" y="1303"/>
                </a:lnTo>
                <a:lnTo>
                  <a:pt x="2579" y="1303"/>
                </a:lnTo>
                <a:lnTo>
                  <a:pt x="2578" y="1302"/>
                </a:lnTo>
                <a:lnTo>
                  <a:pt x="2577" y="1302"/>
                </a:lnTo>
                <a:lnTo>
                  <a:pt x="2577" y="1303"/>
                </a:lnTo>
                <a:lnTo>
                  <a:pt x="2576" y="1303"/>
                </a:lnTo>
                <a:lnTo>
                  <a:pt x="2575" y="1302"/>
                </a:lnTo>
                <a:lnTo>
                  <a:pt x="2574" y="1301"/>
                </a:lnTo>
                <a:lnTo>
                  <a:pt x="2574" y="1300"/>
                </a:lnTo>
                <a:lnTo>
                  <a:pt x="2574" y="1299"/>
                </a:lnTo>
                <a:lnTo>
                  <a:pt x="2574" y="1298"/>
                </a:lnTo>
                <a:lnTo>
                  <a:pt x="2573" y="1297"/>
                </a:lnTo>
                <a:lnTo>
                  <a:pt x="2573" y="1298"/>
                </a:lnTo>
                <a:lnTo>
                  <a:pt x="2572" y="1298"/>
                </a:lnTo>
                <a:lnTo>
                  <a:pt x="2571" y="1297"/>
                </a:lnTo>
                <a:lnTo>
                  <a:pt x="2570" y="1296"/>
                </a:lnTo>
                <a:lnTo>
                  <a:pt x="2570" y="1295"/>
                </a:lnTo>
                <a:lnTo>
                  <a:pt x="2570" y="1294"/>
                </a:lnTo>
                <a:lnTo>
                  <a:pt x="2571" y="1294"/>
                </a:lnTo>
                <a:lnTo>
                  <a:pt x="2570" y="1293"/>
                </a:lnTo>
                <a:lnTo>
                  <a:pt x="2569" y="1294"/>
                </a:lnTo>
                <a:lnTo>
                  <a:pt x="2568" y="1294"/>
                </a:lnTo>
                <a:lnTo>
                  <a:pt x="2568" y="1295"/>
                </a:lnTo>
                <a:lnTo>
                  <a:pt x="2567" y="1295"/>
                </a:lnTo>
                <a:lnTo>
                  <a:pt x="2567" y="1296"/>
                </a:lnTo>
                <a:lnTo>
                  <a:pt x="2566" y="1297"/>
                </a:lnTo>
                <a:lnTo>
                  <a:pt x="2566" y="1296"/>
                </a:lnTo>
                <a:lnTo>
                  <a:pt x="2565" y="1296"/>
                </a:lnTo>
                <a:lnTo>
                  <a:pt x="2564" y="1296"/>
                </a:lnTo>
                <a:lnTo>
                  <a:pt x="2563" y="1297"/>
                </a:lnTo>
                <a:lnTo>
                  <a:pt x="2562" y="1297"/>
                </a:lnTo>
                <a:lnTo>
                  <a:pt x="2561" y="1297"/>
                </a:lnTo>
                <a:lnTo>
                  <a:pt x="2561" y="1296"/>
                </a:lnTo>
                <a:lnTo>
                  <a:pt x="2560" y="1296"/>
                </a:lnTo>
                <a:lnTo>
                  <a:pt x="2560" y="1297"/>
                </a:lnTo>
                <a:lnTo>
                  <a:pt x="2559" y="1297"/>
                </a:lnTo>
                <a:lnTo>
                  <a:pt x="2559" y="1296"/>
                </a:lnTo>
                <a:lnTo>
                  <a:pt x="2558" y="1296"/>
                </a:lnTo>
                <a:lnTo>
                  <a:pt x="2557" y="1296"/>
                </a:lnTo>
                <a:lnTo>
                  <a:pt x="2556" y="1296"/>
                </a:lnTo>
                <a:lnTo>
                  <a:pt x="2556" y="1297"/>
                </a:lnTo>
                <a:lnTo>
                  <a:pt x="2555" y="1297"/>
                </a:lnTo>
                <a:lnTo>
                  <a:pt x="2555" y="1298"/>
                </a:lnTo>
                <a:lnTo>
                  <a:pt x="2554" y="1298"/>
                </a:lnTo>
                <a:lnTo>
                  <a:pt x="2553" y="1298"/>
                </a:lnTo>
                <a:lnTo>
                  <a:pt x="2552" y="1298"/>
                </a:lnTo>
                <a:lnTo>
                  <a:pt x="2551" y="1298"/>
                </a:lnTo>
                <a:lnTo>
                  <a:pt x="2551" y="1297"/>
                </a:lnTo>
                <a:lnTo>
                  <a:pt x="2550" y="1297"/>
                </a:lnTo>
                <a:lnTo>
                  <a:pt x="2550" y="1298"/>
                </a:lnTo>
                <a:lnTo>
                  <a:pt x="2548" y="1298"/>
                </a:lnTo>
                <a:lnTo>
                  <a:pt x="2547" y="1298"/>
                </a:lnTo>
                <a:lnTo>
                  <a:pt x="2547" y="1299"/>
                </a:lnTo>
                <a:lnTo>
                  <a:pt x="2547" y="1301"/>
                </a:lnTo>
                <a:lnTo>
                  <a:pt x="2546" y="1301"/>
                </a:lnTo>
                <a:lnTo>
                  <a:pt x="2545" y="1301"/>
                </a:lnTo>
                <a:lnTo>
                  <a:pt x="2545" y="1300"/>
                </a:lnTo>
                <a:lnTo>
                  <a:pt x="2544" y="1300"/>
                </a:lnTo>
                <a:lnTo>
                  <a:pt x="2543" y="1300"/>
                </a:lnTo>
                <a:lnTo>
                  <a:pt x="2543" y="1301"/>
                </a:lnTo>
                <a:lnTo>
                  <a:pt x="2542" y="1301"/>
                </a:lnTo>
                <a:lnTo>
                  <a:pt x="2541" y="1302"/>
                </a:lnTo>
                <a:lnTo>
                  <a:pt x="2540" y="1302"/>
                </a:lnTo>
                <a:lnTo>
                  <a:pt x="2539" y="1302"/>
                </a:lnTo>
                <a:lnTo>
                  <a:pt x="2538" y="1303"/>
                </a:lnTo>
                <a:lnTo>
                  <a:pt x="2539" y="1303"/>
                </a:lnTo>
                <a:lnTo>
                  <a:pt x="2539" y="1304"/>
                </a:lnTo>
                <a:lnTo>
                  <a:pt x="2539" y="1305"/>
                </a:lnTo>
                <a:lnTo>
                  <a:pt x="2538" y="1306"/>
                </a:lnTo>
                <a:lnTo>
                  <a:pt x="2538" y="1307"/>
                </a:lnTo>
                <a:lnTo>
                  <a:pt x="2537" y="1308"/>
                </a:lnTo>
                <a:lnTo>
                  <a:pt x="2536" y="1308"/>
                </a:lnTo>
                <a:lnTo>
                  <a:pt x="2536" y="1309"/>
                </a:lnTo>
                <a:lnTo>
                  <a:pt x="2535" y="1309"/>
                </a:lnTo>
                <a:lnTo>
                  <a:pt x="2534" y="1309"/>
                </a:lnTo>
                <a:lnTo>
                  <a:pt x="2534" y="1310"/>
                </a:lnTo>
                <a:lnTo>
                  <a:pt x="2533" y="1309"/>
                </a:lnTo>
                <a:lnTo>
                  <a:pt x="2533" y="1310"/>
                </a:lnTo>
                <a:lnTo>
                  <a:pt x="2532" y="1310"/>
                </a:lnTo>
                <a:lnTo>
                  <a:pt x="2531" y="1311"/>
                </a:lnTo>
                <a:lnTo>
                  <a:pt x="2530" y="1311"/>
                </a:lnTo>
                <a:lnTo>
                  <a:pt x="2530" y="1310"/>
                </a:lnTo>
                <a:lnTo>
                  <a:pt x="2529" y="1310"/>
                </a:lnTo>
                <a:lnTo>
                  <a:pt x="2529" y="1311"/>
                </a:lnTo>
                <a:lnTo>
                  <a:pt x="2529" y="1312"/>
                </a:lnTo>
                <a:lnTo>
                  <a:pt x="2528" y="1312"/>
                </a:lnTo>
                <a:lnTo>
                  <a:pt x="2527" y="1313"/>
                </a:lnTo>
                <a:lnTo>
                  <a:pt x="2526" y="1313"/>
                </a:lnTo>
                <a:lnTo>
                  <a:pt x="2526" y="1314"/>
                </a:lnTo>
                <a:lnTo>
                  <a:pt x="2526" y="1315"/>
                </a:lnTo>
                <a:lnTo>
                  <a:pt x="2525" y="1316"/>
                </a:lnTo>
                <a:lnTo>
                  <a:pt x="2524" y="1316"/>
                </a:lnTo>
                <a:lnTo>
                  <a:pt x="2523" y="1317"/>
                </a:lnTo>
                <a:lnTo>
                  <a:pt x="2522" y="1317"/>
                </a:lnTo>
                <a:lnTo>
                  <a:pt x="2522" y="1318"/>
                </a:lnTo>
                <a:lnTo>
                  <a:pt x="2522" y="1319"/>
                </a:lnTo>
                <a:lnTo>
                  <a:pt x="2521" y="1319"/>
                </a:lnTo>
                <a:lnTo>
                  <a:pt x="2520" y="1319"/>
                </a:lnTo>
                <a:lnTo>
                  <a:pt x="2520" y="1320"/>
                </a:lnTo>
                <a:lnTo>
                  <a:pt x="2519" y="1320"/>
                </a:lnTo>
                <a:lnTo>
                  <a:pt x="2519" y="1321"/>
                </a:lnTo>
                <a:lnTo>
                  <a:pt x="2518" y="1321"/>
                </a:lnTo>
                <a:lnTo>
                  <a:pt x="2517" y="1321"/>
                </a:lnTo>
                <a:lnTo>
                  <a:pt x="2516" y="1321"/>
                </a:lnTo>
                <a:lnTo>
                  <a:pt x="2516" y="1322"/>
                </a:lnTo>
                <a:lnTo>
                  <a:pt x="2515" y="1322"/>
                </a:lnTo>
                <a:lnTo>
                  <a:pt x="2514" y="1323"/>
                </a:lnTo>
                <a:lnTo>
                  <a:pt x="2514" y="1324"/>
                </a:lnTo>
                <a:lnTo>
                  <a:pt x="2514" y="1325"/>
                </a:lnTo>
                <a:lnTo>
                  <a:pt x="2513" y="1325"/>
                </a:lnTo>
                <a:lnTo>
                  <a:pt x="2513" y="1324"/>
                </a:lnTo>
                <a:lnTo>
                  <a:pt x="2512" y="1324"/>
                </a:lnTo>
                <a:lnTo>
                  <a:pt x="2511" y="1324"/>
                </a:lnTo>
                <a:lnTo>
                  <a:pt x="2510" y="1324"/>
                </a:lnTo>
                <a:lnTo>
                  <a:pt x="2510" y="1325"/>
                </a:lnTo>
                <a:lnTo>
                  <a:pt x="2510" y="1326"/>
                </a:lnTo>
                <a:lnTo>
                  <a:pt x="2509" y="1325"/>
                </a:lnTo>
                <a:lnTo>
                  <a:pt x="2509" y="1326"/>
                </a:lnTo>
                <a:lnTo>
                  <a:pt x="2508" y="1326"/>
                </a:lnTo>
                <a:lnTo>
                  <a:pt x="2508" y="1325"/>
                </a:lnTo>
                <a:lnTo>
                  <a:pt x="2507" y="1325"/>
                </a:lnTo>
                <a:lnTo>
                  <a:pt x="2507" y="1324"/>
                </a:lnTo>
                <a:lnTo>
                  <a:pt x="2508" y="1324"/>
                </a:lnTo>
                <a:lnTo>
                  <a:pt x="2507" y="1324"/>
                </a:lnTo>
                <a:lnTo>
                  <a:pt x="2506" y="1324"/>
                </a:lnTo>
                <a:lnTo>
                  <a:pt x="2503" y="1324"/>
                </a:lnTo>
                <a:lnTo>
                  <a:pt x="2502" y="1323"/>
                </a:lnTo>
                <a:lnTo>
                  <a:pt x="2502" y="1322"/>
                </a:lnTo>
                <a:lnTo>
                  <a:pt x="2501" y="1322"/>
                </a:lnTo>
                <a:lnTo>
                  <a:pt x="2500" y="1322"/>
                </a:lnTo>
                <a:lnTo>
                  <a:pt x="2500" y="1321"/>
                </a:lnTo>
                <a:lnTo>
                  <a:pt x="2499" y="1321"/>
                </a:lnTo>
                <a:lnTo>
                  <a:pt x="2499" y="1322"/>
                </a:lnTo>
                <a:lnTo>
                  <a:pt x="2498" y="1322"/>
                </a:lnTo>
                <a:lnTo>
                  <a:pt x="2497" y="1322"/>
                </a:lnTo>
                <a:lnTo>
                  <a:pt x="2497" y="1323"/>
                </a:lnTo>
                <a:lnTo>
                  <a:pt x="2496" y="1323"/>
                </a:lnTo>
                <a:lnTo>
                  <a:pt x="2495" y="1323"/>
                </a:lnTo>
                <a:lnTo>
                  <a:pt x="2495" y="1322"/>
                </a:lnTo>
                <a:lnTo>
                  <a:pt x="2494" y="1322"/>
                </a:lnTo>
                <a:lnTo>
                  <a:pt x="2494" y="1323"/>
                </a:lnTo>
                <a:lnTo>
                  <a:pt x="2495" y="1324"/>
                </a:lnTo>
                <a:lnTo>
                  <a:pt x="2495" y="1325"/>
                </a:lnTo>
                <a:lnTo>
                  <a:pt x="2495" y="1326"/>
                </a:lnTo>
                <a:lnTo>
                  <a:pt x="2494" y="1326"/>
                </a:lnTo>
                <a:lnTo>
                  <a:pt x="2493" y="1326"/>
                </a:lnTo>
                <a:lnTo>
                  <a:pt x="2493" y="1325"/>
                </a:lnTo>
                <a:lnTo>
                  <a:pt x="2492" y="1325"/>
                </a:lnTo>
                <a:lnTo>
                  <a:pt x="2491" y="1325"/>
                </a:lnTo>
                <a:lnTo>
                  <a:pt x="2492" y="1325"/>
                </a:lnTo>
                <a:lnTo>
                  <a:pt x="2492" y="1324"/>
                </a:lnTo>
                <a:lnTo>
                  <a:pt x="2491" y="1324"/>
                </a:lnTo>
                <a:lnTo>
                  <a:pt x="2491" y="1325"/>
                </a:lnTo>
                <a:lnTo>
                  <a:pt x="2490" y="1325"/>
                </a:lnTo>
                <a:lnTo>
                  <a:pt x="2489" y="1325"/>
                </a:lnTo>
                <a:lnTo>
                  <a:pt x="2488" y="1325"/>
                </a:lnTo>
                <a:lnTo>
                  <a:pt x="2488" y="1326"/>
                </a:lnTo>
                <a:lnTo>
                  <a:pt x="2488" y="1327"/>
                </a:lnTo>
                <a:lnTo>
                  <a:pt x="2488" y="1328"/>
                </a:lnTo>
                <a:lnTo>
                  <a:pt x="2487" y="1328"/>
                </a:lnTo>
                <a:lnTo>
                  <a:pt x="2487" y="1327"/>
                </a:lnTo>
                <a:lnTo>
                  <a:pt x="2486" y="1327"/>
                </a:lnTo>
                <a:lnTo>
                  <a:pt x="2485" y="1327"/>
                </a:lnTo>
                <a:lnTo>
                  <a:pt x="2484" y="1327"/>
                </a:lnTo>
                <a:lnTo>
                  <a:pt x="2484" y="1328"/>
                </a:lnTo>
                <a:lnTo>
                  <a:pt x="2485" y="1328"/>
                </a:lnTo>
                <a:lnTo>
                  <a:pt x="2485" y="1329"/>
                </a:lnTo>
                <a:lnTo>
                  <a:pt x="2484" y="1329"/>
                </a:lnTo>
                <a:lnTo>
                  <a:pt x="2482" y="1329"/>
                </a:lnTo>
                <a:lnTo>
                  <a:pt x="2481" y="1328"/>
                </a:lnTo>
                <a:lnTo>
                  <a:pt x="2480" y="1328"/>
                </a:lnTo>
                <a:lnTo>
                  <a:pt x="2479" y="1328"/>
                </a:lnTo>
                <a:lnTo>
                  <a:pt x="2478" y="1328"/>
                </a:lnTo>
                <a:lnTo>
                  <a:pt x="2478" y="1330"/>
                </a:lnTo>
                <a:lnTo>
                  <a:pt x="2477" y="1330"/>
                </a:lnTo>
                <a:lnTo>
                  <a:pt x="2477" y="1331"/>
                </a:lnTo>
                <a:lnTo>
                  <a:pt x="2476" y="1331"/>
                </a:lnTo>
                <a:lnTo>
                  <a:pt x="2475" y="1331"/>
                </a:lnTo>
                <a:lnTo>
                  <a:pt x="2474" y="1331"/>
                </a:lnTo>
                <a:lnTo>
                  <a:pt x="2474" y="1332"/>
                </a:lnTo>
                <a:lnTo>
                  <a:pt x="2473" y="1333"/>
                </a:lnTo>
                <a:lnTo>
                  <a:pt x="2472" y="1333"/>
                </a:lnTo>
                <a:lnTo>
                  <a:pt x="2472" y="1334"/>
                </a:lnTo>
                <a:lnTo>
                  <a:pt x="2471" y="1334"/>
                </a:lnTo>
                <a:lnTo>
                  <a:pt x="2470" y="1334"/>
                </a:lnTo>
                <a:lnTo>
                  <a:pt x="2470" y="1335"/>
                </a:lnTo>
                <a:lnTo>
                  <a:pt x="2469" y="1335"/>
                </a:lnTo>
                <a:lnTo>
                  <a:pt x="2468" y="1335"/>
                </a:lnTo>
                <a:lnTo>
                  <a:pt x="2467" y="1336"/>
                </a:lnTo>
                <a:lnTo>
                  <a:pt x="2466" y="1336"/>
                </a:lnTo>
                <a:lnTo>
                  <a:pt x="2465" y="1336"/>
                </a:lnTo>
                <a:lnTo>
                  <a:pt x="2465" y="1335"/>
                </a:lnTo>
                <a:lnTo>
                  <a:pt x="2464" y="1335"/>
                </a:lnTo>
                <a:lnTo>
                  <a:pt x="2463" y="1335"/>
                </a:lnTo>
                <a:lnTo>
                  <a:pt x="2463" y="1336"/>
                </a:lnTo>
                <a:lnTo>
                  <a:pt x="2462" y="1336"/>
                </a:lnTo>
                <a:lnTo>
                  <a:pt x="2462" y="1337"/>
                </a:lnTo>
                <a:lnTo>
                  <a:pt x="2461" y="1337"/>
                </a:lnTo>
                <a:lnTo>
                  <a:pt x="2460" y="1337"/>
                </a:lnTo>
                <a:lnTo>
                  <a:pt x="2460" y="1338"/>
                </a:lnTo>
                <a:lnTo>
                  <a:pt x="2459" y="1338"/>
                </a:lnTo>
                <a:lnTo>
                  <a:pt x="2458" y="1338"/>
                </a:lnTo>
                <a:lnTo>
                  <a:pt x="2457" y="1338"/>
                </a:lnTo>
                <a:lnTo>
                  <a:pt x="2457" y="1339"/>
                </a:lnTo>
                <a:lnTo>
                  <a:pt x="2456" y="1339"/>
                </a:lnTo>
                <a:lnTo>
                  <a:pt x="2455" y="1339"/>
                </a:lnTo>
                <a:lnTo>
                  <a:pt x="2455" y="1340"/>
                </a:lnTo>
                <a:lnTo>
                  <a:pt x="2454" y="1340"/>
                </a:lnTo>
                <a:lnTo>
                  <a:pt x="2453" y="1341"/>
                </a:lnTo>
                <a:lnTo>
                  <a:pt x="2452" y="1341"/>
                </a:lnTo>
                <a:lnTo>
                  <a:pt x="2451" y="1341"/>
                </a:lnTo>
                <a:lnTo>
                  <a:pt x="2451" y="1342"/>
                </a:lnTo>
                <a:lnTo>
                  <a:pt x="2450" y="1342"/>
                </a:lnTo>
                <a:lnTo>
                  <a:pt x="2451" y="1343"/>
                </a:lnTo>
                <a:lnTo>
                  <a:pt x="2451" y="1344"/>
                </a:lnTo>
                <a:lnTo>
                  <a:pt x="2452" y="1344"/>
                </a:lnTo>
                <a:lnTo>
                  <a:pt x="2452" y="1343"/>
                </a:lnTo>
                <a:lnTo>
                  <a:pt x="2453" y="1343"/>
                </a:lnTo>
                <a:lnTo>
                  <a:pt x="2454" y="1344"/>
                </a:lnTo>
                <a:lnTo>
                  <a:pt x="2453" y="1344"/>
                </a:lnTo>
                <a:lnTo>
                  <a:pt x="2452" y="1345"/>
                </a:lnTo>
                <a:lnTo>
                  <a:pt x="2453" y="1346"/>
                </a:lnTo>
                <a:lnTo>
                  <a:pt x="2453" y="1347"/>
                </a:lnTo>
                <a:lnTo>
                  <a:pt x="2452" y="1347"/>
                </a:lnTo>
                <a:lnTo>
                  <a:pt x="2451" y="1347"/>
                </a:lnTo>
                <a:lnTo>
                  <a:pt x="2451" y="1348"/>
                </a:lnTo>
                <a:lnTo>
                  <a:pt x="2450" y="1348"/>
                </a:lnTo>
                <a:lnTo>
                  <a:pt x="2448" y="1348"/>
                </a:lnTo>
                <a:lnTo>
                  <a:pt x="2448" y="1349"/>
                </a:lnTo>
                <a:lnTo>
                  <a:pt x="2449" y="1349"/>
                </a:lnTo>
                <a:lnTo>
                  <a:pt x="2449" y="1350"/>
                </a:lnTo>
                <a:lnTo>
                  <a:pt x="2449" y="1351"/>
                </a:lnTo>
                <a:lnTo>
                  <a:pt x="2449" y="1352"/>
                </a:lnTo>
                <a:lnTo>
                  <a:pt x="2449" y="1353"/>
                </a:lnTo>
                <a:lnTo>
                  <a:pt x="2448" y="1354"/>
                </a:lnTo>
                <a:lnTo>
                  <a:pt x="2447" y="1354"/>
                </a:lnTo>
                <a:lnTo>
                  <a:pt x="2446" y="1354"/>
                </a:lnTo>
                <a:lnTo>
                  <a:pt x="2446" y="1355"/>
                </a:lnTo>
                <a:lnTo>
                  <a:pt x="2445" y="1355"/>
                </a:lnTo>
                <a:lnTo>
                  <a:pt x="2445" y="1356"/>
                </a:lnTo>
                <a:lnTo>
                  <a:pt x="2446" y="1357"/>
                </a:lnTo>
                <a:lnTo>
                  <a:pt x="2445" y="1357"/>
                </a:lnTo>
                <a:lnTo>
                  <a:pt x="2444" y="1357"/>
                </a:lnTo>
                <a:lnTo>
                  <a:pt x="2443" y="1357"/>
                </a:lnTo>
                <a:lnTo>
                  <a:pt x="2442" y="1356"/>
                </a:lnTo>
                <a:lnTo>
                  <a:pt x="2441" y="1356"/>
                </a:lnTo>
                <a:lnTo>
                  <a:pt x="2440" y="1356"/>
                </a:lnTo>
                <a:lnTo>
                  <a:pt x="2440" y="1355"/>
                </a:lnTo>
                <a:lnTo>
                  <a:pt x="2440" y="1356"/>
                </a:lnTo>
                <a:lnTo>
                  <a:pt x="2439" y="1356"/>
                </a:lnTo>
                <a:lnTo>
                  <a:pt x="2439" y="1357"/>
                </a:lnTo>
                <a:lnTo>
                  <a:pt x="2438" y="1357"/>
                </a:lnTo>
                <a:lnTo>
                  <a:pt x="2438" y="1358"/>
                </a:lnTo>
                <a:lnTo>
                  <a:pt x="2437" y="1358"/>
                </a:lnTo>
                <a:lnTo>
                  <a:pt x="2436" y="1358"/>
                </a:lnTo>
                <a:lnTo>
                  <a:pt x="2436" y="1359"/>
                </a:lnTo>
                <a:lnTo>
                  <a:pt x="2435" y="1359"/>
                </a:lnTo>
                <a:lnTo>
                  <a:pt x="2434" y="1360"/>
                </a:lnTo>
                <a:lnTo>
                  <a:pt x="2434" y="1361"/>
                </a:lnTo>
                <a:lnTo>
                  <a:pt x="2434" y="1362"/>
                </a:lnTo>
                <a:lnTo>
                  <a:pt x="2434" y="1363"/>
                </a:lnTo>
                <a:lnTo>
                  <a:pt x="2433" y="1364"/>
                </a:lnTo>
                <a:lnTo>
                  <a:pt x="2433" y="1363"/>
                </a:lnTo>
                <a:lnTo>
                  <a:pt x="2432" y="1362"/>
                </a:lnTo>
                <a:lnTo>
                  <a:pt x="2431" y="1363"/>
                </a:lnTo>
                <a:lnTo>
                  <a:pt x="2431" y="1364"/>
                </a:lnTo>
                <a:lnTo>
                  <a:pt x="2432" y="1364"/>
                </a:lnTo>
                <a:lnTo>
                  <a:pt x="2432" y="1365"/>
                </a:lnTo>
                <a:lnTo>
                  <a:pt x="2431" y="1365"/>
                </a:lnTo>
                <a:lnTo>
                  <a:pt x="2431" y="1364"/>
                </a:lnTo>
                <a:lnTo>
                  <a:pt x="2430" y="1364"/>
                </a:lnTo>
                <a:lnTo>
                  <a:pt x="2429" y="1365"/>
                </a:lnTo>
                <a:lnTo>
                  <a:pt x="2429" y="1366"/>
                </a:lnTo>
                <a:lnTo>
                  <a:pt x="2430" y="1366"/>
                </a:lnTo>
                <a:lnTo>
                  <a:pt x="2429" y="1366"/>
                </a:lnTo>
                <a:lnTo>
                  <a:pt x="2428" y="1366"/>
                </a:lnTo>
                <a:lnTo>
                  <a:pt x="2429" y="1366"/>
                </a:lnTo>
                <a:lnTo>
                  <a:pt x="2429" y="1367"/>
                </a:lnTo>
                <a:lnTo>
                  <a:pt x="2430" y="1367"/>
                </a:lnTo>
                <a:lnTo>
                  <a:pt x="2431" y="1367"/>
                </a:lnTo>
                <a:lnTo>
                  <a:pt x="2432" y="1367"/>
                </a:lnTo>
                <a:lnTo>
                  <a:pt x="2432" y="1368"/>
                </a:lnTo>
                <a:lnTo>
                  <a:pt x="2432" y="1369"/>
                </a:lnTo>
                <a:lnTo>
                  <a:pt x="2431" y="1369"/>
                </a:lnTo>
                <a:lnTo>
                  <a:pt x="2430" y="1369"/>
                </a:lnTo>
                <a:lnTo>
                  <a:pt x="2428" y="1369"/>
                </a:lnTo>
                <a:lnTo>
                  <a:pt x="2427" y="1369"/>
                </a:lnTo>
                <a:lnTo>
                  <a:pt x="2427" y="1370"/>
                </a:lnTo>
                <a:lnTo>
                  <a:pt x="2426" y="1370"/>
                </a:lnTo>
                <a:lnTo>
                  <a:pt x="2426" y="1371"/>
                </a:lnTo>
                <a:lnTo>
                  <a:pt x="2425" y="1371"/>
                </a:lnTo>
                <a:lnTo>
                  <a:pt x="2425" y="1372"/>
                </a:lnTo>
                <a:lnTo>
                  <a:pt x="2424" y="1372"/>
                </a:lnTo>
                <a:lnTo>
                  <a:pt x="2423" y="1372"/>
                </a:lnTo>
                <a:lnTo>
                  <a:pt x="2423" y="1373"/>
                </a:lnTo>
                <a:lnTo>
                  <a:pt x="2422" y="1373"/>
                </a:lnTo>
                <a:lnTo>
                  <a:pt x="2421" y="1373"/>
                </a:lnTo>
                <a:lnTo>
                  <a:pt x="2421" y="1374"/>
                </a:lnTo>
                <a:lnTo>
                  <a:pt x="2421" y="1375"/>
                </a:lnTo>
                <a:lnTo>
                  <a:pt x="2421" y="1376"/>
                </a:lnTo>
                <a:lnTo>
                  <a:pt x="2420" y="1376"/>
                </a:lnTo>
                <a:lnTo>
                  <a:pt x="2419" y="1376"/>
                </a:lnTo>
                <a:lnTo>
                  <a:pt x="2419" y="1377"/>
                </a:lnTo>
                <a:lnTo>
                  <a:pt x="2419" y="1378"/>
                </a:lnTo>
                <a:lnTo>
                  <a:pt x="2418" y="1378"/>
                </a:lnTo>
                <a:lnTo>
                  <a:pt x="2418" y="1379"/>
                </a:lnTo>
                <a:lnTo>
                  <a:pt x="2418" y="1380"/>
                </a:lnTo>
                <a:lnTo>
                  <a:pt x="2417" y="1380"/>
                </a:lnTo>
                <a:lnTo>
                  <a:pt x="2416" y="1380"/>
                </a:lnTo>
                <a:lnTo>
                  <a:pt x="2416" y="1381"/>
                </a:lnTo>
                <a:lnTo>
                  <a:pt x="2415" y="1381"/>
                </a:lnTo>
                <a:lnTo>
                  <a:pt x="2415" y="1382"/>
                </a:lnTo>
                <a:lnTo>
                  <a:pt x="2415" y="1383"/>
                </a:lnTo>
                <a:lnTo>
                  <a:pt x="2415" y="1384"/>
                </a:lnTo>
                <a:lnTo>
                  <a:pt x="2414" y="1385"/>
                </a:lnTo>
                <a:lnTo>
                  <a:pt x="2415" y="1385"/>
                </a:lnTo>
                <a:lnTo>
                  <a:pt x="2415" y="1386"/>
                </a:lnTo>
                <a:lnTo>
                  <a:pt x="2415" y="1387"/>
                </a:lnTo>
                <a:lnTo>
                  <a:pt x="2416" y="1387"/>
                </a:lnTo>
                <a:lnTo>
                  <a:pt x="2415" y="1387"/>
                </a:lnTo>
                <a:lnTo>
                  <a:pt x="2415" y="1388"/>
                </a:lnTo>
                <a:lnTo>
                  <a:pt x="2414" y="1389"/>
                </a:lnTo>
                <a:lnTo>
                  <a:pt x="2413" y="1389"/>
                </a:lnTo>
                <a:lnTo>
                  <a:pt x="2412" y="1390"/>
                </a:lnTo>
                <a:lnTo>
                  <a:pt x="2412" y="1391"/>
                </a:lnTo>
                <a:lnTo>
                  <a:pt x="2411" y="1391"/>
                </a:lnTo>
                <a:lnTo>
                  <a:pt x="2410" y="1391"/>
                </a:lnTo>
                <a:lnTo>
                  <a:pt x="2409" y="1391"/>
                </a:lnTo>
                <a:lnTo>
                  <a:pt x="2408" y="1391"/>
                </a:lnTo>
                <a:lnTo>
                  <a:pt x="2407" y="1390"/>
                </a:lnTo>
                <a:lnTo>
                  <a:pt x="2406" y="1390"/>
                </a:lnTo>
                <a:lnTo>
                  <a:pt x="2405" y="1390"/>
                </a:lnTo>
                <a:lnTo>
                  <a:pt x="2405" y="1389"/>
                </a:lnTo>
                <a:lnTo>
                  <a:pt x="2405" y="1388"/>
                </a:lnTo>
                <a:lnTo>
                  <a:pt x="2404" y="1387"/>
                </a:lnTo>
                <a:lnTo>
                  <a:pt x="2404" y="1386"/>
                </a:lnTo>
                <a:lnTo>
                  <a:pt x="2404" y="1385"/>
                </a:lnTo>
                <a:lnTo>
                  <a:pt x="2405" y="1385"/>
                </a:lnTo>
                <a:lnTo>
                  <a:pt x="2404" y="1385"/>
                </a:lnTo>
                <a:lnTo>
                  <a:pt x="2405" y="1384"/>
                </a:lnTo>
                <a:lnTo>
                  <a:pt x="2405" y="1383"/>
                </a:lnTo>
                <a:lnTo>
                  <a:pt x="2406" y="1383"/>
                </a:lnTo>
                <a:lnTo>
                  <a:pt x="2406" y="1382"/>
                </a:lnTo>
                <a:lnTo>
                  <a:pt x="2407" y="1382"/>
                </a:lnTo>
                <a:lnTo>
                  <a:pt x="2406" y="1382"/>
                </a:lnTo>
                <a:lnTo>
                  <a:pt x="2405" y="1382"/>
                </a:lnTo>
                <a:lnTo>
                  <a:pt x="2405" y="1381"/>
                </a:lnTo>
                <a:lnTo>
                  <a:pt x="2404" y="1381"/>
                </a:lnTo>
                <a:lnTo>
                  <a:pt x="2405" y="1381"/>
                </a:lnTo>
                <a:lnTo>
                  <a:pt x="2405" y="1380"/>
                </a:lnTo>
                <a:lnTo>
                  <a:pt x="2406" y="1380"/>
                </a:lnTo>
                <a:lnTo>
                  <a:pt x="2406" y="1379"/>
                </a:lnTo>
                <a:lnTo>
                  <a:pt x="2406" y="1378"/>
                </a:lnTo>
                <a:lnTo>
                  <a:pt x="2406" y="1377"/>
                </a:lnTo>
                <a:lnTo>
                  <a:pt x="2406" y="1376"/>
                </a:lnTo>
                <a:lnTo>
                  <a:pt x="2406" y="1375"/>
                </a:lnTo>
                <a:lnTo>
                  <a:pt x="2406" y="1376"/>
                </a:lnTo>
                <a:lnTo>
                  <a:pt x="2405" y="1376"/>
                </a:lnTo>
                <a:lnTo>
                  <a:pt x="2404" y="1377"/>
                </a:lnTo>
                <a:lnTo>
                  <a:pt x="2404" y="1376"/>
                </a:lnTo>
                <a:lnTo>
                  <a:pt x="2403" y="1376"/>
                </a:lnTo>
                <a:lnTo>
                  <a:pt x="2403" y="1375"/>
                </a:lnTo>
                <a:lnTo>
                  <a:pt x="2402" y="1375"/>
                </a:lnTo>
                <a:lnTo>
                  <a:pt x="2402" y="1374"/>
                </a:lnTo>
                <a:lnTo>
                  <a:pt x="2402" y="1373"/>
                </a:lnTo>
                <a:lnTo>
                  <a:pt x="2402" y="1372"/>
                </a:lnTo>
                <a:lnTo>
                  <a:pt x="2401" y="1371"/>
                </a:lnTo>
                <a:lnTo>
                  <a:pt x="2400" y="1370"/>
                </a:lnTo>
                <a:lnTo>
                  <a:pt x="2400" y="1369"/>
                </a:lnTo>
                <a:lnTo>
                  <a:pt x="2400" y="1368"/>
                </a:lnTo>
                <a:lnTo>
                  <a:pt x="2400" y="1367"/>
                </a:lnTo>
                <a:lnTo>
                  <a:pt x="2399" y="1365"/>
                </a:lnTo>
                <a:lnTo>
                  <a:pt x="2397" y="1365"/>
                </a:lnTo>
                <a:lnTo>
                  <a:pt x="2397" y="1364"/>
                </a:lnTo>
                <a:lnTo>
                  <a:pt x="2396" y="1364"/>
                </a:lnTo>
                <a:lnTo>
                  <a:pt x="2396" y="1363"/>
                </a:lnTo>
                <a:lnTo>
                  <a:pt x="2397" y="1362"/>
                </a:lnTo>
                <a:lnTo>
                  <a:pt x="2397" y="1361"/>
                </a:lnTo>
                <a:lnTo>
                  <a:pt x="2397" y="1359"/>
                </a:lnTo>
                <a:lnTo>
                  <a:pt x="2397" y="1358"/>
                </a:lnTo>
                <a:lnTo>
                  <a:pt x="2396" y="1358"/>
                </a:lnTo>
                <a:lnTo>
                  <a:pt x="2396" y="1357"/>
                </a:lnTo>
                <a:lnTo>
                  <a:pt x="2395" y="1357"/>
                </a:lnTo>
                <a:lnTo>
                  <a:pt x="2394" y="1356"/>
                </a:lnTo>
                <a:lnTo>
                  <a:pt x="2393" y="1355"/>
                </a:lnTo>
                <a:lnTo>
                  <a:pt x="2393" y="1354"/>
                </a:lnTo>
                <a:lnTo>
                  <a:pt x="2392" y="1353"/>
                </a:lnTo>
                <a:lnTo>
                  <a:pt x="2391" y="1353"/>
                </a:lnTo>
                <a:lnTo>
                  <a:pt x="2391" y="1352"/>
                </a:lnTo>
                <a:lnTo>
                  <a:pt x="2391" y="1351"/>
                </a:lnTo>
                <a:lnTo>
                  <a:pt x="2390" y="1349"/>
                </a:lnTo>
                <a:lnTo>
                  <a:pt x="2389" y="1349"/>
                </a:lnTo>
                <a:lnTo>
                  <a:pt x="2389" y="1348"/>
                </a:lnTo>
                <a:lnTo>
                  <a:pt x="2389" y="1347"/>
                </a:lnTo>
                <a:lnTo>
                  <a:pt x="2388" y="1346"/>
                </a:lnTo>
                <a:lnTo>
                  <a:pt x="2386" y="1343"/>
                </a:lnTo>
                <a:lnTo>
                  <a:pt x="2386" y="1344"/>
                </a:lnTo>
                <a:lnTo>
                  <a:pt x="2385" y="1344"/>
                </a:lnTo>
                <a:lnTo>
                  <a:pt x="2385" y="1343"/>
                </a:lnTo>
                <a:lnTo>
                  <a:pt x="2384" y="1343"/>
                </a:lnTo>
                <a:lnTo>
                  <a:pt x="2385" y="1343"/>
                </a:lnTo>
                <a:lnTo>
                  <a:pt x="2385" y="1342"/>
                </a:lnTo>
                <a:lnTo>
                  <a:pt x="2384" y="1341"/>
                </a:lnTo>
                <a:lnTo>
                  <a:pt x="2384" y="1340"/>
                </a:lnTo>
                <a:lnTo>
                  <a:pt x="2383" y="1338"/>
                </a:lnTo>
                <a:lnTo>
                  <a:pt x="2384" y="1338"/>
                </a:lnTo>
                <a:lnTo>
                  <a:pt x="2385" y="1337"/>
                </a:lnTo>
                <a:lnTo>
                  <a:pt x="2386" y="1336"/>
                </a:lnTo>
                <a:lnTo>
                  <a:pt x="2386" y="1335"/>
                </a:lnTo>
                <a:lnTo>
                  <a:pt x="2386" y="1334"/>
                </a:lnTo>
                <a:lnTo>
                  <a:pt x="2387" y="1333"/>
                </a:lnTo>
                <a:lnTo>
                  <a:pt x="2386" y="1333"/>
                </a:lnTo>
                <a:lnTo>
                  <a:pt x="2386" y="1332"/>
                </a:lnTo>
                <a:lnTo>
                  <a:pt x="2386" y="1331"/>
                </a:lnTo>
                <a:lnTo>
                  <a:pt x="2385" y="1330"/>
                </a:lnTo>
                <a:lnTo>
                  <a:pt x="2384" y="1329"/>
                </a:lnTo>
                <a:lnTo>
                  <a:pt x="2383" y="1329"/>
                </a:lnTo>
                <a:lnTo>
                  <a:pt x="2382" y="1330"/>
                </a:lnTo>
                <a:lnTo>
                  <a:pt x="2381" y="1330"/>
                </a:lnTo>
                <a:lnTo>
                  <a:pt x="2380" y="1329"/>
                </a:lnTo>
                <a:lnTo>
                  <a:pt x="2379" y="1329"/>
                </a:lnTo>
                <a:lnTo>
                  <a:pt x="2378" y="1330"/>
                </a:lnTo>
                <a:lnTo>
                  <a:pt x="2377" y="1330"/>
                </a:lnTo>
                <a:lnTo>
                  <a:pt x="2376" y="1330"/>
                </a:lnTo>
                <a:lnTo>
                  <a:pt x="2376" y="1329"/>
                </a:lnTo>
                <a:lnTo>
                  <a:pt x="2375" y="1329"/>
                </a:lnTo>
                <a:lnTo>
                  <a:pt x="2374" y="1329"/>
                </a:lnTo>
                <a:lnTo>
                  <a:pt x="2373" y="1329"/>
                </a:lnTo>
                <a:lnTo>
                  <a:pt x="2373" y="1328"/>
                </a:lnTo>
                <a:lnTo>
                  <a:pt x="2372" y="1329"/>
                </a:lnTo>
                <a:lnTo>
                  <a:pt x="2371" y="1329"/>
                </a:lnTo>
                <a:lnTo>
                  <a:pt x="2371" y="1328"/>
                </a:lnTo>
                <a:lnTo>
                  <a:pt x="2372" y="1328"/>
                </a:lnTo>
                <a:lnTo>
                  <a:pt x="2372" y="1327"/>
                </a:lnTo>
                <a:lnTo>
                  <a:pt x="2371" y="1328"/>
                </a:lnTo>
                <a:lnTo>
                  <a:pt x="2370" y="1328"/>
                </a:lnTo>
                <a:lnTo>
                  <a:pt x="2368" y="1327"/>
                </a:lnTo>
                <a:lnTo>
                  <a:pt x="2368" y="1326"/>
                </a:lnTo>
                <a:lnTo>
                  <a:pt x="2367" y="1326"/>
                </a:lnTo>
                <a:lnTo>
                  <a:pt x="2366" y="1326"/>
                </a:lnTo>
                <a:lnTo>
                  <a:pt x="2365" y="1326"/>
                </a:lnTo>
                <a:lnTo>
                  <a:pt x="2364" y="1326"/>
                </a:lnTo>
                <a:lnTo>
                  <a:pt x="2363" y="1326"/>
                </a:lnTo>
                <a:lnTo>
                  <a:pt x="2363" y="1325"/>
                </a:lnTo>
                <a:lnTo>
                  <a:pt x="2362" y="1324"/>
                </a:lnTo>
                <a:lnTo>
                  <a:pt x="2361" y="1325"/>
                </a:lnTo>
                <a:lnTo>
                  <a:pt x="2361" y="1324"/>
                </a:lnTo>
                <a:lnTo>
                  <a:pt x="2360" y="1322"/>
                </a:lnTo>
                <a:lnTo>
                  <a:pt x="2359" y="1322"/>
                </a:lnTo>
                <a:lnTo>
                  <a:pt x="2358" y="1322"/>
                </a:lnTo>
                <a:lnTo>
                  <a:pt x="2357" y="1321"/>
                </a:lnTo>
                <a:lnTo>
                  <a:pt x="2356" y="1321"/>
                </a:lnTo>
                <a:lnTo>
                  <a:pt x="2356" y="1320"/>
                </a:lnTo>
                <a:lnTo>
                  <a:pt x="2356" y="1319"/>
                </a:lnTo>
                <a:lnTo>
                  <a:pt x="2355" y="1320"/>
                </a:lnTo>
                <a:lnTo>
                  <a:pt x="2354" y="1320"/>
                </a:lnTo>
                <a:lnTo>
                  <a:pt x="2353" y="1320"/>
                </a:lnTo>
                <a:lnTo>
                  <a:pt x="2353" y="1319"/>
                </a:lnTo>
                <a:lnTo>
                  <a:pt x="2353" y="1318"/>
                </a:lnTo>
                <a:lnTo>
                  <a:pt x="2354" y="1316"/>
                </a:lnTo>
                <a:lnTo>
                  <a:pt x="2355" y="1316"/>
                </a:lnTo>
                <a:lnTo>
                  <a:pt x="2356" y="1315"/>
                </a:lnTo>
                <a:lnTo>
                  <a:pt x="2356" y="1312"/>
                </a:lnTo>
                <a:lnTo>
                  <a:pt x="2355" y="1312"/>
                </a:lnTo>
                <a:lnTo>
                  <a:pt x="2353" y="1311"/>
                </a:lnTo>
                <a:lnTo>
                  <a:pt x="2351" y="1311"/>
                </a:lnTo>
                <a:lnTo>
                  <a:pt x="2351" y="1310"/>
                </a:lnTo>
                <a:lnTo>
                  <a:pt x="2350" y="1310"/>
                </a:lnTo>
                <a:lnTo>
                  <a:pt x="2350" y="1309"/>
                </a:lnTo>
                <a:lnTo>
                  <a:pt x="2350" y="1308"/>
                </a:lnTo>
                <a:lnTo>
                  <a:pt x="2349" y="1308"/>
                </a:lnTo>
                <a:lnTo>
                  <a:pt x="2349" y="1309"/>
                </a:lnTo>
                <a:lnTo>
                  <a:pt x="2349" y="1310"/>
                </a:lnTo>
                <a:lnTo>
                  <a:pt x="2348" y="1311"/>
                </a:lnTo>
                <a:lnTo>
                  <a:pt x="2348" y="1312"/>
                </a:lnTo>
                <a:lnTo>
                  <a:pt x="2347" y="1312"/>
                </a:lnTo>
                <a:lnTo>
                  <a:pt x="2347" y="1313"/>
                </a:lnTo>
                <a:lnTo>
                  <a:pt x="2346" y="1314"/>
                </a:lnTo>
                <a:lnTo>
                  <a:pt x="2344" y="1315"/>
                </a:lnTo>
                <a:lnTo>
                  <a:pt x="2343" y="1315"/>
                </a:lnTo>
                <a:lnTo>
                  <a:pt x="2342" y="1315"/>
                </a:lnTo>
                <a:lnTo>
                  <a:pt x="2342" y="1316"/>
                </a:lnTo>
                <a:lnTo>
                  <a:pt x="2342" y="1317"/>
                </a:lnTo>
                <a:lnTo>
                  <a:pt x="2341" y="1317"/>
                </a:lnTo>
                <a:lnTo>
                  <a:pt x="2340" y="1318"/>
                </a:lnTo>
                <a:lnTo>
                  <a:pt x="2339" y="1318"/>
                </a:lnTo>
                <a:lnTo>
                  <a:pt x="2337" y="1318"/>
                </a:lnTo>
                <a:lnTo>
                  <a:pt x="2336" y="1319"/>
                </a:lnTo>
                <a:lnTo>
                  <a:pt x="2334" y="1319"/>
                </a:lnTo>
                <a:lnTo>
                  <a:pt x="2333" y="1319"/>
                </a:lnTo>
                <a:lnTo>
                  <a:pt x="2332" y="1319"/>
                </a:lnTo>
                <a:lnTo>
                  <a:pt x="2332" y="1320"/>
                </a:lnTo>
                <a:lnTo>
                  <a:pt x="2331" y="1320"/>
                </a:lnTo>
                <a:lnTo>
                  <a:pt x="2331" y="1321"/>
                </a:lnTo>
                <a:lnTo>
                  <a:pt x="2330" y="1321"/>
                </a:lnTo>
                <a:lnTo>
                  <a:pt x="2328" y="1323"/>
                </a:lnTo>
                <a:lnTo>
                  <a:pt x="2327" y="1323"/>
                </a:lnTo>
                <a:lnTo>
                  <a:pt x="2326" y="1323"/>
                </a:lnTo>
                <a:lnTo>
                  <a:pt x="2325" y="1324"/>
                </a:lnTo>
                <a:lnTo>
                  <a:pt x="2325" y="1325"/>
                </a:lnTo>
                <a:lnTo>
                  <a:pt x="2325" y="1326"/>
                </a:lnTo>
                <a:lnTo>
                  <a:pt x="2324" y="1327"/>
                </a:lnTo>
                <a:lnTo>
                  <a:pt x="2323" y="1328"/>
                </a:lnTo>
                <a:lnTo>
                  <a:pt x="2322" y="1328"/>
                </a:lnTo>
                <a:lnTo>
                  <a:pt x="2322" y="1329"/>
                </a:lnTo>
                <a:lnTo>
                  <a:pt x="2322" y="1330"/>
                </a:lnTo>
                <a:lnTo>
                  <a:pt x="2321" y="1331"/>
                </a:lnTo>
                <a:lnTo>
                  <a:pt x="2322" y="1332"/>
                </a:lnTo>
                <a:lnTo>
                  <a:pt x="2323" y="1332"/>
                </a:lnTo>
                <a:lnTo>
                  <a:pt x="2324" y="1332"/>
                </a:lnTo>
                <a:lnTo>
                  <a:pt x="2324" y="1333"/>
                </a:lnTo>
                <a:lnTo>
                  <a:pt x="2325" y="1333"/>
                </a:lnTo>
                <a:lnTo>
                  <a:pt x="2326" y="1335"/>
                </a:lnTo>
                <a:lnTo>
                  <a:pt x="2326" y="1336"/>
                </a:lnTo>
                <a:lnTo>
                  <a:pt x="2326" y="1337"/>
                </a:lnTo>
                <a:lnTo>
                  <a:pt x="2327" y="1337"/>
                </a:lnTo>
                <a:lnTo>
                  <a:pt x="2328" y="1337"/>
                </a:lnTo>
                <a:lnTo>
                  <a:pt x="2328" y="1338"/>
                </a:lnTo>
                <a:lnTo>
                  <a:pt x="2328" y="1339"/>
                </a:lnTo>
                <a:lnTo>
                  <a:pt x="2328" y="1340"/>
                </a:lnTo>
                <a:lnTo>
                  <a:pt x="2329" y="1341"/>
                </a:lnTo>
                <a:lnTo>
                  <a:pt x="2330" y="1341"/>
                </a:lnTo>
                <a:lnTo>
                  <a:pt x="2332" y="1341"/>
                </a:lnTo>
                <a:lnTo>
                  <a:pt x="2333" y="1341"/>
                </a:lnTo>
                <a:lnTo>
                  <a:pt x="2334" y="1342"/>
                </a:lnTo>
                <a:lnTo>
                  <a:pt x="2335" y="1342"/>
                </a:lnTo>
                <a:lnTo>
                  <a:pt x="2335" y="1343"/>
                </a:lnTo>
                <a:lnTo>
                  <a:pt x="2336" y="1344"/>
                </a:lnTo>
                <a:lnTo>
                  <a:pt x="2336" y="1345"/>
                </a:lnTo>
                <a:lnTo>
                  <a:pt x="2336" y="1346"/>
                </a:lnTo>
                <a:lnTo>
                  <a:pt x="2335" y="1346"/>
                </a:lnTo>
                <a:lnTo>
                  <a:pt x="2335" y="1347"/>
                </a:lnTo>
                <a:lnTo>
                  <a:pt x="2336" y="1347"/>
                </a:lnTo>
                <a:lnTo>
                  <a:pt x="2336" y="1348"/>
                </a:lnTo>
                <a:lnTo>
                  <a:pt x="2336" y="1349"/>
                </a:lnTo>
                <a:lnTo>
                  <a:pt x="2336" y="1350"/>
                </a:lnTo>
                <a:lnTo>
                  <a:pt x="2335" y="1351"/>
                </a:lnTo>
                <a:lnTo>
                  <a:pt x="2335" y="1352"/>
                </a:lnTo>
                <a:lnTo>
                  <a:pt x="2335" y="1353"/>
                </a:lnTo>
                <a:lnTo>
                  <a:pt x="2334" y="1353"/>
                </a:lnTo>
                <a:lnTo>
                  <a:pt x="2334" y="1354"/>
                </a:lnTo>
                <a:lnTo>
                  <a:pt x="2333" y="1355"/>
                </a:lnTo>
                <a:lnTo>
                  <a:pt x="2332" y="1356"/>
                </a:lnTo>
                <a:lnTo>
                  <a:pt x="2332" y="1357"/>
                </a:lnTo>
                <a:lnTo>
                  <a:pt x="2331" y="1357"/>
                </a:lnTo>
                <a:lnTo>
                  <a:pt x="2331" y="1358"/>
                </a:lnTo>
                <a:lnTo>
                  <a:pt x="2330" y="1358"/>
                </a:lnTo>
                <a:lnTo>
                  <a:pt x="2330" y="1359"/>
                </a:lnTo>
                <a:lnTo>
                  <a:pt x="2330" y="1360"/>
                </a:lnTo>
                <a:lnTo>
                  <a:pt x="2331" y="1361"/>
                </a:lnTo>
                <a:lnTo>
                  <a:pt x="2330" y="1361"/>
                </a:lnTo>
                <a:lnTo>
                  <a:pt x="2330" y="1362"/>
                </a:lnTo>
                <a:lnTo>
                  <a:pt x="2330" y="1363"/>
                </a:lnTo>
                <a:lnTo>
                  <a:pt x="2331" y="1363"/>
                </a:lnTo>
                <a:lnTo>
                  <a:pt x="2331" y="1364"/>
                </a:lnTo>
                <a:lnTo>
                  <a:pt x="2331" y="1366"/>
                </a:lnTo>
                <a:lnTo>
                  <a:pt x="2331" y="1367"/>
                </a:lnTo>
                <a:lnTo>
                  <a:pt x="2330" y="1367"/>
                </a:lnTo>
                <a:lnTo>
                  <a:pt x="2330" y="1368"/>
                </a:lnTo>
                <a:lnTo>
                  <a:pt x="2330" y="1369"/>
                </a:lnTo>
                <a:lnTo>
                  <a:pt x="2330" y="1370"/>
                </a:lnTo>
                <a:lnTo>
                  <a:pt x="2331" y="1370"/>
                </a:lnTo>
                <a:lnTo>
                  <a:pt x="2331" y="1371"/>
                </a:lnTo>
                <a:lnTo>
                  <a:pt x="2330" y="1371"/>
                </a:lnTo>
                <a:lnTo>
                  <a:pt x="2330" y="1372"/>
                </a:lnTo>
                <a:lnTo>
                  <a:pt x="2330" y="1373"/>
                </a:lnTo>
                <a:lnTo>
                  <a:pt x="2330" y="1374"/>
                </a:lnTo>
                <a:lnTo>
                  <a:pt x="2329" y="1374"/>
                </a:lnTo>
                <a:lnTo>
                  <a:pt x="2329" y="1375"/>
                </a:lnTo>
                <a:lnTo>
                  <a:pt x="2329" y="1376"/>
                </a:lnTo>
                <a:lnTo>
                  <a:pt x="2329" y="1377"/>
                </a:lnTo>
                <a:lnTo>
                  <a:pt x="2329" y="1378"/>
                </a:lnTo>
                <a:lnTo>
                  <a:pt x="2328" y="1379"/>
                </a:lnTo>
                <a:lnTo>
                  <a:pt x="2327" y="1379"/>
                </a:lnTo>
                <a:lnTo>
                  <a:pt x="2327" y="1380"/>
                </a:lnTo>
                <a:lnTo>
                  <a:pt x="2326" y="1380"/>
                </a:lnTo>
                <a:lnTo>
                  <a:pt x="2326" y="1381"/>
                </a:lnTo>
                <a:lnTo>
                  <a:pt x="2327" y="1382"/>
                </a:lnTo>
                <a:lnTo>
                  <a:pt x="2328" y="1382"/>
                </a:lnTo>
                <a:lnTo>
                  <a:pt x="2329" y="1383"/>
                </a:lnTo>
                <a:lnTo>
                  <a:pt x="2329" y="1385"/>
                </a:lnTo>
                <a:lnTo>
                  <a:pt x="2328" y="1385"/>
                </a:lnTo>
                <a:lnTo>
                  <a:pt x="2327" y="1385"/>
                </a:lnTo>
                <a:lnTo>
                  <a:pt x="2327" y="1386"/>
                </a:lnTo>
                <a:lnTo>
                  <a:pt x="2328" y="1386"/>
                </a:lnTo>
                <a:lnTo>
                  <a:pt x="2329" y="1386"/>
                </a:lnTo>
                <a:lnTo>
                  <a:pt x="2329" y="1387"/>
                </a:lnTo>
                <a:lnTo>
                  <a:pt x="2329" y="1388"/>
                </a:lnTo>
                <a:lnTo>
                  <a:pt x="2328" y="1388"/>
                </a:lnTo>
                <a:lnTo>
                  <a:pt x="2327" y="1389"/>
                </a:lnTo>
                <a:lnTo>
                  <a:pt x="2327" y="1390"/>
                </a:lnTo>
                <a:lnTo>
                  <a:pt x="2328" y="1392"/>
                </a:lnTo>
                <a:lnTo>
                  <a:pt x="2329" y="1393"/>
                </a:lnTo>
                <a:lnTo>
                  <a:pt x="2329" y="1395"/>
                </a:lnTo>
                <a:lnTo>
                  <a:pt x="2328" y="1395"/>
                </a:lnTo>
                <a:lnTo>
                  <a:pt x="2328" y="1396"/>
                </a:lnTo>
                <a:lnTo>
                  <a:pt x="2328" y="1397"/>
                </a:lnTo>
                <a:lnTo>
                  <a:pt x="2329" y="1398"/>
                </a:lnTo>
                <a:lnTo>
                  <a:pt x="2330" y="1398"/>
                </a:lnTo>
                <a:lnTo>
                  <a:pt x="2331" y="1398"/>
                </a:lnTo>
                <a:lnTo>
                  <a:pt x="2331" y="1399"/>
                </a:lnTo>
                <a:lnTo>
                  <a:pt x="2332" y="1400"/>
                </a:lnTo>
                <a:lnTo>
                  <a:pt x="2332" y="1401"/>
                </a:lnTo>
                <a:lnTo>
                  <a:pt x="2333" y="1402"/>
                </a:lnTo>
                <a:lnTo>
                  <a:pt x="2335" y="1402"/>
                </a:lnTo>
                <a:lnTo>
                  <a:pt x="2336" y="1403"/>
                </a:lnTo>
                <a:lnTo>
                  <a:pt x="2337" y="1403"/>
                </a:lnTo>
                <a:lnTo>
                  <a:pt x="2338" y="1403"/>
                </a:lnTo>
                <a:lnTo>
                  <a:pt x="2339" y="1404"/>
                </a:lnTo>
                <a:lnTo>
                  <a:pt x="2340" y="1404"/>
                </a:lnTo>
                <a:lnTo>
                  <a:pt x="2340" y="1405"/>
                </a:lnTo>
                <a:lnTo>
                  <a:pt x="2339" y="1405"/>
                </a:lnTo>
                <a:lnTo>
                  <a:pt x="2340" y="1406"/>
                </a:lnTo>
                <a:lnTo>
                  <a:pt x="2340" y="1407"/>
                </a:lnTo>
                <a:lnTo>
                  <a:pt x="2339" y="1407"/>
                </a:lnTo>
                <a:lnTo>
                  <a:pt x="2338" y="1407"/>
                </a:lnTo>
                <a:lnTo>
                  <a:pt x="2337" y="1407"/>
                </a:lnTo>
                <a:lnTo>
                  <a:pt x="2334" y="1407"/>
                </a:lnTo>
                <a:lnTo>
                  <a:pt x="2334" y="1408"/>
                </a:lnTo>
                <a:lnTo>
                  <a:pt x="2334" y="1409"/>
                </a:lnTo>
                <a:lnTo>
                  <a:pt x="2335" y="1410"/>
                </a:lnTo>
                <a:lnTo>
                  <a:pt x="2336" y="1410"/>
                </a:lnTo>
                <a:lnTo>
                  <a:pt x="2336" y="1411"/>
                </a:lnTo>
                <a:lnTo>
                  <a:pt x="2336" y="1412"/>
                </a:lnTo>
                <a:lnTo>
                  <a:pt x="2337" y="1412"/>
                </a:lnTo>
                <a:lnTo>
                  <a:pt x="2338" y="1413"/>
                </a:lnTo>
                <a:lnTo>
                  <a:pt x="2338" y="1414"/>
                </a:lnTo>
                <a:lnTo>
                  <a:pt x="2339" y="1414"/>
                </a:lnTo>
                <a:lnTo>
                  <a:pt x="2338" y="1414"/>
                </a:lnTo>
                <a:lnTo>
                  <a:pt x="2337" y="1415"/>
                </a:lnTo>
                <a:lnTo>
                  <a:pt x="2338" y="1415"/>
                </a:lnTo>
                <a:lnTo>
                  <a:pt x="2338" y="1416"/>
                </a:lnTo>
                <a:lnTo>
                  <a:pt x="2338" y="1417"/>
                </a:lnTo>
                <a:lnTo>
                  <a:pt x="2339" y="1417"/>
                </a:lnTo>
                <a:lnTo>
                  <a:pt x="2338" y="1417"/>
                </a:lnTo>
                <a:lnTo>
                  <a:pt x="2337" y="1418"/>
                </a:lnTo>
                <a:lnTo>
                  <a:pt x="2336" y="1418"/>
                </a:lnTo>
                <a:lnTo>
                  <a:pt x="2336" y="1419"/>
                </a:lnTo>
                <a:lnTo>
                  <a:pt x="2335" y="1420"/>
                </a:lnTo>
                <a:lnTo>
                  <a:pt x="2335" y="1421"/>
                </a:lnTo>
                <a:lnTo>
                  <a:pt x="2335" y="1423"/>
                </a:lnTo>
                <a:lnTo>
                  <a:pt x="2335" y="1424"/>
                </a:lnTo>
                <a:lnTo>
                  <a:pt x="2334" y="1424"/>
                </a:lnTo>
                <a:lnTo>
                  <a:pt x="2334" y="1425"/>
                </a:lnTo>
                <a:lnTo>
                  <a:pt x="2333" y="1425"/>
                </a:lnTo>
                <a:lnTo>
                  <a:pt x="2332" y="1425"/>
                </a:lnTo>
                <a:lnTo>
                  <a:pt x="2331" y="1425"/>
                </a:lnTo>
                <a:lnTo>
                  <a:pt x="2330" y="1425"/>
                </a:lnTo>
                <a:lnTo>
                  <a:pt x="2329" y="1426"/>
                </a:lnTo>
                <a:lnTo>
                  <a:pt x="2329" y="1427"/>
                </a:lnTo>
                <a:lnTo>
                  <a:pt x="2330" y="1427"/>
                </a:lnTo>
                <a:lnTo>
                  <a:pt x="2330" y="1428"/>
                </a:lnTo>
                <a:lnTo>
                  <a:pt x="2331" y="1428"/>
                </a:lnTo>
                <a:lnTo>
                  <a:pt x="2331" y="1430"/>
                </a:lnTo>
                <a:lnTo>
                  <a:pt x="2330" y="1430"/>
                </a:lnTo>
                <a:lnTo>
                  <a:pt x="2330" y="1431"/>
                </a:lnTo>
                <a:lnTo>
                  <a:pt x="2330" y="1432"/>
                </a:lnTo>
                <a:lnTo>
                  <a:pt x="2330" y="1433"/>
                </a:lnTo>
                <a:lnTo>
                  <a:pt x="2331" y="1434"/>
                </a:lnTo>
                <a:lnTo>
                  <a:pt x="2330" y="1435"/>
                </a:lnTo>
                <a:lnTo>
                  <a:pt x="2329" y="1435"/>
                </a:lnTo>
                <a:lnTo>
                  <a:pt x="2329" y="1434"/>
                </a:lnTo>
                <a:lnTo>
                  <a:pt x="2329" y="1433"/>
                </a:lnTo>
                <a:lnTo>
                  <a:pt x="2328" y="1434"/>
                </a:lnTo>
                <a:lnTo>
                  <a:pt x="2328" y="1435"/>
                </a:lnTo>
                <a:lnTo>
                  <a:pt x="2327" y="1436"/>
                </a:lnTo>
                <a:lnTo>
                  <a:pt x="2327" y="1435"/>
                </a:lnTo>
                <a:lnTo>
                  <a:pt x="2326" y="1435"/>
                </a:lnTo>
                <a:lnTo>
                  <a:pt x="2325" y="1435"/>
                </a:lnTo>
                <a:lnTo>
                  <a:pt x="2323" y="1435"/>
                </a:lnTo>
                <a:lnTo>
                  <a:pt x="2322" y="1436"/>
                </a:lnTo>
                <a:lnTo>
                  <a:pt x="2321" y="1436"/>
                </a:lnTo>
                <a:lnTo>
                  <a:pt x="2321" y="1437"/>
                </a:lnTo>
                <a:lnTo>
                  <a:pt x="2320" y="1437"/>
                </a:lnTo>
                <a:lnTo>
                  <a:pt x="2319" y="1437"/>
                </a:lnTo>
                <a:lnTo>
                  <a:pt x="2319" y="1438"/>
                </a:lnTo>
                <a:lnTo>
                  <a:pt x="2318" y="1438"/>
                </a:lnTo>
                <a:lnTo>
                  <a:pt x="2318" y="1439"/>
                </a:lnTo>
                <a:lnTo>
                  <a:pt x="2317" y="1440"/>
                </a:lnTo>
                <a:lnTo>
                  <a:pt x="2315" y="1440"/>
                </a:lnTo>
                <a:lnTo>
                  <a:pt x="2314" y="1439"/>
                </a:lnTo>
                <a:lnTo>
                  <a:pt x="2313" y="1439"/>
                </a:lnTo>
                <a:lnTo>
                  <a:pt x="2311" y="1439"/>
                </a:lnTo>
                <a:lnTo>
                  <a:pt x="2310" y="1439"/>
                </a:lnTo>
                <a:lnTo>
                  <a:pt x="2309" y="1439"/>
                </a:lnTo>
                <a:lnTo>
                  <a:pt x="2308" y="1439"/>
                </a:lnTo>
                <a:lnTo>
                  <a:pt x="2307" y="1439"/>
                </a:lnTo>
                <a:lnTo>
                  <a:pt x="2305" y="1439"/>
                </a:lnTo>
                <a:lnTo>
                  <a:pt x="2304" y="1439"/>
                </a:lnTo>
                <a:lnTo>
                  <a:pt x="2303" y="1439"/>
                </a:lnTo>
                <a:lnTo>
                  <a:pt x="2302" y="1439"/>
                </a:lnTo>
                <a:lnTo>
                  <a:pt x="2301" y="1439"/>
                </a:lnTo>
                <a:lnTo>
                  <a:pt x="2300" y="1439"/>
                </a:lnTo>
                <a:lnTo>
                  <a:pt x="2299" y="1438"/>
                </a:lnTo>
                <a:lnTo>
                  <a:pt x="2298" y="1438"/>
                </a:lnTo>
                <a:lnTo>
                  <a:pt x="2297" y="1438"/>
                </a:lnTo>
                <a:lnTo>
                  <a:pt x="2295" y="1438"/>
                </a:lnTo>
                <a:lnTo>
                  <a:pt x="2295" y="1437"/>
                </a:lnTo>
                <a:lnTo>
                  <a:pt x="2294" y="1437"/>
                </a:lnTo>
                <a:lnTo>
                  <a:pt x="2293" y="1437"/>
                </a:lnTo>
                <a:lnTo>
                  <a:pt x="2293" y="1438"/>
                </a:lnTo>
                <a:lnTo>
                  <a:pt x="2292" y="1438"/>
                </a:lnTo>
                <a:lnTo>
                  <a:pt x="2292" y="1437"/>
                </a:lnTo>
                <a:lnTo>
                  <a:pt x="2291" y="1437"/>
                </a:lnTo>
                <a:lnTo>
                  <a:pt x="2290" y="1437"/>
                </a:lnTo>
                <a:lnTo>
                  <a:pt x="2290" y="1438"/>
                </a:lnTo>
                <a:lnTo>
                  <a:pt x="2289" y="1438"/>
                </a:lnTo>
                <a:lnTo>
                  <a:pt x="2288" y="1438"/>
                </a:lnTo>
                <a:lnTo>
                  <a:pt x="2287" y="1438"/>
                </a:lnTo>
                <a:lnTo>
                  <a:pt x="2286" y="1438"/>
                </a:lnTo>
                <a:lnTo>
                  <a:pt x="2285" y="1438"/>
                </a:lnTo>
                <a:lnTo>
                  <a:pt x="2284" y="1437"/>
                </a:lnTo>
                <a:lnTo>
                  <a:pt x="2283" y="1438"/>
                </a:lnTo>
                <a:lnTo>
                  <a:pt x="2282" y="1438"/>
                </a:lnTo>
                <a:lnTo>
                  <a:pt x="2282" y="1437"/>
                </a:lnTo>
                <a:lnTo>
                  <a:pt x="2282" y="1436"/>
                </a:lnTo>
                <a:lnTo>
                  <a:pt x="2281" y="1434"/>
                </a:lnTo>
                <a:lnTo>
                  <a:pt x="2280" y="1434"/>
                </a:lnTo>
                <a:lnTo>
                  <a:pt x="2279" y="1432"/>
                </a:lnTo>
                <a:lnTo>
                  <a:pt x="2279" y="1431"/>
                </a:lnTo>
                <a:lnTo>
                  <a:pt x="2280" y="1430"/>
                </a:lnTo>
                <a:lnTo>
                  <a:pt x="2280" y="1429"/>
                </a:lnTo>
                <a:lnTo>
                  <a:pt x="2280" y="1428"/>
                </a:lnTo>
                <a:lnTo>
                  <a:pt x="2279" y="1429"/>
                </a:lnTo>
                <a:lnTo>
                  <a:pt x="2279" y="1430"/>
                </a:lnTo>
                <a:lnTo>
                  <a:pt x="2278" y="1430"/>
                </a:lnTo>
                <a:lnTo>
                  <a:pt x="2277" y="1430"/>
                </a:lnTo>
                <a:lnTo>
                  <a:pt x="2275" y="1431"/>
                </a:lnTo>
                <a:lnTo>
                  <a:pt x="2274" y="1431"/>
                </a:lnTo>
                <a:lnTo>
                  <a:pt x="2273" y="1431"/>
                </a:lnTo>
                <a:lnTo>
                  <a:pt x="2272" y="1432"/>
                </a:lnTo>
                <a:lnTo>
                  <a:pt x="2272" y="1433"/>
                </a:lnTo>
                <a:lnTo>
                  <a:pt x="2271" y="1433"/>
                </a:lnTo>
                <a:lnTo>
                  <a:pt x="2271" y="1434"/>
                </a:lnTo>
                <a:lnTo>
                  <a:pt x="2271" y="1435"/>
                </a:lnTo>
                <a:lnTo>
                  <a:pt x="2270" y="1436"/>
                </a:lnTo>
                <a:lnTo>
                  <a:pt x="2269" y="1436"/>
                </a:lnTo>
                <a:lnTo>
                  <a:pt x="2268" y="1436"/>
                </a:lnTo>
                <a:lnTo>
                  <a:pt x="2266" y="1435"/>
                </a:lnTo>
                <a:lnTo>
                  <a:pt x="2266" y="1434"/>
                </a:lnTo>
                <a:lnTo>
                  <a:pt x="2265" y="1434"/>
                </a:lnTo>
                <a:lnTo>
                  <a:pt x="2264" y="1434"/>
                </a:lnTo>
                <a:lnTo>
                  <a:pt x="2264" y="1435"/>
                </a:lnTo>
                <a:lnTo>
                  <a:pt x="2264" y="1434"/>
                </a:lnTo>
                <a:lnTo>
                  <a:pt x="2263" y="1434"/>
                </a:lnTo>
                <a:lnTo>
                  <a:pt x="2263" y="1433"/>
                </a:lnTo>
                <a:lnTo>
                  <a:pt x="2262" y="1433"/>
                </a:lnTo>
                <a:lnTo>
                  <a:pt x="2261" y="1432"/>
                </a:lnTo>
                <a:lnTo>
                  <a:pt x="2260" y="1433"/>
                </a:lnTo>
                <a:lnTo>
                  <a:pt x="2259" y="1433"/>
                </a:lnTo>
                <a:lnTo>
                  <a:pt x="2257" y="1433"/>
                </a:lnTo>
                <a:lnTo>
                  <a:pt x="2256" y="1433"/>
                </a:lnTo>
                <a:lnTo>
                  <a:pt x="2255" y="1432"/>
                </a:lnTo>
                <a:lnTo>
                  <a:pt x="2255" y="1433"/>
                </a:lnTo>
                <a:lnTo>
                  <a:pt x="2254" y="1433"/>
                </a:lnTo>
                <a:lnTo>
                  <a:pt x="2253" y="1432"/>
                </a:lnTo>
                <a:lnTo>
                  <a:pt x="2252" y="1432"/>
                </a:lnTo>
                <a:lnTo>
                  <a:pt x="2250" y="1432"/>
                </a:lnTo>
                <a:lnTo>
                  <a:pt x="2249" y="1432"/>
                </a:lnTo>
                <a:lnTo>
                  <a:pt x="2248" y="1433"/>
                </a:lnTo>
                <a:lnTo>
                  <a:pt x="2247" y="1432"/>
                </a:lnTo>
                <a:lnTo>
                  <a:pt x="2246" y="1431"/>
                </a:lnTo>
                <a:lnTo>
                  <a:pt x="2246" y="1432"/>
                </a:lnTo>
                <a:lnTo>
                  <a:pt x="2245" y="1433"/>
                </a:lnTo>
                <a:lnTo>
                  <a:pt x="2243" y="1433"/>
                </a:lnTo>
                <a:lnTo>
                  <a:pt x="2242" y="1433"/>
                </a:lnTo>
                <a:lnTo>
                  <a:pt x="2240" y="1433"/>
                </a:lnTo>
                <a:lnTo>
                  <a:pt x="2239" y="1433"/>
                </a:lnTo>
                <a:lnTo>
                  <a:pt x="2239" y="1434"/>
                </a:lnTo>
                <a:lnTo>
                  <a:pt x="2238" y="1434"/>
                </a:lnTo>
                <a:lnTo>
                  <a:pt x="2237" y="1434"/>
                </a:lnTo>
                <a:lnTo>
                  <a:pt x="2236" y="1434"/>
                </a:lnTo>
                <a:lnTo>
                  <a:pt x="2234" y="1434"/>
                </a:lnTo>
                <a:lnTo>
                  <a:pt x="2234" y="1435"/>
                </a:lnTo>
                <a:lnTo>
                  <a:pt x="2235" y="1435"/>
                </a:lnTo>
                <a:lnTo>
                  <a:pt x="2235" y="1436"/>
                </a:lnTo>
                <a:lnTo>
                  <a:pt x="2234" y="1436"/>
                </a:lnTo>
                <a:lnTo>
                  <a:pt x="2233" y="1436"/>
                </a:lnTo>
                <a:lnTo>
                  <a:pt x="2233" y="1437"/>
                </a:lnTo>
                <a:lnTo>
                  <a:pt x="2232" y="1437"/>
                </a:lnTo>
                <a:lnTo>
                  <a:pt x="2230" y="1437"/>
                </a:lnTo>
                <a:lnTo>
                  <a:pt x="2230" y="1436"/>
                </a:lnTo>
                <a:lnTo>
                  <a:pt x="2229" y="1435"/>
                </a:lnTo>
                <a:lnTo>
                  <a:pt x="2228" y="1434"/>
                </a:lnTo>
                <a:lnTo>
                  <a:pt x="2229" y="1434"/>
                </a:lnTo>
                <a:lnTo>
                  <a:pt x="2229" y="1433"/>
                </a:lnTo>
                <a:lnTo>
                  <a:pt x="2228" y="1432"/>
                </a:lnTo>
                <a:lnTo>
                  <a:pt x="2228" y="1431"/>
                </a:lnTo>
                <a:lnTo>
                  <a:pt x="2228" y="1430"/>
                </a:lnTo>
                <a:lnTo>
                  <a:pt x="2227" y="1430"/>
                </a:lnTo>
                <a:lnTo>
                  <a:pt x="2228" y="1430"/>
                </a:lnTo>
                <a:lnTo>
                  <a:pt x="2228" y="1429"/>
                </a:lnTo>
                <a:lnTo>
                  <a:pt x="2229" y="1428"/>
                </a:lnTo>
                <a:lnTo>
                  <a:pt x="2228" y="1428"/>
                </a:lnTo>
                <a:lnTo>
                  <a:pt x="2228" y="1427"/>
                </a:lnTo>
                <a:lnTo>
                  <a:pt x="2228" y="1426"/>
                </a:lnTo>
                <a:lnTo>
                  <a:pt x="2228" y="1424"/>
                </a:lnTo>
                <a:lnTo>
                  <a:pt x="2229" y="1424"/>
                </a:lnTo>
                <a:lnTo>
                  <a:pt x="2227" y="1422"/>
                </a:lnTo>
                <a:lnTo>
                  <a:pt x="2227" y="1421"/>
                </a:lnTo>
                <a:lnTo>
                  <a:pt x="2226" y="1421"/>
                </a:lnTo>
                <a:lnTo>
                  <a:pt x="2225" y="1421"/>
                </a:lnTo>
                <a:lnTo>
                  <a:pt x="2224" y="1420"/>
                </a:lnTo>
                <a:lnTo>
                  <a:pt x="2223" y="1419"/>
                </a:lnTo>
                <a:lnTo>
                  <a:pt x="2222" y="1419"/>
                </a:lnTo>
                <a:lnTo>
                  <a:pt x="2221" y="1419"/>
                </a:lnTo>
                <a:lnTo>
                  <a:pt x="2220" y="1419"/>
                </a:lnTo>
                <a:lnTo>
                  <a:pt x="2219" y="1419"/>
                </a:lnTo>
                <a:lnTo>
                  <a:pt x="2219" y="1418"/>
                </a:lnTo>
                <a:lnTo>
                  <a:pt x="2220" y="1417"/>
                </a:lnTo>
                <a:lnTo>
                  <a:pt x="2222" y="1417"/>
                </a:lnTo>
                <a:lnTo>
                  <a:pt x="2223" y="1417"/>
                </a:lnTo>
                <a:lnTo>
                  <a:pt x="2223" y="1416"/>
                </a:lnTo>
                <a:lnTo>
                  <a:pt x="2223" y="1415"/>
                </a:lnTo>
                <a:lnTo>
                  <a:pt x="2223" y="1414"/>
                </a:lnTo>
                <a:lnTo>
                  <a:pt x="2224" y="1414"/>
                </a:lnTo>
                <a:lnTo>
                  <a:pt x="2225" y="1413"/>
                </a:lnTo>
                <a:lnTo>
                  <a:pt x="2225" y="1412"/>
                </a:lnTo>
                <a:lnTo>
                  <a:pt x="2224" y="1412"/>
                </a:lnTo>
                <a:lnTo>
                  <a:pt x="2223" y="1411"/>
                </a:lnTo>
                <a:lnTo>
                  <a:pt x="2223" y="1410"/>
                </a:lnTo>
                <a:lnTo>
                  <a:pt x="2223" y="1409"/>
                </a:lnTo>
                <a:lnTo>
                  <a:pt x="2223" y="1408"/>
                </a:lnTo>
                <a:lnTo>
                  <a:pt x="2224" y="1408"/>
                </a:lnTo>
                <a:lnTo>
                  <a:pt x="2224" y="1407"/>
                </a:lnTo>
                <a:lnTo>
                  <a:pt x="2223" y="1406"/>
                </a:lnTo>
                <a:lnTo>
                  <a:pt x="2223" y="1407"/>
                </a:lnTo>
                <a:lnTo>
                  <a:pt x="2222" y="1407"/>
                </a:lnTo>
                <a:lnTo>
                  <a:pt x="2221" y="1407"/>
                </a:lnTo>
                <a:lnTo>
                  <a:pt x="2221" y="1406"/>
                </a:lnTo>
                <a:lnTo>
                  <a:pt x="2220" y="1406"/>
                </a:lnTo>
                <a:lnTo>
                  <a:pt x="2219" y="1406"/>
                </a:lnTo>
                <a:lnTo>
                  <a:pt x="2218" y="1405"/>
                </a:lnTo>
                <a:lnTo>
                  <a:pt x="2217" y="1405"/>
                </a:lnTo>
                <a:lnTo>
                  <a:pt x="2216" y="1405"/>
                </a:lnTo>
                <a:lnTo>
                  <a:pt x="2215" y="1405"/>
                </a:lnTo>
                <a:lnTo>
                  <a:pt x="2215" y="1404"/>
                </a:lnTo>
                <a:lnTo>
                  <a:pt x="2215" y="1403"/>
                </a:lnTo>
                <a:lnTo>
                  <a:pt x="2214" y="1403"/>
                </a:lnTo>
                <a:lnTo>
                  <a:pt x="2214" y="1402"/>
                </a:lnTo>
                <a:lnTo>
                  <a:pt x="2213" y="1400"/>
                </a:lnTo>
                <a:lnTo>
                  <a:pt x="2213" y="1399"/>
                </a:lnTo>
                <a:lnTo>
                  <a:pt x="2214" y="1398"/>
                </a:lnTo>
                <a:lnTo>
                  <a:pt x="2213" y="1397"/>
                </a:lnTo>
                <a:lnTo>
                  <a:pt x="2212" y="1396"/>
                </a:lnTo>
                <a:lnTo>
                  <a:pt x="2211" y="1395"/>
                </a:lnTo>
                <a:lnTo>
                  <a:pt x="2210" y="1394"/>
                </a:lnTo>
                <a:lnTo>
                  <a:pt x="2209" y="1394"/>
                </a:lnTo>
                <a:lnTo>
                  <a:pt x="2209" y="1393"/>
                </a:lnTo>
                <a:lnTo>
                  <a:pt x="2208" y="1393"/>
                </a:lnTo>
                <a:lnTo>
                  <a:pt x="2208" y="1392"/>
                </a:lnTo>
                <a:lnTo>
                  <a:pt x="2208" y="1391"/>
                </a:lnTo>
                <a:lnTo>
                  <a:pt x="2208" y="1390"/>
                </a:lnTo>
                <a:lnTo>
                  <a:pt x="2207" y="1390"/>
                </a:lnTo>
                <a:lnTo>
                  <a:pt x="2207" y="1388"/>
                </a:lnTo>
                <a:lnTo>
                  <a:pt x="2206" y="1388"/>
                </a:lnTo>
                <a:lnTo>
                  <a:pt x="2205" y="1387"/>
                </a:lnTo>
                <a:lnTo>
                  <a:pt x="2205" y="1386"/>
                </a:lnTo>
                <a:lnTo>
                  <a:pt x="2205" y="1385"/>
                </a:lnTo>
                <a:lnTo>
                  <a:pt x="2206" y="1385"/>
                </a:lnTo>
                <a:lnTo>
                  <a:pt x="2206" y="1383"/>
                </a:lnTo>
                <a:lnTo>
                  <a:pt x="2205" y="1383"/>
                </a:lnTo>
                <a:lnTo>
                  <a:pt x="2205" y="1382"/>
                </a:lnTo>
                <a:lnTo>
                  <a:pt x="2206" y="1381"/>
                </a:lnTo>
                <a:lnTo>
                  <a:pt x="2207" y="1381"/>
                </a:lnTo>
                <a:lnTo>
                  <a:pt x="2207" y="1380"/>
                </a:lnTo>
                <a:lnTo>
                  <a:pt x="2206" y="1380"/>
                </a:lnTo>
                <a:lnTo>
                  <a:pt x="2206" y="1379"/>
                </a:lnTo>
                <a:lnTo>
                  <a:pt x="2207" y="1379"/>
                </a:lnTo>
                <a:lnTo>
                  <a:pt x="2208" y="1378"/>
                </a:lnTo>
                <a:lnTo>
                  <a:pt x="2209" y="1377"/>
                </a:lnTo>
                <a:lnTo>
                  <a:pt x="2210" y="1377"/>
                </a:lnTo>
                <a:lnTo>
                  <a:pt x="2211" y="1377"/>
                </a:lnTo>
                <a:lnTo>
                  <a:pt x="2212" y="1378"/>
                </a:lnTo>
                <a:lnTo>
                  <a:pt x="2213" y="1377"/>
                </a:lnTo>
                <a:lnTo>
                  <a:pt x="2214" y="1377"/>
                </a:lnTo>
                <a:lnTo>
                  <a:pt x="2215" y="1377"/>
                </a:lnTo>
                <a:lnTo>
                  <a:pt x="2217" y="1379"/>
                </a:lnTo>
                <a:lnTo>
                  <a:pt x="2217" y="1380"/>
                </a:lnTo>
                <a:lnTo>
                  <a:pt x="2216" y="1380"/>
                </a:lnTo>
                <a:lnTo>
                  <a:pt x="2216" y="1381"/>
                </a:lnTo>
                <a:lnTo>
                  <a:pt x="2217" y="1381"/>
                </a:lnTo>
                <a:lnTo>
                  <a:pt x="2217" y="1382"/>
                </a:lnTo>
                <a:lnTo>
                  <a:pt x="2218" y="1383"/>
                </a:lnTo>
                <a:lnTo>
                  <a:pt x="2220" y="1383"/>
                </a:lnTo>
                <a:lnTo>
                  <a:pt x="2221" y="1383"/>
                </a:lnTo>
                <a:lnTo>
                  <a:pt x="2221" y="1382"/>
                </a:lnTo>
                <a:lnTo>
                  <a:pt x="2222" y="1382"/>
                </a:lnTo>
                <a:lnTo>
                  <a:pt x="2223" y="1381"/>
                </a:lnTo>
                <a:lnTo>
                  <a:pt x="2224" y="1379"/>
                </a:lnTo>
                <a:lnTo>
                  <a:pt x="2224" y="1378"/>
                </a:lnTo>
                <a:lnTo>
                  <a:pt x="2224" y="1377"/>
                </a:lnTo>
                <a:lnTo>
                  <a:pt x="2224" y="1376"/>
                </a:lnTo>
                <a:lnTo>
                  <a:pt x="2225" y="1375"/>
                </a:lnTo>
                <a:lnTo>
                  <a:pt x="2225" y="1374"/>
                </a:lnTo>
                <a:lnTo>
                  <a:pt x="2226" y="1374"/>
                </a:lnTo>
                <a:lnTo>
                  <a:pt x="2227" y="1374"/>
                </a:lnTo>
                <a:lnTo>
                  <a:pt x="2227" y="1373"/>
                </a:lnTo>
                <a:lnTo>
                  <a:pt x="2227" y="1372"/>
                </a:lnTo>
                <a:lnTo>
                  <a:pt x="2226" y="1372"/>
                </a:lnTo>
                <a:lnTo>
                  <a:pt x="2226" y="1371"/>
                </a:lnTo>
                <a:lnTo>
                  <a:pt x="2226" y="1370"/>
                </a:lnTo>
                <a:lnTo>
                  <a:pt x="2225" y="1369"/>
                </a:lnTo>
                <a:lnTo>
                  <a:pt x="2224" y="1369"/>
                </a:lnTo>
                <a:lnTo>
                  <a:pt x="2223" y="1367"/>
                </a:lnTo>
                <a:lnTo>
                  <a:pt x="2222" y="1367"/>
                </a:lnTo>
                <a:lnTo>
                  <a:pt x="2221" y="1366"/>
                </a:lnTo>
                <a:lnTo>
                  <a:pt x="2219" y="1365"/>
                </a:lnTo>
                <a:lnTo>
                  <a:pt x="2219" y="1364"/>
                </a:lnTo>
                <a:lnTo>
                  <a:pt x="2219" y="1363"/>
                </a:lnTo>
                <a:lnTo>
                  <a:pt x="2220" y="1363"/>
                </a:lnTo>
                <a:lnTo>
                  <a:pt x="2221" y="1363"/>
                </a:lnTo>
                <a:lnTo>
                  <a:pt x="2223" y="1362"/>
                </a:lnTo>
                <a:lnTo>
                  <a:pt x="2223" y="1360"/>
                </a:lnTo>
                <a:lnTo>
                  <a:pt x="2223" y="1359"/>
                </a:lnTo>
                <a:lnTo>
                  <a:pt x="2223" y="1358"/>
                </a:lnTo>
                <a:lnTo>
                  <a:pt x="2223" y="1357"/>
                </a:lnTo>
                <a:lnTo>
                  <a:pt x="2224" y="1357"/>
                </a:lnTo>
                <a:lnTo>
                  <a:pt x="2224" y="1356"/>
                </a:lnTo>
                <a:lnTo>
                  <a:pt x="2223" y="1356"/>
                </a:lnTo>
                <a:lnTo>
                  <a:pt x="2222" y="1356"/>
                </a:lnTo>
                <a:lnTo>
                  <a:pt x="2222" y="1355"/>
                </a:lnTo>
                <a:lnTo>
                  <a:pt x="2222" y="1354"/>
                </a:lnTo>
                <a:lnTo>
                  <a:pt x="2221" y="1354"/>
                </a:lnTo>
                <a:lnTo>
                  <a:pt x="2218" y="1354"/>
                </a:lnTo>
                <a:lnTo>
                  <a:pt x="2217" y="1354"/>
                </a:lnTo>
                <a:lnTo>
                  <a:pt x="2216" y="1354"/>
                </a:lnTo>
                <a:lnTo>
                  <a:pt x="2216" y="1353"/>
                </a:lnTo>
                <a:lnTo>
                  <a:pt x="2216" y="1352"/>
                </a:lnTo>
                <a:lnTo>
                  <a:pt x="2217" y="1353"/>
                </a:lnTo>
                <a:lnTo>
                  <a:pt x="2218" y="1353"/>
                </a:lnTo>
                <a:lnTo>
                  <a:pt x="2218" y="1352"/>
                </a:lnTo>
                <a:lnTo>
                  <a:pt x="2219" y="1352"/>
                </a:lnTo>
                <a:lnTo>
                  <a:pt x="2220" y="1351"/>
                </a:lnTo>
                <a:lnTo>
                  <a:pt x="2220" y="1350"/>
                </a:lnTo>
                <a:lnTo>
                  <a:pt x="2221" y="1350"/>
                </a:lnTo>
                <a:lnTo>
                  <a:pt x="2222" y="1349"/>
                </a:lnTo>
                <a:lnTo>
                  <a:pt x="2222" y="1348"/>
                </a:lnTo>
                <a:lnTo>
                  <a:pt x="2221" y="1348"/>
                </a:lnTo>
                <a:lnTo>
                  <a:pt x="2221" y="1347"/>
                </a:lnTo>
                <a:lnTo>
                  <a:pt x="2220" y="1347"/>
                </a:lnTo>
                <a:lnTo>
                  <a:pt x="2219" y="1346"/>
                </a:lnTo>
                <a:lnTo>
                  <a:pt x="2219" y="1345"/>
                </a:lnTo>
                <a:lnTo>
                  <a:pt x="2218" y="1344"/>
                </a:lnTo>
                <a:lnTo>
                  <a:pt x="2217" y="1344"/>
                </a:lnTo>
                <a:lnTo>
                  <a:pt x="2216" y="1344"/>
                </a:lnTo>
                <a:lnTo>
                  <a:pt x="2215" y="1344"/>
                </a:lnTo>
                <a:lnTo>
                  <a:pt x="2214" y="1345"/>
                </a:lnTo>
                <a:lnTo>
                  <a:pt x="2214" y="1346"/>
                </a:lnTo>
                <a:lnTo>
                  <a:pt x="2214" y="1347"/>
                </a:lnTo>
                <a:lnTo>
                  <a:pt x="2214" y="1348"/>
                </a:lnTo>
                <a:lnTo>
                  <a:pt x="2214" y="1349"/>
                </a:lnTo>
                <a:lnTo>
                  <a:pt x="2213" y="1349"/>
                </a:lnTo>
                <a:lnTo>
                  <a:pt x="2213" y="1350"/>
                </a:lnTo>
                <a:lnTo>
                  <a:pt x="2211" y="1351"/>
                </a:lnTo>
                <a:lnTo>
                  <a:pt x="2208" y="1352"/>
                </a:lnTo>
                <a:lnTo>
                  <a:pt x="2207" y="1351"/>
                </a:lnTo>
                <a:lnTo>
                  <a:pt x="2205" y="1351"/>
                </a:lnTo>
                <a:lnTo>
                  <a:pt x="2203" y="1351"/>
                </a:lnTo>
                <a:lnTo>
                  <a:pt x="2203" y="1350"/>
                </a:lnTo>
                <a:lnTo>
                  <a:pt x="2204" y="1350"/>
                </a:lnTo>
                <a:lnTo>
                  <a:pt x="2205" y="1350"/>
                </a:lnTo>
                <a:lnTo>
                  <a:pt x="2205" y="1349"/>
                </a:lnTo>
                <a:lnTo>
                  <a:pt x="2206" y="1349"/>
                </a:lnTo>
                <a:lnTo>
                  <a:pt x="2206" y="1348"/>
                </a:lnTo>
                <a:lnTo>
                  <a:pt x="2205" y="1347"/>
                </a:lnTo>
                <a:lnTo>
                  <a:pt x="2206" y="1347"/>
                </a:lnTo>
                <a:lnTo>
                  <a:pt x="2207" y="1348"/>
                </a:lnTo>
                <a:lnTo>
                  <a:pt x="2207" y="1347"/>
                </a:lnTo>
                <a:lnTo>
                  <a:pt x="2207" y="1346"/>
                </a:lnTo>
                <a:lnTo>
                  <a:pt x="2208" y="1345"/>
                </a:lnTo>
                <a:lnTo>
                  <a:pt x="2207" y="1344"/>
                </a:lnTo>
                <a:lnTo>
                  <a:pt x="2206" y="1344"/>
                </a:lnTo>
                <a:lnTo>
                  <a:pt x="2205" y="1344"/>
                </a:lnTo>
                <a:lnTo>
                  <a:pt x="2205" y="1343"/>
                </a:lnTo>
                <a:lnTo>
                  <a:pt x="2204" y="1343"/>
                </a:lnTo>
                <a:lnTo>
                  <a:pt x="2203" y="1343"/>
                </a:lnTo>
                <a:lnTo>
                  <a:pt x="2201" y="1342"/>
                </a:lnTo>
                <a:lnTo>
                  <a:pt x="2200" y="1342"/>
                </a:lnTo>
                <a:lnTo>
                  <a:pt x="2200" y="1341"/>
                </a:lnTo>
                <a:lnTo>
                  <a:pt x="2201" y="1341"/>
                </a:lnTo>
                <a:lnTo>
                  <a:pt x="2201" y="1340"/>
                </a:lnTo>
                <a:lnTo>
                  <a:pt x="2201" y="1339"/>
                </a:lnTo>
                <a:lnTo>
                  <a:pt x="2201" y="1337"/>
                </a:lnTo>
                <a:lnTo>
                  <a:pt x="2202" y="1336"/>
                </a:lnTo>
                <a:lnTo>
                  <a:pt x="2203" y="1335"/>
                </a:lnTo>
                <a:lnTo>
                  <a:pt x="2201" y="1334"/>
                </a:lnTo>
                <a:lnTo>
                  <a:pt x="2201" y="1333"/>
                </a:lnTo>
                <a:lnTo>
                  <a:pt x="2198" y="1333"/>
                </a:lnTo>
                <a:lnTo>
                  <a:pt x="2198" y="1332"/>
                </a:lnTo>
                <a:lnTo>
                  <a:pt x="2197" y="1332"/>
                </a:lnTo>
                <a:lnTo>
                  <a:pt x="2196" y="1332"/>
                </a:lnTo>
                <a:lnTo>
                  <a:pt x="2195" y="1332"/>
                </a:lnTo>
                <a:lnTo>
                  <a:pt x="2195" y="1331"/>
                </a:lnTo>
                <a:lnTo>
                  <a:pt x="2194" y="1330"/>
                </a:lnTo>
                <a:lnTo>
                  <a:pt x="2193" y="1330"/>
                </a:lnTo>
                <a:lnTo>
                  <a:pt x="2193" y="1329"/>
                </a:lnTo>
                <a:lnTo>
                  <a:pt x="2193" y="1330"/>
                </a:lnTo>
                <a:lnTo>
                  <a:pt x="2193" y="1329"/>
                </a:lnTo>
                <a:lnTo>
                  <a:pt x="2192" y="1329"/>
                </a:lnTo>
                <a:lnTo>
                  <a:pt x="2191" y="1329"/>
                </a:lnTo>
                <a:lnTo>
                  <a:pt x="2191" y="1328"/>
                </a:lnTo>
                <a:lnTo>
                  <a:pt x="2189" y="1327"/>
                </a:lnTo>
                <a:lnTo>
                  <a:pt x="2188" y="1327"/>
                </a:lnTo>
                <a:lnTo>
                  <a:pt x="2188" y="1326"/>
                </a:lnTo>
                <a:lnTo>
                  <a:pt x="2187" y="1326"/>
                </a:lnTo>
                <a:lnTo>
                  <a:pt x="2188" y="1326"/>
                </a:lnTo>
                <a:lnTo>
                  <a:pt x="2189" y="1325"/>
                </a:lnTo>
                <a:lnTo>
                  <a:pt x="2190" y="1324"/>
                </a:lnTo>
                <a:lnTo>
                  <a:pt x="2191" y="1324"/>
                </a:lnTo>
                <a:lnTo>
                  <a:pt x="2192" y="1324"/>
                </a:lnTo>
                <a:lnTo>
                  <a:pt x="2192" y="1323"/>
                </a:lnTo>
                <a:lnTo>
                  <a:pt x="2193" y="1323"/>
                </a:lnTo>
                <a:lnTo>
                  <a:pt x="2194" y="1323"/>
                </a:lnTo>
                <a:lnTo>
                  <a:pt x="2195" y="1322"/>
                </a:lnTo>
                <a:lnTo>
                  <a:pt x="2197" y="1321"/>
                </a:lnTo>
                <a:lnTo>
                  <a:pt x="2197" y="1320"/>
                </a:lnTo>
                <a:lnTo>
                  <a:pt x="2197" y="1318"/>
                </a:lnTo>
                <a:lnTo>
                  <a:pt x="2196" y="1317"/>
                </a:lnTo>
                <a:lnTo>
                  <a:pt x="2195" y="1317"/>
                </a:lnTo>
                <a:lnTo>
                  <a:pt x="2194" y="1317"/>
                </a:lnTo>
                <a:lnTo>
                  <a:pt x="2193" y="1317"/>
                </a:lnTo>
                <a:lnTo>
                  <a:pt x="2194" y="1317"/>
                </a:lnTo>
                <a:lnTo>
                  <a:pt x="2193" y="1317"/>
                </a:lnTo>
                <a:lnTo>
                  <a:pt x="2193" y="1316"/>
                </a:lnTo>
                <a:lnTo>
                  <a:pt x="2192" y="1316"/>
                </a:lnTo>
                <a:lnTo>
                  <a:pt x="2192" y="1315"/>
                </a:lnTo>
                <a:lnTo>
                  <a:pt x="2192" y="1314"/>
                </a:lnTo>
                <a:lnTo>
                  <a:pt x="2192" y="1313"/>
                </a:lnTo>
                <a:lnTo>
                  <a:pt x="2193" y="1311"/>
                </a:lnTo>
                <a:lnTo>
                  <a:pt x="2194" y="1310"/>
                </a:lnTo>
                <a:lnTo>
                  <a:pt x="2194" y="1309"/>
                </a:lnTo>
                <a:lnTo>
                  <a:pt x="2193" y="1309"/>
                </a:lnTo>
                <a:lnTo>
                  <a:pt x="2193" y="1308"/>
                </a:lnTo>
                <a:lnTo>
                  <a:pt x="2193" y="1307"/>
                </a:lnTo>
                <a:lnTo>
                  <a:pt x="2192" y="1306"/>
                </a:lnTo>
                <a:lnTo>
                  <a:pt x="2191" y="1305"/>
                </a:lnTo>
                <a:lnTo>
                  <a:pt x="2190" y="1305"/>
                </a:lnTo>
                <a:lnTo>
                  <a:pt x="2189" y="1305"/>
                </a:lnTo>
                <a:lnTo>
                  <a:pt x="2189" y="1304"/>
                </a:lnTo>
                <a:lnTo>
                  <a:pt x="2188" y="1304"/>
                </a:lnTo>
                <a:lnTo>
                  <a:pt x="2188" y="1303"/>
                </a:lnTo>
                <a:lnTo>
                  <a:pt x="2187" y="1303"/>
                </a:lnTo>
                <a:lnTo>
                  <a:pt x="2185" y="1301"/>
                </a:lnTo>
                <a:lnTo>
                  <a:pt x="2185" y="1300"/>
                </a:lnTo>
                <a:lnTo>
                  <a:pt x="2184" y="1300"/>
                </a:lnTo>
                <a:lnTo>
                  <a:pt x="2183" y="1298"/>
                </a:lnTo>
                <a:lnTo>
                  <a:pt x="2182" y="1298"/>
                </a:lnTo>
                <a:lnTo>
                  <a:pt x="2181" y="1297"/>
                </a:lnTo>
                <a:lnTo>
                  <a:pt x="2180" y="1297"/>
                </a:lnTo>
                <a:lnTo>
                  <a:pt x="2179" y="1296"/>
                </a:lnTo>
                <a:lnTo>
                  <a:pt x="2177" y="1296"/>
                </a:lnTo>
                <a:lnTo>
                  <a:pt x="2177" y="1295"/>
                </a:lnTo>
                <a:lnTo>
                  <a:pt x="2177" y="1293"/>
                </a:lnTo>
                <a:lnTo>
                  <a:pt x="2176" y="1290"/>
                </a:lnTo>
                <a:lnTo>
                  <a:pt x="2175" y="1290"/>
                </a:lnTo>
                <a:lnTo>
                  <a:pt x="2174" y="1290"/>
                </a:lnTo>
                <a:lnTo>
                  <a:pt x="2174" y="1289"/>
                </a:lnTo>
                <a:lnTo>
                  <a:pt x="2174" y="1288"/>
                </a:lnTo>
                <a:lnTo>
                  <a:pt x="2173" y="1287"/>
                </a:lnTo>
                <a:lnTo>
                  <a:pt x="2171" y="1286"/>
                </a:lnTo>
                <a:lnTo>
                  <a:pt x="2170" y="1286"/>
                </a:lnTo>
                <a:lnTo>
                  <a:pt x="2169" y="1284"/>
                </a:lnTo>
                <a:lnTo>
                  <a:pt x="2170" y="1283"/>
                </a:lnTo>
                <a:lnTo>
                  <a:pt x="2170" y="1282"/>
                </a:lnTo>
                <a:lnTo>
                  <a:pt x="2170" y="1281"/>
                </a:lnTo>
                <a:lnTo>
                  <a:pt x="2169" y="1281"/>
                </a:lnTo>
                <a:lnTo>
                  <a:pt x="2168" y="1281"/>
                </a:lnTo>
                <a:lnTo>
                  <a:pt x="2167" y="1282"/>
                </a:lnTo>
                <a:lnTo>
                  <a:pt x="2165" y="1282"/>
                </a:lnTo>
                <a:lnTo>
                  <a:pt x="2165" y="1283"/>
                </a:lnTo>
                <a:lnTo>
                  <a:pt x="2164" y="1283"/>
                </a:lnTo>
                <a:lnTo>
                  <a:pt x="2163" y="1283"/>
                </a:lnTo>
                <a:lnTo>
                  <a:pt x="2162" y="1283"/>
                </a:lnTo>
                <a:lnTo>
                  <a:pt x="2162" y="1284"/>
                </a:lnTo>
                <a:lnTo>
                  <a:pt x="2161" y="1284"/>
                </a:lnTo>
                <a:lnTo>
                  <a:pt x="2160" y="1284"/>
                </a:lnTo>
                <a:lnTo>
                  <a:pt x="2160" y="1285"/>
                </a:lnTo>
                <a:lnTo>
                  <a:pt x="2158" y="1285"/>
                </a:lnTo>
                <a:lnTo>
                  <a:pt x="2157" y="1285"/>
                </a:lnTo>
                <a:lnTo>
                  <a:pt x="2156" y="1285"/>
                </a:lnTo>
                <a:lnTo>
                  <a:pt x="2154" y="1285"/>
                </a:lnTo>
                <a:lnTo>
                  <a:pt x="2154" y="1284"/>
                </a:lnTo>
                <a:lnTo>
                  <a:pt x="2152" y="1284"/>
                </a:lnTo>
                <a:lnTo>
                  <a:pt x="2150" y="1284"/>
                </a:lnTo>
                <a:lnTo>
                  <a:pt x="2149" y="1284"/>
                </a:lnTo>
                <a:lnTo>
                  <a:pt x="2149" y="1283"/>
                </a:lnTo>
                <a:lnTo>
                  <a:pt x="2148" y="1283"/>
                </a:lnTo>
                <a:lnTo>
                  <a:pt x="2147" y="1283"/>
                </a:lnTo>
                <a:lnTo>
                  <a:pt x="2143" y="1283"/>
                </a:lnTo>
                <a:lnTo>
                  <a:pt x="2143" y="1282"/>
                </a:lnTo>
                <a:lnTo>
                  <a:pt x="2142" y="1283"/>
                </a:lnTo>
                <a:lnTo>
                  <a:pt x="2141" y="1284"/>
                </a:lnTo>
                <a:lnTo>
                  <a:pt x="2140" y="1284"/>
                </a:lnTo>
                <a:lnTo>
                  <a:pt x="2140" y="1283"/>
                </a:lnTo>
                <a:lnTo>
                  <a:pt x="2139" y="1283"/>
                </a:lnTo>
                <a:lnTo>
                  <a:pt x="2138" y="1284"/>
                </a:lnTo>
                <a:lnTo>
                  <a:pt x="2137" y="1284"/>
                </a:lnTo>
                <a:lnTo>
                  <a:pt x="2136" y="1283"/>
                </a:lnTo>
                <a:lnTo>
                  <a:pt x="2135" y="1283"/>
                </a:lnTo>
                <a:lnTo>
                  <a:pt x="2134" y="1283"/>
                </a:lnTo>
                <a:lnTo>
                  <a:pt x="2134" y="1284"/>
                </a:lnTo>
                <a:lnTo>
                  <a:pt x="2133" y="1284"/>
                </a:lnTo>
                <a:lnTo>
                  <a:pt x="2133" y="1285"/>
                </a:lnTo>
                <a:lnTo>
                  <a:pt x="2131" y="1285"/>
                </a:lnTo>
                <a:lnTo>
                  <a:pt x="2131" y="1286"/>
                </a:lnTo>
                <a:lnTo>
                  <a:pt x="2131" y="1287"/>
                </a:lnTo>
                <a:lnTo>
                  <a:pt x="2131" y="1288"/>
                </a:lnTo>
                <a:lnTo>
                  <a:pt x="2131" y="1289"/>
                </a:lnTo>
                <a:lnTo>
                  <a:pt x="2130" y="1289"/>
                </a:lnTo>
                <a:lnTo>
                  <a:pt x="2128" y="1290"/>
                </a:lnTo>
                <a:lnTo>
                  <a:pt x="2127" y="1291"/>
                </a:lnTo>
                <a:lnTo>
                  <a:pt x="2127" y="1292"/>
                </a:lnTo>
                <a:lnTo>
                  <a:pt x="2127" y="1293"/>
                </a:lnTo>
                <a:lnTo>
                  <a:pt x="2128" y="1293"/>
                </a:lnTo>
                <a:lnTo>
                  <a:pt x="2129" y="1293"/>
                </a:lnTo>
                <a:lnTo>
                  <a:pt x="2129" y="1294"/>
                </a:lnTo>
                <a:lnTo>
                  <a:pt x="2129" y="1295"/>
                </a:lnTo>
                <a:lnTo>
                  <a:pt x="2129" y="1296"/>
                </a:lnTo>
                <a:lnTo>
                  <a:pt x="2129" y="1297"/>
                </a:lnTo>
                <a:lnTo>
                  <a:pt x="2129" y="1298"/>
                </a:lnTo>
                <a:lnTo>
                  <a:pt x="2129" y="1299"/>
                </a:lnTo>
                <a:lnTo>
                  <a:pt x="2128" y="1299"/>
                </a:lnTo>
                <a:lnTo>
                  <a:pt x="2127" y="1299"/>
                </a:lnTo>
                <a:lnTo>
                  <a:pt x="2127" y="1300"/>
                </a:lnTo>
                <a:lnTo>
                  <a:pt x="2123" y="1300"/>
                </a:lnTo>
                <a:lnTo>
                  <a:pt x="2122" y="1300"/>
                </a:lnTo>
                <a:lnTo>
                  <a:pt x="2120" y="1300"/>
                </a:lnTo>
                <a:lnTo>
                  <a:pt x="2119" y="1299"/>
                </a:lnTo>
                <a:lnTo>
                  <a:pt x="2118" y="1299"/>
                </a:lnTo>
                <a:lnTo>
                  <a:pt x="2117" y="1298"/>
                </a:lnTo>
                <a:lnTo>
                  <a:pt x="2116" y="1298"/>
                </a:lnTo>
                <a:lnTo>
                  <a:pt x="2115" y="1297"/>
                </a:lnTo>
                <a:lnTo>
                  <a:pt x="2114" y="1297"/>
                </a:lnTo>
                <a:lnTo>
                  <a:pt x="2113" y="1298"/>
                </a:lnTo>
                <a:lnTo>
                  <a:pt x="2112" y="1298"/>
                </a:lnTo>
                <a:lnTo>
                  <a:pt x="2111" y="1298"/>
                </a:lnTo>
                <a:lnTo>
                  <a:pt x="2108" y="1298"/>
                </a:lnTo>
                <a:lnTo>
                  <a:pt x="2107" y="1299"/>
                </a:lnTo>
                <a:lnTo>
                  <a:pt x="2104" y="1299"/>
                </a:lnTo>
                <a:lnTo>
                  <a:pt x="2103" y="1299"/>
                </a:lnTo>
                <a:lnTo>
                  <a:pt x="2102" y="1299"/>
                </a:lnTo>
                <a:lnTo>
                  <a:pt x="2101" y="1299"/>
                </a:lnTo>
                <a:lnTo>
                  <a:pt x="2099" y="1298"/>
                </a:lnTo>
                <a:lnTo>
                  <a:pt x="2098" y="1298"/>
                </a:lnTo>
                <a:lnTo>
                  <a:pt x="2097" y="1298"/>
                </a:lnTo>
                <a:lnTo>
                  <a:pt x="2096" y="1298"/>
                </a:lnTo>
                <a:lnTo>
                  <a:pt x="2096" y="1297"/>
                </a:lnTo>
                <a:lnTo>
                  <a:pt x="2095" y="1297"/>
                </a:lnTo>
                <a:lnTo>
                  <a:pt x="2094" y="1299"/>
                </a:lnTo>
                <a:lnTo>
                  <a:pt x="2094" y="1300"/>
                </a:lnTo>
                <a:lnTo>
                  <a:pt x="2093" y="1300"/>
                </a:lnTo>
                <a:lnTo>
                  <a:pt x="2092" y="1300"/>
                </a:lnTo>
                <a:lnTo>
                  <a:pt x="2091" y="1301"/>
                </a:lnTo>
                <a:lnTo>
                  <a:pt x="2090" y="1300"/>
                </a:lnTo>
                <a:lnTo>
                  <a:pt x="2089" y="1300"/>
                </a:lnTo>
                <a:lnTo>
                  <a:pt x="2088" y="1300"/>
                </a:lnTo>
                <a:lnTo>
                  <a:pt x="2087" y="1301"/>
                </a:lnTo>
                <a:lnTo>
                  <a:pt x="2086" y="1301"/>
                </a:lnTo>
                <a:lnTo>
                  <a:pt x="2086" y="1302"/>
                </a:lnTo>
                <a:lnTo>
                  <a:pt x="2086" y="1303"/>
                </a:lnTo>
                <a:lnTo>
                  <a:pt x="2085" y="1304"/>
                </a:lnTo>
                <a:lnTo>
                  <a:pt x="2084" y="1304"/>
                </a:lnTo>
                <a:lnTo>
                  <a:pt x="2083" y="1304"/>
                </a:lnTo>
                <a:lnTo>
                  <a:pt x="2082" y="1304"/>
                </a:lnTo>
                <a:lnTo>
                  <a:pt x="2081" y="1305"/>
                </a:lnTo>
                <a:lnTo>
                  <a:pt x="2079" y="1306"/>
                </a:lnTo>
                <a:lnTo>
                  <a:pt x="2078" y="1306"/>
                </a:lnTo>
                <a:lnTo>
                  <a:pt x="2076" y="1307"/>
                </a:lnTo>
                <a:lnTo>
                  <a:pt x="2075" y="1308"/>
                </a:lnTo>
                <a:lnTo>
                  <a:pt x="2074" y="1308"/>
                </a:lnTo>
                <a:lnTo>
                  <a:pt x="2074" y="1309"/>
                </a:lnTo>
                <a:lnTo>
                  <a:pt x="2075" y="1309"/>
                </a:lnTo>
                <a:lnTo>
                  <a:pt x="2074" y="1310"/>
                </a:lnTo>
                <a:lnTo>
                  <a:pt x="2074" y="1311"/>
                </a:lnTo>
                <a:lnTo>
                  <a:pt x="2073" y="1311"/>
                </a:lnTo>
                <a:lnTo>
                  <a:pt x="2073" y="1313"/>
                </a:lnTo>
                <a:lnTo>
                  <a:pt x="2074" y="1315"/>
                </a:lnTo>
                <a:lnTo>
                  <a:pt x="2075" y="1317"/>
                </a:lnTo>
                <a:lnTo>
                  <a:pt x="2075" y="1318"/>
                </a:lnTo>
                <a:lnTo>
                  <a:pt x="2075" y="1319"/>
                </a:lnTo>
                <a:lnTo>
                  <a:pt x="2076" y="1319"/>
                </a:lnTo>
                <a:lnTo>
                  <a:pt x="2076" y="1320"/>
                </a:lnTo>
                <a:lnTo>
                  <a:pt x="2076" y="1321"/>
                </a:lnTo>
                <a:lnTo>
                  <a:pt x="2076" y="1323"/>
                </a:lnTo>
                <a:lnTo>
                  <a:pt x="2076" y="1324"/>
                </a:lnTo>
                <a:lnTo>
                  <a:pt x="2075" y="1326"/>
                </a:lnTo>
                <a:lnTo>
                  <a:pt x="2076" y="1326"/>
                </a:lnTo>
                <a:lnTo>
                  <a:pt x="2076" y="1327"/>
                </a:lnTo>
                <a:lnTo>
                  <a:pt x="2077" y="1327"/>
                </a:lnTo>
                <a:lnTo>
                  <a:pt x="2077" y="1328"/>
                </a:lnTo>
                <a:lnTo>
                  <a:pt x="2077" y="1329"/>
                </a:lnTo>
                <a:lnTo>
                  <a:pt x="2078" y="1330"/>
                </a:lnTo>
                <a:lnTo>
                  <a:pt x="2077" y="1331"/>
                </a:lnTo>
                <a:lnTo>
                  <a:pt x="2077" y="1332"/>
                </a:lnTo>
                <a:lnTo>
                  <a:pt x="2076" y="1332"/>
                </a:lnTo>
                <a:lnTo>
                  <a:pt x="2075" y="1332"/>
                </a:lnTo>
                <a:lnTo>
                  <a:pt x="2073" y="1332"/>
                </a:lnTo>
                <a:lnTo>
                  <a:pt x="2071" y="1332"/>
                </a:lnTo>
                <a:lnTo>
                  <a:pt x="2070" y="1332"/>
                </a:lnTo>
                <a:lnTo>
                  <a:pt x="2070" y="1331"/>
                </a:lnTo>
                <a:lnTo>
                  <a:pt x="2069" y="1331"/>
                </a:lnTo>
                <a:lnTo>
                  <a:pt x="2068" y="1331"/>
                </a:lnTo>
                <a:lnTo>
                  <a:pt x="2067" y="1331"/>
                </a:lnTo>
                <a:lnTo>
                  <a:pt x="2066" y="1331"/>
                </a:lnTo>
                <a:lnTo>
                  <a:pt x="2065" y="1331"/>
                </a:lnTo>
                <a:lnTo>
                  <a:pt x="2064" y="1330"/>
                </a:lnTo>
                <a:lnTo>
                  <a:pt x="2063" y="1330"/>
                </a:lnTo>
                <a:lnTo>
                  <a:pt x="2063" y="1331"/>
                </a:lnTo>
                <a:lnTo>
                  <a:pt x="2064" y="1331"/>
                </a:lnTo>
                <a:lnTo>
                  <a:pt x="2064" y="1332"/>
                </a:lnTo>
                <a:lnTo>
                  <a:pt x="2065" y="1333"/>
                </a:lnTo>
                <a:lnTo>
                  <a:pt x="2066" y="1335"/>
                </a:lnTo>
                <a:lnTo>
                  <a:pt x="2067" y="1336"/>
                </a:lnTo>
                <a:lnTo>
                  <a:pt x="2068" y="1336"/>
                </a:lnTo>
                <a:lnTo>
                  <a:pt x="2069" y="1336"/>
                </a:lnTo>
                <a:lnTo>
                  <a:pt x="2070" y="1336"/>
                </a:lnTo>
                <a:lnTo>
                  <a:pt x="2070" y="1337"/>
                </a:lnTo>
                <a:lnTo>
                  <a:pt x="2070" y="1338"/>
                </a:lnTo>
                <a:lnTo>
                  <a:pt x="2071" y="1338"/>
                </a:lnTo>
                <a:lnTo>
                  <a:pt x="2071" y="1339"/>
                </a:lnTo>
                <a:lnTo>
                  <a:pt x="2072" y="1339"/>
                </a:lnTo>
                <a:lnTo>
                  <a:pt x="2072" y="1340"/>
                </a:lnTo>
                <a:lnTo>
                  <a:pt x="2072" y="1341"/>
                </a:lnTo>
                <a:lnTo>
                  <a:pt x="2073" y="1341"/>
                </a:lnTo>
                <a:lnTo>
                  <a:pt x="2074" y="1342"/>
                </a:lnTo>
                <a:lnTo>
                  <a:pt x="2074" y="1343"/>
                </a:lnTo>
                <a:lnTo>
                  <a:pt x="2074" y="1344"/>
                </a:lnTo>
                <a:lnTo>
                  <a:pt x="2074" y="1345"/>
                </a:lnTo>
                <a:lnTo>
                  <a:pt x="2073" y="1345"/>
                </a:lnTo>
                <a:lnTo>
                  <a:pt x="2073" y="1346"/>
                </a:lnTo>
                <a:lnTo>
                  <a:pt x="2073" y="1347"/>
                </a:lnTo>
                <a:lnTo>
                  <a:pt x="2074" y="1348"/>
                </a:lnTo>
                <a:lnTo>
                  <a:pt x="2073" y="1349"/>
                </a:lnTo>
                <a:lnTo>
                  <a:pt x="2073" y="1351"/>
                </a:lnTo>
                <a:lnTo>
                  <a:pt x="2073" y="1352"/>
                </a:lnTo>
                <a:lnTo>
                  <a:pt x="2073" y="1353"/>
                </a:lnTo>
                <a:lnTo>
                  <a:pt x="2072" y="1354"/>
                </a:lnTo>
                <a:lnTo>
                  <a:pt x="2071" y="1354"/>
                </a:lnTo>
                <a:lnTo>
                  <a:pt x="2069" y="1354"/>
                </a:lnTo>
                <a:lnTo>
                  <a:pt x="2069" y="1355"/>
                </a:lnTo>
                <a:lnTo>
                  <a:pt x="2068" y="1356"/>
                </a:lnTo>
                <a:lnTo>
                  <a:pt x="2063" y="1358"/>
                </a:lnTo>
                <a:lnTo>
                  <a:pt x="2061" y="1357"/>
                </a:lnTo>
                <a:lnTo>
                  <a:pt x="2061" y="1356"/>
                </a:lnTo>
                <a:lnTo>
                  <a:pt x="2062" y="1356"/>
                </a:lnTo>
                <a:lnTo>
                  <a:pt x="2061" y="1356"/>
                </a:lnTo>
                <a:lnTo>
                  <a:pt x="2061" y="1355"/>
                </a:lnTo>
                <a:lnTo>
                  <a:pt x="2060" y="1356"/>
                </a:lnTo>
                <a:lnTo>
                  <a:pt x="2059" y="1357"/>
                </a:lnTo>
                <a:lnTo>
                  <a:pt x="2058" y="1358"/>
                </a:lnTo>
                <a:lnTo>
                  <a:pt x="2058" y="1359"/>
                </a:lnTo>
                <a:lnTo>
                  <a:pt x="2057" y="1359"/>
                </a:lnTo>
                <a:lnTo>
                  <a:pt x="2057" y="1361"/>
                </a:lnTo>
                <a:lnTo>
                  <a:pt x="2053" y="1361"/>
                </a:lnTo>
                <a:lnTo>
                  <a:pt x="2051" y="1361"/>
                </a:lnTo>
                <a:lnTo>
                  <a:pt x="2050" y="1361"/>
                </a:lnTo>
                <a:lnTo>
                  <a:pt x="2049" y="1361"/>
                </a:lnTo>
                <a:lnTo>
                  <a:pt x="2049" y="1362"/>
                </a:lnTo>
                <a:lnTo>
                  <a:pt x="2048" y="1362"/>
                </a:lnTo>
                <a:lnTo>
                  <a:pt x="2048" y="1363"/>
                </a:lnTo>
                <a:lnTo>
                  <a:pt x="2047" y="1363"/>
                </a:lnTo>
                <a:lnTo>
                  <a:pt x="2046" y="1363"/>
                </a:lnTo>
                <a:lnTo>
                  <a:pt x="2045" y="1363"/>
                </a:lnTo>
                <a:lnTo>
                  <a:pt x="2044" y="1363"/>
                </a:lnTo>
                <a:lnTo>
                  <a:pt x="2043" y="1362"/>
                </a:lnTo>
                <a:lnTo>
                  <a:pt x="2042" y="1362"/>
                </a:lnTo>
                <a:lnTo>
                  <a:pt x="2042" y="1363"/>
                </a:lnTo>
                <a:lnTo>
                  <a:pt x="2043" y="1363"/>
                </a:lnTo>
                <a:lnTo>
                  <a:pt x="2043" y="1364"/>
                </a:lnTo>
                <a:lnTo>
                  <a:pt x="2042" y="1364"/>
                </a:lnTo>
                <a:lnTo>
                  <a:pt x="2041" y="1363"/>
                </a:lnTo>
                <a:lnTo>
                  <a:pt x="2040" y="1363"/>
                </a:lnTo>
                <a:lnTo>
                  <a:pt x="2039" y="1363"/>
                </a:lnTo>
                <a:lnTo>
                  <a:pt x="2038" y="1363"/>
                </a:lnTo>
                <a:lnTo>
                  <a:pt x="2036" y="1361"/>
                </a:lnTo>
                <a:lnTo>
                  <a:pt x="2037" y="1361"/>
                </a:lnTo>
                <a:lnTo>
                  <a:pt x="2037" y="1360"/>
                </a:lnTo>
                <a:lnTo>
                  <a:pt x="2036" y="1360"/>
                </a:lnTo>
                <a:lnTo>
                  <a:pt x="2035" y="1360"/>
                </a:lnTo>
                <a:lnTo>
                  <a:pt x="2035" y="1359"/>
                </a:lnTo>
                <a:lnTo>
                  <a:pt x="2034" y="1358"/>
                </a:lnTo>
                <a:lnTo>
                  <a:pt x="2033" y="1358"/>
                </a:lnTo>
                <a:lnTo>
                  <a:pt x="2033" y="1357"/>
                </a:lnTo>
                <a:lnTo>
                  <a:pt x="2032" y="1357"/>
                </a:lnTo>
                <a:lnTo>
                  <a:pt x="2032" y="1358"/>
                </a:lnTo>
                <a:lnTo>
                  <a:pt x="2031" y="1359"/>
                </a:lnTo>
                <a:lnTo>
                  <a:pt x="2029" y="1360"/>
                </a:lnTo>
                <a:lnTo>
                  <a:pt x="2029" y="1361"/>
                </a:lnTo>
                <a:lnTo>
                  <a:pt x="2028" y="1361"/>
                </a:lnTo>
                <a:lnTo>
                  <a:pt x="2026" y="1362"/>
                </a:lnTo>
                <a:lnTo>
                  <a:pt x="2025" y="1362"/>
                </a:lnTo>
                <a:lnTo>
                  <a:pt x="2024" y="1361"/>
                </a:lnTo>
                <a:lnTo>
                  <a:pt x="2023" y="1361"/>
                </a:lnTo>
                <a:lnTo>
                  <a:pt x="2022" y="1362"/>
                </a:lnTo>
                <a:lnTo>
                  <a:pt x="2021" y="1362"/>
                </a:lnTo>
                <a:lnTo>
                  <a:pt x="2021" y="1361"/>
                </a:lnTo>
                <a:lnTo>
                  <a:pt x="2022" y="1361"/>
                </a:lnTo>
                <a:lnTo>
                  <a:pt x="2024" y="1359"/>
                </a:lnTo>
                <a:lnTo>
                  <a:pt x="2024" y="1358"/>
                </a:lnTo>
                <a:lnTo>
                  <a:pt x="2024" y="1357"/>
                </a:lnTo>
                <a:lnTo>
                  <a:pt x="2025" y="1356"/>
                </a:lnTo>
                <a:lnTo>
                  <a:pt x="2024" y="1356"/>
                </a:lnTo>
                <a:lnTo>
                  <a:pt x="2024" y="1355"/>
                </a:lnTo>
                <a:lnTo>
                  <a:pt x="2023" y="1355"/>
                </a:lnTo>
                <a:lnTo>
                  <a:pt x="2022" y="1355"/>
                </a:lnTo>
                <a:lnTo>
                  <a:pt x="2021" y="1355"/>
                </a:lnTo>
                <a:lnTo>
                  <a:pt x="2021" y="1354"/>
                </a:lnTo>
                <a:lnTo>
                  <a:pt x="2020" y="1354"/>
                </a:lnTo>
                <a:lnTo>
                  <a:pt x="2021" y="1354"/>
                </a:lnTo>
                <a:lnTo>
                  <a:pt x="2020" y="1354"/>
                </a:lnTo>
                <a:lnTo>
                  <a:pt x="2019" y="1354"/>
                </a:lnTo>
                <a:lnTo>
                  <a:pt x="2018" y="1354"/>
                </a:lnTo>
                <a:lnTo>
                  <a:pt x="2017" y="1354"/>
                </a:lnTo>
                <a:lnTo>
                  <a:pt x="2016" y="1354"/>
                </a:lnTo>
                <a:lnTo>
                  <a:pt x="2015" y="1354"/>
                </a:lnTo>
                <a:lnTo>
                  <a:pt x="2014" y="1354"/>
                </a:lnTo>
                <a:lnTo>
                  <a:pt x="2013" y="1355"/>
                </a:lnTo>
                <a:lnTo>
                  <a:pt x="2013" y="1356"/>
                </a:lnTo>
                <a:lnTo>
                  <a:pt x="2013" y="1357"/>
                </a:lnTo>
                <a:lnTo>
                  <a:pt x="2013" y="1358"/>
                </a:lnTo>
                <a:lnTo>
                  <a:pt x="2012" y="1358"/>
                </a:lnTo>
                <a:lnTo>
                  <a:pt x="2012" y="1359"/>
                </a:lnTo>
                <a:lnTo>
                  <a:pt x="2012" y="1358"/>
                </a:lnTo>
                <a:lnTo>
                  <a:pt x="2011" y="1358"/>
                </a:lnTo>
                <a:lnTo>
                  <a:pt x="2010" y="1359"/>
                </a:lnTo>
                <a:lnTo>
                  <a:pt x="2010" y="1360"/>
                </a:lnTo>
                <a:lnTo>
                  <a:pt x="2009" y="1360"/>
                </a:lnTo>
                <a:lnTo>
                  <a:pt x="2008" y="1360"/>
                </a:lnTo>
                <a:lnTo>
                  <a:pt x="2007" y="1361"/>
                </a:lnTo>
                <a:lnTo>
                  <a:pt x="2006" y="1361"/>
                </a:lnTo>
                <a:lnTo>
                  <a:pt x="2006" y="1362"/>
                </a:lnTo>
                <a:lnTo>
                  <a:pt x="2006" y="1361"/>
                </a:lnTo>
                <a:lnTo>
                  <a:pt x="2005" y="1362"/>
                </a:lnTo>
                <a:lnTo>
                  <a:pt x="2004" y="1362"/>
                </a:lnTo>
                <a:lnTo>
                  <a:pt x="2004" y="1363"/>
                </a:lnTo>
                <a:lnTo>
                  <a:pt x="2004" y="1364"/>
                </a:lnTo>
                <a:lnTo>
                  <a:pt x="2003" y="1365"/>
                </a:lnTo>
                <a:lnTo>
                  <a:pt x="2003" y="1366"/>
                </a:lnTo>
                <a:lnTo>
                  <a:pt x="2003" y="1367"/>
                </a:lnTo>
                <a:lnTo>
                  <a:pt x="2002" y="1368"/>
                </a:lnTo>
                <a:lnTo>
                  <a:pt x="2002" y="1369"/>
                </a:lnTo>
                <a:lnTo>
                  <a:pt x="2002" y="1370"/>
                </a:lnTo>
                <a:lnTo>
                  <a:pt x="2001" y="1371"/>
                </a:lnTo>
                <a:lnTo>
                  <a:pt x="2000" y="1371"/>
                </a:lnTo>
                <a:lnTo>
                  <a:pt x="1999" y="1370"/>
                </a:lnTo>
                <a:lnTo>
                  <a:pt x="1998" y="1370"/>
                </a:lnTo>
                <a:lnTo>
                  <a:pt x="1998" y="1371"/>
                </a:lnTo>
                <a:lnTo>
                  <a:pt x="1997" y="1371"/>
                </a:lnTo>
                <a:lnTo>
                  <a:pt x="1996" y="1371"/>
                </a:lnTo>
                <a:lnTo>
                  <a:pt x="1995" y="1370"/>
                </a:lnTo>
                <a:lnTo>
                  <a:pt x="1994" y="1371"/>
                </a:lnTo>
                <a:lnTo>
                  <a:pt x="1992" y="1372"/>
                </a:lnTo>
                <a:lnTo>
                  <a:pt x="1991" y="1373"/>
                </a:lnTo>
                <a:lnTo>
                  <a:pt x="1991" y="1375"/>
                </a:lnTo>
                <a:lnTo>
                  <a:pt x="1992" y="1375"/>
                </a:lnTo>
                <a:lnTo>
                  <a:pt x="1992" y="1376"/>
                </a:lnTo>
                <a:lnTo>
                  <a:pt x="1993" y="1377"/>
                </a:lnTo>
                <a:lnTo>
                  <a:pt x="1994" y="1377"/>
                </a:lnTo>
                <a:lnTo>
                  <a:pt x="1994" y="1378"/>
                </a:lnTo>
                <a:lnTo>
                  <a:pt x="1993" y="1379"/>
                </a:lnTo>
                <a:lnTo>
                  <a:pt x="1992" y="1380"/>
                </a:lnTo>
                <a:lnTo>
                  <a:pt x="1991" y="1380"/>
                </a:lnTo>
                <a:lnTo>
                  <a:pt x="1991" y="1381"/>
                </a:lnTo>
                <a:lnTo>
                  <a:pt x="1991" y="1382"/>
                </a:lnTo>
                <a:lnTo>
                  <a:pt x="1989" y="1382"/>
                </a:lnTo>
                <a:lnTo>
                  <a:pt x="1989" y="1381"/>
                </a:lnTo>
                <a:lnTo>
                  <a:pt x="1986" y="1381"/>
                </a:lnTo>
                <a:lnTo>
                  <a:pt x="1984" y="1381"/>
                </a:lnTo>
                <a:lnTo>
                  <a:pt x="1984" y="1382"/>
                </a:lnTo>
                <a:lnTo>
                  <a:pt x="1982" y="1382"/>
                </a:lnTo>
                <a:lnTo>
                  <a:pt x="1982" y="1381"/>
                </a:lnTo>
                <a:lnTo>
                  <a:pt x="1982" y="1380"/>
                </a:lnTo>
                <a:lnTo>
                  <a:pt x="1981" y="1379"/>
                </a:lnTo>
                <a:lnTo>
                  <a:pt x="1980" y="1379"/>
                </a:lnTo>
                <a:lnTo>
                  <a:pt x="1980" y="1378"/>
                </a:lnTo>
                <a:lnTo>
                  <a:pt x="1980" y="1376"/>
                </a:lnTo>
                <a:lnTo>
                  <a:pt x="1980" y="1375"/>
                </a:lnTo>
                <a:lnTo>
                  <a:pt x="1979" y="1374"/>
                </a:lnTo>
                <a:lnTo>
                  <a:pt x="1978" y="1372"/>
                </a:lnTo>
                <a:lnTo>
                  <a:pt x="1977" y="1371"/>
                </a:lnTo>
                <a:lnTo>
                  <a:pt x="1976" y="1370"/>
                </a:lnTo>
                <a:lnTo>
                  <a:pt x="1976" y="1369"/>
                </a:lnTo>
                <a:lnTo>
                  <a:pt x="1975" y="1369"/>
                </a:lnTo>
                <a:lnTo>
                  <a:pt x="1975" y="1368"/>
                </a:lnTo>
                <a:lnTo>
                  <a:pt x="1975" y="1367"/>
                </a:lnTo>
                <a:lnTo>
                  <a:pt x="1974" y="1367"/>
                </a:lnTo>
                <a:lnTo>
                  <a:pt x="1974" y="1366"/>
                </a:lnTo>
                <a:lnTo>
                  <a:pt x="1973" y="1365"/>
                </a:lnTo>
                <a:lnTo>
                  <a:pt x="1973" y="1364"/>
                </a:lnTo>
                <a:lnTo>
                  <a:pt x="1973" y="1363"/>
                </a:lnTo>
                <a:lnTo>
                  <a:pt x="1972" y="1362"/>
                </a:lnTo>
                <a:lnTo>
                  <a:pt x="1972" y="1361"/>
                </a:lnTo>
                <a:lnTo>
                  <a:pt x="1971" y="1361"/>
                </a:lnTo>
                <a:lnTo>
                  <a:pt x="1970" y="1362"/>
                </a:lnTo>
                <a:lnTo>
                  <a:pt x="1969" y="1362"/>
                </a:lnTo>
                <a:lnTo>
                  <a:pt x="1968" y="1362"/>
                </a:lnTo>
                <a:lnTo>
                  <a:pt x="1966" y="1362"/>
                </a:lnTo>
                <a:lnTo>
                  <a:pt x="1965" y="1362"/>
                </a:lnTo>
                <a:lnTo>
                  <a:pt x="1964" y="1362"/>
                </a:lnTo>
                <a:lnTo>
                  <a:pt x="1962" y="1363"/>
                </a:lnTo>
                <a:lnTo>
                  <a:pt x="1962" y="1364"/>
                </a:lnTo>
                <a:lnTo>
                  <a:pt x="1961" y="1364"/>
                </a:lnTo>
                <a:lnTo>
                  <a:pt x="1960" y="1365"/>
                </a:lnTo>
                <a:lnTo>
                  <a:pt x="1959" y="1365"/>
                </a:lnTo>
                <a:lnTo>
                  <a:pt x="1959" y="1366"/>
                </a:lnTo>
                <a:lnTo>
                  <a:pt x="1958" y="1367"/>
                </a:lnTo>
                <a:lnTo>
                  <a:pt x="1956" y="1368"/>
                </a:lnTo>
                <a:lnTo>
                  <a:pt x="1955" y="1368"/>
                </a:lnTo>
                <a:lnTo>
                  <a:pt x="1954" y="1368"/>
                </a:lnTo>
                <a:lnTo>
                  <a:pt x="1953" y="1368"/>
                </a:lnTo>
                <a:lnTo>
                  <a:pt x="1953" y="1367"/>
                </a:lnTo>
                <a:lnTo>
                  <a:pt x="1952" y="1367"/>
                </a:lnTo>
                <a:lnTo>
                  <a:pt x="1952" y="1369"/>
                </a:lnTo>
                <a:lnTo>
                  <a:pt x="1952" y="1370"/>
                </a:lnTo>
                <a:lnTo>
                  <a:pt x="1951" y="1370"/>
                </a:lnTo>
                <a:lnTo>
                  <a:pt x="1950" y="1371"/>
                </a:lnTo>
                <a:lnTo>
                  <a:pt x="1948" y="1372"/>
                </a:lnTo>
                <a:lnTo>
                  <a:pt x="1944" y="1374"/>
                </a:lnTo>
                <a:lnTo>
                  <a:pt x="1944" y="1375"/>
                </a:lnTo>
                <a:lnTo>
                  <a:pt x="1942" y="1376"/>
                </a:lnTo>
                <a:lnTo>
                  <a:pt x="1940" y="1376"/>
                </a:lnTo>
                <a:lnTo>
                  <a:pt x="1940" y="1377"/>
                </a:lnTo>
                <a:lnTo>
                  <a:pt x="1939" y="1377"/>
                </a:lnTo>
                <a:lnTo>
                  <a:pt x="1938" y="1378"/>
                </a:lnTo>
                <a:lnTo>
                  <a:pt x="1936" y="1379"/>
                </a:lnTo>
                <a:lnTo>
                  <a:pt x="1935" y="1380"/>
                </a:lnTo>
                <a:lnTo>
                  <a:pt x="1934" y="1380"/>
                </a:lnTo>
                <a:lnTo>
                  <a:pt x="1933" y="1381"/>
                </a:lnTo>
                <a:lnTo>
                  <a:pt x="1931" y="1382"/>
                </a:lnTo>
                <a:lnTo>
                  <a:pt x="1929" y="1383"/>
                </a:lnTo>
                <a:lnTo>
                  <a:pt x="1928" y="1383"/>
                </a:lnTo>
                <a:lnTo>
                  <a:pt x="1927" y="1383"/>
                </a:lnTo>
                <a:lnTo>
                  <a:pt x="1927" y="1384"/>
                </a:lnTo>
                <a:lnTo>
                  <a:pt x="1926" y="1384"/>
                </a:lnTo>
                <a:lnTo>
                  <a:pt x="1923" y="1385"/>
                </a:lnTo>
                <a:lnTo>
                  <a:pt x="1921" y="1386"/>
                </a:lnTo>
                <a:lnTo>
                  <a:pt x="1920" y="1386"/>
                </a:lnTo>
                <a:lnTo>
                  <a:pt x="1920" y="1387"/>
                </a:lnTo>
                <a:lnTo>
                  <a:pt x="1919" y="1387"/>
                </a:lnTo>
                <a:lnTo>
                  <a:pt x="1917" y="1387"/>
                </a:lnTo>
                <a:lnTo>
                  <a:pt x="1917" y="1388"/>
                </a:lnTo>
                <a:lnTo>
                  <a:pt x="1914" y="1388"/>
                </a:lnTo>
                <a:lnTo>
                  <a:pt x="1913" y="1389"/>
                </a:lnTo>
                <a:lnTo>
                  <a:pt x="1912" y="1389"/>
                </a:lnTo>
                <a:lnTo>
                  <a:pt x="1911" y="1389"/>
                </a:lnTo>
                <a:lnTo>
                  <a:pt x="1909" y="1390"/>
                </a:lnTo>
                <a:lnTo>
                  <a:pt x="1908" y="1390"/>
                </a:lnTo>
                <a:lnTo>
                  <a:pt x="1908" y="1391"/>
                </a:lnTo>
                <a:lnTo>
                  <a:pt x="1909" y="1392"/>
                </a:lnTo>
                <a:lnTo>
                  <a:pt x="1910" y="1393"/>
                </a:lnTo>
                <a:lnTo>
                  <a:pt x="1910" y="1394"/>
                </a:lnTo>
                <a:lnTo>
                  <a:pt x="1911" y="1394"/>
                </a:lnTo>
                <a:lnTo>
                  <a:pt x="1912" y="1394"/>
                </a:lnTo>
                <a:lnTo>
                  <a:pt x="1913" y="1394"/>
                </a:lnTo>
                <a:lnTo>
                  <a:pt x="1913" y="1395"/>
                </a:lnTo>
                <a:lnTo>
                  <a:pt x="1912" y="1397"/>
                </a:lnTo>
                <a:lnTo>
                  <a:pt x="1912" y="1398"/>
                </a:lnTo>
                <a:lnTo>
                  <a:pt x="1911" y="1398"/>
                </a:lnTo>
                <a:lnTo>
                  <a:pt x="1912" y="1399"/>
                </a:lnTo>
                <a:lnTo>
                  <a:pt x="1912" y="1400"/>
                </a:lnTo>
                <a:lnTo>
                  <a:pt x="1913" y="1400"/>
                </a:lnTo>
                <a:lnTo>
                  <a:pt x="1913" y="1401"/>
                </a:lnTo>
                <a:lnTo>
                  <a:pt x="1914" y="1402"/>
                </a:lnTo>
                <a:lnTo>
                  <a:pt x="1915" y="1402"/>
                </a:lnTo>
                <a:lnTo>
                  <a:pt x="1914" y="1403"/>
                </a:lnTo>
                <a:lnTo>
                  <a:pt x="1913" y="1403"/>
                </a:lnTo>
                <a:lnTo>
                  <a:pt x="1911" y="1403"/>
                </a:lnTo>
                <a:lnTo>
                  <a:pt x="1909" y="1403"/>
                </a:lnTo>
                <a:lnTo>
                  <a:pt x="1908" y="1403"/>
                </a:lnTo>
                <a:lnTo>
                  <a:pt x="1908" y="1404"/>
                </a:lnTo>
                <a:lnTo>
                  <a:pt x="1907" y="1403"/>
                </a:lnTo>
                <a:lnTo>
                  <a:pt x="1907" y="1402"/>
                </a:lnTo>
                <a:lnTo>
                  <a:pt x="1906" y="1401"/>
                </a:lnTo>
                <a:lnTo>
                  <a:pt x="1905" y="1400"/>
                </a:lnTo>
                <a:lnTo>
                  <a:pt x="1903" y="1401"/>
                </a:lnTo>
                <a:lnTo>
                  <a:pt x="1903" y="1402"/>
                </a:lnTo>
                <a:lnTo>
                  <a:pt x="1903" y="1403"/>
                </a:lnTo>
                <a:lnTo>
                  <a:pt x="1903" y="1404"/>
                </a:lnTo>
                <a:lnTo>
                  <a:pt x="1902" y="1404"/>
                </a:lnTo>
                <a:lnTo>
                  <a:pt x="1902" y="1405"/>
                </a:lnTo>
                <a:lnTo>
                  <a:pt x="1901" y="1405"/>
                </a:lnTo>
                <a:lnTo>
                  <a:pt x="1900" y="1405"/>
                </a:lnTo>
                <a:lnTo>
                  <a:pt x="1897" y="1406"/>
                </a:lnTo>
                <a:lnTo>
                  <a:pt x="1897" y="1405"/>
                </a:lnTo>
                <a:lnTo>
                  <a:pt x="1897" y="1403"/>
                </a:lnTo>
                <a:lnTo>
                  <a:pt x="1896" y="1402"/>
                </a:lnTo>
                <a:lnTo>
                  <a:pt x="1893" y="1402"/>
                </a:lnTo>
                <a:lnTo>
                  <a:pt x="1891" y="1402"/>
                </a:lnTo>
                <a:lnTo>
                  <a:pt x="1891" y="1401"/>
                </a:lnTo>
                <a:lnTo>
                  <a:pt x="1890" y="1401"/>
                </a:lnTo>
                <a:lnTo>
                  <a:pt x="1889" y="1401"/>
                </a:lnTo>
                <a:lnTo>
                  <a:pt x="1888" y="1401"/>
                </a:lnTo>
                <a:lnTo>
                  <a:pt x="1887" y="1401"/>
                </a:lnTo>
                <a:lnTo>
                  <a:pt x="1886" y="1400"/>
                </a:lnTo>
                <a:lnTo>
                  <a:pt x="1885" y="1400"/>
                </a:lnTo>
                <a:lnTo>
                  <a:pt x="1884" y="1400"/>
                </a:lnTo>
                <a:lnTo>
                  <a:pt x="1884" y="1401"/>
                </a:lnTo>
                <a:lnTo>
                  <a:pt x="1883" y="1401"/>
                </a:lnTo>
                <a:lnTo>
                  <a:pt x="1883" y="1402"/>
                </a:lnTo>
                <a:lnTo>
                  <a:pt x="1882" y="1402"/>
                </a:lnTo>
                <a:lnTo>
                  <a:pt x="1881" y="1403"/>
                </a:lnTo>
                <a:lnTo>
                  <a:pt x="1880" y="1403"/>
                </a:lnTo>
                <a:lnTo>
                  <a:pt x="1879" y="1403"/>
                </a:lnTo>
                <a:lnTo>
                  <a:pt x="1879" y="1402"/>
                </a:lnTo>
                <a:lnTo>
                  <a:pt x="1877" y="1401"/>
                </a:lnTo>
                <a:lnTo>
                  <a:pt x="1876" y="1401"/>
                </a:lnTo>
                <a:lnTo>
                  <a:pt x="1875" y="1401"/>
                </a:lnTo>
                <a:lnTo>
                  <a:pt x="1874" y="1402"/>
                </a:lnTo>
                <a:lnTo>
                  <a:pt x="1872" y="1402"/>
                </a:lnTo>
                <a:lnTo>
                  <a:pt x="1872" y="1401"/>
                </a:lnTo>
                <a:lnTo>
                  <a:pt x="1870" y="1401"/>
                </a:lnTo>
                <a:lnTo>
                  <a:pt x="1869" y="1401"/>
                </a:lnTo>
                <a:lnTo>
                  <a:pt x="1868" y="1401"/>
                </a:lnTo>
                <a:lnTo>
                  <a:pt x="1867" y="1401"/>
                </a:lnTo>
                <a:lnTo>
                  <a:pt x="1865" y="1402"/>
                </a:lnTo>
                <a:lnTo>
                  <a:pt x="1863" y="1402"/>
                </a:lnTo>
                <a:lnTo>
                  <a:pt x="1862" y="1402"/>
                </a:lnTo>
                <a:lnTo>
                  <a:pt x="1862" y="1403"/>
                </a:lnTo>
                <a:lnTo>
                  <a:pt x="1861" y="1403"/>
                </a:lnTo>
                <a:lnTo>
                  <a:pt x="1861" y="1402"/>
                </a:lnTo>
                <a:lnTo>
                  <a:pt x="1861" y="1401"/>
                </a:lnTo>
                <a:lnTo>
                  <a:pt x="1862" y="1400"/>
                </a:lnTo>
                <a:lnTo>
                  <a:pt x="1863" y="1400"/>
                </a:lnTo>
                <a:lnTo>
                  <a:pt x="1864" y="1399"/>
                </a:lnTo>
                <a:lnTo>
                  <a:pt x="1865" y="1398"/>
                </a:lnTo>
                <a:lnTo>
                  <a:pt x="1865" y="1396"/>
                </a:lnTo>
                <a:lnTo>
                  <a:pt x="1865" y="1394"/>
                </a:lnTo>
                <a:lnTo>
                  <a:pt x="1865" y="1393"/>
                </a:lnTo>
                <a:lnTo>
                  <a:pt x="1865" y="1392"/>
                </a:lnTo>
                <a:lnTo>
                  <a:pt x="1865" y="1391"/>
                </a:lnTo>
                <a:lnTo>
                  <a:pt x="1865" y="1388"/>
                </a:lnTo>
                <a:lnTo>
                  <a:pt x="1865" y="1386"/>
                </a:lnTo>
                <a:lnTo>
                  <a:pt x="1864" y="1384"/>
                </a:lnTo>
                <a:lnTo>
                  <a:pt x="1864" y="1380"/>
                </a:lnTo>
                <a:lnTo>
                  <a:pt x="1863" y="1381"/>
                </a:lnTo>
                <a:lnTo>
                  <a:pt x="1863" y="1380"/>
                </a:lnTo>
                <a:lnTo>
                  <a:pt x="1861" y="1378"/>
                </a:lnTo>
                <a:lnTo>
                  <a:pt x="1861" y="1377"/>
                </a:lnTo>
                <a:lnTo>
                  <a:pt x="1862" y="1377"/>
                </a:lnTo>
                <a:lnTo>
                  <a:pt x="1863" y="1377"/>
                </a:lnTo>
                <a:lnTo>
                  <a:pt x="1866" y="1376"/>
                </a:lnTo>
                <a:lnTo>
                  <a:pt x="1867" y="1376"/>
                </a:lnTo>
                <a:lnTo>
                  <a:pt x="1867" y="1375"/>
                </a:lnTo>
                <a:lnTo>
                  <a:pt x="1867" y="1374"/>
                </a:lnTo>
                <a:lnTo>
                  <a:pt x="1868" y="1374"/>
                </a:lnTo>
                <a:lnTo>
                  <a:pt x="1869" y="1373"/>
                </a:lnTo>
                <a:lnTo>
                  <a:pt x="1868" y="1372"/>
                </a:lnTo>
                <a:lnTo>
                  <a:pt x="1867" y="1372"/>
                </a:lnTo>
                <a:lnTo>
                  <a:pt x="1866" y="1372"/>
                </a:lnTo>
                <a:lnTo>
                  <a:pt x="1866" y="1370"/>
                </a:lnTo>
                <a:lnTo>
                  <a:pt x="1866" y="1369"/>
                </a:lnTo>
                <a:lnTo>
                  <a:pt x="1867" y="1367"/>
                </a:lnTo>
                <a:lnTo>
                  <a:pt x="1867" y="1366"/>
                </a:lnTo>
                <a:lnTo>
                  <a:pt x="1866" y="1366"/>
                </a:lnTo>
                <a:lnTo>
                  <a:pt x="1866" y="1365"/>
                </a:lnTo>
                <a:lnTo>
                  <a:pt x="1866" y="1364"/>
                </a:lnTo>
                <a:lnTo>
                  <a:pt x="1866" y="1363"/>
                </a:lnTo>
                <a:lnTo>
                  <a:pt x="1866" y="1362"/>
                </a:lnTo>
                <a:lnTo>
                  <a:pt x="1867" y="1362"/>
                </a:lnTo>
                <a:lnTo>
                  <a:pt x="1868" y="1362"/>
                </a:lnTo>
                <a:lnTo>
                  <a:pt x="1867" y="1361"/>
                </a:lnTo>
                <a:lnTo>
                  <a:pt x="1867" y="1360"/>
                </a:lnTo>
                <a:lnTo>
                  <a:pt x="1866" y="1360"/>
                </a:lnTo>
                <a:lnTo>
                  <a:pt x="1866" y="1359"/>
                </a:lnTo>
                <a:lnTo>
                  <a:pt x="1866" y="1358"/>
                </a:lnTo>
                <a:lnTo>
                  <a:pt x="1866" y="1357"/>
                </a:lnTo>
                <a:lnTo>
                  <a:pt x="1866" y="1355"/>
                </a:lnTo>
                <a:lnTo>
                  <a:pt x="1866" y="1354"/>
                </a:lnTo>
                <a:lnTo>
                  <a:pt x="1865" y="1354"/>
                </a:lnTo>
                <a:lnTo>
                  <a:pt x="1865" y="1353"/>
                </a:lnTo>
                <a:lnTo>
                  <a:pt x="1864" y="1353"/>
                </a:lnTo>
                <a:lnTo>
                  <a:pt x="1862" y="1352"/>
                </a:lnTo>
                <a:lnTo>
                  <a:pt x="1863" y="1352"/>
                </a:lnTo>
                <a:lnTo>
                  <a:pt x="1863" y="1351"/>
                </a:lnTo>
                <a:lnTo>
                  <a:pt x="1863" y="1350"/>
                </a:lnTo>
                <a:lnTo>
                  <a:pt x="1862" y="1350"/>
                </a:lnTo>
                <a:lnTo>
                  <a:pt x="1861" y="1348"/>
                </a:lnTo>
                <a:lnTo>
                  <a:pt x="1860" y="1348"/>
                </a:lnTo>
                <a:lnTo>
                  <a:pt x="1860" y="1346"/>
                </a:lnTo>
                <a:lnTo>
                  <a:pt x="1860" y="1345"/>
                </a:lnTo>
                <a:lnTo>
                  <a:pt x="1860" y="1344"/>
                </a:lnTo>
                <a:lnTo>
                  <a:pt x="1861" y="1343"/>
                </a:lnTo>
                <a:lnTo>
                  <a:pt x="1860" y="1343"/>
                </a:lnTo>
                <a:lnTo>
                  <a:pt x="1859" y="1341"/>
                </a:lnTo>
                <a:lnTo>
                  <a:pt x="1858" y="1340"/>
                </a:lnTo>
                <a:lnTo>
                  <a:pt x="1857" y="1339"/>
                </a:lnTo>
                <a:lnTo>
                  <a:pt x="1857" y="1338"/>
                </a:lnTo>
                <a:lnTo>
                  <a:pt x="1857" y="1337"/>
                </a:lnTo>
                <a:lnTo>
                  <a:pt x="1856" y="1337"/>
                </a:lnTo>
                <a:lnTo>
                  <a:pt x="1853" y="1337"/>
                </a:lnTo>
                <a:lnTo>
                  <a:pt x="1853" y="1338"/>
                </a:lnTo>
                <a:lnTo>
                  <a:pt x="1853" y="1339"/>
                </a:lnTo>
                <a:lnTo>
                  <a:pt x="1852" y="1339"/>
                </a:lnTo>
                <a:lnTo>
                  <a:pt x="1851" y="1339"/>
                </a:lnTo>
                <a:lnTo>
                  <a:pt x="1851" y="1340"/>
                </a:lnTo>
                <a:lnTo>
                  <a:pt x="1850" y="1341"/>
                </a:lnTo>
                <a:lnTo>
                  <a:pt x="1849" y="1341"/>
                </a:lnTo>
                <a:lnTo>
                  <a:pt x="1847" y="1341"/>
                </a:lnTo>
                <a:lnTo>
                  <a:pt x="1846" y="1341"/>
                </a:lnTo>
                <a:lnTo>
                  <a:pt x="1844" y="1341"/>
                </a:lnTo>
                <a:lnTo>
                  <a:pt x="1844" y="1340"/>
                </a:lnTo>
                <a:lnTo>
                  <a:pt x="1842" y="1340"/>
                </a:lnTo>
                <a:lnTo>
                  <a:pt x="1842" y="1341"/>
                </a:lnTo>
                <a:lnTo>
                  <a:pt x="1841" y="1341"/>
                </a:lnTo>
                <a:lnTo>
                  <a:pt x="1840" y="1341"/>
                </a:lnTo>
                <a:lnTo>
                  <a:pt x="1839" y="1341"/>
                </a:lnTo>
                <a:lnTo>
                  <a:pt x="1839" y="1342"/>
                </a:lnTo>
                <a:lnTo>
                  <a:pt x="1838" y="1342"/>
                </a:lnTo>
                <a:lnTo>
                  <a:pt x="1837" y="1341"/>
                </a:lnTo>
                <a:lnTo>
                  <a:pt x="1836" y="1341"/>
                </a:lnTo>
                <a:lnTo>
                  <a:pt x="1835" y="1340"/>
                </a:lnTo>
                <a:lnTo>
                  <a:pt x="1834" y="1340"/>
                </a:lnTo>
                <a:lnTo>
                  <a:pt x="1834" y="1339"/>
                </a:lnTo>
                <a:lnTo>
                  <a:pt x="1833" y="1339"/>
                </a:lnTo>
                <a:lnTo>
                  <a:pt x="1831" y="1339"/>
                </a:lnTo>
                <a:lnTo>
                  <a:pt x="1829" y="1339"/>
                </a:lnTo>
                <a:lnTo>
                  <a:pt x="1829" y="1340"/>
                </a:lnTo>
                <a:lnTo>
                  <a:pt x="1828" y="1340"/>
                </a:lnTo>
                <a:lnTo>
                  <a:pt x="1829" y="1340"/>
                </a:lnTo>
                <a:lnTo>
                  <a:pt x="1828" y="1340"/>
                </a:lnTo>
                <a:lnTo>
                  <a:pt x="1827" y="1340"/>
                </a:lnTo>
                <a:lnTo>
                  <a:pt x="1825" y="1340"/>
                </a:lnTo>
                <a:lnTo>
                  <a:pt x="1824" y="1340"/>
                </a:lnTo>
                <a:lnTo>
                  <a:pt x="1824" y="1341"/>
                </a:lnTo>
                <a:lnTo>
                  <a:pt x="1823" y="1341"/>
                </a:lnTo>
                <a:lnTo>
                  <a:pt x="1823" y="1342"/>
                </a:lnTo>
                <a:lnTo>
                  <a:pt x="1823" y="1343"/>
                </a:lnTo>
                <a:lnTo>
                  <a:pt x="1823" y="1344"/>
                </a:lnTo>
                <a:lnTo>
                  <a:pt x="1823" y="1345"/>
                </a:lnTo>
                <a:lnTo>
                  <a:pt x="1823" y="1347"/>
                </a:lnTo>
                <a:lnTo>
                  <a:pt x="1822" y="1348"/>
                </a:lnTo>
                <a:lnTo>
                  <a:pt x="1821" y="1348"/>
                </a:lnTo>
                <a:lnTo>
                  <a:pt x="1821" y="1347"/>
                </a:lnTo>
                <a:lnTo>
                  <a:pt x="1820" y="1347"/>
                </a:lnTo>
                <a:lnTo>
                  <a:pt x="1820" y="1348"/>
                </a:lnTo>
                <a:lnTo>
                  <a:pt x="1820" y="1349"/>
                </a:lnTo>
                <a:lnTo>
                  <a:pt x="1819" y="1349"/>
                </a:lnTo>
                <a:lnTo>
                  <a:pt x="1819" y="1350"/>
                </a:lnTo>
                <a:lnTo>
                  <a:pt x="1819" y="1351"/>
                </a:lnTo>
                <a:lnTo>
                  <a:pt x="1819" y="1352"/>
                </a:lnTo>
                <a:lnTo>
                  <a:pt x="1820" y="1352"/>
                </a:lnTo>
                <a:lnTo>
                  <a:pt x="1820" y="1353"/>
                </a:lnTo>
                <a:lnTo>
                  <a:pt x="1821" y="1353"/>
                </a:lnTo>
                <a:lnTo>
                  <a:pt x="1820" y="1353"/>
                </a:lnTo>
                <a:lnTo>
                  <a:pt x="1820" y="1354"/>
                </a:lnTo>
                <a:lnTo>
                  <a:pt x="1821" y="1355"/>
                </a:lnTo>
                <a:lnTo>
                  <a:pt x="1822" y="1355"/>
                </a:lnTo>
                <a:lnTo>
                  <a:pt x="1822" y="1356"/>
                </a:lnTo>
                <a:lnTo>
                  <a:pt x="1823" y="1356"/>
                </a:lnTo>
                <a:lnTo>
                  <a:pt x="1824" y="1357"/>
                </a:lnTo>
                <a:lnTo>
                  <a:pt x="1824" y="1358"/>
                </a:lnTo>
                <a:lnTo>
                  <a:pt x="1823" y="1358"/>
                </a:lnTo>
                <a:lnTo>
                  <a:pt x="1822" y="1358"/>
                </a:lnTo>
                <a:lnTo>
                  <a:pt x="1821" y="1359"/>
                </a:lnTo>
                <a:lnTo>
                  <a:pt x="1820" y="1360"/>
                </a:lnTo>
                <a:lnTo>
                  <a:pt x="1818" y="1361"/>
                </a:lnTo>
                <a:lnTo>
                  <a:pt x="1815" y="1361"/>
                </a:lnTo>
                <a:lnTo>
                  <a:pt x="1814" y="1362"/>
                </a:lnTo>
                <a:lnTo>
                  <a:pt x="1812" y="1361"/>
                </a:lnTo>
                <a:lnTo>
                  <a:pt x="1811" y="1360"/>
                </a:lnTo>
                <a:lnTo>
                  <a:pt x="1810" y="1360"/>
                </a:lnTo>
                <a:lnTo>
                  <a:pt x="1809" y="1360"/>
                </a:lnTo>
                <a:lnTo>
                  <a:pt x="1809" y="1361"/>
                </a:lnTo>
                <a:lnTo>
                  <a:pt x="1808" y="1361"/>
                </a:lnTo>
                <a:lnTo>
                  <a:pt x="1807" y="1361"/>
                </a:lnTo>
                <a:lnTo>
                  <a:pt x="1807" y="1360"/>
                </a:lnTo>
                <a:lnTo>
                  <a:pt x="1806" y="1361"/>
                </a:lnTo>
                <a:lnTo>
                  <a:pt x="1807" y="1361"/>
                </a:lnTo>
                <a:lnTo>
                  <a:pt x="1807" y="1362"/>
                </a:lnTo>
                <a:lnTo>
                  <a:pt x="1807" y="1363"/>
                </a:lnTo>
                <a:lnTo>
                  <a:pt x="1806" y="1364"/>
                </a:lnTo>
                <a:lnTo>
                  <a:pt x="1805" y="1363"/>
                </a:lnTo>
                <a:lnTo>
                  <a:pt x="1804" y="1363"/>
                </a:lnTo>
                <a:lnTo>
                  <a:pt x="1804" y="1364"/>
                </a:lnTo>
                <a:lnTo>
                  <a:pt x="1804" y="1365"/>
                </a:lnTo>
                <a:lnTo>
                  <a:pt x="1805" y="1365"/>
                </a:lnTo>
                <a:lnTo>
                  <a:pt x="1804" y="1366"/>
                </a:lnTo>
                <a:lnTo>
                  <a:pt x="1803" y="1367"/>
                </a:lnTo>
                <a:lnTo>
                  <a:pt x="1802" y="1367"/>
                </a:lnTo>
                <a:lnTo>
                  <a:pt x="1801" y="1367"/>
                </a:lnTo>
                <a:lnTo>
                  <a:pt x="1801" y="1369"/>
                </a:lnTo>
                <a:lnTo>
                  <a:pt x="1801" y="1370"/>
                </a:lnTo>
                <a:lnTo>
                  <a:pt x="1800" y="1370"/>
                </a:lnTo>
                <a:lnTo>
                  <a:pt x="1800" y="1371"/>
                </a:lnTo>
                <a:lnTo>
                  <a:pt x="1799" y="1372"/>
                </a:lnTo>
                <a:lnTo>
                  <a:pt x="1800" y="1372"/>
                </a:lnTo>
                <a:lnTo>
                  <a:pt x="1799" y="1373"/>
                </a:lnTo>
                <a:lnTo>
                  <a:pt x="1798" y="1373"/>
                </a:lnTo>
                <a:lnTo>
                  <a:pt x="1797" y="1373"/>
                </a:lnTo>
                <a:lnTo>
                  <a:pt x="1797" y="1374"/>
                </a:lnTo>
                <a:lnTo>
                  <a:pt x="1796" y="1374"/>
                </a:lnTo>
                <a:lnTo>
                  <a:pt x="1795" y="1375"/>
                </a:lnTo>
                <a:lnTo>
                  <a:pt x="1794" y="1377"/>
                </a:lnTo>
                <a:lnTo>
                  <a:pt x="1794" y="1378"/>
                </a:lnTo>
                <a:lnTo>
                  <a:pt x="1793" y="1378"/>
                </a:lnTo>
                <a:lnTo>
                  <a:pt x="1792" y="1379"/>
                </a:lnTo>
                <a:lnTo>
                  <a:pt x="1791" y="1380"/>
                </a:lnTo>
                <a:lnTo>
                  <a:pt x="1791" y="1381"/>
                </a:lnTo>
                <a:lnTo>
                  <a:pt x="1791" y="1382"/>
                </a:lnTo>
                <a:lnTo>
                  <a:pt x="1792" y="1382"/>
                </a:lnTo>
                <a:lnTo>
                  <a:pt x="1792" y="1383"/>
                </a:lnTo>
                <a:lnTo>
                  <a:pt x="1791" y="1383"/>
                </a:lnTo>
                <a:lnTo>
                  <a:pt x="1792" y="1384"/>
                </a:lnTo>
                <a:lnTo>
                  <a:pt x="1792" y="1385"/>
                </a:lnTo>
                <a:lnTo>
                  <a:pt x="1792" y="1386"/>
                </a:lnTo>
                <a:lnTo>
                  <a:pt x="1792" y="1387"/>
                </a:lnTo>
                <a:lnTo>
                  <a:pt x="1793" y="1388"/>
                </a:lnTo>
                <a:lnTo>
                  <a:pt x="1794" y="1389"/>
                </a:lnTo>
                <a:lnTo>
                  <a:pt x="1795" y="1389"/>
                </a:lnTo>
                <a:lnTo>
                  <a:pt x="1794" y="1390"/>
                </a:lnTo>
                <a:lnTo>
                  <a:pt x="1795" y="1390"/>
                </a:lnTo>
                <a:lnTo>
                  <a:pt x="1795" y="1391"/>
                </a:lnTo>
                <a:lnTo>
                  <a:pt x="1794" y="1391"/>
                </a:lnTo>
                <a:lnTo>
                  <a:pt x="1793" y="1391"/>
                </a:lnTo>
                <a:lnTo>
                  <a:pt x="1792" y="1391"/>
                </a:lnTo>
                <a:lnTo>
                  <a:pt x="1792" y="1393"/>
                </a:lnTo>
                <a:lnTo>
                  <a:pt x="1793" y="1394"/>
                </a:lnTo>
                <a:lnTo>
                  <a:pt x="1795" y="1396"/>
                </a:lnTo>
                <a:lnTo>
                  <a:pt x="1796" y="1399"/>
                </a:lnTo>
                <a:lnTo>
                  <a:pt x="1796" y="1400"/>
                </a:lnTo>
                <a:lnTo>
                  <a:pt x="1795" y="1400"/>
                </a:lnTo>
                <a:lnTo>
                  <a:pt x="1794" y="1400"/>
                </a:lnTo>
                <a:lnTo>
                  <a:pt x="1794" y="1401"/>
                </a:lnTo>
                <a:lnTo>
                  <a:pt x="1794" y="1402"/>
                </a:lnTo>
                <a:lnTo>
                  <a:pt x="1795" y="1403"/>
                </a:lnTo>
                <a:lnTo>
                  <a:pt x="1794" y="1405"/>
                </a:lnTo>
                <a:lnTo>
                  <a:pt x="1793" y="1405"/>
                </a:lnTo>
                <a:lnTo>
                  <a:pt x="1793" y="1406"/>
                </a:lnTo>
                <a:lnTo>
                  <a:pt x="1793" y="1407"/>
                </a:lnTo>
                <a:lnTo>
                  <a:pt x="1793" y="1408"/>
                </a:lnTo>
                <a:lnTo>
                  <a:pt x="1794" y="1408"/>
                </a:lnTo>
                <a:lnTo>
                  <a:pt x="1794" y="1409"/>
                </a:lnTo>
                <a:lnTo>
                  <a:pt x="1794" y="1413"/>
                </a:lnTo>
                <a:lnTo>
                  <a:pt x="1792" y="1413"/>
                </a:lnTo>
                <a:lnTo>
                  <a:pt x="1791" y="1412"/>
                </a:lnTo>
                <a:lnTo>
                  <a:pt x="1788" y="1412"/>
                </a:lnTo>
                <a:lnTo>
                  <a:pt x="1787" y="1411"/>
                </a:lnTo>
                <a:lnTo>
                  <a:pt x="1786" y="1411"/>
                </a:lnTo>
                <a:lnTo>
                  <a:pt x="1785" y="1411"/>
                </a:lnTo>
                <a:lnTo>
                  <a:pt x="1784" y="1411"/>
                </a:lnTo>
                <a:lnTo>
                  <a:pt x="1783" y="1410"/>
                </a:lnTo>
                <a:lnTo>
                  <a:pt x="1782" y="1410"/>
                </a:lnTo>
                <a:lnTo>
                  <a:pt x="1781" y="1410"/>
                </a:lnTo>
                <a:lnTo>
                  <a:pt x="1780" y="1410"/>
                </a:lnTo>
                <a:lnTo>
                  <a:pt x="1779" y="1411"/>
                </a:lnTo>
                <a:lnTo>
                  <a:pt x="1778" y="1411"/>
                </a:lnTo>
                <a:lnTo>
                  <a:pt x="1777" y="1411"/>
                </a:lnTo>
                <a:lnTo>
                  <a:pt x="1776" y="1411"/>
                </a:lnTo>
                <a:lnTo>
                  <a:pt x="1776" y="1412"/>
                </a:lnTo>
                <a:lnTo>
                  <a:pt x="1775" y="1411"/>
                </a:lnTo>
                <a:lnTo>
                  <a:pt x="1774" y="1411"/>
                </a:lnTo>
                <a:lnTo>
                  <a:pt x="1773" y="1411"/>
                </a:lnTo>
                <a:lnTo>
                  <a:pt x="1772" y="1412"/>
                </a:lnTo>
                <a:lnTo>
                  <a:pt x="1771" y="1412"/>
                </a:lnTo>
                <a:lnTo>
                  <a:pt x="1770" y="1412"/>
                </a:lnTo>
                <a:lnTo>
                  <a:pt x="1770" y="1413"/>
                </a:lnTo>
                <a:lnTo>
                  <a:pt x="1769" y="1413"/>
                </a:lnTo>
                <a:lnTo>
                  <a:pt x="1769" y="1414"/>
                </a:lnTo>
                <a:lnTo>
                  <a:pt x="1768" y="1414"/>
                </a:lnTo>
                <a:lnTo>
                  <a:pt x="1767" y="1414"/>
                </a:lnTo>
                <a:lnTo>
                  <a:pt x="1766" y="1415"/>
                </a:lnTo>
                <a:lnTo>
                  <a:pt x="1765" y="1416"/>
                </a:lnTo>
                <a:lnTo>
                  <a:pt x="1765" y="1417"/>
                </a:lnTo>
                <a:lnTo>
                  <a:pt x="1764" y="1417"/>
                </a:lnTo>
                <a:lnTo>
                  <a:pt x="1764" y="1416"/>
                </a:lnTo>
                <a:lnTo>
                  <a:pt x="1763" y="1416"/>
                </a:lnTo>
                <a:lnTo>
                  <a:pt x="1762" y="1416"/>
                </a:lnTo>
                <a:lnTo>
                  <a:pt x="1762" y="1417"/>
                </a:lnTo>
                <a:lnTo>
                  <a:pt x="1762" y="1418"/>
                </a:lnTo>
                <a:lnTo>
                  <a:pt x="1762" y="1419"/>
                </a:lnTo>
                <a:lnTo>
                  <a:pt x="1761" y="1420"/>
                </a:lnTo>
                <a:lnTo>
                  <a:pt x="1761" y="1421"/>
                </a:lnTo>
                <a:lnTo>
                  <a:pt x="1760" y="1421"/>
                </a:lnTo>
                <a:lnTo>
                  <a:pt x="1759" y="1421"/>
                </a:lnTo>
                <a:lnTo>
                  <a:pt x="1758" y="1422"/>
                </a:lnTo>
                <a:lnTo>
                  <a:pt x="1757" y="1422"/>
                </a:lnTo>
                <a:lnTo>
                  <a:pt x="1757" y="1423"/>
                </a:lnTo>
                <a:lnTo>
                  <a:pt x="1757" y="1424"/>
                </a:lnTo>
                <a:lnTo>
                  <a:pt x="1756" y="1424"/>
                </a:lnTo>
                <a:lnTo>
                  <a:pt x="1756" y="1425"/>
                </a:lnTo>
                <a:lnTo>
                  <a:pt x="1757" y="1425"/>
                </a:lnTo>
                <a:lnTo>
                  <a:pt x="1759" y="1425"/>
                </a:lnTo>
                <a:lnTo>
                  <a:pt x="1759" y="1426"/>
                </a:lnTo>
                <a:lnTo>
                  <a:pt x="1760" y="1426"/>
                </a:lnTo>
                <a:lnTo>
                  <a:pt x="1761" y="1426"/>
                </a:lnTo>
                <a:lnTo>
                  <a:pt x="1762" y="1426"/>
                </a:lnTo>
                <a:lnTo>
                  <a:pt x="1762" y="1427"/>
                </a:lnTo>
                <a:lnTo>
                  <a:pt x="1763" y="1427"/>
                </a:lnTo>
                <a:lnTo>
                  <a:pt x="1764" y="1427"/>
                </a:lnTo>
                <a:lnTo>
                  <a:pt x="1764" y="1428"/>
                </a:lnTo>
                <a:lnTo>
                  <a:pt x="1763" y="1428"/>
                </a:lnTo>
                <a:lnTo>
                  <a:pt x="1763" y="1429"/>
                </a:lnTo>
                <a:lnTo>
                  <a:pt x="1763" y="1430"/>
                </a:lnTo>
                <a:lnTo>
                  <a:pt x="1763" y="1432"/>
                </a:lnTo>
                <a:lnTo>
                  <a:pt x="1762" y="1433"/>
                </a:lnTo>
                <a:lnTo>
                  <a:pt x="1762" y="1434"/>
                </a:lnTo>
                <a:lnTo>
                  <a:pt x="1761" y="1434"/>
                </a:lnTo>
                <a:lnTo>
                  <a:pt x="1761" y="1435"/>
                </a:lnTo>
                <a:lnTo>
                  <a:pt x="1762" y="1435"/>
                </a:lnTo>
                <a:lnTo>
                  <a:pt x="1761" y="1435"/>
                </a:lnTo>
                <a:lnTo>
                  <a:pt x="1761" y="1436"/>
                </a:lnTo>
                <a:lnTo>
                  <a:pt x="1760" y="1436"/>
                </a:lnTo>
                <a:lnTo>
                  <a:pt x="1759" y="1436"/>
                </a:lnTo>
                <a:lnTo>
                  <a:pt x="1759" y="1437"/>
                </a:lnTo>
                <a:lnTo>
                  <a:pt x="1760" y="1437"/>
                </a:lnTo>
                <a:lnTo>
                  <a:pt x="1760" y="1438"/>
                </a:lnTo>
                <a:lnTo>
                  <a:pt x="1761" y="1439"/>
                </a:lnTo>
                <a:lnTo>
                  <a:pt x="1762" y="1440"/>
                </a:lnTo>
                <a:lnTo>
                  <a:pt x="1762" y="1439"/>
                </a:lnTo>
                <a:lnTo>
                  <a:pt x="1763" y="1439"/>
                </a:lnTo>
                <a:lnTo>
                  <a:pt x="1764" y="1440"/>
                </a:lnTo>
                <a:lnTo>
                  <a:pt x="1765" y="1440"/>
                </a:lnTo>
                <a:lnTo>
                  <a:pt x="1765" y="1441"/>
                </a:lnTo>
                <a:lnTo>
                  <a:pt x="1765" y="1442"/>
                </a:lnTo>
                <a:lnTo>
                  <a:pt x="1765" y="1443"/>
                </a:lnTo>
                <a:lnTo>
                  <a:pt x="1765" y="1444"/>
                </a:lnTo>
                <a:lnTo>
                  <a:pt x="1766" y="1444"/>
                </a:lnTo>
                <a:lnTo>
                  <a:pt x="1766" y="1445"/>
                </a:lnTo>
                <a:lnTo>
                  <a:pt x="1766" y="1446"/>
                </a:lnTo>
                <a:lnTo>
                  <a:pt x="1767" y="1446"/>
                </a:lnTo>
                <a:lnTo>
                  <a:pt x="1767" y="1445"/>
                </a:lnTo>
                <a:lnTo>
                  <a:pt x="1767" y="1444"/>
                </a:lnTo>
                <a:lnTo>
                  <a:pt x="1768" y="1443"/>
                </a:lnTo>
                <a:lnTo>
                  <a:pt x="1767" y="1442"/>
                </a:lnTo>
                <a:lnTo>
                  <a:pt x="1768" y="1442"/>
                </a:lnTo>
                <a:lnTo>
                  <a:pt x="1769" y="1442"/>
                </a:lnTo>
                <a:lnTo>
                  <a:pt x="1769" y="1443"/>
                </a:lnTo>
                <a:lnTo>
                  <a:pt x="1770" y="1444"/>
                </a:lnTo>
                <a:lnTo>
                  <a:pt x="1770" y="1445"/>
                </a:lnTo>
                <a:lnTo>
                  <a:pt x="1771" y="1445"/>
                </a:lnTo>
                <a:lnTo>
                  <a:pt x="1771" y="1446"/>
                </a:lnTo>
                <a:lnTo>
                  <a:pt x="1771" y="1448"/>
                </a:lnTo>
                <a:lnTo>
                  <a:pt x="1770" y="1448"/>
                </a:lnTo>
                <a:lnTo>
                  <a:pt x="1770" y="1449"/>
                </a:lnTo>
                <a:lnTo>
                  <a:pt x="1770" y="1450"/>
                </a:lnTo>
                <a:lnTo>
                  <a:pt x="1770" y="1451"/>
                </a:lnTo>
                <a:lnTo>
                  <a:pt x="1770" y="1452"/>
                </a:lnTo>
                <a:lnTo>
                  <a:pt x="1769" y="1452"/>
                </a:lnTo>
                <a:lnTo>
                  <a:pt x="1768" y="1452"/>
                </a:lnTo>
                <a:lnTo>
                  <a:pt x="1767" y="1453"/>
                </a:lnTo>
                <a:lnTo>
                  <a:pt x="1766" y="1453"/>
                </a:lnTo>
                <a:lnTo>
                  <a:pt x="1766" y="1454"/>
                </a:lnTo>
                <a:lnTo>
                  <a:pt x="1765" y="1454"/>
                </a:lnTo>
                <a:lnTo>
                  <a:pt x="1765" y="1453"/>
                </a:lnTo>
                <a:lnTo>
                  <a:pt x="1764" y="1453"/>
                </a:lnTo>
                <a:lnTo>
                  <a:pt x="1763" y="1453"/>
                </a:lnTo>
                <a:lnTo>
                  <a:pt x="1762" y="1454"/>
                </a:lnTo>
                <a:lnTo>
                  <a:pt x="1761" y="1454"/>
                </a:lnTo>
                <a:lnTo>
                  <a:pt x="1760" y="1455"/>
                </a:lnTo>
                <a:lnTo>
                  <a:pt x="1760" y="1456"/>
                </a:lnTo>
                <a:lnTo>
                  <a:pt x="1760" y="1457"/>
                </a:lnTo>
                <a:lnTo>
                  <a:pt x="1759" y="1458"/>
                </a:lnTo>
                <a:lnTo>
                  <a:pt x="1758" y="1458"/>
                </a:lnTo>
                <a:lnTo>
                  <a:pt x="1757" y="1459"/>
                </a:lnTo>
                <a:lnTo>
                  <a:pt x="1757" y="1460"/>
                </a:lnTo>
                <a:lnTo>
                  <a:pt x="1757" y="1461"/>
                </a:lnTo>
                <a:lnTo>
                  <a:pt x="1758" y="1461"/>
                </a:lnTo>
                <a:lnTo>
                  <a:pt x="1758" y="1462"/>
                </a:lnTo>
                <a:lnTo>
                  <a:pt x="1755" y="1461"/>
                </a:lnTo>
                <a:lnTo>
                  <a:pt x="1753" y="1461"/>
                </a:lnTo>
                <a:lnTo>
                  <a:pt x="1752" y="1462"/>
                </a:lnTo>
                <a:lnTo>
                  <a:pt x="1751" y="1462"/>
                </a:lnTo>
                <a:lnTo>
                  <a:pt x="1751" y="1463"/>
                </a:lnTo>
                <a:lnTo>
                  <a:pt x="1752" y="1464"/>
                </a:lnTo>
                <a:lnTo>
                  <a:pt x="1753" y="1465"/>
                </a:lnTo>
                <a:lnTo>
                  <a:pt x="1754" y="1465"/>
                </a:lnTo>
                <a:lnTo>
                  <a:pt x="1755" y="1465"/>
                </a:lnTo>
                <a:lnTo>
                  <a:pt x="1756" y="1466"/>
                </a:lnTo>
                <a:lnTo>
                  <a:pt x="1756" y="1467"/>
                </a:lnTo>
                <a:lnTo>
                  <a:pt x="1757" y="1468"/>
                </a:lnTo>
                <a:lnTo>
                  <a:pt x="1758" y="1468"/>
                </a:lnTo>
                <a:lnTo>
                  <a:pt x="1759" y="1469"/>
                </a:lnTo>
                <a:lnTo>
                  <a:pt x="1760" y="1469"/>
                </a:lnTo>
                <a:lnTo>
                  <a:pt x="1761" y="1470"/>
                </a:lnTo>
                <a:lnTo>
                  <a:pt x="1761" y="1471"/>
                </a:lnTo>
                <a:lnTo>
                  <a:pt x="1762" y="1472"/>
                </a:lnTo>
                <a:lnTo>
                  <a:pt x="1762" y="1473"/>
                </a:lnTo>
                <a:lnTo>
                  <a:pt x="1764" y="1473"/>
                </a:lnTo>
                <a:lnTo>
                  <a:pt x="1765" y="1474"/>
                </a:lnTo>
                <a:lnTo>
                  <a:pt x="1766" y="1475"/>
                </a:lnTo>
                <a:lnTo>
                  <a:pt x="1766" y="1476"/>
                </a:lnTo>
                <a:lnTo>
                  <a:pt x="1767" y="1476"/>
                </a:lnTo>
                <a:lnTo>
                  <a:pt x="1767" y="1475"/>
                </a:lnTo>
                <a:lnTo>
                  <a:pt x="1768" y="1475"/>
                </a:lnTo>
                <a:lnTo>
                  <a:pt x="1768" y="1476"/>
                </a:lnTo>
                <a:lnTo>
                  <a:pt x="1768" y="1477"/>
                </a:lnTo>
                <a:lnTo>
                  <a:pt x="1768" y="1479"/>
                </a:lnTo>
                <a:lnTo>
                  <a:pt x="1768" y="1480"/>
                </a:lnTo>
                <a:lnTo>
                  <a:pt x="1768" y="1481"/>
                </a:lnTo>
                <a:lnTo>
                  <a:pt x="1769" y="1481"/>
                </a:lnTo>
                <a:lnTo>
                  <a:pt x="1769" y="1482"/>
                </a:lnTo>
                <a:lnTo>
                  <a:pt x="1769" y="1481"/>
                </a:lnTo>
                <a:lnTo>
                  <a:pt x="1770" y="1481"/>
                </a:lnTo>
                <a:lnTo>
                  <a:pt x="1770" y="1480"/>
                </a:lnTo>
                <a:lnTo>
                  <a:pt x="1770" y="1481"/>
                </a:lnTo>
                <a:lnTo>
                  <a:pt x="1771" y="1482"/>
                </a:lnTo>
                <a:lnTo>
                  <a:pt x="1775" y="1482"/>
                </a:lnTo>
                <a:lnTo>
                  <a:pt x="1775" y="1483"/>
                </a:lnTo>
                <a:lnTo>
                  <a:pt x="1776" y="1483"/>
                </a:lnTo>
                <a:lnTo>
                  <a:pt x="1775" y="1483"/>
                </a:lnTo>
                <a:lnTo>
                  <a:pt x="1774" y="1484"/>
                </a:lnTo>
                <a:lnTo>
                  <a:pt x="1774" y="1486"/>
                </a:lnTo>
                <a:lnTo>
                  <a:pt x="1775" y="1486"/>
                </a:lnTo>
                <a:lnTo>
                  <a:pt x="1775" y="1487"/>
                </a:lnTo>
                <a:lnTo>
                  <a:pt x="1775" y="1488"/>
                </a:lnTo>
                <a:lnTo>
                  <a:pt x="1775" y="1490"/>
                </a:lnTo>
                <a:lnTo>
                  <a:pt x="1775" y="1491"/>
                </a:lnTo>
                <a:lnTo>
                  <a:pt x="1776" y="1491"/>
                </a:lnTo>
                <a:lnTo>
                  <a:pt x="1777" y="1491"/>
                </a:lnTo>
                <a:lnTo>
                  <a:pt x="1777" y="1492"/>
                </a:lnTo>
                <a:lnTo>
                  <a:pt x="1778" y="1492"/>
                </a:lnTo>
                <a:lnTo>
                  <a:pt x="1777" y="1493"/>
                </a:lnTo>
                <a:lnTo>
                  <a:pt x="1776" y="1493"/>
                </a:lnTo>
                <a:lnTo>
                  <a:pt x="1775" y="1494"/>
                </a:lnTo>
                <a:lnTo>
                  <a:pt x="1774" y="1494"/>
                </a:lnTo>
                <a:lnTo>
                  <a:pt x="1775" y="1495"/>
                </a:lnTo>
                <a:lnTo>
                  <a:pt x="1776" y="1495"/>
                </a:lnTo>
                <a:lnTo>
                  <a:pt x="1776" y="1496"/>
                </a:lnTo>
                <a:lnTo>
                  <a:pt x="1776" y="1497"/>
                </a:lnTo>
                <a:lnTo>
                  <a:pt x="1777" y="1497"/>
                </a:lnTo>
                <a:lnTo>
                  <a:pt x="1777" y="1498"/>
                </a:lnTo>
                <a:lnTo>
                  <a:pt x="1777" y="1499"/>
                </a:lnTo>
                <a:lnTo>
                  <a:pt x="1778" y="1499"/>
                </a:lnTo>
                <a:lnTo>
                  <a:pt x="1779" y="1499"/>
                </a:lnTo>
                <a:lnTo>
                  <a:pt x="1780" y="1498"/>
                </a:lnTo>
                <a:lnTo>
                  <a:pt x="1781" y="1498"/>
                </a:lnTo>
                <a:lnTo>
                  <a:pt x="1781" y="1499"/>
                </a:lnTo>
                <a:lnTo>
                  <a:pt x="1781" y="1500"/>
                </a:lnTo>
                <a:lnTo>
                  <a:pt x="1781" y="1501"/>
                </a:lnTo>
                <a:lnTo>
                  <a:pt x="1780" y="1502"/>
                </a:lnTo>
                <a:lnTo>
                  <a:pt x="1781" y="1503"/>
                </a:lnTo>
                <a:lnTo>
                  <a:pt x="1782" y="1504"/>
                </a:lnTo>
                <a:lnTo>
                  <a:pt x="1783" y="1504"/>
                </a:lnTo>
                <a:lnTo>
                  <a:pt x="1784" y="1505"/>
                </a:lnTo>
                <a:lnTo>
                  <a:pt x="1783" y="1505"/>
                </a:lnTo>
                <a:lnTo>
                  <a:pt x="1782" y="1506"/>
                </a:lnTo>
                <a:lnTo>
                  <a:pt x="1781" y="1506"/>
                </a:lnTo>
                <a:lnTo>
                  <a:pt x="1781" y="1505"/>
                </a:lnTo>
                <a:lnTo>
                  <a:pt x="1780" y="1505"/>
                </a:lnTo>
                <a:lnTo>
                  <a:pt x="1779" y="1506"/>
                </a:lnTo>
                <a:lnTo>
                  <a:pt x="1778" y="1506"/>
                </a:lnTo>
                <a:lnTo>
                  <a:pt x="1777" y="1506"/>
                </a:lnTo>
                <a:lnTo>
                  <a:pt x="1777" y="1507"/>
                </a:lnTo>
                <a:lnTo>
                  <a:pt x="1776" y="1507"/>
                </a:lnTo>
                <a:lnTo>
                  <a:pt x="1776" y="1508"/>
                </a:lnTo>
                <a:lnTo>
                  <a:pt x="1776" y="1509"/>
                </a:lnTo>
                <a:lnTo>
                  <a:pt x="1776" y="1510"/>
                </a:lnTo>
                <a:lnTo>
                  <a:pt x="1777" y="1510"/>
                </a:lnTo>
                <a:lnTo>
                  <a:pt x="1777" y="1511"/>
                </a:lnTo>
                <a:lnTo>
                  <a:pt x="1777" y="1512"/>
                </a:lnTo>
                <a:lnTo>
                  <a:pt x="1777" y="1513"/>
                </a:lnTo>
                <a:lnTo>
                  <a:pt x="1777" y="1514"/>
                </a:lnTo>
                <a:lnTo>
                  <a:pt x="1777" y="1515"/>
                </a:lnTo>
                <a:lnTo>
                  <a:pt x="1777" y="1516"/>
                </a:lnTo>
                <a:lnTo>
                  <a:pt x="1777" y="1517"/>
                </a:lnTo>
                <a:lnTo>
                  <a:pt x="1777" y="1518"/>
                </a:lnTo>
                <a:lnTo>
                  <a:pt x="1776" y="1518"/>
                </a:lnTo>
                <a:lnTo>
                  <a:pt x="1775" y="1519"/>
                </a:lnTo>
                <a:lnTo>
                  <a:pt x="1774" y="1521"/>
                </a:lnTo>
                <a:lnTo>
                  <a:pt x="1775" y="1521"/>
                </a:lnTo>
                <a:lnTo>
                  <a:pt x="1775" y="1522"/>
                </a:lnTo>
                <a:lnTo>
                  <a:pt x="1776" y="1523"/>
                </a:lnTo>
                <a:lnTo>
                  <a:pt x="1777" y="1524"/>
                </a:lnTo>
                <a:lnTo>
                  <a:pt x="1778" y="1524"/>
                </a:lnTo>
                <a:lnTo>
                  <a:pt x="1778" y="1526"/>
                </a:lnTo>
                <a:lnTo>
                  <a:pt x="1778" y="1527"/>
                </a:lnTo>
                <a:lnTo>
                  <a:pt x="1779" y="1527"/>
                </a:lnTo>
                <a:lnTo>
                  <a:pt x="1778" y="1529"/>
                </a:lnTo>
                <a:lnTo>
                  <a:pt x="1775" y="1530"/>
                </a:lnTo>
                <a:lnTo>
                  <a:pt x="1773" y="1531"/>
                </a:lnTo>
                <a:lnTo>
                  <a:pt x="1772" y="1531"/>
                </a:lnTo>
                <a:lnTo>
                  <a:pt x="1772" y="1532"/>
                </a:lnTo>
                <a:lnTo>
                  <a:pt x="1771" y="1532"/>
                </a:lnTo>
                <a:lnTo>
                  <a:pt x="1771" y="1531"/>
                </a:lnTo>
                <a:lnTo>
                  <a:pt x="1770" y="1531"/>
                </a:lnTo>
                <a:lnTo>
                  <a:pt x="1768" y="1531"/>
                </a:lnTo>
                <a:lnTo>
                  <a:pt x="1767" y="1531"/>
                </a:lnTo>
                <a:lnTo>
                  <a:pt x="1766" y="1531"/>
                </a:lnTo>
                <a:lnTo>
                  <a:pt x="1765" y="1531"/>
                </a:lnTo>
                <a:lnTo>
                  <a:pt x="1765" y="1532"/>
                </a:lnTo>
                <a:lnTo>
                  <a:pt x="1764" y="1532"/>
                </a:lnTo>
                <a:lnTo>
                  <a:pt x="1764" y="1533"/>
                </a:lnTo>
                <a:lnTo>
                  <a:pt x="1764" y="1534"/>
                </a:lnTo>
                <a:lnTo>
                  <a:pt x="1762" y="1535"/>
                </a:lnTo>
                <a:lnTo>
                  <a:pt x="1761" y="1535"/>
                </a:lnTo>
                <a:lnTo>
                  <a:pt x="1760" y="1536"/>
                </a:lnTo>
                <a:lnTo>
                  <a:pt x="1759" y="1537"/>
                </a:lnTo>
                <a:lnTo>
                  <a:pt x="1760" y="1537"/>
                </a:lnTo>
                <a:lnTo>
                  <a:pt x="1760" y="1538"/>
                </a:lnTo>
                <a:lnTo>
                  <a:pt x="1759" y="1538"/>
                </a:lnTo>
                <a:lnTo>
                  <a:pt x="1757" y="1540"/>
                </a:lnTo>
                <a:lnTo>
                  <a:pt x="1756" y="1540"/>
                </a:lnTo>
                <a:lnTo>
                  <a:pt x="1756" y="1539"/>
                </a:lnTo>
                <a:lnTo>
                  <a:pt x="1755" y="1539"/>
                </a:lnTo>
                <a:lnTo>
                  <a:pt x="1755" y="1538"/>
                </a:lnTo>
                <a:lnTo>
                  <a:pt x="1753" y="1537"/>
                </a:lnTo>
                <a:lnTo>
                  <a:pt x="1753" y="1536"/>
                </a:lnTo>
                <a:lnTo>
                  <a:pt x="1752" y="1536"/>
                </a:lnTo>
                <a:lnTo>
                  <a:pt x="1752" y="1535"/>
                </a:lnTo>
                <a:lnTo>
                  <a:pt x="1752" y="1534"/>
                </a:lnTo>
                <a:lnTo>
                  <a:pt x="1751" y="1534"/>
                </a:lnTo>
                <a:lnTo>
                  <a:pt x="1750" y="1533"/>
                </a:lnTo>
                <a:lnTo>
                  <a:pt x="1749" y="1532"/>
                </a:lnTo>
                <a:lnTo>
                  <a:pt x="1748" y="1532"/>
                </a:lnTo>
                <a:lnTo>
                  <a:pt x="1748" y="1534"/>
                </a:lnTo>
                <a:lnTo>
                  <a:pt x="1747" y="1535"/>
                </a:lnTo>
                <a:lnTo>
                  <a:pt x="1746" y="1535"/>
                </a:lnTo>
                <a:lnTo>
                  <a:pt x="1745" y="1536"/>
                </a:lnTo>
                <a:lnTo>
                  <a:pt x="1745" y="1537"/>
                </a:lnTo>
                <a:lnTo>
                  <a:pt x="1744" y="1538"/>
                </a:lnTo>
                <a:lnTo>
                  <a:pt x="1743" y="1538"/>
                </a:lnTo>
                <a:lnTo>
                  <a:pt x="1742" y="1538"/>
                </a:lnTo>
                <a:lnTo>
                  <a:pt x="1740" y="1539"/>
                </a:lnTo>
                <a:lnTo>
                  <a:pt x="1738" y="1540"/>
                </a:lnTo>
                <a:lnTo>
                  <a:pt x="1737" y="1540"/>
                </a:lnTo>
                <a:lnTo>
                  <a:pt x="1736" y="1540"/>
                </a:lnTo>
                <a:lnTo>
                  <a:pt x="1736" y="1541"/>
                </a:lnTo>
                <a:lnTo>
                  <a:pt x="1736" y="1542"/>
                </a:lnTo>
                <a:lnTo>
                  <a:pt x="1735" y="1543"/>
                </a:lnTo>
                <a:lnTo>
                  <a:pt x="1734" y="1544"/>
                </a:lnTo>
                <a:lnTo>
                  <a:pt x="1733" y="1545"/>
                </a:lnTo>
                <a:lnTo>
                  <a:pt x="1732" y="1545"/>
                </a:lnTo>
                <a:lnTo>
                  <a:pt x="1731" y="1545"/>
                </a:lnTo>
                <a:lnTo>
                  <a:pt x="1731" y="1546"/>
                </a:lnTo>
                <a:lnTo>
                  <a:pt x="1730" y="1547"/>
                </a:lnTo>
                <a:lnTo>
                  <a:pt x="1729" y="1547"/>
                </a:lnTo>
                <a:lnTo>
                  <a:pt x="1729" y="1548"/>
                </a:lnTo>
                <a:lnTo>
                  <a:pt x="1728" y="1548"/>
                </a:lnTo>
                <a:lnTo>
                  <a:pt x="1728" y="1549"/>
                </a:lnTo>
                <a:lnTo>
                  <a:pt x="1727" y="1549"/>
                </a:lnTo>
                <a:lnTo>
                  <a:pt x="1726" y="1550"/>
                </a:lnTo>
                <a:lnTo>
                  <a:pt x="1726" y="1551"/>
                </a:lnTo>
                <a:lnTo>
                  <a:pt x="1725" y="1551"/>
                </a:lnTo>
                <a:lnTo>
                  <a:pt x="1725" y="1552"/>
                </a:lnTo>
                <a:lnTo>
                  <a:pt x="1724" y="1552"/>
                </a:lnTo>
                <a:lnTo>
                  <a:pt x="1723" y="1552"/>
                </a:lnTo>
                <a:lnTo>
                  <a:pt x="1723" y="1553"/>
                </a:lnTo>
                <a:lnTo>
                  <a:pt x="1722" y="1553"/>
                </a:lnTo>
                <a:lnTo>
                  <a:pt x="1721" y="1553"/>
                </a:lnTo>
                <a:lnTo>
                  <a:pt x="1721" y="1554"/>
                </a:lnTo>
                <a:lnTo>
                  <a:pt x="1720" y="1554"/>
                </a:lnTo>
                <a:lnTo>
                  <a:pt x="1720" y="1553"/>
                </a:lnTo>
                <a:lnTo>
                  <a:pt x="1719" y="1553"/>
                </a:lnTo>
                <a:lnTo>
                  <a:pt x="1718" y="1553"/>
                </a:lnTo>
                <a:lnTo>
                  <a:pt x="1717" y="1554"/>
                </a:lnTo>
                <a:lnTo>
                  <a:pt x="1716" y="1554"/>
                </a:lnTo>
                <a:lnTo>
                  <a:pt x="1715" y="1554"/>
                </a:lnTo>
                <a:lnTo>
                  <a:pt x="1714" y="1554"/>
                </a:lnTo>
                <a:lnTo>
                  <a:pt x="1713" y="1554"/>
                </a:lnTo>
                <a:lnTo>
                  <a:pt x="1712" y="1555"/>
                </a:lnTo>
                <a:lnTo>
                  <a:pt x="1711" y="1555"/>
                </a:lnTo>
                <a:lnTo>
                  <a:pt x="1710" y="1555"/>
                </a:lnTo>
                <a:lnTo>
                  <a:pt x="1709" y="1555"/>
                </a:lnTo>
                <a:lnTo>
                  <a:pt x="1708" y="1555"/>
                </a:lnTo>
                <a:lnTo>
                  <a:pt x="1707" y="1556"/>
                </a:lnTo>
                <a:lnTo>
                  <a:pt x="1706" y="1556"/>
                </a:lnTo>
                <a:lnTo>
                  <a:pt x="1703" y="1556"/>
                </a:lnTo>
                <a:lnTo>
                  <a:pt x="1702" y="1556"/>
                </a:lnTo>
                <a:lnTo>
                  <a:pt x="1701" y="1555"/>
                </a:lnTo>
                <a:lnTo>
                  <a:pt x="1700" y="1555"/>
                </a:lnTo>
                <a:lnTo>
                  <a:pt x="1700" y="1556"/>
                </a:lnTo>
                <a:lnTo>
                  <a:pt x="1699" y="1556"/>
                </a:lnTo>
                <a:lnTo>
                  <a:pt x="1699" y="1555"/>
                </a:lnTo>
                <a:lnTo>
                  <a:pt x="1698" y="1555"/>
                </a:lnTo>
                <a:lnTo>
                  <a:pt x="1697" y="1555"/>
                </a:lnTo>
                <a:lnTo>
                  <a:pt x="1697" y="1554"/>
                </a:lnTo>
                <a:lnTo>
                  <a:pt x="1696" y="1554"/>
                </a:lnTo>
                <a:lnTo>
                  <a:pt x="1696" y="1553"/>
                </a:lnTo>
                <a:lnTo>
                  <a:pt x="1696" y="1552"/>
                </a:lnTo>
                <a:lnTo>
                  <a:pt x="1695" y="1551"/>
                </a:lnTo>
                <a:lnTo>
                  <a:pt x="1695" y="1550"/>
                </a:lnTo>
                <a:lnTo>
                  <a:pt x="1695" y="1549"/>
                </a:lnTo>
                <a:lnTo>
                  <a:pt x="1694" y="1548"/>
                </a:lnTo>
                <a:lnTo>
                  <a:pt x="1694" y="1547"/>
                </a:lnTo>
                <a:lnTo>
                  <a:pt x="1693" y="1547"/>
                </a:lnTo>
                <a:lnTo>
                  <a:pt x="1692" y="1546"/>
                </a:lnTo>
                <a:lnTo>
                  <a:pt x="1692" y="1545"/>
                </a:lnTo>
                <a:lnTo>
                  <a:pt x="1692" y="1544"/>
                </a:lnTo>
                <a:lnTo>
                  <a:pt x="1691" y="1544"/>
                </a:lnTo>
                <a:lnTo>
                  <a:pt x="1691" y="1545"/>
                </a:lnTo>
                <a:lnTo>
                  <a:pt x="1690" y="1545"/>
                </a:lnTo>
                <a:lnTo>
                  <a:pt x="1689" y="1545"/>
                </a:lnTo>
                <a:lnTo>
                  <a:pt x="1689" y="1546"/>
                </a:lnTo>
                <a:lnTo>
                  <a:pt x="1688" y="1546"/>
                </a:lnTo>
                <a:lnTo>
                  <a:pt x="1686" y="1546"/>
                </a:lnTo>
                <a:lnTo>
                  <a:pt x="1684" y="1546"/>
                </a:lnTo>
                <a:lnTo>
                  <a:pt x="1683" y="1546"/>
                </a:lnTo>
                <a:lnTo>
                  <a:pt x="1683" y="1547"/>
                </a:lnTo>
                <a:lnTo>
                  <a:pt x="1682" y="1547"/>
                </a:lnTo>
                <a:lnTo>
                  <a:pt x="1681" y="1547"/>
                </a:lnTo>
                <a:lnTo>
                  <a:pt x="1680" y="1547"/>
                </a:lnTo>
                <a:lnTo>
                  <a:pt x="1680" y="1548"/>
                </a:lnTo>
                <a:lnTo>
                  <a:pt x="1679" y="1548"/>
                </a:lnTo>
                <a:lnTo>
                  <a:pt x="1678" y="1549"/>
                </a:lnTo>
                <a:lnTo>
                  <a:pt x="1677" y="1549"/>
                </a:lnTo>
                <a:lnTo>
                  <a:pt x="1676" y="1549"/>
                </a:lnTo>
                <a:lnTo>
                  <a:pt x="1674" y="1549"/>
                </a:lnTo>
                <a:lnTo>
                  <a:pt x="1673" y="1549"/>
                </a:lnTo>
                <a:lnTo>
                  <a:pt x="1672" y="1549"/>
                </a:lnTo>
                <a:lnTo>
                  <a:pt x="1671" y="1549"/>
                </a:lnTo>
                <a:lnTo>
                  <a:pt x="1671" y="1550"/>
                </a:lnTo>
                <a:lnTo>
                  <a:pt x="1670" y="1550"/>
                </a:lnTo>
                <a:lnTo>
                  <a:pt x="1668" y="1550"/>
                </a:lnTo>
                <a:lnTo>
                  <a:pt x="1667" y="1550"/>
                </a:lnTo>
                <a:lnTo>
                  <a:pt x="1666" y="1550"/>
                </a:lnTo>
                <a:lnTo>
                  <a:pt x="1665" y="1551"/>
                </a:lnTo>
                <a:lnTo>
                  <a:pt x="1664" y="1551"/>
                </a:lnTo>
                <a:lnTo>
                  <a:pt x="1663" y="1551"/>
                </a:lnTo>
                <a:lnTo>
                  <a:pt x="1662" y="1552"/>
                </a:lnTo>
                <a:lnTo>
                  <a:pt x="1661" y="1552"/>
                </a:lnTo>
                <a:lnTo>
                  <a:pt x="1660" y="1553"/>
                </a:lnTo>
                <a:lnTo>
                  <a:pt x="1659" y="1553"/>
                </a:lnTo>
                <a:lnTo>
                  <a:pt x="1658" y="1553"/>
                </a:lnTo>
                <a:lnTo>
                  <a:pt x="1657" y="1553"/>
                </a:lnTo>
                <a:lnTo>
                  <a:pt x="1656" y="1554"/>
                </a:lnTo>
                <a:lnTo>
                  <a:pt x="1655" y="1554"/>
                </a:lnTo>
                <a:lnTo>
                  <a:pt x="1654" y="1554"/>
                </a:lnTo>
                <a:lnTo>
                  <a:pt x="1654" y="1555"/>
                </a:lnTo>
                <a:lnTo>
                  <a:pt x="1654" y="1556"/>
                </a:lnTo>
                <a:lnTo>
                  <a:pt x="1654" y="1557"/>
                </a:lnTo>
                <a:lnTo>
                  <a:pt x="1653" y="1558"/>
                </a:lnTo>
                <a:lnTo>
                  <a:pt x="1653" y="1559"/>
                </a:lnTo>
                <a:lnTo>
                  <a:pt x="1653" y="1560"/>
                </a:lnTo>
                <a:lnTo>
                  <a:pt x="1652" y="1560"/>
                </a:lnTo>
                <a:lnTo>
                  <a:pt x="1652" y="1561"/>
                </a:lnTo>
                <a:lnTo>
                  <a:pt x="1652" y="1562"/>
                </a:lnTo>
                <a:lnTo>
                  <a:pt x="1651" y="1564"/>
                </a:lnTo>
                <a:lnTo>
                  <a:pt x="1651" y="1565"/>
                </a:lnTo>
                <a:lnTo>
                  <a:pt x="1651" y="1566"/>
                </a:lnTo>
                <a:lnTo>
                  <a:pt x="1650" y="1566"/>
                </a:lnTo>
                <a:lnTo>
                  <a:pt x="1650" y="1567"/>
                </a:lnTo>
                <a:lnTo>
                  <a:pt x="1650" y="1568"/>
                </a:lnTo>
                <a:lnTo>
                  <a:pt x="1649" y="1569"/>
                </a:lnTo>
                <a:lnTo>
                  <a:pt x="1649" y="1570"/>
                </a:lnTo>
                <a:lnTo>
                  <a:pt x="1648" y="1570"/>
                </a:lnTo>
                <a:lnTo>
                  <a:pt x="1646" y="1570"/>
                </a:lnTo>
                <a:lnTo>
                  <a:pt x="1646" y="1571"/>
                </a:lnTo>
                <a:lnTo>
                  <a:pt x="1644" y="1571"/>
                </a:lnTo>
                <a:lnTo>
                  <a:pt x="1643" y="1572"/>
                </a:lnTo>
                <a:lnTo>
                  <a:pt x="1642" y="1572"/>
                </a:lnTo>
                <a:lnTo>
                  <a:pt x="1640" y="1574"/>
                </a:lnTo>
                <a:lnTo>
                  <a:pt x="1638" y="1574"/>
                </a:lnTo>
                <a:lnTo>
                  <a:pt x="1636" y="1574"/>
                </a:lnTo>
                <a:lnTo>
                  <a:pt x="1634" y="1572"/>
                </a:lnTo>
                <a:lnTo>
                  <a:pt x="1632" y="1571"/>
                </a:lnTo>
                <a:lnTo>
                  <a:pt x="1631" y="1570"/>
                </a:lnTo>
                <a:lnTo>
                  <a:pt x="1629" y="1568"/>
                </a:lnTo>
                <a:lnTo>
                  <a:pt x="1628" y="1567"/>
                </a:lnTo>
                <a:lnTo>
                  <a:pt x="1626" y="1566"/>
                </a:lnTo>
                <a:lnTo>
                  <a:pt x="1625" y="1565"/>
                </a:lnTo>
                <a:lnTo>
                  <a:pt x="1623" y="1564"/>
                </a:lnTo>
                <a:lnTo>
                  <a:pt x="1620" y="1563"/>
                </a:lnTo>
                <a:lnTo>
                  <a:pt x="1619" y="1563"/>
                </a:lnTo>
                <a:lnTo>
                  <a:pt x="1618" y="1563"/>
                </a:lnTo>
                <a:lnTo>
                  <a:pt x="1616" y="1563"/>
                </a:lnTo>
                <a:lnTo>
                  <a:pt x="1616" y="1562"/>
                </a:lnTo>
                <a:lnTo>
                  <a:pt x="1615" y="1562"/>
                </a:lnTo>
                <a:lnTo>
                  <a:pt x="1612" y="1560"/>
                </a:lnTo>
                <a:lnTo>
                  <a:pt x="1608" y="1558"/>
                </a:lnTo>
                <a:lnTo>
                  <a:pt x="1607" y="1558"/>
                </a:lnTo>
                <a:lnTo>
                  <a:pt x="1603" y="1558"/>
                </a:lnTo>
                <a:lnTo>
                  <a:pt x="1602" y="1560"/>
                </a:lnTo>
                <a:lnTo>
                  <a:pt x="1600" y="1561"/>
                </a:lnTo>
                <a:lnTo>
                  <a:pt x="1597" y="1563"/>
                </a:lnTo>
                <a:lnTo>
                  <a:pt x="1596" y="1563"/>
                </a:lnTo>
                <a:lnTo>
                  <a:pt x="1595" y="1563"/>
                </a:lnTo>
                <a:lnTo>
                  <a:pt x="1594" y="1563"/>
                </a:lnTo>
                <a:lnTo>
                  <a:pt x="1593" y="1563"/>
                </a:lnTo>
                <a:lnTo>
                  <a:pt x="1592" y="1563"/>
                </a:lnTo>
                <a:lnTo>
                  <a:pt x="1591" y="1565"/>
                </a:lnTo>
                <a:lnTo>
                  <a:pt x="1590" y="1567"/>
                </a:lnTo>
                <a:lnTo>
                  <a:pt x="1591" y="1568"/>
                </a:lnTo>
                <a:lnTo>
                  <a:pt x="1589" y="1570"/>
                </a:lnTo>
                <a:lnTo>
                  <a:pt x="1588" y="1570"/>
                </a:lnTo>
                <a:lnTo>
                  <a:pt x="1588" y="1571"/>
                </a:lnTo>
                <a:lnTo>
                  <a:pt x="1587" y="1571"/>
                </a:lnTo>
                <a:lnTo>
                  <a:pt x="1586" y="1572"/>
                </a:lnTo>
                <a:lnTo>
                  <a:pt x="1585" y="1572"/>
                </a:lnTo>
                <a:lnTo>
                  <a:pt x="1585" y="1573"/>
                </a:lnTo>
                <a:lnTo>
                  <a:pt x="1584" y="1573"/>
                </a:lnTo>
                <a:lnTo>
                  <a:pt x="1584" y="1574"/>
                </a:lnTo>
                <a:lnTo>
                  <a:pt x="1583" y="1575"/>
                </a:lnTo>
                <a:lnTo>
                  <a:pt x="1583" y="1576"/>
                </a:lnTo>
                <a:lnTo>
                  <a:pt x="1583" y="1577"/>
                </a:lnTo>
                <a:lnTo>
                  <a:pt x="1584" y="1577"/>
                </a:lnTo>
                <a:lnTo>
                  <a:pt x="1584" y="1578"/>
                </a:lnTo>
                <a:lnTo>
                  <a:pt x="1583" y="1578"/>
                </a:lnTo>
                <a:lnTo>
                  <a:pt x="1583" y="1579"/>
                </a:lnTo>
                <a:lnTo>
                  <a:pt x="1582" y="1579"/>
                </a:lnTo>
                <a:lnTo>
                  <a:pt x="1582" y="1580"/>
                </a:lnTo>
                <a:lnTo>
                  <a:pt x="1581" y="1581"/>
                </a:lnTo>
                <a:lnTo>
                  <a:pt x="1580" y="1582"/>
                </a:lnTo>
                <a:lnTo>
                  <a:pt x="1579" y="1583"/>
                </a:lnTo>
                <a:lnTo>
                  <a:pt x="1579" y="1584"/>
                </a:lnTo>
                <a:lnTo>
                  <a:pt x="1578" y="1584"/>
                </a:lnTo>
                <a:lnTo>
                  <a:pt x="1578" y="1586"/>
                </a:lnTo>
                <a:lnTo>
                  <a:pt x="1579" y="1586"/>
                </a:lnTo>
                <a:lnTo>
                  <a:pt x="1578" y="1586"/>
                </a:lnTo>
                <a:lnTo>
                  <a:pt x="1578" y="1587"/>
                </a:lnTo>
                <a:lnTo>
                  <a:pt x="1578" y="1588"/>
                </a:lnTo>
                <a:lnTo>
                  <a:pt x="1577" y="1588"/>
                </a:lnTo>
                <a:lnTo>
                  <a:pt x="1576" y="1589"/>
                </a:lnTo>
                <a:lnTo>
                  <a:pt x="1575" y="1590"/>
                </a:lnTo>
                <a:lnTo>
                  <a:pt x="1574" y="1590"/>
                </a:lnTo>
                <a:lnTo>
                  <a:pt x="1574" y="1591"/>
                </a:lnTo>
                <a:lnTo>
                  <a:pt x="1574" y="1592"/>
                </a:lnTo>
                <a:lnTo>
                  <a:pt x="1574" y="1593"/>
                </a:lnTo>
                <a:lnTo>
                  <a:pt x="1573" y="1593"/>
                </a:lnTo>
                <a:lnTo>
                  <a:pt x="1573" y="1594"/>
                </a:lnTo>
                <a:lnTo>
                  <a:pt x="1573" y="1595"/>
                </a:lnTo>
                <a:lnTo>
                  <a:pt x="1572" y="1595"/>
                </a:lnTo>
                <a:lnTo>
                  <a:pt x="1572" y="1596"/>
                </a:lnTo>
                <a:lnTo>
                  <a:pt x="1571" y="1597"/>
                </a:lnTo>
                <a:lnTo>
                  <a:pt x="1570" y="1599"/>
                </a:lnTo>
                <a:lnTo>
                  <a:pt x="1569" y="1600"/>
                </a:lnTo>
                <a:lnTo>
                  <a:pt x="1568" y="1601"/>
                </a:lnTo>
                <a:lnTo>
                  <a:pt x="1568" y="1602"/>
                </a:lnTo>
                <a:lnTo>
                  <a:pt x="1568" y="1603"/>
                </a:lnTo>
                <a:lnTo>
                  <a:pt x="1567" y="1604"/>
                </a:lnTo>
                <a:lnTo>
                  <a:pt x="1566" y="1605"/>
                </a:lnTo>
                <a:lnTo>
                  <a:pt x="1565" y="1605"/>
                </a:lnTo>
                <a:lnTo>
                  <a:pt x="1564" y="1607"/>
                </a:lnTo>
                <a:lnTo>
                  <a:pt x="1564" y="1608"/>
                </a:lnTo>
                <a:lnTo>
                  <a:pt x="1563" y="1611"/>
                </a:lnTo>
                <a:lnTo>
                  <a:pt x="1563" y="1612"/>
                </a:lnTo>
                <a:lnTo>
                  <a:pt x="1562" y="1612"/>
                </a:lnTo>
                <a:lnTo>
                  <a:pt x="1562" y="1613"/>
                </a:lnTo>
                <a:lnTo>
                  <a:pt x="1560" y="1615"/>
                </a:lnTo>
                <a:lnTo>
                  <a:pt x="1558" y="1616"/>
                </a:lnTo>
                <a:lnTo>
                  <a:pt x="1557" y="1618"/>
                </a:lnTo>
                <a:lnTo>
                  <a:pt x="1556" y="1618"/>
                </a:lnTo>
                <a:lnTo>
                  <a:pt x="1556" y="1619"/>
                </a:lnTo>
                <a:lnTo>
                  <a:pt x="1556" y="1623"/>
                </a:lnTo>
                <a:lnTo>
                  <a:pt x="1556" y="1627"/>
                </a:lnTo>
                <a:lnTo>
                  <a:pt x="1556" y="1628"/>
                </a:lnTo>
                <a:lnTo>
                  <a:pt x="1555" y="1630"/>
                </a:lnTo>
                <a:lnTo>
                  <a:pt x="1555" y="1631"/>
                </a:lnTo>
                <a:lnTo>
                  <a:pt x="1554" y="1631"/>
                </a:lnTo>
                <a:lnTo>
                  <a:pt x="1552" y="1633"/>
                </a:lnTo>
                <a:lnTo>
                  <a:pt x="1551" y="1633"/>
                </a:lnTo>
                <a:lnTo>
                  <a:pt x="1551" y="1634"/>
                </a:lnTo>
                <a:lnTo>
                  <a:pt x="1552" y="1635"/>
                </a:lnTo>
                <a:lnTo>
                  <a:pt x="1553" y="1636"/>
                </a:lnTo>
                <a:lnTo>
                  <a:pt x="1552" y="1637"/>
                </a:lnTo>
                <a:lnTo>
                  <a:pt x="1553" y="1639"/>
                </a:lnTo>
                <a:lnTo>
                  <a:pt x="1552" y="1640"/>
                </a:lnTo>
                <a:lnTo>
                  <a:pt x="1551" y="1640"/>
                </a:lnTo>
                <a:lnTo>
                  <a:pt x="1550" y="1639"/>
                </a:lnTo>
                <a:lnTo>
                  <a:pt x="1549" y="1639"/>
                </a:lnTo>
                <a:lnTo>
                  <a:pt x="1547" y="1640"/>
                </a:lnTo>
                <a:lnTo>
                  <a:pt x="1547" y="1641"/>
                </a:lnTo>
                <a:lnTo>
                  <a:pt x="1546" y="1641"/>
                </a:lnTo>
                <a:lnTo>
                  <a:pt x="1544" y="1640"/>
                </a:lnTo>
                <a:lnTo>
                  <a:pt x="1543" y="1639"/>
                </a:lnTo>
                <a:lnTo>
                  <a:pt x="1542" y="1639"/>
                </a:lnTo>
                <a:lnTo>
                  <a:pt x="1541" y="1640"/>
                </a:lnTo>
                <a:lnTo>
                  <a:pt x="1540" y="1641"/>
                </a:lnTo>
                <a:lnTo>
                  <a:pt x="1539" y="1641"/>
                </a:lnTo>
                <a:lnTo>
                  <a:pt x="1537" y="1643"/>
                </a:lnTo>
                <a:lnTo>
                  <a:pt x="1536" y="1643"/>
                </a:lnTo>
                <a:lnTo>
                  <a:pt x="1533" y="1642"/>
                </a:lnTo>
                <a:lnTo>
                  <a:pt x="1530" y="1641"/>
                </a:lnTo>
                <a:lnTo>
                  <a:pt x="1529" y="1641"/>
                </a:lnTo>
                <a:lnTo>
                  <a:pt x="1529" y="1640"/>
                </a:lnTo>
                <a:lnTo>
                  <a:pt x="1529" y="1639"/>
                </a:lnTo>
                <a:lnTo>
                  <a:pt x="1528" y="1638"/>
                </a:lnTo>
                <a:lnTo>
                  <a:pt x="1527" y="1638"/>
                </a:lnTo>
                <a:lnTo>
                  <a:pt x="1526" y="1638"/>
                </a:lnTo>
                <a:lnTo>
                  <a:pt x="1524" y="1637"/>
                </a:lnTo>
                <a:lnTo>
                  <a:pt x="1523" y="1637"/>
                </a:lnTo>
                <a:lnTo>
                  <a:pt x="1522" y="1636"/>
                </a:lnTo>
                <a:lnTo>
                  <a:pt x="1521" y="1636"/>
                </a:lnTo>
                <a:lnTo>
                  <a:pt x="1521" y="1637"/>
                </a:lnTo>
                <a:lnTo>
                  <a:pt x="1520" y="1637"/>
                </a:lnTo>
                <a:lnTo>
                  <a:pt x="1520" y="1638"/>
                </a:lnTo>
                <a:lnTo>
                  <a:pt x="1519" y="1638"/>
                </a:lnTo>
                <a:lnTo>
                  <a:pt x="1517" y="1637"/>
                </a:lnTo>
                <a:lnTo>
                  <a:pt x="1516" y="1636"/>
                </a:lnTo>
                <a:lnTo>
                  <a:pt x="1515" y="1636"/>
                </a:lnTo>
                <a:lnTo>
                  <a:pt x="1511" y="1635"/>
                </a:lnTo>
                <a:lnTo>
                  <a:pt x="1510" y="1635"/>
                </a:lnTo>
                <a:lnTo>
                  <a:pt x="1510" y="1634"/>
                </a:lnTo>
                <a:lnTo>
                  <a:pt x="1509" y="1634"/>
                </a:lnTo>
                <a:lnTo>
                  <a:pt x="1507" y="1634"/>
                </a:lnTo>
                <a:lnTo>
                  <a:pt x="1506" y="1634"/>
                </a:lnTo>
                <a:lnTo>
                  <a:pt x="1505" y="1635"/>
                </a:lnTo>
                <a:lnTo>
                  <a:pt x="1504" y="1635"/>
                </a:lnTo>
                <a:lnTo>
                  <a:pt x="1503" y="1636"/>
                </a:lnTo>
                <a:lnTo>
                  <a:pt x="1502" y="1636"/>
                </a:lnTo>
                <a:lnTo>
                  <a:pt x="1501" y="1636"/>
                </a:lnTo>
                <a:lnTo>
                  <a:pt x="1500" y="1636"/>
                </a:lnTo>
                <a:lnTo>
                  <a:pt x="1500" y="1637"/>
                </a:lnTo>
                <a:lnTo>
                  <a:pt x="1501" y="1638"/>
                </a:lnTo>
                <a:lnTo>
                  <a:pt x="1502" y="1638"/>
                </a:lnTo>
                <a:lnTo>
                  <a:pt x="1503" y="1638"/>
                </a:lnTo>
                <a:lnTo>
                  <a:pt x="1503" y="1639"/>
                </a:lnTo>
                <a:lnTo>
                  <a:pt x="1503" y="1640"/>
                </a:lnTo>
                <a:lnTo>
                  <a:pt x="1503" y="1641"/>
                </a:lnTo>
                <a:lnTo>
                  <a:pt x="1502" y="1641"/>
                </a:lnTo>
                <a:lnTo>
                  <a:pt x="1502" y="1640"/>
                </a:lnTo>
                <a:lnTo>
                  <a:pt x="1501" y="1639"/>
                </a:lnTo>
                <a:lnTo>
                  <a:pt x="1500" y="1639"/>
                </a:lnTo>
                <a:lnTo>
                  <a:pt x="1499" y="1639"/>
                </a:lnTo>
                <a:lnTo>
                  <a:pt x="1499" y="1640"/>
                </a:lnTo>
                <a:lnTo>
                  <a:pt x="1500" y="1640"/>
                </a:lnTo>
                <a:lnTo>
                  <a:pt x="1500" y="1641"/>
                </a:lnTo>
                <a:lnTo>
                  <a:pt x="1501" y="1642"/>
                </a:lnTo>
                <a:lnTo>
                  <a:pt x="1500" y="1643"/>
                </a:lnTo>
                <a:lnTo>
                  <a:pt x="1499" y="1647"/>
                </a:lnTo>
                <a:lnTo>
                  <a:pt x="1499" y="1648"/>
                </a:lnTo>
                <a:lnTo>
                  <a:pt x="1499" y="1649"/>
                </a:lnTo>
                <a:lnTo>
                  <a:pt x="1499" y="1650"/>
                </a:lnTo>
                <a:lnTo>
                  <a:pt x="1500" y="1650"/>
                </a:lnTo>
                <a:lnTo>
                  <a:pt x="1500" y="1651"/>
                </a:lnTo>
                <a:lnTo>
                  <a:pt x="1500" y="1652"/>
                </a:lnTo>
                <a:lnTo>
                  <a:pt x="1500" y="1653"/>
                </a:lnTo>
                <a:lnTo>
                  <a:pt x="1499" y="1653"/>
                </a:lnTo>
                <a:lnTo>
                  <a:pt x="1498" y="1653"/>
                </a:lnTo>
                <a:lnTo>
                  <a:pt x="1497" y="1653"/>
                </a:lnTo>
                <a:lnTo>
                  <a:pt x="1496" y="1654"/>
                </a:lnTo>
                <a:lnTo>
                  <a:pt x="1495" y="1654"/>
                </a:lnTo>
                <a:lnTo>
                  <a:pt x="1495" y="1655"/>
                </a:lnTo>
                <a:lnTo>
                  <a:pt x="1494" y="1655"/>
                </a:lnTo>
                <a:lnTo>
                  <a:pt x="1493" y="1656"/>
                </a:lnTo>
                <a:lnTo>
                  <a:pt x="1492" y="1657"/>
                </a:lnTo>
                <a:lnTo>
                  <a:pt x="1492" y="1660"/>
                </a:lnTo>
                <a:lnTo>
                  <a:pt x="1492" y="1661"/>
                </a:lnTo>
                <a:lnTo>
                  <a:pt x="1492" y="1662"/>
                </a:lnTo>
                <a:lnTo>
                  <a:pt x="1491" y="1662"/>
                </a:lnTo>
                <a:lnTo>
                  <a:pt x="1490" y="1662"/>
                </a:lnTo>
                <a:lnTo>
                  <a:pt x="1490" y="1663"/>
                </a:lnTo>
                <a:lnTo>
                  <a:pt x="1489" y="1663"/>
                </a:lnTo>
                <a:lnTo>
                  <a:pt x="1488" y="1663"/>
                </a:lnTo>
                <a:lnTo>
                  <a:pt x="1487" y="1663"/>
                </a:lnTo>
                <a:lnTo>
                  <a:pt x="1486" y="1663"/>
                </a:lnTo>
                <a:lnTo>
                  <a:pt x="1485" y="1663"/>
                </a:lnTo>
                <a:lnTo>
                  <a:pt x="1484" y="1663"/>
                </a:lnTo>
                <a:lnTo>
                  <a:pt x="1483" y="1663"/>
                </a:lnTo>
                <a:lnTo>
                  <a:pt x="1483" y="1662"/>
                </a:lnTo>
                <a:lnTo>
                  <a:pt x="1482" y="1662"/>
                </a:lnTo>
                <a:lnTo>
                  <a:pt x="1481" y="1662"/>
                </a:lnTo>
                <a:lnTo>
                  <a:pt x="1480" y="1662"/>
                </a:lnTo>
                <a:lnTo>
                  <a:pt x="1479" y="1662"/>
                </a:lnTo>
                <a:lnTo>
                  <a:pt x="1478" y="1662"/>
                </a:lnTo>
                <a:lnTo>
                  <a:pt x="1477" y="1662"/>
                </a:lnTo>
                <a:lnTo>
                  <a:pt x="1476" y="1662"/>
                </a:lnTo>
                <a:lnTo>
                  <a:pt x="1476" y="1663"/>
                </a:lnTo>
                <a:lnTo>
                  <a:pt x="1475" y="1663"/>
                </a:lnTo>
                <a:lnTo>
                  <a:pt x="1474" y="1663"/>
                </a:lnTo>
                <a:lnTo>
                  <a:pt x="1473" y="1663"/>
                </a:lnTo>
                <a:lnTo>
                  <a:pt x="1473" y="1662"/>
                </a:lnTo>
                <a:lnTo>
                  <a:pt x="1472" y="1662"/>
                </a:lnTo>
                <a:lnTo>
                  <a:pt x="1472" y="1663"/>
                </a:lnTo>
                <a:lnTo>
                  <a:pt x="1471" y="1663"/>
                </a:lnTo>
                <a:lnTo>
                  <a:pt x="1470" y="1663"/>
                </a:lnTo>
                <a:lnTo>
                  <a:pt x="1470" y="1664"/>
                </a:lnTo>
                <a:lnTo>
                  <a:pt x="1469" y="1664"/>
                </a:lnTo>
                <a:lnTo>
                  <a:pt x="1469" y="1665"/>
                </a:lnTo>
                <a:lnTo>
                  <a:pt x="1468" y="1667"/>
                </a:lnTo>
                <a:lnTo>
                  <a:pt x="1467" y="1668"/>
                </a:lnTo>
                <a:lnTo>
                  <a:pt x="1466" y="1668"/>
                </a:lnTo>
                <a:lnTo>
                  <a:pt x="1466" y="1669"/>
                </a:lnTo>
                <a:lnTo>
                  <a:pt x="1467" y="1669"/>
                </a:lnTo>
                <a:lnTo>
                  <a:pt x="1467" y="1670"/>
                </a:lnTo>
                <a:lnTo>
                  <a:pt x="1466" y="1670"/>
                </a:lnTo>
                <a:lnTo>
                  <a:pt x="1465" y="1670"/>
                </a:lnTo>
                <a:lnTo>
                  <a:pt x="1464" y="1668"/>
                </a:lnTo>
                <a:lnTo>
                  <a:pt x="1463" y="1667"/>
                </a:lnTo>
                <a:lnTo>
                  <a:pt x="1464" y="1665"/>
                </a:lnTo>
                <a:lnTo>
                  <a:pt x="1465" y="1665"/>
                </a:lnTo>
                <a:lnTo>
                  <a:pt x="1464" y="1665"/>
                </a:lnTo>
                <a:lnTo>
                  <a:pt x="1464" y="1664"/>
                </a:lnTo>
                <a:lnTo>
                  <a:pt x="1463" y="1664"/>
                </a:lnTo>
                <a:lnTo>
                  <a:pt x="1462" y="1664"/>
                </a:lnTo>
                <a:lnTo>
                  <a:pt x="1462" y="1665"/>
                </a:lnTo>
                <a:lnTo>
                  <a:pt x="1461" y="1665"/>
                </a:lnTo>
                <a:lnTo>
                  <a:pt x="1460" y="1661"/>
                </a:lnTo>
                <a:lnTo>
                  <a:pt x="1460" y="1660"/>
                </a:lnTo>
                <a:lnTo>
                  <a:pt x="1461" y="1659"/>
                </a:lnTo>
                <a:lnTo>
                  <a:pt x="1462" y="1659"/>
                </a:lnTo>
                <a:lnTo>
                  <a:pt x="1463" y="1658"/>
                </a:lnTo>
                <a:lnTo>
                  <a:pt x="1464" y="1656"/>
                </a:lnTo>
                <a:lnTo>
                  <a:pt x="1464" y="1655"/>
                </a:lnTo>
                <a:lnTo>
                  <a:pt x="1465" y="1654"/>
                </a:lnTo>
                <a:lnTo>
                  <a:pt x="1467" y="1651"/>
                </a:lnTo>
                <a:lnTo>
                  <a:pt x="1469" y="1651"/>
                </a:lnTo>
                <a:lnTo>
                  <a:pt x="1469" y="1650"/>
                </a:lnTo>
                <a:lnTo>
                  <a:pt x="1470" y="1650"/>
                </a:lnTo>
                <a:lnTo>
                  <a:pt x="1470" y="1649"/>
                </a:lnTo>
                <a:lnTo>
                  <a:pt x="1471" y="1646"/>
                </a:lnTo>
                <a:lnTo>
                  <a:pt x="1471" y="1645"/>
                </a:lnTo>
                <a:lnTo>
                  <a:pt x="1470" y="1645"/>
                </a:lnTo>
                <a:lnTo>
                  <a:pt x="1469" y="1643"/>
                </a:lnTo>
                <a:lnTo>
                  <a:pt x="1468" y="1643"/>
                </a:lnTo>
                <a:lnTo>
                  <a:pt x="1467" y="1644"/>
                </a:lnTo>
                <a:lnTo>
                  <a:pt x="1467" y="1645"/>
                </a:lnTo>
                <a:lnTo>
                  <a:pt x="1466" y="1646"/>
                </a:lnTo>
                <a:lnTo>
                  <a:pt x="1465" y="1646"/>
                </a:lnTo>
                <a:lnTo>
                  <a:pt x="1463" y="1647"/>
                </a:lnTo>
                <a:lnTo>
                  <a:pt x="1460" y="1647"/>
                </a:lnTo>
                <a:lnTo>
                  <a:pt x="1458" y="1646"/>
                </a:lnTo>
                <a:lnTo>
                  <a:pt x="1454" y="1648"/>
                </a:lnTo>
                <a:lnTo>
                  <a:pt x="1453" y="1649"/>
                </a:lnTo>
                <a:lnTo>
                  <a:pt x="1450" y="1651"/>
                </a:lnTo>
                <a:lnTo>
                  <a:pt x="1446" y="1652"/>
                </a:lnTo>
                <a:lnTo>
                  <a:pt x="1445" y="1652"/>
                </a:lnTo>
                <a:lnTo>
                  <a:pt x="1444" y="1652"/>
                </a:lnTo>
                <a:lnTo>
                  <a:pt x="1442" y="1652"/>
                </a:lnTo>
                <a:lnTo>
                  <a:pt x="1440" y="1654"/>
                </a:lnTo>
                <a:lnTo>
                  <a:pt x="1440" y="1655"/>
                </a:lnTo>
                <a:lnTo>
                  <a:pt x="1438" y="1658"/>
                </a:lnTo>
                <a:lnTo>
                  <a:pt x="1436" y="1660"/>
                </a:lnTo>
                <a:lnTo>
                  <a:pt x="1436" y="1661"/>
                </a:lnTo>
                <a:lnTo>
                  <a:pt x="1434" y="1663"/>
                </a:lnTo>
                <a:lnTo>
                  <a:pt x="1433" y="1664"/>
                </a:lnTo>
                <a:lnTo>
                  <a:pt x="1432" y="1664"/>
                </a:lnTo>
                <a:lnTo>
                  <a:pt x="1432" y="1665"/>
                </a:lnTo>
                <a:lnTo>
                  <a:pt x="1432" y="1666"/>
                </a:lnTo>
                <a:lnTo>
                  <a:pt x="1431" y="1667"/>
                </a:lnTo>
                <a:lnTo>
                  <a:pt x="1430" y="1668"/>
                </a:lnTo>
                <a:lnTo>
                  <a:pt x="1427" y="1670"/>
                </a:lnTo>
                <a:lnTo>
                  <a:pt x="1427" y="1671"/>
                </a:lnTo>
                <a:lnTo>
                  <a:pt x="1426" y="1677"/>
                </a:lnTo>
                <a:lnTo>
                  <a:pt x="1424" y="1680"/>
                </a:lnTo>
                <a:lnTo>
                  <a:pt x="1423" y="1681"/>
                </a:lnTo>
                <a:lnTo>
                  <a:pt x="1421" y="1681"/>
                </a:lnTo>
                <a:lnTo>
                  <a:pt x="1416" y="1681"/>
                </a:lnTo>
                <a:lnTo>
                  <a:pt x="1415" y="1681"/>
                </a:lnTo>
                <a:lnTo>
                  <a:pt x="1414" y="1681"/>
                </a:lnTo>
                <a:lnTo>
                  <a:pt x="1412" y="1680"/>
                </a:lnTo>
                <a:lnTo>
                  <a:pt x="1412" y="1679"/>
                </a:lnTo>
                <a:lnTo>
                  <a:pt x="1410" y="1678"/>
                </a:lnTo>
                <a:lnTo>
                  <a:pt x="1409" y="1676"/>
                </a:lnTo>
                <a:lnTo>
                  <a:pt x="1409" y="1675"/>
                </a:lnTo>
                <a:lnTo>
                  <a:pt x="1409" y="1674"/>
                </a:lnTo>
                <a:lnTo>
                  <a:pt x="1408" y="1671"/>
                </a:lnTo>
                <a:lnTo>
                  <a:pt x="1406" y="1669"/>
                </a:lnTo>
                <a:lnTo>
                  <a:pt x="1406" y="1668"/>
                </a:lnTo>
                <a:lnTo>
                  <a:pt x="1404" y="1667"/>
                </a:lnTo>
                <a:lnTo>
                  <a:pt x="1403" y="1667"/>
                </a:lnTo>
                <a:lnTo>
                  <a:pt x="1403" y="1668"/>
                </a:lnTo>
                <a:lnTo>
                  <a:pt x="1403" y="1669"/>
                </a:lnTo>
                <a:lnTo>
                  <a:pt x="1402" y="1670"/>
                </a:lnTo>
                <a:lnTo>
                  <a:pt x="1401" y="1670"/>
                </a:lnTo>
                <a:lnTo>
                  <a:pt x="1400" y="1670"/>
                </a:lnTo>
                <a:lnTo>
                  <a:pt x="1399" y="1669"/>
                </a:lnTo>
                <a:lnTo>
                  <a:pt x="1398" y="1668"/>
                </a:lnTo>
                <a:lnTo>
                  <a:pt x="1397" y="1668"/>
                </a:lnTo>
                <a:lnTo>
                  <a:pt x="1396" y="1668"/>
                </a:lnTo>
                <a:lnTo>
                  <a:pt x="1396" y="1667"/>
                </a:lnTo>
                <a:lnTo>
                  <a:pt x="1395" y="1668"/>
                </a:lnTo>
                <a:lnTo>
                  <a:pt x="1394" y="1668"/>
                </a:lnTo>
                <a:lnTo>
                  <a:pt x="1393" y="1670"/>
                </a:lnTo>
                <a:lnTo>
                  <a:pt x="1393" y="1671"/>
                </a:lnTo>
                <a:lnTo>
                  <a:pt x="1393" y="1672"/>
                </a:lnTo>
                <a:lnTo>
                  <a:pt x="1394" y="1672"/>
                </a:lnTo>
                <a:lnTo>
                  <a:pt x="1394" y="1673"/>
                </a:lnTo>
                <a:lnTo>
                  <a:pt x="1392" y="1675"/>
                </a:lnTo>
                <a:lnTo>
                  <a:pt x="1391" y="1676"/>
                </a:lnTo>
                <a:lnTo>
                  <a:pt x="1390" y="1676"/>
                </a:lnTo>
                <a:lnTo>
                  <a:pt x="1389" y="1675"/>
                </a:lnTo>
                <a:lnTo>
                  <a:pt x="1388" y="1674"/>
                </a:lnTo>
                <a:lnTo>
                  <a:pt x="1387" y="1673"/>
                </a:lnTo>
                <a:lnTo>
                  <a:pt x="1385" y="1672"/>
                </a:lnTo>
                <a:lnTo>
                  <a:pt x="1384" y="1672"/>
                </a:lnTo>
                <a:lnTo>
                  <a:pt x="1383" y="1671"/>
                </a:lnTo>
                <a:lnTo>
                  <a:pt x="1382" y="1669"/>
                </a:lnTo>
                <a:lnTo>
                  <a:pt x="1380" y="1668"/>
                </a:lnTo>
                <a:lnTo>
                  <a:pt x="1380" y="1667"/>
                </a:lnTo>
                <a:lnTo>
                  <a:pt x="1379" y="1666"/>
                </a:lnTo>
                <a:lnTo>
                  <a:pt x="1378" y="1665"/>
                </a:lnTo>
                <a:lnTo>
                  <a:pt x="1377" y="1665"/>
                </a:lnTo>
                <a:lnTo>
                  <a:pt x="1378" y="1665"/>
                </a:lnTo>
                <a:lnTo>
                  <a:pt x="1378" y="1663"/>
                </a:lnTo>
                <a:lnTo>
                  <a:pt x="1378" y="1662"/>
                </a:lnTo>
                <a:lnTo>
                  <a:pt x="1374" y="1662"/>
                </a:lnTo>
                <a:lnTo>
                  <a:pt x="1374" y="1661"/>
                </a:lnTo>
                <a:lnTo>
                  <a:pt x="1373" y="1661"/>
                </a:lnTo>
                <a:lnTo>
                  <a:pt x="1372" y="1660"/>
                </a:lnTo>
                <a:lnTo>
                  <a:pt x="1370" y="1661"/>
                </a:lnTo>
                <a:lnTo>
                  <a:pt x="1365" y="1659"/>
                </a:lnTo>
                <a:lnTo>
                  <a:pt x="1364" y="1659"/>
                </a:lnTo>
                <a:lnTo>
                  <a:pt x="1363" y="1659"/>
                </a:lnTo>
                <a:lnTo>
                  <a:pt x="1363" y="1660"/>
                </a:lnTo>
                <a:lnTo>
                  <a:pt x="1362" y="1662"/>
                </a:lnTo>
                <a:lnTo>
                  <a:pt x="1362" y="1663"/>
                </a:lnTo>
                <a:lnTo>
                  <a:pt x="1363" y="1664"/>
                </a:lnTo>
                <a:lnTo>
                  <a:pt x="1363" y="1666"/>
                </a:lnTo>
                <a:lnTo>
                  <a:pt x="1364" y="1667"/>
                </a:lnTo>
                <a:lnTo>
                  <a:pt x="1365" y="1667"/>
                </a:lnTo>
                <a:lnTo>
                  <a:pt x="1366" y="1667"/>
                </a:lnTo>
                <a:lnTo>
                  <a:pt x="1367" y="1667"/>
                </a:lnTo>
                <a:lnTo>
                  <a:pt x="1367" y="1668"/>
                </a:lnTo>
                <a:lnTo>
                  <a:pt x="1367" y="1669"/>
                </a:lnTo>
                <a:lnTo>
                  <a:pt x="1368" y="1669"/>
                </a:lnTo>
                <a:lnTo>
                  <a:pt x="1368" y="1670"/>
                </a:lnTo>
                <a:lnTo>
                  <a:pt x="1368" y="1671"/>
                </a:lnTo>
                <a:lnTo>
                  <a:pt x="1369" y="1673"/>
                </a:lnTo>
                <a:lnTo>
                  <a:pt x="1370" y="1674"/>
                </a:lnTo>
                <a:lnTo>
                  <a:pt x="1370" y="1675"/>
                </a:lnTo>
                <a:lnTo>
                  <a:pt x="1371" y="1677"/>
                </a:lnTo>
                <a:lnTo>
                  <a:pt x="1371" y="1678"/>
                </a:lnTo>
                <a:lnTo>
                  <a:pt x="1371" y="1679"/>
                </a:lnTo>
                <a:lnTo>
                  <a:pt x="1372" y="1679"/>
                </a:lnTo>
                <a:lnTo>
                  <a:pt x="1371" y="1679"/>
                </a:lnTo>
                <a:lnTo>
                  <a:pt x="1370" y="1679"/>
                </a:lnTo>
                <a:lnTo>
                  <a:pt x="1369" y="1680"/>
                </a:lnTo>
                <a:lnTo>
                  <a:pt x="1364" y="1682"/>
                </a:lnTo>
                <a:lnTo>
                  <a:pt x="1361" y="1683"/>
                </a:lnTo>
                <a:lnTo>
                  <a:pt x="1360" y="1683"/>
                </a:lnTo>
                <a:lnTo>
                  <a:pt x="1360" y="1684"/>
                </a:lnTo>
                <a:lnTo>
                  <a:pt x="1359" y="1684"/>
                </a:lnTo>
                <a:lnTo>
                  <a:pt x="1358" y="1685"/>
                </a:lnTo>
                <a:lnTo>
                  <a:pt x="1358" y="1686"/>
                </a:lnTo>
                <a:lnTo>
                  <a:pt x="1354" y="1686"/>
                </a:lnTo>
                <a:lnTo>
                  <a:pt x="1354" y="1687"/>
                </a:lnTo>
                <a:lnTo>
                  <a:pt x="1353" y="1687"/>
                </a:lnTo>
                <a:lnTo>
                  <a:pt x="1349" y="1688"/>
                </a:lnTo>
                <a:lnTo>
                  <a:pt x="1348" y="1688"/>
                </a:lnTo>
                <a:lnTo>
                  <a:pt x="1347" y="1688"/>
                </a:lnTo>
                <a:lnTo>
                  <a:pt x="1345" y="1688"/>
                </a:lnTo>
                <a:lnTo>
                  <a:pt x="1344" y="1686"/>
                </a:lnTo>
                <a:lnTo>
                  <a:pt x="1343" y="1685"/>
                </a:lnTo>
                <a:lnTo>
                  <a:pt x="1342" y="1684"/>
                </a:lnTo>
                <a:lnTo>
                  <a:pt x="1341" y="1683"/>
                </a:lnTo>
                <a:lnTo>
                  <a:pt x="1339" y="1681"/>
                </a:lnTo>
                <a:lnTo>
                  <a:pt x="1337" y="1681"/>
                </a:lnTo>
                <a:lnTo>
                  <a:pt x="1336" y="1683"/>
                </a:lnTo>
                <a:lnTo>
                  <a:pt x="1336" y="1684"/>
                </a:lnTo>
                <a:lnTo>
                  <a:pt x="1336" y="1685"/>
                </a:lnTo>
                <a:lnTo>
                  <a:pt x="1337" y="1685"/>
                </a:lnTo>
                <a:lnTo>
                  <a:pt x="1339" y="1686"/>
                </a:lnTo>
                <a:lnTo>
                  <a:pt x="1340" y="1687"/>
                </a:lnTo>
                <a:lnTo>
                  <a:pt x="1345" y="1690"/>
                </a:lnTo>
                <a:lnTo>
                  <a:pt x="1345" y="1691"/>
                </a:lnTo>
                <a:lnTo>
                  <a:pt x="1344" y="1691"/>
                </a:lnTo>
                <a:lnTo>
                  <a:pt x="1344" y="1692"/>
                </a:lnTo>
                <a:lnTo>
                  <a:pt x="1343" y="1692"/>
                </a:lnTo>
                <a:lnTo>
                  <a:pt x="1342" y="1693"/>
                </a:lnTo>
                <a:lnTo>
                  <a:pt x="1339" y="1696"/>
                </a:lnTo>
                <a:lnTo>
                  <a:pt x="1339" y="1697"/>
                </a:lnTo>
                <a:lnTo>
                  <a:pt x="1339" y="1698"/>
                </a:lnTo>
                <a:lnTo>
                  <a:pt x="1340" y="1699"/>
                </a:lnTo>
                <a:lnTo>
                  <a:pt x="1340" y="1700"/>
                </a:lnTo>
                <a:lnTo>
                  <a:pt x="1339" y="1701"/>
                </a:lnTo>
                <a:lnTo>
                  <a:pt x="1338" y="1701"/>
                </a:lnTo>
                <a:lnTo>
                  <a:pt x="1338" y="1702"/>
                </a:lnTo>
                <a:lnTo>
                  <a:pt x="1337" y="1702"/>
                </a:lnTo>
                <a:lnTo>
                  <a:pt x="1336" y="1702"/>
                </a:lnTo>
                <a:lnTo>
                  <a:pt x="1335" y="1702"/>
                </a:lnTo>
                <a:lnTo>
                  <a:pt x="1334" y="1702"/>
                </a:lnTo>
                <a:lnTo>
                  <a:pt x="1333" y="1702"/>
                </a:lnTo>
                <a:lnTo>
                  <a:pt x="1332" y="1703"/>
                </a:lnTo>
                <a:lnTo>
                  <a:pt x="1331" y="1704"/>
                </a:lnTo>
                <a:lnTo>
                  <a:pt x="1330" y="1704"/>
                </a:lnTo>
                <a:lnTo>
                  <a:pt x="1326" y="1705"/>
                </a:lnTo>
                <a:lnTo>
                  <a:pt x="1325" y="1705"/>
                </a:lnTo>
                <a:lnTo>
                  <a:pt x="1325" y="1706"/>
                </a:lnTo>
                <a:lnTo>
                  <a:pt x="1323" y="1707"/>
                </a:lnTo>
                <a:lnTo>
                  <a:pt x="1323" y="1708"/>
                </a:lnTo>
                <a:lnTo>
                  <a:pt x="1320" y="1711"/>
                </a:lnTo>
                <a:lnTo>
                  <a:pt x="1318" y="1711"/>
                </a:lnTo>
                <a:lnTo>
                  <a:pt x="1317" y="1713"/>
                </a:lnTo>
                <a:lnTo>
                  <a:pt x="1316" y="1717"/>
                </a:lnTo>
                <a:lnTo>
                  <a:pt x="1316" y="1721"/>
                </a:lnTo>
                <a:lnTo>
                  <a:pt x="1315" y="1722"/>
                </a:lnTo>
                <a:lnTo>
                  <a:pt x="1314" y="1724"/>
                </a:lnTo>
                <a:lnTo>
                  <a:pt x="1312" y="1727"/>
                </a:lnTo>
                <a:lnTo>
                  <a:pt x="1310" y="1730"/>
                </a:lnTo>
                <a:lnTo>
                  <a:pt x="1308" y="1730"/>
                </a:lnTo>
                <a:lnTo>
                  <a:pt x="1306" y="1733"/>
                </a:lnTo>
                <a:lnTo>
                  <a:pt x="1303" y="1736"/>
                </a:lnTo>
                <a:lnTo>
                  <a:pt x="1302" y="1736"/>
                </a:lnTo>
                <a:lnTo>
                  <a:pt x="1301" y="1736"/>
                </a:lnTo>
                <a:lnTo>
                  <a:pt x="1300" y="1735"/>
                </a:lnTo>
                <a:lnTo>
                  <a:pt x="1298" y="1733"/>
                </a:lnTo>
                <a:lnTo>
                  <a:pt x="1297" y="1733"/>
                </a:lnTo>
                <a:lnTo>
                  <a:pt x="1294" y="1736"/>
                </a:lnTo>
                <a:lnTo>
                  <a:pt x="1292" y="1739"/>
                </a:lnTo>
                <a:lnTo>
                  <a:pt x="1291" y="1739"/>
                </a:lnTo>
                <a:lnTo>
                  <a:pt x="1288" y="1743"/>
                </a:lnTo>
                <a:lnTo>
                  <a:pt x="1286" y="1745"/>
                </a:lnTo>
                <a:lnTo>
                  <a:pt x="1284" y="1747"/>
                </a:lnTo>
                <a:lnTo>
                  <a:pt x="1283" y="1748"/>
                </a:lnTo>
                <a:lnTo>
                  <a:pt x="1282" y="1748"/>
                </a:lnTo>
                <a:lnTo>
                  <a:pt x="1281" y="1749"/>
                </a:lnTo>
                <a:lnTo>
                  <a:pt x="1280" y="1749"/>
                </a:lnTo>
                <a:lnTo>
                  <a:pt x="1280" y="1750"/>
                </a:lnTo>
                <a:lnTo>
                  <a:pt x="1279" y="1750"/>
                </a:lnTo>
                <a:lnTo>
                  <a:pt x="1278" y="1752"/>
                </a:lnTo>
                <a:lnTo>
                  <a:pt x="1278" y="1753"/>
                </a:lnTo>
                <a:lnTo>
                  <a:pt x="1279" y="1754"/>
                </a:lnTo>
                <a:lnTo>
                  <a:pt x="1281" y="1757"/>
                </a:lnTo>
                <a:lnTo>
                  <a:pt x="1280" y="1758"/>
                </a:lnTo>
                <a:lnTo>
                  <a:pt x="1279" y="1759"/>
                </a:lnTo>
                <a:lnTo>
                  <a:pt x="1278" y="1759"/>
                </a:lnTo>
                <a:lnTo>
                  <a:pt x="1277" y="1759"/>
                </a:lnTo>
                <a:lnTo>
                  <a:pt x="1275" y="1758"/>
                </a:lnTo>
                <a:lnTo>
                  <a:pt x="1274" y="1758"/>
                </a:lnTo>
                <a:lnTo>
                  <a:pt x="1273" y="1758"/>
                </a:lnTo>
                <a:lnTo>
                  <a:pt x="1272" y="1759"/>
                </a:lnTo>
                <a:lnTo>
                  <a:pt x="1271" y="1760"/>
                </a:lnTo>
                <a:lnTo>
                  <a:pt x="1270" y="1760"/>
                </a:lnTo>
                <a:lnTo>
                  <a:pt x="1269" y="1762"/>
                </a:lnTo>
                <a:lnTo>
                  <a:pt x="1266" y="1765"/>
                </a:lnTo>
                <a:lnTo>
                  <a:pt x="1263" y="1770"/>
                </a:lnTo>
                <a:lnTo>
                  <a:pt x="1260" y="1772"/>
                </a:lnTo>
                <a:lnTo>
                  <a:pt x="1258" y="1775"/>
                </a:lnTo>
                <a:lnTo>
                  <a:pt x="1257" y="1776"/>
                </a:lnTo>
                <a:lnTo>
                  <a:pt x="1256" y="1776"/>
                </a:lnTo>
                <a:lnTo>
                  <a:pt x="1254" y="1778"/>
                </a:lnTo>
                <a:lnTo>
                  <a:pt x="1249" y="1781"/>
                </a:lnTo>
                <a:lnTo>
                  <a:pt x="1250" y="1781"/>
                </a:lnTo>
                <a:lnTo>
                  <a:pt x="1250" y="1782"/>
                </a:lnTo>
                <a:lnTo>
                  <a:pt x="1250" y="1783"/>
                </a:lnTo>
                <a:lnTo>
                  <a:pt x="1251" y="1785"/>
                </a:lnTo>
                <a:lnTo>
                  <a:pt x="1248" y="1788"/>
                </a:lnTo>
                <a:lnTo>
                  <a:pt x="1247" y="1788"/>
                </a:lnTo>
                <a:lnTo>
                  <a:pt x="1247" y="1789"/>
                </a:lnTo>
                <a:lnTo>
                  <a:pt x="1246" y="1789"/>
                </a:lnTo>
                <a:lnTo>
                  <a:pt x="1245" y="1789"/>
                </a:lnTo>
                <a:lnTo>
                  <a:pt x="1243" y="1796"/>
                </a:lnTo>
                <a:lnTo>
                  <a:pt x="1242" y="1796"/>
                </a:lnTo>
                <a:lnTo>
                  <a:pt x="1242" y="1797"/>
                </a:lnTo>
                <a:lnTo>
                  <a:pt x="1241" y="1797"/>
                </a:lnTo>
                <a:lnTo>
                  <a:pt x="1241" y="1798"/>
                </a:lnTo>
                <a:lnTo>
                  <a:pt x="1241" y="1799"/>
                </a:lnTo>
                <a:lnTo>
                  <a:pt x="1241" y="1801"/>
                </a:lnTo>
                <a:lnTo>
                  <a:pt x="1241" y="1802"/>
                </a:lnTo>
                <a:lnTo>
                  <a:pt x="1241" y="1803"/>
                </a:lnTo>
                <a:lnTo>
                  <a:pt x="1240" y="1804"/>
                </a:lnTo>
                <a:lnTo>
                  <a:pt x="1240" y="1805"/>
                </a:lnTo>
                <a:lnTo>
                  <a:pt x="1239" y="1806"/>
                </a:lnTo>
                <a:lnTo>
                  <a:pt x="1238" y="1807"/>
                </a:lnTo>
                <a:lnTo>
                  <a:pt x="1238" y="1811"/>
                </a:lnTo>
                <a:lnTo>
                  <a:pt x="1239" y="1812"/>
                </a:lnTo>
                <a:lnTo>
                  <a:pt x="1239" y="1813"/>
                </a:lnTo>
                <a:lnTo>
                  <a:pt x="1240" y="1813"/>
                </a:lnTo>
                <a:lnTo>
                  <a:pt x="1242" y="1814"/>
                </a:lnTo>
                <a:lnTo>
                  <a:pt x="1244" y="1816"/>
                </a:lnTo>
                <a:lnTo>
                  <a:pt x="1246" y="1818"/>
                </a:lnTo>
                <a:lnTo>
                  <a:pt x="1251" y="1821"/>
                </a:lnTo>
                <a:lnTo>
                  <a:pt x="1251" y="1822"/>
                </a:lnTo>
                <a:lnTo>
                  <a:pt x="1250" y="1823"/>
                </a:lnTo>
                <a:lnTo>
                  <a:pt x="1250" y="1824"/>
                </a:lnTo>
                <a:lnTo>
                  <a:pt x="1249" y="1825"/>
                </a:lnTo>
                <a:lnTo>
                  <a:pt x="1249" y="1826"/>
                </a:lnTo>
                <a:lnTo>
                  <a:pt x="1250" y="1827"/>
                </a:lnTo>
                <a:lnTo>
                  <a:pt x="1251" y="1828"/>
                </a:lnTo>
                <a:lnTo>
                  <a:pt x="1251" y="1829"/>
                </a:lnTo>
                <a:lnTo>
                  <a:pt x="1251" y="1830"/>
                </a:lnTo>
                <a:lnTo>
                  <a:pt x="1248" y="1832"/>
                </a:lnTo>
                <a:lnTo>
                  <a:pt x="1247" y="1834"/>
                </a:lnTo>
                <a:lnTo>
                  <a:pt x="1246" y="1835"/>
                </a:lnTo>
                <a:lnTo>
                  <a:pt x="1244" y="1836"/>
                </a:lnTo>
                <a:lnTo>
                  <a:pt x="1242" y="1837"/>
                </a:lnTo>
                <a:lnTo>
                  <a:pt x="1242" y="1838"/>
                </a:lnTo>
                <a:lnTo>
                  <a:pt x="1242" y="1839"/>
                </a:lnTo>
                <a:lnTo>
                  <a:pt x="1241" y="1841"/>
                </a:lnTo>
                <a:lnTo>
                  <a:pt x="1238" y="1842"/>
                </a:lnTo>
                <a:lnTo>
                  <a:pt x="1237" y="1842"/>
                </a:lnTo>
                <a:lnTo>
                  <a:pt x="1236" y="1841"/>
                </a:lnTo>
                <a:lnTo>
                  <a:pt x="1235" y="1839"/>
                </a:lnTo>
                <a:lnTo>
                  <a:pt x="1233" y="1836"/>
                </a:lnTo>
                <a:lnTo>
                  <a:pt x="1233" y="1835"/>
                </a:lnTo>
                <a:lnTo>
                  <a:pt x="1232" y="1834"/>
                </a:lnTo>
                <a:lnTo>
                  <a:pt x="1232" y="1833"/>
                </a:lnTo>
                <a:lnTo>
                  <a:pt x="1231" y="1829"/>
                </a:lnTo>
                <a:lnTo>
                  <a:pt x="1227" y="1827"/>
                </a:lnTo>
                <a:lnTo>
                  <a:pt x="1227" y="1826"/>
                </a:lnTo>
                <a:lnTo>
                  <a:pt x="1223" y="1826"/>
                </a:lnTo>
                <a:lnTo>
                  <a:pt x="1222" y="1827"/>
                </a:lnTo>
                <a:lnTo>
                  <a:pt x="1224" y="1829"/>
                </a:lnTo>
                <a:lnTo>
                  <a:pt x="1225" y="1830"/>
                </a:lnTo>
                <a:lnTo>
                  <a:pt x="1226" y="1831"/>
                </a:lnTo>
                <a:lnTo>
                  <a:pt x="1226" y="1834"/>
                </a:lnTo>
                <a:lnTo>
                  <a:pt x="1226" y="1835"/>
                </a:lnTo>
                <a:lnTo>
                  <a:pt x="1225" y="1835"/>
                </a:lnTo>
                <a:lnTo>
                  <a:pt x="1223" y="1839"/>
                </a:lnTo>
                <a:lnTo>
                  <a:pt x="1223" y="1841"/>
                </a:lnTo>
                <a:lnTo>
                  <a:pt x="1223" y="1842"/>
                </a:lnTo>
                <a:lnTo>
                  <a:pt x="1222" y="1846"/>
                </a:lnTo>
                <a:lnTo>
                  <a:pt x="1222" y="1849"/>
                </a:lnTo>
                <a:lnTo>
                  <a:pt x="1222" y="1852"/>
                </a:lnTo>
                <a:lnTo>
                  <a:pt x="1223" y="1855"/>
                </a:lnTo>
                <a:lnTo>
                  <a:pt x="1223" y="1857"/>
                </a:lnTo>
                <a:lnTo>
                  <a:pt x="1223" y="1858"/>
                </a:lnTo>
                <a:lnTo>
                  <a:pt x="1223" y="1859"/>
                </a:lnTo>
                <a:lnTo>
                  <a:pt x="1222" y="1859"/>
                </a:lnTo>
                <a:lnTo>
                  <a:pt x="1221" y="1860"/>
                </a:lnTo>
                <a:lnTo>
                  <a:pt x="1221" y="1861"/>
                </a:lnTo>
                <a:lnTo>
                  <a:pt x="1221" y="1862"/>
                </a:lnTo>
                <a:lnTo>
                  <a:pt x="1221" y="1864"/>
                </a:lnTo>
                <a:lnTo>
                  <a:pt x="1222" y="1865"/>
                </a:lnTo>
                <a:lnTo>
                  <a:pt x="1222" y="1866"/>
                </a:lnTo>
                <a:lnTo>
                  <a:pt x="1222" y="1867"/>
                </a:lnTo>
                <a:lnTo>
                  <a:pt x="1222" y="1868"/>
                </a:lnTo>
                <a:lnTo>
                  <a:pt x="1221" y="1870"/>
                </a:lnTo>
                <a:lnTo>
                  <a:pt x="1220" y="1870"/>
                </a:lnTo>
                <a:lnTo>
                  <a:pt x="1220" y="1871"/>
                </a:lnTo>
                <a:lnTo>
                  <a:pt x="1219" y="1871"/>
                </a:lnTo>
                <a:lnTo>
                  <a:pt x="1218" y="1870"/>
                </a:lnTo>
                <a:lnTo>
                  <a:pt x="1216" y="1870"/>
                </a:lnTo>
                <a:lnTo>
                  <a:pt x="1215" y="1870"/>
                </a:lnTo>
                <a:lnTo>
                  <a:pt x="1214" y="1870"/>
                </a:lnTo>
                <a:lnTo>
                  <a:pt x="1213" y="1871"/>
                </a:lnTo>
                <a:lnTo>
                  <a:pt x="1213" y="1872"/>
                </a:lnTo>
                <a:lnTo>
                  <a:pt x="1211" y="1872"/>
                </a:lnTo>
                <a:lnTo>
                  <a:pt x="1208" y="1873"/>
                </a:lnTo>
                <a:lnTo>
                  <a:pt x="1206" y="1874"/>
                </a:lnTo>
                <a:lnTo>
                  <a:pt x="1203" y="1873"/>
                </a:lnTo>
                <a:lnTo>
                  <a:pt x="1202" y="1873"/>
                </a:lnTo>
                <a:lnTo>
                  <a:pt x="1201" y="1873"/>
                </a:lnTo>
                <a:lnTo>
                  <a:pt x="1200" y="1872"/>
                </a:lnTo>
                <a:lnTo>
                  <a:pt x="1199" y="1871"/>
                </a:lnTo>
                <a:lnTo>
                  <a:pt x="1198" y="1870"/>
                </a:lnTo>
                <a:lnTo>
                  <a:pt x="1197" y="1870"/>
                </a:lnTo>
                <a:lnTo>
                  <a:pt x="1196" y="1870"/>
                </a:lnTo>
                <a:lnTo>
                  <a:pt x="1196" y="1869"/>
                </a:lnTo>
                <a:lnTo>
                  <a:pt x="1195" y="1869"/>
                </a:lnTo>
                <a:lnTo>
                  <a:pt x="1190" y="1871"/>
                </a:lnTo>
                <a:lnTo>
                  <a:pt x="1189" y="1871"/>
                </a:lnTo>
                <a:lnTo>
                  <a:pt x="1187" y="1872"/>
                </a:lnTo>
                <a:lnTo>
                  <a:pt x="1186" y="1873"/>
                </a:lnTo>
                <a:lnTo>
                  <a:pt x="1185" y="1873"/>
                </a:lnTo>
                <a:lnTo>
                  <a:pt x="1185" y="1874"/>
                </a:lnTo>
                <a:lnTo>
                  <a:pt x="1184" y="1874"/>
                </a:lnTo>
                <a:lnTo>
                  <a:pt x="1183" y="1874"/>
                </a:lnTo>
                <a:lnTo>
                  <a:pt x="1181" y="1875"/>
                </a:lnTo>
                <a:lnTo>
                  <a:pt x="1178" y="1875"/>
                </a:lnTo>
                <a:lnTo>
                  <a:pt x="1175" y="1876"/>
                </a:lnTo>
                <a:lnTo>
                  <a:pt x="1174" y="1876"/>
                </a:lnTo>
                <a:lnTo>
                  <a:pt x="1173" y="1876"/>
                </a:lnTo>
                <a:lnTo>
                  <a:pt x="1172" y="1876"/>
                </a:lnTo>
                <a:lnTo>
                  <a:pt x="1171" y="1876"/>
                </a:lnTo>
                <a:lnTo>
                  <a:pt x="1170" y="1875"/>
                </a:lnTo>
                <a:lnTo>
                  <a:pt x="1170" y="1873"/>
                </a:lnTo>
                <a:lnTo>
                  <a:pt x="1169" y="1873"/>
                </a:lnTo>
                <a:lnTo>
                  <a:pt x="1167" y="1872"/>
                </a:lnTo>
                <a:lnTo>
                  <a:pt x="1164" y="1872"/>
                </a:lnTo>
                <a:lnTo>
                  <a:pt x="1161" y="1873"/>
                </a:lnTo>
                <a:lnTo>
                  <a:pt x="1160" y="1874"/>
                </a:lnTo>
                <a:lnTo>
                  <a:pt x="1160" y="1875"/>
                </a:lnTo>
                <a:lnTo>
                  <a:pt x="1158" y="1876"/>
                </a:lnTo>
                <a:lnTo>
                  <a:pt x="1155" y="1877"/>
                </a:lnTo>
                <a:lnTo>
                  <a:pt x="1154" y="1878"/>
                </a:lnTo>
                <a:lnTo>
                  <a:pt x="1153" y="1878"/>
                </a:lnTo>
                <a:lnTo>
                  <a:pt x="1152" y="1877"/>
                </a:lnTo>
                <a:lnTo>
                  <a:pt x="1152" y="1876"/>
                </a:lnTo>
                <a:lnTo>
                  <a:pt x="1150" y="1875"/>
                </a:lnTo>
                <a:lnTo>
                  <a:pt x="1148" y="1875"/>
                </a:lnTo>
                <a:lnTo>
                  <a:pt x="1147" y="1875"/>
                </a:lnTo>
                <a:lnTo>
                  <a:pt x="1145" y="1874"/>
                </a:lnTo>
                <a:lnTo>
                  <a:pt x="1142" y="1874"/>
                </a:lnTo>
                <a:lnTo>
                  <a:pt x="1141" y="1874"/>
                </a:lnTo>
                <a:lnTo>
                  <a:pt x="1140" y="1873"/>
                </a:lnTo>
                <a:lnTo>
                  <a:pt x="1140" y="1872"/>
                </a:lnTo>
                <a:lnTo>
                  <a:pt x="1141" y="1870"/>
                </a:lnTo>
                <a:lnTo>
                  <a:pt x="1141" y="1869"/>
                </a:lnTo>
                <a:lnTo>
                  <a:pt x="1140" y="1865"/>
                </a:lnTo>
                <a:lnTo>
                  <a:pt x="1140" y="1864"/>
                </a:lnTo>
                <a:lnTo>
                  <a:pt x="1139" y="1864"/>
                </a:lnTo>
                <a:lnTo>
                  <a:pt x="1138" y="1864"/>
                </a:lnTo>
                <a:lnTo>
                  <a:pt x="1138" y="1863"/>
                </a:lnTo>
                <a:lnTo>
                  <a:pt x="1137" y="1860"/>
                </a:lnTo>
                <a:lnTo>
                  <a:pt x="1137" y="1858"/>
                </a:lnTo>
                <a:lnTo>
                  <a:pt x="1132" y="1857"/>
                </a:lnTo>
                <a:lnTo>
                  <a:pt x="1131" y="1856"/>
                </a:lnTo>
                <a:lnTo>
                  <a:pt x="1130" y="1855"/>
                </a:lnTo>
                <a:lnTo>
                  <a:pt x="1128" y="1855"/>
                </a:lnTo>
                <a:lnTo>
                  <a:pt x="1127" y="1855"/>
                </a:lnTo>
                <a:lnTo>
                  <a:pt x="1123" y="1854"/>
                </a:lnTo>
                <a:lnTo>
                  <a:pt x="1122" y="1853"/>
                </a:lnTo>
                <a:lnTo>
                  <a:pt x="1121" y="1853"/>
                </a:lnTo>
                <a:lnTo>
                  <a:pt x="1121" y="1852"/>
                </a:lnTo>
                <a:lnTo>
                  <a:pt x="1120" y="1852"/>
                </a:lnTo>
                <a:lnTo>
                  <a:pt x="1119" y="1853"/>
                </a:lnTo>
                <a:lnTo>
                  <a:pt x="1118" y="1852"/>
                </a:lnTo>
                <a:lnTo>
                  <a:pt x="1116" y="1852"/>
                </a:lnTo>
                <a:lnTo>
                  <a:pt x="1115" y="1852"/>
                </a:lnTo>
                <a:lnTo>
                  <a:pt x="1113" y="1851"/>
                </a:lnTo>
                <a:lnTo>
                  <a:pt x="1112" y="1851"/>
                </a:lnTo>
                <a:lnTo>
                  <a:pt x="1110" y="1850"/>
                </a:lnTo>
                <a:lnTo>
                  <a:pt x="1108" y="1848"/>
                </a:lnTo>
                <a:lnTo>
                  <a:pt x="1106" y="1847"/>
                </a:lnTo>
                <a:lnTo>
                  <a:pt x="1107" y="1846"/>
                </a:lnTo>
                <a:lnTo>
                  <a:pt x="1106" y="1846"/>
                </a:lnTo>
                <a:lnTo>
                  <a:pt x="1105" y="1847"/>
                </a:lnTo>
                <a:lnTo>
                  <a:pt x="1102" y="1849"/>
                </a:lnTo>
                <a:lnTo>
                  <a:pt x="1100" y="1848"/>
                </a:lnTo>
                <a:lnTo>
                  <a:pt x="1094" y="1846"/>
                </a:lnTo>
                <a:lnTo>
                  <a:pt x="1093" y="1845"/>
                </a:lnTo>
                <a:lnTo>
                  <a:pt x="1092" y="1845"/>
                </a:lnTo>
                <a:lnTo>
                  <a:pt x="1092" y="1844"/>
                </a:lnTo>
                <a:lnTo>
                  <a:pt x="1087" y="1841"/>
                </a:lnTo>
                <a:lnTo>
                  <a:pt x="1086" y="1839"/>
                </a:lnTo>
                <a:lnTo>
                  <a:pt x="1083" y="1839"/>
                </a:lnTo>
                <a:lnTo>
                  <a:pt x="1082" y="1839"/>
                </a:lnTo>
                <a:lnTo>
                  <a:pt x="1081" y="1840"/>
                </a:lnTo>
                <a:lnTo>
                  <a:pt x="1078" y="1840"/>
                </a:lnTo>
                <a:lnTo>
                  <a:pt x="1077" y="1839"/>
                </a:lnTo>
                <a:lnTo>
                  <a:pt x="1077" y="1837"/>
                </a:lnTo>
                <a:lnTo>
                  <a:pt x="1080" y="1833"/>
                </a:lnTo>
                <a:lnTo>
                  <a:pt x="1079" y="1833"/>
                </a:lnTo>
                <a:lnTo>
                  <a:pt x="1079" y="1832"/>
                </a:lnTo>
                <a:lnTo>
                  <a:pt x="1077" y="1831"/>
                </a:lnTo>
                <a:lnTo>
                  <a:pt x="1076" y="1830"/>
                </a:lnTo>
                <a:lnTo>
                  <a:pt x="1075" y="1829"/>
                </a:lnTo>
                <a:lnTo>
                  <a:pt x="1074" y="1829"/>
                </a:lnTo>
                <a:lnTo>
                  <a:pt x="1073" y="1828"/>
                </a:lnTo>
                <a:lnTo>
                  <a:pt x="1072" y="1827"/>
                </a:lnTo>
                <a:lnTo>
                  <a:pt x="1071" y="1826"/>
                </a:lnTo>
                <a:lnTo>
                  <a:pt x="1070" y="1825"/>
                </a:lnTo>
                <a:lnTo>
                  <a:pt x="1070" y="1823"/>
                </a:lnTo>
                <a:lnTo>
                  <a:pt x="1069" y="1822"/>
                </a:lnTo>
                <a:lnTo>
                  <a:pt x="1068" y="1822"/>
                </a:lnTo>
                <a:lnTo>
                  <a:pt x="1065" y="1821"/>
                </a:lnTo>
                <a:lnTo>
                  <a:pt x="1064" y="1821"/>
                </a:lnTo>
                <a:lnTo>
                  <a:pt x="1063" y="1821"/>
                </a:lnTo>
                <a:lnTo>
                  <a:pt x="1062" y="1820"/>
                </a:lnTo>
                <a:lnTo>
                  <a:pt x="1061" y="1820"/>
                </a:lnTo>
                <a:lnTo>
                  <a:pt x="1059" y="1819"/>
                </a:lnTo>
                <a:lnTo>
                  <a:pt x="1058" y="1818"/>
                </a:lnTo>
                <a:lnTo>
                  <a:pt x="1056" y="1817"/>
                </a:lnTo>
                <a:lnTo>
                  <a:pt x="1055" y="1816"/>
                </a:lnTo>
                <a:lnTo>
                  <a:pt x="1055" y="1815"/>
                </a:lnTo>
                <a:lnTo>
                  <a:pt x="1054" y="1815"/>
                </a:lnTo>
                <a:lnTo>
                  <a:pt x="1054" y="1814"/>
                </a:lnTo>
                <a:lnTo>
                  <a:pt x="1052" y="1813"/>
                </a:lnTo>
                <a:lnTo>
                  <a:pt x="1051" y="1813"/>
                </a:lnTo>
                <a:lnTo>
                  <a:pt x="1050" y="1813"/>
                </a:lnTo>
                <a:lnTo>
                  <a:pt x="1050" y="1814"/>
                </a:lnTo>
                <a:lnTo>
                  <a:pt x="1049" y="1814"/>
                </a:lnTo>
                <a:lnTo>
                  <a:pt x="1048" y="1813"/>
                </a:lnTo>
                <a:lnTo>
                  <a:pt x="1048" y="1814"/>
                </a:lnTo>
                <a:lnTo>
                  <a:pt x="1047" y="1814"/>
                </a:lnTo>
                <a:lnTo>
                  <a:pt x="1047" y="1815"/>
                </a:lnTo>
                <a:lnTo>
                  <a:pt x="1038" y="1817"/>
                </a:lnTo>
                <a:lnTo>
                  <a:pt x="1037" y="1818"/>
                </a:lnTo>
                <a:lnTo>
                  <a:pt x="1037" y="1819"/>
                </a:lnTo>
                <a:lnTo>
                  <a:pt x="1034" y="1818"/>
                </a:lnTo>
                <a:lnTo>
                  <a:pt x="1029" y="1817"/>
                </a:lnTo>
                <a:lnTo>
                  <a:pt x="1028" y="1817"/>
                </a:lnTo>
                <a:lnTo>
                  <a:pt x="1024" y="1816"/>
                </a:lnTo>
                <a:lnTo>
                  <a:pt x="1024" y="1815"/>
                </a:lnTo>
                <a:lnTo>
                  <a:pt x="1023" y="1815"/>
                </a:lnTo>
                <a:lnTo>
                  <a:pt x="1022" y="1815"/>
                </a:lnTo>
                <a:lnTo>
                  <a:pt x="1021" y="1815"/>
                </a:lnTo>
                <a:lnTo>
                  <a:pt x="1020" y="1815"/>
                </a:lnTo>
                <a:lnTo>
                  <a:pt x="1019" y="1814"/>
                </a:lnTo>
                <a:lnTo>
                  <a:pt x="1018" y="1814"/>
                </a:lnTo>
                <a:lnTo>
                  <a:pt x="1017" y="1814"/>
                </a:lnTo>
                <a:lnTo>
                  <a:pt x="1016" y="1813"/>
                </a:lnTo>
                <a:lnTo>
                  <a:pt x="1015" y="1813"/>
                </a:lnTo>
                <a:lnTo>
                  <a:pt x="1014" y="1813"/>
                </a:lnTo>
                <a:lnTo>
                  <a:pt x="1011" y="1812"/>
                </a:lnTo>
                <a:lnTo>
                  <a:pt x="1010" y="1812"/>
                </a:lnTo>
                <a:lnTo>
                  <a:pt x="1008" y="1811"/>
                </a:lnTo>
                <a:lnTo>
                  <a:pt x="1007" y="1811"/>
                </a:lnTo>
                <a:lnTo>
                  <a:pt x="1007" y="1810"/>
                </a:lnTo>
                <a:lnTo>
                  <a:pt x="1006" y="1809"/>
                </a:lnTo>
                <a:lnTo>
                  <a:pt x="1005" y="1808"/>
                </a:lnTo>
                <a:lnTo>
                  <a:pt x="1003" y="1807"/>
                </a:lnTo>
                <a:lnTo>
                  <a:pt x="1002" y="1807"/>
                </a:lnTo>
                <a:lnTo>
                  <a:pt x="1001" y="1806"/>
                </a:lnTo>
                <a:lnTo>
                  <a:pt x="999" y="1806"/>
                </a:lnTo>
                <a:lnTo>
                  <a:pt x="998" y="1806"/>
                </a:lnTo>
                <a:lnTo>
                  <a:pt x="998" y="1805"/>
                </a:lnTo>
                <a:lnTo>
                  <a:pt x="997" y="1805"/>
                </a:lnTo>
                <a:lnTo>
                  <a:pt x="996" y="1805"/>
                </a:lnTo>
                <a:lnTo>
                  <a:pt x="994" y="1805"/>
                </a:lnTo>
                <a:lnTo>
                  <a:pt x="993" y="1804"/>
                </a:lnTo>
                <a:lnTo>
                  <a:pt x="990" y="1803"/>
                </a:lnTo>
                <a:lnTo>
                  <a:pt x="989" y="1802"/>
                </a:lnTo>
                <a:lnTo>
                  <a:pt x="987" y="1801"/>
                </a:lnTo>
                <a:lnTo>
                  <a:pt x="986" y="1801"/>
                </a:lnTo>
                <a:lnTo>
                  <a:pt x="986" y="1800"/>
                </a:lnTo>
                <a:lnTo>
                  <a:pt x="984" y="1798"/>
                </a:lnTo>
                <a:lnTo>
                  <a:pt x="983" y="1797"/>
                </a:lnTo>
                <a:lnTo>
                  <a:pt x="981" y="1796"/>
                </a:lnTo>
                <a:lnTo>
                  <a:pt x="980" y="1796"/>
                </a:lnTo>
                <a:lnTo>
                  <a:pt x="980" y="1795"/>
                </a:lnTo>
                <a:lnTo>
                  <a:pt x="979" y="1795"/>
                </a:lnTo>
                <a:lnTo>
                  <a:pt x="979" y="1794"/>
                </a:lnTo>
                <a:lnTo>
                  <a:pt x="992" y="1786"/>
                </a:lnTo>
                <a:lnTo>
                  <a:pt x="997" y="1776"/>
                </a:lnTo>
                <a:lnTo>
                  <a:pt x="997" y="1773"/>
                </a:lnTo>
                <a:lnTo>
                  <a:pt x="997" y="1770"/>
                </a:lnTo>
                <a:lnTo>
                  <a:pt x="998" y="1761"/>
                </a:lnTo>
                <a:lnTo>
                  <a:pt x="1001" y="1753"/>
                </a:lnTo>
                <a:lnTo>
                  <a:pt x="1002" y="1747"/>
                </a:lnTo>
                <a:lnTo>
                  <a:pt x="1008" y="1743"/>
                </a:lnTo>
                <a:lnTo>
                  <a:pt x="1012" y="1736"/>
                </a:lnTo>
                <a:lnTo>
                  <a:pt x="1015" y="1732"/>
                </a:lnTo>
                <a:lnTo>
                  <a:pt x="1029" y="1720"/>
                </a:lnTo>
                <a:lnTo>
                  <a:pt x="1031" y="1710"/>
                </a:lnTo>
                <a:lnTo>
                  <a:pt x="1030" y="1707"/>
                </a:lnTo>
                <a:lnTo>
                  <a:pt x="1031" y="1707"/>
                </a:lnTo>
                <a:lnTo>
                  <a:pt x="1030" y="1706"/>
                </a:lnTo>
                <a:lnTo>
                  <a:pt x="1029" y="1706"/>
                </a:lnTo>
                <a:lnTo>
                  <a:pt x="1028" y="1705"/>
                </a:lnTo>
                <a:lnTo>
                  <a:pt x="1026" y="1704"/>
                </a:lnTo>
                <a:lnTo>
                  <a:pt x="1025" y="1704"/>
                </a:lnTo>
                <a:lnTo>
                  <a:pt x="1025" y="1703"/>
                </a:lnTo>
                <a:lnTo>
                  <a:pt x="1024" y="1703"/>
                </a:lnTo>
                <a:lnTo>
                  <a:pt x="1023" y="1703"/>
                </a:lnTo>
                <a:lnTo>
                  <a:pt x="1021" y="1702"/>
                </a:lnTo>
                <a:lnTo>
                  <a:pt x="1020" y="1702"/>
                </a:lnTo>
                <a:lnTo>
                  <a:pt x="1020" y="1701"/>
                </a:lnTo>
                <a:lnTo>
                  <a:pt x="1019" y="1701"/>
                </a:lnTo>
                <a:lnTo>
                  <a:pt x="1019" y="1700"/>
                </a:lnTo>
                <a:lnTo>
                  <a:pt x="1018" y="1699"/>
                </a:lnTo>
                <a:lnTo>
                  <a:pt x="1018" y="1698"/>
                </a:lnTo>
                <a:lnTo>
                  <a:pt x="1018" y="1697"/>
                </a:lnTo>
                <a:lnTo>
                  <a:pt x="1017" y="1696"/>
                </a:lnTo>
                <a:lnTo>
                  <a:pt x="1017" y="1694"/>
                </a:lnTo>
                <a:lnTo>
                  <a:pt x="1016" y="1694"/>
                </a:lnTo>
                <a:lnTo>
                  <a:pt x="1016" y="1693"/>
                </a:lnTo>
                <a:lnTo>
                  <a:pt x="1016" y="1692"/>
                </a:lnTo>
                <a:lnTo>
                  <a:pt x="1016" y="1691"/>
                </a:lnTo>
                <a:lnTo>
                  <a:pt x="1015" y="1691"/>
                </a:lnTo>
                <a:lnTo>
                  <a:pt x="1015" y="1690"/>
                </a:lnTo>
                <a:lnTo>
                  <a:pt x="1015" y="1689"/>
                </a:lnTo>
                <a:lnTo>
                  <a:pt x="1015" y="1688"/>
                </a:lnTo>
                <a:lnTo>
                  <a:pt x="1014" y="1687"/>
                </a:lnTo>
                <a:lnTo>
                  <a:pt x="1013" y="1686"/>
                </a:lnTo>
                <a:lnTo>
                  <a:pt x="1012" y="1685"/>
                </a:lnTo>
                <a:lnTo>
                  <a:pt x="1012" y="1684"/>
                </a:lnTo>
                <a:lnTo>
                  <a:pt x="1012" y="1683"/>
                </a:lnTo>
                <a:lnTo>
                  <a:pt x="1012" y="1682"/>
                </a:lnTo>
                <a:lnTo>
                  <a:pt x="1013" y="1681"/>
                </a:lnTo>
                <a:lnTo>
                  <a:pt x="1013" y="1680"/>
                </a:lnTo>
                <a:lnTo>
                  <a:pt x="1013" y="1679"/>
                </a:lnTo>
                <a:lnTo>
                  <a:pt x="1013" y="1678"/>
                </a:lnTo>
                <a:lnTo>
                  <a:pt x="1013" y="1677"/>
                </a:lnTo>
                <a:lnTo>
                  <a:pt x="1013" y="1675"/>
                </a:lnTo>
                <a:lnTo>
                  <a:pt x="1013" y="1674"/>
                </a:lnTo>
                <a:lnTo>
                  <a:pt x="1012" y="1674"/>
                </a:lnTo>
                <a:lnTo>
                  <a:pt x="1012" y="1673"/>
                </a:lnTo>
                <a:lnTo>
                  <a:pt x="1012" y="1672"/>
                </a:lnTo>
                <a:lnTo>
                  <a:pt x="1012" y="1671"/>
                </a:lnTo>
                <a:lnTo>
                  <a:pt x="1012" y="1670"/>
                </a:lnTo>
                <a:lnTo>
                  <a:pt x="1011" y="1669"/>
                </a:lnTo>
                <a:lnTo>
                  <a:pt x="1010" y="1669"/>
                </a:lnTo>
                <a:lnTo>
                  <a:pt x="1009" y="1669"/>
                </a:lnTo>
                <a:lnTo>
                  <a:pt x="1008" y="1668"/>
                </a:lnTo>
                <a:lnTo>
                  <a:pt x="1007" y="1667"/>
                </a:lnTo>
                <a:lnTo>
                  <a:pt x="1006" y="1667"/>
                </a:lnTo>
                <a:lnTo>
                  <a:pt x="1005" y="1668"/>
                </a:lnTo>
                <a:lnTo>
                  <a:pt x="1003" y="1669"/>
                </a:lnTo>
                <a:lnTo>
                  <a:pt x="1001" y="1670"/>
                </a:lnTo>
                <a:lnTo>
                  <a:pt x="1000" y="1671"/>
                </a:lnTo>
                <a:lnTo>
                  <a:pt x="999" y="1671"/>
                </a:lnTo>
                <a:lnTo>
                  <a:pt x="996" y="1670"/>
                </a:lnTo>
                <a:lnTo>
                  <a:pt x="995" y="1670"/>
                </a:lnTo>
                <a:lnTo>
                  <a:pt x="995" y="1669"/>
                </a:lnTo>
                <a:lnTo>
                  <a:pt x="994" y="1669"/>
                </a:lnTo>
                <a:lnTo>
                  <a:pt x="992" y="1668"/>
                </a:lnTo>
                <a:lnTo>
                  <a:pt x="989" y="1672"/>
                </a:lnTo>
                <a:lnTo>
                  <a:pt x="987" y="1674"/>
                </a:lnTo>
                <a:lnTo>
                  <a:pt x="984" y="1677"/>
                </a:lnTo>
                <a:lnTo>
                  <a:pt x="982" y="1680"/>
                </a:lnTo>
                <a:lnTo>
                  <a:pt x="982" y="1681"/>
                </a:lnTo>
                <a:lnTo>
                  <a:pt x="981" y="1680"/>
                </a:lnTo>
                <a:lnTo>
                  <a:pt x="979" y="1680"/>
                </a:lnTo>
                <a:lnTo>
                  <a:pt x="977" y="1679"/>
                </a:lnTo>
                <a:lnTo>
                  <a:pt x="976" y="1679"/>
                </a:lnTo>
                <a:lnTo>
                  <a:pt x="974" y="1679"/>
                </a:lnTo>
                <a:lnTo>
                  <a:pt x="970" y="1679"/>
                </a:lnTo>
                <a:lnTo>
                  <a:pt x="968" y="1679"/>
                </a:lnTo>
                <a:lnTo>
                  <a:pt x="966" y="1679"/>
                </a:lnTo>
                <a:lnTo>
                  <a:pt x="965" y="1679"/>
                </a:lnTo>
                <a:lnTo>
                  <a:pt x="962" y="1679"/>
                </a:lnTo>
                <a:lnTo>
                  <a:pt x="962" y="1680"/>
                </a:lnTo>
                <a:lnTo>
                  <a:pt x="960" y="1680"/>
                </a:lnTo>
                <a:lnTo>
                  <a:pt x="959" y="1680"/>
                </a:lnTo>
                <a:lnTo>
                  <a:pt x="958" y="1680"/>
                </a:lnTo>
                <a:lnTo>
                  <a:pt x="957" y="1681"/>
                </a:lnTo>
                <a:lnTo>
                  <a:pt x="958" y="1682"/>
                </a:lnTo>
                <a:lnTo>
                  <a:pt x="958" y="1683"/>
                </a:lnTo>
                <a:lnTo>
                  <a:pt x="958" y="1684"/>
                </a:lnTo>
                <a:lnTo>
                  <a:pt x="958" y="1685"/>
                </a:lnTo>
                <a:lnTo>
                  <a:pt x="959" y="1686"/>
                </a:lnTo>
                <a:lnTo>
                  <a:pt x="959" y="1687"/>
                </a:lnTo>
                <a:lnTo>
                  <a:pt x="959" y="1688"/>
                </a:lnTo>
                <a:lnTo>
                  <a:pt x="958" y="1688"/>
                </a:lnTo>
                <a:lnTo>
                  <a:pt x="958" y="1689"/>
                </a:lnTo>
                <a:lnTo>
                  <a:pt x="958" y="1690"/>
                </a:lnTo>
                <a:lnTo>
                  <a:pt x="959" y="1690"/>
                </a:lnTo>
                <a:lnTo>
                  <a:pt x="959" y="1691"/>
                </a:lnTo>
                <a:lnTo>
                  <a:pt x="959" y="1694"/>
                </a:lnTo>
                <a:lnTo>
                  <a:pt x="959" y="1696"/>
                </a:lnTo>
                <a:lnTo>
                  <a:pt x="958" y="1696"/>
                </a:lnTo>
                <a:lnTo>
                  <a:pt x="957" y="1697"/>
                </a:lnTo>
                <a:lnTo>
                  <a:pt x="955" y="1697"/>
                </a:lnTo>
                <a:lnTo>
                  <a:pt x="954" y="1697"/>
                </a:lnTo>
                <a:lnTo>
                  <a:pt x="953" y="1696"/>
                </a:lnTo>
                <a:lnTo>
                  <a:pt x="952" y="1696"/>
                </a:lnTo>
                <a:lnTo>
                  <a:pt x="952" y="1697"/>
                </a:lnTo>
                <a:lnTo>
                  <a:pt x="951" y="1697"/>
                </a:lnTo>
                <a:lnTo>
                  <a:pt x="950" y="1697"/>
                </a:lnTo>
                <a:lnTo>
                  <a:pt x="949" y="1697"/>
                </a:lnTo>
                <a:lnTo>
                  <a:pt x="949" y="1696"/>
                </a:lnTo>
                <a:lnTo>
                  <a:pt x="948" y="1696"/>
                </a:lnTo>
                <a:lnTo>
                  <a:pt x="947" y="1695"/>
                </a:lnTo>
                <a:lnTo>
                  <a:pt x="947" y="1694"/>
                </a:lnTo>
                <a:lnTo>
                  <a:pt x="946" y="1694"/>
                </a:lnTo>
                <a:lnTo>
                  <a:pt x="945" y="1694"/>
                </a:lnTo>
                <a:lnTo>
                  <a:pt x="944" y="1694"/>
                </a:lnTo>
                <a:lnTo>
                  <a:pt x="944" y="1695"/>
                </a:lnTo>
                <a:lnTo>
                  <a:pt x="943" y="1696"/>
                </a:lnTo>
                <a:lnTo>
                  <a:pt x="942" y="1697"/>
                </a:lnTo>
                <a:lnTo>
                  <a:pt x="942" y="1698"/>
                </a:lnTo>
                <a:lnTo>
                  <a:pt x="941" y="1698"/>
                </a:lnTo>
                <a:lnTo>
                  <a:pt x="940" y="1698"/>
                </a:lnTo>
                <a:lnTo>
                  <a:pt x="940" y="1699"/>
                </a:lnTo>
                <a:lnTo>
                  <a:pt x="940" y="1701"/>
                </a:lnTo>
                <a:lnTo>
                  <a:pt x="939" y="1702"/>
                </a:lnTo>
                <a:lnTo>
                  <a:pt x="939" y="1703"/>
                </a:lnTo>
                <a:lnTo>
                  <a:pt x="939" y="1704"/>
                </a:lnTo>
                <a:lnTo>
                  <a:pt x="938" y="1705"/>
                </a:lnTo>
                <a:lnTo>
                  <a:pt x="937" y="1706"/>
                </a:lnTo>
                <a:lnTo>
                  <a:pt x="937" y="1707"/>
                </a:lnTo>
                <a:lnTo>
                  <a:pt x="937" y="1708"/>
                </a:lnTo>
                <a:lnTo>
                  <a:pt x="937" y="1709"/>
                </a:lnTo>
                <a:lnTo>
                  <a:pt x="936" y="1709"/>
                </a:lnTo>
                <a:lnTo>
                  <a:pt x="936" y="1710"/>
                </a:lnTo>
                <a:lnTo>
                  <a:pt x="937" y="1710"/>
                </a:lnTo>
                <a:lnTo>
                  <a:pt x="938" y="1711"/>
                </a:lnTo>
                <a:lnTo>
                  <a:pt x="938" y="1712"/>
                </a:lnTo>
                <a:lnTo>
                  <a:pt x="938" y="1713"/>
                </a:lnTo>
                <a:lnTo>
                  <a:pt x="937" y="1713"/>
                </a:lnTo>
                <a:lnTo>
                  <a:pt x="936" y="1714"/>
                </a:lnTo>
                <a:lnTo>
                  <a:pt x="935" y="1714"/>
                </a:lnTo>
                <a:lnTo>
                  <a:pt x="935" y="1715"/>
                </a:lnTo>
                <a:lnTo>
                  <a:pt x="935" y="1716"/>
                </a:lnTo>
                <a:lnTo>
                  <a:pt x="935" y="1717"/>
                </a:lnTo>
                <a:lnTo>
                  <a:pt x="933" y="1718"/>
                </a:lnTo>
                <a:lnTo>
                  <a:pt x="932" y="1718"/>
                </a:lnTo>
                <a:lnTo>
                  <a:pt x="931" y="1718"/>
                </a:lnTo>
                <a:lnTo>
                  <a:pt x="931" y="1719"/>
                </a:lnTo>
                <a:lnTo>
                  <a:pt x="930" y="1720"/>
                </a:lnTo>
                <a:lnTo>
                  <a:pt x="929" y="1720"/>
                </a:lnTo>
                <a:lnTo>
                  <a:pt x="928" y="1720"/>
                </a:lnTo>
                <a:lnTo>
                  <a:pt x="928" y="1721"/>
                </a:lnTo>
                <a:lnTo>
                  <a:pt x="929" y="1721"/>
                </a:lnTo>
                <a:lnTo>
                  <a:pt x="929" y="1722"/>
                </a:lnTo>
                <a:lnTo>
                  <a:pt x="928" y="1722"/>
                </a:lnTo>
                <a:lnTo>
                  <a:pt x="927" y="1723"/>
                </a:lnTo>
                <a:lnTo>
                  <a:pt x="925" y="1725"/>
                </a:lnTo>
                <a:lnTo>
                  <a:pt x="925" y="1726"/>
                </a:lnTo>
                <a:lnTo>
                  <a:pt x="927" y="1728"/>
                </a:lnTo>
                <a:lnTo>
                  <a:pt x="928" y="1728"/>
                </a:lnTo>
                <a:lnTo>
                  <a:pt x="929" y="1728"/>
                </a:lnTo>
                <a:lnTo>
                  <a:pt x="928" y="1729"/>
                </a:lnTo>
                <a:lnTo>
                  <a:pt x="928" y="1730"/>
                </a:lnTo>
                <a:lnTo>
                  <a:pt x="927" y="1730"/>
                </a:lnTo>
                <a:lnTo>
                  <a:pt x="927" y="1731"/>
                </a:lnTo>
                <a:lnTo>
                  <a:pt x="926" y="1732"/>
                </a:lnTo>
                <a:lnTo>
                  <a:pt x="923" y="1734"/>
                </a:lnTo>
                <a:lnTo>
                  <a:pt x="922" y="1734"/>
                </a:lnTo>
                <a:lnTo>
                  <a:pt x="922" y="1736"/>
                </a:lnTo>
                <a:lnTo>
                  <a:pt x="922" y="1737"/>
                </a:lnTo>
                <a:lnTo>
                  <a:pt x="919" y="1738"/>
                </a:lnTo>
                <a:lnTo>
                  <a:pt x="918" y="1738"/>
                </a:lnTo>
                <a:lnTo>
                  <a:pt x="918" y="1739"/>
                </a:lnTo>
                <a:lnTo>
                  <a:pt x="918" y="1740"/>
                </a:lnTo>
                <a:lnTo>
                  <a:pt x="918" y="1741"/>
                </a:lnTo>
                <a:lnTo>
                  <a:pt x="918" y="1742"/>
                </a:lnTo>
                <a:lnTo>
                  <a:pt x="918" y="1743"/>
                </a:lnTo>
                <a:lnTo>
                  <a:pt x="919" y="1743"/>
                </a:lnTo>
                <a:lnTo>
                  <a:pt x="919" y="1744"/>
                </a:lnTo>
                <a:lnTo>
                  <a:pt x="919" y="1745"/>
                </a:lnTo>
                <a:lnTo>
                  <a:pt x="917" y="1746"/>
                </a:lnTo>
                <a:lnTo>
                  <a:pt x="917" y="1747"/>
                </a:lnTo>
                <a:lnTo>
                  <a:pt x="916" y="1747"/>
                </a:lnTo>
                <a:lnTo>
                  <a:pt x="916" y="1748"/>
                </a:lnTo>
                <a:lnTo>
                  <a:pt x="917" y="1748"/>
                </a:lnTo>
                <a:lnTo>
                  <a:pt x="917" y="1749"/>
                </a:lnTo>
                <a:lnTo>
                  <a:pt x="917" y="1750"/>
                </a:lnTo>
                <a:lnTo>
                  <a:pt x="916" y="1752"/>
                </a:lnTo>
                <a:lnTo>
                  <a:pt x="915" y="1752"/>
                </a:lnTo>
                <a:lnTo>
                  <a:pt x="915" y="1753"/>
                </a:lnTo>
                <a:lnTo>
                  <a:pt x="915" y="1754"/>
                </a:lnTo>
                <a:lnTo>
                  <a:pt x="914" y="1754"/>
                </a:lnTo>
                <a:lnTo>
                  <a:pt x="914" y="1755"/>
                </a:lnTo>
                <a:lnTo>
                  <a:pt x="913" y="1756"/>
                </a:lnTo>
                <a:lnTo>
                  <a:pt x="913" y="1757"/>
                </a:lnTo>
                <a:lnTo>
                  <a:pt x="913" y="1758"/>
                </a:lnTo>
                <a:lnTo>
                  <a:pt x="913" y="1759"/>
                </a:lnTo>
                <a:lnTo>
                  <a:pt x="914" y="1760"/>
                </a:lnTo>
                <a:lnTo>
                  <a:pt x="915" y="1760"/>
                </a:lnTo>
                <a:lnTo>
                  <a:pt x="915" y="1762"/>
                </a:lnTo>
                <a:lnTo>
                  <a:pt x="915" y="1763"/>
                </a:lnTo>
                <a:lnTo>
                  <a:pt x="914" y="1763"/>
                </a:lnTo>
                <a:lnTo>
                  <a:pt x="913" y="1763"/>
                </a:lnTo>
                <a:lnTo>
                  <a:pt x="913" y="1764"/>
                </a:lnTo>
                <a:lnTo>
                  <a:pt x="913" y="1765"/>
                </a:lnTo>
                <a:lnTo>
                  <a:pt x="913" y="1766"/>
                </a:lnTo>
                <a:lnTo>
                  <a:pt x="914" y="1766"/>
                </a:lnTo>
                <a:lnTo>
                  <a:pt x="914" y="1767"/>
                </a:lnTo>
                <a:lnTo>
                  <a:pt x="914" y="1768"/>
                </a:lnTo>
                <a:lnTo>
                  <a:pt x="914" y="1770"/>
                </a:lnTo>
                <a:lnTo>
                  <a:pt x="913" y="1771"/>
                </a:lnTo>
                <a:lnTo>
                  <a:pt x="912" y="1772"/>
                </a:lnTo>
                <a:lnTo>
                  <a:pt x="912" y="1774"/>
                </a:lnTo>
                <a:lnTo>
                  <a:pt x="912" y="1775"/>
                </a:lnTo>
                <a:lnTo>
                  <a:pt x="911" y="1776"/>
                </a:lnTo>
                <a:lnTo>
                  <a:pt x="911" y="1777"/>
                </a:lnTo>
                <a:lnTo>
                  <a:pt x="912" y="1777"/>
                </a:lnTo>
                <a:lnTo>
                  <a:pt x="912" y="1778"/>
                </a:lnTo>
                <a:lnTo>
                  <a:pt x="913" y="1779"/>
                </a:lnTo>
                <a:lnTo>
                  <a:pt x="913" y="1780"/>
                </a:lnTo>
                <a:lnTo>
                  <a:pt x="912" y="1780"/>
                </a:lnTo>
                <a:lnTo>
                  <a:pt x="911" y="1780"/>
                </a:lnTo>
                <a:lnTo>
                  <a:pt x="910" y="1780"/>
                </a:lnTo>
                <a:lnTo>
                  <a:pt x="910" y="1781"/>
                </a:lnTo>
                <a:lnTo>
                  <a:pt x="910" y="1782"/>
                </a:lnTo>
                <a:lnTo>
                  <a:pt x="910" y="1783"/>
                </a:lnTo>
                <a:lnTo>
                  <a:pt x="911" y="1784"/>
                </a:lnTo>
                <a:lnTo>
                  <a:pt x="911" y="1785"/>
                </a:lnTo>
                <a:lnTo>
                  <a:pt x="911" y="1786"/>
                </a:lnTo>
                <a:lnTo>
                  <a:pt x="911" y="1787"/>
                </a:lnTo>
                <a:lnTo>
                  <a:pt x="910" y="1787"/>
                </a:lnTo>
                <a:lnTo>
                  <a:pt x="910" y="1788"/>
                </a:lnTo>
                <a:lnTo>
                  <a:pt x="910" y="1789"/>
                </a:lnTo>
                <a:lnTo>
                  <a:pt x="910" y="1791"/>
                </a:lnTo>
                <a:lnTo>
                  <a:pt x="911" y="1792"/>
                </a:lnTo>
                <a:lnTo>
                  <a:pt x="912" y="1792"/>
                </a:lnTo>
                <a:lnTo>
                  <a:pt x="912" y="1794"/>
                </a:lnTo>
                <a:lnTo>
                  <a:pt x="913" y="1795"/>
                </a:lnTo>
                <a:lnTo>
                  <a:pt x="914" y="1797"/>
                </a:lnTo>
                <a:lnTo>
                  <a:pt x="914" y="1798"/>
                </a:lnTo>
                <a:lnTo>
                  <a:pt x="913" y="1801"/>
                </a:lnTo>
                <a:lnTo>
                  <a:pt x="912" y="1802"/>
                </a:lnTo>
                <a:lnTo>
                  <a:pt x="912" y="1803"/>
                </a:lnTo>
                <a:lnTo>
                  <a:pt x="912" y="1804"/>
                </a:lnTo>
                <a:lnTo>
                  <a:pt x="911" y="1805"/>
                </a:lnTo>
                <a:lnTo>
                  <a:pt x="910" y="1806"/>
                </a:lnTo>
                <a:lnTo>
                  <a:pt x="909" y="1806"/>
                </a:lnTo>
                <a:lnTo>
                  <a:pt x="908" y="1806"/>
                </a:lnTo>
                <a:lnTo>
                  <a:pt x="905" y="1807"/>
                </a:lnTo>
                <a:lnTo>
                  <a:pt x="905" y="1809"/>
                </a:lnTo>
                <a:lnTo>
                  <a:pt x="905" y="1812"/>
                </a:lnTo>
                <a:lnTo>
                  <a:pt x="904" y="1814"/>
                </a:lnTo>
                <a:lnTo>
                  <a:pt x="904" y="1815"/>
                </a:lnTo>
                <a:lnTo>
                  <a:pt x="904" y="1818"/>
                </a:lnTo>
                <a:lnTo>
                  <a:pt x="904" y="1819"/>
                </a:lnTo>
                <a:lnTo>
                  <a:pt x="905" y="1820"/>
                </a:lnTo>
                <a:lnTo>
                  <a:pt x="906" y="1822"/>
                </a:lnTo>
                <a:lnTo>
                  <a:pt x="906" y="1823"/>
                </a:lnTo>
                <a:lnTo>
                  <a:pt x="906" y="1824"/>
                </a:lnTo>
                <a:lnTo>
                  <a:pt x="907" y="1825"/>
                </a:lnTo>
                <a:lnTo>
                  <a:pt x="908" y="1826"/>
                </a:lnTo>
                <a:lnTo>
                  <a:pt x="908" y="1827"/>
                </a:lnTo>
                <a:lnTo>
                  <a:pt x="909" y="1828"/>
                </a:lnTo>
                <a:lnTo>
                  <a:pt x="911" y="1830"/>
                </a:lnTo>
                <a:lnTo>
                  <a:pt x="912" y="1831"/>
                </a:lnTo>
                <a:lnTo>
                  <a:pt x="912" y="1832"/>
                </a:lnTo>
                <a:lnTo>
                  <a:pt x="912" y="1833"/>
                </a:lnTo>
                <a:lnTo>
                  <a:pt x="911" y="1834"/>
                </a:lnTo>
                <a:lnTo>
                  <a:pt x="909" y="1837"/>
                </a:lnTo>
                <a:lnTo>
                  <a:pt x="908" y="1837"/>
                </a:lnTo>
                <a:lnTo>
                  <a:pt x="907" y="1837"/>
                </a:lnTo>
                <a:lnTo>
                  <a:pt x="907" y="1838"/>
                </a:lnTo>
                <a:lnTo>
                  <a:pt x="908" y="1839"/>
                </a:lnTo>
                <a:lnTo>
                  <a:pt x="908" y="1841"/>
                </a:lnTo>
                <a:lnTo>
                  <a:pt x="907" y="1842"/>
                </a:lnTo>
                <a:lnTo>
                  <a:pt x="907" y="1843"/>
                </a:lnTo>
                <a:lnTo>
                  <a:pt x="907" y="1844"/>
                </a:lnTo>
                <a:lnTo>
                  <a:pt x="908" y="1845"/>
                </a:lnTo>
                <a:lnTo>
                  <a:pt x="908" y="1846"/>
                </a:lnTo>
                <a:lnTo>
                  <a:pt x="908" y="1848"/>
                </a:lnTo>
                <a:lnTo>
                  <a:pt x="908" y="1849"/>
                </a:lnTo>
                <a:lnTo>
                  <a:pt x="908" y="1850"/>
                </a:lnTo>
                <a:lnTo>
                  <a:pt x="907" y="1850"/>
                </a:lnTo>
                <a:lnTo>
                  <a:pt x="907" y="1851"/>
                </a:lnTo>
                <a:lnTo>
                  <a:pt x="906" y="1852"/>
                </a:lnTo>
                <a:lnTo>
                  <a:pt x="905" y="1854"/>
                </a:lnTo>
                <a:lnTo>
                  <a:pt x="905" y="1855"/>
                </a:lnTo>
                <a:lnTo>
                  <a:pt x="905" y="1856"/>
                </a:lnTo>
                <a:lnTo>
                  <a:pt x="904" y="1857"/>
                </a:lnTo>
                <a:lnTo>
                  <a:pt x="903" y="1857"/>
                </a:lnTo>
                <a:lnTo>
                  <a:pt x="902" y="1856"/>
                </a:lnTo>
                <a:lnTo>
                  <a:pt x="901" y="1856"/>
                </a:lnTo>
                <a:lnTo>
                  <a:pt x="900" y="1857"/>
                </a:lnTo>
                <a:lnTo>
                  <a:pt x="898" y="1858"/>
                </a:lnTo>
                <a:lnTo>
                  <a:pt x="897" y="1858"/>
                </a:lnTo>
                <a:lnTo>
                  <a:pt x="896" y="1859"/>
                </a:lnTo>
                <a:lnTo>
                  <a:pt x="894" y="1860"/>
                </a:lnTo>
                <a:lnTo>
                  <a:pt x="893" y="1860"/>
                </a:lnTo>
                <a:lnTo>
                  <a:pt x="893" y="1859"/>
                </a:lnTo>
                <a:lnTo>
                  <a:pt x="892" y="1859"/>
                </a:lnTo>
                <a:lnTo>
                  <a:pt x="891" y="1859"/>
                </a:lnTo>
                <a:lnTo>
                  <a:pt x="890" y="1858"/>
                </a:lnTo>
                <a:lnTo>
                  <a:pt x="889" y="1859"/>
                </a:lnTo>
                <a:lnTo>
                  <a:pt x="888" y="1862"/>
                </a:lnTo>
                <a:lnTo>
                  <a:pt x="888" y="1866"/>
                </a:lnTo>
                <a:lnTo>
                  <a:pt x="886" y="1867"/>
                </a:lnTo>
                <a:lnTo>
                  <a:pt x="885" y="1868"/>
                </a:lnTo>
                <a:lnTo>
                  <a:pt x="884" y="1868"/>
                </a:lnTo>
                <a:lnTo>
                  <a:pt x="882" y="1868"/>
                </a:lnTo>
                <a:lnTo>
                  <a:pt x="876" y="1868"/>
                </a:lnTo>
                <a:lnTo>
                  <a:pt x="873" y="1868"/>
                </a:lnTo>
                <a:lnTo>
                  <a:pt x="871" y="1868"/>
                </a:lnTo>
                <a:lnTo>
                  <a:pt x="864" y="1867"/>
                </a:lnTo>
                <a:lnTo>
                  <a:pt x="862" y="1866"/>
                </a:lnTo>
                <a:lnTo>
                  <a:pt x="861" y="1866"/>
                </a:lnTo>
                <a:lnTo>
                  <a:pt x="858" y="1868"/>
                </a:lnTo>
                <a:lnTo>
                  <a:pt x="851" y="1870"/>
                </a:lnTo>
                <a:lnTo>
                  <a:pt x="848" y="1872"/>
                </a:lnTo>
                <a:lnTo>
                  <a:pt x="845" y="1872"/>
                </a:lnTo>
                <a:lnTo>
                  <a:pt x="841" y="1873"/>
                </a:lnTo>
                <a:lnTo>
                  <a:pt x="840" y="1873"/>
                </a:lnTo>
                <a:lnTo>
                  <a:pt x="833" y="1878"/>
                </a:lnTo>
                <a:lnTo>
                  <a:pt x="827" y="1882"/>
                </a:lnTo>
                <a:lnTo>
                  <a:pt x="826" y="1883"/>
                </a:lnTo>
                <a:lnTo>
                  <a:pt x="824" y="1883"/>
                </a:lnTo>
                <a:lnTo>
                  <a:pt x="815" y="1884"/>
                </a:lnTo>
                <a:lnTo>
                  <a:pt x="813" y="1884"/>
                </a:lnTo>
                <a:lnTo>
                  <a:pt x="809" y="1884"/>
                </a:lnTo>
                <a:lnTo>
                  <a:pt x="806" y="1886"/>
                </a:lnTo>
                <a:lnTo>
                  <a:pt x="803" y="1887"/>
                </a:lnTo>
                <a:lnTo>
                  <a:pt x="797" y="1888"/>
                </a:lnTo>
                <a:lnTo>
                  <a:pt x="783" y="1889"/>
                </a:lnTo>
                <a:lnTo>
                  <a:pt x="771" y="1890"/>
                </a:lnTo>
                <a:lnTo>
                  <a:pt x="764" y="1890"/>
                </a:lnTo>
                <a:lnTo>
                  <a:pt x="763" y="1891"/>
                </a:lnTo>
                <a:lnTo>
                  <a:pt x="762" y="1891"/>
                </a:lnTo>
                <a:lnTo>
                  <a:pt x="761" y="1894"/>
                </a:lnTo>
                <a:lnTo>
                  <a:pt x="761" y="1896"/>
                </a:lnTo>
                <a:lnTo>
                  <a:pt x="760" y="1897"/>
                </a:lnTo>
                <a:lnTo>
                  <a:pt x="759" y="1897"/>
                </a:lnTo>
                <a:lnTo>
                  <a:pt x="758" y="1897"/>
                </a:lnTo>
                <a:lnTo>
                  <a:pt x="757" y="1897"/>
                </a:lnTo>
                <a:lnTo>
                  <a:pt x="756" y="1897"/>
                </a:lnTo>
                <a:lnTo>
                  <a:pt x="756" y="1898"/>
                </a:lnTo>
                <a:lnTo>
                  <a:pt x="754" y="1899"/>
                </a:lnTo>
                <a:lnTo>
                  <a:pt x="753" y="1899"/>
                </a:lnTo>
                <a:lnTo>
                  <a:pt x="753" y="1898"/>
                </a:lnTo>
                <a:lnTo>
                  <a:pt x="752" y="1898"/>
                </a:lnTo>
                <a:lnTo>
                  <a:pt x="750" y="1899"/>
                </a:lnTo>
                <a:lnTo>
                  <a:pt x="748" y="1901"/>
                </a:lnTo>
                <a:lnTo>
                  <a:pt x="748" y="1900"/>
                </a:lnTo>
                <a:lnTo>
                  <a:pt x="743" y="1903"/>
                </a:lnTo>
                <a:lnTo>
                  <a:pt x="737" y="1903"/>
                </a:lnTo>
                <a:lnTo>
                  <a:pt x="726" y="1895"/>
                </a:lnTo>
                <a:lnTo>
                  <a:pt x="718" y="1889"/>
                </a:lnTo>
                <a:lnTo>
                  <a:pt x="712" y="1884"/>
                </a:lnTo>
                <a:lnTo>
                  <a:pt x="705" y="1879"/>
                </a:lnTo>
                <a:lnTo>
                  <a:pt x="702" y="1875"/>
                </a:lnTo>
                <a:lnTo>
                  <a:pt x="701" y="1874"/>
                </a:lnTo>
                <a:lnTo>
                  <a:pt x="699" y="1872"/>
                </a:lnTo>
                <a:lnTo>
                  <a:pt x="684" y="1858"/>
                </a:lnTo>
                <a:lnTo>
                  <a:pt x="667" y="1853"/>
                </a:lnTo>
                <a:lnTo>
                  <a:pt x="666" y="1852"/>
                </a:lnTo>
                <a:lnTo>
                  <a:pt x="656" y="1849"/>
                </a:lnTo>
                <a:lnTo>
                  <a:pt x="655" y="1849"/>
                </a:lnTo>
                <a:lnTo>
                  <a:pt x="655" y="1846"/>
                </a:lnTo>
                <a:lnTo>
                  <a:pt x="655" y="1845"/>
                </a:lnTo>
                <a:lnTo>
                  <a:pt x="654" y="1844"/>
                </a:lnTo>
                <a:lnTo>
                  <a:pt x="654" y="1843"/>
                </a:lnTo>
                <a:lnTo>
                  <a:pt x="654" y="1842"/>
                </a:lnTo>
                <a:lnTo>
                  <a:pt x="654" y="1840"/>
                </a:lnTo>
                <a:lnTo>
                  <a:pt x="654" y="1839"/>
                </a:lnTo>
                <a:lnTo>
                  <a:pt x="653" y="1837"/>
                </a:lnTo>
                <a:lnTo>
                  <a:pt x="653" y="1836"/>
                </a:lnTo>
                <a:lnTo>
                  <a:pt x="652" y="1836"/>
                </a:lnTo>
                <a:lnTo>
                  <a:pt x="652" y="1835"/>
                </a:lnTo>
                <a:lnTo>
                  <a:pt x="651" y="1832"/>
                </a:lnTo>
                <a:lnTo>
                  <a:pt x="651" y="1830"/>
                </a:lnTo>
                <a:lnTo>
                  <a:pt x="650" y="1829"/>
                </a:lnTo>
                <a:lnTo>
                  <a:pt x="650" y="1828"/>
                </a:lnTo>
                <a:lnTo>
                  <a:pt x="651" y="1828"/>
                </a:lnTo>
                <a:lnTo>
                  <a:pt x="651" y="1826"/>
                </a:lnTo>
                <a:lnTo>
                  <a:pt x="651" y="1824"/>
                </a:lnTo>
                <a:lnTo>
                  <a:pt x="652" y="1822"/>
                </a:lnTo>
                <a:lnTo>
                  <a:pt x="665" y="1816"/>
                </a:lnTo>
                <a:lnTo>
                  <a:pt x="671" y="1813"/>
                </a:lnTo>
                <a:lnTo>
                  <a:pt x="663" y="1792"/>
                </a:lnTo>
                <a:lnTo>
                  <a:pt x="662" y="1790"/>
                </a:lnTo>
                <a:lnTo>
                  <a:pt x="659" y="1787"/>
                </a:lnTo>
                <a:lnTo>
                  <a:pt x="658" y="1785"/>
                </a:lnTo>
                <a:lnTo>
                  <a:pt x="657" y="1784"/>
                </a:lnTo>
                <a:lnTo>
                  <a:pt x="666" y="1779"/>
                </a:lnTo>
                <a:lnTo>
                  <a:pt x="666" y="1778"/>
                </a:lnTo>
                <a:lnTo>
                  <a:pt x="674" y="1773"/>
                </a:lnTo>
                <a:lnTo>
                  <a:pt x="704" y="1755"/>
                </a:lnTo>
                <a:lnTo>
                  <a:pt x="708" y="1749"/>
                </a:lnTo>
                <a:lnTo>
                  <a:pt x="709" y="1746"/>
                </a:lnTo>
                <a:lnTo>
                  <a:pt x="710" y="1746"/>
                </a:lnTo>
                <a:lnTo>
                  <a:pt x="710" y="1745"/>
                </a:lnTo>
                <a:lnTo>
                  <a:pt x="711" y="1743"/>
                </a:lnTo>
                <a:lnTo>
                  <a:pt x="719" y="1731"/>
                </a:lnTo>
                <a:lnTo>
                  <a:pt x="722" y="1726"/>
                </a:lnTo>
                <a:lnTo>
                  <a:pt x="736" y="1720"/>
                </a:lnTo>
                <a:lnTo>
                  <a:pt x="739" y="1714"/>
                </a:lnTo>
                <a:lnTo>
                  <a:pt x="739" y="1713"/>
                </a:lnTo>
                <a:lnTo>
                  <a:pt x="739" y="1712"/>
                </a:lnTo>
                <a:lnTo>
                  <a:pt x="738" y="1707"/>
                </a:lnTo>
                <a:lnTo>
                  <a:pt x="739" y="1705"/>
                </a:lnTo>
                <a:lnTo>
                  <a:pt x="740" y="1703"/>
                </a:lnTo>
                <a:lnTo>
                  <a:pt x="737" y="1694"/>
                </a:lnTo>
                <a:lnTo>
                  <a:pt x="728" y="1684"/>
                </a:lnTo>
                <a:lnTo>
                  <a:pt x="723" y="1678"/>
                </a:lnTo>
                <a:lnTo>
                  <a:pt x="725" y="1673"/>
                </a:lnTo>
                <a:lnTo>
                  <a:pt x="728" y="1663"/>
                </a:lnTo>
                <a:lnTo>
                  <a:pt x="718" y="1660"/>
                </a:lnTo>
                <a:lnTo>
                  <a:pt x="713" y="1658"/>
                </a:lnTo>
                <a:lnTo>
                  <a:pt x="702" y="1658"/>
                </a:lnTo>
                <a:lnTo>
                  <a:pt x="664" y="1669"/>
                </a:lnTo>
                <a:lnTo>
                  <a:pt x="651" y="1673"/>
                </a:lnTo>
                <a:lnTo>
                  <a:pt x="649" y="1674"/>
                </a:lnTo>
                <a:lnTo>
                  <a:pt x="641" y="1681"/>
                </a:lnTo>
                <a:lnTo>
                  <a:pt x="636" y="1684"/>
                </a:lnTo>
                <a:lnTo>
                  <a:pt x="631" y="1688"/>
                </a:lnTo>
                <a:lnTo>
                  <a:pt x="627" y="1689"/>
                </a:lnTo>
                <a:lnTo>
                  <a:pt x="614" y="1701"/>
                </a:lnTo>
                <a:lnTo>
                  <a:pt x="613" y="1701"/>
                </a:lnTo>
                <a:lnTo>
                  <a:pt x="602" y="1698"/>
                </a:lnTo>
                <a:lnTo>
                  <a:pt x="592" y="1696"/>
                </a:lnTo>
                <a:lnTo>
                  <a:pt x="571" y="1692"/>
                </a:lnTo>
                <a:lnTo>
                  <a:pt x="562" y="1686"/>
                </a:lnTo>
                <a:lnTo>
                  <a:pt x="558" y="1684"/>
                </a:lnTo>
                <a:lnTo>
                  <a:pt x="556" y="1682"/>
                </a:lnTo>
                <a:lnTo>
                  <a:pt x="545" y="1685"/>
                </a:lnTo>
                <a:lnTo>
                  <a:pt x="538" y="1690"/>
                </a:lnTo>
                <a:lnTo>
                  <a:pt x="524" y="1694"/>
                </a:lnTo>
                <a:lnTo>
                  <a:pt x="508" y="1697"/>
                </a:lnTo>
                <a:lnTo>
                  <a:pt x="492" y="1701"/>
                </a:lnTo>
                <a:lnTo>
                  <a:pt x="490" y="1702"/>
                </a:lnTo>
                <a:lnTo>
                  <a:pt x="501" y="1712"/>
                </a:lnTo>
                <a:lnTo>
                  <a:pt x="502" y="1714"/>
                </a:lnTo>
                <a:lnTo>
                  <a:pt x="506" y="1717"/>
                </a:lnTo>
                <a:lnTo>
                  <a:pt x="508" y="1719"/>
                </a:lnTo>
                <a:lnTo>
                  <a:pt x="516" y="1726"/>
                </a:lnTo>
                <a:lnTo>
                  <a:pt x="508" y="1731"/>
                </a:lnTo>
                <a:lnTo>
                  <a:pt x="501" y="1735"/>
                </a:lnTo>
                <a:lnTo>
                  <a:pt x="493" y="1747"/>
                </a:lnTo>
                <a:lnTo>
                  <a:pt x="486" y="1752"/>
                </a:lnTo>
                <a:lnTo>
                  <a:pt x="485" y="1753"/>
                </a:lnTo>
                <a:lnTo>
                  <a:pt x="484" y="1754"/>
                </a:lnTo>
                <a:lnTo>
                  <a:pt x="483" y="1752"/>
                </a:lnTo>
                <a:lnTo>
                  <a:pt x="482" y="1752"/>
                </a:lnTo>
                <a:lnTo>
                  <a:pt x="481" y="1752"/>
                </a:lnTo>
                <a:lnTo>
                  <a:pt x="481" y="1751"/>
                </a:lnTo>
                <a:lnTo>
                  <a:pt x="478" y="1751"/>
                </a:lnTo>
                <a:lnTo>
                  <a:pt x="477" y="1751"/>
                </a:lnTo>
                <a:lnTo>
                  <a:pt x="476" y="1751"/>
                </a:lnTo>
                <a:lnTo>
                  <a:pt x="475" y="1750"/>
                </a:lnTo>
                <a:lnTo>
                  <a:pt x="474" y="1750"/>
                </a:lnTo>
                <a:lnTo>
                  <a:pt x="473" y="1750"/>
                </a:lnTo>
                <a:lnTo>
                  <a:pt x="472" y="1750"/>
                </a:lnTo>
                <a:lnTo>
                  <a:pt x="471" y="1750"/>
                </a:lnTo>
                <a:lnTo>
                  <a:pt x="471" y="1751"/>
                </a:lnTo>
                <a:lnTo>
                  <a:pt x="470" y="1751"/>
                </a:lnTo>
                <a:lnTo>
                  <a:pt x="470" y="1752"/>
                </a:lnTo>
                <a:lnTo>
                  <a:pt x="468" y="1753"/>
                </a:lnTo>
                <a:lnTo>
                  <a:pt x="468" y="1754"/>
                </a:lnTo>
                <a:lnTo>
                  <a:pt x="467" y="1754"/>
                </a:lnTo>
                <a:lnTo>
                  <a:pt x="467" y="1755"/>
                </a:lnTo>
                <a:lnTo>
                  <a:pt x="466" y="1755"/>
                </a:lnTo>
                <a:lnTo>
                  <a:pt x="465" y="1753"/>
                </a:lnTo>
                <a:lnTo>
                  <a:pt x="465" y="1752"/>
                </a:lnTo>
                <a:lnTo>
                  <a:pt x="463" y="1750"/>
                </a:lnTo>
                <a:lnTo>
                  <a:pt x="463" y="1749"/>
                </a:lnTo>
                <a:lnTo>
                  <a:pt x="462" y="1747"/>
                </a:lnTo>
                <a:lnTo>
                  <a:pt x="456" y="1745"/>
                </a:lnTo>
                <a:lnTo>
                  <a:pt x="455" y="1745"/>
                </a:lnTo>
                <a:lnTo>
                  <a:pt x="454" y="1745"/>
                </a:lnTo>
                <a:lnTo>
                  <a:pt x="454" y="1744"/>
                </a:lnTo>
                <a:lnTo>
                  <a:pt x="453" y="1744"/>
                </a:lnTo>
                <a:lnTo>
                  <a:pt x="452" y="1744"/>
                </a:lnTo>
                <a:lnTo>
                  <a:pt x="451" y="1743"/>
                </a:lnTo>
                <a:lnTo>
                  <a:pt x="450" y="1743"/>
                </a:lnTo>
                <a:lnTo>
                  <a:pt x="450" y="1742"/>
                </a:lnTo>
                <a:lnTo>
                  <a:pt x="449" y="1743"/>
                </a:lnTo>
                <a:lnTo>
                  <a:pt x="449" y="1742"/>
                </a:lnTo>
                <a:lnTo>
                  <a:pt x="448" y="1742"/>
                </a:lnTo>
                <a:lnTo>
                  <a:pt x="447" y="1742"/>
                </a:lnTo>
                <a:lnTo>
                  <a:pt x="447" y="1741"/>
                </a:lnTo>
                <a:lnTo>
                  <a:pt x="446" y="1741"/>
                </a:lnTo>
                <a:lnTo>
                  <a:pt x="445" y="1741"/>
                </a:lnTo>
                <a:lnTo>
                  <a:pt x="445" y="1740"/>
                </a:lnTo>
                <a:lnTo>
                  <a:pt x="444" y="1740"/>
                </a:lnTo>
                <a:lnTo>
                  <a:pt x="443" y="1740"/>
                </a:lnTo>
                <a:lnTo>
                  <a:pt x="442" y="1740"/>
                </a:lnTo>
                <a:lnTo>
                  <a:pt x="441" y="1740"/>
                </a:lnTo>
                <a:lnTo>
                  <a:pt x="440" y="1740"/>
                </a:lnTo>
                <a:lnTo>
                  <a:pt x="439" y="1740"/>
                </a:lnTo>
                <a:lnTo>
                  <a:pt x="438" y="1739"/>
                </a:lnTo>
                <a:lnTo>
                  <a:pt x="438" y="1740"/>
                </a:lnTo>
                <a:lnTo>
                  <a:pt x="437" y="1740"/>
                </a:lnTo>
                <a:lnTo>
                  <a:pt x="437" y="1739"/>
                </a:lnTo>
                <a:lnTo>
                  <a:pt x="436" y="1739"/>
                </a:lnTo>
                <a:lnTo>
                  <a:pt x="435" y="1739"/>
                </a:lnTo>
                <a:lnTo>
                  <a:pt x="435" y="1738"/>
                </a:lnTo>
                <a:lnTo>
                  <a:pt x="435" y="1737"/>
                </a:lnTo>
                <a:lnTo>
                  <a:pt x="436" y="1737"/>
                </a:lnTo>
                <a:lnTo>
                  <a:pt x="436" y="1736"/>
                </a:lnTo>
                <a:lnTo>
                  <a:pt x="437" y="1736"/>
                </a:lnTo>
                <a:lnTo>
                  <a:pt x="438" y="1736"/>
                </a:lnTo>
                <a:lnTo>
                  <a:pt x="438" y="1735"/>
                </a:lnTo>
                <a:lnTo>
                  <a:pt x="438" y="1734"/>
                </a:lnTo>
                <a:lnTo>
                  <a:pt x="439" y="1734"/>
                </a:lnTo>
                <a:lnTo>
                  <a:pt x="438" y="1734"/>
                </a:lnTo>
                <a:lnTo>
                  <a:pt x="439" y="1734"/>
                </a:lnTo>
                <a:lnTo>
                  <a:pt x="438" y="1734"/>
                </a:lnTo>
                <a:lnTo>
                  <a:pt x="438" y="1733"/>
                </a:lnTo>
                <a:lnTo>
                  <a:pt x="438" y="1732"/>
                </a:lnTo>
                <a:lnTo>
                  <a:pt x="438" y="1731"/>
                </a:lnTo>
                <a:lnTo>
                  <a:pt x="435" y="1731"/>
                </a:lnTo>
                <a:lnTo>
                  <a:pt x="432" y="1731"/>
                </a:lnTo>
                <a:lnTo>
                  <a:pt x="430" y="1730"/>
                </a:lnTo>
                <a:lnTo>
                  <a:pt x="428" y="1730"/>
                </a:lnTo>
                <a:lnTo>
                  <a:pt x="428" y="1726"/>
                </a:lnTo>
                <a:lnTo>
                  <a:pt x="428" y="1725"/>
                </a:lnTo>
                <a:lnTo>
                  <a:pt x="427" y="1725"/>
                </a:lnTo>
                <a:lnTo>
                  <a:pt x="427" y="1724"/>
                </a:lnTo>
                <a:lnTo>
                  <a:pt x="428" y="1724"/>
                </a:lnTo>
                <a:lnTo>
                  <a:pt x="426" y="1722"/>
                </a:lnTo>
                <a:lnTo>
                  <a:pt x="424" y="1719"/>
                </a:lnTo>
                <a:lnTo>
                  <a:pt x="424" y="1718"/>
                </a:lnTo>
                <a:lnTo>
                  <a:pt x="425" y="1717"/>
                </a:lnTo>
                <a:lnTo>
                  <a:pt x="425" y="1714"/>
                </a:lnTo>
                <a:lnTo>
                  <a:pt x="426" y="1713"/>
                </a:lnTo>
                <a:lnTo>
                  <a:pt x="427" y="1710"/>
                </a:lnTo>
                <a:lnTo>
                  <a:pt x="422" y="1713"/>
                </a:lnTo>
                <a:lnTo>
                  <a:pt x="420" y="1714"/>
                </a:lnTo>
                <a:lnTo>
                  <a:pt x="416" y="1716"/>
                </a:lnTo>
                <a:lnTo>
                  <a:pt x="415" y="1716"/>
                </a:lnTo>
                <a:lnTo>
                  <a:pt x="406" y="1718"/>
                </a:lnTo>
                <a:lnTo>
                  <a:pt x="400" y="1719"/>
                </a:lnTo>
                <a:lnTo>
                  <a:pt x="399" y="1720"/>
                </a:lnTo>
                <a:lnTo>
                  <a:pt x="399" y="1719"/>
                </a:lnTo>
                <a:lnTo>
                  <a:pt x="399" y="1718"/>
                </a:lnTo>
                <a:lnTo>
                  <a:pt x="399" y="1717"/>
                </a:lnTo>
                <a:lnTo>
                  <a:pt x="400" y="1717"/>
                </a:lnTo>
                <a:lnTo>
                  <a:pt x="399" y="1716"/>
                </a:lnTo>
                <a:lnTo>
                  <a:pt x="399" y="1715"/>
                </a:lnTo>
                <a:lnTo>
                  <a:pt x="399" y="1713"/>
                </a:lnTo>
                <a:lnTo>
                  <a:pt x="398" y="1712"/>
                </a:lnTo>
                <a:lnTo>
                  <a:pt x="396" y="1711"/>
                </a:lnTo>
                <a:lnTo>
                  <a:pt x="392" y="1709"/>
                </a:lnTo>
                <a:lnTo>
                  <a:pt x="391" y="1713"/>
                </a:lnTo>
                <a:lnTo>
                  <a:pt x="390" y="1713"/>
                </a:lnTo>
                <a:lnTo>
                  <a:pt x="389" y="1713"/>
                </a:lnTo>
                <a:lnTo>
                  <a:pt x="388" y="1712"/>
                </a:lnTo>
                <a:lnTo>
                  <a:pt x="387" y="1711"/>
                </a:lnTo>
                <a:lnTo>
                  <a:pt x="386" y="1711"/>
                </a:lnTo>
                <a:lnTo>
                  <a:pt x="385" y="1710"/>
                </a:lnTo>
                <a:lnTo>
                  <a:pt x="385" y="1708"/>
                </a:lnTo>
                <a:lnTo>
                  <a:pt x="385" y="1705"/>
                </a:lnTo>
                <a:lnTo>
                  <a:pt x="385" y="1704"/>
                </a:lnTo>
                <a:lnTo>
                  <a:pt x="388" y="1700"/>
                </a:lnTo>
                <a:lnTo>
                  <a:pt x="389" y="1700"/>
                </a:lnTo>
                <a:lnTo>
                  <a:pt x="389" y="1699"/>
                </a:lnTo>
                <a:lnTo>
                  <a:pt x="388" y="1699"/>
                </a:lnTo>
                <a:lnTo>
                  <a:pt x="389" y="1698"/>
                </a:lnTo>
                <a:lnTo>
                  <a:pt x="388" y="1698"/>
                </a:lnTo>
                <a:lnTo>
                  <a:pt x="388" y="1697"/>
                </a:lnTo>
                <a:lnTo>
                  <a:pt x="388" y="1696"/>
                </a:lnTo>
                <a:lnTo>
                  <a:pt x="388" y="1695"/>
                </a:lnTo>
                <a:lnTo>
                  <a:pt x="387" y="1695"/>
                </a:lnTo>
                <a:lnTo>
                  <a:pt x="387" y="1694"/>
                </a:lnTo>
                <a:lnTo>
                  <a:pt x="387" y="1693"/>
                </a:lnTo>
                <a:lnTo>
                  <a:pt x="387" y="1692"/>
                </a:lnTo>
                <a:lnTo>
                  <a:pt x="386" y="1692"/>
                </a:lnTo>
                <a:lnTo>
                  <a:pt x="386" y="1691"/>
                </a:lnTo>
                <a:lnTo>
                  <a:pt x="387" y="1691"/>
                </a:lnTo>
                <a:lnTo>
                  <a:pt x="387" y="1690"/>
                </a:lnTo>
                <a:lnTo>
                  <a:pt x="386" y="1690"/>
                </a:lnTo>
                <a:lnTo>
                  <a:pt x="386" y="1689"/>
                </a:lnTo>
                <a:lnTo>
                  <a:pt x="386" y="1688"/>
                </a:lnTo>
                <a:lnTo>
                  <a:pt x="386" y="1683"/>
                </a:lnTo>
                <a:lnTo>
                  <a:pt x="385" y="1678"/>
                </a:lnTo>
                <a:lnTo>
                  <a:pt x="385" y="1671"/>
                </a:lnTo>
                <a:lnTo>
                  <a:pt x="385" y="1665"/>
                </a:lnTo>
                <a:lnTo>
                  <a:pt x="377" y="1665"/>
                </a:lnTo>
                <a:lnTo>
                  <a:pt x="376" y="1665"/>
                </a:lnTo>
                <a:lnTo>
                  <a:pt x="374" y="1665"/>
                </a:lnTo>
                <a:lnTo>
                  <a:pt x="373" y="1665"/>
                </a:lnTo>
                <a:lnTo>
                  <a:pt x="372" y="1665"/>
                </a:lnTo>
                <a:lnTo>
                  <a:pt x="371" y="1665"/>
                </a:lnTo>
                <a:lnTo>
                  <a:pt x="370" y="1665"/>
                </a:lnTo>
                <a:lnTo>
                  <a:pt x="369" y="1666"/>
                </a:lnTo>
                <a:lnTo>
                  <a:pt x="367" y="1666"/>
                </a:lnTo>
                <a:lnTo>
                  <a:pt x="366" y="1666"/>
                </a:lnTo>
                <a:lnTo>
                  <a:pt x="365" y="1666"/>
                </a:lnTo>
                <a:lnTo>
                  <a:pt x="364" y="1666"/>
                </a:lnTo>
                <a:lnTo>
                  <a:pt x="363" y="1667"/>
                </a:lnTo>
                <a:lnTo>
                  <a:pt x="362" y="1667"/>
                </a:lnTo>
                <a:lnTo>
                  <a:pt x="360" y="1667"/>
                </a:lnTo>
                <a:lnTo>
                  <a:pt x="360" y="1666"/>
                </a:lnTo>
                <a:lnTo>
                  <a:pt x="359" y="1666"/>
                </a:lnTo>
                <a:lnTo>
                  <a:pt x="358" y="1666"/>
                </a:lnTo>
                <a:lnTo>
                  <a:pt x="357" y="1666"/>
                </a:lnTo>
                <a:lnTo>
                  <a:pt x="356" y="1666"/>
                </a:lnTo>
                <a:lnTo>
                  <a:pt x="355" y="1665"/>
                </a:lnTo>
                <a:lnTo>
                  <a:pt x="354" y="1665"/>
                </a:lnTo>
                <a:lnTo>
                  <a:pt x="353" y="1665"/>
                </a:lnTo>
                <a:lnTo>
                  <a:pt x="352" y="1665"/>
                </a:lnTo>
                <a:lnTo>
                  <a:pt x="350" y="1665"/>
                </a:lnTo>
                <a:lnTo>
                  <a:pt x="350" y="1656"/>
                </a:lnTo>
                <a:lnTo>
                  <a:pt x="344" y="1655"/>
                </a:lnTo>
                <a:lnTo>
                  <a:pt x="332" y="1652"/>
                </a:lnTo>
                <a:lnTo>
                  <a:pt x="329" y="1645"/>
                </a:lnTo>
                <a:lnTo>
                  <a:pt x="330" y="1640"/>
                </a:lnTo>
                <a:lnTo>
                  <a:pt x="325" y="1633"/>
                </a:lnTo>
                <a:lnTo>
                  <a:pt x="323" y="1631"/>
                </a:lnTo>
                <a:lnTo>
                  <a:pt x="310" y="1629"/>
                </a:lnTo>
                <a:lnTo>
                  <a:pt x="301" y="1623"/>
                </a:lnTo>
                <a:lnTo>
                  <a:pt x="294" y="1621"/>
                </a:lnTo>
                <a:lnTo>
                  <a:pt x="288" y="1619"/>
                </a:lnTo>
                <a:lnTo>
                  <a:pt x="279" y="1610"/>
                </a:lnTo>
                <a:lnTo>
                  <a:pt x="278" y="1610"/>
                </a:lnTo>
                <a:lnTo>
                  <a:pt x="277" y="1610"/>
                </a:lnTo>
                <a:lnTo>
                  <a:pt x="273" y="1609"/>
                </a:lnTo>
                <a:lnTo>
                  <a:pt x="272" y="1609"/>
                </a:lnTo>
                <a:lnTo>
                  <a:pt x="270" y="1608"/>
                </a:lnTo>
                <a:lnTo>
                  <a:pt x="269" y="1608"/>
                </a:lnTo>
                <a:lnTo>
                  <a:pt x="267" y="1608"/>
                </a:lnTo>
                <a:lnTo>
                  <a:pt x="266" y="1607"/>
                </a:lnTo>
                <a:lnTo>
                  <a:pt x="265" y="1607"/>
                </a:lnTo>
                <a:lnTo>
                  <a:pt x="264" y="1607"/>
                </a:lnTo>
                <a:lnTo>
                  <a:pt x="262" y="1607"/>
                </a:lnTo>
                <a:lnTo>
                  <a:pt x="261" y="1607"/>
                </a:lnTo>
                <a:lnTo>
                  <a:pt x="240" y="1608"/>
                </a:lnTo>
                <a:lnTo>
                  <a:pt x="239" y="1608"/>
                </a:lnTo>
                <a:lnTo>
                  <a:pt x="239" y="1607"/>
                </a:lnTo>
                <a:lnTo>
                  <a:pt x="239" y="1606"/>
                </a:lnTo>
                <a:lnTo>
                  <a:pt x="240" y="1606"/>
                </a:lnTo>
                <a:lnTo>
                  <a:pt x="241" y="1606"/>
                </a:lnTo>
                <a:lnTo>
                  <a:pt x="242" y="1606"/>
                </a:lnTo>
                <a:lnTo>
                  <a:pt x="242" y="1607"/>
                </a:lnTo>
                <a:lnTo>
                  <a:pt x="243" y="1607"/>
                </a:lnTo>
                <a:lnTo>
                  <a:pt x="244" y="1607"/>
                </a:lnTo>
                <a:lnTo>
                  <a:pt x="244" y="1608"/>
                </a:lnTo>
                <a:lnTo>
                  <a:pt x="246" y="1608"/>
                </a:lnTo>
                <a:lnTo>
                  <a:pt x="247" y="1607"/>
                </a:lnTo>
                <a:lnTo>
                  <a:pt x="248" y="1607"/>
                </a:lnTo>
                <a:lnTo>
                  <a:pt x="249" y="1607"/>
                </a:lnTo>
                <a:lnTo>
                  <a:pt x="249" y="1606"/>
                </a:lnTo>
                <a:lnTo>
                  <a:pt x="250" y="1605"/>
                </a:lnTo>
                <a:lnTo>
                  <a:pt x="251" y="1605"/>
                </a:lnTo>
                <a:lnTo>
                  <a:pt x="252" y="1605"/>
                </a:lnTo>
                <a:lnTo>
                  <a:pt x="254" y="1604"/>
                </a:lnTo>
                <a:lnTo>
                  <a:pt x="256" y="1603"/>
                </a:lnTo>
                <a:lnTo>
                  <a:pt x="257" y="1603"/>
                </a:lnTo>
                <a:lnTo>
                  <a:pt x="258" y="1602"/>
                </a:lnTo>
                <a:lnTo>
                  <a:pt x="259" y="1601"/>
                </a:lnTo>
                <a:lnTo>
                  <a:pt x="262" y="1600"/>
                </a:lnTo>
                <a:lnTo>
                  <a:pt x="263" y="1599"/>
                </a:lnTo>
                <a:lnTo>
                  <a:pt x="264" y="1599"/>
                </a:lnTo>
                <a:lnTo>
                  <a:pt x="265" y="1598"/>
                </a:lnTo>
                <a:lnTo>
                  <a:pt x="267" y="1597"/>
                </a:lnTo>
                <a:lnTo>
                  <a:pt x="268" y="1596"/>
                </a:lnTo>
                <a:lnTo>
                  <a:pt x="269" y="1596"/>
                </a:lnTo>
                <a:lnTo>
                  <a:pt x="269" y="1595"/>
                </a:lnTo>
                <a:lnTo>
                  <a:pt x="270" y="1595"/>
                </a:lnTo>
                <a:lnTo>
                  <a:pt x="271" y="1594"/>
                </a:lnTo>
                <a:lnTo>
                  <a:pt x="271" y="1593"/>
                </a:lnTo>
                <a:lnTo>
                  <a:pt x="272" y="1593"/>
                </a:lnTo>
                <a:lnTo>
                  <a:pt x="274" y="1593"/>
                </a:lnTo>
                <a:lnTo>
                  <a:pt x="276" y="1593"/>
                </a:lnTo>
                <a:lnTo>
                  <a:pt x="276" y="1592"/>
                </a:lnTo>
                <a:lnTo>
                  <a:pt x="278" y="1592"/>
                </a:lnTo>
                <a:lnTo>
                  <a:pt x="279" y="1592"/>
                </a:lnTo>
                <a:lnTo>
                  <a:pt x="280" y="1592"/>
                </a:lnTo>
                <a:lnTo>
                  <a:pt x="281" y="1592"/>
                </a:lnTo>
                <a:lnTo>
                  <a:pt x="282" y="1592"/>
                </a:lnTo>
                <a:lnTo>
                  <a:pt x="283" y="1591"/>
                </a:lnTo>
                <a:lnTo>
                  <a:pt x="284" y="1591"/>
                </a:lnTo>
                <a:lnTo>
                  <a:pt x="284" y="1590"/>
                </a:lnTo>
                <a:lnTo>
                  <a:pt x="285" y="1590"/>
                </a:lnTo>
                <a:lnTo>
                  <a:pt x="286" y="1589"/>
                </a:lnTo>
                <a:lnTo>
                  <a:pt x="287" y="1589"/>
                </a:lnTo>
                <a:lnTo>
                  <a:pt x="287" y="1588"/>
                </a:lnTo>
                <a:lnTo>
                  <a:pt x="288" y="1588"/>
                </a:lnTo>
                <a:lnTo>
                  <a:pt x="289" y="1587"/>
                </a:lnTo>
                <a:lnTo>
                  <a:pt x="289" y="1586"/>
                </a:lnTo>
                <a:lnTo>
                  <a:pt x="290" y="1586"/>
                </a:lnTo>
                <a:lnTo>
                  <a:pt x="290" y="1585"/>
                </a:lnTo>
                <a:lnTo>
                  <a:pt x="291" y="1583"/>
                </a:lnTo>
                <a:lnTo>
                  <a:pt x="291" y="1582"/>
                </a:lnTo>
                <a:lnTo>
                  <a:pt x="291" y="1581"/>
                </a:lnTo>
                <a:lnTo>
                  <a:pt x="292" y="1580"/>
                </a:lnTo>
                <a:lnTo>
                  <a:pt x="292" y="1579"/>
                </a:lnTo>
                <a:lnTo>
                  <a:pt x="292" y="1578"/>
                </a:lnTo>
                <a:lnTo>
                  <a:pt x="292" y="1577"/>
                </a:lnTo>
                <a:lnTo>
                  <a:pt x="293" y="1576"/>
                </a:lnTo>
                <a:lnTo>
                  <a:pt x="293" y="1575"/>
                </a:lnTo>
                <a:lnTo>
                  <a:pt x="293" y="1574"/>
                </a:lnTo>
                <a:lnTo>
                  <a:pt x="294" y="1574"/>
                </a:lnTo>
                <a:lnTo>
                  <a:pt x="294" y="1573"/>
                </a:lnTo>
                <a:lnTo>
                  <a:pt x="295" y="1573"/>
                </a:lnTo>
                <a:lnTo>
                  <a:pt x="296" y="1572"/>
                </a:lnTo>
                <a:lnTo>
                  <a:pt x="296" y="1571"/>
                </a:lnTo>
                <a:lnTo>
                  <a:pt x="297" y="1571"/>
                </a:lnTo>
                <a:lnTo>
                  <a:pt x="297" y="1570"/>
                </a:lnTo>
                <a:lnTo>
                  <a:pt x="298" y="1570"/>
                </a:lnTo>
                <a:lnTo>
                  <a:pt x="300" y="1569"/>
                </a:lnTo>
                <a:lnTo>
                  <a:pt x="302" y="1568"/>
                </a:lnTo>
                <a:lnTo>
                  <a:pt x="303" y="1567"/>
                </a:lnTo>
                <a:lnTo>
                  <a:pt x="305" y="1566"/>
                </a:lnTo>
                <a:lnTo>
                  <a:pt x="306" y="1565"/>
                </a:lnTo>
                <a:lnTo>
                  <a:pt x="308" y="1564"/>
                </a:lnTo>
                <a:lnTo>
                  <a:pt x="309" y="1564"/>
                </a:lnTo>
                <a:lnTo>
                  <a:pt x="310" y="1564"/>
                </a:lnTo>
                <a:lnTo>
                  <a:pt x="311" y="1563"/>
                </a:lnTo>
                <a:lnTo>
                  <a:pt x="313" y="1562"/>
                </a:lnTo>
                <a:lnTo>
                  <a:pt x="314" y="1561"/>
                </a:lnTo>
                <a:lnTo>
                  <a:pt x="315" y="1560"/>
                </a:lnTo>
                <a:lnTo>
                  <a:pt x="315" y="1529"/>
                </a:lnTo>
                <a:lnTo>
                  <a:pt x="323" y="1520"/>
                </a:lnTo>
                <a:lnTo>
                  <a:pt x="323" y="1514"/>
                </a:lnTo>
                <a:lnTo>
                  <a:pt x="322" y="1508"/>
                </a:lnTo>
                <a:lnTo>
                  <a:pt x="321" y="1507"/>
                </a:lnTo>
                <a:lnTo>
                  <a:pt x="314" y="1496"/>
                </a:lnTo>
                <a:lnTo>
                  <a:pt x="312" y="1494"/>
                </a:lnTo>
                <a:lnTo>
                  <a:pt x="309" y="1489"/>
                </a:lnTo>
                <a:lnTo>
                  <a:pt x="304" y="1485"/>
                </a:lnTo>
                <a:lnTo>
                  <a:pt x="298" y="1485"/>
                </a:lnTo>
                <a:lnTo>
                  <a:pt x="296" y="1485"/>
                </a:lnTo>
                <a:lnTo>
                  <a:pt x="279" y="1483"/>
                </a:lnTo>
                <a:lnTo>
                  <a:pt x="271" y="1483"/>
                </a:lnTo>
                <a:lnTo>
                  <a:pt x="263" y="1482"/>
                </a:lnTo>
                <a:lnTo>
                  <a:pt x="252" y="1492"/>
                </a:lnTo>
                <a:lnTo>
                  <a:pt x="245" y="1492"/>
                </a:lnTo>
                <a:lnTo>
                  <a:pt x="238" y="1492"/>
                </a:lnTo>
                <a:lnTo>
                  <a:pt x="230" y="1492"/>
                </a:lnTo>
                <a:lnTo>
                  <a:pt x="222" y="1492"/>
                </a:lnTo>
                <a:lnTo>
                  <a:pt x="219" y="1491"/>
                </a:lnTo>
                <a:lnTo>
                  <a:pt x="211" y="1491"/>
                </a:lnTo>
                <a:lnTo>
                  <a:pt x="211" y="1494"/>
                </a:lnTo>
                <a:lnTo>
                  <a:pt x="211" y="1504"/>
                </a:lnTo>
                <a:lnTo>
                  <a:pt x="210" y="1505"/>
                </a:lnTo>
                <a:lnTo>
                  <a:pt x="206" y="1508"/>
                </a:lnTo>
                <a:lnTo>
                  <a:pt x="205" y="1508"/>
                </a:lnTo>
                <a:lnTo>
                  <a:pt x="205" y="1509"/>
                </a:lnTo>
                <a:lnTo>
                  <a:pt x="204" y="1511"/>
                </a:lnTo>
                <a:lnTo>
                  <a:pt x="204" y="1512"/>
                </a:lnTo>
                <a:lnTo>
                  <a:pt x="203" y="1513"/>
                </a:lnTo>
                <a:lnTo>
                  <a:pt x="202" y="1512"/>
                </a:lnTo>
                <a:lnTo>
                  <a:pt x="201" y="1512"/>
                </a:lnTo>
                <a:lnTo>
                  <a:pt x="200" y="1512"/>
                </a:lnTo>
                <a:lnTo>
                  <a:pt x="199" y="1512"/>
                </a:lnTo>
                <a:lnTo>
                  <a:pt x="199" y="1511"/>
                </a:lnTo>
                <a:lnTo>
                  <a:pt x="198" y="1511"/>
                </a:lnTo>
                <a:lnTo>
                  <a:pt x="197" y="1511"/>
                </a:lnTo>
                <a:lnTo>
                  <a:pt x="196" y="1510"/>
                </a:lnTo>
                <a:lnTo>
                  <a:pt x="196" y="1509"/>
                </a:lnTo>
                <a:lnTo>
                  <a:pt x="195" y="1509"/>
                </a:lnTo>
                <a:lnTo>
                  <a:pt x="195" y="1508"/>
                </a:lnTo>
                <a:lnTo>
                  <a:pt x="194" y="1507"/>
                </a:lnTo>
                <a:lnTo>
                  <a:pt x="194" y="1506"/>
                </a:lnTo>
                <a:lnTo>
                  <a:pt x="193" y="1505"/>
                </a:lnTo>
                <a:lnTo>
                  <a:pt x="193" y="1503"/>
                </a:lnTo>
                <a:lnTo>
                  <a:pt x="192" y="1503"/>
                </a:lnTo>
                <a:lnTo>
                  <a:pt x="191" y="1500"/>
                </a:lnTo>
                <a:lnTo>
                  <a:pt x="189" y="1501"/>
                </a:lnTo>
                <a:lnTo>
                  <a:pt x="187" y="1502"/>
                </a:lnTo>
                <a:lnTo>
                  <a:pt x="185" y="1503"/>
                </a:lnTo>
                <a:lnTo>
                  <a:pt x="183" y="1503"/>
                </a:lnTo>
                <a:lnTo>
                  <a:pt x="183" y="1504"/>
                </a:lnTo>
                <a:lnTo>
                  <a:pt x="182" y="1504"/>
                </a:lnTo>
                <a:lnTo>
                  <a:pt x="181" y="1505"/>
                </a:lnTo>
                <a:lnTo>
                  <a:pt x="176" y="1507"/>
                </a:lnTo>
                <a:lnTo>
                  <a:pt x="174" y="1507"/>
                </a:lnTo>
                <a:lnTo>
                  <a:pt x="174" y="1508"/>
                </a:lnTo>
                <a:lnTo>
                  <a:pt x="172" y="1508"/>
                </a:lnTo>
                <a:lnTo>
                  <a:pt x="170" y="1509"/>
                </a:lnTo>
                <a:lnTo>
                  <a:pt x="170" y="1511"/>
                </a:lnTo>
                <a:lnTo>
                  <a:pt x="170" y="1513"/>
                </a:lnTo>
                <a:lnTo>
                  <a:pt x="171" y="1513"/>
                </a:lnTo>
                <a:lnTo>
                  <a:pt x="171" y="1514"/>
                </a:lnTo>
                <a:lnTo>
                  <a:pt x="172" y="1514"/>
                </a:lnTo>
                <a:lnTo>
                  <a:pt x="172" y="1515"/>
                </a:lnTo>
                <a:lnTo>
                  <a:pt x="171" y="1515"/>
                </a:lnTo>
                <a:lnTo>
                  <a:pt x="171" y="1517"/>
                </a:lnTo>
                <a:lnTo>
                  <a:pt x="171" y="1518"/>
                </a:lnTo>
                <a:lnTo>
                  <a:pt x="171" y="1519"/>
                </a:lnTo>
                <a:lnTo>
                  <a:pt x="171" y="1520"/>
                </a:lnTo>
                <a:lnTo>
                  <a:pt x="172" y="1520"/>
                </a:lnTo>
                <a:lnTo>
                  <a:pt x="172" y="1521"/>
                </a:lnTo>
                <a:lnTo>
                  <a:pt x="171" y="1521"/>
                </a:lnTo>
                <a:lnTo>
                  <a:pt x="171" y="1520"/>
                </a:lnTo>
                <a:lnTo>
                  <a:pt x="169" y="1519"/>
                </a:lnTo>
                <a:lnTo>
                  <a:pt x="168" y="1518"/>
                </a:lnTo>
                <a:lnTo>
                  <a:pt x="168" y="1517"/>
                </a:lnTo>
                <a:lnTo>
                  <a:pt x="166" y="1517"/>
                </a:lnTo>
                <a:lnTo>
                  <a:pt x="164" y="1515"/>
                </a:lnTo>
                <a:lnTo>
                  <a:pt x="163" y="1515"/>
                </a:lnTo>
                <a:lnTo>
                  <a:pt x="162" y="1515"/>
                </a:lnTo>
                <a:lnTo>
                  <a:pt x="161" y="1513"/>
                </a:lnTo>
                <a:lnTo>
                  <a:pt x="160" y="1512"/>
                </a:lnTo>
                <a:lnTo>
                  <a:pt x="160" y="1511"/>
                </a:lnTo>
                <a:lnTo>
                  <a:pt x="159" y="1510"/>
                </a:lnTo>
                <a:lnTo>
                  <a:pt x="158" y="1503"/>
                </a:lnTo>
                <a:lnTo>
                  <a:pt x="157" y="1501"/>
                </a:lnTo>
                <a:lnTo>
                  <a:pt x="156" y="1502"/>
                </a:lnTo>
                <a:lnTo>
                  <a:pt x="155" y="1502"/>
                </a:lnTo>
                <a:lnTo>
                  <a:pt x="153" y="1503"/>
                </a:lnTo>
                <a:lnTo>
                  <a:pt x="150" y="1504"/>
                </a:lnTo>
                <a:lnTo>
                  <a:pt x="147" y="1504"/>
                </a:lnTo>
                <a:lnTo>
                  <a:pt x="148" y="1505"/>
                </a:lnTo>
                <a:lnTo>
                  <a:pt x="149" y="1506"/>
                </a:lnTo>
                <a:lnTo>
                  <a:pt x="149" y="1507"/>
                </a:lnTo>
                <a:lnTo>
                  <a:pt x="150" y="1508"/>
                </a:lnTo>
                <a:lnTo>
                  <a:pt x="151" y="1509"/>
                </a:lnTo>
                <a:lnTo>
                  <a:pt x="151" y="1510"/>
                </a:lnTo>
                <a:lnTo>
                  <a:pt x="152" y="1510"/>
                </a:lnTo>
                <a:lnTo>
                  <a:pt x="152" y="1511"/>
                </a:lnTo>
                <a:lnTo>
                  <a:pt x="153" y="1512"/>
                </a:lnTo>
                <a:lnTo>
                  <a:pt x="153" y="1513"/>
                </a:lnTo>
                <a:lnTo>
                  <a:pt x="152" y="1513"/>
                </a:lnTo>
                <a:lnTo>
                  <a:pt x="151" y="1514"/>
                </a:lnTo>
                <a:lnTo>
                  <a:pt x="150" y="1514"/>
                </a:lnTo>
                <a:lnTo>
                  <a:pt x="149" y="1514"/>
                </a:lnTo>
                <a:lnTo>
                  <a:pt x="148" y="1515"/>
                </a:lnTo>
                <a:lnTo>
                  <a:pt x="146" y="1516"/>
                </a:lnTo>
                <a:lnTo>
                  <a:pt x="144" y="1517"/>
                </a:lnTo>
                <a:lnTo>
                  <a:pt x="142" y="1518"/>
                </a:lnTo>
                <a:lnTo>
                  <a:pt x="140" y="1518"/>
                </a:lnTo>
                <a:lnTo>
                  <a:pt x="132" y="1522"/>
                </a:lnTo>
                <a:lnTo>
                  <a:pt x="123" y="1526"/>
                </a:lnTo>
                <a:lnTo>
                  <a:pt x="123" y="1522"/>
                </a:lnTo>
                <a:lnTo>
                  <a:pt x="123" y="1518"/>
                </a:lnTo>
                <a:lnTo>
                  <a:pt x="123" y="1515"/>
                </a:lnTo>
                <a:lnTo>
                  <a:pt x="123" y="1514"/>
                </a:lnTo>
                <a:lnTo>
                  <a:pt x="123" y="1512"/>
                </a:lnTo>
                <a:lnTo>
                  <a:pt x="123" y="1511"/>
                </a:lnTo>
                <a:lnTo>
                  <a:pt x="123" y="1506"/>
                </a:lnTo>
                <a:lnTo>
                  <a:pt x="123" y="1505"/>
                </a:lnTo>
                <a:lnTo>
                  <a:pt x="123" y="1501"/>
                </a:lnTo>
                <a:lnTo>
                  <a:pt x="123" y="1500"/>
                </a:lnTo>
                <a:lnTo>
                  <a:pt x="123" y="1496"/>
                </a:lnTo>
                <a:lnTo>
                  <a:pt x="122" y="1495"/>
                </a:lnTo>
                <a:lnTo>
                  <a:pt x="122" y="1491"/>
                </a:lnTo>
                <a:lnTo>
                  <a:pt x="122" y="1490"/>
                </a:lnTo>
                <a:lnTo>
                  <a:pt x="122" y="1487"/>
                </a:lnTo>
                <a:lnTo>
                  <a:pt x="122" y="1486"/>
                </a:lnTo>
                <a:lnTo>
                  <a:pt x="122" y="1484"/>
                </a:lnTo>
                <a:lnTo>
                  <a:pt x="120" y="1483"/>
                </a:lnTo>
                <a:lnTo>
                  <a:pt x="119" y="1482"/>
                </a:lnTo>
                <a:lnTo>
                  <a:pt x="118" y="1482"/>
                </a:lnTo>
                <a:lnTo>
                  <a:pt x="117" y="1482"/>
                </a:lnTo>
                <a:lnTo>
                  <a:pt x="116" y="1482"/>
                </a:lnTo>
                <a:lnTo>
                  <a:pt x="115" y="1482"/>
                </a:lnTo>
                <a:lnTo>
                  <a:pt x="114" y="1482"/>
                </a:lnTo>
                <a:lnTo>
                  <a:pt x="113" y="1481"/>
                </a:lnTo>
                <a:lnTo>
                  <a:pt x="112" y="1480"/>
                </a:lnTo>
                <a:lnTo>
                  <a:pt x="111" y="1480"/>
                </a:lnTo>
                <a:lnTo>
                  <a:pt x="110" y="1479"/>
                </a:lnTo>
                <a:lnTo>
                  <a:pt x="110" y="1478"/>
                </a:lnTo>
                <a:lnTo>
                  <a:pt x="109" y="1478"/>
                </a:lnTo>
                <a:lnTo>
                  <a:pt x="109" y="1477"/>
                </a:lnTo>
                <a:lnTo>
                  <a:pt x="108" y="1476"/>
                </a:lnTo>
                <a:lnTo>
                  <a:pt x="107" y="1476"/>
                </a:lnTo>
                <a:lnTo>
                  <a:pt x="106" y="1476"/>
                </a:lnTo>
                <a:lnTo>
                  <a:pt x="105" y="1475"/>
                </a:lnTo>
                <a:lnTo>
                  <a:pt x="103" y="1474"/>
                </a:lnTo>
                <a:lnTo>
                  <a:pt x="102" y="1474"/>
                </a:lnTo>
                <a:lnTo>
                  <a:pt x="100" y="1473"/>
                </a:lnTo>
                <a:lnTo>
                  <a:pt x="99" y="1472"/>
                </a:lnTo>
                <a:lnTo>
                  <a:pt x="97" y="1471"/>
                </a:lnTo>
                <a:lnTo>
                  <a:pt x="93" y="1468"/>
                </a:lnTo>
                <a:lnTo>
                  <a:pt x="92" y="1467"/>
                </a:lnTo>
                <a:lnTo>
                  <a:pt x="87" y="1464"/>
                </a:lnTo>
                <a:lnTo>
                  <a:pt x="84" y="1463"/>
                </a:lnTo>
                <a:lnTo>
                  <a:pt x="78" y="1455"/>
                </a:lnTo>
                <a:lnTo>
                  <a:pt x="77" y="1454"/>
                </a:lnTo>
                <a:lnTo>
                  <a:pt x="61" y="1436"/>
                </a:lnTo>
                <a:lnTo>
                  <a:pt x="59" y="1434"/>
                </a:lnTo>
                <a:lnTo>
                  <a:pt x="48" y="1422"/>
                </a:lnTo>
                <a:lnTo>
                  <a:pt x="48" y="1421"/>
                </a:lnTo>
                <a:lnTo>
                  <a:pt x="48" y="1420"/>
                </a:lnTo>
                <a:lnTo>
                  <a:pt x="47" y="1419"/>
                </a:lnTo>
                <a:lnTo>
                  <a:pt x="47" y="1417"/>
                </a:lnTo>
                <a:lnTo>
                  <a:pt x="47" y="1416"/>
                </a:lnTo>
                <a:lnTo>
                  <a:pt x="48" y="1416"/>
                </a:lnTo>
                <a:lnTo>
                  <a:pt x="49" y="1415"/>
                </a:lnTo>
                <a:lnTo>
                  <a:pt x="50" y="1415"/>
                </a:lnTo>
                <a:lnTo>
                  <a:pt x="50" y="1414"/>
                </a:lnTo>
                <a:lnTo>
                  <a:pt x="52" y="1412"/>
                </a:lnTo>
                <a:lnTo>
                  <a:pt x="53" y="1412"/>
                </a:lnTo>
                <a:lnTo>
                  <a:pt x="53" y="1411"/>
                </a:lnTo>
                <a:lnTo>
                  <a:pt x="54" y="1411"/>
                </a:lnTo>
                <a:lnTo>
                  <a:pt x="55" y="1410"/>
                </a:lnTo>
                <a:lnTo>
                  <a:pt x="55" y="1409"/>
                </a:lnTo>
                <a:lnTo>
                  <a:pt x="56" y="1409"/>
                </a:lnTo>
                <a:lnTo>
                  <a:pt x="58" y="1407"/>
                </a:lnTo>
                <a:lnTo>
                  <a:pt x="59" y="1406"/>
                </a:lnTo>
                <a:lnTo>
                  <a:pt x="60" y="1406"/>
                </a:lnTo>
                <a:lnTo>
                  <a:pt x="60" y="1405"/>
                </a:lnTo>
                <a:lnTo>
                  <a:pt x="61" y="1405"/>
                </a:lnTo>
                <a:lnTo>
                  <a:pt x="61" y="1404"/>
                </a:lnTo>
                <a:lnTo>
                  <a:pt x="63" y="1403"/>
                </a:lnTo>
                <a:lnTo>
                  <a:pt x="63" y="1402"/>
                </a:lnTo>
                <a:lnTo>
                  <a:pt x="64" y="1402"/>
                </a:lnTo>
                <a:lnTo>
                  <a:pt x="65" y="1401"/>
                </a:lnTo>
                <a:lnTo>
                  <a:pt x="66" y="1400"/>
                </a:lnTo>
                <a:lnTo>
                  <a:pt x="67" y="1399"/>
                </a:lnTo>
                <a:lnTo>
                  <a:pt x="68" y="1399"/>
                </a:lnTo>
                <a:lnTo>
                  <a:pt x="71" y="1396"/>
                </a:lnTo>
                <a:lnTo>
                  <a:pt x="71" y="1395"/>
                </a:lnTo>
                <a:lnTo>
                  <a:pt x="70" y="1395"/>
                </a:lnTo>
                <a:lnTo>
                  <a:pt x="70" y="1394"/>
                </a:lnTo>
                <a:lnTo>
                  <a:pt x="70" y="1393"/>
                </a:lnTo>
                <a:lnTo>
                  <a:pt x="69" y="1392"/>
                </a:lnTo>
                <a:lnTo>
                  <a:pt x="69" y="1391"/>
                </a:lnTo>
                <a:lnTo>
                  <a:pt x="68" y="1390"/>
                </a:lnTo>
                <a:lnTo>
                  <a:pt x="68" y="1389"/>
                </a:lnTo>
                <a:lnTo>
                  <a:pt x="67" y="1388"/>
                </a:lnTo>
                <a:lnTo>
                  <a:pt x="67" y="1387"/>
                </a:lnTo>
                <a:lnTo>
                  <a:pt x="65" y="1385"/>
                </a:lnTo>
                <a:lnTo>
                  <a:pt x="65" y="1384"/>
                </a:lnTo>
                <a:lnTo>
                  <a:pt x="64" y="1383"/>
                </a:lnTo>
                <a:lnTo>
                  <a:pt x="64" y="1382"/>
                </a:lnTo>
                <a:lnTo>
                  <a:pt x="63" y="1380"/>
                </a:lnTo>
                <a:lnTo>
                  <a:pt x="62" y="1379"/>
                </a:lnTo>
                <a:lnTo>
                  <a:pt x="62" y="1378"/>
                </a:lnTo>
                <a:lnTo>
                  <a:pt x="61" y="1377"/>
                </a:lnTo>
                <a:lnTo>
                  <a:pt x="61" y="1376"/>
                </a:lnTo>
                <a:lnTo>
                  <a:pt x="60" y="1375"/>
                </a:lnTo>
                <a:lnTo>
                  <a:pt x="60" y="1374"/>
                </a:lnTo>
                <a:lnTo>
                  <a:pt x="59" y="1373"/>
                </a:lnTo>
                <a:lnTo>
                  <a:pt x="59" y="1372"/>
                </a:lnTo>
                <a:lnTo>
                  <a:pt x="58" y="1371"/>
                </a:lnTo>
                <a:lnTo>
                  <a:pt x="57" y="1369"/>
                </a:lnTo>
                <a:lnTo>
                  <a:pt x="57" y="1368"/>
                </a:lnTo>
                <a:lnTo>
                  <a:pt x="56" y="1367"/>
                </a:lnTo>
                <a:lnTo>
                  <a:pt x="56" y="1366"/>
                </a:lnTo>
                <a:lnTo>
                  <a:pt x="55" y="1364"/>
                </a:lnTo>
                <a:lnTo>
                  <a:pt x="54" y="1363"/>
                </a:lnTo>
                <a:lnTo>
                  <a:pt x="53" y="1361"/>
                </a:lnTo>
                <a:lnTo>
                  <a:pt x="52" y="1360"/>
                </a:lnTo>
                <a:lnTo>
                  <a:pt x="50" y="1355"/>
                </a:lnTo>
                <a:lnTo>
                  <a:pt x="49" y="1353"/>
                </a:lnTo>
                <a:lnTo>
                  <a:pt x="48" y="1352"/>
                </a:lnTo>
                <a:lnTo>
                  <a:pt x="48" y="1351"/>
                </a:lnTo>
                <a:lnTo>
                  <a:pt x="47" y="1350"/>
                </a:lnTo>
                <a:lnTo>
                  <a:pt x="46" y="1348"/>
                </a:lnTo>
                <a:lnTo>
                  <a:pt x="46" y="1346"/>
                </a:lnTo>
                <a:lnTo>
                  <a:pt x="44" y="1344"/>
                </a:lnTo>
                <a:lnTo>
                  <a:pt x="44" y="1343"/>
                </a:lnTo>
                <a:lnTo>
                  <a:pt x="43" y="1341"/>
                </a:lnTo>
                <a:lnTo>
                  <a:pt x="42" y="1339"/>
                </a:lnTo>
                <a:lnTo>
                  <a:pt x="40" y="1336"/>
                </a:lnTo>
                <a:lnTo>
                  <a:pt x="39" y="1335"/>
                </a:lnTo>
                <a:lnTo>
                  <a:pt x="39" y="1334"/>
                </a:lnTo>
                <a:lnTo>
                  <a:pt x="38" y="1333"/>
                </a:lnTo>
                <a:lnTo>
                  <a:pt x="35" y="1327"/>
                </a:lnTo>
                <a:lnTo>
                  <a:pt x="35" y="1326"/>
                </a:lnTo>
                <a:lnTo>
                  <a:pt x="34" y="1325"/>
                </a:lnTo>
                <a:lnTo>
                  <a:pt x="33" y="1324"/>
                </a:lnTo>
                <a:lnTo>
                  <a:pt x="33" y="1323"/>
                </a:lnTo>
                <a:lnTo>
                  <a:pt x="31" y="1320"/>
                </a:lnTo>
                <a:lnTo>
                  <a:pt x="31" y="1319"/>
                </a:lnTo>
                <a:lnTo>
                  <a:pt x="30" y="1317"/>
                </a:lnTo>
                <a:lnTo>
                  <a:pt x="29" y="1315"/>
                </a:lnTo>
                <a:lnTo>
                  <a:pt x="28" y="1314"/>
                </a:lnTo>
                <a:lnTo>
                  <a:pt x="18" y="1295"/>
                </a:lnTo>
                <a:lnTo>
                  <a:pt x="8" y="1277"/>
                </a:lnTo>
                <a:lnTo>
                  <a:pt x="7" y="1275"/>
                </a:lnTo>
                <a:lnTo>
                  <a:pt x="7" y="1274"/>
                </a:lnTo>
                <a:lnTo>
                  <a:pt x="2" y="1264"/>
                </a:lnTo>
                <a:lnTo>
                  <a:pt x="0" y="1260"/>
                </a:lnTo>
                <a:lnTo>
                  <a:pt x="55" y="1268"/>
                </a:lnTo>
                <a:lnTo>
                  <a:pt x="75" y="1271"/>
                </a:lnTo>
                <a:lnTo>
                  <a:pt x="108" y="1277"/>
                </a:lnTo>
                <a:lnTo>
                  <a:pt x="144" y="1278"/>
                </a:lnTo>
                <a:lnTo>
                  <a:pt x="156" y="1280"/>
                </a:lnTo>
                <a:lnTo>
                  <a:pt x="180" y="1282"/>
                </a:lnTo>
                <a:lnTo>
                  <a:pt x="187" y="1282"/>
                </a:lnTo>
                <a:lnTo>
                  <a:pt x="192" y="1283"/>
                </a:lnTo>
                <a:lnTo>
                  <a:pt x="246" y="1287"/>
                </a:lnTo>
                <a:lnTo>
                  <a:pt x="294" y="1277"/>
                </a:lnTo>
                <a:lnTo>
                  <a:pt x="326" y="1279"/>
                </a:lnTo>
                <a:lnTo>
                  <a:pt x="326" y="1278"/>
                </a:lnTo>
                <a:lnTo>
                  <a:pt x="331" y="1272"/>
                </a:lnTo>
                <a:lnTo>
                  <a:pt x="387" y="1274"/>
                </a:lnTo>
                <a:lnTo>
                  <a:pt x="447" y="1288"/>
                </a:lnTo>
                <a:lnTo>
                  <a:pt x="462" y="1292"/>
                </a:lnTo>
                <a:lnTo>
                  <a:pt x="487" y="1294"/>
                </a:lnTo>
                <a:lnTo>
                  <a:pt x="508" y="1318"/>
                </a:lnTo>
                <a:lnTo>
                  <a:pt x="516" y="1327"/>
                </a:lnTo>
                <a:lnTo>
                  <a:pt x="555" y="1337"/>
                </a:lnTo>
                <a:lnTo>
                  <a:pt x="565" y="1335"/>
                </a:lnTo>
                <a:lnTo>
                  <a:pt x="576" y="1336"/>
                </a:lnTo>
                <a:lnTo>
                  <a:pt x="583" y="1336"/>
                </a:lnTo>
                <a:lnTo>
                  <a:pt x="605" y="1347"/>
                </a:lnTo>
                <a:lnTo>
                  <a:pt x="613" y="1350"/>
                </a:lnTo>
                <a:lnTo>
                  <a:pt x="657" y="1369"/>
                </a:lnTo>
                <a:lnTo>
                  <a:pt x="668" y="1371"/>
                </a:lnTo>
                <a:lnTo>
                  <a:pt x="692" y="1376"/>
                </a:lnTo>
                <a:lnTo>
                  <a:pt x="704" y="1379"/>
                </a:lnTo>
                <a:lnTo>
                  <a:pt x="726" y="1378"/>
                </a:lnTo>
                <a:lnTo>
                  <a:pt x="750" y="1374"/>
                </a:lnTo>
                <a:lnTo>
                  <a:pt x="774" y="1370"/>
                </a:lnTo>
                <a:lnTo>
                  <a:pt x="773" y="1395"/>
                </a:lnTo>
                <a:lnTo>
                  <a:pt x="790" y="1397"/>
                </a:lnTo>
                <a:lnTo>
                  <a:pt x="815" y="1396"/>
                </a:lnTo>
                <a:lnTo>
                  <a:pt x="824" y="1405"/>
                </a:lnTo>
                <a:lnTo>
                  <a:pt x="847" y="1385"/>
                </a:lnTo>
                <a:lnTo>
                  <a:pt x="854" y="1385"/>
                </a:lnTo>
                <a:lnTo>
                  <a:pt x="861" y="1381"/>
                </a:lnTo>
                <a:lnTo>
                  <a:pt x="864" y="1379"/>
                </a:lnTo>
                <a:lnTo>
                  <a:pt x="874" y="1374"/>
                </a:lnTo>
                <a:lnTo>
                  <a:pt x="885" y="1368"/>
                </a:lnTo>
                <a:lnTo>
                  <a:pt x="899" y="1362"/>
                </a:lnTo>
                <a:lnTo>
                  <a:pt x="917" y="1356"/>
                </a:lnTo>
                <a:lnTo>
                  <a:pt x="937" y="1348"/>
                </a:lnTo>
                <a:lnTo>
                  <a:pt x="967" y="1336"/>
                </a:lnTo>
                <a:lnTo>
                  <a:pt x="993" y="1326"/>
                </a:lnTo>
                <a:lnTo>
                  <a:pt x="1011" y="1320"/>
                </a:lnTo>
                <a:lnTo>
                  <a:pt x="1039" y="1316"/>
                </a:lnTo>
                <a:lnTo>
                  <a:pt x="1062" y="1311"/>
                </a:lnTo>
                <a:lnTo>
                  <a:pt x="1064" y="1305"/>
                </a:lnTo>
                <a:lnTo>
                  <a:pt x="1083" y="1299"/>
                </a:lnTo>
                <a:lnTo>
                  <a:pt x="1086" y="1300"/>
                </a:lnTo>
                <a:lnTo>
                  <a:pt x="1094" y="1305"/>
                </a:lnTo>
                <a:lnTo>
                  <a:pt x="1111" y="1305"/>
                </a:lnTo>
                <a:lnTo>
                  <a:pt x="1132" y="1306"/>
                </a:lnTo>
                <a:lnTo>
                  <a:pt x="1135" y="1305"/>
                </a:lnTo>
                <a:lnTo>
                  <a:pt x="1137" y="1305"/>
                </a:lnTo>
                <a:lnTo>
                  <a:pt x="1139" y="1304"/>
                </a:lnTo>
                <a:lnTo>
                  <a:pt x="1141" y="1303"/>
                </a:lnTo>
                <a:lnTo>
                  <a:pt x="1148" y="1303"/>
                </a:lnTo>
                <a:lnTo>
                  <a:pt x="1165" y="1300"/>
                </a:lnTo>
                <a:lnTo>
                  <a:pt x="1170" y="1302"/>
                </a:lnTo>
                <a:lnTo>
                  <a:pt x="1189" y="1302"/>
                </a:lnTo>
                <a:lnTo>
                  <a:pt x="1194" y="1302"/>
                </a:lnTo>
                <a:lnTo>
                  <a:pt x="1213" y="1305"/>
                </a:lnTo>
                <a:lnTo>
                  <a:pt x="1222" y="1305"/>
                </a:lnTo>
                <a:lnTo>
                  <a:pt x="1226" y="1307"/>
                </a:lnTo>
                <a:lnTo>
                  <a:pt x="1227" y="1308"/>
                </a:lnTo>
                <a:lnTo>
                  <a:pt x="1239" y="1302"/>
                </a:lnTo>
                <a:lnTo>
                  <a:pt x="1242" y="1301"/>
                </a:lnTo>
                <a:lnTo>
                  <a:pt x="1244" y="1301"/>
                </a:lnTo>
                <a:lnTo>
                  <a:pt x="1245" y="1301"/>
                </a:lnTo>
                <a:lnTo>
                  <a:pt x="1246" y="1300"/>
                </a:lnTo>
                <a:lnTo>
                  <a:pt x="1270" y="1302"/>
                </a:lnTo>
                <a:lnTo>
                  <a:pt x="1274" y="1303"/>
                </a:lnTo>
                <a:lnTo>
                  <a:pt x="1276" y="1302"/>
                </a:lnTo>
                <a:lnTo>
                  <a:pt x="1283" y="1301"/>
                </a:lnTo>
                <a:lnTo>
                  <a:pt x="1284" y="1301"/>
                </a:lnTo>
                <a:lnTo>
                  <a:pt x="1286" y="1301"/>
                </a:lnTo>
                <a:lnTo>
                  <a:pt x="1287" y="1301"/>
                </a:lnTo>
                <a:lnTo>
                  <a:pt x="1291" y="1301"/>
                </a:lnTo>
                <a:lnTo>
                  <a:pt x="1295" y="1300"/>
                </a:lnTo>
                <a:lnTo>
                  <a:pt x="1297" y="1299"/>
                </a:lnTo>
                <a:lnTo>
                  <a:pt x="1299" y="1299"/>
                </a:lnTo>
                <a:lnTo>
                  <a:pt x="1301" y="1298"/>
                </a:lnTo>
                <a:lnTo>
                  <a:pt x="1316" y="1288"/>
                </a:lnTo>
                <a:lnTo>
                  <a:pt x="1320" y="1286"/>
                </a:lnTo>
                <a:lnTo>
                  <a:pt x="1339" y="1279"/>
                </a:lnTo>
                <a:lnTo>
                  <a:pt x="1347" y="1279"/>
                </a:lnTo>
                <a:lnTo>
                  <a:pt x="1360" y="1278"/>
                </a:lnTo>
                <a:lnTo>
                  <a:pt x="1364" y="1274"/>
                </a:lnTo>
                <a:lnTo>
                  <a:pt x="1367" y="1273"/>
                </a:lnTo>
                <a:lnTo>
                  <a:pt x="1379" y="1269"/>
                </a:lnTo>
                <a:lnTo>
                  <a:pt x="1382" y="1268"/>
                </a:lnTo>
                <a:lnTo>
                  <a:pt x="1385" y="1267"/>
                </a:lnTo>
                <a:lnTo>
                  <a:pt x="1395" y="1261"/>
                </a:lnTo>
                <a:lnTo>
                  <a:pt x="1398" y="1255"/>
                </a:lnTo>
                <a:lnTo>
                  <a:pt x="1411" y="1246"/>
                </a:lnTo>
                <a:lnTo>
                  <a:pt x="1415" y="1243"/>
                </a:lnTo>
                <a:lnTo>
                  <a:pt x="1422" y="1233"/>
                </a:lnTo>
                <a:lnTo>
                  <a:pt x="1421" y="1231"/>
                </a:lnTo>
                <a:lnTo>
                  <a:pt x="1426" y="1225"/>
                </a:lnTo>
                <a:lnTo>
                  <a:pt x="1430" y="1223"/>
                </a:lnTo>
                <a:lnTo>
                  <a:pt x="1442" y="1211"/>
                </a:lnTo>
                <a:lnTo>
                  <a:pt x="1456" y="1196"/>
                </a:lnTo>
                <a:lnTo>
                  <a:pt x="1461" y="1194"/>
                </a:lnTo>
                <a:lnTo>
                  <a:pt x="1461" y="1193"/>
                </a:lnTo>
                <a:lnTo>
                  <a:pt x="1464" y="1192"/>
                </a:lnTo>
                <a:lnTo>
                  <a:pt x="1470" y="1190"/>
                </a:lnTo>
                <a:lnTo>
                  <a:pt x="1473" y="1188"/>
                </a:lnTo>
                <a:lnTo>
                  <a:pt x="1482" y="1185"/>
                </a:lnTo>
                <a:lnTo>
                  <a:pt x="1488" y="1184"/>
                </a:lnTo>
                <a:lnTo>
                  <a:pt x="1490" y="1184"/>
                </a:lnTo>
                <a:lnTo>
                  <a:pt x="1492" y="1183"/>
                </a:lnTo>
                <a:lnTo>
                  <a:pt x="1496" y="1179"/>
                </a:lnTo>
                <a:lnTo>
                  <a:pt x="1502" y="1176"/>
                </a:lnTo>
                <a:lnTo>
                  <a:pt x="1508" y="1177"/>
                </a:lnTo>
                <a:lnTo>
                  <a:pt x="1514" y="1177"/>
                </a:lnTo>
                <a:lnTo>
                  <a:pt x="1518" y="1174"/>
                </a:lnTo>
                <a:lnTo>
                  <a:pt x="1531" y="1162"/>
                </a:lnTo>
                <a:lnTo>
                  <a:pt x="1537" y="1155"/>
                </a:lnTo>
                <a:lnTo>
                  <a:pt x="1548" y="1155"/>
                </a:lnTo>
                <a:lnTo>
                  <a:pt x="1552" y="1153"/>
                </a:lnTo>
                <a:lnTo>
                  <a:pt x="1554" y="1152"/>
                </a:lnTo>
                <a:lnTo>
                  <a:pt x="1556" y="1146"/>
                </a:lnTo>
                <a:lnTo>
                  <a:pt x="1556" y="1140"/>
                </a:lnTo>
                <a:lnTo>
                  <a:pt x="1555" y="1137"/>
                </a:lnTo>
                <a:lnTo>
                  <a:pt x="1546" y="1123"/>
                </a:lnTo>
                <a:lnTo>
                  <a:pt x="1537" y="1116"/>
                </a:lnTo>
                <a:lnTo>
                  <a:pt x="1536" y="1115"/>
                </a:lnTo>
                <a:lnTo>
                  <a:pt x="1533" y="1114"/>
                </a:lnTo>
                <a:lnTo>
                  <a:pt x="1530" y="1113"/>
                </a:lnTo>
                <a:lnTo>
                  <a:pt x="1526" y="1111"/>
                </a:lnTo>
                <a:lnTo>
                  <a:pt x="1524" y="1109"/>
                </a:lnTo>
                <a:lnTo>
                  <a:pt x="1522" y="1106"/>
                </a:lnTo>
                <a:lnTo>
                  <a:pt x="1518" y="1102"/>
                </a:lnTo>
                <a:lnTo>
                  <a:pt x="1517" y="1100"/>
                </a:lnTo>
                <a:lnTo>
                  <a:pt x="1515" y="1098"/>
                </a:lnTo>
                <a:lnTo>
                  <a:pt x="1513" y="1096"/>
                </a:lnTo>
                <a:lnTo>
                  <a:pt x="1512" y="1094"/>
                </a:lnTo>
                <a:lnTo>
                  <a:pt x="1511" y="1091"/>
                </a:lnTo>
                <a:lnTo>
                  <a:pt x="1510" y="1087"/>
                </a:lnTo>
                <a:lnTo>
                  <a:pt x="1510" y="1084"/>
                </a:lnTo>
                <a:lnTo>
                  <a:pt x="1509" y="1082"/>
                </a:lnTo>
                <a:lnTo>
                  <a:pt x="1506" y="1080"/>
                </a:lnTo>
                <a:lnTo>
                  <a:pt x="1500" y="1078"/>
                </a:lnTo>
                <a:lnTo>
                  <a:pt x="1498" y="1073"/>
                </a:lnTo>
                <a:lnTo>
                  <a:pt x="1499" y="1069"/>
                </a:lnTo>
                <a:lnTo>
                  <a:pt x="1504" y="1058"/>
                </a:lnTo>
                <a:lnTo>
                  <a:pt x="1508" y="1055"/>
                </a:lnTo>
                <a:lnTo>
                  <a:pt x="1510" y="1050"/>
                </a:lnTo>
                <a:lnTo>
                  <a:pt x="1513" y="1048"/>
                </a:lnTo>
                <a:lnTo>
                  <a:pt x="1514" y="1047"/>
                </a:lnTo>
                <a:lnTo>
                  <a:pt x="1513" y="1039"/>
                </a:lnTo>
                <a:lnTo>
                  <a:pt x="1516" y="1032"/>
                </a:lnTo>
                <a:lnTo>
                  <a:pt x="1518" y="1026"/>
                </a:lnTo>
                <a:lnTo>
                  <a:pt x="1520" y="1023"/>
                </a:lnTo>
                <a:lnTo>
                  <a:pt x="1525" y="1015"/>
                </a:lnTo>
                <a:lnTo>
                  <a:pt x="1528" y="1012"/>
                </a:lnTo>
                <a:lnTo>
                  <a:pt x="1533" y="1003"/>
                </a:lnTo>
                <a:lnTo>
                  <a:pt x="1535" y="999"/>
                </a:lnTo>
                <a:lnTo>
                  <a:pt x="1548" y="991"/>
                </a:lnTo>
                <a:lnTo>
                  <a:pt x="1554" y="988"/>
                </a:lnTo>
                <a:lnTo>
                  <a:pt x="1560" y="986"/>
                </a:lnTo>
                <a:lnTo>
                  <a:pt x="1567" y="985"/>
                </a:lnTo>
                <a:lnTo>
                  <a:pt x="1571" y="988"/>
                </a:lnTo>
                <a:lnTo>
                  <a:pt x="1601" y="989"/>
                </a:lnTo>
                <a:lnTo>
                  <a:pt x="1605" y="988"/>
                </a:lnTo>
                <a:lnTo>
                  <a:pt x="1616" y="996"/>
                </a:lnTo>
                <a:lnTo>
                  <a:pt x="1623" y="1005"/>
                </a:lnTo>
                <a:lnTo>
                  <a:pt x="1634" y="1011"/>
                </a:lnTo>
                <a:lnTo>
                  <a:pt x="1649" y="1015"/>
                </a:lnTo>
                <a:lnTo>
                  <a:pt x="1657" y="1015"/>
                </a:lnTo>
                <a:lnTo>
                  <a:pt x="1665" y="1017"/>
                </a:lnTo>
                <a:lnTo>
                  <a:pt x="1666" y="1017"/>
                </a:lnTo>
                <a:lnTo>
                  <a:pt x="1678" y="1021"/>
                </a:lnTo>
                <a:lnTo>
                  <a:pt x="1694" y="1021"/>
                </a:lnTo>
                <a:lnTo>
                  <a:pt x="1718" y="1023"/>
                </a:lnTo>
                <a:lnTo>
                  <a:pt x="1722" y="1025"/>
                </a:lnTo>
                <a:lnTo>
                  <a:pt x="1731" y="1027"/>
                </a:lnTo>
                <a:lnTo>
                  <a:pt x="1739" y="1022"/>
                </a:lnTo>
                <a:lnTo>
                  <a:pt x="1749" y="1014"/>
                </a:lnTo>
                <a:lnTo>
                  <a:pt x="1755" y="1013"/>
                </a:lnTo>
                <a:lnTo>
                  <a:pt x="1755" y="1012"/>
                </a:lnTo>
                <a:lnTo>
                  <a:pt x="1756" y="1012"/>
                </a:lnTo>
                <a:lnTo>
                  <a:pt x="1757" y="1011"/>
                </a:lnTo>
                <a:lnTo>
                  <a:pt x="1758" y="1010"/>
                </a:lnTo>
                <a:lnTo>
                  <a:pt x="1758" y="1009"/>
                </a:lnTo>
                <a:lnTo>
                  <a:pt x="1759" y="1009"/>
                </a:lnTo>
                <a:lnTo>
                  <a:pt x="1759" y="1008"/>
                </a:lnTo>
                <a:lnTo>
                  <a:pt x="1760" y="1007"/>
                </a:lnTo>
                <a:lnTo>
                  <a:pt x="1761" y="1007"/>
                </a:lnTo>
                <a:lnTo>
                  <a:pt x="1763" y="1007"/>
                </a:lnTo>
                <a:lnTo>
                  <a:pt x="1765" y="1007"/>
                </a:lnTo>
                <a:lnTo>
                  <a:pt x="1766" y="1006"/>
                </a:lnTo>
                <a:lnTo>
                  <a:pt x="1770" y="1005"/>
                </a:lnTo>
                <a:lnTo>
                  <a:pt x="1777" y="1005"/>
                </a:lnTo>
                <a:lnTo>
                  <a:pt x="1782" y="1002"/>
                </a:lnTo>
                <a:lnTo>
                  <a:pt x="1786" y="997"/>
                </a:lnTo>
                <a:lnTo>
                  <a:pt x="1787" y="996"/>
                </a:lnTo>
                <a:lnTo>
                  <a:pt x="1788" y="992"/>
                </a:lnTo>
                <a:lnTo>
                  <a:pt x="1790" y="992"/>
                </a:lnTo>
                <a:lnTo>
                  <a:pt x="1796" y="988"/>
                </a:lnTo>
                <a:lnTo>
                  <a:pt x="1804" y="983"/>
                </a:lnTo>
                <a:lnTo>
                  <a:pt x="1806" y="982"/>
                </a:lnTo>
                <a:lnTo>
                  <a:pt x="1813" y="975"/>
                </a:lnTo>
                <a:lnTo>
                  <a:pt x="1818" y="971"/>
                </a:lnTo>
                <a:lnTo>
                  <a:pt x="1819" y="969"/>
                </a:lnTo>
                <a:lnTo>
                  <a:pt x="1825" y="961"/>
                </a:lnTo>
                <a:lnTo>
                  <a:pt x="1827" y="956"/>
                </a:lnTo>
                <a:lnTo>
                  <a:pt x="1828" y="949"/>
                </a:lnTo>
                <a:lnTo>
                  <a:pt x="1848" y="943"/>
                </a:lnTo>
                <a:lnTo>
                  <a:pt x="1849" y="943"/>
                </a:lnTo>
                <a:lnTo>
                  <a:pt x="1867" y="950"/>
                </a:lnTo>
                <a:lnTo>
                  <a:pt x="1872" y="951"/>
                </a:lnTo>
                <a:lnTo>
                  <a:pt x="1876" y="950"/>
                </a:lnTo>
                <a:lnTo>
                  <a:pt x="1877" y="950"/>
                </a:lnTo>
                <a:lnTo>
                  <a:pt x="1880" y="950"/>
                </a:lnTo>
                <a:lnTo>
                  <a:pt x="1884" y="949"/>
                </a:lnTo>
                <a:lnTo>
                  <a:pt x="1886" y="949"/>
                </a:lnTo>
                <a:lnTo>
                  <a:pt x="1893" y="948"/>
                </a:lnTo>
                <a:lnTo>
                  <a:pt x="1913" y="949"/>
                </a:lnTo>
                <a:lnTo>
                  <a:pt x="1915" y="948"/>
                </a:lnTo>
                <a:lnTo>
                  <a:pt x="1934" y="944"/>
                </a:lnTo>
                <a:lnTo>
                  <a:pt x="1948" y="941"/>
                </a:lnTo>
                <a:lnTo>
                  <a:pt x="1952" y="938"/>
                </a:lnTo>
                <a:lnTo>
                  <a:pt x="1967" y="926"/>
                </a:lnTo>
                <a:lnTo>
                  <a:pt x="1974" y="920"/>
                </a:lnTo>
                <a:lnTo>
                  <a:pt x="1981" y="917"/>
                </a:lnTo>
                <a:lnTo>
                  <a:pt x="1983" y="917"/>
                </a:lnTo>
                <a:lnTo>
                  <a:pt x="1984" y="914"/>
                </a:lnTo>
                <a:lnTo>
                  <a:pt x="1985" y="913"/>
                </a:lnTo>
                <a:lnTo>
                  <a:pt x="1990" y="914"/>
                </a:lnTo>
                <a:lnTo>
                  <a:pt x="1993" y="914"/>
                </a:lnTo>
                <a:lnTo>
                  <a:pt x="1995" y="913"/>
                </a:lnTo>
                <a:lnTo>
                  <a:pt x="1999" y="913"/>
                </a:lnTo>
                <a:lnTo>
                  <a:pt x="2002" y="910"/>
                </a:lnTo>
                <a:lnTo>
                  <a:pt x="2003" y="909"/>
                </a:lnTo>
                <a:lnTo>
                  <a:pt x="2004" y="906"/>
                </a:lnTo>
                <a:lnTo>
                  <a:pt x="2005" y="905"/>
                </a:lnTo>
                <a:lnTo>
                  <a:pt x="2008" y="903"/>
                </a:lnTo>
                <a:lnTo>
                  <a:pt x="2010" y="903"/>
                </a:lnTo>
                <a:lnTo>
                  <a:pt x="2009" y="896"/>
                </a:lnTo>
                <a:lnTo>
                  <a:pt x="2010" y="895"/>
                </a:lnTo>
                <a:lnTo>
                  <a:pt x="2008" y="892"/>
                </a:lnTo>
                <a:lnTo>
                  <a:pt x="2006" y="891"/>
                </a:lnTo>
                <a:lnTo>
                  <a:pt x="2009" y="880"/>
                </a:lnTo>
                <a:lnTo>
                  <a:pt x="2012" y="876"/>
                </a:lnTo>
                <a:lnTo>
                  <a:pt x="2023" y="860"/>
                </a:lnTo>
                <a:lnTo>
                  <a:pt x="2026" y="860"/>
                </a:lnTo>
                <a:lnTo>
                  <a:pt x="2036" y="849"/>
                </a:lnTo>
                <a:lnTo>
                  <a:pt x="2040" y="846"/>
                </a:lnTo>
                <a:lnTo>
                  <a:pt x="2042" y="841"/>
                </a:lnTo>
                <a:lnTo>
                  <a:pt x="2044" y="840"/>
                </a:lnTo>
                <a:lnTo>
                  <a:pt x="2051" y="837"/>
                </a:lnTo>
                <a:lnTo>
                  <a:pt x="2059" y="837"/>
                </a:lnTo>
                <a:lnTo>
                  <a:pt x="2061" y="836"/>
                </a:lnTo>
                <a:lnTo>
                  <a:pt x="2062" y="835"/>
                </a:lnTo>
                <a:lnTo>
                  <a:pt x="2063" y="834"/>
                </a:lnTo>
                <a:lnTo>
                  <a:pt x="2065" y="834"/>
                </a:lnTo>
                <a:lnTo>
                  <a:pt x="2066" y="834"/>
                </a:lnTo>
                <a:lnTo>
                  <a:pt x="2066" y="832"/>
                </a:lnTo>
                <a:lnTo>
                  <a:pt x="2067" y="831"/>
                </a:lnTo>
                <a:lnTo>
                  <a:pt x="2068" y="830"/>
                </a:lnTo>
                <a:lnTo>
                  <a:pt x="2075" y="832"/>
                </a:lnTo>
                <a:lnTo>
                  <a:pt x="2086" y="832"/>
                </a:lnTo>
                <a:lnTo>
                  <a:pt x="2088" y="833"/>
                </a:lnTo>
                <a:lnTo>
                  <a:pt x="2095" y="833"/>
                </a:lnTo>
                <a:lnTo>
                  <a:pt x="2111" y="832"/>
                </a:lnTo>
                <a:lnTo>
                  <a:pt x="2124" y="833"/>
                </a:lnTo>
                <a:lnTo>
                  <a:pt x="2126" y="829"/>
                </a:lnTo>
                <a:lnTo>
                  <a:pt x="2125" y="826"/>
                </a:lnTo>
                <a:lnTo>
                  <a:pt x="2127" y="820"/>
                </a:lnTo>
                <a:lnTo>
                  <a:pt x="2132" y="813"/>
                </a:lnTo>
                <a:lnTo>
                  <a:pt x="2129" y="807"/>
                </a:lnTo>
                <a:lnTo>
                  <a:pt x="2133" y="806"/>
                </a:lnTo>
                <a:lnTo>
                  <a:pt x="2137" y="805"/>
                </a:lnTo>
                <a:lnTo>
                  <a:pt x="2140" y="805"/>
                </a:lnTo>
                <a:lnTo>
                  <a:pt x="2143" y="804"/>
                </a:lnTo>
                <a:lnTo>
                  <a:pt x="2146" y="805"/>
                </a:lnTo>
                <a:lnTo>
                  <a:pt x="2148" y="804"/>
                </a:lnTo>
                <a:lnTo>
                  <a:pt x="2151" y="805"/>
                </a:lnTo>
                <a:lnTo>
                  <a:pt x="2152" y="806"/>
                </a:lnTo>
                <a:lnTo>
                  <a:pt x="2153" y="808"/>
                </a:lnTo>
                <a:lnTo>
                  <a:pt x="2153" y="809"/>
                </a:lnTo>
                <a:lnTo>
                  <a:pt x="2154" y="811"/>
                </a:lnTo>
                <a:lnTo>
                  <a:pt x="2156" y="813"/>
                </a:lnTo>
                <a:lnTo>
                  <a:pt x="2159" y="814"/>
                </a:lnTo>
                <a:lnTo>
                  <a:pt x="2161" y="814"/>
                </a:lnTo>
                <a:lnTo>
                  <a:pt x="2164" y="814"/>
                </a:lnTo>
                <a:lnTo>
                  <a:pt x="2166" y="813"/>
                </a:lnTo>
                <a:lnTo>
                  <a:pt x="2166" y="812"/>
                </a:lnTo>
                <a:lnTo>
                  <a:pt x="2167" y="812"/>
                </a:lnTo>
                <a:lnTo>
                  <a:pt x="2171" y="813"/>
                </a:lnTo>
                <a:lnTo>
                  <a:pt x="2172" y="813"/>
                </a:lnTo>
                <a:lnTo>
                  <a:pt x="2174" y="812"/>
                </a:lnTo>
                <a:lnTo>
                  <a:pt x="2176" y="811"/>
                </a:lnTo>
                <a:lnTo>
                  <a:pt x="2177" y="811"/>
                </a:lnTo>
                <a:lnTo>
                  <a:pt x="2176" y="809"/>
                </a:lnTo>
                <a:lnTo>
                  <a:pt x="2176" y="808"/>
                </a:lnTo>
                <a:lnTo>
                  <a:pt x="2177" y="807"/>
                </a:lnTo>
                <a:lnTo>
                  <a:pt x="2179" y="807"/>
                </a:lnTo>
                <a:lnTo>
                  <a:pt x="2179" y="806"/>
                </a:lnTo>
                <a:lnTo>
                  <a:pt x="2180" y="805"/>
                </a:lnTo>
                <a:lnTo>
                  <a:pt x="2182" y="803"/>
                </a:lnTo>
                <a:lnTo>
                  <a:pt x="2183" y="803"/>
                </a:lnTo>
                <a:lnTo>
                  <a:pt x="2185" y="802"/>
                </a:lnTo>
                <a:lnTo>
                  <a:pt x="2187" y="803"/>
                </a:lnTo>
                <a:lnTo>
                  <a:pt x="2188" y="803"/>
                </a:lnTo>
                <a:lnTo>
                  <a:pt x="2189" y="802"/>
                </a:lnTo>
                <a:lnTo>
                  <a:pt x="2190" y="801"/>
                </a:lnTo>
                <a:lnTo>
                  <a:pt x="2191" y="801"/>
                </a:lnTo>
                <a:lnTo>
                  <a:pt x="2194" y="801"/>
                </a:lnTo>
                <a:lnTo>
                  <a:pt x="2195" y="801"/>
                </a:lnTo>
                <a:lnTo>
                  <a:pt x="2197" y="801"/>
                </a:lnTo>
                <a:lnTo>
                  <a:pt x="2204" y="795"/>
                </a:lnTo>
                <a:lnTo>
                  <a:pt x="2206" y="795"/>
                </a:lnTo>
                <a:lnTo>
                  <a:pt x="2209" y="795"/>
                </a:lnTo>
                <a:lnTo>
                  <a:pt x="2211" y="794"/>
                </a:lnTo>
                <a:lnTo>
                  <a:pt x="2214" y="793"/>
                </a:lnTo>
                <a:lnTo>
                  <a:pt x="2215" y="792"/>
                </a:lnTo>
                <a:lnTo>
                  <a:pt x="2216" y="791"/>
                </a:lnTo>
                <a:lnTo>
                  <a:pt x="2219" y="791"/>
                </a:lnTo>
                <a:lnTo>
                  <a:pt x="2224" y="788"/>
                </a:lnTo>
                <a:lnTo>
                  <a:pt x="2233" y="789"/>
                </a:lnTo>
                <a:lnTo>
                  <a:pt x="2237" y="792"/>
                </a:lnTo>
                <a:lnTo>
                  <a:pt x="2253" y="793"/>
                </a:lnTo>
                <a:lnTo>
                  <a:pt x="2258" y="790"/>
                </a:lnTo>
                <a:lnTo>
                  <a:pt x="2259" y="790"/>
                </a:lnTo>
                <a:lnTo>
                  <a:pt x="2260" y="790"/>
                </a:lnTo>
                <a:lnTo>
                  <a:pt x="2262" y="793"/>
                </a:lnTo>
                <a:lnTo>
                  <a:pt x="2267" y="793"/>
                </a:lnTo>
                <a:lnTo>
                  <a:pt x="2273" y="794"/>
                </a:lnTo>
                <a:lnTo>
                  <a:pt x="2274" y="794"/>
                </a:lnTo>
                <a:lnTo>
                  <a:pt x="2275" y="793"/>
                </a:lnTo>
                <a:lnTo>
                  <a:pt x="2274" y="792"/>
                </a:lnTo>
                <a:lnTo>
                  <a:pt x="2273" y="791"/>
                </a:lnTo>
                <a:lnTo>
                  <a:pt x="2279" y="784"/>
                </a:lnTo>
                <a:lnTo>
                  <a:pt x="2283" y="784"/>
                </a:lnTo>
                <a:lnTo>
                  <a:pt x="2286" y="784"/>
                </a:lnTo>
                <a:lnTo>
                  <a:pt x="2287" y="784"/>
                </a:lnTo>
                <a:lnTo>
                  <a:pt x="2287" y="785"/>
                </a:lnTo>
                <a:lnTo>
                  <a:pt x="2288" y="788"/>
                </a:lnTo>
                <a:lnTo>
                  <a:pt x="2287" y="789"/>
                </a:lnTo>
                <a:lnTo>
                  <a:pt x="2288" y="790"/>
                </a:lnTo>
                <a:lnTo>
                  <a:pt x="2290" y="790"/>
                </a:lnTo>
                <a:lnTo>
                  <a:pt x="2293" y="788"/>
                </a:lnTo>
                <a:lnTo>
                  <a:pt x="2296" y="787"/>
                </a:lnTo>
                <a:lnTo>
                  <a:pt x="2297" y="787"/>
                </a:lnTo>
                <a:lnTo>
                  <a:pt x="2298" y="790"/>
                </a:lnTo>
                <a:lnTo>
                  <a:pt x="2302" y="795"/>
                </a:lnTo>
                <a:lnTo>
                  <a:pt x="2307" y="798"/>
                </a:lnTo>
                <a:lnTo>
                  <a:pt x="2308" y="799"/>
                </a:lnTo>
                <a:lnTo>
                  <a:pt x="2309" y="799"/>
                </a:lnTo>
                <a:lnTo>
                  <a:pt x="2312" y="798"/>
                </a:lnTo>
                <a:lnTo>
                  <a:pt x="2313" y="798"/>
                </a:lnTo>
                <a:lnTo>
                  <a:pt x="2317" y="799"/>
                </a:lnTo>
                <a:lnTo>
                  <a:pt x="2321" y="798"/>
                </a:lnTo>
                <a:lnTo>
                  <a:pt x="2323" y="799"/>
                </a:lnTo>
                <a:lnTo>
                  <a:pt x="2324" y="800"/>
                </a:lnTo>
                <a:lnTo>
                  <a:pt x="2326" y="801"/>
                </a:lnTo>
                <a:lnTo>
                  <a:pt x="2329" y="804"/>
                </a:lnTo>
                <a:lnTo>
                  <a:pt x="2330" y="804"/>
                </a:lnTo>
                <a:lnTo>
                  <a:pt x="2332" y="803"/>
                </a:lnTo>
                <a:lnTo>
                  <a:pt x="2333" y="802"/>
                </a:lnTo>
                <a:lnTo>
                  <a:pt x="2334" y="803"/>
                </a:lnTo>
                <a:lnTo>
                  <a:pt x="2335" y="804"/>
                </a:lnTo>
                <a:lnTo>
                  <a:pt x="2336" y="804"/>
                </a:lnTo>
                <a:lnTo>
                  <a:pt x="2337" y="803"/>
                </a:lnTo>
                <a:lnTo>
                  <a:pt x="2341" y="800"/>
                </a:lnTo>
                <a:lnTo>
                  <a:pt x="2347" y="801"/>
                </a:lnTo>
                <a:lnTo>
                  <a:pt x="2349" y="801"/>
                </a:lnTo>
                <a:lnTo>
                  <a:pt x="2350" y="800"/>
                </a:lnTo>
                <a:lnTo>
                  <a:pt x="2354" y="801"/>
                </a:lnTo>
                <a:lnTo>
                  <a:pt x="2357" y="802"/>
                </a:lnTo>
                <a:lnTo>
                  <a:pt x="2360" y="802"/>
                </a:lnTo>
                <a:lnTo>
                  <a:pt x="2363" y="802"/>
                </a:lnTo>
                <a:lnTo>
                  <a:pt x="2364" y="802"/>
                </a:lnTo>
                <a:lnTo>
                  <a:pt x="2365" y="802"/>
                </a:lnTo>
                <a:lnTo>
                  <a:pt x="2367" y="803"/>
                </a:lnTo>
                <a:lnTo>
                  <a:pt x="2367" y="804"/>
                </a:lnTo>
                <a:lnTo>
                  <a:pt x="2368" y="805"/>
                </a:lnTo>
                <a:lnTo>
                  <a:pt x="2367" y="807"/>
                </a:lnTo>
                <a:lnTo>
                  <a:pt x="2371" y="805"/>
                </a:lnTo>
                <a:lnTo>
                  <a:pt x="2373" y="803"/>
                </a:lnTo>
                <a:lnTo>
                  <a:pt x="2374" y="803"/>
                </a:lnTo>
                <a:lnTo>
                  <a:pt x="2376" y="803"/>
                </a:lnTo>
                <a:lnTo>
                  <a:pt x="2377" y="802"/>
                </a:lnTo>
                <a:lnTo>
                  <a:pt x="2379" y="800"/>
                </a:lnTo>
                <a:lnTo>
                  <a:pt x="2381" y="798"/>
                </a:lnTo>
                <a:lnTo>
                  <a:pt x="2381" y="796"/>
                </a:lnTo>
                <a:lnTo>
                  <a:pt x="2380" y="795"/>
                </a:lnTo>
                <a:lnTo>
                  <a:pt x="2387" y="797"/>
                </a:lnTo>
                <a:lnTo>
                  <a:pt x="2389" y="797"/>
                </a:lnTo>
                <a:lnTo>
                  <a:pt x="2392" y="796"/>
                </a:lnTo>
                <a:lnTo>
                  <a:pt x="2392" y="794"/>
                </a:lnTo>
                <a:lnTo>
                  <a:pt x="2392" y="793"/>
                </a:lnTo>
                <a:lnTo>
                  <a:pt x="2393" y="792"/>
                </a:lnTo>
                <a:lnTo>
                  <a:pt x="2394" y="791"/>
                </a:lnTo>
                <a:lnTo>
                  <a:pt x="2393" y="789"/>
                </a:lnTo>
                <a:lnTo>
                  <a:pt x="2392" y="786"/>
                </a:lnTo>
                <a:lnTo>
                  <a:pt x="2391" y="785"/>
                </a:lnTo>
                <a:lnTo>
                  <a:pt x="2394" y="782"/>
                </a:lnTo>
                <a:lnTo>
                  <a:pt x="2394" y="781"/>
                </a:lnTo>
                <a:lnTo>
                  <a:pt x="2393" y="778"/>
                </a:lnTo>
                <a:lnTo>
                  <a:pt x="2393" y="776"/>
                </a:lnTo>
                <a:lnTo>
                  <a:pt x="2394" y="775"/>
                </a:lnTo>
                <a:lnTo>
                  <a:pt x="2392" y="774"/>
                </a:lnTo>
                <a:lnTo>
                  <a:pt x="2392" y="769"/>
                </a:lnTo>
                <a:lnTo>
                  <a:pt x="2393" y="768"/>
                </a:lnTo>
                <a:lnTo>
                  <a:pt x="2386" y="767"/>
                </a:lnTo>
                <a:lnTo>
                  <a:pt x="2385" y="763"/>
                </a:lnTo>
                <a:lnTo>
                  <a:pt x="2388" y="762"/>
                </a:lnTo>
                <a:lnTo>
                  <a:pt x="2386" y="761"/>
                </a:lnTo>
                <a:lnTo>
                  <a:pt x="2385" y="761"/>
                </a:lnTo>
                <a:lnTo>
                  <a:pt x="2381" y="757"/>
                </a:lnTo>
                <a:lnTo>
                  <a:pt x="2380" y="757"/>
                </a:lnTo>
                <a:lnTo>
                  <a:pt x="2379" y="755"/>
                </a:lnTo>
                <a:lnTo>
                  <a:pt x="2379" y="754"/>
                </a:lnTo>
                <a:lnTo>
                  <a:pt x="2379" y="753"/>
                </a:lnTo>
                <a:lnTo>
                  <a:pt x="2379" y="752"/>
                </a:lnTo>
                <a:lnTo>
                  <a:pt x="2379" y="751"/>
                </a:lnTo>
                <a:lnTo>
                  <a:pt x="2381" y="750"/>
                </a:lnTo>
                <a:lnTo>
                  <a:pt x="2376" y="742"/>
                </a:lnTo>
                <a:lnTo>
                  <a:pt x="2376" y="741"/>
                </a:lnTo>
                <a:lnTo>
                  <a:pt x="2373" y="736"/>
                </a:lnTo>
                <a:lnTo>
                  <a:pt x="2372" y="736"/>
                </a:lnTo>
                <a:lnTo>
                  <a:pt x="2372" y="735"/>
                </a:lnTo>
                <a:lnTo>
                  <a:pt x="2370" y="734"/>
                </a:lnTo>
                <a:lnTo>
                  <a:pt x="2368" y="733"/>
                </a:lnTo>
                <a:lnTo>
                  <a:pt x="2367" y="731"/>
                </a:lnTo>
                <a:lnTo>
                  <a:pt x="2365" y="729"/>
                </a:lnTo>
                <a:lnTo>
                  <a:pt x="2364" y="729"/>
                </a:lnTo>
                <a:lnTo>
                  <a:pt x="2364" y="728"/>
                </a:lnTo>
                <a:lnTo>
                  <a:pt x="2363" y="728"/>
                </a:lnTo>
                <a:lnTo>
                  <a:pt x="2362" y="727"/>
                </a:lnTo>
                <a:lnTo>
                  <a:pt x="2361" y="727"/>
                </a:lnTo>
                <a:lnTo>
                  <a:pt x="2360" y="727"/>
                </a:lnTo>
                <a:lnTo>
                  <a:pt x="2359" y="727"/>
                </a:lnTo>
                <a:lnTo>
                  <a:pt x="2358" y="727"/>
                </a:lnTo>
                <a:lnTo>
                  <a:pt x="2357" y="727"/>
                </a:lnTo>
                <a:lnTo>
                  <a:pt x="2356" y="727"/>
                </a:lnTo>
                <a:lnTo>
                  <a:pt x="2355" y="727"/>
                </a:lnTo>
                <a:lnTo>
                  <a:pt x="2355" y="726"/>
                </a:lnTo>
                <a:lnTo>
                  <a:pt x="2354" y="726"/>
                </a:lnTo>
                <a:lnTo>
                  <a:pt x="2355" y="726"/>
                </a:lnTo>
                <a:lnTo>
                  <a:pt x="2355" y="725"/>
                </a:lnTo>
                <a:lnTo>
                  <a:pt x="2356" y="724"/>
                </a:lnTo>
                <a:lnTo>
                  <a:pt x="2355" y="724"/>
                </a:lnTo>
                <a:lnTo>
                  <a:pt x="2354" y="724"/>
                </a:lnTo>
                <a:lnTo>
                  <a:pt x="2354" y="723"/>
                </a:lnTo>
                <a:lnTo>
                  <a:pt x="2355" y="723"/>
                </a:lnTo>
                <a:lnTo>
                  <a:pt x="2356" y="723"/>
                </a:lnTo>
                <a:lnTo>
                  <a:pt x="2355" y="723"/>
                </a:lnTo>
                <a:lnTo>
                  <a:pt x="2355" y="722"/>
                </a:lnTo>
                <a:lnTo>
                  <a:pt x="2354" y="722"/>
                </a:lnTo>
                <a:lnTo>
                  <a:pt x="2354" y="721"/>
                </a:lnTo>
                <a:lnTo>
                  <a:pt x="2355" y="721"/>
                </a:lnTo>
                <a:lnTo>
                  <a:pt x="2355" y="720"/>
                </a:lnTo>
                <a:lnTo>
                  <a:pt x="2354" y="721"/>
                </a:lnTo>
                <a:lnTo>
                  <a:pt x="2353" y="721"/>
                </a:lnTo>
                <a:lnTo>
                  <a:pt x="2352" y="721"/>
                </a:lnTo>
                <a:lnTo>
                  <a:pt x="2352" y="720"/>
                </a:lnTo>
                <a:lnTo>
                  <a:pt x="2351" y="720"/>
                </a:lnTo>
                <a:lnTo>
                  <a:pt x="2351" y="719"/>
                </a:lnTo>
                <a:lnTo>
                  <a:pt x="2351" y="720"/>
                </a:lnTo>
                <a:lnTo>
                  <a:pt x="2352" y="720"/>
                </a:lnTo>
                <a:lnTo>
                  <a:pt x="2352" y="719"/>
                </a:lnTo>
                <a:lnTo>
                  <a:pt x="2351" y="719"/>
                </a:lnTo>
                <a:lnTo>
                  <a:pt x="2351" y="718"/>
                </a:lnTo>
                <a:lnTo>
                  <a:pt x="2350" y="718"/>
                </a:lnTo>
                <a:lnTo>
                  <a:pt x="2349" y="718"/>
                </a:lnTo>
                <a:lnTo>
                  <a:pt x="2348" y="718"/>
                </a:lnTo>
                <a:lnTo>
                  <a:pt x="2347" y="718"/>
                </a:lnTo>
                <a:lnTo>
                  <a:pt x="2347" y="717"/>
                </a:lnTo>
                <a:lnTo>
                  <a:pt x="2346" y="717"/>
                </a:lnTo>
                <a:lnTo>
                  <a:pt x="2347" y="717"/>
                </a:lnTo>
                <a:lnTo>
                  <a:pt x="2346" y="717"/>
                </a:lnTo>
                <a:lnTo>
                  <a:pt x="2347" y="717"/>
                </a:lnTo>
                <a:lnTo>
                  <a:pt x="2347" y="716"/>
                </a:lnTo>
                <a:lnTo>
                  <a:pt x="2346" y="716"/>
                </a:lnTo>
                <a:lnTo>
                  <a:pt x="2345" y="716"/>
                </a:lnTo>
                <a:lnTo>
                  <a:pt x="2344" y="715"/>
                </a:lnTo>
                <a:lnTo>
                  <a:pt x="2343" y="715"/>
                </a:lnTo>
                <a:lnTo>
                  <a:pt x="2343" y="714"/>
                </a:lnTo>
                <a:lnTo>
                  <a:pt x="2342" y="714"/>
                </a:lnTo>
                <a:lnTo>
                  <a:pt x="2342" y="713"/>
                </a:lnTo>
                <a:lnTo>
                  <a:pt x="2342" y="712"/>
                </a:lnTo>
                <a:lnTo>
                  <a:pt x="2342" y="711"/>
                </a:lnTo>
                <a:lnTo>
                  <a:pt x="2341" y="711"/>
                </a:lnTo>
                <a:lnTo>
                  <a:pt x="2341" y="712"/>
                </a:lnTo>
                <a:lnTo>
                  <a:pt x="2340" y="712"/>
                </a:lnTo>
                <a:lnTo>
                  <a:pt x="2340" y="711"/>
                </a:lnTo>
                <a:lnTo>
                  <a:pt x="2339" y="710"/>
                </a:lnTo>
                <a:lnTo>
                  <a:pt x="2338" y="710"/>
                </a:lnTo>
                <a:lnTo>
                  <a:pt x="2337" y="709"/>
                </a:lnTo>
                <a:lnTo>
                  <a:pt x="2336" y="709"/>
                </a:lnTo>
                <a:lnTo>
                  <a:pt x="2336" y="708"/>
                </a:lnTo>
                <a:lnTo>
                  <a:pt x="2335" y="708"/>
                </a:lnTo>
                <a:lnTo>
                  <a:pt x="2334" y="708"/>
                </a:lnTo>
                <a:lnTo>
                  <a:pt x="2335" y="708"/>
                </a:lnTo>
                <a:lnTo>
                  <a:pt x="2335" y="707"/>
                </a:lnTo>
                <a:lnTo>
                  <a:pt x="2334" y="707"/>
                </a:lnTo>
                <a:lnTo>
                  <a:pt x="2334" y="706"/>
                </a:lnTo>
                <a:lnTo>
                  <a:pt x="2333" y="706"/>
                </a:lnTo>
                <a:lnTo>
                  <a:pt x="2332" y="706"/>
                </a:lnTo>
                <a:lnTo>
                  <a:pt x="2333" y="706"/>
                </a:lnTo>
                <a:lnTo>
                  <a:pt x="2333" y="705"/>
                </a:lnTo>
                <a:lnTo>
                  <a:pt x="2332" y="705"/>
                </a:lnTo>
                <a:lnTo>
                  <a:pt x="2331" y="705"/>
                </a:lnTo>
                <a:lnTo>
                  <a:pt x="2332" y="705"/>
                </a:lnTo>
                <a:lnTo>
                  <a:pt x="2332" y="706"/>
                </a:lnTo>
                <a:lnTo>
                  <a:pt x="2331" y="706"/>
                </a:lnTo>
                <a:lnTo>
                  <a:pt x="2330" y="706"/>
                </a:lnTo>
                <a:lnTo>
                  <a:pt x="2330" y="705"/>
                </a:lnTo>
                <a:lnTo>
                  <a:pt x="2333" y="701"/>
                </a:lnTo>
                <a:lnTo>
                  <a:pt x="2334" y="700"/>
                </a:lnTo>
                <a:lnTo>
                  <a:pt x="2331" y="699"/>
                </a:lnTo>
                <a:lnTo>
                  <a:pt x="2317" y="695"/>
                </a:lnTo>
                <a:lnTo>
                  <a:pt x="2317" y="694"/>
                </a:lnTo>
                <a:lnTo>
                  <a:pt x="2311" y="692"/>
                </a:lnTo>
                <a:lnTo>
                  <a:pt x="2311" y="689"/>
                </a:lnTo>
                <a:lnTo>
                  <a:pt x="2310" y="684"/>
                </a:lnTo>
                <a:lnTo>
                  <a:pt x="2310" y="682"/>
                </a:lnTo>
                <a:lnTo>
                  <a:pt x="2310" y="678"/>
                </a:lnTo>
                <a:lnTo>
                  <a:pt x="2303" y="675"/>
                </a:lnTo>
                <a:lnTo>
                  <a:pt x="2296" y="673"/>
                </a:lnTo>
                <a:lnTo>
                  <a:pt x="2289" y="671"/>
                </a:lnTo>
                <a:lnTo>
                  <a:pt x="2272" y="665"/>
                </a:lnTo>
                <a:lnTo>
                  <a:pt x="2271" y="663"/>
                </a:lnTo>
                <a:lnTo>
                  <a:pt x="2260" y="651"/>
                </a:lnTo>
                <a:lnTo>
                  <a:pt x="2251" y="639"/>
                </a:lnTo>
                <a:lnTo>
                  <a:pt x="2250" y="638"/>
                </a:lnTo>
                <a:lnTo>
                  <a:pt x="2248" y="638"/>
                </a:lnTo>
                <a:lnTo>
                  <a:pt x="2239" y="637"/>
                </a:lnTo>
                <a:lnTo>
                  <a:pt x="2238" y="637"/>
                </a:lnTo>
                <a:lnTo>
                  <a:pt x="2238" y="638"/>
                </a:lnTo>
                <a:lnTo>
                  <a:pt x="2237" y="638"/>
                </a:lnTo>
                <a:lnTo>
                  <a:pt x="2237" y="637"/>
                </a:lnTo>
                <a:lnTo>
                  <a:pt x="2236" y="637"/>
                </a:lnTo>
                <a:lnTo>
                  <a:pt x="2236" y="636"/>
                </a:lnTo>
                <a:lnTo>
                  <a:pt x="2235" y="635"/>
                </a:lnTo>
                <a:lnTo>
                  <a:pt x="2235" y="636"/>
                </a:lnTo>
                <a:lnTo>
                  <a:pt x="2234" y="636"/>
                </a:lnTo>
                <a:lnTo>
                  <a:pt x="2233" y="636"/>
                </a:lnTo>
                <a:lnTo>
                  <a:pt x="2232" y="636"/>
                </a:lnTo>
                <a:lnTo>
                  <a:pt x="2231" y="636"/>
                </a:lnTo>
                <a:lnTo>
                  <a:pt x="2230" y="635"/>
                </a:lnTo>
                <a:lnTo>
                  <a:pt x="2229" y="635"/>
                </a:lnTo>
                <a:lnTo>
                  <a:pt x="2229" y="636"/>
                </a:lnTo>
                <a:lnTo>
                  <a:pt x="2229" y="637"/>
                </a:lnTo>
                <a:lnTo>
                  <a:pt x="2228" y="636"/>
                </a:lnTo>
                <a:lnTo>
                  <a:pt x="2228" y="637"/>
                </a:lnTo>
                <a:lnTo>
                  <a:pt x="2227" y="637"/>
                </a:lnTo>
                <a:lnTo>
                  <a:pt x="2227" y="636"/>
                </a:lnTo>
                <a:lnTo>
                  <a:pt x="2226" y="636"/>
                </a:lnTo>
                <a:lnTo>
                  <a:pt x="2226" y="637"/>
                </a:lnTo>
                <a:lnTo>
                  <a:pt x="2225" y="637"/>
                </a:lnTo>
                <a:lnTo>
                  <a:pt x="2224" y="636"/>
                </a:lnTo>
                <a:lnTo>
                  <a:pt x="2223" y="636"/>
                </a:lnTo>
                <a:lnTo>
                  <a:pt x="2223" y="637"/>
                </a:lnTo>
                <a:lnTo>
                  <a:pt x="2222" y="637"/>
                </a:lnTo>
                <a:lnTo>
                  <a:pt x="2221" y="636"/>
                </a:lnTo>
                <a:lnTo>
                  <a:pt x="2220" y="636"/>
                </a:lnTo>
                <a:lnTo>
                  <a:pt x="2219" y="635"/>
                </a:lnTo>
                <a:lnTo>
                  <a:pt x="2218" y="635"/>
                </a:lnTo>
                <a:lnTo>
                  <a:pt x="2219" y="634"/>
                </a:lnTo>
                <a:lnTo>
                  <a:pt x="2218" y="634"/>
                </a:lnTo>
                <a:lnTo>
                  <a:pt x="2217" y="634"/>
                </a:lnTo>
                <a:lnTo>
                  <a:pt x="2216" y="634"/>
                </a:lnTo>
                <a:lnTo>
                  <a:pt x="2215" y="634"/>
                </a:lnTo>
                <a:lnTo>
                  <a:pt x="2215" y="633"/>
                </a:lnTo>
                <a:lnTo>
                  <a:pt x="2216" y="633"/>
                </a:lnTo>
                <a:lnTo>
                  <a:pt x="2216" y="632"/>
                </a:lnTo>
                <a:lnTo>
                  <a:pt x="2215" y="632"/>
                </a:lnTo>
                <a:lnTo>
                  <a:pt x="2214" y="632"/>
                </a:lnTo>
                <a:lnTo>
                  <a:pt x="2213" y="632"/>
                </a:lnTo>
                <a:lnTo>
                  <a:pt x="2212" y="632"/>
                </a:lnTo>
                <a:lnTo>
                  <a:pt x="2211" y="632"/>
                </a:lnTo>
                <a:lnTo>
                  <a:pt x="2210" y="632"/>
                </a:lnTo>
                <a:lnTo>
                  <a:pt x="2210" y="631"/>
                </a:lnTo>
                <a:lnTo>
                  <a:pt x="2209" y="631"/>
                </a:lnTo>
                <a:lnTo>
                  <a:pt x="2208" y="632"/>
                </a:lnTo>
                <a:lnTo>
                  <a:pt x="2207" y="632"/>
                </a:lnTo>
                <a:lnTo>
                  <a:pt x="2207" y="633"/>
                </a:lnTo>
                <a:lnTo>
                  <a:pt x="2206" y="633"/>
                </a:lnTo>
                <a:lnTo>
                  <a:pt x="2205" y="633"/>
                </a:lnTo>
                <a:lnTo>
                  <a:pt x="2204" y="633"/>
                </a:lnTo>
                <a:lnTo>
                  <a:pt x="2204" y="632"/>
                </a:lnTo>
                <a:lnTo>
                  <a:pt x="2203" y="632"/>
                </a:lnTo>
                <a:lnTo>
                  <a:pt x="2202" y="632"/>
                </a:lnTo>
                <a:lnTo>
                  <a:pt x="2202" y="633"/>
                </a:lnTo>
                <a:lnTo>
                  <a:pt x="2202" y="634"/>
                </a:lnTo>
                <a:lnTo>
                  <a:pt x="2201" y="633"/>
                </a:lnTo>
                <a:lnTo>
                  <a:pt x="2201" y="634"/>
                </a:lnTo>
                <a:lnTo>
                  <a:pt x="2200" y="634"/>
                </a:lnTo>
                <a:lnTo>
                  <a:pt x="2199" y="634"/>
                </a:lnTo>
                <a:lnTo>
                  <a:pt x="2198" y="634"/>
                </a:lnTo>
                <a:lnTo>
                  <a:pt x="2198" y="635"/>
                </a:lnTo>
                <a:lnTo>
                  <a:pt x="2197" y="635"/>
                </a:lnTo>
                <a:lnTo>
                  <a:pt x="2197" y="634"/>
                </a:lnTo>
                <a:lnTo>
                  <a:pt x="2197" y="635"/>
                </a:lnTo>
                <a:lnTo>
                  <a:pt x="2196" y="635"/>
                </a:lnTo>
                <a:lnTo>
                  <a:pt x="2195" y="635"/>
                </a:lnTo>
                <a:lnTo>
                  <a:pt x="2196" y="635"/>
                </a:lnTo>
                <a:lnTo>
                  <a:pt x="2196" y="636"/>
                </a:lnTo>
                <a:lnTo>
                  <a:pt x="2195" y="636"/>
                </a:lnTo>
                <a:lnTo>
                  <a:pt x="2194" y="636"/>
                </a:lnTo>
                <a:lnTo>
                  <a:pt x="2193" y="636"/>
                </a:lnTo>
                <a:lnTo>
                  <a:pt x="2193" y="635"/>
                </a:lnTo>
                <a:lnTo>
                  <a:pt x="2193" y="636"/>
                </a:lnTo>
                <a:lnTo>
                  <a:pt x="2192" y="636"/>
                </a:lnTo>
                <a:lnTo>
                  <a:pt x="2192" y="635"/>
                </a:lnTo>
                <a:lnTo>
                  <a:pt x="2192" y="636"/>
                </a:lnTo>
                <a:lnTo>
                  <a:pt x="2191" y="636"/>
                </a:lnTo>
                <a:lnTo>
                  <a:pt x="2190" y="636"/>
                </a:lnTo>
                <a:lnTo>
                  <a:pt x="2190" y="635"/>
                </a:lnTo>
                <a:lnTo>
                  <a:pt x="2189" y="635"/>
                </a:lnTo>
                <a:lnTo>
                  <a:pt x="2188" y="635"/>
                </a:lnTo>
                <a:lnTo>
                  <a:pt x="2188" y="636"/>
                </a:lnTo>
                <a:lnTo>
                  <a:pt x="2187" y="636"/>
                </a:lnTo>
                <a:lnTo>
                  <a:pt x="2187" y="635"/>
                </a:lnTo>
                <a:lnTo>
                  <a:pt x="2186" y="635"/>
                </a:lnTo>
                <a:lnTo>
                  <a:pt x="2186" y="636"/>
                </a:lnTo>
                <a:lnTo>
                  <a:pt x="2187" y="636"/>
                </a:lnTo>
                <a:lnTo>
                  <a:pt x="2186" y="636"/>
                </a:lnTo>
                <a:lnTo>
                  <a:pt x="2185" y="636"/>
                </a:lnTo>
                <a:lnTo>
                  <a:pt x="2185" y="635"/>
                </a:lnTo>
                <a:lnTo>
                  <a:pt x="2184" y="635"/>
                </a:lnTo>
                <a:lnTo>
                  <a:pt x="2183" y="635"/>
                </a:lnTo>
                <a:lnTo>
                  <a:pt x="2182" y="635"/>
                </a:lnTo>
                <a:lnTo>
                  <a:pt x="2182" y="634"/>
                </a:lnTo>
                <a:lnTo>
                  <a:pt x="2181" y="635"/>
                </a:lnTo>
                <a:lnTo>
                  <a:pt x="2180" y="635"/>
                </a:lnTo>
                <a:lnTo>
                  <a:pt x="2181" y="635"/>
                </a:lnTo>
                <a:lnTo>
                  <a:pt x="2181" y="634"/>
                </a:lnTo>
                <a:lnTo>
                  <a:pt x="2180" y="634"/>
                </a:lnTo>
                <a:lnTo>
                  <a:pt x="2179" y="634"/>
                </a:lnTo>
                <a:lnTo>
                  <a:pt x="2171" y="635"/>
                </a:lnTo>
                <a:lnTo>
                  <a:pt x="2169" y="637"/>
                </a:lnTo>
                <a:lnTo>
                  <a:pt x="2141" y="664"/>
                </a:lnTo>
                <a:lnTo>
                  <a:pt x="2141" y="665"/>
                </a:lnTo>
                <a:lnTo>
                  <a:pt x="2139" y="666"/>
                </a:lnTo>
                <a:lnTo>
                  <a:pt x="2137" y="666"/>
                </a:lnTo>
                <a:lnTo>
                  <a:pt x="2137" y="667"/>
                </a:lnTo>
                <a:lnTo>
                  <a:pt x="2126" y="680"/>
                </a:lnTo>
                <a:lnTo>
                  <a:pt x="2095" y="658"/>
                </a:lnTo>
                <a:lnTo>
                  <a:pt x="2086" y="655"/>
                </a:lnTo>
                <a:lnTo>
                  <a:pt x="2073" y="650"/>
                </a:lnTo>
                <a:lnTo>
                  <a:pt x="2063" y="649"/>
                </a:lnTo>
                <a:lnTo>
                  <a:pt x="2051" y="650"/>
                </a:lnTo>
                <a:lnTo>
                  <a:pt x="2027" y="657"/>
                </a:lnTo>
                <a:lnTo>
                  <a:pt x="2008" y="652"/>
                </a:lnTo>
                <a:lnTo>
                  <a:pt x="1992" y="659"/>
                </a:lnTo>
                <a:lnTo>
                  <a:pt x="1977" y="675"/>
                </a:lnTo>
                <a:lnTo>
                  <a:pt x="1974" y="675"/>
                </a:lnTo>
                <a:lnTo>
                  <a:pt x="1936" y="647"/>
                </a:lnTo>
                <a:lnTo>
                  <a:pt x="1935" y="642"/>
                </a:lnTo>
                <a:lnTo>
                  <a:pt x="1935" y="637"/>
                </a:lnTo>
                <a:lnTo>
                  <a:pt x="1933" y="631"/>
                </a:lnTo>
                <a:lnTo>
                  <a:pt x="1932" y="625"/>
                </a:lnTo>
                <a:lnTo>
                  <a:pt x="1931" y="625"/>
                </a:lnTo>
                <a:lnTo>
                  <a:pt x="1931" y="624"/>
                </a:lnTo>
                <a:lnTo>
                  <a:pt x="1932" y="623"/>
                </a:lnTo>
                <a:lnTo>
                  <a:pt x="1933" y="622"/>
                </a:lnTo>
                <a:lnTo>
                  <a:pt x="1933" y="621"/>
                </a:lnTo>
                <a:lnTo>
                  <a:pt x="1932" y="621"/>
                </a:lnTo>
                <a:lnTo>
                  <a:pt x="1931" y="621"/>
                </a:lnTo>
                <a:lnTo>
                  <a:pt x="1932" y="619"/>
                </a:lnTo>
                <a:lnTo>
                  <a:pt x="1961" y="606"/>
                </a:lnTo>
                <a:lnTo>
                  <a:pt x="1959" y="575"/>
                </a:lnTo>
                <a:lnTo>
                  <a:pt x="1988" y="540"/>
                </a:lnTo>
                <a:lnTo>
                  <a:pt x="1988" y="539"/>
                </a:lnTo>
                <a:lnTo>
                  <a:pt x="1985" y="533"/>
                </a:lnTo>
                <a:lnTo>
                  <a:pt x="2056" y="417"/>
                </a:lnTo>
                <a:lnTo>
                  <a:pt x="2056" y="416"/>
                </a:lnTo>
                <a:lnTo>
                  <a:pt x="2073" y="425"/>
                </a:lnTo>
                <a:lnTo>
                  <a:pt x="2092" y="435"/>
                </a:lnTo>
                <a:lnTo>
                  <a:pt x="2099" y="437"/>
                </a:lnTo>
                <a:lnTo>
                  <a:pt x="2115" y="442"/>
                </a:lnTo>
                <a:lnTo>
                  <a:pt x="2136" y="443"/>
                </a:lnTo>
                <a:lnTo>
                  <a:pt x="2152" y="449"/>
                </a:lnTo>
                <a:lnTo>
                  <a:pt x="2170" y="456"/>
                </a:lnTo>
                <a:lnTo>
                  <a:pt x="2171" y="456"/>
                </a:lnTo>
                <a:lnTo>
                  <a:pt x="2171" y="455"/>
                </a:lnTo>
                <a:lnTo>
                  <a:pt x="2171" y="454"/>
                </a:lnTo>
                <a:lnTo>
                  <a:pt x="2172" y="454"/>
                </a:lnTo>
                <a:lnTo>
                  <a:pt x="2172" y="453"/>
                </a:lnTo>
                <a:lnTo>
                  <a:pt x="2173" y="453"/>
                </a:lnTo>
                <a:lnTo>
                  <a:pt x="2174" y="453"/>
                </a:lnTo>
                <a:lnTo>
                  <a:pt x="2174" y="452"/>
                </a:lnTo>
                <a:lnTo>
                  <a:pt x="2175" y="452"/>
                </a:lnTo>
                <a:lnTo>
                  <a:pt x="2175" y="451"/>
                </a:lnTo>
                <a:lnTo>
                  <a:pt x="2174" y="451"/>
                </a:lnTo>
                <a:lnTo>
                  <a:pt x="2174" y="450"/>
                </a:lnTo>
                <a:lnTo>
                  <a:pt x="2175" y="450"/>
                </a:lnTo>
                <a:lnTo>
                  <a:pt x="2176" y="450"/>
                </a:lnTo>
                <a:lnTo>
                  <a:pt x="2176" y="449"/>
                </a:lnTo>
                <a:lnTo>
                  <a:pt x="2177" y="449"/>
                </a:lnTo>
                <a:lnTo>
                  <a:pt x="2176" y="449"/>
                </a:lnTo>
                <a:lnTo>
                  <a:pt x="2176" y="448"/>
                </a:lnTo>
                <a:lnTo>
                  <a:pt x="2176" y="447"/>
                </a:lnTo>
                <a:lnTo>
                  <a:pt x="2177" y="447"/>
                </a:lnTo>
                <a:lnTo>
                  <a:pt x="2178" y="447"/>
                </a:lnTo>
                <a:lnTo>
                  <a:pt x="2178" y="446"/>
                </a:lnTo>
                <a:lnTo>
                  <a:pt x="2178" y="447"/>
                </a:lnTo>
                <a:lnTo>
                  <a:pt x="2179" y="447"/>
                </a:lnTo>
                <a:lnTo>
                  <a:pt x="2180" y="446"/>
                </a:lnTo>
                <a:lnTo>
                  <a:pt x="2180" y="447"/>
                </a:lnTo>
                <a:lnTo>
                  <a:pt x="2180" y="446"/>
                </a:lnTo>
                <a:lnTo>
                  <a:pt x="2181" y="447"/>
                </a:lnTo>
                <a:lnTo>
                  <a:pt x="2182" y="447"/>
                </a:lnTo>
                <a:lnTo>
                  <a:pt x="2182" y="446"/>
                </a:lnTo>
                <a:lnTo>
                  <a:pt x="2184" y="446"/>
                </a:lnTo>
                <a:lnTo>
                  <a:pt x="2185" y="446"/>
                </a:lnTo>
                <a:lnTo>
                  <a:pt x="2186" y="446"/>
                </a:lnTo>
                <a:lnTo>
                  <a:pt x="2186" y="445"/>
                </a:lnTo>
                <a:lnTo>
                  <a:pt x="2187" y="445"/>
                </a:lnTo>
                <a:lnTo>
                  <a:pt x="2188" y="445"/>
                </a:lnTo>
                <a:lnTo>
                  <a:pt x="2188" y="444"/>
                </a:lnTo>
                <a:lnTo>
                  <a:pt x="2189" y="444"/>
                </a:lnTo>
                <a:lnTo>
                  <a:pt x="2189" y="443"/>
                </a:lnTo>
                <a:lnTo>
                  <a:pt x="2191" y="443"/>
                </a:lnTo>
                <a:lnTo>
                  <a:pt x="2191" y="444"/>
                </a:lnTo>
                <a:lnTo>
                  <a:pt x="2190" y="444"/>
                </a:lnTo>
                <a:lnTo>
                  <a:pt x="2191" y="444"/>
                </a:lnTo>
                <a:lnTo>
                  <a:pt x="2194" y="444"/>
                </a:lnTo>
                <a:lnTo>
                  <a:pt x="2194" y="445"/>
                </a:lnTo>
                <a:lnTo>
                  <a:pt x="2196" y="445"/>
                </a:lnTo>
                <a:lnTo>
                  <a:pt x="2197" y="445"/>
                </a:lnTo>
                <a:lnTo>
                  <a:pt x="2197" y="444"/>
                </a:lnTo>
                <a:lnTo>
                  <a:pt x="2199" y="444"/>
                </a:lnTo>
                <a:lnTo>
                  <a:pt x="2200" y="443"/>
                </a:lnTo>
                <a:lnTo>
                  <a:pt x="2201" y="441"/>
                </a:lnTo>
                <a:lnTo>
                  <a:pt x="2201" y="440"/>
                </a:lnTo>
                <a:lnTo>
                  <a:pt x="2202" y="440"/>
                </a:lnTo>
                <a:lnTo>
                  <a:pt x="2203" y="440"/>
                </a:lnTo>
                <a:lnTo>
                  <a:pt x="2203" y="439"/>
                </a:lnTo>
                <a:lnTo>
                  <a:pt x="2203" y="438"/>
                </a:lnTo>
                <a:lnTo>
                  <a:pt x="2205" y="438"/>
                </a:lnTo>
                <a:lnTo>
                  <a:pt x="2206" y="438"/>
                </a:lnTo>
                <a:lnTo>
                  <a:pt x="2207" y="439"/>
                </a:lnTo>
                <a:lnTo>
                  <a:pt x="2208" y="439"/>
                </a:lnTo>
                <a:lnTo>
                  <a:pt x="2209" y="439"/>
                </a:lnTo>
                <a:lnTo>
                  <a:pt x="2209" y="438"/>
                </a:lnTo>
                <a:lnTo>
                  <a:pt x="2208" y="438"/>
                </a:lnTo>
                <a:lnTo>
                  <a:pt x="2209" y="438"/>
                </a:lnTo>
                <a:lnTo>
                  <a:pt x="2209" y="437"/>
                </a:lnTo>
                <a:lnTo>
                  <a:pt x="2210" y="437"/>
                </a:lnTo>
                <a:lnTo>
                  <a:pt x="2209" y="437"/>
                </a:lnTo>
                <a:lnTo>
                  <a:pt x="2209" y="436"/>
                </a:lnTo>
                <a:lnTo>
                  <a:pt x="2210" y="436"/>
                </a:lnTo>
                <a:lnTo>
                  <a:pt x="2210" y="437"/>
                </a:lnTo>
                <a:lnTo>
                  <a:pt x="2211" y="437"/>
                </a:lnTo>
                <a:lnTo>
                  <a:pt x="2211" y="436"/>
                </a:lnTo>
                <a:lnTo>
                  <a:pt x="2212" y="436"/>
                </a:lnTo>
                <a:lnTo>
                  <a:pt x="2213" y="435"/>
                </a:lnTo>
                <a:lnTo>
                  <a:pt x="2213" y="434"/>
                </a:lnTo>
                <a:lnTo>
                  <a:pt x="2213" y="433"/>
                </a:lnTo>
                <a:lnTo>
                  <a:pt x="2213" y="432"/>
                </a:lnTo>
                <a:lnTo>
                  <a:pt x="2214" y="432"/>
                </a:lnTo>
                <a:lnTo>
                  <a:pt x="2215" y="432"/>
                </a:lnTo>
                <a:lnTo>
                  <a:pt x="2215" y="431"/>
                </a:lnTo>
                <a:lnTo>
                  <a:pt x="2216" y="431"/>
                </a:lnTo>
                <a:lnTo>
                  <a:pt x="2216" y="430"/>
                </a:lnTo>
                <a:lnTo>
                  <a:pt x="2215" y="430"/>
                </a:lnTo>
                <a:lnTo>
                  <a:pt x="2216" y="430"/>
                </a:lnTo>
                <a:lnTo>
                  <a:pt x="2217" y="430"/>
                </a:lnTo>
                <a:lnTo>
                  <a:pt x="2217" y="429"/>
                </a:lnTo>
                <a:lnTo>
                  <a:pt x="2218" y="429"/>
                </a:lnTo>
                <a:lnTo>
                  <a:pt x="2220" y="429"/>
                </a:lnTo>
                <a:lnTo>
                  <a:pt x="2221" y="429"/>
                </a:lnTo>
                <a:lnTo>
                  <a:pt x="2222" y="428"/>
                </a:lnTo>
                <a:lnTo>
                  <a:pt x="2221" y="428"/>
                </a:lnTo>
                <a:lnTo>
                  <a:pt x="2222" y="427"/>
                </a:lnTo>
                <a:lnTo>
                  <a:pt x="2222" y="428"/>
                </a:lnTo>
                <a:lnTo>
                  <a:pt x="2223" y="427"/>
                </a:lnTo>
                <a:lnTo>
                  <a:pt x="2222" y="427"/>
                </a:lnTo>
                <a:lnTo>
                  <a:pt x="2223" y="427"/>
                </a:lnTo>
                <a:lnTo>
                  <a:pt x="2223" y="426"/>
                </a:lnTo>
                <a:lnTo>
                  <a:pt x="2224" y="426"/>
                </a:lnTo>
                <a:lnTo>
                  <a:pt x="2223" y="426"/>
                </a:lnTo>
                <a:lnTo>
                  <a:pt x="2223" y="425"/>
                </a:lnTo>
                <a:lnTo>
                  <a:pt x="2224" y="425"/>
                </a:lnTo>
                <a:lnTo>
                  <a:pt x="2224" y="426"/>
                </a:lnTo>
                <a:lnTo>
                  <a:pt x="2225" y="426"/>
                </a:lnTo>
                <a:lnTo>
                  <a:pt x="2226" y="426"/>
                </a:lnTo>
                <a:lnTo>
                  <a:pt x="2226" y="425"/>
                </a:lnTo>
                <a:lnTo>
                  <a:pt x="2227" y="425"/>
                </a:lnTo>
                <a:lnTo>
                  <a:pt x="2228" y="425"/>
                </a:lnTo>
                <a:lnTo>
                  <a:pt x="2229" y="425"/>
                </a:lnTo>
                <a:lnTo>
                  <a:pt x="2230" y="425"/>
                </a:lnTo>
                <a:lnTo>
                  <a:pt x="2230" y="424"/>
                </a:lnTo>
                <a:lnTo>
                  <a:pt x="2231" y="425"/>
                </a:lnTo>
                <a:lnTo>
                  <a:pt x="2231" y="424"/>
                </a:lnTo>
                <a:lnTo>
                  <a:pt x="2230" y="424"/>
                </a:lnTo>
                <a:lnTo>
                  <a:pt x="2230" y="423"/>
                </a:lnTo>
                <a:lnTo>
                  <a:pt x="2231" y="423"/>
                </a:lnTo>
                <a:lnTo>
                  <a:pt x="2231" y="422"/>
                </a:lnTo>
                <a:lnTo>
                  <a:pt x="2232" y="422"/>
                </a:lnTo>
                <a:lnTo>
                  <a:pt x="2233" y="422"/>
                </a:lnTo>
                <a:lnTo>
                  <a:pt x="2232" y="421"/>
                </a:lnTo>
                <a:lnTo>
                  <a:pt x="2232" y="420"/>
                </a:lnTo>
                <a:lnTo>
                  <a:pt x="2231" y="420"/>
                </a:lnTo>
                <a:lnTo>
                  <a:pt x="2231" y="419"/>
                </a:lnTo>
                <a:lnTo>
                  <a:pt x="2232" y="419"/>
                </a:lnTo>
                <a:lnTo>
                  <a:pt x="2233" y="419"/>
                </a:lnTo>
                <a:lnTo>
                  <a:pt x="2234" y="419"/>
                </a:lnTo>
                <a:lnTo>
                  <a:pt x="2235" y="419"/>
                </a:lnTo>
                <a:lnTo>
                  <a:pt x="2236" y="419"/>
                </a:lnTo>
                <a:lnTo>
                  <a:pt x="2236" y="418"/>
                </a:lnTo>
                <a:lnTo>
                  <a:pt x="2237" y="418"/>
                </a:lnTo>
                <a:lnTo>
                  <a:pt x="2238" y="418"/>
                </a:lnTo>
                <a:lnTo>
                  <a:pt x="2239" y="418"/>
                </a:lnTo>
                <a:lnTo>
                  <a:pt x="2239" y="419"/>
                </a:lnTo>
                <a:lnTo>
                  <a:pt x="2240" y="419"/>
                </a:lnTo>
                <a:lnTo>
                  <a:pt x="2241" y="419"/>
                </a:lnTo>
                <a:lnTo>
                  <a:pt x="2241" y="418"/>
                </a:lnTo>
                <a:lnTo>
                  <a:pt x="2240" y="418"/>
                </a:lnTo>
                <a:lnTo>
                  <a:pt x="2241" y="417"/>
                </a:lnTo>
                <a:lnTo>
                  <a:pt x="2242" y="417"/>
                </a:lnTo>
                <a:lnTo>
                  <a:pt x="2243" y="417"/>
                </a:lnTo>
                <a:lnTo>
                  <a:pt x="2242" y="417"/>
                </a:lnTo>
                <a:lnTo>
                  <a:pt x="2242" y="416"/>
                </a:lnTo>
                <a:lnTo>
                  <a:pt x="2242" y="415"/>
                </a:lnTo>
                <a:lnTo>
                  <a:pt x="2242" y="414"/>
                </a:lnTo>
                <a:lnTo>
                  <a:pt x="2242" y="413"/>
                </a:lnTo>
                <a:lnTo>
                  <a:pt x="2243" y="413"/>
                </a:lnTo>
                <a:lnTo>
                  <a:pt x="2244" y="413"/>
                </a:lnTo>
                <a:lnTo>
                  <a:pt x="2245" y="413"/>
                </a:lnTo>
                <a:lnTo>
                  <a:pt x="2246" y="413"/>
                </a:lnTo>
                <a:lnTo>
                  <a:pt x="2246" y="412"/>
                </a:lnTo>
                <a:lnTo>
                  <a:pt x="2246" y="411"/>
                </a:lnTo>
                <a:lnTo>
                  <a:pt x="2246" y="410"/>
                </a:lnTo>
                <a:lnTo>
                  <a:pt x="2247" y="410"/>
                </a:lnTo>
                <a:lnTo>
                  <a:pt x="2248" y="410"/>
                </a:lnTo>
                <a:lnTo>
                  <a:pt x="2249" y="410"/>
                </a:lnTo>
                <a:lnTo>
                  <a:pt x="2250" y="410"/>
                </a:lnTo>
                <a:lnTo>
                  <a:pt x="2249" y="409"/>
                </a:lnTo>
                <a:lnTo>
                  <a:pt x="2248" y="409"/>
                </a:lnTo>
                <a:lnTo>
                  <a:pt x="2249" y="409"/>
                </a:lnTo>
                <a:lnTo>
                  <a:pt x="2250" y="409"/>
                </a:lnTo>
                <a:lnTo>
                  <a:pt x="2250" y="408"/>
                </a:lnTo>
                <a:lnTo>
                  <a:pt x="2250" y="409"/>
                </a:lnTo>
                <a:lnTo>
                  <a:pt x="2250" y="408"/>
                </a:lnTo>
                <a:lnTo>
                  <a:pt x="2249" y="408"/>
                </a:lnTo>
                <a:lnTo>
                  <a:pt x="2250" y="407"/>
                </a:lnTo>
                <a:lnTo>
                  <a:pt x="2251" y="407"/>
                </a:lnTo>
                <a:lnTo>
                  <a:pt x="2252" y="407"/>
                </a:lnTo>
                <a:lnTo>
                  <a:pt x="2253" y="407"/>
                </a:lnTo>
                <a:lnTo>
                  <a:pt x="2253" y="406"/>
                </a:lnTo>
                <a:lnTo>
                  <a:pt x="2254" y="407"/>
                </a:lnTo>
                <a:lnTo>
                  <a:pt x="2255" y="407"/>
                </a:lnTo>
                <a:lnTo>
                  <a:pt x="2255" y="406"/>
                </a:lnTo>
                <a:lnTo>
                  <a:pt x="2256" y="406"/>
                </a:lnTo>
                <a:lnTo>
                  <a:pt x="2256" y="405"/>
                </a:lnTo>
                <a:lnTo>
                  <a:pt x="2255" y="405"/>
                </a:lnTo>
                <a:lnTo>
                  <a:pt x="2256" y="404"/>
                </a:lnTo>
                <a:lnTo>
                  <a:pt x="2257" y="405"/>
                </a:lnTo>
                <a:lnTo>
                  <a:pt x="2258" y="405"/>
                </a:lnTo>
                <a:lnTo>
                  <a:pt x="2258" y="406"/>
                </a:lnTo>
                <a:lnTo>
                  <a:pt x="2259" y="406"/>
                </a:lnTo>
                <a:lnTo>
                  <a:pt x="2260" y="406"/>
                </a:lnTo>
                <a:lnTo>
                  <a:pt x="2260" y="405"/>
                </a:lnTo>
                <a:lnTo>
                  <a:pt x="2259" y="405"/>
                </a:lnTo>
                <a:lnTo>
                  <a:pt x="2259" y="404"/>
                </a:lnTo>
                <a:lnTo>
                  <a:pt x="2260" y="404"/>
                </a:lnTo>
                <a:lnTo>
                  <a:pt x="2260" y="405"/>
                </a:lnTo>
                <a:lnTo>
                  <a:pt x="2261" y="404"/>
                </a:lnTo>
                <a:lnTo>
                  <a:pt x="2262" y="404"/>
                </a:lnTo>
                <a:lnTo>
                  <a:pt x="2263" y="404"/>
                </a:lnTo>
                <a:lnTo>
                  <a:pt x="2264" y="404"/>
                </a:lnTo>
                <a:lnTo>
                  <a:pt x="2265" y="404"/>
                </a:lnTo>
                <a:lnTo>
                  <a:pt x="2266" y="404"/>
                </a:lnTo>
                <a:lnTo>
                  <a:pt x="2267" y="404"/>
                </a:lnTo>
                <a:lnTo>
                  <a:pt x="2267" y="405"/>
                </a:lnTo>
                <a:lnTo>
                  <a:pt x="2267" y="404"/>
                </a:lnTo>
                <a:lnTo>
                  <a:pt x="2268" y="404"/>
                </a:lnTo>
                <a:lnTo>
                  <a:pt x="2268" y="405"/>
                </a:lnTo>
                <a:lnTo>
                  <a:pt x="2269" y="405"/>
                </a:lnTo>
                <a:lnTo>
                  <a:pt x="2269" y="404"/>
                </a:lnTo>
                <a:lnTo>
                  <a:pt x="2270" y="404"/>
                </a:lnTo>
                <a:lnTo>
                  <a:pt x="2271" y="403"/>
                </a:lnTo>
                <a:lnTo>
                  <a:pt x="2272" y="403"/>
                </a:lnTo>
                <a:lnTo>
                  <a:pt x="2272" y="404"/>
                </a:lnTo>
                <a:lnTo>
                  <a:pt x="2273" y="404"/>
                </a:lnTo>
                <a:lnTo>
                  <a:pt x="2274" y="404"/>
                </a:lnTo>
                <a:lnTo>
                  <a:pt x="2274" y="403"/>
                </a:lnTo>
                <a:lnTo>
                  <a:pt x="2273" y="403"/>
                </a:lnTo>
                <a:lnTo>
                  <a:pt x="2274" y="403"/>
                </a:lnTo>
                <a:lnTo>
                  <a:pt x="2275" y="403"/>
                </a:lnTo>
                <a:lnTo>
                  <a:pt x="2275" y="402"/>
                </a:lnTo>
                <a:lnTo>
                  <a:pt x="2276" y="402"/>
                </a:lnTo>
                <a:lnTo>
                  <a:pt x="2277" y="402"/>
                </a:lnTo>
                <a:lnTo>
                  <a:pt x="2277" y="403"/>
                </a:lnTo>
                <a:lnTo>
                  <a:pt x="2278" y="403"/>
                </a:lnTo>
                <a:lnTo>
                  <a:pt x="2279" y="403"/>
                </a:lnTo>
                <a:lnTo>
                  <a:pt x="2280" y="402"/>
                </a:lnTo>
                <a:lnTo>
                  <a:pt x="2281" y="402"/>
                </a:lnTo>
                <a:lnTo>
                  <a:pt x="2282" y="402"/>
                </a:lnTo>
                <a:lnTo>
                  <a:pt x="2283" y="401"/>
                </a:lnTo>
                <a:lnTo>
                  <a:pt x="2284" y="401"/>
                </a:lnTo>
                <a:lnTo>
                  <a:pt x="2285" y="401"/>
                </a:lnTo>
                <a:lnTo>
                  <a:pt x="2286" y="401"/>
                </a:lnTo>
                <a:lnTo>
                  <a:pt x="2287" y="401"/>
                </a:lnTo>
                <a:lnTo>
                  <a:pt x="2287" y="400"/>
                </a:lnTo>
                <a:lnTo>
                  <a:pt x="2288" y="400"/>
                </a:lnTo>
                <a:lnTo>
                  <a:pt x="2289" y="400"/>
                </a:lnTo>
                <a:lnTo>
                  <a:pt x="2290" y="400"/>
                </a:lnTo>
                <a:lnTo>
                  <a:pt x="2291" y="400"/>
                </a:lnTo>
                <a:lnTo>
                  <a:pt x="2292" y="400"/>
                </a:lnTo>
                <a:lnTo>
                  <a:pt x="2293" y="400"/>
                </a:lnTo>
                <a:lnTo>
                  <a:pt x="2294" y="400"/>
                </a:lnTo>
                <a:lnTo>
                  <a:pt x="2293" y="400"/>
                </a:lnTo>
                <a:lnTo>
                  <a:pt x="2294" y="401"/>
                </a:lnTo>
                <a:lnTo>
                  <a:pt x="2294" y="400"/>
                </a:lnTo>
                <a:lnTo>
                  <a:pt x="2295" y="400"/>
                </a:lnTo>
                <a:lnTo>
                  <a:pt x="2295" y="401"/>
                </a:lnTo>
                <a:lnTo>
                  <a:pt x="2296" y="401"/>
                </a:lnTo>
                <a:lnTo>
                  <a:pt x="2298" y="401"/>
                </a:lnTo>
                <a:lnTo>
                  <a:pt x="2299" y="400"/>
                </a:lnTo>
                <a:lnTo>
                  <a:pt x="2300" y="400"/>
                </a:lnTo>
                <a:lnTo>
                  <a:pt x="2301" y="400"/>
                </a:lnTo>
                <a:lnTo>
                  <a:pt x="2301" y="401"/>
                </a:lnTo>
                <a:lnTo>
                  <a:pt x="2302" y="401"/>
                </a:lnTo>
                <a:lnTo>
                  <a:pt x="2302" y="400"/>
                </a:lnTo>
                <a:lnTo>
                  <a:pt x="2303" y="400"/>
                </a:lnTo>
                <a:lnTo>
                  <a:pt x="2303" y="399"/>
                </a:lnTo>
                <a:lnTo>
                  <a:pt x="2304" y="400"/>
                </a:lnTo>
                <a:lnTo>
                  <a:pt x="2305" y="400"/>
                </a:lnTo>
                <a:lnTo>
                  <a:pt x="2306" y="400"/>
                </a:lnTo>
                <a:lnTo>
                  <a:pt x="2306" y="399"/>
                </a:lnTo>
                <a:lnTo>
                  <a:pt x="2307" y="399"/>
                </a:lnTo>
                <a:lnTo>
                  <a:pt x="2308" y="398"/>
                </a:lnTo>
                <a:lnTo>
                  <a:pt x="2309" y="398"/>
                </a:lnTo>
                <a:lnTo>
                  <a:pt x="2309" y="397"/>
                </a:lnTo>
                <a:lnTo>
                  <a:pt x="2309" y="396"/>
                </a:lnTo>
                <a:lnTo>
                  <a:pt x="2310" y="396"/>
                </a:lnTo>
                <a:lnTo>
                  <a:pt x="2311" y="396"/>
                </a:lnTo>
                <a:lnTo>
                  <a:pt x="2311" y="395"/>
                </a:lnTo>
                <a:lnTo>
                  <a:pt x="2312" y="395"/>
                </a:lnTo>
                <a:lnTo>
                  <a:pt x="2313" y="395"/>
                </a:lnTo>
                <a:lnTo>
                  <a:pt x="2313" y="394"/>
                </a:lnTo>
                <a:lnTo>
                  <a:pt x="2314" y="393"/>
                </a:lnTo>
                <a:lnTo>
                  <a:pt x="2314" y="392"/>
                </a:lnTo>
                <a:lnTo>
                  <a:pt x="2315" y="391"/>
                </a:lnTo>
                <a:lnTo>
                  <a:pt x="2316" y="391"/>
                </a:lnTo>
                <a:lnTo>
                  <a:pt x="2316" y="390"/>
                </a:lnTo>
                <a:lnTo>
                  <a:pt x="2315" y="390"/>
                </a:lnTo>
                <a:lnTo>
                  <a:pt x="2315" y="389"/>
                </a:lnTo>
                <a:lnTo>
                  <a:pt x="2316" y="389"/>
                </a:lnTo>
                <a:lnTo>
                  <a:pt x="2316" y="388"/>
                </a:lnTo>
                <a:lnTo>
                  <a:pt x="2315" y="388"/>
                </a:lnTo>
                <a:lnTo>
                  <a:pt x="2316" y="388"/>
                </a:lnTo>
                <a:lnTo>
                  <a:pt x="2317" y="388"/>
                </a:lnTo>
                <a:lnTo>
                  <a:pt x="2317" y="389"/>
                </a:lnTo>
                <a:lnTo>
                  <a:pt x="2318" y="389"/>
                </a:lnTo>
                <a:lnTo>
                  <a:pt x="2319" y="389"/>
                </a:lnTo>
                <a:lnTo>
                  <a:pt x="2320" y="389"/>
                </a:lnTo>
                <a:lnTo>
                  <a:pt x="2321" y="389"/>
                </a:lnTo>
                <a:lnTo>
                  <a:pt x="2321" y="388"/>
                </a:lnTo>
                <a:lnTo>
                  <a:pt x="2322" y="388"/>
                </a:lnTo>
                <a:lnTo>
                  <a:pt x="2322" y="387"/>
                </a:lnTo>
                <a:lnTo>
                  <a:pt x="2323" y="386"/>
                </a:lnTo>
                <a:lnTo>
                  <a:pt x="2324" y="386"/>
                </a:lnTo>
                <a:lnTo>
                  <a:pt x="2324" y="385"/>
                </a:lnTo>
                <a:lnTo>
                  <a:pt x="2325" y="385"/>
                </a:lnTo>
                <a:lnTo>
                  <a:pt x="2326" y="385"/>
                </a:lnTo>
                <a:lnTo>
                  <a:pt x="2327" y="385"/>
                </a:lnTo>
                <a:lnTo>
                  <a:pt x="2327" y="382"/>
                </a:lnTo>
                <a:lnTo>
                  <a:pt x="2328" y="382"/>
                </a:lnTo>
                <a:lnTo>
                  <a:pt x="2329" y="381"/>
                </a:lnTo>
                <a:lnTo>
                  <a:pt x="2329" y="380"/>
                </a:lnTo>
                <a:lnTo>
                  <a:pt x="2329" y="379"/>
                </a:lnTo>
                <a:lnTo>
                  <a:pt x="2330" y="379"/>
                </a:lnTo>
                <a:lnTo>
                  <a:pt x="2331" y="379"/>
                </a:lnTo>
                <a:lnTo>
                  <a:pt x="2332" y="379"/>
                </a:lnTo>
                <a:lnTo>
                  <a:pt x="2332" y="378"/>
                </a:lnTo>
                <a:lnTo>
                  <a:pt x="2331" y="378"/>
                </a:lnTo>
                <a:lnTo>
                  <a:pt x="2331" y="377"/>
                </a:lnTo>
                <a:lnTo>
                  <a:pt x="2331" y="376"/>
                </a:lnTo>
                <a:lnTo>
                  <a:pt x="2332" y="376"/>
                </a:lnTo>
                <a:lnTo>
                  <a:pt x="2333" y="376"/>
                </a:lnTo>
                <a:lnTo>
                  <a:pt x="2333" y="375"/>
                </a:lnTo>
                <a:lnTo>
                  <a:pt x="2334" y="375"/>
                </a:lnTo>
                <a:lnTo>
                  <a:pt x="2333" y="375"/>
                </a:lnTo>
                <a:lnTo>
                  <a:pt x="2333" y="374"/>
                </a:lnTo>
                <a:lnTo>
                  <a:pt x="2332" y="374"/>
                </a:lnTo>
                <a:lnTo>
                  <a:pt x="2331" y="373"/>
                </a:lnTo>
                <a:lnTo>
                  <a:pt x="2330" y="373"/>
                </a:lnTo>
                <a:lnTo>
                  <a:pt x="2329" y="373"/>
                </a:lnTo>
                <a:lnTo>
                  <a:pt x="2329" y="372"/>
                </a:lnTo>
                <a:lnTo>
                  <a:pt x="2330" y="371"/>
                </a:lnTo>
                <a:lnTo>
                  <a:pt x="2330" y="370"/>
                </a:lnTo>
                <a:lnTo>
                  <a:pt x="2331" y="369"/>
                </a:lnTo>
                <a:lnTo>
                  <a:pt x="2331" y="368"/>
                </a:lnTo>
                <a:lnTo>
                  <a:pt x="2332" y="368"/>
                </a:lnTo>
                <a:lnTo>
                  <a:pt x="2332" y="367"/>
                </a:lnTo>
                <a:lnTo>
                  <a:pt x="2331" y="367"/>
                </a:lnTo>
                <a:lnTo>
                  <a:pt x="2331" y="366"/>
                </a:lnTo>
                <a:lnTo>
                  <a:pt x="2332" y="366"/>
                </a:lnTo>
                <a:lnTo>
                  <a:pt x="2332" y="365"/>
                </a:lnTo>
                <a:lnTo>
                  <a:pt x="2331" y="365"/>
                </a:lnTo>
                <a:lnTo>
                  <a:pt x="2330" y="365"/>
                </a:lnTo>
                <a:lnTo>
                  <a:pt x="2330" y="364"/>
                </a:lnTo>
                <a:lnTo>
                  <a:pt x="2331" y="364"/>
                </a:lnTo>
                <a:lnTo>
                  <a:pt x="2332" y="364"/>
                </a:lnTo>
                <a:lnTo>
                  <a:pt x="2333" y="364"/>
                </a:lnTo>
                <a:lnTo>
                  <a:pt x="2332" y="364"/>
                </a:lnTo>
                <a:lnTo>
                  <a:pt x="2332" y="363"/>
                </a:lnTo>
                <a:lnTo>
                  <a:pt x="2333" y="362"/>
                </a:lnTo>
                <a:lnTo>
                  <a:pt x="2334" y="362"/>
                </a:lnTo>
                <a:lnTo>
                  <a:pt x="2334" y="361"/>
                </a:lnTo>
                <a:lnTo>
                  <a:pt x="2335" y="361"/>
                </a:lnTo>
                <a:lnTo>
                  <a:pt x="2335" y="360"/>
                </a:lnTo>
                <a:lnTo>
                  <a:pt x="2336" y="360"/>
                </a:lnTo>
                <a:lnTo>
                  <a:pt x="2335" y="360"/>
                </a:lnTo>
                <a:lnTo>
                  <a:pt x="2334" y="360"/>
                </a:lnTo>
                <a:lnTo>
                  <a:pt x="2333" y="359"/>
                </a:lnTo>
                <a:lnTo>
                  <a:pt x="2334" y="359"/>
                </a:lnTo>
                <a:lnTo>
                  <a:pt x="2335" y="359"/>
                </a:lnTo>
                <a:lnTo>
                  <a:pt x="2335" y="357"/>
                </a:lnTo>
                <a:lnTo>
                  <a:pt x="2334" y="357"/>
                </a:lnTo>
                <a:lnTo>
                  <a:pt x="2333" y="357"/>
                </a:lnTo>
                <a:lnTo>
                  <a:pt x="2334" y="357"/>
                </a:lnTo>
                <a:lnTo>
                  <a:pt x="2334" y="356"/>
                </a:lnTo>
                <a:lnTo>
                  <a:pt x="2333" y="356"/>
                </a:lnTo>
                <a:lnTo>
                  <a:pt x="2333" y="355"/>
                </a:lnTo>
                <a:lnTo>
                  <a:pt x="2333" y="356"/>
                </a:lnTo>
                <a:lnTo>
                  <a:pt x="2332" y="356"/>
                </a:lnTo>
                <a:lnTo>
                  <a:pt x="2331" y="356"/>
                </a:lnTo>
                <a:lnTo>
                  <a:pt x="2331" y="355"/>
                </a:lnTo>
                <a:lnTo>
                  <a:pt x="2330" y="355"/>
                </a:lnTo>
                <a:lnTo>
                  <a:pt x="2330" y="356"/>
                </a:lnTo>
                <a:lnTo>
                  <a:pt x="2329" y="356"/>
                </a:lnTo>
                <a:lnTo>
                  <a:pt x="2328" y="356"/>
                </a:lnTo>
                <a:lnTo>
                  <a:pt x="2328" y="357"/>
                </a:lnTo>
                <a:lnTo>
                  <a:pt x="2327" y="357"/>
                </a:lnTo>
                <a:lnTo>
                  <a:pt x="2327" y="356"/>
                </a:lnTo>
                <a:lnTo>
                  <a:pt x="2326" y="356"/>
                </a:lnTo>
                <a:lnTo>
                  <a:pt x="2326" y="355"/>
                </a:lnTo>
                <a:lnTo>
                  <a:pt x="2325" y="355"/>
                </a:lnTo>
                <a:lnTo>
                  <a:pt x="2324" y="355"/>
                </a:lnTo>
                <a:lnTo>
                  <a:pt x="2324" y="356"/>
                </a:lnTo>
                <a:lnTo>
                  <a:pt x="2323" y="356"/>
                </a:lnTo>
                <a:lnTo>
                  <a:pt x="2323" y="357"/>
                </a:lnTo>
                <a:lnTo>
                  <a:pt x="2322" y="357"/>
                </a:lnTo>
                <a:lnTo>
                  <a:pt x="2321" y="357"/>
                </a:lnTo>
                <a:lnTo>
                  <a:pt x="2320" y="357"/>
                </a:lnTo>
                <a:lnTo>
                  <a:pt x="2320" y="356"/>
                </a:lnTo>
                <a:lnTo>
                  <a:pt x="2321" y="356"/>
                </a:lnTo>
                <a:lnTo>
                  <a:pt x="2320" y="355"/>
                </a:lnTo>
                <a:lnTo>
                  <a:pt x="2318" y="355"/>
                </a:lnTo>
                <a:lnTo>
                  <a:pt x="2317" y="355"/>
                </a:lnTo>
                <a:lnTo>
                  <a:pt x="2316" y="356"/>
                </a:lnTo>
                <a:lnTo>
                  <a:pt x="2316" y="357"/>
                </a:lnTo>
                <a:lnTo>
                  <a:pt x="2315" y="357"/>
                </a:lnTo>
                <a:lnTo>
                  <a:pt x="2315" y="356"/>
                </a:lnTo>
                <a:lnTo>
                  <a:pt x="2314" y="356"/>
                </a:lnTo>
                <a:lnTo>
                  <a:pt x="2315" y="356"/>
                </a:lnTo>
                <a:lnTo>
                  <a:pt x="2316" y="356"/>
                </a:lnTo>
                <a:lnTo>
                  <a:pt x="2316" y="355"/>
                </a:lnTo>
                <a:lnTo>
                  <a:pt x="2315" y="355"/>
                </a:lnTo>
                <a:lnTo>
                  <a:pt x="2315" y="356"/>
                </a:lnTo>
                <a:lnTo>
                  <a:pt x="2313" y="356"/>
                </a:lnTo>
                <a:lnTo>
                  <a:pt x="2312" y="355"/>
                </a:lnTo>
                <a:lnTo>
                  <a:pt x="2312" y="354"/>
                </a:lnTo>
                <a:lnTo>
                  <a:pt x="2313" y="354"/>
                </a:lnTo>
                <a:lnTo>
                  <a:pt x="2314" y="354"/>
                </a:lnTo>
                <a:lnTo>
                  <a:pt x="2314" y="353"/>
                </a:lnTo>
                <a:lnTo>
                  <a:pt x="2313" y="353"/>
                </a:lnTo>
                <a:lnTo>
                  <a:pt x="2312" y="353"/>
                </a:lnTo>
                <a:lnTo>
                  <a:pt x="2312" y="352"/>
                </a:lnTo>
                <a:lnTo>
                  <a:pt x="2311" y="352"/>
                </a:lnTo>
                <a:lnTo>
                  <a:pt x="2310" y="352"/>
                </a:lnTo>
                <a:lnTo>
                  <a:pt x="2311" y="352"/>
                </a:lnTo>
                <a:lnTo>
                  <a:pt x="2311" y="353"/>
                </a:lnTo>
                <a:lnTo>
                  <a:pt x="2310" y="353"/>
                </a:lnTo>
                <a:lnTo>
                  <a:pt x="2309" y="353"/>
                </a:lnTo>
                <a:lnTo>
                  <a:pt x="2309" y="352"/>
                </a:lnTo>
                <a:lnTo>
                  <a:pt x="2309" y="351"/>
                </a:lnTo>
                <a:lnTo>
                  <a:pt x="2310" y="351"/>
                </a:lnTo>
                <a:lnTo>
                  <a:pt x="2311" y="350"/>
                </a:lnTo>
                <a:lnTo>
                  <a:pt x="2311" y="349"/>
                </a:lnTo>
                <a:lnTo>
                  <a:pt x="2312" y="349"/>
                </a:lnTo>
                <a:lnTo>
                  <a:pt x="2313" y="349"/>
                </a:lnTo>
                <a:lnTo>
                  <a:pt x="2313" y="348"/>
                </a:lnTo>
                <a:lnTo>
                  <a:pt x="2314" y="348"/>
                </a:lnTo>
                <a:lnTo>
                  <a:pt x="2315" y="348"/>
                </a:lnTo>
                <a:lnTo>
                  <a:pt x="2316" y="348"/>
                </a:lnTo>
                <a:lnTo>
                  <a:pt x="2316" y="349"/>
                </a:lnTo>
                <a:lnTo>
                  <a:pt x="2317" y="349"/>
                </a:lnTo>
                <a:lnTo>
                  <a:pt x="2318" y="349"/>
                </a:lnTo>
                <a:lnTo>
                  <a:pt x="2318" y="348"/>
                </a:lnTo>
                <a:lnTo>
                  <a:pt x="2319" y="347"/>
                </a:lnTo>
                <a:lnTo>
                  <a:pt x="2319" y="346"/>
                </a:lnTo>
                <a:lnTo>
                  <a:pt x="2319" y="345"/>
                </a:lnTo>
                <a:lnTo>
                  <a:pt x="2320" y="345"/>
                </a:lnTo>
                <a:lnTo>
                  <a:pt x="2321" y="346"/>
                </a:lnTo>
                <a:lnTo>
                  <a:pt x="2321" y="345"/>
                </a:lnTo>
                <a:lnTo>
                  <a:pt x="2322" y="345"/>
                </a:lnTo>
                <a:lnTo>
                  <a:pt x="2322" y="344"/>
                </a:lnTo>
                <a:lnTo>
                  <a:pt x="2321" y="344"/>
                </a:lnTo>
                <a:lnTo>
                  <a:pt x="2321" y="343"/>
                </a:lnTo>
                <a:lnTo>
                  <a:pt x="2322" y="343"/>
                </a:lnTo>
                <a:lnTo>
                  <a:pt x="2323" y="343"/>
                </a:lnTo>
                <a:lnTo>
                  <a:pt x="2323" y="342"/>
                </a:lnTo>
                <a:lnTo>
                  <a:pt x="2324" y="342"/>
                </a:lnTo>
                <a:lnTo>
                  <a:pt x="2323" y="341"/>
                </a:lnTo>
                <a:lnTo>
                  <a:pt x="2323" y="340"/>
                </a:lnTo>
                <a:lnTo>
                  <a:pt x="2323" y="339"/>
                </a:lnTo>
                <a:lnTo>
                  <a:pt x="2322" y="339"/>
                </a:lnTo>
                <a:lnTo>
                  <a:pt x="2321" y="339"/>
                </a:lnTo>
                <a:lnTo>
                  <a:pt x="2320" y="339"/>
                </a:lnTo>
                <a:lnTo>
                  <a:pt x="2320" y="338"/>
                </a:lnTo>
                <a:lnTo>
                  <a:pt x="2321" y="338"/>
                </a:lnTo>
                <a:lnTo>
                  <a:pt x="2322" y="338"/>
                </a:lnTo>
                <a:lnTo>
                  <a:pt x="2323" y="338"/>
                </a:lnTo>
                <a:lnTo>
                  <a:pt x="2323" y="337"/>
                </a:lnTo>
                <a:lnTo>
                  <a:pt x="2323" y="336"/>
                </a:lnTo>
                <a:lnTo>
                  <a:pt x="2324" y="336"/>
                </a:lnTo>
                <a:lnTo>
                  <a:pt x="2324" y="335"/>
                </a:lnTo>
                <a:lnTo>
                  <a:pt x="2324" y="334"/>
                </a:lnTo>
                <a:lnTo>
                  <a:pt x="2323" y="334"/>
                </a:lnTo>
                <a:lnTo>
                  <a:pt x="2324" y="334"/>
                </a:lnTo>
                <a:lnTo>
                  <a:pt x="2325" y="334"/>
                </a:lnTo>
                <a:lnTo>
                  <a:pt x="2325" y="333"/>
                </a:lnTo>
                <a:lnTo>
                  <a:pt x="2325" y="332"/>
                </a:lnTo>
                <a:lnTo>
                  <a:pt x="2324" y="332"/>
                </a:lnTo>
                <a:lnTo>
                  <a:pt x="2324" y="331"/>
                </a:lnTo>
                <a:lnTo>
                  <a:pt x="2324" y="330"/>
                </a:lnTo>
                <a:lnTo>
                  <a:pt x="2326" y="330"/>
                </a:lnTo>
                <a:lnTo>
                  <a:pt x="2327" y="330"/>
                </a:lnTo>
                <a:lnTo>
                  <a:pt x="2327" y="329"/>
                </a:lnTo>
                <a:lnTo>
                  <a:pt x="2327" y="328"/>
                </a:lnTo>
                <a:lnTo>
                  <a:pt x="2326" y="328"/>
                </a:lnTo>
                <a:lnTo>
                  <a:pt x="2326" y="327"/>
                </a:lnTo>
                <a:lnTo>
                  <a:pt x="2325" y="327"/>
                </a:lnTo>
                <a:lnTo>
                  <a:pt x="2325" y="326"/>
                </a:lnTo>
                <a:lnTo>
                  <a:pt x="2326" y="326"/>
                </a:lnTo>
                <a:lnTo>
                  <a:pt x="2326" y="325"/>
                </a:lnTo>
                <a:lnTo>
                  <a:pt x="2327" y="325"/>
                </a:lnTo>
                <a:lnTo>
                  <a:pt x="2328" y="325"/>
                </a:lnTo>
                <a:lnTo>
                  <a:pt x="2329" y="325"/>
                </a:lnTo>
                <a:lnTo>
                  <a:pt x="2330" y="324"/>
                </a:lnTo>
                <a:lnTo>
                  <a:pt x="2331" y="324"/>
                </a:lnTo>
                <a:lnTo>
                  <a:pt x="2331" y="323"/>
                </a:lnTo>
                <a:lnTo>
                  <a:pt x="2331" y="322"/>
                </a:lnTo>
                <a:lnTo>
                  <a:pt x="2332" y="322"/>
                </a:lnTo>
                <a:lnTo>
                  <a:pt x="2332" y="323"/>
                </a:lnTo>
                <a:lnTo>
                  <a:pt x="2333" y="323"/>
                </a:lnTo>
                <a:lnTo>
                  <a:pt x="2334" y="323"/>
                </a:lnTo>
                <a:lnTo>
                  <a:pt x="2334" y="322"/>
                </a:lnTo>
                <a:lnTo>
                  <a:pt x="2335" y="322"/>
                </a:lnTo>
                <a:lnTo>
                  <a:pt x="2335" y="321"/>
                </a:lnTo>
                <a:lnTo>
                  <a:pt x="2335" y="320"/>
                </a:lnTo>
                <a:lnTo>
                  <a:pt x="2336" y="320"/>
                </a:lnTo>
                <a:lnTo>
                  <a:pt x="2337" y="320"/>
                </a:lnTo>
                <a:lnTo>
                  <a:pt x="2337" y="319"/>
                </a:lnTo>
                <a:lnTo>
                  <a:pt x="2337" y="318"/>
                </a:lnTo>
                <a:lnTo>
                  <a:pt x="2336" y="318"/>
                </a:lnTo>
                <a:lnTo>
                  <a:pt x="2336" y="317"/>
                </a:lnTo>
                <a:lnTo>
                  <a:pt x="2339" y="317"/>
                </a:lnTo>
                <a:lnTo>
                  <a:pt x="2339" y="316"/>
                </a:lnTo>
                <a:lnTo>
                  <a:pt x="2340" y="316"/>
                </a:lnTo>
                <a:lnTo>
                  <a:pt x="2341" y="317"/>
                </a:lnTo>
                <a:lnTo>
                  <a:pt x="2342" y="316"/>
                </a:lnTo>
                <a:lnTo>
                  <a:pt x="2343" y="315"/>
                </a:lnTo>
                <a:lnTo>
                  <a:pt x="2343" y="314"/>
                </a:lnTo>
                <a:lnTo>
                  <a:pt x="2344" y="314"/>
                </a:lnTo>
                <a:lnTo>
                  <a:pt x="2344" y="313"/>
                </a:lnTo>
                <a:lnTo>
                  <a:pt x="2345" y="313"/>
                </a:lnTo>
                <a:lnTo>
                  <a:pt x="2345" y="312"/>
                </a:lnTo>
                <a:lnTo>
                  <a:pt x="2346" y="312"/>
                </a:lnTo>
                <a:lnTo>
                  <a:pt x="2346" y="311"/>
                </a:lnTo>
                <a:lnTo>
                  <a:pt x="2346" y="310"/>
                </a:lnTo>
                <a:lnTo>
                  <a:pt x="2347" y="310"/>
                </a:lnTo>
                <a:lnTo>
                  <a:pt x="2348" y="309"/>
                </a:lnTo>
                <a:lnTo>
                  <a:pt x="2348" y="308"/>
                </a:lnTo>
                <a:lnTo>
                  <a:pt x="2349" y="307"/>
                </a:lnTo>
                <a:lnTo>
                  <a:pt x="2349" y="306"/>
                </a:lnTo>
                <a:lnTo>
                  <a:pt x="2348" y="306"/>
                </a:lnTo>
                <a:lnTo>
                  <a:pt x="2349" y="306"/>
                </a:lnTo>
                <a:lnTo>
                  <a:pt x="2349" y="305"/>
                </a:lnTo>
                <a:lnTo>
                  <a:pt x="2349" y="304"/>
                </a:lnTo>
                <a:lnTo>
                  <a:pt x="2350" y="304"/>
                </a:lnTo>
                <a:lnTo>
                  <a:pt x="2351" y="304"/>
                </a:lnTo>
                <a:lnTo>
                  <a:pt x="2350" y="304"/>
                </a:lnTo>
                <a:lnTo>
                  <a:pt x="2350" y="303"/>
                </a:lnTo>
                <a:lnTo>
                  <a:pt x="2349" y="302"/>
                </a:lnTo>
                <a:lnTo>
                  <a:pt x="2350" y="302"/>
                </a:lnTo>
                <a:lnTo>
                  <a:pt x="2350" y="301"/>
                </a:lnTo>
                <a:lnTo>
                  <a:pt x="2349" y="300"/>
                </a:lnTo>
                <a:lnTo>
                  <a:pt x="2348" y="299"/>
                </a:lnTo>
                <a:lnTo>
                  <a:pt x="2348" y="297"/>
                </a:lnTo>
                <a:lnTo>
                  <a:pt x="2349" y="297"/>
                </a:lnTo>
                <a:lnTo>
                  <a:pt x="2349" y="296"/>
                </a:lnTo>
                <a:lnTo>
                  <a:pt x="2348" y="295"/>
                </a:lnTo>
                <a:lnTo>
                  <a:pt x="2347" y="295"/>
                </a:lnTo>
                <a:lnTo>
                  <a:pt x="2347" y="294"/>
                </a:lnTo>
                <a:lnTo>
                  <a:pt x="2347" y="293"/>
                </a:lnTo>
                <a:lnTo>
                  <a:pt x="2348" y="293"/>
                </a:lnTo>
                <a:lnTo>
                  <a:pt x="2349" y="293"/>
                </a:lnTo>
                <a:lnTo>
                  <a:pt x="2349" y="292"/>
                </a:lnTo>
                <a:lnTo>
                  <a:pt x="2350" y="292"/>
                </a:lnTo>
                <a:lnTo>
                  <a:pt x="2350" y="291"/>
                </a:lnTo>
                <a:lnTo>
                  <a:pt x="2350" y="290"/>
                </a:lnTo>
                <a:lnTo>
                  <a:pt x="2351" y="290"/>
                </a:lnTo>
                <a:lnTo>
                  <a:pt x="2352" y="290"/>
                </a:lnTo>
                <a:lnTo>
                  <a:pt x="2352" y="289"/>
                </a:lnTo>
                <a:lnTo>
                  <a:pt x="2353" y="289"/>
                </a:lnTo>
                <a:lnTo>
                  <a:pt x="2354" y="288"/>
                </a:lnTo>
                <a:lnTo>
                  <a:pt x="2355" y="287"/>
                </a:lnTo>
                <a:lnTo>
                  <a:pt x="2356" y="287"/>
                </a:lnTo>
                <a:lnTo>
                  <a:pt x="2356" y="286"/>
                </a:lnTo>
                <a:lnTo>
                  <a:pt x="2356" y="285"/>
                </a:lnTo>
                <a:lnTo>
                  <a:pt x="2357" y="285"/>
                </a:lnTo>
                <a:lnTo>
                  <a:pt x="2357" y="284"/>
                </a:lnTo>
                <a:lnTo>
                  <a:pt x="2357" y="283"/>
                </a:lnTo>
                <a:lnTo>
                  <a:pt x="2358" y="283"/>
                </a:lnTo>
                <a:lnTo>
                  <a:pt x="2358" y="282"/>
                </a:lnTo>
                <a:lnTo>
                  <a:pt x="2358" y="281"/>
                </a:lnTo>
                <a:lnTo>
                  <a:pt x="2359" y="281"/>
                </a:lnTo>
                <a:lnTo>
                  <a:pt x="2359" y="280"/>
                </a:lnTo>
                <a:lnTo>
                  <a:pt x="2360" y="280"/>
                </a:lnTo>
                <a:lnTo>
                  <a:pt x="2361" y="280"/>
                </a:lnTo>
                <a:lnTo>
                  <a:pt x="2362" y="280"/>
                </a:lnTo>
                <a:lnTo>
                  <a:pt x="2362" y="279"/>
                </a:lnTo>
                <a:lnTo>
                  <a:pt x="2362" y="278"/>
                </a:lnTo>
                <a:lnTo>
                  <a:pt x="2364" y="278"/>
                </a:lnTo>
                <a:lnTo>
                  <a:pt x="2364" y="277"/>
                </a:lnTo>
                <a:lnTo>
                  <a:pt x="2365" y="277"/>
                </a:lnTo>
                <a:lnTo>
                  <a:pt x="2366" y="277"/>
                </a:lnTo>
                <a:lnTo>
                  <a:pt x="2367" y="277"/>
                </a:lnTo>
                <a:lnTo>
                  <a:pt x="2368" y="276"/>
                </a:lnTo>
                <a:lnTo>
                  <a:pt x="2368" y="275"/>
                </a:lnTo>
                <a:lnTo>
                  <a:pt x="2367" y="275"/>
                </a:lnTo>
                <a:lnTo>
                  <a:pt x="2368" y="275"/>
                </a:lnTo>
                <a:lnTo>
                  <a:pt x="2369" y="275"/>
                </a:lnTo>
                <a:lnTo>
                  <a:pt x="2369" y="274"/>
                </a:lnTo>
                <a:lnTo>
                  <a:pt x="2370" y="274"/>
                </a:lnTo>
                <a:lnTo>
                  <a:pt x="2370" y="273"/>
                </a:lnTo>
                <a:lnTo>
                  <a:pt x="2371" y="273"/>
                </a:lnTo>
                <a:lnTo>
                  <a:pt x="2372" y="273"/>
                </a:lnTo>
                <a:lnTo>
                  <a:pt x="2372" y="272"/>
                </a:lnTo>
                <a:lnTo>
                  <a:pt x="2373" y="272"/>
                </a:lnTo>
                <a:lnTo>
                  <a:pt x="2373" y="271"/>
                </a:lnTo>
                <a:lnTo>
                  <a:pt x="2372" y="271"/>
                </a:lnTo>
                <a:lnTo>
                  <a:pt x="2371" y="271"/>
                </a:lnTo>
                <a:lnTo>
                  <a:pt x="2371" y="270"/>
                </a:lnTo>
                <a:lnTo>
                  <a:pt x="2372" y="270"/>
                </a:lnTo>
                <a:lnTo>
                  <a:pt x="2373" y="270"/>
                </a:lnTo>
                <a:lnTo>
                  <a:pt x="2374" y="270"/>
                </a:lnTo>
                <a:lnTo>
                  <a:pt x="2374" y="269"/>
                </a:lnTo>
                <a:lnTo>
                  <a:pt x="2374" y="268"/>
                </a:lnTo>
                <a:lnTo>
                  <a:pt x="2375" y="268"/>
                </a:lnTo>
                <a:lnTo>
                  <a:pt x="2376" y="268"/>
                </a:lnTo>
                <a:lnTo>
                  <a:pt x="2376" y="267"/>
                </a:lnTo>
                <a:lnTo>
                  <a:pt x="2375" y="266"/>
                </a:lnTo>
                <a:lnTo>
                  <a:pt x="2375" y="265"/>
                </a:lnTo>
                <a:lnTo>
                  <a:pt x="2375" y="264"/>
                </a:lnTo>
                <a:lnTo>
                  <a:pt x="2376" y="264"/>
                </a:lnTo>
                <a:lnTo>
                  <a:pt x="2377" y="264"/>
                </a:lnTo>
                <a:lnTo>
                  <a:pt x="2377" y="263"/>
                </a:lnTo>
                <a:lnTo>
                  <a:pt x="2377" y="262"/>
                </a:lnTo>
                <a:lnTo>
                  <a:pt x="2377" y="261"/>
                </a:lnTo>
                <a:lnTo>
                  <a:pt x="2378" y="261"/>
                </a:lnTo>
                <a:lnTo>
                  <a:pt x="2378" y="260"/>
                </a:lnTo>
                <a:lnTo>
                  <a:pt x="2377" y="260"/>
                </a:lnTo>
                <a:lnTo>
                  <a:pt x="2376" y="260"/>
                </a:lnTo>
                <a:lnTo>
                  <a:pt x="2376" y="259"/>
                </a:lnTo>
                <a:lnTo>
                  <a:pt x="2377" y="259"/>
                </a:lnTo>
                <a:lnTo>
                  <a:pt x="2378" y="259"/>
                </a:lnTo>
                <a:lnTo>
                  <a:pt x="2379" y="259"/>
                </a:lnTo>
                <a:lnTo>
                  <a:pt x="2379" y="258"/>
                </a:lnTo>
                <a:lnTo>
                  <a:pt x="2378" y="258"/>
                </a:lnTo>
                <a:lnTo>
                  <a:pt x="2378" y="257"/>
                </a:lnTo>
                <a:lnTo>
                  <a:pt x="2377" y="257"/>
                </a:lnTo>
                <a:lnTo>
                  <a:pt x="2377" y="256"/>
                </a:lnTo>
                <a:lnTo>
                  <a:pt x="2377" y="255"/>
                </a:lnTo>
                <a:lnTo>
                  <a:pt x="2376" y="255"/>
                </a:lnTo>
                <a:lnTo>
                  <a:pt x="2376" y="254"/>
                </a:lnTo>
                <a:lnTo>
                  <a:pt x="2376" y="253"/>
                </a:lnTo>
                <a:lnTo>
                  <a:pt x="2377" y="253"/>
                </a:lnTo>
                <a:lnTo>
                  <a:pt x="2377" y="252"/>
                </a:lnTo>
                <a:lnTo>
                  <a:pt x="2378" y="252"/>
                </a:lnTo>
                <a:lnTo>
                  <a:pt x="2379" y="252"/>
                </a:lnTo>
                <a:lnTo>
                  <a:pt x="2380" y="253"/>
                </a:lnTo>
                <a:lnTo>
                  <a:pt x="2381" y="253"/>
                </a:lnTo>
                <a:lnTo>
                  <a:pt x="2382" y="253"/>
                </a:lnTo>
                <a:lnTo>
                  <a:pt x="2383" y="253"/>
                </a:lnTo>
                <a:lnTo>
                  <a:pt x="2382" y="252"/>
                </a:lnTo>
                <a:lnTo>
                  <a:pt x="2381" y="251"/>
                </a:lnTo>
                <a:lnTo>
                  <a:pt x="2380" y="251"/>
                </a:lnTo>
                <a:lnTo>
                  <a:pt x="2380" y="250"/>
                </a:lnTo>
                <a:lnTo>
                  <a:pt x="2380" y="249"/>
                </a:lnTo>
                <a:lnTo>
                  <a:pt x="2381" y="248"/>
                </a:lnTo>
                <a:lnTo>
                  <a:pt x="2382" y="248"/>
                </a:lnTo>
                <a:lnTo>
                  <a:pt x="2383" y="248"/>
                </a:lnTo>
                <a:lnTo>
                  <a:pt x="2383" y="247"/>
                </a:lnTo>
                <a:lnTo>
                  <a:pt x="2382" y="247"/>
                </a:lnTo>
                <a:lnTo>
                  <a:pt x="2382" y="246"/>
                </a:lnTo>
                <a:lnTo>
                  <a:pt x="2381" y="246"/>
                </a:lnTo>
                <a:lnTo>
                  <a:pt x="2381" y="245"/>
                </a:lnTo>
                <a:lnTo>
                  <a:pt x="2382" y="245"/>
                </a:lnTo>
                <a:lnTo>
                  <a:pt x="2382" y="244"/>
                </a:lnTo>
                <a:lnTo>
                  <a:pt x="2383" y="244"/>
                </a:lnTo>
                <a:lnTo>
                  <a:pt x="2384" y="244"/>
                </a:lnTo>
                <a:lnTo>
                  <a:pt x="2385" y="244"/>
                </a:lnTo>
                <a:lnTo>
                  <a:pt x="2386" y="244"/>
                </a:lnTo>
                <a:lnTo>
                  <a:pt x="2388" y="244"/>
                </a:lnTo>
                <a:lnTo>
                  <a:pt x="2389" y="243"/>
                </a:lnTo>
                <a:lnTo>
                  <a:pt x="2389" y="241"/>
                </a:lnTo>
                <a:lnTo>
                  <a:pt x="2389" y="240"/>
                </a:lnTo>
                <a:lnTo>
                  <a:pt x="2388" y="240"/>
                </a:lnTo>
                <a:lnTo>
                  <a:pt x="2389" y="240"/>
                </a:lnTo>
                <a:lnTo>
                  <a:pt x="2389" y="239"/>
                </a:lnTo>
                <a:lnTo>
                  <a:pt x="2389" y="238"/>
                </a:lnTo>
                <a:lnTo>
                  <a:pt x="2390" y="238"/>
                </a:lnTo>
                <a:lnTo>
                  <a:pt x="2391" y="238"/>
                </a:lnTo>
                <a:lnTo>
                  <a:pt x="2391" y="237"/>
                </a:lnTo>
                <a:lnTo>
                  <a:pt x="2392" y="238"/>
                </a:lnTo>
                <a:lnTo>
                  <a:pt x="2393" y="238"/>
                </a:lnTo>
                <a:lnTo>
                  <a:pt x="2393" y="237"/>
                </a:lnTo>
                <a:lnTo>
                  <a:pt x="2394" y="237"/>
                </a:lnTo>
                <a:lnTo>
                  <a:pt x="2395" y="237"/>
                </a:lnTo>
                <a:lnTo>
                  <a:pt x="2395" y="236"/>
                </a:lnTo>
                <a:lnTo>
                  <a:pt x="2395" y="235"/>
                </a:lnTo>
                <a:lnTo>
                  <a:pt x="2394" y="235"/>
                </a:lnTo>
                <a:lnTo>
                  <a:pt x="2393" y="235"/>
                </a:lnTo>
                <a:lnTo>
                  <a:pt x="2392" y="234"/>
                </a:lnTo>
                <a:lnTo>
                  <a:pt x="2392" y="233"/>
                </a:lnTo>
                <a:lnTo>
                  <a:pt x="2391" y="233"/>
                </a:lnTo>
                <a:lnTo>
                  <a:pt x="2391" y="232"/>
                </a:lnTo>
                <a:lnTo>
                  <a:pt x="2392" y="232"/>
                </a:lnTo>
                <a:lnTo>
                  <a:pt x="2393" y="232"/>
                </a:lnTo>
                <a:lnTo>
                  <a:pt x="2394" y="231"/>
                </a:lnTo>
                <a:lnTo>
                  <a:pt x="2395" y="232"/>
                </a:lnTo>
                <a:lnTo>
                  <a:pt x="2396" y="232"/>
                </a:lnTo>
                <a:lnTo>
                  <a:pt x="2396" y="231"/>
                </a:lnTo>
                <a:lnTo>
                  <a:pt x="2398" y="231"/>
                </a:lnTo>
                <a:lnTo>
                  <a:pt x="2398" y="230"/>
                </a:lnTo>
                <a:lnTo>
                  <a:pt x="2398" y="229"/>
                </a:lnTo>
                <a:lnTo>
                  <a:pt x="2398" y="228"/>
                </a:lnTo>
                <a:lnTo>
                  <a:pt x="2398" y="227"/>
                </a:lnTo>
                <a:lnTo>
                  <a:pt x="2399" y="226"/>
                </a:lnTo>
                <a:lnTo>
                  <a:pt x="2400" y="226"/>
                </a:lnTo>
                <a:lnTo>
                  <a:pt x="2400" y="225"/>
                </a:lnTo>
                <a:lnTo>
                  <a:pt x="2401" y="225"/>
                </a:lnTo>
                <a:lnTo>
                  <a:pt x="2401" y="224"/>
                </a:lnTo>
                <a:lnTo>
                  <a:pt x="2401" y="223"/>
                </a:lnTo>
                <a:lnTo>
                  <a:pt x="2400" y="223"/>
                </a:lnTo>
                <a:lnTo>
                  <a:pt x="2400" y="222"/>
                </a:lnTo>
                <a:lnTo>
                  <a:pt x="2399" y="222"/>
                </a:lnTo>
                <a:lnTo>
                  <a:pt x="2399" y="221"/>
                </a:lnTo>
                <a:lnTo>
                  <a:pt x="2400" y="220"/>
                </a:lnTo>
                <a:lnTo>
                  <a:pt x="2400" y="219"/>
                </a:lnTo>
                <a:lnTo>
                  <a:pt x="2399" y="219"/>
                </a:lnTo>
                <a:lnTo>
                  <a:pt x="2399" y="218"/>
                </a:lnTo>
                <a:lnTo>
                  <a:pt x="2400" y="218"/>
                </a:lnTo>
                <a:lnTo>
                  <a:pt x="2401" y="218"/>
                </a:lnTo>
                <a:lnTo>
                  <a:pt x="2402" y="218"/>
                </a:lnTo>
                <a:lnTo>
                  <a:pt x="2402" y="217"/>
                </a:lnTo>
                <a:lnTo>
                  <a:pt x="2403" y="217"/>
                </a:lnTo>
                <a:lnTo>
                  <a:pt x="2403" y="216"/>
                </a:lnTo>
                <a:lnTo>
                  <a:pt x="2404" y="216"/>
                </a:lnTo>
                <a:lnTo>
                  <a:pt x="2404" y="215"/>
                </a:lnTo>
                <a:lnTo>
                  <a:pt x="2404" y="214"/>
                </a:lnTo>
                <a:lnTo>
                  <a:pt x="2405" y="214"/>
                </a:lnTo>
                <a:lnTo>
                  <a:pt x="2406" y="214"/>
                </a:lnTo>
                <a:lnTo>
                  <a:pt x="2406" y="213"/>
                </a:lnTo>
                <a:lnTo>
                  <a:pt x="2406" y="212"/>
                </a:lnTo>
                <a:lnTo>
                  <a:pt x="2406" y="211"/>
                </a:lnTo>
                <a:lnTo>
                  <a:pt x="2406" y="210"/>
                </a:lnTo>
                <a:lnTo>
                  <a:pt x="2405" y="210"/>
                </a:lnTo>
                <a:lnTo>
                  <a:pt x="2405" y="209"/>
                </a:lnTo>
                <a:lnTo>
                  <a:pt x="2405" y="208"/>
                </a:lnTo>
                <a:lnTo>
                  <a:pt x="2406" y="207"/>
                </a:lnTo>
                <a:lnTo>
                  <a:pt x="2406" y="206"/>
                </a:lnTo>
                <a:lnTo>
                  <a:pt x="2406" y="205"/>
                </a:lnTo>
                <a:lnTo>
                  <a:pt x="2407" y="205"/>
                </a:lnTo>
                <a:lnTo>
                  <a:pt x="2407" y="204"/>
                </a:lnTo>
                <a:lnTo>
                  <a:pt x="2407" y="203"/>
                </a:lnTo>
                <a:lnTo>
                  <a:pt x="2408" y="203"/>
                </a:lnTo>
                <a:lnTo>
                  <a:pt x="2408" y="202"/>
                </a:lnTo>
                <a:lnTo>
                  <a:pt x="2409" y="202"/>
                </a:lnTo>
                <a:lnTo>
                  <a:pt x="2410" y="202"/>
                </a:lnTo>
                <a:lnTo>
                  <a:pt x="2411" y="202"/>
                </a:lnTo>
                <a:lnTo>
                  <a:pt x="2411" y="201"/>
                </a:lnTo>
                <a:lnTo>
                  <a:pt x="2412" y="201"/>
                </a:lnTo>
                <a:lnTo>
                  <a:pt x="2412" y="200"/>
                </a:lnTo>
                <a:lnTo>
                  <a:pt x="2411" y="200"/>
                </a:lnTo>
                <a:lnTo>
                  <a:pt x="2411" y="199"/>
                </a:lnTo>
                <a:lnTo>
                  <a:pt x="2410" y="199"/>
                </a:lnTo>
                <a:lnTo>
                  <a:pt x="2410" y="198"/>
                </a:lnTo>
                <a:lnTo>
                  <a:pt x="2411" y="198"/>
                </a:lnTo>
                <a:lnTo>
                  <a:pt x="2411" y="197"/>
                </a:lnTo>
                <a:lnTo>
                  <a:pt x="2411" y="198"/>
                </a:lnTo>
                <a:lnTo>
                  <a:pt x="2412" y="198"/>
                </a:lnTo>
                <a:lnTo>
                  <a:pt x="2413" y="198"/>
                </a:lnTo>
                <a:lnTo>
                  <a:pt x="2414" y="198"/>
                </a:lnTo>
                <a:lnTo>
                  <a:pt x="2416" y="198"/>
                </a:lnTo>
                <a:lnTo>
                  <a:pt x="2417" y="198"/>
                </a:lnTo>
                <a:lnTo>
                  <a:pt x="2418" y="198"/>
                </a:lnTo>
                <a:lnTo>
                  <a:pt x="2419" y="198"/>
                </a:lnTo>
                <a:lnTo>
                  <a:pt x="2420" y="197"/>
                </a:lnTo>
                <a:lnTo>
                  <a:pt x="2421" y="197"/>
                </a:lnTo>
                <a:lnTo>
                  <a:pt x="2421" y="196"/>
                </a:lnTo>
                <a:lnTo>
                  <a:pt x="2422" y="195"/>
                </a:lnTo>
                <a:lnTo>
                  <a:pt x="2423" y="195"/>
                </a:lnTo>
                <a:lnTo>
                  <a:pt x="2423" y="194"/>
                </a:lnTo>
                <a:lnTo>
                  <a:pt x="2424" y="194"/>
                </a:lnTo>
                <a:lnTo>
                  <a:pt x="2425" y="193"/>
                </a:lnTo>
                <a:lnTo>
                  <a:pt x="2425" y="192"/>
                </a:lnTo>
                <a:lnTo>
                  <a:pt x="2426" y="192"/>
                </a:lnTo>
                <a:lnTo>
                  <a:pt x="2427" y="192"/>
                </a:lnTo>
                <a:lnTo>
                  <a:pt x="2428" y="192"/>
                </a:lnTo>
                <a:lnTo>
                  <a:pt x="2428" y="191"/>
                </a:lnTo>
                <a:lnTo>
                  <a:pt x="2429" y="191"/>
                </a:lnTo>
                <a:lnTo>
                  <a:pt x="2429" y="190"/>
                </a:lnTo>
                <a:lnTo>
                  <a:pt x="2429" y="189"/>
                </a:lnTo>
                <a:lnTo>
                  <a:pt x="2430" y="189"/>
                </a:lnTo>
                <a:lnTo>
                  <a:pt x="2431" y="189"/>
                </a:lnTo>
                <a:lnTo>
                  <a:pt x="2432" y="189"/>
                </a:lnTo>
                <a:lnTo>
                  <a:pt x="2432" y="188"/>
                </a:lnTo>
                <a:lnTo>
                  <a:pt x="2433" y="188"/>
                </a:lnTo>
                <a:lnTo>
                  <a:pt x="2433" y="187"/>
                </a:lnTo>
                <a:lnTo>
                  <a:pt x="2433" y="186"/>
                </a:lnTo>
                <a:lnTo>
                  <a:pt x="2434" y="186"/>
                </a:lnTo>
                <a:lnTo>
                  <a:pt x="2434" y="185"/>
                </a:lnTo>
                <a:lnTo>
                  <a:pt x="2435" y="185"/>
                </a:lnTo>
                <a:lnTo>
                  <a:pt x="2436" y="185"/>
                </a:lnTo>
                <a:lnTo>
                  <a:pt x="2437" y="185"/>
                </a:lnTo>
                <a:lnTo>
                  <a:pt x="2438" y="185"/>
                </a:lnTo>
                <a:lnTo>
                  <a:pt x="2439" y="185"/>
                </a:lnTo>
                <a:lnTo>
                  <a:pt x="2439" y="184"/>
                </a:lnTo>
                <a:lnTo>
                  <a:pt x="2440" y="184"/>
                </a:lnTo>
                <a:lnTo>
                  <a:pt x="2440" y="183"/>
                </a:lnTo>
                <a:lnTo>
                  <a:pt x="2441" y="182"/>
                </a:lnTo>
                <a:lnTo>
                  <a:pt x="2443" y="182"/>
                </a:lnTo>
                <a:lnTo>
                  <a:pt x="2444" y="182"/>
                </a:lnTo>
                <a:lnTo>
                  <a:pt x="2444" y="181"/>
                </a:lnTo>
                <a:lnTo>
                  <a:pt x="2443" y="181"/>
                </a:lnTo>
                <a:lnTo>
                  <a:pt x="2443" y="180"/>
                </a:lnTo>
                <a:lnTo>
                  <a:pt x="2443" y="179"/>
                </a:lnTo>
                <a:lnTo>
                  <a:pt x="2444" y="179"/>
                </a:lnTo>
                <a:lnTo>
                  <a:pt x="2445" y="179"/>
                </a:lnTo>
                <a:lnTo>
                  <a:pt x="2446" y="179"/>
                </a:lnTo>
                <a:lnTo>
                  <a:pt x="2447" y="179"/>
                </a:lnTo>
                <a:lnTo>
                  <a:pt x="2448" y="178"/>
                </a:lnTo>
                <a:lnTo>
                  <a:pt x="2449" y="178"/>
                </a:lnTo>
                <a:lnTo>
                  <a:pt x="2450" y="178"/>
                </a:lnTo>
                <a:lnTo>
                  <a:pt x="2450" y="177"/>
                </a:lnTo>
                <a:lnTo>
                  <a:pt x="2451" y="177"/>
                </a:lnTo>
                <a:lnTo>
                  <a:pt x="2452" y="177"/>
                </a:lnTo>
                <a:lnTo>
                  <a:pt x="2452" y="176"/>
                </a:lnTo>
                <a:lnTo>
                  <a:pt x="2452" y="175"/>
                </a:lnTo>
                <a:lnTo>
                  <a:pt x="2451" y="175"/>
                </a:lnTo>
                <a:lnTo>
                  <a:pt x="2451" y="174"/>
                </a:lnTo>
                <a:lnTo>
                  <a:pt x="2451" y="173"/>
                </a:lnTo>
                <a:lnTo>
                  <a:pt x="2452" y="173"/>
                </a:lnTo>
                <a:lnTo>
                  <a:pt x="2453" y="173"/>
                </a:lnTo>
                <a:lnTo>
                  <a:pt x="2454" y="173"/>
                </a:lnTo>
                <a:lnTo>
                  <a:pt x="2455" y="173"/>
                </a:lnTo>
                <a:lnTo>
                  <a:pt x="2455" y="174"/>
                </a:lnTo>
                <a:lnTo>
                  <a:pt x="2456" y="174"/>
                </a:lnTo>
                <a:lnTo>
                  <a:pt x="2457" y="174"/>
                </a:lnTo>
                <a:lnTo>
                  <a:pt x="2458" y="174"/>
                </a:lnTo>
                <a:lnTo>
                  <a:pt x="2459" y="174"/>
                </a:lnTo>
                <a:lnTo>
                  <a:pt x="2459" y="173"/>
                </a:lnTo>
                <a:lnTo>
                  <a:pt x="2459" y="172"/>
                </a:lnTo>
                <a:lnTo>
                  <a:pt x="2459" y="171"/>
                </a:lnTo>
                <a:lnTo>
                  <a:pt x="2459" y="170"/>
                </a:lnTo>
                <a:lnTo>
                  <a:pt x="2460" y="170"/>
                </a:lnTo>
                <a:lnTo>
                  <a:pt x="2461" y="170"/>
                </a:lnTo>
                <a:lnTo>
                  <a:pt x="2462" y="170"/>
                </a:lnTo>
                <a:lnTo>
                  <a:pt x="2463" y="170"/>
                </a:lnTo>
                <a:lnTo>
                  <a:pt x="2464" y="170"/>
                </a:lnTo>
                <a:lnTo>
                  <a:pt x="2464" y="169"/>
                </a:lnTo>
                <a:lnTo>
                  <a:pt x="2465" y="169"/>
                </a:lnTo>
                <a:lnTo>
                  <a:pt x="2466" y="169"/>
                </a:lnTo>
                <a:lnTo>
                  <a:pt x="2467" y="169"/>
                </a:lnTo>
                <a:lnTo>
                  <a:pt x="2469" y="169"/>
                </a:lnTo>
                <a:lnTo>
                  <a:pt x="2470" y="169"/>
                </a:lnTo>
                <a:lnTo>
                  <a:pt x="2470" y="168"/>
                </a:lnTo>
                <a:lnTo>
                  <a:pt x="2471" y="168"/>
                </a:lnTo>
                <a:lnTo>
                  <a:pt x="2470" y="168"/>
                </a:lnTo>
                <a:lnTo>
                  <a:pt x="2470" y="167"/>
                </a:lnTo>
                <a:lnTo>
                  <a:pt x="2470" y="166"/>
                </a:lnTo>
                <a:lnTo>
                  <a:pt x="2471" y="166"/>
                </a:lnTo>
                <a:lnTo>
                  <a:pt x="2470" y="166"/>
                </a:lnTo>
                <a:lnTo>
                  <a:pt x="2470" y="165"/>
                </a:lnTo>
                <a:lnTo>
                  <a:pt x="2471" y="165"/>
                </a:lnTo>
                <a:lnTo>
                  <a:pt x="2471" y="164"/>
                </a:lnTo>
                <a:lnTo>
                  <a:pt x="2472" y="164"/>
                </a:lnTo>
                <a:lnTo>
                  <a:pt x="2472" y="163"/>
                </a:lnTo>
                <a:lnTo>
                  <a:pt x="2473" y="163"/>
                </a:lnTo>
                <a:lnTo>
                  <a:pt x="2474" y="163"/>
                </a:lnTo>
                <a:lnTo>
                  <a:pt x="2474" y="162"/>
                </a:lnTo>
                <a:lnTo>
                  <a:pt x="2475" y="162"/>
                </a:lnTo>
                <a:lnTo>
                  <a:pt x="2475" y="161"/>
                </a:lnTo>
                <a:lnTo>
                  <a:pt x="2476" y="161"/>
                </a:lnTo>
                <a:lnTo>
                  <a:pt x="2476" y="160"/>
                </a:lnTo>
                <a:lnTo>
                  <a:pt x="2476" y="159"/>
                </a:lnTo>
                <a:lnTo>
                  <a:pt x="2477" y="159"/>
                </a:lnTo>
                <a:lnTo>
                  <a:pt x="2477" y="158"/>
                </a:lnTo>
                <a:lnTo>
                  <a:pt x="2476" y="158"/>
                </a:lnTo>
                <a:lnTo>
                  <a:pt x="2476" y="157"/>
                </a:lnTo>
                <a:lnTo>
                  <a:pt x="2475" y="157"/>
                </a:lnTo>
                <a:lnTo>
                  <a:pt x="2474" y="157"/>
                </a:lnTo>
                <a:lnTo>
                  <a:pt x="2473" y="156"/>
                </a:lnTo>
                <a:lnTo>
                  <a:pt x="2473" y="155"/>
                </a:lnTo>
                <a:lnTo>
                  <a:pt x="2474" y="154"/>
                </a:lnTo>
                <a:lnTo>
                  <a:pt x="2474" y="153"/>
                </a:lnTo>
                <a:lnTo>
                  <a:pt x="2475" y="153"/>
                </a:lnTo>
                <a:lnTo>
                  <a:pt x="2475" y="152"/>
                </a:lnTo>
                <a:lnTo>
                  <a:pt x="2476" y="152"/>
                </a:lnTo>
                <a:lnTo>
                  <a:pt x="2476" y="151"/>
                </a:lnTo>
                <a:lnTo>
                  <a:pt x="2477" y="150"/>
                </a:lnTo>
                <a:lnTo>
                  <a:pt x="2478" y="150"/>
                </a:lnTo>
                <a:lnTo>
                  <a:pt x="2479" y="150"/>
                </a:lnTo>
                <a:lnTo>
                  <a:pt x="2480" y="150"/>
                </a:lnTo>
                <a:lnTo>
                  <a:pt x="2480" y="149"/>
                </a:lnTo>
                <a:lnTo>
                  <a:pt x="2479" y="149"/>
                </a:lnTo>
                <a:lnTo>
                  <a:pt x="2479" y="148"/>
                </a:lnTo>
                <a:lnTo>
                  <a:pt x="2480" y="148"/>
                </a:lnTo>
                <a:lnTo>
                  <a:pt x="2480" y="147"/>
                </a:lnTo>
                <a:lnTo>
                  <a:pt x="2481" y="147"/>
                </a:lnTo>
                <a:lnTo>
                  <a:pt x="2482" y="147"/>
                </a:lnTo>
                <a:lnTo>
                  <a:pt x="2482" y="146"/>
                </a:lnTo>
                <a:lnTo>
                  <a:pt x="2482" y="145"/>
                </a:lnTo>
                <a:lnTo>
                  <a:pt x="2482" y="144"/>
                </a:lnTo>
                <a:lnTo>
                  <a:pt x="2481" y="144"/>
                </a:lnTo>
                <a:lnTo>
                  <a:pt x="2481" y="143"/>
                </a:lnTo>
                <a:lnTo>
                  <a:pt x="2482" y="142"/>
                </a:lnTo>
                <a:lnTo>
                  <a:pt x="2483" y="142"/>
                </a:lnTo>
                <a:lnTo>
                  <a:pt x="2483" y="141"/>
                </a:lnTo>
                <a:lnTo>
                  <a:pt x="2484" y="141"/>
                </a:lnTo>
                <a:lnTo>
                  <a:pt x="2484" y="140"/>
                </a:lnTo>
                <a:lnTo>
                  <a:pt x="2483" y="140"/>
                </a:lnTo>
                <a:lnTo>
                  <a:pt x="2483" y="139"/>
                </a:lnTo>
                <a:lnTo>
                  <a:pt x="2482" y="139"/>
                </a:lnTo>
                <a:lnTo>
                  <a:pt x="2482" y="138"/>
                </a:lnTo>
                <a:lnTo>
                  <a:pt x="2481" y="138"/>
                </a:lnTo>
                <a:lnTo>
                  <a:pt x="2481" y="137"/>
                </a:lnTo>
                <a:lnTo>
                  <a:pt x="2480" y="136"/>
                </a:lnTo>
                <a:lnTo>
                  <a:pt x="2480" y="135"/>
                </a:lnTo>
                <a:lnTo>
                  <a:pt x="2479" y="135"/>
                </a:lnTo>
                <a:lnTo>
                  <a:pt x="2479" y="133"/>
                </a:lnTo>
                <a:lnTo>
                  <a:pt x="2479" y="132"/>
                </a:lnTo>
                <a:lnTo>
                  <a:pt x="2480" y="132"/>
                </a:lnTo>
                <a:lnTo>
                  <a:pt x="2480" y="131"/>
                </a:lnTo>
                <a:lnTo>
                  <a:pt x="2481" y="131"/>
                </a:lnTo>
                <a:lnTo>
                  <a:pt x="2481" y="130"/>
                </a:lnTo>
                <a:lnTo>
                  <a:pt x="2481" y="129"/>
                </a:lnTo>
                <a:lnTo>
                  <a:pt x="2480" y="129"/>
                </a:lnTo>
                <a:lnTo>
                  <a:pt x="2480" y="128"/>
                </a:lnTo>
                <a:lnTo>
                  <a:pt x="2479" y="128"/>
                </a:lnTo>
                <a:lnTo>
                  <a:pt x="2478" y="128"/>
                </a:lnTo>
                <a:lnTo>
                  <a:pt x="2477" y="128"/>
                </a:lnTo>
                <a:lnTo>
                  <a:pt x="2476" y="128"/>
                </a:lnTo>
                <a:lnTo>
                  <a:pt x="2475" y="127"/>
                </a:lnTo>
                <a:lnTo>
                  <a:pt x="2475" y="126"/>
                </a:lnTo>
                <a:lnTo>
                  <a:pt x="2475" y="125"/>
                </a:lnTo>
                <a:lnTo>
                  <a:pt x="2474" y="125"/>
                </a:lnTo>
                <a:lnTo>
                  <a:pt x="2473" y="125"/>
                </a:lnTo>
                <a:lnTo>
                  <a:pt x="2472" y="124"/>
                </a:lnTo>
                <a:lnTo>
                  <a:pt x="2471" y="124"/>
                </a:lnTo>
                <a:lnTo>
                  <a:pt x="2470" y="124"/>
                </a:lnTo>
                <a:lnTo>
                  <a:pt x="2470" y="123"/>
                </a:lnTo>
                <a:lnTo>
                  <a:pt x="2469" y="123"/>
                </a:lnTo>
                <a:lnTo>
                  <a:pt x="2468" y="122"/>
                </a:lnTo>
                <a:lnTo>
                  <a:pt x="2467" y="121"/>
                </a:lnTo>
                <a:lnTo>
                  <a:pt x="2467" y="120"/>
                </a:lnTo>
                <a:lnTo>
                  <a:pt x="2467" y="119"/>
                </a:lnTo>
                <a:lnTo>
                  <a:pt x="2467" y="118"/>
                </a:lnTo>
                <a:lnTo>
                  <a:pt x="2466" y="118"/>
                </a:lnTo>
                <a:lnTo>
                  <a:pt x="2466" y="117"/>
                </a:lnTo>
                <a:lnTo>
                  <a:pt x="2466" y="116"/>
                </a:lnTo>
                <a:lnTo>
                  <a:pt x="2467" y="116"/>
                </a:lnTo>
                <a:lnTo>
                  <a:pt x="2468" y="116"/>
                </a:lnTo>
                <a:lnTo>
                  <a:pt x="2469" y="116"/>
                </a:lnTo>
                <a:lnTo>
                  <a:pt x="2470" y="116"/>
                </a:lnTo>
                <a:lnTo>
                  <a:pt x="2470" y="115"/>
                </a:lnTo>
                <a:lnTo>
                  <a:pt x="2469" y="114"/>
                </a:lnTo>
                <a:lnTo>
                  <a:pt x="2469" y="113"/>
                </a:lnTo>
                <a:lnTo>
                  <a:pt x="2470" y="112"/>
                </a:lnTo>
                <a:lnTo>
                  <a:pt x="2471" y="112"/>
                </a:lnTo>
                <a:lnTo>
                  <a:pt x="2471" y="111"/>
                </a:lnTo>
                <a:lnTo>
                  <a:pt x="2471" y="110"/>
                </a:lnTo>
                <a:lnTo>
                  <a:pt x="2473" y="109"/>
                </a:lnTo>
                <a:lnTo>
                  <a:pt x="2474" y="108"/>
                </a:lnTo>
                <a:lnTo>
                  <a:pt x="2474" y="107"/>
                </a:lnTo>
                <a:lnTo>
                  <a:pt x="2473" y="106"/>
                </a:lnTo>
                <a:lnTo>
                  <a:pt x="2473" y="105"/>
                </a:lnTo>
                <a:lnTo>
                  <a:pt x="2473" y="104"/>
                </a:lnTo>
                <a:lnTo>
                  <a:pt x="2473" y="103"/>
                </a:lnTo>
                <a:lnTo>
                  <a:pt x="2474" y="102"/>
                </a:lnTo>
                <a:lnTo>
                  <a:pt x="2475" y="102"/>
                </a:lnTo>
                <a:lnTo>
                  <a:pt x="2475" y="101"/>
                </a:lnTo>
                <a:lnTo>
                  <a:pt x="2475" y="100"/>
                </a:lnTo>
                <a:lnTo>
                  <a:pt x="2474" y="100"/>
                </a:lnTo>
                <a:lnTo>
                  <a:pt x="2474" y="99"/>
                </a:lnTo>
                <a:lnTo>
                  <a:pt x="2473" y="99"/>
                </a:lnTo>
                <a:lnTo>
                  <a:pt x="2473" y="98"/>
                </a:lnTo>
                <a:lnTo>
                  <a:pt x="2474" y="98"/>
                </a:lnTo>
                <a:lnTo>
                  <a:pt x="2474" y="97"/>
                </a:lnTo>
                <a:lnTo>
                  <a:pt x="2475" y="97"/>
                </a:lnTo>
                <a:lnTo>
                  <a:pt x="2476" y="97"/>
                </a:lnTo>
                <a:lnTo>
                  <a:pt x="2477" y="97"/>
                </a:lnTo>
                <a:lnTo>
                  <a:pt x="2477" y="96"/>
                </a:lnTo>
                <a:lnTo>
                  <a:pt x="2478" y="96"/>
                </a:lnTo>
                <a:lnTo>
                  <a:pt x="2478" y="95"/>
                </a:lnTo>
                <a:lnTo>
                  <a:pt x="2477" y="94"/>
                </a:lnTo>
                <a:lnTo>
                  <a:pt x="2476" y="94"/>
                </a:lnTo>
                <a:lnTo>
                  <a:pt x="2475" y="94"/>
                </a:lnTo>
                <a:lnTo>
                  <a:pt x="2474" y="94"/>
                </a:lnTo>
                <a:lnTo>
                  <a:pt x="2473" y="94"/>
                </a:lnTo>
                <a:lnTo>
                  <a:pt x="2472" y="93"/>
                </a:lnTo>
                <a:lnTo>
                  <a:pt x="2471" y="92"/>
                </a:lnTo>
                <a:lnTo>
                  <a:pt x="2470" y="92"/>
                </a:lnTo>
                <a:lnTo>
                  <a:pt x="2469" y="92"/>
                </a:lnTo>
                <a:lnTo>
                  <a:pt x="2469" y="91"/>
                </a:lnTo>
                <a:lnTo>
                  <a:pt x="2468" y="91"/>
                </a:lnTo>
                <a:lnTo>
                  <a:pt x="2467" y="91"/>
                </a:lnTo>
                <a:lnTo>
                  <a:pt x="2466" y="91"/>
                </a:lnTo>
                <a:lnTo>
                  <a:pt x="2466" y="90"/>
                </a:lnTo>
                <a:lnTo>
                  <a:pt x="2465" y="90"/>
                </a:lnTo>
                <a:lnTo>
                  <a:pt x="2464" y="89"/>
                </a:lnTo>
                <a:lnTo>
                  <a:pt x="2461" y="89"/>
                </a:lnTo>
                <a:lnTo>
                  <a:pt x="2460" y="88"/>
                </a:lnTo>
                <a:lnTo>
                  <a:pt x="2459" y="88"/>
                </a:lnTo>
                <a:lnTo>
                  <a:pt x="2458" y="87"/>
                </a:lnTo>
                <a:lnTo>
                  <a:pt x="2457" y="87"/>
                </a:lnTo>
                <a:lnTo>
                  <a:pt x="2456" y="86"/>
                </a:lnTo>
                <a:lnTo>
                  <a:pt x="2455" y="86"/>
                </a:lnTo>
                <a:lnTo>
                  <a:pt x="2453" y="85"/>
                </a:lnTo>
                <a:lnTo>
                  <a:pt x="2452" y="84"/>
                </a:lnTo>
                <a:lnTo>
                  <a:pt x="2451" y="83"/>
                </a:lnTo>
                <a:lnTo>
                  <a:pt x="2450" y="83"/>
                </a:lnTo>
                <a:lnTo>
                  <a:pt x="2450" y="82"/>
                </a:lnTo>
                <a:lnTo>
                  <a:pt x="2450" y="83"/>
                </a:lnTo>
                <a:lnTo>
                  <a:pt x="2449" y="83"/>
                </a:lnTo>
                <a:lnTo>
                  <a:pt x="2448" y="83"/>
                </a:lnTo>
                <a:lnTo>
                  <a:pt x="2447" y="83"/>
                </a:lnTo>
                <a:lnTo>
                  <a:pt x="2446" y="84"/>
                </a:lnTo>
                <a:lnTo>
                  <a:pt x="2445" y="85"/>
                </a:lnTo>
                <a:lnTo>
                  <a:pt x="2444" y="85"/>
                </a:lnTo>
                <a:lnTo>
                  <a:pt x="2443" y="86"/>
                </a:lnTo>
                <a:lnTo>
                  <a:pt x="2440" y="86"/>
                </a:lnTo>
                <a:lnTo>
                  <a:pt x="2439" y="86"/>
                </a:lnTo>
                <a:lnTo>
                  <a:pt x="2438" y="86"/>
                </a:lnTo>
                <a:lnTo>
                  <a:pt x="2437" y="86"/>
                </a:lnTo>
                <a:lnTo>
                  <a:pt x="2434" y="86"/>
                </a:lnTo>
                <a:lnTo>
                  <a:pt x="2434" y="85"/>
                </a:lnTo>
                <a:lnTo>
                  <a:pt x="2433" y="85"/>
                </a:lnTo>
                <a:lnTo>
                  <a:pt x="2432" y="85"/>
                </a:lnTo>
                <a:lnTo>
                  <a:pt x="2431" y="85"/>
                </a:lnTo>
                <a:lnTo>
                  <a:pt x="2430" y="85"/>
                </a:lnTo>
                <a:lnTo>
                  <a:pt x="2430" y="86"/>
                </a:lnTo>
                <a:lnTo>
                  <a:pt x="2429" y="86"/>
                </a:lnTo>
                <a:lnTo>
                  <a:pt x="2429" y="87"/>
                </a:lnTo>
                <a:lnTo>
                  <a:pt x="2428" y="87"/>
                </a:lnTo>
                <a:lnTo>
                  <a:pt x="2427" y="87"/>
                </a:lnTo>
                <a:lnTo>
                  <a:pt x="2426" y="88"/>
                </a:lnTo>
                <a:lnTo>
                  <a:pt x="2424" y="89"/>
                </a:lnTo>
                <a:lnTo>
                  <a:pt x="2423" y="89"/>
                </a:lnTo>
                <a:lnTo>
                  <a:pt x="2423" y="90"/>
                </a:lnTo>
                <a:lnTo>
                  <a:pt x="2422" y="90"/>
                </a:lnTo>
                <a:lnTo>
                  <a:pt x="2420" y="90"/>
                </a:lnTo>
                <a:lnTo>
                  <a:pt x="2419" y="90"/>
                </a:lnTo>
                <a:lnTo>
                  <a:pt x="2418" y="90"/>
                </a:lnTo>
                <a:lnTo>
                  <a:pt x="2417" y="90"/>
                </a:lnTo>
                <a:lnTo>
                  <a:pt x="2416" y="90"/>
                </a:lnTo>
                <a:lnTo>
                  <a:pt x="2414" y="89"/>
                </a:lnTo>
                <a:lnTo>
                  <a:pt x="2413" y="90"/>
                </a:lnTo>
                <a:lnTo>
                  <a:pt x="2412" y="90"/>
                </a:lnTo>
                <a:lnTo>
                  <a:pt x="2410" y="90"/>
                </a:lnTo>
                <a:lnTo>
                  <a:pt x="2409" y="90"/>
                </a:lnTo>
                <a:lnTo>
                  <a:pt x="2409" y="89"/>
                </a:lnTo>
                <a:lnTo>
                  <a:pt x="2408" y="89"/>
                </a:lnTo>
                <a:lnTo>
                  <a:pt x="2407" y="89"/>
                </a:lnTo>
                <a:lnTo>
                  <a:pt x="2407" y="88"/>
                </a:lnTo>
                <a:lnTo>
                  <a:pt x="2406" y="88"/>
                </a:lnTo>
                <a:lnTo>
                  <a:pt x="2406" y="87"/>
                </a:lnTo>
                <a:lnTo>
                  <a:pt x="2406" y="85"/>
                </a:lnTo>
                <a:lnTo>
                  <a:pt x="2405" y="85"/>
                </a:lnTo>
                <a:lnTo>
                  <a:pt x="2405" y="84"/>
                </a:lnTo>
                <a:lnTo>
                  <a:pt x="2404" y="84"/>
                </a:lnTo>
                <a:lnTo>
                  <a:pt x="2404" y="82"/>
                </a:lnTo>
                <a:lnTo>
                  <a:pt x="2405" y="82"/>
                </a:lnTo>
                <a:lnTo>
                  <a:pt x="2405" y="81"/>
                </a:lnTo>
                <a:lnTo>
                  <a:pt x="2405" y="80"/>
                </a:lnTo>
                <a:lnTo>
                  <a:pt x="2406" y="80"/>
                </a:lnTo>
                <a:lnTo>
                  <a:pt x="2406" y="79"/>
                </a:lnTo>
                <a:lnTo>
                  <a:pt x="2407" y="78"/>
                </a:lnTo>
                <a:lnTo>
                  <a:pt x="2407" y="77"/>
                </a:lnTo>
                <a:lnTo>
                  <a:pt x="2408" y="76"/>
                </a:lnTo>
                <a:lnTo>
                  <a:pt x="2408" y="75"/>
                </a:lnTo>
                <a:lnTo>
                  <a:pt x="2407" y="74"/>
                </a:lnTo>
                <a:lnTo>
                  <a:pt x="2407" y="73"/>
                </a:lnTo>
                <a:lnTo>
                  <a:pt x="2407" y="72"/>
                </a:lnTo>
                <a:lnTo>
                  <a:pt x="2407" y="71"/>
                </a:lnTo>
                <a:lnTo>
                  <a:pt x="2406" y="71"/>
                </a:lnTo>
                <a:lnTo>
                  <a:pt x="2406" y="70"/>
                </a:lnTo>
                <a:lnTo>
                  <a:pt x="2405" y="69"/>
                </a:lnTo>
                <a:lnTo>
                  <a:pt x="2405" y="68"/>
                </a:lnTo>
                <a:lnTo>
                  <a:pt x="2404" y="68"/>
                </a:lnTo>
                <a:lnTo>
                  <a:pt x="2404" y="67"/>
                </a:lnTo>
                <a:lnTo>
                  <a:pt x="2405" y="66"/>
                </a:lnTo>
                <a:lnTo>
                  <a:pt x="2407" y="66"/>
                </a:lnTo>
                <a:lnTo>
                  <a:pt x="2408" y="66"/>
                </a:lnTo>
                <a:lnTo>
                  <a:pt x="2409" y="66"/>
                </a:lnTo>
                <a:lnTo>
                  <a:pt x="2411" y="66"/>
                </a:lnTo>
                <a:lnTo>
                  <a:pt x="2411" y="65"/>
                </a:lnTo>
                <a:lnTo>
                  <a:pt x="2412" y="65"/>
                </a:lnTo>
                <a:lnTo>
                  <a:pt x="2412" y="64"/>
                </a:lnTo>
                <a:lnTo>
                  <a:pt x="2413" y="64"/>
                </a:lnTo>
                <a:lnTo>
                  <a:pt x="2414" y="64"/>
                </a:lnTo>
                <a:lnTo>
                  <a:pt x="2414" y="63"/>
                </a:lnTo>
                <a:lnTo>
                  <a:pt x="2415" y="63"/>
                </a:lnTo>
                <a:lnTo>
                  <a:pt x="2416" y="62"/>
                </a:lnTo>
                <a:lnTo>
                  <a:pt x="2418" y="62"/>
                </a:lnTo>
                <a:lnTo>
                  <a:pt x="2418" y="63"/>
                </a:lnTo>
                <a:lnTo>
                  <a:pt x="2419" y="63"/>
                </a:lnTo>
                <a:lnTo>
                  <a:pt x="2420" y="63"/>
                </a:lnTo>
                <a:lnTo>
                  <a:pt x="2421" y="63"/>
                </a:lnTo>
                <a:lnTo>
                  <a:pt x="2421" y="62"/>
                </a:lnTo>
                <a:lnTo>
                  <a:pt x="2422" y="62"/>
                </a:lnTo>
                <a:lnTo>
                  <a:pt x="2422" y="61"/>
                </a:lnTo>
                <a:lnTo>
                  <a:pt x="2422" y="60"/>
                </a:lnTo>
                <a:lnTo>
                  <a:pt x="2423" y="60"/>
                </a:lnTo>
                <a:lnTo>
                  <a:pt x="2424" y="60"/>
                </a:lnTo>
                <a:lnTo>
                  <a:pt x="2424" y="59"/>
                </a:lnTo>
                <a:lnTo>
                  <a:pt x="2425" y="59"/>
                </a:lnTo>
                <a:lnTo>
                  <a:pt x="2425" y="58"/>
                </a:lnTo>
                <a:lnTo>
                  <a:pt x="2426" y="58"/>
                </a:lnTo>
                <a:lnTo>
                  <a:pt x="2427" y="58"/>
                </a:lnTo>
                <a:lnTo>
                  <a:pt x="2428" y="57"/>
                </a:lnTo>
                <a:lnTo>
                  <a:pt x="2429" y="57"/>
                </a:lnTo>
                <a:lnTo>
                  <a:pt x="2430" y="57"/>
                </a:lnTo>
                <a:lnTo>
                  <a:pt x="2431" y="57"/>
                </a:lnTo>
                <a:lnTo>
                  <a:pt x="2431" y="56"/>
                </a:lnTo>
                <a:lnTo>
                  <a:pt x="2432" y="56"/>
                </a:lnTo>
                <a:lnTo>
                  <a:pt x="2432" y="55"/>
                </a:lnTo>
                <a:lnTo>
                  <a:pt x="2432" y="54"/>
                </a:lnTo>
                <a:lnTo>
                  <a:pt x="2432" y="53"/>
                </a:lnTo>
                <a:lnTo>
                  <a:pt x="2433" y="53"/>
                </a:lnTo>
                <a:lnTo>
                  <a:pt x="2433" y="52"/>
                </a:lnTo>
                <a:lnTo>
                  <a:pt x="2434" y="52"/>
                </a:lnTo>
                <a:lnTo>
                  <a:pt x="2435" y="52"/>
                </a:lnTo>
                <a:lnTo>
                  <a:pt x="2437" y="52"/>
                </a:lnTo>
                <a:lnTo>
                  <a:pt x="2438" y="52"/>
                </a:lnTo>
                <a:lnTo>
                  <a:pt x="2438" y="51"/>
                </a:lnTo>
                <a:lnTo>
                  <a:pt x="2438" y="50"/>
                </a:lnTo>
                <a:lnTo>
                  <a:pt x="2438" y="49"/>
                </a:lnTo>
                <a:lnTo>
                  <a:pt x="2438" y="48"/>
                </a:lnTo>
                <a:lnTo>
                  <a:pt x="2439" y="48"/>
                </a:lnTo>
                <a:lnTo>
                  <a:pt x="2439" y="47"/>
                </a:lnTo>
                <a:lnTo>
                  <a:pt x="2440" y="47"/>
                </a:lnTo>
                <a:lnTo>
                  <a:pt x="2442" y="47"/>
                </a:lnTo>
                <a:lnTo>
                  <a:pt x="2442" y="46"/>
                </a:lnTo>
                <a:lnTo>
                  <a:pt x="2443" y="46"/>
                </a:lnTo>
                <a:lnTo>
                  <a:pt x="2444" y="45"/>
                </a:lnTo>
                <a:lnTo>
                  <a:pt x="2445" y="45"/>
                </a:lnTo>
                <a:lnTo>
                  <a:pt x="2445" y="44"/>
                </a:lnTo>
                <a:lnTo>
                  <a:pt x="2445" y="43"/>
                </a:lnTo>
                <a:lnTo>
                  <a:pt x="2446" y="43"/>
                </a:lnTo>
                <a:lnTo>
                  <a:pt x="2446" y="42"/>
                </a:lnTo>
                <a:lnTo>
                  <a:pt x="2446" y="41"/>
                </a:lnTo>
                <a:lnTo>
                  <a:pt x="2448" y="39"/>
                </a:lnTo>
                <a:lnTo>
                  <a:pt x="2449" y="39"/>
                </a:lnTo>
                <a:lnTo>
                  <a:pt x="2449" y="38"/>
                </a:lnTo>
                <a:lnTo>
                  <a:pt x="2450" y="38"/>
                </a:lnTo>
                <a:lnTo>
                  <a:pt x="2451" y="38"/>
                </a:lnTo>
                <a:lnTo>
                  <a:pt x="2452" y="37"/>
                </a:lnTo>
                <a:lnTo>
                  <a:pt x="2453" y="37"/>
                </a:lnTo>
                <a:lnTo>
                  <a:pt x="2454" y="37"/>
                </a:lnTo>
                <a:lnTo>
                  <a:pt x="2454" y="36"/>
                </a:lnTo>
                <a:lnTo>
                  <a:pt x="2454" y="35"/>
                </a:lnTo>
                <a:lnTo>
                  <a:pt x="2455" y="35"/>
                </a:lnTo>
                <a:lnTo>
                  <a:pt x="2456" y="35"/>
                </a:lnTo>
                <a:lnTo>
                  <a:pt x="2457" y="35"/>
                </a:lnTo>
                <a:lnTo>
                  <a:pt x="2457" y="34"/>
                </a:lnTo>
                <a:lnTo>
                  <a:pt x="2457" y="33"/>
                </a:lnTo>
                <a:lnTo>
                  <a:pt x="2458" y="32"/>
                </a:lnTo>
                <a:lnTo>
                  <a:pt x="2458" y="31"/>
                </a:lnTo>
                <a:lnTo>
                  <a:pt x="2460" y="30"/>
                </a:lnTo>
                <a:lnTo>
                  <a:pt x="2461" y="30"/>
                </a:lnTo>
                <a:lnTo>
                  <a:pt x="2462" y="30"/>
                </a:lnTo>
                <a:lnTo>
                  <a:pt x="2463" y="30"/>
                </a:lnTo>
                <a:lnTo>
                  <a:pt x="2463" y="29"/>
                </a:lnTo>
                <a:lnTo>
                  <a:pt x="2464" y="29"/>
                </a:lnTo>
                <a:lnTo>
                  <a:pt x="2465" y="28"/>
                </a:lnTo>
                <a:lnTo>
                  <a:pt x="2466" y="28"/>
                </a:lnTo>
                <a:lnTo>
                  <a:pt x="2467" y="28"/>
                </a:lnTo>
                <a:lnTo>
                  <a:pt x="2468" y="28"/>
                </a:lnTo>
                <a:lnTo>
                  <a:pt x="2469" y="27"/>
                </a:lnTo>
                <a:lnTo>
                  <a:pt x="2469" y="26"/>
                </a:lnTo>
                <a:lnTo>
                  <a:pt x="2469" y="25"/>
                </a:lnTo>
                <a:lnTo>
                  <a:pt x="2470" y="24"/>
                </a:lnTo>
                <a:lnTo>
                  <a:pt x="2471" y="24"/>
                </a:lnTo>
                <a:lnTo>
                  <a:pt x="2472" y="24"/>
                </a:lnTo>
                <a:lnTo>
                  <a:pt x="2472" y="23"/>
                </a:lnTo>
                <a:lnTo>
                  <a:pt x="2473" y="23"/>
                </a:lnTo>
                <a:lnTo>
                  <a:pt x="2474" y="23"/>
                </a:lnTo>
                <a:lnTo>
                  <a:pt x="2474" y="22"/>
                </a:lnTo>
                <a:lnTo>
                  <a:pt x="2474" y="21"/>
                </a:lnTo>
                <a:lnTo>
                  <a:pt x="2474" y="20"/>
                </a:lnTo>
                <a:lnTo>
                  <a:pt x="2474" y="19"/>
                </a:lnTo>
                <a:lnTo>
                  <a:pt x="2475" y="19"/>
                </a:lnTo>
                <a:lnTo>
                  <a:pt x="2475" y="18"/>
                </a:lnTo>
                <a:lnTo>
                  <a:pt x="2476" y="18"/>
                </a:lnTo>
                <a:lnTo>
                  <a:pt x="2477" y="18"/>
                </a:lnTo>
                <a:lnTo>
                  <a:pt x="2477" y="17"/>
                </a:lnTo>
                <a:lnTo>
                  <a:pt x="2478" y="16"/>
                </a:lnTo>
                <a:lnTo>
                  <a:pt x="2480" y="15"/>
                </a:lnTo>
                <a:lnTo>
                  <a:pt x="2481" y="15"/>
                </a:lnTo>
                <a:lnTo>
                  <a:pt x="2482" y="15"/>
                </a:lnTo>
                <a:lnTo>
                  <a:pt x="2482" y="14"/>
                </a:lnTo>
                <a:lnTo>
                  <a:pt x="2483" y="14"/>
                </a:lnTo>
                <a:lnTo>
                  <a:pt x="2484" y="13"/>
                </a:lnTo>
                <a:lnTo>
                  <a:pt x="2485" y="13"/>
                </a:lnTo>
                <a:lnTo>
                  <a:pt x="2486" y="12"/>
                </a:lnTo>
                <a:lnTo>
                  <a:pt x="2487" y="12"/>
                </a:lnTo>
                <a:lnTo>
                  <a:pt x="2487" y="11"/>
                </a:lnTo>
                <a:lnTo>
                  <a:pt x="2488" y="11"/>
                </a:lnTo>
                <a:lnTo>
                  <a:pt x="2489" y="12"/>
                </a:lnTo>
                <a:lnTo>
                  <a:pt x="2489" y="11"/>
                </a:lnTo>
                <a:lnTo>
                  <a:pt x="2489" y="10"/>
                </a:lnTo>
                <a:lnTo>
                  <a:pt x="2489" y="9"/>
                </a:lnTo>
                <a:lnTo>
                  <a:pt x="2488" y="9"/>
                </a:lnTo>
                <a:lnTo>
                  <a:pt x="2487" y="8"/>
                </a:lnTo>
                <a:lnTo>
                  <a:pt x="2488" y="8"/>
                </a:lnTo>
                <a:lnTo>
                  <a:pt x="2489" y="7"/>
                </a:lnTo>
                <a:lnTo>
                  <a:pt x="2490" y="7"/>
                </a:lnTo>
                <a:lnTo>
                  <a:pt x="2492" y="7"/>
                </a:lnTo>
                <a:lnTo>
                  <a:pt x="2493" y="7"/>
                </a:lnTo>
                <a:lnTo>
                  <a:pt x="2493" y="6"/>
                </a:lnTo>
                <a:lnTo>
                  <a:pt x="2494" y="6"/>
                </a:lnTo>
                <a:lnTo>
                  <a:pt x="2494" y="5"/>
                </a:lnTo>
                <a:lnTo>
                  <a:pt x="2495" y="5"/>
                </a:lnTo>
                <a:lnTo>
                  <a:pt x="2495" y="6"/>
                </a:lnTo>
                <a:lnTo>
                  <a:pt x="2496" y="6"/>
                </a:lnTo>
                <a:lnTo>
                  <a:pt x="2497" y="6"/>
                </a:lnTo>
                <a:lnTo>
                  <a:pt x="2498" y="6"/>
                </a:lnTo>
                <a:lnTo>
                  <a:pt x="2499" y="6"/>
                </a:lnTo>
                <a:lnTo>
                  <a:pt x="2500" y="6"/>
                </a:lnTo>
                <a:lnTo>
                  <a:pt x="2500" y="5"/>
                </a:lnTo>
                <a:lnTo>
                  <a:pt x="2501" y="5"/>
                </a:lnTo>
                <a:lnTo>
                  <a:pt x="2502" y="5"/>
                </a:lnTo>
                <a:lnTo>
                  <a:pt x="2503" y="5"/>
                </a:lnTo>
                <a:lnTo>
                  <a:pt x="2504" y="5"/>
                </a:lnTo>
                <a:lnTo>
                  <a:pt x="2505" y="5"/>
                </a:lnTo>
                <a:lnTo>
                  <a:pt x="2507" y="5"/>
                </a:lnTo>
                <a:lnTo>
                  <a:pt x="2509" y="5"/>
                </a:lnTo>
                <a:lnTo>
                  <a:pt x="2509" y="6"/>
                </a:lnTo>
                <a:lnTo>
                  <a:pt x="2510" y="6"/>
                </a:lnTo>
                <a:lnTo>
                  <a:pt x="2511" y="6"/>
                </a:lnTo>
                <a:lnTo>
                  <a:pt x="2512" y="6"/>
                </a:lnTo>
                <a:lnTo>
                  <a:pt x="2512" y="5"/>
                </a:lnTo>
                <a:lnTo>
                  <a:pt x="2513" y="4"/>
                </a:lnTo>
                <a:lnTo>
                  <a:pt x="2514" y="4"/>
                </a:lnTo>
                <a:lnTo>
                  <a:pt x="2515" y="4"/>
                </a:lnTo>
                <a:lnTo>
                  <a:pt x="2516" y="4"/>
                </a:lnTo>
                <a:lnTo>
                  <a:pt x="2516" y="3"/>
                </a:lnTo>
                <a:lnTo>
                  <a:pt x="2517" y="3"/>
                </a:lnTo>
                <a:lnTo>
                  <a:pt x="2517" y="4"/>
                </a:lnTo>
                <a:lnTo>
                  <a:pt x="2517" y="5"/>
                </a:lnTo>
                <a:lnTo>
                  <a:pt x="2518" y="5"/>
                </a:lnTo>
                <a:lnTo>
                  <a:pt x="2519" y="5"/>
                </a:lnTo>
                <a:lnTo>
                  <a:pt x="2519" y="6"/>
                </a:lnTo>
                <a:lnTo>
                  <a:pt x="2519" y="7"/>
                </a:lnTo>
                <a:lnTo>
                  <a:pt x="2520" y="7"/>
                </a:lnTo>
                <a:lnTo>
                  <a:pt x="2521" y="7"/>
                </a:lnTo>
                <a:lnTo>
                  <a:pt x="2522" y="6"/>
                </a:lnTo>
                <a:lnTo>
                  <a:pt x="2523" y="6"/>
                </a:lnTo>
                <a:lnTo>
                  <a:pt x="2524" y="6"/>
                </a:lnTo>
                <a:lnTo>
                  <a:pt x="2525" y="6"/>
                </a:lnTo>
                <a:lnTo>
                  <a:pt x="2526" y="6"/>
                </a:lnTo>
                <a:lnTo>
                  <a:pt x="2527" y="6"/>
                </a:lnTo>
                <a:lnTo>
                  <a:pt x="2528" y="6"/>
                </a:lnTo>
                <a:lnTo>
                  <a:pt x="2529" y="7"/>
                </a:lnTo>
                <a:lnTo>
                  <a:pt x="2531" y="7"/>
                </a:lnTo>
                <a:lnTo>
                  <a:pt x="2531" y="6"/>
                </a:lnTo>
                <a:lnTo>
                  <a:pt x="2532" y="6"/>
                </a:lnTo>
                <a:lnTo>
                  <a:pt x="2533" y="5"/>
                </a:lnTo>
                <a:lnTo>
                  <a:pt x="2534" y="5"/>
                </a:lnTo>
                <a:lnTo>
                  <a:pt x="2535" y="5"/>
                </a:lnTo>
                <a:lnTo>
                  <a:pt x="2536" y="5"/>
                </a:lnTo>
                <a:lnTo>
                  <a:pt x="2537" y="5"/>
                </a:lnTo>
                <a:lnTo>
                  <a:pt x="2538" y="5"/>
                </a:lnTo>
                <a:lnTo>
                  <a:pt x="2538" y="4"/>
                </a:lnTo>
                <a:lnTo>
                  <a:pt x="2539" y="4"/>
                </a:lnTo>
                <a:lnTo>
                  <a:pt x="2539" y="3"/>
                </a:lnTo>
                <a:lnTo>
                  <a:pt x="2540" y="3"/>
                </a:lnTo>
                <a:lnTo>
                  <a:pt x="2540" y="2"/>
                </a:lnTo>
                <a:lnTo>
                  <a:pt x="2541" y="2"/>
                </a:lnTo>
                <a:lnTo>
                  <a:pt x="2541" y="1"/>
                </a:lnTo>
                <a:lnTo>
                  <a:pt x="2542" y="1"/>
                </a:lnTo>
                <a:lnTo>
                  <a:pt x="2543" y="1"/>
                </a:lnTo>
                <a:lnTo>
                  <a:pt x="2544" y="1"/>
                </a:lnTo>
                <a:lnTo>
                  <a:pt x="2545" y="1"/>
                </a:lnTo>
                <a:lnTo>
                  <a:pt x="2547" y="2"/>
                </a:lnTo>
                <a:lnTo>
                  <a:pt x="2548" y="2"/>
                </a:lnTo>
                <a:lnTo>
                  <a:pt x="2549" y="2"/>
                </a:lnTo>
                <a:lnTo>
                  <a:pt x="2550" y="2"/>
                </a:lnTo>
                <a:lnTo>
                  <a:pt x="2551" y="2"/>
                </a:lnTo>
                <a:lnTo>
                  <a:pt x="2551" y="1"/>
                </a:lnTo>
                <a:lnTo>
                  <a:pt x="2552" y="1"/>
                </a:lnTo>
                <a:lnTo>
                  <a:pt x="2553" y="1"/>
                </a:lnTo>
                <a:lnTo>
                  <a:pt x="2553" y="2"/>
                </a:lnTo>
                <a:lnTo>
                  <a:pt x="2554" y="2"/>
                </a:lnTo>
                <a:lnTo>
                  <a:pt x="2554" y="1"/>
                </a:lnTo>
                <a:lnTo>
                  <a:pt x="2555" y="1"/>
                </a:lnTo>
                <a:lnTo>
                  <a:pt x="2556" y="1"/>
                </a:lnTo>
                <a:lnTo>
                  <a:pt x="2557" y="0"/>
                </a:lnTo>
                <a:lnTo>
                  <a:pt x="2558" y="0"/>
                </a:lnTo>
                <a:lnTo>
                  <a:pt x="2559" y="0"/>
                </a:lnTo>
                <a:lnTo>
                  <a:pt x="2559" y="1"/>
                </a:lnTo>
                <a:close/>
              </a:path>
            </a:pathLst>
          </a:custGeom>
          <a:solidFill>
            <a:srgbClr val="FFB67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9" name=""/>
          <p:cNvSpPr/>
          <p:nvPr/>
        </p:nvSpPr>
        <p:spPr>
          <a:xfrm>
            <a:off x="7096680" y="15721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lnTo>
                  <a:pt x="0" y="4"/>
                </a:lnTo>
                <a:close/>
              </a:path>
            </a:pathLst>
          </a:custGeom>
          <a:solidFill>
            <a:srgbClr val="FDFEC4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0" name=""/>
          <p:cNvSpPr/>
          <p:nvPr/>
        </p:nvSpPr>
        <p:spPr>
          <a:xfrm>
            <a:off x="6905520" y="1460520"/>
            <a:ext cx="211320" cy="188280"/>
          </a:xfrm>
          <a:custGeom>
            <a:avLst/>
            <a:gdLst/>
            <a:ahLst/>
            <a:rect l="0" t="0" r="r" b="b"/>
            <a:pathLst>
              <a:path w="587" h="523">
                <a:moveTo>
                  <a:pt x="304" y="1"/>
                </a:moveTo>
                <a:lnTo>
                  <a:pt x="305" y="1"/>
                </a:lnTo>
                <a:lnTo>
                  <a:pt x="306" y="1"/>
                </a:lnTo>
                <a:lnTo>
                  <a:pt x="306" y="2"/>
                </a:lnTo>
                <a:lnTo>
                  <a:pt x="307" y="2"/>
                </a:lnTo>
                <a:lnTo>
                  <a:pt x="308" y="2"/>
                </a:lnTo>
                <a:lnTo>
                  <a:pt x="309" y="2"/>
                </a:lnTo>
                <a:lnTo>
                  <a:pt x="309" y="3"/>
                </a:lnTo>
                <a:lnTo>
                  <a:pt x="309" y="4"/>
                </a:lnTo>
                <a:lnTo>
                  <a:pt x="310" y="5"/>
                </a:lnTo>
                <a:lnTo>
                  <a:pt x="310" y="6"/>
                </a:lnTo>
                <a:lnTo>
                  <a:pt x="309" y="6"/>
                </a:lnTo>
                <a:lnTo>
                  <a:pt x="308" y="6"/>
                </a:lnTo>
                <a:lnTo>
                  <a:pt x="307" y="7"/>
                </a:lnTo>
                <a:lnTo>
                  <a:pt x="305" y="7"/>
                </a:lnTo>
                <a:lnTo>
                  <a:pt x="306" y="8"/>
                </a:lnTo>
                <a:lnTo>
                  <a:pt x="304" y="9"/>
                </a:lnTo>
                <a:lnTo>
                  <a:pt x="304" y="8"/>
                </a:lnTo>
                <a:lnTo>
                  <a:pt x="303" y="8"/>
                </a:lnTo>
                <a:lnTo>
                  <a:pt x="303" y="9"/>
                </a:lnTo>
                <a:lnTo>
                  <a:pt x="302" y="10"/>
                </a:lnTo>
                <a:lnTo>
                  <a:pt x="302" y="11"/>
                </a:lnTo>
                <a:lnTo>
                  <a:pt x="301" y="11"/>
                </a:lnTo>
                <a:lnTo>
                  <a:pt x="301" y="13"/>
                </a:lnTo>
                <a:lnTo>
                  <a:pt x="300" y="13"/>
                </a:lnTo>
                <a:lnTo>
                  <a:pt x="300" y="14"/>
                </a:lnTo>
                <a:lnTo>
                  <a:pt x="300" y="15"/>
                </a:lnTo>
                <a:lnTo>
                  <a:pt x="300" y="16"/>
                </a:lnTo>
                <a:lnTo>
                  <a:pt x="300" y="18"/>
                </a:lnTo>
                <a:lnTo>
                  <a:pt x="299" y="19"/>
                </a:lnTo>
                <a:lnTo>
                  <a:pt x="299" y="21"/>
                </a:lnTo>
                <a:lnTo>
                  <a:pt x="299" y="23"/>
                </a:lnTo>
                <a:lnTo>
                  <a:pt x="300" y="24"/>
                </a:lnTo>
                <a:lnTo>
                  <a:pt x="300" y="25"/>
                </a:lnTo>
                <a:lnTo>
                  <a:pt x="299" y="25"/>
                </a:lnTo>
                <a:lnTo>
                  <a:pt x="299" y="26"/>
                </a:lnTo>
                <a:lnTo>
                  <a:pt x="299" y="27"/>
                </a:lnTo>
                <a:lnTo>
                  <a:pt x="299" y="28"/>
                </a:lnTo>
                <a:lnTo>
                  <a:pt x="299" y="29"/>
                </a:lnTo>
                <a:lnTo>
                  <a:pt x="298" y="29"/>
                </a:lnTo>
                <a:lnTo>
                  <a:pt x="300" y="30"/>
                </a:lnTo>
                <a:lnTo>
                  <a:pt x="299" y="33"/>
                </a:lnTo>
                <a:lnTo>
                  <a:pt x="298" y="33"/>
                </a:lnTo>
                <a:lnTo>
                  <a:pt x="299" y="33"/>
                </a:lnTo>
                <a:lnTo>
                  <a:pt x="300" y="33"/>
                </a:lnTo>
                <a:lnTo>
                  <a:pt x="301" y="33"/>
                </a:lnTo>
                <a:lnTo>
                  <a:pt x="301" y="34"/>
                </a:lnTo>
                <a:lnTo>
                  <a:pt x="300" y="35"/>
                </a:lnTo>
                <a:lnTo>
                  <a:pt x="299" y="35"/>
                </a:lnTo>
                <a:lnTo>
                  <a:pt x="299" y="36"/>
                </a:lnTo>
                <a:lnTo>
                  <a:pt x="299" y="37"/>
                </a:lnTo>
                <a:lnTo>
                  <a:pt x="300" y="36"/>
                </a:lnTo>
                <a:lnTo>
                  <a:pt x="300" y="37"/>
                </a:lnTo>
                <a:lnTo>
                  <a:pt x="300" y="38"/>
                </a:lnTo>
                <a:lnTo>
                  <a:pt x="301" y="38"/>
                </a:lnTo>
                <a:lnTo>
                  <a:pt x="301" y="39"/>
                </a:lnTo>
                <a:lnTo>
                  <a:pt x="302" y="40"/>
                </a:lnTo>
                <a:lnTo>
                  <a:pt x="302" y="41"/>
                </a:lnTo>
                <a:lnTo>
                  <a:pt x="303" y="41"/>
                </a:lnTo>
                <a:lnTo>
                  <a:pt x="304" y="41"/>
                </a:lnTo>
                <a:lnTo>
                  <a:pt x="306" y="40"/>
                </a:lnTo>
                <a:lnTo>
                  <a:pt x="307" y="40"/>
                </a:lnTo>
                <a:lnTo>
                  <a:pt x="307" y="41"/>
                </a:lnTo>
                <a:lnTo>
                  <a:pt x="308" y="41"/>
                </a:lnTo>
                <a:lnTo>
                  <a:pt x="309" y="42"/>
                </a:lnTo>
                <a:lnTo>
                  <a:pt x="310" y="42"/>
                </a:lnTo>
                <a:lnTo>
                  <a:pt x="310" y="43"/>
                </a:lnTo>
                <a:lnTo>
                  <a:pt x="311" y="43"/>
                </a:lnTo>
                <a:lnTo>
                  <a:pt x="312" y="43"/>
                </a:lnTo>
                <a:lnTo>
                  <a:pt x="313" y="44"/>
                </a:lnTo>
                <a:lnTo>
                  <a:pt x="314" y="44"/>
                </a:lnTo>
                <a:lnTo>
                  <a:pt x="315" y="44"/>
                </a:lnTo>
                <a:lnTo>
                  <a:pt x="315" y="43"/>
                </a:lnTo>
                <a:lnTo>
                  <a:pt x="317" y="44"/>
                </a:lnTo>
                <a:lnTo>
                  <a:pt x="317" y="45"/>
                </a:lnTo>
                <a:lnTo>
                  <a:pt x="318" y="46"/>
                </a:lnTo>
                <a:lnTo>
                  <a:pt x="318" y="45"/>
                </a:lnTo>
                <a:lnTo>
                  <a:pt x="319" y="45"/>
                </a:lnTo>
                <a:lnTo>
                  <a:pt x="320" y="46"/>
                </a:lnTo>
                <a:lnTo>
                  <a:pt x="321" y="46"/>
                </a:lnTo>
                <a:lnTo>
                  <a:pt x="322" y="46"/>
                </a:lnTo>
                <a:lnTo>
                  <a:pt x="323" y="46"/>
                </a:lnTo>
                <a:lnTo>
                  <a:pt x="324" y="47"/>
                </a:lnTo>
                <a:lnTo>
                  <a:pt x="324" y="46"/>
                </a:lnTo>
                <a:lnTo>
                  <a:pt x="325" y="46"/>
                </a:lnTo>
                <a:lnTo>
                  <a:pt x="326" y="47"/>
                </a:lnTo>
                <a:lnTo>
                  <a:pt x="327" y="47"/>
                </a:lnTo>
                <a:lnTo>
                  <a:pt x="326" y="47"/>
                </a:lnTo>
                <a:lnTo>
                  <a:pt x="327" y="48"/>
                </a:lnTo>
                <a:lnTo>
                  <a:pt x="328" y="48"/>
                </a:lnTo>
                <a:lnTo>
                  <a:pt x="328" y="47"/>
                </a:lnTo>
                <a:lnTo>
                  <a:pt x="331" y="48"/>
                </a:lnTo>
                <a:lnTo>
                  <a:pt x="332" y="48"/>
                </a:lnTo>
                <a:lnTo>
                  <a:pt x="333" y="48"/>
                </a:lnTo>
                <a:lnTo>
                  <a:pt x="333" y="49"/>
                </a:lnTo>
                <a:lnTo>
                  <a:pt x="332" y="49"/>
                </a:lnTo>
                <a:lnTo>
                  <a:pt x="331" y="49"/>
                </a:lnTo>
                <a:lnTo>
                  <a:pt x="331" y="50"/>
                </a:lnTo>
                <a:lnTo>
                  <a:pt x="328" y="49"/>
                </a:lnTo>
                <a:lnTo>
                  <a:pt x="329" y="50"/>
                </a:lnTo>
                <a:lnTo>
                  <a:pt x="329" y="51"/>
                </a:lnTo>
                <a:lnTo>
                  <a:pt x="328" y="52"/>
                </a:lnTo>
                <a:lnTo>
                  <a:pt x="328" y="51"/>
                </a:lnTo>
                <a:lnTo>
                  <a:pt x="328" y="52"/>
                </a:lnTo>
                <a:lnTo>
                  <a:pt x="327" y="52"/>
                </a:lnTo>
                <a:lnTo>
                  <a:pt x="327" y="53"/>
                </a:lnTo>
                <a:lnTo>
                  <a:pt x="327" y="54"/>
                </a:lnTo>
                <a:lnTo>
                  <a:pt x="326" y="54"/>
                </a:lnTo>
                <a:lnTo>
                  <a:pt x="327" y="55"/>
                </a:lnTo>
                <a:lnTo>
                  <a:pt x="329" y="56"/>
                </a:lnTo>
                <a:lnTo>
                  <a:pt x="331" y="59"/>
                </a:lnTo>
                <a:lnTo>
                  <a:pt x="333" y="61"/>
                </a:lnTo>
                <a:lnTo>
                  <a:pt x="334" y="61"/>
                </a:lnTo>
                <a:lnTo>
                  <a:pt x="335" y="60"/>
                </a:lnTo>
                <a:lnTo>
                  <a:pt x="337" y="60"/>
                </a:lnTo>
                <a:lnTo>
                  <a:pt x="336" y="62"/>
                </a:lnTo>
                <a:lnTo>
                  <a:pt x="338" y="63"/>
                </a:lnTo>
                <a:lnTo>
                  <a:pt x="337" y="64"/>
                </a:lnTo>
                <a:lnTo>
                  <a:pt x="339" y="64"/>
                </a:lnTo>
                <a:lnTo>
                  <a:pt x="340" y="65"/>
                </a:lnTo>
                <a:lnTo>
                  <a:pt x="341" y="66"/>
                </a:lnTo>
                <a:lnTo>
                  <a:pt x="343" y="67"/>
                </a:lnTo>
                <a:lnTo>
                  <a:pt x="344" y="67"/>
                </a:lnTo>
                <a:lnTo>
                  <a:pt x="346" y="68"/>
                </a:lnTo>
                <a:lnTo>
                  <a:pt x="346" y="69"/>
                </a:lnTo>
                <a:lnTo>
                  <a:pt x="347" y="69"/>
                </a:lnTo>
                <a:lnTo>
                  <a:pt x="346" y="70"/>
                </a:lnTo>
                <a:lnTo>
                  <a:pt x="346" y="71"/>
                </a:lnTo>
                <a:lnTo>
                  <a:pt x="347" y="72"/>
                </a:lnTo>
                <a:lnTo>
                  <a:pt x="347" y="73"/>
                </a:lnTo>
                <a:lnTo>
                  <a:pt x="346" y="73"/>
                </a:lnTo>
                <a:lnTo>
                  <a:pt x="346" y="74"/>
                </a:lnTo>
                <a:lnTo>
                  <a:pt x="347" y="73"/>
                </a:lnTo>
                <a:lnTo>
                  <a:pt x="349" y="73"/>
                </a:lnTo>
                <a:lnTo>
                  <a:pt x="350" y="73"/>
                </a:lnTo>
                <a:lnTo>
                  <a:pt x="350" y="72"/>
                </a:lnTo>
                <a:lnTo>
                  <a:pt x="351" y="72"/>
                </a:lnTo>
                <a:lnTo>
                  <a:pt x="351" y="73"/>
                </a:lnTo>
                <a:lnTo>
                  <a:pt x="351" y="72"/>
                </a:lnTo>
                <a:lnTo>
                  <a:pt x="352" y="72"/>
                </a:lnTo>
                <a:lnTo>
                  <a:pt x="354" y="72"/>
                </a:lnTo>
                <a:lnTo>
                  <a:pt x="355" y="72"/>
                </a:lnTo>
                <a:lnTo>
                  <a:pt x="355" y="73"/>
                </a:lnTo>
                <a:lnTo>
                  <a:pt x="358" y="74"/>
                </a:lnTo>
                <a:lnTo>
                  <a:pt x="359" y="75"/>
                </a:lnTo>
                <a:lnTo>
                  <a:pt x="360" y="75"/>
                </a:lnTo>
                <a:lnTo>
                  <a:pt x="360" y="76"/>
                </a:lnTo>
                <a:lnTo>
                  <a:pt x="360" y="75"/>
                </a:lnTo>
                <a:lnTo>
                  <a:pt x="361" y="76"/>
                </a:lnTo>
                <a:lnTo>
                  <a:pt x="361" y="77"/>
                </a:lnTo>
                <a:lnTo>
                  <a:pt x="361" y="78"/>
                </a:lnTo>
                <a:lnTo>
                  <a:pt x="361" y="79"/>
                </a:lnTo>
                <a:lnTo>
                  <a:pt x="362" y="79"/>
                </a:lnTo>
                <a:lnTo>
                  <a:pt x="363" y="79"/>
                </a:lnTo>
                <a:lnTo>
                  <a:pt x="364" y="79"/>
                </a:lnTo>
                <a:lnTo>
                  <a:pt x="365" y="79"/>
                </a:lnTo>
                <a:lnTo>
                  <a:pt x="366" y="80"/>
                </a:lnTo>
                <a:lnTo>
                  <a:pt x="367" y="80"/>
                </a:lnTo>
                <a:lnTo>
                  <a:pt x="369" y="80"/>
                </a:lnTo>
                <a:lnTo>
                  <a:pt x="371" y="80"/>
                </a:lnTo>
                <a:lnTo>
                  <a:pt x="372" y="81"/>
                </a:lnTo>
                <a:lnTo>
                  <a:pt x="373" y="81"/>
                </a:lnTo>
                <a:lnTo>
                  <a:pt x="374" y="81"/>
                </a:lnTo>
                <a:lnTo>
                  <a:pt x="375" y="82"/>
                </a:lnTo>
                <a:lnTo>
                  <a:pt x="376" y="82"/>
                </a:lnTo>
                <a:lnTo>
                  <a:pt x="378" y="82"/>
                </a:lnTo>
                <a:lnTo>
                  <a:pt x="379" y="83"/>
                </a:lnTo>
                <a:lnTo>
                  <a:pt x="381" y="84"/>
                </a:lnTo>
                <a:lnTo>
                  <a:pt x="382" y="84"/>
                </a:lnTo>
                <a:lnTo>
                  <a:pt x="383" y="84"/>
                </a:lnTo>
                <a:lnTo>
                  <a:pt x="384" y="84"/>
                </a:lnTo>
                <a:lnTo>
                  <a:pt x="384" y="85"/>
                </a:lnTo>
                <a:lnTo>
                  <a:pt x="384" y="84"/>
                </a:lnTo>
                <a:lnTo>
                  <a:pt x="385" y="84"/>
                </a:lnTo>
                <a:lnTo>
                  <a:pt x="387" y="86"/>
                </a:lnTo>
                <a:lnTo>
                  <a:pt x="389" y="87"/>
                </a:lnTo>
                <a:lnTo>
                  <a:pt x="390" y="87"/>
                </a:lnTo>
                <a:lnTo>
                  <a:pt x="390" y="88"/>
                </a:lnTo>
                <a:lnTo>
                  <a:pt x="391" y="88"/>
                </a:lnTo>
                <a:lnTo>
                  <a:pt x="392" y="89"/>
                </a:lnTo>
                <a:lnTo>
                  <a:pt x="393" y="90"/>
                </a:lnTo>
                <a:lnTo>
                  <a:pt x="393" y="91"/>
                </a:lnTo>
                <a:lnTo>
                  <a:pt x="394" y="91"/>
                </a:lnTo>
                <a:lnTo>
                  <a:pt x="395" y="91"/>
                </a:lnTo>
                <a:lnTo>
                  <a:pt x="396" y="91"/>
                </a:lnTo>
                <a:lnTo>
                  <a:pt x="399" y="93"/>
                </a:lnTo>
                <a:lnTo>
                  <a:pt x="400" y="93"/>
                </a:lnTo>
                <a:lnTo>
                  <a:pt x="401" y="94"/>
                </a:lnTo>
                <a:lnTo>
                  <a:pt x="402" y="94"/>
                </a:lnTo>
                <a:lnTo>
                  <a:pt x="403" y="94"/>
                </a:lnTo>
                <a:lnTo>
                  <a:pt x="404" y="95"/>
                </a:lnTo>
                <a:lnTo>
                  <a:pt x="405" y="95"/>
                </a:lnTo>
                <a:lnTo>
                  <a:pt x="406" y="96"/>
                </a:lnTo>
                <a:lnTo>
                  <a:pt x="409" y="97"/>
                </a:lnTo>
                <a:lnTo>
                  <a:pt x="411" y="98"/>
                </a:lnTo>
                <a:lnTo>
                  <a:pt x="412" y="98"/>
                </a:lnTo>
                <a:lnTo>
                  <a:pt x="412" y="99"/>
                </a:lnTo>
                <a:lnTo>
                  <a:pt x="413" y="99"/>
                </a:lnTo>
                <a:lnTo>
                  <a:pt x="413" y="100"/>
                </a:lnTo>
                <a:lnTo>
                  <a:pt x="413" y="101"/>
                </a:lnTo>
                <a:lnTo>
                  <a:pt x="412" y="102"/>
                </a:lnTo>
                <a:lnTo>
                  <a:pt x="413" y="103"/>
                </a:lnTo>
                <a:lnTo>
                  <a:pt x="413" y="104"/>
                </a:lnTo>
                <a:lnTo>
                  <a:pt x="413" y="105"/>
                </a:lnTo>
                <a:lnTo>
                  <a:pt x="413" y="106"/>
                </a:lnTo>
                <a:lnTo>
                  <a:pt x="414" y="106"/>
                </a:lnTo>
                <a:lnTo>
                  <a:pt x="414" y="107"/>
                </a:lnTo>
                <a:lnTo>
                  <a:pt x="414" y="109"/>
                </a:lnTo>
                <a:lnTo>
                  <a:pt x="414" y="110"/>
                </a:lnTo>
                <a:lnTo>
                  <a:pt x="415" y="110"/>
                </a:lnTo>
                <a:lnTo>
                  <a:pt x="415" y="111"/>
                </a:lnTo>
                <a:lnTo>
                  <a:pt x="415" y="112"/>
                </a:lnTo>
                <a:lnTo>
                  <a:pt x="415" y="113"/>
                </a:lnTo>
                <a:lnTo>
                  <a:pt x="415" y="114"/>
                </a:lnTo>
                <a:lnTo>
                  <a:pt x="416" y="116"/>
                </a:lnTo>
                <a:lnTo>
                  <a:pt x="416" y="117"/>
                </a:lnTo>
                <a:lnTo>
                  <a:pt x="417" y="118"/>
                </a:lnTo>
                <a:lnTo>
                  <a:pt x="418" y="119"/>
                </a:lnTo>
                <a:lnTo>
                  <a:pt x="418" y="120"/>
                </a:lnTo>
                <a:lnTo>
                  <a:pt x="418" y="121"/>
                </a:lnTo>
                <a:lnTo>
                  <a:pt x="418" y="122"/>
                </a:lnTo>
                <a:lnTo>
                  <a:pt x="418" y="123"/>
                </a:lnTo>
                <a:lnTo>
                  <a:pt x="419" y="124"/>
                </a:lnTo>
                <a:lnTo>
                  <a:pt x="420" y="125"/>
                </a:lnTo>
                <a:lnTo>
                  <a:pt x="421" y="127"/>
                </a:lnTo>
                <a:lnTo>
                  <a:pt x="421" y="128"/>
                </a:lnTo>
                <a:lnTo>
                  <a:pt x="422" y="129"/>
                </a:lnTo>
                <a:lnTo>
                  <a:pt x="422" y="130"/>
                </a:lnTo>
                <a:lnTo>
                  <a:pt x="423" y="131"/>
                </a:lnTo>
                <a:lnTo>
                  <a:pt x="424" y="133"/>
                </a:lnTo>
                <a:lnTo>
                  <a:pt x="424" y="134"/>
                </a:lnTo>
                <a:lnTo>
                  <a:pt x="425" y="135"/>
                </a:lnTo>
                <a:lnTo>
                  <a:pt x="425" y="136"/>
                </a:lnTo>
                <a:lnTo>
                  <a:pt x="426" y="138"/>
                </a:lnTo>
                <a:lnTo>
                  <a:pt x="426" y="139"/>
                </a:lnTo>
                <a:lnTo>
                  <a:pt x="427" y="140"/>
                </a:lnTo>
                <a:lnTo>
                  <a:pt x="428" y="141"/>
                </a:lnTo>
                <a:lnTo>
                  <a:pt x="428" y="142"/>
                </a:lnTo>
                <a:lnTo>
                  <a:pt x="428" y="143"/>
                </a:lnTo>
                <a:lnTo>
                  <a:pt x="428" y="144"/>
                </a:lnTo>
                <a:lnTo>
                  <a:pt x="429" y="145"/>
                </a:lnTo>
                <a:lnTo>
                  <a:pt x="429" y="146"/>
                </a:lnTo>
                <a:lnTo>
                  <a:pt x="430" y="147"/>
                </a:lnTo>
                <a:lnTo>
                  <a:pt x="432" y="149"/>
                </a:lnTo>
                <a:lnTo>
                  <a:pt x="432" y="150"/>
                </a:lnTo>
                <a:lnTo>
                  <a:pt x="433" y="152"/>
                </a:lnTo>
                <a:lnTo>
                  <a:pt x="433" y="153"/>
                </a:lnTo>
                <a:lnTo>
                  <a:pt x="434" y="154"/>
                </a:lnTo>
                <a:lnTo>
                  <a:pt x="434" y="155"/>
                </a:lnTo>
                <a:lnTo>
                  <a:pt x="434" y="156"/>
                </a:lnTo>
                <a:lnTo>
                  <a:pt x="434" y="157"/>
                </a:lnTo>
                <a:lnTo>
                  <a:pt x="433" y="158"/>
                </a:lnTo>
                <a:lnTo>
                  <a:pt x="433" y="159"/>
                </a:lnTo>
                <a:lnTo>
                  <a:pt x="434" y="159"/>
                </a:lnTo>
                <a:lnTo>
                  <a:pt x="434" y="158"/>
                </a:lnTo>
                <a:lnTo>
                  <a:pt x="435" y="158"/>
                </a:lnTo>
                <a:lnTo>
                  <a:pt x="436" y="159"/>
                </a:lnTo>
                <a:lnTo>
                  <a:pt x="437" y="159"/>
                </a:lnTo>
                <a:lnTo>
                  <a:pt x="438" y="160"/>
                </a:lnTo>
                <a:lnTo>
                  <a:pt x="439" y="162"/>
                </a:lnTo>
                <a:lnTo>
                  <a:pt x="440" y="164"/>
                </a:lnTo>
                <a:lnTo>
                  <a:pt x="440" y="165"/>
                </a:lnTo>
                <a:lnTo>
                  <a:pt x="441" y="166"/>
                </a:lnTo>
                <a:lnTo>
                  <a:pt x="441" y="167"/>
                </a:lnTo>
                <a:lnTo>
                  <a:pt x="441" y="168"/>
                </a:lnTo>
                <a:lnTo>
                  <a:pt x="442" y="169"/>
                </a:lnTo>
                <a:lnTo>
                  <a:pt x="442" y="170"/>
                </a:lnTo>
                <a:lnTo>
                  <a:pt x="443" y="170"/>
                </a:lnTo>
                <a:lnTo>
                  <a:pt x="443" y="171"/>
                </a:lnTo>
                <a:lnTo>
                  <a:pt x="443" y="172"/>
                </a:lnTo>
                <a:lnTo>
                  <a:pt x="444" y="174"/>
                </a:lnTo>
                <a:lnTo>
                  <a:pt x="444" y="175"/>
                </a:lnTo>
                <a:lnTo>
                  <a:pt x="445" y="176"/>
                </a:lnTo>
                <a:lnTo>
                  <a:pt x="445" y="177"/>
                </a:lnTo>
                <a:lnTo>
                  <a:pt x="444" y="178"/>
                </a:lnTo>
                <a:lnTo>
                  <a:pt x="443" y="179"/>
                </a:lnTo>
                <a:lnTo>
                  <a:pt x="444" y="179"/>
                </a:lnTo>
                <a:lnTo>
                  <a:pt x="445" y="180"/>
                </a:lnTo>
                <a:lnTo>
                  <a:pt x="445" y="181"/>
                </a:lnTo>
                <a:lnTo>
                  <a:pt x="445" y="184"/>
                </a:lnTo>
                <a:lnTo>
                  <a:pt x="442" y="185"/>
                </a:lnTo>
                <a:lnTo>
                  <a:pt x="443" y="187"/>
                </a:lnTo>
                <a:lnTo>
                  <a:pt x="441" y="188"/>
                </a:lnTo>
                <a:lnTo>
                  <a:pt x="441" y="189"/>
                </a:lnTo>
                <a:lnTo>
                  <a:pt x="442" y="189"/>
                </a:lnTo>
                <a:lnTo>
                  <a:pt x="444" y="191"/>
                </a:lnTo>
                <a:lnTo>
                  <a:pt x="446" y="193"/>
                </a:lnTo>
                <a:lnTo>
                  <a:pt x="447" y="193"/>
                </a:lnTo>
                <a:lnTo>
                  <a:pt x="447" y="194"/>
                </a:lnTo>
                <a:lnTo>
                  <a:pt x="448" y="194"/>
                </a:lnTo>
                <a:lnTo>
                  <a:pt x="450" y="194"/>
                </a:lnTo>
                <a:lnTo>
                  <a:pt x="451" y="194"/>
                </a:lnTo>
                <a:lnTo>
                  <a:pt x="452" y="195"/>
                </a:lnTo>
                <a:lnTo>
                  <a:pt x="451" y="195"/>
                </a:lnTo>
                <a:lnTo>
                  <a:pt x="450" y="196"/>
                </a:lnTo>
                <a:lnTo>
                  <a:pt x="451" y="196"/>
                </a:lnTo>
                <a:lnTo>
                  <a:pt x="451" y="195"/>
                </a:lnTo>
                <a:lnTo>
                  <a:pt x="453" y="195"/>
                </a:lnTo>
                <a:lnTo>
                  <a:pt x="453" y="197"/>
                </a:lnTo>
                <a:lnTo>
                  <a:pt x="454" y="198"/>
                </a:lnTo>
                <a:lnTo>
                  <a:pt x="454" y="197"/>
                </a:lnTo>
                <a:lnTo>
                  <a:pt x="455" y="197"/>
                </a:lnTo>
                <a:lnTo>
                  <a:pt x="456" y="198"/>
                </a:lnTo>
                <a:lnTo>
                  <a:pt x="456" y="199"/>
                </a:lnTo>
                <a:lnTo>
                  <a:pt x="457" y="200"/>
                </a:lnTo>
                <a:lnTo>
                  <a:pt x="457" y="202"/>
                </a:lnTo>
                <a:lnTo>
                  <a:pt x="457" y="203"/>
                </a:lnTo>
                <a:lnTo>
                  <a:pt x="457" y="204"/>
                </a:lnTo>
                <a:lnTo>
                  <a:pt x="458" y="204"/>
                </a:lnTo>
                <a:lnTo>
                  <a:pt x="459" y="203"/>
                </a:lnTo>
                <a:lnTo>
                  <a:pt x="459" y="204"/>
                </a:lnTo>
                <a:lnTo>
                  <a:pt x="460" y="205"/>
                </a:lnTo>
                <a:lnTo>
                  <a:pt x="460" y="207"/>
                </a:lnTo>
                <a:lnTo>
                  <a:pt x="460" y="208"/>
                </a:lnTo>
                <a:lnTo>
                  <a:pt x="460" y="207"/>
                </a:lnTo>
                <a:lnTo>
                  <a:pt x="460" y="209"/>
                </a:lnTo>
                <a:lnTo>
                  <a:pt x="460" y="210"/>
                </a:lnTo>
                <a:lnTo>
                  <a:pt x="460" y="209"/>
                </a:lnTo>
                <a:lnTo>
                  <a:pt x="459" y="210"/>
                </a:lnTo>
                <a:lnTo>
                  <a:pt x="458" y="210"/>
                </a:lnTo>
                <a:lnTo>
                  <a:pt x="459" y="210"/>
                </a:lnTo>
                <a:lnTo>
                  <a:pt x="460" y="210"/>
                </a:lnTo>
                <a:lnTo>
                  <a:pt x="460" y="212"/>
                </a:lnTo>
                <a:lnTo>
                  <a:pt x="460" y="213"/>
                </a:lnTo>
                <a:lnTo>
                  <a:pt x="459" y="213"/>
                </a:lnTo>
                <a:lnTo>
                  <a:pt x="458" y="214"/>
                </a:lnTo>
                <a:lnTo>
                  <a:pt x="457" y="214"/>
                </a:lnTo>
                <a:lnTo>
                  <a:pt x="457" y="215"/>
                </a:lnTo>
                <a:lnTo>
                  <a:pt x="456" y="215"/>
                </a:lnTo>
                <a:lnTo>
                  <a:pt x="455" y="215"/>
                </a:lnTo>
                <a:lnTo>
                  <a:pt x="456" y="215"/>
                </a:lnTo>
                <a:lnTo>
                  <a:pt x="457" y="215"/>
                </a:lnTo>
                <a:lnTo>
                  <a:pt x="458" y="215"/>
                </a:lnTo>
                <a:lnTo>
                  <a:pt x="458" y="214"/>
                </a:lnTo>
                <a:lnTo>
                  <a:pt x="459" y="214"/>
                </a:lnTo>
                <a:lnTo>
                  <a:pt x="460" y="214"/>
                </a:lnTo>
                <a:lnTo>
                  <a:pt x="460" y="213"/>
                </a:lnTo>
                <a:lnTo>
                  <a:pt x="461" y="213"/>
                </a:lnTo>
                <a:lnTo>
                  <a:pt x="461" y="214"/>
                </a:lnTo>
                <a:lnTo>
                  <a:pt x="462" y="214"/>
                </a:lnTo>
                <a:lnTo>
                  <a:pt x="462" y="215"/>
                </a:lnTo>
                <a:lnTo>
                  <a:pt x="463" y="215"/>
                </a:lnTo>
                <a:lnTo>
                  <a:pt x="463" y="216"/>
                </a:lnTo>
                <a:lnTo>
                  <a:pt x="464" y="216"/>
                </a:lnTo>
                <a:lnTo>
                  <a:pt x="465" y="219"/>
                </a:lnTo>
                <a:lnTo>
                  <a:pt x="464" y="219"/>
                </a:lnTo>
                <a:lnTo>
                  <a:pt x="465" y="219"/>
                </a:lnTo>
                <a:lnTo>
                  <a:pt x="465" y="220"/>
                </a:lnTo>
                <a:lnTo>
                  <a:pt x="466" y="221"/>
                </a:lnTo>
                <a:lnTo>
                  <a:pt x="466" y="222"/>
                </a:lnTo>
                <a:lnTo>
                  <a:pt x="467" y="224"/>
                </a:lnTo>
                <a:lnTo>
                  <a:pt x="468" y="227"/>
                </a:lnTo>
                <a:lnTo>
                  <a:pt x="468" y="228"/>
                </a:lnTo>
                <a:lnTo>
                  <a:pt x="470" y="227"/>
                </a:lnTo>
                <a:lnTo>
                  <a:pt x="472" y="227"/>
                </a:lnTo>
                <a:lnTo>
                  <a:pt x="473" y="229"/>
                </a:lnTo>
                <a:lnTo>
                  <a:pt x="471" y="229"/>
                </a:lnTo>
                <a:lnTo>
                  <a:pt x="472" y="230"/>
                </a:lnTo>
                <a:lnTo>
                  <a:pt x="472" y="231"/>
                </a:lnTo>
                <a:lnTo>
                  <a:pt x="473" y="233"/>
                </a:lnTo>
                <a:lnTo>
                  <a:pt x="471" y="233"/>
                </a:lnTo>
                <a:lnTo>
                  <a:pt x="472" y="234"/>
                </a:lnTo>
                <a:lnTo>
                  <a:pt x="472" y="235"/>
                </a:lnTo>
                <a:lnTo>
                  <a:pt x="473" y="236"/>
                </a:lnTo>
                <a:lnTo>
                  <a:pt x="473" y="237"/>
                </a:lnTo>
                <a:lnTo>
                  <a:pt x="473" y="238"/>
                </a:lnTo>
                <a:lnTo>
                  <a:pt x="474" y="238"/>
                </a:lnTo>
                <a:lnTo>
                  <a:pt x="474" y="239"/>
                </a:lnTo>
                <a:lnTo>
                  <a:pt x="474" y="240"/>
                </a:lnTo>
                <a:lnTo>
                  <a:pt x="474" y="241"/>
                </a:lnTo>
                <a:lnTo>
                  <a:pt x="475" y="241"/>
                </a:lnTo>
                <a:lnTo>
                  <a:pt x="475" y="242"/>
                </a:lnTo>
                <a:lnTo>
                  <a:pt x="475" y="243"/>
                </a:lnTo>
                <a:lnTo>
                  <a:pt x="475" y="246"/>
                </a:lnTo>
                <a:lnTo>
                  <a:pt x="475" y="247"/>
                </a:lnTo>
                <a:lnTo>
                  <a:pt x="475" y="248"/>
                </a:lnTo>
                <a:lnTo>
                  <a:pt x="471" y="248"/>
                </a:lnTo>
                <a:lnTo>
                  <a:pt x="470" y="249"/>
                </a:lnTo>
                <a:lnTo>
                  <a:pt x="471" y="249"/>
                </a:lnTo>
                <a:lnTo>
                  <a:pt x="472" y="249"/>
                </a:lnTo>
                <a:lnTo>
                  <a:pt x="474" y="251"/>
                </a:lnTo>
                <a:lnTo>
                  <a:pt x="476" y="251"/>
                </a:lnTo>
                <a:lnTo>
                  <a:pt x="478" y="252"/>
                </a:lnTo>
                <a:lnTo>
                  <a:pt x="477" y="252"/>
                </a:lnTo>
                <a:lnTo>
                  <a:pt x="477" y="253"/>
                </a:lnTo>
                <a:lnTo>
                  <a:pt x="479" y="253"/>
                </a:lnTo>
                <a:lnTo>
                  <a:pt x="479" y="254"/>
                </a:lnTo>
                <a:lnTo>
                  <a:pt x="479" y="255"/>
                </a:lnTo>
                <a:lnTo>
                  <a:pt x="480" y="258"/>
                </a:lnTo>
                <a:lnTo>
                  <a:pt x="480" y="260"/>
                </a:lnTo>
                <a:lnTo>
                  <a:pt x="479" y="260"/>
                </a:lnTo>
                <a:lnTo>
                  <a:pt x="480" y="260"/>
                </a:lnTo>
                <a:lnTo>
                  <a:pt x="480" y="261"/>
                </a:lnTo>
                <a:lnTo>
                  <a:pt x="481" y="264"/>
                </a:lnTo>
                <a:lnTo>
                  <a:pt x="481" y="265"/>
                </a:lnTo>
                <a:lnTo>
                  <a:pt x="482" y="266"/>
                </a:lnTo>
                <a:lnTo>
                  <a:pt x="482" y="267"/>
                </a:lnTo>
                <a:lnTo>
                  <a:pt x="481" y="268"/>
                </a:lnTo>
                <a:lnTo>
                  <a:pt x="480" y="269"/>
                </a:lnTo>
                <a:lnTo>
                  <a:pt x="480" y="270"/>
                </a:lnTo>
                <a:lnTo>
                  <a:pt x="481" y="270"/>
                </a:lnTo>
                <a:lnTo>
                  <a:pt x="482" y="269"/>
                </a:lnTo>
                <a:lnTo>
                  <a:pt x="484" y="269"/>
                </a:lnTo>
                <a:lnTo>
                  <a:pt x="486" y="269"/>
                </a:lnTo>
                <a:lnTo>
                  <a:pt x="487" y="269"/>
                </a:lnTo>
                <a:lnTo>
                  <a:pt x="486" y="283"/>
                </a:lnTo>
                <a:lnTo>
                  <a:pt x="485" y="283"/>
                </a:lnTo>
                <a:lnTo>
                  <a:pt x="484" y="288"/>
                </a:lnTo>
                <a:lnTo>
                  <a:pt x="480" y="288"/>
                </a:lnTo>
                <a:lnTo>
                  <a:pt x="480" y="289"/>
                </a:lnTo>
                <a:lnTo>
                  <a:pt x="479" y="289"/>
                </a:lnTo>
                <a:lnTo>
                  <a:pt x="479" y="290"/>
                </a:lnTo>
                <a:lnTo>
                  <a:pt x="479" y="291"/>
                </a:lnTo>
                <a:lnTo>
                  <a:pt x="479" y="292"/>
                </a:lnTo>
                <a:lnTo>
                  <a:pt x="480" y="292"/>
                </a:lnTo>
                <a:lnTo>
                  <a:pt x="483" y="292"/>
                </a:lnTo>
                <a:lnTo>
                  <a:pt x="484" y="292"/>
                </a:lnTo>
                <a:lnTo>
                  <a:pt x="484" y="293"/>
                </a:lnTo>
                <a:lnTo>
                  <a:pt x="485" y="294"/>
                </a:lnTo>
                <a:lnTo>
                  <a:pt x="486" y="295"/>
                </a:lnTo>
                <a:lnTo>
                  <a:pt x="486" y="296"/>
                </a:lnTo>
                <a:lnTo>
                  <a:pt x="487" y="296"/>
                </a:lnTo>
                <a:lnTo>
                  <a:pt x="487" y="297"/>
                </a:lnTo>
                <a:lnTo>
                  <a:pt x="487" y="298"/>
                </a:lnTo>
                <a:lnTo>
                  <a:pt x="485" y="301"/>
                </a:lnTo>
                <a:lnTo>
                  <a:pt x="484" y="302"/>
                </a:lnTo>
                <a:lnTo>
                  <a:pt x="485" y="301"/>
                </a:lnTo>
                <a:lnTo>
                  <a:pt x="486" y="301"/>
                </a:lnTo>
                <a:lnTo>
                  <a:pt x="487" y="301"/>
                </a:lnTo>
                <a:lnTo>
                  <a:pt x="488" y="302"/>
                </a:lnTo>
                <a:lnTo>
                  <a:pt x="489" y="302"/>
                </a:lnTo>
                <a:lnTo>
                  <a:pt x="491" y="303"/>
                </a:lnTo>
                <a:lnTo>
                  <a:pt x="491" y="302"/>
                </a:lnTo>
                <a:lnTo>
                  <a:pt x="492" y="302"/>
                </a:lnTo>
                <a:lnTo>
                  <a:pt x="494" y="304"/>
                </a:lnTo>
                <a:lnTo>
                  <a:pt x="493" y="306"/>
                </a:lnTo>
                <a:lnTo>
                  <a:pt x="493" y="307"/>
                </a:lnTo>
                <a:lnTo>
                  <a:pt x="494" y="307"/>
                </a:lnTo>
                <a:lnTo>
                  <a:pt x="496" y="308"/>
                </a:lnTo>
                <a:lnTo>
                  <a:pt x="497" y="308"/>
                </a:lnTo>
                <a:lnTo>
                  <a:pt x="498" y="308"/>
                </a:lnTo>
                <a:lnTo>
                  <a:pt x="499" y="309"/>
                </a:lnTo>
                <a:lnTo>
                  <a:pt x="501" y="309"/>
                </a:lnTo>
                <a:lnTo>
                  <a:pt x="502" y="309"/>
                </a:lnTo>
                <a:lnTo>
                  <a:pt x="502" y="310"/>
                </a:lnTo>
                <a:lnTo>
                  <a:pt x="511" y="314"/>
                </a:lnTo>
                <a:lnTo>
                  <a:pt x="511" y="315"/>
                </a:lnTo>
                <a:lnTo>
                  <a:pt x="509" y="318"/>
                </a:lnTo>
                <a:lnTo>
                  <a:pt x="510" y="318"/>
                </a:lnTo>
                <a:lnTo>
                  <a:pt x="511" y="318"/>
                </a:lnTo>
                <a:lnTo>
                  <a:pt x="512" y="318"/>
                </a:lnTo>
                <a:lnTo>
                  <a:pt x="513" y="316"/>
                </a:lnTo>
                <a:lnTo>
                  <a:pt x="517" y="318"/>
                </a:lnTo>
                <a:lnTo>
                  <a:pt x="517" y="319"/>
                </a:lnTo>
                <a:lnTo>
                  <a:pt x="520" y="321"/>
                </a:lnTo>
                <a:lnTo>
                  <a:pt x="520" y="319"/>
                </a:lnTo>
                <a:lnTo>
                  <a:pt x="521" y="319"/>
                </a:lnTo>
                <a:lnTo>
                  <a:pt x="524" y="321"/>
                </a:lnTo>
                <a:lnTo>
                  <a:pt x="525" y="321"/>
                </a:lnTo>
                <a:lnTo>
                  <a:pt x="529" y="323"/>
                </a:lnTo>
                <a:lnTo>
                  <a:pt x="533" y="325"/>
                </a:lnTo>
                <a:lnTo>
                  <a:pt x="533" y="326"/>
                </a:lnTo>
                <a:lnTo>
                  <a:pt x="533" y="329"/>
                </a:lnTo>
                <a:lnTo>
                  <a:pt x="534" y="329"/>
                </a:lnTo>
                <a:lnTo>
                  <a:pt x="534" y="332"/>
                </a:lnTo>
                <a:lnTo>
                  <a:pt x="534" y="334"/>
                </a:lnTo>
                <a:lnTo>
                  <a:pt x="534" y="336"/>
                </a:lnTo>
                <a:lnTo>
                  <a:pt x="535" y="337"/>
                </a:lnTo>
                <a:lnTo>
                  <a:pt x="536" y="337"/>
                </a:lnTo>
                <a:lnTo>
                  <a:pt x="536" y="340"/>
                </a:lnTo>
                <a:lnTo>
                  <a:pt x="536" y="341"/>
                </a:lnTo>
                <a:lnTo>
                  <a:pt x="537" y="342"/>
                </a:lnTo>
                <a:lnTo>
                  <a:pt x="537" y="343"/>
                </a:lnTo>
                <a:lnTo>
                  <a:pt x="537" y="344"/>
                </a:lnTo>
                <a:lnTo>
                  <a:pt x="538" y="344"/>
                </a:lnTo>
                <a:lnTo>
                  <a:pt x="539" y="345"/>
                </a:lnTo>
                <a:lnTo>
                  <a:pt x="540" y="346"/>
                </a:lnTo>
                <a:lnTo>
                  <a:pt x="541" y="347"/>
                </a:lnTo>
                <a:lnTo>
                  <a:pt x="540" y="348"/>
                </a:lnTo>
                <a:lnTo>
                  <a:pt x="539" y="349"/>
                </a:lnTo>
                <a:lnTo>
                  <a:pt x="538" y="350"/>
                </a:lnTo>
                <a:lnTo>
                  <a:pt x="536" y="350"/>
                </a:lnTo>
                <a:lnTo>
                  <a:pt x="535" y="349"/>
                </a:lnTo>
                <a:lnTo>
                  <a:pt x="532" y="348"/>
                </a:lnTo>
                <a:lnTo>
                  <a:pt x="531" y="348"/>
                </a:lnTo>
                <a:lnTo>
                  <a:pt x="530" y="349"/>
                </a:lnTo>
                <a:lnTo>
                  <a:pt x="529" y="349"/>
                </a:lnTo>
                <a:lnTo>
                  <a:pt x="528" y="349"/>
                </a:lnTo>
                <a:lnTo>
                  <a:pt x="528" y="350"/>
                </a:lnTo>
                <a:lnTo>
                  <a:pt x="529" y="349"/>
                </a:lnTo>
                <a:lnTo>
                  <a:pt x="530" y="349"/>
                </a:lnTo>
                <a:lnTo>
                  <a:pt x="530" y="350"/>
                </a:lnTo>
                <a:lnTo>
                  <a:pt x="533" y="350"/>
                </a:lnTo>
                <a:lnTo>
                  <a:pt x="533" y="351"/>
                </a:lnTo>
                <a:lnTo>
                  <a:pt x="533" y="353"/>
                </a:lnTo>
                <a:lnTo>
                  <a:pt x="534" y="353"/>
                </a:lnTo>
                <a:lnTo>
                  <a:pt x="535" y="354"/>
                </a:lnTo>
                <a:lnTo>
                  <a:pt x="537" y="355"/>
                </a:lnTo>
                <a:lnTo>
                  <a:pt x="538" y="356"/>
                </a:lnTo>
                <a:lnTo>
                  <a:pt x="539" y="355"/>
                </a:lnTo>
                <a:lnTo>
                  <a:pt x="541" y="354"/>
                </a:lnTo>
                <a:lnTo>
                  <a:pt x="542" y="354"/>
                </a:lnTo>
                <a:lnTo>
                  <a:pt x="543" y="354"/>
                </a:lnTo>
                <a:lnTo>
                  <a:pt x="544" y="355"/>
                </a:lnTo>
                <a:lnTo>
                  <a:pt x="544" y="356"/>
                </a:lnTo>
                <a:lnTo>
                  <a:pt x="545" y="358"/>
                </a:lnTo>
                <a:lnTo>
                  <a:pt x="544" y="360"/>
                </a:lnTo>
                <a:lnTo>
                  <a:pt x="546" y="361"/>
                </a:lnTo>
                <a:lnTo>
                  <a:pt x="547" y="362"/>
                </a:lnTo>
                <a:lnTo>
                  <a:pt x="548" y="362"/>
                </a:lnTo>
                <a:lnTo>
                  <a:pt x="549" y="362"/>
                </a:lnTo>
                <a:lnTo>
                  <a:pt x="550" y="360"/>
                </a:lnTo>
                <a:lnTo>
                  <a:pt x="553" y="361"/>
                </a:lnTo>
                <a:lnTo>
                  <a:pt x="563" y="364"/>
                </a:lnTo>
                <a:lnTo>
                  <a:pt x="567" y="367"/>
                </a:lnTo>
                <a:lnTo>
                  <a:pt x="569" y="369"/>
                </a:lnTo>
                <a:lnTo>
                  <a:pt x="567" y="373"/>
                </a:lnTo>
                <a:lnTo>
                  <a:pt x="568" y="374"/>
                </a:lnTo>
                <a:lnTo>
                  <a:pt x="569" y="374"/>
                </a:lnTo>
                <a:lnTo>
                  <a:pt x="570" y="374"/>
                </a:lnTo>
                <a:lnTo>
                  <a:pt x="571" y="375"/>
                </a:lnTo>
                <a:lnTo>
                  <a:pt x="573" y="377"/>
                </a:lnTo>
                <a:lnTo>
                  <a:pt x="574" y="378"/>
                </a:lnTo>
                <a:lnTo>
                  <a:pt x="574" y="379"/>
                </a:lnTo>
                <a:lnTo>
                  <a:pt x="575" y="379"/>
                </a:lnTo>
                <a:lnTo>
                  <a:pt x="577" y="380"/>
                </a:lnTo>
                <a:lnTo>
                  <a:pt x="581" y="391"/>
                </a:lnTo>
                <a:lnTo>
                  <a:pt x="581" y="392"/>
                </a:lnTo>
                <a:lnTo>
                  <a:pt x="581" y="393"/>
                </a:lnTo>
                <a:lnTo>
                  <a:pt x="582" y="393"/>
                </a:lnTo>
                <a:lnTo>
                  <a:pt x="582" y="394"/>
                </a:lnTo>
                <a:lnTo>
                  <a:pt x="582" y="395"/>
                </a:lnTo>
                <a:lnTo>
                  <a:pt x="583" y="395"/>
                </a:lnTo>
                <a:lnTo>
                  <a:pt x="583" y="396"/>
                </a:lnTo>
                <a:lnTo>
                  <a:pt x="583" y="397"/>
                </a:lnTo>
                <a:lnTo>
                  <a:pt x="584" y="397"/>
                </a:lnTo>
                <a:lnTo>
                  <a:pt x="584" y="398"/>
                </a:lnTo>
                <a:lnTo>
                  <a:pt x="584" y="399"/>
                </a:lnTo>
                <a:lnTo>
                  <a:pt x="585" y="400"/>
                </a:lnTo>
                <a:lnTo>
                  <a:pt x="584" y="400"/>
                </a:lnTo>
                <a:lnTo>
                  <a:pt x="585" y="402"/>
                </a:lnTo>
                <a:lnTo>
                  <a:pt x="586" y="403"/>
                </a:lnTo>
                <a:lnTo>
                  <a:pt x="587" y="403"/>
                </a:lnTo>
                <a:lnTo>
                  <a:pt x="587" y="405"/>
                </a:lnTo>
                <a:lnTo>
                  <a:pt x="587" y="406"/>
                </a:lnTo>
                <a:lnTo>
                  <a:pt x="587" y="408"/>
                </a:lnTo>
                <a:lnTo>
                  <a:pt x="586" y="410"/>
                </a:lnTo>
                <a:lnTo>
                  <a:pt x="585" y="410"/>
                </a:lnTo>
                <a:lnTo>
                  <a:pt x="585" y="411"/>
                </a:lnTo>
                <a:lnTo>
                  <a:pt x="584" y="411"/>
                </a:lnTo>
                <a:lnTo>
                  <a:pt x="583" y="412"/>
                </a:lnTo>
                <a:lnTo>
                  <a:pt x="583" y="415"/>
                </a:lnTo>
                <a:lnTo>
                  <a:pt x="582" y="418"/>
                </a:lnTo>
                <a:lnTo>
                  <a:pt x="581" y="418"/>
                </a:lnTo>
                <a:lnTo>
                  <a:pt x="579" y="418"/>
                </a:lnTo>
                <a:lnTo>
                  <a:pt x="578" y="418"/>
                </a:lnTo>
                <a:lnTo>
                  <a:pt x="576" y="417"/>
                </a:lnTo>
                <a:lnTo>
                  <a:pt x="575" y="417"/>
                </a:lnTo>
                <a:lnTo>
                  <a:pt x="573" y="416"/>
                </a:lnTo>
                <a:lnTo>
                  <a:pt x="572" y="416"/>
                </a:lnTo>
                <a:lnTo>
                  <a:pt x="569" y="415"/>
                </a:lnTo>
                <a:lnTo>
                  <a:pt x="568" y="415"/>
                </a:lnTo>
                <a:lnTo>
                  <a:pt x="566" y="414"/>
                </a:lnTo>
                <a:lnTo>
                  <a:pt x="565" y="414"/>
                </a:lnTo>
                <a:lnTo>
                  <a:pt x="562" y="413"/>
                </a:lnTo>
                <a:lnTo>
                  <a:pt x="561" y="412"/>
                </a:lnTo>
                <a:lnTo>
                  <a:pt x="560" y="412"/>
                </a:lnTo>
                <a:lnTo>
                  <a:pt x="558" y="411"/>
                </a:lnTo>
                <a:lnTo>
                  <a:pt x="557" y="411"/>
                </a:lnTo>
                <a:lnTo>
                  <a:pt x="556" y="411"/>
                </a:lnTo>
                <a:lnTo>
                  <a:pt x="555" y="411"/>
                </a:lnTo>
                <a:lnTo>
                  <a:pt x="554" y="410"/>
                </a:lnTo>
                <a:lnTo>
                  <a:pt x="553" y="409"/>
                </a:lnTo>
                <a:lnTo>
                  <a:pt x="553" y="410"/>
                </a:lnTo>
                <a:lnTo>
                  <a:pt x="552" y="410"/>
                </a:lnTo>
                <a:lnTo>
                  <a:pt x="552" y="409"/>
                </a:lnTo>
                <a:lnTo>
                  <a:pt x="551" y="409"/>
                </a:lnTo>
                <a:lnTo>
                  <a:pt x="550" y="409"/>
                </a:lnTo>
                <a:lnTo>
                  <a:pt x="549" y="408"/>
                </a:lnTo>
                <a:lnTo>
                  <a:pt x="548" y="408"/>
                </a:lnTo>
                <a:lnTo>
                  <a:pt x="547" y="407"/>
                </a:lnTo>
                <a:lnTo>
                  <a:pt x="546" y="406"/>
                </a:lnTo>
                <a:lnTo>
                  <a:pt x="545" y="406"/>
                </a:lnTo>
                <a:lnTo>
                  <a:pt x="544" y="405"/>
                </a:lnTo>
                <a:lnTo>
                  <a:pt x="543" y="405"/>
                </a:lnTo>
                <a:lnTo>
                  <a:pt x="542" y="404"/>
                </a:lnTo>
                <a:lnTo>
                  <a:pt x="541" y="404"/>
                </a:lnTo>
                <a:lnTo>
                  <a:pt x="540" y="404"/>
                </a:lnTo>
                <a:lnTo>
                  <a:pt x="539" y="404"/>
                </a:lnTo>
                <a:lnTo>
                  <a:pt x="538" y="404"/>
                </a:lnTo>
                <a:lnTo>
                  <a:pt x="538" y="403"/>
                </a:lnTo>
                <a:lnTo>
                  <a:pt x="537" y="403"/>
                </a:lnTo>
                <a:lnTo>
                  <a:pt x="536" y="403"/>
                </a:lnTo>
                <a:lnTo>
                  <a:pt x="535" y="402"/>
                </a:lnTo>
                <a:lnTo>
                  <a:pt x="534" y="402"/>
                </a:lnTo>
                <a:lnTo>
                  <a:pt x="534" y="401"/>
                </a:lnTo>
                <a:lnTo>
                  <a:pt x="533" y="400"/>
                </a:lnTo>
                <a:lnTo>
                  <a:pt x="533" y="399"/>
                </a:lnTo>
                <a:lnTo>
                  <a:pt x="533" y="398"/>
                </a:lnTo>
                <a:lnTo>
                  <a:pt x="532" y="398"/>
                </a:lnTo>
                <a:lnTo>
                  <a:pt x="532" y="397"/>
                </a:lnTo>
                <a:lnTo>
                  <a:pt x="531" y="396"/>
                </a:lnTo>
                <a:lnTo>
                  <a:pt x="531" y="395"/>
                </a:lnTo>
                <a:lnTo>
                  <a:pt x="530" y="395"/>
                </a:lnTo>
                <a:lnTo>
                  <a:pt x="529" y="393"/>
                </a:lnTo>
                <a:lnTo>
                  <a:pt x="528" y="393"/>
                </a:lnTo>
                <a:lnTo>
                  <a:pt x="527" y="392"/>
                </a:lnTo>
                <a:lnTo>
                  <a:pt x="525" y="391"/>
                </a:lnTo>
                <a:lnTo>
                  <a:pt x="524" y="391"/>
                </a:lnTo>
                <a:lnTo>
                  <a:pt x="523" y="391"/>
                </a:lnTo>
                <a:lnTo>
                  <a:pt x="522" y="390"/>
                </a:lnTo>
                <a:lnTo>
                  <a:pt x="520" y="390"/>
                </a:lnTo>
                <a:lnTo>
                  <a:pt x="519" y="390"/>
                </a:lnTo>
                <a:lnTo>
                  <a:pt x="519" y="391"/>
                </a:lnTo>
                <a:lnTo>
                  <a:pt x="516" y="392"/>
                </a:lnTo>
                <a:lnTo>
                  <a:pt x="515" y="392"/>
                </a:lnTo>
                <a:lnTo>
                  <a:pt x="513" y="393"/>
                </a:lnTo>
                <a:lnTo>
                  <a:pt x="511" y="394"/>
                </a:lnTo>
                <a:lnTo>
                  <a:pt x="511" y="395"/>
                </a:lnTo>
                <a:lnTo>
                  <a:pt x="510" y="395"/>
                </a:lnTo>
                <a:lnTo>
                  <a:pt x="509" y="396"/>
                </a:lnTo>
                <a:lnTo>
                  <a:pt x="508" y="396"/>
                </a:lnTo>
                <a:lnTo>
                  <a:pt x="507" y="398"/>
                </a:lnTo>
                <a:lnTo>
                  <a:pt x="506" y="399"/>
                </a:lnTo>
                <a:lnTo>
                  <a:pt x="505" y="400"/>
                </a:lnTo>
                <a:lnTo>
                  <a:pt x="504" y="400"/>
                </a:lnTo>
                <a:lnTo>
                  <a:pt x="503" y="401"/>
                </a:lnTo>
                <a:lnTo>
                  <a:pt x="501" y="402"/>
                </a:lnTo>
                <a:lnTo>
                  <a:pt x="501" y="403"/>
                </a:lnTo>
                <a:lnTo>
                  <a:pt x="500" y="403"/>
                </a:lnTo>
                <a:lnTo>
                  <a:pt x="501" y="403"/>
                </a:lnTo>
                <a:lnTo>
                  <a:pt x="501" y="404"/>
                </a:lnTo>
                <a:lnTo>
                  <a:pt x="502" y="404"/>
                </a:lnTo>
                <a:lnTo>
                  <a:pt x="503" y="406"/>
                </a:lnTo>
                <a:lnTo>
                  <a:pt x="504" y="406"/>
                </a:lnTo>
                <a:lnTo>
                  <a:pt x="505" y="407"/>
                </a:lnTo>
                <a:lnTo>
                  <a:pt x="506" y="408"/>
                </a:lnTo>
                <a:lnTo>
                  <a:pt x="507" y="409"/>
                </a:lnTo>
                <a:lnTo>
                  <a:pt x="508" y="409"/>
                </a:lnTo>
                <a:lnTo>
                  <a:pt x="508" y="410"/>
                </a:lnTo>
                <a:lnTo>
                  <a:pt x="509" y="410"/>
                </a:lnTo>
                <a:lnTo>
                  <a:pt x="509" y="411"/>
                </a:lnTo>
                <a:lnTo>
                  <a:pt x="510" y="411"/>
                </a:lnTo>
                <a:lnTo>
                  <a:pt x="511" y="412"/>
                </a:lnTo>
                <a:lnTo>
                  <a:pt x="512" y="412"/>
                </a:lnTo>
                <a:lnTo>
                  <a:pt x="513" y="413"/>
                </a:lnTo>
                <a:lnTo>
                  <a:pt x="514" y="414"/>
                </a:lnTo>
                <a:lnTo>
                  <a:pt x="515" y="415"/>
                </a:lnTo>
                <a:lnTo>
                  <a:pt x="516" y="416"/>
                </a:lnTo>
                <a:lnTo>
                  <a:pt x="517" y="417"/>
                </a:lnTo>
                <a:lnTo>
                  <a:pt x="518" y="417"/>
                </a:lnTo>
                <a:lnTo>
                  <a:pt x="519" y="419"/>
                </a:lnTo>
                <a:lnTo>
                  <a:pt x="520" y="420"/>
                </a:lnTo>
                <a:lnTo>
                  <a:pt x="520" y="421"/>
                </a:lnTo>
                <a:lnTo>
                  <a:pt x="521" y="422"/>
                </a:lnTo>
                <a:lnTo>
                  <a:pt x="522" y="423"/>
                </a:lnTo>
                <a:lnTo>
                  <a:pt x="523" y="423"/>
                </a:lnTo>
                <a:lnTo>
                  <a:pt x="523" y="424"/>
                </a:lnTo>
                <a:lnTo>
                  <a:pt x="524" y="425"/>
                </a:lnTo>
                <a:lnTo>
                  <a:pt x="525" y="425"/>
                </a:lnTo>
                <a:lnTo>
                  <a:pt x="525" y="426"/>
                </a:lnTo>
                <a:lnTo>
                  <a:pt x="526" y="426"/>
                </a:lnTo>
                <a:lnTo>
                  <a:pt x="529" y="428"/>
                </a:lnTo>
                <a:lnTo>
                  <a:pt x="530" y="429"/>
                </a:lnTo>
                <a:lnTo>
                  <a:pt x="529" y="430"/>
                </a:lnTo>
                <a:lnTo>
                  <a:pt x="528" y="431"/>
                </a:lnTo>
                <a:lnTo>
                  <a:pt x="527" y="431"/>
                </a:lnTo>
                <a:lnTo>
                  <a:pt x="526" y="432"/>
                </a:lnTo>
                <a:lnTo>
                  <a:pt x="526" y="433"/>
                </a:lnTo>
                <a:lnTo>
                  <a:pt x="524" y="434"/>
                </a:lnTo>
                <a:lnTo>
                  <a:pt x="523" y="434"/>
                </a:lnTo>
                <a:lnTo>
                  <a:pt x="522" y="434"/>
                </a:lnTo>
                <a:lnTo>
                  <a:pt x="521" y="434"/>
                </a:lnTo>
                <a:lnTo>
                  <a:pt x="521" y="435"/>
                </a:lnTo>
                <a:lnTo>
                  <a:pt x="520" y="436"/>
                </a:lnTo>
                <a:lnTo>
                  <a:pt x="519" y="436"/>
                </a:lnTo>
                <a:lnTo>
                  <a:pt x="518" y="436"/>
                </a:lnTo>
                <a:lnTo>
                  <a:pt x="517" y="437"/>
                </a:lnTo>
                <a:lnTo>
                  <a:pt x="515" y="437"/>
                </a:lnTo>
                <a:lnTo>
                  <a:pt x="515" y="436"/>
                </a:lnTo>
                <a:lnTo>
                  <a:pt x="515" y="435"/>
                </a:lnTo>
                <a:lnTo>
                  <a:pt x="514" y="435"/>
                </a:lnTo>
                <a:lnTo>
                  <a:pt x="514" y="436"/>
                </a:lnTo>
                <a:lnTo>
                  <a:pt x="513" y="436"/>
                </a:lnTo>
                <a:lnTo>
                  <a:pt x="513" y="437"/>
                </a:lnTo>
                <a:lnTo>
                  <a:pt x="514" y="437"/>
                </a:lnTo>
                <a:lnTo>
                  <a:pt x="513" y="437"/>
                </a:lnTo>
                <a:lnTo>
                  <a:pt x="512" y="437"/>
                </a:lnTo>
                <a:lnTo>
                  <a:pt x="511" y="437"/>
                </a:lnTo>
                <a:lnTo>
                  <a:pt x="511" y="438"/>
                </a:lnTo>
                <a:lnTo>
                  <a:pt x="510" y="438"/>
                </a:lnTo>
                <a:lnTo>
                  <a:pt x="509" y="439"/>
                </a:lnTo>
                <a:lnTo>
                  <a:pt x="509" y="440"/>
                </a:lnTo>
                <a:lnTo>
                  <a:pt x="508" y="440"/>
                </a:lnTo>
                <a:lnTo>
                  <a:pt x="507" y="440"/>
                </a:lnTo>
                <a:lnTo>
                  <a:pt x="506" y="440"/>
                </a:lnTo>
                <a:lnTo>
                  <a:pt x="505" y="441"/>
                </a:lnTo>
                <a:lnTo>
                  <a:pt x="505" y="442"/>
                </a:lnTo>
                <a:lnTo>
                  <a:pt x="506" y="442"/>
                </a:lnTo>
                <a:lnTo>
                  <a:pt x="506" y="443"/>
                </a:lnTo>
                <a:lnTo>
                  <a:pt x="507" y="443"/>
                </a:lnTo>
                <a:lnTo>
                  <a:pt x="506" y="443"/>
                </a:lnTo>
                <a:lnTo>
                  <a:pt x="505" y="444"/>
                </a:lnTo>
                <a:lnTo>
                  <a:pt x="505" y="445"/>
                </a:lnTo>
                <a:lnTo>
                  <a:pt x="506" y="445"/>
                </a:lnTo>
                <a:lnTo>
                  <a:pt x="506" y="446"/>
                </a:lnTo>
                <a:lnTo>
                  <a:pt x="505" y="446"/>
                </a:lnTo>
                <a:lnTo>
                  <a:pt x="505" y="447"/>
                </a:lnTo>
                <a:lnTo>
                  <a:pt x="505" y="448"/>
                </a:lnTo>
                <a:lnTo>
                  <a:pt x="504" y="449"/>
                </a:lnTo>
                <a:lnTo>
                  <a:pt x="503" y="449"/>
                </a:lnTo>
                <a:lnTo>
                  <a:pt x="502" y="449"/>
                </a:lnTo>
                <a:lnTo>
                  <a:pt x="501" y="449"/>
                </a:lnTo>
                <a:lnTo>
                  <a:pt x="501" y="450"/>
                </a:lnTo>
                <a:lnTo>
                  <a:pt x="502" y="450"/>
                </a:lnTo>
                <a:lnTo>
                  <a:pt x="501" y="451"/>
                </a:lnTo>
                <a:lnTo>
                  <a:pt x="501" y="450"/>
                </a:lnTo>
                <a:lnTo>
                  <a:pt x="501" y="451"/>
                </a:lnTo>
                <a:lnTo>
                  <a:pt x="501" y="452"/>
                </a:lnTo>
                <a:lnTo>
                  <a:pt x="502" y="452"/>
                </a:lnTo>
                <a:lnTo>
                  <a:pt x="502" y="453"/>
                </a:lnTo>
                <a:lnTo>
                  <a:pt x="503" y="453"/>
                </a:lnTo>
                <a:lnTo>
                  <a:pt x="503" y="454"/>
                </a:lnTo>
                <a:lnTo>
                  <a:pt x="503" y="455"/>
                </a:lnTo>
                <a:lnTo>
                  <a:pt x="504" y="455"/>
                </a:lnTo>
                <a:lnTo>
                  <a:pt x="503" y="455"/>
                </a:lnTo>
                <a:lnTo>
                  <a:pt x="503" y="456"/>
                </a:lnTo>
                <a:lnTo>
                  <a:pt x="503" y="457"/>
                </a:lnTo>
                <a:lnTo>
                  <a:pt x="503" y="458"/>
                </a:lnTo>
                <a:lnTo>
                  <a:pt x="504" y="458"/>
                </a:lnTo>
                <a:lnTo>
                  <a:pt x="504" y="457"/>
                </a:lnTo>
                <a:lnTo>
                  <a:pt x="505" y="458"/>
                </a:lnTo>
                <a:lnTo>
                  <a:pt x="505" y="459"/>
                </a:lnTo>
                <a:lnTo>
                  <a:pt x="506" y="460"/>
                </a:lnTo>
                <a:lnTo>
                  <a:pt x="506" y="461"/>
                </a:lnTo>
                <a:lnTo>
                  <a:pt x="505" y="461"/>
                </a:lnTo>
                <a:lnTo>
                  <a:pt x="504" y="461"/>
                </a:lnTo>
                <a:lnTo>
                  <a:pt x="503" y="461"/>
                </a:lnTo>
                <a:lnTo>
                  <a:pt x="503" y="460"/>
                </a:lnTo>
                <a:lnTo>
                  <a:pt x="502" y="460"/>
                </a:lnTo>
                <a:lnTo>
                  <a:pt x="501" y="460"/>
                </a:lnTo>
                <a:lnTo>
                  <a:pt x="501" y="461"/>
                </a:lnTo>
                <a:lnTo>
                  <a:pt x="500" y="461"/>
                </a:lnTo>
                <a:lnTo>
                  <a:pt x="499" y="460"/>
                </a:lnTo>
                <a:lnTo>
                  <a:pt x="499" y="459"/>
                </a:lnTo>
                <a:lnTo>
                  <a:pt x="498" y="460"/>
                </a:lnTo>
                <a:lnTo>
                  <a:pt x="498" y="461"/>
                </a:lnTo>
                <a:lnTo>
                  <a:pt x="498" y="462"/>
                </a:lnTo>
                <a:lnTo>
                  <a:pt x="497" y="462"/>
                </a:lnTo>
                <a:lnTo>
                  <a:pt x="496" y="462"/>
                </a:lnTo>
                <a:lnTo>
                  <a:pt x="496" y="464"/>
                </a:lnTo>
                <a:lnTo>
                  <a:pt x="496" y="465"/>
                </a:lnTo>
                <a:lnTo>
                  <a:pt x="496" y="466"/>
                </a:lnTo>
                <a:lnTo>
                  <a:pt x="496" y="467"/>
                </a:lnTo>
                <a:lnTo>
                  <a:pt x="496" y="468"/>
                </a:lnTo>
                <a:lnTo>
                  <a:pt x="496" y="470"/>
                </a:lnTo>
                <a:lnTo>
                  <a:pt x="497" y="471"/>
                </a:lnTo>
                <a:lnTo>
                  <a:pt x="497" y="472"/>
                </a:lnTo>
                <a:lnTo>
                  <a:pt x="497" y="473"/>
                </a:lnTo>
                <a:lnTo>
                  <a:pt x="497" y="474"/>
                </a:lnTo>
                <a:lnTo>
                  <a:pt x="498" y="475"/>
                </a:lnTo>
                <a:lnTo>
                  <a:pt x="497" y="475"/>
                </a:lnTo>
                <a:lnTo>
                  <a:pt x="497" y="476"/>
                </a:lnTo>
                <a:lnTo>
                  <a:pt x="496" y="476"/>
                </a:lnTo>
                <a:lnTo>
                  <a:pt x="495" y="476"/>
                </a:lnTo>
                <a:lnTo>
                  <a:pt x="494" y="476"/>
                </a:lnTo>
                <a:lnTo>
                  <a:pt x="494" y="477"/>
                </a:lnTo>
                <a:lnTo>
                  <a:pt x="494" y="478"/>
                </a:lnTo>
                <a:lnTo>
                  <a:pt x="493" y="478"/>
                </a:lnTo>
                <a:lnTo>
                  <a:pt x="493" y="477"/>
                </a:lnTo>
                <a:lnTo>
                  <a:pt x="492" y="477"/>
                </a:lnTo>
                <a:lnTo>
                  <a:pt x="492" y="478"/>
                </a:lnTo>
                <a:lnTo>
                  <a:pt x="491" y="478"/>
                </a:lnTo>
                <a:lnTo>
                  <a:pt x="490" y="478"/>
                </a:lnTo>
                <a:lnTo>
                  <a:pt x="489" y="478"/>
                </a:lnTo>
                <a:lnTo>
                  <a:pt x="488" y="478"/>
                </a:lnTo>
                <a:lnTo>
                  <a:pt x="487" y="478"/>
                </a:lnTo>
                <a:lnTo>
                  <a:pt x="486" y="478"/>
                </a:lnTo>
                <a:lnTo>
                  <a:pt x="485" y="478"/>
                </a:lnTo>
                <a:lnTo>
                  <a:pt x="484" y="478"/>
                </a:lnTo>
                <a:lnTo>
                  <a:pt x="483" y="477"/>
                </a:lnTo>
                <a:lnTo>
                  <a:pt x="482" y="477"/>
                </a:lnTo>
                <a:lnTo>
                  <a:pt x="481" y="478"/>
                </a:lnTo>
                <a:lnTo>
                  <a:pt x="480" y="478"/>
                </a:lnTo>
                <a:lnTo>
                  <a:pt x="479" y="478"/>
                </a:lnTo>
                <a:lnTo>
                  <a:pt x="478" y="478"/>
                </a:lnTo>
                <a:lnTo>
                  <a:pt x="477" y="478"/>
                </a:lnTo>
                <a:lnTo>
                  <a:pt x="476" y="479"/>
                </a:lnTo>
                <a:lnTo>
                  <a:pt x="476" y="480"/>
                </a:lnTo>
                <a:lnTo>
                  <a:pt x="475" y="480"/>
                </a:lnTo>
                <a:lnTo>
                  <a:pt x="475" y="481"/>
                </a:lnTo>
                <a:lnTo>
                  <a:pt x="474" y="481"/>
                </a:lnTo>
                <a:lnTo>
                  <a:pt x="474" y="482"/>
                </a:lnTo>
                <a:lnTo>
                  <a:pt x="475" y="482"/>
                </a:lnTo>
                <a:lnTo>
                  <a:pt x="476" y="482"/>
                </a:lnTo>
                <a:lnTo>
                  <a:pt x="477" y="482"/>
                </a:lnTo>
                <a:lnTo>
                  <a:pt x="477" y="483"/>
                </a:lnTo>
                <a:lnTo>
                  <a:pt x="478" y="483"/>
                </a:lnTo>
                <a:lnTo>
                  <a:pt x="479" y="483"/>
                </a:lnTo>
                <a:lnTo>
                  <a:pt x="479" y="484"/>
                </a:lnTo>
                <a:lnTo>
                  <a:pt x="479" y="485"/>
                </a:lnTo>
                <a:lnTo>
                  <a:pt x="479" y="486"/>
                </a:lnTo>
                <a:lnTo>
                  <a:pt x="478" y="487"/>
                </a:lnTo>
                <a:lnTo>
                  <a:pt x="478" y="488"/>
                </a:lnTo>
                <a:lnTo>
                  <a:pt x="479" y="489"/>
                </a:lnTo>
                <a:lnTo>
                  <a:pt x="479" y="490"/>
                </a:lnTo>
                <a:lnTo>
                  <a:pt x="479" y="492"/>
                </a:lnTo>
                <a:lnTo>
                  <a:pt x="478" y="493"/>
                </a:lnTo>
                <a:lnTo>
                  <a:pt x="478" y="494"/>
                </a:lnTo>
                <a:lnTo>
                  <a:pt x="477" y="494"/>
                </a:lnTo>
                <a:lnTo>
                  <a:pt x="476" y="494"/>
                </a:lnTo>
                <a:lnTo>
                  <a:pt x="476" y="495"/>
                </a:lnTo>
                <a:lnTo>
                  <a:pt x="474" y="495"/>
                </a:lnTo>
                <a:lnTo>
                  <a:pt x="473" y="495"/>
                </a:lnTo>
                <a:lnTo>
                  <a:pt x="472" y="494"/>
                </a:lnTo>
                <a:lnTo>
                  <a:pt x="471" y="493"/>
                </a:lnTo>
                <a:lnTo>
                  <a:pt x="470" y="493"/>
                </a:lnTo>
                <a:lnTo>
                  <a:pt x="469" y="494"/>
                </a:lnTo>
                <a:lnTo>
                  <a:pt x="468" y="494"/>
                </a:lnTo>
                <a:lnTo>
                  <a:pt x="467" y="494"/>
                </a:lnTo>
                <a:lnTo>
                  <a:pt x="466" y="494"/>
                </a:lnTo>
                <a:lnTo>
                  <a:pt x="466" y="495"/>
                </a:lnTo>
                <a:lnTo>
                  <a:pt x="465" y="494"/>
                </a:lnTo>
                <a:lnTo>
                  <a:pt x="465" y="495"/>
                </a:lnTo>
                <a:lnTo>
                  <a:pt x="465" y="496"/>
                </a:lnTo>
                <a:lnTo>
                  <a:pt x="465" y="497"/>
                </a:lnTo>
                <a:lnTo>
                  <a:pt x="464" y="497"/>
                </a:lnTo>
                <a:lnTo>
                  <a:pt x="463" y="498"/>
                </a:lnTo>
                <a:lnTo>
                  <a:pt x="462" y="498"/>
                </a:lnTo>
                <a:lnTo>
                  <a:pt x="461" y="498"/>
                </a:lnTo>
                <a:lnTo>
                  <a:pt x="459" y="498"/>
                </a:lnTo>
                <a:lnTo>
                  <a:pt x="458" y="498"/>
                </a:lnTo>
                <a:lnTo>
                  <a:pt x="457" y="498"/>
                </a:lnTo>
                <a:lnTo>
                  <a:pt x="457" y="499"/>
                </a:lnTo>
                <a:lnTo>
                  <a:pt x="456" y="499"/>
                </a:lnTo>
                <a:lnTo>
                  <a:pt x="456" y="500"/>
                </a:lnTo>
                <a:lnTo>
                  <a:pt x="457" y="500"/>
                </a:lnTo>
                <a:lnTo>
                  <a:pt x="458" y="500"/>
                </a:lnTo>
                <a:lnTo>
                  <a:pt x="459" y="501"/>
                </a:lnTo>
                <a:lnTo>
                  <a:pt x="459" y="502"/>
                </a:lnTo>
                <a:lnTo>
                  <a:pt x="459" y="503"/>
                </a:lnTo>
                <a:lnTo>
                  <a:pt x="459" y="505"/>
                </a:lnTo>
                <a:lnTo>
                  <a:pt x="459" y="506"/>
                </a:lnTo>
                <a:lnTo>
                  <a:pt x="459" y="507"/>
                </a:lnTo>
                <a:lnTo>
                  <a:pt x="459" y="508"/>
                </a:lnTo>
                <a:lnTo>
                  <a:pt x="458" y="508"/>
                </a:lnTo>
                <a:lnTo>
                  <a:pt x="458" y="509"/>
                </a:lnTo>
                <a:lnTo>
                  <a:pt x="458" y="510"/>
                </a:lnTo>
                <a:lnTo>
                  <a:pt x="457" y="510"/>
                </a:lnTo>
                <a:lnTo>
                  <a:pt x="457" y="509"/>
                </a:lnTo>
                <a:lnTo>
                  <a:pt x="457" y="508"/>
                </a:lnTo>
                <a:lnTo>
                  <a:pt x="456" y="508"/>
                </a:lnTo>
                <a:lnTo>
                  <a:pt x="456" y="509"/>
                </a:lnTo>
                <a:lnTo>
                  <a:pt x="455" y="509"/>
                </a:lnTo>
                <a:lnTo>
                  <a:pt x="455" y="510"/>
                </a:lnTo>
                <a:lnTo>
                  <a:pt x="454" y="510"/>
                </a:lnTo>
                <a:lnTo>
                  <a:pt x="454" y="511"/>
                </a:lnTo>
                <a:lnTo>
                  <a:pt x="454" y="510"/>
                </a:lnTo>
                <a:lnTo>
                  <a:pt x="453" y="510"/>
                </a:lnTo>
                <a:lnTo>
                  <a:pt x="453" y="511"/>
                </a:lnTo>
                <a:lnTo>
                  <a:pt x="453" y="512"/>
                </a:lnTo>
                <a:lnTo>
                  <a:pt x="452" y="512"/>
                </a:lnTo>
                <a:lnTo>
                  <a:pt x="452" y="511"/>
                </a:lnTo>
                <a:lnTo>
                  <a:pt x="451" y="511"/>
                </a:lnTo>
                <a:lnTo>
                  <a:pt x="450" y="511"/>
                </a:lnTo>
                <a:lnTo>
                  <a:pt x="450" y="512"/>
                </a:lnTo>
                <a:lnTo>
                  <a:pt x="448" y="512"/>
                </a:lnTo>
                <a:lnTo>
                  <a:pt x="447" y="512"/>
                </a:lnTo>
                <a:lnTo>
                  <a:pt x="446" y="512"/>
                </a:lnTo>
                <a:lnTo>
                  <a:pt x="445" y="511"/>
                </a:lnTo>
                <a:lnTo>
                  <a:pt x="444" y="512"/>
                </a:lnTo>
                <a:lnTo>
                  <a:pt x="445" y="512"/>
                </a:lnTo>
                <a:lnTo>
                  <a:pt x="444" y="512"/>
                </a:lnTo>
                <a:lnTo>
                  <a:pt x="444" y="513"/>
                </a:lnTo>
                <a:lnTo>
                  <a:pt x="443" y="513"/>
                </a:lnTo>
                <a:lnTo>
                  <a:pt x="443" y="514"/>
                </a:lnTo>
                <a:lnTo>
                  <a:pt x="442" y="514"/>
                </a:lnTo>
                <a:lnTo>
                  <a:pt x="442" y="515"/>
                </a:lnTo>
                <a:lnTo>
                  <a:pt x="441" y="515"/>
                </a:lnTo>
                <a:lnTo>
                  <a:pt x="441" y="516"/>
                </a:lnTo>
                <a:lnTo>
                  <a:pt x="440" y="517"/>
                </a:lnTo>
                <a:lnTo>
                  <a:pt x="440" y="518"/>
                </a:lnTo>
                <a:lnTo>
                  <a:pt x="439" y="519"/>
                </a:lnTo>
                <a:lnTo>
                  <a:pt x="439" y="520"/>
                </a:lnTo>
                <a:lnTo>
                  <a:pt x="438" y="520"/>
                </a:lnTo>
                <a:lnTo>
                  <a:pt x="438" y="521"/>
                </a:lnTo>
                <a:lnTo>
                  <a:pt x="437" y="522"/>
                </a:lnTo>
                <a:lnTo>
                  <a:pt x="436" y="523"/>
                </a:lnTo>
                <a:lnTo>
                  <a:pt x="435" y="523"/>
                </a:lnTo>
                <a:lnTo>
                  <a:pt x="435" y="522"/>
                </a:lnTo>
                <a:lnTo>
                  <a:pt x="434" y="522"/>
                </a:lnTo>
                <a:lnTo>
                  <a:pt x="434" y="521"/>
                </a:lnTo>
                <a:lnTo>
                  <a:pt x="434" y="520"/>
                </a:lnTo>
                <a:lnTo>
                  <a:pt x="433" y="520"/>
                </a:lnTo>
                <a:lnTo>
                  <a:pt x="433" y="518"/>
                </a:lnTo>
                <a:lnTo>
                  <a:pt x="433" y="517"/>
                </a:lnTo>
                <a:lnTo>
                  <a:pt x="432" y="517"/>
                </a:lnTo>
                <a:lnTo>
                  <a:pt x="432" y="516"/>
                </a:lnTo>
                <a:lnTo>
                  <a:pt x="431" y="516"/>
                </a:lnTo>
                <a:lnTo>
                  <a:pt x="431" y="515"/>
                </a:lnTo>
                <a:lnTo>
                  <a:pt x="432" y="515"/>
                </a:lnTo>
                <a:lnTo>
                  <a:pt x="432" y="513"/>
                </a:lnTo>
                <a:lnTo>
                  <a:pt x="431" y="513"/>
                </a:lnTo>
                <a:lnTo>
                  <a:pt x="431" y="512"/>
                </a:lnTo>
                <a:lnTo>
                  <a:pt x="430" y="512"/>
                </a:lnTo>
                <a:lnTo>
                  <a:pt x="429" y="511"/>
                </a:lnTo>
                <a:lnTo>
                  <a:pt x="430" y="510"/>
                </a:lnTo>
                <a:lnTo>
                  <a:pt x="431" y="510"/>
                </a:lnTo>
                <a:lnTo>
                  <a:pt x="430" y="509"/>
                </a:lnTo>
                <a:lnTo>
                  <a:pt x="430" y="508"/>
                </a:lnTo>
                <a:lnTo>
                  <a:pt x="429" y="508"/>
                </a:lnTo>
                <a:lnTo>
                  <a:pt x="429" y="507"/>
                </a:lnTo>
                <a:lnTo>
                  <a:pt x="429" y="506"/>
                </a:lnTo>
                <a:lnTo>
                  <a:pt x="429" y="505"/>
                </a:lnTo>
                <a:lnTo>
                  <a:pt x="429" y="504"/>
                </a:lnTo>
                <a:lnTo>
                  <a:pt x="429" y="503"/>
                </a:lnTo>
                <a:lnTo>
                  <a:pt x="428" y="503"/>
                </a:lnTo>
                <a:lnTo>
                  <a:pt x="427" y="503"/>
                </a:lnTo>
                <a:lnTo>
                  <a:pt x="427" y="504"/>
                </a:lnTo>
                <a:lnTo>
                  <a:pt x="428" y="505"/>
                </a:lnTo>
                <a:lnTo>
                  <a:pt x="428" y="506"/>
                </a:lnTo>
                <a:lnTo>
                  <a:pt x="427" y="506"/>
                </a:lnTo>
                <a:lnTo>
                  <a:pt x="426" y="506"/>
                </a:lnTo>
                <a:lnTo>
                  <a:pt x="426" y="507"/>
                </a:lnTo>
                <a:lnTo>
                  <a:pt x="425" y="507"/>
                </a:lnTo>
                <a:lnTo>
                  <a:pt x="424" y="507"/>
                </a:lnTo>
                <a:lnTo>
                  <a:pt x="423" y="507"/>
                </a:lnTo>
                <a:lnTo>
                  <a:pt x="423" y="508"/>
                </a:lnTo>
                <a:lnTo>
                  <a:pt x="422" y="508"/>
                </a:lnTo>
                <a:lnTo>
                  <a:pt x="421" y="508"/>
                </a:lnTo>
                <a:lnTo>
                  <a:pt x="421" y="507"/>
                </a:lnTo>
                <a:lnTo>
                  <a:pt x="421" y="506"/>
                </a:lnTo>
                <a:lnTo>
                  <a:pt x="421" y="505"/>
                </a:lnTo>
                <a:lnTo>
                  <a:pt x="420" y="505"/>
                </a:lnTo>
                <a:lnTo>
                  <a:pt x="421" y="505"/>
                </a:lnTo>
                <a:lnTo>
                  <a:pt x="421" y="504"/>
                </a:lnTo>
                <a:lnTo>
                  <a:pt x="422" y="503"/>
                </a:lnTo>
                <a:lnTo>
                  <a:pt x="421" y="503"/>
                </a:lnTo>
                <a:lnTo>
                  <a:pt x="421" y="502"/>
                </a:lnTo>
                <a:lnTo>
                  <a:pt x="422" y="501"/>
                </a:lnTo>
                <a:lnTo>
                  <a:pt x="422" y="500"/>
                </a:lnTo>
                <a:lnTo>
                  <a:pt x="421" y="501"/>
                </a:lnTo>
                <a:lnTo>
                  <a:pt x="420" y="501"/>
                </a:lnTo>
                <a:lnTo>
                  <a:pt x="419" y="501"/>
                </a:lnTo>
                <a:lnTo>
                  <a:pt x="418" y="501"/>
                </a:lnTo>
                <a:lnTo>
                  <a:pt x="417" y="502"/>
                </a:lnTo>
                <a:lnTo>
                  <a:pt x="415" y="502"/>
                </a:lnTo>
                <a:lnTo>
                  <a:pt x="414" y="502"/>
                </a:lnTo>
                <a:lnTo>
                  <a:pt x="413" y="502"/>
                </a:lnTo>
                <a:lnTo>
                  <a:pt x="412" y="503"/>
                </a:lnTo>
                <a:lnTo>
                  <a:pt x="411" y="503"/>
                </a:lnTo>
                <a:lnTo>
                  <a:pt x="410" y="503"/>
                </a:lnTo>
                <a:lnTo>
                  <a:pt x="407" y="503"/>
                </a:lnTo>
                <a:lnTo>
                  <a:pt x="406" y="503"/>
                </a:lnTo>
                <a:lnTo>
                  <a:pt x="405" y="502"/>
                </a:lnTo>
                <a:lnTo>
                  <a:pt x="403" y="502"/>
                </a:lnTo>
                <a:lnTo>
                  <a:pt x="402" y="502"/>
                </a:lnTo>
                <a:lnTo>
                  <a:pt x="401" y="502"/>
                </a:lnTo>
                <a:lnTo>
                  <a:pt x="400" y="502"/>
                </a:lnTo>
                <a:lnTo>
                  <a:pt x="399" y="501"/>
                </a:lnTo>
                <a:lnTo>
                  <a:pt x="397" y="501"/>
                </a:lnTo>
                <a:lnTo>
                  <a:pt x="395" y="499"/>
                </a:lnTo>
                <a:lnTo>
                  <a:pt x="394" y="499"/>
                </a:lnTo>
                <a:lnTo>
                  <a:pt x="394" y="498"/>
                </a:lnTo>
                <a:lnTo>
                  <a:pt x="393" y="497"/>
                </a:lnTo>
                <a:lnTo>
                  <a:pt x="392" y="497"/>
                </a:lnTo>
                <a:lnTo>
                  <a:pt x="392" y="496"/>
                </a:lnTo>
                <a:lnTo>
                  <a:pt x="391" y="496"/>
                </a:lnTo>
                <a:lnTo>
                  <a:pt x="391" y="495"/>
                </a:lnTo>
                <a:lnTo>
                  <a:pt x="389" y="494"/>
                </a:lnTo>
                <a:lnTo>
                  <a:pt x="389" y="493"/>
                </a:lnTo>
                <a:lnTo>
                  <a:pt x="388" y="493"/>
                </a:lnTo>
                <a:lnTo>
                  <a:pt x="387" y="493"/>
                </a:lnTo>
                <a:lnTo>
                  <a:pt x="386" y="493"/>
                </a:lnTo>
                <a:lnTo>
                  <a:pt x="385" y="492"/>
                </a:lnTo>
                <a:lnTo>
                  <a:pt x="384" y="491"/>
                </a:lnTo>
                <a:lnTo>
                  <a:pt x="383" y="491"/>
                </a:lnTo>
                <a:lnTo>
                  <a:pt x="383" y="490"/>
                </a:lnTo>
                <a:lnTo>
                  <a:pt x="382" y="488"/>
                </a:lnTo>
                <a:lnTo>
                  <a:pt x="382" y="487"/>
                </a:lnTo>
                <a:lnTo>
                  <a:pt x="381" y="487"/>
                </a:lnTo>
                <a:lnTo>
                  <a:pt x="381" y="486"/>
                </a:lnTo>
                <a:lnTo>
                  <a:pt x="380" y="485"/>
                </a:lnTo>
                <a:lnTo>
                  <a:pt x="379" y="484"/>
                </a:lnTo>
                <a:lnTo>
                  <a:pt x="378" y="483"/>
                </a:lnTo>
                <a:lnTo>
                  <a:pt x="378" y="482"/>
                </a:lnTo>
                <a:lnTo>
                  <a:pt x="378" y="481"/>
                </a:lnTo>
                <a:lnTo>
                  <a:pt x="378" y="480"/>
                </a:lnTo>
                <a:lnTo>
                  <a:pt x="377" y="480"/>
                </a:lnTo>
                <a:lnTo>
                  <a:pt x="377" y="479"/>
                </a:lnTo>
                <a:lnTo>
                  <a:pt x="377" y="477"/>
                </a:lnTo>
                <a:lnTo>
                  <a:pt x="376" y="476"/>
                </a:lnTo>
                <a:lnTo>
                  <a:pt x="375" y="475"/>
                </a:lnTo>
                <a:lnTo>
                  <a:pt x="375" y="474"/>
                </a:lnTo>
                <a:lnTo>
                  <a:pt x="374" y="474"/>
                </a:lnTo>
                <a:lnTo>
                  <a:pt x="373" y="474"/>
                </a:lnTo>
                <a:lnTo>
                  <a:pt x="372" y="474"/>
                </a:lnTo>
                <a:lnTo>
                  <a:pt x="372" y="475"/>
                </a:lnTo>
                <a:lnTo>
                  <a:pt x="371" y="475"/>
                </a:lnTo>
                <a:lnTo>
                  <a:pt x="370" y="475"/>
                </a:lnTo>
                <a:lnTo>
                  <a:pt x="369" y="475"/>
                </a:lnTo>
                <a:lnTo>
                  <a:pt x="369" y="474"/>
                </a:lnTo>
                <a:lnTo>
                  <a:pt x="368" y="474"/>
                </a:lnTo>
                <a:lnTo>
                  <a:pt x="367" y="474"/>
                </a:lnTo>
                <a:lnTo>
                  <a:pt x="366" y="473"/>
                </a:lnTo>
                <a:lnTo>
                  <a:pt x="365" y="474"/>
                </a:lnTo>
                <a:lnTo>
                  <a:pt x="364" y="474"/>
                </a:lnTo>
                <a:lnTo>
                  <a:pt x="364" y="475"/>
                </a:lnTo>
                <a:lnTo>
                  <a:pt x="365" y="475"/>
                </a:lnTo>
                <a:lnTo>
                  <a:pt x="365" y="474"/>
                </a:lnTo>
                <a:lnTo>
                  <a:pt x="365" y="475"/>
                </a:lnTo>
                <a:lnTo>
                  <a:pt x="366" y="475"/>
                </a:lnTo>
                <a:lnTo>
                  <a:pt x="365" y="476"/>
                </a:lnTo>
                <a:lnTo>
                  <a:pt x="364" y="476"/>
                </a:lnTo>
                <a:lnTo>
                  <a:pt x="363" y="476"/>
                </a:lnTo>
                <a:lnTo>
                  <a:pt x="362" y="475"/>
                </a:lnTo>
                <a:lnTo>
                  <a:pt x="361" y="475"/>
                </a:lnTo>
                <a:lnTo>
                  <a:pt x="361" y="476"/>
                </a:lnTo>
                <a:lnTo>
                  <a:pt x="361" y="475"/>
                </a:lnTo>
                <a:lnTo>
                  <a:pt x="362" y="474"/>
                </a:lnTo>
                <a:lnTo>
                  <a:pt x="361" y="474"/>
                </a:lnTo>
                <a:lnTo>
                  <a:pt x="361" y="473"/>
                </a:lnTo>
                <a:lnTo>
                  <a:pt x="360" y="473"/>
                </a:lnTo>
                <a:lnTo>
                  <a:pt x="359" y="473"/>
                </a:lnTo>
                <a:lnTo>
                  <a:pt x="358" y="473"/>
                </a:lnTo>
                <a:lnTo>
                  <a:pt x="358" y="474"/>
                </a:lnTo>
                <a:lnTo>
                  <a:pt x="357" y="474"/>
                </a:lnTo>
                <a:lnTo>
                  <a:pt x="356" y="474"/>
                </a:lnTo>
                <a:lnTo>
                  <a:pt x="356" y="473"/>
                </a:lnTo>
                <a:lnTo>
                  <a:pt x="356" y="474"/>
                </a:lnTo>
                <a:lnTo>
                  <a:pt x="355" y="474"/>
                </a:lnTo>
                <a:lnTo>
                  <a:pt x="354" y="474"/>
                </a:lnTo>
                <a:lnTo>
                  <a:pt x="353" y="474"/>
                </a:lnTo>
                <a:lnTo>
                  <a:pt x="353" y="475"/>
                </a:lnTo>
                <a:lnTo>
                  <a:pt x="352" y="476"/>
                </a:lnTo>
                <a:lnTo>
                  <a:pt x="351" y="475"/>
                </a:lnTo>
                <a:lnTo>
                  <a:pt x="350" y="475"/>
                </a:lnTo>
                <a:lnTo>
                  <a:pt x="350" y="474"/>
                </a:lnTo>
                <a:lnTo>
                  <a:pt x="349" y="475"/>
                </a:lnTo>
                <a:lnTo>
                  <a:pt x="348" y="475"/>
                </a:lnTo>
                <a:lnTo>
                  <a:pt x="347" y="475"/>
                </a:lnTo>
                <a:lnTo>
                  <a:pt x="347" y="476"/>
                </a:lnTo>
                <a:lnTo>
                  <a:pt x="346" y="476"/>
                </a:lnTo>
                <a:lnTo>
                  <a:pt x="345" y="476"/>
                </a:lnTo>
                <a:lnTo>
                  <a:pt x="345" y="477"/>
                </a:lnTo>
                <a:lnTo>
                  <a:pt x="346" y="477"/>
                </a:lnTo>
                <a:lnTo>
                  <a:pt x="345" y="478"/>
                </a:lnTo>
                <a:lnTo>
                  <a:pt x="346" y="478"/>
                </a:lnTo>
                <a:lnTo>
                  <a:pt x="347" y="477"/>
                </a:lnTo>
                <a:lnTo>
                  <a:pt x="347" y="478"/>
                </a:lnTo>
                <a:lnTo>
                  <a:pt x="346" y="478"/>
                </a:lnTo>
                <a:lnTo>
                  <a:pt x="345" y="478"/>
                </a:lnTo>
                <a:lnTo>
                  <a:pt x="344" y="479"/>
                </a:lnTo>
                <a:lnTo>
                  <a:pt x="343" y="479"/>
                </a:lnTo>
                <a:lnTo>
                  <a:pt x="344" y="478"/>
                </a:lnTo>
                <a:lnTo>
                  <a:pt x="343" y="478"/>
                </a:lnTo>
                <a:lnTo>
                  <a:pt x="343" y="479"/>
                </a:lnTo>
                <a:lnTo>
                  <a:pt x="342" y="479"/>
                </a:lnTo>
                <a:lnTo>
                  <a:pt x="341" y="480"/>
                </a:lnTo>
                <a:lnTo>
                  <a:pt x="341" y="481"/>
                </a:lnTo>
                <a:lnTo>
                  <a:pt x="342" y="481"/>
                </a:lnTo>
                <a:lnTo>
                  <a:pt x="342" y="482"/>
                </a:lnTo>
                <a:lnTo>
                  <a:pt x="342" y="481"/>
                </a:lnTo>
                <a:lnTo>
                  <a:pt x="341" y="481"/>
                </a:lnTo>
                <a:lnTo>
                  <a:pt x="340" y="481"/>
                </a:lnTo>
                <a:lnTo>
                  <a:pt x="340" y="482"/>
                </a:lnTo>
                <a:lnTo>
                  <a:pt x="340" y="481"/>
                </a:lnTo>
                <a:lnTo>
                  <a:pt x="339" y="480"/>
                </a:lnTo>
                <a:lnTo>
                  <a:pt x="339" y="481"/>
                </a:lnTo>
                <a:lnTo>
                  <a:pt x="339" y="480"/>
                </a:lnTo>
                <a:lnTo>
                  <a:pt x="338" y="480"/>
                </a:lnTo>
                <a:lnTo>
                  <a:pt x="338" y="479"/>
                </a:lnTo>
                <a:lnTo>
                  <a:pt x="339" y="479"/>
                </a:lnTo>
                <a:lnTo>
                  <a:pt x="339" y="478"/>
                </a:lnTo>
                <a:lnTo>
                  <a:pt x="338" y="478"/>
                </a:lnTo>
                <a:lnTo>
                  <a:pt x="337" y="478"/>
                </a:lnTo>
                <a:lnTo>
                  <a:pt x="337" y="477"/>
                </a:lnTo>
                <a:lnTo>
                  <a:pt x="336" y="477"/>
                </a:lnTo>
                <a:lnTo>
                  <a:pt x="335" y="477"/>
                </a:lnTo>
                <a:lnTo>
                  <a:pt x="335" y="476"/>
                </a:lnTo>
                <a:lnTo>
                  <a:pt x="334" y="476"/>
                </a:lnTo>
                <a:lnTo>
                  <a:pt x="334" y="475"/>
                </a:lnTo>
                <a:lnTo>
                  <a:pt x="333" y="475"/>
                </a:lnTo>
                <a:lnTo>
                  <a:pt x="332" y="475"/>
                </a:lnTo>
                <a:lnTo>
                  <a:pt x="332" y="476"/>
                </a:lnTo>
                <a:lnTo>
                  <a:pt x="331" y="475"/>
                </a:lnTo>
                <a:lnTo>
                  <a:pt x="330" y="475"/>
                </a:lnTo>
                <a:lnTo>
                  <a:pt x="329" y="475"/>
                </a:lnTo>
                <a:lnTo>
                  <a:pt x="329" y="476"/>
                </a:lnTo>
                <a:lnTo>
                  <a:pt x="328" y="475"/>
                </a:lnTo>
                <a:lnTo>
                  <a:pt x="327" y="475"/>
                </a:lnTo>
                <a:lnTo>
                  <a:pt x="326" y="475"/>
                </a:lnTo>
                <a:lnTo>
                  <a:pt x="326" y="474"/>
                </a:lnTo>
                <a:lnTo>
                  <a:pt x="325" y="474"/>
                </a:lnTo>
                <a:lnTo>
                  <a:pt x="325" y="473"/>
                </a:lnTo>
                <a:lnTo>
                  <a:pt x="324" y="473"/>
                </a:lnTo>
                <a:lnTo>
                  <a:pt x="323" y="473"/>
                </a:lnTo>
                <a:lnTo>
                  <a:pt x="324" y="472"/>
                </a:lnTo>
                <a:lnTo>
                  <a:pt x="323" y="472"/>
                </a:lnTo>
                <a:lnTo>
                  <a:pt x="323" y="473"/>
                </a:lnTo>
                <a:lnTo>
                  <a:pt x="322" y="474"/>
                </a:lnTo>
                <a:lnTo>
                  <a:pt x="321" y="473"/>
                </a:lnTo>
                <a:lnTo>
                  <a:pt x="321" y="472"/>
                </a:lnTo>
                <a:lnTo>
                  <a:pt x="320" y="472"/>
                </a:lnTo>
                <a:lnTo>
                  <a:pt x="320" y="473"/>
                </a:lnTo>
                <a:lnTo>
                  <a:pt x="319" y="474"/>
                </a:lnTo>
                <a:lnTo>
                  <a:pt x="319" y="473"/>
                </a:lnTo>
                <a:lnTo>
                  <a:pt x="319" y="472"/>
                </a:lnTo>
                <a:lnTo>
                  <a:pt x="319" y="471"/>
                </a:lnTo>
                <a:lnTo>
                  <a:pt x="320" y="471"/>
                </a:lnTo>
                <a:lnTo>
                  <a:pt x="321" y="471"/>
                </a:lnTo>
                <a:lnTo>
                  <a:pt x="320" y="470"/>
                </a:lnTo>
                <a:lnTo>
                  <a:pt x="319" y="470"/>
                </a:lnTo>
                <a:lnTo>
                  <a:pt x="319" y="471"/>
                </a:lnTo>
                <a:lnTo>
                  <a:pt x="318" y="471"/>
                </a:lnTo>
                <a:lnTo>
                  <a:pt x="318" y="472"/>
                </a:lnTo>
                <a:lnTo>
                  <a:pt x="317" y="471"/>
                </a:lnTo>
                <a:lnTo>
                  <a:pt x="316" y="471"/>
                </a:lnTo>
                <a:lnTo>
                  <a:pt x="316" y="470"/>
                </a:lnTo>
                <a:lnTo>
                  <a:pt x="316" y="469"/>
                </a:lnTo>
                <a:lnTo>
                  <a:pt x="316" y="468"/>
                </a:lnTo>
                <a:lnTo>
                  <a:pt x="317" y="468"/>
                </a:lnTo>
                <a:lnTo>
                  <a:pt x="317" y="467"/>
                </a:lnTo>
                <a:lnTo>
                  <a:pt x="316" y="467"/>
                </a:lnTo>
                <a:lnTo>
                  <a:pt x="316" y="466"/>
                </a:lnTo>
                <a:lnTo>
                  <a:pt x="317" y="465"/>
                </a:lnTo>
                <a:lnTo>
                  <a:pt x="317" y="464"/>
                </a:lnTo>
                <a:lnTo>
                  <a:pt x="317" y="463"/>
                </a:lnTo>
                <a:lnTo>
                  <a:pt x="318" y="463"/>
                </a:lnTo>
                <a:lnTo>
                  <a:pt x="318" y="462"/>
                </a:lnTo>
                <a:lnTo>
                  <a:pt x="317" y="462"/>
                </a:lnTo>
                <a:lnTo>
                  <a:pt x="317" y="461"/>
                </a:lnTo>
                <a:lnTo>
                  <a:pt x="317" y="460"/>
                </a:lnTo>
                <a:lnTo>
                  <a:pt x="317" y="461"/>
                </a:lnTo>
                <a:lnTo>
                  <a:pt x="316" y="460"/>
                </a:lnTo>
                <a:lnTo>
                  <a:pt x="316" y="459"/>
                </a:lnTo>
                <a:lnTo>
                  <a:pt x="317" y="459"/>
                </a:lnTo>
                <a:lnTo>
                  <a:pt x="316" y="459"/>
                </a:lnTo>
                <a:lnTo>
                  <a:pt x="316" y="458"/>
                </a:lnTo>
                <a:lnTo>
                  <a:pt x="315" y="458"/>
                </a:lnTo>
                <a:lnTo>
                  <a:pt x="315" y="459"/>
                </a:lnTo>
                <a:lnTo>
                  <a:pt x="314" y="459"/>
                </a:lnTo>
                <a:lnTo>
                  <a:pt x="315" y="459"/>
                </a:lnTo>
                <a:lnTo>
                  <a:pt x="315" y="460"/>
                </a:lnTo>
                <a:lnTo>
                  <a:pt x="315" y="461"/>
                </a:lnTo>
                <a:lnTo>
                  <a:pt x="314" y="461"/>
                </a:lnTo>
                <a:lnTo>
                  <a:pt x="314" y="463"/>
                </a:lnTo>
                <a:lnTo>
                  <a:pt x="315" y="463"/>
                </a:lnTo>
                <a:lnTo>
                  <a:pt x="314" y="463"/>
                </a:lnTo>
                <a:lnTo>
                  <a:pt x="312" y="463"/>
                </a:lnTo>
                <a:lnTo>
                  <a:pt x="311" y="462"/>
                </a:lnTo>
                <a:lnTo>
                  <a:pt x="310" y="462"/>
                </a:lnTo>
                <a:lnTo>
                  <a:pt x="309" y="463"/>
                </a:lnTo>
                <a:lnTo>
                  <a:pt x="308" y="463"/>
                </a:lnTo>
                <a:lnTo>
                  <a:pt x="307" y="463"/>
                </a:lnTo>
                <a:lnTo>
                  <a:pt x="307" y="464"/>
                </a:lnTo>
                <a:lnTo>
                  <a:pt x="306" y="464"/>
                </a:lnTo>
                <a:lnTo>
                  <a:pt x="306" y="463"/>
                </a:lnTo>
                <a:lnTo>
                  <a:pt x="305" y="463"/>
                </a:lnTo>
                <a:lnTo>
                  <a:pt x="304" y="463"/>
                </a:lnTo>
                <a:lnTo>
                  <a:pt x="303" y="464"/>
                </a:lnTo>
                <a:lnTo>
                  <a:pt x="302" y="463"/>
                </a:lnTo>
                <a:lnTo>
                  <a:pt x="302" y="462"/>
                </a:lnTo>
                <a:lnTo>
                  <a:pt x="301" y="462"/>
                </a:lnTo>
                <a:lnTo>
                  <a:pt x="300" y="461"/>
                </a:lnTo>
                <a:lnTo>
                  <a:pt x="300" y="462"/>
                </a:lnTo>
                <a:lnTo>
                  <a:pt x="299" y="462"/>
                </a:lnTo>
                <a:lnTo>
                  <a:pt x="299" y="461"/>
                </a:lnTo>
                <a:lnTo>
                  <a:pt x="299" y="460"/>
                </a:lnTo>
                <a:lnTo>
                  <a:pt x="299" y="459"/>
                </a:lnTo>
                <a:lnTo>
                  <a:pt x="298" y="459"/>
                </a:lnTo>
                <a:lnTo>
                  <a:pt x="298" y="458"/>
                </a:lnTo>
                <a:lnTo>
                  <a:pt x="297" y="458"/>
                </a:lnTo>
                <a:lnTo>
                  <a:pt x="297" y="459"/>
                </a:lnTo>
                <a:lnTo>
                  <a:pt x="296" y="459"/>
                </a:lnTo>
                <a:lnTo>
                  <a:pt x="295" y="459"/>
                </a:lnTo>
                <a:lnTo>
                  <a:pt x="294" y="459"/>
                </a:lnTo>
                <a:lnTo>
                  <a:pt x="294" y="460"/>
                </a:lnTo>
                <a:lnTo>
                  <a:pt x="294" y="461"/>
                </a:lnTo>
                <a:lnTo>
                  <a:pt x="293" y="462"/>
                </a:lnTo>
                <a:lnTo>
                  <a:pt x="292" y="463"/>
                </a:lnTo>
                <a:lnTo>
                  <a:pt x="291" y="463"/>
                </a:lnTo>
                <a:lnTo>
                  <a:pt x="290" y="463"/>
                </a:lnTo>
                <a:lnTo>
                  <a:pt x="289" y="464"/>
                </a:lnTo>
                <a:lnTo>
                  <a:pt x="289" y="466"/>
                </a:lnTo>
                <a:lnTo>
                  <a:pt x="288" y="465"/>
                </a:lnTo>
                <a:lnTo>
                  <a:pt x="287" y="465"/>
                </a:lnTo>
                <a:lnTo>
                  <a:pt x="287" y="466"/>
                </a:lnTo>
                <a:lnTo>
                  <a:pt x="286" y="466"/>
                </a:lnTo>
                <a:lnTo>
                  <a:pt x="285" y="466"/>
                </a:lnTo>
                <a:lnTo>
                  <a:pt x="284" y="466"/>
                </a:lnTo>
                <a:lnTo>
                  <a:pt x="283" y="466"/>
                </a:lnTo>
                <a:lnTo>
                  <a:pt x="282" y="466"/>
                </a:lnTo>
                <a:lnTo>
                  <a:pt x="282" y="465"/>
                </a:lnTo>
                <a:lnTo>
                  <a:pt x="282" y="466"/>
                </a:lnTo>
                <a:lnTo>
                  <a:pt x="281" y="466"/>
                </a:lnTo>
                <a:lnTo>
                  <a:pt x="281" y="465"/>
                </a:lnTo>
                <a:lnTo>
                  <a:pt x="280" y="465"/>
                </a:lnTo>
                <a:lnTo>
                  <a:pt x="279" y="465"/>
                </a:lnTo>
                <a:lnTo>
                  <a:pt x="279" y="466"/>
                </a:lnTo>
                <a:lnTo>
                  <a:pt x="278" y="466"/>
                </a:lnTo>
                <a:lnTo>
                  <a:pt x="277" y="467"/>
                </a:lnTo>
                <a:lnTo>
                  <a:pt x="277" y="466"/>
                </a:lnTo>
                <a:lnTo>
                  <a:pt x="276" y="466"/>
                </a:lnTo>
                <a:lnTo>
                  <a:pt x="275" y="466"/>
                </a:lnTo>
                <a:lnTo>
                  <a:pt x="275" y="465"/>
                </a:lnTo>
                <a:lnTo>
                  <a:pt x="274" y="466"/>
                </a:lnTo>
                <a:lnTo>
                  <a:pt x="273" y="466"/>
                </a:lnTo>
                <a:lnTo>
                  <a:pt x="272" y="466"/>
                </a:lnTo>
                <a:lnTo>
                  <a:pt x="271" y="465"/>
                </a:lnTo>
                <a:lnTo>
                  <a:pt x="270" y="466"/>
                </a:lnTo>
                <a:lnTo>
                  <a:pt x="270" y="465"/>
                </a:lnTo>
                <a:lnTo>
                  <a:pt x="269" y="465"/>
                </a:lnTo>
                <a:lnTo>
                  <a:pt x="268" y="466"/>
                </a:lnTo>
                <a:lnTo>
                  <a:pt x="267" y="466"/>
                </a:lnTo>
                <a:lnTo>
                  <a:pt x="266" y="467"/>
                </a:lnTo>
                <a:lnTo>
                  <a:pt x="266" y="466"/>
                </a:lnTo>
                <a:lnTo>
                  <a:pt x="265" y="466"/>
                </a:lnTo>
                <a:lnTo>
                  <a:pt x="264" y="465"/>
                </a:lnTo>
                <a:lnTo>
                  <a:pt x="263" y="465"/>
                </a:lnTo>
                <a:lnTo>
                  <a:pt x="262" y="466"/>
                </a:lnTo>
                <a:lnTo>
                  <a:pt x="261" y="466"/>
                </a:lnTo>
                <a:lnTo>
                  <a:pt x="260" y="467"/>
                </a:lnTo>
                <a:lnTo>
                  <a:pt x="259" y="466"/>
                </a:lnTo>
                <a:lnTo>
                  <a:pt x="258" y="466"/>
                </a:lnTo>
                <a:lnTo>
                  <a:pt x="257" y="467"/>
                </a:lnTo>
                <a:lnTo>
                  <a:pt x="256" y="467"/>
                </a:lnTo>
                <a:lnTo>
                  <a:pt x="256" y="466"/>
                </a:lnTo>
                <a:lnTo>
                  <a:pt x="255" y="465"/>
                </a:lnTo>
                <a:lnTo>
                  <a:pt x="255" y="464"/>
                </a:lnTo>
                <a:lnTo>
                  <a:pt x="255" y="463"/>
                </a:lnTo>
                <a:lnTo>
                  <a:pt x="254" y="462"/>
                </a:lnTo>
                <a:lnTo>
                  <a:pt x="253" y="462"/>
                </a:lnTo>
                <a:lnTo>
                  <a:pt x="253" y="461"/>
                </a:lnTo>
                <a:lnTo>
                  <a:pt x="252" y="461"/>
                </a:lnTo>
                <a:lnTo>
                  <a:pt x="251" y="461"/>
                </a:lnTo>
                <a:lnTo>
                  <a:pt x="250" y="460"/>
                </a:lnTo>
                <a:lnTo>
                  <a:pt x="250" y="461"/>
                </a:lnTo>
                <a:lnTo>
                  <a:pt x="249" y="460"/>
                </a:lnTo>
                <a:lnTo>
                  <a:pt x="249" y="459"/>
                </a:lnTo>
                <a:lnTo>
                  <a:pt x="248" y="459"/>
                </a:lnTo>
                <a:lnTo>
                  <a:pt x="247" y="459"/>
                </a:lnTo>
                <a:lnTo>
                  <a:pt x="247" y="458"/>
                </a:lnTo>
                <a:lnTo>
                  <a:pt x="248" y="459"/>
                </a:lnTo>
                <a:lnTo>
                  <a:pt x="249" y="456"/>
                </a:lnTo>
                <a:lnTo>
                  <a:pt x="249" y="455"/>
                </a:lnTo>
                <a:lnTo>
                  <a:pt x="250" y="453"/>
                </a:lnTo>
                <a:lnTo>
                  <a:pt x="251" y="450"/>
                </a:lnTo>
                <a:lnTo>
                  <a:pt x="252" y="448"/>
                </a:lnTo>
                <a:lnTo>
                  <a:pt x="253" y="448"/>
                </a:lnTo>
                <a:lnTo>
                  <a:pt x="254" y="449"/>
                </a:lnTo>
                <a:lnTo>
                  <a:pt x="254" y="450"/>
                </a:lnTo>
                <a:lnTo>
                  <a:pt x="253" y="450"/>
                </a:lnTo>
                <a:lnTo>
                  <a:pt x="253" y="451"/>
                </a:lnTo>
                <a:lnTo>
                  <a:pt x="254" y="451"/>
                </a:lnTo>
                <a:lnTo>
                  <a:pt x="255" y="450"/>
                </a:lnTo>
                <a:lnTo>
                  <a:pt x="256" y="450"/>
                </a:lnTo>
                <a:lnTo>
                  <a:pt x="257" y="450"/>
                </a:lnTo>
                <a:lnTo>
                  <a:pt x="258" y="450"/>
                </a:lnTo>
                <a:lnTo>
                  <a:pt x="259" y="449"/>
                </a:lnTo>
                <a:lnTo>
                  <a:pt x="260" y="449"/>
                </a:lnTo>
                <a:lnTo>
                  <a:pt x="261" y="448"/>
                </a:lnTo>
                <a:lnTo>
                  <a:pt x="262" y="447"/>
                </a:lnTo>
                <a:lnTo>
                  <a:pt x="263" y="446"/>
                </a:lnTo>
                <a:lnTo>
                  <a:pt x="263" y="445"/>
                </a:lnTo>
                <a:lnTo>
                  <a:pt x="264" y="444"/>
                </a:lnTo>
                <a:lnTo>
                  <a:pt x="264" y="443"/>
                </a:lnTo>
                <a:lnTo>
                  <a:pt x="265" y="443"/>
                </a:lnTo>
                <a:lnTo>
                  <a:pt x="265" y="442"/>
                </a:lnTo>
                <a:lnTo>
                  <a:pt x="265" y="441"/>
                </a:lnTo>
                <a:lnTo>
                  <a:pt x="265" y="437"/>
                </a:lnTo>
                <a:lnTo>
                  <a:pt x="266" y="435"/>
                </a:lnTo>
                <a:lnTo>
                  <a:pt x="266" y="434"/>
                </a:lnTo>
                <a:lnTo>
                  <a:pt x="266" y="431"/>
                </a:lnTo>
                <a:lnTo>
                  <a:pt x="266" y="430"/>
                </a:lnTo>
                <a:lnTo>
                  <a:pt x="265" y="430"/>
                </a:lnTo>
                <a:lnTo>
                  <a:pt x="265" y="429"/>
                </a:lnTo>
                <a:lnTo>
                  <a:pt x="265" y="428"/>
                </a:lnTo>
                <a:lnTo>
                  <a:pt x="264" y="428"/>
                </a:lnTo>
                <a:lnTo>
                  <a:pt x="264" y="427"/>
                </a:lnTo>
                <a:lnTo>
                  <a:pt x="265" y="427"/>
                </a:lnTo>
                <a:lnTo>
                  <a:pt x="266" y="427"/>
                </a:lnTo>
                <a:lnTo>
                  <a:pt x="266" y="426"/>
                </a:lnTo>
                <a:lnTo>
                  <a:pt x="265" y="426"/>
                </a:lnTo>
                <a:lnTo>
                  <a:pt x="264" y="426"/>
                </a:lnTo>
                <a:lnTo>
                  <a:pt x="264" y="425"/>
                </a:lnTo>
                <a:lnTo>
                  <a:pt x="265" y="425"/>
                </a:lnTo>
                <a:lnTo>
                  <a:pt x="265" y="426"/>
                </a:lnTo>
                <a:lnTo>
                  <a:pt x="264" y="426"/>
                </a:lnTo>
                <a:lnTo>
                  <a:pt x="265" y="426"/>
                </a:lnTo>
                <a:lnTo>
                  <a:pt x="265" y="425"/>
                </a:lnTo>
                <a:lnTo>
                  <a:pt x="265" y="424"/>
                </a:lnTo>
                <a:lnTo>
                  <a:pt x="265" y="423"/>
                </a:lnTo>
                <a:lnTo>
                  <a:pt x="264" y="423"/>
                </a:lnTo>
                <a:lnTo>
                  <a:pt x="263" y="423"/>
                </a:lnTo>
                <a:lnTo>
                  <a:pt x="264" y="423"/>
                </a:lnTo>
                <a:lnTo>
                  <a:pt x="265" y="422"/>
                </a:lnTo>
                <a:lnTo>
                  <a:pt x="265" y="421"/>
                </a:lnTo>
                <a:lnTo>
                  <a:pt x="264" y="421"/>
                </a:lnTo>
                <a:lnTo>
                  <a:pt x="264" y="420"/>
                </a:lnTo>
                <a:lnTo>
                  <a:pt x="264" y="421"/>
                </a:lnTo>
                <a:lnTo>
                  <a:pt x="263" y="420"/>
                </a:lnTo>
                <a:lnTo>
                  <a:pt x="263" y="419"/>
                </a:lnTo>
                <a:lnTo>
                  <a:pt x="262" y="419"/>
                </a:lnTo>
                <a:lnTo>
                  <a:pt x="262" y="420"/>
                </a:lnTo>
                <a:lnTo>
                  <a:pt x="262" y="419"/>
                </a:lnTo>
                <a:lnTo>
                  <a:pt x="261" y="419"/>
                </a:lnTo>
                <a:lnTo>
                  <a:pt x="261" y="418"/>
                </a:lnTo>
                <a:lnTo>
                  <a:pt x="261" y="419"/>
                </a:lnTo>
                <a:lnTo>
                  <a:pt x="260" y="419"/>
                </a:lnTo>
                <a:lnTo>
                  <a:pt x="259" y="419"/>
                </a:lnTo>
                <a:lnTo>
                  <a:pt x="259" y="420"/>
                </a:lnTo>
                <a:lnTo>
                  <a:pt x="258" y="420"/>
                </a:lnTo>
                <a:lnTo>
                  <a:pt x="257" y="420"/>
                </a:lnTo>
                <a:lnTo>
                  <a:pt x="257" y="419"/>
                </a:lnTo>
                <a:lnTo>
                  <a:pt x="256" y="419"/>
                </a:lnTo>
                <a:lnTo>
                  <a:pt x="256" y="418"/>
                </a:lnTo>
                <a:lnTo>
                  <a:pt x="256" y="417"/>
                </a:lnTo>
                <a:lnTo>
                  <a:pt x="255" y="416"/>
                </a:lnTo>
                <a:lnTo>
                  <a:pt x="256" y="415"/>
                </a:lnTo>
                <a:lnTo>
                  <a:pt x="257" y="415"/>
                </a:lnTo>
                <a:lnTo>
                  <a:pt x="256" y="414"/>
                </a:lnTo>
                <a:lnTo>
                  <a:pt x="255" y="414"/>
                </a:lnTo>
                <a:lnTo>
                  <a:pt x="255" y="413"/>
                </a:lnTo>
                <a:lnTo>
                  <a:pt x="254" y="413"/>
                </a:lnTo>
                <a:lnTo>
                  <a:pt x="253" y="413"/>
                </a:lnTo>
                <a:lnTo>
                  <a:pt x="252" y="413"/>
                </a:lnTo>
                <a:lnTo>
                  <a:pt x="251" y="413"/>
                </a:lnTo>
                <a:lnTo>
                  <a:pt x="251" y="414"/>
                </a:lnTo>
                <a:lnTo>
                  <a:pt x="251" y="415"/>
                </a:lnTo>
                <a:lnTo>
                  <a:pt x="251" y="416"/>
                </a:lnTo>
                <a:lnTo>
                  <a:pt x="250" y="417"/>
                </a:lnTo>
                <a:lnTo>
                  <a:pt x="250" y="418"/>
                </a:lnTo>
                <a:lnTo>
                  <a:pt x="250" y="419"/>
                </a:lnTo>
                <a:lnTo>
                  <a:pt x="249" y="418"/>
                </a:lnTo>
                <a:lnTo>
                  <a:pt x="249" y="419"/>
                </a:lnTo>
                <a:lnTo>
                  <a:pt x="248" y="419"/>
                </a:lnTo>
                <a:lnTo>
                  <a:pt x="248" y="418"/>
                </a:lnTo>
                <a:lnTo>
                  <a:pt x="248" y="417"/>
                </a:lnTo>
                <a:lnTo>
                  <a:pt x="247" y="417"/>
                </a:lnTo>
                <a:lnTo>
                  <a:pt x="247" y="418"/>
                </a:lnTo>
                <a:lnTo>
                  <a:pt x="246" y="418"/>
                </a:lnTo>
                <a:lnTo>
                  <a:pt x="245" y="418"/>
                </a:lnTo>
                <a:lnTo>
                  <a:pt x="244" y="418"/>
                </a:lnTo>
                <a:lnTo>
                  <a:pt x="243" y="417"/>
                </a:lnTo>
                <a:lnTo>
                  <a:pt x="243" y="418"/>
                </a:lnTo>
                <a:lnTo>
                  <a:pt x="242" y="418"/>
                </a:lnTo>
                <a:lnTo>
                  <a:pt x="242" y="417"/>
                </a:lnTo>
                <a:lnTo>
                  <a:pt x="241" y="417"/>
                </a:lnTo>
                <a:lnTo>
                  <a:pt x="241" y="416"/>
                </a:lnTo>
                <a:lnTo>
                  <a:pt x="240" y="416"/>
                </a:lnTo>
                <a:lnTo>
                  <a:pt x="241" y="416"/>
                </a:lnTo>
                <a:lnTo>
                  <a:pt x="241" y="415"/>
                </a:lnTo>
                <a:lnTo>
                  <a:pt x="241" y="414"/>
                </a:lnTo>
                <a:lnTo>
                  <a:pt x="240" y="414"/>
                </a:lnTo>
                <a:lnTo>
                  <a:pt x="241" y="413"/>
                </a:lnTo>
                <a:lnTo>
                  <a:pt x="242" y="413"/>
                </a:lnTo>
                <a:lnTo>
                  <a:pt x="243" y="413"/>
                </a:lnTo>
                <a:lnTo>
                  <a:pt x="243" y="412"/>
                </a:lnTo>
                <a:lnTo>
                  <a:pt x="243" y="411"/>
                </a:lnTo>
                <a:lnTo>
                  <a:pt x="244" y="411"/>
                </a:lnTo>
                <a:lnTo>
                  <a:pt x="245" y="410"/>
                </a:lnTo>
                <a:lnTo>
                  <a:pt x="246" y="410"/>
                </a:lnTo>
                <a:lnTo>
                  <a:pt x="246" y="409"/>
                </a:lnTo>
                <a:lnTo>
                  <a:pt x="245" y="409"/>
                </a:lnTo>
                <a:lnTo>
                  <a:pt x="245" y="408"/>
                </a:lnTo>
                <a:lnTo>
                  <a:pt x="244" y="407"/>
                </a:lnTo>
                <a:lnTo>
                  <a:pt x="243" y="407"/>
                </a:lnTo>
                <a:lnTo>
                  <a:pt x="242" y="407"/>
                </a:lnTo>
                <a:lnTo>
                  <a:pt x="241" y="407"/>
                </a:lnTo>
                <a:lnTo>
                  <a:pt x="241" y="406"/>
                </a:lnTo>
                <a:lnTo>
                  <a:pt x="241" y="405"/>
                </a:lnTo>
                <a:lnTo>
                  <a:pt x="240" y="405"/>
                </a:lnTo>
                <a:lnTo>
                  <a:pt x="241" y="405"/>
                </a:lnTo>
                <a:lnTo>
                  <a:pt x="241" y="404"/>
                </a:lnTo>
                <a:lnTo>
                  <a:pt x="241" y="405"/>
                </a:lnTo>
                <a:lnTo>
                  <a:pt x="241" y="404"/>
                </a:lnTo>
                <a:lnTo>
                  <a:pt x="240" y="404"/>
                </a:lnTo>
                <a:lnTo>
                  <a:pt x="240" y="403"/>
                </a:lnTo>
                <a:lnTo>
                  <a:pt x="239" y="403"/>
                </a:lnTo>
                <a:lnTo>
                  <a:pt x="238" y="404"/>
                </a:lnTo>
                <a:lnTo>
                  <a:pt x="237" y="404"/>
                </a:lnTo>
                <a:lnTo>
                  <a:pt x="236" y="404"/>
                </a:lnTo>
                <a:lnTo>
                  <a:pt x="235" y="405"/>
                </a:lnTo>
                <a:lnTo>
                  <a:pt x="234" y="405"/>
                </a:lnTo>
                <a:lnTo>
                  <a:pt x="234" y="406"/>
                </a:lnTo>
                <a:lnTo>
                  <a:pt x="233" y="406"/>
                </a:lnTo>
                <a:lnTo>
                  <a:pt x="233" y="405"/>
                </a:lnTo>
                <a:lnTo>
                  <a:pt x="232" y="405"/>
                </a:lnTo>
                <a:lnTo>
                  <a:pt x="232" y="406"/>
                </a:lnTo>
                <a:lnTo>
                  <a:pt x="232" y="407"/>
                </a:lnTo>
                <a:lnTo>
                  <a:pt x="231" y="407"/>
                </a:lnTo>
                <a:lnTo>
                  <a:pt x="231" y="406"/>
                </a:lnTo>
                <a:lnTo>
                  <a:pt x="230" y="406"/>
                </a:lnTo>
                <a:lnTo>
                  <a:pt x="230" y="407"/>
                </a:lnTo>
                <a:lnTo>
                  <a:pt x="229" y="407"/>
                </a:lnTo>
                <a:lnTo>
                  <a:pt x="229" y="406"/>
                </a:lnTo>
                <a:lnTo>
                  <a:pt x="228" y="406"/>
                </a:lnTo>
                <a:lnTo>
                  <a:pt x="228" y="405"/>
                </a:lnTo>
                <a:lnTo>
                  <a:pt x="227" y="405"/>
                </a:lnTo>
                <a:lnTo>
                  <a:pt x="228" y="405"/>
                </a:lnTo>
                <a:lnTo>
                  <a:pt x="228" y="404"/>
                </a:lnTo>
                <a:lnTo>
                  <a:pt x="229" y="404"/>
                </a:lnTo>
                <a:lnTo>
                  <a:pt x="229" y="403"/>
                </a:lnTo>
                <a:lnTo>
                  <a:pt x="230" y="403"/>
                </a:lnTo>
                <a:lnTo>
                  <a:pt x="230" y="404"/>
                </a:lnTo>
                <a:lnTo>
                  <a:pt x="230" y="403"/>
                </a:lnTo>
                <a:lnTo>
                  <a:pt x="229" y="403"/>
                </a:lnTo>
                <a:lnTo>
                  <a:pt x="229" y="402"/>
                </a:lnTo>
                <a:lnTo>
                  <a:pt x="228" y="403"/>
                </a:lnTo>
                <a:lnTo>
                  <a:pt x="227" y="403"/>
                </a:lnTo>
                <a:lnTo>
                  <a:pt x="226" y="403"/>
                </a:lnTo>
                <a:lnTo>
                  <a:pt x="226" y="402"/>
                </a:lnTo>
                <a:lnTo>
                  <a:pt x="226" y="401"/>
                </a:lnTo>
                <a:lnTo>
                  <a:pt x="225" y="401"/>
                </a:lnTo>
                <a:lnTo>
                  <a:pt x="224" y="401"/>
                </a:lnTo>
                <a:lnTo>
                  <a:pt x="223" y="401"/>
                </a:lnTo>
                <a:lnTo>
                  <a:pt x="223" y="400"/>
                </a:lnTo>
                <a:lnTo>
                  <a:pt x="224" y="400"/>
                </a:lnTo>
                <a:lnTo>
                  <a:pt x="224" y="398"/>
                </a:lnTo>
                <a:lnTo>
                  <a:pt x="225" y="397"/>
                </a:lnTo>
                <a:lnTo>
                  <a:pt x="225" y="395"/>
                </a:lnTo>
                <a:lnTo>
                  <a:pt x="226" y="394"/>
                </a:lnTo>
                <a:lnTo>
                  <a:pt x="225" y="394"/>
                </a:lnTo>
                <a:lnTo>
                  <a:pt x="224" y="393"/>
                </a:lnTo>
                <a:lnTo>
                  <a:pt x="223" y="393"/>
                </a:lnTo>
                <a:lnTo>
                  <a:pt x="223" y="392"/>
                </a:lnTo>
                <a:lnTo>
                  <a:pt x="222" y="392"/>
                </a:lnTo>
                <a:lnTo>
                  <a:pt x="222" y="391"/>
                </a:lnTo>
                <a:lnTo>
                  <a:pt x="222" y="390"/>
                </a:lnTo>
                <a:lnTo>
                  <a:pt x="223" y="390"/>
                </a:lnTo>
                <a:lnTo>
                  <a:pt x="223" y="389"/>
                </a:lnTo>
                <a:lnTo>
                  <a:pt x="222" y="388"/>
                </a:lnTo>
                <a:lnTo>
                  <a:pt x="221" y="388"/>
                </a:lnTo>
                <a:lnTo>
                  <a:pt x="221" y="389"/>
                </a:lnTo>
                <a:lnTo>
                  <a:pt x="220" y="389"/>
                </a:lnTo>
                <a:lnTo>
                  <a:pt x="220" y="388"/>
                </a:lnTo>
                <a:lnTo>
                  <a:pt x="219" y="388"/>
                </a:lnTo>
                <a:lnTo>
                  <a:pt x="219" y="387"/>
                </a:lnTo>
                <a:lnTo>
                  <a:pt x="218" y="387"/>
                </a:lnTo>
                <a:lnTo>
                  <a:pt x="218" y="388"/>
                </a:lnTo>
                <a:lnTo>
                  <a:pt x="217" y="388"/>
                </a:lnTo>
                <a:lnTo>
                  <a:pt x="216" y="388"/>
                </a:lnTo>
                <a:lnTo>
                  <a:pt x="216" y="387"/>
                </a:lnTo>
                <a:lnTo>
                  <a:pt x="216" y="386"/>
                </a:lnTo>
                <a:lnTo>
                  <a:pt x="216" y="385"/>
                </a:lnTo>
                <a:lnTo>
                  <a:pt x="215" y="385"/>
                </a:lnTo>
                <a:lnTo>
                  <a:pt x="214" y="385"/>
                </a:lnTo>
                <a:lnTo>
                  <a:pt x="213" y="385"/>
                </a:lnTo>
                <a:lnTo>
                  <a:pt x="213" y="386"/>
                </a:lnTo>
                <a:lnTo>
                  <a:pt x="212" y="385"/>
                </a:lnTo>
                <a:lnTo>
                  <a:pt x="213" y="385"/>
                </a:lnTo>
                <a:lnTo>
                  <a:pt x="213" y="384"/>
                </a:lnTo>
                <a:lnTo>
                  <a:pt x="212" y="384"/>
                </a:lnTo>
                <a:lnTo>
                  <a:pt x="212" y="383"/>
                </a:lnTo>
                <a:lnTo>
                  <a:pt x="211" y="383"/>
                </a:lnTo>
                <a:lnTo>
                  <a:pt x="211" y="382"/>
                </a:lnTo>
                <a:lnTo>
                  <a:pt x="212" y="382"/>
                </a:lnTo>
                <a:lnTo>
                  <a:pt x="211" y="381"/>
                </a:lnTo>
                <a:lnTo>
                  <a:pt x="211" y="380"/>
                </a:lnTo>
                <a:lnTo>
                  <a:pt x="212" y="380"/>
                </a:lnTo>
                <a:lnTo>
                  <a:pt x="212" y="379"/>
                </a:lnTo>
                <a:lnTo>
                  <a:pt x="211" y="379"/>
                </a:lnTo>
                <a:lnTo>
                  <a:pt x="213" y="379"/>
                </a:lnTo>
                <a:lnTo>
                  <a:pt x="213" y="378"/>
                </a:lnTo>
                <a:lnTo>
                  <a:pt x="212" y="377"/>
                </a:lnTo>
                <a:lnTo>
                  <a:pt x="213" y="377"/>
                </a:lnTo>
                <a:lnTo>
                  <a:pt x="214" y="377"/>
                </a:lnTo>
                <a:lnTo>
                  <a:pt x="214" y="376"/>
                </a:lnTo>
                <a:lnTo>
                  <a:pt x="214" y="375"/>
                </a:lnTo>
                <a:lnTo>
                  <a:pt x="214" y="374"/>
                </a:lnTo>
                <a:lnTo>
                  <a:pt x="214" y="373"/>
                </a:lnTo>
                <a:lnTo>
                  <a:pt x="214" y="371"/>
                </a:lnTo>
                <a:lnTo>
                  <a:pt x="214" y="373"/>
                </a:lnTo>
                <a:lnTo>
                  <a:pt x="215" y="373"/>
                </a:lnTo>
                <a:lnTo>
                  <a:pt x="215" y="371"/>
                </a:lnTo>
                <a:lnTo>
                  <a:pt x="214" y="371"/>
                </a:lnTo>
                <a:lnTo>
                  <a:pt x="213" y="370"/>
                </a:lnTo>
                <a:lnTo>
                  <a:pt x="213" y="369"/>
                </a:lnTo>
                <a:lnTo>
                  <a:pt x="214" y="369"/>
                </a:lnTo>
                <a:lnTo>
                  <a:pt x="214" y="368"/>
                </a:lnTo>
                <a:lnTo>
                  <a:pt x="214" y="367"/>
                </a:lnTo>
                <a:lnTo>
                  <a:pt x="213" y="367"/>
                </a:lnTo>
                <a:lnTo>
                  <a:pt x="214" y="366"/>
                </a:lnTo>
                <a:lnTo>
                  <a:pt x="214" y="365"/>
                </a:lnTo>
                <a:lnTo>
                  <a:pt x="214" y="364"/>
                </a:lnTo>
                <a:lnTo>
                  <a:pt x="215" y="364"/>
                </a:lnTo>
                <a:lnTo>
                  <a:pt x="216" y="364"/>
                </a:lnTo>
                <a:lnTo>
                  <a:pt x="216" y="363"/>
                </a:lnTo>
                <a:lnTo>
                  <a:pt x="218" y="363"/>
                </a:lnTo>
                <a:lnTo>
                  <a:pt x="219" y="362"/>
                </a:lnTo>
                <a:lnTo>
                  <a:pt x="220" y="362"/>
                </a:lnTo>
                <a:lnTo>
                  <a:pt x="221" y="362"/>
                </a:lnTo>
                <a:lnTo>
                  <a:pt x="222" y="361"/>
                </a:lnTo>
                <a:lnTo>
                  <a:pt x="222" y="360"/>
                </a:lnTo>
                <a:lnTo>
                  <a:pt x="223" y="360"/>
                </a:lnTo>
                <a:lnTo>
                  <a:pt x="224" y="360"/>
                </a:lnTo>
                <a:lnTo>
                  <a:pt x="224" y="359"/>
                </a:lnTo>
                <a:lnTo>
                  <a:pt x="225" y="359"/>
                </a:lnTo>
                <a:lnTo>
                  <a:pt x="225" y="358"/>
                </a:lnTo>
                <a:lnTo>
                  <a:pt x="225" y="357"/>
                </a:lnTo>
                <a:lnTo>
                  <a:pt x="226" y="357"/>
                </a:lnTo>
                <a:lnTo>
                  <a:pt x="226" y="356"/>
                </a:lnTo>
                <a:lnTo>
                  <a:pt x="225" y="354"/>
                </a:lnTo>
                <a:lnTo>
                  <a:pt x="225" y="353"/>
                </a:lnTo>
                <a:lnTo>
                  <a:pt x="225" y="352"/>
                </a:lnTo>
                <a:lnTo>
                  <a:pt x="226" y="352"/>
                </a:lnTo>
                <a:lnTo>
                  <a:pt x="226" y="351"/>
                </a:lnTo>
                <a:lnTo>
                  <a:pt x="226" y="350"/>
                </a:lnTo>
                <a:lnTo>
                  <a:pt x="226" y="351"/>
                </a:lnTo>
                <a:lnTo>
                  <a:pt x="227" y="351"/>
                </a:lnTo>
                <a:lnTo>
                  <a:pt x="228" y="351"/>
                </a:lnTo>
                <a:lnTo>
                  <a:pt x="228" y="350"/>
                </a:lnTo>
                <a:lnTo>
                  <a:pt x="229" y="350"/>
                </a:lnTo>
                <a:lnTo>
                  <a:pt x="229" y="351"/>
                </a:lnTo>
                <a:lnTo>
                  <a:pt x="230" y="351"/>
                </a:lnTo>
                <a:lnTo>
                  <a:pt x="230" y="350"/>
                </a:lnTo>
                <a:lnTo>
                  <a:pt x="231" y="350"/>
                </a:lnTo>
                <a:lnTo>
                  <a:pt x="232" y="350"/>
                </a:lnTo>
                <a:lnTo>
                  <a:pt x="232" y="349"/>
                </a:lnTo>
                <a:lnTo>
                  <a:pt x="233" y="349"/>
                </a:lnTo>
                <a:lnTo>
                  <a:pt x="234" y="350"/>
                </a:lnTo>
                <a:lnTo>
                  <a:pt x="235" y="350"/>
                </a:lnTo>
                <a:lnTo>
                  <a:pt x="236" y="350"/>
                </a:lnTo>
                <a:lnTo>
                  <a:pt x="237" y="350"/>
                </a:lnTo>
                <a:lnTo>
                  <a:pt x="237" y="349"/>
                </a:lnTo>
                <a:lnTo>
                  <a:pt x="238" y="349"/>
                </a:lnTo>
                <a:lnTo>
                  <a:pt x="239" y="349"/>
                </a:lnTo>
                <a:lnTo>
                  <a:pt x="240" y="349"/>
                </a:lnTo>
                <a:lnTo>
                  <a:pt x="241" y="349"/>
                </a:lnTo>
                <a:lnTo>
                  <a:pt x="241" y="348"/>
                </a:lnTo>
                <a:lnTo>
                  <a:pt x="241" y="347"/>
                </a:lnTo>
                <a:lnTo>
                  <a:pt x="242" y="347"/>
                </a:lnTo>
                <a:lnTo>
                  <a:pt x="243" y="346"/>
                </a:lnTo>
                <a:lnTo>
                  <a:pt x="243" y="345"/>
                </a:lnTo>
                <a:lnTo>
                  <a:pt x="244" y="344"/>
                </a:lnTo>
                <a:lnTo>
                  <a:pt x="244" y="343"/>
                </a:lnTo>
                <a:lnTo>
                  <a:pt x="243" y="343"/>
                </a:lnTo>
                <a:lnTo>
                  <a:pt x="242" y="343"/>
                </a:lnTo>
                <a:lnTo>
                  <a:pt x="242" y="342"/>
                </a:lnTo>
                <a:lnTo>
                  <a:pt x="242" y="341"/>
                </a:lnTo>
                <a:lnTo>
                  <a:pt x="243" y="341"/>
                </a:lnTo>
                <a:lnTo>
                  <a:pt x="243" y="340"/>
                </a:lnTo>
                <a:lnTo>
                  <a:pt x="243" y="339"/>
                </a:lnTo>
                <a:lnTo>
                  <a:pt x="243" y="338"/>
                </a:lnTo>
                <a:lnTo>
                  <a:pt x="242" y="338"/>
                </a:lnTo>
                <a:lnTo>
                  <a:pt x="242" y="337"/>
                </a:lnTo>
                <a:lnTo>
                  <a:pt x="243" y="337"/>
                </a:lnTo>
                <a:lnTo>
                  <a:pt x="244" y="337"/>
                </a:lnTo>
                <a:lnTo>
                  <a:pt x="244" y="336"/>
                </a:lnTo>
                <a:lnTo>
                  <a:pt x="245" y="335"/>
                </a:lnTo>
                <a:lnTo>
                  <a:pt x="246" y="334"/>
                </a:lnTo>
                <a:lnTo>
                  <a:pt x="247" y="334"/>
                </a:lnTo>
                <a:lnTo>
                  <a:pt x="247" y="333"/>
                </a:lnTo>
                <a:lnTo>
                  <a:pt x="246" y="333"/>
                </a:lnTo>
                <a:lnTo>
                  <a:pt x="246" y="332"/>
                </a:lnTo>
                <a:lnTo>
                  <a:pt x="246" y="330"/>
                </a:lnTo>
                <a:lnTo>
                  <a:pt x="247" y="330"/>
                </a:lnTo>
                <a:lnTo>
                  <a:pt x="247" y="329"/>
                </a:lnTo>
                <a:lnTo>
                  <a:pt x="247" y="328"/>
                </a:lnTo>
                <a:lnTo>
                  <a:pt x="246" y="328"/>
                </a:lnTo>
                <a:lnTo>
                  <a:pt x="245" y="328"/>
                </a:lnTo>
                <a:lnTo>
                  <a:pt x="245" y="327"/>
                </a:lnTo>
                <a:lnTo>
                  <a:pt x="244" y="327"/>
                </a:lnTo>
                <a:lnTo>
                  <a:pt x="244" y="326"/>
                </a:lnTo>
                <a:lnTo>
                  <a:pt x="245" y="326"/>
                </a:lnTo>
                <a:lnTo>
                  <a:pt x="245" y="324"/>
                </a:lnTo>
                <a:lnTo>
                  <a:pt x="245" y="323"/>
                </a:lnTo>
                <a:lnTo>
                  <a:pt x="245" y="322"/>
                </a:lnTo>
                <a:lnTo>
                  <a:pt x="245" y="321"/>
                </a:lnTo>
                <a:lnTo>
                  <a:pt x="245" y="319"/>
                </a:lnTo>
                <a:lnTo>
                  <a:pt x="246" y="318"/>
                </a:lnTo>
                <a:lnTo>
                  <a:pt x="246" y="317"/>
                </a:lnTo>
                <a:lnTo>
                  <a:pt x="245" y="317"/>
                </a:lnTo>
                <a:lnTo>
                  <a:pt x="244" y="317"/>
                </a:lnTo>
                <a:lnTo>
                  <a:pt x="244" y="318"/>
                </a:lnTo>
                <a:lnTo>
                  <a:pt x="243" y="318"/>
                </a:lnTo>
                <a:lnTo>
                  <a:pt x="242" y="317"/>
                </a:lnTo>
                <a:lnTo>
                  <a:pt x="241" y="317"/>
                </a:lnTo>
                <a:lnTo>
                  <a:pt x="241" y="318"/>
                </a:lnTo>
                <a:lnTo>
                  <a:pt x="240" y="318"/>
                </a:lnTo>
                <a:lnTo>
                  <a:pt x="239" y="318"/>
                </a:lnTo>
                <a:lnTo>
                  <a:pt x="237" y="317"/>
                </a:lnTo>
                <a:lnTo>
                  <a:pt x="236" y="317"/>
                </a:lnTo>
                <a:lnTo>
                  <a:pt x="235" y="316"/>
                </a:lnTo>
                <a:lnTo>
                  <a:pt x="235" y="314"/>
                </a:lnTo>
                <a:lnTo>
                  <a:pt x="235" y="313"/>
                </a:lnTo>
                <a:lnTo>
                  <a:pt x="236" y="314"/>
                </a:lnTo>
                <a:lnTo>
                  <a:pt x="237" y="314"/>
                </a:lnTo>
                <a:lnTo>
                  <a:pt x="237" y="313"/>
                </a:lnTo>
                <a:lnTo>
                  <a:pt x="238" y="313"/>
                </a:lnTo>
                <a:lnTo>
                  <a:pt x="237" y="312"/>
                </a:lnTo>
                <a:lnTo>
                  <a:pt x="237" y="311"/>
                </a:lnTo>
                <a:lnTo>
                  <a:pt x="237" y="312"/>
                </a:lnTo>
                <a:lnTo>
                  <a:pt x="237" y="311"/>
                </a:lnTo>
                <a:lnTo>
                  <a:pt x="236" y="310"/>
                </a:lnTo>
                <a:lnTo>
                  <a:pt x="237" y="310"/>
                </a:lnTo>
                <a:lnTo>
                  <a:pt x="237" y="309"/>
                </a:lnTo>
                <a:lnTo>
                  <a:pt x="236" y="309"/>
                </a:lnTo>
                <a:lnTo>
                  <a:pt x="235" y="308"/>
                </a:lnTo>
                <a:lnTo>
                  <a:pt x="234" y="308"/>
                </a:lnTo>
                <a:lnTo>
                  <a:pt x="233" y="307"/>
                </a:lnTo>
                <a:lnTo>
                  <a:pt x="232" y="306"/>
                </a:lnTo>
                <a:lnTo>
                  <a:pt x="233" y="304"/>
                </a:lnTo>
                <a:lnTo>
                  <a:pt x="234" y="303"/>
                </a:lnTo>
                <a:lnTo>
                  <a:pt x="235" y="302"/>
                </a:lnTo>
                <a:lnTo>
                  <a:pt x="236" y="302"/>
                </a:lnTo>
                <a:lnTo>
                  <a:pt x="237" y="302"/>
                </a:lnTo>
                <a:lnTo>
                  <a:pt x="238" y="303"/>
                </a:lnTo>
                <a:lnTo>
                  <a:pt x="239" y="303"/>
                </a:lnTo>
                <a:lnTo>
                  <a:pt x="239" y="304"/>
                </a:lnTo>
                <a:lnTo>
                  <a:pt x="240" y="304"/>
                </a:lnTo>
                <a:lnTo>
                  <a:pt x="241" y="303"/>
                </a:lnTo>
                <a:lnTo>
                  <a:pt x="241" y="302"/>
                </a:lnTo>
                <a:lnTo>
                  <a:pt x="242" y="302"/>
                </a:lnTo>
                <a:lnTo>
                  <a:pt x="243" y="303"/>
                </a:lnTo>
                <a:lnTo>
                  <a:pt x="244" y="303"/>
                </a:lnTo>
                <a:lnTo>
                  <a:pt x="245" y="303"/>
                </a:lnTo>
                <a:lnTo>
                  <a:pt x="246" y="304"/>
                </a:lnTo>
                <a:lnTo>
                  <a:pt x="246" y="302"/>
                </a:lnTo>
                <a:lnTo>
                  <a:pt x="246" y="301"/>
                </a:lnTo>
                <a:lnTo>
                  <a:pt x="247" y="301"/>
                </a:lnTo>
                <a:lnTo>
                  <a:pt x="249" y="301"/>
                </a:lnTo>
                <a:lnTo>
                  <a:pt x="249" y="303"/>
                </a:lnTo>
                <a:lnTo>
                  <a:pt x="250" y="303"/>
                </a:lnTo>
                <a:lnTo>
                  <a:pt x="251" y="303"/>
                </a:lnTo>
                <a:lnTo>
                  <a:pt x="251" y="302"/>
                </a:lnTo>
                <a:lnTo>
                  <a:pt x="252" y="302"/>
                </a:lnTo>
                <a:lnTo>
                  <a:pt x="252" y="301"/>
                </a:lnTo>
                <a:lnTo>
                  <a:pt x="253" y="301"/>
                </a:lnTo>
                <a:lnTo>
                  <a:pt x="254" y="302"/>
                </a:lnTo>
                <a:lnTo>
                  <a:pt x="254" y="303"/>
                </a:lnTo>
                <a:lnTo>
                  <a:pt x="255" y="304"/>
                </a:lnTo>
                <a:lnTo>
                  <a:pt x="256" y="304"/>
                </a:lnTo>
                <a:lnTo>
                  <a:pt x="257" y="304"/>
                </a:lnTo>
                <a:lnTo>
                  <a:pt x="257" y="303"/>
                </a:lnTo>
                <a:lnTo>
                  <a:pt x="258" y="302"/>
                </a:lnTo>
                <a:lnTo>
                  <a:pt x="259" y="302"/>
                </a:lnTo>
                <a:lnTo>
                  <a:pt x="260" y="302"/>
                </a:lnTo>
                <a:lnTo>
                  <a:pt x="259" y="303"/>
                </a:lnTo>
                <a:lnTo>
                  <a:pt x="259" y="304"/>
                </a:lnTo>
                <a:lnTo>
                  <a:pt x="260" y="305"/>
                </a:lnTo>
                <a:lnTo>
                  <a:pt x="260" y="306"/>
                </a:lnTo>
                <a:lnTo>
                  <a:pt x="262" y="306"/>
                </a:lnTo>
                <a:lnTo>
                  <a:pt x="264" y="305"/>
                </a:lnTo>
                <a:lnTo>
                  <a:pt x="265" y="304"/>
                </a:lnTo>
                <a:lnTo>
                  <a:pt x="266" y="304"/>
                </a:lnTo>
                <a:lnTo>
                  <a:pt x="266" y="303"/>
                </a:lnTo>
                <a:lnTo>
                  <a:pt x="267" y="304"/>
                </a:lnTo>
                <a:lnTo>
                  <a:pt x="268" y="304"/>
                </a:lnTo>
                <a:lnTo>
                  <a:pt x="267" y="304"/>
                </a:lnTo>
                <a:lnTo>
                  <a:pt x="267" y="305"/>
                </a:lnTo>
                <a:lnTo>
                  <a:pt x="267" y="306"/>
                </a:lnTo>
                <a:lnTo>
                  <a:pt x="267" y="307"/>
                </a:lnTo>
                <a:lnTo>
                  <a:pt x="266" y="307"/>
                </a:lnTo>
                <a:lnTo>
                  <a:pt x="266" y="308"/>
                </a:lnTo>
                <a:lnTo>
                  <a:pt x="267" y="308"/>
                </a:lnTo>
                <a:lnTo>
                  <a:pt x="268" y="307"/>
                </a:lnTo>
                <a:lnTo>
                  <a:pt x="268" y="308"/>
                </a:lnTo>
                <a:lnTo>
                  <a:pt x="269" y="308"/>
                </a:lnTo>
                <a:lnTo>
                  <a:pt x="269" y="307"/>
                </a:lnTo>
                <a:lnTo>
                  <a:pt x="271" y="307"/>
                </a:lnTo>
                <a:lnTo>
                  <a:pt x="272" y="308"/>
                </a:lnTo>
                <a:lnTo>
                  <a:pt x="273" y="309"/>
                </a:lnTo>
                <a:lnTo>
                  <a:pt x="275" y="311"/>
                </a:lnTo>
                <a:lnTo>
                  <a:pt x="275" y="312"/>
                </a:lnTo>
                <a:lnTo>
                  <a:pt x="275" y="313"/>
                </a:lnTo>
                <a:lnTo>
                  <a:pt x="276" y="313"/>
                </a:lnTo>
                <a:lnTo>
                  <a:pt x="278" y="313"/>
                </a:lnTo>
                <a:lnTo>
                  <a:pt x="280" y="312"/>
                </a:lnTo>
                <a:lnTo>
                  <a:pt x="281" y="312"/>
                </a:lnTo>
                <a:lnTo>
                  <a:pt x="282" y="312"/>
                </a:lnTo>
                <a:lnTo>
                  <a:pt x="282" y="313"/>
                </a:lnTo>
                <a:lnTo>
                  <a:pt x="283" y="315"/>
                </a:lnTo>
                <a:lnTo>
                  <a:pt x="284" y="315"/>
                </a:lnTo>
                <a:lnTo>
                  <a:pt x="284" y="316"/>
                </a:lnTo>
                <a:lnTo>
                  <a:pt x="285" y="317"/>
                </a:lnTo>
                <a:lnTo>
                  <a:pt x="285" y="318"/>
                </a:lnTo>
                <a:lnTo>
                  <a:pt x="284" y="319"/>
                </a:lnTo>
                <a:lnTo>
                  <a:pt x="285" y="319"/>
                </a:lnTo>
                <a:lnTo>
                  <a:pt x="286" y="319"/>
                </a:lnTo>
                <a:lnTo>
                  <a:pt x="286" y="320"/>
                </a:lnTo>
                <a:lnTo>
                  <a:pt x="287" y="320"/>
                </a:lnTo>
                <a:lnTo>
                  <a:pt x="288" y="319"/>
                </a:lnTo>
                <a:lnTo>
                  <a:pt x="288" y="318"/>
                </a:lnTo>
                <a:lnTo>
                  <a:pt x="287" y="318"/>
                </a:lnTo>
                <a:lnTo>
                  <a:pt x="288" y="318"/>
                </a:lnTo>
                <a:lnTo>
                  <a:pt x="288" y="317"/>
                </a:lnTo>
                <a:lnTo>
                  <a:pt x="289" y="317"/>
                </a:lnTo>
                <a:lnTo>
                  <a:pt x="291" y="316"/>
                </a:lnTo>
                <a:lnTo>
                  <a:pt x="292" y="315"/>
                </a:lnTo>
                <a:lnTo>
                  <a:pt x="293" y="314"/>
                </a:lnTo>
                <a:lnTo>
                  <a:pt x="294" y="313"/>
                </a:lnTo>
                <a:lnTo>
                  <a:pt x="294" y="312"/>
                </a:lnTo>
                <a:lnTo>
                  <a:pt x="294" y="311"/>
                </a:lnTo>
                <a:lnTo>
                  <a:pt x="294" y="310"/>
                </a:lnTo>
                <a:lnTo>
                  <a:pt x="295" y="310"/>
                </a:lnTo>
                <a:lnTo>
                  <a:pt x="296" y="310"/>
                </a:lnTo>
                <a:lnTo>
                  <a:pt x="295" y="309"/>
                </a:lnTo>
                <a:lnTo>
                  <a:pt x="295" y="308"/>
                </a:lnTo>
                <a:lnTo>
                  <a:pt x="294" y="307"/>
                </a:lnTo>
                <a:lnTo>
                  <a:pt x="295" y="306"/>
                </a:lnTo>
                <a:lnTo>
                  <a:pt x="296" y="305"/>
                </a:lnTo>
                <a:lnTo>
                  <a:pt x="297" y="304"/>
                </a:lnTo>
                <a:lnTo>
                  <a:pt x="296" y="304"/>
                </a:lnTo>
                <a:lnTo>
                  <a:pt x="296" y="303"/>
                </a:lnTo>
                <a:lnTo>
                  <a:pt x="297" y="303"/>
                </a:lnTo>
                <a:lnTo>
                  <a:pt x="297" y="302"/>
                </a:lnTo>
                <a:lnTo>
                  <a:pt x="298" y="302"/>
                </a:lnTo>
                <a:lnTo>
                  <a:pt x="298" y="303"/>
                </a:lnTo>
                <a:lnTo>
                  <a:pt x="298" y="304"/>
                </a:lnTo>
                <a:lnTo>
                  <a:pt x="300" y="306"/>
                </a:lnTo>
                <a:lnTo>
                  <a:pt x="301" y="305"/>
                </a:lnTo>
                <a:lnTo>
                  <a:pt x="301" y="304"/>
                </a:lnTo>
                <a:lnTo>
                  <a:pt x="301" y="303"/>
                </a:lnTo>
                <a:lnTo>
                  <a:pt x="302" y="302"/>
                </a:lnTo>
                <a:lnTo>
                  <a:pt x="302" y="301"/>
                </a:lnTo>
                <a:lnTo>
                  <a:pt x="301" y="301"/>
                </a:lnTo>
                <a:lnTo>
                  <a:pt x="300" y="300"/>
                </a:lnTo>
                <a:lnTo>
                  <a:pt x="301" y="299"/>
                </a:lnTo>
                <a:lnTo>
                  <a:pt x="301" y="298"/>
                </a:lnTo>
                <a:lnTo>
                  <a:pt x="300" y="298"/>
                </a:lnTo>
                <a:lnTo>
                  <a:pt x="300" y="297"/>
                </a:lnTo>
                <a:lnTo>
                  <a:pt x="300" y="294"/>
                </a:lnTo>
                <a:lnTo>
                  <a:pt x="300" y="292"/>
                </a:lnTo>
                <a:lnTo>
                  <a:pt x="300" y="291"/>
                </a:lnTo>
                <a:lnTo>
                  <a:pt x="300" y="289"/>
                </a:lnTo>
                <a:lnTo>
                  <a:pt x="300" y="287"/>
                </a:lnTo>
                <a:lnTo>
                  <a:pt x="300" y="285"/>
                </a:lnTo>
                <a:lnTo>
                  <a:pt x="299" y="284"/>
                </a:lnTo>
                <a:lnTo>
                  <a:pt x="299" y="283"/>
                </a:lnTo>
                <a:lnTo>
                  <a:pt x="299" y="282"/>
                </a:lnTo>
                <a:lnTo>
                  <a:pt x="299" y="281"/>
                </a:lnTo>
                <a:lnTo>
                  <a:pt x="299" y="280"/>
                </a:lnTo>
                <a:lnTo>
                  <a:pt x="298" y="280"/>
                </a:lnTo>
                <a:lnTo>
                  <a:pt x="298" y="279"/>
                </a:lnTo>
                <a:lnTo>
                  <a:pt x="298" y="278"/>
                </a:lnTo>
                <a:lnTo>
                  <a:pt x="298" y="277"/>
                </a:lnTo>
                <a:lnTo>
                  <a:pt x="298" y="276"/>
                </a:lnTo>
                <a:lnTo>
                  <a:pt x="297" y="276"/>
                </a:lnTo>
                <a:lnTo>
                  <a:pt x="297" y="275"/>
                </a:lnTo>
                <a:lnTo>
                  <a:pt x="296" y="275"/>
                </a:lnTo>
                <a:lnTo>
                  <a:pt x="294" y="275"/>
                </a:lnTo>
                <a:lnTo>
                  <a:pt x="291" y="275"/>
                </a:lnTo>
                <a:lnTo>
                  <a:pt x="290" y="275"/>
                </a:lnTo>
                <a:lnTo>
                  <a:pt x="289" y="274"/>
                </a:lnTo>
                <a:lnTo>
                  <a:pt x="288" y="274"/>
                </a:lnTo>
                <a:lnTo>
                  <a:pt x="288" y="273"/>
                </a:lnTo>
                <a:lnTo>
                  <a:pt x="287" y="273"/>
                </a:lnTo>
                <a:lnTo>
                  <a:pt x="287" y="272"/>
                </a:lnTo>
                <a:lnTo>
                  <a:pt x="286" y="271"/>
                </a:lnTo>
                <a:lnTo>
                  <a:pt x="285" y="271"/>
                </a:lnTo>
                <a:lnTo>
                  <a:pt x="285" y="270"/>
                </a:lnTo>
                <a:lnTo>
                  <a:pt x="284" y="270"/>
                </a:lnTo>
                <a:lnTo>
                  <a:pt x="284" y="268"/>
                </a:lnTo>
                <a:lnTo>
                  <a:pt x="283" y="268"/>
                </a:lnTo>
                <a:lnTo>
                  <a:pt x="283" y="267"/>
                </a:lnTo>
                <a:lnTo>
                  <a:pt x="283" y="266"/>
                </a:lnTo>
                <a:lnTo>
                  <a:pt x="283" y="265"/>
                </a:lnTo>
                <a:lnTo>
                  <a:pt x="282" y="265"/>
                </a:lnTo>
                <a:lnTo>
                  <a:pt x="280" y="265"/>
                </a:lnTo>
                <a:lnTo>
                  <a:pt x="279" y="265"/>
                </a:lnTo>
                <a:lnTo>
                  <a:pt x="280" y="263"/>
                </a:lnTo>
                <a:lnTo>
                  <a:pt x="281" y="263"/>
                </a:lnTo>
                <a:lnTo>
                  <a:pt x="281" y="261"/>
                </a:lnTo>
                <a:lnTo>
                  <a:pt x="280" y="261"/>
                </a:lnTo>
                <a:lnTo>
                  <a:pt x="280" y="260"/>
                </a:lnTo>
                <a:lnTo>
                  <a:pt x="279" y="259"/>
                </a:lnTo>
                <a:lnTo>
                  <a:pt x="278" y="259"/>
                </a:lnTo>
                <a:lnTo>
                  <a:pt x="277" y="259"/>
                </a:lnTo>
                <a:lnTo>
                  <a:pt x="276" y="260"/>
                </a:lnTo>
                <a:lnTo>
                  <a:pt x="275" y="260"/>
                </a:lnTo>
                <a:lnTo>
                  <a:pt x="274" y="260"/>
                </a:lnTo>
                <a:lnTo>
                  <a:pt x="274" y="261"/>
                </a:lnTo>
                <a:lnTo>
                  <a:pt x="272" y="261"/>
                </a:lnTo>
                <a:lnTo>
                  <a:pt x="271" y="262"/>
                </a:lnTo>
                <a:lnTo>
                  <a:pt x="268" y="261"/>
                </a:lnTo>
                <a:lnTo>
                  <a:pt x="267" y="261"/>
                </a:lnTo>
                <a:lnTo>
                  <a:pt x="266" y="261"/>
                </a:lnTo>
                <a:lnTo>
                  <a:pt x="266" y="260"/>
                </a:lnTo>
                <a:lnTo>
                  <a:pt x="267" y="259"/>
                </a:lnTo>
                <a:lnTo>
                  <a:pt x="264" y="259"/>
                </a:lnTo>
                <a:lnTo>
                  <a:pt x="262" y="259"/>
                </a:lnTo>
                <a:lnTo>
                  <a:pt x="261" y="261"/>
                </a:lnTo>
                <a:lnTo>
                  <a:pt x="261" y="262"/>
                </a:lnTo>
                <a:lnTo>
                  <a:pt x="262" y="262"/>
                </a:lnTo>
                <a:lnTo>
                  <a:pt x="262" y="263"/>
                </a:lnTo>
                <a:lnTo>
                  <a:pt x="261" y="264"/>
                </a:lnTo>
                <a:lnTo>
                  <a:pt x="260" y="264"/>
                </a:lnTo>
                <a:lnTo>
                  <a:pt x="259" y="264"/>
                </a:lnTo>
                <a:lnTo>
                  <a:pt x="258" y="264"/>
                </a:lnTo>
                <a:lnTo>
                  <a:pt x="258" y="265"/>
                </a:lnTo>
                <a:lnTo>
                  <a:pt x="258" y="266"/>
                </a:lnTo>
                <a:lnTo>
                  <a:pt x="258" y="268"/>
                </a:lnTo>
                <a:lnTo>
                  <a:pt x="258" y="269"/>
                </a:lnTo>
                <a:lnTo>
                  <a:pt x="258" y="271"/>
                </a:lnTo>
                <a:lnTo>
                  <a:pt x="258" y="272"/>
                </a:lnTo>
                <a:lnTo>
                  <a:pt x="257" y="272"/>
                </a:lnTo>
                <a:lnTo>
                  <a:pt x="256" y="272"/>
                </a:lnTo>
                <a:lnTo>
                  <a:pt x="255" y="272"/>
                </a:lnTo>
                <a:lnTo>
                  <a:pt x="254" y="272"/>
                </a:lnTo>
                <a:lnTo>
                  <a:pt x="253" y="272"/>
                </a:lnTo>
                <a:lnTo>
                  <a:pt x="253" y="271"/>
                </a:lnTo>
                <a:lnTo>
                  <a:pt x="252" y="271"/>
                </a:lnTo>
                <a:lnTo>
                  <a:pt x="251" y="271"/>
                </a:lnTo>
                <a:lnTo>
                  <a:pt x="251" y="272"/>
                </a:lnTo>
                <a:lnTo>
                  <a:pt x="250" y="272"/>
                </a:lnTo>
                <a:lnTo>
                  <a:pt x="251" y="272"/>
                </a:lnTo>
                <a:lnTo>
                  <a:pt x="251" y="273"/>
                </a:lnTo>
                <a:lnTo>
                  <a:pt x="251" y="275"/>
                </a:lnTo>
                <a:lnTo>
                  <a:pt x="251" y="276"/>
                </a:lnTo>
                <a:lnTo>
                  <a:pt x="251" y="277"/>
                </a:lnTo>
                <a:lnTo>
                  <a:pt x="251" y="278"/>
                </a:lnTo>
                <a:lnTo>
                  <a:pt x="250" y="279"/>
                </a:lnTo>
                <a:lnTo>
                  <a:pt x="250" y="281"/>
                </a:lnTo>
                <a:lnTo>
                  <a:pt x="250" y="282"/>
                </a:lnTo>
                <a:lnTo>
                  <a:pt x="251" y="282"/>
                </a:lnTo>
                <a:lnTo>
                  <a:pt x="251" y="283"/>
                </a:lnTo>
                <a:lnTo>
                  <a:pt x="252" y="283"/>
                </a:lnTo>
                <a:lnTo>
                  <a:pt x="252" y="284"/>
                </a:lnTo>
                <a:lnTo>
                  <a:pt x="252" y="285"/>
                </a:lnTo>
                <a:lnTo>
                  <a:pt x="253" y="286"/>
                </a:lnTo>
                <a:lnTo>
                  <a:pt x="252" y="286"/>
                </a:lnTo>
                <a:lnTo>
                  <a:pt x="251" y="286"/>
                </a:lnTo>
                <a:lnTo>
                  <a:pt x="250" y="286"/>
                </a:lnTo>
                <a:lnTo>
                  <a:pt x="249" y="287"/>
                </a:lnTo>
                <a:lnTo>
                  <a:pt x="247" y="288"/>
                </a:lnTo>
                <a:lnTo>
                  <a:pt x="246" y="287"/>
                </a:lnTo>
                <a:lnTo>
                  <a:pt x="242" y="286"/>
                </a:lnTo>
                <a:lnTo>
                  <a:pt x="242" y="285"/>
                </a:lnTo>
                <a:lnTo>
                  <a:pt x="241" y="285"/>
                </a:lnTo>
                <a:lnTo>
                  <a:pt x="240" y="285"/>
                </a:lnTo>
                <a:lnTo>
                  <a:pt x="238" y="285"/>
                </a:lnTo>
                <a:lnTo>
                  <a:pt x="237" y="285"/>
                </a:lnTo>
                <a:lnTo>
                  <a:pt x="237" y="286"/>
                </a:lnTo>
                <a:lnTo>
                  <a:pt x="237" y="287"/>
                </a:lnTo>
                <a:lnTo>
                  <a:pt x="234" y="287"/>
                </a:lnTo>
                <a:lnTo>
                  <a:pt x="233" y="287"/>
                </a:lnTo>
                <a:lnTo>
                  <a:pt x="231" y="286"/>
                </a:lnTo>
                <a:lnTo>
                  <a:pt x="230" y="286"/>
                </a:lnTo>
                <a:lnTo>
                  <a:pt x="229" y="287"/>
                </a:lnTo>
                <a:lnTo>
                  <a:pt x="227" y="287"/>
                </a:lnTo>
                <a:lnTo>
                  <a:pt x="225" y="287"/>
                </a:lnTo>
                <a:lnTo>
                  <a:pt x="224" y="288"/>
                </a:lnTo>
                <a:lnTo>
                  <a:pt x="222" y="288"/>
                </a:lnTo>
                <a:lnTo>
                  <a:pt x="222" y="287"/>
                </a:lnTo>
                <a:lnTo>
                  <a:pt x="221" y="287"/>
                </a:lnTo>
                <a:lnTo>
                  <a:pt x="221" y="286"/>
                </a:lnTo>
                <a:lnTo>
                  <a:pt x="221" y="285"/>
                </a:lnTo>
                <a:lnTo>
                  <a:pt x="220" y="285"/>
                </a:lnTo>
                <a:lnTo>
                  <a:pt x="219" y="285"/>
                </a:lnTo>
                <a:lnTo>
                  <a:pt x="219" y="286"/>
                </a:lnTo>
                <a:lnTo>
                  <a:pt x="219" y="287"/>
                </a:lnTo>
                <a:lnTo>
                  <a:pt x="218" y="287"/>
                </a:lnTo>
                <a:lnTo>
                  <a:pt x="218" y="288"/>
                </a:lnTo>
                <a:lnTo>
                  <a:pt x="217" y="288"/>
                </a:lnTo>
                <a:lnTo>
                  <a:pt x="216" y="288"/>
                </a:lnTo>
                <a:lnTo>
                  <a:pt x="215" y="288"/>
                </a:lnTo>
                <a:lnTo>
                  <a:pt x="214" y="288"/>
                </a:lnTo>
                <a:lnTo>
                  <a:pt x="213" y="288"/>
                </a:lnTo>
                <a:lnTo>
                  <a:pt x="212" y="288"/>
                </a:lnTo>
                <a:lnTo>
                  <a:pt x="211" y="287"/>
                </a:lnTo>
                <a:lnTo>
                  <a:pt x="211" y="286"/>
                </a:lnTo>
                <a:lnTo>
                  <a:pt x="211" y="285"/>
                </a:lnTo>
                <a:lnTo>
                  <a:pt x="212" y="285"/>
                </a:lnTo>
                <a:lnTo>
                  <a:pt x="212" y="283"/>
                </a:lnTo>
                <a:lnTo>
                  <a:pt x="211" y="282"/>
                </a:lnTo>
                <a:lnTo>
                  <a:pt x="211" y="281"/>
                </a:lnTo>
                <a:lnTo>
                  <a:pt x="210" y="281"/>
                </a:lnTo>
                <a:lnTo>
                  <a:pt x="209" y="281"/>
                </a:lnTo>
                <a:lnTo>
                  <a:pt x="209" y="282"/>
                </a:lnTo>
                <a:lnTo>
                  <a:pt x="208" y="282"/>
                </a:lnTo>
                <a:lnTo>
                  <a:pt x="208" y="283"/>
                </a:lnTo>
                <a:lnTo>
                  <a:pt x="207" y="283"/>
                </a:lnTo>
                <a:lnTo>
                  <a:pt x="207" y="282"/>
                </a:lnTo>
                <a:lnTo>
                  <a:pt x="207" y="281"/>
                </a:lnTo>
                <a:lnTo>
                  <a:pt x="206" y="281"/>
                </a:lnTo>
                <a:lnTo>
                  <a:pt x="205" y="280"/>
                </a:lnTo>
                <a:lnTo>
                  <a:pt x="204" y="280"/>
                </a:lnTo>
                <a:lnTo>
                  <a:pt x="204" y="278"/>
                </a:lnTo>
                <a:lnTo>
                  <a:pt x="205" y="278"/>
                </a:lnTo>
                <a:lnTo>
                  <a:pt x="205" y="276"/>
                </a:lnTo>
                <a:lnTo>
                  <a:pt x="205" y="274"/>
                </a:lnTo>
                <a:lnTo>
                  <a:pt x="204" y="273"/>
                </a:lnTo>
                <a:lnTo>
                  <a:pt x="203" y="273"/>
                </a:lnTo>
                <a:lnTo>
                  <a:pt x="203" y="272"/>
                </a:lnTo>
                <a:lnTo>
                  <a:pt x="203" y="271"/>
                </a:lnTo>
                <a:lnTo>
                  <a:pt x="202" y="271"/>
                </a:lnTo>
                <a:lnTo>
                  <a:pt x="201" y="271"/>
                </a:lnTo>
                <a:lnTo>
                  <a:pt x="200" y="272"/>
                </a:lnTo>
                <a:lnTo>
                  <a:pt x="199" y="273"/>
                </a:lnTo>
                <a:lnTo>
                  <a:pt x="199" y="272"/>
                </a:lnTo>
                <a:lnTo>
                  <a:pt x="198" y="272"/>
                </a:lnTo>
                <a:lnTo>
                  <a:pt x="198" y="271"/>
                </a:lnTo>
                <a:lnTo>
                  <a:pt x="199" y="269"/>
                </a:lnTo>
                <a:lnTo>
                  <a:pt x="198" y="269"/>
                </a:lnTo>
                <a:lnTo>
                  <a:pt x="198" y="268"/>
                </a:lnTo>
                <a:lnTo>
                  <a:pt x="198" y="267"/>
                </a:lnTo>
                <a:lnTo>
                  <a:pt x="197" y="265"/>
                </a:lnTo>
                <a:lnTo>
                  <a:pt x="197" y="264"/>
                </a:lnTo>
                <a:lnTo>
                  <a:pt x="197" y="263"/>
                </a:lnTo>
                <a:lnTo>
                  <a:pt x="198" y="262"/>
                </a:lnTo>
                <a:lnTo>
                  <a:pt x="199" y="262"/>
                </a:lnTo>
                <a:lnTo>
                  <a:pt x="200" y="261"/>
                </a:lnTo>
                <a:lnTo>
                  <a:pt x="201" y="261"/>
                </a:lnTo>
                <a:lnTo>
                  <a:pt x="202" y="261"/>
                </a:lnTo>
                <a:lnTo>
                  <a:pt x="203" y="261"/>
                </a:lnTo>
                <a:lnTo>
                  <a:pt x="203" y="260"/>
                </a:lnTo>
                <a:lnTo>
                  <a:pt x="204" y="260"/>
                </a:lnTo>
                <a:lnTo>
                  <a:pt x="205" y="259"/>
                </a:lnTo>
                <a:lnTo>
                  <a:pt x="205" y="258"/>
                </a:lnTo>
                <a:lnTo>
                  <a:pt x="204" y="258"/>
                </a:lnTo>
                <a:lnTo>
                  <a:pt x="201" y="258"/>
                </a:lnTo>
                <a:lnTo>
                  <a:pt x="200" y="258"/>
                </a:lnTo>
                <a:lnTo>
                  <a:pt x="200" y="257"/>
                </a:lnTo>
                <a:lnTo>
                  <a:pt x="199" y="256"/>
                </a:lnTo>
                <a:lnTo>
                  <a:pt x="199" y="255"/>
                </a:lnTo>
                <a:lnTo>
                  <a:pt x="198" y="254"/>
                </a:lnTo>
                <a:lnTo>
                  <a:pt x="198" y="251"/>
                </a:lnTo>
                <a:lnTo>
                  <a:pt x="198" y="250"/>
                </a:lnTo>
                <a:lnTo>
                  <a:pt x="198" y="249"/>
                </a:lnTo>
                <a:lnTo>
                  <a:pt x="198" y="248"/>
                </a:lnTo>
                <a:lnTo>
                  <a:pt x="197" y="247"/>
                </a:lnTo>
                <a:lnTo>
                  <a:pt x="196" y="247"/>
                </a:lnTo>
                <a:lnTo>
                  <a:pt x="195" y="247"/>
                </a:lnTo>
                <a:lnTo>
                  <a:pt x="195" y="246"/>
                </a:lnTo>
                <a:lnTo>
                  <a:pt x="196" y="246"/>
                </a:lnTo>
                <a:lnTo>
                  <a:pt x="197" y="246"/>
                </a:lnTo>
                <a:lnTo>
                  <a:pt x="196" y="245"/>
                </a:lnTo>
                <a:lnTo>
                  <a:pt x="196" y="244"/>
                </a:lnTo>
                <a:lnTo>
                  <a:pt x="195" y="244"/>
                </a:lnTo>
                <a:lnTo>
                  <a:pt x="194" y="244"/>
                </a:lnTo>
                <a:lnTo>
                  <a:pt x="194" y="243"/>
                </a:lnTo>
                <a:lnTo>
                  <a:pt x="195" y="243"/>
                </a:lnTo>
                <a:lnTo>
                  <a:pt x="196" y="244"/>
                </a:lnTo>
                <a:lnTo>
                  <a:pt x="196" y="243"/>
                </a:lnTo>
                <a:lnTo>
                  <a:pt x="196" y="242"/>
                </a:lnTo>
                <a:lnTo>
                  <a:pt x="195" y="242"/>
                </a:lnTo>
                <a:lnTo>
                  <a:pt x="194" y="241"/>
                </a:lnTo>
                <a:lnTo>
                  <a:pt x="195" y="241"/>
                </a:lnTo>
                <a:lnTo>
                  <a:pt x="196" y="241"/>
                </a:lnTo>
                <a:lnTo>
                  <a:pt x="196" y="240"/>
                </a:lnTo>
                <a:lnTo>
                  <a:pt x="196" y="238"/>
                </a:lnTo>
                <a:lnTo>
                  <a:pt x="196" y="235"/>
                </a:lnTo>
                <a:lnTo>
                  <a:pt x="196" y="233"/>
                </a:lnTo>
                <a:lnTo>
                  <a:pt x="196" y="232"/>
                </a:lnTo>
                <a:lnTo>
                  <a:pt x="195" y="231"/>
                </a:lnTo>
                <a:lnTo>
                  <a:pt x="195" y="230"/>
                </a:lnTo>
                <a:lnTo>
                  <a:pt x="194" y="229"/>
                </a:lnTo>
                <a:lnTo>
                  <a:pt x="193" y="229"/>
                </a:lnTo>
                <a:lnTo>
                  <a:pt x="192" y="228"/>
                </a:lnTo>
                <a:lnTo>
                  <a:pt x="191" y="228"/>
                </a:lnTo>
                <a:lnTo>
                  <a:pt x="190" y="229"/>
                </a:lnTo>
                <a:lnTo>
                  <a:pt x="190" y="230"/>
                </a:lnTo>
                <a:lnTo>
                  <a:pt x="189" y="230"/>
                </a:lnTo>
                <a:lnTo>
                  <a:pt x="189" y="231"/>
                </a:lnTo>
                <a:lnTo>
                  <a:pt x="189" y="232"/>
                </a:lnTo>
                <a:lnTo>
                  <a:pt x="190" y="232"/>
                </a:lnTo>
                <a:lnTo>
                  <a:pt x="190" y="233"/>
                </a:lnTo>
                <a:lnTo>
                  <a:pt x="189" y="233"/>
                </a:lnTo>
                <a:lnTo>
                  <a:pt x="189" y="234"/>
                </a:lnTo>
                <a:lnTo>
                  <a:pt x="188" y="234"/>
                </a:lnTo>
                <a:lnTo>
                  <a:pt x="187" y="235"/>
                </a:lnTo>
                <a:lnTo>
                  <a:pt x="186" y="235"/>
                </a:lnTo>
                <a:lnTo>
                  <a:pt x="185" y="235"/>
                </a:lnTo>
                <a:lnTo>
                  <a:pt x="183" y="236"/>
                </a:lnTo>
                <a:lnTo>
                  <a:pt x="182" y="236"/>
                </a:lnTo>
                <a:lnTo>
                  <a:pt x="182" y="237"/>
                </a:lnTo>
                <a:lnTo>
                  <a:pt x="181" y="237"/>
                </a:lnTo>
                <a:lnTo>
                  <a:pt x="180" y="237"/>
                </a:lnTo>
                <a:lnTo>
                  <a:pt x="180" y="238"/>
                </a:lnTo>
                <a:lnTo>
                  <a:pt x="179" y="238"/>
                </a:lnTo>
                <a:lnTo>
                  <a:pt x="179" y="237"/>
                </a:lnTo>
                <a:lnTo>
                  <a:pt x="178" y="236"/>
                </a:lnTo>
                <a:lnTo>
                  <a:pt x="177" y="236"/>
                </a:lnTo>
                <a:lnTo>
                  <a:pt x="177" y="237"/>
                </a:lnTo>
                <a:lnTo>
                  <a:pt x="177" y="238"/>
                </a:lnTo>
                <a:lnTo>
                  <a:pt x="177" y="237"/>
                </a:lnTo>
                <a:lnTo>
                  <a:pt x="176" y="237"/>
                </a:lnTo>
                <a:lnTo>
                  <a:pt x="176" y="236"/>
                </a:lnTo>
                <a:lnTo>
                  <a:pt x="175" y="236"/>
                </a:lnTo>
                <a:lnTo>
                  <a:pt x="175" y="235"/>
                </a:lnTo>
                <a:lnTo>
                  <a:pt x="174" y="234"/>
                </a:lnTo>
                <a:lnTo>
                  <a:pt x="173" y="234"/>
                </a:lnTo>
                <a:lnTo>
                  <a:pt x="173" y="233"/>
                </a:lnTo>
                <a:lnTo>
                  <a:pt x="172" y="233"/>
                </a:lnTo>
                <a:lnTo>
                  <a:pt x="171" y="231"/>
                </a:lnTo>
                <a:lnTo>
                  <a:pt x="171" y="230"/>
                </a:lnTo>
                <a:lnTo>
                  <a:pt x="171" y="229"/>
                </a:lnTo>
                <a:lnTo>
                  <a:pt x="171" y="228"/>
                </a:lnTo>
                <a:lnTo>
                  <a:pt x="171" y="227"/>
                </a:lnTo>
                <a:lnTo>
                  <a:pt x="170" y="227"/>
                </a:lnTo>
                <a:lnTo>
                  <a:pt x="169" y="227"/>
                </a:lnTo>
                <a:lnTo>
                  <a:pt x="169" y="228"/>
                </a:lnTo>
                <a:lnTo>
                  <a:pt x="168" y="228"/>
                </a:lnTo>
                <a:lnTo>
                  <a:pt x="167" y="228"/>
                </a:lnTo>
                <a:lnTo>
                  <a:pt x="167" y="227"/>
                </a:lnTo>
                <a:lnTo>
                  <a:pt x="166" y="227"/>
                </a:lnTo>
                <a:lnTo>
                  <a:pt x="166" y="226"/>
                </a:lnTo>
                <a:lnTo>
                  <a:pt x="167" y="226"/>
                </a:lnTo>
                <a:lnTo>
                  <a:pt x="167" y="225"/>
                </a:lnTo>
                <a:lnTo>
                  <a:pt x="167" y="224"/>
                </a:lnTo>
                <a:lnTo>
                  <a:pt x="167" y="223"/>
                </a:lnTo>
                <a:lnTo>
                  <a:pt x="167" y="222"/>
                </a:lnTo>
                <a:lnTo>
                  <a:pt x="168" y="222"/>
                </a:lnTo>
                <a:lnTo>
                  <a:pt x="169" y="221"/>
                </a:lnTo>
                <a:lnTo>
                  <a:pt x="170" y="221"/>
                </a:lnTo>
                <a:lnTo>
                  <a:pt x="170" y="220"/>
                </a:lnTo>
                <a:lnTo>
                  <a:pt x="171" y="219"/>
                </a:lnTo>
                <a:lnTo>
                  <a:pt x="171" y="218"/>
                </a:lnTo>
                <a:lnTo>
                  <a:pt x="171" y="217"/>
                </a:lnTo>
                <a:lnTo>
                  <a:pt x="171" y="216"/>
                </a:lnTo>
                <a:lnTo>
                  <a:pt x="172" y="214"/>
                </a:lnTo>
                <a:lnTo>
                  <a:pt x="170" y="214"/>
                </a:lnTo>
                <a:lnTo>
                  <a:pt x="170" y="212"/>
                </a:lnTo>
                <a:lnTo>
                  <a:pt x="171" y="213"/>
                </a:lnTo>
                <a:lnTo>
                  <a:pt x="172" y="213"/>
                </a:lnTo>
                <a:lnTo>
                  <a:pt x="174" y="212"/>
                </a:lnTo>
                <a:lnTo>
                  <a:pt x="175" y="211"/>
                </a:lnTo>
                <a:lnTo>
                  <a:pt x="175" y="210"/>
                </a:lnTo>
                <a:lnTo>
                  <a:pt x="176" y="208"/>
                </a:lnTo>
                <a:lnTo>
                  <a:pt x="175" y="207"/>
                </a:lnTo>
                <a:lnTo>
                  <a:pt x="175" y="206"/>
                </a:lnTo>
                <a:lnTo>
                  <a:pt x="174" y="206"/>
                </a:lnTo>
                <a:lnTo>
                  <a:pt x="175" y="205"/>
                </a:lnTo>
                <a:lnTo>
                  <a:pt x="175" y="204"/>
                </a:lnTo>
                <a:lnTo>
                  <a:pt x="175" y="203"/>
                </a:lnTo>
                <a:lnTo>
                  <a:pt x="175" y="202"/>
                </a:lnTo>
                <a:lnTo>
                  <a:pt x="175" y="201"/>
                </a:lnTo>
                <a:lnTo>
                  <a:pt x="176" y="200"/>
                </a:lnTo>
                <a:lnTo>
                  <a:pt x="176" y="199"/>
                </a:lnTo>
                <a:lnTo>
                  <a:pt x="177" y="198"/>
                </a:lnTo>
                <a:lnTo>
                  <a:pt x="178" y="197"/>
                </a:lnTo>
                <a:lnTo>
                  <a:pt x="178" y="196"/>
                </a:lnTo>
                <a:lnTo>
                  <a:pt x="179" y="196"/>
                </a:lnTo>
                <a:lnTo>
                  <a:pt x="180" y="196"/>
                </a:lnTo>
                <a:lnTo>
                  <a:pt x="181" y="196"/>
                </a:lnTo>
                <a:lnTo>
                  <a:pt x="181" y="197"/>
                </a:lnTo>
                <a:lnTo>
                  <a:pt x="182" y="197"/>
                </a:lnTo>
                <a:lnTo>
                  <a:pt x="183" y="197"/>
                </a:lnTo>
                <a:lnTo>
                  <a:pt x="184" y="197"/>
                </a:lnTo>
                <a:lnTo>
                  <a:pt x="184" y="194"/>
                </a:lnTo>
                <a:lnTo>
                  <a:pt x="184" y="193"/>
                </a:lnTo>
                <a:lnTo>
                  <a:pt x="184" y="192"/>
                </a:lnTo>
                <a:lnTo>
                  <a:pt x="184" y="190"/>
                </a:lnTo>
                <a:lnTo>
                  <a:pt x="185" y="188"/>
                </a:lnTo>
                <a:lnTo>
                  <a:pt x="185" y="185"/>
                </a:lnTo>
                <a:lnTo>
                  <a:pt x="185" y="184"/>
                </a:lnTo>
                <a:lnTo>
                  <a:pt x="185" y="183"/>
                </a:lnTo>
                <a:lnTo>
                  <a:pt x="185" y="182"/>
                </a:lnTo>
                <a:lnTo>
                  <a:pt x="185" y="181"/>
                </a:lnTo>
                <a:lnTo>
                  <a:pt x="184" y="181"/>
                </a:lnTo>
                <a:lnTo>
                  <a:pt x="185" y="181"/>
                </a:lnTo>
                <a:lnTo>
                  <a:pt x="185" y="180"/>
                </a:lnTo>
                <a:lnTo>
                  <a:pt x="186" y="179"/>
                </a:lnTo>
                <a:lnTo>
                  <a:pt x="187" y="179"/>
                </a:lnTo>
                <a:lnTo>
                  <a:pt x="190" y="175"/>
                </a:lnTo>
                <a:lnTo>
                  <a:pt x="190" y="174"/>
                </a:lnTo>
                <a:lnTo>
                  <a:pt x="190" y="172"/>
                </a:lnTo>
                <a:lnTo>
                  <a:pt x="190" y="171"/>
                </a:lnTo>
                <a:lnTo>
                  <a:pt x="190" y="170"/>
                </a:lnTo>
                <a:lnTo>
                  <a:pt x="189" y="168"/>
                </a:lnTo>
                <a:lnTo>
                  <a:pt x="190" y="167"/>
                </a:lnTo>
                <a:lnTo>
                  <a:pt x="191" y="167"/>
                </a:lnTo>
                <a:lnTo>
                  <a:pt x="192" y="167"/>
                </a:lnTo>
                <a:lnTo>
                  <a:pt x="192" y="166"/>
                </a:lnTo>
                <a:lnTo>
                  <a:pt x="192" y="165"/>
                </a:lnTo>
                <a:lnTo>
                  <a:pt x="191" y="165"/>
                </a:lnTo>
                <a:lnTo>
                  <a:pt x="190" y="165"/>
                </a:lnTo>
                <a:lnTo>
                  <a:pt x="189" y="165"/>
                </a:lnTo>
                <a:lnTo>
                  <a:pt x="188" y="165"/>
                </a:lnTo>
                <a:lnTo>
                  <a:pt x="187" y="165"/>
                </a:lnTo>
                <a:lnTo>
                  <a:pt x="187" y="164"/>
                </a:lnTo>
                <a:lnTo>
                  <a:pt x="186" y="164"/>
                </a:lnTo>
                <a:lnTo>
                  <a:pt x="185" y="163"/>
                </a:lnTo>
                <a:lnTo>
                  <a:pt x="185" y="162"/>
                </a:lnTo>
                <a:lnTo>
                  <a:pt x="184" y="162"/>
                </a:lnTo>
                <a:lnTo>
                  <a:pt x="184" y="163"/>
                </a:lnTo>
                <a:lnTo>
                  <a:pt x="180" y="163"/>
                </a:lnTo>
                <a:lnTo>
                  <a:pt x="179" y="163"/>
                </a:lnTo>
                <a:lnTo>
                  <a:pt x="179" y="164"/>
                </a:lnTo>
                <a:lnTo>
                  <a:pt x="178" y="164"/>
                </a:lnTo>
                <a:lnTo>
                  <a:pt x="178" y="165"/>
                </a:lnTo>
                <a:lnTo>
                  <a:pt x="177" y="165"/>
                </a:lnTo>
                <a:lnTo>
                  <a:pt x="176" y="165"/>
                </a:lnTo>
                <a:lnTo>
                  <a:pt x="176" y="166"/>
                </a:lnTo>
                <a:lnTo>
                  <a:pt x="175" y="166"/>
                </a:lnTo>
                <a:lnTo>
                  <a:pt x="175" y="165"/>
                </a:lnTo>
                <a:lnTo>
                  <a:pt x="174" y="165"/>
                </a:lnTo>
                <a:lnTo>
                  <a:pt x="173" y="165"/>
                </a:lnTo>
                <a:lnTo>
                  <a:pt x="170" y="165"/>
                </a:lnTo>
                <a:lnTo>
                  <a:pt x="170" y="164"/>
                </a:lnTo>
                <a:lnTo>
                  <a:pt x="169" y="164"/>
                </a:lnTo>
                <a:lnTo>
                  <a:pt x="169" y="163"/>
                </a:lnTo>
                <a:lnTo>
                  <a:pt x="168" y="164"/>
                </a:lnTo>
                <a:lnTo>
                  <a:pt x="168" y="165"/>
                </a:lnTo>
                <a:lnTo>
                  <a:pt x="168" y="166"/>
                </a:lnTo>
                <a:lnTo>
                  <a:pt x="168" y="167"/>
                </a:lnTo>
                <a:lnTo>
                  <a:pt x="166" y="168"/>
                </a:lnTo>
                <a:lnTo>
                  <a:pt x="165" y="167"/>
                </a:lnTo>
                <a:lnTo>
                  <a:pt x="164" y="167"/>
                </a:lnTo>
                <a:lnTo>
                  <a:pt x="164" y="166"/>
                </a:lnTo>
                <a:lnTo>
                  <a:pt x="163" y="166"/>
                </a:lnTo>
                <a:lnTo>
                  <a:pt x="162" y="166"/>
                </a:lnTo>
                <a:lnTo>
                  <a:pt x="162" y="167"/>
                </a:lnTo>
                <a:lnTo>
                  <a:pt x="162" y="168"/>
                </a:lnTo>
                <a:lnTo>
                  <a:pt x="161" y="167"/>
                </a:lnTo>
                <a:lnTo>
                  <a:pt x="160" y="167"/>
                </a:lnTo>
                <a:lnTo>
                  <a:pt x="159" y="167"/>
                </a:lnTo>
                <a:lnTo>
                  <a:pt x="157" y="166"/>
                </a:lnTo>
                <a:lnTo>
                  <a:pt x="156" y="166"/>
                </a:lnTo>
                <a:lnTo>
                  <a:pt x="156" y="167"/>
                </a:lnTo>
                <a:lnTo>
                  <a:pt x="155" y="167"/>
                </a:lnTo>
                <a:lnTo>
                  <a:pt x="155" y="166"/>
                </a:lnTo>
                <a:lnTo>
                  <a:pt x="154" y="166"/>
                </a:lnTo>
                <a:lnTo>
                  <a:pt x="154" y="167"/>
                </a:lnTo>
                <a:lnTo>
                  <a:pt x="153" y="167"/>
                </a:lnTo>
                <a:lnTo>
                  <a:pt x="153" y="166"/>
                </a:lnTo>
                <a:lnTo>
                  <a:pt x="152" y="166"/>
                </a:lnTo>
                <a:lnTo>
                  <a:pt x="151" y="167"/>
                </a:lnTo>
                <a:lnTo>
                  <a:pt x="150" y="167"/>
                </a:lnTo>
                <a:lnTo>
                  <a:pt x="150" y="168"/>
                </a:lnTo>
                <a:lnTo>
                  <a:pt x="149" y="168"/>
                </a:lnTo>
                <a:lnTo>
                  <a:pt x="148" y="168"/>
                </a:lnTo>
                <a:lnTo>
                  <a:pt x="148" y="169"/>
                </a:lnTo>
                <a:lnTo>
                  <a:pt x="147" y="169"/>
                </a:lnTo>
                <a:lnTo>
                  <a:pt x="147" y="168"/>
                </a:lnTo>
                <a:lnTo>
                  <a:pt x="145" y="168"/>
                </a:lnTo>
                <a:lnTo>
                  <a:pt x="145" y="167"/>
                </a:lnTo>
                <a:lnTo>
                  <a:pt x="144" y="166"/>
                </a:lnTo>
                <a:lnTo>
                  <a:pt x="144" y="165"/>
                </a:lnTo>
                <a:lnTo>
                  <a:pt x="145" y="165"/>
                </a:lnTo>
                <a:lnTo>
                  <a:pt x="146" y="163"/>
                </a:lnTo>
                <a:lnTo>
                  <a:pt x="146" y="162"/>
                </a:lnTo>
                <a:lnTo>
                  <a:pt x="145" y="162"/>
                </a:lnTo>
                <a:lnTo>
                  <a:pt x="147" y="159"/>
                </a:lnTo>
                <a:lnTo>
                  <a:pt x="147" y="157"/>
                </a:lnTo>
                <a:lnTo>
                  <a:pt x="146" y="156"/>
                </a:lnTo>
                <a:lnTo>
                  <a:pt x="146" y="155"/>
                </a:lnTo>
                <a:lnTo>
                  <a:pt x="147" y="154"/>
                </a:lnTo>
                <a:lnTo>
                  <a:pt x="147" y="153"/>
                </a:lnTo>
                <a:lnTo>
                  <a:pt x="147" y="151"/>
                </a:lnTo>
                <a:lnTo>
                  <a:pt x="147" y="150"/>
                </a:lnTo>
                <a:lnTo>
                  <a:pt x="148" y="150"/>
                </a:lnTo>
                <a:lnTo>
                  <a:pt x="147" y="149"/>
                </a:lnTo>
                <a:lnTo>
                  <a:pt x="147" y="148"/>
                </a:lnTo>
                <a:lnTo>
                  <a:pt x="145" y="148"/>
                </a:lnTo>
                <a:lnTo>
                  <a:pt x="144" y="148"/>
                </a:lnTo>
                <a:lnTo>
                  <a:pt x="144" y="149"/>
                </a:lnTo>
                <a:lnTo>
                  <a:pt x="143" y="149"/>
                </a:lnTo>
                <a:lnTo>
                  <a:pt x="142" y="149"/>
                </a:lnTo>
                <a:lnTo>
                  <a:pt x="142" y="148"/>
                </a:lnTo>
                <a:lnTo>
                  <a:pt x="141" y="148"/>
                </a:lnTo>
                <a:lnTo>
                  <a:pt x="141" y="147"/>
                </a:lnTo>
                <a:lnTo>
                  <a:pt x="141" y="145"/>
                </a:lnTo>
                <a:lnTo>
                  <a:pt x="140" y="144"/>
                </a:lnTo>
                <a:lnTo>
                  <a:pt x="139" y="143"/>
                </a:lnTo>
                <a:lnTo>
                  <a:pt x="138" y="143"/>
                </a:lnTo>
                <a:lnTo>
                  <a:pt x="138" y="142"/>
                </a:lnTo>
                <a:lnTo>
                  <a:pt x="139" y="142"/>
                </a:lnTo>
                <a:lnTo>
                  <a:pt x="139" y="141"/>
                </a:lnTo>
                <a:lnTo>
                  <a:pt x="138" y="141"/>
                </a:lnTo>
                <a:lnTo>
                  <a:pt x="137" y="140"/>
                </a:lnTo>
                <a:lnTo>
                  <a:pt x="137" y="139"/>
                </a:lnTo>
                <a:lnTo>
                  <a:pt x="137" y="138"/>
                </a:lnTo>
                <a:lnTo>
                  <a:pt x="137" y="137"/>
                </a:lnTo>
                <a:lnTo>
                  <a:pt x="138" y="137"/>
                </a:lnTo>
                <a:lnTo>
                  <a:pt x="138" y="136"/>
                </a:lnTo>
                <a:lnTo>
                  <a:pt x="138" y="135"/>
                </a:lnTo>
                <a:lnTo>
                  <a:pt x="137" y="135"/>
                </a:lnTo>
                <a:lnTo>
                  <a:pt x="137" y="134"/>
                </a:lnTo>
                <a:lnTo>
                  <a:pt x="136" y="134"/>
                </a:lnTo>
                <a:lnTo>
                  <a:pt x="135" y="134"/>
                </a:lnTo>
                <a:lnTo>
                  <a:pt x="133" y="132"/>
                </a:lnTo>
                <a:lnTo>
                  <a:pt x="133" y="131"/>
                </a:lnTo>
                <a:lnTo>
                  <a:pt x="132" y="131"/>
                </a:lnTo>
                <a:lnTo>
                  <a:pt x="131" y="131"/>
                </a:lnTo>
                <a:lnTo>
                  <a:pt x="131" y="132"/>
                </a:lnTo>
                <a:lnTo>
                  <a:pt x="132" y="132"/>
                </a:lnTo>
                <a:lnTo>
                  <a:pt x="133" y="133"/>
                </a:lnTo>
                <a:lnTo>
                  <a:pt x="132" y="133"/>
                </a:lnTo>
                <a:lnTo>
                  <a:pt x="132" y="134"/>
                </a:lnTo>
                <a:lnTo>
                  <a:pt x="132" y="135"/>
                </a:lnTo>
                <a:lnTo>
                  <a:pt x="131" y="135"/>
                </a:lnTo>
                <a:lnTo>
                  <a:pt x="130" y="135"/>
                </a:lnTo>
                <a:lnTo>
                  <a:pt x="129" y="136"/>
                </a:lnTo>
                <a:lnTo>
                  <a:pt x="129" y="137"/>
                </a:lnTo>
                <a:lnTo>
                  <a:pt x="128" y="137"/>
                </a:lnTo>
                <a:lnTo>
                  <a:pt x="127" y="138"/>
                </a:lnTo>
                <a:lnTo>
                  <a:pt x="127" y="136"/>
                </a:lnTo>
                <a:lnTo>
                  <a:pt x="127" y="135"/>
                </a:lnTo>
                <a:lnTo>
                  <a:pt x="126" y="134"/>
                </a:lnTo>
                <a:lnTo>
                  <a:pt x="125" y="134"/>
                </a:lnTo>
                <a:lnTo>
                  <a:pt x="124" y="132"/>
                </a:lnTo>
                <a:lnTo>
                  <a:pt x="125" y="130"/>
                </a:lnTo>
                <a:lnTo>
                  <a:pt x="124" y="129"/>
                </a:lnTo>
                <a:lnTo>
                  <a:pt x="123" y="128"/>
                </a:lnTo>
                <a:lnTo>
                  <a:pt x="122" y="128"/>
                </a:lnTo>
                <a:lnTo>
                  <a:pt x="121" y="128"/>
                </a:lnTo>
                <a:lnTo>
                  <a:pt x="120" y="129"/>
                </a:lnTo>
                <a:lnTo>
                  <a:pt x="119" y="129"/>
                </a:lnTo>
                <a:lnTo>
                  <a:pt x="118" y="129"/>
                </a:lnTo>
                <a:lnTo>
                  <a:pt x="117" y="130"/>
                </a:lnTo>
                <a:lnTo>
                  <a:pt x="115" y="131"/>
                </a:lnTo>
                <a:lnTo>
                  <a:pt x="115" y="132"/>
                </a:lnTo>
                <a:lnTo>
                  <a:pt x="116" y="132"/>
                </a:lnTo>
                <a:lnTo>
                  <a:pt x="114" y="132"/>
                </a:lnTo>
                <a:lnTo>
                  <a:pt x="113" y="132"/>
                </a:lnTo>
                <a:lnTo>
                  <a:pt x="112" y="132"/>
                </a:lnTo>
                <a:lnTo>
                  <a:pt x="111" y="132"/>
                </a:lnTo>
                <a:lnTo>
                  <a:pt x="110" y="132"/>
                </a:lnTo>
                <a:lnTo>
                  <a:pt x="109" y="132"/>
                </a:lnTo>
                <a:lnTo>
                  <a:pt x="109" y="131"/>
                </a:lnTo>
                <a:lnTo>
                  <a:pt x="110" y="130"/>
                </a:lnTo>
                <a:lnTo>
                  <a:pt x="109" y="129"/>
                </a:lnTo>
                <a:lnTo>
                  <a:pt x="108" y="128"/>
                </a:lnTo>
                <a:lnTo>
                  <a:pt x="107" y="128"/>
                </a:lnTo>
                <a:lnTo>
                  <a:pt x="106" y="128"/>
                </a:lnTo>
                <a:lnTo>
                  <a:pt x="107" y="127"/>
                </a:lnTo>
                <a:lnTo>
                  <a:pt x="107" y="126"/>
                </a:lnTo>
                <a:lnTo>
                  <a:pt x="107" y="125"/>
                </a:lnTo>
                <a:lnTo>
                  <a:pt x="106" y="125"/>
                </a:lnTo>
                <a:lnTo>
                  <a:pt x="105" y="125"/>
                </a:lnTo>
                <a:lnTo>
                  <a:pt x="105" y="124"/>
                </a:lnTo>
                <a:lnTo>
                  <a:pt x="101" y="125"/>
                </a:lnTo>
                <a:lnTo>
                  <a:pt x="101" y="126"/>
                </a:lnTo>
                <a:lnTo>
                  <a:pt x="101" y="127"/>
                </a:lnTo>
                <a:lnTo>
                  <a:pt x="100" y="127"/>
                </a:lnTo>
                <a:lnTo>
                  <a:pt x="99" y="127"/>
                </a:lnTo>
                <a:lnTo>
                  <a:pt x="98" y="127"/>
                </a:lnTo>
                <a:lnTo>
                  <a:pt x="98" y="126"/>
                </a:lnTo>
                <a:lnTo>
                  <a:pt x="96" y="126"/>
                </a:lnTo>
                <a:lnTo>
                  <a:pt x="95" y="126"/>
                </a:lnTo>
                <a:lnTo>
                  <a:pt x="93" y="127"/>
                </a:lnTo>
                <a:lnTo>
                  <a:pt x="92" y="127"/>
                </a:lnTo>
                <a:lnTo>
                  <a:pt x="91" y="127"/>
                </a:lnTo>
                <a:lnTo>
                  <a:pt x="90" y="127"/>
                </a:lnTo>
                <a:lnTo>
                  <a:pt x="90" y="126"/>
                </a:lnTo>
                <a:lnTo>
                  <a:pt x="89" y="127"/>
                </a:lnTo>
                <a:lnTo>
                  <a:pt x="88" y="127"/>
                </a:lnTo>
                <a:lnTo>
                  <a:pt x="86" y="127"/>
                </a:lnTo>
                <a:lnTo>
                  <a:pt x="86" y="126"/>
                </a:lnTo>
                <a:lnTo>
                  <a:pt x="85" y="126"/>
                </a:lnTo>
                <a:lnTo>
                  <a:pt x="83" y="126"/>
                </a:lnTo>
                <a:lnTo>
                  <a:pt x="84" y="124"/>
                </a:lnTo>
                <a:lnTo>
                  <a:pt x="84" y="123"/>
                </a:lnTo>
                <a:lnTo>
                  <a:pt x="83" y="123"/>
                </a:lnTo>
                <a:lnTo>
                  <a:pt x="82" y="123"/>
                </a:lnTo>
                <a:lnTo>
                  <a:pt x="80" y="123"/>
                </a:lnTo>
                <a:lnTo>
                  <a:pt x="80" y="122"/>
                </a:lnTo>
                <a:lnTo>
                  <a:pt x="82" y="122"/>
                </a:lnTo>
                <a:lnTo>
                  <a:pt x="82" y="121"/>
                </a:lnTo>
                <a:lnTo>
                  <a:pt x="81" y="120"/>
                </a:lnTo>
                <a:lnTo>
                  <a:pt x="80" y="120"/>
                </a:lnTo>
                <a:lnTo>
                  <a:pt x="80" y="119"/>
                </a:lnTo>
                <a:lnTo>
                  <a:pt x="79" y="119"/>
                </a:lnTo>
                <a:lnTo>
                  <a:pt x="78" y="119"/>
                </a:lnTo>
                <a:lnTo>
                  <a:pt x="78" y="118"/>
                </a:lnTo>
                <a:lnTo>
                  <a:pt x="75" y="118"/>
                </a:lnTo>
                <a:lnTo>
                  <a:pt x="75" y="117"/>
                </a:lnTo>
                <a:lnTo>
                  <a:pt x="74" y="117"/>
                </a:lnTo>
                <a:lnTo>
                  <a:pt x="73" y="116"/>
                </a:lnTo>
                <a:lnTo>
                  <a:pt x="72" y="115"/>
                </a:lnTo>
                <a:lnTo>
                  <a:pt x="71" y="115"/>
                </a:lnTo>
                <a:lnTo>
                  <a:pt x="70" y="115"/>
                </a:lnTo>
                <a:lnTo>
                  <a:pt x="70" y="113"/>
                </a:lnTo>
                <a:lnTo>
                  <a:pt x="71" y="113"/>
                </a:lnTo>
                <a:lnTo>
                  <a:pt x="71" y="112"/>
                </a:lnTo>
                <a:lnTo>
                  <a:pt x="73" y="110"/>
                </a:lnTo>
                <a:lnTo>
                  <a:pt x="72" y="108"/>
                </a:lnTo>
                <a:lnTo>
                  <a:pt x="72" y="107"/>
                </a:lnTo>
                <a:lnTo>
                  <a:pt x="73" y="107"/>
                </a:lnTo>
                <a:lnTo>
                  <a:pt x="73" y="106"/>
                </a:lnTo>
                <a:lnTo>
                  <a:pt x="72" y="105"/>
                </a:lnTo>
                <a:lnTo>
                  <a:pt x="71" y="106"/>
                </a:lnTo>
                <a:lnTo>
                  <a:pt x="70" y="106"/>
                </a:lnTo>
                <a:lnTo>
                  <a:pt x="70" y="105"/>
                </a:lnTo>
                <a:lnTo>
                  <a:pt x="70" y="104"/>
                </a:lnTo>
                <a:lnTo>
                  <a:pt x="69" y="104"/>
                </a:lnTo>
                <a:lnTo>
                  <a:pt x="68" y="104"/>
                </a:lnTo>
                <a:lnTo>
                  <a:pt x="67" y="104"/>
                </a:lnTo>
                <a:lnTo>
                  <a:pt x="68" y="104"/>
                </a:lnTo>
                <a:lnTo>
                  <a:pt x="68" y="103"/>
                </a:lnTo>
                <a:lnTo>
                  <a:pt x="67" y="103"/>
                </a:lnTo>
                <a:lnTo>
                  <a:pt x="66" y="103"/>
                </a:lnTo>
                <a:lnTo>
                  <a:pt x="66" y="102"/>
                </a:lnTo>
                <a:lnTo>
                  <a:pt x="65" y="101"/>
                </a:lnTo>
                <a:lnTo>
                  <a:pt x="65" y="100"/>
                </a:lnTo>
                <a:lnTo>
                  <a:pt x="65" y="99"/>
                </a:lnTo>
                <a:lnTo>
                  <a:pt x="65" y="97"/>
                </a:lnTo>
                <a:lnTo>
                  <a:pt x="64" y="97"/>
                </a:lnTo>
                <a:lnTo>
                  <a:pt x="64" y="96"/>
                </a:lnTo>
                <a:lnTo>
                  <a:pt x="65" y="96"/>
                </a:lnTo>
                <a:lnTo>
                  <a:pt x="65" y="95"/>
                </a:lnTo>
                <a:lnTo>
                  <a:pt x="65" y="94"/>
                </a:lnTo>
                <a:lnTo>
                  <a:pt x="66" y="94"/>
                </a:lnTo>
                <a:lnTo>
                  <a:pt x="66" y="93"/>
                </a:lnTo>
                <a:lnTo>
                  <a:pt x="66" y="92"/>
                </a:lnTo>
                <a:lnTo>
                  <a:pt x="65" y="92"/>
                </a:lnTo>
                <a:lnTo>
                  <a:pt x="64" y="92"/>
                </a:lnTo>
                <a:lnTo>
                  <a:pt x="63" y="91"/>
                </a:lnTo>
                <a:lnTo>
                  <a:pt x="63" y="90"/>
                </a:lnTo>
                <a:lnTo>
                  <a:pt x="64" y="90"/>
                </a:lnTo>
                <a:lnTo>
                  <a:pt x="64" y="89"/>
                </a:lnTo>
                <a:lnTo>
                  <a:pt x="64" y="88"/>
                </a:lnTo>
                <a:lnTo>
                  <a:pt x="65" y="88"/>
                </a:lnTo>
                <a:lnTo>
                  <a:pt x="64" y="88"/>
                </a:lnTo>
                <a:lnTo>
                  <a:pt x="63" y="88"/>
                </a:lnTo>
                <a:lnTo>
                  <a:pt x="60" y="87"/>
                </a:lnTo>
                <a:lnTo>
                  <a:pt x="59" y="87"/>
                </a:lnTo>
                <a:lnTo>
                  <a:pt x="57" y="87"/>
                </a:lnTo>
                <a:lnTo>
                  <a:pt x="56" y="87"/>
                </a:lnTo>
                <a:lnTo>
                  <a:pt x="55" y="86"/>
                </a:lnTo>
                <a:lnTo>
                  <a:pt x="54" y="86"/>
                </a:lnTo>
                <a:lnTo>
                  <a:pt x="54" y="88"/>
                </a:lnTo>
                <a:lnTo>
                  <a:pt x="53" y="87"/>
                </a:lnTo>
                <a:lnTo>
                  <a:pt x="52" y="87"/>
                </a:lnTo>
                <a:lnTo>
                  <a:pt x="51" y="88"/>
                </a:lnTo>
                <a:lnTo>
                  <a:pt x="50" y="89"/>
                </a:lnTo>
                <a:lnTo>
                  <a:pt x="49" y="87"/>
                </a:lnTo>
                <a:lnTo>
                  <a:pt x="48" y="86"/>
                </a:lnTo>
                <a:lnTo>
                  <a:pt x="47" y="86"/>
                </a:lnTo>
                <a:lnTo>
                  <a:pt x="46" y="85"/>
                </a:lnTo>
                <a:lnTo>
                  <a:pt x="45" y="84"/>
                </a:lnTo>
                <a:lnTo>
                  <a:pt x="45" y="83"/>
                </a:lnTo>
                <a:lnTo>
                  <a:pt x="44" y="81"/>
                </a:lnTo>
                <a:lnTo>
                  <a:pt x="42" y="80"/>
                </a:lnTo>
                <a:lnTo>
                  <a:pt x="41" y="79"/>
                </a:lnTo>
                <a:lnTo>
                  <a:pt x="40" y="79"/>
                </a:lnTo>
                <a:lnTo>
                  <a:pt x="39" y="79"/>
                </a:lnTo>
                <a:lnTo>
                  <a:pt x="38" y="78"/>
                </a:lnTo>
                <a:lnTo>
                  <a:pt x="37" y="78"/>
                </a:lnTo>
                <a:lnTo>
                  <a:pt x="32" y="78"/>
                </a:lnTo>
                <a:lnTo>
                  <a:pt x="31" y="78"/>
                </a:lnTo>
                <a:lnTo>
                  <a:pt x="30" y="77"/>
                </a:lnTo>
                <a:lnTo>
                  <a:pt x="29" y="77"/>
                </a:lnTo>
                <a:lnTo>
                  <a:pt x="28" y="77"/>
                </a:lnTo>
                <a:lnTo>
                  <a:pt x="29" y="77"/>
                </a:lnTo>
                <a:lnTo>
                  <a:pt x="28" y="77"/>
                </a:lnTo>
                <a:lnTo>
                  <a:pt x="27" y="77"/>
                </a:lnTo>
                <a:lnTo>
                  <a:pt x="26" y="77"/>
                </a:lnTo>
                <a:lnTo>
                  <a:pt x="24" y="77"/>
                </a:lnTo>
                <a:lnTo>
                  <a:pt x="23" y="77"/>
                </a:lnTo>
                <a:lnTo>
                  <a:pt x="22" y="76"/>
                </a:lnTo>
                <a:lnTo>
                  <a:pt x="23" y="75"/>
                </a:lnTo>
                <a:lnTo>
                  <a:pt x="23" y="76"/>
                </a:lnTo>
                <a:lnTo>
                  <a:pt x="24" y="76"/>
                </a:lnTo>
                <a:lnTo>
                  <a:pt x="25" y="76"/>
                </a:lnTo>
                <a:lnTo>
                  <a:pt x="25" y="75"/>
                </a:lnTo>
                <a:lnTo>
                  <a:pt x="26" y="75"/>
                </a:lnTo>
                <a:lnTo>
                  <a:pt x="25" y="74"/>
                </a:lnTo>
                <a:lnTo>
                  <a:pt x="24" y="74"/>
                </a:lnTo>
                <a:lnTo>
                  <a:pt x="24" y="73"/>
                </a:lnTo>
                <a:lnTo>
                  <a:pt x="23" y="73"/>
                </a:lnTo>
                <a:lnTo>
                  <a:pt x="23" y="72"/>
                </a:lnTo>
                <a:lnTo>
                  <a:pt x="21" y="71"/>
                </a:lnTo>
                <a:lnTo>
                  <a:pt x="20" y="70"/>
                </a:lnTo>
                <a:lnTo>
                  <a:pt x="18" y="70"/>
                </a:lnTo>
                <a:lnTo>
                  <a:pt x="17" y="70"/>
                </a:lnTo>
                <a:lnTo>
                  <a:pt x="17" y="69"/>
                </a:lnTo>
                <a:lnTo>
                  <a:pt x="18" y="69"/>
                </a:lnTo>
                <a:lnTo>
                  <a:pt x="17" y="68"/>
                </a:lnTo>
                <a:lnTo>
                  <a:pt x="16" y="68"/>
                </a:lnTo>
                <a:lnTo>
                  <a:pt x="14" y="67"/>
                </a:lnTo>
                <a:lnTo>
                  <a:pt x="14" y="66"/>
                </a:lnTo>
                <a:lnTo>
                  <a:pt x="14" y="65"/>
                </a:lnTo>
                <a:lnTo>
                  <a:pt x="15" y="65"/>
                </a:lnTo>
                <a:lnTo>
                  <a:pt x="15" y="64"/>
                </a:lnTo>
                <a:lnTo>
                  <a:pt x="14" y="64"/>
                </a:lnTo>
                <a:lnTo>
                  <a:pt x="13" y="64"/>
                </a:lnTo>
                <a:lnTo>
                  <a:pt x="13" y="63"/>
                </a:lnTo>
                <a:lnTo>
                  <a:pt x="13" y="62"/>
                </a:lnTo>
                <a:lnTo>
                  <a:pt x="11" y="62"/>
                </a:lnTo>
                <a:lnTo>
                  <a:pt x="11" y="61"/>
                </a:lnTo>
                <a:lnTo>
                  <a:pt x="10" y="61"/>
                </a:lnTo>
                <a:lnTo>
                  <a:pt x="10" y="60"/>
                </a:lnTo>
                <a:lnTo>
                  <a:pt x="9" y="61"/>
                </a:lnTo>
                <a:lnTo>
                  <a:pt x="8" y="60"/>
                </a:lnTo>
                <a:lnTo>
                  <a:pt x="8" y="59"/>
                </a:lnTo>
                <a:lnTo>
                  <a:pt x="8" y="58"/>
                </a:lnTo>
                <a:lnTo>
                  <a:pt x="8" y="57"/>
                </a:lnTo>
                <a:lnTo>
                  <a:pt x="7" y="57"/>
                </a:lnTo>
                <a:lnTo>
                  <a:pt x="6" y="57"/>
                </a:lnTo>
                <a:lnTo>
                  <a:pt x="6" y="58"/>
                </a:lnTo>
                <a:lnTo>
                  <a:pt x="5" y="58"/>
                </a:lnTo>
                <a:lnTo>
                  <a:pt x="4" y="58"/>
                </a:lnTo>
                <a:lnTo>
                  <a:pt x="3" y="59"/>
                </a:lnTo>
                <a:lnTo>
                  <a:pt x="2" y="59"/>
                </a:lnTo>
                <a:lnTo>
                  <a:pt x="2" y="58"/>
                </a:lnTo>
                <a:lnTo>
                  <a:pt x="1" y="58"/>
                </a:lnTo>
                <a:lnTo>
                  <a:pt x="1" y="57"/>
                </a:lnTo>
                <a:lnTo>
                  <a:pt x="2" y="57"/>
                </a:lnTo>
                <a:lnTo>
                  <a:pt x="2" y="56"/>
                </a:lnTo>
                <a:lnTo>
                  <a:pt x="3" y="55"/>
                </a:lnTo>
                <a:lnTo>
                  <a:pt x="2" y="54"/>
                </a:lnTo>
                <a:lnTo>
                  <a:pt x="3" y="52"/>
                </a:lnTo>
                <a:lnTo>
                  <a:pt x="4" y="52"/>
                </a:lnTo>
                <a:lnTo>
                  <a:pt x="4" y="51"/>
                </a:lnTo>
                <a:lnTo>
                  <a:pt x="3" y="49"/>
                </a:lnTo>
                <a:lnTo>
                  <a:pt x="2" y="49"/>
                </a:lnTo>
                <a:lnTo>
                  <a:pt x="2" y="50"/>
                </a:lnTo>
                <a:lnTo>
                  <a:pt x="1" y="50"/>
                </a:lnTo>
                <a:lnTo>
                  <a:pt x="0" y="49"/>
                </a:lnTo>
                <a:lnTo>
                  <a:pt x="1" y="49"/>
                </a:lnTo>
                <a:lnTo>
                  <a:pt x="1" y="48"/>
                </a:lnTo>
                <a:lnTo>
                  <a:pt x="0" y="47"/>
                </a:lnTo>
                <a:lnTo>
                  <a:pt x="0" y="46"/>
                </a:lnTo>
                <a:lnTo>
                  <a:pt x="1" y="46"/>
                </a:lnTo>
                <a:lnTo>
                  <a:pt x="1" y="45"/>
                </a:lnTo>
                <a:lnTo>
                  <a:pt x="2" y="45"/>
                </a:lnTo>
                <a:lnTo>
                  <a:pt x="4" y="45"/>
                </a:lnTo>
                <a:lnTo>
                  <a:pt x="4" y="44"/>
                </a:lnTo>
                <a:lnTo>
                  <a:pt x="5" y="43"/>
                </a:lnTo>
                <a:lnTo>
                  <a:pt x="5" y="41"/>
                </a:lnTo>
                <a:lnTo>
                  <a:pt x="5" y="40"/>
                </a:lnTo>
                <a:lnTo>
                  <a:pt x="4" y="39"/>
                </a:lnTo>
                <a:lnTo>
                  <a:pt x="4" y="38"/>
                </a:lnTo>
                <a:lnTo>
                  <a:pt x="5" y="38"/>
                </a:lnTo>
                <a:lnTo>
                  <a:pt x="6" y="37"/>
                </a:lnTo>
                <a:lnTo>
                  <a:pt x="5" y="37"/>
                </a:lnTo>
                <a:lnTo>
                  <a:pt x="5" y="36"/>
                </a:lnTo>
                <a:lnTo>
                  <a:pt x="5" y="35"/>
                </a:lnTo>
                <a:lnTo>
                  <a:pt x="6" y="34"/>
                </a:lnTo>
                <a:lnTo>
                  <a:pt x="6" y="33"/>
                </a:lnTo>
                <a:lnTo>
                  <a:pt x="5" y="33"/>
                </a:lnTo>
                <a:lnTo>
                  <a:pt x="6" y="33"/>
                </a:lnTo>
                <a:lnTo>
                  <a:pt x="6" y="32"/>
                </a:lnTo>
                <a:lnTo>
                  <a:pt x="6" y="31"/>
                </a:lnTo>
                <a:lnTo>
                  <a:pt x="7" y="31"/>
                </a:lnTo>
                <a:lnTo>
                  <a:pt x="7" y="30"/>
                </a:lnTo>
                <a:lnTo>
                  <a:pt x="8" y="30"/>
                </a:lnTo>
                <a:lnTo>
                  <a:pt x="8" y="29"/>
                </a:lnTo>
                <a:lnTo>
                  <a:pt x="9" y="29"/>
                </a:lnTo>
                <a:lnTo>
                  <a:pt x="9" y="28"/>
                </a:lnTo>
                <a:lnTo>
                  <a:pt x="10" y="28"/>
                </a:lnTo>
                <a:lnTo>
                  <a:pt x="10" y="27"/>
                </a:lnTo>
                <a:lnTo>
                  <a:pt x="11" y="27"/>
                </a:lnTo>
                <a:lnTo>
                  <a:pt x="12" y="28"/>
                </a:lnTo>
                <a:lnTo>
                  <a:pt x="13" y="28"/>
                </a:lnTo>
                <a:lnTo>
                  <a:pt x="15" y="27"/>
                </a:lnTo>
                <a:lnTo>
                  <a:pt x="16" y="26"/>
                </a:lnTo>
                <a:lnTo>
                  <a:pt x="17" y="27"/>
                </a:lnTo>
                <a:lnTo>
                  <a:pt x="18" y="27"/>
                </a:lnTo>
                <a:lnTo>
                  <a:pt x="19" y="27"/>
                </a:lnTo>
                <a:lnTo>
                  <a:pt x="20" y="26"/>
                </a:lnTo>
                <a:lnTo>
                  <a:pt x="21" y="26"/>
                </a:lnTo>
                <a:lnTo>
                  <a:pt x="23" y="26"/>
                </a:lnTo>
                <a:lnTo>
                  <a:pt x="25" y="25"/>
                </a:lnTo>
                <a:lnTo>
                  <a:pt x="26" y="25"/>
                </a:lnTo>
                <a:lnTo>
                  <a:pt x="27" y="25"/>
                </a:lnTo>
                <a:lnTo>
                  <a:pt x="27" y="24"/>
                </a:lnTo>
                <a:lnTo>
                  <a:pt x="28" y="23"/>
                </a:lnTo>
                <a:lnTo>
                  <a:pt x="27" y="23"/>
                </a:lnTo>
                <a:lnTo>
                  <a:pt x="28" y="23"/>
                </a:lnTo>
                <a:lnTo>
                  <a:pt x="29" y="23"/>
                </a:lnTo>
                <a:lnTo>
                  <a:pt x="30" y="23"/>
                </a:lnTo>
                <a:lnTo>
                  <a:pt x="30" y="24"/>
                </a:lnTo>
                <a:lnTo>
                  <a:pt x="31" y="24"/>
                </a:lnTo>
                <a:lnTo>
                  <a:pt x="32" y="23"/>
                </a:lnTo>
                <a:lnTo>
                  <a:pt x="33" y="23"/>
                </a:lnTo>
                <a:lnTo>
                  <a:pt x="34" y="23"/>
                </a:lnTo>
                <a:lnTo>
                  <a:pt x="35" y="23"/>
                </a:lnTo>
                <a:lnTo>
                  <a:pt x="36" y="23"/>
                </a:lnTo>
                <a:lnTo>
                  <a:pt x="37" y="23"/>
                </a:lnTo>
                <a:lnTo>
                  <a:pt x="37" y="24"/>
                </a:lnTo>
                <a:lnTo>
                  <a:pt x="38" y="24"/>
                </a:lnTo>
                <a:lnTo>
                  <a:pt x="39" y="24"/>
                </a:lnTo>
                <a:lnTo>
                  <a:pt x="39" y="25"/>
                </a:lnTo>
                <a:lnTo>
                  <a:pt x="40" y="25"/>
                </a:lnTo>
                <a:lnTo>
                  <a:pt x="41" y="25"/>
                </a:lnTo>
                <a:lnTo>
                  <a:pt x="42" y="25"/>
                </a:lnTo>
                <a:lnTo>
                  <a:pt x="42" y="26"/>
                </a:lnTo>
                <a:lnTo>
                  <a:pt x="41" y="26"/>
                </a:lnTo>
                <a:lnTo>
                  <a:pt x="42" y="27"/>
                </a:lnTo>
                <a:lnTo>
                  <a:pt x="42" y="26"/>
                </a:lnTo>
                <a:lnTo>
                  <a:pt x="43" y="26"/>
                </a:lnTo>
                <a:lnTo>
                  <a:pt x="43" y="25"/>
                </a:lnTo>
                <a:lnTo>
                  <a:pt x="44" y="25"/>
                </a:lnTo>
                <a:lnTo>
                  <a:pt x="45" y="25"/>
                </a:lnTo>
                <a:lnTo>
                  <a:pt x="45" y="24"/>
                </a:lnTo>
                <a:lnTo>
                  <a:pt x="45" y="23"/>
                </a:lnTo>
                <a:lnTo>
                  <a:pt x="45" y="22"/>
                </a:lnTo>
                <a:lnTo>
                  <a:pt x="44" y="20"/>
                </a:lnTo>
                <a:lnTo>
                  <a:pt x="45" y="19"/>
                </a:lnTo>
                <a:lnTo>
                  <a:pt x="45" y="18"/>
                </a:lnTo>
                <a:lnTo>
                  <a:pt x="46" y="19"/>
                </a:lnTo>
                <a:lnTo>
                  <a:pt x="47" y="19"/>
                </a:lnTo>
                <a:lnTo>
                  <a:pt x="47" y="21"/>
                </a:lnTo>
                <a:lnTo>
                  <a:pt x="47" y="23"/>
                </a:lnTo>
                <a:lnTo>
                  <a:pt x="46" y="23"/>
                </a:lnTo>
                <a:lnTo>
                  <a:pt x="46" y="24"/>
                </a:lnTo>
                <a:lnTo>
                  <a:pt x="48" y="24"/>
                </a:lnTo>
                <a:lnTo>
                  <a:pt x="47" y="24"/>
                </a:lnTo>
                <a:lnTo>
                  <a:pt x="47" y="23"/>
                </a:lnTo>
                <a:lnTo>
                  <a:pt x="47" y="20"/>
                </a:lnTo>
                <a:lnTo>
                  <a:pt x="47" y="19"/>
                </a:lnTo>
                <a:lnTo>
                  <a:pt x="47" y="20"/>
                </a:lnTo>
                <a:lnTo>
                  <a:pt x="50" y="21"/>
                </a:lnTo>
                <a:lnTo>
                  <a:pt x="50" y="23"/>
                </a:lnTo>
                <a:lnTo>
                  <a:pt x="50" y="24"/>
                </a:lnTo>
                <a:lnTo>
                  <a:pt x="51" y="25"/>
                </a:lnTo>
                <a:lnTo>
                  <a:pt x="52" y="25"/>
                </a:lnTo>
                <a:lnTo>
                  <a:pt x="53" y="25"/>
                </a:lnTo>
                <a:lnTo>
                  <a:pt x="53" y="24"/>
                </a:lnTo>
                <a:lnTo>
                  <a:pt x="52" y="23"/>
                </a:lnTo>
                <a:lnTo>
                  <a:pt x="51" y="23"/>
                </a:lnTo>
                <a:lnTo>
                  <a:pt x="51" y="24"/>
                </a:lnTo>
                <a:lnTo>
                  <a:pt x="51" y="23"/>
                </a:lnTo>
                <a:lnTo>
                  <a:pt x="50" y="23"/>
                </a:lnTo>
                <a:lnTo>
                  <a:pt x="50" y="22"/>
                </a:lnTo>
                <a:lnTo>
                  <a:pt x="50" y="21"/>
                </a:lnTo>
                <a:lnTo>
                  <a:pt x="51" y="22"/>
                </a:lnTo>
                <a:lnTo>
                  <a:pt x="52" y="23"/>
                </a:lnTo>
                <a:lnTo>
                  <a:pt x="56" y="25"/>
                </a:lnTo>
                <a:lnTo>
                  <a:pt x="57" y="26"/>
                </a:lnTo>
                <a:lnTo>
                  <a:pt x="56" y="26"/>
                </a:lnTo>
                <a:lnTo>
                  <a:pt x="56" y="27"/>
                </a:lnTo>
                <a:lnTo>
                  <a:pt x="57" y="27"/>
                </a:lnTo>
                <a:lnTo>
                  <a:pt x="58" y="27"/>
                </a:lnTo>
                <a:lnTo>
                  <a:pt x="58" y="26"/>
                </a:lnTo>
                <a:lnTo>
                  <a:pt x="59" y="27"/>
                </a:lnTo>
                <a:lnTo>
                  <a:pt x="60" y="27"/>
                </a:lnTo>
                <a:lnTo>
                  <a:pt x="60" y="28"/>
                </a:lnTo>
                <a:lnTo>
                  <a:pt x="59" y="28"/>
                </a:lnTo>
                <a:lnTo>
                  <a:pt x="59" y="31"/>
                </a:lnTo>
                <a:lnTo>
                  <a:pt x="60" y="31"/>
                </a:lnTo>
                <a:lnTo>
                  <a:pt x="61" y="30"/>
                </a:lnTo>
                <a:lnTo>
                  <a:pt x="61" y="31"/>
                </a:lnTo>
                <a:lnTo>
                  <a:pt x="62" y="31"/>
                </a:lnTo>
                <a:lnTo>
                  <a:pt x="63" y="31"/>
                </a:lnTo>
                <a:lnTo>
                  <a:pt x="64" y="31"/>
                </a:lnTo>
                <a:lnTo>
                  <a:pt x="64" y="32"/>
                </a:lnTo>
                <a:lnTo>
                  <a:pt x="63" y="32"/>
                </a:lnTo>
                <a:lnTo>
                  <a:pt x="62" y="32"/>
                </a:lnTo>
                <a:lnTo>
                  <a:pt x="61" y="32"/>
                </a:lnTo>
                <a:lnTo>
                  <a:pt x="60" y="33"/>
                </a:lnTo>
                <a:lnTo>
                  <a:pt x="60" y="34"/>
                </a:lnTo>
                <a:lnTo>
                  <a:pt x="62" y="34"/>
                </a:lnTo>
                <a:lnTo>
                  <a:pt x="63" y="34"/>
                </a:lnTo>
                <a:lnTo>
                  <a:pt x="64" y="34"/>
                </a:lnTo>
                <a:lnTo>
                  <a:pt x="64" y="35"/>
                </a:lnTo>
                <a:lnTo>
                  <a:pt x="64" y="36"/>
                </a:lnTo>
                <a:lnTo>
                  <a:pt x="65" y="38"/>
                </a:lnTo>
                <a:lnTo>
                  <a:pt x="66" y="39"/>
                </a:lnTo>
                <a:lnTo>
                  <a:pt x="65" y="39"/>
                </a:lnTo>
                <a:lnTo>
                  <a:pt x="65" y="38"/>
                </a:lnTo>
                <a:lnTo>
                  <a:pt x="64" y="38"/>
                </a:lnTo>
                <a:lnTo>
                  <a:pt x="63" y="38"/>
                </a:lnTo>
                <a:lnTo>
                  <a:pt x="62" y="38"/>
                </a:lnTo>
                <a:lnTo>
                  <a:pt x="62" y="39"/>
                </a:lnTo>
                <a:lnTo>
                  <a:pt x="62" y="40"/>
                </a:lnTo>
                <a:lnTo>
                  <a:pt x="64" y="42"/>
                </a:lnTo>
                <a:lnTo>
                  <a:pt x="65" y="42"/>
                </a:lnTo>
                <a:lnTo>
                  <a:pt x="65" y="43"/>
                </a:lnTo>
                <a:lnTo>
                  <a:pt x="65" y="44"/>
                </a:lnTo>
                <a:lnTo>
                  <a:pt x="67" y="44"/>
                </a:lnTo>
                <a:lnTo>
                  <a:pt x="68" y="44"/>
                </a:lnTo>
                <a:lnTo>
                  <a:pt x="68" y="43"/>
                </a:lnTo>
                <a:lnTo>
                  <a:pt x="69" y="43"/>
                </a:lnTo>
                <a:lnTo>
                  <a:pt x="69" y="44"/>
                </a:lnTo>
                <a:lnTo>
                  <a:pt x="70" y="44"/>
                </a:lnTo>
                <a:lnTo>
                  <a:pt x="70" y="45"/>
                </a:lnTo>
                <a:lnTo>
                  <a:pt x="70" y="46"/>
                </a:lnTo>
                <a:lnTo>
                  <a:pt x="71" y="47"/>
                </a:lnTo>
                <a:lnTo>
                  <a:pt x="72" y="47"/>
                </a:lnTo>
                <a:lnTo>
                  <a:pt x="72" y="48"/>
                </a:lnTo>
                <a:lnTo>
                  <a:pt x="73" y="48"/>
                </a:lnTo>
                <a:lnTo>
                  <a:pt x="74" y="49"/>
                </a:lnTo>
                <a:lnTo>
                  <a:pt x="74" y="50"/>
                </a:lnTo>
                <a:lnTo>
                  <a:pt x="75" y="51"/>
                </a:lnTo>
                <a:lnTo>
                  <a:pt x="76" y="52"/>
                </a:lnTo>
                <a:lnTo>
                  <a:pt x="75" y="52"/>
                </a:lnTo>
                <a:lnTo>
                  <a:pt x="75" y="53"/>
                </a:lnTo>
                <a:lnTo>
                  <a:pt x="74" y="53"/>
                </a:lnTo>
                <a:lnTo>
                  <a:pt x="74" y="54"/>
                </a:lnTo>
                <a:lnTo>
                  <a:pt x="75" y="54"/>
                </a:lnTo>
                <a:lnTo>
                  <a:pt x="76" y="54"/>
                </a:lnTo>
                <a:lnTo>
                  <a:pt x="77" y="55"/>
                </a:lnTo>
                <a:lnTo>
                  <a:pt x="76" y="55"/>
                </a:lnTo>
                <a:lnTo>
                  <a:pt x="75" y="55"/>
                </a:lnTo>
                <a:lnTo>
                  <a:pt x="74" y="56"/>
                </a:lnTo>
                <a:lnTo>
                  <a:pt x="73" y="56"/>
                </a:lnTo>
                <a:lnTo>
                  <a:pt x="75" y="56"/>
                </a:lnTo>
                <a:lnTo>
                  <a:pt x="76" y="56"/>
                </a:lnTo>
                <a:lnTo>
                  <a:pt x="77" y="56"/>
                </a:lnTo>
                <a:lnTo>
                  <a:pt x="76" y="57"/>
                </a:lnTo>
                <a:lnTo>
                  <a:pt x="75" y="57"/>
                </a:lnTo>
                <a:lnTo>
                  <a:pt x="75" y="58"/>
                </a:lnTo>
                <a:lnTo>
                  <a:pt x="75" y="59"/>
                </a:lnTo>
                <a:lnTo>
                  <a:pt x="76" y="59"/>
                </a:lnTo>
                <a:lnTo>
                  <a:pt x="76" y="58"/>
                </a:lnTo>
                <a:lnTo>
                  <a:pt x="77" y="58"/>
                </a:lnTo>
                <a:lnTo>
                  <a:pt x="78" y="58"/>
                </a:lnTo>
                <a:lnTo>
                  <a:pt x="79" y="58"/>
                </a:lnTo>
                <a:lnTo>
                  <a:pt x="79" y="60"/>
                </a:lnTo>
                <a:lnTo>
                  <a:pt x="80" y="60"/>
                </a:lnTo>
                <a:lnTo>
                  <a:pt x="80" y="61"/>
                </a:lnTo>
                <a:lnTo>
                  <a:pt x="80" y="62"/>
                </a:lnTo>
                <a:lnTo>
                  <a:pt x="80" y="63"/>
                </a:lnTo>
                <a:lnTo>
                  <a:pt x="81" y="63"/>
                </a:lnTo>
                <a:lnTo>
                  <a:pt x="81" y="64"/>
                </a:lnTo>
                <a:lnTo>
                  <a:pt x="81" y="65"/>
                </a:lnTo>
                <a:lnTo>
                  <a:pt x="82" y="66"/>
                </a:lnTo>
                <a:lnTo>
                  <a:pt x="83" y="67"/>
                </a:lnTo>
                <a:lnTo>
                  <a:pt x="83" y="68"/>
                </a:lnTo>
                <a:lnTo>
                  <a:pt x="83" y="69"/>
                </a:lnTo>
                <a:lnTo>
                  <a:pt x="83" y="70"/>
                </a:lnTo>
                <a:lnTo>
                  <a:pt x="82" y="70"/>
                </a:lnTo>
                <a:lnTo>
                  <a:pt x="82" y="71"/>
                </a:lnTo>
                <a:lnTo>
                  <a:pt x="82" y="72"/>
                </a:lnTo>
                <a:lnTo>
                  <a:pt x="82" y="73"/>
                </a:lnTo>
                <a:lnTo>
                  <a:pt x="83" y="74"/>
                </a:lnTo>
                <a:lnTo>
                  <a:pt x="83" y="75"/>
                </a:lnTo>
                <a:lnTo>
                  <a:pt x="83" y="76"/>
                </a:lnTo>
                <a:lnTo>
                  <a:pt x="84" y="77"/>
                </a:lnTo>
                <a:lnTo>
                  <a:pt x="84" y="78"/>
                </a:lnTo>
                <a:lnTo>
                  <a:pt x="84" y="79"/>
                </a:lnTo>
                <a:lnTo>
                  <a:pt x="84" y="80"/>
                </a:lnTo>
                <a:lnTo>
                  <a:pt x="84" y="81"/>
                </a:lnTo>
                <a:lnTo>
                  <a:pt x="85" y="82"/>
                </a:lnTo>
                <a:lnTo>
                  <a:pt x="85" y="83"/>
                </a:lnTo>
                <a:lnTo>
                  <a:pt x="85" y="84"/>
                </a:lnTo>
                <a:lnTo>
                  <a:pt x="85" y="83"/>
                </a:lnTo>
                <a:lnTo>
                  <a:pt x="86" y="83"/>
                </a:lnTo>
                <a:lnTo>
                  <a:pt x="87" y="83"/>
                </a:lnTo>
                <a:lnTo>
                  <a:pt x="88" y="83"/>
                </a:lnTo>
                <a:lnTo>
                  <a:pt x="89" y="83"/>
                </a:lnTo>
                <a:lnTo>
                  <a:pt x="90" y="83"/>
                </a:lnTo>
                <a:lnTo>
                  <a:pt x="91" y="81"/>
                </a:lnTo>
                <a:lnTo>
                  <a:pt x="92" y="81"/>
                </a:lnTo>
                <a:lnTo>
                  <a:pt x="93" y="81"/>
                </a:lnTo>
                <a:lnTo>
                  <a:pt x="93" y="82"/>
                </a:lnTo>
                <a:lnTo>
                  <a:pt x="92" y="82"/>
                </a:lnTo>
                <a:lnTo>
                  <a:pt x="93" y="82"/>
                </a:lnTo>
                <a:lnTo>
                  <a:pt x="94" y="81"/>
                </a:lnTo>
                <a:lnTo>
                  <a:pt x="95" y="80"/>
                </a:lnTo>
                <a:lnTo>
                  <a:pt x="95" y="79"/>
                </a:lnTo>
                <a:lnTo>
                  <a:pt x="95" y="78"/>
                </a:lnTo>
                <a:lnTo>
                  <a:pt x="96" y="78"/>
                </a:lnTo>
                <a:lnTo>
                  <a:pt x="95" y="77"/>
                </a:lnTo>
                <a:lnTo>
                  <a:pt x="95" y="76"/>
                </a:lnTo>
                <a:lnTo>
                  <a:pt x="95" y="75"/>
                </a:lnTo>
                <a:lnTo>
                  <a:pt x="96" y="75"/>
                </a:lnTo>
                <a:lnTo>
                  <a:pt x="96" y="74"/>
                </a:lnTo>
                <a:lnTo>
                  <a:pt x="96" y="73"/>
                </a:lnTo>
                <a:lnTo>
                  <a:pt x="96" y="72"/>
                </a:lnTo>
                <a:lnTo>
                  <a:pt x="96" y="71"/>
                </a:lnTo>
                <a:lnTo>
                  <a:pt x="98" y="71"/>
                </a:lnTo>
                <a:lnTo>
                  <a:pt x="99" y="71"/>
                </a:lnTo>
                <a:lnTo>
                  <a:pt x="99" y="70"/>
                </a:lnTo>
                <a:lnTo>
                  <a:pt x="99" y="69"/>
                </a:lnTo>
                <a:lnTo>
                  <a:pt x="98" y="69"/>
                </a:lnTo>
                <a:lnTo>
                  <a:pt x="97" y="69"/>
                </a:lnTo>
                <a:lnTo>
                  <a:pt x="96" y="69"/>
                </a:lnTo>
                <a:lnTo>
                  <a:pt x="96" y="68"/>
                </a:lnTo>
                <a:lnTo>
                  <a:pt x="97" y="68"/>
                </a:lnTo>
                <a:lnTo>
                  <a:pt x="98" y="67"/>
                </a:lnTo>
                <a:lnTo>
                  <a:pt x="98" y="68"/>
                </a:lnTo>
                <a:lnTo>
                  <a:pt x="99" y="67"/>
                </a:lnTo>
                <a:lnTo>
                  <a:pt x="100" y="66"/>
                </a:lnTo>
                <a:lnTo>
                  <a:pt x="100" y="67"/>
                </a:lnTo>
                <a:lnTo>
                  <a:pt x="99" y="68"/>
                </a:lnTo>
                <a:lnTo>
                  <a:pt x="100" y="69"/>
                </a:lnTo>
                <a:lnTo>
                  <a:pt x="100" y="68"/>
                </a:lnTo>
                <a:lnTo>
                  <a:pt x="101" y="68"/>
                </a:lnTo>
                <a:lnTo>
                  <a:pt x="102" y="68"/>
                </a:lnTo>
                <a:lnTo>
                  <a:pt x="102" y="67"/>
                </a:lnTo>
                <a:lnTo>
                  <a:pt x="101" y="67"/>
                </a:lnTo>
                <a:lnTo>
                  <a:pt x="101" y="66"/>
                </a:lnTo>
                <a:lnTo>
                  <a:pt x="102" y="67"/>
                </a:lnTo>
                <a:lnTo>
                  <a:pt x="102" y="66"/>
                </a:lnTo>
                <a:lnTo>
                  <a:pt x="103" y="66"/>
                </a:lnTo>
                <a:lnTo>
                  <a:pt x="103" y="65"/>
                </a:lnTo>
                <a:lnTo>
                  <a:pt x="104" y="65"/>
                </a:lnTo>
                <a:lnTo>
                  <a:pt x="105" y="65"/>
                </a:lnTo>
                <a:lnTo>
                  <a:pt x="106" y="66"/>
                </a:lnTo>
                <a:lnTo>
                  <a:pt x="107" y="65"/>
                </a:lnTo>
                <a:lnTo>
                  <a:pt x="109" y="66"/>
                </a:lnTo>
                <a:lnTo>
                  <a:pt x="110" y="67"/>
                </a:lnTo>
                <a:lnTo>
                  <a:pt x="110" y="69"/>
                </a:lnTo>
                <a:lnTo>
                  <a:pt x="110" y="70"/>
                </a:lnTo>
                <a:lnTo>
                  <a:pt x="110" y="71"/>
                </a:lnTo>
                <a:lnTo>
                  <a:pt x="111" y="70"/>
                </a:lnTo>
                <a:lnTo>
                  <a:pt x="112" y="70"/>
                </a:lnTo>
                <a:lnTo>
                  <a:pt x="113" y="71"/>
                </a:lnTo>
                <a:lnTo>
                  <a:pt x="112" y="71"/>
                </a:lnTo>
                <a:lnTo>
                  <a:pt x="112" y="72"/>
                </a:lnTo>
                <a:lnTo>
                  <a:pt x="112" y="73"/>
                </a:lnTo>
                <a:lnTo>
                  <a:pt x="113" y="73"/>
                </a:lnTo>
                <a:lnTo>
                  <a:pt x="113" y="72"/>
                </a:lnTo>
                <a:lnTo>
                  <a:pt x="114" y="72"/>
                </a:lnTo>
                <a:lnTo>
                  <a:pt x="114" y="73"/>
                </a:lnTo>
                <a:lnTo>
                  <a:pt x="116" y="75"/>
                </a:lnTo>
                <a:lnTo>
                  <a:pt x="116" y="76"/>
                </a:lnTo>
                <a:lnTo>
                  <a:pt x="117" y="77"/>
                </a:lnTo>
                <a:lnTo>
                  <a:pt x="118" y="77"/>
                </a:lnTo>
                <a:lnTo>
                  <a:pt x="119" y="77"/>
                </a:lnTo>
                <a:lnTo>
                  <a:pt x="119" y="78"/>
                </a:lnTo>
                <a:lnTo>
                  <a:pt x="119" y="79"/>
                </a:lnTo>
                <a:lnTo>
                  <a:pt x="120" y="79"/>
                </a:lnTo>
                <a:lnTo>
                  <a:pt x="121" y="78"/>
                </a:lnTo>
                <a:lnTo>
                  <a:pt x="122" y="79"/>
                </a:lnTo>
                <a:lnTo>
                  <a:pt x="123" y="79"/>
                </a:lnTo>
                <a:lnTo>
                  <a:pt x="124" y="79"/>
                </a:lnTo>
                <a:lnTo>
                  <a:pt x="125" y="79"/>
                </a:lnTo>
                <a:lnTo>
                  <a:pt x="125" y="78"/>
                </a:lnTo>
                <a:lnTo>
                  <a:pt x="126" y="79"/>
                </a:lnTo>
                <a:lnTo>
                  <a:pt x="127" y="80"/>
                </a:lnTo>
                <a:lnTo>
                  <a:pt x="128" y="80"/>
                </a:lnTo>
                <a:lnTo>
                  <a:pt x="129" y="80"/>
                </a:lnTo>
                <a:lnTo>
                  <a:pt x="130" y="80"/>
                </a:lnTo>
                <a:lnTo>
                  <a:pt x="130" y="79"/>
                </a:lnTo>
                <a:lnTo>
                  <a:pt x="131" y="78"/>
                </a:lnTo>
                <a:lnTo>
                  <a:pt x="131" y="77"/>
                </a:lnTo>
                <a:lnTo>
                  <a:pt x="132" y="76"/>
                </a:lnTo>
                <a:lnTo>
                  <a:pt x="133" y="76"/>
                </a:lnTo>
                <a:lnTo>
                  <a:pt x="133" y="77"/>
                </a:lnTo>
                <a:lnTo>
                  <a:pt x="134" y="76"/>
                </a:lnTo>
                <a:lnTo>
                  <a:pt x="135" y="75"/>
                </a:lnTo>
                <a:lnTo>
                  <a:pt x="135" y="76"/>
                </a:lnTo>
                <a:lnTo>
                  <a:pt x="136" y="76"/>
                </a:lnTo>
                <a:lnTo>
                  <a:pt x="136" y="75"/>
                </a:lnTo>
                <a:lnTo>
                  <a:pt x="137" y="75"/>
                </a:lnTo>
                <a:lnTo>
                  <a:pt x="137" y="74"/>
                </a:lnTo>
                <a:lnTo>
                  <a:pt x="138" y="74"/>
                </a:lnTo>
                <a:lnTo>
                  <a:pt x="138" y="73"/>
                </a:lnTo>
                <a:lnTo>
                  <a:pt x="139" y="72"/>
                </a:lnTo>
                <a:lnTo>
                  <a:pt x="139" y="71"/>
                </a:lnTo>
                <a:lnTo>
                  <a:pt x="139" y="70"/>
                </a:lnTo>
                <a:lnTo>
                  <a:pt x="140" y="70"/>
                </a:lnTo>
                <a:lnTo>
                  <a:pt x="141" y="70"/>
                </a:lnTo>
                <a:lnTo>
                  <a:pt x="143" y="70"/>
                </a:lnTo>
                <a:lnTo>
                  <a:pt x="147" y="71"/>
                </a:lnTo>
                <a:lnTo>
                  <a:pt x="149" y="72"/>
                </a:lnTo>
                <a:lnTo>
                  <a:pt x="150" y="72"/>
                </a:lnTo>
                <a:lnTo>
                  <a:pt x="151" y="73"/>
                </a:lnTo>
                <a:lnTo>
                  <a:pt x="152" y="72"/>
                </a:lnTo>
                <a:lnTo>
                  <a:pt x="151" y="71"/>
                </a:lnTo>
                <a:lnTo>
                  <a:pt x="151" y="70"/>
                </a:lnTo>
                <a:lnTo>
                  <a:pt x="151" y="69"/>
                </a:lnTo>
                <a:lnTo>
                  <a:pt x="151" y="68"/>
                </a:lnTo>
                <a:lnTo>
                  <a:pt x="151" y="67"/>
                </a:lnTo>
                <a:lnTo>
                  <a:pt x="151" y="66"/>
                </a:lnTo>
                <a:lnTo>
                  <a:pt x="151" y="65"/>
                </a:lnTo>
                <a:lnTo>
                  <a:pt x="151" y="64"/>
                </a:lnTo>
                <a:lnTo>
                  <a:pt x="151" y="63"/>
                </a:lnTo>
                <a:lnTo>
                  <a:pt x="151" y="61"/>
                </a:lnTo>
                <a:lnTo>
                  <a:pt x="152" y="61"/>
                </a:lnTo>
                <a:lnTo>
                  <a:pt x="152" y="60"/>
                </a:lnTo>
                <a:lnTo>
                  <a:pt x="151" y="60"/>
                </a:lnTo>
                <a:lnTo>
                  <a:pt x="151" y="59"/>
                </a:lnTo>
                <a:lnTo>
                  <a:pt x="151" y="58"/>
                </a:lnTo>
                <a:lnTo>
                  <a:pt x="151" y="57"/>
                </a:lnTo>
                <a:lnTo>
                  <a:pt x="152" y="57"/>
                </a:lnTo>
                <a:lnTo>
                  <a:pt x="152" y="58"/>
                </a:lnTo>
                <a:lnTo>
                  <a:pt x="153" y="58"/>
                </a:lnTo>
                <a:lnTo>
                  <a:pt x="154" y="57"/>
                </a:lnTo>
                <a:lnTo>
                  <a:pt x="155" y="57"/>
                </a:lnTo>
                <a:lnTo>
                  <a:pt x="156" y="57"/>
                </a:lnTo>
                <a:lnTo>
                  <a:pt x="157" y="57"/>
                </a:lnTo>
                <a:lnTo>
                  <a:pt x="157" y="58"/>
                </a:lnTo>
                <a:lnTo>
                  <a:pt x="158" y="58"/>
                </a:lnTo>
                <a:lnTo>
                  <a:pt x="159" y="57"/>
                </a:lnTo>
                <a:lnTo>
                  <a:pt x="160" y="57"/>
                </a:lnTo>
                <a:lnTo>
                  <a:pt x="161" y="58"/>
                </a:lnTo>
                <a:lnTo>
                  <a:pt x="163" y="58"/>
                </a:lnTo>
                <a:lnTo>
                  <a:pt x="163" y="57"/>
                </a:lnTo>
                <a:lnTo>
                  <a:pt x="163" y="56"/>
                </a:lnTo>
                <a:lnTo>
                  <a:pt x="163" y="55"/>
                </a:lnTo>
                <a:lnTo>
                  <a:pt x="164" y="55"/>
                </a:lnTo>
                <a:lnTo>
                  <a:pt x="165" y="56"/>
                </a:lnTo>
                <a:lnTo>
                  <a:pt x="166" y="56"/>
                </a:lnTo>
                <a:lnTo>
                  <a:pt x="167" y="55"/>
                </a:lnTo>
                <a:lnTo>
                  <a:pt x="167" y="54"/>
                </a:lnTo>
                <a:lnTo>
                  <a:pt x="168" y="54"/>
                </a:lnTo>
                <a:lnTo>
                  <a:pt x="169" y="54"/>
                </a:lnTo>
                <a:lnTo>
                  <a:pt x="170" y="55"/>
                </a:lnTo>
                <a:lnTo>
                  <a:pt x="172" y="55"/>
                </a:lnTo>
                <a:lnTo>
                  <a:pt x="172" y="56"/>
                </a:lnTo>
                <a:lnTo>
                  <a:pt x="173" y="57"/>
                </a:lnTo>
                <a:lnTo>
                  <a:pt x="174" y="57"/>
                </a:lnTo>
                <a:lnTo>
                  <a:pt x="175" y="57"/>
                </a:lnTo>
                <a:lnTo>
                  <a:pt x="176" y="56"/>
                </a:lnTo>
                <a:lnTo>
                  <a:pt x="177" y="57"/>
                </a:lnTo>
                <a:lnTo>
                  <a:pt x="178" y="57"/>
                </a:lnTo>
                <a:lnTo>
                  <a:pt x="179" y="57"/>
                </a:lnTo>
                <a:lnTo>
                  <a:pt x="180" y="56"/>
                </a:lnTo>
                <a:lnTo>
                  <a:pt x="181" y="57"/>
                </a:lnTo>
                <a:lnTo>
                  <a:pt x="182" y="57"/>
                </a:lnTo>
                <a:lnTo>
                  <a:pt x="183" y="57"/>
                </a:lnTo>
                <a:lnTo>
                  <a:pt x="183" y="58"/>
                </a:lnTo>
                <a:lnTo>
                  <a:pt x="183" y="59"/>
                </a:lnTo>
                <a:lnTo>
                  <a:pt x="183" y="60"/>
                </a:lnTo>
                <a:lnTo>
                  <a:pt x="184" y="60"/>
                </a:lnTo>
                <a:lnTo>
                  <a:pt x="185" y="61"/>
                </a:lnTo>
                <a:lnTo>
                  <a:pt x="185" y="62"/>
                </a:lnTo>
                <a:lnTo>
                  <a:pt x="184" y="63"/>
                </a:lnTo>
                <a:lnTo>
                  <a:pt x="183" y="64"/>
                </a:lnTo>
                <a:lnTo>
                  <a:pt x="183" y="65"/>
                </a:lnTo>
                <a:lnTo>
                  <a:pt x="182" y="65"/>
                </a:lnTo>
                <a:lnTo>
                  <a:pt x="181" y="65"/>
                </a:lnTo>
                <a:lnTo>
                  <a:pt x="181" y="66"/>
                </a:lnTo>
                <a:lnTo>
                  <a:pt x="181" y="67"/>
                </a:lnTo>
                <a:lnTo>
                  <a:pt x="183" y="68"/>
                </a:lnTo>
                <a:lnTo>
                  <a:pt x="184" y="68"/>
                </a:lnTo>
                <a:lnTo>
                  <a:pt x="185" y="68"/>
                </a:lnTo>
                <a:lnTo>
                  <a:pt x="185" y="69"/>
                </a:lnTo>
                <a:lnTo>
                  <a:pt x="186" y="68"/>
                </a:lnTo>
                <a:lnTo>
                  <a:pt x="187" y="68"/>
                </a:lnTo>
                <a:lnTo>
                  <a:pt x="188" y="69"/>
                </a:lnTo>
                <a:lnTo>
                  <a:pt x="189" y="69"/>
                </a:lnTo>
                <a:lnTo>
                  <a:pt x="190" y="69"/>
                </a:lnTo>
                <a:lnTo>
                  <a:pt x="191" y="69"/>
                </a:lnTo>
                <a:lnTo>
                  <a:pt x="193" y="70"/>
                </a:lnTo>
                <a:lnTo>
                  <a:pt x="192" y="70"/>
                </a:lnTo>
                <a:lnTo>
                  <a:pt x="192" y="71"/>
                </a:lnTo>
                <a:lnTo>
                  <a:pt x="191" y="71"/>
                </a:lnTo>
                <a:lnTo>
                  <a:pt x="190" y="72"/>
                </a:lnTo>
                <a:lnTo>
                  <a:pt x="190" y="73"/>
                </a:lnTo>
                <a:lnTo>
                  <a:pt x="191" y="73"/>
                </a:lnTo>
                <a:lnTo>
                  <a:pt x="191" y="74"/>
                </a:lnTo>
                <a:lnTo>
                  <a:pt x="190" y="74"/>
                </a:lnTo>
                <a:lnTo>
                  <a:pt x="190" y="75"/>
                </a:lnTo>
                <a:lnTo>
                  <a:pt x="189" y="75"/>
                </a:lnTo>
                <a:lnTo>
                  <a:pt x="187" y="75"/>
                </a:lnTo>
                <a:lnTo>
                  <a:pt x="186" y="77"/>
                </a:lnTo>
                <a:lnTo>
                  <a:pt x="187" y="77"/>
                </a:lnTo>
                <a:lnTo>
                  <a:pt x="187" y="78"/>
                </a:lnTo>
                <a:lnTo>
                  <a:pt x="188" y="78"/>
                </a:lnTo>
                <a:lnTo>
                  <a:pt x="188" y="79"/>
                </a:lnTo>
                <a:lnTo>
                  <a:pt x="189" y="79"/>
                </a:lnTo>
                <a:lnTo>
                  <a:pt x="190" y="80"/>
                </a:lnTo>
                <a:lnTo>
                  <a:pt x="191" y="80"/>
                </a:lnTo>
                <a:lnTo>
                  <a:pt x="191" y="81"/>
                </a:lnTo>
                <a:lnTo>
                  <a:pt x="192" y="81"/>
                </a:lnTo>
                <a:lnTo>
                  <a:pt x="192" y="82"/>
                </a:lnTo>
                <a:lnTo>
                  <a:pt x="192" y="83"/>
                </a:lnTo>
                <a:lnTo>
                  <a:pt x="191" y="85"/>
                </a:lnTo>
                <a:lnTo>
                  <a:pt x="191" y="86"/>
                </a:lnTo>
                <a:lnTo>
                  <a:pt x="191" y="87"/>
                </a:lnTo>
                <a:lnTo>
                  <a:pt x="191" y="88"/>
                </a:lnTo>
                <a:lnTo>
                  <a:pt x="191" y="89"/>
                </a:lnTo>
                <a:lnTo>
                  <a:pt x="191" y="90"/>
                </a:lnTo>
                <a:lnTo>
                  <a:pt x="192" y="89"/>
                </a:lnTo>
                <a:lnTo>
                  <a:pt x="193" y="89"/>
                </a:lnTo>
                <a:lnTo>
                  <a:pt x="194" y="90"/>
                </a:lnTo>
                <a:lnTo>
                  <a:pt x="195" y="90"/>
                </a:lnTo>
                <a:lnTo>
                  <a:pt x="196" y="90"/>
                </a:lnTo>
                <a:lnTo>
                  <a:pt x="195" y="90"/>
                </a:lnTo>
                <a:lnTo>
                  <a:pt x="195" y="88"/>
                </a:lnTo>
                <a:lnTo>
                  <a:pt x="196" y="87"/>
                </a:lnTo>
                <a:lnTo>
                  <a:pt x="196" y="86"/>
                </a:lnTo>
                <a:lnTo>
                  <a:pt x="196" y="87"/>
                </a:lnTo>
                <a:lnTo>
                  <a:pt x="197" y="87"/>
                </a:lnTo>
                <a:lnTo>
                  <a:pt x="198" y="87"/>
                </a:lnTo>
                <a:lnTo>
                  <a:pt x="199" y="86"/>
                </a:lnTo>
                <a:lnTo>
                  <a:pt x="201" y="87"/>
                </a:lnTo>
                <a:lnTo>
                  <a:pt x="203" y="86"/>
                </a:lnTo>
                <a:lnTo>
                  <a:pt x="203" y="85"/>
                </a:lnTo>
                <a:lnTo>
                  <a:pt x="204" y="84"/>
                </a:lnTo>
                <a:lnTo>
                  <a:pt x="206" y="84"/>
                </a:lnTo>
                <a:lnTo>
                  <a:pt x="207" y="85"/>
                </a:lnTo>
                <a:lnTo>
                  <a:pt x="209" y="85"/>
                </a:lnTo>
                <a:lnTo>
                  <a:pt x="210" y="85"/>
                </a:lnTo>
                <a:lnTo>
                  <a:pt x="211" y="85"/>
                </a:lnTo>
                <a:lnTo>
                  <a:pt x="212" y="85"/>
                </a:lnTo>
                <a:lnTo>
                  <a:pt x="213" y="85"/>
                </a:lnTo>
                <a:lnTo>
                  <a:pt x="213" y="84"/>
                </a:lnTo>
                <a:lnTo>
                  <a:pt x="214" y="84"/>
                </a:lnTo>
                <a:lnTo>
                  <a:pt x="215" y="84"/>
                </a:lnTo>
                <a:lnTo>
                  <a:pt x="215" y="83"/>
                </a:lnTo>
                <a:lnTo>
                  <a:pt x="216" y="83"/>
                </a:lnTo>
                <a:lnTo>
                  <a:pt x="216" y="82"/>
                </a:lnTo>
                <a:lnTo>
                  <a:pt x="216" y="81"/>
                </a:lnTo>
                <a:lnTo>
                  <a:pt x="216" y="79"/>
                </a:lnTo>
                <a:lnTo>
                  <a:pt x="216" y="78"/>
                </a:lnTo>
                <a:lnTo>
                  <a:pt x="217" y="77"/>
                </a:lnTo>
                <a:lnTo>
                  <a:pt x="218" y="76"/>
                </a:lnTo>
                <a:lnTo>
                  <a:pt x="219" y="74"/>
                </a:lnTo>
                <a:lnTo>
                  <a:pt x="219" y="73"/>
                </a:lnTo>
                <a:lnTo>
                  <a:pt x="219" y="72"/>
                </a:lnTo>
                <a:lnTo>
                  <a:pt x="218" y="69"/>
                </a:lnTo>
                <a:lnTo>
                  <a:pt x="218" y="67"/>
                </a:lnTo>
                <a:lnTo>
                  <a:pt x="217" y="66"/>
                </a:lnTo>
                <a:lnTo>
                  <a:pt x="218" y="65"/>
                </a:lnTo>
                <a:lnTo>
                  <a:pt x="218" y="64"/>
                </a:lnTo>
                <a:lnTo>
                  <a:pt x="217" y="64"/>
                </a:lnTo>
                <a:lnTo>
                  <a:pt x="217" y="63"/>
                </a:lnTo>
                <a:lnTo>
                  <a:pt x="217" y="62"/>
                </a:lnTo>
                <a:lnTo>
                  <a:pt x="218" y="62"/>
                </a:lnTo>
                <a:lnTo>
                  <a:pt x="218" y="61"/>
                </a:lnTo>
                <a:lnTo>
                  <a:pt x="219" y="60"/>
                </a:lnTo>
                <a:lnTo>
                  <a:pt x="219" y="61"/>
                </a:lnTo>
                <a:lnTo>
                  <a:pt x="220" y="61"/>
                </a:lnTo>
                <a:lnTo>
                  <a:pt x="222" y="61"/>
                </a:lnTo>
                <a:lnTo>
                  <a:pt x="223" y="61"/>
                </a:lnTo>
                <a:lnTo>
                  <a:pt x="223" y="59"/>
                </a:lnTo>
                <a:lnTo>
                  <a:pt x="223" y="58"/>
                </a:lnTo>
                <a:lnTo>
                  <a:pt x="222" y="58"/>
                </a:lnTo>
                <a:lnTo>
                  <a:pt x="222" y="57"/>
                </a:lnTo>
                <a:lnTo>
                  <a:pt x="221" y="57"/>
                </a:lnTo>
                <a:lnTo>
                  <a:pt x="221" y="56"/>
                </a:lnTo>
                <a:lnTo>
                  <a:pt x="222" y="55"/>
                </a:lnTo>
                <a:lnTo>
                  <a:pt x="222" y="54"/>
                </a:lnTo>
                <a:lnTo>
                  <a:pt x="223" y="54"/>
                </a:lnTo>
                <a:lnTo>
                  <a:pt x="223" y="55"/>
                </a:lnTo>
                <a:lnTo>
                  <a:pt x="224" y="56"/>
                </a:lnTo>
                <a:lnTo>
                  <a:pt x="225" y="56"/>
                </a:lnTo>
                <a:lnTo>
                  <a:pt x="225" y="55"/>
                </a:lnTo>
                <a:lnTo>
                  <a:pt x="226" y="55"/>
                </a:lnTo>
                <a:lnTo>
                  <a:pt x="226" y="54"/>
                </a:lnTo>
                <a:lnTo>
                  <a:pt x="226" y="53"/>
                </a:lnTo>
                <a:lnTo>
                  <a:pt x="227" y="53"/>
                </a:lnTo>
                <a:lnTo>
                  <a:pt x="228" y="53"/>
                </a:lnTo>
                <a:lnTo>
                  <a:pt x="229" y="53"/>
                </a:lnTo>
                <a:lnTo>
                  <a:pt x="229" y="52"/>
                </a:lnTo>
                <a:lnTo>
                  <a:pt x="228" y="51"/>
                </a:lnTo>
                <a:lnTo>
                  <a:pt x="228" y="50"/>
                </a:lnTo>
                <a:lnTo>
                  <a:pt x="229" y="50"/>
                </a:lnTo>
                <a:lnTo>
                  <a:pt x="230" y="49"/>
                </a:lnTo>
                <a:lnTo>
                  <a:pt x="231" y="50"/>
                </a:lnTo>
                <a:lnTo>
                  <a:pt x="233" y="50"/>
                </a:lnTo>
                <a:lnTo>
                  <a:pt x="235" y="50"/>
                </a:lnTo>
                <a:lnTo>
                  <a:pt x="235" y="49"/>
                </a:lnTo>
                <a:lnTo>
                  <a:pt x="236" y="50"/>
                </a:lnTo>
                <a:lnTo>
                  <a:pt x="237" y="50"/>
                </a:lnTo>
                <a:lnTo>
                  <a:pt x="236" y="51"/>
                </a:lnTo>
                <a:lnTo>
                  <a:pt x="236" y="52"/>
                </a:lnTo>
                <a:lnTo>
                  <a:pt x="236" y="53"/>
                </a:lnTo>
                <a:lnTo>
                  <a:pt x="237" y="53"/>
                </a:lnTo>
                <a:lnTo>
                  <a:pt x="237" y="52"/>
                </a:lnTo>
                <a:lnTo>
                  <a:pt x="238" y="52"/>
                </a:lnTo>
                <a:lnTo>
                  <a:pt x="239" y="53"/>
                </a:lnTo>
                <a:lnTo>
                  <a:pt x="240" y="53"/>
                </a:lnTo>
                <a:lnTo>
                  <a:pt x="240" y="52"/>
                </a:lnTo>
                <a:lnTo>
                  <a:pt x="241" y="52"/>
                </a:lnTo>
                <a:lnTo>
                  <a:pt x="244" y="52"/>
                </a:lnTo>
                <a:lnTo>
                  <a:pt x="244" y="53"/>
                </a:lnTo>
                <a:lnTo>
                  <a:pt x="244" y="54"/>
                </a:lnTo>
                <a:lnTo>
                  <a:pt x="245" y="54"/>
                </a:lnTo>
                <a:lnTo>
                  <a:pt x="246" y="53"/>
                </a:lnTo>
                <a:lnTo>
                  <a:pt x="247" y="53"/>
                </a:lnTo>
                <a:lnTo>
                  <a:pt x="247" y="52"/>
                </a:lnTo>
                <a:lnTo>
                  <a:pt x="248" y="52"/>
                </a:lnTo>
                <a:lnTo>
                  <a:pt x="249" y="52"/>
                </a:lnTo>
                <a:lnTo>
                  <a:pt x="250" y="52"/>
                </a:lnTo>
                <a:lnTo>
                  <a:pt x="251" y="52"/>
                </a:lnTo>
                <a:lnTo>
                  <a:pt x="252" y="51"/>
                </a:lnTo>
                <a:lnTo>
                  <a:pt x="253" y="50"/>
                </a:lnTo>
                <a:lnTo>
                  <a:pt x="254" y="50"/>
                </a:lnTo>
                <a:lnTo>
                  <a:pt x="254" y="49"/>
                </a:lnTo>
                <a:lnTo>
                  <a:pt x="254" y="48"/>
                </a:lnTo>
                <a:lnTo>
                  <a:pt x="254" y="47"/>
                </a:lnTo>
                <a:lnTo>
                  <a:pt x="253" y="46"/>
                </a:lnTo>
                <a:lnTo>
                  <a:pt x="252" y="46"/>
                </a:lnTo>
                <a:lnTo>
                  <a:pt x="251" y="47"/>
                </a:lnTo>
                <a:lnTo>
                  <a:pt x="250" y="47"/>
                </a:lnTo>
                <a:lnTo>
                  <a:pt x="249" y="46"/>
                </a:lnTo>
                <a:lnTo>
                  <a:pt x="248" y="46"/>
                </a:lnTo>
                <a:lnTo>
                  <a:pt x="247" y="45"/>
                </a:lnTo>
                <a:lnTo>
                  <a:pt x="248" y="44"/>
                </a:lnTo>
                <a:lnTo>
                  <a:pt x="249" y="43"/>
                </a:lnTo>
                <a:lnTo>
                  <a:pt x="250" y="43"/>
                </a:lnTo>
                <a:lnTo>
                  <a:pt x="251" y="43"/>
                </a:lnTo>
                <a:lnTo>
                  <a:pt x="251" y="42"/>
                </a:lnTo>
                <a:lnTo>
                  <a:pt x="250" y="42"/>
                </a:lnTo>
                <a:lnTo>
                  <a:pt x="250" y="41"/>
                </a:lnTo>
                <a:lnTo>
                  <a:pt x="249" y="41"/>
                </a:lnTo>
                <a:lnTo>
                  <a:pt x="250" y="41"/>
                </a:lnTo>
                <a:lnTo>
                  <a:pt x="250" y="40"/>
                </a:lnTo>
                <a:lnTo>
                  <a:pt x="251" y="40"/>
                </a:lnTo>
                <a:lnTo>
                  <a:pt x="251" y="41"/>
                </a:lnTo>
                <a:lnTo>
                  <a:pt x="252" y="41"/>
                </a:lnTo>
                <a:lnTo>
                  <a:pt x="254" y="40"/>
                </a:lnTo>
                <a:lnTo>
                  <a:pt x="254" y="39"/>
                </a:lnTo>
                <a:lnTo>
                  <a:pt x="255" y="37"/>
                </a:lnTo>
                <a:lnTo>
                  <a:pt x="256" y="36"/>
                </a:lnTo>
                <a:lnTo>
                  <a:pt x="255" y="35"/>
                </a:lnTo>
                <a:lnTo>
                  <a:pt x="253" y="35"/>
                </a:lnTo>
                <a:lnTo>
                  <a:pt x="253" y="34"/>
                </a:lnTo>
                <a:lnTo>
                  <a:pt x="253" y="33"/>
                </a:lnTo>
                <a:lnTo>
                  <a:pt x="254" y="34"/>
                </a:lnTo>
                <a:lnTo>
                  <a:pt x="255" y="34"/>
                </a:lnTo>
                <a:lnTo>
                  <a:pt x="256" y="34"/>
                </a:lnTo>
                <a:lnTo>
                  <a:pt x="255" y="33"/>
                </a:lnTo>
                <a:lnTo>
                  <a:pt x="256" y="34"/>
                </a:lnTo>
                <a:lnTo>
                  <a:pt x="257" y="34"/>
                </a:lnTo>
                <a:lnTo>
                  <a:pt x="258" y="33"/>
                </a:lnTo>
                <a:lnTo>
                  <a:pt x="257" y="31"/>
                </a:lnTo>
                <a:lnTo>
                  <a:pt x="257" y="30"/>
                </a:lnTo>
                <a:lnTo>
                  <a:pt x="258" y="29"/>
                </a:lnTo>
                <a:lnTo>
                  <a:pt x="259" y="29"/>
                </a:lnTo>
                <a:lnTo>
                  <a:pt x="259" y="28"/>
                </a:lnTo>
                <a:lnTo>
                  <a:pt x="259" y="27"/>
                </a:lnTo>
                <a:lnTo>
                  <a:pt x="259" y="26"/>
                </a:lnTo>
                <a:lnTo>
                  <a:pt x="262" y="24"/>
                </a:lnTo>
                <a:lnTo>
                  <a:pt x="263" y="24"/>
                </a:lnTo>
                <a:lnTo>
                  <a:pt x="263" y="23"/>
                </a:lnTo>
                <a:lnTo>
                  <a:pt x="263" y="22"/>
                </a:lnTo>
                <a:lnTo>
                  <a:pt x="264" y="22"/>
                </a:lnTo>
                <a:lnTo>
                  <a:pt x="264" y="21"/>
                </a:lnTo>
                <a:lnTo>
                  <a:pt x="263" y="20"/>
                </a:lnTo>
                <a:lnTo>
                  <a:pt x="263" y="19"/>
                </a:lnTo>
                <a:lnTo>
                  <a:pt x="264" y="17"/>
                </a:lnTo>
                <a:lnTo>
                  <a:pt x="264" y="16"/>
                </a:lnTo>
                <a:lnTo>
                  <a:pt x="264" y="15"/>
                </a:lnTo>
                <a:lnTo>
                  <a:pt x="263" y="13"/>
                </a:lnTo>
                <a:lnTo>
                  <a:pt x="264" y="12"/>
                </a:lnTo>
                <a:lnTo>
                  <a:pt x="265" y="11"/>
                </a:lnTo>
                <a:lnTo>
                  <a:pt x="266" y="12"/>
                </a:lnTo>
                <a:lnTo>
                  <a:pt x="266" y="11"/>
                </a:lnTo>
                <a:lnTo>
                  <a:pt x="268" y="10"/>
                </a:lnTo>
                <a:lnTo>
                  <a:pt x="269" y="10"/>
                </a:lnTo>
                <a:lnTo>
                  <a:pt x="270" y="9"/>
                </a:lnTo>
                <a:lnTo>
                  <a:pt x="272" y="10"/>
                </a:lnTo>
                <a:lnTo>
                  <a:pt x="273" y="10"/>
                </a:lnTo>
                <a:lnTo>
                  <a:pt x="274" y="10"/>
                </a:lnTo>
                <a:lnTo>
                  <a:pt x="276" y="10"/>
                </a:lnTo>
                <a:lnTo>
                  <a:pt x="277" y="10"/>
                </a:lnTo>
                <a:lnTo>
                  <a:pt x="279" y="9"/>
                </a:lnTo>
                <a:lnTo>
                  <a:pt x="281" y="9"/>
                </a:lnTo>
                <a:lnTo>
                  <a:pt x="282" y="9"/>
                </a:lnTo>
                <a:lnTo>
                  <a:pt x="283" y="10"/>
                </a:lnTo>
                <a:lnTo>
                  <a:pt x="285" y="9"/>
                </a:lnTo>
                <a:lnTo>
                  <a:pt x="286" y="9"/>
                </a:lnTo>
                <a:lnTo>
                  <a:pt x="288" y="9"/>
                </a:lnTo>
                <a:lnTo>
                  <a:pt x="289" y="9"/>
                </a:lnTo>
                <a:lnTo>
                  <a:pt x="290" y="9"/>
                </a:lnTo>
                <a:lnTo>
                  <a:pt x="291" y="9"/>
                </a:lnTo>
                <a:lnTo>
                  <a:pt x="291" y="8"/>
                </a:lnTo>
                <a:lnTo>
                  <a:pt x="291" y="7"/>
                </a:lnTo>
                <a:lnTo>
                  <a:pt x="292" y="6"/>
                </a:lnTo>
                <a:lnTo>
                  <a:pt x="292" y="5"/>
                </a:lnTo>
                <a:lnTo>
                  <a:pt x="292" y="4"/>
                </a:lnTo>
                <a:lnTo>
                  <a:pt x="293" y="4"/>
                </a:lnTo>
                <a:lnTo>
                  <a:pt x="294" y="3"/>
                </a:lnTo>
                <a:lnTo>
                  <a:pt x="295" y="4"/>
                </a:lnTo>
                <a:lnTo>
                  <a:pt x="295" y="3"/>
                </a:lnTo>
                <a:lnTo>
                  <a:pt x="296" y="3"/>
                </a:lnTo>
                <a:lnTo>
                  <a:pt x="298" y="2"/>
                </a:lnTo>
                <a:lnTo>
                  <a:pt x="299" y="2"/>
                </a:lnTo>
                <a:lnTo>
                  <a:pt x="300" y="3"/>
                </a:lnTo>
                <a:lnTo>
                  <a:pt x="301" y="3"/>
                </a:lnTo>
                <a:lnTo>
                  <a:pt x="302" y="2"/>
                </a:lnTo>
                <a:lnTo>
                  <a:pt x="303" y="1"/>
                </a:lnTo>
                <a:lnTo>
                  <a:pt x="303" y="0"/>
                </a:lnTo>
                <a:lnTo>
                  <a:pt x="304" y="0"/>
                </a:lnTo>
                <a:lnTo>
                  <a:pt x="304" y="1"/>
                </a:lnTo>
                <a:close/>
              </a:path>
            </a:pathLst>
          </a:custGeom>
          <a:solidFill>
            <a:srgbClr val="FDFEC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1" name=""/>
          <p:cNvSpPr/>
          <p:nvPr/>
        </p:nvSpPr>
        <p:spPr>
          <a:xfrm>
            <a:off x="7020000" y="1475640"/>
            <a:ext cx="5040" cy="2160"/>
          </a:xfrm>
          <a:custGeom>
            <a:avLst/>
            <a:gdLst/>
            <a:ahLst/>
            <a:rect l="0" t="0" r="r" b="b"/>
            <a:pathLst>
              <a:path w="14" h="6">
                <a:moveTo>
                  <a:pt x="9" y="2"/>
                </a:moveTo>
                <a:lnTo>
                  <a:pt x="9" y="3"/>
                </a:lnTo>
                <a:lnTo>
                  <a:pt x="10" y="3"/>
                </a:lnTo>
                <a:lnTo>
                  <a:pt x="11" y="3"/>
                </a:lnTo>
                <a:lnTo>
                  <a:pt x="13" y="3"/>
                </a:lnTo>
                <a:lnTo>
                  <a:pt x="14" y="3"/>
                </a:lnTo>
                <a:lnTo>
                  <a:pt x="14" y="4"/>
                </a:lnTo>
                <a:lnTo>
                  <a:pt x="12" y="6"/>
                </a:lnTo>
                <a:lnTo>
                  <a:pt x="11" y="6"/>
                </a:lnTo>
                <a:lnTo>
                  <a:pt x="10" y="4"/>
                </a:lnTo>
                <a:lnTo>
                  <a:pt x="10" y="3"/>
                </a:lnTo>
                <a:lnTo>
                  <a:pt x="9" y="3"/>
                </a:ln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7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7" y="2"/>
                </a:lnTo>
                <a:lnTo>
                  <a:pt x="8" y="2"/>
                </a:lnTo>
                <a:lnTo>
                  <a:pt x="8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9" y="2"/>
                </a:lnTo>
                <a:close/>
              </a:path>
            </a:pathLst>
          </a:custGeom>
          <a:solidFill>
            <a:srgbClr val="FDFEC4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2" name=""/>
          <p:cNvSpPr/>
          <p:nvPr/>
        </p:nvSpPr>
        <p:spPr>
          <a:xfrm>
            <a:off x="6800040" y="1677600"/>
            <a:ext cx="186480" cy="240840"/>
          </a:xfrm>
          <a:custGeom>
            <a:avLst/>
            <a:gdLst/>
            <a:ahLst/>
            <a:rect l="0" t="0" r="r" b="b"/>
            <a:pathLst>
              <a:path w="518" h="669">
                <a:moveTo>
                  <a:pt x="328" y="1"/>
                </a:moveTo>
                <a:lnTo>
                  <a:pt x="329" y="2"/>
                </a:lnTo>
                <a:lnTo>
                  <a:pt x="330" y="2"/>
                </a:lnTo>
                <a:lnTo>
                  <a:pt x="330" y="3"/>
                </a:lnTo>
                <a:lnTo>
                  <a:pt x="332" y="3"/>
                </a:lnTo>
                <a:lnTo>
                  <a:pt x="333" y="3"/>
                </a:lnTo>
                <a:lnTo>
                  <a:pt x="334" y="3"/>
                </a:lnTo>
                <a:lnTo>
                  <a:pt x="335" y="3"/>
                </a:lnTo>
                <a:lnTo>
                  <a:pt x="335" y="4"/>
                </a:lnTo>
                <a:lnTo>
                  <a:pt x="336" y="4"/>
                </a:lnTo>
                <a:lnTo>
                  <a:pt x="337" y="5"/>
                </a:lnTo>
                <a:lnTo>
                  <a:pt x="338" y="6"/>
                </a:lnTo>
                <a:lnTo>
                  <a:pt x="338" y="7"/>
                </a:lnTo>
                <a:lnTo>
                  <a:pt x="339" y="7"/>
                </a:lnTo>
                <a:lnTo>
                  <a:pt x="339" y="8"/>
                </a:lnTo>
                <a:lnTo>
                  <a:pt x="338" y="8"/>
                </a:lnTo>
                <a:lnTo>
                  <a:pt x="339" y="8"/>
                </a:lnTo>
                <a:lnTo>
                  <a:pt x="339" y="9"/>
                </a:lnTo>
                <a:lnTo>
                  <a:pt x="338" y="9"/>
                </a:lnTo>
                <a:lnTo>
                  <a:pt x="339" y="9"/>
                </a:lnTo>
                <a:lnTo>
                  <a:pt x="339" y="10"/>
                </a:lnTo>
                <a:lnTo>
                  <a:pt x="340" y="10"/>
                </a:lnTo>
                <a:lnTo>
                  <a:pt x="341" y="9"/>
                </a:lnTo>
                <a:lnTo>
                  <a:pt x="341" y="10"/>
                </a:lnTo>
                <a:lnTo>
                  <a:pt x="342" y="9"/>
                </a:lnTo>
                <a:lnTo>
                  <a:pt x="342" y="8"/>
                </a:lnTo>
                <a:lnTo>
                  <a:pt x="343" y="8"/>
                </a:lnTo>
                <a:lnTo>
                  <a:pt x="343" y="9"/>
                </a:lnTo>
                <a:lnTo>
                  <a:pt x="342" y="10"/>
                </a:lnTo>
                <a:lnTo>
                  <a:pt x="343" y="10"/>
                </a:lnTo>
                <a:lnTo>
                  <a:pt x="343" y="11"/>
                </a:lnTo>
                <a:lnTo>
                  <a:pt x="342" y="12"/>
                </a:lnTo>
                <a:lnTo>
                  <a:pt x="343" y="14"/>
                </a:lnTo>
                <a:lnTo>
                  <a:pt x="343" y="15"/>
                </a:lnTo>
                <a:lnTo>
                  <a:pt x="343" y="14"/>
                </a:lnTo>
                <a:lnTo>
                  <a:pt x="343" y="13"/>
                </a:lnTo>
                <a:lnTo>
                  <a:pt x="344" y="13"/>
                </a:lnTo>
                <a:lnTo>
                  <a:pt x="345" y="13"/>
                </a:lnTo>
                <a:lnTo>
                  <a:pt x="346" y="12"/>
                </a:lnTo>
                <a:lnTo>
                  <a:pt x="347" y="12"/>
                </a:lnTo>
                <a:lnTo>
                  <a:pt x="348" y="12"/>
                </a:lnTo>
                <a:lnTo>
                  <a:pt x="348" y="13"/>
                </a:lnTo>
                <a:lnTo>
                  <a:pt x="348" y="12"/>
                </a:lnTo>
                <a:lnTo>
                  <a:pt x="349" y="13"/>
                </a:lnTo>
                <a:lnTo>
                  <a:pt x="350" y="13"/>
                </a:lnTo>
                <a:lnTo>
                  <a:pt x="350" y="14"/>
                </a:lnTo>
                <a:lnTo>
                  <a:pt x="350" y="15"/>
                </a:lnTo>
                <a:lnTo>
                  <a:pt x="350" y="16"/>
                </a:lnTo>
                <a:lnTo>
                  <a:pt x="350" y="17"/>
                </a:lnTo>
                <a:lnTo>
                  <a:pt x="349" y="17"/>
                </a:lnTo>
                <a:lnTo>
                  <a:pt x="349" y="18"/>
                </a:lnTo>
                <a:lnTo>
                  <a:pt x="349" y="19"/>
                </a:lnTo>
                <a:lnTo>
                  <a:pt x="350" y="19"/>
                </a:lnTo>
                <a:lnTo>
                  <a:pt x="350" y="20"/>
                </a:lnTo>
                <a:lnTo>
                  <a:pt x="349" y="20"/>
                </a:lnTo>
                <a:lnTo>
                  <a:pt x="349" y="21"/>
                </a:lnTo>
                <a:lnTo>
                  <a:pt x="349" y="22"/>
                </a:lnTo>
                <a:lnTo>
                  <a:pt x="348" y="23"/>
                </a:lnTo>
                <a:lnTo>
                  <a:pt x="348" y="24"/>
                </a:lnTo>
                <a:lnTo>
                  <a:pt x="347" y="24"/>
                </a:lnTo>
                <a:lnTo>
                  <a:pt x="347" y="25"/>
                </a:lnTo>
                <a:lnTo>
                  <a:pt x="346" y="26"/>
                </a:lnTo>
                <a:lnTo>
                  <a:pt x="345" y="26"/>
                </a:lnTo>
                <a:lnTo>
                  <a:pt x="344" y="27"/>
                </a:lnTo>
                <a:lnTo>
                  <a:pt x="344" y="28"/>
                </a:lnTo>
                <a:lnTo>
                  <a:pt x="343" y="29"/>
                </a:lnTo>
                <a:lnTo>
                  <a:pt x="342" y="29"/>
                </a:lnTo>
                <a:lnTo>
                  <a:pt x="342" y="30"/>
                </a:lnTo>
                <a:lnTo>
                  <a:pt x="343" y="30"/>
                </a:lnTo>
                <a:lnTo>
                  <a:pt x="343" y="31"/>
                </a:lnTo>
                <a:lnTo>
                  <a:pt x="342" y="31"/>
                </a:lnTo>
                <a:lnTo>
                  <a:pt x="341" y="31"/>
                </a:lnTo>
                <a:lnTo>
                  <a:pt x="340" y="31"/>
                </a:lnTo>
                <a:lnTo>
                  <a:pt x="340" y="32"/>
                </a:lnTo>
                <a:lnTo>
                  <a:pt x="340" y="33"/>
                </a:lnTo>
                <a:lnTo>
                  <a:pt x="339" y="33"/>
                </a:lnTo>
                <a:lnTo>
                  <a:pt x="339" y="34"/>
                </a:lnTo>
                <a:lnTo>
                  <a:pt x="338" y="34"/>
                </a:lnTo>
                <a:lnTo>
                  <a:pt x="337" y="34"/>
                </a:lnTo>
                <a:lnTo>
                  <a:pt x="336" y="33"/>
                </a:lnTo>
                <a:lnTo>
                  <a:pt x="335" y="33"/>
                </a:lnTo>
                <a:lnTo>
                  <a:pt x="335" y="34"/>
                </a:lnTo>
                <a:lnTo>
                  <a:pt x="334" y="34"/>
                </a:lnTo>
                <a:lnTo>
                  <a:pt x="333" y="35"/>
                </a:lnTo>
                <a:lnTo>
                  <a:pt x="334" y="35"/>
                </a:lnTo>
                <a:lnTo>
                  <a:pt x="333" y="35"/>
                </a:lnTo>
                <a:lnTo>
                  <a:pt x="333" y="36"/>
                </a:lnTo>
                <a:lnTo>
                  <a:pt x="332" y="37"/>
                </a:lnTo>
                <a:lnTo>
                  <a:pt x="331" y="38"/>
                </a:lnTo>
                <a:lnTo>
                  <a:pt x="330" y="39"/>
                </a:lnTo>
                <a:lnTo>
                  <a:pt x="330" y="40"/>
                </a:lnTo>
                <a:lnTo>
                  <a:pt x="329" y="40"/>
                </a:lnTo>
                <a:lnTo>
                  <a:pt x="328" y="40"/>
                </a:lnTo>
                <a:lnTo>
                  <a:pt x="327" y="41"/>
                </a:lnTo>
                <a:lnTo>
                  <a:pt x="327" y="42"/>
                </a:lnTo>
                <a:lnTo>
                  <a:pt x="326" y="42"/>
                </a:lnTo>
                <a:lnTo>
                  <a:pt x="327" y="43"/>
                </a:lnTo>
                <a:lnTo>
                  <a:pt x="326" y="44"/>
                </a:lnTo>
                <a:lnTo>
                  <a:pt x="326" y="45"/>
                </a:lnTo>
                <a:lnTo>
                  <a:pt x="325" y="45"/>
                </a:lnTo>
                <a:lnTo>
                  <a:pt x="324" y="45"/>
                </a:lnTo>
                <a:lnTo>
                  <a:pt x="324" y="46"/>
                </a:lnTo>
                <a:lnTo>
                  <a:pt x="324" y="47"/>
                </a:lnTo>
                <a:lnTo>
                  <a:pt x="326" y="47"/>
                </a:lnTo>
                <a:lnTo>
                  <a:pt x="327" y="47"/>
                </a:lnTo>
                <a:lnTo>
                  <a:pt x="328" y="48"/>
                </a:lnTo>
                <a:lnTo>
                  <a:pt x="328" y="49"/>
                </a:lnTo>
                <a:lnTo>
                  <a:pt x="327" y="49"/>
                </a:lnTo>
                <a:lnTo>
                  <a:pt x="326" y="49"/>
                </a:lnTo>
                <a:lnTo>
                  <a:pt x="326" y="50"/>
                </a:lnTo>
                <a:lnTo>
                  <a:pt x="325" y="50"/>
                </a:lnTo>
                <a:lnTo>
                  <a:pt x="324" y="52"/>
                </a:lnTo>
                <a:lnTo>
                  <a:pt x="324" y="53"/>
                </a:lnTo>
                <a:lnTo>
                  <a:pt x="325" y="53"/>
                </a:lnTo>
                <a:lnTo>
                  <a:pt x="326" y="54"/>
                </a:lnTo>
                <a:lnTo>
                  <a:pt x="327" y="55"/>
                </a:lnTo>
                <a:lnTo>
                  <a:pt x="327" y="57"/>
                </a:lnTo>
                <a:lnTo>
                  <a:pt x="328" y="57"/>
                </a:lnTo>
                <a:lnTo>
                  <a:pt x="329" y="57"/>
                </a:lnTo>
                <a:lnTo>
                  <a:pt x="330" y="58"/>
                </a:lnTo>
                <a:lnTo>
                  <a:pt x="331" y="58"/>
                </a:lnTo>
                <a:lnTo>
                  <a:pt x="331" y="59"/>
                </a:lnTo>
                <a:lnTo>
                  <a:pt x="331" y="60"/>
                </a:lnTo>
                <a:lnTo>
                  <a:pt x="331" y="61"/>
                </a:lnTo>
                <a:lnTo>
                  <a:pt x="332" y="62"/>
                </a:lnTo>
                <a:lnTo>
                  <a:pt x="332" y="61"/>
                </a:lnTo>
                <a:lnTo>
                  <a:pt x="332" y="60"/>
                </a:lnTo>
                <a:lnTo>
                  <a:pt x="333" y="59"/>
                </a:lnTo>
                <a:lnTo>
                  <a:pt x="333" y="58"/>
                </a:lnTo>
                <a:lnTo>
                  <a:pt x="334" y="58"/>
                </a:lnTo>
                <a:lnTo>
                  <a:pt x="335" y="58"/>
                </a:lnTo>
                <a:lnTo>
                  <a:pt x="336" y="58"/>
                </a:lnTo>
                <a:lnTo>
                  <a:pt x="335" y="57"/>
                </a:lnTo>
                <a:lnTo>
                  <a:pt x="336" y="57"/>
                </a:lnTo>
                <a:lnTo>
                  <a:pt x="336" y="58"/>
                </a:lnTo>
                <a:lnTo>
                  <a:pt x="337" y="58"/>
                </a:lnTo>
                <a:lnTo>
                  <a:pt x="338" y="58"/>
                </a:lnTo>
                <a:lnTo>
                  <a:pt x="338" y="59"/>
                </a:lnTo>
                <a:lnTo>
                  <a:pt x="337" y="60"/>
                </a:lnTo>
                <a:lnTo>
                  <a:pt x="337" y="61"/>
                </a:lnTo>
                <a:lnTo>
                  <a:pt x="338" y="61"/>
                </a:lnTo>
                <a:lnTo>
                  <a:pt x="339" y="61"/>
                </a:lnTo>
                <a:lnTo>
                  <a:pt x="339" y="62"/>
                </a:lnTo>
                <a:lnTo>
                  <a:pt x="340" y="62"/>
                </a:lnTo>
                <a:lnTo>
                  <a:pt x="340" y="61"/>
                </a:lnTo>
                <a:lnTo>
                  <a:pt x="341" y="61"/>
                </a:lnTo>
                <a:lnTo>
                  <a:pt x="343" y="61"/>
                </a:lnTo>
                <a:lnTo>
                  <a:pt x="344" y="61"/>
                </a:lnTo>
                <a:lnTo>
                  <a:pt x="344" y="60"/>
                </a:lnTo>
                <a:lnTo>
                  <a:pt x="345" y="60"/>
                </a:lnTo>
                <a:lnTo>
                  <a:pt x="345" y="59"/>
                </a:lnTo>
                <a:lnTo>
                  <a:pt x="345" y="58"/>
                </a:lnTo>
                <a:lnTo>
                  <a:pt x="346" y="58"/>
                </a:lnTo>
                <a:lnTo>
                  <a:pt x="346" y="57"/>
                </a:lnTo>
                <a:lnTo>
                  <a:pt x="347" y="57"/>
                </a:lnTo>
                <a:lnTo>
                  <a:pt x="347" y="56"/>
                </a:lnTo>
                <a:lnTo>
                  <a:pt x="348" y="56"/>
                </a:lnTo>
                <a:lnTo>
                  <a:pt x="348" y="55"/>
                </a:lnTo>
                <a:lnTo>
                  <a:pt x="349" y="55"/>
                </a:lnTo>
                <a:lnTo>
                  <a:pt x="350" y="55"/>
                </a:lnTo>
                <a:lnTo>
                  <a:pt x="350" y="54"/>
                </a:lnTo>
                <a:lnTo>
                  <a:pt x="351" y="54"/>
                </a:lnTo>
                <a:lnTo>
                  <a:pt x="351" y="53"/>
                </a:lnTo>
                <a:lnTo>
                  <a:pt x="352" y="53"/>
                </a:lnTo>
                <a:lnTo>
                  <a:pt x="353" y="53"/>
                </a:lnTo>
                <a:lnTo>
                  <a:pt x="353" y="52"/>
                </a:lnTo>
                <a:lnTo>
                  <a:pt x="354" y="52"/>
                </a:lnTo>
                <a:lnTo>
                  <a:pt x="355" y="51"/>
                </a:lnTo>
                <a:lnTo>
                  <a:pt x="356" y="51"/>
                </a:lnTo>
                <a:lnTo>
                  <a:pt x="357" y="51"/>
                </a:lnTo>
                <a:lnTo>
                  <a:pt x="358" y="51"/>
                </a:lnTo>
                <a:lnTo>
                  <a:pt x="358" y="50"/>
                </a:lnTo>
                <a:lnTo>
                  <a:pt x="359" y="50"/>
                </a:lnTo>
                <a:lnTo>
                  <a:pt x="359" y="49"/>
                </a:lnTo>
                <a:lnTo>
                  <a:pt x="359" y="48"/>
                </a:lnTo>
                <a:lnTo>
                  <a:pt x="360" y="47"/>
                </a:lnTo>
                <a:lnTo>
                  <a:pt x="361" y="47"/>
                </a:lnTo>
                <a:lnTo>
                  <a:pt x="362" y="47"/>
                </a:lnTo>
                <a:lnTo>
                  <a:pt x="363" y="47"/>
                </a:lnTo>
                <a:lnTo>
                  <a:pt x="364" y="47"/>
                </a:lnTo>
                <a:lnTo>
                  <a:pt x="364" y="48"/>
                </a:lnTo>
                <a:lnTo>
                  <a:pt x="365" y="48"/>
                </a:lnTo>
                <a:lnTo>
                  <a:pt x="365" y="47"/>
                </a:lnTo>
                <a:lnTo>
                  <a:pt x="366" y="46"/>
                </a:lnTo>
                <a:lnTo>
                  <a:pt x="366" y="47"/>
                </a:lnTo>
                <a:lnTo>
                  <a:pt x="367" y="47"/>
                </a:lnTo>
                <a:lnTo>
                  <a:pt x="367" y="46"/>
                </a:lnTo>
                <a:lnTo>
                  <a:pt x="367" y="47"/>
                </a:lnTo>
                <a:lnTo>
                  <a:pt x="367" y="46"/>
                </a:lnTo>
                <a:lnTo>
                  <a:pt x="368" y="46"/>
                </a:lnTo>
                <a:lnTo>
                  <a:pt x="368" y="45"/>
                </a:lnTo>
                <a:lnTo>
                  <a:pt x="370" y="45"/>
                </a:lnTo>
                <a:lnTo>
                  <a:pt x="370" y="46"/>
                </a:lnTo>
                <a:lnTo>
                  <a:pt x="370" y="45"/>
                </a:lnTo>
                <a:lnTo>
                  <a:pt x="371" y="45"/>
                </a:lnTo>
                <a:lnTo>
                  <a:pt x="372" y="45"/>
                </a:lnTo>
                <a:lnTo>
                  <a:pt x="373" y="44"/>
                </a:lnTo>
                <a:lnTo>
                  <a:pt x="373" y="43"/>
                </a:lnTo>
                <a:lnTo>
                  <a:pt x="373" y="42"/>
                </a:lnTo>
                <a:lnTo>
                  <a:pt x="373" y="41"/>
                </a:lnTo>
                <a:lnTo>
                  <a:pt x="372" y="41"/>
                </a:lnTo>
                <a:lnTo>
                  <a:pt x="372" y="39"/>
                </a:lnTo>
                <a:lnTo>
                  <a:pt x="371" y="39"/>
                </a:lnTo>
                <a:lnTo>
                  <a:pt x="372" y="39"/>
                </a:lnTo>
                <a:lnTo>
                  <a:pt x="372" y="38"/>
                </a:lnTo>
                <a:lnTo>
                  <a:pt x="373" y="38"/>
                </a:lnTo>
                <a:lnTo>
                  <a:pt x="373" y="37"/>
                </a:lnTo>
                <a:lnTo>
                  <a:pt x="373" y="38"/>
                </a:lnTo>
                <a:lnTo>
                  <a:pt x="374" y="37"/>
                </a:lnTo>
                <a:lnTo>
                  <a:pt x="375" y="36"/>
                </a:lnTo>
                <a:lnTo>
                  <a:pt x="375" y="35"/>
                </a:lnTo>
                <a:lnTo>
                  <a:pt x="374" y="35"/>
                </a:lnTo>
                <a:lnTo>
                  <a:pt x="374" y="34"/>
                </a:lnTo>
                <a:lnTo>
                  <a:pt x="373" y="33"/>
                </a:lnTo>
                <a:lnTo>
                  <a:pt x="372" y="34"/>
                </a:lnTo>
                <a:lnTo>
                  <a:pt x="372" y="33"/>
                </a:lnTo>
                <a:lnTo>
                  <a:pt x="371" y="33"/>
                </a:lnTo>
                <a:lnTo>
                  <a:pt x="371" y="32"/>
                </a:lnTo>
                <a:lnTo>
                  <a:pt x="371" y="31"/>
                </a:lnTo>
                <a:lnTo>
                  <a:pt x="370" y="32"/>
                </a:lnTo>
                <a:lnTo>
                  <a:pt x="370" y="31"/>
                </a:lnTo>
                <a:lnTo>
                  <a:pt x="369" y="31"/>
                </a:lnTo>
                <a:lnTo>
                  <a:pt x="368" y="31"/>
                </a:lnTo>
                <a:lnTo>
                  <a:pt x="368" y="30"/>
                </a:lnTo>
                <a:lnTo>
                  <a:pt x="369" y="29"/>
                </a:lnTo>
                <a:lnTo>
                  <a:pt x="370" y="29"/>
                </a:lnTo>
                <a:lnTo>
                  <a:pt x="371" y="28"/>
                </a:lnTo>
                <a:lnTo>
                  <a:pt x="371" y="27"/>
                </a:lnTo>
                <a:lnTo>
                  <a:pt x="372" y="27"/>
                </a:lnTo>
                <a:lnTo>
                  <a:pt x="373" y="26"/>
                </a:lnTo>
                <a:lnTo>
                  <a:pt x="374" y="26"/>
                </a:lnTo>
                <a:lnTo>
                  <a:pt x="374" y="25"/>
                </a:lnTo>
                <a:lnTo>
                  <a:pt x="375" y="24"/>
                </a:lnTo>
                <a:lnTo>
                  <a:pt x="374" y="24"/>
                </a:lnTo>
                <a:lnTo>
                  <a:pt x="374" y="23"/>
                </a:lnTo>
                <a:lnTo>
                  <a:pt x="374" y="22"/>
                </a:lnTo>
                <a:lnTo>
                  <a:pt x="374" y="21"/>
                </a:lnTo>
                <a:lnTo>
                  <a:pt x="375" y="21"/>
                </a:lnTo>
                <a:lnTo>
                  <a:pt x="375" y="20"/>
                </a:lnTo>
                <a:lnTo>
                  <a:pt x="376" y="20"/>
                </a:lnTo>
                <a:lnTo>
                  <a:pt x="377" y="19"/>
                </a:lnTo>
                <a:lnTo>
                  <a:pt x="378" y="19"/>
                </a:lnTo>
                <a:lnTo>
                  <a:pt x="379" y="19"/>
                </a:lnTo>
                <a:lnTo>
                  <a:pt x="380" y="19"/>
                </a:lnTo>
                <a:lnTo>
                  <a:pt x="380" y="18"/>
                </a:lnTo>
                <a:lnTo>
                  <a:pt x="381" y="18"/>
                </a:lnTo>
                <a:lnTo>
                  <a:pt x="381" y="19"/>
                </a:lnTo>
                <a:lnTo>
                  <a:pt x="382" y="18"/>
                </a:lnTo>
                <a:lnTo>
                  <a:pt x="383" y="18"/>
                </a:lnTo>
                <a:lnTo>
                  <a:pt x="384" y="19"/>
                </a:lnTo>
                <a:lnTo>
                  <a:pt x="385" y="20"/>
                </a:lnTo>
                <a:lnTo>
                  <a:pt x="385" y="19"/>
                </a:lnTo>
                <a:lnTo>
                  <a:pt x="386" y="19"/>
                </a:lnTo>
                <a:lnTo>
                  <a:pt x="387" y="20"/>
                </a:lnTo>
                <a:lnTo>
                  <a:pt x="388" y="21"/>
                </a:lnTo>
                <a:lnTo>
                  <a:pt x="388" y="22"/>
                </a:lnTo>
                <a:lnTo>
                  <a:pt x="388" y="23"/>
                </a:lnTo>
                <a:lnTo>
                  <a:pt x="389" y="24"/>
                </a:lnTo>
                <a:lnTo>
                  <a:pt x="388" y="24"/>
                </a:lnTo>
                <a:lnTo>
                  <a:pt x="388" y="25"/>
                </a:lnTo>
                <a:lnTo>
                  <a:pt x="387" y="26"/>
                </a:lnTo>
                <a:lnTo>
                  <a:pt x="387" y="27"/>
                </a:lnTo>
                <a:lnTo>
                  <a:pt x="386" y="27"/>
                </a:lnTo>
                <a:lnTo>
                  <a:pt x="386" y="28"/>
                </a:lnTo>
                <a:lnTo>
                  <a:pt x="387" y="29"/>
                </a:lnTo>
                <a:lnTo>
                  <a:pt x="388" y="29"/>
                </a:lnTo>
                <a:lnTo>
                  <a:pt x="388" y="30"/>
                </a:lnTo>
                <a:lnTo>
                  <a:pt x="388" y="29"/>
                </a:lnTo>
                <a:lnTo>
                  <a:pt x="389" y="30"/>
                </a:lnTo>
                <a:lnTo>
                  <a:pt x="390" y="30"/>
                </a:lnTo>
                <a:lnTo>
                  <a:pt x="390" y="31"/>
                </a:lnTo>
                <a:lnTo>
                  <a:pt x="391" y="30"/>
                </a:lnTo>
                <a:lnTo>
                  <a:pt x="391" y="31"/>
                </a:lnTo>
                <a:lnTo>
                  <a:pt x="391" y="30"/>
                </a:lnTo>
                <a:lnTo>
                  <a:pt x="392" y="30"/>
                </a:lnTo>
                <a:lnTo>
                  <a:pt x="391" y="30"/>
                </a:lnTo>
                <a:lnTo>
                  <a:pt x="391" y="29"/>
                </a:lnTo>
                <a:lnTo>
                  <a:pt x="392" y="29"/>
                </a:lnTo>
                <a:lnTo>
                  <a:pt x="393" y="29"/>
                </a:lnTo>
                <a:lnTo>
                  <a:pt x="394" y="29"/>
                </a:lnTo>
                <a:lnTo>
                  <a:pt x="394" y="28"/>
                </a:lnTo>
                <a:lnTo>
                  <a:pt x="395" y="27"/>
                </a:lnTo>
                <a:lnTo>
                  <a:pt x="396" y="27"/>
                </a:lnTo>
                <a:lnTo>
                  <a:pt x="397" y="27"/>
                </a:lnTo>
                <a:lnTo>
                  <a:pt x="397" y="28"/>
                </a:lnTo>
                <a:lnTo>
                  <a:pt x="397" y="29"/>
                </a:lnTo>
                <a:lnTo>
                  <a:pt x="397" y="30"/>
                </a:lnTo>
                <a:lnTo>
                  <a:pt x="397" y="31"/>
                </a:lnTo>
                <a:lnTo>
                  <a:pt x="398" y="31"/>
                </a:lnTo>
                <a:lnTo>
                  <a:pt x="399" y="32"/>
                </a:lnTo>
                <a:lnTo>
                  <a:pt x="400" y="31"/>
                </a:lnTo>
                <a:lnTo>
                  <a:pt x="401" y="31"/>
                </a:lnTo>
                <a:lnTo>
                  <a:pt x="401" y="30"/>
                </a:lnTo>
                <a:lnTo>
                  <a:pt x="401" y="28"/>
                </a:lnTo>
                <a:lnTo>
                  <a:pt x="402" y="28"/>
                </a:lnTo>
                <a:lnTo>
                  <a:pt x="403" y="27"/>
                </a:lnTo>
                <a:lnTo>
                  <a:pt x="404" y="27"/>
                </a:lnTo>
                <a:lnTo>
                  <a:pt x="405" y="27"/>
                </a:lnTo>
                <a:lnTo>
                  <a:pt x="405" y="28"/>
                </a:lnTo>
                <a:lnTo>
                  <a:pt x="406" y="28"/>
                </a:lnTo>
                <a:lnTo>
                  <a:pt x="406" y="29"/>
                </a:lnTo>
                <a:lnTo>
                  <a:pt x="405" y="29"/>
                </a:lnTo>
                <a:lnTo>
                  <a:pt x="405" y="30"/>
                </a:lnTo>
                <a:lnTo>
                  <a:pt x="404" y="31"/>
                </a:lnTo>
                <a:lnTo>
                  <a:pt x="405" y="32"/>
                </a:lnTo>
                <a:lnTo>
                  <a:pt x="404" y="32"/>
                </a:lnTo>
                <a:lnTo>
                  <a:pt x="404" y="33"/>
                </a:lnTo>
                <a:lnTo>
                  <a:pt x="403" y="34"/>
                </a:lnTo>
                <a:lnTo>
                  <a:pt x="404" y="34"/>
                </a:lnTo>
                <a:lnTo>
                  <a:pt x="404" y="35"/>
                </a:lnTo>
                <a:lnTo>
                  <a:pt x="405" y="35"/>
                </a:lnTo>
                <a:lnTo>
                  <a:pt x="405" y="36"/>
                </a:lnTo>
                <a:lnTo>
                  <a:pt x="405" y="37"/>
                </a:lnTo>
                <a:lnTo>
                  <a:pt x="406" y="37"/>
                </a:lnTo>
                <a:lnTo>
                  <a:pt x="406" y="38"/>
                </a:lnTo>
                <a:lnTo>
                  <a:pt x="407" y="38"/>
                </a:lnTo>
                <a:lnTo>
                  <a:pt x="408" y="38"/>
                </a:lnTo>
                <a:lnTo>
                  <a:pt x="408" y="39"/>
                </a:lnTo>
                <a:lnTo>
                  <a:pt x="407" y="39"/>
                </a:lnTo>
                <a:lnTo>
                  <a:pt x="407" y="40"/>
                </a:lnTo>
                <a:lnTo>
                  <a:pt x="408" y="41"/>
                </a:lnTo>
                <a:lnTo>
                  <a:pt x="409" y="41"/>
                </a:lnTo>
                <a:lnTo>
                  <a:pt x="409" y="42"/>
                </a:lnTo>
                <a:lnTo>
                  <a:pt x="408" y="42"/>
                </a:lnTo>
                <a:lnTo>
                  <a:pt x="408" y="43"/>
                </a:lnTo>
                <a:lnTo>
                  <a:pt x="409" y="43"/>
                </a:lnTo>
                <a:lnTo>
                  <a:pt x="409" y="44"/>
                </a:lnTo>
                <a:lnTo>
                  <a:pt x="408" y="45"/>
                </a:lnTo>
                <a:lnTo>
                  <a:pt x="408" y="46"/>
                </a:lnTo>
                <a:lnTo>
                  <a:pt x="408" y="47"/>
                </a:lnTo>
                <a:lnTo>
                  <a:pt x="409" y="47"/>
                </a:lnTo>
                <a:lnTo>
                  <a:pt x="409" y="48"/>
                </a:lnTo>
                <a:lnTo>
                  <a:pt x="410" y="47"/>
                </a:lnTo>
                <a:lnTo>
                  <a:pt x="410" y="48"/>
                </a:lnTo>
                <a:lnTo>
                  <a:pt x="410" y="49"/>
                </a:lnTo>
                <a:lnTo>
                  <a:pt x="410" y="50"/>
                </a:lnTo>
                <a:lnTo>
                  <a:pt x="411" y="50"/>
                </a:lnTo>
                <a:lnTo>
                  <a:pt x="411" y="49"/>
                </a:lnTo>
                <a:lnTo>
                  <a:pt x="412" y="49"/>
                </a:lnTo>
                <a:lnTo>
                  <a:pt x="412" y="50"/>
                </a:lnTo>
                <a:lnTo>
                  <a:pt x="413" y="50"/>
                </a:lnTo>
                <a:lnTo>
                  <a:pt x="413" y="49"/>
                </a:lnTo>
                <a:lnTo>
                  <a:pt x="414" y="49"/>
                </a:lnTo>
                <a:lnTo>
                  <a:pt x="415" y="49"/>
                </a:lnTo>
                <a:lnTo>
                  <a:pt x="415" y="50"/>
                </a:lnTo>
                <a:lnTo>
                  <a:pt x="416" y="50"/>
                </a:lnTo>
                <a:lnTo>
                  <a:pt x="416" y="51"/>
                </a:lnTo>
                <a:lnTo>
                  <a:pt x="416" y="52"/>
                </a:lnTo>
                <a:lnTo>
                  <a:pt x="416" y="54"/>
                </a:lnTo>
                <a:lnTo>
                  <a:pt x="416" y="55"/>
                </a:lnTo>
                <a:lnTo>
                  <a:pt x="416" y="56"/>
                </a:lnTo>
                <a:lnTo>
                  <a:pt x="416" y="57"/>
                </a:lnTo>
                <a:lnTo>
                  <a:pt x="417" y="57"/>
                </a:lnTo>
                <a:lnTo>
                  <a:pt x="417" y="58"/>
                </a:lnTo>
                <a:lnTo>
                  <a:pt x="418" y="59"/>
                </a:lnTo>
                <a:lnTo>
                  <a:pt x="418" y="58"/>
                </a:lnTo>
                <a:lnTo>
                  <a:pt x="419" y="58"/>
                </a:lnTo>
                <a:lnTo>
                  <a:pt x="420" y="58"/>
                </a:lnTo>
                <a:lnTo>
                  <a:pt x="421" y="58"/>
                </a:lnTo>
                <a:lnTo>
                  <a:pt x="422" y="58"/>
                </a:lnTo>
                <a:lnTo>
                  <a:pt x="422" y="59"/>
                </a:lnTo>
                <a:lnTo>
                  <a:pt x="423" y="59"/>
                </a:lnTo>
                <a:lnTo>
                  <a:pt x="424" y="59"/>
                </a:lnTo>
                <a:lnTo>
                  <a:pt x="424" y="58"/>
                </a:lnTo>
                <a:lnTo>
                  <a:pt x="425" y="58"/>
                </a:lnTo>
                <a:lnTo>
                  <a:pt x="426" y="57"/>
                </a:lnTo>
                <a:lnTo>
                  <a:pt x="427" y="56"/>
                </a:lnTo>
                <a:lnTo>
                  <a:pt x="428" y="56"/>
                </a:lnTo>
                <a:lnTo>
                  <a:pt x="429" y="55"/>
                </a:lnTo>
                <a:lnTo>
                  <a:pt x="429" y="56"/>
                </a:lnTo>
                <a:lnTo>
                  <a:pt x="430" y="56"/>
                </a:lnTo>
                <a:lnTo>
                  <a:pt x="431" y="57"/>
                </a:lnTo>
                <a:lnTo>
                  <a:pt x="431" y="58"/>
                </a:lnTo>
                <a:lnTo>
                  <a:pt x="432" y="58"/>
                </a:lnTo>
                <a:lnTo>
                  <a:pt x="433" y="59"/>
                </a:lnTo>
                <a:lnTo>
                  <a:pt x="433" y="60"/>
                </a:lnTo>
                <a:lnTo>
                  <a:pt x="433" y="61"/>
                </a:lnTo>
                <a:lnTo>
                  <a:pt x="432" y="61"/>
                </a:lnTo>
                <a:lnTo>
                  <a:pt x="432" y="62"/>
                </a:lnTo>
                <a:lnTo>
                  <a:pt x="433" y="62"/>
                </a:lnTo>
                <a:lnTo>
                  <a:pt x="433" y="63"/>
                </a:lnTo>
                <a:lnTo>
                  <a:pt x="434" y="63"/>
                </a:lnTo>
                <a:lnTo>
                  <a:pt x="435" y="63"/>
                </a:lnTo>
                <a:lnTo>
                  <a:pt x="435" y="62"/>
                </a:lnTo>
                <a:lnTo>
                  <a:pt x="436" y="62"/>
                </a:lnTo>
                <a:lnTo>
                  <a:pt x="437" y="63"/>
                </a:lnTo>
                <a:lnTo>
                  <a:pt x="437" y="64"/>
                </a:lnTo>
                <a:lnTo>
                  <a:pt x="438" y="63"/>
                </a:lnTo>
                <a:lnTo>
                  <a:pt x="439" y="63"/>
                </a:lnTo>
                <a:lnTo>
                  <a:pt x="439" y="62"/>
                </a:lnTo>
                <a:lnTo>
                  <a:pt x="440" y="62"/>
                </a:lnTo>
                <a:lnTo>
                  <a:pt x="441" y="62"/>
                </a:lnTo>
                <a:lnTo>
                  <a:pt x="442" y="62"/>
                </a:lnTo>
                <a:lnTo>
                  <a:pt x="441" y="62"/>
                </a:lnTo>
                <a:lnTo>
                  <a:pt x="442" y="61"/>
                </a:lnTo>
                <a:lnTo>
                  <a:pt x="443" y="61"/>
                </a:lnTo>
                <a:lnTo>
                  <a:pt x="442" y="62"/>
                </a:lnTo>
                <a:lnTo>
                  <a:pt x="443" y="62"/>
                </a:lnTo>
                <a:lnTo>
                  <a:pt x="444" y="62"/>
                </a:lnTo>
                <a:lnTo>
                  <a:pt x="444" y="61"/>
                </a:lnTo>
                <a:lnTo>
                  <a:pt x="445" y="61"/>
                </a:lnTo>
                <a:lnTo>
                  <a:pt x="446" y="60"/>
                </a:lnTo>
                <a:lnTo>
                  <a:pt x="447" y="60"/>
                </a:lnTo>
                <a:lnTo>
                  <a:pt x="447" y="61"/>
                </a:lnTo>
                <a:lnTo>
                  <a:pt x="448" y="61"/>
                </a:lnTo>
                <a:lnTo>
                  <a:pt x="448" y="62"/>
                </a:lnTo>
                <a:lnTo>
                  <a:pt x="449" y="62"/>
                </a:lnTo>
                <a:lnTo>
                  <a:pt x="451" y="62"/>
                </a:lnTo>
                <a:lnTo>
                  <a:pt x="451" y="61"/>
                </a:lnTo>
                <a:lnTo>
                  <a:pt x="452" y="62"/>
                </a:lnTo>
                <a:lnTo>
                  <a:pt x="452" y="63"/>
                </a:lnTo>
                <a:lnTo>
                  <a:pt x="453" y="62"/>
                </a:lnTo>
                <a:lnTo>
                  <a:pt x="453" y="63"/>
                </a:lnTo>
                <a:lnTo>
                  <a:pt x="453" y="64"/>
                </a:lnTo>
                <a:lnTo>
                  <a:pt x="454" y="64"/>
                </a:lnTo>
                <a:lnTo>
                  <a:pt x="455" y="64"/>
                </a:lnTo>
                <a:lnTo>
                  <a:pt x="455" y="63"/>
                </a:lnTo>
                <a:lnTo>
                  <a:pt x="456" y="63"/>
                </a:lnTo>
                <a:lnTo>
                  <a:pt x="457" y="63"/>
                </a:lnTo>
                <a:lnTo>
                  <a:pt x="459" y="62"/>
                </a:lnTo>
                <a:lnTo>
                  <a:pt x="460" y="63"/>
                </a:lnTo>
                <a:lnTo>
                  <a:pt x="460" y="62"/>
                </a:lnTo>
                <a:lnTo>
                  <a:pt x="462" y="62"/>
                </a:lnTo>
                <a:lnTo>
                  <a:pt x="462" y="61"/>
                </a:lnTo>
                <a:lnTo>
                  <a:pt x="464" y="61"/>
                </a:lnTo>
                <a:lnTo>
                  <a:pt x="464" y="62"/>
                </a:lnTo>
                <a:lnTo>
                  <a:pt x="465" y="62"/>
                </a:lnTo>
                <a:lnTo>
                  <a:pt x="466" y="61"/>
                </a:lnTo>
                <a:lnTo>
                  <a:pt x="467" y="60"/>
                </a:lnTo>
                <a:lnTo>
                  <a:pt x="469" y="60"/>
                </a:lnTo>
                <a:lnTo>
                  <a:pt x="470" y="60"/>
                </a:lnTo>
                <a:lnTo>
                  <a:pt x="470" y="61"/>
                </a:lnTo>
                <a:lnTo>
                  <a:pt x="471" y="61"/>
                </a:lnTo>
                <a:lnTo>
                  <a:pt x="471" y="62"/>
                </a:lnTo>
                <a:lnTo>
                  <a:pt x="472" y="62"/>
                </a:lnTo>
                <a:lnTo>
                  <a:pt x="472" y="63"/>
                </a:lnTo>
                <a:lnTo>
                  <a:pt x="472" y="64"/>
                </a:lnTo>
                <a:lnTo>
                  <a:pt x="473" y="65"/>
                </a:lnTo>
                <a:lnTo>
                  <a:pt x="474" y="65"/>
                </a:lnTo>
                <a:lnTo>
                  <a:pt x="475" y="65"/>
                </a:lnTo>
                <a:lnTo>
                  <a:pt x="476" y="65"/>
                </a:lnTo>
                <a:lnTo>
                  <a:pt x="477" y="65"/>
                </a:lnTo>
                <a:lnTo>
                  <a:pt x="478" y="65"/>
                </a:lnTo>
                <a:lnTo>
                  <a:pt x="478" y="66"/>
                </a:lnTo>
                <a:lnTo>
                  <a:pt x="478" y="67"/>
                </a:lnTo>
                <a:lnTo>
                  <a:pt x="479" y="67"/>
                </a:lnTo>
                <a:lnTo>
                  <a:pt x="480" y="68"/>
                </a:lnTo>
                <a:lnTo>
                  <a:pt x="481" y="68"/>
                </a:lnTo>
                <a:lnTo>
                  <a:pt x="481" y="69"/>
                </a:lnTo>
                <a:lnTo>
                  <a:pt x="482" y="70"/>
                </a:lnTo>
                <a:lnTo>
                  <a:pt x="482" y="71"/>
                </a:lnTo>
                <a:lnTo>
                  <a:pt x="481" y="71"/>
                </a:lnTo>
                <a:lnTo>
                  <a:pt x="480" y="72"/>
                </a:lnTo>
                <a:lnTo>
                  <a:pt x="480" y="73"/>
                </a:lnTo>
                <a:lnTo>
                  <a:pt x="481" y="73"/>
                </a:lnTo>
                <a:lnTo>
                  <a:pt x="481" y="74"/>
                </a:lnTo>
                <a:lnTo>
                  <a:pt x="481" y="75"/>
                </a:lnTo>
                <a:lnTo>
                  <a:pt x="481" y="76"/>
                </a:lnTo>
                <a:lnTo>
                  <a:pt x="480" y="76"/>
                </a:lnTo>
                <a:lnTo>
                  <a:pt x="481" y="77"/>
                </a:lnTo>
                <a:lnTo>
                  <a:pt x="480" y="77"/>
                </a:lnTo>
                <a:lnTo>
                  <a:pt x="481" y="78"/>
                </a:lnTo>
                <a:lnTo>
                  <a:pt x="481" y="79"/>
                </a:lnTo>
                <a:lnTo>
                  <a:pt x="482" y="79"/>
                </a:lnTo>
                <a:lnTo>
                  <a:pt x="482" y="80"/>
                </a:lnTo>
                <a:lnTo>
                  <a:pt x="483" y="80"/>
                </a:lnTo>
                <a:lnTo>
                  <a:pt x="484" y="80"/>
                </a:lnTo>
                <a:lnTo>
                  <a:pt x="485" y="80"/>
                </a:lnTo>
                <a:lnTo>
                  <a:pt x="486" y="81"/>
                </a:lnTo>
                <a:lnTo>
                  <a:pt x="487" y="80"/>
                </a:lnTo>
                <a:lnTo>
                  <a:pt x="487" y="81"/>
                </a:lnTo>
                <a:lnTo>
                  <a:pt x="487" y="82"/>
                </a:lnTo>
                <a:lnTo>
                  <a:pt x="488" y="83"/>
                </a:lnTo>
                <a:lnTo>
                  <a:pt x="488" y="84"/>
                </a:lnTo>
                <a:lnTo>
                  <a:pt x="489" y="84"/>
                </a:lnTo>
                <a:lnTo>
                  <a:pt x="489" y="85"/>
                </a:lnTo>
                <a:lnTo>
                  <a:pt x="488" y="85"/>
                </a:lnTo>
                <a:lnTo>
                  <a:pt x="489" y="86"/>
                </a:lnTo>
                <a:lnTo>
                  <a:pt x="489" y="87"/>
                </a:lnTo>
                <a:lnTo>
                  <a:pt x="489" y="88"/>
                </a:lnTo>
                <a:lnTo>
                  <a:pt x="488" y="88"/>
                </a:lnTo>
                <a:lnTo>
                  <a:pt x="487" y="88"/>
                </a:lnTo>
                <a:lnTo>
                  <a:pt x="486" y="89"/>
                </a:lnTo>
                <a:lnTo>
                  <a:pt x="486" y="90"/>
                </a:lnTo>
                <a:lnTo>
                  <a:pt x="485" y="91"/>
                </a:lnTo>
                <a:lnTo>
                  <a:pt x="484" y="91"/>
                </a:lnTo>
                <a:lnTo>
                  <a:pt x="484" y="92"/>
                </a:lnTo>
                <a:lnTo>
                  <a:pt x="485" y="92"/>
                </a:lnTo>
                <a:lnTo>
                  <a:pt x="486" y="93"/>
                </a:lnTo>
                <a:lnTo>
                  <a:pt x="485" y="94"/>
                </a:lnTo>
                <a:lnTo>
                  <a:pt x="484" y="94"/>
                </a:lnTo>
                <a:lnTo>
                  <a:pt x="485" y="95"/>
                </a:lnTo>
                <a:lnTo>
                  <a:pt x="484" y="95"/>
                </a:lnTo>
                <a:lnTo>
                  <a:pt x="483" y="95"/>
                </a:lnTo>
                <a:lnTo>
                  <a:pt x="482" y="95"/>
                </a:lnTo>
                <a:lnTo>
                  <a:pt x="481" y="95"/>
                </a:lnTo>
                <a:lnTo>
                  <a:pt x="480" y="95"/>
                </a:lnTo>
                <a:lnTo>
                  <a:pt x="479" y="94"/>
                </a:lnTo>
                <a:lnTo>
                  <a:pt x="478" y="94"/>
                </a:lnTo>
                <a:lnTo>
                  <a:pt x="478" y="95"/>
                </a:lnTo>
                <a:lnTo>
                  <a:pt x="477" y="95"/>
                </a:lnTo>
                <a:lnTo>
                  <a:pt x="476" y="95"/>
                </a:lnTo>
                <a:lnTo>
                  <a:pt x="476" y="94"/>
                </a:lnTo>
                <a:lnTo>
                  <a:pt x="475" y="94"/>
                </a:lnTo>
                <a:lnTo>
                  <a:pt x="474" y="94"/>
                </a:lnTo>
                <a:lnTo>
                  <a:pt x="474" y="95"/>
                </a:lnTo>
                <a:lnTo>
                  <a:pt x="475" y="95"/>
                </a:lnTo>
                <a:lnTo>
                  <a:pt x="475" y="96"/>
                </a:lnTo>
                <a:lnTo>
                  <a:pt x="475" y="98"/>
                </a:lnTo>
                <a:lnTo>
                  <a:pt x="475" y="99"/>
                </a:lnTo>
                <a:lnTo>
                  <a:pt x="475" y="100"/>
                </a:lnTo>
                <a:lnTo>
                  <a:pt x="475" y="101"/>
                </a:lnTo>
                <a:lnTo>
                  <a:pt x="475" y="102"/>
                </a:lnTo>
                <a:lnTo>
                  <a:pt x="476" y="102"/>
                </a:lnTo>
                <a:lnTo>
                  <a:pt x="476" y="103"/>
                </a:lnTo>
                <a:lnTo>
                  <a:pt x="475" y="103"/>
                </a:lnTo>
                <a:lnTo>
                  <a:pt x="474" y="103"/>
                </a:lnTo>
                <a:lnTo>
                  <a:pt x="473" y="103"/>
                </a:lnTo>
                <a:lnTo>
                  <a:pt x="472" y="103"/>
                </a:lnTo>
                <a:lnTo>
                  <a:pt x="471" y="104"/>
                </a:lnTo>
                <a:lnTo>
                  <a:pt x="471" y="105"/>
                </a:lnTo>
                <a:lnTo>
                  <a:pt x="471" y="106"/>
                </a:lnTo>
                <a:lnTo>
                  <a:pt x="470" y="107"/>
                </a:lnTo>
                <a:lnTo>
                  <a:pt x="470" y="108"/>
                </a:lnTo>
                <a:lnTo>
                  <a:pt x="470" y="109"/>
                </a:lnTo>
                <a:lnTo>
                  <a:pt x="471" y="109"/>
                </a:lnTo>
                <a:lnTo>
                  <a:pt x="471" y="110"/>
                </a:lnTo>
                <a:lnTo>
                  <a:pt x="471" y="112"/>
                </a:lnTo>
                <a:lnTo>
                  <a:pt x="471" y="113"/>
                </a:lnTo>
                <a:lnTo>
                  <a:pt x="471" y="114"/>
                </a:lnTo>
                <a:lnTo>
                  <a:pt x="472" y="114"/>
                </a:lnTo>
                <a:lnTo>
                  <a:pt x="472" y="115"/>
                </a:lnTo>
                <a:lnTo>
                  <a:pt x="472" y="116"/>
                </a:lnTo>
                <a:lnTo>
                  <a:pt x="471" y="116"/>
                </a:lnTo>
                <a:lnTo>
                  <a:pt x="471" y="117"/>
                </a:lnTo>
                <a:lnTo>
                  <a:pt x="470" y="117"/>
                </a:lnTo>
                <a:lnTo>
                  <a:pt x="471" y="118"/>
                </a:lnTo>
                <a:lnTo>
                  <a:pt x="472" y="118"/>
                </a:lnTo>
                <a:lnTo>
                  <a:pt x="473" y="119"/>
                </a:lnTo>
                <a:lnTo>
                  <a:pt x="474" y="119"/>
                </a:lnTo>
                <a:lnTo>
                  <a:pt x="475" y="120"/>
                </a:lnTo>
                <a:lnTo>
                  <a:pt x="474" y="121"/>
                </a:lnTo>
                <a:lnTo>
                  <a:pt x="475" y="121"/>
                </a:lnTo>
                <a:lnTo>
                  <a:pt x="474" y="122"/>
                </a:lnTo>
                <a:lnTo>
                  <a:pt x="474" y="123"/>
                </a:lnTo>
                <a:lnTo>
                  <a:pt x="474" y="124"/>
                </a:lnTo>
                <a:lnTo>
                  <a:pt x="475" y="125"/>
                </a:lnTo>
                <a:lnTo>
                  <a:pt x="475" y="124"/>
                </a:lnTo>
                <a:lnTo>
                  <a:pt x="475" y="125"/>
                </a:lnTo>
                <a:lnTo>
                  <a:pt x="476" y="125"/>
                </a:lnTo>
                <a:lnTo>
                  <a:pt x="476" y="126"/>
                </a:lnTo>
                <a:lnTo>
                  <a:pt x="476" y="127"/>
                </a:lnTo>
                <a:lnTo>
                  <a:pt x="476" y="128"/>
                </a:lnTo>
                <a:lnTo>
                  <a:pt x="477" y="128"/>
                </a:lnTo>
                <a:lnTo>
                  <a:pt x="477" y="129"/>
                </a:lnTo>
                <a:lnTo>
                  <a:pt x="477" y="128"/>
                </a:lnTo>
                <a:lnTo>
                  <a:pt x="478" y="128"/>
                </a:lnTo>
                <a:lnTo>
                  <a:pt x="478" y="129"/>
                </a:lnTo>
                <a:lnTo>
                  <a:pt x="477" y="130"/>
                </a:lnTo>
                <a:lnTo>
                  <a:pt x="478" y="130"/>
                </a:lnTo>
                <a:lnTo>
                  <a:pt x="478" y="129"/>
                </a:lnTo>
                <a:lnTo>
                  <a:pt x="478" y="128"/>
                </a:lnTo>
                <a:lnTo>
                  <a:pt x="479" y="128"/>
                </a:lnTo>
                <a:lnTo>
                  <a:pt x="480" y="127"/>
                </a:lnTo>
                <a:lnTo>
                  <a:pt x="481" y="128"/>
                </a:lnTo>
                <a:lnTo>
                  <a:pt x="480" y="129"/>
                </a:lnTo>
                <a:lnTo>
                  <a:pt x="480" y="130"/>
                </a:lnTo>
                <a:lnTo>
                  <a:pt x="481" y="131"/>
                </a:lnTo>
                <a:lnTo>
                  <a:pt x="482" y="131"/>
                </a:lnTo>
                <a:lnTo>
                  <a:pt x="483" y="130"/>
                </a:lnTo>
                <a:lnTo>
                  <a:pt x="483" y="131"/>
                </a:lnTo>
                <a:lnTo>
                  <a:pt x="484" y="131"/>
                </a:lnTo>
                <a:lnTo>
                  <a:pt x="484" y="130"/>
                </a:lnTo>
                <a:lnTo>
                  <a:pt x="484" y="131"/>
                </a:lnTo>
                <a:lnTo>
                  <a:pt x="485" y="131"/>
                </a:lnTo>
                <a:lnTo>
                  <a:pt x="486" y="131"/>
                </a:lnTo>
                <a:lnTo>
                  <a:pt x="486" y="132"/>
                </a:lnTo>
                <a:lnTo>
                  <a:pt x="487" y="132"/>
                </a:lnTo>
                <a:lnTo>
                  <a:pt x="487" y="133"/>
                </a:lnTo>
                <a:lnTo>
                  <a:pt x="488" y="134"/>
                </a:lnTo>
                <a:lnTo>
                  <a:pt x="488" y="135"/>
                </a:lnTo>
                <a:lnTo>
                  <a:pt x="489" y="134"/>
                </a:lnTo>
                <a:lnTo>
                  <a:pt x="489" y="135"/>
                </a:lnTo>
                <a:lnTo>
                  <a:pt x="490" y="135"/>
                </a:lnTo>
                <a:lnTo>
                  <a:pt x="491" y="135"/>
                </a:lnTo>
                <a:lnTo>
                  <a:pt x="491" y="136"/>
                </a:lnTo>
                <a:lnTo>
                  <a:pt x="490" y="136"/>
                </a:lnTo>
                <a:lnTo>
                  <a:pt x="490" y="137"/>
                </a:lnTo>
                <a:lnTo>
                  <a:pt x="489" y="137"/>
                </a:lnTo>
                <a:lnTo>
                  <a:pt x="489" y="138"/>
                </a:lnTo>
                <a:lnTo>
                  <a:pt x="488" y="139"/>
                </a:lnTo>
                <a:lnTo>
                  <a:pt x="487" y="139"/>
                </a:lnTo>
                <a:lnTo>
                  <a:pt x="487" y="140"/>
                </a:lnTo>
                <a:lnTo>
                  <a:pt x="488" y="140"/>
                </a:lnTo>
                <a:lnTo>
                  <a:pt x="489" y="140"/>
                </a:lnTo>
                <a:lnTo>
                  <a:pt x="490" y="140"/>
                </a:lnTo>
                <a:lnTo>
                  <a:pt x="490" y="139"/>
                </a:lnTo>
                <a:lnTo>
                  <a:pt x="491" y="139"/>
                </a:lnTo>
                <a:lnTo>
                  <a:pt x="492" y="139"/>
                </a:lnTo>
                <a:lnTo>
                  <a:pt x="492" y="138"/>
                </a:lnTo>
                <a:lnTo>
                  <a:pt x="493" y="138"/>
                </a:lnTo>
                <a:lnTo>
                  <a:pt x="493" y="139"/>
                </a:lnTo>
                <a:lnTo>
                  <a:pt x="493" y="138"/>
                </a:lnTo>
                <a:lnTo>
                  <a:pt x="494" y="138"/>
                </a:lnTo>
                <a:lnTo>
                  <a:pt x="495" y="139"/>
                </a:lnTo>
                <a:lnTo>
                  <a:pt x="496" y="139"/>
                </a:lnTo>
                <a:lnTo>
                  <a:pt x="496" y="140"/>
                </a:lnTo>
                <a:lnTo>
                  <a:pt x="496" y="141"/>
                </a:lnTo>
                <a:lnTo>
                  <a:pt x="496" y="142"/>
                </a:lnTo>
                <a:lnTo>
                  <a:pt x="496" y="143"/>
                </a:lnTo>
                <a:lnTo>
                  <a:pt x="497" y="143"/>
                </a:lnTo>
                <a:lnTo>
                  <a:pt x="497" y="144"/>
                </a:lnTo>
                <a:lnTo>
                  <a:pt x="497" y="145"/>
                </a:lnTo>
                <a:lnTo>
                  <a:pt x="498" y="145"/>
                </a:lnTo>
                <a:lnTo>
                  <a:pt x="498" y="146"/>
                </a:lnTo>
                <a:lnTo>
                  <a:pt x="498" y="147"/>
                </a:lnTo>
                <a:lnTo>
                  <a:pt x="499" y="147"/>
                </a:lnTo>
                <a:lnTo>
                  <a:pt x="499" y="148"/>
                </a:lnTo>
                <a:lnTo>
                  <a:pt x="498" y="148"/>
                </a:lnTo>
                <a:lnTo>
                  <a:pt x="498" y="149"/>
                </a:lnTo>
                <a:lnTo>
                  <a:pt x="499" y="150"/>
                </a:lnTo>
                <a:lnTo>
                  <a:pt x="500" y="150"/>
                </a:lnTo>
                <a:lnTo>
                  <a:pt x="501" y="150"/>
                </a:lnTo>
                <a:lnTo>
                  <a:pt x="501" y="151"/>
                </a:lnTo>
                <a:lnTo>
                  <a:pt x="502" y="151"/>
                </a:lnTo>
                <a:lnTo>
                  <a:pt x="503" y="151"/>
                </a:lnTo>
                <a:lnTo>
                  <a:pt x="504" y="151"/>
                </a:lnTo>
                <a:lnTo>
                  <a:pt x="505" y="151"/>
                </a:lnTo>
                <a:lnTo>
                  <a:pt x="506" y="152"/>
                </a:lnTo>
                <a:lnTo>
                  <a:pt x="506" y="153"/>
                </a:lnTo>
                <a:lnTo>
                  <a:pt x="506" y="154"/>
                </a:lnTo>
                <a:lnTo>
                  <a:pt x="507" y="154"/>
                </a:lnTo>
                <a:lnTo>
                  <a:pt x="507" y="156"/>
                </a:lnTo>
                <a:lnTo>
                  <a:pt x="507" y="157"/>
                </a:lnTo>
                <a:lnTo>
                  <a:pt x="507" y="158"/>
                </a:lnTo>
                <a:lnTo>
                  <a:pt x="508" y="158"/>
                </a:lnTo>
                <a:lnTo>
                  <a:pt x="508" y="159"/>
                </a:lnTo>
                <a:lnTo>
                  <a:pt x="508" y="160"/>
                </a:lnTo>
                <a:lnTo>
                  <a:pt x="509" y="160"/>
                </a:lnTo>
                <a:lnTo>
                  <a:pt x="509" y="161"/>
                </a:lnTo>
                <a:lnTo>
                  <a:pt x="508" y="161"/>
                </a:lnTo>
                <a:lnTo>
                  <a:pt x="509" y="161"/>
                </a:lnTo>
                <a:lnTo>
                  <a:pt x="509" y="162"/>
                </a:lnTo>
                <a:lnTo>
                  <a:pt x="508" y="162"/>
                </a:lnTo>
                <a:lnTo>
                  <a:pt x="509" y="162"/>
                </a:lnTo>
                <a:lnTo>
                  <a:pt x="508" y="162"/>
                </a:lnTo>
                <a:lnTo>
                  <a:pt x="509" y="162"/>
                </a:lnTo>
                <a:lnTo>
                  <a:pt x="509" y="163"/>
                </a:lnTo>
                <a:lnTo>
                  <a:pt x="508" y="163"/>
                </a:lnTo>
                <a:lnTo>
                  <a:pt x="508" y="164"/>
                </a:lnTo>
                <a:lnTo>
                  <a:pt x="508" y="165"/>
                </a:lnTo>
                <a:lnTo>
                  <a:pt x="508" y="164"/>
                </a:lnTo>
                <a:lnTo>
                  <a:pt x="509" y="164"/>
                </a:lnTo>
                <a:lnTo>
                  <a:pt x="510" y="165"/>
                </a:lnTo>
                <a:lnTo>
                  <a:pt x="511" y="165"/>
                </a:lnTo>
                <a:lnTo>
                  <a:pt x="511" y="166"/>
                </a:lnTo>
                <a:lnTo>
                  <a:pt x="510" y="166"/>
                </a:lnTo>
                <a:lnTo>
                  <a:pt x="511" y="167"/>
                </a:lnTo>
                <a:lnTo>
                  <a:pt x="512" y="167"/>
                </a:lnTo>
                <a:lnTo>
                  <a:pt x="512" y="168"/>
                </a:lnTo>
                <a:lnTo>
                  <a:pt x="512" y="169"/>
                </a:lnTo>
                <a:lnTo>
                  <a:pt x="512" y="170"/>
                </a:lnTo>
                <a:lnTo>
                  <a:pt x="512" y="171"/>
                </a:lnTo>
                <a:lnTo>
                  <a:pt x="511" y="171"/>
                </a:lnTo>
                <a:lnTo>
                  <a:pt x="511" y="172"/>
                </a:lnTo>
                <a:lnTo>
                  <a:pt x="512" y="173"/>
                </a:lnTo>
                <a:lnTo>
                  <a:pt x="512" y="174"/>
                </a:lnTo>
                <a:lnTo>
                  <a:pt x="512" y="175"/>
                </a:lnTo>
                <a:lnTo>
                  <a:pt x="511" y="175"/>
                </a:lnTo>
                <a:lnTo>
                  <a:pt x="511" y="176"/>
                </a:lnTo>
                <a:lnTo>
                  <a:pt x="511" y="175"/>
                </a:lnTo>
                <a:lnTo>
                  <a:pt x="510" y="175"/>
                </a:lnTo>
                <a:lnTo>
                  <a:pt x="510" y="176"/>
                </a:lnTo>
                <a:lnTo>
                  <a:pt x="510" y="177"/>
                </a:lnTo>
                <a:lnTo>
                  <a:pt x="511" y="177"/>
                </a:lnTo>
                <a:lnTo>
                  <a:pt x="512" y="178"/>
                </a:lnTo>
                <a:lnTo>
                  <a:pt x="511" y="178"/>
                </a:lnTo>
                <a:lnTo>
                  <a:pt x="511" y="179"/>
                </a:lnTo>
                <a:lnTo>
                  <a:pt x="510" y="179"/>
                </a:lnTo>
                <a:lnTo>
                  <a:pt x="511" y="179"/>
                </a:lnTo>
                <a:lnTo>
                  <a:pt x="511" y="180"/>
                </a:lnTo>
                <a:lnTo>
                  <a:pt x="510" y="180"/>
                </a:lnTo>
                <a:lnTo>
                  <a:pt x="510" y="181"/>
                </a:lnTo>
                <a:lnTo>
                  <a:pt x="510" y="182"/>
                </a:lnTo>
                <a:lnTo>
                  <a:pt x="511" y="183"/>
                </a:lnTo>
                <a:lnTo>
                  <a:pt x="512" y="183"/>
                </a:lnTo>
                <a:lnTo>
                  <a:pt x="511" y="183"/>
                </a:lnTo>
                <a:lnTo>
                  <a:pt x="511" y="184"/>
                </a:lnTo>
                <a:lnTo>
                  <a:pt x="512" y="184"/>
                </a:lnTo>
                <a:lnTo>
                  <a:pt x="512" y="185"/>
                </a:lnTo>
                <a:lnTo>
                  <a:pt x="512" y="184"/>
                </a:lnTo>
                <a:lnTo>
                  <a:pt x="511" y="184"/>
                </a:lnTo>
                <a:lnTo>
                  <a:pt x="512" y="185"/>
                </a:lnTo>
                <a:lnTo>
                  <a:pt x="511" y="185"/>
                </a:lnTo>
                <a:lnTo>
                  <a:pt x="511" y="186"/>
                </a:lnTo>
                <a:lnTo>
                  <a:pt x="512" y="186"/>
                </a:lnTo>
                <a:lnTo>
                  <a:pt x="513" y="186"/>
                </a:lnTo>
                <a:lnTo>
                  <a:pt x="514" y="187"/>
                </a:lnTo>
                <a:lnTo>
                  <a:pt x="513" y="188"/>
                </a:lnTo>
                <a:lnTo>
                  <a:pt x="512" y="188"/>
                </a:lnTo>
                <a:lnTo>
                  <a:pt x="512" y="189"/>
                </a:lnTo>
                <a:lnTo>
                  <a:pt x="511" y="189"/>
                </a:lnTo>
                <a:lnTo>
                  <a:pt x="511" y="188"/>
                </a:lnTo>
                <a:lnTo>
                  <a:pt x="510" y="189"/>
                </a:lnTo>
                <a:lnTo>
                  <a:pt x="511" y="189"/>
                </a:lnTo>
                <a:lnTo>
                  <a:pt x="512" y="189"/>
                </a:lnTo>
                <a:lnTo>
                  <a:pt x="513" y="190"/>
                </a:lnTo>
                <a:lnTo>
                  <a:pt x="513" y="189"/>
                </a:lnTo>
                <a:lnTo>
                  <a:pt x="513" y="190"/>
                </a:lnTo>
                <a:lnTo>
                  <a:pt x="514" y="191"/>
                </a:lnTo>
                <a:lnTo>
                  <a:pt x="515" y="191"/>
                </a:lnTo>
                <a:lnTo>
                  <a:pt x="516" y="191"/>
                </a:lnTo>
                <a:lnTo>
                  <a:pt x="517" y="191"/>
                </a:lnTo>
                <a:lnTo>
                  <a:pt x="517" y="192"/>
                </a:lnTo>
                <a:lnTo>
                  <a:pt x="517" y="193"/>
                </a:lnTo>
                <a:lnTo>
                  <a:pt x="517" y="192"/>
                </a:lnTo>
                <a:lnTo>
                  <a:pt x="516" y="193"/>
                </a:lnTo>
                <a:lnTo>
                  <a:pt x="516" y="194"/>
                </a:lnTo>
                <a:lnTo>
                  <a:pt x="516" y="195"/>
                </a:lnTo>
                <a:lnTo>
                  <a:pt x="515" y="196"/>
                </a:lnTo>
                <a:lnTo>
                  <a:pt x="515" y="197"/>
                </a:lnTo>
                <a:lnTo>
                  <a:pt x="515" y="198"/>
                </a:lnTo>
                <a:lnTo>
                  <a:pt x="514" y="198"/>
                </a:lnTo>
                <a:lnTo>
                  <a:pt x="515" y="198"/>
                </a:lnTo>
                <a:lnTo>
                  <a:pt x="515" y="199"/>
                </a:lnTo>
                <a:lnTo>
                  <a:pt x="514" y="199"/>
                </a:lnTo>
                <a:lnTo>
                  <a:pt x="513" y="199"/>
                </a:lnTo>
                <a:lnTo>
                  <a:pt x="513" y="200"/>
                </a:lnTo>
                <a:lnTo>
                  <a:pt x="512" y="200"/>
                </a:lnTo>
                <a:lnTo>
                  <a:pt x="512" y="201"/>
                </a:lnTo>
                <a:lnTo>
                  <a:pt x="512" y="200"/>
                </a:lnTo>
                <a:lnTo>
                  <a:pt x="513" y="200"/>
                </a:lnTo>
                <a:lnTo>
                  <a:pt x="513" y="201"/>
                </a:lnTo>
                <a:lnTo>
                  <a:pt x="514" y="202"/>
                </a:lnTo>
                <a:lnTo>
                  <a:pt x="515" y="202"/>
                </a:lnTo>
                <a:lnTo>
                  <a:pt x="515" y="203"/>
                </a:lnTo>
                <a:lnTo>
                  <a:pt x="515" y="204"/>
                </a:lnTo>
                <a:lnTo>
                  <a:pt x="516" y="205"/>
                </a:lnTo>
                <a:lnTo>
                  <a:pt x="516" y="206"/>
                </a:lnTo>
                <a:lnTo>
                  <a:pt x="516" y="207"/>
                </a:lnTo>
                <a:lnTo>
                  <a:pt x="517" y="208"/>
                </a:lnTo>
                <a:lnTo>
                  <a:pt x="516" y="208"/>
                </a:lnTo>
                <a:lnTo>
                  <a:pt x="516" y="209"/>
                </a:lnTo>
                <a:lnTo>
                  <a:pt x="517" y="209"/>
                </a:lnTo>
                <a:lnTo>
                  <a:pt x="517" y="208"/>
                </a:lnTo>
                <a:lnTo>
                  <a:pt x="517" y="209"/>
                </a:lnTo>
                <a:lnTo>
                  <a:pt x="516" y="209"/>
                </a:lnTo>
                <a:lnTo>
                  <a:pt x="517" y="209"/>
                </a:lnTo>
                <a:lnTo>
                  <a:pt x="517" y="208"/>
                </a:lnTo>
                <a:lnTo>
                  <a:pt x="518" y="209"/>
                </a:lnTo>
                <a:lnTo>
                  <a:pt x="517" y="210"/>
                </a:lnTo>
                <a:lnTo>
                  <a:pt x="516" y="210"/>
                </a:lnTo>
                <a:lnTo>
                  <a:pt x="516" y="211"/>
                </a:lnTo>
                <a:lnTo>
                  <a:pt x="516" y="212"/>
                </a:lnTo>
                <a:lnTo>
                  <a:pt x="515" y="212"/>
                </a:lnTo>
                <a:lnTo>
                  <a:pt x="515" y="213"/>
                </a:lnTo>
                <a:lnTo>
                  <a:pt x="514" y="213"/>
                </a:lnTo>
                <a:lnTo>
                  <a:pt x="512" y="214"/>
                </a:lnTo>
                <a:lnTo>
                  <a:pt x="512" y="213"/>
                </a:lnTo>
                <a:lnTo>
                  <a:pt x="511" y="213"/>
                </a:lnTo>
                <a:lnTo>
                  <a:pt x="511" y="214"/>
                </a:lnTo>
                <a:lnTo>
                  <a:pt x="510" y="214"/>
                </a:lnTo>
                <a:lnTo>
                  <a:pt x="509" y="215"/>
                </a:lnTo>
                <a:lnTo>
                  <a:pt x="508" y="215"/>
                </a:lnTo>
                <a:lnTo>
                  <a:pt x="508" y="216"/>
                </a:lnTo>
                <a:lnTo>
                  <a:pt x="507" y="217"/>
                </a:lnTo>
                <a:lnTo>
                  <a:pt x="507" y="216"/>
                </a:lnTo>
                <a:lnTo>
                  <a:pt x="506" y="216"/>
                </a:lnTo>
                <a:lnTo>
                  <a:pt x="506" y="217"/>
                </a:lnTo>
                <a:lnTo>
                  <a:pt x="505" y="217"/>
                </a:lnTo>
                <a:lnTo>
                  <a:pt x="505" y="218"/>
                </a:lnTo>
                <a:lnTo>
                  <a:pt x="504" y="218"/>
                </a:lnTo>
                <a:lnTo>
                  <a:pt x="504" y="219"/>
                </a:lnTo>
                <a:lnTo>
                  <a:pt x="503" y="219"/>
                </a:lnTo>
                <a:lnTo>
                  <a:pt x="503" y="220"/>
                </a:lnTo>
                <a:lnTo>
                  <a:pt x="502" y="220"/>
                </a:lnTo>
                <a:lnTo>
                  <a:pt x="501" y="221"/>
                </a:lnTo>
                <a:lnTo>
                  <a:pt x="500" y="221"/>
                </a:lnTo>
                <a:lnTo>
                  <a:pt x="500" y="222"/>
                </a:lnTo>
                <a:lnTo>
                  <a:pt x="500" y="223"/>
                </a:lnTo>
                <a:lnTo>
                  <a:pt x="501" y="223"/>
                </a:lnTo>
                <a:lnTo>
                  <a:pt x="502" y="224"/>
                </a:lnTo>
                <a:lnTo>
                  <a:pt x="502" y="225"/>
                </a:lnTo>
                <a:lnTo>
                  <a:pt x="503" y="225"/>
                </a:lnTo>
                <a:lnTo>
                  <a:pt x="504" y="225"/>
                </a:lnTo>
                <a:lnTo>
                  <a:pt x="505" y="225"/>
                </a:lnTo>
                <a:lnTo>
                  <a:pt x="506" y="226"/>
                </a:lnTo>
                <a:lnTo>
                  <a:pt x="506" y="227"/>
                </a:lnTo>
                <a:lnTo>
                  <a:pt x="506" y="228"/>
                </a:lnTo>
                <a:lnTo>
                  <a:pt x="507" y="228"/>
                </a:lnTo>
                <a:lnTo>
                  <a:pt x="506" y="229"/>
                </a:lnTo>
                <a:lnTo>
                  <a:pt x="505" y="229"/>
                </a:lnTo>
                <a:lnTo>
                  <a:pt x="505" y="230"/>
                </a:lnTo>
                <a:lnTo>
                  <a:pt x="505" y="231"/>
                </a:lnTo>
                <a:lnTo>
                  <a:pt x="505" y="232"/>
                </a:lnTo>
                <a:lnTo>
                  <a:pt x="506" y="233"/>
                </a:lnTo>
                <a:lnTo>
                  <a:pt x="505" y="233"/>
                </a:lnTo>
                <a:lnTo>
                  <a:pt x="504" y="233"/>
                </a:lnTo>
                <a:lnTo>
                  <a:pt x="504" y="234"/>
                </a:lnTo>
                <a:lnTo>
                  <a:pt x="505" y="235"/>
                </a:lnTo>
                <a:lnTo>
                  <a:pt x="504" y="236"/>
                </a:lnTo>
                <a:lnTo>
                  <a:pt x="504" y="237"/>
                </a:lnTo>
                <a:lnTo>
                  <a:pt x="504" y="238"/>
                </a:lnTo>
                <a:lnTo>
                  <a:pt x="503" y="238"/>
                </a:lnTo>
                <a:lnTo>
                  <a:pt x="502" y="238"/>
                </a:lnTo>
                <a:lnTo>
                  <a:pt x="501" y="237"/>
                </a:lnTo>
                <a:lnTo>
                  <a:pt x="501" y="238"/>
                </a:lnTo>
                <a:lnTo>
                  <a:pt x="500" y="238"/>
                </a:lnTo>
                <a:lnTo>
                  <a:pt x="500" y="237"/>
                </a:lnTo>
                <a:lnTo>
                  <a:pt x="499" y="237"/>
                </a:lnTo>
                <a:lnTo>
                  <a:pt x="498" y="238"/>
                </a:lnTo>
                <a:lnTo>
                  <a:pt x="497" y="238"/>
                </a:lnTo>
                <a:lnTo>
                  <a:pt x="496" y="238"/>
                </a:lnTo>
                <a:lnTo>
                  <a:pt x="496" y="239"/>
                </a:lnTo>
                <a:lnTo>
                  <a:pt x="496" y="238"/>
                </a:lnTo>
                <a:lnTo>
                  <a:pt x="495" y="239"/>
                </a:lnTo>
                <a:lnTo>
                  <a:pt x="494" y="239"/>
                </a:lnTo>
                <a:lnTo>
                  <a:pt x="494" y="240"/>
                </a:lnTo>
                <a:lnTo>
                  <a:pt x="493" y="240"/>
                </a:lnTo>
                <a:lnTo>
                  <a:pt x="493" y="239"/>
                </a:lnTo>
                <a:lnTo>
                  <a:pt x="492" y="239"/>
                </a:lnTo>
                <a:lnTo>
                  <a:pt x="492" y="240"/>
                </a:lnTo>
                <a:lnTo>
                  <a:pt x="491" y="240"/>
                </a:lnTo>
                <a:lnTo>
                  <a:pt x="491" y="241"/>
                </a:lnTo>
                <a:lnTo>
                  <a:pt x="490" y="241"/>
                </a:lnTo>
                <a:lnTo>
                  <a:pt x="489" y="241"/>
                </a:lnTo>
                <a:lnTo>
                  <a:pt x="489" y="242"/>
                </a:lnTo>
                <a:lnTo>
                  <a:pt x="488" y="242"/>
                </a:lnTo>
                <a:lnTo>
                  <a:pt x="487" y="242"/>
                </a:lnTo>
                <a:lnTo>
                  <a:pt x="486" y="242"/>
                </a:lnTo>
                <a:lnTo>
                  <a:pt x="485" y="242"/>
                </a:lnTo>
                <a:lnTo>
                  <a:pt x="485" y="241"/>
                </a:lnTo>
                <a:lnTo>
                  <a:pt x="484" y="241"/>
                </a:lnTo>
                <a:lnTo>
                  <a:pt x="483" y="241"/>
                </a:lnTo>
                <a:lnTo>
                  <a:pt x="482" y="241"/>
                </a:lnTo>
                <a:lnTo>
                  <a:pt x="481" y="241"/>
                </a:lnTo>
                <a:lnTo>
                  <a:pt x="481" y="242"/>
                </a:lnTo>
                <a:lnTo>
                  <a:pt x="480" y="242"/>
                </a:lnTo>
                <a:lnTo>
                  <a:pt x="480" y="243"/>
                </a:lnTo>
                <a:lnTo>
                  <a:pt x="479" y="243"/>
                </a:lnTo>
                <a:lnTo>
                  <a:pt x="479" y="244"/>
                </a:lnTo>
                <a:lnTo>
                  <a:pt x="480" y="244"/>
                </a:lnTo>
                <a:lnTo>
                  <a:pt x="480" y="245"/>
                </a:lnTo>
                <a:lnTo>
                  <a:pt x="480" y="246"/>
                </a:lnTo>
                <a:lnTo>
                  <a:pt x="480" y="247"/>
                </a:lnTo>
                <a:lnTo>
                  <a:pt x="478" y="247"/>
                </a:lnTo>
                <a:lnTo>
                  <a:pt x="478" y="246"/>
                </a:lnTo>
                <a:lnTo>
                  <a:pt x="478" y="247"/>
                </a:lnTo>
                <a:lnTo>
                  <a:pt x="477" y="247"/>
                </a:lnTo>
                <a:lnTo>
                  <a:pt x="477" y="248"/>
                </a:lnTo>
                <a:lnTo>
                  <a:pt x="476" y="249"/>
                </a:lnTo>
                <a:lnTo>
                  <a:pt x="477" y="249"/>
                </a:lnTo>
                <a:lnTo>
                  <a:pt x="477" y="250"/>
                </a:lnTo>
                <a:lnTo>
                  <a:pt x="476" y="250"/>
                </a:lnTo>
                <a:lnTo>
                  <a:pt x="476" y="251"/>
                </a:lnTo>
                <a:lnTo>
                  <a:pt x="477" y="251"/>
                </a:lnTo>
                <a:lnTo>
                  <a:pt x="477" y="252"/>
                </a:lnTo>
                <a:lnTo>
                  <a:pt x="476" y="252"/>
                </a:lnTo>
                <a:lnTo>
                  <a:pt x="475" y="252"/>
                </a:lnTo>
                <a:lnTo>
                  <a:pt x="474" y="252"/>
                </a:lnTo>
                <a:lnTo>
                  <a:pt x="474" y="251"/>
                </a:lnTo>
                <a:lnTo>
                  <a:pt x="473" y="250"/>
                </a:lnTo>
                <a:lnTo>
                  <a:pt x="473" y="251"/>
                </a:lnTo>
                <a:lnTo>
                  <a:pt x="472" y="250"/>
                </a:lnTo>
                <a:lnTo>
                  <a:pt x="472" y="251"/>
                </a:lnTo>
                <a:lnTo>
                  <a:pt x="471" y="251"/>
                </a:lnTo>
                <a:lnTo>
                  <a:pt x="471" y="250"/>
                </a:lnTo>
                <a:lnTo>
                  <a:pt x="470" y="250"/>
                </a:lnTo>
                <a:lnTo>
                  <a:pt x="469" y="250"/>
                </a:lnTo>
                <a:lnTo>
                  <a:pt x="469" y="251"/>
                </a:lnTo>
                <a:lnTo>
                  <a:pt x="468" y="250"/>
                </a:lnTo>
                <a:lnTo>
                  <a:pt x="467" y="251"/>
                </a:lnTo>
                <a:lnTo>
                  <a:pt x="467" y="250"/>
                </a:lnTo>
                <a:lnTo>
                  <a:pt x="466" y="249"/>
                </a:lnTo>
                <a:lnTo>
                  <a:pt x="466" y="250"/>
                </a:lnTo>
                <a:lnTo>
                  <a:pt x="465" y="251"/>
                </a:lnTo>
                <a:lnTo>
                  <a:pt x="465" y="252"/>
                </a:lnTo>
                <a:lnTo>
                  <a:pt x="464" y="252"/>
                </a:lnTo>
                <a:lnTo>
                  <a:pt x="463" y="253"/>
                </a:lnTo>
                <a:lnTo>
                  <a:pt x="462" y="252"/>
                </a:lnTo>
                <a:lnTo>
                  <a:pt x="460" y="251"/>
                </a:lnTo>
                <a:lnTo>
                  <a:pt x="459" y="251"/>
                </a:lnTo>
                <a:lnTo>
                  <a:pt x="459" y="252"/>
                </a:lnTo>
                <a:lnTo>
                  <a:pt x="458" y="252"/>
                </a:lnTo>
                <a:lnTo>
                  <a:pt x="457" y="253"/>
                </a:lnTo>
                <a:lnTo>
                  <a:pt x="456" y="254"/>
                </a:lnTo>
                <a:lnTo>
                  <a:pt x="455" y="255"/>
                </a:lnTo>
                <a:lnTo>
                  <a:pt x="455" y="254"/>
                </a:lnTo>
                <a:lnTo>
                  <a:pt x="454" y="254"/>
                </a:lnTo>
                <a:lnTo>
                  <a:pt x="454" y="255"/>
                </a:lnTo>
                <a:lnTo>
                  <a:pt x="453" y="255"/>
                </a:lnTo>
                <a:lnTo>
                  <a:pt x="452" y="256"/>
                </a:lnTo>
                <a:lnTo>
                  <a:pt x="451" y="255"/>
                </a:lnTo>
                <a:lnTo>
                  <a:pt x="450" y="255"/>
                </a:lnTo>
                <a:lnTo>
                  <a:pt x="450" y="256"/>
                </a:lnTo>
                <a:lnTo>
                  <a:pt x="449" y="256"/>
                </a:lnTo>
                <a:lnTo>
                  <a:pt x="449" y="257"/>
                </a:lnTo>
                <a:lnTo>
                  <a:pt x="448" y="257"/>
                </a:lnTo>
                <a:lnTo>
                  <a:pt x="447" y="257"/>
                </a:lnTo>
                <a:lnTo>
                  <a:pt x="446" y="258"/>
                </a:lnTo>
                <a:lnTo>
                  <a:pt x="446" y="259"/>
                </a:lnTo>
                <a:lnTo>
                  <a:pt x="445" y="259"/>
                </a:lnTo>
                <a:lnTo>
                  <a:pt x="445" y="260"/>
                </a:lnTo>
                <a:lnTo>
                  <a:pt x="444" y="260"/>
                </a:lnTo>
                <a:lnTo>
                  <a:pt x="443" y="260"/>
                </a:lnTo>
                <a:lnTo>
                  <a:pt x="443" y="262"/>
                </a:lnTo>
                <a:lnTo>
                  <a:pt x="444" y="262"/>
                </a:lnTo>
                <a:lnTo>
                  <a:pt x="444" y="263"/>
                </a:lnTo>
                <a:lnTo>
                  <a:pt x="443" y="263"/>
                </a:lnTo>
                <a:lnTo>
                  <a:pt x="443" y="264"/>
                </a:lnTo>
                <a:lnTo>
                  <a:pt x="443" y="265"/>
                </a:lnTo>
                <a:lnTo>
                  <a:pt x="443" y="266"/>
                </a:lnTo>
                <a:lnTo>
                  <a:pt x="443" y="267"/>
                </a:lnTo>
                <a:lnTo>
                  <a:pt x="442" y="267"/>
                </a:lnTo>
                <a:lnTo>
                  <a:pt x="443" y="267"/>
                </a:lnTo>
                <a:lnTo>
                  <a:pt x="442" y="268"/>
                </a:lnTo>
                <a:lnTo>
                  <a:pt x="441" y="268"/>
                </a:lnTo>
                <a:lnTo>
                  <a:pt x="440" y="270"/>
                </a:lnTo>
                <a:lnTo>
                  <a:pt x="440" y="271"/>
                </a:lnTo>
                <a:lnTo>
                  <a:pt x="439" y="271"/>
                </a:lnTo>
                <a:lnTo>
                  <a:pt x="439" y="272"/>
                </a:lnTo>
                <a:lnTo>
                  <a:pt x="438" y="272"/>
                </a:lnTo>
                <a:lnTo>
                  <a:pt x="437" y="271"/>
                </a:lnTo>
                <a:lnTo>
                  <a:pt x="436" y="271"/>
                </a:lnTo>
                <a:lnTo>
                  <a:pt x="436" y="270"/>
                </a:lnTo>
                <a:lnTo>
                  <a:pt x="435" y="269"/>
                </a:lnTo>
                <a:lnTo>
                  <a:pt x="435" y="268"/>
                </a:lnTo>
                <a:lnTo>
                  <a:pt x="434" y="268"/>
                </a:lnTo>
                <a:lnTo>
                  <a:pt x="434" y="269"/>
                </a:lnTo>
                <a:lnTo>
                  <a:pt x="433" y="269"/>
                </a:lnTo>
                <a:lnTo>
                  <a:pt x="432" y="269"/>
                </a:lnTo>
                <a:lnTo>
                  <a:pt x="431" y="269"/>
                </a:lnTo>
                <a:lnTo>
                  <a:pt x="431" y="268"/>
                </a:lnTo>
                <a:lnTo>
                  <a:pt x="431" y="267"/>
                </a:lnTo>
                <a:lnTo>
                  <a:pt x="430" y="267"/>
                </a:lnTo>
                <a:lnTo>
                  <a:pt x="429" y="266"/>
                </a:lnTo>
                <a:lnTo>
                  <a:pt x="428" y="266"/>
                </a:lnTo>
                <a:lnTo>
                  <a:pt x="428" y="265"/>
                </a:lnTo>
                <a:lnTo>
                  <a:pt x="427" y="265"/>
                </a:lnTo>
                <a:lnTo>
                  <a:pt x="426" y="265"/>
                </a:lnTo>
                <a:lnTo>
                  <a:pt x="426" y="264"/>
                </a:lnTo>
                <a:lnTo>
                  <a:pt x="426" y="265"/>
                </a:lnTo>
                <a:lnTo>
                  <a:pt x="425" y="265"/>
                </a:lnTo>
                <a:lnTo>
                  <a:pt x="425" y="264"/>
                </a:lnTo>
                <a:lnTo>
                  <a:pt x="424" y="264"/>
                </a:lnTo>
                <a:lnTo>
                  <a:pt x="424" y="263"/>
                </a:lnTo>
                <a:lnTo>
                  <a:pt x="424" y="262"/>
                </a:lnTo>
                <a:lnTo>
                  <a:pt x="424" y="261"/>
                </a:lnTo>
                <a:lnTo>
                  <a:pt x="423" y="261"/>
                </a:lnTo>
                <a:lnTo>
                  <a:pt x="423" y="260"/>
                </a:lnTo>
                <a:lnTo>
                  <a:pt x="422" y="260"/>
                </a:lnTo>
                <a:lnTo>
                  <a:pt x="422" y="259"/>
                </a:lnTo>
                <a:lnTo>
                  <a:pt x="422" y="258"/>
                </a:lnTo>
                <a:lnTo>
                  <a:pt x="423" y="258"/>
                </a:lnTo>
                <a:lnTo>
                  <a:pt x="422" y="258"/>
                </a:lnTo>
                <a:lnTo>
                  <a:pt x="422" y="257"/>
                </a:lnTo>
                <a:lnTo>
                  <a:pt x="422" y="256"/>
                </a:lnTo>
                <a:lnTo>
                  <a:pt x="422" y="255"/>
                </a:lnTo>
                <a:lnTo>
                  <a:pt x="421" y="255"/>
                </a:lnTo>
                <a:lnTo>
                  <a:pt x="421" y="256"/>
                </a:lnTo>
                <a:lnTo>
                  <a:pt x="420" y="256"/>
                </a:lnTo>
                <a:lnTo>
                  <a:pt x="419" y="255"/>
                </a:lnTo>
                <a:lnTo>
                  <a:pt x="419" y="254"/>
                </a:lnTo>
                <a:lnTo>
                  <a:pt x="420" y="254"/>
                </a:lnTo>
                <a:lnTo>
                  <a:pt x="420" y="253"/>
                </a:lnTo>
                <a:lnTo>
                  <a:pt x="419" y="253"/>
                </a:lnTo>
                <a:lnTo>
                  <a:pt x="419" y="252"/>
                </a:lnTo>
                <a:lnTo>
                  <a:pt x="418" y="252"/>
                </a:lnTo>
                <a:lnTo>
                  <a:pt x="417" y="252"/>
                </a:lnTo>
                <a:lnTo>
                  <a:pt x="416" y="251"/>
                </a:lnTo>
                <a:lnTo>
                  <a:pt x="416" y="250"/>
                </a:lnTo>
                <a:lnTo>
                  <a:pt x="415" y="250"/>
                </a:lnTo>
                <a:lnTo>
                  <a:pt x="415" y="251"/>
                </a:lnTo>
                <a:lnTo>
                  <a:pt x="414" y="251"/>
                </a:lnTo>
                <a:lnTo>
                  <a:pt x="414" y="252"/>
                </a:lnTo>
                <a:lnTo>
                  <a:pt x="414" y="253"/>
                </a:lnTo>
                <a:lnTo>
                  <a:pt x="413" y="254"/>
                </a:lnTo>
                <a:lnTo>
                  <a:pt x="411" y="255"/>
                </a:lnTo>
                <a:lnTo>
                  <a:pt x="411" y="256"/>
                </a:lnTo>
                <a:lnTo>
                  <a:pt x="411" y="257"/>
                </a:lnTo>
                <a:lnTo>
                  <a:pt x="410" y="256"/>
                </a:lnTo>
                <a:lnTo>
                  <a:pt x="409" y="256"/>
                </a:lnTo>
                <a:lnTo>
                  <a:pt x="409" y="255"/>
                </a:lnTo>
                <a:lnTo>
                  <a:pt x="408" y="255"/>
                </a:lnTo>
                <a:lnTo>
                  <a:pt x="408" y="256"/>
                </a:lnTo>
                <a:lnTo>
                  <a:pt x="407" y="257"/>
                </a:lnTo>
                <a:lnTo>
                  <a:pt x="406" y="258"/>
                </a:lnTo>
                <a:lnTo>
                  <a:pt x="406" y="259"/>
                </a:lnTo>
                <a:lnTo>
                  <a:pt x="405" y="260"/>
                </a:lnTo>
                <a:lnTo>
                  <a:pt x="404" y="260"/>
                </a:lnTo>
                <a:lnTo>
                  <a:pt x="404" y="261"/>
                </a:lnTo>
                <a:lnTo>
                  <a:pt x="403" y="261"/>
                </a:lnTo>
                <a:lnTo>
                  <a:pt x="402" y="261"/>
                </a:lnTo>
                <a:lnTo>
                  <a:pt x="401" y="262"/>
                </a:lnTo>
                <a:lnTo>
                  <a:pt x="400" y="262"/>
                </a:lnTo>
                <a:lnTo>
                  <a:pt x="399" y="262"/>
                </a:lnTo>
                <a:lnTo>
                  <a:pt x="399" y="263"/>
                </a:lnTo>
                <a:lnTo>
                  <a:pt x="398" y="264"/>
                </a:lnTo>
                <a:lnTo>
                  <a:pt x="398" y="265"/>
                </a:lnTo>
                <a:lnTo>
                  <a:pt x="397" y="265"/>
                </a:lnTo>
                <a:lnTo>
                  <a:pt x="396" y="265"/>
                </a:lnTo>
                <a:lnTo>
                  <a:pt x="396" y="264"/>
                </a:lnTo>
                <a:lnTo>
                  <a:pt x="396" y="263"/>
                </a:lnTo>
                <a:lnTo>
                  <a:pt x="396" y="262"/>
                </a:lnTo>
                <a:lnTo>
                  <a:pt x="395" y="261"/>
                </a:lnTo>
                <a:lnTo>
                  <a:pt x="394" y="261"/>
                </a:lnTo>
                <a:lnTo>
                  <a:pt x="393" y="262"/>
                </a:lnTo>
                <a:lnTo>
                  <a:pt x="393" y="263"/>
                </a:lnTo>
                <a:lnTo>
                  <a:pt x="392" y="263"/>
                </a:lnTo>
                <a:lnTo>
                  <a:pt x="392" y="264"/>
                </a:lnTo>
                <a:lnTo>
                  <a:pt x="391" y="264"/>
                </a:lnTo>
                <a:lnTo>
                  <a:pt x="390" y="264"/>
                </a:lnTo>
                <a:lnTo>
                  <a:pt x="390" y="265"/>
                </a:lnTo>
                <a:lnTo>
                  <a:pt x="390" y="266"/>
                </a:lnTo>
                <a:lnTo>
                  <a:pt x="390" y="267"/>
                </a:lnTo>
                <a:lnTo>
                  <a:pt x="391" y="267"/>
                </a:lnTo>
                <a:lnTo>
                  <a:pt x="392" y="268"/>
                </a:lnTo>
                <a:lnTo>
                  <a:pt x="392" y="269"/>
                </a:lnTo>
                <a:lnTo>
                  <a:pt x="392" y="270"/>
                </a:lnTo>
                <a:lnTo>
                  <a:pt x="392" y="271"/>
                </a:lnTo>
                <a:lnTo>
                  <a:pt x="392" y="272"/>
                </a:lnTo>
                <a:lnTo>
                  <a:pt x="392" y="273"/>
                </a:lnTo>
                <a:lnTo>
                  <a:pt x="393" y="273"/>
                </a:lnTo>
                <a:lnTo>
                  <a:pt x="393" y="274"/>
                </a:lnTo>
                <a:lnTo>
                  <a:pt x="393" y="275"/>
                </a:lnTo>
                <a:lnTo>
                  <a:pt x="392" y="275"/>
                </a:lnTo>
                <a:lnTo>
                  <a:pt x="392" y="276"/>
                </a:lnTo>
                <a:lnTo>
                  <a:pt x="391" y="276"/>
                </a:lnTo>
                <a:lnTo>
                  <a:pt x="390" y="276"/>
                </a:lnTo>
                <a:lnTo>
                  <a:pt x="390" y="277"/>
                </a:lnTo>
                <a:lnTo>
                  <a:pt x="390" y="278"/>
                </a:lnTo>
                <a:lnTo>
                  <a:pt x="390" y="279"/>
                </a:lnTo>
                <a:lnTo>
                  <a:pt x="389" y="279"/>
                </a:lnTo>
                <a:lnTo>
                  <a:pt x="388" y="279"/>
                </a:lnTo>
                <a:lnTo>
                  <a:pt x="388" y="281"/>
                </a:lnTo>
                <a:lnTo>
                  <a:pt x="387" y="281"/>
                </a:lnTo>
                <a:lnTo>
                  <a:pt x="386" y="281"/>
                </a:lnTo>
                <a:lnTo>
                  <a:pt x="386" y="282"/>
                </a:lnTo>
                <a:lnTo>
                  <a:pt x="385" y="282"/>
                </a:lnTo>
                <a:lnTo>
                  <a:pt x="384" y="282"/>
                </a:lnTo>
                <a:lnTo>
                  <a:pt x="383" y="282"/>
                </a:lnTo>
                <a:lnTo>
                  <a:pt x="382" y="282"/>
                </a:lnTo>
                <a:lnTo>
                  <a:pt x="382" y="283"/>
                </a:lnTo>
                <a:lnTo>
                  <a:pt x="382" y="284"/>
                </a:lnTo>
                <a:lnTo>
                  <a:pt x="382" y="285"/>
                </a:lnTo>
                <a:lnTo>
                  <a:pt x="382" y="286"/>
                </a:lnTo>
                <a:lnTo>
                  <a:pt x="381" y="286"/>
                </a:lnTo>
                <a:lnTo>
                  <a:pt x="380" y="286"/>
                </a:lnTo>
                <a:lnTo>
                  <a:pt x="380" y="287"/>
                </a:lnTo>
                <a:lnTo>
                  <a:pt x="379" y="287"/>
                </a:lnTo>
                <a:lnTo>
                  <a:pt x="378" y="287"/>
                </a:lnTo>
                <a:lnTo>
                  <a:pt x="377" y="286"/>
                </a:lnTo>
                <a:lnTo>
                  <a:pt x="376" y="286"/>
                </a:lnTo>
                <a:lnTo>
                  <a:pt x="376" y="285"/>
                </a:lnTo>
                <a:lnTo>
                  <a:pt x="375" y="285"/>
                </a:lnTo>
                <a:lnTo>
                  <a:pt x="374" y="286"/>
                </a:lnTo>
                <a:lnTo>
                  <a:pt x="374" y="285"/>
                </a:lnTo>
                <a:lnTo>
                  <a:pt x="373" y="285"/>
                </a:lnTo>
                <a:lnTo>
                  <a:pt x="372" y="286"/>
                </a:lnTo>
                <a:lnTo>
                  <a:pt x="371" y="287"/>
                </a:lnTo>
                <a:lnTo>
                  <a:pt x="371" y="288"/>
                </a:lnTo>
                <a:lnTo>
                  <a:pt x="371" y="289"/>
                </a:lnTo>
                <a:lnTo>
                  <a:pt x="372" y="290"/>
                </a:lnTo>
                <a:lnTo>
                  <a:pt x="372" y="291"/>
                </a:lnTo>
                <a:lnTo>
                  <a:pt x="371" y="291"/>
                </a:lnTo>
                <a:lnTo>
                  <a:pt x="372" y="292"/>
                </a:lnTo>
                <a:lnTo>
                  <a:pt x="371" y="293"/>
                </a:lnTo>
                <a:lnTo>
                  <a:pt x="370" y="292"/>
                </a:lnTo>
                <a:lnTo>
                  <a:pt x="369" y="291"/>
                </a:lnTo>
                <a:lnTo>
                  <a:pt x="369" y="290"/>
                </a:lnTo>
                <a:lnTo>
                  <a:pt x="368" y="290"/>
                </a:lnTo>
                <a:lnTo>
                  <a:pt x="368" y="289"/>
                </a:lnTo>
                <a:lnTo>
                  <a:pt x="367" y="288"/>
                </a:lnTo>
                <a:lnTo>
                  <a:pt x="366" y="287"/>
                </a:lnTo>
                <a:lnTo>
                  <a:pt x="365" y="288"/>
                </a:lnTo>
                <a:lnTo>
                  <a:pt x="364" y="288"/>
                </a:lnTo>
                <a:lnTo>
                  <a:pt x="364" y="289"/>
                </a:lnTo>
                <a:lnTo>
                  <a:pt x="363" y="289"/>
                </a:lnTo>
                <a:lnTo>
                  <a:pt x="363" y="290"/>
                </a:lnTo>
                <a:lnTo>
                  <a:pt x="363" y="291"/>
                </a:lnTo>
                <a:lnTo>
                  <a:pt x="362" y="292"/>
                </a:lnTo>
                <a:lnTo>
                  <a:pt x="361" y="292"/>
                </a:lnTo>
                <a:lnTo>
                  <a:pt x="361" y="293"/>
                </a:lnTo>
                <a:lnTo>
                  <a:pt x="361" y="294"/>
                </a:lnTo>
                <a:lnTo>
                  <a:pt x="362" y="294"/>
                </a:lnTo>
                <a:lnTo>
                  <a:pt x="362" y="295"/>
                </a:lnTo>
                <a:lnTo>
                  <a:pt x="362" y="296"/>
                </a:lnTo>
                <a:lnTo>
                  <a:pt x="363" y="295"/>
                </a:lnTo>
                <a:lnTo>
                  <a:pt x="363" y="296"/>
                </a:lnTo>
                <a:lnTo>
                  <a:pt x="363" y="297"/>
                </a:lnTo>
                <a:lnTo>
                  <a:pt x="363" y="298"/>
                </a:lnTo>
                <a:lnTo>
                  <a:pt x="363" y="299"/>
                </a:lnTo>
                <a:lnTo>
                  <a:pt x="362" y="299"/>
                </a:lnTo>
                <a:lnTo>
                  <a:pt x="363" y="300"/>
                </a:lnTo>
                <a:lnTo>
                  <a:pt x="362" y="301"/>
                </a:lnTo>
                <a:lnTo>
                  <a:pt x="363" y="301"/>
                </a:lnTo>
                <a:lnTo>
                  <a:pt x="363" y="302"/>
                </a:lnTo>
                <a:lnTo>
                  <a:pt x="364" y="302"/>
                </a:lnTo>
                <a:lnTo>
                  <a:pt x="365" y="302"/>
                </a:lnTo>
                <a:lnTo>
                  <a:pt x="366" y="302"/>
                </a:lnTo>
                <a:lnTo>
                  <a:pt x="366" y="303"/>
                </a:lnTo>
                <a:lnTo>
                  <a:pt x="367" y="303"/>
                </a:lnTo>
                <a:lnTo>
                  <a:pt x="367" y="302"/>
                </a:lnTo>
                <a:lnTo>
                  <a:pt x="368" y="301"/>
                </a:lnTo>
                <a:lnTo>
                  <a:pt x="368" y="300"/>
                </a:lnTo>
                <a:lnTo>
                  <a:pt x="369" y="300"/>
                </a:lnTo>
                <a:lnTo>
                  <a:pt x="370" y="301"/>
                </a:lnTo>
                <a:lnTo>
                  <a:pt x="370" y="302"/>
                </a:lnTo>
                <a:lnTo>
                  <a:pt x="370" y="303"/>
                </a:lnTo>
                <a:lnTo>
                  <a:pt x="371" y="303"/>
                </a:lnTo>
                <a:lnTo>
                  <a:pt x="371" y="304"/>
                </a:lnTo>
                <a:lnTo>
                  <a:pt x="371" y="305"/>
                </a:lnTo>
                <a:lnTo>
                  <a:pt x="371" y="307"/>
                </a:lnTo>
                <a:lnTo>
                  <a:pt x="372" y="307"/>
                </a:lnTo>
                <a:lnTo>
                  <a:pt x="372" y="308"/>
                </a:lnTo>
                <a:lnTo>
                  <a:pt x="372" y="309"/>
                </a:lnTo>
                <a:lnTo>
                  <a:pt x="371" y="310"/>
                </a:lnTo>
                <a:lnTo>
                  <a:pt x="372" y="310"/>
                </a:lnTo>
                <a:lnTo>
                  <a:pt x="372" y="311"/>
                </a:lnTo>
                <a:lnTo>
                  <a:pt x="372" y="313"/>
                </a:lnTo>
                <a:lnTo>
                  <a:pt x="373" y="314"/>
                </a:lnTo>
                <a:lnTo>
                  <a:pt x="374" y="314"/>
                </a:lnTo>
                <a:lnTo>
                  <a:pt x="374" y="315"/>
                </a:lnTo>
                <a:lnTo>
                  <a:pt x="374" y="316"/>
                </a:lnTo>
                <a:lnTo>
                  <a:pt x="374" y="317"/>
                </a:lnTo>
                <a:lnTo>
                  <a:pt x="374" y="318"/>
                </a:lnTo>
                <a:lnTo>
                  <a:pt x="374" y="319"/>
                </a:lnTo>
                <a:lnTo>
                  <a:pt x="373" y="320"/>
                </a:lnTo>
                <a:lnTo>
                  <a:pt x="372" y="320"/>
                </a:lnTo>
                <a:lnTo>
                  <a:pt x="372" y="321"/>
                </a:lnTo>
                <a:lnTo>
                  <a:pt x="372" y="322"/>
                </a:lnTo>
                <a:lnTo>
                  <a:pt x="371" y="322"/>
                </a:lnTo>
                <a:lnTo>
                  <a:pt x="371" y="323"/>
                </a:lnTo>
                <a:lnTo>
                  <a:pt x="371" y="324"/>
                </a:lnTo>
                <a:lnTo>
                  <a:pt x="371" y="325"/>
                </a:lnTo>
                <a:lnTo>
                  <a:pt x="371" y="326"/>
                </a:lnTo>
                <a:lnTo>
                  <a:pt x="371" y="327"/>
                </a:lnTo>
                <a:lnTo>
                  <a:pt x="371" y="328"/>
                </a:lnTo>
                <a:lnTo>
                  <a:pt x="372" y="329"/>
                </a:lnTo>
                <a:lnTo>
                  <a:pt x="373" y="328"/>
                </a:lnTo>
                <a:lnTo>
                  <a:pt x="373" y="329"/>
                </a:lnTo>
                <a:lnTo>
                  <a:pt x="374" y="329"/>
                </a:lnTo>
                <a:lnTo>
                  <a:pt x="375" y="329"/>
                </a:lnTo>
                <a:lnTo>
                  <a:pt x="375" y="330"/>
                </a:lnTo>
                <a:lnTo>
                  <a:pt x="375" y="331"/>
                </a:lnTo>
                <a:lnTo>
                  <a:pt x="375" y="332"/>
                </a:lnTo>
                <a:lnTo>
                  <a:pt x="376" y="332"/>
                </a:lnTo>
                <a:lnTo>
                  <a:pt x="376" y="331"/>
                </a:lnTo>
                <a:lnTo>
                  <a:pt x="377" y="332"/>
                </a:lnTo>
                <a:lnTo>
                  <a:pt x="377" y="333"/>
                </a:lnTo>
                <a:lnTo>
                  <a:pt x="378" y="333"/>
                </a:lnTo>
                <a:lnTo>
                  <a:pt x="379" y="333"/>
                </a:lnTo>
                <a:lnTo>
                  <a:pt x="378" y="333"/>
                </a:lnTo>
                <a:lnTo>
                  <a:pt x="378" y="334"/>
                </a:lnTo>
                <a:lnTo>
                  <a:pt x="378" y="335"/>
                </a:lnTo>
                <a:lnTo>
                  <a:pt x="378" y="336"/>
                </a:lnTo>
                <a:lnTo>
                  <a:pt x="377" y="336"/>
                </a:lnTo>
                <a:lnTo>
                  <a:pt x="377" y="337"/>
                </a:lnTo>
                <a:lnTo>
                  <a:pt x="377" y="338"/>
                </a:lnTo>
                <a:lnTo>
                  <a:pt x="376" y="338"/>
                </a:lnTo>
                <a:lnTo>
                  <a:pt x="376" y="339"/>
                </a:lnTo>
                <a:lnTo>
                  <a:pt x="375" y="340"/>
                </a:lnTo>
                <a:lnTo>
                  <a:pt x="374" y="341"/>
                </a:lnTo>
                <a:lnTo>
                  <a:pt x="373" y="342"/>
                </a:lnTo>
                <a:lnTo>
                  <a:pt x="373" y="344"/>
                </a:lnTo>
                <a:lnTo>
                  <a:pt x="372" y="344"/>
                </a:lnTo>
                <a:lnTo>
                  <a:pt x="371" y="344"/>
                </a:lnTo>
                <a:lnTo>
                  <a:pt x="370" y="345"/>
                </a:lnTo>
                <a:lnTo>
                  <a:pt x="370" y="346"/>
                </a:lnTo>
                <a:lnTo>
                  <a:pt x="370" y="347"/>
                </a:lnTo>
                <a:lnTo>
                  <a:pt x="369" y="347"/>
                </a:lnTo>
                <a:lnTo>
                  <a:pt x="368" y="347"/>
                </a:lnTo>
                <a:lnTo>
                  <a:pt x="367" y="348"/>
                </a:lnTo>
                <a:lnTo>
                  <a:pt x="367" y="349"/>
                </a:lnTo>
                <a:lnTo>
                  <a:pt x="366" y="350"/>
                </a:lnTo>
                <a:lnTo>
                  <a:pt x="366" y="351"/>
                </a:lnTo>
                <a:lnTo>
                  <a:pt x="365" y="351"/>
                </a:lnTo>
                <a:lnTo>
                  <a:pt x="365" y="352"/>
                </a:lnTo>
                <a:lnTo>
                  <a:pt x="365" y="353"/>
                </a:lnTo>
                <a:lnTo>
                  <a:pt x="366" y="355"/>
                </a:lnTo>
                <a:lnTo>
                  <a:pt x="366" y="356"/>
                </a:lnTo>
                <a:lnTo>
                  <a:pt x="366" y="357"/>
                </a:lnTo>
                <a:lnTo>
                  <a:pt x="365" y="357"/>
                </a:lnTo>
                <a:lnTo>
                  <a:pt x="364" y="358"/>
                </a:lnTo>
                <a:lnTo>
                  <a:pt x="363" y="358"/>
                </a:lnTo>
                <a:lnTo>
                  <a:pt x="362" y="358"/>
                </a:lnTo>
                <a:lnTo>
                  <a:pt x="362" y="359"/>
                </a:lnTo>
                <a:lnTo>
                  <a:pt x="361" y="359"/>
                </a:lnTo>
                <a:lnTo>
                  <a:pt x="360" y="360"/>
                </a:lnTo>
                <a:lnTo>
                  <a:pt x="359" y="361"/>
                </a:lnTo>
                <a:lnTo>
                  <a:pt x="358" y="362"/>
                </a:lnTo>
                <a:lnTo>
                  <a:pt x="357" y="362"/>
                </a:lnTo>
                <a:lnTo>
                  <a:pt x="356" y="363"/>
                </a:lnTo>
                <a:lnTo>
                  <a:pt x="356" y="364"/>
                </a:lnTo>
                <a:lnTo>
                  <a:pt x="355" y="364"/>
                </a:lnTo>
                <a:lnTo>
                  <a:pt x="355" y="365"/>
                </a:lnTo>
                <a:lnTo>
                  <a:pt x="354" y="366"/>
                </a:lnTo>
                <a:lnTo>
                  <a:pt x="353" y="366"/>
                </a:lnTo>
                <a:lnTo>
                  <a:pt x="352" y="366"/>
                </a:lnTo>
                <a:lnTo>
                  <a:pt x="352" y="365"/>
                </a:lnTo>
                <a:lnTo>
                  <a:pt x="352" y="364"/>
                </a:lnTo>
                <a:lnTo>
                  <a:pt x="352" y="365"/>
                </a:lnTo>
                <a:lnTo>
                  <a:pt x="351" y="365"/>
                </a:lnTo>
                <a:lnTo>
                  <a:pt x="350" y="365"/>
                </a:lnTo>
                <a:lnTo>
                  <a:pt x="350" y="364"/>
                </a:lnTo>
                <a:lnTo>
                  <a:pt x="349" y="365"/>
                </a:lnTo>
                <a:lnTo>
                  <a:pt x="348" y="365"/>
                </a:lnTo>
                <a:lnTo>
                  <a:pt x="348" y="366"/>
                </a:lnTo>
                <a:lnTo>
                  <a:pt x="347" y="366"/>
                </a:lnTo>
                <a:lnTo>
                  <a:pt x="346" y="368"/>
                </a:lnTo>
                <a:lnTo>
                  <a:pt x="345" y="368"/>
                </a:lnTo>
                <a:lnTo>
                  <a:pt x="344" y="368"/>
                </a:lnTo>
                <a:lnTo>
                  <a:pt x="344" y="367"/>
                </a:lnTo>
                <a:lnTo>
                  <a:pt x="343" y="366"/>
                </a:lnTo>
                <a:lnTo>
                  <a:pt x="342" y="366"/>
                </a:lnTo>
                <a:lnTo>
                  <a:pt x="342" y="367"/>
                </a:lnTo>
                <a:lnTo>
                  <a:pt x="341" y="367"/>
                </a:lnTo>
                <a:lnTo>
                  <a:pt x="341" y="368"/>
                </a:lnTo>
                <a:lnTo>
                  <a:pt x="340" y="367"/>
                </a:lnTo>
                <a:lnTo>
                  <a:pt x="339" y="367"/>
                </a:lnTo>
                <a:lnTo>
                  <a:pt x="339" y="368"/>
                </a:lnTo>
                <a:lnTo>
                  <a:pt x="338" y="368"/>
                </a:lnTo>
                <a:lnTo>
                  <a:pt x="338" y="369"/>
                </a:lnTo>
                <a:lnTo>
                  <a:pt x="337" y="369"/>
                </a:lnTo>
                <a:lnTo>
                  <a:pt x="336" y="369"/>
                </a:lnTo>
                <a:lnTo>
                  <a:pt x="336" y="370"/>
                </a:lnTo>
                <a:lnTo>
                  <a:pt x="336" y="371"/>
                </a:lnTo>
                <a:lnTo>
                  <a:pt x="335" y="371"/>
                </a:lnTo>
                <a:lnTo>
                  <a:pt x="334" y="370"/>
                </a:lnTo>
                <a:lnTo>
                  <a:pt x="333" y="369"/>
                </a:lnTo>
                <a:lnTo>
                  <a:pt x="332" y="369"/>
                </a:lnTo>
                <a:lnTo>
                  <a:pt x="332" y="370"/>
                </a:lnTo>
                <a:lnTo>
                  <a:pt x="331" y="370"/>
                </a:lnTo>
                <a:lnTo>
                  <a:pt x="330" y="370"/>
                </a:lnTo>
                <a:lnTo>
                  <a:pt x="329" y="370"/>
                </a:lnTo>
                <a:lnTo>
                  <a:pt x="328" y="370"/>
                </a:lnTo>
                <a:lnTo>
                  <a:pt x="328" y="371"/>
                </a:lnTo>
                <a:lnTo>
                  <a:pt x="327" y="371"/>
                </a:lnTo>
                <a:lnTo>
                  <a:pt x="327" y="372"/>
                </a:lnTo>
                <a:lnTo>
                  <a:pt x="326" y="372"/>
                </a:lnTo>
                <a:lnTo>
                  <a:pt x="326" y="373"/>
                </a:lnTo>
                <a:lnTo>
                  <a:pt x="325" y="373"/>
                </a:lnTo>
                <a:lnTo>
                  <a:pt x="324" y="373"/>
                </a:lnTo>
                <a:lnTo>
                  <a:pt x="324" y="374"/>
                </a:lnTo>
                <a:lnTo>
                  <a:pt x="324" y="375"/>
                </a:lnTo>
                <a:lnTo>
                  <a:pt x="323" y="376"/>
                </a:lnTo>
                <a:lnTo>
                  <a:pt x="322" y="377"/>
                </a:lnTo>
                <a:lnTo>
                  <a:pt x="321" y="377"/>
                </a:lnTo>
                <a:lnTo>
                  <a:pt x="321" y="378"/>
                </a:lnTo>
                <a:lnTo>
                  <a:pt x="321" y="379"/>
                </a:lnTo>
                <a:lnTo>
                  <a:pt x="320" y="380"/>
                </a:lnTo>
                <a:lnTo>
                  <a:pt x="319" y="381"/>
                </a:lnTo>
                <a:lnTo>
                  <a:pt x="320" y="381"/>
                </a:lnTo>
                <a:lnTo>
                  <a:pt x="319" y="382"/>
                </a:lnTo>
                <a:lnTo>
                  <a:pt x="318" y="381"/>
                </a:lnTo>
                <a:lnTo>
                  <a:pt x="318" y="382"/>
                </a:lnTo>
                <a:lnTo>
                  <a:pt x="317" y="382"/>
                </a:lnTo>
                <a:lnTo>
                  <a:pt x="317" y="383"/>
                </a:lnTo>
                <a:lnTo>
                  <a:pt x="318" y="383"/>
                </a:lnTo>
                <a:lnTo>
                  <a:pt x="317" y="384"/>
                </a:lnTo>
                <a:lnTo>
                  <a:pt x="316" y="385"/>
                </a:lnTo>
                <a:lnTo>
                  <a:pt x="316" y="384"/>
                </a:lnTo>
                <a:lnTo>
                  <a:pt x="315" y="384"/>
                </a:lnTo>
                <a:lnTo>
                  <a:pt x="315" y="385"/>
                </a:lnTo>
                <a:lnTo>
                  <a:pt x="315" y="386"/>
                </a:lnTo>
                <a:lnTo>
                  <a:pt x="314" y="386"/>
                </a:lnTo>
                <a:lnTo>
                  <a:pt x="314" y="387"/>
                </a:lnTo>
                <a:lnTo>
                  <a:pt x="313" y="388"/>
                </a:lnTo>
                <a:lnTo>
                  <a:pt x="313" y="390"/>
                </a:lnTo>
                <a:lnTo>
                  <a:pt x="313" y="391"/>
                </a:lnTo>
                <a:lnTo>
                  <a:pt x="312" y="391"/>
                </a:lnTo>
                <a:lnTo>
                  <a:pt x="313" y="392"/>
                </a:lnTo>
                <a:lnTo>
                  <a:pt x="313" y="393"/>
                </a:lnTo>
                <a:lnTo>
                  <a:pt x="313" y="394"/>
                </a:lnTo>
                <a:lnTo>
                  <a:pt x="314" y="394"/>
                </a:lnTo>
                <a:lnTo>
                  <a:pt x="314" y="395"/>
                </a:lnTo>
                <a:lnTo>
                  <a:pt x="314" y="396"/>
                </a:lnTo>
                <a:lnTo>
                  <a:pt x="314" y="397"/>
                </a:lnTo>
                <a:lnTo>
                  <a:pt x="315" y="397"/>
                </a:lnTo>
                <a:lnTo>
                  <a:pt x="315" y="398"/>
                </a:lnTo>
                <a:lnTo>
                  <a:pt x="314" y="398"/>
                </a:lnTo>
                <a:lnTo>
                  <a:pt x="313" y="399"/>
                </a:lnTo>
                <a:lnTo>
                  <a:pt x="312" y="400"/>
                </a:lnTo>
                <a:lnTo>
                  <a:pt x="312" y="401"/>
                </a:lnTo>
                <a:lnTo>
                  <a:pt x="311" y="401"/>
                </a:lnTo>
                <a:lnTo>
                  <a:pt x="310" y="402"/>
                </a:lnTo>
                <a:lnTo>
                  <a:pt x="309" y="403"/>
                </a:lnTo>
                <a:lnTo>
                  <a:pt x="310" y="403"/>
                </a:lnTo>
                <a:lnTo>
                  <a:pt x="310" y="404"/>
                </a:lnTo>
                <a:lnTo>
                  <a:pt x="309" y="404"/>
                </a:lnTo>
                <a:lnTo>
                  <a:pt x="309" y="405"/>
                </a:lnTo>
                <a:lnTo>
                  <a:pt x="309" y="406"/>
                </a:lnTo>
                <a:lnTo>
                  <a:pt x="310" y="406"/>
                </a:lnTo>
                <a:lnTo>
                  <a:pt x="311" y="408"/>
                </a:lnTo>
                <a:lnTo>
                  <a:pt x="312" y="408"/>
                </a:lnTo>
                <a:lnTo>
                  <a:pt x="311" y="408"/>
                </a:lnTo>
                <a:lnTo>
                  <a:pt x="312" y="409"/>
                </a:lnTo>
                <a:lnTo>
                  <a:pt x="313" y="409"/>
                </a:lnTo>
                <a:lnTo>
                  <a:pt x="314" y="410"/>
                </a:lnTo>
                <a:lnTo>
                  <a:pt x="313" y="410"/>
                </a:lnTo>
                <a:lnTo>
                  <a:pt x="313" y="411"/>
                </a:lnTo>
                <a:lnTo>
                  <a:pt x="314" y="411"/>
                </a:lnTo>
                <a:lnTo>
                  <a:pt x="315" y="412"/>
                </a:lnTo>
                <a:lnTo>
                  <a:pt x="315" y="413"/>
                </a:lnTo>
                <a:lnTo>
                  <a:pt x="315" y="414"/>
                </a:lnTo>
                <a:lnTo>
                  <a:pt x="315" y="415"/>
                </a:lnTo>
                <a:lnTo>
                  <a:pt x="314" y="415"/>
                </a:lnTo>
                <a:lnTo>
                  <a:pt x="315" y="416"/>
                </a:lnTo>
                <a:lnTo>
                  <a:pt x="314" y="418"/>
                </a:lnTo>
                <a:lnTo>
                  <a:pt x="313" y="419"/>
                </a:lnTo>
                <a:lnTo>
                  <a:pt x="313" y="420"/>
                </a:lnTo>
                <a:lnTo>
                  <a:pt x="312" y="421"/>
                </a:lnTo>
                <a:lnTo>
                  <a:pt x="313" y="422"/>
                </a:lnTo>
                <a:lnTo>
                  <a:pt x="314" y="422"/>
                </a:lnTo>
                <a:lnTo>
                  <a:pt x="315" y="423"/>
                </a:lnTo>
                <a:lnTo>
                  <a:pt x="315" y="424"/>
                </a:lnTo>
                <a:lnTo>
                  <a:pt x="316" y="424"/>
                </a:lnTo>
                <a:lnTo>
                  <a:pt x="316" y="425"/>
                </a:lnTo>
                <a:lnTo>
                  <a:pt x="316" y="426"/>
                </a:lnTo>
                <a:lnTo>
                  <a:pt x="317" y="426"/>
                </a:lnTo>
                <a:lnTo>
                  <a:pt x="317" y="427"/>
                </a:lnTo>
                <a:lnTo>
                  <a:pt x="317" y="428"/>
                </a:lnTo>
                <a:lnTo>
                  <a:pt x="318" y="427"/>
                </a:lnTo>
                <a:lnTo>
                  <a:pt x="318" y="428"/>
                </a:lnTo>
                <a:lnTo>
                  <a:pt x="317" y="429"/>
                </a:lnTo>
                <a:lnTo>
                  <a:pt x="318" y="429"/>
                </a:lnTo>
                <a:lnTo>
                  <a:pt x="319" y="429"/>
                </a:lnTo>
                <a:lnTo>
                  <a:pt x="318" y="430"/>
                </a:lnTo>
                <a:lnTo>
                  <a:pt x="319" y="430"/>
                </a:lnTo>
                <a:lnTo>
                  <a:pt x="320" y="431"/>
                </a:lnTo>
                <a:lnTo>
                  <a:pt x="321" y="431"/>
                </a:lnTo>
                <a:lnTo>
                  <a:pt x="322" y="431"/>
                </a:lnTo>
                <a:lnTo>
                  <a:pt x="323" y="431"/>
                </a:lnTo>
                <a:lnTo>
                  <a:pt x="322" y="431"/>
                </a:lnTo>
                <a:lnTo>
                  <a:pt x="322" y="432"/>
                </a:lnTo>
                <a:lnTo>
                  <a:pt x="323" y="432"/>
                </a:lnTo>
                <a:lnTo>
                  <a:pt x="324" y="432"/>
                </a:lnTo>
                <a:lnTo>
                  <a:pt x="323" y="432"/>
                </a:lnTo>
                <a:lnTo>
                  <a:pt x="322" y="432"/>
                </a:lnTo>
                <a:lnTo>
                  <a:pt x="323" y="432"/>
                </a:lnTo>
                <a:lnTo>
                  <a:pt x="322" y="433"/>
                </a:lnTo>
                <a:lnTo>
                  <a:pt x="321" y="434"/>
                </a:lnTo>
                <a:lnTo>
                  <a:pt x="322" y="434"/>
                </a:lnTo>
                <a:lnTo>
                  <a:pt x="322" y="435"/>
                </a:lnTo>
                <a:lnTo>
                  <a:pt x="321" y="435"/>
                </a:lnTo>
                <a:lnTo>
                  <a:pt x="321" y="436"/>
                </a:lnTo>
                <a:lnTo>
                  <a:pt x="321" y="435"/>
                </a:lnTo>
                <a:lnTo>
                  <a:pt x="320" y="436"/>
                </a:lnTo>
                <a:lnTo>
                  <a:pt x="319" y="437"/>
                </a:lnTo>
                <a:lnTo>
                  <a:pt x="319" y="438"/>
                </a:lnTo>
                <a:lnTo>
                  <a:pt x="319" y="439"/>
                </a:lnTo>
                <a:lnTo>
                  <a:pt x="319" y="440"/>
                </a:lnTo>
                <a:lnTo>
                  <a:pt x="319" y="441"/>
                </a:lnTo>
                <a:lnTo>
                  <a:pt x="320" y="441"/>
                </a:lnTo>
                <a:lnTo>
                  <a:pt x="320" y="442"/>
                </a:lnTo>
                <a:lnTo>
                  <a:pt x="319" y="443"/>
                </a:lnTo>
                <a:lnTo>
                  <a:pt x="318" y="444"/>
                </a:lnTo>
                <a:lnTo>
                  <a:pt x="317" y="444"/>
                </a:lnTo>
                <a:lnTo>
                  <a:pt x="316" y="444"/>
                </a:lnTo>
                <a:lnTo>
                  <a:pt x="315" y="444"/>
                </a:lnTo>
                <a:lnTo>
                  <a:pt x="314" y="445"/>
                </a:lnTo>
                <a:lnTo>
                  <a:pt x="313" y="444"/>
                </a:lnTo>
                <a:lnTo>
                  <a:pt x="314" y="444"/>
                </a:lnTo>
                <a:lnTo>
                  <a:pt x="314" y="443"/>
                </a:lnTo>
                <a:lnTo>
                  <a:pt x="314" y="442"/>
                </a:lnTo>
                <a:lnTo>
                  <a:pt x="314" y="441"/>
                </a:lnTo>
                <a:lnTo>
                  <a:pt x="314" y="440"/>
                </a:lnTo>
                <a:lnTo>
                  <a:pt x="313" y="440"/>
                </a:lnTo>
                <a:lnTo>
                  <a:pt x="312" y="440"/>
                </a:lnTo>
                <a:lnTo>
                  <a:pt x="312" y="439"/>
                </a:lnTo>
                <a:lnTo>
                  <a:pt x="311" y="439"/>
                </a:lnTo>
                <a:lnTo>
                  <a:pt x="311" y="440"/>
                </a:lnTo>
                <a:lnTo>
                  <a:pt x="311" y="439"/>
                </a:lnTo>
                <a:lnTo>
                  <a:pt x="310" y="439"/>
                </a:lnTo>
                <a:lnTo>
                  <a:pt x="309" y="440"/>
                </a:lnTo>
                <a:lnTo>
                  <a:pt x="309" y="441"/>
                </a:lnTo>
                <a:lnTo>
                  <a:pt x="309" y="442"/>
                </a:lnTo>
                <a:lnTo>
                  <a:pt x="308" y="442"/>
                </a:lnTo>
                <a:lnTo>
                  <a:pt x="308" y="444"/>
                </a:lnTo>
                <a:lnTo>
                  <a:pt x="307" y="444"/>
                </a:lnTo>
                <a:lnTo>
                  <a:pt x="308" y="444"/>
                </a:lnTo>
                <a:lnTo>
                  <a:pt x="308" y="445"/>
                </a:lnTo>
                <a:lnTo>
                  <a:pt x="307" y="445"/>
                </a:lnTo>
                <a:lnTo>
                  <a:pt x="306" y="446"/>
                </a:lnTo>
                <a:lnTo>
                  <a:pt x="305" y="446"/>
                </a:lnTo>
                <a:lnTo>
                  <a:pt x="305" y="447"/>
                </a:lnTo>
                <a:lnTo>
                  <a:pt x="304" y="446"/>
                </a:lnTo>
                <a:lnTo>
                  <a:pt x="304" y="447"/>
                </a:lnTo>
                <a:lnTo>
                  <a:pt x="303" y="448"/>
                </a:lnTo>
                <a:lnTo>
                  <a:pt x="303" y="449"/>
                </a:lnTo>
                <a:lnTo>
                  <a:pt x="302" y="449"/>
                </a:lnTo>
                <a:lnTo>
                  <a:pt x="301" y="450"/>
                </a:lnTo>
                <a:lnTo>
                  <a:pt x="301" y="451"/>
                </a:lnTo>
                <a:lnTo>
                  <a:pt x="302" y="451"/>
                </a:lnTo>
                <a:lnTo>
                  <a:pt x="301" y="451"/>
                </a:lnTo>
                <a:lnTo>
                  <a:pt x="301" y="452"/>
                </a:lnTo>
                <a:lnTo>
                  <a:pt x="300" y="452"/>
                </a:lnTo>
                <a:lnTo>
                  <a:pt x="299" y="452"/>
                </a:lnTo>
                <a:lnTo>
                  <a:pt x="299" y="453"/>
                </a:lnTo>
                <a:lnTo>
                  <a:pt x="300" y="453"/>
                </a:lnTo>
                <a:lnTo>
                  <a:pt x="300" y="455"/>
                </a:lnTo>
                <a:lnTo>
                  <a:pt x="299" y="455"/>
                </a:lnTo>
                <a:lnTo>
                  <a:pt x="298" y="455"/>
                </a:lnTo>
                <a:lnTo>
                  <a:pt x="297" y="455"/>
                </a:lnTo>
                <a:lnTo>
                  <a:pt x="297" y="456"/>
                </a:lnTo>
                <a:lnTo>
                  <a:pt x="297" y="457"/>
                </a:lnTo>
                <a:lnTo>
                  <a:pt x="296" y="457"/>
                </a:lnTo>
                <a:lnTo>
                  <a:pt x="296" y="458"/>
                </a:lnTo>
                <a:lnTo>
                  <a:pt x="297" y="458"/>
                </a:lnTo>
                <a:lnTo>
                  <a:pt x="297" y="459"/>
                </a:lnTo>
                <a:lnTo>
                  <a:pt x="296" y="459"/>
                </a:lnTo>
                <a:lnTo>
                  <a:pt x="296" y="460"/>
                </a:lnTo>
                <a:lnTo>
                  <a:pt x="296" y="461"/>
                </a:lnTo>
                <a:lnTo>
                  <a:pt x="296" y="462"/>
                </a:lnTo>
                <a:lnTo>
                  <a:pt x="296" y="463"/>
                </a:lnTo>
                <a:lnTo>
                  <a:pt x="295" y="463"/>
                </a:lnTo>
                <a:lnTo>
                  <a:pt x="296" y="464"/>
                </a:lnTo>
                <a:lnTo>
                  <a:pt x="297" y="464"/>
                </a:lnTo>
                <a:lnTo>
                  <a:pt x="297" y="463"/>
                </a:lnTo>
                <a:lnTo>
                  <a:pt x="296" y="463"/>
                </a:lnTo>
                <a:lnTo>
                  <a:pt x="297" y="463"/>
                </a:lnTo>
                <a:lnTo>
                  <a:pt x="297" y="464"/>
                </a:lnTo>
                <a:lnTo>
                  <a:pt x="297" y="465"/>
                </a:lnTo>
                <a:lnTo>
                  <a:pt x="298" y="465"/>
                </a:lnTo>
                <a:lnTo>
                  <a:pt x="297" y="465"/>
                </a:lnTo>
                <a:lnTo>
                  <a:pt x="297" y="466"/>
                </a:lnTo>
                <a:lnTo>
                  <a:pt x="297" y="467"/>
                </a:lnTo>
                <a:lnTo>
                  <a:pt x="296" y="467"/>
                </a:lnTo>
                <a:lnTo>
                  <a:pt x="297" y="468"/>
                </a:lnTo>
                <a:lnTo>
                  <a:pt x="298" y="468"/>
                </a:lnTo>
                <a:lnTo>
                  <a:pt x="298" y="469"/>
                </a:lnTo>
                <a:lnTo>
                  <a:pt x="299" y="469"/>
                </a:lnTo>
                <a:lnTo>
                  <a:pt x="299" y="468"/>
                </a:lnTo>
                <a:lnTo>
                  <a:pt x="300" y="468"/>
                </a:lnTo>
                <a:lnTo>
                  <a:pt x="300" y="469"/>
                </a:lnTo>
                <a:lnTo>
                  <a:pt x="301" y="469"/>
                </a:lnTo>
                <a:lnTo>
                  <a:pt x="302" y="469"/>
                </a:lnTo>
                <a:lnTo>
                  <a:pt x="302" y="468"/>
                </a:lnTo>
                <a:lnTo>
                  <a:pt x="303" y="468"/>
                </a:lnTo>
                <a:lnTo>
                  <a:pt x="304" y="468"/>
                </a:lnTo>
                <a:lnTo>
                  <a:pt x="304" y="467"/>
                </a:lnTo>
                <a:lnTo>
                  <a:pt x="305" y="467"/>
                </a:lnTo>
                <a:lnTo>
                  <a:pt x="305" y="468"/>
                </a:lnTo>
                <a:lnTo>
                  <a:pt x="306" y="468"/>
                </a:lnTo>
                <a:lnTo>
                  <a:pt x="306" y="469"/>
                </a:lnTo>
                <a:lnTo>
                  <a:pt x="306" y="470"/>
                </a:lnTo>
                <a:lnTo>
                  <a:pt x="306" y="471"/>
                </a:lnTo>
                <a:lnTo>
                  <a:pt x="306" y="472"/>
                </a:lnTo>
                <a:lnTo>
                  <a:pt x="307" y="472"/>
                </a:lnTo>
                <a:lnTo>
                  <a:pt x="307" y="474"/>
                </a:lnTo>
                <a:lnTo>
                  <a:pt x="307" y="475"/>
                </a:lnTo>
                <a:lnTo>
                  <a:pt x="306" y="475"/>
                </a:lnTo>
                <a:lnTo>
                  <a:pt x="305" y="476"/>
                </a:lnTo>
                <a:lnTo>
                  <a:pt x="304" y="477"/>
                </a:lnTo>
                <a:lnTo>
                  <a:pt x="303" y="477"/>
                </a:lnTo>
                <a:lnTo>
                  <a:pt x="303" y="479"/>
                </a:lnTo>
                <a:lnTo>
                  <a:pt x="302" y="479"/>
                </a:lnTo>
                <a:lnTo>
                  <a:pt x="301" y="479"/>
                </a:lnTo>
                <a:lnTo>
                  <a:pt x="301" y="480"/>
                </a:lnTo>
                <a:lnTo>
                  <a:pt x="301" y="479"/>
                </a:lnTo>
                <a:lnTo>
                  <a:pt x="300" y="479"/>
                </a:lnTo>
                <a:lnTo>
                  <a:pt x="300" y="480"/>
                </a:lnTo>
                <a:lnTo>
                  <a:pt x="300" y="481"/>
                </a:lnTo>
                <a:lnTo>
                  <a:pt x="300" y="482"/>
                </a:lnTo>
                <a:lnTo>
                  <a:pt x="299" y="482"/>
                </a:lnTo>
                <a:lnTo>
                  <a:pt x="298" y="482"/>
                </a:lnTo>
                <a:lnTo>
                  <a:pt x="298" y="483"/>
                </a:lnTo>
                <a:lnTo>
                  <a:pt x="297" y="484"/>
                </a:lnTo>
                <a:lnTo>
                  <a:pt x="297" y="483"/>
                </a:lnTo>
                <a:lnTo>
                  <a:pt x="297" y="484"/>
                </a:lnTo>
                <a:lnTo>
                  <a:pt x="296" y="484"/>
                </a:lnTo>
                <a:lnTo>
                  <a:pt x="296" y="485"/>
                </a:lnTo>
                <a:lnTo>
                  <a:pt x="295" y="486"/>
                </a:lnTo>
                <a:lnTo>
                  <a:pt x="294" y="487"/>
                </a:lnTo>
                <a:lnTo>
                  <a:pt x="293" y="488"/>
                </a:lnTo>
                <a:lnTo>
                  <a:pt x="293" y="489"/>
                </a:lnTo>
                <a:lnTo>
                  <a:pt x="294" y="490"/>
                </a:lnTo>
                <a:lnTo>
                  <a:pt x="294" y="491"/>
                </a:lnTo>
                <a:lnTo>
                  <a:pt x="294" y="492"/>
                </a:lnTo>
                <a:lnTo>
                  <a:pt x="294" y="493"/>
                </a:lnTo>
                <a:lnTo>
                  <a:pt x="293" y="493"/>
                </a:lnTo>
                <a:lnTo>
                  <a:pt x="292" y="493"/>
                </a:lnTo>
                <a:lnTo>
                  <a:pt x="291" y="493"/>
                </a:lnTo>
                <a:lnTo>
                  <a:pt x="290" y="493"/>
                </a:lnTo>
                <a:lnTo>
                  <a:pt x="289" y="493"/>
                </a:lnTo>
                <a:lnTo>
                  <a:pt x="289" y="494"/>
                </a:lnTo>
                <a:lnTo>
                  <a:pt x="289" y="495"/>
                </a:lnTo>
                <a:lnTo>
                  <a:pt x="288" y="495"/>
                </a:lnTo>
                <a:lnTo>
                  <a:pt x="287" y="496"/>
                </a:lnTo>
                <a:lnTo>
                  <a:pt x="287" y="497"/>
                </a:lnTo>
                <a:lnTo>
                  <a:pt x="286" y="498"/>
                </a:lnTo>
                <a:lnTo>
                  <a:pt x="285" y="498"/>
                </a:lnTo>
                <a:lnTo>
                  <a:pt x="284" y="498"/>
                </a:lnTo>
                <a:lnTo>
                  <a:pt x="283" y="498"/>
                </a:lnTo>
                <a:lnTo>
                  <a:pt x="283" y="499"/>
                </a:lnTo>
                <a:lnTo>
                  <a:pt x="283" y="500"/>
                </a:lnTo>
                <a:lnTo>
                  <a:pt x="282" y="500"/>
                </a:lnTo>
                <a:lnTo>
                  <a:pt x="281" y="500"/>
                </a:lnTo>
                <a:lnTo>
                  <a:pt x="280" y="500"/>
                </a:lnTo>
                <a:lnTo>
                  <a:pt x="280" y="499"/>
                </a:lnTo>
                <a:lnTo>
                  <a:pt x="279" y="499"/>
                </a:lnTo>
                <a:lnTo>
                  <a:pt x="278" y="499"/>
                </a:lnTo>
                <a:lnTo>
                  <a:pt x="277" y="499"/>
                </a:lnTo>
                <a:lnTo>
                  <a:pt x="277" y="500"/>
                </a:lnTo>
                <a:lnTo>
                  <a:pt x="276" y="500"/>
                </a:lnTo>
                <a:lnTo>
                  <a:pt x="275" y="500"/>
                </a:lnTo>
                <a:lnTo>
                  <a:pt x="274" y="500"/>
                </a:lnTo>
                <a:lnTo>
                  <a:pt x="274" y="501"/>
                </a:lnTo>
                <a:lnTo>
                  <a:pt x="273" y="502"/>
                </a:lnTo>
                <a:lnTo>
                  <a:pt x="273" y="503"/>
                </a:lnTo>
                <a:lnTo>
                  <a:pt x="273" y="502"/>
                </a:lnTo>
                <a:lnTo>
                  <a:pt x="272" y="503"/>
                </a:lnTo>
                <a:lnTo>
                  <a:pt x="271" y="503"/>
                </a:lnTo>
                <a:lnTo>
                  <a:pt x="270" y="504"/>
                </a:lnTo>
                <a:lnTo>
                  <a:pt x="270" y="505"/>
                </a:lnTo>
                <a:lnTo>
                  <a:pt x="269" y="505"/>
                </a:lnTo>
                <a:lnTo>
                  <a:pt x="269" y="506"/>
                </a:lnTo>
                <a:lnTo>
                  <a:pt x="269" y="508"/>
                </a:lnTo>
                <a:lnTo>
                  <a:pt x="269" y="509"/>
                </a:lnTo>
                <a:lnTo>
                  <a:pt x="270" y="509"/>
                </a:lnTo>
                <a:lnTo>
                  <a:pt x="270" y="510"/>
                </a:lnTo>
                <a:lnTo>
                  <a:pt x="271" y="510"/>
                </a:lnTo>
                <a:lnTo>
                  <a:pt x="272" y="510"/>
                </a:lnTo>
                <a:lnTo>
                  <a:pt x="272" y="511"/>
                </a:lnTo>
                <a:lnTo>
                  <a:pt x="272" y="512"/>
                </a:lnTo>
                <a:lnTo>
                  <a:pt x="273" y="512"/>
                </a:lnTo>
                <a:lnTo>
                  <a:pt x="273" y="513"/>
                </a:lnTo>
                <a:lnTo>
                  <a:pt x="274" y="513"/>
                </a:lnTo>
                <a:lnTo>
                  <a:pt x="275" y="515"/>
                </a:lnTo>
                <a:lnTo>
                  <a:pt x="274" y="515"/>
                </a:lnTo>
                <a:lnTo>
                  <a:pt x="274" y="516"/>
                </a:lnTo>
                <a:lnTo>
                  <a:pt x="274" y="518"/>
                </a:lnTo>
                <a:lnTo>
                  <a:pt x="273" y="518"/>
                </a:lnTo>
                <a:lnTo>
                  <a:pt x="273" y="517"/>
                </a:lnTo>
                <a:lnTo>
                  <a:pt x="273" y="516"/>
                </a:lnTo>
                <a:lnTo>
                  <a:pt x="272" y="516"/>
                </a:lnTo>
                <a:lnTo>
                  <a:pt x="271" y="516"/>
                </a:lnTo>
                <a:lnTo>
                  <a:pt x="271" y="517"/>
                </a:lnTo>
                <a:lnTo>
                  <a:pt x="270" y="517"/>
                </a:lnTo>
                <a:lnTo>
                  <a:pt x="269" y="517"/>
                </a:lnTo>
                <a:lnTo>
                  <a:pt x="269" y="518"/>
                </a:lnTo>
                <a:lnTo>
                  <a:pt x="268" y="518"/>
                </a:lnTo>
                <a:lnTo>
                  <a:pt x="268" y="519"/>
                </a:lnTo>
                <a:lnTo>
                  <a:pt x="268" y="520"/>
                </a:lnTo>
                <a:lnTo>
                  <a:pt x="267" y="520"/>
                </a:lnTo>
                <a:lnTo>
                  <a:pt x="267" y="521"/>
                </a:lnTo>
                <a:lnTo>
                  <a:pt x="267" y="522"/>
                </a:lnTo>
                <a:lnTo>
                  <a:pt x="267" y="523"/>
                </a:lnTo>
                <a:lnTo>
                  <a:pt x="267" y="524"/>
                </a:lnTo>
                <a:lnTo>
                  <a:pt x="266" y="524"/>
                </a:lnTo>
                <a:lnTo>
                  <a:pt x="265" y="524"/>
                </a:lnTo>
                <a:lnTo>
                  <a:pt x="264" y="524"/>
                </a:lnTo>
                <a:lnTo>
                  <a:pt x="263" y="524"/>
                </a:lnTo>
                <a:lnTo>
                  <a:pt x="263" y="523"/>
                </a:lnTo>
                <a:lnTo>
                  <a:pt x="262" y="523"/>
                </a:lnTo>
                <a:lnTo>
                  <a:pt x="262" y="524"/>
                </a:lnTo>
                <a:lnTo>
                  <a:pt x="263" y="525"/>
                </a:lnTo>
                <a:lnTo>
                  <a:pt x="262" y="525"/>
                </a:lnTo>
                <a:lnTo>
                  <a:pt x="262" y="526"/>
                </a:lnTo>
                <a:lnTo>
                  <a:pt x="261" y="526"/>
                </a:lnTo>
                <a:lnTo>
                  <a:pt x="262" y="526"/>
                </a:lnTo>
                <a:lnTo>
                  <a:pt x="262" y="527"/>
                </a:lnTo>
                <a:lnTo>
                  <a:pt x="262" y="528"/>
                </a:lnTo>
                <a:lnTo>
                  <a:pt x="261" y="529"/>
                </a:lnTo>
                <a:lnTo>
                  <a:pt x="262" y="529"/>
                </a:lnTo>
                <a:lnTo>
                  <a:pt x="262" y="530"/>
                </a:lnTo>
                <a:lnTo>
                  <a:pt x="263" y="530"/>
                </a:lnTo>
                <a:lnTo>
                  <a:pt x="263" y="531"/>
                </a:lnTo>
                <a:lnTo>
                  <a:pt x="262" y="532"/>
                </a:lnTo>
                <a:lnTo>
                  <a:pt x="262" y="531"/>
                </a:lnTo>
                <a:lnTo>
                  <a:pt x="261" y="531"/>
                </a:lnTo>
                <a:lnTo>
                  <a:pt x="261" y="532"/>
                </a:lnTo>
                <a:lnTo>
                  <a:pt x="261" y="533"/>
                </a:lnTo>
                <a:lnTo>
                  <a:pt x="260" y="533"/>
                </a:lnTo>
                <a:lnTo>
                  <a:pt x="260" y="534"/>
                </a:lnTo>
                <a:lnTo>
                  <a:pt x="260" y="535"/>
                </a:lnTo>
                <a:lnTo>
                  <a:pt x="260" y="536"/>
                </a:lnTo>
                <a:lnTo>
                  <a:pt x="261" y="536"/>
                </a:lnTo>
                <a:lnTo>
                  <a:pt x="261" y="537"/>
                </a:lnTo>
                <a:lnTo>
                  <a:pt x="261" y="538"/>
                </a:lnTo>
                <a:lnTo>
                  <a:pt x="261" y="539"/>
                </a:lnTo>
                <a:lnTo>
                  <a:pt x="262" y="539"/>
                </a:lnTo>
                <a:lnTo>
                  <a:pt x="261" y="539"/>
                </a:lnTo>
                <a:lnTo>
                  <a:pt x="262" y="540"/>
                </a:lnTo>
                <a:lnTo>
                  <a:pt x="262" y="541"/>
                </a:lnTo>
                <a:lnTo>
                  <a:pt x="262" y="542"/>
                </a:lnTo>
                <a:lnTo>
                  <a:pt x="261" y="542"/>
                </a:lnTo>
                <a:lnTo>
                  <a:pt x="260" y="542"/>
                </a:lnTo>
                <a:lnTo>
                  <a:pt x="259" y="542"/>
                </a:lnTo>
                <a:lnTo>
                  <a:pt x="259" y="543"/>
                </a:lnTo>
                <a:lnTo>
                  <a:pt x="259" y="544"/>
                </a:lnTo>
                <a:lnTo>
                  <a:pt x="259" y="546"/>
                </a:lnTo>
                <a:lnTo>
                  <a:pt x="258" y="547"/>
                </a:lnTo>
                <a:lnTo>
                  <a:pt x="257" y="547"/>
                </a:lnTo>
                <a:lnTo>
                  <a:pt x="257" y="548"/>
                </a:lnTo>
                <a:lnTo>
                  <a:pt x="256" y="548"/>
                </a:lnTo>
                <a:lnTo>
                  <a:pt x="256" y="549"/>
                </a:lnTo>
                <a:lnTo>
                  <a:pt x="256" y="550"/>
                </a:lnTo>
                <a:lnTo>
                  <a:pt x="256" y="551"/>
                </a:lnTo>
                <a:lnTo>
                  <a:pt x="257" y="551"/>
                </a:lnTo>
                <a:lnTo>
                  <a:pt x="256" y="553"/>
                </a:lnTo>
                <a:lnTo>
                  <a:pt x="257" y="553"/>
                </a:lnTo>
                <a:lnTo>
                  <a:pt x="257" y="554"/>
                </a:lnTo>
                <a:lnTo>
                  <a:pt x="258" y="555"/>
                </a:lnTo>
                <a:lnTo>
                  <a:pt x="258" y="556"/>
                </a:lnTo>
                <a:lnTo>
                  <a:pt x="258" y="557"/>
                </a:lnTo>
                <a:lnTo>
                  <a:pt x="257" y="558"/>
                </a:lnTo>
                <a:lnTo>
                  <a:pt x="256" y="558"/>
                </a:lnTo>
                <a:lnTo>
                  <a:pt x="256" y="559"/>
                </a:lnTo>
                <a:lnTo>
                  <a:pt x="256" y="560"/>
                </a:lnTo>
                <a:lnTo>
                  <a:pt x="256" y="561"/>
                </a:lnTo>
                <a:lnTo>
                  <a:pt x="255" y="561"/>
                </a:lnTo>
                <a:lnTo>
                  <a:pt x="254" y="563"/>
                </a:lnTo>
                <a:lnTo>
                  <a:pt x="255" y="563"/>
                </a:lnTo>
                <a:lnTo>
                  <a:pt x="255" y="564"/>
                </a:lnTo>
                <a:lnTo>
                  <a:pt x="255" y="565"/>
                </a:lnTo>
                <a:lnTo>
                  <a:pt x="256" y="565"/>
                </a:lnTo>
                <a:lnTo>
                  <a:pt x="255" y="566"/>
                </a:lnTo>
                <a:lnTo>
                  <a:pt x="254" y="566"/>
                </a:lnTo>
                <a:lnTo>
                  <a:pt x="255" y="566"/>
                </a:lnTo>
                <a:lnTo>
                  <a:pt x="256" y="567"/>
                </a:lnTo>
                <a:lnTo>
                  <a:pt x="256" y="568"/>
                </a:lnTo>
                <a:lnTo>
                  <a:pt x="255" y="569"/>
                </a:lnTo>
                <a:lnTo>
                  <a:pt x="256" y="569"/>
                </a:lnTo>
                <a:lnTo>
                  <a:pt x="256" y="570"/>
                </a:lnTo>
                <a:lnTo>
                  <a:pt x="256" y="571"/>
                </a:lnTo>
                <a:lnTo>
                  <a:pt x="255" y="572"/>
                </a:lnTo>
                <a:lnTo>
                  <a:pt x="254" y="573"/>
                </a:lnTo>
                <a:lnTo>
                  <a:pt x="254" y="572"/>
                </a:lnTo>
                <a:lnTo>
                  <a:pt x="253" y="572"/>
                </a:lnTo>
                <a:lnTo>
                  <a:pt x="253" y="573"/>
                </a:lnTo>
                <a:lnTo>
                  <a:pt x="252" y="573"/>
                </a:lnTo>
                <a:lnTo>
                  <a:pt x="251" y="573"/>
                </a:lnTo>
                <a:lnTo>
                  <a:pt x="250" y="573"/>
                </a:lnTo>
                <a:lnTo>
                  <a:pt x="250" y="574"/>
                </a:lnTo>
                <a:lnTo>
                  <a:pt x="250" y="575"/>
                </a:lnTo>
                <a:lnTo>
                  <a:pt x="249" y="577"/>
                </a:lnTo>
                <a:lnTo>
                  <a:pt x="249" y="578"/>
                </a:lnTo>
                <a:lnTo>
                  <a:pt x="249" y="579"/>
                </a:lnTo>
                <a:lnTo>
                  <a:pt x="248" y="579"/>
                </a:lnTo>
                <a:lnTo>
                  <a:pt x="247" y="580"/>
                </a:lnTo>
                <a:lnTo>
                  <a:pt x="246" y="580"/>
                </a:lnTo>
                <a:lnTo>
                  <a:pt x="245" y="580"/>
                </a:lnTo>
                <a:lnTo>
                  <a:pt x="244" y="582"/>
                </a:lnTo>
                <a:lnTo>
                  <a:pt x="243" y="582"/>
                </a:lnTo>
                <a:lnTo>
                  <a:pt x="242" y="582"/>
                </a:lnTo>
                <a:lnTo>
                  <a:pt x="242" y="581"/>
                </a:lnTo>
                <a:lnTo>
                  <a:pt x="241" y="581"/>
                </a:lnTo>
                <a:lnTo>
                  <a:pt x="241" y="582"/>
                </a:lnTo>
                <a:lnTo>
                  <a:pt x="240" y="582"/>
                </a:lnTo>
                <a:lnTo>
                  <a:pt x="240" y="583"/>
                </a:lnTo>
                <a:lnTo>
                  <a:pt x="240" y="584"/>
                </a:lnTo>
                <a:lnTo>
                  <a:pt x="240" y="585"/>
                </a:lnTo>
                <a:lnTo>
                  <a:pt x="240" y="586"/>
                </a:lnTo>
                <a:lnTo>
                  <a:pt x="240" y="587"/>
                </a:lnTo>
                <a:lnTo>
                  <a:pt x="241" y="587"/>
                </a:lnTo>
                <a:lnTo>
                  <a:pt x="241" y="588"/>
                </a:lnTo>
                <a:lnTo>
                  <a:pt x="240" y="588"/>
                </a:lnTo>
                <a:lnTo>
                  <a:pt x="240" y="589"/>
                </a:lnTo>
                <a:lnTo>
                  <a:pt x="241" y="589"/>
                </a:lnTo>
                <a:lnTo>
                  <a:pt x="241" y="590"/>
                </a:lnTo>
                <a:lnTo>
                  <a:pt x="242" y="590"/>
                </a:lnTo>
                <a:lnTo>
                  <a:pt x="242" y="589"/>
                </a:lnTo>
                <a:lnTo>
                  <a:pt x="243" y="590"/>
                </a:lnTo>
                <a:lnTo>
                  <a:pt x="243" y="591"/>
                </a:lnTo>
                <a:lnTo>
                  <a:pt x="244" y="592"/>
                </a:lnTo>
                <a:lnTo>
                  <a:pt x="243" y="593"/>
                </a:lnTo>
                <a:lnTo>
                  <a:pt x="242" y="593"/>
                </a:lnTo>
                <a:lnTo>
                  <a:pt x="242" y="594"/>
                </a:lnTo>
                <a:lnTo>
                  <a:pt x="243" y="595"/>
                </a:lnTo>
                <a:lnTo>
                  <a:pt x="243" y="596"/>
                </a:lnTo>
                <a:lnTo>
                  <a:pt x="243" y="597"/>
                </a:lnTo>
                <a:lnTo>
                  <a:pt x="244" y="597"/>
                </a:lnTo>
                <a:lnTo>
                  <a:pt x="245" y="597"/>
                </a:lnTo>
                <a:lnTo>
                  <a:pt x="246" y="597"/>
                </a:lnTo>
                <a:lnTo>
                  <a:pt x="246" y="598"/>
                </a:lnTo>
                <a:lnTo>
                  <a:pt x="247" y="599"/>
                </a:lnTo>
                <a:lnTo>
                  <a:pt x="246" y="600"/>
                </a:lnTo>
                <a:lnTo>
                  <a:pt x="247" y="600"/>
                </a:lnTo>
                <a:lnTo>
                  <a:pt x="247" y="601"/>
                </a:lnTo>
                <a:lnTo>
                  <a:pt x="248" y="601"/>
                </a:lnTo>
                <a:lnTo>
                  <a:pt x="248" y="602"/>
                </a:lnTo>
                <a:lnTo>
                  <a:pt x="247" y="602"/>
                </a:lnTo>
                <a:lnTo>
                  <a:pt x="247" y="603"/>
                </a:lnTo>
                <a:lnTo>
                  <a:pt x="247" y="602"/>
                </a:lnTo>
                <a:lnTo>
                  <a:pt x="246" y="602"/>
                </a:lnTo>
                <a:lnTo>
                  <a:pt x="245" y="603"/>
                </a:lnTo>
                <a:lnTo>
                  <a:pt x="245" y="604"/>
                </a:lnTo>
                <a:lnTo>
                  <a:pt x="244" y="604"/>
                </a:lnTo>
                <a:lnTo>
                  <a:pt x="244" y="605"/>
                </a:lnTo>
                <a:lnTo>
                  <a:pt x="243" y="604"/>
                </a:lnTo>
                <a:lnTo>
                  <a:pt x="242" y="605"/>
                </a:lnTo>
                <a:lnTo>
                  <a:pt x="242" y="606"/>
                </a:lnTo>
                <a:lnTo>
                  <a:pt x="242" y="607"/>
                </a:lnTo>
                <a:lnTo>
                  <a:pt x="243" y="608"/>
                </a:lnTo>
                <a:lnTo>
                  <a:pt x="244" y="608"/>
                </a:lnTo>
                <a:lnTo>
                  <a:pt x="245" y="608"/>
                </a:lnTo>
                <a:lnTo>
                  <a:pt x="245" y="609"/>
                </a:lnTo>
                <a:lnTo>
                  <a:pt x="246" y="610"/>
                </a:lnTo>
                <a:lnTo>
                  <a:pt x="247" y="610"/>
                </a:lnTo>
                <a:lnTo>
                  <a:pt x="247" y="611"/>
                </a:lnTo>
                <a:lnTo>
                  <a:pt x="247" y="612"/>
                </a:lnTo>
                <a:lnTo>
                  <a:pt x="247" y="613"/>
                </a:lnTo>
                <a:lnTo>
                  <a:pt x="246" y="612"/>
                </a:lnTo>
                <a:lnTo>
                  <a:pt x="245" y="612"/>
                </a:lnTo>
                <a:lnTo>
                  <a:pt x="244" y="612"/>
                </a:lnTo>
                <a:lnTo>
                  <a:pt x="244" y="611"/>
                </a:lnTo>
                <a:lnTo>
                  <a:pt x="243" y="610"/>
                </a:lnTo>
                <a:lnTo>
                  <a:pt x="242" y="611"/>
                </a:lnTo>
                <a:lnTo>
                  <a:pt x="242" y="612"/>
                </a:lnTo>
                <a:lnTo>
                  <a:pt x="242" y="613"/>
                </a:lnTo>
                <a:lnTo>
                  <a:pt x="243" y="613"/>
                </a:lnTo>
                <a:lnTo>
                  <a:pt x="244" y="614"/>
                </a:lnTo>
                <a:lnTo>
                  <a:pt x="244" y="615"/>
                </a:lnTo>
                <a:lnTo>
                  <a:pt x="244" y="616"/>
                </a:lnTo>
                <a:lnTo>
                  <a:pt x="243" y="615"/>
                </a:lnTo>
                <a:lnTo>
                  <a:pt x="242" y="616"/>
                </a:lnTo>
                <a:lnTo>
                  <a:pt x="243" y="616"/>
                </a:lnTo>
                <a:lnTo>
                  <a:pt x="243" y="617"/>
                </a:lnTo>
                <a:lnTo>
                  <a:pt x="243" y="618"/>
                </a:lnTo>
                <a:lnTo>
                  <a:pt x="243" y="619"/>
                </a:lnTo>
                <a:lnTo>
                  <a:pt x="243" y="620"/>
                </a:lnTo>
                <a:lnTo>
                  <a:pt x="244" y="620"/>
                </a:lnTo>
                <a:lnTo>
                  <a:pt x="244" y="621"/>
                </a:lnTo>
                <a:lnTo>
                  <a:pt x="245" y="621"/>
                </a:lnTo>
                <a:lnTo>
                  <a:pt x="246" y="621"/>
                </a:lnTo>
                <a:lnTo>
                  <a:pt x="246" y="622"/>
                </a:lnTo>
                <a:lnTo>
                  <a:pt x="245" y="622"/>
                </a:lnTo>
                <a:lnTo>
                  <a:pt x="244" y="623"/>
                </a:lnTo>
                <a:lnTo>
                  <a:pt x="242" y="623"/>
                </a:lnTo>
                <a:lnTo>
                  <a:pt x="242" y="624"/>
                </a:lnTo>
                <a:lnTo>
                  <a:pt x="241" y="624"/>
                </a:lnTo>
                <a:lnTo>
                  <a:pt x="241" y="623"/>
                </a:lnTo>
                <a:lnTo>
                  <a:pt x="241" y="622"/>
                </a:lnTo>
                <a:lnTo>
                  <a:pt x="241" y="621"/>
                </a:lnTo>
                <a:lnTo>
                  <a:pt x="241" y="620"/>
                </a:lnTo>
                <a:lnTo>
                  <a:pt x="241" y="621"/>
                </a:lnTo>
                <a:lnTo>
                  <a:pt x="240" y="621"/>
                </a:lnTo>
                <a:lnTo>
                  <a:pt x="240" y="620"/>
                </a:lnTo>
                <a:lnTo>
                  <a:pt x="238" y="619"/>
                </a:lnTo>
                <a:lnTo>
                  <a:pt x="237" y="619"/>
                </a:lnTo>
                <a:lnTo>
                  <a:pt x="237" y="618"/>
                </a:lnTo>
                <a:lnTo>
                  <a:pt x="236" y="619"/>
                </a:lnTo>
                <a:lnTo>
                  <a:pt x="236" y="620"/>
                </a:lnTo>
                <a:lnTo>
                  <a:pt x="235" y="620"/>
                </a:lnTo>
                <a:lnTo>
                  <a:pt x="235" y="621"/>
                </a:lnTo>
                <a:lnTo>
                  <a:pt x="235" y="622"/>
                </a:lnTo>
                <a:lnTo>
                  <a:pt x="235" y="623"/>
                </a:lnTo>
                <a:lnTo>
                  <a:pt x="235" y="624"/>
                </a:lnTo>
                <a:lnTo>
                  <a:pt x="235" y="625"/>
                </a:lnTo>
                <a:lnTo>
                  <a:pt x="234" y="624"/>
                </a:lnTo>
                <a:lnTo>
                  <a:pt x="233" y="624"/>
                </a:lnTo>
                <a:lnTo>
                  <a:pt x="232" y="624"/>
                </a:lnTo>
                <a:lnTo>
                  <a:pt x="233" y="624"/>
                </a:lnTo>
                <a:lnTo>
                  <a:pt x="233" y="625"/>
                </a:lnTo>
                <a:lnTo>
                  <a:pt x="234" y="625"/>
                </a:lnTo>
                <a:lnTo>
                  <a:pt x="233" y="625"/>
                </a:lnTo>
                <a:lnTo>
                  <a:pt x="233" y="626"/>
                </a:lnTo>
                <a:lnTo>
                  <a:pt x="233" y="627"/>
                </a:lnTo>
                <a:lnTo>
                  <a:pt x="234" y="627"/>
                </a:lnTo>
                <a:lnTo>
                  <a:pt x="233" y="627"/>
                </a:lnTo>
                <a:lnTo>
                  <a:pt x="232" y="627"/>
                </a:lnTo>
                <a:lnTo>
                  <a:pt x="232" y="628"/>
                </a:lnTo>
                <a:lnTo>
                  <a:pt x="232" y="629"/>
                </a:lnTo>
                <a:lnTo>
                  <a:pt x="231" y="630"/>
                </a:lnTo>
                <a:lnTo>
                  <a:pt x="231" y="631"/>
                </a:lnTo>
                <a:lnTo>
                  <a:pt x="231" y="632"/>
                </a:lnTo>
                <a:lnTo>
                  <a:pt x="230" y="632"/>
                </a:lnTo>
                <a:lnTo>
                  <a:pt x="230" y="633"/>
                </a:lnTo>
                <a:lnTo>
                  <a:pt x="231" y="633"/>
                </a:lnTo>
                <a:lnTo>
                  <a:pt x="231" y="634"/>
                </a:lnTo>
                <a:lnTo>
                  <a:pt x="232" y="634"/>
                </a:lnTo>
                <a:lnTo>
                  <a:pt x="232" y="635"/>
                </a:lnTo>
                <a:lnTo>
                  <a:pt x="231" y="635"/>
                </a:lnTo>
                <a:lnTo>
                  <a:pt x="231" y="636"/>
                </a:lnTo>
                <a:lnTo>
                  <a:pt x="230" y="636"/>
                </a:lnTo>
                <a:lnTo>
                  <a:pt x="230" y="637"/>
                </a:lnTo>
                <a:lnTo>
                  <a:pt x="230" y="638"/>
                </a:lnTo>
                <a:lnTo>
                  <a:pt x="230" y="639"/>
                </a:lnTo>
                <a:lnTo>
                  <a:pt x="230" y="640"/>
                </a:lnTo>
                <a:lnTo>
                  <a:pt x="231" y="640"/>
                </a:lnTo>
                <a:lnTo>
                  <a:pt x="231" y="641"/>
                </a:lnTo>
                <a:lnTo>
                  <a:pt x="231" y="642"/>
                </a:lnTo>
                <a:lnTo>
                  <a:pt x="232" y="642"/>
                </a:lnTo>
                <a:lnTo>
                  <a:pt x="232" y="643"/>
                </a:lnTo>
                <a:lnTo>
                  <a:pt x="233" y="643"/>
                </a:lnTo>
                <a:lnTo>
                  <a:pt x="234" y="643"/>
                </a:lnTo>
                <a:lnTo>
                  <a:pt x="235" y="643"/>
                </a:lnTo>
                <a:lnTo>
                  <a:pt x="235" y="644"/>
                </a:lnTo>
                <a:lnTo>
                  <a:pt x="235" y="645"/>
                </a:lnTo>
                <a:lnTo>
                  <a:pt x="234" y="645"/>
                </a:lnTo>
                <a:lnTo>
                  <a:pt x="234" y="646"/>
                </a:lnTo>
                <a:lnTo>
                  <a:pt x="233" y="646"/>
                </a:lnTo>
                <a:lnTo>
                  <a:pt x="232" y="646"/>
                </a:lnTo>
                <a:lnTo>
                  <a:pt x="231" y="647"/>
                </a:lnTo>
                <a:lnTo>
                  <a:pt x="230" y="647"/>
                </a:lnTo>
                <a:lnTo>
                  <a:pt x="231" y="648"/>
                </a:lnTo>
                <a:lnTo>
                  <a:pt x="232" y="648"/>
                </a:lnTo>
                <a:lnTo>
                  <a:pt x="233" y="648"/>
                </a:lnTo>
                <a:lnTo>
                  <a:pt x="233" y="649"/>
                </a:lnTo>
                <a:lnTo>
                  <a:pt x="233" y="650"/>
                </a:lnTo>
                <a:lnTo>
                  <a:pt x="233" y="651"/>
                </a:lnTo>
                <a:lnTo>
                  <a:pt x="233" y="652"/>
                </a:lnTo>
                <a:lnTo>
                  <a:pt x="234" y="652"/>
                </a:lnTo>
                <a:lnTo>
                  <a:pt x="234" y="653"/>
                </a:lnTo>
                <a:lnTo>
                  <a:pt x="235" y="653"/>
                </a:lnTo>
                <a:lnTo>
                  <a:pt x="235" y="654"/>
                </a:lnTo>
                <a:lnTo>
                  <a:pt x="236" y="654"/>
                </a:lnTo>
                <a:lnTo>
                  <a:pt x="236" y="655"/>
                </a:lnTo>
                <a:lnTo>
                  <a:pt x="237" y="655"/>
                </a:lnTo>
                <a:lnTo>
                  <a:pt x="237" y="656"/>
                </a:lnTo>
                <a:lnTo>
                  <a:pt x="238" y="656"/>
                </a:lnTo>
                <a:lnTo>
                  <a:pt x="238" y="657"/>
                </a:lnTo>
                <a:lnTo>
                  <a:pt x="239" y="657"/>
                </a:lnTo>
                <a:lnTo>
                  <a:pt x="239" y="658"/>
                </a:lnTo>
                <a:lnTo>
                  <a:pt x="238" y="658"/>
                </a:lnTo>
                <a:lnTo>
                  <a:pt x="239" y="658"/>
                </a:lnTo>
                <a:lnTo>
                  <a:pt x="239" y="659"/>
                </a:lnTo>
                <a:lnTo>
                  <a:pt x="240" y="659"/>
                </a:lnTo>
                <a:lnTo>
                  <a:pt x="240" y="660"/>
                </a:lnTo>
                <a:lnTo>
                  <a:pt x="239" y="660"/>
                </a:lnTo>
                <a:lnTo>
                  <a:pt x="238" y="660"/>
                </a:lnTo>
                <a:lnTo>
                  <a:pt x="237" y="660"/>
                </a:lnTo>
                <a:lnTo>
                  <a:pt x="236" y="660"/>
                </a:lnTo>
                <a:lnTo>
                  <a:pt x="236" y="659"/>
                </a:lnTo>
                <a:lnTo>
                  <a:pt x="235" y="659"/>
                </a:lnTo>
                <a:lnTo>
                  <a:pt x="235" y="660"/>
                </a:lnTo>
                <a:lnTo>
                  <a:pt x="234" y="659"/>
                </a:lnTo>
                <a:lnTo>
                  <a:pt x="233" y="659"/>
                </a:lnTo>
                <a:lnTo>
                  <a:pt x="232" y="659"/>
                </a:lnTo>
                <a:lnTo>
                  <a:pt x="232" y="660"/>
                </a:lnTo>
                <a:lnTo>
                  <a:pt x="231" y="660"/>
                </a:lnTo>
                <a:lnTo>
                  <a:pt x="230" y="661"/>
                </a:lnTo>
                <a:lnTo>
                  <a:pt x="229" y="662"/>
                </a:lnTo>
                <a:lnTo>
                  <a:pt x="228" y="662"/>
                </a:lnTo>
                <a:lnTo>
                  <a:pt x="227" y="662"/>
                </a:lnTo>
                <a:lnTo>
                  <a:pt x="226" y="662"/>
                </a:lnTo>
                <a:lnTo>
                  <a:pt x="225" y="663"/>
                </a:lnTo>
                <a:lnTo>
                  <a:pt x="225" y="662"/>
                </a:lnTo>
                <a:lnTo>
                  <a:pt x="224" y="662"/>
                </a:lnTo>
                <a:lnTo>
                  <a:pt x="223" y="662"/>
                </a:lnTo>
                <a:lnTo>
                  <a:pt x="222" y="662"/>
                </a:lnTo>
                <a:lnTo>
                  <a:pt x="222" y="661"/>
                </a:lnTo>
                <a:lnTo>
                  <a:pt x="222" y="660"/>
                </a:lnTo>
                <a:lnTo>
                  <a:pt x="221" y="659"/>
                </a:lnTo>
                <a:lnTo>
                  <a:pt x="222" y="659"/>
                </a:lnTo>
                <a:lnTo>
                  <a:pt x="223" y="659"/>
                </a:lnTo>
                <a:lnTo>
                  <a:pt x="223" y="658"/>
                </a:lnTo>
                <a:lnTo>
                  <a:pt x="222" y="658"/>
                </a:lnTo>
                <a:lnTo>
                  <a:pt x="222" y="657"/>
                </a:lnTo>
                <a:lnTo>
                  <a:pt x="221" y="655"/>
                </a:lnTo>
                <a:lnTo>
                  <a:pt x="220" y="655"/>
                </a:lnTo>
                <a:lnTo>
                  <a:pt x="219" y="654"/>
                </a:lnTo>
                <a:lnTo>
                  <a:pt x="218" y="654"/>
                </a:lnTo>
                <a:lnTo>
                  <a:pt x="217" y="654"/>
                </a:lnTo>
                <a:lnTo>
                  <a:pt x="216" y="654"/>
                </a:lnTo>
                <a:lnTo>
                  <a:pt x="216" y="653"/>
                </a:lnTo>
                <a:lnTo>
                  <a:pt x="215" y="653"/>
                </a:lnTo>
                <a:lnTo>
                  <a:pt x="215" y="652"/>
                </a:lnTo>
                <a:lnTo>
                  <a:pt x="214" y="652"/>
                </a:lnTo>
                <a:lnTo>
                  <a:pt x="214" y="653"/>
                </a:lnTo>
                <a:lnTo>
                  <a:pt x="213" y="653"/>
                </a:lnTo>
                <a:lnTo>
                  <a:pt x="212" y="653"/>
                </a:lnTo>
                <a:lnTo>
                  <a:pt x="211" y="653"/>
                </a:lnTo>
                <a:lnTo>
                  <a:pt x="211" y="654"/>
                </a:lnTo>
                <a:lnTo>
                  <a:pt x="210" y="653"/>
                </a:lnTo>
                <a:lnTo>
                  <a:pt x="210" y="652"/>
                </a:lnTo>
                <a:lnTo>
                  <a:pt x="210" y="651"/>
                </a:lnTo>
                <a:lnTo>
                  <a:pt x="209" y="651"/>
                </a:lnTo>
                <a:lnTo>
                  <a:pt x="209" y="650"/>
                </a:lnTo>
                <a:lnTo>
                  <a:pt x="209" y="649"/>
                </a:lnTo>
                <a:lnTo>
                  <a:pt x="209" y="648"/>
                </a:lnTo>
                <a:lnTo>
                  <a:pt x="209" y="647"/>
                </a:lnTo>
                <a:lnTo>
                  <a:pt x="209" y="646"/>
                </a:lnTo>
                <a:lnTo>
                  <a:pt x="209" y="645"/>
                </a:lnTo>
                <a:lnTo>
                  <a:pt x="208" y="645"/>
                </a:lnTo>
                <a:lnTo>
                  <a:pt x="207" y="645"/>
                </a:lnTo>
                <a:lnTo>
                  <a:pt x="207" y="644"/>
                </a:lnTo>
                <a:lnTo>
                  <a:pt x="206" y="644"/>
                </a:lnTo>
                <a:lnTo>
                  <a:pt x="205" y="643"/>
                </a:lnTo>
                <a:lnTo>
                  <a:pt x="206" y="643"/>
                </a:lnTo>
                <a:lnTo>
                  <a:pt x="206" y="642"/>
                </a:lnTo>
                <a:lnTo>
                  <a:pt x="206" y="641"/>
                </a:lnTo>
                <a:lnTo>
                  <a:pt x="205" y="641"/>
                </a:lnTo>
                <a:lnTo>
                  <a:pt x="204" y="642"/>
                </a:lnTo>
                <a:lnTo>
                  <a:pt x="204" y="641"/>
                </a:lnTo>
                <a:lnTo>
                  <a:pt x="203" y="641"/>
                </a:lnTo>
                <a:lnTo>
                  <a:pt x="204" y="640"/>
                </a:lnTo>
                <a:lnTo>
                  <a:pt x="203" y="640"/>
                </a:lnTo>
                <a:lnTo>
                  <a:pt x="202" y="639"/>
                </a:lnTo>
                <a:lnTo>
                  <a:pt x="203" y="639"/>
                </a:lnTo>
                <a:lnTo>
                  <a:pt x="202" y="638"/>
                </a:lnTo>
                <a:lnTo>
                  <a:pt x="201" y="638"/>
                </a:lnTo>
                <a:lnTo>
                  <a:pt x="201" y="637"/>
                </a:lnTo>
                <a:lnTo>
                  <a:pt x="200" y="636"/>
                </a:lnTo>
                <a:lnTo>
                  <a:pt x="199" y="635"/>
                </a:lnTo>
                <a:lnTo>
                  <a:pt x="198" y="636"/>
                </a:lnTo>
                <a:lnTo>
                  <a:pt x="198" y="635"/>
                </a:lnTo>
                <a:lnTo>
                  <a:pt x="197" y="635"/>
                </a:lnTo>
                <a:lnTo>
                  <a:pt x="196" y="634"/>
                </a:lnTo>
                <a:lnTo>
                  <a:pt x="195" y="633"/>
                </a:lnTo>
                <a:lnTo>
                  <a:pt x="194" y="633"/>
                </a:lnTo>
                <a:lnTo>
                  <a:pt x="194" y="632"/>
                </a:lnTo>
                <a:lnTo>
                  <a:pt x="193" y="632"/>
                </a:lnTo>
                <a:lnTo>
                  <a:pt x="192" y="632"/>
                </a:lnTo>
                <a:lnTo>
                  <a:pt x="192" y="633"/>
                </a:lnTo>
                <a:lnTo>
                  <a:pt x="192" y="634"/>
                </a:lnTo>
                <a:lnTo>
                  <a:pt x="191" y="635"/>
                </a:lnTo>
                <a:lnTo>
                  <a:pt x="190" y="635"/>
                </a:lnTo>
                <a:lnTo>
                  <a:pt x="189" y="634"/>
                </a:lnTo>
                <a:lnTo>
                  <a:pt x="189" y="635"/>
                </a:lnTo>
                <a:lnTo>
                  <a:pt x="188" y="636"/>
                </a:lnTo>
                <a:lnTo>
                  <a:pt x="188" y="637"/>
                </a:lnTo>
                <a:lnTo>
                  <a:pt x="188" y="638"/>
                </a:lnTo>
                <a:lnTo>
                  <a:pt x="188" y="639"/>
                </a:lnTo>
                <a:lnTo>
                  <a:pt x="187" y="639"/>
                </a:lnTo>
                <a:lnTo>
                  <a:pt x="187" y="638"/>
                </a:lnTo>
                <a:lnTo>
                  <a:pt x="186" y="638"/>
                </a:lnTo>
                <a:lnTo>
                  <a:pt x="185" y="637"/>
                </a:lnTo>
                <a:lnTo>
                  <a:pt x="185" y="638"/>
                </a:lnTo>
                <a:lnTo>
                  <a:pt x="184" y="638"/>
                </a:lnTo>
                <a:lnTo>
                  <a:pt x="183" y="637"/>
                </a:lnTo>
                <a:lnTo>
                  <a:pt x="183" y="636"/>
                </a:lnTo>
                <a:lnTo>
                  <a:pt x="181" y="637"/>
                </a:lnTo>
                <a:lnTo>
                  <a:pt x="180" y="637"/>
                </a:lnTo>
                <a:lnTo>
                  <a:pt x="179" y="637"/>
                </a:lnTo>
                <a:lnTo>
                  <a:pt x="179" y="638"/>
                </a:lnTo>
                <a:lnTo>
                  <a:pt x="178" y="638"/>
                </a:lnTo>
                <a:lnTo>
                  <a:pt x="178" y="639"/>
                </a:lnTo>
                <a:lnTo>
                  <a:pt x="178" y="640"/>
                </a:lnTo>
                <a:lnTo>
                  <a:pt x="177" y="640"/>
                </a:lnTo>
                <a:lnTo>
                  <a:pt x="176" y="640"/>
                </a:lnTo>
                <a:lnTo>
                  <a:pt x="175" y="640"/>
                </a:lnTo>
                <a:lnTo>
                  <a:pt x="174" y="640"/>
                </a:lnTo>
                <a:lnTo>
                  <a:pt x="173" y="641"/>
                </a:lnTo>
                <a:lnTo>
                  <a:pt x="172" y="641"/>
                </a:lnTo>
                <a:lnTo>
                  <a:pt x="172" y="642"/>
                </a:lnTo>
                <a:lnTo>
                  <a:pt x="171" y="642"/>
                </a:lnTo>
                <a:lnTo>
                  <a:pt x="170" y="642"/>
                </a:lnTo>
                <a:lnTo>
                  <a:pt x="170" y="643"/>
                </a:lnTo>
                <a:lnTo>
                  <a:pt x="170" y="644"/>
                </a:lnTo>
                <a:lnTo>
                  <a:pt x="171" y="644"/>
                </a:lnTo>
                <a:lnTo>
                  <a:pt x="169" y="644"/>
                </a:lnTo>
                <a:lnTo>
                  <a:pt x="168" y="644"/>
                </a:lnTo>
                <a:lnTo>
                  <a:pt x="167" y="644"/>
                </a:lnTo>
                <a:lnTo>
                  <a:pt x="167" y="645"/>
                </a:lnTo>
                <a:lnTo>
                  <a:pt x="166" y="645"/>
                </a:lnTo>
                <a:lnTo>
                  <a:pt x="165" y="645"/>
                </a:lnTo>
                <a:lnTo>
                  <a:pt x="165" y="646"/>
                </a:lnTo>
                <a:lnTo>
                  <a:pt x="164" y="646"/>
                </a:lnTo>
                <a:lnTo>
                  <a:pt x="163" y="646"/>
                </a:lnTo>
                <a:lnTo>
                  <a:pt x="163" y="647"/>
                </a:lnTo>
                <a:lnTo>
                  <a:pt x="164" y="647"/>
                </a:lnTo>
                <a:lnTo>
                  <a:pt x="163" y="647"/>
                </a:lnTo>
                <a:lnTo>
                  <a:pt x="163" y="648"/>
                </a:lnTo>
                <a:lnTo>
                  <a:pt x="163" y="647"/>
                </a:lnTo>
                <a:lnTo>
                  <a:pt x="162" y="647"/>
                </a:lnTo>
                <a:lnTo>
                  <a:pt x="161" y="647"/>
                </a:lnTo>
                <a:lnTo>
                  <a:pt x="161" y="646"/>
                </a:lnTo>
                <a:lnTo>
                  <a:pt x="160" y="646"/>
                </a:lnTo>
                <a:lnTo>
                  <a:pt x="159" y="645"/>
                </a:lnTo>
                <a:lnTo>
                  <a:pt x="159" y="644"/>
                </a:lnTo>
                <a:lnTo>
                  <a:pt x="158" y="643"/>
                </a:lnTo>
                <a:lnTo>
                  <a:pt x="157" y="643"/>
                </a:lnTo>
                <a:lnTo>
                  <a:pt x="156" y="643"/>
                </a:lnTo>
                <a:lnTo>
                  <a:pt x="156" y="642"/>
                </a:lnTo>
                <a:lnTo>
                  <a:pt x="156" y="643"/>
                </a:lnTo>
                <a:lnTo>
                  <a:pt x="155" y="644"/>
                </a:lnTo>
                <a:lnTo>
                  <a:pt x="155" y="645"/>
                </a:lnTo>
                <a:lnTo>
                  <a:pt x="154" y="645"/>
                </a:lnTo>
                <a:lnTo>
                  <a:pt x="154" y="646"/>
                </a:lnTo>
                <a:lnTo>
                  <a:pt x="153" y="646"/>
                </a:lnTo>
                <a:lnTo>
                  <a:pt x="153" y="647"/>
                </a:lnTo>
                <a:lnTo>
                  <a:pt x="152" y="647"/>
                </a:lnTo>
                <a:lnTo>
                  <a:pt x="152" y="646"/>
                </a:lnTo>
                <a:lnTo>
                  <a:pt x="152" y="647"/>
                </a:lnTo>
                <a:lnTo>
                  <a:pt x="151" y="647"/>
                </a:lnTo>
                <a:lnTo>
                  <a:pt x="151" y="646"/>
                </a:lnTo>
                <a:lnTo>
                  <a:pt x="150" y="646"/>
                </a:lnTo>
                <a:lnTo>
                  <a:pt x="149" y="647"/>
                </a:lnTo>
                <a:lnTo>
                  <a:pt x="149" y="646"/>
                </a:lnTo>
                <a:lnTo>
                  <a:pt x="148" y="646"/>
                </a:lnTo>
                <a:lnTo>
                  <a:pt x="148" y="647"/>
                </a:lnTo>
                <a:lnTo>
                  <a:pt x="146" y="647"/>
                </a:lnTo>
                <a:lnTo>
                  <a:pt x="146" y="648"/>
                </a:lnTo>
                <a:lnTo>
                  <a:pt x="145" y="649"/>
                </a:lnTo>
                <a:lnTo>
                  <a:pt x="144" y="649"/>
                </a:lnTo>
                <a:lnTo>
                  <a:pt x="143" y="649"/>
                </a:lnTo>
                <a:lnTo>
                  <a:pt x="143" y="648"/>
                </a:lnTo>
                <a:lnTo>
                  <a:pt x="144" y="648"/>
                </a:lnTo>
                <a:lnTo>
                  <a:pt x="143" y="647"/>
                </a:lnTo>
                <a:lnTo>
                  <a:pt x="142" y="647"/>
                </a:lnTo>
                <a:lnTo>
                  <a:pt x="141" y="647"/>
                </a:lnTo>
                <a:lnTo>
                  <a:pt x="141" y="648"/>
                </a:lnTo>
                <a:lnTo>
                  <a:pt x="141" y="649"/>
                </a:lnTo>
                <a:lnTo>
                  <a:pt x="141" y="650"/>
                </a:lnTo>
                <a:lnTo>
                  <a:pt x="140" y="650"/>
                </a:lnTo>
                <a:lnTo>
                  <a:pt x="140" y="651"/>
                </a:lnTo>
                <a:lnTo>
                  <a:pt x="140" y="652"/>
                </a:lnTo>
                <a:lnTo>
                  <a:pt x="140" y="653"/>
                </a:lnTo>
                <a:lnTo>
                  <a:pt x="140" y="654"/>
                </a:lnTo>
                <a:lnTo>
                  <a:pt x="140" y="655"/>
                </a:lnTo>
                <a:lnTo>
                  <a:pt x="139" y="655"/>
                </a:lnTo>
                <a:lnTo>
                  <a:pt x="139" y="656"/>
                </a:lnTo>
                <a:lnTo>
                  <a:pt x="139" y="657"/>
                </a:lnTo>
                <a:lnTo>
                  <a:pt x="139" y="658"/>
                </a:lnTo>
                <a:lnTo>
                  <a:pt x="138" y="658"/>
                </a:lnTo>
                <a:lnTo>
                  <a:pt x="138" y="659"/>
                </a:lnTo>
                <a:lnTo>
                  <a:pt x="137" y="659"/>
                </a:lnTo>
                <a:lnTo>
                  <a:pt x="137" y="660"/>
                </a:lnTo>
                <a:lnTo>
                  <a:pt x="136" y="660"/>
                </a:lnTo>
                <a:lnTo>
                  <a:pt x="136" y="659"/>
                </a:lnTo>
                <a:lnTo>
                  <a:pt x="136" y="658"/>
                </a:lnTo>
                <a:lnTo>
                  <a:pt x="135" y="658"/>
                </a:lnTo>
                <a:lnTo>
                  <a:pt x="135" y="657"/>
                </a:lnTo>
                <a:lnTo>
                  <a:pt x="135" y="656"/>
                </a:lnTo>
                <a:lnTo>
                  <a:pt x="135" y="655"/>
                </a:lnTo>
                <a:lnTo>
                  <a:pt x="134" y="655"/>
                </a:lnTo>
                <a:lnTo>
                  <a:pt x="133" y="655"/>
                </a:lnTo>
                <a:lnTo>
                  <a:pt x="132" y="656"/>
                </a:lnTo>
                <a:lnTo>
                  <a:pt x="132" y="657"/>
                </a:lnTo>
                <a:lnTo>
                  <a:pt x="131" y="656"/>
                </a:lnTo>
                <a:lnTo>
                  <a:pt x="130" y="656"/>
                </a:lnTo>
                <a:lnTo>
                  <a:pt x="130" y="655"/>
                </a:lnTo>
                <a:lnTo>
                  <a:pt x="129" y="655"/>
                </a:lnTo>
                <a:lnTo>
                  <a:pt x="128" y="655"/>
                </a:lnTo>
                <a:lnTo>
                  <a:pt x="128" y="654"/>
                </a:lnTo>
                <a:lnTo>
                  <a:pt x="127" y="654"/>
                </a:lnTo>
                <a:lnTo>
                  <a:pt x="126" y="655"/>
                </a:lnTo>
                <a:lnTo>
                  <a:pt x="126" y="654"/>
                </a:lnTo>
                <a:lnTo>
                  <a:pt x="125" y="654"/>
                </a:lnTo>
                <a:lnTo>
                  <a:pt x="125" y="653"/>
                </a:lnTo>
                <a:lnTo>
                  <a:pt x="124" y="653"/>
                </a:lnTo>
                <a:lnTo>
                  <a:pt x="124" y="654"/>
                </a:lnTo>
                <a:lnTo>
                  <a:pt x="123" y="654"/>
                </a:lnTo>
                <a:lnTo>
                  <a:pt x="122" y="654"/>
                </a:lnTo>
                <a:lnTo>
                  <a:pt x="122" y="655"/>
                </a:lnTo>
                <a:lnTo>
                  <a:pt x="122" y="656"/>
                </a:lnTo>
                <a:lnTo>
                  <a:pt x="122" y="657"/>
                </a:lnTo>
                <a:lnTo>
                  <a:pt x="122" y="658"/>
                </a:lnTo>
                <a:lnTo>
                  <a:pt x="122" y="659"/>
                </a:lnTo>
                <a:lnTo>
                  <a:pt x="123" y="659"/>
                </a:lnTo>
                <a:lnTo>
                  <a:pt x="123" y="660"/>
                </a:lnTo>
                <a:lnTo>
                  <a:pt x="122" y="660"/>
                </a:lnTo>
                <a:lnTo>
                  <a:pt x="122" y="661"/>
                </a:lnTo>
                <a:lnTo>
                  <a:pt x="121" y="661"/>
                </a:lnTo>
                <a:lnTo>
                  <a:pt x="120" y="661"/>
                </a:lnTo>
                <a:lnTo>
                  <a:pt x="120" y="662"/>
                </a:lnTo>
                <a:lnTo>
                  <a:pt x="120" y="663"/>
                </a:lnTo>
                <a:lnTo>
                  <a:pt x="120" y="664"/>
                </a:lnTo>
                <a:lnTo>
                  <a:pt x="119" y="664"/>
                </a:lnTo>
                <a:lnTo>
                  <a:pt x="119" y="663"/>
                </a:lnTo>
                <a:lnTo>
                  <a:pt x="118" y="663"/>
                </a:lnTo>
                <a:lnTo>
                  <a:pt x="117" y="663"/>
                </a:lnTo>
                <a:lnTo>
                  <a:pt x="117" y="662"/>
                </a:lnTo>
                <a:lnTo>
                  <a:pt x="117" y="661"/>
                </a:lnTo>
                <a:lnTo>
                  <a:pt x="116" y="661"/>
                </a:lnTo>
                <a:lnTo>
                  <a:pt x="116" y="660"/>
                </a:lnTo>
                <a:lnTo>
                  <a:pt x="116" y="659"/>
                </a:lnTo>
                <a:lnTo>
                  <a:pt x="116" y="658"/>
                </a:lnTo>
                <a:lnTo>
                  <a:pt x="115" y="658"/>
                </a:lnTo>
                <a:lnTo>
                  <a:pt x="115" y="657"/>
                </a:lnTo>
                <a:lnTo>
                  <a:pt x="114" y="658"/>
                </a:lnTo>
                <a:lnTo>
                  <a:pt x="113" y="658"/>
                </a:lnTo>
                <a:lnTo>
                  <a:pt x="112" y="659"/>
                </a:lnTo>
                <a:lnTo>
                  <a:pt x="111" y="659"/>
                </a:lnTo>
                <a:lnTo>
                  <a:pt x="111" y="658"/>
                </a:lnTo>
                <a:lnTo>
                  <a:pt x="110" y="659"/>
                </a:lnTo>
                <a:lnTo>
                  <a:pt x="109" y="659"/>
                </a:lnTo>
                <a:lnTo>
                  <a:pt x="109" y="660"/>
                </a:lnTo>
                <a:lnTo>
                  <a:pt x="108" y="661"/>
                </a:lnTo>
                <a:lnTo>
                  <a:pt x="108" y="662"/>
                </a:lnTo>
                <a:lnTo>
                  <a:pt x="107" y="663"/>
                </a:lnTo>
                <a:lnTo>
                  <a:pt x="106" y="663"/>
                </a:lnTo>
                <a:lnTo>
                  <a:pt x="106" y="662"/>
                </a:lnTo>
                <a:lnTo>
                  <a:pt x="105" y="662"/>
                </a:lnTo>
                <a:lnTo>
                  <a:pt x="104" y="663"/>
                </a:lnTo>
                <a:lnTo>
                  <a:pt x="103" y="662"/>
                </a:lnTo>
                <a:lnTo>
                  <a:pt x="102" y="662"/>
                </a:lnTo>
                <a:lnTo>
                  <a:pt x="102" y="661"/>
                </a:lnTo>
                <a:lnTo>
                  <a:pt x="102" y="660"/>
                </a:lnTo>
                <a:lnTo>
                  <a:pt x="101" y="660"/>
                </a:lnTo>
                <a:lnTo>
                  <a:pt x="100" y="660"/>
                </a:lnTo>
                <a:lnTo>
                  <a:pt x="100" y="661"/>
                </a:lnTo>
                <a:lnTo>
                  <a:pt x="100" y="662"/>
                </a:lnTo>
                <a:lnTo>
                  <a:pt x="99" y="662"/>
                </a:lnTo>
                <a:lnTo>
                  <a:pt x="98" y="662"/>
                </a:lnTo>
                <a:lnTo>
                  <a:pt x="98" y="663"/>
                </a:lnTo>
                <a:lnTo>
                  <a:pt x="97" y="663"/>
                </a:lnTo>
                <a:lnTo>
                  <a:pt x="96" y="664"/>
                </a:lnTo>
                <a:lnTo>
                  <a:pt x="95" y="664"/>
                </a:lnTo>
                <a:lnTo>
                  <a:pt x="95" y="665"/>
                </a:lnTo>
                <a:lnTo>
                  <a:pt x="94" y="666"/>
                </a:lnTo>
                <a:lnTo>
                  <a:pt x="95" y="666"/>
                </a:lnTo>
                <a:lnTo>
                  <a:pt x="94" y="666"/>
                </a:lnTo>
                <a:lnTo>
                  <a:pt x="93" y="666"/>
                </a:lnTo>
                <a:lnTo>
                  <a:pt x="93" y="667"/>
                </a:lnTo>
                <a:lnTo>
                  <a:pt x="92" y="667"/>
                </a:lnTo>
                <a:lnTo>
                  <a:pt x="91" y="667"/>
                </a:lnTo>
                <a:lnTo>
                  <a:pt x="91" y="668"/>
                </a:lnTo>
                <a:lnTo>
                  <a:pt x="91" y="669"/>
                </a:lnTo>
                <a:lnTo>
                  <a:pt x="90" y="669"/>
                </a:lnTo>
                <a:lnTo>
                  <a:pt x="90" y="668"/>
                </a:lnTo>
                <a:lnTo>
                  <a:pt x="89" y="668"/>
                </a:lnTo>
                <a:lnTo>
                  <a:pt x="88" y="667"/>
                </a:lnTo>
                <a:lnTo>
                  <a:pt x="87" y="667"/>
                </a:lnTo>
                <a:lnTo>
                  <a:pt x="87" y="666"/>
                </a:lnTo>
                <a:lnTo>
                  <a:pt x="88" y="665"/>
                </a:lnTo>
                <a:lnTo>
                  <a:pt x="87" y="664"/>
                </a:lnTo>
                <a:lnTo>
                  <a:pt x="87" y="663"/>
                </a:lnTo>
                <a:lnTo>
                  <a:pt x="86" y="663"/>
                </a:lnTo>
                <a:lnTo>
                  <a:pt x="86" y="662"/>
                </a:lnTo>
                <a:lnTo>
                  <a:pt x="86" y="661"/>
                </a:lnTo>
                <a:lnTo>
                  <a:pt x="86" y="660"/>
                </a:lnTo>
                <a:lnTo>
                  <a:pt x="85" y="660"/>
                </a:lnTo>
                <a:lnTo>
                  <a:pt x="85" y="659"/>
                </a:lnTo>
                <a:lnTo>
                  <a:pt x="84" y="658"/>
                </a:lnTo>
                <a:lnTo>
                  <a:pt x="83" y="658"/>
                </a:lnTo>
                <a:lnTo>
                  <a:pt x="83" y="657"/>
                </a:lnTo>
                <a:lnTo>
                  <a:pt x="83" y="658"/>
                </a:lnTo>
                <a:lnTo>
                  <a:pt x="82" y="658"/>
                </a:lnTo>
                <a:lnTo>
                  <a:pt x="82" y="657"/>
                </a:lnTo>
                <a:lnTo>
                  <a:pt x="83" y="657"/>
                </a:lnTo>
                <a:lnTo>
                  <a:pt x="83" y="656"/>
                </a:lnTo>
                <a:lnTo>
                  <a:pt x="81" y="657"/>
                </a:lnTo>
                <a:lnTo>
                  <a:pt x="82" y="658"/>
                </a:lnTo>
                <a:lnTo>
                  <a:pt x="81" y="658"/>
                </a:lnTo>
                <a:lnTo>
                  <a:pt x="82" y="658"/>
                </a:lnTo>
                <a:lnTo>
                  <a:pt x="81" y="657"/>
                </a:lnTo>
                <a:lnTo>
                  <a:pt x="80" y="658"/>
                </a:lnTo>
                <a:lnTo>
                  <a:pt x="79" y="658"/>
                </a:lnTo>
                <a:lnTo>
                  <a:pt x="77" y="658"/>
                </a:lnTo>
                <a:lnTo>
                  <a:pt x="77" y="657"/>
                </a:lnTo>
                <a:lnTo>
                  <a:pt x="76" y="656"/>
                </a:lnTo>
                <a:lnTo>
                  <a:pt x="75" y="655"/>
                </a:lnTo>
                <a:lnTo>
                  <a:pt x="76" y="655"/>
                </a:lnTo>
                <a:lnTo>
                  <a:pt x="76" y="654"/>
                </a:lnTo>
                <a:lnTo>
                  <a:pt x="75" y="653"/>
                </a:lnTo>
                <a:lnTo>
                  <a:pt x="74" y="653"/>
                </a:lnTo>
                <a:lnTo>
                  <a:pt x="75" y="653"/>
                </a:lnTo>
                <a:lnTo>
                  <a:pt x="75" y="652"/>
                </a:lnTo>
                <a:lnTo>
                  <a:pt x="74" y="652"/>
                </a:lnTo>
                <a:lnTo>
                  <a:pt x="73" y="652"/>
                </a:lnTo>
                <a:lnTo>
                  <a:pt x="72" y="651"/>
                </a:lnTo>
                <a:lnTo>
                  <a:pt x="72" y="650"/>
                </a:lnTo>
                <a:lnTo>
                  <a:pt x="71" y="650"/>
                </a:lnTo>
                <a:lnTo>
                  <a:pt x="70" y="650"/>
                </a:lnTo>
                <a:lnTo>
                  <a:pt x="69" y="651"/>
                </a:lnTo>
                <a:lnTo>
                  <a:pt x="68" y="650"/>
                </a:lnTo>
                <a:lnTo>
                  <a:pt x="67" y="650"/>
                </a:lnTo>
                <a:lnTo>
                  <a:pt x="67" y="649"/>
                </a:lnTo>
                <a:lnTo>
                  <a:pt x="66" y="649"/>
                </a:lnTo>
                <a:lnTo>
                  <a:pt x="65" y="649"/>
                </a:lnTo>
                <a:lnTo>
                  <a:pt x="64" y="649"/>
                </a:lnTo>
                <a:lnTo>
                  <a:pt x="64" y="650"/>
                </a:lnTo>
                <a:lnTo>
                  <a:pt x="63" y="650"/>
                </a:lnTo>
                <a:lnTo>
                  <a:pt x="63" y="649"/>
                </a:lnTo>
                <a:lnTo>
                  <a:pt x="64" y="648"/>
                </a:lnTo>
                <a:lnTo>
                  <a:pt x="64" y="649"/>
                </a:lnTo>
                <a:lnTo>
                  <a:pt x="65" y="649"/>
                </a:lnTo>
                <a:lnTo>
                  <a:pt x="65" y="648"/>
                </a:lnTo>
                <a:lnTo>
                  <a:pt x="64" y="648"/>
                </a:lnTo>
                <a:lnTo>
                  <a:pt x="64" y="647"/>
                </a:lnTo>
                <a:lnTo>
                  <a:pt x="64" y="646"/>
                </a:lnTo>
                <a:lnTo>
                  <a:pt x="63" y="646"/>
                </a:lnTo>
                <a:lnTo>
                  <a:pt x="63" y="645"/>
                </a:lnTo>
                <a:lnTo>
                  <a:pt x="63" y="644"/>
                </a:lnTo>
                <a:lnTo>
                  <a:pt x="64" y="645"/>
                </a:lnTo>
                <a:lnTo>
                  <a:pt x="64" y="644"/>
                </a:lnTo>
                <a:lnTo>
                  <a:pt x="65" y="644"/>
                </a:lnTo>
                <a:lnTo>
                  <a:pt x="66" y="644"/>
                </a:lnTo>
                <a:lnTo>
                  <a:pt x="66" y="645"/>
                </a:lnTo>
                <a:lnTo>
                  <a:pt x="67" y="645"/>
                </a:lnTo>
                <a:lnTo>
                  <a:pt x="68" y="644"/>
                </a:lnTo>
                <a:lnTo>
                  <a:pt x="69" y="643"/>
                </a:lnTo>
                <a:lnTo>
                  <a:pt x="70" y="643"/>
                </a:lnTo>
                <a:lnTo>
                  <a:pt x="70" y="644"/>
                </a:lnTo>
                <a:lnTo>
                  <a:pt x="70" y="643"/>
                </a:lnTo>
                <a:lnTo>
                  <a:pt x="71" y="643"/>
                </a:lnTo>
                <a:lnTo>
                  <a:pt x="72" y="644"/>
                </a:lnTo>
                <a:lnTo>
                  <a:pt x="72" y="643"/>
                </a:lnTo>
                <a:lnTo>
                  <a:pt x="73" y="643"/>
                </a:lnTo>
                <a:lnTo>
                  <a:pt x="74" y="643"/>
                </a:lnTo>
                <a:lnTo>
                  <a:pt x="74" y="642"/>
                </a:lnTo>
                <a:lnTo>
                  <a:pt x="74" y="641"/>
                </a:lnTo>
                <a:lnTo>
                  <a:pt x="74" y="640"/>
                </a:lnTo>
                <a:lnTo>
                  <a:pt x="75" y="640"/>
                </a:lnTo>
                <a:lnTo>
                  <a:pt x="76" y="640"/>
                </a:lnTo>
                <a:lnTo>
                  <a:pt x="78" y="640"/>
                </a:lnTo>
                <a:lnTo>
                  <a:pt x="78" y="639"/>
                </a:lnTo>
                <a:lnTo>
                  <a:pt x="78" y="638"/>
                </a:lnTo>
                <a:lnTo>
                  <a:pt x="79" y="638"/>
                </a:lnTo>
                <a:lnTo>
                  <a:pt x="80" y="638"/>
                </a:lnTo>
                <a:lnTo>
                  <a:pt x="81" y="637"/>
                </a:lnTo>
                <a:lnTo>
                  <a:pt x="81" y="636"/>
                </a:lnTo>
                <a:lnTo>
                  <a:pt x="81" y="635"/>
                </a:lnTo>
                <a:lnTo>
                  <a:pt x="80" y="634"/>
                </a:lnTo>
                <a:lnTo>
                  <a:pt x="80" y="633"/>
                </a:lnTo>
                <a:lnTo>
                  <a:pt x="81" y="633"/>
                </a:lnTo>
                <a:lnTo>
                  <a:pt x="82" y="631"/>
                </a:lnTo>
                <a:lnTo>
                  <a:pt x="81" y="631"/>
                </a:lnTo>
                <a:lnTo>
                  <a:pt x="81" y="630"/>
                </a:lnTo>
                <a:lnTo>
                  <a:pt x="82" y="630"/>
                </a:lnTo>
                <a:lnTo>
                  <a:pt x="82" y="629"/>
                </a:lnTo>
                <a:lnTo>
                  <a:pt x="83" y="629"/>
                </a:lnTo>
                <a:lnTo>
                  <a:pt x="82" y="628"/>
                </a:lnTo>
                <a:lnTo>
                  <a:pt x="83" y="627"/>
                </a:lnTo>
                <a:lnTo>
                  <a:pt x="83" y="626"/>
                </a:lnTo>
                <a:lnTo>
                  <a:pt x="84" y="626"/>
                </a:lnTo>
                <a:lnTo>
                  <a:pt x="84" y="625"/>
                </a:lnTo>
                <a:lnTo>
                  <a:pt x="85" y="624"/>
                </a:lnTo>
                <a:lnTo>
                  <a:pt x="86" y="624"/>
                </a:lnTo>
                <a:lnTo>
                  <a:pt x="86" y="623"/>
                </a:lnTo>
                <a:lnTo>
                  <a:pt x="87" y="623"/>
                </a:lnTo>
                <a:lnTo>
                  <a:pt x="87" y="622"/>
                </a:lnTo>
                <a:lnTo>
                  <a:pt x="87" y="621"/>
                </a:lnTo>
                <a:lnTo>
                  <a:pt x="88" y="620"/>
                </a:lnTo>
                <a:lnTo>
                  <a:pt x="87" y="619"/>
                </a:lnTo>
                <a:lnTo>
                  <a:pt x="86" y="618"/>
                </a:lnTo>
                <a:lnTo>
                  <a:pt x="87" y="618"/>
                </a:lnTo>
                <a:lnTo>
                  <a:pt x="87" y="617"/>
                </a:lnTo>
                <a:lnTo>
                  <a:pt x="87" y="616"/>
                </a:lnTo>
                <a:lnTo>
                  <a:pt x="87" y="615"/>
                </a:lnTo>
                <a:lnTo>
                  <a:pt x="86" y="615"/>
                </a:lnTo>
                <a:lnTo>
                  <a:pt x="87" y="615"/>
                </a:lnTo>
                <a:lnTo>
                  <a:pt x="87" y="614"/>
                </a:lnTo>
                <a:lnTo>
                  <a:pt x="87" y="613"/>
                </a:lnTo>
                <a:lnTo>
                  <a:pt x="88" y="613"/>
                </a:lnTo>
                <a:lnTo>
                  <a:pt x="89" y="613"/>
                </a:lnTo>
                <a:lnTo>
                  <a:pt x="90" y="612"/>
                </a:lnTo>
                <a:lnTo>
                  <a:pt x="89" y="612"/>
                </a:lnTo>
                <a:lnTo>
                  <a:pt x="89" y="611"/>
                </a:lnTo>
                <a:lnTo>
                  <a:pt x="90" y="611"/>
                </a:lnTo>
                <a:lnTo>
                  <a:pt x="91" y="611"/>
                </a:lnTo>
                <a:lnTo>
                  <a:pt x="92" y="611"/>
                </a:lnTo>
                <a:lnTo>
                  <a:pt x="93" y="610"/>
                </a:lnTo>
                <a:lnTo>
                  <a:pt x="93" y="609"/>
                </a:lnTo>
                <a:lnTo>
                  <a:pt x="93" y="608"/>
                </a:lnTo>
                <a:lnTo>
                  <a:pt x="94" y="608"/>
                </a:lnTo>
                <a:lnTo>
                  <a:pt x="94" y="607"/>
                </a:lnTo>
                <a:lnTo>
                  <a:pt x="95" y="607"/>
                </a:lnTo>
                <a:lnTo>
                  <a:pt x="96" y="607"/>
                </a:lnTo>
                <a:lnTo>
                  <a:pt x="97" y="608"/>
                </a:lnTo>
                <a:lnTo>
                  <a:pt x="98" y="608"/>
                </a:lnTo>
                <a:lnTo>
                  <a:pt x="98" y="607"/>
                </a:lnTo>
                <a:lnTo>
                  <a:pt x="99" y="607"/>
                </a:lnTo>
                <a:lnTo>
                  <a:pt x="99" y="606"/>
                </a:lnTo>
                <a:lnTo>
                  <a:pt x="99" y="605"/>
                </a:lnTo>
                <a:lnTo>
                  <a:pt x="100" y="605"/>
                </a:lnTo>
                <a:lnTo>
                  <a:pt x="101" y="605"/>
                </a:lnTo>
                <a:lnTo>
                  <a:pt x="102" y="604"/>
                </a:lnTo>
                <a:lnTo>
                  <a:pt x="102" y="603"/>
                </a:lnTo>
                <a:lnTo>
                  <a:pt x="102" y="602"/>
                </a:lnTo>
                <a:lnTo>
                  <a:pt x="102" y="601"/>
                </a:lnTo>
                <a:lnTo>
                  <a:pt x="103" y="600"/>
                </a:lnTo>
                <a:lnTo>
                  <a:pt x="103" y="599"/>
                </a:lnTo>
                <a:lnTo>
                  <a:pt x="104" y="598"/>
                </a:lnTo>
                <a:lnTo>
                  <a:pt x="105" y="598"/>
                </a:lnTo>
                <a:lnTo>
                  <a:pt x="106" y="598"/>
                </a:lnTo>
                <a:lnTo>
                  <a:pt x="107" y="598"/>
                </a:lnTo>
                <a:lnTo>
                  <a:pt x="108" y="598"/>
                </a:lnTo>
                <a:lnTo>
                  <a:pt x="109" y="597"/>
                </a:lnTo>
                <a:lnTo>
                  <a:pt x="109" y="598"/>
                </a:lnTo>
                <a:lnTo>
                  <a:pt x="110" y="599"/>
                </a:lnTo>
                <a:lnTo>
                  <a:pt x="111" y="599"/>
                </a:lnTo>
                <a:lnTo>
                  <a:pt x="112" y="599"/>
                </a:lnTo>
                <a:lnTo>
                  <a:pt x="113" y="599"/>
                </a:lnTo>
                <a:lnTo>
                  <a:pt x="113" y="598"/>
                </a:lnTo>
                <a:lnTo>
                  <a:pt x="114" y="598"/>
                </a:lnTo>
                <a:lnTo>
                  <a:pt x="114" y="597"/>
                </a:lnTo>
                <a:lnTo>
                  <a:pt x="115" y="597"/>
                </a:lnTo>
                <a:lnTo>
                  <a:pt x="115" y="596"/>
                </a:lnTo>
                <a:lnTo>
                  <a:pt x="115" y="595"/>
                </a:lnTo>
                <a:lnTo>
                  <a:pt x="116" y="596"/>
                </a:lnTo>
                <a:lnTo>
                  <a:pt x="116" y="595"/>
                </a:lnTo>
                <a:lnTo>
                  <a:pt x="116" y="596"/>
                </a:lnTo>
                <a:lnTo>
                  <a:pt x="116" y="595"/>
                </a:lnTo>
                <a:lnTo>
                  <a:pt x="117" y="595"/>
                </a:lnTo>
                <a:lnTo>
                  <a:pt x="118" y="595"/>
                </a:lnTo>
                <a:lnTo>
                  <a:pt x="119" y="595"/>
                </a:lnTo>
                <a:lnTo>
                  <a:pt x="119" y="594"/>
                </a:lnTo>
                <a:lnTo>
                  <a:pt x="119" y="595"/>
                </a:lnTo>
                <a:lnTo>
                  <a:pt x="120" y="595"/>
                </a:lnTo>
                <a:lnTo>
                  <a:pt x="120" y="594"/>
                </a:lnTo>
                <a:lnTo>
                  <a:pt x="121" y="593"/>
                </a:lnTo>
                <a:lnTo>
                  <a:pt x="122" y="594"/>
                </a:lnTo>
                <a:lnTo>
                  <a:pt x="122" y="593"/>
                </a:lnTo>
                <a:lnTo>
                  <a:pt x="123" y="593"/>
                </a:lnTo>
                <a:lnTo>
                  <a:pt x="123" y="592"/>
                </a:lnTo>
                <a:lnTo>
                  <a:pt x="122" y="591"/>
                </a:lnTo>
                <a:lnTo>
                  <a:pt x="122" y="590"/>
                </a:lnTo>
                <a:lnTo>
                  <a:pt x="122" y="589"/>
                </a:lnTo>
                <a:lnTo>
                  <a:pt x="121" y="589"/>
                </a:lnTo>
                <a:lnTo>
                  <a:pt x="121" y="588"/>
                </a:lnTo>
                <a:lnTo>
                  <a:pt x="120" y="588"/>
                </a:lnTo>
                <a:lnTo>
                  <a:pt x="119" y="588"/>
                </a:lnTo>
                <a:lnTo>
                  <a:pt x="118" y="588"/>
                </a:lnTo>
                <a:lnTo>
                  <a:pt x="117" y="587"/>
                </a:lnTo>
                <a:lnTo>
                  <a:pt x="117" y="586"/>
                </a:lnTo>
                <a:lnTo>
                  <a:pt x="117" y="585"/>
                </a:lnTo>
                <a:lnTo>
                  <a:pt x="117" y="584"/>
                </a:lnTo>
                <a:lnTo>
                  <a:pt x="116" y="584"/>
                </a:lnTo>
                <a:lnTo>
                  <a:pt x="117" y="584"/>
                </a:lnTo>
                <a:lnTo>
                  <a:pt x="118" y="584"/>
                </a:lnTo>
                <a:lnTo>
                  <a:pt x="119" y="584"/>
                </a:lnTo>
                <a:lnTo>
                  <a:pt x="119" y="583"/>
                </a:lnTo>
                <a:lnTo>
                  <a:pt x="118" y="583"/>
                </a:lnTo>
                <a:lnTo>
                  <a:pt x="118" y="582"/>
                </a:lnTo>
                <a:lnTo>
                  <a:pt x="119" y="582"/>
                </a:lnTo>
                <a:lnTo>
                  <a:pt x="119" y="581"/>
                </a:lnTo>
                <a:lnTo>
                  <a:pt x="118" y="581"/>
                </a:lnTo>
                <a:lnTo>
                  <a:pt x="119" y="581"/>
                </a:lnTo>
                <a:lnTo>
                  <a:pt x="120" y="581"/>
                </a:lnTo>
                <a:lnTo>
                  <a:pt x="121" y="580"/>
                </a:lnTo>
                <a:lnTo>
                  <a:pt x="122" y="580"/>
                </a:lnTo>
                <a:lnTo>
                  <a:pt x="122" y="581"/>
                </a:lnTo>
                <a:lnTo>
                  <a:pt x="123" y="580"/>
                </a:lnTo>
                <a:lnTo>
                  <a:pt x="124" y="580"/>
                </a:lnTo>
                <a:lnTo>
                  <a:pt x="124" y="579"/>
                </a:lnTo>
                <a:lnTo>
                  <a:pt x="123" y="580"/>
                </a:lnTo>
                <a:lnTo>
                  <a:pt x="123" y="579"/>
                </a:lnTo>
                <a:lnTo>
                  <a:pt x="124" y="579"/>
                </a:lnTo>
                <a:lnTo>
                  <a:pt x="123" y="578"/>
                </a:lnTo>
                <a:lnTo>
                  <a:pt x="123" y="577"/>
                </a:lnTo>
                <a:lnTo>
                  <a:pt x="123" y="575"/>
                </a:lnTo>
                <a:lnTo>
                  <a:pt x="122" y="574"/>
                </a:lnTo>
                <a:lnTo>
                  <a:pt x="122" y="573"/>
                </a:lnTo>
                <a:lnTo>
                  <a:pt x="122" y="574"/>
                </a:lnTo>
                <a:lnTo>
                  <a:pt x="121" y="574"/>
                </a:lnTo>
                <a:lnTo>
                  <a:pt x="121" y="573"/>
                </a:lnTo>
                <a:lnTo>
                  <a:pt x="121" y="572"/>
                </a:lnTo>
                <a:lnTo>
                  <a:pt x="121" y="571"/>
                </a:lnTo>
                <a:lnTo>
                  <a:pt x="120" y="571"/>
                </a:lnTo>
                <a:lnTo>
                  <a:pt x="120" y="570"/>
                </a:lnTo>
                <a:lnTo>
                  <a:pt x="119" y="570"/>
                </a:lnTo>
                <a:lnTo>
                  <a:pt x="119" y="569"/>
                </a:lnTo>
                <a:lnTo>
                  <a:pt x="118" y="569"/>
                </a:lnTo>
                <a:lnTo>
                  <a:pt x="117" y="569"/>
                </a:lnTo>
                <a:lnTo>
                  <a:pt x="118" y="569"/>
                </a:lnTo>
                <a:lnTo>
                  <a:pt x="117" y="570"/>
                </a:lnTo>
                <a:lnTo>
                  <a:pt x="116" y="570"/>
                </a:lnTo>
                <a:lnTo>
                  <a:pt x="116" y="569"/>
                </a:lnTo>
                <a:lnTo>
                  <a:pt x="115" y="569"/>
                </a:lnTo>
                <a:lnTo>
                  <a:pt x="115" y="568"/>
                </a:lnTo>
                <a:lnTo>
                  <a:pt x="114" y="568"/>
                </a:lnTo>
                <a:lnTo>
                  <a:pt x="113" y="569"/>
                </a:lnTo>
                <a:lnTo>
                  <a:pt x="112" y="569"/>
                </a:lnTo>
                <a:lnTo>
                  <a:pt x="112" y="568"/>
                </a:lnTo>
                <a:lnTo>
                  <a:pt x="111" y="568"/>
                </a:lnTo>
                <a:lnTo>
                  <a:pt x="111" y="567"/>
                </a:lnTo>
                <a:lnTo>
                  <a:pt x="110" y="566"/>
                </a:lnTo>
                <a:lnTo>
                  <a:pt x="110" y="565"/>
                </a:lnTo>
                <a:lnTo>
                  <a:pt x="109" y="565"/>
                </a:lnTo>
                <a:lnTo>
                  <a:pt x="108" y="565"/>
                </a:lnTo>
                <a:lnTo>
                  <a:pt x="108" y="564"/>
                </a:lnTo>
                <a:lnTo>
                  <a:pt x="108" y="563"/>
                </a:lnTo>
                <a:lnTo>
                  <a:pt x="108" y="564"/>
                </a:lnTo>
                <a:lnTo>
                  <a:pt x="108" y="563"/>
                </a:lnTo>
                <a:lnTo>
                  <a:pt x="108" y="561"/>
                </a:lnTo>
                <a:lnTo>
                  <a:pt x="107" y="561"/>
                </a:lnTo>
                <a:lnTo>
                  <a:pt x="107" y="560"/>
                </a:lnTo>
                <a:lnTo>
                  <a:pt x="106" y="560"/>
                </a:lnTo>
                <a:lnTo>
                  <a:pt x="106" y="561"/>
                </a:lnTo>
                <a:lnTo>
                  <a:pt x="106" y="562"/>
                </a:lnTo>
                <a:lnTo>
                  <a:pt x="105" y="561"/>
                </a:lnTo>
                <a:lnTo>
                  <a:pt x="105" y="560"/>
                </a:lnTo>
                <a:lnTo>
                  <a:pt x="106" y="560"/>
                </a:lnTo>
                <a:lnTo>
                  <a:pt x="106" y="559"/>
                </a:lnTo>
                <a:lnTo>
                  <a:pt x="106" y="560"/>
                </a:lnTo>
                <a:lnTo>
                  <a:pt x="105" y="560"/>
                </a:lnTo>
                <a:lnTo>
                  <a:pt x="105" y="559"/>
                </a:lnTo>
                <a:lnTo>
                  <a:pt x="103" y="559"/>
                </a:lnTo>
                <a:lnTo>
                  <a:pt x="103" y="558"/>
                </a:lnTo>
                <a:lnTo>
                  <a:pt x="102" y="558"/>
                </a:lnTo>
                <a:lnTo>
                  <a:pt x="102" y="557"/>
                </a:lnTo>
                <a:lnTo>
                  <a:pt x="101" y="558"/>
                </a:lnTo>
                <a:lnTo>
                  <a:pt x="100" y="559"/>
                </a:lnTo>
                <a:lnTo>
                  <a:pt x="99" y="560"/>
                </a:lnTo>
                <a:lnTo>
                  <a:pt x="98" y="560"/>
                </a:lnTo>
                <a:lnTo>
                  <a:pt x="98" y="561"/>
                </a:lnTo>
                <a:lnTo>
                  <a:pt x="99" y="561"/>
                </a:lnTo>
                <a:lnTo>
                  <a:pt x="98" y="562"/>
                </a:lnTo>
                <a:lnTo>
                  <a:pt x="97" y="562"/>
                </a:lnTo>
                <a:lnTo>
                  <a:pt x="97" y="563"/>
                </a:lnTo>
                <a:lnTo>
                  <a:pt x="96" y="563"/>
                </a:lnTo>
                <a:lnTo>
                  <a:pt x="95" y="563"/>
                </a:lnTo>
                <a:lnTo>
                  <a:pt x="94" y="562"/>
                </a:lnTo>
                <a:lnTo>
                  <a:pt x="94" y="561"/>
                </a:lnTo>
                <a:lnTo>
                  <a:pt x="93" y="561"/>
                </a:lnTo>
                <a:lnTo>
                  <a:pt x="92" y="561"/>
                </a:lnTo>
                <a:lnTo>
                  <a:pt x="92" y="562"/>
                </a:lnTo>
                <a:lnTo>
                  <a:pt x="91" y="562"/>
                </a:lnTo>
                <a:lnTo>
                  <a:pt x="91" y="563"/>
                </a:lnTo>
                <a:lnTo>
                  <a:pt x="91" y="565"/>
                </a:lnTo>
                <a:lnTo>
                  <a:pt x="90" y="565"/>
                </a:lnTo>
                <a:lnTo>
                  <a:pt x="90" y="566"/>
                </a:lnTo>
                <a:lnTo>
                  <a:pt x="90" y="567"/>
                </a:lnTo>
                <a:lnTo>
                  <a:pt x="89" y="568"/>
                </a:lnTo>
                <a:lnTo>
                  <a:pt x="88" y="568"/>
                </a:lnTo>
                <a:lnTo>
                  <a:pt x="88" y="567"/>
                </a:lnTo>
                <a:lnTo>
                  <a:pt x="87" y="568"/>
                </a:lnTo>
                <a:lnTo>
                  <a:pt x="86" y="569"/>
                </a:lnTo>
                <a:lnTo>
                  <a:pt x="85" y="569"/>
                </a:lnTo>
                <a:lnTo>
                  <a:pt x="85" y="570"/>
                </a:lnTo>
                <a:lnTo>
                  <a:pt x="84" y="569"/>
                </a:lnTo>
                <a:lnTo>
                  <a:pt x="84" y="568"/>
                </a:lnTo>
                <a:lnTo>
                  <a:pt x="82" y="568"/>
                </a:lnTo>
                <a:lnTo>
                  <a:pt x="81" y="568"/>
                </a:lnTo>
                <a:lnTo>
                  <a:pt x="80" y="568"/>
                </a:lnTo>
                <a:lnTo>
                  <a:pt x="79" y="568"/>
                </a:lnTo>
                <a:lnTo>
                  <a:pt x="79" y="567"/>
                </a:lnTo>
                <a:lnTo>
                  <a:pt x="78" y="567"/>
                </a:lnTo>
                <a:lnTo>
                  <a:pt x="77" y="568"/>
                </a:lnTo>
                <a:lnTo>
                  <a:pt x="77" y="569"/>
                </a:lnTo>
                <a:lnTo>
                  <a:pt x="77" y="570"/>
                </a:lnTo>
                <a:lnTo>
                  <a:pt x="78" y="570"/>
                </a:lnTo>
                <a:lnTo>
                  <a:pt x="78" y="571"/>
                </a:lnTo>
                <a:lnTo>
                  <a:pt x="77" y="571"/>
                </a:lnTo>
                <a:lnTo>
                  <a:pt x="76" y="572"/>
                </a:lnTo>
                <a:lnTo>
                  <a:pt x="76" y="573"/>
                </a:lnTo>
                <a:lnTo>
                  <a:pt x="77" y="573"/>
                </a:lnTo>
                <a:lnTo>
                  <a:pt x="76" y="573"/>
                </a:lnTo>
                <a:lnTo>
                  <a:pt x="75" y="573"/>
                </a:lnTo>
                <a:lnTo>
                  <a:pt x="75" y="572"/>
                </a:lnTo>
                <a:lnTo>
                  <a:pt x="74" y="571"/>
                </a:lnTo>
                <a:lnTo>
                  <a:pt x="73" y="571"/>
                </a:lnTo>
                <a:lnTo>
                  <a:pt x="73" y="572"/>
                </a:lnTo>
                <a:lnTo>
                  <a:pt x="73" y="573"/>
                </a:lnTo>
                <a:lnTo>
                  <a:pt x="72" y="573"/>
                </a:lnTo>
                <a:lnTo>
                  <a:pt x="71" y="572"/>
                </a:lnTo>
                <a:lnTo>
                  <a:pt x="70" y="572"/>
                </a:lnTo>
                <a:lnTo>
                  <a:pt x="69" y="572"/>
                </a:lnTo>
                <a:lnTo>
                  <a:pt x="68" y="572"/>
                </a:lnTo>
                <a:lnTo>
                  <a:pt x="67" y="572"/>
                </a:lnTo>
                <a:lnTo>
                  <a:pt x="67" y="570"/>
                </a:lnTo>
                <a:lnTo>
                  <a:pt x="66" y="570"/>
                </a:lnTo>
                <a:lnTo>
                  <a:pt x="65" y="570"/>
                </a:lnTo>
                <a:lnTo>
                  <a:pt x="64" y="570"/>
                </a:lnTo>
                <a:lnTo>
                  <a:pt x="64" y="571"/>
                </a:lnTo>
                <a:lnTo>
                  <a:pt x="63" y="571"/>
                </a:lnTo>
                <a:lnTo>
                  <a:pt x="63" y="570"/>
                </a:lnTo>
                <a:lnTo>
                  <a:pt x="62" y="570"/>
                </a:lnTo>
                <a:lnTo>
                  <a:pt x="61" y="570"/>
                </a:lnTo>
                <a:lnTo>
                  <a:pt x="60" y="571"/>
                </a:lnTo>
                <a:lnTo>
                  <a:pt x="60" y="570"/>
                </a:lnTo>
                <a:lnTo>
                  <a:pt x="59" y="571"/>
                </a:lnTo>
                <a:lnTo>
                  <a:pt x="58" y="572"/>
                </a:lnTo>
                <a:lnTo>
                  <a:pt x="58" y="571"/>
                </a:lnTo>
                <a:lnTo>
                  <a:pt x="57" y="571"/>
                </a:lnTo>
                <a:lnTo>
                  <a:pt x="57" y="572"/>
                </a:lnTo>
                <a:lnTo>
                  <a:pt x="56" y="572"/>
                </a:lnTo>
                <a:lnTo>
                  <a:pt x="56" y="573"/>
                </a:lnTo>
                <a:lnTo>
                  <a:pt x="55" y="573"/>
                </a:lnTo>
                <a:lnTo>
                  <a:pt x="54" y="574"/>
                </a:lnTo>
                <a:lnTo>
                  <a:pt x="54" y="575"/>
                </a:lnTo>
                <a:lnTo>
                  <a:pt x="53" y="574"/>
                </a:lnTo>
                <a:lnTo>
                  <a:pt x="52" y="574"/>
                </a:lnTo>
                <a:lnTo>
                  <a:pt x="52" y="575"/>
                </a:lnTo>
                <a:lnTo>
                  <a:pt x="52" y="574"/>
                </a:lnTo>
                <a:lnTo>
                  <a:pt x="51" y="574"/>
                </a:lnTo>
                <a:lnTo>
                  <a:pt x="50" y="575"/>
                </a:lnTo>
                <a:lnTo>
                  <a:pt x="50" y="576"/>
                </a:lnTo>
                <a:lnTo>
                  <a:pt x="49" y="577"/>
                </a:lnTo>
                <a:lnTo>
                  <a:pt x="49" y="578"/>
                </a:lnTo>
                <a:lnTo>
                  <a:pt x="48" y="577"/>
                </a:lnTo>
                <a:lnTo>
                  <a:pt x="48" y="576"/>
                </a:lnTo>
                <a:lnTo>
                  <a:pt x="47" y="575"/>
                </a:lnTo>
                <a:lnTo>
                  <a:pt x="47" y="574"/>
                </a:lnTo>
                <a:lnTo>
                  <a:pt x="48" y="573"/>
                </a:lnTo>
                <a:lnTo>
                  <a:pt x="48" y="572"/>
                </a:lnTo>
                <a:lnTo>
                  <a:pt x="48" y="571"/>
                </a:lnTo>
                <a:lnTo>
                  <a:pt x="49" y="571"/>
                </a:lnTo>
                <a:lnTo>
                  <a:pt x="50" y="571"/>
                </a:lnTo>
                <a:lnTo>
                  <a:pt x="51" y="571"/>
                </a:lnTo>
                <a:lnTo>
                  <a:pt x="51" y="570"/>
                </a:lnTo>
                <a:lnTo>
                  <a:pt x="50" y="570"/>
                </a:lnTo>
                <a:lnTo>
                  <a:pt x="50" y="569"/>
                </a:lnTo>
                <a:lnTo>
                  <a:pt x="49" y="569"/>
                </a:lnTo>
                <a:lnTo>
                  <a:pt x="48" y="569"/>
                </a:lnTo>
                <a:lnTo>
                  <a:pt x="48" y="568"/>
                </a:lnTo>
                <a:lnTo>
                  <a:pt x="49" y="567"/>
                </a:lnTo>
                <a:lnTo>
                  <a:pt x="49" y="566"/>
                </a:lnTo>
                <a:lnTo>
                  <a:pt x="50" y="565"/>
                </a:lnTo>
                <a:lnTo>
                  <a:pt x="49" y="565"/>
                </a:lnTo>
                <a:lnTo>
                  <a:pt x="49" y="564"/>
                </a:lnTo>
                <a:lnTo>
                  <a:pt x="49" y="563"/>
                </a:lnTo>
                <a:lnTo>
                  <a:pt x="48" y="563"/>
                </a:lnTo>
                <a:lnTo>
                  <a:pt x="48" y="562"/>
                </a:lnTo>
                <a:lnTo>
                  <a:pt x="49" y="562"/>
                </a:lnTo>
                <a:lnTo>
                  <a:pt x="49" y="561"/>
                </a:lnTo>
                <a:lnTo>
                  <a:pt x="50" y="561"/>
                </a:lnTo>
                <a:lnTo>
                  <a:pt x="49" y="561"/>
                </a:lnTo>
                <a:lnTo>
                  <a:pt x="48" y="561"/>
                </a:lnTo>
                <a:lnTo>
                  <a:pt x="47" y="562"/>
                </a:lnTo>
                <a:lnTo>
                  <a:pt x="46" y="561"/>
                </a:lnTo>
                <a:lnTo>
                  <a:pt x="46" y="560"/>
                </a:lnTo>
                <a:lnTo>
                  <a:pt x="45" y="560"/>
                </a:lnTo>
                <a:lnTo>
                  <a:pt x="44" y="560"/>
                </a:lnTo>
                <a:lnTo>
                  <a:pt x="44" y="559"/>
                </a:lnTo>
                <a:lnTo>
                  <a:pt x="43" y="559"/>
                </a:lnTo>
                <a:lnTo>
                  <a:pt x="43" y="558"/>
                </a:lnTo>
                <a:lnTo>
                  <a:pt x="43" y="557"/>
                </a:lnTo>
                <a:lnTo>
                  <a:pt x="44" y="557"/>
                </a:lnTo>
                <a:lnTo>
                  <a:pt x="45" y="556"/>
                </a:lnTo>
                <a:lnTo>
                  <a:pt x="46" y="556"/>
                </a:lnTo>
                <a:lnTo>
                  <a:pt x="46" y="555"/>
                </a:lnTo>
                <a:lnTo>
                  <a:pt x="45" y="555"/>
                </a:lnTo>
                <a:lnTo>
                  <a:pt x="45" y="554"/>
                </a:lnTo>
                <a:lnTo>
                  <a:pt x="44" y="554"/>
                </a:lnTo>
                <a:lnTo>
                  <a:pt x="44" y="555"/>
                </a:lnTo>
                <a:lnTo>
                  <a:pt x="43" y="554"/>
                </a:lnTo>
                <a:lnTo>
                  <a:pt x="41" y="553"/>
                </a:lnTo>
                <a:lnTo>
                  <a:pt x="41" y="554"/>
                </a:lnTo>
                <a:lnTo>
                  <a:pt x="40" y="554"/>
                </a:lnTo>
                <a:lnTo>
                  <a:pt x="39" y="555"/>
                </a:lnTo>
                <a:lnTo>
                  <a:pt x="39" y="554"/>
                </a:lnTo>
                <a:lnTo>
                  <a:pt x="39" y="552"/>
                </a:lnTo>
                <a:lnTo>
                  <a:pt x="40" y="551"/>
                </a:lnTo>
                <a:lnTo>
                  <a:pt x="41" y="550"/>
                </a:lnTo>
                <a:lnTo>
                  <a:pt x="41" y="549"/>
                </a:lnTo>
                <a:lnTo>
                  <a:pt x="40" y="549"/>
                </a:lnTo>
                <a:lnTo>
                  <a:pt x="40" y="548"/>
                </a:lnTo>
                <a:lnTo>
                  <a:pt x="40" y="547"/>
                </a:lnTo>
                <a:lnTo>
                  <a:pt x="40" y="546"/>
                </a:lnTo>
                <a:lnTo>
                  <a:pt x="41" y="546"/>
                </a:lnTo>
                <a:lnTo>
                  <a:pt x="41" y="545"/>
                </a:lnTo>
                <a:lnTo>
                  <a:pt x="41" y="544"/>
                </a:lnTo>
                <a:lnTo>
                  <a:pt x="42" y="545"/>
                </a:lnTo>
                <a:lnTo>
                  <a:pt x="43" y="544"/>
                </a:lnTo>
                <a:lnTo>
                  <a:pt x="44" y="544"/>
                </a:lnTo>
                <a:lnTo>
                  <a:pt x="44" y="543"/>
                </a:lnTo>
                <a:lnTo>
                  <a:pt x="44" y="541"/>
                </a:lnTo>
                <a:lnTo>
                  <a:pt x="44" y="540"/>
                </a:lnTo>
                <a:lnTo>
                  <a:pt x="43" y="540"/>
                </a:lnTo>
                <a:lnTo>
                  <a:pt x="43" y="539"/>
                </a:lnTo>
                <a:lnTo>
                  <a:pt x="43" y="538"/>
                </a:lnTo>
                <a:lnTo>
                  <a:pt x="43" y="537"/>
                </a:lnTo>
                <a:lnTo>
                  <a:pt x="43" y="536"/>
                </a:lnTo>
                <a:lnTo>
                  <a:pt x="43" y="535"/>
                </a:lnTo>
                <a:lnTo>
                  <a:pt x="42" y="535"/>
                </a:lnTo>
                <a:lnTo>
                  <a:pt x="41" y="535"/>
                </a:lnTo>
                <a:lnTo>
                  <a:pt x="40" y="533"/>
                </a:lnTo>
                <a:lnTo>
                  <a:pt x="39" y="533"/>
                </a:lnTo>
                <a:lnTo>
                  <a:pt x="40" y="532"/>
                </a:lnTo>
                <a:lnTo>
                  <a:pt x="39" y="530"/>
                </a:lnTo>
                <a:lnTo>
                  <a:pt x="39" y="529"/>
                </a:lnTo>
                <a:lnTo>
                  <a:pt x="38" y="528"/>
                </a:lnTo>
                <a:lnTo>
                  <a:pt x="37" y="526"/>
                </a:lnTo>
                <a:lnTo>
                  <a:pt x="37" y="525"/>
                </a:lnTo>
                <a:lnTo>
                  <a:pt x="36" y="524"/>
                </a:lnTo>
                <a:lnTo>
                  <a:pt x="36" y="523"/>
                </a:lnTo>
                <a:lnTo>
                  <a:pt x="36" y="522"/>
                </a:lnTo>
                <a:lnTo>
                  <a:pt x="36" y="521"/>
                </a:lnTo>
                <a:lnTo>
                  <a:pt x="36" y="520"/>
                </a:lnTo>
                <a:lnTo>
                  <a:pt x="36" y="519"/>
                </a:lnTo>
                <a:lnTo>
                  <a:pt x="37" y="519"/>
                </a:lnTo>
                <a:lnTo>
                  <a:pt x="38" y="518"/>
                </a:lnTo>
                <a:lnTo>
                  <a:pt x="39" y="517"/>
                </a:lnTo>
                <a:lnTo>
                  <a:pt x="40" y="515"/>
                </a:lnTo>
                <a:lnTo>
                  <a:pt x="41" y="514"/>
                </a:lnTo>
                <a:lnTo>
                  <a:pt x="40" y="514"/>
                </a:lnTo>
                <a:lnTo>
                  <a:pt x="41" y="513"/>
                </a:lnTo>
                <a:lnTo>
                  <a:pt x="41" y="512"/>
                </a:lnTo>
                <a:lnTo>
                  <a:pt x="41" y="511"/>
                </a:lnTo>
                <a:lnTo>
                  <a:pt x="42" y="511"/>
                </a:lnTo>
                <a:lnTo>
                  <a:pt x="42" y="510"/>
                </a:lnTo>
                <a:lnTo>
                  <a:pt x="42" y="509"/>
                </a:lnTo>
                <a:lnTo>
                  <a:pt x="42" y="508"/>
                </a:lnTo>
                <a:lnTo>
                  <a:pt x="43" y="506"/>
                </a:lnTo>
                <a:lnTo>
                  <a:pt x="44" y="505"/>
                </a:lnTo>
                <a:lnTo>
                  <a:pt x="45" y="504"/>
                </a:lnTo>
                <a:lnTo>
                  <a:pt x="46" y="504"/>
                </a:lnTo>
                <a:lnTo>
                  <a:pt x="46" y="503"/>
                </a:lnTo>
                <a:lnTo>
                  <a:pt x="46" y="502"/>
                </a:lnTo>
                <a:lnTo>
                  <a:pt x="47" y="501"/>
                </a:lnTo>
                <a:lnTo>
                  <a:pt x="48" y="501"/>
                </a:lnTo>
                <a:lnTo>
                  <a:pt x="48" y="500"/>
                </a:lnTo>
                <a:lnTo>
                  <a:pt x="47" y="500"/>
                </a:lnTo>
                <a:lnTo>
                  <a:pt x="47" y="499"/>
                </a:lnTo>
                <a:lnTo>
                  <a:pt x="48" y="499"/>
                </a:lnTo>
                <a:lnTo>
                  <a:pt x="47" y="498"/>
                </a:lnTo>
                <a:lnTo>
                  <a:pt x="47" y="497"/>
                </a:lnTo>
                <a:lnTo>
                  <a:pt x="48" y="496"/>
                </a:lnTo>
                <a:lnTo>
                  <a:pt x="48" y="495"/>
                </a:lnTo>
                <a:lnTo>
                  <a:pt x="48" y="494"/>
                </a:lnTo>
                <a:lnTo>
                  <a:pt x="47" y="494"/>
                </a:lnTo>
                <a:lnTo>
                  <a:pt x="47" y="493"/>
                </a:lnTo>
                <a:lnTo>
                  <a:pt x="47" y="492"/>
                </a:lnTo>
                <a:lnTo>
                  <a:pt x="47" y="491"/>
                </a:lnTo>
                <a:lnTo>
                  <a:pt x="48" y="491"/>
                </a:lnTo>
                <a:lnTo>
                  <a:pt x="48" y="490"/>
                </a:lnTo>
                <a:lnTo>
                  <a:pt x="48" y="489"/>
                </a:lnTo>
                <a:lnTo>
                  <a:pt x="47" y="489"/>
                </a:lnTo>
                <a:lnTo>
                  <a:pt x="47" y="488"/>
                </a:lnTo>
                <a:lnTo>
                  <a:pt x="46" y="488"/>
                </a:lnTo>
                <a:lnTo>
                  <a:pt x="46" y="487"/>
                </a:lnTo>
                <a:lnTo>
                  <a:pt x="46" y="486"/>
                </a:lnTo>
                <a:lnTo>
                  <a:pt x="47" y="486"/>
                </a:lnTo>
                <a:lnTo>
                  <a:pt x="47" y="485"/>
                </a:lnTo>
                <a:lnTo>
                  <a:pt x="48" y="485"/>
                </a:lnTo>
                <a:lnTo>
                  <a:pt x="48" y="484"/>
                </a:lnTo>
                <a:lnTo>
                  <a:pt x="48" y="483"/>
                </a:lnTo>
                <a:lnTo>
                  <a:pt x="49" y="482"/>
                </a:lnTo>
                <a:lnTo>
                  <a:pt x="49" y="481"/>
                </a:lnTo>
                <a:lnTo>
                  <a:pt x="49" y="480"/>
                </a:lnTo>
                <a:lnTo>
                  <a:pt x="50" y="479"/>
                </a:lnTo>
                <a:lnTo>
                  <a:pt x="51" y="479"/>
                </a:lnTo>
                <a:lnTo>
                  <a:pt x="52" y="479"/>
                </a:lnTo>
                <a:lnTo>
                  <a:pt x="53" y="479"/>
                </a:lnTo>
                <a:lnTo>
                  <a:pt x="53" y="480"/>
                </a:lnTo>
                <a:lnTo>
                  <a:pt x="55" y="480"/>
                </a:lnTo>
                <a:lnTo>
                  <a:pt x="56" y="480"/>
                </a:lnTo>
                <a:lnTo>
                  <a:pt x="57" y="479"/>
                </a:lnTo>
                <a:lnTo>
                  <a:pt x="58" y="478"/>
                </a:lnTo>
                <a:lnTo>
                  <a:pt x="57" y="477"/>
                </a:lnTo>
                <a:lnTo>
                  <a:pt x="56" y="477"/>
                </a:lnTo>
                <a:lnTo>
                  <a:pt x="56" y="476"/>
                </a:lnTo>
                <a:lnTo>
                  <a:pt x="57" y="476"/>
                </a:lnTo>
                <a:lnTo>
                  <a:pt x="58" y="475"/>
                </a:lnTo>
                <a:lnTo>
                  <a:pt x="59" y="475"/>
                </a:lnTo>
                <a:lnTo>
                  <a:pt x="60" y="475"/>
                </a:lnTo>
                <a:lnTo>
                  <a:pt x="61" y="474"/>
                </a:lnTo>
                <a:lnTo>
                  <a:pt x="62" y="474"/>
                </a:lnTo>
                <a:lnTo>
                  <a:pt x="63" y="473"/>
                </a:lnTo>
                <a:lnTo>
                  <a:pt x="65" y="473"/>
                </a:lnTo>
                <a:lnTo>
                  <a:pt x="66" y="473"/>
                </a:lnTo>
                <a:lnTo>
                  <a:pt x="66" y="472"/>
                </a:lnTo>
                <a:lnTo>
                  <a:pt x="67" y="472"/>
                </a:lnTo>
                <a:lnTo>
                  <a:pt x="68" y="471"/>
                </a:lnTo>
                <a:lnTo>
                  <a:pt x="69" y="470"/>
                </a:lnTo>
                <a:lnTo>
                  <a:pt x="70" y="470"/>
                </a:lnTo>
                <a:lnTo>
                  <a:pt x="70" y="469"/>
                </a:lnTo>
                <a:lnTo>
                  <a:pt x="69" y="469"/>
                </a:lnTo>
                <a:lnTo>
                  <a:pt x="68" y="469"/>
                </a:lnTo>
                <a:lnTo>
                  <a:pt x="68" y="468"/>
                </a:lnTo>
                <a:lnTo>
                  <a:pt x="68" y="467"/>
                </a:lnTo>
                <a:lnTo>
                  <a:pt x="69" y="467"/>
                </a:lnTo>
                <a:lnTo>
                  <a:pt x="69" y="466"/>
                </a:lnTo>
                <a:lnTo>
                  <a:pt x="68" y="465"/>
                </a:lnTo>
                <a:lnTo>
                  <a:pt x="68" y="464"/>
                </a:lnTo>
                <a:lnTo>
                  <a:pt x="67" y="464"/>
                </a:lnTo>
                <a:lnTo>
                  <a:pt x="66" y="464"/>
                </a:lnTo>
                <a:lnTo>
                  <a:pt x="65" y="464"/>
                </a:lnTo>
                <a:lnTo>
                  <a:pt x="64" y="464"/>
                </a:lnTo>
                <a:lnTo>
                  <a:pt x="64" y="463"/>
                </a:lnTo>
                <a:lnTo>
                  <a:pt x="63" y="463"/>
                </a:lnTo>
                <a:lnTo>
                  <a:pt x="62" y="463"/>
                </a:lnTo>
                <a:lnTo>
                  <a:pt x="61" y="464"/>
                </a:lnTo>
                <a:lnTo>
                  <a:pt x="60" y="464"/>
                </a:lnTo>
                <a:lnTo>
                  <a:pt x="59" y="464"/>
                </a:lnTo>
                <a:lnTo>
                  <a:pt x="58" y="465"/>
                </a:lnTo>
                <a:lnTo>
                  <a:pt x="57" y="465"/>
                </a:lnTo>
                <a:lnTo>
                  <a:pt x="56" y="465"/>
                </a:lnTo>
                <a:lnTo>
                  <a:pt x="56" y="466"/>
                </a:lnTo>
                <a:lnTo>
                  <a:pt x="55" y="466"/>
                </a:lnTo>
                <a:lnTo>
                  <a:pt x="55" y="467"/>
                </a:lnTo>
                <a:lnTo>
                  <a:pt x="54" y="468"/>
                </a:lnTo>
                <a:lnTo>
                  <a:pt x="53" y="468"/>
                </a:lnTo>
                <a:lnTo>
                  <a:pt x="52" y="468"/>
                </a:lnTo>
                <a:lnTo>
                  <a:pt x="51" y="468"/>
                </a:lnTo>
                <a:lnTo>
                  <a:pt x="51" y="469"/>
                </a:lnTo>
                <a:lnTo>
                  <a:pt x="51" y="468"/>
                </a:lnTo>
                <a:lnTo>
                  <a:pt x="51" y="467"/>
                </a:lnTo>
                <a:lnTo>
                  <a:pt x="51" y="466"/>
                </a:lnTo>
                <a:lnTo>
                  <a:pt x="50" y="466"/>
                </a:lnTo>
                <a:lnTo>
                  <a:pt x="50" y="467"/>
                </a:lnTo>
                <a:lnTo>
                  <a:pt x="50" y="466"/>
                </a:lnTo>
                <a:lnTo>
                  <a:pt x="49" y="466"/>
                </a:lnTo>
                <a:lnTo>
                  <a:pt x="48" y="466"/>
                </a:lnTo>
                <a:lnTo>
                  <a:pt x="48" y="467"/>
                </a:lnTo>
                <a:lnTo>
                  <a:pt x="47" y="466"/>
                </a:lnTo>
                <a:lnTo>
                  <a:pt x="46" y="466"/>
                </a:lnTo>
                <a:lnTo>
                  <a:pt x="46" y="467"/>
                </a:lnTo>
                <a:lnTo>
                  <a:pt x="45" y="467"/>
                </a:lnTo>
                <a:lnTo>
                  <a:pt x="44" y="468"/>
                </a:lnTo>
                <a:lnTo>
                  <a:pt x="43" y="468"/>
                </a:lnTo>
                <a:lnTo>
                  <a:pt x="43" y="469"/>
                </a:lnTo>
                <a:lnTo>
                  <a:pt x="41" y="470"/>
                </a:lnTo>
                <a:lnTo>
                  <a:pt x="40" y="470"/>
                </a:lnTo>
                <a:lnTo>
                  <a:pt x="40" y="469"/>
                </a:lnTo>
                <a:lnTo>
                  <a:pt x="39" y="468"/>
                </a:lnTo>
                <a:lnTo>
                  <a:pt x="40" y="468"/>
                </a:lnTo>
                <a:lnTo>
                  <a:pt x="40" y="467"/>
                </a:lnTo>
                <a:lnTo>
                  <a:pt x="39" y="466"/>
                </a:lnTo>
                <a:lnTo>
                  <a:pt x="39" y="465"/>
                </a:lnTo>
                <a:lnTo>
                  <a:pt x="40" y="465"/>
                </a:lnTo>
                <a:lnTo>
                  <a:pt x="41" y="464"/>
                </a:lnTo>
                <a:lnTo>
                  <a:pt x="42" y="464"/>
                </a:lnTo>
                <a:lnTo>
                  <a:pt x="42" y="463"/>
                </a:lnTo>
                <a:lnTo>
                  <a:pt x="43" y="460"/>
                </a:lnTo>
                <a:lnTo>
                  <a:pt x="44" y="459"/>
                </a:lnTo>
                <a:lnTo>
                  <a:pt x="45" y="458"/>
                </a:lnTo>
                <a:lnTo>
                  <a:pt x="46" y="457"/>
                </a:lnTo>
                <a:lnTo>
                  <a:pt x="47" y="457"/>
                </a:lnTo>
                <a:lnTo>
                  <a:pt x="48" y="456"/>
                </a:lnTo>
                <a:lnTo>
                  <a:pt x="47" y="456"/>
                </a:lnTo>
                <a:lnTo>
                  <a:pt x="47" y="455"/>
                </a:lnTo>
                <a:lnTo>
                  <a:pt x="47" y="454"/>
                </a:lnTo>
                <a:lnTo>
                  <a:pt x="47" y="453"/>
                </a:lnTo>
                <a:lnTo>
                  <a:pt x="48" y="453"/>
                </a:lnTo>
                <a:lnTo>
                  <a:pt x="48" y="452"/>
                </a:lnTo>
                <a:lnTo>
                  <a:pt x="49" y="451"/>
                </a:lnTo>
                <a:lnTo>
                  <a:pt x="49" y="450"/>
                </a:lnTo>
                <a:lnTo>
                  <a:pt x="49" y="449"/>
                </a:lnTo>
                <a:lnTo>
                  <a:pt x="49" y="448"/>
                </a:lnTo>
                <a:lnTo>
                  <a:pt x="50" y="448"/>
                </a:lnTo>
                <a:lnTo>
                  <a:pt x="49" y="447"/>
                </a:lnTo>
                <a:lnTo>
                  <a:pt x="49" y="446"/>
                </a:lnTo>
                <a:lnTo>
                  <a:pt x="49" y="445"/>
                </a:lnTo>
                <a:lnTo>
                  <a:pt x="48" y="444"/>
                </a:lnTo>
                <a:lnTo>
                  <a:pt x="48" y="443"/>
                </a:lnTo>
                <a:lnTo>
                  <a:pt x="49" y="443"/>
                </a:lnTo>
                <a:lnTo>
                  <a:pt x="49" y="442"/>
                </a:lnTo>
                <a:lnTo>
                  <a:pt x="50" y="441"/>
                </a:lnTo>
                <a:lnTo>
                  <a:pt x="51" y="441"/>
                </a:lnTo>
                <a:lnTo>
                  <a:pt x="51" y="440"/>
                </a:lnTo>
                <a:lnTo>
                  <a:pt x="52" y="439"/>
                </a:lnTo>
                <a:lnTo>
                  <a:pt x="53" y="439"/>
                </a:lnTo>
                <a:lnTo>
                  <a:pt x="53" y="440"/>
                </a:lnTo>
                <a:lnTo>
                  <a:pt x="54" y="440"/>
                </a:lnTo>
                <a:lnTo>
                  <a:pt x="54" y="439"/>
                </a:lnTo>
                <a:lnTo>
                  <a:pt x="54" y="438"/>
                </a:lnTo>
                <a:lnTo>
                  <a:pt x="54" y="437"/>
                </a:lnTo>
                <a:lnTo>
                  <a:pt x="54" y="436"/>
                </a:lnTo>
                <a:lnTo>
                  <a:pt x="54" y="435"/>
                </a:lnTo>
                <a:lnTo>
                  <a:pt x="55" y="435"/>
                </a:lnTo>
                <a:lnTo>
                  <a:pt x="55" y="433"/>
                </a:lnTo>
                <a:lnTo>
                  <a:pt x="55" y="432"/>
                </a:lnTo>
                <a:lnTo>
                  <a:pt x="56" y="432"/>
                </a:lnTo>
                <a:lnTo>
                  <a:pt x="56" y="431"/>
                </a:lnTo>
                <a:lnTo>
                  <a:pt x="55" y="431"/>
                </a:lnTo>
                <a:lnTo>
                  <a:pt x="53" y="431"/>
                </a:lnTo>
                <a:lnTo>
                  <a:pt x="53" y="430"/>
                </a:lnTo>
                <a:lnTo>
                  <a:pt x="52" y="430"/>
                </a:lnTo>
                <a:lnTo>
                  <a:pt x="53" y="430"/>
                </a:lnTo>
                <a:lnTo>
                  <a:pt x="53" y="429"/>
                </a:lnTo>
                <a:lnTo>
                  <a:pt x="54" y="428"/>
                </a:lnTo>
                <a:lnTo>
                  <a:pt x="54" y="427"/>
                </a:lnTo>
                <a:lnTo>
                  <a:pt x="54" y="426"/>
                </a:lnTo>
                <a:lnTo>
                  <a:pt x="54" y="424"/>
                </a:lnTo>
                <a:lnTo>
                  <a:pt x="55" y="424"/>
                </a:lnTo>
                <a:lnTo>
                  <a:pt x="55" y="423"/>
                </a:lnTo>
                <a:lnTo>
                  <a:pt x="55" y="422"/>
                </a:lnTo>
                <a:lnTo>
                  <a:pt x="56" y="421"/>
                </a:lnTo>
                <a:lnTo>
                  <a:pt x="56" y="420"/>
                </a:lnTo>
                <a:lnTo>
                  <a:pt x="56" y="419"/>
                </a:lnTo>
                <a:lnTo>
                  <a:pt x="55" y="419"/>
                </a:lnTo>
                <a:lnTo>
                  <a:pt x="54" y="419"/>
                </a:lnTo>
                <a:lnTo>
                  <a:pt x="53" y="419"/>
                </a:lnTo>
                <a:lnTo>
                  <a:pt x="52" y="419"/>
                </a:lnTo>
                <a:lnTo>
                  <a:pt x="51" y="419"/>
                </a:lnTo>
                <a:lnTo>
                  <a:pt x="49" y="419"/>
                </a:lnTo>
                <a:lnTo>
                  <a:pt x="49" y="418"/>
                </a:lnTo>
                <a:lnTo>
                  <a:pt x="48" y="418"/>
                </a:lnTo>
                <a:lnTo>
                  <a:pt x="47" y="418"/>
                </a:lnTo>
                <a:lnTo>
                  <a:pt x="47" y="417"/>
                </a:lnTo>
                <a:lnTo>
                  <a:pt x="47" y="416"/>
                </a:lnTo>
                <a:lnTo>
                  <a:pt x="46" y="416"/>
                </a:lnTo>
                <a:lnTo>
                  <a:pt x="45" y="415"/>
                </a:lnTo>
                <a:lnTo>
                  <a:pt x="44" y="415"/>
                </a:lnTo>
                <a:lnTo>
                  <a:pt x="44" y="414"/>
                </a:lnTo>
                <a:lnTo>
                  <a:pt x="43" y="415"/>
                </a:lnTo>
                <a:lnTo>
                  <a:pt x="42" y="415"/>
                </a:lnTo>
                <a:lnTo>
                  <a:pt x="42" y="414"/>
                </a:lnTo>
                <a:lnTo>
                  <a:pt x="41" y="414"/>
                </a:lnTo>
                <a:lnTo>
                  <a:pt x="40" y="414"/>
                </a:lnTo>
                <a:lnTo>
                  <a:pt x="39" y="415"/>
                </a:lnTo>
                <a:lnTo>
                  <a:pt x="38" y="415"/>
                </a:lnTo>
                <a:lnTo>
                  <a:pt x="36" y="415"/>
                </a:lnTo>
                <a:lnTo>
                  <a:pt x="35" y="415"/>
                </a:lnTo>
                <a:lnTo>
                  <a:pt x="35" y="414"/>
                </a:lnTo>
                <a:lnTo>
                  <a:pt x="35" y="413"/>
                </a:lnTo>
                <a:lnTo>
                  <a:pt x="34" y="413"/>
                </a:lnTo>
                <a:lnTo>
                  <a:pt x="34" y="412"/>
                </a:lnTo>
                <a:lnTo>
                  <a:pt x="33" y="412"/>
                </a:lnTo>
                <a:lnTo>
                  <a:pt x="33" y="411"/>
                </a:lnTo>
                <a:lnTo>
                  <a:pt x="32" y="409"/>
                </a:lnTo>
                <a:lnTo>
                  <a:pt x="32" y="410"/>
                </a:lnTo>
                <a:lnTo>
                  <a:pt x="31" y="410"/>
                </a:lnTo>
                <a:lnTo>
                  <a:pt x="30" y="409"/>
                </a:lnTo>
                <a:lnTo>
                  <a:pt x="30" y="408"/>
                </a:lnTo>
                <a:lnTo>
                  <a:pt x="31" y="406"/>
                </a:lnTo>
                <a:lnTo>
                  <a:pt x="31" y="405"/>
                </a:lnTo>
                <a:lnTo>
                  <a:pt x="30" y="404"/>
                </a:lnTo>
                <a:lnTo>
                  <a:pt x="30" y="403"/>
                </a:lnTo>
                <a:lnTo>
                  <a:pt x="30" y="402"/>
                </a:lnTo>
                <a:lnTo>
                  <a:pt x="30" y="401"/>
                </a:lnTo>
                <a:lnTo>
                  <a:pt x="29" y="399"/>
                </a:lnTo>
                <a:lnTo>
                  <a:pt x="29" y="398"/>
                </a:lnTo>
                <a:lnTo>
                  <a:pt x="30" y="398"/>
                </a:lnTo>
                <a:lnTo>
                  <a:pt x="29" y="396"/>
                </a:lnTo>
                <a:lnTo>
                  <a:pt x="29" y="395"/>
                </a:lnTo>
                <a:lnTo>
                  <a:pt x="29" y="394"/>
                </a:lnTo>
                <a:lnTo>
                  <a:pt x="28" y="394"/>
                </a:lnTo>
                <a:lnTo>
                  <a:pt x="28" y="393"/>
                </a:lnTo>
                <a:lnTo>
                  <a:pt x="28" y="392"/>
                </a:lnTo>
                <a:lnTo>
                  <a:pt x="28" y="391"/>
                </a:lnTo>
                <a:lnTo>
                  <a:pt x="29" y="391"/>
                </a:lnTo>
                <a:lnTo>
                  <a:pt x="29" y="390"/>
                </a:lnTo>
                <a:lnTo>
                  <a:pt x="30" y="389"/>
                </a:lnTo>
                <a:lnTo>
                  <a:pt x="30" y="388"/>
                </a:lnTo>
                <a:lnTo>
                  <a:pt x="32" y="386"/>
                </a:lnTo>
                <a:lnTo>
                  <a:pt x="32" y="385"/>
                </a:lnTo>
                <a:lnTo>
                  <a:pt x="34" y="385"/>
                </a:lnTo>
                <a:lnTo>
                  <a:pt x="33" y="385"/>
                </a:lnTo>
                <a:lnTo>
                  <a:pt x="33" y="384"/>
                </a:lnTo>
                <a:lnTo>
                  <a:pt x="33" y="382"/>
                </a:lnTo>
                <a:lnTo>
                  <a:pt x="33" y="381"/>
                </a:lnTo>
                <a:lnTo>
                  <a:pt x="34" y="381"/>
                </a:lnTo>
                <a:lnTo>
                  <a:pt x="34" y="380"/>
                </a:lnTo>
                <a:lnTo>
                  <a:pt x="35" y="378"/>
                </a:lnTo>
                <a:lnTo>
                  <a:pt x="35" y="377"/>
                </a:lnTo>
                <a:lnTo>
                  <a:pt x="36" y="376"/>
                </a:lnTo>
                <a:lnTo>
                  <a:pt x="37" y="375"/>
                </a:lnTo>
                <a:lnTo>
                  <a:pt x="37" y="374"/>
                </a:lnTo>
                <a:lnTo>
                  <a:pt x="35" y="374"/>
                </a:lnTo>
                <a:lnTo>
                  <a:pt x="34" y="373"/>
                </a:lnTo>
                <a:lnTo>
                  <a:pt x="33" y="372"/>
                </a:lnTo>
                <a:lnTo>
                  <a:pt x="32" y="371"/>
                </a:lnTo>
                <a:lnTo>
                  <a:pt x="31" y="369"/>
                </a:lnTo>
                <a:lnTo>
                  <a:pt x="31" y="368"/>
                </a:lnTo>
                <a:lnTo>
                  <a:pt x="30" y="367"/>
                </a:lnTo>
                <a:lnTo>
                  <a:pt x="29" y="366"/>
                </a:lnTo>
                <a:lnTo>
                  <a:pt x="28" y="366"/>
                </a:lnTo>
                <a:lnTo>
                  <a:pt x="28" y="365"/>
                </a:lnTo>
                <a:lnTo>
                  <a:pt x="26" y="364"/>
                </a:lnTo>
                <a:lnTo>
                  <a:pt x="25" y="363"/>
                </a:lnTo>
                <a:lnTo>
                  <a:pt x="25" y="362"/>
                </a:lnTo>
                <a:lnTo>
                  <a:pt x="25" y="361"/>
                </a:lnTo>
                <a:lnTo>
                  <a:pt x="25" y="359"/>
                </a:lnTo>
                <a:lnTo>
                  <a:pt x="25" y="358"/>
                </a:lnTo>
                <a:lnTo>
                  <a:pt x="25" y="357"/>
                </a:lnTo>
                <a:lnTo>
                  <a:pt x="24" y="357"/>
                </a:lnTo>
                <a:lnTo>
                  <a:pt x="23" y="357"/>
                </a:lnTo>
                <a:lnTo>
                  <a:pt x="23" y="358"/>
                </a:lnTo>
                <a:lnTo>
                  <a:pt x="22" y="358"/>
                </a:lnTo>
                <a:lnTo>
                  <a:pt x="21" y="357"/>
                </a:lnTo>
                <a:lnTo>
                  <a:pt x="21" y="356"/>
                </a:lnTo>
                <a:lnTo>
                  <a:pt x="21" y="355"/>
                </a:lnTo>
                <a:lnTo>
                  <a:pt x="21" y="354"/>
                </a:lnTo>
                <a:lnTo>
                  <a:pt x="21" y="353"/>
                </a:lnTo>
                <a:lnTo>
                  <a:pt x="22" y="352"/>
                </a:lnTo>
                <a:lnTo>
                  <a:pt x="23" y="351"/>
                </a:lnTo>
                <a:lnTo>
                  <a:pt x="23" y="350"/>
                </a:lnTo>
                <a:lnTo>
                  <a:pt x="24" y="350"/>
                </a:lnTo>
                <a:lnTo>
                  <a:pt x="24" y="349"/>
                </a:lnTo>
                <a:lnTo>
                  <a:pt x="25" y="349"/>
                </a:lnTo>
                <a:lnTo>
                  <a:pt x="25" y="348"/>
                </a:lnTo>
                <a:lnTo>
                  <a:pt x="26" y="346"/>
                </a:lnTo>
                <a:lnTo>
                  <a:pt x="27" y="342"/>
                </a:lnTo>
                <a:lnTo>
                  <a:pt x="28" y="341"/>
                </a:lnTo>
                <a:lnTo>
                  <a:pt x="28" y="340"/>
                </a:lnTo>
                <a:lnTo>
                  <a:pt x="29" y="340"/>
                </a:lnTo>
                <a:lnTo>
                  <a:pt x="28" y="340"/>
                </a:lnTo>
                <a:lnTo>
                  <a:pt x="28" y="339"/>
                </a:lnTo>
                <a:lnTo>
                  <a:pt x="29" y="339"/>
                </a:lnTo>
                <a:lnTo>
                  <a:pt x="31" y="335"/>
                </a:lnTo>
                <a:lnTo>
                  <a:pt x="31" y="334"/>
                </a:lnTo>
                <a:lnTo>
                  <a:pt x="31" y="333"/>
                </a:lnTo>
                <a:lnTo>
                  <a:pt x="31" y="332"/>
                </a:lnTo>
                <a:lnTo>
                  <a:pt x="31" y="333"/>
                </a:lnTo>
                <a:lnTo>
                  <a:pt x="30" y="333"/>
                </a:lnTo>
                <a:lnTo>
                  <a:pt x="29" y="331"/>
                </a:lnTo>
                <a:lnTo>
                  <a:pt x="29" y="330"/>
                </a:lnTo>
                <a:lnTo>
                  <a:pt x="30" y="328"/>
                </a:lnTo>
                <a:lnTo>
                  <a:pt x="31" y="328"/>
                </a:lnTo>
                <a:lnTo>
                  <a:pt x="31" y="327"/>
                </a:lnTo>
                <a:lnTo>
                  <a:pt x="32" y="327"/>
                </a:lnTo>
                <a:lnTo>
                  <a:pt x="32" y="326"/>
                </a:lnTo>
                <a:lnTo>
                  <a:pt x="31" y="326"/>
                </a:lnTo>
                <a:lnTo>
                  <a:pt x="31" y="325"/>
                </a:lnTo>
                <a:lnTo>
                  <a:pt x="32" y="324"/>
                </a:lnTo>
                <a:lnTo>
                  <a:pt x="31" y="322"/>
                </a:lnTo>
                <a:lnTo>
                  <a:pt x="31" y="323"/>
                </a:lnTo>
                <a:lnTo>
                  <a:pt x="30" y="324"/>
                </a:lnTo>
                <a:lnTo>
                  <a:pt x="29" y="324"/>
                </a:lnTo>
                <a:lnTo>
                  <a:pt x="29" y="323"/>
                </a:lnTo>
                <a:lnTo>
                  <a:pt x="28" y="323"/>
                </a:lnTo>
                <a:lnTo>
                  <a:pt x="27" y="323"/>
                </a:lnTo>
                <a:lnTo>
                  <a:pt x="27" y="324"/>
                </a:lnTo>
                <a:lnTo>
                  <a:pt x="26" y="325"/>
                </a:lnTo>
                <a:lnTo>
                  <a:pt x="26" y="324"/>
                </a:lnTo>
                <a:lnTo>
                  <a:pt x="25" y="324"/>
                </a:lnTo>
                <a:lnTo>
                  <a:pt x="24" y="324"/>
                </a:lnTo>
                <a:lnTo>
                  <a:pt x="23" y="324"/>
                </a:lnTo>
                <a:lnTo>
                  <a:pt x="21" y="325"/>
                </a:lnTo>
                <a:lnTo>
                  <a:pt x="19" y="325"/>
                </a:lnTo>
                <a:lnTo>
                  <a:pt x="18" y="325"/>
                </a:lnTo>
                <a:lnTo>
                  <a:pt x="18" y="326"/>
                </a:lnTo>
                <a:lnTo>
                  <a:pt x="17" y="327"/>
                </a:lnTo>
                <a:lnTo>
                  <a:pt x="16" y="327"/>
                </a:lnTo>
                <a:lnTo>
                  <a:pt x="16" y="326"/>
                </a:lnTo>
                <a:lnTo>
                  <a:pt x="15" y="326"/>
                </a:lnTo>
                <a:lnTo>
                  <a:pt x="15" y="327"/>
                </a:lnTo>
                <a:lnTo>
                  <a:pt x="14" y="328"/>
                </a:lnTo>
                <a:lnTo>
                  <a:pt x="13" y="328"/>
                </a:lnTo>
                <a:lnTo>
                  <a:pt x="11" y="329"/>
                </a:lnTo>
                <a:lnTo>
                  <a:pt x="10" y="328"/>
                </a:lnTo>
                <a:lnTo>
                  <a:pt x="9" y="327"/>
                </a:lnTo>
                <a:lnTo>
                  <a:pt x="9" y="326"/>
                </a:lnTo>
                <a:lnTo>
                  <a:pt x="8" y="326"/>
                </a:lnTo>
                <a:lnTo>
                  <a:pt x="7" y="326"/>
                </a:lnTo>
                <a:lnTo>
                  <a:pt x="6" y="326"/>
                </a:lnTo>
                <a:lnTo>
                  <a:pt x="5" y="326"/>
                </a:lnTo>
                <a:lnTo>
                  <a:pt x="4" y="325"/>
                </a:lnTo>
                <a:lnTo>
                  <a:pt x="3" y="325"/>
                </a:lnTo>
                <a:lnTo>
                  <a:pt x="3" y="324"/>
                </a:lnTo>
                <a:lnTo>
                  <a:pt x="3" y="323"/>
                </a:lnTo>
                <a:lnTo>
                  <a:pt x="3" y="322"/>
                </a:lnTo>
                <a:lnTo>
                  <a:pt x="3" y="321"/>
                </a:lnTo>
                <a:lnTo>
                  <a:pt x="4" y="321"/>
                </a:lnTo>
                <a:lnTo>
                  <a:pt x="5" y="320"/>
                </a:lnTo>
                <a:lnTo>
                  <a:pt x="6" y="320"/>
                </a:lnTo>
                <a:lnTo>
                  <a:pt x="6" y="319"/>
                </a:lnTo>
                <a:lnTo>
                  <a:pt x="5" y="319"/>
                </a:lnTo>
                <a:lnTo>
                  <a:pt x="6" y="318"/>
                </a:lnTo>
                <a:lnTo>
                  <a:pt x="5" y="318"/>
                </a:lnTo>
                <a:lnTo>
                  <a:pt x="4" y="318"/>
                </a:lnTo>
                <a:lnTo>
                  <a:pt x="3" y="318"/>
                </a:lnTo>
                <a:lnTo>
                  <a:pt x="2" y="317"/>
                </a:lnTo>
                <a:lnTo>
                  <a:pt x="2" y="316"/>
                </a:lnTo>
                <a:lnTo>
                  <a:pt x="3" y="316"/>
                </a:lnTo>
                <a:lnTo>
                  <a:pt x="3" y="315"/>
                </a:lnTo>
                <a:lnTo>
                  <a:pt x="3" y="314"/>
                </a:lnTo>
                <a:lnTo>
                  <a:pt x="3" y="313"/>
                </a:lnTo>
                <a:lnTo>
                  <a:pt x="2" y="313"/>
                </a:lnTo>
                <a:lnTo>
                  <a:pt x="2" y="312"/>
                </a:lnTo>
                <a:lnTo>
                  <a:pt x="4" y="311"/>
                </a:lnTo>
                <a:lnTo>
                  <a:pt x="5" y="308"/>
                </a:lnTo>
                <a:lnTo>
                  <a:pt x="6" y="307"/>
                </a:lnTo>
                <a:lnTo>
                  <a:pt x="5" y="305"/>
                </a:lnTo>
                <a:lnTo>
                  <a:pt x="5" y="306"/>
                </a:lnTo>
                <a:lnTo>
                  <a:pt x="4" y="306"/>
                </a:lnTo>
                <a:lnTo>
                  <a:pt x="2" y="306"/>
                </a:lnTo>
                <a:lnTo>
                  <a:pt x="2" y="305"/>
                </a:lnTo>
                <a:lnTo>
                  <a:pt x="1" y="305"/>
                </a:lnTo>
                <a:lnTo>
                  <a:pt x="1" y="304"/>
                </a:lnTo>
                <a:lnTo>
                  <a:pt x="0" y="303"/>
                </a:lnTo>
                <a:lnTo>
                  <a:pt x="1" y="303"/>
                </a:lnTo>
                <a:lnTo>
                  <a:pt x="0" y="302"/>
                </a:lnTo>
                <a:lnTo>
                  <a:pt x="1" y="302"/>
                </a:lnTo>
                <a:lnTo>
                  <a:pt x="1" y="301"/>
                </a:lnTo>
                <a:lnTo>
                  <a:pt x="2" y="301"/>
                </a:lnTo>
                <a:lnTo>
                  <a:pt x="3" y="300"/>
                </a:lnTo>
                <a:lnTo>
                  <a:pt x="3" y="299"/>
                </a:lnTo>
                <a:lnTo>
                  <a:pt x="3" y="298"/>
                </a:lnTo>
                <a:lnTo>
                  <a:pt x="4" y="297"/>
                </a:lnTo>
                <a:lnTo>
                  <a:pt x="3" y="297"/>
                </a:lnTo>
                <a:lnTo>
                  <a:pt x="3" y="295"/>
                </a:lnTo>
                <a:lnTo>
                  <a:pt x="4" y="294"/>
                </a:lnTo>
                <a:lnTo>
                  <a:pt x="4" y="293"/>
                </a:lnTo>
                <a:lnTo>
                  <a:pt x="3" y="293"/>
                </a:lnTo>
                <a:lnTo>
                  <a:pt x="3" y="292"/>
                </a:lnTo>
                <a:lnTo>
                  <a:pt x="4" y="292"/>
                </a:lnTo>
                <a:lnTo>
                  <a:pt x="4" y="291"/>
                </a:lnTo>
                <a:lnTo>
                  <a:pt x="5" y="291"/>
                </a:lnTo>
                <a:lnTo>
                  <a:pt x="6" y="290"/>
                </a:lnTo>
                <a:lnTo>
                  <a:pt x="8" y="289"/>
                </a:lnTo>
                <a:lnTo>
                  <a:pt x="9" y="288"/>
                </a:lnTo>
                <a:lnTo>
                  <a:pt x="9" y="286"/>
                </a:lnTo>
                <a:lnTo>
                  <a:pt x="10" y="285"/>
                </a:lnTo>
                <a:lnTo>
                  <a:pt x="11" y="284"/>
                </a:lnTo>
                <a:lnTo>
                  <a:pt x="13" y="282"/>
                </a:lnTo>
                <a:lnTo>
                  <a:pt x="14" y="281"/>
                </a:lnTo>
                <a:lnTo>
                  <a:pt x="13" y="281"/>
                </a:lnTo>
                <a:lnTo>
                  <a:pt x="13" y="280"/>
                </a:lnTo>
                <a:lnTo>
                  <a:pt x="13" y="279"/>
                </a:lnTo>
                <a:lnTo>
                  <a:pt x="15" y="278"/>
                </a:lnTo>
                <a:lnTo>
                  <a:pt x="16" y="276"/>
                </a:lnTo>
                <a:lnTo>
                  <a:pt x="17" y="275"/>
                </a:lnTo>
                <a:lnTo>
                  <a:pt x="18" y="275"/>
                </a:lnTo>
                <a:lnTo>
                  <a:pt x="18" y="274"/>
                </a:lnTo>
                <a:lnTo>
                  <a:pt x="20" y="272"/>
                </a:lnTo>
                <a:lnTo>
                  <a:pt x="20" y="271"/>
                </a:lnTo>
                <a:lnTo>
                  <a:pt x="20" y="270"/>
                </a:lnTo>
                <a:lnTo>
                  <a:pt x="20" y="267"/>
                </a:lnTo>
                <a:lnTo>
                  <a:pt x="20" y="266"/>
                </a:lnTo>
                <a:lnTo>
                  <a:pt x="20" y="265"/>
                </a:lnTo>
                <a:lnTo>
                  <a:pt x="19" y="264"/>
                </a:lnTo>
                <a:lnTo>
                  <a:pt x="18" y="264"/>
                </a:lnTo>
                <a:lnTo>
                  <a:pt x="17" y="264"/>
                </a:lnTo>
                <a:lnTo>
                  <a:pt x="16" y="264"/>
                </a:lnTo>
                <a:lnTo>
                  <a:pt x="16" y="263"/>
                </a:lnTo>
                <a:lnTo>
                  <a:pt x="17" y="263"/>
                </a:lnTo>
                <a:lnTo>
                  <a:pt x="17" y="262"/>
                </a:lnTo>
                <a:lnTo>
                  <a:pt x="16" y="262"/>
                </a:lnTo>
                <a:lnTo>
                  <a:pt x="16" y="261"/>
                </a:lnTo>
                <a:lnTo>
                  <a:pt x="17" y="260"/>
                </a:lnTo>
                <a:lnTo>
                  <a:pt x="18" y="258"/>
                </a:lnTo>
                <a:lnTo>
                  <a:pt x="19" y="256"/>
                </a:lnTo>
                <a:lnTo>
                  <a:pt x="20" y="254"/>
                </a:lnTo>
                <a:lnTo>
                  <a:pt x="22" y="254"/>
                </a:lnTo>
                <a:lnTo>
                  <a:pt x="23" y="254"/>
                </a:lnTo>
                <a:lnTo>
                  <a:pt x="23" y="253"/>
                </a:lnTo>
                <a:lnTo>
                  <a:pt x="24" y="252"/>
                </a:lnTo>
                <a:lnTo>
                  <a:pt x="24" y="251"/>
                </a:lnTo>
                <a:lnTo>
                  <a:pt x="26" y="251"/>
                </a:lnTo>
                <a:lnTo>
                  <a:pt x="27" y="252"/>
                </a:lnTo>
                <a:lnTo>
                  <a:pt x="29" y="252"/>
                </a:lnTo>
                <a:lnTo>
                  <a:pt x="29" y="251"/>
                </a:lnTo>
                <a:lnTo>
                  <a:pt x="29" y="250"/>
                </a:lnTo>
                <a:lnTo>
                  <a:pt x="30" y="249"/>
                </a:lnTo>
                <a:lnTo>
                  <a:pt x="30" y="248"/>
                </a:lnTo>
                <a:lnTo>
                  <a:pt x="30" y="247"/>
                </a:lnTo>
                <a:lnTo>
                  <a:pt x="31" y="247"/>
                </a:lnTo>
                <a:lnTo>
                  <a:pt x="31" y="248"/>
                </a:lnTo>
                <a:lnTo>
                  <a:pt x="32" y="248"/>
                </a:lnTo>
                <a:lnTo>
                  <a:pt x="32" y="249"/>
                </a:lnTo>
                <a:lnTo>
                  <a:pt x="33" y="249"/>
                </a:lnTo>
                <a:lnTo>
                  <a:pt x="34" y="249"/>
                </a:lnTo>
                <a:lnTo>
                  <a:pt x="34" y="250"/>
                </a:lnTo>
                <a:lnTo>
                  <a:pt x="35" y="250"/>
                </a:lnTo>
                <a:lnTo>
                  <a:pt x="36" y="249"/>
                </a:lnTo>
                <a:lnTo>
                  <a:pt x="36" y="248"/>
                </a:lnTo>
                <a:lnTo>
                  <a:pt x="37" y="248"/>
                </a:lnTo>
                <a:lnTo>
                  <a:pt x="38" y="248"/>
                </a:lnTo>
                <a:lnTo>
                  <a:pt x="37" y="247"/>
                </a:lnTo>
                <a:lnTo>
                  <a:pt x="38" y="247"/>
                </a:lnTo>
                <a:lnTo>
                  <a:pt x="38" y="246"/>
                </a:lnTo>
                <a:lnTo>
                  <a:pt x="39" y="247"/>
                </a:lnTo>
                <a:lnTo>
                  <a:pt x="40" y="247"/>
                </a:lnTo>
                <a:lnTo>
                  <a:pt x="40" y="246"/>
                </a:lnTo>
                <a:lnTo>
                  <a:pt x="41" y="246"/>
                </a:lnTo>
                <a:lnTo>
                  <a:pt x="41" y="247"/>
                </a:lnTo>
                <a:lnTo>
                  <a:pt x="41" y="246"/>
                </a:lnTo>
                <a:lnTo>
                  <a:pt x="41" y="245"/>
                </a:lnTo>
                <a:lnTo>
                  <a:pt x="40" y="245"/>
                </a:lnTo>
                <a:lnTo>
                  <a:pt x="40" y="244"/>
                </a:lnTo>
                <a:lnTo>
                  <a:pt x="41" y="244"/>
                </a:lnTo>
                <a:lnTo>
                  <a:pt x="41" y="243"/>
                </a:lnTo>
                <a:lnTo>
                  <a:pt x="42" y="243"/>
                </a:lnTo>
                <a:lnTo>
                  <a:pt x="43" y="243"/>
                </a:lnTo>
                <a:lnTo>
                  <a:pt x="43" y="244"/>
                </a:lnTo>
                <a:lnTo>
                  <a:pt x="44" y="244"/>
                </a:lnTo>
                <a:lnTo>
                  <a:pt x="44" y="243"/>
                </a:lnTo>
                <a:lnTo>
                  <a:pt x="45" y="243"/>
                </a:lnTo>
                <a:lnTo>
                  <a:pt x="45" y="244"/>
                </a:lnTo>
                <a:lnTo>
                  <a:pt x="46" y="244"/>
                </a:lnTo>
                <a:lnTo>
                  <a:pt x="47" y="244"/>
                </a:lnTo>
                <a:lnTo>
                  <a:pt x="48" y="244"/>
                </a:lnTo>
                <a:lnTo>
                  <a:pt x="48" y="243"/>
                </a:lnTo>
                <a:lnTo>
                  <a:pt x="48" y="242"/>
                </a:lnTo>
                <a:lnTo>
                  <a:pt x="49" y="242"/>
                </a:lnTo>
                <a:lnTo>
                  <a:pt x="50" y="242"/>
                </a:lnTo>
                <a:lnTo>
                  <a:pt x="50" y="241"/>
                </a:lnTo>
                <a:lnTo>
                  <a:pt x="49" y="240"/>
                </a:lnTo>
                <a:lnTo>
                  <a:pt x="49" y="239"/>
                </a:lnTo>
                <a:lnTo>
                  <a:pt x="48" y="239"/>
                </a:lnTo>
                <a:lnTo>
                  <a:pt x="48" y="238"/>
                </a:lnTo>
                <a:lnTo>
                  <a:pt x="48" y="239"/>
                </a:lnTo>
                <a:lnTo>
                  <a:pt x="47" y="239"/>
                </a:lnTo>
                <a:lnTo>
                  <a:pt x="47" y="238"/>
                </a:lnTo>
                <a:lnTo>
                  <a:pt x="48" y="238"/>
                </a:lnTo>
                <a:lnTo>
                  <a:pt x="48" y="237"/>
                </a:lnTo>
                <a:lnTo>
                  <a:pt x="47" y="237"/>
                </a:lnTo>
                <a:lnTo>
                  <a:pt x="47" y="236"/>
                </a:lnTo>
                <a:lnTo>
                  <a:pt x="47" y="235"/>
                </a:lnTo>
                <a:lnTo>
                  <a:pt x="47" y="234"/>
                </a:lnTo>
                <a:lnTo>
                  <a:pt x="46" y="233"/>
                </a:lnTo>
                <a:lnTo>
                  <a:pt x="45" y="233"/>
                </a:lnTo>
                <a:lnTo>
                  <a:pt x="46" y="233"/>
                </a:lnTo>
                <a:lnTo>
                  <a:pt x="45" y="232"/>
                </a:lnTo>
                <a:lnTo>
                  <a:pt x="46" y="232"/>
                </a:lnTo>
                <a:lnTo>
                  <a:pt x="46" y="231"/>
                </a:lnTo>
                <a:lnTo>
                  <a:pt x="45" y="231"/>
                </a:lnTo>
                <a:lnTo>
                  <a:pt x="46" y="231"/>
                </a:lnTo>
                <a:lnTo>
                  <a:pt x="45" y="231"/>
                </a:lnTo>
                <a:lnTo>
                  <a:pt x="45" y="230"/>
                </a:lnTo>
                <a:lnTo>
                  <a:pt x="44" y="229"/>
                </a:lnTo>
                <a:lnTo>
                  <a:pt x="44" y="228"/>
                </a:lnTo>
                <a:lnTo>
                  <a:pt x="45" y="228"/>
                </a:lnTo>
                <a:lnTo>
                  <a:pt x="45" y="229"/>
                </a:lnTo>
                <a:lnTo>
                  <a:pt x="46" y="228"/>
                </a:lnTo>
                <a:lnTo>
                  <a:pt x="47" y="227"/>
                </a:lnTo>
                <a:lnTo>
                  <a:pt x="47" y="228"/>
                </a:lnTo>
                <a:lnTo>
                  <a:pt x="48" y="228"/>
                </a:lnTo>
                <a:lnTo>
                  <a:pt x="48" y="227"/>
                </a:lnTo>
                <a:lnTo>
                  <a:pt x="49" y="227"/>
                </a:lnTo>
                <a:lnTo>
                  <a:pt x="49" y="228"/>
                </a:lnTo>
                <a:lnTo>
                  <a:pt x="49" y="227"/>
                </a:lnTo>
                <a:lnTo>
                  <a:pt x="50" y="227"/>
                </a:lnTo>
                <a:lnTo>
                  <a:pt x="51" y="228"/>
                </a:lnTo>
                <a:lnTo>
                  <a:pt x="52" y="228"/>
                </a:lnTo>
                <a:lnTo>
                  <a:pt x="53" y="227"/>
                </a:lnTo>
                <a:lnTo>
                  <a:pt x="54" y="227"/>
                </a:lnTo>
                <a:lnTo>
                  <a:pt x="55" y="227"/>
                </a:lnTo>
                <a:lnTo>
                  <a:pt x="55" y="226"/>
                </a:lnTo>
                <a:lnTo>
                  <a:pt x="55" y="227"/>
                </a:lnTo>
                <a:lnTo>
                  <a:pt x="56" y="227"/>
                </a:lnTo>
                <a:lnTo>
                  <a:pt x="56" y="226"/>
                </a:lnTo>
                <a:lnTo>
                  <a:pt x="56" y="225"/>
                </a:lnTo>
                <a:lnTo>
                  <a:pt x="56" y="224"/>
                </a:lnTo>
                <a:lnTo>
                  <a:pt x="57" y="223"/>
                </a:lnTo>
                <a:lnTo>
                  <a:pt x="58" y="223"/>
                </a:lnTo>
                <a:lnTo>
                  <a:pt x="58" y="222"/>
                </a:lnTo>
                <a:lnTo>
                  <a:pt x="58" y="221"/>
                </a:lnTo>
                <a:lnTo>
                  <a:pt x="59" y="221"/>
                </a:lnTo>
                <a:lnTo>
                  <a:pt x="59" y="220"/>
                </a:lnTo>
                <a:lnTo>
                  <a:pt x="60" y="220"/>
                </a:lnTo>
                <a:lnTo>
                  <a:pt x="60" y="219"/>
                </a:lnTo>
                <a:lnTo>
                  <a:pt x="61" y="218"/>
                </a:lnTo>
                <a:lnTo>
                  <a:pt x="62" y="218"/>
                </a:lnTo>
                <a:lnTo>
                  <a:pt x="63" y="218"/>
                </a:lnTo>
                <a:lnTo>
                  <a:pt x="64" y="218"/>
                </a:lnTo>
                <a:lnTo>
                  <a:pt x="64" y="217"/>
                </a:lnTo>
                <a:lnTo>
                  <a:pt x="64" y="216"/>
                </a:lnTo>
                <a:lnTo>
                  <a:pt x="65" y="216"/>
                </a:lnTo>
                <a:lnTo>
                  <a:pt x="66" y="216"/>
                </a:lnTo>
                <a:lnTo>
                  <a:pt x="66" y="215"/>
                </a:lnTo>
                <a:lnTo>
                  <a:pt x="65" y="214"/>
                </a:lnTo>
                <a:lnTo>
                  <a:pt x="66" y="213"/>
                </a:lnTo>
                <a:lnTo>
                  <a:pt x="66" y="214"/>
                </a:lnTo>
                <a:lnTo>
                  <a:pt x="67" y="214"/>
                </a:lnTo>
                <a:lnTo>
                  <a:pt x="67" y="213"/>
                </a:lnTo>
                <a:lnTo>
                  <a:pt x="68" y="213"/>
                </a:lnTo>
                <a:lnTo>
                  <a:pt x="69" y="212"/>
                </a:lnTo>
                <a:lnTo>
                  <a:pt x="69" y="211"/>
                </a:lnTo>
                <a:lnTo>
                  <a:pt x="70" y="211"/>
                </a:lnTo>
                <a:lnTo>
                  <a:pt x="71" y="210"/>
                </a:lnTo>
                <a:lnTo>
                  <a:pt x="72" y="210"/>
                </a:lnTo>
                <a:lnTo>
                  <a:pt x="72" y="209"/>
                </a:lnTo>
                <a:lnTo>
                  <a:pt x="71" y="208"/>
                </a:lnTo>
                <a:lnTo>
                  <a:pt x="71" y="207"/>
                </a:lnTo>
                <a:lnTo>
                  <a:pt x="70" y="208"/>
                </a:lnTo>
                <a:lnTo>
                  <a:pt x="70" y="207"/>
                </a:lnTo>
                <a:lnTo>
                  <a:pt x="71" y="207"/>
                </a:lnTo>
                <a:lnTo>
                  <a:pt x="72" y="206"/>
                </a:lnTo>
                <a:lnTo>
                  <a:pt x="72" y="205"/>
                </a:lnTo>
                <a:lnTo>
                  <a:pt x="71" y="205"/>
                </a:lnTo>
                <a:lnTo>
                  <a:pt x="71" y="204"/>
                </a:lnTo>
                <a:lnTo>
                  <a:pt x="72" y="204"/>
                </a:lnTo>
                <a:lnTo>
                  <a:pt x="72" y="203"/>
                </a:lnTo>
                <a:lnTo>
                  <a:pt x="72" y="202"/>
                </a:lnTo>
                <a:lnTo>
                  <a:pt x="72" y="201"/>
                </a:lnTo>
                <a:lnTo>
                  <a:pt x="71" y="201"/>
                </a:lnTo>
                <a:lnTo>
                  <a:pt x="70" y="201"/>
                </a:lnTo>
                <a:lnTo>
                  <a:pt x="69" y="201"/>
                </a:lnTo>
                <a:lnTo>
                  <a:pt x="68" y="200"/>
                </a:lnTo>
                <a:lnTo>
                  <a:pt x="67" y="200"/>
                </a:lnTo>
                <a:lnTo>
                  <a:pt x="67" y="199"/>
                </a:lnTo>
                <a:lnTo>
                  <a:pt x="67" y="198"/>
                </a:lnTo>
                <a:lnTo>
                  <a:pt x="65" y="197"/>
                </a:lnTo>
                <a:lnTo>
                  <a:pt x="64" y="197"/>
                </a:lnTo>
                <a:lnTo>
                  <a:pt x="64" y="196"/>
                </a:lnTo>
                <a:lnTo>
                  <a:pt x="65" y="196"/>
                </a:lnTo>
                <a:lnTo>
                  <a:pt x="65" y="195"/>
                </a:lnTo>
                <a:lnTo>
                  <a:pt x="66" y="194"/>
                </a:lnTo>
                <a:lnTo>
                  <a:pt x="66" y="193"/>
                </a:lnTo>
                <a:lnTo>
                  <a:pt x="67" y="193"/>
                </a:lnTo>
                <a:lnTo>
                  <a:pt x="68" y="193"/>
                </a:lnTo>
                <a:lnTo>
                  <a:pt x="68" y="192"/>
                </a:lnTo>
                <a:lnTo>
                  <a:pt x="68" y="190"/>
                </a:lnTo>
                <a:lnTo>
                  <a:pt x="67" y="190"/>
                </a:lnTo>
                <a:lnTo>
                  <a:pt x="67" y="189"/>
                </a:lnTo>
                <a:lnTo>
                  <a:pt x="66" y="189"/>
                </a:lnTo>
                <a:lnTo>
                  <a:pt x="65" y="189"/>
                </a:lnTo>
                <a:lnTo>
                  <a:pt x="64" y="189"/>
                </a:lnTo>
                <a:lnTo>
                  <a:pt x="63" y="189"/>
                </a:lnTo>
                <a:lnTo>
                  <a:pt x="62" y="188"/>
                </a:lnTo>
                <a:lnTo>
                  <a:pt x="61" y="188"/>
                </a:lnTo>
                <a:lnTo>
                  <a:pt x="61" y="187"/>
                </a:lnTo>
                <a:lnTo>
                  <a:pt x="60" y="186"/>
                </a:lnTo>
                <a:lnTo>
                  <a:pt x="60" y="185"/>
                </a:lnTo>
                <a:lnTo>
                  <a:pt x="59" y="185"/>
                </a:lnTo>
                <a:lnTo>
                  <a:pt x="59" y="184"/>
                </a:lnTo>
                <a:lnTo>
                  <a:pt x="58" y="184"/>
                </a:lnTo>
                <a:lnTo>
                  <a:pt x="58" y="185"/>
                </a:lnTo>
                <a:lnTo>
                  <a:pt x="58" y="184"/>
                </a:lnTo>
                <a:lnTo>
                  <a:pt x="57" y="184"/>
                </a:lnTo>
                <a:lnTo>
                  <a:pt x="56" y="184"/>
                </a:lnTo>
                <a:lnTo>
                  <a:pt x="55" y="184"/>
                </a:lnTo>
                <a:lnTo>
                  <a:pt x="55" y="183"/>
                </a:lnTo>
                <a:lnTo>
                  <a:pt x="54" y="182"/>
                </a:lnTo>
                <a:lnTo>
                  <a:pt x="54" y="181"/>
                </a:lnTo>
                <a:lnTo>
                  <a:pt x="55" y="181"/>
                </a:lnTo>
                <a:lnTo>
                  <a:pt x="55" y="180"/>
                </a:lnTo>
                <a:lnTo>
                  <a:pt x="56" y="179"/>
                </a:lnTo>
                <a:lnTo>
                  <a:pt x="56" y="178"/>
                </a:lnTo>
                <a:lnTo>
                  <a:pt x="57" y="178"/>
                </a:lnTo>
                <a:lnTo>
                  <a:pt x="58" y="178"/>
                </a:lnTo>
                <a:lnTo>
                  <a:pt x="58" y="177"/>
                </a:lnTo>
                <a:lnTo>
                  <a:pt x="59" y="176"/>
                </a:lnTo>
                <a:lnTo>
                  <a:pt x="59" y="175"/>
                </a:lnTo>
                <a:lnTo>
                  <a:pt x="58" y="174"/>
                </a:lnTo>
                <a:lnTo>
                  <a:pt x="58" y="173"/>
                </a:lnTo>
                <a:lnTo>
                  <a:pt x="59" y="172"/>
                </a:lnTo>
                <a:lnTo>
                  <a:pt x="59" y="171"/>
                </a:lnTo>
                <a:lnTo>
                  <a:pt x="59" y="170"/>
                </a:lnTo>
                <a:lnTo>
                  <a:pt x="59" y="169"/>
                </a:lnTo>
                <a:lnTo>
                  <a:pt x="59" y="168"/>
                </a:lnTo>
                <a:lnTo>
                  <a:pt x="58" y="168"/>
                </a:lnTo>
                <a:lnTo>
                  <a:pt x="58" y="167"/>
                </a:lnTo>
                <a:lnTo>
                  <a:pt x="58" y="166"/>
                </a:lnTo>
                <a:lnTo>
                  <a:pt x="58" y="165"/>
                </a:lnTo>
                <a:lnTo>
                  <a:pt x="59" y="164"/>
                </a:lnTo>
                <a:lnTo>
                  <a:pt x="59" y="165"/>
                </a:lnTo>
                <a:lnTo>
                  <a:pt x="60" y="165"/>
                </a:lnTo>
                <a:lnTo>
                  <a:pt x="60" y="164"/>
                </a:lnTo>
                <a:lnTo>
                  <a:pt x="60" y="163"/>
                </a:lnTo>
                <a:lnTo>
                  <a:pt x="61" y="162"/>
                </a:lnTo>
                <a:lnTo>
                  <a:pt x="61" y="161"/>
                </a:lnTo>
                <a:lnTo>
                  <a:pt x="60" y="161"/>
                </a:lnTo>
                <a:lnTo>
                  <a:pt x="60" y="160"/>
                </a:lnTo>
                <a:lnTo>
                  <a:pt x="61" y="160"/>
                </a:lnTo>
                <a:lnTo>
                  <a:pt x="61" y="159"/>
                </a:lnTo>
                <a:lnTo>
                  <a:pt x="61" y="158"/>
                </a:lnTo>
                <a:lnTo>
                  <a:pt x="61" y="157"/>
                </a:lnTo>
                <a:lnTo>
                  <a:pt x="61" y="156"/>
                </a:lnTo>
                <a:lnTo>
                  <a:pt x="60" y="156"/>
                </a:lnTo>
                <a:lnTo>
                  <a:pt x="60" y="155"/>
                </a:lnTo>
                <a:lnTo>
                  <a:pt x="59" y="155"/>
                </a:lnTo>
                <a:lnTo>
                  <a:pt x="60" y="154"/>
                </a:lnTo>
                <a:lnTo>
                  <a:pt x="60" y="153"/>
                </a:lnTo>
                <a:lnTo>
                  <a:pt x="61" y="153"/>
                </a:lnTo>
                <a:lnTo>
                  <a:pt x="61" y="152"/>
                </a:lnTo>
                <a:lnTo>
                  <a:pt x="61" y="151"/>
                </a:lnTo>
                <a:lnTo>
                  <a:pt x="61" y="150"/>
                </a:lnTo>
                <a:lnTo>
                  <a:pt x="61" y="149"/>
                </a:lnTo>
                <a:lnTo>
                  <a:pt x="61" y="148"/>
                </a:lnTo>
                <a:lnTo>
                  <a:pt x="60" y="149"/>
                </a:lnTo>
                <a:lnTo>
                  <a:pt x="59" y="150"/>
                </a:lnTo>
                <a:lnTo>
                  <a:pt x="59" y="149"/>
                </a:lnTo>
                <a:lnTo>
                  <a:pt x="58" y="148"/>
                </a:lnTo>
                <a:lnTo>
                  <a:pt x="59" y="148"/>
                </a:lnTo>
                <a:lnTo>
                  <a:pt x="58" y="147"/>
                </a:lnTo>
                <a:lnTo>
                  <a:pt x="57" y="148"/>
                </a:lnTo>
                <a:lnTo>
                  <a:pt x="56" y="148"/>
                </a:lnTo>
                <a:lnTo>
                  <a:pt x="55" y="149"/>
                </a:lnTo>
                <a:lnTo>
                  <a:pt x="54" y="148"/>
                </a:lnTo>
                <a:lnTo>
                  <a:pt x="53" y="149"/>
                </a:lnTo>
                <a:lnTo>
                  <a:pt x="53" y="148"/>
                </a:lnTo>
                <a:lnTo>
                  <a:pt x="52" y="148"/>
                </a:lnTo>
                <a:lnTo>
                  <a:pt x="52" y="147"/>
                </a:lnTo>
                <a:lnTo>
                  <a:pt x="51" y="147"/>
                </a:lnTo>
                <a:lnTo>
                  <a:pt x="51" y="146"/>
                </a:lnTo>
                <a:lnTo>
                  <a:pt x="51" y="145"/>
                </a:lnTo>
                <a:lnTo>
                  <a:pt x="51" y="144"/>
                </a:lnTo>
                <a:lnTo>
                  <a:pt x="51" y="143"/>
                </a:lnTo>
                <a:lnTo>
                  <a:pt x="52" y="143"/>
                </a:lnTo>
                <a:lnTo>
                  <a:pt x="52" y="142"/>
                </a:lnTo>
                <a:lnTo>
                  <a:pt x="51" y="141"/>
                </a:lnTo>
                <a:lnTo>
                  <a:pt x="51" y="140"/>
                </a:lnTo>
                <a:lnTo>
                  <a:pt x="50" y="140"/>
                </a:lnTo>
                <a:lnTo>
                  <a:pt x="49" y="140"/>
                </a:lnTo>
                <a:lnTo>
                  <a:pt x="49" y="141"/>
                </a:lnTo>
                <a:lnTo>
                  <a:pt x="48" y="141"/>
                </a:lnTo>
                <a:lnTo>
                  <a:pt x="48" y="142"/>
                </a:lnTo>
                <a:lnTo>
                  <a:pt x="48" y="141"/>
                </a:lnTo>
                <a:lnTo>
                  <a:pt x="48" y="140"/>
                </a:lnTo>
                <a:lnTo>
                  <a:pt x="47" y="139"/>
                </a:lnTo>
                <a:lnTo>
                  <a:pt x="46" y="139"/>
                </a:lnTo>
                <a:lnTo>
                  <a:pt x="45" y="139"/>
                </a:lnTo>
                <a:lnTo>
                  <a:pt x="45" y="138"/>
                </a:lnTo>
                <a:lnTo>
                  <a:pt x="45" y="137"/>
                </a:lnTo>
                <a:lnTo>
                  <a:pt x="46" y="137"/>
                </a:lnTo>
                <a:lnTo>
                  <a:pt x="46" y="136"/>
                </a:lnTo>
                <a:lnTo>
                  <a:pt x="46" y="135"/>
                </a:lnTo>
                <a:lnTo>
                  <a:pt x="46" y="134"/>
                </a:lnTo>
                <a:lnTo>
                  <a:pt x="45" y="134"/>
                </a:lnTo>
                <a:lnTo>
                  <a:pt x="45" y="135"/>
                </a:lnTo>
                <a:lnTo>
                  <a:pt x="44" y="135"/>
                </a:lnTo>
                <a:lnTo>
                  <a:pt x="44" y="134"/>
                </a:lnTo>
                <a:lnTo>
                  <a:pt x="44" y="135"/>
                </a:lnTo>
                <a:lnTo>
                  <a:pt x="43" y="135"/>
                </a:lnTo>
                <a:lnTo>
                  <a:pt x="43" y="136"/>
                </a:lnTo>
                <a:lnTo>
                  <a:pt x="42" y="136"/>
                </a:lnTo>
                <a:lnTo>
                  <a:pt x="42" y="135"/>
                </a:lnTo>
                <a:lnTo>
                  <a:pt x="41" y="136"/>
                </a:lnTo>
                <a:lnTo>
                  <a:pt x="41" y="135"/>
                </a:lnTo>
                <a:lnTo>
                  <a:pt x="41" y="134"/>
                </a:lnTo>
                <a:lnTo>
                  <a:pt x="41" y="133"/>
                </a:lnTo>
                <a:lnTo>
                  <a:pt x="41" y="132"/>
                </a:lnTo>
                <a:lnTo>
                  <a:pt x="40" y="132"/>
                </a:lnTo>
                <a:lnTo>
                  <a:pt x="40" y="131"/>
                </a:lnTo>
                <a:lnTo>
                  <a:pt x="40" y="130"/>
                </a:lnTo>
                <a:lnTo>
                  <a:pt x="41" y="130"/>
                </a:lnTo>
                <a:lnTo>
                  <a:pt x="41" y="129"/>
                </a:lnTo>
                <a:lnTo>
                  <a:pt x="40" y="129"/>
                </a:lnTo>
                <a:lnTo>
                  <a:pt x="40" y="128"/>
                </a:lnTo>
                <a:lnTo>
                  <a:pt x="40" y="127"/>
                </a:lnTo>
                <a:lnTo>
                  <a:pt x="39" y="127"/>
                </a:lnTo>
                <a:lnTo>
                  <a:pt x="39" y="126"/>
                </a:lnTo>
                <a:lnTo>
                  <a:pt x="39" y="125"/>
                </a:lnTo>
                <a:lnTo>
                  <a:pt x="39" y="124"/>
                </a:lnTo>
                <a:lnTo>
                  <a:pt x="39" y="123"/>
                </a:lnTo>
                <a:lnTo>
                  <a:pt x="39" y="122"/>
                </a:lnTo>
                <a:lnTo>
                  <a:pt x="40" y="121"/>
                </a:lnTo>
                <a:lnTo>
                  <a:pt x="40" y="120"/>
                </a:lnTo>
                <a:lnTo>
                  <a:pt x="40" y="119"/>
                </a:lnTo>
                <a:lnTo>
                  <a:pt x="40" y="118"/>
                </a:lnTo>
                <a:lnTo>
                  <a:pt x="40" y="117"/>
                </a:lnTo>
                <a:lnTo>
                  <a:pt x="41" y="117"/>
                </a:lnTo>
                <a:lnTo>
                  <a:pt x="42" y="117"/>
                </a:lnTo>
                <a:lnTo>
                  <a:pt x="42" y="116"/>
                </a:lnTo>
                <a:lnTo>
                  <a:pt x="43" y="116"/>
                </a:lnTo>
                <a:lnTo>
                  <a:pt x="42" y="116"/>
                </a:lnTo>
                <a:lnTo>
                  <a:pt x="43" y="116"/>
                </a:lnTo>
                <a:lnTo>
                  <a:pt x="43" y="115"/>
                </a:lnTo>
                <a:lnTo>
                  <a:pt x="43" y="114"/>
                </a:lnTo>
                <a:lnTo>
                  <a:pt x="44" y="114"/>
                </a:lnTo>
                <a:lnTo>
                  <a:pt x="45" y="114"/>
                </a:lnTo>
                <a:lnTo>
                  <a:pt x="45" y="113"/>
                </a:lnTo>
                <a:lnTo>
                  <a:pt x="45" y="112"/>
                </a:lnTo>
                <a:lnTo>
                  <a:pt x="46" y="112"/>
                </a:lnTo>
                <a:lnTo>
                  <a:pt x="47" y="112"/>
                </a:lnTo>
                <a:lnTo>
                  <a:pt x="48" y="111"/>
                </a:lnTo>
                <a:lnTo>
                  <a:pt x="49" y="110"/>
                </a:lnTo>
                <a:lnTo>
                  <a:pt x="49" y="109"/>
                </a:lnTo>
                <a:lnTo>
                  <a:pt x="49" y="108"/>
                </a:lnTo>
                <a:lnTo>
                  <a:pt x="50" y="108"/>
                </a:lnTo>
                <a:lnTo>
                  <a:pt x="51" y="107"/>
                </a:lnTo>
                <a:lnTo>
                  <a:pt x="52" y="106"/>
                </a:lnTo>
                <a:lnTo>
                  <a:pt x="52" y="105"/>
                </a:lnTo>
                <a:lnTo>
                  <a:pt x="53" y="105"/>
                </a:lnTo>
                <a:lnTo>
                  <a:pt x="53" y="104"/>
                </a:lnTo>
                <a:lnTo>
                  <a:pt x="52" y="104"/>
                </a:lnTo>
                <a:lnTo>
                  <a:pt x="53" y="104"/>
                </a:lnTo>
                <a:lnTo>
                  <a:pt x="54" y="104"/>
                </a:lnTo>
                <a:lnTo>
                  <a:pt x="55" y="104"/>
                </a:lnTo>
                <a:lnTo>
                  <a:pt x="56" y="104"/>
                </a:lnTo>
                <a:lnTo>
                  <a:pt x="57" y="103"/>
                </a:lnTo>
                <a:lnTo>
                  <a:pt x="57" y="104"/>
                </a:lnTo>
                <a:lnTo>
                  <a:pt x="58" y="104"/>
                </a:lnTo>
                <a:lnTo>
                  <a:pt x="58" y="103"/>
                </a:lnTo>
                <a:lnTo>
                  <a:pt x="59" y="103"/>
                </a:lnTo>
                <a:lnTo>
                  <a:pt x="59" y="104"/>
                </a:lnTo>
                <a:lnTo>
                  <a:pt x="60" y="104"/>
                </a:lnTo>
                <a:lnTo>
                  <a:pt x="60" y="103"/>
                </a:lnTo>
                <a:lnTo>
                  <a:pt x="61" y="103"/>
                </a:lnTo>
                <a:lnTo>
                  <a:pt x="62" y="103"/>
                </a:lnTo>
                <a:lnTo>
                  <a:pt x="63" y="103"/>
                </a:lnTo>
                <a:lnTo>
                  <a:pt x="64" y="104"/>
                </a:lnTo>
                <a:lnTo>
                  <a:pt x="65" y="103"/>
                </a:lnTo>
                <a:lnTo>
                  <a:pt x="65" y="102"/>
                </a:lnTo>
                <a:lnTo>
                  <a:pt x="66" y="102"/>
                </a:lnTo>
                <a:lnTo>
                  <a:pt x="67" y="102"/>
                </a:lnTo>
                <a:lnTo>
                  <a:pt x="68" y="101"/>
                </a:lnTo>
                <a:lnTo>
                  <a:pt x="69" y="100"/>
                </a:lnTo>
                <a:lnTo>
                  <a:pt x="69" y="101"/>
                </a:lnTo>
                <a:lnTo>
                  <a:pt x="70" y="101"/>
                </a:lnTo>
                <a:lnTo>
                  <a:pt x="71" y="101"/>
                </a:lnTo>
                <a:lnTo>
                  <a:pt x="72" y="101"/>
                </a:lnTo>
                <a:lnTo>
                  <a:pt x="72" y="99"/>
                </a:lnTo>
                <a:lnTo>
                  <a:pt x="71" y="98"/>
                </a:lnTo>
                <a:lnTo>
                  <a:pt x="71" y="97"/>
                </a:lnTo>
                <a:lnTo>
                  <a:pt x="72" y="97"/>
                </a:lnTo>
                <a:lnTo>
                  <a:pt x="72" y="96"/>
                </a:lnTo>
                <a:lnTo>
                  <a:pt x="72" y="95"/>
                </a:lnTo>
                <a:lnTo>
                  <a:pt x="72" y="94"/>
                </a:lnTo>
                <a:lnTo>
                  <a:pt x="72" y="93"/>
                </a:lnTo>
                <a:lnTo>
                  <a:pt x="71" y="93"/>
                </a:lnTo>
                <a:lnTo>
                  <a:pt x="71" y="92"/>
                </a:lnTo>
                <a:lnTo>
                  <a:pt x="72" y="91"/>
                </a:lnTo>
                <a:lnTo>
                  <a:pt x="72" y="90"/>
                </a:lnTo>
                <a:lnTo>
                  <a:pt x="72" y="89"/>
                </a:lnTo>
                <a:lnTo>
                  <a:pt x="72" y="88"/>
                </a:lnTo>
                <a:lnTo>
                  <a:pt x="73" y="87"/>
                </a:lnTo>
                <a:lnTo>
                  <a:pt x="74" y="87"/>
                </a:lnTo>
                <a:lnTo>
                  <a:pt x="75" y="86"/>
                </a:lnTo>
                <a:lnTo>
                  <a:pt x="76" y="86"/>
                </a:lnTo>
                <a:lnTo>
                  <a:pt x="77" y="85"/>
                </a:lnTo>
                <a:lnTo>
                  <a:pt x="78" y="86"/>
                </a:lnTo>
                <a:lnTo>
                  <a:pt x="79" y="86"/>
                </a:lnTo>
                <a:lnTo>
                  <a:pt x="79" y="87"/>
                </a:lnTo>
                <a:lnTo>
                  <a:pt x="80" y="88"/>
                </a:lnTo>
                <a:lnTo>
                  <a:pt x="80" y="89"/>
                </a:lnTo>
                <a:lnTo>
                  <a:pt x="81" y="90"/>
                </a:lnTo>
                <a:lnTo>
                  <a:pt x="82" y="90"/>
                </a:lnTo>
                <a:lnTo>
                  <a:pt x="82" y="91"/>
                </a:lnTo>
                <a:lnTo>
                  <a:pt x="82" y="90"/>
                </a:lnTo>
                <a:lnTo>
                  <a:pt x="83" y="90"/>
                </a:lnTo>
                <a:lnTo>
                  <a:pt x="84" y="91"/>
                </a:lnTo>
                <a:lnTo>
                  <a:pt x="85" y="90"/>
                </a:lnTo>
                <a:lnTo>
                  <a:pt x="86" y="89"/>
                </a:lnTo>
                <a:lnTo>
                  <a:pt x="87" y="89"/>
                </a:lnTo>
                <a:lnTo>
                  <a:pt x="87" y="88"/>
                </a:lnTo>
                <a:lnTo>
                  <a:pt x="87" y="89"/>
                </a:lnTo>
                <a:lnTo>
                  <a:pt x="88" y="89"/>
                </a:lnTo>
                <a:lnTo>
                  <a:pt x="89" y="89"/>
                </a:lnTo>
                <a:lnTo>
                  <a:pt x="90" y="89"/>
                </a:lnTo>
                <a:lnTo>
                  <a:pt x="90" y="88"/>
                </a:lnTo>
                <a:lnTo>
                  <a:pt x="91" y="88"/>
                </a:lnTo>
                <a:lnTo>
                  <a:pt x="91" y="87"/>
                </a:lnTo>
                <a:lnTo>
                  <a:pt x="92" y="87"/>
                </a:lnTo>
                <a:lnTo>
                  <a:pt x="92" y="88"/>
                </a:lnTo>
                <a:lnTo>
                  <a:pt x="91" y="88"/>
                </a:lnTo>
                <a:lnTo>
                  <a:pt x="92" y="88"/>
                </a:lnTo>
                <a:lnTo>
                  <a:pt x="92" y="89"/>
                </a:lnTo>
                <a:lnTo>
                  <a:pt x="93" y="89"/>
                </a:lnTo>
                <a:lnTo>
                  <a:pt x="93" y="90"/>
                </a:lnTo>
                <a:lnTo>
                  <a:pt x="94" y="91"/>
                </a:lnTo>
                <a:lnTo>
                  <a:pt x="94" y="90"/>
                </a:lnTo>
                <a:lnTo>
                  <a:pt x="95" y="90"/>
                </a:lnTo>
                <a:lnTo>
                  <a:pt x="96" y="90"/>
                </a:lnTo>
                <a:lnTo>
                  <a:pt x="97" y="90"/>
                </a:lnTo>
                <a:lnTo>
                  <a:pt x="97" y="89"/>
                </a:lnTo>
                <a:lnTo>
                  <a:pt x="98" y="90"/>
                </a:lnTo>
                <a:lnTo>
                  <a:pt x="99" y="90"/>
                </a:lnTo>
                <a:lnTo>
                  <a:pt x="100" y="90"/>
                </a:lnTo>
                <a:lnTo>
                  <a:pt x="101" y="89"/>
                </a:lnTo>
                <a:lnTo>
                  <a:pt x="102" y="89"/>
                </a:lnTo>
                <a:lnTo>
                  <a:pt x="103" y="89"/>
                </a:lnTo>
                <a:lnTo>
                  <a:pt x="103" y="88"/>
                </a:lnTo>
                <a:lnTo>
                  <a:pt x="104" y="88"/>
                </a:lnTo>
                <a:lnTo>
                  <a:pt x="105" y="88"/>
                </a:lnTo>
                <a:lnTo>
                  <a:pt x="105" y="87"/>
                </a:lnTo>
                <a:lnTo>
                  <a:pt x="106" y="87"/>
                </a:lnTo>
                <a:lnTo>
                  <a:pt x="107" y="87"/>
                </a:lnTo>
                <a:lnTo>
                  <a:pt x="108" y="86"/>
                </a:lnTo>
                <a:lnTo>
                  <a:pt x="109" y="86"/>
                </a:lnTo>
                <a:lnTo>
                  <a:pt x="109" y="85"/>
                </a:lnTo>
                <a:lnTo>
                  <a:pt x="109" y="84"/>
                </a:lnTo>
                <a:lnTo>
                  <a:pt x="110" y="84"/>
                </a:lnTo>
                <a:lnTo>
                  <a:pt x="110" y="83"/>
                </a:lnTo>
                <a:lnTo>
                  <a:pt x="111" y="83"/>
                </a:lnTo>
                <a:lnTo>
                  <a:pt x="111" y="84"/>
                </a:lnTo>
                <a:lnTo>
                  <a:pt x="112" y="84"/>
                </a:lnTo>
                <a:lnTo>
                  <a:pt x="113" y="83"/>
                </a:lnTo>
                <a:lnTo>
                  <a:pt x="114" y="83"/>
                </a:lnTo>
                <a:lnTo>
                  <a:pt x="114" y="82"/>
                </a:lnTo>
                <a:lnTo>
                  <a:pt x="115" y="82"/>
                </a:lnTo>
                <a:lnTo>
                  <a:pt x="116" y="82"/>
                </a:lnTo>
                <a:lnTo>
                  <a:pt x="117" y="83"/>
                </a:lnTo>
                <a:lnTo>
                  <a:pt x="118" y="83"/>
                </a:lnTo>
                <a:lnTo>
                  <a:pt x="118" y="82"/>
                </a:lnTo>
                <a:lnTo>
                  <a:pt x="119" y="82"/>
                </a:lnTo>
                <a:lnTo>
                  <a:pt x="120" y="82"/>
                </a:lnTo>
                <a:lnTo>
                  <a:pt x="122" y="82"/>
                </a:lnTo>
                <a:lnTo>
                  <a:pt x="123" y="83"/>
                </a:lnTo>
                <a:lnTo>
                  <a:pt x="123" y="84"/>
                </a:lnTo>
                <a:lnTo>
                  <a:pt x="123" y="85"/>
                </a:lnTo>
                <a:lnTo>
                  <a:pt x="124" y="85"/>
                </a:lnTo>
                <a:lnTo>
                  <a:pt x="125" y="86"/>
                </a:lnTo>
                <a:lnTo>
                  <a:pt x="125" y="85"/>
                </a:lnTo>
                <a:lnTo>
                  <a:pt x="126" y="84"/>
                </a:lnTo>
                <a:lnTo>
                  <a:pt x="127" y="84"/>
                </a:lnTo>
                <a:lnTo>
                  <a:pt x="127" y="83"/>
                </a:lnTo>
                <a:lnTo>
                  <a:pt x="128" y="83"/>
                </a:lnTo>
                <a:lnTo>
                  <a:pt x="129" y="83"/>
                </a:lnTo>
                <a:lnTo>
                  <a:pt x="129" y="84"/>
                </a:lnTo>
                <a:lnTo>
                  <a:pt x="130" y="84"/>
                </a:lnTo>
                <a:lnTo>
                  <a:pt x="131" y="83"/>
                </a:lnTo>
                <a:lnTo>
                  <a:pt x="132" y="82"/>
                </a:lnTo>
                <a:lnTo>
                  <a:pt x="133" y="82"/>
                </a:lnTo>
                <a:lnTo>
                  <a:pt x="134" y="81"/>
                </a:lnTo>
                <a:lnTo>
                  <a:pt x="135" y="81"/>
                </a:lnTo>
                <a:lnTo>
                  <a:pt x="137" y="80"/>
                </a:lnTo>
                <a:lnTo>
                  <a:pt x="137" y="81"/>
                </a:lnTo>
                <a:lnTo>
                  <a:pt x="137" y="82"/>
                </a:lnTo>
                <a:lnTo>
                  <a:pt x="138" y="82"/>
                </a:lnTo>
                <a:lnTo>
                  <a:pt x="139" y="82"/>
                </a:lnTo>
                <a:lnTo>
                  <a:pt x="139" y="81"/>
                </a:lnTo>
                <a:lnTo>
                  <a:pt x="140" y="80"/>
                </a:lnTo>
                <a:lnTo>
                  <a:pt x="140" y="79"/>
                </a:lnTo>
                <a:lnTo>
                  <a:pt x="141" y="79"/>
                </a:lnTo>
                <a:lnTo>
                  <a:pt x="141" y="78"/>
                </a:lnTo>
                <a:lnTo>
                  <a:pt x="141" y="79"/>
                </a:lnTo>
                <a:lnTo>
                  <a:pt x="141" y="78"/>
                </a:lnTo>
                <a:lnTo>
                  <a:pt x="142" y="79"/>
                </a:lnTo>
                <a:lnTo>
                  <a:pt x="143" y="78"/>
                </a:lnTo>
                <a:lnTo>
                  <a:pt x="143" y="77"/>
                </a:lnTo>
                <a:lnTo>
                  <a:pt x="143" y="76"/>
                </a:lnTo>
                <a:lnTo>
                  <a:pt x="142" y="76"/>
                </a:lnTo>
                <a:lnTo>
                  <a:pt x="143" y="76"/>
                </a:lnTo>
                <a:lnTo>
                  <a:pt x="143" y="75"/>
                </a:lnTo>
                <a:lnTo>
                  <a:pt x="144" y="75"/>
                </a:lnTo>
                <a:lnTo>
                  <a:pt x="144" y="74"/>
                </a:lnTo>
                <a:lnTo>
                  <a:pt x="144" y="73"/>
                </a:lnTo>
                <a:lnTo>
                  <a:pt x="145" y="73"/>
                </a:lnTo>
                <a:lnTo>
                  <a:pt x="143" y="73"/>
                </a:lnTo>
                <a:lnTo>
                  <a:pt x="144" y="73"/>
                </a:lnTo>
                <a:lnTo>
                  <a:pt x="143" y="72"/>
                </a:lnTo>
                <a:lnTo>
                  <a:pt x="144" y="72"/>
                </a:lnTo>
                <a:lnTo>
                  <a:pt x="144" y="71"/>
                </a:lnTo>
                <a:lnTo>
                  <a:pt x="143" y="71"/>
                </a:lnTo>
                <a:lnTo>
                  <a:pt x="142" y="71"/>
                </a:lnTo>
                <a:lnTo>
                  <a:pt x="141" y="71"/>
                </a:lnTo>
                <a:lnTo>
                  <a:pt x="141" y="72"/>
                </a:lnTo>
                <a:lnTo>
                  <a:pt x="140" y="73"/>
                </a:lnTo>
                <a:lnTo>
                  <a:pt x="141" y="73"/>
                </a:lnTo>
                <a:lnTo>
                  <a:pt x="142" y="73"/>
                </a:lnTo>
                <a:lnTo>
                  <a:pt x="142" y="74"/>
                </a:lnTo>
                <a:lnTo>
                  <a:pt x="141" y="74"/>
                </a:lnTo>
                <a:lnTo>
                  <a:pt x="141" y="75"/>
                </a:lnTo>
                <a:lnTo>
                  <a:pt x="140" y="75"/>
                </a:lnTo>
                <a:lnTo>
                  <a:pt x="140" y="76"/>
                </a:lnTo>
                <a:lnTo>
                  <a:pt x="139" y="76"/>
                </a:lnTo>
                <a:lnTo>
                  <a:pt x="138" y="77"/>
                </a:lnTo>
                <a:lnTo>
                  <a:pt x="138" y="76"/>
                </a:lnTo>
                <a:lnTo>
                  <a:pt x="138" y="75"/>
                </a:lnTo>
                <a:lnTo>
                  <a:pt x="137" y="75"/>
                </a:lnTo>
                <a:lnTo>
                  <a:pt x="137" y="74"/>
                </a:lnTo>
                <a:lnTo>
                  <a:pt x="137" y="73"/>
                </a:lnTo>
                <a:lnTo>
                  <a:pt x="136" y="73"/>
                </a:lnTo>
                <a:lnTo>
                  <a:pt x="135" y="72"/>
                </a:lnTo>
                <a:lnTo>
                  <a:pt x="136" y="72"/>
                </a:lnTo>
                <a:lnTo>
                  <a:pt x="137" y="72"/>
                </a:lnTo>
                <a:lnTo>
                  <a:pt x="137" y="71"/>
                </a:lnTo>
                <a:lnTo>
                  <a:pt x="137" y="70"/>
                </a:lnTo>
                <a:lnTo>
                  <a:pt x="138" y="70"/>
                </a:lnTo>
                <a:lnTo>
                  <a:pt x="138" y="69"/>
                </a:lnTo>
                <a:lnTo>
                  <a:pt x="139" y="69"/>
                </a:lnTo>
                <a:lnTo>
                  <a:pt x="139" y="68"/>
                </a:lnTo>
                <a:lnTo>
                  <a:pt x="139" y="67"/>
                </a:lnTo>
                <a:lnTo>
                  <a:pt x="139" y="66"/>
                </a:lnTo>
                <a:lnTo>
                  <a:pt x="139" y="65"/>
                </a:lnTo>
                <a:lnTo>
                  <a:pt x="140" y="65"/>
                </a:lnTo>
                <a:lnTo>
                  <a:pt x="140" y="66"/>
                </a:lnTo>
                <a:lnTo>
                  <a:pt x="141" y="67"/>
                </a:lnTo>
                <a:lnTo>
                  <a:pt x="140" y="67"/>
                </a:lnTo>
                <a:lnTo>
                  <a:pt x="140" y="68"/>
                </a:lnTo>
                <a:lnTo>
                  <a:pt x="141" y="68"/>
                </a:lnTo>
                <a:lnTo>
                  <a:pt x="142" y="68"/>
                </a:lnTo>
                <a:lnTo>
                  <a:pt x="142" y="67"/>
                </a:lnTo>
                <a:lnTo>
                  <a:pt x="142" y="68"/>
                </a:lnTo>
                <a:lnTo>
                  <a:pt x="142" y="69"/>
                </a:lnTo>
                <a:lnTo>
                  <a:pt x="143" y="69"/>
                </a:lnTo>
                <a:lnTo>
                  <a:pt x="143" y="70"/>
                </a:lnTo>
                <a:lnTo>
                  <a:pt x="144" y="70"/>
                </a:lnTo>
                <a:lnTo>
                  <a:pt x="145" y="70"/>
                </a:lnTo>
                <a:lnTo>
                  <a:pt x="145" y="69"/>
                </a:lnTo>
                <a:lnTo>
                  <a:pt x="146" y="69"/>
                </a:lnTo>
                <a:lnTo>
                  <a:pt x="146" y="68"/>
                </a:lnTo>
                <a:lnTo>
                  <a:pt x="147" y="68"/>
                </a:lnTo>
                <a:lnTo>
                  <a:pt x="147" y="67"/>
                </a:lnTo>
                <a:lnTo>
                  <a:pt x="147" y="66"/>
                </a:lnTo>
                <a:lnTo>
                  <a:pt x="146" y="66"/>
                </a:lnTo>
                <a:lnTo>
                  <a:pt x="145" y="66"/>
                </a:lnTo>
                <a:lnTo>
                  <a:pt x="145" y="65"/>
                </a:lnTo>
                <a:lnTo>
                  <a:pt x="145" y="64"/>
                </a:lnTo>
                <a:lnTo>
                  <a:pt x="146" y="63"/>
                </a:lnTo>
                <a:lnTo>
                  <a:pt x="147" y="63"/>
                </a:lnTo>
                <a:lnTo>
                  <a:pt x="148" y="62"/>
                </a:lnTo>
                <a:lnTo>
                  <a:pt x="149" y="62"/>
                </a:lnTo>
                <a:lnTo>
                  <a:pt x="150" y="62"/>
                </a:lnTo>
                <a:lnTo>
                  <a:pt x="150" y="61"/>
                </a:lnTo>
                <a:lnTo>
                  <a:pt x="151" y="61"/>
                </a:lnTo>
                <a:lnTo>
                  <a:pt x="151" y="62"/>
                </a:lnTo>
                <a:lnTo>
                  <a:pt x="152" y="62"/>
                </a:lnTo>
                <a:lnTo>
                  <a:pt x="152" y="63"/>
                </a:lnTo>
                <a:lnTo>
                  <a:pt x="153" y="63"/>
                </a:lnTo>
                <a:lnTo>
                  <a:pt x="153" y="64"/>
                </a:lnTo>
                <a:lnTo>
                  <a:pt x="154" y="64"/>
                </a:lnTo>
                <a:lnTo>
                  <a:pt x="154" y="63"/>
                </a:lnTo>
                <a:lnTo>
                  <a:pt x="155" y="63"/>
                </a:lnTo>
                <a:lnTo>
                  <a:pt x="156" y="63"/>
                </a:lnTo>
                <a:lnTo>
                  <a:pt x="157" y="62"/>
                </a:lnTo>
                <a:lnTo>
                  <a:pt x="158" y="62"/>
                </a:lnTo>
                <a:lnTo>
                  <a:pt x="159" y="62"/>
                </a:lnTo>
                <a:lnTo>
                  <a:pt x="160" y="63"/>
                </a:lnTo>
                <a:lnTo>
                  <a:pt x="161" y="63"/>
                </a:lnTo>
                <a:lnTo>
                  <a:pt x="160" y="64"/>
                </a:lnTo>
                <a:lnTo>
                  <a:pt x="160" y="65"/>
                </a:lnTo>
                <a:lnTo>
                  <a:pt x="160" y="66"/>
                </a:lnTo>
                <a:lnTo>
                  <a:pt x="159" y="66"/>
                </a:lnTo>
                <a:lnTo>
                  <a:pt x="159" y="67"/>
                </a:lnTo>
                <a:lnTo>
                  <a:pt x="160" y="67"/>
                </a:lnTo>
                <a:lnTo>
                  <a:pt x="161" y="67"/>
                </a:lnTo>
                <a:lnTo>
                  <a:pt x="162" y="67"/>
                </a:lnTo>
                <a:lnTo>
                  <a:pt x="163" y="68"/>
                </a:lnTo>
                <a:lnTo>
                  <a:pt x="164" y="68"/>
                </a:lnTo>
                <a:lnTo>
                  <a:pt x="165" y="68"/>
                </a:lnTo>
                <a:lnTo>
                  <a:pt x="166" y="68"/>
                </a:lnTo>
                <a:lnTo>
                  <a:pt x="167" y="68"/>
                </a:lnTo>
                <a:lnTo>
                  <a:pt x="166" y="67"/>
                </a:lnTo>
                <a:lnTo>
                  <a:pt x="167" y="67"/>
                </a:lnTo>
                <a:lnTo>
                  <a:pt x="167" y="66"/>
                </a:lnTo>
                <a:lnTo>
                  <a:pt x="166" y="66"/>
                </a:lnTo>
                <a:lnTo>
                  <a:pt x="166" y="65"/>
                </a:lnTo>
                <a:lnTo>
                  <a:pt x="165" y="65"/>
                </a:lnTo>
                <a:lnTo>
                  <a:pt x="166" y="65"/>
                </a:lnTo>
                <a:lnTo>
                  <a:pt x="166" y="64"/>
                </a:lnTo>
                <a:lnTo>
                  <a:pt x="166" y="63"/>
                </a:lnTo>
                <a:lnTo>
                  <a:pt x="167" y="63"/>
                </a:lnTo>
                <a:lnTo>
                  <a:pt x="166" y="63"/>
                </a:lnTo>
                <a:lnTo>
                  <a:pt x="166" y="62"/>
                </a:lnTo>
                <a:lnTo>
                  <a:pt x="167" y="62"/>
                </a:lnTo>
                <a:lnTo>
                  <a:pt x="167" y="61"/>
                </a:lnTo>
                <a:lnTo>
                  <a:pt x="166" y="61"/>
                </a:lnTo>
                <a:lnTo>
                  <a:pt x="166" y="60"/>
                </a:lnTo>
                <a:lnTo>
                  <a:pt x="167" y="59"/>
                </a:lnTo>
                <a:lnTo>
                  <a:pt x="168" y="59"/>
                </a:lnTo>
                <a:lnTo>
                  <a:pt x="169" y="58"/>
                </a:lnTo>
                <a:lnTo>
                  <a:pt x="169" y="57"/>
                </a:lnTo>
                <a:lnTo>
                  <a:pt x="167" y="57"/>
                </a:lnTo>
                <a:lnTo>
                  <a:pt x="166" y="57"/>
                </a:lnTo>
                <a:lnTo>
                  <a:pt x="166" y="58"/>
                </a:lnTo>
                <a:lnTo>
                  <a:pt x="165" y="58"/>
                </a:lnTo>
                <a:lnTo>
                  <a:pt x="164" y="58"/>
                </a:lnTo>
                <a:lnTo>
                  <a:pt x="163" y="58"/>
                </a:lnTo>
                <a:lnTo>
                  <a:pt x="162" y="58"/>
                </a:lnTo>
                <a:lnTo>
                  <a:pt x="162" y="57"/>
                </a:lnTo>
                <a:lnTo>
                  <a:pt x="163" y="57"/>
                </a:lnTo>
                <a:lnTo>
                  <a:pt x="164" y="57"/>
                </a:lnTo>
                <a:lnTo>
                  <a:pt x="164" y="56"/>
                </a:lnTo>
                <a:lnTo>
                  <a:pt x="164" y="55"/>
                </a:lnTo>
                <a:lnTo>
                  <a:pt x="164" y="54"/>
                </a:lnTo>
                <a:lnTo>
                  <a:pt x="164" y="53"/>
                </a:lnTo>
                <a:lnTo>
                  <a:pt x="165" y="53"/>
                </a:lnTo>
                <a:lnTo>
                  <a:pt x="165" y="52"/>
                </a:lnTo>
                <a:lnTo>
                  <a:pt x="165" y="51"/>
                </a:lnTo>
                <a:lnTo>
                  <a:pt x="164" y="51"/>
                </a:lnTo>
                <a:lnTo>
                  <a:pt x="163" y="51"/>
                </a:lnTo>
                <a:lnTo>
                  <a:pt x="162" y="51"/>
                </a:lnTo>
                <a:lnTo>
                  <a:pt x="162" y="50"/>
                </a:lnTo>
                <a:lnTo>
                  <a:pt x="161" y="50"/>
                </a:lnTo>
                <a:lnTo>
                  <a:pt x="161" y="49"/>
                </a:lnTo>
                <a:lnTo>
                  <a:pt x="162" y="49"/>
                </a:lnTo>
                <a:lnTo>
                  <a:pt x="162" y="48"/>
                </a:lnTo>
                <a:lnTo>
                  <a:pt x="162" y="47"/>
                </a:lnTo>
                <a:lnTo>
                  <a:pt x="163" y="47"/>
                </a:lnTo>
                <a:lnTo>
                  <a:pt x="163" y="48"/>
                </a:lnTo>
                <a:lnTo>
                  <a:pt x="164" y="47"/>
                </a:lnTo>
                <a:lnTo>
                  <a:pt x="164" y="48"/>
                </a:lnTo>
                <a:lnTo>
                  <a:pt x="164" y="49"/>
                </a:lnTo>
                <a:lnTo>
                  <a:pt x="165" y="50"/>
                </a:lnTo>
                <a:lnTo>
                  <a:pt x="166" y="50"/>
                </a:lnTo>
                <a:lnTo>
                  <a:pt x="167" y="50"/>
                </a:lnTo>
                <a:lnTo>
                  <a:pt x="167" y="51"/>
                </a:lnTo>
                <a:lnTo>
                  <a:pt x="168" y="50"/>
                </a:lnTo>
                <a:lnTo>
                  <a:pt x="169" y="51"/>
                </a:lnTo>
                <a:lnTo>
                  <a:pt x="170" y="51"/>
                </a:lnTo>
                <a:lnTo>
                  <a:pt x="171" y="51"/>
                </a:lnTo>
                <a:lnTo>
                  <a:pt x="172" y="51"/>
                </a:lnTo>
                <a:lnTo>
                  <a:pt x="173" y="51"/>
                </a:lnTo>
                <a:lnTo>
                  <a:pt x="174" y="51"/>
                </a:lnTo>
                <a:lnTo>
                  <a:pt x="175" y="51"/>
                </a:lnTo>
                <a:lnTo>
                  <a:pt x="176" y="51"/>
                </a:lnTo>
                <a:lnTo>
                  <a:pt x="176" y="50"/>
                </a:lnTo>
                <a:lnTo>
                  <a:pt x="177" y="50"/>
                </a:lnTo>
                <a:lnTo>
                  <a:pt x="178" y="50"/>
                </a:lnTo>
                <a:lnTo>
                  <a:pt x="179" y="51"/>
                </a:lnTo>
                <a:lnTo>
                  <a:pt x="179" y="52"/>
                </a:lnTo>
                <a:lnTo>
                  <a:pt x="178" y="52"/>
                </a:lnTo>
                <a:lnTo>
                  <a:pt x="177" y="52"/>
                </a:lnTo>
                <a:lnTo>
                  <a:pt x="177" y="53"/>
                </a:lnTo>
                <a:lnTo>
                  <a:pt x="178" y="53"/>
                </a:lnTo>
                <a:lnTo>
                  <a:pt x="178" y="54"/>
                </a:lnTo>
                <a:lnTo>
                  <a:pt x="179" y="55"/>
                </a:lnTo>
                <a:lnTo>
                  <a:pt x="179" y="54"/>
                </a:lnTo>
                <a:lnTo>
                  <a:pt x="180" y="55"/>
                </a:lnTo>
                <a:lnTo>
                  <a:pt x="181" y="54"/>
                </a:lnTo>
                <a:lnTo>
                  <a:pt x="182" y="53"/>
                </a:lnTo>
                <a:lnTo>
                  <a:pt x="183" y="53"/>
                </a:lnTo>
                <a:lnTo>
                  <a:pt x="184" y="53"/>
                </a:lnTo>
                <a:lnTo>
                  <a:pt x="184" y="52"/>
                </a:lnTo>
                <a:lnTo>
                  <a:pt x="185" y="52"/>
                </a:lnTo>
                <a:lnTo>
                  <a:pt x="186" y="51"/>
                </a:lnTo>
                <a:lnTo>
                  <a:pt x="186" y="52"/>
                </a:lnTo>
                <a:lnTo>
                  <a:pt x="187" y="51"/>
                </a:lnTo>
                <a:lnTo>
                  <a:pt x="188" y="51"/>
                </a:lnTo>
                <a:lnTo>
                  <a:pt x="188" y="52"/>
                </a:lnTo>
                <a:lnTo>
                  <a:pt x="188" y="51"/>
                </a:lnTo>
                <a:lnTo>
                  <a:pt x="189" y="50"/>
                </a:lnTo>
                <a:lnTo>
                  <a:pt x="190" y="50"/>
                </a:lnTo>
                <a:lnTo>
                  <a:pt x="191" y="48"/>
                </a:lnTo>
                <a:lnTo>
                  <a:pt x="192" y="48"/>
                </a:lnTo>
                <a:lnTo>
                  <a:pt x="193" y="48"/>
                </a:lnTo>
                <a:lnTo>
                  <a:pt x="194" y="48"/>
                </a:lnTo>
                <a:lnTo>
                  <a:pt x="194" y="47"/>
                </a:lnTo>
                <a:lnTo>
                  <a:pt x="194" y="46"/>
                </a:lnTo>
                <a:lnTo>
                  <a:pt x="194" y="45"/>
                </a:lnTo>
                <a:lnTo>
                  <a:pt x="195" y="45"/>
                </a:lnTo>
                <a:lnTo>
                  <a:pt x="195" y="44"/>
                </a:lnTo>
                <a:lnTo>
                  <a:pt x="196" y="44"/>
                </a:lnTo>
                <a:lnTo>
                  <a:pt x="196" y="43"/>
                </a:lnTo>
                <a:lnTo>
                  <a:pt x="197" y="42"/>
                </a:lnTo>
                <a:lnTo>
                  <a:pt x="197" y="43"/>
                </a:lnTo>
                <a:lnTo>
                  <a:pt x="198" y="43"/>
                </a:lnTo>
                <a:lnTo>
                  <a:pt x="198" y="42"/>
                </a:lnTo>
                <a:lnTo>
                  <a:pt x="198" y="41"/>
                </a:lnTo>
                <a:lnTo>
                  <a:pt x="199" y="41"/>
                </a:lnTo>
                <a:lnTo>
                  <a:pt x="200" y="41"/>
                </a:lnTo>
                <a:lnTo>
                  <a:pt x="200" y="40"/>
                </a:lnTo>
                <a:lnTo>
                  <a:pt x="200" y="39"/>
                </a:lnTo>
                <a:lnTo>
                  <a:pt x="200" y="38"/>
                </a:lnTo>
                <a:lnTo>
                  <a:pt x="199" y="38"/>
                </a:lnTo>
                <a:lnTo>
                  <a:pt x="199" y="39"/>
                </a:lnTo>
                <a:lnTo>
                  <a:pt x="199" y="38"/>
                </a:lnTo>
                <a:lnTo>
                  <a:pt x="199" y="37"/>
                </a:lnTo>
                <a:lnTo>
                  <a:pt x="200" y="37"/>
                </a:lnTo>
                <a:lnTo>
                  <a:pt x="200" y="36"/>
                </a:lnTo>
                <a:lnTo>
                  <a:pt x="200" y="35"/>
                </a:lnTo>
                <a:lnTo>
                  <a:pt x="200" y="34"/>
                </a:lnTo>
                <a:lnTo>
                  <a:pt x="200" y="33"/>
                </a:lnTo>
                <a:lnTo>
                  <a:pt x="199" y="33"/>
                </a:lnTo>
                <a:lnTo>
                  <a:pt x="200" y="32"/>
                </a:lnTo>
                <a:lnTo>
                  <a:pt x="201" y="32"/>
                </a:lnTo>
                <a:lnTo>
                  <a:pt x="201" y="31"/>
                </a:lnTo>
                <a:lnTo>
                  <a:pt x="202" y="31"/>
                </a:lnTo>
                <a:lnTo>
                  <a:pt x="203" y="31"/>
                </a:lnTo>
                <a:lnTo>
                  <a:pt x="203" y="30"/>
                </a:lnTo>
                <a:lnTo>
                  <a:pt x="204" y="30"/>
                </a:lnTo>
                <a:lnTo>
                  <a:pt x="204" y="29"/>
                </a:lnTo>
                <a:lnTo>
                  <a:pt x="205" y="29"/>
                </a:lnTo>
                <a:lnTo>
                  <a:pt x="208" y="29"/>
                </a:lnTo>
                <a:lnTo>
                  <a:pt x="210" y="29"/>
                </a:lnTo>
                <a:lnTo>
                  <a:pt x="212" y="29"/>
                </a:lnTo>
                <a:lnTo>
                  <a:pt x="213" y="29"/>
                </a:lnTo>
                <a:lnTo>
                  <a:pt x="214" y="29"/>
                </a:lnTo>
                <a:lnTo>
                  <a:pt x="216" y="29"/>
                </a:lnTo>
                <a:lnTo>
                  <a:pt x="217" y="29"/>
                </a:lnTo>
                <a:lnTo>
                  <a:pt x="219" y="28"/>
                </a:lnTo>
                <a:lnTo>
                  <a:pt x="220" y="28"/>
                </a:lnTo>
                <a:lnTo>
                  <a:pt x="221" y="28"/>
                </a:lnTo>
                <a:lnTo>
                  <a:pt x="222" y="28"/>
                </a:lnTo>
                <a:lnTo>
                  <a:pt x="223" y="28"/>
                </a:lnTo>
                <a:lnTo>
                  <a:pt x="224" y="29"/>
                </a:lnTo>
                <a:lnTo>
                  <a:pt x="225" y="29"/>
                </a:lnTo>
                <a:lnTo>
                  <a:pt x="227" y="31"/>
                </a:lnTo>
                <a:lnTo>
                  <a:pt x="228" y="32"/>
                </a:lnTo>
                <a:lnTo>
                  <a:pt x="229" y="33"/>
                </a:lnTo>
                <a:lnTo>
                  <a:pt x="230" y="33"/>
                </a:lnTo>
                <a:lnTo>
                  <a:pt x="231" y="34"/>
                </a:lnTo>
                <a:lnTo>
                  <a:pt x="232" y="35"/>
                </a:lnTo>
                <a:lnTo>
                  <a:pt x="234" y="36"/>
                </a:lnTo>
                <a:lnTo>
                  <a:pt x="234" y="37"/>
                </a:lnTo>
                <a:lnTo>
                  <a:pt x="235" y="37"/>
                </a:lnTo>
                <a:lnTo>
                  <a:pt x="237" y="39"/>
                </a:lnTo>
                <a:lnTo>
                  <a:pt x="238" y="39"/>
                </a:lnTo>
                <a:lnTo>
                  <a:pt x="239" y="40"/>
                </a:lnTo>
                <a:lnTo>
                  <a:pt x="243" y="41"/>
                </a:lnTo>
                <a:lnTo>
                  <a:pt x="244" y="42"/>
                </a:lnTo>
                <a:lnTo>
                  <a:pt x="245" y="42"/>
                </a:lnTo>
                <a:lnTo>
                  <a:pt x="248" y="43"/>
                </a:lnTo>
                <a:lnTo>
                  <a:pt x="249" y="43"/>
                </a:lnTo>
                <a:lnTo>
                  <a:pt x="251" y="43"/>
                </a:lnTo>
                <a:lnTo>
                  <a:pt x="251" y="42"/>
                </a:lnTo>
                <a:lnTo>
                  <a:pt x="252" y="42"/>
                </a:lnTo>
                <a:lnTo>
                  <a:pt x="253" y="42"/>
                </a:lnTo>
                <a:lnTo>
                  <a:pt x="256" y="41"/>
                </a:lnTo>
                <a:lnTo>
                  <a:pt x="257" y="40"/>
                </a:lnTo>
                <a:lnTo>
                  <a:pt x="258" y="39"/>
                </a:lnTo>
                <a:lnTo>
                  <a:pt x="259" y="39"/>
                </a:lnTo>
                <a:lnTo>
                  <a:pt x="260" y="39"/>
                </a:lnTo>
                <a:lnTo>
                  <a:pt x="260" y="38"/>
                </a:lnTo>
                <a:lnTo>
                  <a:pt x="261" y="38"/>
                </a:lnTo>
                <a:lnTo>
                  <a:pt x="262" y="37"/>
                </a:lnTo>
                <a:lnTo>
                  <a:pt x="262" y="36"/>
                </a:lnTo>
                <a:lnTo>
                  <a:pt x="263" y="35"/>
                </a:lnTo>
                <a:lnTo>
                  <a:pt x="264" y="35"/>
                </a:lnTo>
                <a:lnTo>
                  <a:pt x="264" y="34"/>
                </a:lnTo>
                <a:lnTo>
                  <a:pt x="266" y="33"/>
                </a:lnTo>
                <a:lnTo>
                  <a:pt x="267" y="32"/>
                </a:lnTo>
                <a:lnTo>
                  <a:pt x="268" y="32"/>
                </a:lnTo>
                <a:lnTo>
                  <a:pt x="268" y="31"/>
                </a:lnTo>
                <a:lnTo>
                  <a:pt x="269" y="31"/>
                </a:lnTo>
                <a:lnTo>
                  <a:pt x="270" y="30"/>
                </a:lnTo>
                <a:lnTo>
                  <a:pt x="271" y="30"/>
                </a:lnTo>
                <a:lnTo>
                  <a:pt x="272" y="30"/>
                </a:lnTo>
                <a:lnTo>
                  <a:pt x="277" y="30"/>
                </a:lnTo>
                <a:lnTo>
                  <a:pt x="278" y="30"/>
                </a:lnTo>
                <a:lnTo>
                  <a:pt x="279" y="30"/>
                </a:lnTo>
                <a:lnTo>
                  <a:pt x="279" y="31"/>
                </a:lnTo>
                <a:lnTo>
                  <a:pt x="280" y="31"/>
                </a:lnTo>
                <a:lnTo>
                  <a:pt x="280" y="32"/>
                </a:lnTo>
                <a:lnTo>
                  <a:pt x="280" y="33"/>
                </a:lnTo>
                <a:lnTo>
                  <a:pt x="281" y="33"/>
                </a:lnTo>
                <a:lnTo>
                  <a:pt x="281" y="34"/>
                </a:lnTo>
                <a:lnTo>
                  <a:pt x="282" y="35"/>
                </a:lnTo>
                <a:lnTo>
                  <a:pt x="283" y="35"/>
                </a:lnTo>
                <a:lnTo>
                  <a:pt x="283" y="36"/>
                </a:lnTo>
                <a:lnTo>
                  <a:pt x="283" y="35"/>
                </a:lnTo>
                <a:lnTo>
                  <a:pt x="285" y="35"/>
                </a:lnTo>
                <a:lnTo>
                  <a:pt x="285" y="34"/>
                </a:lnTo>
                <a:lnTo>
                  <a:pt x="286" y="34"/>
                </a:lnTo>
                <a:lnTo>
                  <a:pt x="287" y="33"/>
                </a:lnTo>
                <a:lnTo>
                  <a:pt x="288" y="32"/>
                </a:lnTo>
                <a:lnTo>
                  <a:pt x="289" y="32"/>
                </a:lnTo>
                <a:lnTo>
                  <a:pt x="289" y="31"/>
                </a:lnTo>
                <a:lnTo>
                  <a:pt x="290" y="31"/>
                </a:lnTo>
                <a:lnTo>
                  <a:pt x="290" y="30"/>
                </a:lnTo>
                <a:lnTo>
                  <a:pt x="291" y="30"/>
                </a:lnTo>
                <a:lnTo>
                  <a:pt x="291" y="29"/>
                </a:lnTo>
                <a:lnTo>
                  <a:pt x="292" y="29"/>
                </a:lnTo>
                <a:lnTo>
                  <a:pt x="293" y="29"/>
                </a:lnTo>
                <a:lnTo>
                  <a:pt x="293" y="28"/>
                </a:lnTo>
                <a:lnTo>
                  <a:pt x="294" y="28"/>
                </a:lnTo>
                <a:lnTo>
                  <a:pt x="295" y="28"/>
                </a:lnTo>
                <a:lnTo>
                  <a:pt x="295" y="27"/>
                </a:lnTo>
                <a:lnTo>
                  <a:pt x="296" y="27"/>
                </a:lnTo>
                <a:lnTo>
                  <a:pt x="297" y="27"/>
                </a:lnTo>
                <a:lnTo>
                  <a:pt x="297" y="26"/>
                </a:lnTo>
                <a:lnTo>
                  <a:pt x="298" y="26"/>
                </a:lnTo>
                <a:lnTo>
                  <a:pt x="299" y="26"/>
                </a:lnTo>
                <a:lnTo>
                  <a:pt x="299" y="25"/>
                </a:lnTo>
                <a:lnTo>
                  <a:pt x="300" y="25"/>
                </a:lnTo>
                <a:lnTo>
                  <a:pt x="301" y="25"/>
                </a:lnTo>
                <a:lnTo>
                  <a:pt x="301" y="24"/>
                </a:lnTo>
                <a:lnTo>
                  <a:pt x="302" y="24"/>
                </a:lnTo>
                <a:lnTo>
                  <a:pt x="303" y="23"/>
                </a:lnTo>
                <a:lnTo>
                  <a:pt x="303" y="22"/>
                </a:lnTo>
                <a:lnTo>
                  <a:pt x="304" y="22"/>
                </a:lnTo>
                <a:lnTo>
                  <a:pt x="305" y="22"/>
                </a:lnTo>
                <a:lnTo>
                  <a:pt x="306" y="21"/>
                </a:lnTo>
                <a:lnTo>
                  <a:pt x="308" y="21"/>
                </a:lnTo>
                <a:lnTo>
                  <a:pt x="309" y="21"/>
                </a:lnTo>
                <a:lnTo>
                  <a:pt x="310" y="22"/>
                </a:lnTo>
                <a:lnTo>
                  <a:pt x="312" y="22"/>
                </a:lnTo>
                <a:lnTo>
                  <a:pt x="312" y="21"/>
                </a:lnTo>
                <a:lnTo>
                  <a:pt x="313" y="21"/>
                </a:lnTo>
                <a:lnTo>
                  <a:pt x="313" y="20"/>
                </a:lnTo>
                <a:lnTo>
                  <a:pt x="314" y="19"/>
                </a:lnTo>
                <a:lnTo>
                  <a:pt x="314" y="18"/>
                </a:lnTo>
                <a:lnTo>
                  <a:pt x="314" y="17"/>
                </a:lnTo>
                <a:lnTo>
                  <a:pt x="315" y="15"/>
                </a:lnTo>
                <a:lnTo>
                  <a:pt x="315" y="11"/>
                </a:lnTo>
                <a:lnTo>
                  <a:pt x="315" y="10"/>
                </a:lnTo>
                <a:lnTo>
                  <a:pt x="315" y="8"/>
                </a:lnTo>
                <a:lnTo>
                  <a:pt x="316" y="6"/>
                </a:lnTo>
                <a:lnTo>
                  <a:pt x="317" y="4"/>
                </a:lnTo>
                <a:lnTo>
                  <a:pt x="318" y="3"/>
                </a:lnTo>
                <a:lnTo>
                  <a:pt x="318" y="2"/>
                </a:lnTo>
                <a:lnTo>
                  <a:pt x="319" y="2"/>
                </a:lnTo>
                <a:lnTo>
                  <a:pt x="319" y="1"/>
                </a:lnTo>
                <a:lnTo>
                  <a:pt x="320" y="1"/>
                </a:lnTo>
                <a:lnTo>
                  <a:pt x="321" y="1"/>
                </a:lnTo>
                <a:lnTo>
                  <a:pt x="323" y="0"/>
                </a:lnTo>
                <a:lnTo>
                  <a:pt x="325" y="0"/>
                </a:lnTo>
                <a:lnTo>
                  <a:pt x="326" y="0"/>
                </a:lnTo>
                <a:lnTo>
                  <a:pt x="327" y="1"/>
                </a:lnTo>
                <a:lnTo>
                  <a:pt x="328" y="1"/>
                </a:lnTo>
                <a:close/>
              </a:path>
            </a:pathLst>
          </a:custGeom>
          <a:solidFill>
            <a:srgbClr val="FFFEB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3" name=""/>
          <p:cNvSpPr/>
          <p:nvPr/>
        </p:nvSpPr>
        <p:spPr>
          <a:xfrm>
            <a:off x="7443720" y="114516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4" name=""/>
          <p:cNvSpPr/>
          <p:nvPr/>
        </p:nvSpPr>
        <p:spPr>
          <a:xfrm>
            <a:off x="7440840" y="11383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5" name=""/>
          <p:cNvSpPr/>
          <p:nvPr/>
        </p:nvSpPr>
        <p:spPr>
          <a:xfrm>
            <a:off x="7431480" y="112968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6" name=""/>
          <p:cNvSpPr/>
          <p:nvPr/>
        </p:nvSpPr>
        <p:spPr>
          <a:xfrm>
            <a:off x="7431480" y="1128600"/>
            <a:ext cx="360" cy="1080"/>
          </a:xfrm>
          <a:custGeom>
            <a:avLst/>
            <a:gdLst/>
            <a:ahLst/>
            <a:rect l="0" t="0" r="r" b="b"/>
            <a:pathLst>
              <a:path w="1" h="3">
                <a:moveTo>
                  <a:pt x="0" y="3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close/>
              </a:path>
            </a:pathLst>
          </a:custGeom>
          <a:solidFill>
            <a:srgbClr val="FFF7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7" name=""/>
          <p:cNvSpPr/>
          <p:nvPr/>
        </p:nvSpPr>
        <p:spPr>
          <a:xfrm>
            <a:off x="7431480" y="1128600"/>
            <a:ext cx="360" cy="1080"/>
          </a:xfrm>
          <a:custGeom>
            <a:avLst/>
            <a:gdLst/>
            <a:ahLst/>
            <a:rect l="0" t="0" r="r" b="b"/>
            <a:pathLst>
              <a:path w="1" h="3">
                <a:moveTo>
                  <a:pt x="0" y="3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8" name=""/>
          <p:cNvSpPr/>
          <p:nvPr/>
        </p:nvSpPr>
        <p:spPr>
          <a:xfrm>
            <a:off x="7432200" y="11278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9" name=""/>
          <p:cNvSpPr/>
          <p:nvPr/>
        </p:nvSpPr>
        <p:spPr>
          <a:xfrm>
            <a:off x="7105680" y="980280"/>
            <a:ext cx="366480" cy="234000"/>
          </a:xfrm>
          <a:custGeom>
            <a:avLst/>
            <a:gdLst/>
            <a:ahLst/>
            <a:rect l="0" t="0" r="r" b="b"/>
            <a:pathLst>
              <a:path w="1018" h="650">
                <a:moveTo>
                  <a:pt x="239" y="1"/>
                </a:moveTo>
                <a:lnTo>
                  <a:pt x="239" y="2"/>
                </a:lnTo>
                <a:lnTo>
                  <a:pt x="239" y="3"/>
                </a:lnTo>
                <a:lnTo>
                  <a:pt x="239" y="4"/>
                </a:lnTo>
                <a:lnTo>
                  <a:pt x="238" y="4"/>
                </a:lnTo>
                <a:lnTo>
                  <a:pt x="238" y="5"/>
                </a:lnTo>
                <a:lnTo>
                  <a:pt x="239" y="5"/>
                </a:lnTo>
                <a:lnTo>
                  <a:pt x="240" y="5"/>
                </a:lnTo>
                <a:lnTo>
                  <a:pt x="240" y="6"/>
                </a:lnTo>
                <a:lnTo>
                  <a:pt x="240" y="5"/>
                </a:lnTo>
                <a:lnTo>
                  <a:pt x="241" y="5"/>
                </a:lnTo>
                <a:lnTo>
                  <a:pt x="242" y="4"/>
                </a:lnTo>
                <a:lnTo>
                  <a:pt x="242" y="3"/>
                </a:lnTo>
                <a:lnTo>
                  <a:pt x="241" y="3"/>
                </a:lnTo>
                <a:lnTo>
                  <a:pt x="242" y="3"/>
                </a:lnTo>
                <a:lnTo>
                  <a:pt x="242" y="2"/>
                </a:lnTo>
                <a:lnTo>
                  <a:pt x="244" y="1"/>
                </a:lnTo>
                <a:lnTo>
                  <a:pt x="245" y="1"/>
                </a:lnTo>
                <a:lnTo>
                  <a:pt x="245" y="2"/>
                </a:lnTo>
                <a:lnTo>
                  <a:pt x="245" y="3"/>
                </a:lnTo>
                <a:lnTo>
                  <a:pt x="246" y="3"/>
                </a:lnTo>
                <a:lnTo>
                  <a:pt x="245" y="4"/>
                </a:lnTo>
                <a:lnTo>
                  <a:pt x="244" y="4"/>
                </a:lnTo>
                <a:lnTo>
                  <a:pt x="244" y="5"/>
                </a:lnTo>
                <a:lnTo>
                  <a:pt x="244" y="6"/>
                </a:lnTo>
                <a:lnTo>
                  <a:pt x="244" y="7"/>
                </a:lnTo>
                <a:lnTo>
                  <a:pt x="245" y="7"/>
                </a:lnTo>
                <a:lnTo>
                  <a:pt x="245" y="8"/>
                </a:lnTo>
                <a:lnTo>
                  <a:pt x="246" y="8"/>
                </a:lnTo>
                <a:lnTo>
                  <a:pt x="247" y="9"/>
                </a:lnTo>
                <a:lnTo>
                  <a:pt x="247" y="10"/>
                </a:lnTo>
                <a:lnTo>
                  <a:pt x="246" y="10"/>
                </a:lnTo>
                <a:lnTo>
                  <a:pt x="245" y="11"/>
                </a:lnTo>
                <a:lnTo>
                  <a:pt x="244" y="11"/>
                </a:lnTo>
                <a:lnTo>
                  <a:pt x="244" y="12"/>
                </a:lnTo>
                <a:lnTo>
                  <a:pt x="245" y="13"/>
                </a:lnTo>
                <a:lnTo>
                  <a:pt x="246" y="14"/>
                </a:lnTo>
                <a:lnTo>
                  <a:pt x="247" y="15"/>
                </a:lnTo>
                <a:lnTo>
                  <a:pt x="246" y="16"/>
                </a:lnTo>
                <a:lnTo>
                  <a:pt x="246" y="17"/>
                </a:lnTo>
                <a:lnTo>
                  <a:pt x="247" y="17"/>
                </a:lnTo>
                <a:lnTo>
                  <a:pt x="248" y="17"/>
                </a:lnTo>
                <a:lnTo>
                  <a:pt x="248" y="16"/>
                </a:lnTo>
                <a:lnTo>
                  <a:pt x="249" y="16"/>
                </a:lnTo>
                <a:lnTo>
                  <a:pt x="250" y="16"/>
                </a:lnTo>
                <a:lnTo>
                  <a:pt x="250" y="17"/>
                </a:lnTo>
                <a:lnTo>
                  <a:pt x="250" y="18"/>
                </a:lnTo>
                <a:lnTo>
                  <a:pt x="249" y="18"/>
                </a:lnTo>
                <a:lnTo>
                  <a:pt x="248" y="19"/>
                </a:lnTo>
                <a:lnTo>
                  <a:pt x="248" y="20"/>
                </a:lnTo>
                <a:lnTo>
                  <a:pt x="249" y="20"/>
                </a:lnTo>
                <a:lnTo>
                  <a:pt x="250" y="21"/>
                </a:lnTo>
                <a:lnTo>
                  <a:pt x="251" y="21"/>
                </a:lnTo>
                <a:lnTo>
                  <a:pt x="251" y="22"/>
                </a:lnTo>
                <a:lnTo>
                  <a:pt x="250" y="23"/>
                </a:lnTo>
                <a:lnTo>
                  <a:pt x="249" y="23"/>
                </a:lnTo>
                <a:lnTo>
                  <a:pt x="248" y="23"/>
                </a:lnTo>
                <a:lnTo>
                  <a:pt x="248" y="24"/>
                </a:lnTo>
                <a:lnTo>
                  <a:pt x="248" y="25"/>
                </a:lnTo>
                <a:lnTo>
                  <a:pt x="249" y="25"/>
                </a:lnTo>
                <a:lnTo>
                  <a:pt x="250" y="25"/>
                </a:lnTo>
                <a:lnTo>
                  <a:pt x="251" y="26"/>
                </a:lnTo>
                <a:lnTo>
                  <a:pt x="251" y="27"/>
                </a:lnTo>
                <a:lnTo>
                  <a:pt x="250" y="27"/>
                </a:lnTo>
                <a:lnTo>
                  <a:pt x="250" y="28"/>
                </a:lnTo>
                <a:lnTo>
                  <a:pt x="249" y="28"/>
                </a:lnTo>
                <a:lnTo>
                  <a:pt x="249" y="29"/>
                </a:lnTo>
                <a:lnTo>
                  <a:pt x="250" y="29"/>
                </a:lnTo>
                <a:lnTo>
                  <a:pt x="251" y="30"/>
                </a:lnTo>
                <a:lnTo>
                  <a:pt x="252" y="30"/>
                </a:lnTo>
                <a:lnTo>
                  <a:pt x="252" y="31"/>
                </a:lnTo>
                <a:lnTo>
                  <a:pt x="253" y="31"/>
                </a:lnTo>
                <a:lnTo>
                  <a:pt x="253" y="32"/>
                </a:lnTo>
                <a:lnTo>
                  <a:pt x="253" y="33"/>
                </a:lnTo>
                <a:lnTo>
                  <a:pt x="253" y="34"/>
                </a:lnTo>
                <a:lnTo>
                  <a:pt x="252" y="34"/>
                </a:lnTo>
                <a:lnTo>
                  <a:pt x="251" y="34"/>
                </a:lnTo>
                <a:lnTo>
                  <a:pt x="250" y="34"/>
                </a:lnTo>
                <a:lnTo>
                  <a:pt x="249" y="34"/>
                </a:lnTo>
                <a:lnTo>
                  <a:pt x="248" y="34"/>
                </a:lnTo>
                <a:lnTo>
                  <a:pt x="248" y="35"/>
                </a:lnTo>
                <a:lnTo>
                  <a:pt x="248" y="36"/>
                </a:lnTo>
                <a:lnTo>
                  <a:pt x="249" y="36"/>
                </a:lnTo>
                <a:lnTo>
                  <a:pt x="250" y="36"/>
                </a:lnTo>
                <a:lnTo>
                  <a:pt x="251" y="36"/>
                </a:lnTo>
                <a:lnTo>
                  <a:pt x="251" y="37"/>
                </a:lnTo>
                <a:lnTo>
                  <a:pt x="251" y="38"/>
                </a:lnTo>
                <a:lnTo>
                  <a:pt x="250" y="38"/>
                </a:lnTo>
                <a:lnTo>
                  <a:pt x="250" y="39"/>
                </a:lnTo>
                <a:lnTo>
                  <a:pt x="249" y="39"/>
                </a:lnTo>
                <a:lnTo>
                  <a:pt x="248" y="39"/>
                </a:lnTo>
                <a:lnTo>
                  <a:pt x="248" y="38"/>
                </a:lnTo>
                <a:lnTo>
                  <a:pt x="247" y="38"/>
                </a:lnTo>
                <a:lnTo>
                  <a:pt x="247" y="39"/>
                </a:lnTo>
                <a:lnTo>
                  <a:pt x="246" y="39"/>
                </a:lnTo>
                <a:lnTo>
                  <a:pt x="245" y="40"/>
                </a:lnTo>
                <a:lnTo>
                  <a:pt x="245" y="41"/>
                </a:lnTo>
                <a:lnTo>
                  <a:pt x="245" y="42"/>
                </a:lnTo>
                <a:lnTo>
                  <a:pt x="245" y="43"/>
                </a:lnTo>
                <a:lnTo>
                  <a:pt x="246" y="44"/>
                </a:lnTo>
                <a:lnTo>
                  <a:pt x="246" y="45"/>
                </a:lnTo>
                <a:lnTo>
                  <a:pt x="247" y="45"/>
                </a:lnTo>
                <a:lnTo>
                  <a:pt x="247" y="46"/>
                </a:lnTo>
                <a:lnTo>
                  <a:pt x="248" y="46"/>
                </a:lnTo>
                <a:lnTo>
                  <a:pt x="248" y="47"/>
                </a:lnTo>
                <a:lnTo>
                  <a:pt x="249" y="47"/>
                </a:lnTo>
                <a:lnTo>
                  <a:pt x="249" y="48"/>
                </a:lnTo>
                <a:lnTo>
                  <a:pt x="250" y="48"/>
                </a:lnTo>
                <a:lnTo>
                  <a:pt x="251" y="48"/>
                </a:lnTo>
                <a:lnTo>
                  <a:pt x="252" y="48"/>
                </a:lnTo>
                <a:lnTo>
                  <a:pt x="252" y="49"/>
                </a:lnTo>
                <a:lnTo>
                  <a:pt x="253" y="49"/>
                </a:lnTo>
                <a:lnTo>
                  <a:pt x="254" y="49"/>
                </a:lnTo>
                <a:lnTo>
                  <a:pt x="255" y="49"/>
                </a:lnTo>
                <a:lnTo>
                  <a:pt x="255" y="50"/>
                </a:lnTo>
                <a:lnTo>
                  <a:pt x="255" y="51"/>
                </a:lnTo>
                <a:lnTo>
                  <a:pt x="256" y="52"/>
                </a:lnTo>
                <a:lnTo>
                  <a:pt x="256" y="53"/>
                </a:lnTo>
                <a:lnTo>
                  <a:pt x="256" y="54"/>
                </a:lnTo>
                <a:lnTo>
                  <a:pt x="256" y="55"/>
                </a:lnTo>
                <a:lnTo>
                  <a:pt x="255" y="56"/>
                </a:lnTo>
                <a:lnTo>
                  <a:pt x="254" y="55"/>
                </a:lnTo>
                <a:lnTo>
                  <a:pt x="253" y="55"/>
                </a:lnTo>
                <a:lnTo>
                  <a:pt x="252" y="56"/>
                </a:lnTo>
                <a:lnTo>
                  <a:pt x="252" y="57"/>
                </a:lnTo>
                <a:lnTo>
                  <a:pt x="253" y="57"/>
                </a:lnTo>
                <a:lnTo>
                  <a:pt x="253" y="58"/>
                </a:lnTo>
                <a:lnTo>
                  <a:pt x="254" y="59"/>
                </a:lnTo>
                <a:lnTo>
                  <a:pt x="255" y="59"/>
                </a:lnTo>
                <a:lnTo>
                  <a:pt x="255" y="60"/>
                </a:lnTo>
                <a:lnTo>
                  <a:pt x="256" y="60"/>
                </a:lnTo>
                <a:lnTo>
                  <a:pt x="255" y="61"/>
                </a:lnTo>
                <a:lnTo>
                  <a:pt x="254" y="61"/>
                </a:lnTo>
                <a:lnTo>
                  <a:pt x="253" y="61"/>
                </a:lnTo>
                <a:lnTo>
                  <a:pt x="253" y="62"/>
                </a:lnTo>
                <a:lnTo>
                  <a:pt x="252" y="62"/>
                </a:lnTo>
                <a:lnTo>
                  <a:pt x="251" y="62"/>
                </a:lnTo>
                <a:lnTo>
                  <a:pt x="250" y="62"/>
                </a:lnTo>
                <a:lnTo>
                  <a:pt x="249" y="62"/>
                </a:lnTo>
                <a:lnTo>
                  <a:pt x="249" y="63"/>
                </a:lnTo>
                <a:lnTo>
                  <a:pt x="249" y="64"/>
                </a:lnTo>
                <a:lnTo>
                  <a:pt x="250" y="65"/>
                </a:lnTo>
                <a:lnTo>
                  <a:pt x="250" y="66"/>
                </a:lnTo>
                <a:lnTo>
                  <a:pt x="251" y="66"/>
                </a:lnTo>
                <a:lnTo>
                  <a:pt x="252" y="66"/>
                </a:lnTo>
                <a:lnTo>
                  <a:pt x="253" y="66"/>
                </a:lnTo>
                <a:lnTo>
                  <a:pt x="254" y="66"/>
                </a:lnTo>
                <a:lnTo>
                  <a:pt x="255" y="66"/>
                </a:lnTo>
                <a:lnTo>
                  <a:pt x="256" y="67"/>
                </a:lnTo>
                <a:lnTo>
                  <a:pt x="257" y="67"/>
                </a:lnTo>
                <a:lnTo>
                  <a:pt x="258" y="68"/>
                </a:lnTo>
                <a:lnTo>
                  <a:pt x="258" y="69"/>
                </a:lnTo>
                <a:lnTo>
                  <a:pt x="259" y="69"/>
                </a:lnTo>
                <a:lnTo>
                  <a:pt x="259" y="70"/>
                </a:lnTo>
                <a:lnTo>
                  <a:pt x="259" y="71"/>
                </a:lnTo>
                <a:lnTo>
                  <a:pt x="259" y="72"/>
                </a:lnTo>
                <a:lnTo>
                  <a:pt x="260" y="72"/>
                </a:lnTo>
                <a:lnTo>
                  <a:pt x="261" y="73"/>
                </a:lnTo>
                <a:lnTo>
                  <a:pt x="262" y="73"/>
                </a:lnTo>
                <a:lnTo>
                  <a:pt x="263" y="73"/>
                </a:lnTo>
                <a:lnTo>
                  <a:pt x="263" y="74"/>
                </a:lnTo>
                <a:lnTo>
                  <a:pt x="264" y="74"/>
                </a:lnTo>
                <a:lnTo>
                  <a:pt x="263" y="74"/>
                </a:lnTo>
                <a:lnTo>
                  <a:pt x="263" y="75"/>
                </a:lnTo>
                <a:lnTo>
                  <a:pt x="262" y="75"/>
                </a:lnTo>
                <a:lnTo>
                  <a:pt x="262" y="76"/>
                </a:lnTo>
                <a:lnTo>
                  <a:pt x="264" y="76"/>
                </a:lnTo>
                <a:lnTo>
                  <a:pt x="264" y="77"/>
                </a:lnTo>
                <a:lnTo>
                  <a:pt x="265" y="77"/>
                </a:lnTo>
                <a:lnTo>
                  <a:pt x="264" y="78"/>
                </a:lnTo>
                <a:lnTo>
                  <a:pt x="264" y="79"/>
                </a:lnTo>
                <a:lnTo>
                  <a:pt x="263" y="79"/>
                </a:lnTo>
                <a:lnTo>
                  <a:pt x="263" y="80"/>
                </a:lnTo>
                <a:lnTo>
                  <a:pt x="264" y="81"/>
                </a:lnTo>
                <a:lnTo>
                  <a:pt x="265" y="82"/>
                </a:lnTo>
                <a:lnTo>
                  <a:pt x="266" y="82"/>
                </a:lnTo>
                <a:lnTo>
                  <a:pt x="268" y="82"/>
                </a:lnTo>
                <a:lnTo>
                  <a:pt x="269" y="82"/>
                </a:lnTo>
                <a:lnTo>
                  <a:pt x="270" y="81"/>
                </a:lnTo>
                <a:lnTo>
                  <a:pt x="271" y="81"/>
                </a:lnTo>
                <a:lnTo>
                  <a:pt x="271" y="80"/>
                </a:lnTo>
                <a:lnTo>
                  <a:pt x="272" y="80"/>
                </a:lnTo>
                <a:lnTo>
                  <a:pt x="273" y="80"/>
                </a:lnTo>
                <a:lnTo>
                  <a:pt x="274" y="80"/>
                </a:lnTo>
                <a:lnTo>
                  <a:pt x="274" y="81"/>
                </a:lnTo>
                <a:lnTo>
                  <a:pt x="274" y="82"/>
                </a:lnTo>
                <a:lnTo>
                  <a:pt x="273" y="82"/>
                </a:lnTo>
                <a:lnTo>
                  <a:pt x="272" y="83"/>
                </a:lnTo>
                <a:lnTo>
                  <a:pt x="272" y="84"/>
                </a:lnTo>
                <a:lnTo>
                  <a:pt x="273" y="84"/>
                </a:lnTo>
                <a:lnTo>
                  <a:pt x="273" y="85"/>
                </a:lnTo>
                <a:lnTo>
                  <a:pt x="274" y="85"/>
                </a:lnTo>
                <a:lnTo>
                  <a:pt x="275" y="85"/>
                </a:lnTo>
                <a:lnTo>
                  <a:pt x="276" y="85"/>
                </a:lnTo>
                <a:lnTo>
                  <a:pt x="277" y="85"/>
                </a:lnTo>
                <a:lnTo>
                  <a:pt x="278" y="85"/>
                </a:lnTo>
                <a:lnTo>
                  <a:pt x="278" y="86"/>
                </a:lnTo>
                <a:lnTo>
                  <a:pt x="277" y="87"/>
                </a:lnTo>
                <a:lnTo>
                  <a:pt x="276" y="88"/>
                </a:lnTo>
                <a:lnTo>
                  <a:pt x="276" y="89"/>
                </a:lnTo>
                <a:lnTo>
                  <a:pt x="277" y="90"/>
                </a:lnTo>
                <a:lnTo>
                  <a:pt x="278" y="90"/>
                </a:lnTo>
                <a:lnTo>
                  <a:pt x="279" y="91"/>
                </a:lnTo>
                <a:lnTo>
                  <a:pt x="280" y="91"/>
                </a:lnTo>
                <a:lnTo>
                  <a:pt x="281" y="91"/>
                </a:lnTo>
                <a:lnTo>
                  <a:pt x="282" y="91"/>
                </a:lnTo>
                <a:lnTo>
                  <a:pt x="283" y="91"/>
                </a:lnTo>
                <a:lnTo>
                  <a:pt x="284" y="91"/>
                </a:lnTo>
                <a:lnTo>
                  <a:pt x="285" y="90"/>
                </a:lnTo>
                <a:lnTo>
                  <a:pt x="286" y="90"/>
                </a:lnTo>
                <a:lnTo>
                  <a:pt x="287" y="91"/>
                </a:lnTo>
                <a:lnTo>
                  <a:pt x="287" y="92"/>
                </a:lnTo>
                <a:lnTo>
                  <a:pt x="287" y="93"/>
                </a:lnTo>
                <a:lnTo>
                  <a:pt x="288" y="93"/>
                </a:lnTo>
                <a:lnTo>
                  <a:pt x="288" y="94"/>
                </a:lnTo>
                <a:lnTo>
                  <a:pt x="287" y="95"/>
                </a:lnTo>
                <a:lnTo>
                  <a:pt x="287" y="96"/>
                </a:lnTo>
                <a:lnTo>
                  <a:pt x="286" y="96"/>
                </a:lnTo>
                <a:lnTo>
                  <a:pt x="286" y="97"/>
                </a:lnTo>
                <a:lnTo>
                  <a:pt x="286" y="98"/>
                </a:lnTo>
                <a:lnTo>
                  <a:pt x="287" y="98"/>
                </a:lnTo>
                <a:lnTo>
                  <a:pt x="287" y="99"/>
                </a:lnTo>
                <a:lnTo>
                  <a:pt x="288" y="99"/>
                </a:lnTo>
                <a:lnTo>
                  <a:pt x="288" y="100"/>
                </a:lnTo>
                <a:lnTo>
                  <a:pt x="288" y="101"/>
                </a:lnTo>
                <a:lnTo>
                  <a:pt x="289" y="101"/>
                </a:lnTo>
                <a:lnTo>
                  <a:pt x="289" y="102"/>
                </a:lnTo>
                <a:lnTo>
                  <a:pt x="290" y="102"/>
                </a:lnTo>
                <a:lnTo>
                  <a:pt x="290" y="103"/>
                </a:lnTo>
                <a:lnTo>
                  <a:pt x="291" y="103"/>
                </a:lnTo>
                <a:lnTo>
                  <a:pt x="292" y="103"/>
                </a:lnTo>
                <a:lnTo>
                  <a:pt x="293" y="103"/>
                </a:lnTo>
                <a:lnTo>
                  <a:pt x="293" y="102"/>
                </a:lnTo>
                <a:lnTo>
                  <a:pt x="294" y="102"/>
                </a:lnTo>
                <a:lnTo>
                  <a:pt x="294" y="101"/>
                </a:lnTo>
                <a:lnTo>
                  <a:pt x="295" y="101"/>
                </a:lnTo>
                <a:lnTo>
                  <a:pt x="296" y="101"/>
                </a:lnTo>
                <a:lnTo>
                  <a:pt x="297" y="101"/>
                </a:lnTo>
                <a:lnTo>
                  <a:pt x="298" y="101"/>
                </a:lnTo>
                <a:lnTo>
                  <a:pt x="299" y="101"/>
                </a:lnTo>
                <a:lnTo>
                  <a:pt x="300" y="101"/>
                </a:lnTo>
                <a:lnTo>
                  <a:pt x="300" y="102"/>
                </a:lnTo>
                <a:lnTo>
                  <a:pt x="300" y="103"/>
                </a:lnTo>
                <a:lnTo>
                  <a:pt x="301" y="103"/>
                </a:lnTo>
                <a:lnTo>
                  <a:pt x="301" y="104"/>
                </a:lnTo>
                <a:lnTo>
                  <a:pt x="302" y="104"/>
                </a:lnTo>
                <a:lnTo>
                  <a:pt x="302" y="105"/>
                </a:lnTo>
                <a:lnTo>
                  <a:pt x="303" y="105"/>
                </a:lnTo>
                <a:lnTo>
                  <a:pt x="304" y="106"/>
                </a:lnTo>
                <a:lnTo>
                  <a:pt x="305" y="106"/>
                </a:lnTo>
                <a:lnTo>
                  <a:pt x="306" y="106"/>
                </a:lnTo>
                <a:lnTo>
                  <a:pt x="307" y="106"/>
                </a:lnTo>
                <a:lnTo>
                  <a:pt x="308" y="106"/>
                </a:lnTo>
                <a:lnTo>
                  <a:pt x="309" y="105"/>
                </a:lnTo>
                <a:lnTo>
                  <a:pt x="310" y="105"/>
                </a:lnTo>
                <a:lnTo>
                  <a:pt x="310" y="104"/>
                </a:lnTo>
                <a:lnTo>
                  <a:pt x="310" y="103"/>
                </a:lnTo>
                <a:lnTo>
                  <a:pt x="309" y="103"/>
                </a:lnTo>
                <a:lnTo>
                  <a:pt x="309" y="102"/>
                </a:lnTo>
                <a:lnTo>
                  <a:pt x="310" y="102"/>
                </a:lnTo>
                <a:lnTo>
                  <a:pt x="310" y="101"/>
                </a:lnTo>
                <a:lnTo>
                  <a:pt x="311" y="101"/>
                </a:lnTo>
                <a:lnTo>
                  <a:pt x="312" y="102"/>
                </a:lnTo>
                <a:lnTo>
                  <a:pt x="313" y="102"/>
                </a:lnTo>
                <a:lnTo>
                  <a:pt x="314" y="103"/>
                </a:lnTo>
                <a:lnTo>
                  <a:pt x="315" y="103"/>
                </a:lnTo>
                <a:lnTo>
                  <a:pt x="315" y="104"/>
                </a:lnTo>
                <a:lnTo>
                  <a:pt x="317" y="104"/>
                </a:lnTo>
                <a:lnTo>
                  <a:pt x="318" y="103"/>
                </a:lnTo>
                <a:lnTo>
                  <a:pt x="319" y="103"/>
                </a:lnTo>
                <a:lnTo>
                  <a:pt x="321" y="102"/>
                </a:lnTo>
                <a:lnTo>
                  <a:pt x="322" y="102"/>
                </a:lnTo>
                <a:lnTo>
                  <a:pt x="323" y="102"/>
                </a:lnTo>
                <a:lnTo>
                  <a:pt x="324" y="102"/>
                </a:lnTo>
                <a:lnTo>
                  <a:pt x="324" y="103"/>
                </a:lnTo>
                <a:lnTo>
                  <a:pt x="326" y="103"/>
                </a:lnTo>
                <a:lnTo>
                  <a:pt x="327" y="102"/>
                </a:lnTo>
                <a:lnTo>
                  <a:pt x="327" y="101"/>
                </a:lnTo>
                <a:lnTo>
                  <a:pt x="328" y="100"/>
                </a:lnTo>
                <a:lnTo>
                  <a:pt x="329" y="100"/>
                </a:lnTo>
                <a:lnTo>
                  <a:pt x="330" y="100"/>
                </a:lnTo>
                <a:lnTo>
                  <a:pt x="331" y="100"/>
                </a:lnTo>
                <a:lnTo>
                  <a:pt x="331" y="101"/>
                </a:lnTo>
                <a:lnTo>
                  <a:pt x="331" y="102"/>
                </a:lnTo>
                <a:lnTo>
                  <a:pt x="330" y="102"/>
                </a:lnTo>
                <a:lnTo>
                  <a:pt x="330" y="103"/>
                </a:lnTo>
                <a:lnTo>
                  <a:pt x="331" y="103"/>
                </a:lnTo>
                <a:lnTo>
                  <a:pt x="332" y="103"/>
                </a:lnTo>
                <a:lnTo>
                  <a:pt x="332" y="104"/>
                </a:lnTo>
                <a:lnTo>
                  <a:pt x="332" y="103"/>
                </a:lnTo>
                <a:lnTo>
                  <a:pt x="333" y="103"/>
                </a:lnTo>
                <a:lnTo>
                  <a:pt x="334" y="103"/>
                </a:lnTo>
                <a:lnTo>
                  <a:pt x="335" y="102"/>
                </a:lnTo>
                <a:lnTo>
                  <a:pt x="336" y="101"/>
                </a:lnTo>
                <a:lnTo>
                  <a:pt x="337" y="101"/>
                </a:lnTo>
                <a:lnTo>
                  <a:pt x="338" y="102"/>
                </a:lnTo>
                <a:lnTo>
                  <a:pt x="339" y="102"/>
                </a:lnTo>
                <a:lnTo>
                  <a:pt x="340" y="103"/>
                </a:lnTo>
                <a:lnTo>
                  <a:pt x="341" y="103"/>
                </a:lnTo>
                <a:lnTo>
                  <a:pt x="342" y="103"/>
                </a:lnTo>
                <a:lnTo>
                  <a:pt x="343" y="102"/>
                </a:lnTo>
                <a:lnTo>
                  <a:pt x="343" y="101"/>
                </a:lnTo>
                <a:lnTo>
                  <a:pt x="342" y="100"/>
                </a:lnTo>
                <a:lnTo>
                  <a:pt x="342" y="99"/>
                </a:lnTo>
                <a:lnTo>
                  <a:pt x="341" y="98"/>
                </a:lnTo>
                <a:lnTo>
                  <a:pt x="342" y="97"/>
                </a:lnTo>
                <a:lnTo>
                  <a:pt x="342" y="96"/>
                </a:lnTo>
                <a:lnTo>
                  <a:pt x="343" y="96"/>
                </a:lnTo>
                <a:lnTo>
                  <a:pt x="343" y="95"/>
                </a:lnTo>
                <a:lnTo>
                  <a:pt x="344" y="95"/>
                </a:lnTo>
                <a:lnTo>
                  <a:pt x="344" y="94"/>
                </a:lnTo>
                <a:lnTo>
                  <a:pt x="345" y="94"/>
                </a:lnTo>
                <a:lnTo>
                  <a:pt x="345" y="92"/>
                </a:lnTo>
                <a:lnTo>
                  <a:pt x="345" y="91"/>
                </a:lnTo>
                <a:lnTo>
                  <a:pt x="346" y="91"/>
                </a:lnTo>
                <a:lnTo>
                  <a:pt x="347" y="91"/>
                </a:lnTo>
                <a:lnTo>
                  <a:pt x="347" y="92"/>
                </a:lnTo>
                <a:lnTo>
                  <a:pt x="348" y="92"/>
                </a:lnTo>
                <a:lnTo>
                  <a:pt x="348" y="93"/>
                </a:lnTo>
                <a:lnTo>
                  <a:pt x="348" y="94"/>
                </a:lnTo>
                <a:lnTo>
                  <a:pt x="348" y="95"/>
                </a:lnTo>
                <a:lnTo>
                  <a:pt x="348" y="96"/>
                </a:lnTo>
                <a:lnTo>
                  <a:pt x="349" y="96"/>
                </a:lnTo>
                <a:lnTo>
                  <a:pt x="351" y="97"/>
                </a:lnTo>
                <a:lnTo>
                  <a:pt x="352" y="97"/>
                </a:lnTo>
                <a:lnTo>
                  <a:pt x="354" y="97"/>
                </a:lnTo>
                <a:lnTo>
                  <a:pt x="357" y="97"/>
                </a:lnTo>
                <a:lnTo>
                  <a:pt x="358" y="97"/>
                </a:lnTo>
                <a:lnTo>
                  <a:pt x="357" y="98"/>
                </a:lnTo>
                <a:lnTo>
                  <a:pt x="357" y="100"/>
                </a:lnTo>
                <a:lnTo>
                  <a:pt x="358" y="100"/>
                </a:lnTo>
                <a:lnTo>
                  <a:pt x="358" y="101"/>
                </a:lnTo>
                <a:lnTo>
                  <a:pt x="359" y="103"/>
                </a:lnTo>
                <a:lnTo>
                  <a:pt x="359" y="104"/>
                </a:lnTo>
                <a:lnTo>
                  <a:pt x="359" y="105"/>
                </a:lnTo>
                <a:lnTo>
                  <a:pt x="360" y="105"/>
                </a:lnTo>
                <a:lnTo>
                  <a:pt x="362" y="105"/>
                </a:lnTo>
                <a:lnTo>
                  <a:pt x="363" y="105"/>
                </a:lnTo>
                <a:lnTo>
                  <a:pt x="364" y="105"/>
                </a:lnTo>
                <a:lnTo>
                  <a:pt x="364" y="106"/>
                </a:lnTo>
                <a:lnTo>
                  <a:pt x="363" y="107"/>
                </a:lnTo>
                <a:lnTo>
                  <a:pt x="362" y="107"/>
                </a:lnTo>
                <a:lnTo>
                  <a:pt x="362" y="108"/>
                </a:lnTo>
                <a:lnTo>
                  <a:pt x="361" y="108"/>
                </a:lnTo>
                <a:lnTo>
                  <a:pt x="361" y="109"/>
                </a:lnTo>
                <a:lnTo>
                  <a:pt x="361" y="110"/>
                </a:lnTo>
                <a:lnTo>
                  <a:pt x="362" y="110"/>
                </a:lnTo>
                <a:lnTo>
                  <a:pt x="363" y="110"/>
                </a:lnTo>
                <a:lnTo>
                  <a:pt x="364" y="110"/>
                </a:lnTo>
                <a:lnTo>
                  <a:pt x="365" y="110"/>
                </a:lnTo>
                <a:lnTo>
                  <a:pt x="365" y="109"/>
                </a:lnTo>
                <a:lnTo>
                  <a:pt x="366" y="109"/>
                </a:lnTo>
                <a:lnTo>
                  <a:pt x="367" y="109"/>
                </a:lnTo>
                <a:lnTo>
                  <a:pt x="367" y="108"/>
                </a:lnTo>
                <a:lnTo>
                  <a:pt x="368" y="107"/>
                </a:lnTo>
                <a:lnTo>
                  <a:pt x="369" y="107"/>
                </a:lnTo>
                <a:lnTo>
                  <a:pt x="369" y="106"/>
                </a:lnTo>
                <a:lnTo>
                  <a:pt x="370" y="106"/>
                </a:lnTo>
                <a:lnTo>
                  <a:pt x="372" y="107"/>
                </a:lnTo>
                <a:lnTo>
                  <a:pt x="372" y="108"/>
                </a:lnTo>
                <a:lnTo>
                  <a:pt x="373" y="108"/>
                </a:lnTo>
                <a:lnTo>
                  <a:pt x="374" y="108"/>
                </a:lnTo>
                <a:lnTo>
                  <a:pt x="375" y="108"/>
                </a:lnTo>
                <a:lnTo>
                  <a:pt x="376" y="107"/>
                </a:lnTo>
                <a:lnTo>
                  <a:pt x="377" y="107"/>
                </a:lnTo>
                <a:lnTo>
                  <a:pt x="378" y="107"/>
                </a:lnTo>
                <a:lnTo>
                  <a:pt x="379" y="106"/>
                </a:lnTo>
                <a:lnTo>
                  <a:pt x="380" y="106"/>
                </a:lnTo>
                <a:lnTo>
                  <a:pt x="381" y="106"/>
                </a:lnTo>
                <a:lnTo>
                  <a:pt x="381" y="105"/>
                </a:lnTo>
                <a:lnTo>
                  <a:pt x="382" y="106"/>
                </a:lnTo>
                <a:lnTo>
                  <a:pt x="383" y="106"/>
                </a:lnTo>
                <a:lnTo>
                  <a:pt x="384" y="106"/>
                </a:lnTo>
                <a:lnTo>
                  <a:pt x="385" y="107"/>
                </a:lnTo>
                <a:lnTo>
                  <a:pt x="386" y="108"/>
                </a:lnTo>
                <a:lnTo>
                  <a:pt x="387" y="108"/>
                </a:lnTo>
                <a:lnTo>
                  <a:pt x="387" y="107"/>
                </a:lnTo>
                <a:lnTo>
                  <a:pt x="387" y="106"/>
                </a:lnTo>
                <a:lnTo>
                  <a:pt x="387" y="105"/>
                </a:lnTo>
                <a:lnTo>
                  <a:pt x="388" y="105"/>
                </a:lnTo>
                <a:lnTo>
                  <a:pt x="388" y="106"/>
                </a:lnTo>
                <a:lnTo>
                  <a:pt x="389" y="106"/>
                </a:lnTo>
                <a:lnTo>
                  <a:pt x="389" y="107"/>
                </a:lnTo>
                <a:lnTo>
                  <a:pt x="390" y="108"/>
                </a:lnTo>
                <a:lnTo>
                  <a:pt x="391" y="109"/>
                </a:lnTo>
                <a:lnTo>
                  <a:pt x="392" y="109"/>
                </a:lnTo>
                <a:lnTo>
                  <a:pt x="393" y="108"/>
                </a:lnTo>
                <a:lnTo>
                  <a:pt x="394" y="108"/>
                </a:lnTo>
                <a:lnTo>
                  <a:pt x="395" y="107"/>
                </a:lnTo>
                <a:lnTo>
                  <a:pt x="396" y="106"/>
                </a:lnTo>
                <a:lnTo>
                  <a:pt x="397" y="105"/>
                </a:lnTo>
                <a:lnTo>
                  <a:pt x="398" y="104"/>
                </a:lnTo>
                <a:lnTo>
                  <a:pt x="398" y="102"/>
                </a:lnTo>
                <a:lnTo>
                  <a:pt x="399" y="102"/>
                </a:lnTo>
                <a:lnTo>
                  <a:pt x="399" y="101"/>
                </a:lnTo>
                <a:lnTo>
                  <a:pt x="400" y="101"/>
                </a:lnTo>
                <a:lnTo>
                  <a:pt x="400" y="100"/>
                </a:lnTo>
                <a:lnTo>
                  <a:pt x="399" y="99"/>
                </a:lnTo>
                <a:lnTo>
                  <a:pt x="398" y="99"/>
                </a:lnTo>
                <a:lnTo>
                  <a:pt x="398" y="98"/>
                </a:lnTo>
                <a:lnTo>
                  <a:pt x="398" y="97"/>
                </a:lnTo>
                <a:lnTo>
                  <a:pt x="399" y="97"/>
                </a:lnTo>
                <a:lnTo>
                  <a:pt x="400" y="97"/>
                </a:lnTo>
                <a:lnTo>
                  <a:pt x="400" y="98"/>
                </a:lnTo>
                <a:lnTo>
                  <a:pt x="401" y="98"/>
                </a:lnTo>
                <a:lnTo>
                  <a:pt x="402" y="98"/>
                </a:lnTo>
                <a:lnTo>
                  <a:pt x="402" y="97"/>
                </a:lnTo>
                <a:lnTo>
                  <a:pt x="404" y="97"/>
                </a:lnTo>
                <a:lnTo>
                  <a:pt x="405" y="97"/>
                </a:lnTo>
                <a:lnTo>
                  <a:pt x="405" y="98"/>
                </a:lnTo>
                <a:lnTo>
                  <a:pt x="405" y="99"/>
                </a:lnTo>
                <a:lnTo>
                  <a:pt x="405" y="100"/>
                </a:lnTo>
                <a:lnTo>
                  <a:pt x="406" y="100"/>
                </a:lnTo>
                <a:lnTo>
                  <a:pt x="407" y="100"/>
                </a:lnTo>
                <a:lnTo>
                  <a:pt x="407" y="99"/>
                </a:lnTo>
                <a:lnTo>
                  <a:pt x="408" y="99"/>
                </a:lnTo>
                <a:lnTo>
                  <a:pt x="409" y="98"/>
                </a:lnTo>
                <a:lnTo>
                  <a:pt x="410" y="98"/>
                </a:lnTo>
                <a:lnTo>
                  <a:pt x="411" y="98"/>
                </a:lnTo>
                <a:lnTo>
                  <a:pt x="412" y="98"/>
                </a:lnTo>
                <a:lnTo>
                  <a:pt x="414" y="97"/>
                </a:lnTo>
                <a:lnTo>
                  <a:pt x="415" y="97"/>
                </a:lnTo>
                <a:lnTo>
                  <a:pt x="416" y="97"/>
                </a:lnTo>
                <a:lnTo>
                  <a:pt x="417" y="96"/>
                </a:lnTo>
                <a:lnTo>
                  <a:pt x="417" y="95"/>
                </a:lnTo>
                <a:lnTo>
                  <a:pt x="418" y="95"/>
                </a:lnTo>
                <a:lnTo>
                  <a:pt x="419" y="94"/>
                </a:lnTo>
                <a:lnTo>
                  <a:pt x="419" y="93"/>
                </a:lnTo>
                <a:lnTo>
                  <a:pt x="420" y="93"/>
                </a:lnTo>
                <a:lnTo>
                  <a:pt x="421" y="93"/>
                </a:lnTo>
                <a:lnTo>
                  <a:pt x="422" y="94"/>
                </a:lnTo>
                <a:lnTo>
                  <a:pt x="422" y="95"/>
                </a:lnTo>
                <a:lnTo>
                  <a:pt x="423" y="95"/>
                </a:lnTo>
                <a:lnTo>
                  <a:pt x="424" y="95"/>
                </a:lnTo>
                <a:lnTo>
                  <a:pt x="425" y="95"/>
                </a:lnTo>
                <a:lnTo>
                  <a:pt x="426" y="95"/>
                </a:lnTo>
                <a:lnTo>
                  <a:pt x="426" y="94"/>
                </a:lnTo>
                <a:lnTo>
                  <a:pt x="427" y="94"/>
                </a:lnTo>
                <a:lnTo>
                  <a:pt x="427" y="95"/>
                </a:lnTo>
                <a:lnTo>
                  <a:pt x="428" y="95"/>
                </a:lnTo>
                <a:lnTo>
                  <a:pt x="428" y="96"/>
                </a:lnTo>
                <a:lnTo>
                  <a:pt x="427" y="96"/>
                </a:lnTo>
                <a:lnTo>
                  <a:pt x="427" y="97"/>
                </a:lnTo>
                <a:lnTo>
                  <a:pt x="426" y="97"/>
                </a:lnTo>
                <a:lnTo>
                  <a:pt x="427" y="97"/>
                </a:lnTo>
                <a:lnTo>
                  <a:pt x="428" y="97"/>
                </a:lnTo>
                <a:lnTo>
                  <a:pt x="429" y="98"/>
                </a:lnTo>
                <a:lnTo>
                  <a:pt x="429" y="99"/>
                </a:lnTo>
                <a:lnTo>
                  <a:pt x="428" y="99"/>
                </a:lnTo>
                <a:lnTo>
                  <a:pt x="427" y="99"/>
                </a:lnTo>
                <a:lnTo>
                  <a:pt x="427" y="100"/>
                </a:lnTo>
                <a:lnTo>
                  <a:pt x="428" y="101"/>
                </a:lnTo>
                <a:lnTo>
                  <a:pt x="428" y="100"/>
                </a:lnTo>
                <a:lnTo>
                  <a:pt x="429" y="100"/>
                </a:lnTo>
                <a:lnTo>
                  <a:pt x="429" y="101"/>
                </a:lnTo>
                <a:lnTo>
                  <a:pt x="428" y="101"/>
                </a:lnTo>
                <a:lnTo>
                  <a:pt x="427" y="101"/>
                </a:lnTo>
                <a:lnTo>
                  <a:pt x="427" y="102"/>
                </a:lnTo>
                <a:lnTo>
                  <a:pt x="428" y="102"/>
                </a:lnTo>
                <a:lnTo>
                  <a:pt x="428" y="103"/>
                </a:lnTo>
                <a:lnTo>
                  <a:pt x="428" y="105"/>
                </a:lnTo>
                <a:lnTo>
                  <a:pt x="429" y="105"/>
                </a:lnTo>
                <a:lnTo>
                  <a:pt x="429" y="106"/>
                </a:lnTo>
                <a:lnTo>
                  <a:pt x="429" y="107"/>
                </a:lnTo>
                <a:lnTo>
                  <a:pt x="430" y="107"/>
                </a:lnTo>
                <a:lnTo>
                  <a:pt x="430" y="108"/>
                </a:lnTo>
                <a:lnTo>
                  <a:pt x="429" y="108"/>
                </a:lnTo>
                <a:lnTo>
                  <a:pt x="429" y="109"/>
                </a:lnTo>
                <a:lnTo>
                  <a:pt x="428" y="109"/>
                </a:lnTo>
                <a:lnTo>
                  <a:pt x="428" y="110"/>
                </a:lnTo>
                <a:lnTo>
                  <a:pt x="428" y="111"/>
                </a:lnTo>
                <a:lnTo>
                  <a:pt x="427" y="111"/>
                </a:lnTo>
                <a:lnTo>
                  <a:pt x="427" y="112"/>
                </a:lnTo>
                <a:lnTo>
                  <a:pt x="427" y="113"/>
                </a:lnTo>
                <a:lnTo>
                  <a:pt x="427" y="114"/>
                </a:lnTo>
                <a:lnTo>
                  <a:pt x="428" y="114"/>
                </a:lnTo>
                <a:lnTo>
                  <a:pt x="428" y="115"/>
                </a:lnTo>
                <a:lnTo>
                  <a:pt x="429" y="115"/>
                </a:lnTo>
                <a:lnTo>
                  <a:pt x="430" y="115"/>
                </a:lnTo>
                <a:lnTo>
                  <a:pt x="430" y="116"/>
                </a:lnTo>
                <a:lnTo>
                  <a:pt x="429" y="116"/>
                </a:lnTo>
                <a:lnTo>
                  <a:pt x="429" y="117"/>
                </a:lnTo>
                <a:lnTo>
                  <a:pt x="430" y="117"/>
                </a:lnTo>
                <a:lnTo>
                  <a:pt x="431" y="117"/>
                </a:lnTo>
                <a:lnTo>
                  <a:pt x="431" y="118"/>
                </a:lnTo>
                <a:lnTo>
                  <a:pt x="432" y="118"/>
                </a:lnTo>
                <a:lnTo>
                  <a:pt x="432" y="119"/>
                </a:lnTo>
                <a:lnTo>
                  <a:pt x="433" y="119"/>
                </a:lnTo>
                <a:lnTo>
                  <a:pt x="433" y="120"/>
                </a:lnTo>
                <a:lnTo>
                  <a:pt x="433" y="121"/>
                </a:lnTo>
                <a:lnTo>
                  <a:pt x="434" y="121"/>
                </a:lnTo>
                <a:lnTo>
                  <a:pt x="434" y="122"/>
                </a:lnTo>
                <a:lnTo>
                  <a:pt x="434" y="121"/>
                </a:lnTo>
                <a:lnTo>
                  <a:pt x="435" y="121"/>
                </a:lnTo>
                <a:lnTo>
                  <a:pt x="435" y="120"/>
                </a:lnTo>
                <a:lnTo>
                  <a:pt x="436" y="120"/>
                </a:lnTo>
                <a:lnTo>
                  <a:pt x="436" y="121"/>
                </a:lnTo>
                <a:lnTo>
                  <a:pt x="437" y="121"/>
                </a:lnTo>
                <a:lnTo>
                  <a:pt x="437" y="122"/>
                </a:lnTo>
                <a:lnTo>
                  <a:pt x="436" y="122"/>
                </a:lnTo>
                <a:lnTo>
                  <a:pt x="436" y="123"/>
                </a:lnTo>
                <a:lnTo>
                  <a:pt x="437" y="123"/>
                </a:lnTo>
                <a:lnTo>
                  <a:pt x="438" y="123"/>
                </a:lnTo>
                <a:lnTo>
                  <a:pt x="439" y="123"/>
                </a:lnTo>
                <a:lnTo>
                  <a:pt x="440" y="123"/>
                </a:lnTo>
                <a:lnTo>
                  <a:pt x="440" y="124"/>
                </a:lnTo>
                <a:lnTo>
                  <a:pt x="439" y="124"/>
                </a:lnTo>
                <a:lnTo>
                  <a:pt x="440" y="125"/>
                </a:lnTo>
                <a:lnTo>
                  <a:pt x="439" y="126"/>
                </a:lnTo>
                <a:lnTo>
                  <a:pt x="440" y="126"/>
                </a:lnTo>
                <a:lnTo>
                  <a:pt x="440" y="127"/>
                </a:lnTo>
                <a:lnTo>
                  <a:pt x="441" y="127"/>
                </a:lnTo>
                <a:lnTo>
                  <a:pt x="442" y="127"/>
                </a:lnTo>
                <a:lnTo>
                  <a:pt x="443" y="127"/>
                </a:lnTo>
                <a:lnTo>
                  <a:pt x="444" y="127"/>
                </a:lnTo>
                <a:lnTo>
                  <a:pt x="444" y="128"/>
                </a:lnTo>
                <a:lnTo>
                  <a:pt x="445" y="128"/>
                </a:lnTo>
                <a:lnTo>
                  <a:pt x="446" y="128"/>
                </a:lnTo>
                <a:lnTo>
                  <a:pt x="446" y="129"/>
                </a:lnTo>
                <a:lnTo>
                  <a:pt x="447" y="129"/>
                </a:lnTo>
                <a:lnTo>
                  <a:pt x="448" y="129"/>
                </a:lnTo>
                <a:lnTo>
                  <a:pt x="448" y="130"/>
                </a:lnTo>
                <a:lnTo>
                  <a:pt x="449" y="130"/>
                </a:lnTo>
                <a:lnTo>
                  <a:pt x="449" y="131"/>
                </a:lnTo>
                <a:lnTo>
                  <a:pt x="450" y="131"/>
                </a:lnTo>
                <a:lnTo>
                  <a:pt x="449" y="132"/>
                </a:lnTo>
                <a:lnTo>
                  <a:pt x="450" y="132"/>
                </a:lnTo>
                <a:lnTo>
                  <a:pt x="451" y="132"/>
                </a:lnTo>
                <a:lnTo>
                  <a:pt x="452" y="132"/>
                </a:lnTo>
                <a:lnTo>
                  <a:pt x="453" y="132"/>
                </a:lnTo>
                <a:lnTo>
                  <a:pt x="454" y="132"/>
                </a:lnTo>
                <a:lnTo>
                  <a:pt x="455" y="132"/>
                </a:lnTo>
                <a:lnTo>
                  <a:pt x="456" y="133"/>
                </a:lnTo>
                <a:lnTo>
                  <a:pt x="457" y="133"/>
                </a:lnTo>
                <a:lnTo>
                  <a:pt x="457" y="132"/>
                </a:lnTo>
                <a:lnTo>
                  <a:pt x="458" y="132"/>
                </a:lnTo>
                <a:lnTo>
                  <a:pt x="458" y="133"/>
                </a:lnTo>
                <a:lnTo>
                  <a:pt x="459" y="133"/>
                </a:lnTo>
                <a:lnTo>
                  <a:pt x="458" y="133"/>
                </a:lnTo>
                <a:lnTo>
                  <a:pt x="458" y="134"/>
                </a:lnTo>
                <a:lnTo>
                  <a:pt x="458" y="133"/>
                </a:lnTo>
                <a:lnTo>
                  <a:pt x="457" y="133"/>
                </a:lnTo>
                <a:lnTo>
                  <a:pt x="457" y="134"/>
                </a:lnTo>
                <a:lnTo>
                  <a:pt x="458" y="134"/>
                </a:lnTo>
                <a:lnTo>
                  <a:pt x="457" y="134"/>
                </a:lnTo>
                <a:lnTo>
                  <a:pt x="456" y="134"/>
                </a:lnTo>
                <a:lnTo>
                  <a:pt x="456" y="135"/>
                </a:lnTo>
                <a:lnTo>
                  <a:pt x="457" y="135"/>
                </a:lnTo>
                <a:lnTo>
                  <a:pt x="457" y="134"/>
                </a:lnTo>
                <a:lnTo>
                  <a:pt x="458" y="134"/>
                </a:lnTo>
                <a:lnTo>
                  <a:pt x="458" y="135"/>
                </a:lnTo>
                <a:lnTo>
                  <a:pt x="458" y="134"/>
                </a:lnTo>
                <a:lnTo>
                  <a:pt x="459" y="134"/>
                </a:lnTo>
                <a:lnTo>
                  <a:pt x="459" y="135"/>
                </a:lnTo>
                <a:lnTo>
                  <a:pt x="458" y="135"/>
                </a:lnTo>
                <a:lnTo>
                  <a:pt x="459" y="135"/>
                </a:lnTo>
                <a:lnTo>
                  <a:pt x="459" y="136"/>
                </a:lnTo>
                <a:lnTo>
                  <a:pt x="460" y="136"/>
                </a:lnTo>
                <a:lnTo>
                  <a:pt x="461" y="136"/>
                </a:lnTo>
                <a:lnTo>
                  <a:pt x="462" y="136"/>
                </a:lnTo>
                <a:lnTo>
                  <a:pt x="463" y="136"/>
                </a:lnTo>
                <a:lnTo>
                  <a:pt x="464" y="135"/>
                </a:lnTo>
                <a:lnTo>
                  <a:pt x="464" y="136"/>
                </a:lnTo>
                <a:lnTo>
                  <a:pt x="465" y="136"/>
                </a:lnTo>
                <a:lnTo>
                  <a:pt x="466" y="136"/>
                </a:lnTo>
                <a:lnTo>
                  <a:pt x="467" y="136"/>
                </a:lnTo>
                <a:lnTo>
                  <a:pt x="468" y="136"/>
                </a:lnTo>
                <a:lnTo>
                  <a:pt x="468" y="137"/>
                </a:lnTo>
                <a:lnTo>
                  <a:pt x="469" y="137"/>
                </a:lnTo>
                <a:lnTo>
                  <a:pt x="469" y="138"/>
                </a:lnTo>
                <a:lnTo>
                  <a:pt x="470" y="138"/>
                </a:lnTo>
                <a:lnTo>
                  <a:pt x="471" y="139"/>
                </a:lnTo>
                <a:lnTo>
                  <a:pt x="471" y="138"/>
                </a:lnTo>
                <a:lnTo>
                  <a:pt x="472" y="138"/>
                </a:lnTo>
                <a:lnTo>
                  <a:pt x="472" y="137"/>
                </a:lnTo>
                <a:lnTo>
                  <a:pt x="472" y="138"/>
                </a:lnTo>
                <a:lnTo>
                  <a:pt x="473" y="138"/>
                </a:lnTo>
                <a:lnTo>
                  <a:pt x="474" y="138"/>
                </a:lnTo>
                <a:lnTo>
                  <a:pt x="475" y="138"/>
                </a:lnTo>
                <a:lnTo>
                  <a:pt x="475" y="139"/>
                </a:lnTo>
                <a:lnTo>
                  <a:pt x="476" y="139"/>
                </a:lnTo>
                <a:lnTo>
                  <a:pt x="477" y="140"/>
                </a:lnTo>
                <a:lnTo>
                  <a:pt x="477" y="139"/>
                </a:lnTo>
                <a:lnTo>
                  <a:pt x="478" y="139"/>
                </a:lnTo>
                <a:lnTo>
                  <a:pt x="478" y="138"/>
                </a:lnTo>
                <a:lnTo>
                  <a:pt x="479" y="138"/>
                </a:lnTo>
                <a:lnTo>
                  <a:pt x="480" y="137"/>
                </a:lnTo>
                <a:lnTo>
                  <a:pt x="481" y="137"/>
                </a:lnTo>
                <a:lnTo>
                  <a:pt x="481" y="138"/>
                </a:lnTo>
                <a:lnTo>
                  <a:pt x="482" y="138"/>
                </a:lnTo>
                <a:lnTo>
                  <a:pt x="483" y="138"/>
                </a:lnTo>
                <a:lnTo>
                  <a:pt x="484" y="138"/>
                </a:lnTo>
                <a:lnTo>
                  <a:pt x="484" y="139"/>
                </a:lnTo>
                <a:lnTo>
                  <a:pt x="485" y="139"/>
                </a:lnTo>
                <a:lnTo>
                  <a:pt x="486" y="139"/>
                </a:lnTo>
                <a:lnTo>
                  <a:pt x="486" y="138"/>
                </a:lnTo>
                <a:lnTo>
                  <a:pt x="485" y="138"/>
                </a:lnTo>
                <a:lnTo>
                  <a:pt x="485" y="137"/>
                </a:lnTo>
                <a:lnTo>
                  <a:pt x="486" y="137"/>
                </a:lnTo>
                <a:lnTo>
                  <a:pt x="486" y="138"/>
                </a:lnTo>
                <a:lnTo>
                  <a:pt x="487" y="138"/>
                </a:lnTo>
                <a:lnTo>
                  <a:pt x="487" y="137"/>
                </a:lnTo>
                <a:lnTo>
                  <a:pt x="486" y="137"/>
                </a:lnTo>
                <a:lnTo>
                  <a:pt x="486" y="136"/>
                </a:lnTo>
                <a:lnTo>
                  <a:pt x="487" y="136"/>
                </a:lnTo>
                <a:lnTo>
                  <a:pt x="487" y="135"/>
                </a:lnTo>
                <a:lnTo>
                  <a:pt x="487" y="136"/>
                </a:lnTo>
                <a:lnTo>
                  <a:pt x="488" y="136"/>
                </a:lnTo>
                <a:lnTo>
                  <a:pt x="489" y="136"/>
                </a:lnTo>
                <a:lnTo>
                  <a:pt x="490" y="136"/>
                </a:lnTo>
                <a:lnTo>
                  <a:pt x="490" y="135"/>
                </a:lnTo>
                <a:lnTo>
                  <a:pt x="489" y="135"/>
                </a:lnTo>
                <a:lnTo>
                  <a:pt x="490" y="135"/>
                </a:lnTo>
                <a:lnTo>
                  <a:pt x="490" y="134"/>
                </a:lnTo>
                <a:lnTo>
                  <a:pt x="490" y="133"/>
                </a:lnTo>
                <a:lnTo>
                  <a:pt x="491" y="133"/>
                </a:lnTo>
                <a:lnTo>
                  <a:pt x="491" y="134"/>
                </a:lnTo>
                <a:lnTo>
                  <a:pt x="492" y="134"/>
                </a:lnTo>
                <a:lnTo>
                  <a:pt x="493" y="134"/>
                </a:lnTo>
                <a:lnTo>
                  <a:pt x="494" y="134"/>
                </a:lnTo>
                <a:lnTo>
                  <a:pt x="494" y="133"/>
                </a:lnTo>
                <a:lnTo>
                  <a:pt x="495" y="133"/>
                </a:lnTo>
                <a:lnTo>
                  <a:pt x="496" y="133"/>
                </a:lnTo>
                <a:lnTo>
                  <a:pt x="496" y="134"/>
                </a:lnTo>
                <a:lnTo>
                  <a:pt x="496" y="133"/>
                </a:lnTo>
                <a:lnTo>
                  <a:pt x="497" y="133"/>
                </a:lnTo>
                <a:lnTo>
                  <a:pt x="497" y="132"/>
                </a:lnTo>
                <a:lnTo>
                  <a:pt x="498" y="132"/>
                </a:lnTo>
                <a:lnTo>
                  <a:pt x="499" y="132"/>
                </a:lnTo>
                <a:lnTo>
                  <a:pt x="499" y="131"/>
                </a:lnTo>
                <a:lnTo>
                  <a:pt x="500" y="131"/>
                </a:lnTo>
                <a:lnTo>
                  <a:pt x="500" y="130"/>
                </a:lnTo>
                <a:lnTo>
                  <a:pt x="501" y="130"/>
                </a:lnTo>
                <a:lnTo>
                  <a:pt x="501" y="129"/>
                </a:lnTo>
                <a:lnTo>
                  <a:pt x="502" y="129"/>
                </a:lnTo>
                <a:lnTo>
                  <a:pt x="503" y="128"/>
                </a:lnTo>
                <a:lnTo>
                  <a:pt x="504" y="128"/>
                </a:lnTo>
                <a:lnTo>
                  <a:pt x="504" y="129"/>
                </a:lnTo>
                <a:lnTo>
                  <a:pt x="505" y="129"/>
                </a:lnTo>
                <a:lnTo>
                  <a:pt x="506" y="129"/>
                </a:lnTo>
                <a:lnTo>
                  <a:pt x="507" y="128"/>
                </a:lnTo>
                <a:lnTo>
                  <a:pt x="508" y="128"/>
                </a:lnTo>
                <a:lnTo>
                  <a:pt x="509" y="128"/>
                </a:lnTo>
                <a:lnTo>
                  <a:pt x="509" y="127"/>
                </a:lnTo>
                <a:lnTo>
                  <a:pt x="510" y="127"/>
                </a:lnTo>
                <a:lnTo>
                  <a:pt x="511" y="127"/>
                </a:lnTo>
                <a:lnTo>
                  <a:pt x="512" y="127"/>
                </a:lnTo>
                <a:lnTo>
                  <a:pt x="513" y="127"/>
                </a:lnTo>
                <a:lnTo>
                  <a:pt x="513" y="126"/>
                </a:lnTo>
                <a:lnTo>
                  <a:pt x="514" y="126"/>
                </a:lnTo>
                <a:lnTo>
                  <a:pt x="515" y="126"/>
                </a:lnTo>
                <a:lnTo>
                  <a:pt x="515" y="127"/>
                </a:lnTo>
                <a:lnTo>
                  <a:pt x="516" y="127"/>
                </a:lnTo>
                <a:lnTo>
                  <a:pt x="517" y="127"/>
                </a:lnTo>
                <a:lnTo>
                  <a:pt x="517" y="126"/>
                </a:lnTo>
                <a:lnTo>
                  <a:pt x="518" y="126"/>
                </a:lnTo>
                <a:lnTo>
                  <a:pt x="519" y="125"/>
                </a:lnTo>
                <a:lnTo>
                  <a:pt x="520" y="125"/>
                </a:lnTo>
                <a:lnTo>
                  <a:pt x="520" y="126"/>
                </a:lnTo>
                <a:lnTo>
                  <a:pt x="522" y="126"/>
                </a:lnTo>
                <a:lnTo>
                  <a:pt x="521" y="127"/>
                </a:lnTo>
                <a:lnTo>
                  <a:pt x="521" y="128"/>
                </a:lnTo>
                <a:lnTo>
                  <a:pt x="522" y="128"/>
                </a:lnTo>
                <a:lnTo>
                  <a:pt x="522" y="127"/>
                </a:lnTo>
                <a:lnTo>
                  <a:pt x="523" y="127"/>
                </a:lnTo>
                <a:lnTo>
                  <a:pt x="524" y="127"/>
                </a:lnTo>
                <a:lnTo>
                  <a:pt x="525" y="127"/>
                </a:lnTo>
                <a:lnTo>
                  <a:pt x="525" y="128"/>
                </a:lnTo>
                <a:lnTo>
                  <a:pt x="526" y="128"/>
                </a:lnTo>
                <a:lnTo>
                  <a:pt x="526" y="129"/>
                </a:lnTo>
                <a:lnTo>
                  <a:pt x="527" y="129"/>
                </a:lnTo>
                <a:lnTo>
                  <a:pt x="528" y="129"/>
                </a:lnTo>
                <a:lnTo>
                  <a:pt x="527" y="129"/>
                </a:lnTo>
                <a:lnTo>
                  <a:pt x="527" y="130"/>
                </a:lnTo>
                <a:lnTo>
                  <a:pt x="528" y="130"/>
                </a:lnTo>
                <a:lnTo>
                  <a:pt x="528" y="131"/>
                </a:lnTo>
                <a:lnTo>
                  <a:pt x="529" y="131"/>
                </a:lnTo>
                <a:lnTo>
                  <a:pt x="529" y="132"/>
                </a:lnTo>
                <a:lnTo>
                  <a:pt x="531" y="132"/>
                </a:lnTo>
                <a:lnTo>
                  <a:pt x="531" y="133"/>
                </a:lnTo>
                <a:lnTo>
                  <a:pt x="532" y="133"/>
                </a:lnTo>
                <a:lnTo>
                  <a:pt x="534" y="133"/>
                </a:lnTo>
                <a:lnTo>
                  <a:pt x="536" y="133"/>
                </a:lnTo>
                <a:lnTo>
                  <a:pt x="536" y="134"/>
                </a:lnTo>
                <a:lnTo>
                  <a:pt x="536" y="135"/>
                </a:lnTo>
                <a:lnTo>
                  <a:pt x="537" y="135"/>
                </a:lnTo>
                <a:lnTo>
                  <a:pt x="538" y="135"/>
                </a:lnTo>
                <a:lnTo>
                  <a:pt x="538" y="134"/>
                </a:lnTo>
                <a:lnTo>
                  <a:pt x="539" y="134"/>
                </a:lnTo>
                <a:lnTo>
                  <a:pt x="539" y="135"/>
                </a:lnTo>
                <a:lnTo>
                  <a:pt x="540" y="135"/>
                </a:lnTo>
                <a:lnTo>
                  <a:pt x="540" y="136"/>
                </a:lnTo>
                <a:lnTo>
                  <a:pt x="541" y="136"/>
                </a:lnTo>
                <a:lnTo>
                  <a:pt x="542" y="136"/>
                </a:lnTo>
                <a:lnTo>
                  <a:pt x="542" y="137"/>
                </a:lnTo>
                <a:lnTo>
                  <a:pt x="542" y="138"/>
                </a:lnTo>
                <a:lnTo>
                  <a:pt x="542" y="139"/>
                </a:lnTo>
                <a:lnTo>
                  <a:pt x="543" y="140"/>
                </a:lnTo>
                <a:lnTo>
                  <a:pt x="543" y="139"/>
                </a:lnTo>
                <a:lnTo>
                  <a:pt x="544" y="139"/>
                </a:lnTo>
                <a:lnTo>
                  <a:pt x="545" y="139"/>
                </a:lnTo>
                <a:lnTo>
                  <a:pt x="545" y="138"/>
                </a:lnTo>
                <a:lnTo>
                  <a:pt x="546" y="138"/>
                </a:lnTo>
                <a:lnTo>
                  <a:pt x="547" y="138"/>
                </a:lnTo>
                <a:lnTo>
                  <a:pt x="547" y="139"/>
                </a:lnTo>
                <a:lnTo>
                  <a:pt x="547" y="140"/>
                </a:lnTo>
                <a:lnTo>
                  <a:pt x="548" y="140"/>
                </a:lnTo>
                <a:lnTo>
                  <a:pt x="548" y="139"/>
                </a:lnTo>
                <a:lnTo>
                  <a:pt x="549" y="139"/>
                </a:lnTo>
                <a:lnTo>
                  <a:pt x="550" y="139"/>
                </a:lnTo>
                <a:lnTo>
                  <a:pt x="551" y="139"/>
                </a:lnTo>
                <a:lnTo>
                  <a:pt x="552" y="139"/>
                </a:lnTo>
                <a:lnTo>
                  <a:pt x="553" y="139"/>
                </a:lnTo>
                <a:lnTo>
                  <a:pt x="554" y="139"/>
                </a:lnTo>
                <a:lnTo>
                  <a:pt x="555" y="139"/>
                </a:lnTo>
                <a:lnTo>
                  <a:pt x="555" y="138"/>
                </a:lnTo>
                <a:lnTo>
                  <a:pt x="556" y="138"/>
                </a:lnTo>
                <a:lnTo>
                  <a:pt x="557" y="139"/>
                </a:lnTo>
                <a:lnTo>
                  <a:pt x="558" y="139"/>
                </a:lnTo>
                <a:lnTo>
                  <a:pt x="559" y="139"/>
                </a:lnTo>
                <a:lnTo>
                  <a:pt x="560" y="139"/>
                </a:lnTo>
                <a:lnTo>
                  <a:pt x="561" y="139"/>
                </a:lnTo>
                <a:lnTo>
                  <a:pt x="561" y="140"/>
                </a:lnTo>
                <a:lnTo>
                  <a:pt x="560" y="140"/>
                </a:lnTo>
                <a:lnTo>
                  <a:pt x="560" y="141"/>
                </a:lnTo>
                <a:lnTo>
                  <a:pt x="561" y="141"/>
                </a:lnTo>
                <a:lnTo>
                  <a:pt x="561" y="142"/>
                </a:lnTo>
                <a:lnTo>
                  <a:pt x="562" y="142"/>
                </a:lnTo>
                <a:lnTo>
                  <a:pt x="562" y="143"/>
                </a:lnTo>
                <a:lnTo>
                  <a:pt x="562" y="144"/>
                </a:lnTo>
                <a:lnTo>
                  <a:pt x="561" y="145"/>
                </a:lnTo>
                <a:lnTo>
                  <a:pt x="561" y="147"/>
                </a:lnTo>
                <a:lnTo>
                  <a:pt x="562" y="147"/>
                </a:lnTo>
                <a:lnTo>
                  <a:pt x="563" y="147"/>
                </a:lnTo>
                <a:lnTo>
                  <a:pt x="563" y="148"/>
                </a:lnTo>
                <a:lnTo>
                  <a:pt x="564" y="149"/>
                </a:lnTo>
                <a:lnTo>
                  <a:pt x="564" y="150"/>
                </a:lnTo>
                <a:lnTo>
                  <a:pt x="565" y="151"/>
                </a:lnTo>
                <a:lnTo>
                  <a:pt x="566" y="151"/>
                </a:lnTo>
                <a:lnTo>
                  <a:pt x="566" y="152"/>
                </a:lnTo>
                <a:lnTo>
                  <a:pt x="567" y="153"/>
                </a:lnTo>
                <a:lnTo>
                  <a:pt x="568" y="153"/>
                </a:lnTo>
                <a:lnTo>
                  <a:pt x="568" y="154"/>
                </a:lnTo>
                <a:lnTo>
                  <a:pt x="569" y="155"/>
                </a:lnTo>
                <a:lnTo>
                  <a:pt x="570" y="155"/>
                </a:lnTo>
                <a:lnTo>
                  <a:pt x="569" y="155"/>
                </a:lnTo>
                <a:lnTo>
                  <a:pt x="568" y="156"/>
                </a:lnTo>
                <a:lnTo>
                  <a:pt x="568" y="157"/>
                </a:lnTo>
                <a:lnTo>
                  <a:pt x="570" y="157"/>
                </a:lnTo>
                <a:lnTo>
                  <a:pt x="571" y="157"/>
                </a:lnTo>
                <a:lnTo>
                  <a:pt x="572" y="158"/>
                </a:lnTo>
                <a:lnTo>
                  <a:pt x="572" y="159"/>
                </a:lnTo>
                <a:lnTo>
                  <a:pt x="572" y="160"/>
                </a:lnTo>
                <a:lnTo>
                  <a:pt x="573" y="160"/>
                </a:lnTo>
                <a:lnTo>
                  <a:pt x="572" y="160"/>
                </a:lnTo>
                <a:lnTo>
                  <a:pt x="572" y="161"/>
                </a:lnTo>
                <a:lnTo>
                  <a:pt x="573" y="161"/>
                </a:lnTo>
                <a:lnTo>
                  <a:pt x="574" y="161"/>
                </a:lnTo>
                <a:lnTo>
                  <a:pt x="574" y="162"/>
                </a:lnTo>
                <a:lnTo>
                  <a:pt x="573" y="162"/>
                </a:lnTo>
                <a:lnTo>
                  <a:pt x="573" y="163"/>
                </a:lnTo>
                <a:lnTo>
                  <a:pt x="574" y="163"/>
                </a:lnTo>
                <a:lnTo>
                  <a:pt x="574" y="164"/>
                </a:lnTo>
                <a:lnTo>
                  <a:pt x="574" y="165"/>
                </a:lnTo>
                <a:lnTo>
                  <a:pt x="573" y="166"/>
                </a:lnTo>
                <a:lnTo>
                  <a:pt x="573" y="165"/>
                </a:lnTo>
                <a:lnTo>
                  <a:pt x="572" y="165"/>
                </a:lnTo>
                <a:lnTo>
                  <a:pt x="572" y="166"/>
                </a:lnTo>
                <a:lnTo>
                  <a:pt x="572" y="167"/>
                </a:lnTo>
                <a:lnTo>
                  <a:pt x="569" y="167"/>
                </a:lnTo>
                <a:lnTo>
                  <a:pt x="568" y="167"/>
                </a:lnTo>
                <a:lnTo>
                  <a:pt x="568" y="168"/>
                </a:lnTo>
                <a:lnTo>
                  <a:pt x="567" y="168"/>
                </a:lnTo>
                <a:lnTo>
                  <a:pt x="566" y="168"/>
                </a:lnTo>
                <a:lnTo>
                  <a:pt x="566" y="169"/>
                </a:lnTo>
                <a:lnTo>
                  <a:pt x="565" y="169"/>
                </a:lnTo>
                <a:lnTo>
                  <a:pt x="565" y="171"/>
                </a:lnTo>
                <a:lnTo>
                  <a:pt x="565" y="172"/>
                </a:lnTo>
                <a:lnTo>
                  <a:pt x="565" y="173"/>
                </a:lnTo>
                <a:lnTo>
                  <a:pt x="564" y="173"/>
                </a:lnTo>
                <a:lnTo>
                  <a:pt x="564" y="174"/>
                </a:lnTo>
                <a:lnTo>
                  <a:pt x="564" y="175"/>
                </a:lnTo>
                <a:lnTo>
                  <a:pt x="563" y="175"/>
                </a:lnTo>
                <a:lnTo>
                  <a:pt x="563" y="176"/>
                </a:lnTo>
                <a:lnTo>
                  <a:pt x="563" y="177"/>
                </a:lnTo>
                <a:lnTo>
                  <a:pt x="563" y="179"/>
                </a:lnTo>
                <a:lnTo>
                  <a:pt x="563" y="180"/>
                </a:lnTo>
                <a:lnTo>
                  <a:pt x="564" y="180"/>
                </a:lnTo>
                <a:lnTo>
                  <a:pt x="564" y="181"/>
                </a:lnTo>
                <a:lnTo>
                  <a:pt x="564" y="182"/>
                </a:lnTo>
                <a:lnTo>
                  <a:pt x="564" y="183"/>
                </a:lnTo>
                <a:lnTo>
                  <a:pt x="564" y="184"/>
                </a:lnTo>
                <a:lnTo>
                  <a:pt x="565" y="184"/>
                </a:lnTo>
                <a:lnTo>
                  <a:pt x="565" y="185"/>
                </a:lnTo>
                <a:lnTo>
                  <a:pt x="566" y="185"/>
                </a:lnTo>
                <a:lnTo>
                  <a:pt x="566" y="186"/>
                </a:lnTo>
                <a:lnTo>
                  <a:pt x="567" y="186"/>
                </a:lnTo>
                <a:lnTo>
                  <a:pt x="567" y="187"/>
                </a:lnTo>
                <a:lnTo>
                  <a:pt x="567" y="188"/>
                </a:lnTo>
                <a:lnTo>
                  <a:pt x="568" y="188"/>
                </a:lnTo>
                <a:lnTo>
                  <a:pt x="568" y="189"/>
                </a:lnTo>
                <a:lnTo>
                  <a:pt x="569" y="189"/>
                </a:lnTo>
                <a:lnTo>
                  <a:pt x="569" y="190"/>
                </a:lnTo>
                <a:lnTo>
                  <a:pt x="568" y="191"/>
                </a:lnTo>
                <a:lnTo>
                  <a:pt x="568" y="192"/>
                </a:lnTo>
                <a:lnTo>
                  <a:pt x="568" y="194"/>
                </a:lnTo>
                <a:lnTo>
                  <a:pt x="568" y="195"/>
                </a:lnTo>
                <a:lnTo>
                  <a:pt x="568" y="196"/>
                </a:lnTo>
                <a:lnTo>
                  <a:pt x="569" y="197"/>
                </a:lnTo>
                <a:lnTo>
                  <a:pt x="569" y="199"/>
                </a:lnTo>
                <a:lnTo>
                  <a:pt x="569" y="201"/>
                </a:lnTo>
                <a:lnTo>
                  <a:pt x="569" y="202"/>
                </a:lnTo>
                <a:lnTo>
                  <a:pt x="569" y="203"/>
                </a:lnTo>
                <a:lnTo>
                  <a:pt x="568" y="203"/>
                </a:lnTo>
                <a:lnTo>
                  <a:pt x="567" y="204"/>
                </a:lnTo>
                <a:lnTo>
                  <a:pt x="567" y="205"/>
                </a:lnTo>
                <a:lnTo>
                  <a:pt x="568" y="205"/>
                </a:lnTo>
                <a:lnTo>
                  <a:pt x="569" y="205"/>
                </a:lnTo>
                <a:lnTo>
                  <a:pt x="569" y="206"/>
                </a:lnTo>
                <a:lnTo>
                  <a:pt x="569" y="207"/>
                </a:lnTo>
                <a:lnTo>
                  <a:pt x="569" y="208"/>
                </a:lnTo>
                <a:lnTo>
                  <a:pt x="570" y="208"/>
                </a:lnTo>
                <a:lnTo>
                  <a:pt x="571" y="208"/>
                </a:lnTo>
                <a:lnTo>
                  <a:pt x="571" y="207"/>
                </a:lnTo>
                <a:lnTo>
                  <a:pt x="573" y="206"/>
                </a:lnTo>
                <a:lnTo>
                  <a:pt x="573" y="205"/>
                </a:lnTo>
                <a:lnTo>
                  <a:pt x="574" y="205"/>
                </a:lnTo>
                <a:lnTo>
                  <a:pt x="574" y="204"/>
                </a:lnTo>
                <a:lnTo>
                  <a:pt x="574" y="203"/>
                </a:lnTo>
                <a:lnTo>
                  <a:pt x="577" y="203"/>
                </a:lnTo>
                <a:lnTo>
                  <a:pt x="578" y="203"/>
                </a:lnTo>
                <a:lnTo>
                  <a:pt x="579" y="203"/>
                </a:lnTo>
                <a:lnTo>
                  <a:pt x="580" y="203"/>
                </a:lnTo>
                <a:lnTo>
                  <a:pt x="580" y="202"/>
                </a:lnTo>
                <a:lnTo>
                  <a:pt x="581" y="202"/>
                </a:lnTo>
                <a:lnTo>
                  <a:pt x="582" y="201"/>
                </a:lnTo>
                <a:lnTo>
                  <a:pt x="582" y="200"/>
                </a:lnTo>
                <a:lnTo>
                  <a:pt x="582" y="199"/>
                </a:lnTo>
                <a:lnTo>
                  <a:pt x="583" y="199"/>
                </a:lnTo>
                <a:lnTo>
                  <a:pt x="583" y="200"/>
                </a:lnTo>
                <a:lnTo>
                  <a:pt x="584" y="199"/>
                </a:lnTo>
                <a:lnTo>
                  <a:pt x="586" y="199"/>
                </a:lnTo>
                <a:lnTo>
                  <a:pt x="587" y="199"/>
                </a:lnTo>
                <a:lnTo>
                  <a:pt x="588" y="199"/>
                </a:lnTo>
                <a:lnTo>
                  <a:pt x="589" y="199"/>
                </a:lnTo>
                <a:lnTo>
                  <a:pt x="589" y="200"/>
                </a:lnTo>
                <a:lnTo>
                  <a:pt x="588" y="200"/>
                </a:lnTo>
                <a:lnTo>
                  <a:pt x="587" y="200"/>
                </a:lnTo>
                <a:lnTo>
                  <a:pt x="587" y="201"/>
                </a:lnTo>
                <a:lnTo>
                  <a:pt x="587" y="202"/>
                </a:lnTo>
                <a:lnTo>
                  <a:pt x="589" y="202"/>
                </a:lnTo>
                <a:lnTo>
                  <a:pt x="590" y="202"/>
                </a:lnTo>
                <a:lnTo>
                  <a:pt x="591" y="202"/>
                </a:lnTo>
                <a:lnTo>
                  <a:pt x="592" y="203"/>
                </a:lnTo>
                <a:lnTo>
                  <a:pt x="592" y="202"/>
                </a:lnTo>
                <a:lnTo>
                  <a:pt x="593" y="202"/>
                </a:lnTo>
                <a:lnTo>
                  <a:pt x="593" y="201"/>
                </a:lnTo>
                <a:lnTo>
                  <a:pt x="593" y="200"/>
                </a:lnTo>
                <a:lnTo>
                  <a:pt x="594" y="199"/>
                </a:lnTo>
                <a:lnTo>
                  <a:pt x="597" y="200"/>
                </a:lnTo>
                <a:lnTo>
                  <a:pt x="598" y="200"/>
                </a:lnTo>
                <a:lnTo>
                  <a:pt x="601" y="200"/>
                </a:lnTo>
                <a:lnTo>
                  <a:pt x="603" y="200"/>
                </a:lnTo>
                <a:lnTo>
                  <a:pt x="606" y="200"/>
                </a:lnTo>
                <a:lnTo>
                  <a:pt x="607" y="200"/>
                </a:lnTo>
                <a:lnTo>
                  <a:pt x="607" y="201"/>
                </a:lnTo>
                <a:lnTo>
                  <a:pt x="608" y="202"/>
                </a:lnTo>
                <a:lnTo>
                  <a:pt x="610" y="203"/>
                </a:lnTo>
                <a:lnTo>
                  <a:pt x="611" y="203"/>
                </a:lnTo>
                <a:lnTo>
                  <a:pt x="612" y="203"/>
                </a:lnTo>
                <a:lnTo>
                  <a:pt x="614" y="203"/>
                </a:lnTo>
                <a:lnTo>
                  <a:pt x="614" y="204"/>
                </a:lnTo>
                <a:lnTo>
                  <a:pt x="615" y="204"/>
                </a:lnTo>
                <a:lnTo>
                  <a:pt x="616" y="204"/>
                </a:lnTo>
                <a:lnTo>
                  <a:pt x="617" y="205"/>
                </a:lnTo>
                <a:lnTo>
                  <a:pt x="618" y="205"/>
                </a:lnTo>
                <a:lnTo>
                  <a:pt x="618" y="206"/>
                </a:lnTo>
                <a:lnTo>
                  <a:pt x="618" y="207"/>
                </a:lnTo>
                <a:lnTo>
                  <a:pt x="619" y="207"/>
                </a:lnTo>
                <a:lnTo>
                  <a:pt x="620" y="207"/>
                </a:lnTo>
                <a:lnTo>
                  <a:pt x="621" y="207"/>
                </a:lnTo>
                <a:lnTo>
                  <a:pt x="622" y="207"/>
                </a:lnTo>
                <a:lnTo>
                  <a:pt x="623" y="207"/>
                </a:lnTo>
                <a:lnTo>
                  <a:pt x="623" y="208"/>
                </a:lnTo>
                <a:lnTo>
                  <a:pt x="624" y="208"/>
                </a:lnTo>
                <a:lnTo>
                  <a:pt x="624" y="209"/>
                </a:lnTo>
                <a:lnTo>
                  <a:pt x="624" y="210"/>
                </a:lnTo>
                <a:lnTo>
                  <a:pt x="625" y="210"/>
                </a:lnTo>
                <a:lnTo>
                  <a:pt x="624" y="210"/>
                </a:lnTo>
                <a:lnTo>
                  <a:pt x="623" y="211"/>
                </a:lnTo>
                <a:lnTo>
                  <a:pt x="622" y="212"/>
                </a:lnTo>
                <a:lnTo>
                  <a:pt x="621" y="213"/>
                </a:lnTo>
                <a:lnTo>
                  <a:pt x="621" y="214"/>
                </a:lnTo>
                <a:lnTo>
                  <a:pt x="620" y="214"/>
                </a:lnTo>
                <a:lnTo>
                  <a:pt x="619" y="214"/>
                </a:lnTo>
                <a:lnTo>
                  <a:pt x="618" y="214"/>
                </a:lnTo>
                <a:lnTo>
                  <a:pt x="618" y="213"/>
                </a:lnTo>
                <a:lnTo>
                  <a:pt x="615" y="213"/>
                </a:lnTo>
                <a:lnTo>
                  <a:pt x="615" y="214"/>
                </a:lnTo>
                <a:lnTo>
                  <a:pt x="614" y="214"/>
                </a:lnTo>
                <a:lnTo>
                  <a:pt x="613" y="214"/>
                </a:lnTo>
                <a:lnTo>
                  <a:pt x="614" y="215"/>
                </a:lnTo>
                <a:lnTo>
                  <a:pt x="614" y="216"/>
                </a:lnTo>
                <a:lnTo>
                  <a:pt x="614" y="217"/>
                </a:lnTo>
                <a:lnTo>
                  <a:pt x="613" y="218"/>
                </a:lnTo>
                <a:lnTo>
                  <a:pt x="613" y="219"/>
                </a:lnTo>
                <a:lnTo>
                  <a:pt x="614" y="220"/>
                </a:lnTo>
                <a:lnTo>
                  <a:pt x="615" y="221"/>
                </a:lnTo>
                <a:lnTo>
                  <a:pt x="615" y="222"/>
                </a:lnTo>
                <a:lnTo>
                  <a:pt x="616" y="222"/>
                </a:lnTo>
                <a:lnTo>
                  <a:pt x="617" y="222"/>
                </a:lnTo>
                <a:lnTo>
                  <a:pt x="618" y="223"/>
                </a:lnTo>
                <a:lnTo>
                  <a:pt x="618" y="224"/>
                </a:lnTo>
                <a:lnTo>
                  <a:pt x="617" y="225"/>
                </a:lnTo>
                <a:lnTo>
                  <a:pt x="617" y="226"/>
                </a:lnTo>
                <a:lnTo>
                  <a:pt x="616" y="226"/>
                </a:lnTo>
                <a:lnTo>
                  <a:pt x="616" y="227"/>
                </a:lnTo>
                <a:lnTo>
                  <a:pt x="615" y="228"/>
                </a:lnTo>
                <a:lnTo>
                  <a:pt x="616" y="229"/>
                </a:lnTo>
                <a:lnTo>
                  <a:pt x="617" y="229"/>
                </a:lnTo>
                <a:lnTo>
                  <a:pt x="618" y="229"/>
                </a:lnTo>
                <a:lnTo>
                  <a:pt x="618" y="230"/>
                </a:lnTo>
                <a:lnTo>
                  <a:pt x="619" y="230"/>
                </a:lnTo>
                <a:lnTo>
                  <a:pt x="619" y="231"/>
                </a:lnTo>
                <a:lnTo>
                  <a:pt x="619" y="232"/>
                </a:lnTo>
                <a:lnTo>
                  <a:pt x="619" y="233"/>
                </a:lnTo>
                <a:lnTo>
                  <a:pt x="620" y="233"/>
                </a:lnTo>
                <a:lnTo>
                  <a:pt x="621" y="233"/>
                </a:lnTo>
                <a:lnTo>
                  <a:pt x="621" y="234"/>
                </a:lnTo>
                <a:lnTo>
                  <a:pt x="622" y="235"/>
                </a:lnTo>
                <a:lnTo>
                  <a:pt x="623" y="235"/>
                </a:lnTo>
                <a:lnTo>
                  <a:pt x="623" y="236"/>
                </a:lnTo>
                <a:lnTo>
                  <a:pt x="624" y="237"/>
                </a:lnTo>
                <a:lnTo>
                  <a:pt x="625" y="237"/>
                </a:lnTo>
                <a:lnTo>
                  <a:pt x="625" y="238"/>
                </a:lnTo>
                <a:lnTo>
                  <a:pt x="625" y="239"/>
                </a:lnTo>
                <a:lnTo>
                  <a:pt x="626" y="239"/>
                </a:lnTo>
                <a:lnTo>
                  <a:pt x="627" y="239"/>
                </a:lnTo>
                <a:lnTo>
                  <a:pt x="627" y="240"/>
                </a:lnTo>
                <a:lnTo>
                  <a:pt x="628" y="240"/>
                </a:lnTo>
                <a:lnTo>
                  <a:pt x="628" y="241"/>
                </a:lnTo>
                <a:lnTo>
                  <a:pt x="629" y="241"/>
                </a:lnTo>
                <a:lnTo>
                  <a:pt x="629" y="242"/>
                </a:lnTo>
                <a:lnTo>
                  <a:pt x="630" y="242"/>
                </a:lnTo>
                <a:lnTo>
                  <a:pt x="630" y="243"/>
                </a:lnTo>
                <a:lnTo>
                  <a:pt x="629" y="243"/>
                </a:lnTo>
                <a:lnTo>
                  <a:pt x="629" y="244"/>
                </a:lnTo>
                <a:lnTo>
                  <a:pt x="630" y="245"/>
                </a:lnTo>
                <a:lnTo>
                  <a:pt x="630" y="246"/>
                </a:lnTo>
                <a:lnTo>
                  <a:pt x="629" y="246"/>
                </a:lnTo>
                <a:lnTo>
                  <a:pt x="628" y="247"/>
                </a:lnTo>
                <a:lnTo>
                  <a:pt x="628" y="248"/>
                </a:lnTo>
                <a:lnTo>
                  <a:pt x="627" y="248"/>
                </a:lnTo>
                <a:lnTo>
                  <a:pt x="627" y="249"/>
                </a:lnTo>
                <a:lnTo>
                  <a:pt x="628" y="250"/>
                </a:lnTo>
                <a:lnTo>
                  <a:pt x="628" y="251"/>
                </a:lnTo>
                <a:lnTo>
                  <a:pt x="629" y="252"/>
                </a:lnTo>
                <a:lnTo>
                  <a:pt x="630" y="253"/>
                </a:lnTo>
                <a:lnTo>
                  <a:pt x="631" y="254"/>
                </a:lnTo>
                <a:lnTo>
                  <a:pt x="632" y="254"/>
                </a:lnTo>
                <a:lnTo>
                  <a:pt x="632" y="253"/>
                </a:lnTo>
                <a:lnTo>
                  <a:pt x="633" y="254"/>
                </a:lnTo>
                <a:lnTo>
                  <a:pt x="634" y="254"/>
                </a:lnTo>
                <a:lnTo>
                  <a:pt x="635" y="255"/>
                </a:lnTo>
                <a:lnTo>
                  <a:pt x="635" y="256"/>
                </a:lnTo>
                <a:lnTo>
                  <a:pt x="636" y="256"/>
                </a:lnTo>
                <a:lnTo>
                  <a:pt x="637" y="256"/>
                </a:lnTo>
                <a:lnTo>
                  <a:pt x="637" y="255"/>
                </a:lnTo>
                <a:lnTo>
                  <a:pt x="638" y="255"/>
                </a:lnTo>
                <a:lnTo>
                  <a:pt x="638" y="254"/>
                </a:lnTo>
                <a:lnTo>
                  <a:pt x="638" y="253"/>
                </a:lnTo>
                <a:lnTo>
                  <a:pt x="639" y="252"/>
                </a:lnTo>
                <a:lnTo>
                  <a:pt x="640" y="252"/>
                </a:lnTo>
                <a:lnTo>
                  <a:pt x="641" y="252"/>
                </a:lnTo>
                <a:lnTo>
                  <a:pt x="641" y="253"/>
                </a:lnTo>
                <a:lnTo>
                  <a:pt x="641" y="254"/>
                </a:lnTo>
                <a:lnTo>
                  <a:pt x="641" y="255"/>
                </a:lnTo>
                <a:lnTo>
                  <a:pt x="640" y="255"/>
                </a:lnTo>
                <a:lnTo>
                  <a:pt x="640" y="257"/>
                </a:lnTo>
                <a:lnTo>
                  <a:pt x="640" y="258"/>
                </a:lnTo>
                <a:lnTo>
                  <a:pt x="641" y="258"/>
                </a:lnTo>
                <a:lnTo>
                  <a:pt x="641" y="259"/>
                </a:lnTo>
                <a:lnTo>
                  <a:pt x="641" y="260"/>
                </a:lnTo>
                <a:lnTo>
                  <a:pt x="642" y="260"/>
                </a:lnTo>
                <a:lnTo>
                  <a:pt x="642" y="261"/>
                </a:lnTo>
                <a:lnTo>
                  <a:pt x="642" y="262"/>
                </a:lnTo>
                <a:lnTo>
                  <a:pt x="641" y="264"/>
                </a:lnTo>
                <a:lnTo>
                  <a:pt x="642" y="265"/>
                </a:lnTo>
                <a:lnTo>
                  <a:pt x="643" y="265"/>
                </a:lnTo>
                <a:lnTo>
                  <a:pt x="644" y="266"/>
                </a:lnTo>
                <a:lnTo>
                  <a:pt x="645" y="266"/>
                </a:lnTo>
                <a:lnTo>
                  <a:pt x="647" y="267"/>
                </a:lnTo>
                <a:lnTo>
                  <a:pt x="648" y="267"/>
                </a:lnTo>
                <a:lnTo>
                  <a:pt x="649" y="266"/>
                </a:lnTo>
                <a:lnTo>
                  <a:pt x="650" y="266"/>
                </a:lnTo>
                <a:lnTo>
                  <a:pt x="651" y="266"/>
                </a:lnTo>
                <a:lnTo>
                  <a:pt x="652" y="266"/>
                </a:lnTo>
                <a:lnTo>
                  <a:pt x="653" y="266"/>
                </a:lnTo>
                <a:lnTo>
                  <a:pt x="653" y="267"/>
                </a:lnTo>
                <a:lnTo>
                  <a:pt x="654" y="267"/>
                </a:lnTo>
                <a:lnTo>
                  <a:pt x="654" y="268"/>
                </a:lnTo>
                <a:lnTo>
                  <a:pt x="655" y="268"/>
                </a:lnTo>
                <a:lnTo>
                  <a:pt x="655" y="269"/>
                </a:lnTo>
                <a:lnTo>
                  <a:pt x="656" y="269"/>
                </a:lnTo>
                <a:lnTo>
                  <a:pt x="657" y="268"/>
                </a:lnTo>
                <a:lnTo>
                  <a:pt x="658" y="268"/>
                </a:lnTo>
                <a:lnTo>
                  <a:pt x="659" y="268"/>
                </a:lnTo>
                <a:lnTo>
                  <a:pt x="660" y="268"/>
                </a:lnTo>
                <a:lnTo>
                  <a:pt x="661" y="268"/>
                </a:lnTo>
                <a:lnTo>
                  <a:pt x="661" y="267"/>
                </a:lnTo>
                <a:lnTo>
                  <a:pt x="662" y="267"/>
                </a:lnTo>
                <a:lnTo>
                  <a:pt x="663" y="267"/>
                </a:lnTo>
                <a:lnTo>
                  <a:pt x="664" y="266"/>
                </a:lnTo>
                <a:lnTo>
                  <a:pt x="664" y="265"/>
                </a:lnTo>
                <a:lnTo>
                  <a:pt x="665" y="265"/>
                </a:lnTo>
                <a:lnTo>
                  <a:pt x="665" y="266"/>
                </a:lnTo>
                <a:lnTo>
                  <a:pt x="666" y="266"/>
                </a:lnTo>
                <a:lnTo>
                  <a:pt x="666" y="265"/>
                </a:lnTo>
                <a:lnTo>
                  <a:pt x="667" y="265"/>
                </a:lnTo>
                <a:lnTo>
                  <a:pt x="668" y="265"/>
                </a:lnTo>
                <a:lnTo>
                  <a:pt x="669" y="265"/>
                </a:lnTo>
                <a:lnTo>
                  <a:pt x="670" y="265"/>
                </a:lnTo>
                <a:lnTo>
                  <a:pt x="671" y="265"/>
                </a:lnTo>
                <a:lnTo>
                  <a:pt x="671" y="264"/>
                </a:lnTo>
                <a:lnTo>
                  <a:pt x="672" y="264"/>
                </a:lnTo>
                <a:lnTo>
                  <a:pt x="672" y="263"/>
                </a:lnTo>
                <a:lnTo>
                  <a:pt x="673" y="263"/>
                </a:lnTo>
                <a:lnTo>
                  <a:pt x="674" y="263"/>
                </a:lnTo>
                <a:lnTo>
                  <a:pt x="674" y="264"/>
                </a:lnTo>
                <a:lnTo>
                  <a:pt x="675" y="263"/>
                </a:lnTo>
                <a:lnTo>
                  <a:pt x="676" y="263"/>
                </a:lnTo>
                <a:lnTo>
                  <a:pt x="676" y="262"/>
                </a:lnTo>
                <a:lnTo>
                  <a:pt x="677" y="262"/>
                </a:lnTo>
                <a:lnTo>
                  <a:pt x="678" y="261"/>
                </a:lnTo>
                <a:lnTo>
                  <a:pt x="679" y="261"/>
                </a:lnTo>
                <a:lnTo>
                  <a:pt x="679" y="260"/>
                </a:lnTo>
                <a:lnTo>
                  <a:pt x="680" y="260"/>
                </a:lnTo>
                <a:lnTo>
                  <a:pt x="679" y="259"/>
                </a:lnTo>
                <a:lnTo>
                  <a:pt x="679" y="258"/>
                </a:lnTo>
                <a:lnTo>
                  <a:pt x="679" y="257"/>
                </a:lnTo>
                <a:lnTo>
                  <a:pt x="678" y="257"/>
                </a:lnTo>
                <a:lnTo>
                  <a:pt x="677" y="257"/>
                </a:lnTo>
                <a:lnTo>
                  <a:pt x="677" y="256"/>
                </a:lnTo>
                <a:lnTo>
                  <a:pt x="676" y="256"/>
                </a:lnTo>
                <a:lnTo>
                  <a:pt x="676" y="255"/>
                </a:lnTo>
                <a:lnTo>
                  <a:pt x="677" y="255"/>
                </a:lnTo>
                <a:lnTo>
                  <a:pt x="677" y="254"/>
                </a:lnTo>
                <a:lnTo>
                  <a:pt x="678" y="254"/>
                </a:lnTo>
                <a:lnTo>
                  <a:pt x="679" y="254"/>
                </a:lnTo>
                <a:lnTo>
                  <a:pt x="679" y="253"/>
                </a:lnTo>
                <a:lnTo>
                  <a:pt x="679" y="252"/>
                </a:lnTo>
                <a:lnTo>
                  <a:pt x="679" y="250"/>
                </a:lnTo>
                <a:lnTo>
                  <a:pt x="680" y="250"/>
                </a:lnTo>
                <a:lnTo>
                  <a:pt x="680" y="251"/>
                </a:lnTo>
                <a:lnTo>
                  <a:pt x="681" y="251"/>
                </a:lnTo>
                <a:lnTo>
                  <a:pt x="681" y="250"/>
                </a:lnTo>
                <a:lnTo>
                  <a:pt x="680" y="249"/>
                </a:lnTo>
                <a:lnTo>
                  <a:pt x="680" y="248"/>
                </a:lnTo>
                <a:lnTo>
                  <a:pt x="679" y="248"/>
                </a:lnTo>
                <a:lnTo>
                  <a:pt x="679" y="247"/>
                </a:lnTo>
                <a:lnTo>
                  <a:pt x="679" y="246"/>
                </a:lnTo>
                <a:lnTo>
                  <a:pt x="678" y="247"/>
                </a:lnTo>
                <a:lnTo>
                  <a:pt x="677" y="246"/>
                </a:lnTo>
                <a:lnTo>
                  <a:pt x="676" y="246"/>
                </a:lnTo>
                <a:lnTo>
                  <a:pt x="676" y="245"/>
                </a:lnTo>
                <a:lnTo>
                  <a:pt x="677" y="244"/>
                </a:lnTo>
                <a:lnTo>
                  <a:pt x="678" y="244"/>
                </a:lnTo>
                <a:lnTo>
                  <a:pt x="679" y="243"/>
                </a:lnTo>
                <a:lnTo>
                  <a:pt x="680" y="242"/>
                </a:lnTo>
                <a:lnTo>
                  <a:pt x="680" y="241"/>
                </a:lnTo>
                <a:lnTo>
                  <a:pt x="679" y="241"/>
                </a:lnTo>
                <a:lnTo>
                  <a:pt x="678" y="240"/>
                </a:lnTo>
                <a:lnTo>
                  <a:pt x="678" y="239"/>
                </a:lnTo>
                <a:lnTo>
                  <a:pt x="676" y="239"/>
                </a:lnTo>
                <a:lnTo>
                  <a:pt x="676" y="238"/>
                </a:lnTo>
                <a:lnTo>
                  <a:pt x="676" y="237"/>
                </a:lnTo>
                <a:lnTo>
                  <a:pt x="676" y="236"/>
                </a:lnTo>
                <a:lnTo>
                  <a:pt x="676" y="235"/>
                </a:lnTo>
                <a:lnTo>
                  <a:pt x="675" y="235"/>
                </a:lnTo>
                <a:lnTo>
                  <a:pt x="675" y="234"/>
                </a:lnTo>
                <a:lnTo>
                  <a:pt x="676" y="234"/>
                </a:lnTo>
                <a:lnTo>
                  <a:pt x="676" y="233"/>
                </a:lnTo>
                <a:lnTo>
                  <a:pt x="677" y="232"/>
                </a:lnTo>
                <a:lnTo>
                  <a:pt x="677" y="231"/>
                </a:lnTo>
                <a:lnTo>
                  <a:pt x="678" y="232"/>
                </a:lnTo>
                <a:lnTo>
                  <a:pt x="679" y="234"/>
                </a:lnTo>
                <a:lnTo>
                  <a:pt x="680" y="234"/>
                </a:lnTo>
                <a:lnTo>
                  <a:pt x="681" y="233"/>
                </a:lnTo>
                <a:lnTo>
                  <a:pt x="682" y="233"/>
                </a:lnTo>
                <a:lnTo>
                  <a:pt x="682" y="234"/>
                </a:lnTo>
                <a:lnTo>
                  <a:pt x="683" y="234"/>
                </a:lnTo>
                <a:lnTo>
                  <a:pt x="684" y="234"/>
                </a:lnTo>
                <a:lnTo>
                  <a:pt x="684" y="233"/>
                </a:lnTo>
                <a:lnTo>
                  <a:pt x="685" y="233"/>
                </a:lnTo>
                <a:lnTo>
                  <a:pt x="686" y="234"/>
                </a:lnTo>
                <a:lnTo>
                  <a:pt x="687" y="234"/>
                </a:lnTo>
                <a:lnTo>
                  <a:pt x="687" y="235"/>
                </a:lnTo>
                <a:lnTo>
                  <a:pt x="688" y="235"/>
                </a:lnTo>
                <a:lnTo>
                  <a:pt x="688" y="234"/>
                </a:lnTo>
                <a:lnTo>
                  <a:pt x="689" y="233"/>
                </a:lnTo>
                <a:lnTo>
                  <a:pt x="690" y="232"/>
                </a:lnTo>
                <a:lnTo>
                  <a:pt x="690" y="231"/>
                </a:lnTo>
                <a:lnTo>
                  <a:pt x="690" y="230"/>
                </a:lnTo>
                <a:lnTo>
                  <a:pt x="690" y="229"/>
                </a:lnTo>
                <a:lnTo>
                  <a:pt x="690" y="228"/>
                </a:lnTo>
                <a:lnTo>
                  <a:pt x="691" y="227"/>
                </a:lnTo>
                <a:lnTo>
                  <a:pt x="691" y="226"/>
                </a:lnTo>
                <a:lnTo>
                  <a:pt x="692" y="226"/>
                </a:lnTo>
                <a:lnTo>
                  <a:pt x="692" y="225"/>
                </a:lnTo>
                <a:lnTo>
                  <a:pt x="692" y="224"/>
                </a:lnTo>
                <a:lnTo>
                  <a:pt x="693" y="224"/>
                </a:lnTo>
                <a:lnTo>
                  <a:pt x="693" y="223"/>
                </a:lnTo>
                <a:lnTo>
                  <a:pt x="694" y="223"/>
                </a:lnTo>
                <a:lnTo>
                  <a:pt x="696" y="223"/>
                </a:lnTo>
                <a:lnTo>
                  <a:pt x="696" y="222"/>
                </a:lnTo>
                <a:lnTo>
                  <a:pt x="697" y="222"/>
                </a:lnTo>
                <a:lnTo>
                  <a:pt x="697" y="221"/>
                </a:lnTo>
                <a:lnTo>
                  <a:pt x="698" y="221"/>
                </a:lnTo>
                <a:lnTo>
                  <a:pt x="699" y="221"/>
                </a:lnTo>
                <a:lnTo>
                  <a:pt x="700" y="220"/>
                </a:lnTo>
                <a:lnTo>
                  <a:pt x="701" y="219"/>
                </a:lnTo>
                <a:lnTo>
                  <a:pt x="701" y="218"/>
                </a:lnTo>
                <a:lnTo>
                  <a:pt x="702" y="218"/>
                </a:lnTo>
                <a:lnTo>
                  <a:pt x="703" y="218"/>
                </a:lnTo>
                <a:lnTo>
                  <a:pt x="704" y="217"/>
                </a:lnTo>
                <a:lnTo>
                  <a:pt x="705" y="217"/>
                </a:lnTo>
                <a:lnTo>
                  <a:pt x="705" y="216"/>
                </a:lnTo>
                <a:lnTo>
                  <a:pt x="706" y="215"/>
                </a:lnTo>
                <a:lnTo>
                  <a:pt x="707" y="215"/>
                </a:lnTo>
                <a:lnTo>
                  <a:pt x="708" y="215"/>
                </a:lnTo>
                <a:lnTo>
                  <a:pt x="709" y="215"/>
                </a:lnTo>
                <a:lnTo>
                  <a:pt x="710" y="216"/>
                </a:lnTo>
                <a:lnTo>
                  <a:pt x="710" y="217"/>
                </a:lnTo>
                <a:lnTo>
                  <a:pt x="711" y="218"/>
                </a:lnTo>
                <a:lnTo>
                  <a:pt x="712" y="218"/>
                </a:lnTo>
                <a:lnTo>
                  <a:pt x="712" y="219"/>
                </a:lnTo>
                <a:lnTo>
                  <a:pt x="713" y="219"/>
                </a:lnTo>
                <a:lnTo>
                  <a:pt x="714" y="219"/>
                </a:lnTo>
                <a:lnTo>
                  <a:pt x="715" y="219"/>
                </a:lnTo>
                <a:lnTo>
                  <a:pt x="715" y="220"/>
                </a:lnTo>
                <a:lnTo>
                  <a:pt x="715" y="221"/>
                </a:lnTo>
                <a:lnTo>
                  <a:pt x="716" y="221"/>
                </a:lnTo>
                <a:lnTo>
                  <a:pt x="716" y="222"/>
                </a:lnTo>
                <a:lnTo>
                  <a:pt x="715" y="222"/>
                </a:lnTo>
                <a:lnTo>
                  <a:pt x="716" y="222"/>
                </a:lnTo>
                <a:lnTo>
                  <a:pt x="716" y="223"/>
                </a:lnTo>
                <a:lnTo>
                  <a:pt x="717" y="223"/>
                </a:lnTo>
                <a:lnTo>
                  <a:pt x="717" y="224"/>
                </a:lnTo>
                <a:lnTo>
                  <a:pt x="718" y="224"/>
                </a:lnTo>
                <a:lnTo>
                  <a:pt x="718" y="225"/>
                </a:lnTo>
                <a:lnTo>
                  <a:pt x="718" y="226"/>
                </a:lnTo>
                <a:lnTo>
                  <a:pt x="718" y="227"/>
                </a:lnTo>
                <a:lnTo>
                  <a:pt x="718" y="228"/>
                </a:lnTo>
                <a:lnTo>
                  <a:pt x="718" y="229"/>
                </a:lnTo>
                <a:lnTo>
                  <a:pt x="719" y="229"/>
                </a:lnTo>
                <a:lnTo>
                  <a:pt x="720" y="230"/>
                </a:lnTo>
                <a:lnTo>
                  <a:pt x="720" y="231"/>
                </a:lnTo>
                <a:lnTo>
                  <a:pt x="720" y="232"/>
                </a:lnTo>
                <a:lnTo>
                  <a:pt x="720" y="233"/>
                </a:lnTo>
                <a:lnTo>
                  <a:pt x="720" y="234"/>
                </a:lnTo>
                <a:lnTo>
                  <a:pt x="720" y="235"/>
                </a:lnTo>
                <a:lnTo>
                  <a:pt x="719" y="235"/>
                </a:lnTo>
                <a:lnTo>
                  <a:pt x="718" y="235"/>
                </a:lnTo>
                <a:lnTo>
                  <a:pt x="717" y="235"/>
                </a:lnTo>
                <a:lnTo>
                  <a:pt x="717" y="236"/>
                </a:lnTo>
                <a:lnTo>
                  <a:pt x="717" y="237"/>
                </a:lnTo>
                <a:lnTo>
                  <a:pt x="718" y="237"/>
                </a:lnTo>
                <a:lnTo>
                  <a:pt x="719" y="238"/>
                </a:lnTo>
                <a:lnTo>
                  <a:pt x="720" y="239"/>
                </a:lnTo>
                <a:lnTo>
                  <a:pt x="719" y="239"/>
                </a:lnTo>
                <a:lnTo>
                  <a:pt x="719" y="240"/>
                </a:lnTo>
                <a:lnTo>
                  <a:pt x="719" y="241"/>
                </a:lnTo>
                <a:lnTo>
                  <a:pt x="719" y="242"/>
                </a:lnTo>
                <a:lnTo>
                  <a:pt x="718" y="242"/>
                </a:lnTo>
                <a:lnTo>
                  <a:pt x="718" y="243"/>
                </a:lnTo>
                <a:lnTo>
                  <a:pt x="718" y="244"/>
                </a:lnTo>
                <a:lnTo>
                  <a:pt x="717" y="245"/>
                </a:lnTo>
                <a:lnTo>
                  <a:pt x="718" y="246"/>
                </a:lnTo>
                <a:lnTo>
                  <a:pt x="719" y="246"/>
                </a:lnTo>
                <a:lnTo>
                  <a:pt x="719" y="247"/>
                </a:lnTo>
                <a:lnTo>
                  <a:pt x="719" y="248"/>
                </a:lnTo>
                <a:lnTo>
                  <a:pt x="719" y="249"/>
                </a:lnTo>
                <a:lnTo>
                  <a:pt x="718" y="249"/>
                </a:lnTo>
                <a:lnTo>
                  <a:pt x="718" y="250"/>
                </a:lnTo>
                <a:lnTo>
                  <a:pt x="718" y="251"/>
                </a:lnTo>
                <a:lnTo>
                  <a:pt x="717" y="251"/>
                </a:lnTo>
                <a:lnTo>
                  <a:pt x="717" y="252"/>
                </a:lnTo>
                <a:lnTo>
                  <a:pt x="718" y="252"/>
                </a:lnTo>
                <a:lnTo>
                  <a:pt x="718" y="253"/>
                </a:lnTo>
                <a:lnTo>
                  <a:pt x="719" y="253"/>
                </a:lnTo>
                <a:lnTo>
                  <a:pt x="718" y="253"/>
                </a:lnTo>
                <a:lnTo>
                  <a:pt x="718" y="254"/>
                </a:lnTo>
                <a:lnTo>
                  <a:pt x="719" y="255"/>
                </a:lnTo>
                <a:lnTo>
                  <a:pt x="719" y="256"/>
                </a:lnTo>
                <a:lnTo>
                  <a:pt x="719" y="257"/>
                </a:lnTo>
                <a:lnTo>
                  <a:pt x="720" y="257"/>
                </a:lnTo>
                <a:lnTo>
                  <a:pt x="720" y="258"/>
                </a:lnTo>
                <a:lnTo>
                  <a:pt x="721" y="258"/>
                </a:lnTo>
                <a:lnTo>
                  <a:pt x="721" y="259"/>
                </a:lnTo>
                <a:lnTo>
                  <a:pt x="721" y="260"/>
                </a:lnTo>
                <a:lnTo>
                  <a:pt x="722" y="260"/>
                </a:lnTo>
                <a:lnTo>
                  <a:pt x="723" y="261"/>
                </a:lnTo>
                <a:lnTo>
                  <a:pt x="724" y="262"/>
                </a:lnTo>
                <a:lnTo>
                  <a:pt x="725" y="263"/>
                </a:lnTo>
                <a:lnTo>
                  <a:pt x="726" y="264"/>
                </a:lnTo>
                <a:lnTo>
                  <a:pt x="726" y="265"/>
                </a:lnTo>
                <a:lnTo>
                  <a:pt x="727" y="265"/>
                </a:lnTo>
                <a:lnTo>
                  <a:pt x="727" y="266"/>
                </a:lnTo>
                <a:lnTo>
                  <a:pt x="728" y="267"/>
                </a:lnTo>
                <a:lnTo>
                  <a:pt x="728" y="268"/>
                </a:lnTo>
                <a:lnTo>
                  <a:pt x="729" y="268"/>
                </a:lnTo>
                <a:lnTo>
                  <a:pt x="728" y="268"/>
                </a:lnTo>
                <a:lnTo>
                  <a:pt x="728" y="269"/>
                </a:lnTo>
                <a:lnTo>
                  <a:pt x="729" y="269"/>
                </a:lnTo>
                <a:lnTo>
                  <a:pt x="729" y="270"/>
                </a:lnTo>
                <a:lnTo>
                  <a:pt x="730" y="270"/>
                </a:lnTo>
                <a:lnTo>
                  <a:pt x="730" y="271"/>
                </a:lnTo>
                <a:lnTo>
                  <a:pt x="730" y="272"/>
                </a:lnTo>
                <a:lnTo>
                  <a:pt x="730" y="273"/>
                </a:lnTo>
                <a:lnTo>
                  <a:pt x="730" y="274"/>
                </a:lnTo>
                <a:lnTo>
                  <a:pt x="731" y="274"/>
                </a:lnTo>
                <a:lnTo>
                  <a:pt x="731" y="275"/>
                </a:lnTo>
                <a:lnTo>
                  <a:pt x="731" y="276"/>
                </a:lnTo>
                <a:lnTo>
                  <a:pt x="731" y="277"/>
                </a:lnTo>
                <a:lnTo>
                  <a:pt x="732" y="278"/>
                </a:lnTo>
                <a:lnTo>
                  <a:pt x="733" y="279"/>
                </a:lnTo>
                <a:lnTo>
                  <a:pt x="733" y="280"/>
                </a:lnTo>
                <a:lnTo>
                  <a:pt x="734" y="280"/>
                </a:lnTo>
                <a:lnTo>
                  <a:pt x="734" y="281"/>
                </a:lnTo>
                <a:lnTo>
                  <a:pt x="735" y="281"/>
                </a:lnTo>
                <a:lnTo>
                  <a:pt x="735" y="282"/>
                </a:lnTo>
                <a:lnTo>
                  <a:pt x="736" y="282"/>
                </a:lnTo>
                <a:lnTo>
                  <a:pt x="737" y="282"/>
                </a:lnTo>
                <a:lnTo>
                  <a:pt x="737" y="283"/>
                </a:lnTo>
                <a:lnTo>
                  <a:pt x="737" y="284"/>
                </a:lnTo>
                <a:lnTo>
                  <a:pt x="736" y="285"/>
                </a:lnTo>
                <a:lnTo>
                  <a:pt x="736" y="286"/>
                </a:lnTo>
                <a:lnTo>
                  <a:pt x="737" y="287"/>
                </a:lnTo>
                <a:lnTo>
                  <a:pt x="736" y="288"/>
                </a:lnTo>
                <a:lnTo>
                  <a:pt x="737" y="289"/>
                </a:lnTo>
                <a:lnTo>
                  <a:pt x="738" y="289"/>
                </a:lnTo>
                <a:lnTo>
                  <a:pt x="739" y="289"/>
                </a:lnTo>
                <a:lnTo>
                  <a:pt x="740" y="289"/>
                </a:lnTo>
                <a:lnTo>
                  <a:pt x="740" y="288"/>
                </a:lnTo>
                <a:lnTo>
                  <a:pt x="740" y="289"/>
                </a:lnTo>
                <a:lnTo>
                  <a:pt x="741" y="289"/>
                </a:lnTo>
                <a:lnTo>
                  <a:pt x="742" y="289"/>
                </a:lnTo>
                <a:lnTo>
                  <a:pt x="743" y="289"/>
                </a:lnTo>
                <a:lnTo>
                  <a:pt x="743" y="288"/>
                </a:lnTo>
                <a:lnTo>
                  <a:pt x="744" y="288"/>
                </a:lnTo>
                <a:lnTo>
                  <a:pt x="744" y="289"/>
                </a:lnTo>
                <a:lnTo>
                  <a:pt x="746" y="289"/>
                </a:lnTo>
                <a:lnTo>
                  <a:pt x="747" y="290"/>
                </a:lnTo>
                <a:lnTo>
                  <a:pt x="747" y="291"/>
                </a:lnTo>
                <a:lnTo>
                  <a:pt x="748" y="292"/>
                </a:lnTo>
                <a:lnTo>
                  <a:pt x="749" y="292"/>
                </a:lnTo>
                <a:lnTo>
                  <a:pt x="750" y="293"/>
                </a:lnTo>
                <a:lnTo>
                  <a:pt x="749" y="293"/>
                </a:lnTo>
                <a:lnTo>
                  <a:pt x="749" y="294"/>
                </a:lnTo>
                <a:lnTo>
                  <a:pt x="748" y="294"/>
                </a:lnTo>
                <a:lnTo>
                  <a:pt x="746" y="296"/>
                </a:lnTo>
                <a:lnTo>
                  <a:pt x="745" y="297"/>
                </a:lnTo>
                <a:lnTo>
                  <a:pt x="745" y="298"/>
                </a:lnTo>
                <a:lnTo>
                  <a:pt x="746" y="298"/>
                </a:lnTo>
                <a:lnTo>
                  <a:pt x="746" y="299"/>
                </a:lnTo>
                <a:lnTo>
                  <a:pt x="747" y="299"/>
                </a:lnTo>
                <a:lnTo>
                  <a:pt x="748" y="300"/>
                </a:lnTo>
                <a:lnTo>
                  <a:pt x="748" y="301"/>
                </a:lnTo>
                <a:lnTo>
                  <a:pt x="748" y="302"/>
                </a:lnTo>
                <a:lnTo>
                  <a:pt x="749" y="302"/>
                </a:lnTo>
                <a:lnTo>
                  <a:pt x="749" y="303"/>
                </a:lnTo>
                <a:lnTo>
                  <a:pt x="749" y="304"/>
                </a:lnTo>
                <a:lnTo>
                  <a:pt x="750" y="305"/>
                </a:lnTo>
                <a:lnTo>
                  <a:pt x="749" y="305"/>
                </a:lnTo>
                <a:lnTo>
                  <a:pt x="748" y="305"/>
                </a:lnTo>
                <a:lnTo>
                  <a:pt x="747" y="306"/>
                </a:lnTo>
                <a:lnTo>
                  <a:pt x="746" y="306"/>
                </a:lnTo>
                <a:lnTo>
                  <a:pt x="746" y="307"/>
                </a:lnTo>
                <a:lnTo>
                  <a:pt x="746" y="308"/>
                </a:lnTo>
                <a:lnTo>
                  <a:pt x="747" y="307"/>
                </a:lnTo>
                <a:lnTo>
                  <a:pt x="748" y="307"/>
                </a:lnTo>
                <a:lnTo>
                  <a:pt x="748" y="308"/>
                </a:lnTo>
                <a:lnTo>
                  <a:pt x="749" y="309"/>
                </a:lnTo>
                <a:lnTo>
                  <a:pt x="749" y="308"/>
                </a:lnTo>
                <a:lnTo>
                  <a:pt x="750" y="308"/>
                </a:lnTo>
                <a:lnTo>
                  <a:pt x="751" y="308"/>
                </a:lnTo>
                <a:lnTo>
                  <a:pt x="751" y="309"/>
                </a:lnTo>
                <a:lnTo>
                  <a:pt x="751" y="310"/>
                </a:lnTo>
                <a:lnTo>
                  <a:pt x="752" y="310"/>
                </a:lnTo>
                <a:lnTo>
                  <a:pt x="752" y="311"/>
                </a:lnTo>
                <a:lnTo>
                  <a:pt x="752" y="312"/>
                </a:lnTo>
                <a:lnTo>
                  <a:pt x="753" y="312"/>
                </a:lnTo>
                <a:lnTo>
                  <a:pt x="753" y="313"/>
                </a:lnTo>
                <a:lnTo>
                  <a:pt x="752" y="313"/>
                </a:lnTo>
                <a:lnTo>
                  <a:pt x="753" y="313"/>
                </a:lnTo>
                <a:lnTo>
                  <a:pt x="753" y="314"/>
                </a:lnTo>
                <a:lnTo>
                  <a:pt x="754" y="314"/>
                </a:lnTo>
                <a:lnTo>
                  <a:pt x="754" y="315"/>
                </a:lnTo>
                <a:lnTo>
                  <a:pt x="754" y="316"/>
                </a:lnTo>
                <a:lnTo>
                  <a:pt x="755" y="317"/>
                </a:lnTo>
                <a:lnTo>
                  <a:pt x="755" y="318"/>
                </a:lnTo>
                <a:lnTo>
                  <a:pt x="755" y="319"/>
                </a:lnTo>
                <a:lnTo>
                  <a:pt x="756" y="319"/>
                </a:lnTo>
                <a:lnTo>
                  <a:pt x="756" y="320"/>
                </a:lnTo>
                <a:lnTo>
                  <a:pt x="757" y="322"/>
                </a:lnTo>
                <a:lnTo>
                  <a:pt x="757" y="323"/>
                </a:lnTo>
                <a:lnTo>
                  <a:pt x="757" y="324"/>
                </a:lnTo>
                <a:lnTo>
                  <a:pt x="757" y="325"/>
                </a:lnTo>
                <a:lnTo>
                  <a:pt x="758" y="325"/>
                </a:lnTo>
                <a:lnTo>
                  <a:pt x="758" y="326"/>
                </a:lnTo>
                <a:lnTo>
                  <a:pt x="759" y="326"/>
                </a:lnTo>
                <a:lnTo>
                  <a:pt x="759" y="327"/>
                </a:lnTo>
                <a:lnTo>
                  <a:pt x="759" y="328"/>
                </a:lnTo>
                <a:lnTo>
                  <a:pt x="759" y="329"/>
                </a:lnTo>
                <a:lnTo>
                  <a:pt x="760" y="329"/>
                </a:lnTo>
                <a:lnTo>
                  <a:pt x="761" y="329"/>
                </a:lnTo>
                <a:lnTo>
                  <a:pt x="762" y="330"/>
                </a:lnTo>
                <a:lnTo>
                  <a:pt x="762" y="331"/>
                </a:lnTo>
                <a:lnTo>
                  <a:pt x="764" y="331"/>
                </a:lnTo>
                <a:lnTo>
                  <a:pt x="766" y="331"/>
                </a:lnTo>
                <a:lnTo>
                  <a:pt x="766" y="330"/>
                </a:lnTo>
                <a:lnTo>
                  <a:pt x="767" y="330"/>
                </a:lnTo>
                <a:lnTo>
                  <a:pt x="767" y="329"/>
                </a:lnTo>
                <a:lnTo>
                  <a:pt x="768" y="329"/>
                </a:lnTo>
                <a:lnTo>
                  <a:pt x="769" y="329"/>
                </a:lnTo>
                <a:lnTo>
                  <a:pt x="770" y="329"/>
                </a:lnTo>
                <a:lnTo>
                  <a:pt x="770" y="330"/>
                </a:lnTo>
                <a:lnTo>
                  <a:pt x="770" y="331"/>
                </a:lnTo>
                <a:lnTo>
                  <a:pt x="771" y="331"/>
                </a:lnTo>
                <a:lnTo>
                  <a:pt x="772" y="331"/>
                </a:lnTo>
                <a:lnTo>
                  <a:pt x="773" y="331"/>
                </a:lnTo>
                <a:lnTo>
                  <a:pt x="773" y="332"/>
                </a:lnTo>
                <a:lnTo>
                  <a:pt x="774" y="332"/>
                </a:lnTo>
                <a:lnTo>
                  <a:pt x="775" y="332"/>
                </a:lnTo>
                <a:lnTo>
                  <a:pt x="775" y="333"/>
                </a:lnTo>
                <a:lnTo>
                  <a:pt x="776" y="333"/>
                </a:lnTo>
                <a:lnTo>
                  <a:pt x="777" y="333"/>
                </a:lnTo>
                <a:lnTo>
                  <a:pt x="777" y="332"/>
                </a:lnTo>
                <a:lnTo>
                  <a:pt x="778" y="332"/>
                </a:lnTo>
                <a:lnTo>
                  <a:pt x="779" y="331"/>
                </a:lnTo>
                <a:lnTo>
                  <a:pt x="780" y="331"/>
                </a:lnTo>
                <a:lnTo>
                  <a:pt x="781" y="330"/>
                </a:lnTo>
                <a:lnTo>
                  <a:pt x="784" y="330"/>
                </a:lnTo>
                <a:lnTo>
                  <a:pt x="785" y="330"/>
                </a:lnTo>
                <a:lnTo>
                  <a:pt x="785" y="329"/>
                </a:lnTo>
                <a:lnTo>
                  <a:pt x="786" y="329"/>
                </a:lnTo>
                <a:lnTo>
                  <a:pt x="787" y="329"/>
                </a:lnTo>
                <a:lnTo>
                  <a:pt x="788" y="329"/>
                </a:lnTo>
                <a:lnTo>
                  <a:pt x="789" y="329"/>
                </a:lnTo>
                <a:lnTo>
                  <a:pt x="790" y="328"/>
                </a:lnTo>
                <a:lnTo>
                  <a:pt x="790" y="327"/>
                </a:lnTo>
                <a:lnTo>
                  <a:pt x="792" y="327"/>
                </a:lnTo>
                <a:lnTo>
                  <a:pt x="793" y="328"/>
                </a:lnTo>
                <a:lnTo>
                  <a:pt x="794" y="328"/>
                </a:lnTo>
                <a:lnTo>
                  <a:pt x="794" y="327"/>
                </a:lnTo>
                <a:lnTo>
                  <a:pt x="795" y="327"/>
                </a:lnTo>
                <a:lnTo>
                  <a:pt x="796" y="327"/>
                </a:lnTo>
                <a:lnTo>
                  <a:pt x="796" y="326"/>
                </a:lnTo>
                <a:lnTo>
                  <a:pt x="797" y="326"/>
                </a:lnTo>
                <a:lnTo>
                  <a:pt x="798" y="326"/>
                </a:lnTo>
                <a:lnTo>
                  <a:pt x="798" y="325"/>
                </a:lnTo>
                <a:lnTo>
                  <a:pt x="799" y="325"/>
                </a:lnTo>
                <a:lnTo>
                  <a:pt x="799" y="323"/>
                </a:lnTo>
                <a:lnTo>
                  <a:pt x="799" y="322"/>
                </a:lnTo>
                <a:lnTo>
                  <a:pt x="799" y="321"/>
                </a:lnTo>
                <a:lnTo>
                  <a:pt x="799" y="320"/>
                </a:lnTo>
                <a:lnTo>
                  <a:pt x="799" y="319"/>
                </a:lnTo>
                <a:lnTo>
                  <a:pt x="799" y="318"/>
                </a:lnTo>
                <a:lnTo>
                  <a:pt x="798" y="318"/>
                </a:lnTo>
                <a:lnTo>
                  <a:pt x="797" y="316"/>
                </a:lnTo>
                <a:lnTo>
                  <a:pt x="797" y="315"/>
                </a:lnTo>
                <a:lnTo>
                  <a:pt x="798" y="315"/>
                </a:lnTo>
                <a:lnTo>
                  <a:pt x="798" y="313"/>
                </a:lnTo>
                <a:lnTo>
                  <a:pt x="797" y="313"/>
                </a:lnTo>
                <a:lnTo>
                  <a:pt x="797" y="312"/>
                </a:lnTo>
                <a:lnTo>
                  <a:pt x="798" y="312"/>
                </a:lnTo>
                <a:lnTo>
                  <a:pt x="799" y="312"/>
                </a:lnTo>
                <a:lnTo>
                  <a:pt x="799" y="311"/>
                </a:lnTo>
                <a:lnTo>
                  <a:pt x="799" y="310"/>
                </a:lnTo>
                <a:lnTo>
                  <a:pt x="798" y="310"/>
                </a:lnTo>
                <a:lnTo>
                  <a:pt x="798" y="309"/>
                </a:lnTo>
                <a:lnTo>
                  <a:pt x="798" y="308"/>
                </a:lnTo>
                <a:lnTo>
                  <a:pt x="798" y="307"/>
                </a:lnTo>
                <a:lnTo>
                  <a:pt x="797" y="307"/>
                </a:lnTo>
                <a:lnTo>
                  <a:pt x="797" y="306"/>
                </a:lnTo>
                <a:lnTo>
                  <a:pt x="798" y="306"/>
                </a:lnTo>
                <a:lnTo>
                  <a:pt x="798" y="305"/>
                </a:lnTo>
                <a:lnTo>
                  <a:pt x="797" y="304"/>
                </a:lnTo>
                <a:lnTo>
                  <a:pt x="797" y="302"/>
                </a:lnTo>
                <a:lnTo>
                  <a:pt x="798" y="300"/>
                </a:lnTo>
                <a:lnTo>
                  <a:pt x="799" y="300"/>
                </a:lnTo>
                <a:lnTo>
                  <a:pt x="800" y="299"/>
                </a:lnTo>
                <a:lnTo>
                  <a:pt x="800" y="298"/>
                </a:lnTo>
                <a:lnTo>
                  <a:pt x="801" y="298"/>
                </a:lnTo>
                <a:lnTo>
                  <a:pt x="802" y="298"/>
                </a:lnTo>
                <a:lnTo>
                  <a:pt x="803" y="298"/>
                </a:lnTo>
                <a:lnTo>
                  <a:pt x="804" y="298"/>
                </a:lnTo>
                <a:lnTo>
                  <a:pt x="805" y="299"/>
                </a:lnTo>
                <a:lnTo>
                  <a:pt x="805" y="300"/>
                </a:lnTo>
                <a:lnTo>
                  <a:pt x="807" y="300"/>
                </a:lnTo>
                <a:lnTo>
                  <a:pt x="808" y="300"/>
                </a:lnTo>
                <a:lnTo>
                  <a:pt x="807" y="299"/>
                </a:lnTo>
                <a:lnTo>
                  <a:pt x="807" y="298"/>
                </a:lnTo>
                <a:lnTo>
                  <a:pt x="808" y="299"/>
                </a:lnTo>
                <a:lnTo>
                  <a:pt x="809" y="299"/>
                </a:lnTo>
                <a:lnTo>
                  <a:pt x="810" y="300"/>
                </a:lnTo>
                <a:lnTo>
                  <a:pt x="811" y="300"/>
                </a:lnTo>
                <a:lnTo>
                  <a:pt x="812" y="300"/>
                </a:lnTo>
                <a:lnTo>
                  <a:pt x="813" y="300"/>
                </a:lnTo>
                <a:lnTo>
                  <a:pt x="814" y="300"/>
                </a:lnTo>
                <a:lnTo>
                  <a:pt x="815" y="299"/>
                </a:lnTo>
                <a:lnTo>
                  <a:pt x="816" y="299"/>
                </a:lnTo>
                <a:lnTo>
                  <a:pt x="816" y="298"/>
                </a:lnTo>
                <a:lnTo>
                  <a:pt x="817" y="298"/>
                </a:lnTo>
                <a:lnTo>
                  <a:pt x="818" y="298"/>
                </a:lnTo>
                <a:lnTo>
                  <a:pt x="818" y="296"/>
                </a:lnTo>
                <a:lnTo>
                  <a:pt x="818" y="295"/>
                </a:lnTo>
                <a:lnTo>
                  <a:pt x="819" y="295"/>
                </a:lnTo>
                <a:lnTo>
                  <a:pt x="820" y="295"/>
                </a:lnTo>
                <a:lnTo>
                  <a:pt x="821" y="295"/>
                </a:lnTo>
                <a:lnTo>
                  <a:pt x="822" y="294"/>
                </a:lnTo>
                <a:lnTo>
                  <a:pt x="823" y="293"/>
                </a:lnTo>
                <a:lnTo>
                  <a:pt x="824" y="292"/>
                </a:lnTo>
                <a:lnTo>
                  <a:pt x="824" y="291"/>
                </a:lnTo>
                <a:lnTo>
                  <a:pt x="826" y="291"/>
                </a:lnTo>
                <a:lnTo>
                  <a:pt x="827" y="291"/>
                </a:lnTo>
                <a:lnTo>
                  <a:pt x="827" y="290"/>
                </a:lnTo>
                <a:lnTo>
                  <a:pt x="828" y="290"/>
                </a:lnTo>
                <a:lnTo>
                  <a:pt x="828" y="291"/>
                </a:lnTo>
                <a:lnTo>
                  <a:pt x="829" y="291"/>
                </a:lnTo>
                <a:lnTo>
                  <a:pt x="830" y="292"/>
                </a:lnTo>
                <a:lnTo>
                  <a:pt x="831" y="291"/>
                </a:lnTo>
                <a:lnTo>
                  <a:pt x="832" y="291"/>
                </a:lnTo>
                <a:lnTo>
                  <a:pt x="833" y="291"/>
                </a:lnTo>
                <a:lnTo>
                  <a:pt x="834" y="291"/>
                </a:lnTo>
                <a:lnTo>
                  <a:pt x="835" y="291"/>
                </a:lnTo>
                <a:lnTo>
                  <a:pt x="837" y="291"/>
                </a:lnTo>
                <a:lnTo>
                  <a:pt x="838" y="291"/>
                </a:lnTo>
                <a:lnTo>
                  <a:pt x="838" y="290"/>
                </a:lnTo>
                <a:lnTo>
                  <a:pt x="839" y="290"/>
                </a:lnTo>
                <a:lnTo>
                  <a:pt x="840" y="290"/>
                </a:lnTo>
                <a:lnTo>
                  <a:pt x="841" y="291"/>
                </a:lnTo>
                <a:lnTo>
                  <a:pt x="842" y="291"/>
                </a:lnTo>
                <a:lnTo>
                  <a:pt x="843" y="291"/>
                </a:lnTo>
                <a:lnTo>
                  <a:pt x="844" y="291"/>
                </a:lnTo>
                <a:lnTo>
                  <a:pt x="845" y="291"/>
                </a:lnTo>
                <a:lnTo>
                  <a:pt x="847" y="291"/>
                </a:lnTo>
                <a:lnTo>
                  <a:pt x="848" y="290"/>
                </a:lnTo>
                <a:lnTo>
                  <a:pt x="849" y="290"/>
                </a:lnTo>
                <a:lnTo>
                  <a:pt x="850" y="290"/>
                </a:lnTo>
                <a:lnTo>
                  <a:pt x="851" y="291"/>
                </a:lnTo>
                <a:lnTo>
                  <a:pt x="852" y="290"/>
                </a:lnTo>
                <a:lnTo>
                  <a:pt x="853" y="290"/>
                </a:lnTo>
                <a:lnTo>
                  <a:pt x="852" y="290"/>
                </a:lnTo>
                <a:lnTo>
                  <a:pt x="852" y="289"/>
                </a:lnTo>
                <a:lnTo>
                  <a:pt x="853" y="289"/>
                </a:lnTo>
                <a:lnTo>
                  <a:pt x="853" y="288"/>
                </a:lnTo>
                <a:lnTo>
                  <a:pt x="854" y="288"/>
                </a:lnTo>
                <a:lnTo>
                  <a:pt x="854" y="289"/>
                </a:lnTo>
                <a:lnTo>
                  <a:pt x="855" y="289"/>
                </a:lnTo>
                <a:lnTo>
                  <a:pt x="856" y="289"/>
                </a:lnTo>
                <a:lnTo>
                  <a:pt x="857" y="289"/>
                </a:lnTo>
                <a:lnTo>
                  <a:pt x="857" y="288"/>
                </a:lnTo>
                <a:lnTo>
                  <a:pt x="858" y="287"/>
                </a:lnTo>
                <a:lnTo>
                  <a:pt x="857" y="286"/>
                </a:lnTo>
                <a:lnTo>
                  <a:pt x="857" y="285"/>
                </a:lnTo>
                <a:lnTo>
                  <a:pt x="857" y="284"/>
                </a:lnTo>
                <a:lnTo>
                  <a:pt x="858" y="284"/>
                </a:lnTo>
                <a:lnTo>
                  <a:pt x="858" y="283"/>
                </a:lnTo>
                <a:lnTo>
                  <a:pt x="858" y="282"/>
                </a:lnTo>
                <a:lnTo>
                  <a:pt x="857" y="282"/>
                </a:lnTo>
                <a:lnTo>
                  <a:pt x="857" y="281"/>
                </a:lnTo>
                <a:lnTo>
                  <a:pt x="857" y="280"/>
                </a:lnTo>
                <a:lnTo>
                  <a:pt x="858" y="280"/>
                </a:lnTo>
                <a:lnTo>
                  <a:pt x="859" y="280"/>
                </a:lnTo>
                <a:lnTo>
                  <a:pt x="860" y="280"/>
                </a:lnTo>
                <a:lnTo>
                  <a:pt x="861" y="279"/>
                </a:lnTo>
                <a:lnTo>
                  <a:pt x="861" y="278"/>
                </a:lnTo>
                <a:lnTo>
                  <a:pt x="862" y="278"/>
                </a:lnTo>
                <a:lnTo>
                  <a:pt x="863" y="277"/>
                </a:lnTo>
                <a:lnTo>
                  <a:pt x="864" y="276"/>
                </a:lnTo>
                <a:lnTo>
                  <a:pt x="865" y="276"/>
                </a:lnTo>
                <a:lnTo>
                  <a:pt x="865" y="275"/>
                </a:lnTo>
                <a:lnTo>
                  <a:pt x="866" y="275"/>
                </a:lnTo>
                <a:lnTo>
                  <a:pt x="866" y="276"/>
                </a:lnTo>
                <a:lnTo>
                  <a:pt x="867" y="276"/>
                </a:lnTo>
                <a:lnTo>
                  <a:pt x="868" y="276"/>
                </a:lnTo>
                <a:lnTo>
                  <a:pt x="869" y="275"/>
                </a:lnTo>
                <a:lnTo>
                  <a:pt x="869" y="274"/>
                </a:lnTo>
                <a:lnTo>
                  <a:pt x="869" y="275"/>
                </a:lnTo>
                <a:lnTo>
                  <a:pt x="870" y="275"/>
                </a:lnTo>
                <a:lnTo>
                  <a:pt x="870" y="274"/>
                </a:lnTo>
                <a:lnTo>
                  <a:pt x="870" y="273"/>
                </a:lnTo>
                <a:lnTo>
                  <a:pt x="871" y="273"/>
                </a:lnTo>
                <a:lnTo>
                  <a:pt x="871" y="274"/>
                </a:lnTo>
                <a:lnTo>
                  <a:pt x="872" y="274"/>
                </a:lnTo>
                <a:lnTo>
                  <a:pt x="873" y="274"/>
                </a:lnTo>
                <a:lnTo>
                  <a:pt x="873" y="273"/>
                </a:lnTo>
                <a:lnTo>
                  <a:pt x="874" y="273"/>
                </a:lnTo>
                <a:lnTo>
                  <a:pt x="875" y="273"/>
                </a:lnTo>
                <a:lnTo>
                  <a:pt x="876" y="274"/>
                </a:lnTo>
                <a:lnTo>
                  <a:pt x="877" y="274"/>
                </a:lnTo>
                <a:lnTo>
                  <a:pt x="878" y="274"/>
                </a:lnTo>
                <a:lnTo>
                  <a:pt x="879" y="276"/>
                </a:lnTo>
                <a:lnTo>
                  <a:pt x="878" y="276"/>
                </a:lnTo>
                <a:lnTo>
                  <a:pt x="879" y="276"/>
                </a:lnTo>
                <a:lnTo>
                  <a:pt x="880" y="276"/>
                </a:lnTo>
                <a:lnTo>
                  <a:pt x="880" y="277"/>
                </a:lnTo>
                <a:lnTo>
                  <a:pt x="880" y="278"/>
                </a:lnTo>
                <a:lnTo>
                  <a:pt x="879" y="278"/>
                </a:lnTo>
                <a:lnTo>
                  <a:pt x="879" y="279"/>
                </a:lnTo>
                <a:lnTo>
                  <a:pt x="881" y="280"/>
                </a:lnTo>
                <a:lnTo>
                  <a:pt x="882" y="281"/>
                </a:lnTo>
                <a:lnTo>
                  <a:pt x="882" y="282"/>
                </a:lnTo>
                <a:lnTo>
                  <a:pt x="883" y="283"/>
                </a:lnTo>
                <a:lnTo>
                  <a:pt x="882" y="283"/>
                </a:lnTo>
                <a:lnTo>
                  <a:pt x="882" y="284"/>
                </a:lnTo>
                <a:lnTo>
                  <a:pt x="882" y="285"/>
                </a:lnTo>
                <a:lnTo>
                  <a:pt x="883" y="286"/>
                </a:lnTo>
                <a:lnTo>
                  <a:pt x="882" y="286"/>
                </a:lnTo>
                <a:lnTo>
                  <a:pt x="882" y="287"/>
                </a:lnTo>
                <a:lnTo>
                  <a:pt x="881" y="287"/>
                </a:lnTo>
                <a:lnTo>
                  <a:pt x="881" y="288"/>
                </a:lnTo>
                <a:lnTo>
                  <a:pt x="881" y="289"/>
                </a:lnTo>
                <a:lnTo>
                  <a:pt x="881" y="290"/>
                </a:lnTo>
                <a:lnTo>
                  <a:pt x="881" y="291"/>
                </a:lnTo>
                <a:lnTo>
                  <a:pt x="882" y="292"/>
                </a:lnTo>
                <a:lnTo>
                  <a:pt x="883" y="293"/>
                </a:lnTo>
                <a:lnTo>
                  <a:pt x="884" y="293"/>
                </a:lnTo>
                <a:lnTo>
                  <a:pt x="885" y="294"/>
                </a:lnTo>
                <a:lnTo>
                  <a:pt x="885" y="295"/>
                </a:lnTo>
                <a:lnTo>
                  <a:pt x="886" y="295"/>
                </a:lnTo>
                <a:lnTo>
                  <a:pt x="887" y="296"/>
                </a:lnTo>
                <a:lnTo>
                  <a:pt x="888" y="296"/>
                </a:lnTo>
                <a:lnTo>
                  <a:pt x="889" y="295"/>
                </a:lnTo>
                <a:lnTo>
                  <a:pt x="890" y="295"/>
                </a:lnTo>
                <a:lnTo>
                  <a:pt x="891" y="294"/>
                </a:lnTo>
                <a:lnTo>
                  <a:pt x="892" y="294"/>
                </a:lnTo>
                <a:lnTo>
                  <a:pt x="892" y="292"/>
                </a:lnTo>
                <a:lnTo>
                  <a:pt x="892" y="291"/>
                </a:lnTo>
                <a:lnTo>
                  <a:pt x="893" y="291"/>
                </a:lnTo>
                <a:lnTo>
                  <a:pt x="895" y="291"/>
                </a:lnTo>
                <a:lnTo>
                  <a:pt x="895" y="290"/>
                </a:lnTo>
                <a:lnTo>
                  <a:pt x="896" y="289"/>
                </a:lnTo>
                <a:lnTo>
                  <a:pt x="896" y="288"/>
                </a:lnTo>
                <a:lnTo>
                  <a:pt x="896" y="286"/>
                </a:lnTo>
                <a:lnTo>
                  <a:pt x="897" y="286"/>
                </a:lnTo>
                <a:lnTo>
                  <a:pt x="898" y="285"/>
                </a:lnTo>
                <a:lnTo>
                  <a:pt x="898" y="284"/>
                </a:lnTo>
                <a:lnTo>
                  <a:pt x="899" y="284"/>
                </a:lnTo>
                <a:lnTo>
                  <a:pt x="900" y="284"/>
                </a:lnTo>
                <a:lnTo>
                  <a:pt x="900" y="283"/>
                </a:lnTo>
                <a:lnTo>
                  <a:pt x="901" y="283"/>
                </a:lnTo>
                <a:lnTo>
                  <a:pt x="902" y="282"/>
                </a:lnTo>
                <a:lnTo>
                  <a:pt x="902" y="283"/>
                </a:lnTo>
                <a:lnTo>
                  <a:pt x="903" y="282"/>
                </a:lnTo>
                <a:lnTo>
                  <a:pt x="904" y="282"/>
                </a:lnTo>
                <a:lnTo>
                  <a:pt x="905" y="283"/>
                </a:lnTo>
                <a:lnTo>
                  <a:pt x="906" y="283"/>
                </a:lnTo>
                <a:lnTo>
                  <a:pt x="907" y="282"/>
                </a:lnTo>
                <a:lnTo>
                  <a:pt x="907" y="281"/>
                </a:lnTo>
                <a:lnTo>
                  <a:pt x="908" y="281"/>
                </a:lnTo>
                <a:lnTo>
                  <a:pt x="908" y="280"/>
                </a:lnTo>
                <a:lnTo>
                  <a:pt x="909" y="280"/>
                </a:lnTo>
                <a:lnTo>
                  <a:pt x="909" y="279"/>
                </a:lnTo>
                <a:lnTo>
                  <a:pt x="909" y="278"/>
                </a:lnTo>
                <a:lnTo>
                  <a:pt x="910" y="278"/>
                </a:lnTo>
                <a:lnTo>
                  <a:pt x="910" y="277"/>
                </a:lnTo>
                <a:lnTo>
                  <a:pt x="911" y="277"/>
                </a:lnTo>
                <a:lnTo>
                  <a:pt x="911" y="276"/>
                </a:lnTo>
                <a:lnTo>
                  <a:pt x="912" y="276"/>
                </a:lnTo>
                <a:lnTo>
                  <a:pt x="912" y="275"/>
                </a:lnTo>
                <a:lnTo>
                  <a:pt x="912" y="274"/>
                </a:lnTo>
                <a:lnTo>
                  <a:pt x="913" y="274"/>
                </a:lnTo>
                <a:lnTo>
                  <a:pt x="912" y="274"/>
                </a:lnTo>
                <a:lnTo>
                  <a:pt x="913" y="273"/>
                </a:lnTo>
                <a:lnTo>
                  <a:pt x="913" y="272"/>
                </a:lnTo>
                <a:lnTo>
                  <a:pt x="914" y="271"/>
                </a:lnTo>
                <a:lnTo>
                  <a:pt x="915" y="271"/>
                </a:lnTo>
                <a:lnTo>
                  <a:pt x="916" y="270"/>
                </a:lnTo>
                <a:lnTo>
                  <a:pt x="917" y="270"/>
                </a:lnTo>
                <a:lnTo>
                  <a:pt x="918" y="271"/>
                </a:lnTo>
                <a:lnTo>
                  <a:pt x="918" y="272"/>
                </a:lnTo>
                <a:lnTo>
                  <a:pt x="918" y="273"/>
                </a:lnTo>
                <a:lnTo>
                  <a:pt x="918" y="274"/>
                </a:lnTo>
                <a:lnTo>
                  <a:pt x="919" y="274"/>
                </a:lnTo>
                <a:lnTo>
                  <a:pt x="918" y="275"/>
                </a:lnTo>
                <a:lnTo>
                  <a:pt x="918" y="276"/>
                </a:lnTo>
                <a:lnTo>
                  <a:pt x="918" y="277"/>
                </a:lnTo>
                <a:lnTo>
                  <a:pt x="917" y="279"/>
                </a:lnTo>
                <a:lnTo>
                  <a:pt x="917" y="280"/>
                </a:lnTo>
                <a:lnTo>
                  <a:pt x="916" y="280"/>
                </a:lnTo>
                <a:lnTo>
                  <a:pt x="915" y="280"/>
                </a:lnTo>
                <a:lnTo>
                  <a:pt x="915" y="281"/>
                </a:lnTo>
                <a:lnTo>
                  <a:pt x="916" y="281"/>
                </a:lnTo>
                <a:lnTo>
                  <a:pt x="916" y="282"/>
                </a:lnTo>
                <a:lnTo>
                  <a:pt x="916" y="283"/>
                </a:lnTo>
                <a:lnTo>
                  <a:pt x="917" y="283"/>
                </a:lnTo>
                <a:lnTo>
                  <a:pt x="919" y="285"/>
                </a:lnTo>
                <a:lnTo>
                  <a:pt x="919" y="286"/>
                </a:lnTo>
                <a:lnTo>
                  <a:pt x="920" y="287"/>
                </a:lnTo>
                <a:lnTo>
                  <a:pt x="919" y="288"/>
                </a:lnTo>
                <a:lnTo>
                  <a:pt x="919" y="289"/>
                </a:lnTo>
                <a:lnTo>
                  <a:pt x="918" y="289"/>
                </a:lnTo>
                <a:lnTo>
                  <a:pt x="919" y="290"/>
                </a:lnTo>
                <a:lnTo>
                  <a:pt x="919" y="291"/>
                </a:lnTo>
                <a:lnTo>
                  <a:pt x="920" y="292"/>
                </a:lnTo>
                <a:lnTo>
                  <a:pt x="920" y="293"/>
                </a:lnTo>
                <a:lnTo>
                  <a:pt x="921" y="293"/>
                </a:lnTo>
                <a:lnTo>
                  <a:pt x="921" y="294"/>
                </a:lnTo>
                <a:lnTo>
                  <a:pt x="920" y="293"/>
                </a:lnTo>
                <a:lnTo>
                  <a:pt x="920" y="294"/>
                </a:lnTo>
                <a:lnTo>
                  <a:pt x="919" y="294"/>
                </a:lnTo>
                <a:lnTo>
                  <a:pt x="918" y="294"/>
                </a:lnTo>
                <a:lnTo>
                  <a:pt x="918" y="295"/>
                </a:lnTo>
                <a:lnTo>
                  <a:pt x="918" y="296"/>
                </a:lnTo>
                <a:lnTo>
                  <a:pt x="919" y="296"/>
                </a:lnTo>
                <a:lnTo>
                  <a:pt x="920" y="297"/>
                </a:lnTo>
                <a:lnTo>
                  <a:pt x="920" y="298"/>
                </a:lnTo>
                <a:lnTo>
                  <a:pt x="920" y="299"/>
                </a:lnTo>
                <a:lnTo>
                  <a:pt x="920" y="300"/>
                </a:lnTo>
                <a:lnTo>
                  <a:pt x="920" y="301"/>
                </a:lnTo>
                <a:lnTo>
                  <a:pt x="920" y="302"/>
                </a:lnTo>
                <a:lnTo>
                  <a:pt x="920" y="303"/>
                </a:lnTo>
                <a:lnTo>
                  <a:pt x="921" y="303"/>
                </a:lnTo>
                <a:lnTo>
                  <a:pt x="921" y="304"/>
                </a:lnTo>
                <a:lnTo>
                  <a:pt x="922" y="304"/>
                </a:lnTo>
                <a:lnTo>
                  <a:pt x="922" y="305"/>
                </a:lnTo>
                <a:lnTo>
                  <a:pt x="923" y="305"/>
                </a:lnTo>
                <a:lnTo>
                  <a:pt x="924" y="306"/>
                </a:lnTo>
                <a:lnTo>
                  <a:pt x="925" y="307"/>
                </a:lnTo>
                <a:lnTo>
                  <a:pt x="924" y="307"/>
                </a:lnTo>
                <a:lnTo>
                  <a:pt x="924" y="308"/>
                </a:lnTo>
                <a:lnTo>
                  <a:pt x="923" y="308"/>
                </a:lnTo>
                <a:lnTo>
                  <a:pt x="923" y="309"/>
                </a:lnTo>
                <a:lnTo>
                  <a:pt x="923" y="310"/>
                </a:lnTo>
                <a:lnTo>
                  <a:pt x="922" y="311"/>
                </a:lnTo>
                <a:lnTo>
                  <a:pt x="921" y="312"/>
                </a:lnTo>
                <a:lnTo>
                  <a:pt x="922" y="313"/>
                </a:lnTo>
                <a:lnTo>
                  <a:pt x="922" y="314"/>
                </a:lnTo>
                <a:lnTo>
                  <a:pt x="922" y="315"/>
                </a:lnTo>
                <a:lnTo>
                  <a:pt x="923" y="315"/>
                </a:lnTo>
                <a:lnTo>
                  <a:pt x="923" y="316"/>
                </a:lnTo>
                <a:lnTo>
                  <a:pt x="923" y="317"/>
                </a:lnTo>
                <a:lnTo>
                  <a:pt x="923" y="318"/>
                </a:lnTo>
                <a:lnTo>
                  <a:pt x="924" y="318"/>
                </a:lnTo>
                <a:lnTo>
                  <a:pt x="926" y="318"/>
                </a:lnTo>
                <a:lnTo>
                  <a:pt x="928" y="318"/>
                </a:lnTo>
                <a:lnTo>
                  <a:pt x="929" y="317"/>
                </a:lnTo>
                <a:lnTo>
                  <a:pt x="930" y="317"/>
                </a:lnTo>
                <a:lnTo>
                  <a:pt x="931" y="317"/>
                </a:lnTo>
                <a:lnTo>
                  <a:pt x="932" y="317"/>
                </a:lnTo>
                <a:lnTo>
                  <a:pt x="932" y="318"/>
                </a:lnTo>
                <a:lnTo>
                  <a:pt x="932" y="319"/>
                </a:lnTo>
                <a:lnTo>
                  <a:pt x="933" y="320"/>
                </a:lnTo>
                <a:lnTo>
                  <a:pt x="934" y="320"/>
                </a:lnTo>
                <a:lnTo>
                  <a:pt x="935" y="320"/>
                </a:lnTo>
                <a:lnTo>
                  <a:pt x="936" y="320"/>
                </a:lnTo>
                <a:lnTo>
                  <a:pt x="937" y="321"/>
                </a:lnTo>
                <a:lnTo>
                  <a:pt x="938" y="321"/>
                </a:lnTo>
                <a:lnTo>
                  <a:pt x="939" y="320"/>
                </a:lnTo>
                <a:lnTo>
                  <a:pt x="940" y="321"/>
                </a:lnTo>
                <a:lnTo>
                  <a:pt x="941" y="321"/>
                </a:lnTo>
                <a:lnTo>
                  <a:pt x="942" y="322"/>
                </a:lnTo>
                <a:lnTo>
                  <a:pt x="943" y="322"/>
                </a:lnTo>
                <a:lnTo>
                  <a:pt x="943" y="321"/>
                </a:lnTo>
                <a:lnTo>
                  <a:pt x="944" y="321"/>
                </a:lnTo>
                <a:lnTo>
                  <a:pt x="945" y="321"/>
                </a:lnTo>
                <a:lnTo>
                  <a:pt x="946" y="321"/>
                </a:lnTo>
                <a:lnTo>
                  <a:pt x="946" y="322"/>
                </a:lnTo>
                <a:lnTo>
                  <a:pt x="947" y="322"/>
                </a:lnTo>
                <a:lnTo>
                  <a:pt x="946" y="323"/>
                </a:lnTo>
                <a:lnTo>
                  <a:pt x="946" y="325"/>
                </a:lnTo>
                <a:lnTo>
                  <a:pt x="946" y="326"/>
                </a:lnTo>
                <a:lnTo>
                  <a:pt x="947" y="326"/>
                </a:lnTo>
                <a:lnTo>
                  <a:pt x="948" y="325"/>
                </a:lnTo>
                <a:lnTo>
                  <a:pt x="948" y="326"/>
                </a:lnTo>
                <a:lnTo>
                  <a:pt x="949" y="326"/>
                </a:lnTo>
                <a:lnTo>
                  <a:pt x="950" y="326"/>
                </a:lnTo>
                <a:lnTo>
                  <a:pt x="950" y="327"/>
                </a:lnTo>
                <a:lnTo>
                  <a:pt x="951" y="327"/>
                </a:lnTo>
                <a:lnTo>
                  <a:pt x="951" y="328"/>
                </a:lnTo>
                <a:lnTo>
                  <a:pt x="952" y="328"/>
                </a:lnTo>
                <a:lnTo>
                  <a:pt x="953" y="328"/>
                </a:lnTo>
                <a:lnTo>
                  <a:pt x="954" y="328"/>
                </a:lnTo>
                <a:lnTo>
                  <a:pt x="954" y="329"/>
                </a:lnTo>
                <a:lnTo>
                  <a:pt x="955" y="328"/>
                </a:lnTo>
                <a:lnTo>
                  <a:pt x="956" y="328"/>
                </a:lnTo>
                <a:lnTo>
                  <a:pt x="957" y="329"/>
                </a:lnTo>
                <a:lnTo>
                  <a:pt x="957" y="330"/>
                </a:lnTo>
                <a:lnTo>
                  <a:pt x="958" y="330"/>
                </a:lnTo>
                <a:lnTo>
                  <a:pt x="959" y="331"/>
                </a:lnTo>
                <a:lnTo>
                  <a:pt x="960" y="331"/>
                </a:lnTo>
                <a:lnTo>
                  <a:pt x="960" y="332"/>
                </a:lnTo>
                <a:lnTo>
                  <a:pt x="961" y="332"/>
                </a:lnTo>
                <a:lnTo>
                  <a:pt x="961" y="333"/>
                </a:lnTo>
                <a:lnTo>
                  <a:pt x="962" y="333"/>
                </a:lnTo>
                <a:lnTo>
                  <a:pt x="963" y="332"/>
                </a:lnTo>
                <a:lnTo>
                  <a:pt x="963" y="333"/>
                </a:lnTo>
                <a:lnTo>
                  <a:pt x="964" y="334"/>
                </a:lnTo>
                <a:lnTo>
                  <a:pt x="964" y="335"/>
                </a:lnTo>
                <a:lnTo>
                  <a:pt x="965" y="335"/>
                </a:lnTo>
                <a:lnTo>
                  <a:pt x="966" y="335"/>
                </a:lnTo>
                <a:lnTo>
                  <a:pt x="967" y="335"/>
                </a:lnTo>
                <a:lnTo>
                  <a:pt x="967" y="336"/>
                </a:lnTo>
                <a:lnTo>
                  <a:pt x="967" y="338"/>
                </a:lnTo>
                <a:lnTo>
                  <a:pt x="968" y="339"/>
                </a:lnTo>
                <a:lnTo>
                  <a:pt x="968" y="340"/>
                </a:lnTo>
                <a:lnTo>
                  <a:pt x="968" y="341"/>
                </a:lnTo>
                <a:lnTo>
                  <a:pt x="969" y="341"/>
                </a:lnTo>
                <a:lnTo>
                  <a:pt x="969" y="342"/>
                </a:lnTo>
                <a:lnTo>
                  <a:pt x="970" y="342"/>
                </a:lnTo>
                <a:lnTo>
                  <a:pt x="970" y="343"/>
                </a:lnTo>
                <a:lnTo>
                  <a:pt x="971" y="343"/>
                </a:lnTo>
                <a:lnTo>
                  <a:pt x="972" y="343"/>
                </a:lnTo>
                <a:lnTo>
                  <a:pt x="973" y="343"/>
                </a:lnTo>
                <a:lnTo>
                  <a:pt x="974" y="344"/>
                </a:lnTo>
                <a:lnTo>
                  <a:pt x="975" y="344"/>
                </a:lnTo>
                <a:lnTo>
                  <a:pt x="975" y="343"/>
                </a:lnTo>
                <a:lnTo>
                  <a:pt x="975" y="344"/>
                </a:lnTo>
                <a:lnTo>
                  <a:pt x="976" y="343"/>
                </a:lnTo>
                <a:lnTo>
                  <a:pt x="976" y="342"/>
                </a:lnTo>
                <a:lnTo>
                  <a:pt x="977" y="341"/>
                </a:lnTo>
                <a:lnTo>
                  <a:pt x="978" y="340"/>
                </a:lnTo>
                <a:lnTo>
                  <a:pt x="979" y="339"/>
                </a:lnTo>
                <a:lnTo>
                  <a:pt x="980" y="339"/>
                </a:lnTo>
                <a:lnTo>
                  <a:pt x="980" y="338"/>
                </a:lnTo>
                <a:lnTo>
                  <a:pt x="981" y="338"/>
                </a:lnTo>
                <a:lnTo>
                  <a:pt x="981" y="337"/>
                </a:lnTo>
                <a:lnTo>
                  <a:pt x="982" y="337"/>
                </a:lnTo>
                <a:lnTo>
                  <a:pt x="984" y="337"/>
                </a:lnTo>
                <a:lnTo>
                  <a:pt x="984" y="336"/>
                </a:lnTo>
                <a:lnTo>
                  <a:pt x="985" y="336"/>
                </a:lnTo>
                <a:lnTo>
                  <a:pt x="985" y="335"/>
                </a:lnTo>
                <a:lnTo>
                  <a:pt x="986" y="335"/>
                </a:lnTo>
                <a:lnTo>
                  <a:pt x="987" y="335"/>
                </a:lnTo>
                <a:lnTo>
                  <a:pt x="988" y="335"/>
                </a:lnTo>
                <a:lnTo>
                  <a:pt x="989" y="336"/>
                </a:lnTo>
                <a:lnTo>
                  <a:pt x="990" y="336"/>
                </a:lnTo>
                <a:lnTo>
                  <a:pt x="990" y="337"/>
                </a:lnTo>
                <a:lnTo>
                  <a:pt x="992" y="338"/>
                </a:lnTo>
                <a:lnTo>
                  <a:pt x="993" y="339"/>
                </a:lnTo>
                <a:lnTo>
                  <a:pt x="994" y="340"/>
                </a:lnTo>
                <a:lnTo>
                  <a:pt x="995" y="341"/>
                </a:lnTo>
                <a:lnTo>
                  <a:pt x="996" y="341"/>
                </a:lnTo>
                <a:lnTo>
                  <a:pt x="996" y="342"/>
                </a:lnTo>
                <a:lnTo>
                  <a:pt x="997" y="342"/>
                </a:lnTo>
                <a:lnTo>
                  <a:pt x="998" y="342"/>
                </a:lnTo>
                <a:lnTo>
                  <a:pt x="998" y="343"/>
                </a:lnTo>
                <a:lnTo>
                  <a:pt x="998" y="344"/>
                </a:lnTo>
                <a:lnTo>
                  <a:pt x="999" y="344"/>
                </a:lnTo>
                <a:lnTo>
                  <a:pt x="1000" y="345"/>
                </a:lnTo>
                <a:lnTo>
                  <a:pt x="1002" y="344"/>
                </a:lnTo>
                <a:lnTo>
                  <a:pt x="1003" y="343"/>
                </a:lnTo>
                <a:lnTo>
                  <a:pt x="1004" y="343"/>
                </a:lnTo>
                <a:lnTo>
                  <a:pt x="1004" y="342"/>
                </a:lnTo>
                <a:lnTo>
                  <a:pt x="1005" y="343"/>
                </a:lnTo>
                <a:lnTo>
                  <a:pt x="1006" y="343"/>
                </a:lnTo>
                <a:lnTo>
                  <a:pt x="1007" y="342"/>
                </a:lnTo>
                <a:lnTo>
                  <a:pt x="1007" y="341"/>
                </a:lnTo>
                <a:lnTo>
                  <a:pt x="1008" y="341"/>
                </a:lnTo>
                <a:lnTo>
                  <a:pt x="1009" y="341"/>
                </a:lnTo>
                <a:lnTo>
                  <a:pt x="1010" y="340"/>
                </a:lnTo>
                <a:lnTo>
                  <a:pt x="1010" y="339"/>
                </a:lnTo>
                <a:lnTo>
                  <a:pt x="1011" y="339"/>
                </a:lnTo>
                <a:lnTo>
                  <a:pt x="1012" y="339"/>
                </a:lnTo>
                <a:lnTo>
                  <a:pt x="1013" y="340"/>
                </a:lnTo>
                <a:lnTo>
                  <a:pt x="1014" y="340"/>
                </a:lnTo>
                <a:lnTo>
                  <a:pt x="1015" y="340"/>
                </a:lnTo>
                <a:lnTo>
                  <a:pt x="1016" y="340"/>
                </a:lnTo>
                <a:lnTo>
                  <a:pt x="1016" y="339"/>
                </a:lnTo>
                <a:lnTo>
                  <a:pt x="1015" y="339"/>
                </a:lnTo>
                <a:lnTo>
                  <a:pt x="1016" y="339"/>
                </a:lnTo>
                <a:lnTo>
                  <a:pt x="1016" y="338"/>
                </a:lnTo>
                <a:lnTo>
                  <a:pt x="1017" y="338"/>
                </a:lnTo>
                <a:lnTo>
                  <a:pt x="1017" y="337"/>
                </a:lnTo>
                <a:lnTo>
                  <a:pt x="1016" y="336"/>
                </a:lnTo>
                <a:lnTo>
                  <a:pt x="1017" y="336"/>
                </a:lnTo>
                <a:lnTo>
                  <a:pt x="1018" y="336"/>
                </a:lnTo>
                <a:lnTo>
                  <a:pt x="1018" y="337"/>
                </a:lnTo>
                <a:lnTo>
                  <a:pt x="1018" y="338"/>
                </a:lnTo>
                <a:lnTo>
                  <a:pt x="1018" y="339"/>
                </a:lnTo>
                <a:lnTo>
                  <a:pt x="1018" y="340"/>
                </a:lnTo>
                <a:lnTo>
                  <a:pt x="1017" y="341"/>
                </a:lnTo>
                <a:lnTo>
                  <a:pt x="1017" y="343"/>
                </a:lnTo>
                <a:lnTo>
                  <a:pt x="1017" y="345"/>
                </a:lnTo>
                <a:lnTo>
                  <a:pt x="1018" y="346"/>
                </a:lnTo>
                <a:lnTo>
                  <a:pt x="1018" y="347"/>
                </a:lnTo>
                <a:lnTo>
                  <a:pt x="1018" y="348"/>
                </a:lnTo>
                <a:lnTo>
                  <a:pt x="1018" y="349"/>
                </a:lnTo>
                <a:lnTo>
                  <a:pt x="1017" y="349"/>
                </a:lnTo>
                <a:lnTo>
                  <a:pt x="1016" y="349"/>
                </a:lnTo>
                <a:lnTo>
                  <a:pt x="1015" y="350"/>
                </a:lnTo>
                <a:lnTo>
                  <a:pt x="1014" y="350"/>
                </a:lnTo>
                <a:lnTo>
                  <a:pt x="1014" y="351"/>
                </a:lnTo>
                <a:lnTo>
                  <a:pt x="1013" y="354"/>
                </a:lnTo>
                <a:lnTo>
                  <a:pt x="1013" y="355"/>
                </a:lnTo>
                <a:lnTo>
                  <a:pt x="1013" y="356"/>
                </a:lnTo>
                <a:lnTo>
                  <a:pt x="1013" y="358"/>
                </a:lnTo>
                <a:lnTo>
                  <a:pt x="1013" y="359"/>
                </a:lnTo>
                <a:lnTo>
                  <a:pt x="1013" y="360"/>
                </a:lnTo>
                <a:lnTo>
                  <a:pt x="1013" y="361"/>
                </a:lnTo>
                <a:lnTo>
                  <a:pt x="1012" y="361"/>
                </a:lnTo>
                <a:lnTo>
                  <a:pt x="1012" y="363"/>
                </a:lnTo>
                <a:lnTo>
                  <a:pt x="1011" y="364"/>
                </a:lnTo>
                <a:lnTo>
                  <a:pt x="1010" y="366"/>
                </a:lnTo>
                <a:lnTo>
                  <a:pt x="1007" y="367"/>
                </a:lnTo>
                <a:lnTo>
                  <a:pt x="1006" y="368"/>
                </a:lnTo>
                <a:lnTo>
                  <a:pt x="1006" y="369"/>
                </a:lnTo>
                <a:lnTo>
                  <a:pt x="1006" y="370"/>
                </a:lnTo>
                <a:lnTo>
                  <a:pt x="1006" y="371"/>
                </a:lnTo>
                <a:lnTo>
                  <a:pt x="1007" y="371"/>
                </a:lnTo>
                <a:lnTo>
                  <a:pt x="1007" y="372"/>
                </a:lnTo>
                <a:lnTo>
                  <a:pt x="1008" y="373"/>
                </a:lnTo>
                <a:lnTo>
                  <a:pt x="1008" y="374"/>
                </a:lnTo>
                <a:lnTo>
                  <a:pt x="1008" y="375"/>
                </a:lnTo>
                <a:lnTo>
                  <a:pt x="1008" y="376"/>
                </a:lnTo>
                <a:lnTo>
                  <a:pt x="1008" y="377"/>
                </a:lnTo>
                <a:lnTo>
                  <a:pt x="1008" y="379"/>
                </a:lnTo>
                <a:lnTo>
                  <a:pt x="1007" y="380"/>
                </a:lnTo>
                <a:lnTo>
                  <a:pt x="1004" y="383"/>
                </a:lnTo>
                <a:lnTo>
                  <a:pt x="1003" y="383"/>
                </a:lnTo>
                <a:lnTo>
                  <a:pt x="1003" y="384"/>
                </a:lnTo>
                <a:lnTo>
                  <a:pt x="1003" y="386"/>
                </a:lnTo>
                <a:lnTo>
                  <a:pt x="1003" y="387"/>
                </a:lnTo>
                <a:lnTo>
                  <a:pt x="1002" y="387"/>
                </a:lnTo>
                <a:lnTo>
                  <a:pt x="1001" y="387"/>
                </a:lnTo>
                <a:lnTo>
                  <a:pt x="999" y="387"/>
                </a:lnTo>
                <a:lnTo>
                  <a:pt x="998" y="388"/>
                </a:lnTo>
                <a:lnTo>
                  <a:pt x="997" y="389"/>
                </a:lnTo>
                <a:lnTo>
                  <a:pt x="998" y="389"/>
                </a:lnTo>
                <a:lnTo>
                  <a:pt x="998" y="390"/>
                </a:lnTo>
                <a:lnTo>
                  <a:pt x="997" y="390"/>
                </a:lnTo>
                <a:lnTo>
                  <a:pt x="996" y="391"/>
                </a:lnTo>
                <a:lnTo>
                  <a:pt x="995" y="393"/>
                </a:lnTo>
                <a:lnTo>
                  <a:pt x="996" y="394"/>
                </a:lnTo>
                <a:lnTo>
                  <a:pt x="997" y="395"/>
                </a:lnTo>
                <a:lnTo>
                  <a:pt x="997" y="396"/>
                </a:lnTo>
                <a:lnTo>
                  <a:pt x="997" y="398"/>
                </a:lnTo>
                <a:lnTo>
                  <a:pt x="998" y="399"/>
                </a:lnTo>
                <a:lnTo>
                  <a:pt x="999" y="400"/>
                </a:lnTo>
                <a:lnTo>
                  <a:pt x="1001" y="400"/>
                </a:lnTo>
                <a:lnTo>
                  <a:pt x="1001" y="401"/>
                </a:lnTo>
                <a:lnTo>
                  <a:pt x="1000" y="402"/>
                </a:lnTo>
                <a:lnTo>
                  <a:pt x="1000" y="403"/>
                </a:lnTo>
                <a:lnTo>
                  <a:pt x="999" y="403"/>
                </a:lnTo>
                <a:lnTo>
                  <a:pt x="999" y="404"/>
                </a:lnTo>
                <a:lnTo>
                  <a:pt x="998" y="405"/>
                </a:lnTo>
                <a:lnTo>
                  <a:pt x="997" y="405"/>
                </a:lnTo>
                <a:lnTo>
                  <a:pt x="996" y="406"/>
                </a:lnTo>
                <a:lnTo>
                  <a:pt x="995" y="406"/>
                </a:lnTo>
                <a:lnTo>
                  <a:pt x="995" y="405"/>
                </a:lnTo>
                <a:lnTo>
                  <a:pt x="993" y="405"/>
                </a:lnTo>
                <a:lnTo>
                  <a:pt x="992" y="405"/>
                </a:lnTo>
                <a:lnTo>
                  <a:pt x="990" y="404"/>
                </a:lnTo>
                <a:lnTo>
                  <a:pt x="989" y="404"/>
                </a:lnTo>
                <a:lnTo>
                  <a:pt x="987" y="405"/>
                </a:lnTo>
                <a:lnTo>
                  <a:pt x="987" y="406"/>
                </a:lnTo>
                <a:lnTo>
                  <a:pt x="987" y="407"/>
                </a:lnTo>
                <a:lnTo>
                  <a:pt x="989" y="410"/>
                </a:lnTo>
                <a:lnTo>
                  <a:pt x="989" y="411"/>
                </a:lnTo>
                <a:lnTo>
                  <a:pt x="989" y="412"/>
                </a:lnTo>
                <a:lnTo>
                  <a:pt x="987" y="412"/>
                </a:lnTo>
                <a:lnTo>
                  <a:pt x="984" y="412"/>
                </a:lnTo>
                <a:lnTo>
                  <a:pt x="983" y="412"/>
                </a:lnTo>
                <a:lnTo>
                  <a:pt x="982" y="412"/>
                </a:lnTo>
                <a:lnTo>
                  <a:pt x="981" y="411"/>
                </a:lnTo>
                <a:lnTo>
                  <a:pt x="980" y="410"/>
                </a:lnTo>
                <a:lnTo>
                  <a:pt x="979" y="410"/>
                </a:lnTo>
                <a:lnTo>
                  <a:pt x="977" y="411"/>
                </a:lnTo>
                <a:lnTo>
                  <a:pt x="976" y="411"/>
                </a:lnTo>
                <a:lnTo>
                  <a:pt x="974" y="413"/>
                </a:lnTo>
                <a:lnTo>
                  <a:pt x="973" y="412"/>
                </a:lnTo>
                <a:lnTo>
                  <a:pt x="972" y="412"/>
                </a:lnTo>
                <a:lnTo>
                  <a:pt x="971" y="412"/>
                </a:lnTo>
                <a:lnTo>
                  <a:pt x="970" y="411"/>
                </a:lnTo>
                <a:lnTo>
                  <a:pt x="968" y="410"/>
                </a:lnTo>
                <a:lnTo>
                  <a:pt x="968" y="409"/>
                </a:lnTo>
                <a:lnTo>
                  <a:pt x="967" y="410"/>
                </a:lnTo>
                <a:lnTo>
                  <a:pt x="965" y="410"/>
                </a:lnTo>
                <a:lnTo>
                  <a:pt x="964" y="411"/>
                </a:lnTo>
                <a:lnTo>
                  <a:pt x="963" y="411"/>
                </a:lnTo>
                <a:lnTo>
                  <a:pt x="963" y="413"/>
                </a:lnTo>
                <a:lnTo>
                  <a:pt x="962" y="415"/>
                </a:lnTo>
                <a:lnTo>
                  <a:pt x="961" y="415"/>
                </a:lnTo>
                <a:lnTo>
                  <a:pt x="959" y="414"/>
                </a:lnTo>
                <a:lnTo>
                  <a:pt x="958" y="415"/>
                </a:lnTo>
                <a:lnTo>
                  <a:pt x="957" y="415"/>
                </a:lnTo>
                <a:lnTo>
                  <a:pt x="956" y="416"/>
                </a:lnTo>
                <a:lnTo>
                  <a:pt x="956" y="415"/>
                </a:lnTo>
                <a:lnTo>
                  <a:pt x="955" y="414"/>
                </a:lnTo>
                <a:lnTo>
                  <a:pt x="954" y="414"/>
                </a:lnTo>
                <a:lnTo>
                  <a:pt x="952" y="414"/>
                </a:lnTo>
                <a:lnTo>
                  <a:pt x="951" y="414"/>
                </a:lnTo>
                <a:lnTo>
                  <a:pt x="949" y="414"/>
                </a:lnTo>
                <a:lnTo>
                  <a:pt x="946" y="416"/>
                </a:lnTo>
                <a:lnTo>
                  <a:pt x="945" y="416"/>
                </a:lnTo>
                <a:lnTo>
                  <a:pt x="944" y="418"/>
                </a:lnTo>
                <a:lnTo>
                  <a:pt x="943" y="418"/>
                </a:lnTo>
                <a:lnTo>
                  <a:pt x="942" y="418"/>
                </a:lnTo>
                <a:lnTo>
                  <a:pt x="941" y="418"/>
                </a:lnTo>
                <a:lnTo>
                  <a:pt x="940" y="418"/>
                </a:lnTo>
                <a:lnTo>
                  <a:pt x="939" y="418"/>
                </a:lnTo>
                <a:lnTo>
                  <a:pt x="938" y="419"/>
                </a:lnTo>
                <a:lnTo>
                  <a:pt x="937" y="421"/>
                </a:lnTo>
                <a:lnTo>
                  <a:pt x="936" y="421"/>
                </a:lnTo>
                <a:lnTo>
                  <a:pt x="935" y="422"/>
                </a:lnTo>
                <a:lnTo>
                  <a:pt x="932" y="422"/>
                </a:lnTo>
                <a:lnTo>
                  <a:pt x="930" y="423"/>
                </a:lnTo>
                <a:lnTo>
                  <a:pt x="929" y="423"/>
                </a:lnTo>
                <a:lnTo>
                  <a:pt x="927" y="425"/>
                </a:lnTo>
                <a:lnTo>
                  <a:pt x="926" y="426"/>
                </a:lnTo>
                <a:lnTo>
                  <a:pt x="925" y="428"/>
                </a:lnTo>
                <a:lnTo>
                  <a:pt x="923" y="428"/>
                </a:lnTo>
                <a:lnTo>
                  <a:pt x="922" y="428"/>
                </a:lnTo>
                <a:lnTo>
                  <a:pt x="923" y="429"/>
                </a:lnTo>
                <a:lnTo>
                  <a:pt x="924" y="430"/>
                </a:lnTo>
                <a:lnTo>
                  <a:pt x="926" y="431"/>
                </a:lnTo>
                <a:lnTo>
                  <a:pt x="927" y="431"/>
                </a:lnTo>
                <a:lnTo>
                  <a:pt x="928" y="432"/>
                </a:lnTo>
                <a:lnTo>
                  <a:pt x="928" y="433"/>
                </a:lnTo>
                <a:lnTo>
                  <a:pt x="929" y="433"/>
                </a:lnTo>
                <a:lnTo>
                  <a:pt x="930" y="433"/>
                </a:lnTo>
                <a:lnTo>
                  <a:pt x="932" y="432"/>
                </a:lnTo>
                <a:lnTo>
                  <a:pt x="934" y="431"/>
                </a:lnTo>
                <a:lnTo>
                  <a:pt x="935" y="431"/>
                </a:lnTo>
                <a:lnTo>
                  <a:pt x="936" y="431"/>
                </a:lnTo>
                <a:lnTo>
                  <a:pt x="938" y="432"/>
                </a:lnTo>
                <a:lnTo>
                  <a:pt x="939" y="433"/>
                </a:lnTo>
                <a:lnTo>
                  <a:pt x="940" y="433"/>
                </a:lnTo>
                <a:lnTo>
                  <a:pt x="941" y="433"/>
                </a:lnTo>
                <a:lnTo>
                  <a:pt x="942" y="434"/>
                </a:lnTo>
                <a:lnTo>
                  <a:pt x="943" y="435"/>
                </a:lnTo>
                <a:lnTo>
                  <a:pt x="943" y="436"/>
                </a:lnTo>
                <a:lnTo>
                  <a:pt x="944" y="438"/>
                </a:lnTo>
                <a:lnTo>
                  <a:pt x="945" y="439"/>
                </a:lnTo>
                <a:lnTo>
                  <a:pt x="945" y="440"/>
                </a:lnTo>
                <a:lnTo>
                  <a:pt x="946" y="441"/>
                </a:lnTo>
                <a:lnTo>
                  <a:pt x="947" y="444"/>
                </a:lnTo>
                <a:lnTo>
                  <a:pt x="947" y="445"/>
                </a:lnTo>
                <a:lnTo>
                  <a:pt x="945" y="449"/>
                </a:lnTo>
                <a:lnTo>
                  <a:pt x="943" y="448"/>
                </a:lnTo>
                <a:lnTo>
                  <a:pt x="942" y="448"/>
                </a:lnTo>
                <a:lnTo>
                  <a:pt x="941" y="448"/>
                </a:lnTo>
                <a:lnTo>
                  <a:pt x="940" y="449"/>
                </a:lnTo>
                <a:lnTo>
                  <a:pt x="941" y="450"/>
                </a:lnTo>
                <a:lnTo>
                  <a:pt x="941" y="451"/>
                </a:lnTo>
                <a:lnTo>
                  <a:pt x="940" y="455"/>
                </a:lnTo>
                <a:lnTo>
                  <a:pt x="944" y="456"/>
                </a:lnTo>
                <a:lnTo>
                  <a:pt x="943" y="461"/>
                </a:lnTo>
                <a:lnTo>
                  <a:pt x="944" y="462"/>
                </a:lnTo>
                <a:lnTo>
                  <a:pt x="945" y="463"/>
                </a:lnTo>
                <a:lnTo>
                  <a:pt x="946" y="463"/>
                </a:lnTo>
                <a:lnTo>
                  <a:pt x="947" y="464"/>
                </a:lnTo>
                <a:lnTo>
                  <a:pt x="948" y="464"/>
                </a:lnTo>
                <a:lnTo>
                  <a:pt x="947" y="464"/>
                </a:lnTo>
                <a:lnTo>
                  <a:pt x="946" y="464"/>
                </a:lnTo>
                <a:lnTo>
                  <a:pt x="946" y="463"/>
                </a:lnTo>
                <a:lnTo>
                  <a:pt x="945" y="463"/>
                </a:lnTo>
                <a:lnTo>
                  <a:pt x="943" y="463"/>
                </a:lnTo>
                <a:lnTo>
                  <a:pt x="942" y="463"/>
                </a:lnTo>
                <a:lnTo>
                  <a:pt x="941" y="463"/>
                </a:lnTo>
                <a:lnTo>
                  <a:pt x="941" y="462"/>
                </a:lnTo>
                <a:lnTo>
                  <a:pt x="940" y="462"/>
                </a:lnTo>
                <a:lnTo>
                  <a:pt x="941" y="460"/>
                </a:lnTo>
                <a:lnTo>
                  <a:pt x="941" y="458"/>
                </a:lnTo>
                <a:lnTo>
                  <a:pt x="942" y="458"/>
                </a:lnTo>
                <a:lnTo>
                  <a:pt x="942" y="457"/>
                </a:lnTo>
                <a:lnTo>
                  <a:pt x="941" y="456"/>
                </a:lnTo>
                <a:lnTo>
                  <a:pt x="940" y="456"/>
                </a:lnTo>
                <a:lnTo>
                  <a:pt x="939" y="456"/>
                </a:lnTo>
                <a:lnTo>
                  <a:pt x="939" y="455"/>
                </a:lnTo>
                <a:lnTo>
                  <a:pt x="938" y="455"/>
                </a:lnTo>
                <a:lnTo>
                  <a:pt x="939" y="454"/>
                </a:lnTo>
                <a:lnTo>
                  <a:pt x="939" y="453"/>
                </a:lnTo>
                <a:lnTo>
                  <a:pt x="939" y="452"/>
                </a:lnTo>
                <a:lnTo>
                  <a:pt x="937" y="451"/>
                </a:lnTo>
                <a:lnTo>
                  <a:pt x="937" y="450"/>
                </a:lnTo>
                <a:lnTo>
                  <a:pt x="936" y="450"/>
                </a:lnTo>
                <a:lnTo>
                  <a:pt x="936" y="449"/>
                </a:lnTo>
                <a:lnTo>
                  <a:pt x="936" y="447"/>
                </a:lnTo>
                <a:lnTo>
                  <a:pt x="935" y="446"/>
                </a:lnTo>
                <a:lnTo>
                  <a:pt x="935" y="445"/>
                </a:lnTo>
                <a:lnTo>
                  <a:pt x="934" y="445"/>
                </a:lnTo>
                <a:lnTo>
                  <a:pt x="935" y="445"/>
                </a:lnTo>
                <a:lnTo>
                  <a:pt x="935" y="444"/>
                </a:lnTo>
                <a:lnTo>
                  <a:pt x="936" y="444"/>
                </a:lnTo>
                <a:lnTo>
                  <a:pt x="936" y="443"/>
                </a:lnTo>
                <a:lnTo>
                  <a:pt x="936" y="442"/>
                </a:lnTo>
                <a:lnTo>
                  <a:pt x="935" y="441"/>
                </a:lnTo>
                <a:lnTo>
                  <a:pt x="934" y="440"/>
                </a:lnTo>
                <a:lnTo>
                  <a:pt x="933" y="440"/>
                </a:lnTo>
                <a:lnTo>
                  <a:pt x="932" y="440"/>
                </a:lnTo>
                <a:lnTo>
                  <a:pt x="931" y="441"/>
                </a:lnTo>
                <a:lnTo>
                  <a:pt x="930" y="441"/>
                </a:lnTo>
                <a:lnTo>
                  <a:pt x="930" y="442"/>
                </a:lnTo>
                <a:lnTo>
                  <a:pt x="929" y="442"/>
                </a:lnTo>
                <a:lnTo>
                  <a:pt x="929" y="443"/>
                </a:lnTo>
                <a:lnTo>
                  <a:pt x="929" y="444"/>
                </a:lnTo>
                <a:lnTo>
                  <a:pt x="929" y="445"/>
                </a:lnTo>
                <a:lnTo>
                  <a:pt x="930" y="445"/>
                </a:lnTo>
                <a:lnTo>
                  <a:pt x="930" y="446"/>
                </a:lnTo>
                <a:lnTo>
                  <a:pt x="931" y="446"/>
                </a:lnTo>
                <a:lnTo>
                  <a:pt x="931" y="447"/>
                </a:lnTo>
                <a:lnTo>
                  <a:pt x="931" y="448"/>
                </a:lnTo>
                <a:lnTo>
                  <a:pt x="930" y="448"/>
                </a:lnTo>
                <a:lnTo>
                  <a:pt x="930" y="449"/>
                </a:lnTo>
                <a:lnTo>
                  <a:pt x="929" y="449"/>
                </a:lnTo>
                <a:lnTo>
                  <a:pt x="928" y="449"/>
                </a:lnTo>
                <a:lnTo>
                  <a:pt x="927" y="449"/>
                </a:lnTo>
                <a:lnTo>
                  <a:pt x="926" y="448"/>
                </a:lnTo>
                <a:lnTo>
                  <a:pt x="925" y="448"/>
                </a:lnTo>
                <a:lnTo>
                  <a:pt x="925" y="447"/>
                </a:lnTo>
                <a:lnTo>
                  <a:pt x="925" y="446"/>
                </a:lnTo>
                <a:lnTo>
                  <a:pt x="924" y="446"/>
                </a:lnTo>
                <a:lnTo>
                  <a:pt x="926" y="445"/>
                </a:lnTo>
                <a:lnTo>
                  <a:pt x="926" y="444"/>
                </a:lnTo>
                <a:lnTo>
                  <a:pt x="927" y="443"/>
                </a:lnTo>
                <a:lnTo>
                  <a:pt x="926" y="442"/>
                </a:lnTo>
                <a:lnTo>
                  <a:pt x="925" y="441"/>
                </a:lnTo>
                <a:lnTo>
                  <a:pt x="924" y="441"/>
                </a:lnTo>
                <a:lnTo>
                  <a:pt x="923" y="441"/>
                </a:lnTo>
                <a:lnTo>
                  <a:pt x="923" y="442"/>
                </a:lnTo>
                <a:lnTo>
                  <a:pt x="922" y="443"/>
                </a:lnTo>
                <a:lnTo>
                  <a:pt x="921" y="443"/>
                </a:lnTo>
                <a:lnTo>
                  <a:pt x="920" y="443"/>
                </a:lnTo>
                <a:lnTo>
                  <a:pt x="921" y="442"/>
                </a:lnTo>
                <a:lnTo>
                  <a:pt x="920" y="441"/>
                </a:lnTo>
                <a:lnTo>
                  <a:pt x="919" y="440"/>
                </a:lnTo>
                <a:lnTo>
                  <a:pt x="919" y="439"/>
                </a:lnTo>
                <a:lnTo>
                  <a:pt x="918" y="439"/>
                </a:lnTo>
                <a:lnTo>
                  <a:pt x="918" y="438"/>
                </a:lnTo>
                <a:lnTo>
                  <a:pt x="917" y="438"/>
                </a:lnTo>
                <a:lnTo>
                  <a:pt x="916" y="437"/>
                </a:lnTo>
                <a:lnTo>
                  <a:pt x="915" y="437"/>
                </a:lnTo>
                <a:lnTo>
                  <a:pt x="914" y="437"/>
                </a:lnTo>
                <a:lnTo>
                  <a:pt x="914" y="436"/>
                </a:lnTo>
                <a:lnTo>
                  <a:pt x="913" y="435"/>
                </a:lnTo>
                <a:lnTo>
                  <a:pt x="912" y="434"/>
                </a:lnTo>
                <a:lnTo>
                  <a:pt x="913" y="434"/>
                </a:lnTo>
                <a:lnTo>
                  <a:pt x="912" y="433"/>
                </a:lnTo>
                <a:lnTo>
                  <a:pt x="912" y="432"/>
                </a:lnTo>
                <a:lnTo>
                  <a:pt x="911" y="431"/>
                </a:lnTo>
                <a:lnTo>
                  <a:pt x="910" y="431"/>
                </a:lnTo>
                <a:lnTo>
                  <a:pt x="909" y="431"/>
                </a:lnTo>
                <a:lnTo>
                  <a:pt x="909" y="430"/>
                </a:lnTo>
                <a:lnTo>
                  <a:pt x="908" y="430"/>
                </a:lnTo>
                <a:lnTo>
                  <a:pt x="907" y="430"/>
                </a:lnTo>
                <a:lnTo>
                  <a:pt x="907" y="429"/>
                </a:lnTo>
                <a:lnTo>
                  <a:pt x="907" y="428"/>
                </a:lnTo>
                <a:lnTo>
                  <a:pt x="906" y="428"/>
                </a:lnTo>
                <a:lnTo>
                  <a:pt x="906" y="427"/>
                </a:lnTo>
                <a:lnTo>
                  <a:pt x="906" y="426"/>
                </a:lnTo>
                <a:lnTo>
                  <a:pt x="906" y="425"/>
                </a:lnTo>
                <a:lnTo>
                  <a:pt x="906" y="424"/>
                </a:lnTo>
                <a:lnTo>
                  <a:pt x="906" y="423"/>
                </a:lnTo>
                <a:lnTo>
                  <a:pt x="906" y="422"/>
                </a:lnTo>
                <a:lnTo>
                  <a:pt x="906" y="421"/>
                </a:lnTo>
                <a:lnTo>
                  <a:pt x="907" y="421"/>
                </a:lnTo>
                <a:lnTo>
                  <a:pt x="907" y="420"/>
                </a:lnTo>
                <a:lnTo>
                  <a:pt x="906" y="419"/>
                </a:lnTo>
                <a:lnTo>
                  <a:pt x="906" y="418"/>
                </a:lnTo>
                <a:lnTo>
                  <a:pt x="906" y="417"/>
                </a:lnTo>
                <a:lnTo>
                  <a:pt x="906" y="416"/>
                </a:lnTo>
                <a:lnTo>
                  <a:pt x="907" y="416"/>
                </a:lnTo>
                <a:lnTo>
                  <a:pt x="907" y="415"/>
                </a:lnTo>
                <a:lnTo>
                  <a:pt x="908" y="415"/>
                </a:lnTo>
                <a:lnTo>
                  <a:pt x="908" y="414"/>
                </a:lnTo>
                <a:lnTo>
                  <a:pt x="907" y="413"/>
                </a:lnTo>
                <a:lnTo>
                  <a:pt x="907" y="412"/>
                </a:lnTo>
                <a:lnTo>
                  <a:pt x="908" y="411"/>
                </a:lnTo>
                <a:lnTo>
                  <a:pt x="909" y="411"/>
                </a:lnTo>
                <a:lnTo>
                  <a:pt x="909" y="410"/>
                </a:lnTo>
                <a:lnTo>
                  <a:pt x="909" y="409"/>
                </a:lnTo>
                <a:lnTo>
                  <a:pt x="909" y="408"/>
                </a:lnTo>
                <a:lnTo>
                  <a:pt x="909" y="409"/>
                </a:lnTo>
                <a:lnTo>
                  <a:pt x="909" y="410"/>
                </a:lnTo>
                <a:lnTo>
                  <a:pt x="908" y="410"/>
                </a:lnTo>
                <a:lnTo>
                  <a:pt x="908" y="409"/>
                </a:lnTo>
                <a:lnTo>
                  <a:pt x="908" y="408"/>
                </a:lnTo>
                <a:lnTo>
                  <a:pt x="908" y="407"/>
                </a:lnTo>
                <a:lnTo>
                  <a:pt x="908" y="406"/>
                </a:lnTo>
                <a:lnTo>
                  <a:pt x="907" y="406"/>
                </a:lnTo>
                <a:lnTo>
                  <a:pt x="906" y="406"/>
                </a:lnTo>
                <a:lnTo>
                  <a:pt x="906" y="407"/>
                </a:lnTo>
                <a:lnTo>
                  <a:pt x="905" y="407"/>
                </a:lnTo>
                <a:lnTo>
                  <a:pt x="903" y="407"/>
                </a:lnTo>
                <a:lnTo>
                  <a:pt x="902" y="406"/>
                </a:lnTo>
                <a:lnTo>
                  <a:pt x="901" y="406"/>
                </a:lnTo>
                <a:lnTo>
                  <a:pt x="900" y="406"/>
                </a:lnTo>
                <a:lnTo>
                  <a:pt x="899" y="406"/>
                </a:lnTo>
                <a:lnTo>
                  <a:pt x="898" y="406"/>
                </a:lnTo>
                <a:lnTo>
                  <a:pt x="897" y="406"/>
                </a:lnTo>
                <a:lnTo>
                  <a:pt x="896" y="406"/>
                </a:lnTo>
                <a:lnTo>
                  <a:pt x="896" y="407"/>
                </a:lnTo>
                <a:lnTo>
                  <a:pt x="895" y="407"/>
                </a:lnTo>
                <a:lnTo>
                  <a:pt x="894" y="406"/>
                </a:lnTo>
                <a:lnTo>
                  <a:pt x="893" y="406"/>
                </a:lnTo>
                <a:lnTo>
                  <a:pt x="892" y="406"/>
                </a:lnTo>
                <a:lnTo>
                  <a:pt x="892" y="405"/>
                </a:lnTo>
                <a:lnTo>
                  <a:pt x="891" y="405"/>
                </a:lnTo>
                <a:lnTo>
                  <a:pt x="891" y="404"/>
                </a:lnTo>
                <a:lnTo>
                  <a:pt x="892" y="404"/>
                </a:lnTo>
                <a:lnTo>
                  <a:pt x="893" y="404"/>
                </a:lnTo>
                <a:lnTo>
                  <a:pt x="894" y="404"/>
                </a:lnTo>
                <a:lnTo>
                  <a:pt x="895" y="403"/>
                </a:lnTo>
                <a:lnTo>
                  <a:pt x="895" y="402"/>
                </a:lnTo>
                <a:lnTo>
                  <a:pt x="894" y="402"/>
                </a:lnTo>
                <a:lnTo>
                  <a:pt x="893" y="402"/>
                </a:lnTo>
                <a:lnTo>
                  <a:pt x="893" y="401"/>
                </a:lnTo>
                <a:lnTo>
                  <a:pt x="893" y="400"/>
                </a:lnTo>
                <a:lnTo>
                  <a:pt x="894" y="400"/>
                </a:lnTo>
                <a:lnTo>
                  <a:pt x="895" y="399"/>
                </a:lnTo>
                <a:lnTo>
                  <a:pt x="896" y="399"/>
                </a:lnTo>
                <a:lnTo>
                  <a:pt x="896" y="398"/>
                </a:lnTo>
                <a:lnTo>
                  <a:pt x="895" y="398"/>
                </a:lnTo>
                <a:lnTo>
                  <a:pt x="894" y="398"/>
                </a:lnTo>
                <a:lnTo>
                  <a:pt x="894" y="397"/>
                </a:lnTo>
                <a:lnTo>
                  <a:pt x="893" y="397"/>
                </a:lnTo>
                <a:lnTo>
                  <a:pt x="892" y="397"/>
                </a:lnTo>
                <a:lnTo>
                  <a:pt x="891" y="397"/>
                </a:lnTo>
                <a:lnTo>
                  <a:pt x="890" y="397"/>
                </a:lnTo>
                <a:lnTo>
                  <a:pt x="890" y="398"/>
                </a:lnTo>
                <a:lnTo>
                  <a:pt x="889" y="398"/>
                </a:lnTo>
                <a:lnTo>
                  <a:pt x="888" y="398"/>
                </a:lnTo>
                <a:lnTo>
                  <a:pt x="888" y="399"/>
                </a:lnTo>
                <a:lnTo>
                  <a:pt x="887" y="399"/>
                </a:lnTo>
                <a:lnTo>
                  <a:pt x="886" y="399"/>
                </a:lnTo>
                <a:lnTo>
                  <a:pt x="884" y="399"/>
                </a:lnTo>
                <a:lnTo>
                  <a:pt x="883" y="399"/>
                </a:lnTo>
                <a:lnTo>
                  <a:pt x="882" y="399"/>
                </a:lnTo>
                <a:lnTo>
                  <a:pt x="881" y="399"/>
                </a:lnTo>
                <a:lnTo>
                  <a:pt x="881" y="398"/>
                </a:lnTo>
                <a:lnTo>
                  <a:pt x="880" y="398"/>
                </a:lnTo>
                <a:lnTo>
                  <a:pt x="879" y="398"/>
                </a:lnTo>
                <a:lnTo>
                  <a:pt x="878" y="398"/>
                </a:lnTo>
                <a:lnTo>
                  <a:pt x="877" y="398"/>
                </a:lnTo>
                <a:lnTo>
                  <a:pt x="876" y="398"/>
                </a:lnTo>
                <a:lnTo>
                  <a:pt x="876" y="397"/>
                </a:lnTo>
                <a:lnTo>
                  <a:pt x="875" y="397"/>
                </a:lnTo>
                <a:lnTo>
                  <a:pt x="875" y="396"/>
                </a:lnTo>
                <a:lnTo>
                  <a:pt x="876" y="396"/>
                </a:lnTo>
                <a:lnTo>
                  <a:pt x="876" y="395"/>
                </a:lnTo>
                <a:lnTo>
                  <a:pt x="876" y="394"/>
                </a:lnTo>
                <a:lnTo>
                  <a:pt x="875" y="394"/>
                </a:lnTo>
                <a:lnTo>
                  <a:pt x="874" y="394"/>
                </a:lnTo>
                <a:lnTo>
                  <a:pt x="872" y="394"/>
                </a:lnTo>
                <a:lnTo>
                  <a:pt x="871" y="394"/>
                </a:lnTo>
                <a:lnTo>
                  <a:pt x="870" y="395"/>
                </a:lnTo>
                <a:lnTo>
                  <a:pt x="869" y="395"/>
                </a:lnTo>
                <a:lnTo>
                  <a:pt x="868" y="396"/>
                </a:lnTo>
                <a:lnTo>
                  <a:pt x="868" y="397"/>
                </a:lnTo>
                <a:lnTo>
                  <a:pt x="868" y="398"/>
                </a:lnTo>
                <a:lnTo>
                  <a:pt x="869" y="398"/>
                </a:lnTo>
                <a:lnTo>
                  <a:pt x="870" y="398"/>
                </a:lnTo>
                <a:lnTo>
                  <a:pt x="871" y="398"/>
                </a:lnTo>
                <a:lnTo>
                  <a:pt x="872" y="398"/>
                </a:lnTo>
                <a:lnTo>
                  <a:pt x="872" y="399"/>
                </a:lnTo>
                <a:lnTo>
                  <a:pt x="871" y="399"/>
                </a:lnTo>
                <a:lnTo>
                  <a:pt x="870" y="399"/>
                </a:lnTo>
                <a:lnTo>
                  <a:pt x="869" y="399"/>
                </a:lnTo>
                <a:lnTo>
                  <a:pt x="869" y="398"/>
                </a:lnTo>
                <a:lnTo>
                  <a:pt x="867" y="398"/>
                </a:lnTo>
                <a:lnTo>
                  <a:pt x="867" y="399"/>
                </a:lnTo>
                <a:lnTo>
                  <a:pt x="866" y="399"/>
                </a:lnTo>
                <a:lnTo>
                  <a:pt x="865" y="399"/>
                </a:lnTo>
                <a:lnTo>
                  <a:pt x="865" y="400"/>
                </a:lnTo>
                <a:lnTo>
                  <a:pt x="865" y="401"/>
                </a:lnTo>
                <a:lnTo>
                  <a:pt x="865" y="402"/>
                </a:lnTo>
                <a:lnTo>
                  <a:pt x="866" y="403"/>
                </a:lnTo>
                <a:lnTo>
                  <a:pt x="866" y="404"/>
                </a:lnTo>
                <a:lnTo>
                  <a:pt x="867" y="405"/>
                </a:lnTo>
                <a:lnTo>
                  <a:pt x="866" y="405"/>
                </a:lnTo>
                <a:lnTo>
                  <a:pt x="865" y="405"/>
                </a:lnTo>
                <a:lnTo>
                  <a:pt x="864" y="405"/>
                </a:lnTo>
                <a:lnTo>
                  <a:pt x="864" y="406"/>
                </a:lnTo>
                <a:lnTo>
                  <a:pt x="864" y="407"/>
                </a:lnTo>
                <a:lnTo>
                  <a:pt x="864" y="408"/>
                </a:lnTo>
                <a:lnTo>
                  <a:pt x="864" y="409"/>
                </a:lnTo>
                <a:lnTo>
                  <a:pt x="864" y="410"/>
                </a:lnTo>
                <a:lnTo>
                  <a:pt x="863" y="410"/>
                </a:lnTo>
                <a:lnTo>
                  <a:pt x="863" y="411"/>
                </a:lnTo>
                <a:lnTo>
                  <a:pt x="864" y="411"/>
                </a:lnTo>
                <a:lnTo>
                  <a:pt x="863" y="411"/>
                </a:lnTo>
                <a:lnTo>
                  <a:pt x="863" y="412"/>
                </a:lnTo>
                <a:lnTo>
                  <a:pt x="862" y="412"/>
                </a:lnTo>
                <a:lnTo>
                  <a:pt x="862" y="413"/>
                </a:lnTo>
                <a:lnTo>
                  <a:pt x="861" y="413"/>
                </a:lnTo>
                <a:lnTo>
                  <a:pt x="861" y="414"/>
                </a:lnTo>
                <a:lnTo>
                  <a:pt x="861" y="415"/>
                </a:lnTo>
                <a:lnTo>
                  <a:pt x="861" y="416"/>
                </a:lnTo>
                <a:lnTo>
                  <a:pt x="860" y="417"/>
                </a:lnTo>
                <a:lnTo>
                  <a:pt x="860" y="418"/>
                </a:lnTo>
                <a:lnTo>
                  <a:pt x="861" y="418"/>
                </a:lnTo>
                <a:lnTo>
                  <a:pt x="861" y="419"/>
                </a:lnTo>
                <a:lnTo>
                  <a:pt x="860" y="419"/>
                </a:lnTo>
                <a:lnTo>
                  <a:pt x="861" y="420"/>
                </a:lnTo>
                <a:lnTo>
                  <a:pt x="860" y="420"/>
                </a:lnTo>
                <a:lnTo>
                  <a:pt x="860" y="421"/>
                </a:lnTo>
                <a:lnTo>
                  <a:pt x="859" y="421"/>
                </a:lnTo>
                <a:lnTo>
                  <a:pt x="859" y="422"/>
                </a:lnTo>
                <a:lnTo>
                  <a:pt x="858" y="422"/>
                </a:lnTo>
                <a:lnTo>
                  <a:pt x="858" y="423"/>
                </a:lnTo>
                <a:lnTo>
                  <a:pt x="858" y="424"/>
                </a:lnTo>
                <a:lnTo>
                  <a:pt x="858" y="425"/>
                </a:lnTo>
                <a:lnTo>
                  <a:pt x="857" y="425"/>
                </a:lnTo>
                <a:lnTo>
                  <a:pt x="857" y="426"/>
                </a:lnTo>
                <a:lnTo>
                  <a:pt x="857" y="427"/>
                </a:lnTo>
                <a:lnTo>
                  <a:pt x="856" y="428"/>
                </a:lnTo>
                <a:lnTo>
                  <a:pt x="855" y="428"/>
                </a:lnTo>
                <a:lnTo>
                  <a:pt x="855" y="429"/>
                </a:lnTo>
                <a:lnTo>
                  <a:pt x="856" y="429"/>
                </a:lnTo>
                <a:lnTo>
                  <a:pt x="855" y="429"/>
                </a:lnTo>
                <a:lnTo>
                  <a:pt x="855" y="430"/>
                </a:lnTo>
                <a:lnTo>
                  <a:pt x="856" y="430"/>
                </a:lnTo>
                <a:lnTo>
                  <a:pt x="856" y="431"/>
                </a:lnTo>
                <a:lnTo>
                  <a:pt x="857" y="432"/>
                </a:lnTo>
                <a:lnTo>
                  <a:pt x="857" y="433"/>
                </a:lnTo>
                <a:lnTo>
                  <a:pt x="858" y="433"/>
                </a:lnTo>
                <a:lnTo>
                  <a:pt x="859" y="433"/>
                </a:lnTo>
                <a:lnTo>
                  <a:pt x="860" y="433"/>
                </a:lnTo>
                <a:lnTo>
                  <a:pt x="860" y="434"/>
                </a:lnTo>
                <a:lnTo>
                  <a:pt x="859" y="434"/>
                </a:lnTo>
                <a:lnTo>
                  <a:pt x="858" y="434"/>
                </a:lnTo>
                <a:lnTo>
                  <a:pt x="858" y="433"/>
                </a:lnTo>
                <a:lnTo>
                  <a:pt x="858" y="434"/>
                </a:lnTo>
                <a:lnTo>
                  <a:pt x="857" y="434"/>
                </a:lnTo>
                <a:lnTo>
                  <a:pt x="857" y="435"/>
                </a:lnTo>
                <a:lnTo>
                  <a:pt x="857" y="436"/>
                </a:lnTo>
                <a:lnTo>
                  <a:pt x="857" y="437"/>
                </a:lnTo>
                <a:lnTo>
                  <a:pt x="858" y="437"/>
                </a:lnTo>
                <a:lnTo>
                  <a:pt x="858" y="438"/>
                </a:lnTo>
                <a:lnTo>
                  <a:pt x="857" y="438"/>
                </a:lnTo>
                <a:lnTo>
                  <a:pt x="856" y="437"/>
                </a:lnTo>
                <a:lnTo>
                  <a:pt x="856" y="436"/>
                </a:lnTo>
                <a:lnTo>
                  <a:pt x="855" y="437"/>
                </a:lnTo>
                <a:lnTo>
                  <a:pt x="854" y="437"/>
                </a:lnTo>
                <a:lnTo>
                  <a:pt x="854" y="438"/>
                </a:lnTo>
                <a:lnTo>
                  <a:pt x="855" y="438"/>
                </a:lnTo>
                <a:lnTo>
                  <a:pt x="856" y="438"/>
                </a:lnTo>
                <a:lnTo>
                  <a:pt x="856" y="439"/>
                </a:lnTo>
                <a:lnTo>
                  <a:pt x="855" y="440"/>
                </a:lnTo>
                <a:lnTo>
                  <a:pt x="855" y="441"/>
                </a:lnTo>
                <a:lnTo>
                  <a:pt x="856" y="441"/>
                </a:lnTo>
                <a:lnTo>
                  <a:pt x="857" y="441"/>
                </a:lnTo>
                <a:lnTo>
                  <a:pt x="858" y="441"/>
                </a:lnTo>
                <a:lnTo>
                  <a:pt x="858" y="442"/>
                </a:lnTo>
                <a:lnTo>
                  <a:pt x="857" y="442"/>
                </a:lnTo>
                <a:lnTo>
                  <a:pt x="857" y="443"/>
                </a:lnTo>
                <a:lnTo>
                  <a:pt x="856" y="443"/>
                </a:lnTo>
                <a:lnTo>
                  <a:pt x="855" y="443"/>
                </a:lnTo>
                <a:lnTo>
                  <a:pt x="855" y="444"/>
                </a:lnTo>
                <a:lnTo>
                  <a:pt x="854" y="445"/>
                </a:lnTo>
                <a:lnTo>
                  <a:pt x="853" y="445"/>
                </a:lnTo>
                <a:lnTo>
                  <a:pt x="853" y="446"/>
                </a:lnTo>
                <a:lnTo>
                  <a:pt x="853" y="447"/>
                </a:lnTo>
                <a:lnTo>
                  <a:pt x="853" y="448"/>
                </a:lnTo>
                <a:lnTo>
                  <a:pt x="853" y="449"/>
                </a:lnTo>
                <a:lnTo>
                  <a:pt x="854" y="449"/>
                </a:lnTo>
                <a:lnTo>
                  <a:pt x="854" y="450"/>
                </a:lnTo>
                <a:lnTo>
                  <a:pt x="854" y="451"/>
                </a:lnTo>
                <a:lnTo>
                  <a:pt x="854" y="452"/>
                </a:lnTo>
                <a:lnTo>
                  <a:pt x="853" y="452"/>
                </a:lnTo>
                <a:lnTo>
                  <a:pt x="853" y="453"/>
                </a:lnTo>
                <a:lnTo>
                  <a:pt x="853" y="454"/>
                </a:lnTo>
                <a:lnTo>
                  <a:pt x="853" y="455"/>
                </a:lnTo>
                <a:lnTo>
                  <a:pt x="853" y="456"/>
                </a:lnTo>
                <a:lnTo>
                  <a:pt x="853" y="457"/>
                </a:lnTo>
                <a:lnTo>
                  <a:pt x="853" y="458"/>
                </a:lnTo>
                <a:lnTo>
                  <a:pt x="854" y="458"/>
                </a:lnTo>
                <a:lnTo>
                  <a:pt x="854" y="459"/>
                </a:lnTo>
                <a:lnTo>
                  <a:pt x="853" y="459"/>
                </a:lnTo>
                <a:lnTo>
                  <a:pt x="853" y="460"/>
                </a:lnTo>
                <a:lnTo>
                  <a:pt x="852" y="460"/>
                </a:lnTo>
                <a:lnTo>
                  <a:pt x="852" y="461"/>
                </a:lnTo>
                <a:lnTo>
                  <a:pt x="852" y="462"/>
                </a:lnTo>
                <a:lnTo>
                  <a:pt x="851" y="462"/>
                </a:lnTo>
                <a:lnTo>
                  <a:pt x="851" y="463"/>
                </a:lnTo>
                <a:lnTo>
                  <a:pt x="850" y="463"/>
                </a:lnTo>
                <a:lnTo>
                  <a:pt x="850" y="464"/>
                </a:lnTo>
                <a:lnTo>
                  <a:pt x="849" y="464"/>
                </a:lnTo>
                <a:lnTo>
                  <a:pt x="848" y="464"/>
                </a:lnTo>
                <a:lnTo>
                  <a:pt x="848" y="463"/>
                </a:lnTo>
                <a:lnTo>
                  <a:pt x="847" y="463"/>
                </a:lnTo>
                <a:lnTo>
                  <a:pt x="846" y="463"/>
                </a:lnTo>
                <a:lnTo>
                  <a:pt x="845" y="463"/>
                </a:lnTo>
                <a:lnTo>
                  <a:pt x="844" y="463"/>
                </a:lnTo>
                <a:lnTo>
                  <a:pt x="844" y="464"/>
                </a:lnTo>
                <a:lnTo>
                  <a:pt x="843" y="464"/>
                </a:lnTo>
                <a:lnTo>
                  <a:pt x="843" y="463"/>
                </a:lnTo>
                <a:lnTo>
                  <a:pt x="843" y="462"/>
                </a:lnTo>
                <a:lnTo>
                  <a:pt x="842" y="462"/>
                </a:lnTo>
                <a:lnTo>
                  <a:pt x="842" y="461"/>
                </a:lnTo>
                <a:lnTo>
                  <a:pt x="841" y="461"/>
                </a:lnTo>
                <a:lnTo>
                  <a:pt x="841" y="460"/>
                </a:lnTo>
                <a:lnTo>
                  <a:pt x="840" y="460"/>
                </a:lnTo>
                <a:lnTo>
                  <a:pt x="840" y="459"/>
                </a:lnTo>
                <a:lnTo>
                  <a:pt x="840" y="460"/>
                </a:lnTo>
                <a:lnTo>
                  <a:pt x="839" y="460"/>
                </a:lnTo>
                <a:lnTo>
                  <a:pt x="839" y="461"/>
                </a:lnTo>
                <a:lnTo>
                  <a:pt x="837" y="461"/>
                </a:lnTo>
                <a:lnTo>
                  <a:pt x="837" y="462"/>
                </a:lnTo>
                <a:lnTo>
                  <a:pt x="838" y="462"/>
                </a:lnTo>
                <a:lnTo>
                  <a:pt x="839" y="462"/>
                </a:lnTo>
                <a:lnTo>
                  <a:pt x="839" y="463"/>
                </a:lnTo>
                <a:lnTo>
                  <a:pt x="838" y="464"/>
                </a:lnTo>
                <a:lnTo>
                  <a:pt x="838" y="465"/>
                </a:lnTo>
                <a:lnTo>
                  <a:pt x="838" y="466"/>
                </a:lnTo>
                <a:lnTo>
                  <a:pt x="837" y="466"/>
                </a:lnTo>
                <a:lnTo>
                  <a:pt x="837" y="465"/>
                </a:lnTo>
                <a:lnTo>
                  <a:pt x="836" y="465"/>
                </a:lnTo>
                <a:lnTo>
                  <a:pt x="836" y="466"/>
                </a:lnTo>
                <a:lnTo>
                  <a:pt x="835" y="466"/>
                </a:lnTo>
                <a:lnTo>
                  <a:pt x="835" y="467"/>
                </a:lnTo>
                <a:lnTo>
                  <a:pt x="834" y="467"/>
                </a:lnTo>
                <a:lnTo>
                  <a:pt x="834" y="468"/>
                </a:lnTo>
                <a:lnTo>
                  <a:pt x="834" y="469"/>
                </a:lnTo>
                <a:lnTo>
                  <a:pt x="835" y="469"/>
                </a:lnTo>
                <a:lnTo>
                  <a:pt x="835" y="468"/>
                </a:lnTo>
                <a:lnTo>
                  <a:pt x="836" y="469"/>
                </a:lnTo>
                <a:lnTo>
                  <a:pt x="835" y="469"/>
                </a:lnTo>
                <a:lnTo>
                  <a:pt x="835" y="470"/>
                </a:lnTo>
                <a:lnTo>
                  <a:pt x="834" y="469"/>
                </a:lnTo>
                <a:lnTo>
                  <a:pt x="833" y="470"/>
                </a:lnTo>
                <a:lnTo>
                  <a:pt x="834" y="470"/>
                </a:lnTo>
                <a:lnTo>
                  <a:pt x="834" y="471"/>
                </a:lnTo>
                <a:lnTo>
                  <a:pt x="833" y="472"/>
                </a:lnTo>
                <a:lnTo>
                  <a:pt x="833" y="471"/>
                </a:lnTo>
                <a:lnTo>
                  <a:pt x="832" y="470"/>
                </a:lnTo>
                <a:lnTo>
                  <a:pt x="832" y="471"/>
                </a:lnTo>
                <a:lnTo>
                  <a:pt x="832" y="470"/>
                </a:lnTo>
                <a:lnTo>
                  <a:pt x="831" y="470"/>
                </a:lnTo>
                <a:lnTo>
                  <a:pt x="831" y="469"/>
                </a:lnTo>
                <a:lnTo>
                  <a:pt x="831" y="468"/>
                </a:lnTo>
                <a:lnTo>
                  <a:pt x="830" y="468"/>
                </a:lnTo>
                <a:lnTo>
                  <a:pt x="829" y="468"/>
                </a:lnTo>
                <a:lnTo>
                  <a:pt x="828" y="467"/>
                </a:lnTo>
                <a:lnTo>
                  <a:pt x="828" y="466"/>
                </a:lnTo>
                <a:lnTo>
                  <a:pt x="828" y="465"/>
                </a:lnTo>
                <a:lnTo>
                  <a:pt x="827" y="465"/>
                </a:lnTo>
                <a:lnTo>
                  <a:pt x="826" y="465"/>
                </a:lnTo>
                <a:lnTo>
                  <a:pt x="826" y="464"/>
                </a:lnTo>
                <a:lnTo>
                  <a:pt x="825" y="464"/>
                </a:lnTo>
                <a:lnTo>
                  <a:pt x="824" y="464"/>
                </a:lnTo>
                <a:lnTo>
                  <a:pt x="823" y="463"/>
                </a:lnTo>
                <a:lnTo>
                  <a:pt x="823" y="462"/>
                </a:lnTo>
                <a:lnTo>
                  <a:pt x="822" y="462"/>
                </a:lnTo>
                <a:lnTo>
                  <a:pt x="821" y="462"/>
                </a:lnTo>
                <a:lnTo>
                  <a:pt x="821" y="463"/>
                </a:lnTo>
                <a:lnTo>
                  <a:pt x="820" y="463"/>
                </a:lnTo>
                <a:lnTo>
                  <a:pt x="819" y="463"/>
                </a:lnTo>
                <a:lnTo>
                  <a:pt x="819" y="462"/>
                </a:lnTo>
                <a:lnTo>
                  <a:pt x="818" y="462"/>
                </a:lnTo>
                <a:lnTo>
                  <a:pt x="818" y="461"/>
                </a:lnTo>
                <a:lnTo>
                  <a:pt x="817" y="461"/>
                </a:lnTo>
                <a:lnTo>
                  <a:pt x="816" y="461"/>
                </a:lnTo>
                <a:lnTo>
                  <a:pt x="816" y="462"/>
                </a:lnTo>
                <a:lnTo>
                  <a:pt x="816" y="463"/>
                </a:lnTo>
                <a:lnTo>
                  <a:pt x="816" y="464"/>
                </a:lnTo>
                <a:lnTo>
                  <a:pt x="815" y="464"/>
                </a:lnTo>
                <a:lnTo>
                  <a:pt x="814" y="464"/>
                </a:lnTo>
                <a:lnTo>
                  <a:pt x="813" y="464"/>
                </a:lnTo>
                <a:lnTo>
                  <a:pt x="813" y="463"/>
                </a:lnTo>
                <a:lnTo>
                  <a:pt x="814" y="462"/>
                </a:lnTo>
                <a:lnTo>
                  <a:pt x="814" y="461"/>
                </a:lnTo>
                <a:lnTo>
                  <a:pt x="814" y="460"/>
                </a:lnTo>
                <a:lnTo>
                  <a:pt x="813" y="460"/>
                </a:lnTo>
                <a:lnTo>
                  <a:pt x="811" y="461"/>
                </a:lnTo>
                <a:lnTo>
                  <a:pt x="811" y="462"/>
                </a:lnTo>
                <a:lnTo>
                  <a:pt x="811" y="463"/>
                </a:lnTo>
                <a:lnTo>
                  <a:pt x="812" y="463"/>
                </a:lnTo>
                <a:lnTo>
                  <a:pt x="813" y="464"/>
                </a:lnTo>
                <a:lnTo>
                  <a:pt x="813" y="465"/>
                </a:lnTo>
                <a:lnTo>
                  <a:pt x="812" y="465"/>
                </a:lnTo>
                <a:lnTo>
                  <a:pt x="811" y="465"/>
                </a:lnTo>
                <a:lnTo>
                  <a:pt x="812" y="465"/>
                </a:lnTo>
                <a:lnTo>
                  <a:pt x="812" y="466"/>
                </a:lnTo>
                <a:lnTo>
                  <a:pt x="811" y="466"/>
                </a:lnTo>
                <a:lnTo>
                  <a:pt x="811" y="465"/>
                </a:lnTo>
                <a:lnTo>
                  <a:pt x="810" y="465"/>
                </a:lnTo>
                <a:lnTo>
                  <a:pt x="810" y="464"/>
                </a:lnTo>
                <a:lnTo>
                  <a:pt x="811" y="463"/>
                </a:lnTo>
                <a:lnTo>
                  <a:pt x="810" y="463"/>
                </a:lnTo>
                <a:lnTo>
                  <a:pt x="810" y="464"/>
                </a:lnTo>
                <a:lnTo>
                  <a:pt x="809" y="464"/>
                </a:lnTo>
                <a:lnTo>
                  <a:pt x="809" y="465"/>
                </a:lnTo>
                <a:lnTo>
                  <a:pt x="808" y="464"/>
                </a:lnTo>
                <a:lnTo>
                  <a:pt x="808" y="465"/>
                </a:lnTo>
                <a:lnTo>
                  <a:pt x="808" y="466"/>
                </a:lnTo>
                <a:lnTo>
                  <a:pt x="807" y="466"/>
                </a:lnTo>
                <a:lnTo>
                  <a:pt x="807" y="467"/>
                </a:lnTo>
                <a:lnTo>
                  <a:pt x="808" y="467"/>
                </a:lnTo>
                <a:lnTo>
                  <a:pt x="808" y="468"/>
                </a:lnTo>
                <a:lnTo>
                  <a:pt x="809" y="468"/>
                </a:lnTo>
                <a:lnTo>
                  <a:pt x="809" y="469"/>
                </a:lnTo>
                <a:lnTo>
                  <a:pt x="808" y="469"/>
                </a:lnTo>
                <a:lnTo>
                  <a:pt x="807" y="468"/>
                </a:lnTo>
                <a:lnTo>
                  <a:pt x="806" y="468"/>
                </a:lnTo>
                <a:lnTo>
                  <a:pt x="806" y="469"/>
                </a:lnTo>
                <a:lnTo>
                  <a:pt x="805" y="469"/>
                </a:lnTo>
                <a:lnTo>
                  <a:pt x="805" y="468"/>
                </a:lnTo>
                <a:lnTo>
                  <a:pt x="804" y="468"/>
                </a:lnTo>
                <a:lnTo>
                  <a:pt x="804" y="469"/>
                </a:lnTo>
                <a:lnTo>
                  <a:pt x="803" y="470"/>
                </a:lnTo>
                <a:lnTo>
                  <a:pt x="802" y="470"/>
                </a:lnTo>
                <a:lnTo>
                  <a:pt x="802" y="469"/>
                </a:lnTo>
                <a:lnTo>
                  <a:pt x="801" y="469"/>
                </a:lnTo>
                <a:lnTo>
                  <a:pt x="801" y="470"/>
                </a:lnTo>
                <a:lnTo>
                  <a:pt x="800" y="470"/>
                </a:lnTo>
                <a:lnTo>
                  <a:pt x="800" y="471"/>
                </a:lnTo>
                <a:lnTo>
                  <a:pt x="800" y="472"/>
                </a:lnTo>
                <a:lnTo>
                  <a:pt x="799" y="472"/>
                </a:lnTo>
                <a:lnTo>
                  <a:pt x="799" y="473"/>
                </a:lnTo>
                <a:lnTo>
                  <a:pt x="800" y="473"/>
                </a:lnTo>
                <a:lnTo>
                  <a:pt x="801" y="474"/>
                </a:lnTo>
                <a:lnTo>
                  <a:pt x="802" y="475"/>
                </a:lnTo>
                <a:lnTo>
                  <a:pt x="803" y="475"/>
                </a:lnTo>
                <a:lnTo>
                  <a:pt x="802" y="476"/>
                </a:lnTo>
                <a:lnTo>
                  <a:pt x="802" y="477"/>
                </a:lnTo>
                <a:lnTo>
                  <a:pt x="801" y="477"/>
                </a:lnTo>
                <a:lnTo>
                  <a:pt x="800" y="477"/>
                </a:lnTo>
                <a:lnTo>
                  <a:pt x="799" y="477"/>
                </a:lnTo>
                <a:lnTo>
                  <a:pt x="798" y="477"/>
                </a:lnTo>
                <a:lnTo>
                  <a:pt x="798" y="476"/>
                </a:lnTo>
                <a:lnTo>
                  <a:pt x="797" y="476"/>
                </a:lnTo>
                <a:lnTo>
                  <a:pt x="796" y="477"/>
                </a:lnTo>
                <a:lnTo>
                  <a:pt x="797" y="478"/>
                </a:lnTo>
                <a:lnTo>
                  <a:pt x="798" y="478"/>
                </a:lnTo>
                <a:lnTo>
                  <a:pt x="799" y="478"/>
                </a:lnTo>
                <a:lnTo>
                  <a:pt x="800" y="478"/>
                </a:lnTo>
                <a:lnTo>
                  <a:pt x="799" y="479"/>
                </a:lnTo>
                <a:lnTo>
                  <a:pt x="798" y="480"/>
                </a:lnTo>
                <a:lnTo>
                  <a:pt x="797" y="480"/>
                </a:lnTo>
                <a:lnTo>
                  <a:pt x="797" y="481"/>
                </a:lnTo>
                <a:lnTo>
                  <a:pt x="798" y="481"/>
                </a:lnTo>
                <a:lnTo>
                  <a:pt x="799" y="481"/>
                </a:lnTo>
                <a:lnTo>
                  <a:pt x="799" y="482"/>
                </a:lnTo>
                <a:lnTo>
                  <a:pt x="799" y="483"/>
                </a:lnTo>
                <a:lnTo>
                  <a:pt x="798" y="483"/>
                </a:lnTo>
                <a:lnTo>
                  <a:pt x="797" y="483"/>
                </a:lnTo>
                <a:lnTo>
                  <a:pt x="796" y="483"/>
                </a:lnTo>
                <a:lnTo>
                  <a:pt x="795" y="483"/>
                </a:lnTo>
                <a:lnTo>
                  <a:pt x="794" y="483"/>
                </a:lnTo>
                <a:lnTo>
                  <a:pt x="794" y="484"/>
                </a:lnTo>
                <a:lnTo>
                  <a:pt x="794" y="485"/>
                </a:lnTo>
                <a:lnTo>
                  <a:pt x="794" y="486"/>
                </a:lnTo>
                <a:lnTo>
                  <a:pt x="794" y="487"/>
                </a:lnTo>
                <a:lnTo>
                  <a:pt x="795" y="487"/>
                </a:lnTo>
                <a:lnTo>
                  <a:pt x="795" y="486"/>
                </a:lnTo>
                <a:lnTo>
                  <a:pt x="796" y="486"/>
                </a:lnTo>
                <a:lnTo>
                  <a:pt x="797" y="486"/>
                </a:lnTo>
                <a:lnTo>
                  <a:pt x="797" y="487"/>
                </a:lnTo>
                <a:lnTo>
                  <a:pt x="796" y="487"/>
                </a:lnTo>
                <a:lnTo>
                  <a:pt x="796" y="488"/>
                </a:lnTo>
                <a:lnTo>
                  <a:pt x="797" y="489"/>
                </a:lnTo>
                <a:lnTo>
                  <a:pt x="798" y="489"/>
                </a:lnTo>
                <a:lnTo>
                  <a:pt x="799" y="489"/>
                </a:lnTo>
                <a:lnTo>
                  <a:pt x="799" y="490"/>
                </a:lnTo>
                <a:lnTo>
                  <a:pt x="798" y="490"/>
                </a:lnTo>
                <a:lnTo>
                  <a:pt x="797" y="490"/>
                </a:lnTo>
                <a:lnTo>
                  <a:pt x="796" y="490"/>
                </a:lnTo>
                <a:lnTo>
                  <a:pt x="796" y="491"/>
                </a:lnTo>
                <a:lnTo>
                  <a:pt x="796" y="490"/>
                </a:lnTo>
                <a:lnTo>
                  <a:pt x="795" y="490"/>
                </a:lnTo>
                <a:lnTo>
                  <a:pt x="795" y="491"/>
                </a:lnTo>
                <a:lnTo>
                  <a:pt x="796" y="492"/>
                </a:lnTo>
                <a:lnTo>
                  <a:pt x="795" y="492"/>
                </a:lnTo>
                <a:lnTo>
                  <a:pt x="794" y="492"/>
                </a:lnTo>
                <a:lnTo>
                  <a:pt x="792" y="492"/>
                </a:lnTo>
                <a:lnTo>
                  <a:pt x="792" y="493"/>
                </a:lnTo>
                <a:lnTo>
                  <a:pt x="792" y="494"/>
                </a:lnTo>
                <a:lnTo>
                  <a:pt x="793" y="494"/>
                </a:lnTo>
                <a:lnTo>
                  <a:pt x="793" y="495"/>
                </a:lnTo>
                <a:lnTo>
                  <a:pt x="792" y="495"/>
                </a:lnTo>
                <a:lnTo>
                  <a:pt x="791" y="495"/>
                </a:lnTo>
                <a:lnTo>
                  <a:pt x="790" y="495"/>
                </a:lnTo>
                <a:lnTo>
                  <a:pt x="789" y="495"/>
                </a:lnTo>
                <a:lnTo>
                  <a:pt x="789" y="496"/>
                </a:lnTo>
                <a:lnTo>
                  <a:pt x="789" y="497"/>
                </a:lnTo>
                <a:lnTo>
                  <a:pt x="788" y="497"/>
                </a:lnTo>
                <a:lnTo>
                  <a:pt x="788" y="498"/>
                </a:lnTo>
                <a:lnTo>
                  <a:pt x="787" y="498"/>
                </a:lnTo>
                <a:lnTo>
                  <a:pt x="786" y="498"/>
                </a:lnTo>
                <a:lnTo>
                  <a:pt x="785" y="498"/>
                </a:lnTo>
                <a:lnTo>
                  <a:pt x="784" y="498"/>
                </a:lnTo>
                <a:lnTo>
                  <a:pt x="784" y="497"/>
                </a:lnTo>
                <a:lnTo>
                  <a:pt x="784" y="496"/>
                </a:lnTo>
                <a:lnTo>
                  <a:pt x="783" y="496"/>
                </a:lnTo>
                <a:lnTo>
                  <a:pt x="782" y="496"/>
                </a:lnTo>
                <a:lnTo>
                  <a:pt x="782" y="497"/>
                </a:lnTo>
                <a:lnTo>
                  <a:pt x="783" y="497"/>
                </a:lnTo>
                <a:lnTo>
                  <a:pt x="783" y="498"/>
                </a:lnTo>
                <a:lnTo>
                  <a:pt x="782" y="498"/>
                </a:lnTo>
                <a:lnTo>
                  <a:pt x="781" y="498"/>
                </a:lnTo>
                <a:lnTo>
                  <a:pt x="780" y="499"/>
                </a:lnTo>
                <a:lnTo>
                  <a:pt x="779" y="499"/>
                </a:lnTo>
                <a:lnTo>
                  <a:pt x="780" y="501"/>
                </a:lnTo>
                <a:lnTo>
                  <a:pt x="779" y="501"/>
                </a:lnTo>
                <a:lnTo>
                  <a:pt x="779" y="502"/>
                </a:lnTo>
                <a:lnTo>
                  <a:pt x="778" y="503"/>
                </a:lnTo>
                <a:lnTo>
                  <a:pt x="777" y="503"/>
                </a:lnTo>
                <a:lnTo>
                  <a:pt x="776" y="503"/>
                </a:lnTo>
                <a:lnTo>
                  <a:pt x="776" y="504"/>
                </a:lnTo>
                <a:lnTo>
                  <a:pt x="775" y="504"/>
                </a:lnTo>
                <a:lnTo>
                  <a:pt x="774" y="504"/>
                </a:lnTo>
                <a:lnTo>
                  <a:pt x="774" y="503"/>
                </a:lnTo>
                <a:lnTo>
                  <a:pt x="774" y="504"/>
                </a:lnTo>
                <a:lnTo>
                  <a:pt x="773" y="504"/>
                </a:lnTo>
                <a:lnTo>
                  <a:pt x="772" y="504"/>
                </a:lnTo>
                <a:lnTo>
                  <a:pt x="772" y="503"/>
                </a:lnTo>
                <a:lnTo>
                  <a:pt x="771" y="504"/>
                </a:lnTo>
                <a:lnTo>
                  <a:pt x="771" y="505"/>
                </a:lnTo>
                <a:lnTo>
                  <a:pt x="770" y="505"/>
                </a:lnTo>
                <a:lnTo>
                  <a:pt x="770" y="506"/>
                </a:lnTo>
                <a:lnTo>
                  <a:pt x="770" y="507"/>
                </a:lnTo>
                <a:lnTo>
                  <a:pt x="771" y="508"/>
                </a:lnTo>
                <a:lnTo>
                  <a:pt x="770" y="509"/>
                </a:lnTo>
                <a:lnTo>
                  <a:pt x="770" y="510"/>
                </a:lnTo>
                <a:lnTo>
                  <a:pt x="770" y="511"/>
                </a:lnTo>
                <a:lnTo>
                  <a:pt x="770" y="512"/>
                </a:lnTo>
                <a:lnTo>
                  <a:pt x="770" y="511"/>
                </a:lnTo>
                <a:lnTo>
                  <a:pt x="769" y="511"/>
                </a:lnTo>
                <a:lnTo>
                  <a:pt x="769" y="512"/>
                </a:lnTo>
                <a:lnTo>
                  <a:pt x="767" y="513"/>
                </a:lnTo>
                <a:lnTo>
                  <a:pt x="766" y="513"/>
                </a:lnTo>
                <a:lnTo>
                  <a:pt x="766" y="514"/>
                </a:lnTo>
                <a:lnTo>
                  <a:pt x="766" y="513"/>
                </a:lnTo>
                <a:lnTo>
                  <a:pt x="765" y="513"/>
                </a:lnTo>
                <a:lnTo>
                  <a:pt x="764" y="513"/>
                </a:lnTo>
                <a:lnTo>
                  <a:pt x="764" y="512"/>
                </a:lnTo>
                <a:lnTo>
                  <a:pt x="763" y="512"/>
                </a:lnTo>
                <a:lnTo>
                  <a:pt x="763" y="511"/>
                </a:lnTo>
                <a:lnTo>
                  <a:pt x="763" y="512"/>
                </a:lnTo>
                <a:lnTo>
                  <a:pt x="762" y="512"/>
                </a:lnTo>
                <a:lnTo>
                  <a:pt x="760" y="512"/>
                </a:lnTo>
                <a:lnTo>
                  <a:pt x="760" y="511"/>
                </a:lnTo>
                <a:lnTo>
                  <a:pt x="759" y="511"/>
                </a:lnTo>
                <a:lnTo>
                  <a:pt x="759" y="512"/>
                </a:lnTo>
                <a:lnTo>
                  <a:pt x="758" y="512"/>
                </a:lnTo>
                <a:lnTo>
                  <a:pt x="758" y="511"/>
                </a:lnTo>
                <a:lnTo>
                  <a:pt x="757" y="511"/>
                </a:lnTo>
                <a:lnTo>
                  <a:pt x="757" y="510"/>
                </a:lnTo>
                <a:lnTo>
                  <a:pt x="756" y="510"/>
                </a:lnTo>
                <a:lnTo>
                  <a:pt x="755" y="510"/>
                </a:lnTo>
                <a:lnTo>
                  <a:pt x="753" y="510"/>
                </a:lnTo>
                <a:lnTo>
                  <a:pt x="752" y="510"/>
                </a:lnTo>
                <a:lnTo>
                  <a:pt x="752" y="511"/>
                </a:lnTo>
                <a:lnTo>
                  <a:pt x="751" y="511"/>
                </a:lnTo>
                <a:lnTo>
                  <a:pt x="751" y="510"/>
                </a:lnTo>
                <a:lnTo>
                  <a:pt x="750" y="510"/>
                </a:lnTo>
                <a:lnTo>
                  <a:pt x="750" y="509"/>
                </a:lnTo>
                <a:lnTo>
                  <a:pt x="749" y="509"/>
                </a:lnTo>
                <a:lnTo>
                  <a:pt x="749" y="508"/>
                </a:lnTo>
                <a:lnTo>
                  <a:pt x="747" y="509"/>
                </a:lnTo>
                <a:lnTo>
                  <a:pt x="747" y="510"/>
                </a:lnTo>
                <a:lnTo>
                  <a:pt x="746" y="510"/>
                </a:lnTo>
                <a:lnTo>
                  <a:pt x="745" y="511"/>
                </a:lnTo>
                <a:lnTo>
                  <a:pt x="744" y="511"/>
                </a:lnTo>
                <a:lnTo>
                  <a:pt x="744" y="512"/>
                </a:lnTo>
                <a:lnTo>
                  <a:pt x="743" y="513"/>
                </a:lnTo>
                <a:lnTo>
                  <a:pt x="742" y="513"/>
                </a:lnTo>
                <a:lnTo>
                  <a:pt x="741" y="513"/>
                </a:lnTo>
                <a:lnTo>
                  <a:pt x="740" y="512"/>
                </a:lnTo>
                <a:lnTo>
                  <a:pt x="739" y="512"/>
                </a:lnTo>
                <a:lnTo>
                  <a:pt x="739" y="511"/>
                </a:lnTo>
                <a:lnTo>
                  <a:pt x="738" y="511"/>
                </a:lnTo>
                <a:lnTo>
                  <a:pt x="737" y="510"/>
                </a:lnTo>
                <a:lnTo>
                  <a:pt x="736" y="510"/>
                </a:lnTo>
                <a:lnTo>
                  <a:pt x="736" y="511"/>
                </a:lnTo>
                <a:lnTo>
                  <a:pt x="735" y="511"/>
                </a:lnTo>
                <a:lnTo>
                  <a:pt x="734" y="511"/>
                </a:lnTo>
                <a:lnTo>
                  <a:pt x="733" y="512"/>
                </a:lnTo>
                <a:lnTo>
                  <a:pt x="732" y="512"/>
                </a:lnTo>
                <a:lnTo>
                  <a:pt x="733" y="513"/>
                </a:lnTo>
                <a:lnTo>
                  <a:pt x="732" y="514"/>
                </a:lnTo>
                <a:lnTo>
                  <a:pt x="731" y="515"/>
                </a:lnTo>
                <a:lnTo>
                  <a:pt x="730" y="515"/>
                </a:lnTo>
                <a:lnTo>
                  <a:pt x="729" y="515"/>
                </a:lnTo>
                <a:lnTo>
                  <a:pt x="728" y="515"/>
                </a:lnTo>
                <a:lnTo>
                  <a:pt x="728" y="514"/>
                </a:lnTo>
                <a:lnTo>
                  <a:pt x="727" y="514"/>
                </a:lnTo>
                <a:lnTo>
                  <a:pt x="727" y="515"/>
                </a:lnTo>
                <a:lnTo>
                  <a:pt x="724" y="515"/>
                </a:lnTo>
                <a:lnTo>
                  <a:pt x="723" y="515"/>
                </a:lnTo>
                <a:lnTo>
                  <a:pt x="722" y="515"/>
                </a:lnTo>
                <a:lnTo>
                  <a:pt x="721" y="515"/>
                </a:lnTo>
                <a:lnTo>
                  <a:pt x="721" y="514"/>
                </a:lnTo>
                <a:lnTo>
                  <a:pt x="720" y="514"/>
                </a:lnTo>
                <a:lnTo>
                  <a:pt x="719" y="514"/>
                </a:lnTo>
                <a:lnTo>
                  <a:pt x="719" y="513"/>
                </a:lnTo>
                <a:lnTo>
                  <a:pt x="718" y="512"/>
                </a:lnTo>
                <a:lnTo>
                  <a:pt x="718" y="513"/>
                </a:lnTo>
                <a:lnTo>
                  <a:pt x="717" y="513"/>
                </a:lnTo>
                <a:lnTo>
                  <a:pt x="716" y="513"/>
                </a:lnTo>
                <a:lnTo>
                  <a:pt x="715" y="513"/>
                </a:lnTo>
                <a:lnTo>
                  <a:pt x="700" y="512"/>
                </a:lnTo>
                <a:lnTo>
                  <a:pt x="680" y="512"/>
                </a:lnTo>
                <a:lnTo>
                  <a:pt x="676" y="514"/>
                </a:lnTo>
                <a:lnTo>
                  <a:pt x="673" y="515"/>
                </a:lnTo>
                <a:lnTo>
                  <a:pt x="674" y="516"/>
                </a:lnTo>
                <a:lnTo>
                  <a:pt x="675" y="517"/>
                </a:lnTo>
                <a:lnTo>
                  <a:pt x="676" y="517"/>
                </a:lnTo>
                <a:lnTo>
                  <a:pt x="676" y="518"/>
                </a:lnTo>
                <a:lnTo>
                  <a:pt x="678" y="519"/>
                </a:lnTo>
                <a:lnTo>
                  <a:pt x="679" y="520"/>
                </a:lnTo>
                <a:lnTo>
                  <a:pt x="680" y="521"/>
                </a:lnTo>
                <a:lnTo>
                  <a:pt x="681" y="521"/>
                </a:lnTo>
                <a:lnTo>
                  <a:pt x="681" y="523"/>
                </a:lnTo>
                <a:lnTo>
                  <a:pt x="681" y="524"/>
                </a:lnTo>
                <a:lnTo>
                  <a:pt x="680" y="524"/>
                </a:lnTo>
                <a:lnTo>
                  <a:pt x="681" y="524"/>
                </a:lnTo>
                <a:lnTo>
                  <a:pt x="681" y="526"/>
                </a:lnTo>
                <a:lnTo>
                  <a:pt x="681" y="527"/>
                </a:lnTo>
                <a:lnTo>
                  <a:pt x="682" y="527"/>
                </a:lnTo>
                <a:lnTo>
                  <a:pt x="682" y="528"/>
                </a:lnTo>
                <a:lnTo>
                  <a:pt x="681" y="528"/>
                </a:lnTo>
                <a:lnTo>
                  <a:pt x="681" y="529"/>
                </a:lnTo>
                <a:lnTo>
                  <a:pt x="681" y="530"/>
                </a:lnTo>
                <a:lnTo>
                  <a:pt x="681" y="531"/>
                </a:lnTo>
                <a:lnTo>
                  <a:pt x="681" y="532"/>
                </a:lnTo>
                <a:lnTo>
                  <a:pt x="681" y="533"/>
                </a:lnTo>
                <a:lnTo>
                  <a:pt x="680" y="534"/>
                </a:lnTo>
                <a:lnTo>
                  <a:pt x="681" y="534"/>
                </a:lnTo>
                <a:lnTo>
                  <a:pt x="681" y="535"/>
                </a:lnTo>
                <a:lnTo>
                  <a:pt x="681" y="537"/>
                </a:lnTo>
                <a:lnTo>
                  <a:pt x="681" y="538"/>
                </a:lnTo>
                <a:lnTo>
                  <a:pt x="681" y="539"/>
                </a:lnTo>
                <a:lnTo>
                  <a:pt x="682" y="540"/>
                </a:lnTo>
                <a:lnTo>
                  <a:pt x="683" y="540"/>
                </a:lnTo>
                <a:lnTo>
                  <a:pt x="684" y="541"/>
                </a:lnTo>
                <a:lnTo>
                  <a:pt x="685" y="542"/>
                </a:lnTo>
                <a:lnTo>
                  <a:pt x="685" y="543"/>
                </a:lnTo>
                <a:lnTo>
                  <a:pt x="685" y="544"/>
                </a:lnTo>
                <a:lnTo>
                  <a:pt x="685" y="545"/>
                </a:lnTo>
                <a:lnTo>
                  <a:pt x="686" y="546"/>
                </a:lnTo>
                <a:lnTo>
                  <a:pt x="686" y="547"/>
                </a:lnTo>
                <a:lnTo>
                  <a:pt x="687" y="548"/>
                </a:lnTo>
                <a:lnTo>
                  <a:pt x="687" y="549"/>
                </a:lnTo>
                <a:lnTo>
                  <a:pt x="688" y="549"/>
                </a:lnTo>
                <a:lnTo>
                  <a:pt x="689" y="549"/>
                </a:lnTo>
                <a:lnTo>
                  <a:pt x="690" y="549"/>
                </a:lnTo>
                <a:lnTo>
                  <a:pt x="690" y="550"/>
                </a:lnTo>
                <a:lnTo>
                  <a:pt x="691" y="551"/>
                </a:lnTo>
                <a:lnTo>
                  <a:pt x="692" y="552"/>
                </a:lnTo>
                <a:lnTo>
                  <a:pt x="693" y="552"/>
                </a:lnTo>
                <a:lnTo>
                  <a:pt x="693" y="553"/>
                </a:lnTo>
                <a:lnTo>
                  <a:pt x="694" y="553"/>
                </a:lnTo>
                <a:lnTo>
                  <a:pt x="695" y="553"/>
                </a:lnTo>
                <a:lnTo>
                  <a:pt x="696" y="554"/>
                </a:lnTo>
                <a:lnTo>
                  <a:pt x="697" y="554"/>
                </a:lnTo>
                <a:lnTo>
                  <a:pt x="698" y="555"/>
                </a:lnTo>
                <a:lnTo>
                  <a:pt x="698" y="556"/>
                </a:lnTo>
                <a:lnTo>
                  <a:pt x="698" y="557"/>
                </a:lnTo>
                <a:lnTo>
                  <a:pt x="699" y="557"/>
                </a:lnTo>
                <a:lnTo>
                  <a:pt x="700" y="558"/>
                </a:lnTo>
                <a:lnTo>
                  <a:pt x="700" y="559"/>
                </a:lnTo>
                <a:lnTo>
                  <a:pt x="701" y="559"/>
                </a:lnTo>
                <a:lnTo>
                  <a:pt x="702" y="559"/>
                </a:lnTo>
                <a:lnTo>
                  <a:pt x="702" y="560"/>
                </a:lnTo>
                <a:lnTo>
                  <a:pt x="702" y="561"/>
                </a:lnTo>
                <a:lnTo>
                  <a:pt x="701" y="561"/>
                </a:lnTo>
                <a:lnTo>
                  <a:pt x="701" y="560"/>
                </a:lnTo>
                <a:lnTo>
                  <a:pt x="701" y="561"/>
                </a:lnTo>
                <a:lnTo>
                  <a:pt x="700" y="561"/>
                </a:lnTo>
                <a:lnTo>
                  <a:pt x="701" y="561"/>
                </a:lnTo>
                <a:lnTo>
                  <a:pt x="701" y="562"/>
                </a:lnTo>
                <a:lnTo>
                  <a:pt x="702" y="562"/>
                </a:lnTo>
                <a:lnTo>
                  <a:pt x="703" y="562"/>
                </a:lnTo>
                <a:lnTo>
                  <a:pt x="703" y="563"/>
                </a:lnTo>
                <a:lnTo>
                  <a:pt x="702" y="563"/>
                </a:lnTo>
                <a:lnTo>
                  <a:pt x="703" y="563"/>
                </a:lnTo>
                <a:lnTo>
                  <a:pt x="703" y="564"/>
                </a:lnTo>
                <a:lnTo>
                  <a:pt x="703" y="565"/>
                </a:lnTo>
                <a:lnTo>
                  <a:pt x="703" y="566"/>
                </a:lnTo>
                <a:lnTo>
                  <a:pt x="702" y="566"/>
                </a:lnTo>
                <a:lnTo>
                  <a:pt x="701" y="567"/>
                </a:lnTo>
                <a:lnTo>
                  <a:pt x="700" y="568"/>
                </a:lnTo>
                <a:lnTo>
                  <a:pt x="700" y="569"/>
                </a:lnTo>
                <a:lnTo>
                  <a:pt x="701" y="569"/>
                </a:lnTo>
                <a:lnTo>
                  <a:pt x="701" y="570"/>
                </a:lnTo>
                <a:lnTo>
                  <a:pt x="702" y="570"/>
                </a:lnTo>
                <a:lnTo>
                  <a:pt x="701" y="570"/>
                </a:lnTo>
                <a:lnTo>
                  <a:pt x="700" y="570"/>
                </a:lnTo>
                <a:lnTo>
                  <a:pt x="699" y="571"/>
                </a:lnTo>
                <a:lnTo>
                  <a:pt x="700" y="571"/>
                </a:lnTo>
                <a:lnTo>
                  <a:pt x="700" y="572"/>
                </a:lnTo>
                <a:lnTo>
                  <a:pt x="699" y="572"/>
                </a:lnTo>
                <a:lnTo>
                  <a:pt x="698" y="572"/>
                </a:lnTo>
                <a:lnTo>
                  <a:pt x="698" y="573"/>
                </a:lnTo>
                <a:lnTo>
                  <a:pt x="697" y="573"/>
                </a:lnTo>
                <a:lnTo>
                  <a:pt x="697" y="574"/>
                </a:lnTo>
                <a:lnTo>
                  <a:pt x="696" y="574"/>
                </a:lnTo>
                <a:lnTo>
                  <a:pt x="695" y="574"/>
                </a:lnTo>
                <a:lnTo>
                  <a:pt x="695" y="575"/>
                </a:lnTo>
                <a:lnTo>
                  <a:pt x="695" y="576"/>
                </a:lnTo>
                <a:lnTo>
                  <a:pt x="695" y="577"/>
                </a:lnTo>
                <a:lnTo>
                  <a:pt x="695" y="578"/>
                </a:lnTo>
                <a:lnTo>
                  <a:pt x="695" y="579"/>
                </a:lnTo>
                <a:lnTo>
                  <a:pt x="694" y="579"/>
                </a:lnTo>
                <a:lnTo>
                  <a:pt x="694" y="580"/>
                </a:lnTo>
                <a:lnTo>
                  <a:pt x="695" y="580"/>
                </a:lnTo>
                <a:lnTo>
                  <a:pt x="696" y="580"/>
                </a:lnTo>
                <a:lnTo>
                  <a:pt x="696" y="581"/>
                </a:lnTo>
                <a:lnTo>
                  <a:pt x="695" y="581"/>
                </a:lnTo>
                <a:lnTo>
                  <a:pt x="694" y="581"/>
                </a:lnTo>
                <a:lnTo>
                  <a:pt x="693" y="582"/>
                </a:lnTo>
                <a:lnTo>
                  <a:pt x="693" y="583"/>
                </a:lnTo>
                <a:lnTo>
                  <a:pt x="692" y="583"/>
                </a:lnTo>
                <a:lnTo>
                  <a:pt x="692" y="584"/>
                </a:lnTo>
                <a:lnTo>
                  <a:pt x="692" y="585"/>
                </a:lnTo>
                <a:lnTo>
                  <a:pt x="691" y="585"/>
                </a:lnTo>
                <a:lnTo>
                  <a:pt x="690" y="585"/>
                </a:lnTo>
                <a:lnTo>
                  <a:pt x="689" y="585"/>
                </a:lnTo>
                <a:lnTo>
                  <a:pt x="688" y="586"/>
                </a:lnTo>
                <a:lnTo>
                  <a:pt x="687" y="586"/>
                </a:lnTo>
                <a:lnTo>
                  <a:pt x="687" y="587"/>
                </a:lnTo>
                <a:lnTo>
                  <a:pt x="687" y="588"/>
                </a:lnTo>
                <a:lnTo>
                  <a:pt x="686" y="588"/>
                </a:lnTo>
                <a:lnTo>
                  <a:pt x="685" y="589"/>
                </a:lnTo>
                <a:lnTo>
                  <a:pt x="684" y="589"/>
                </a:lnTo>
                <a:lnTo>
                  <a:pt x="684" y="588"/>
                </a:lnTo>
                <a:lnTo>
                  <a:pt x="683" y="589"/>
                </a:lnTo>
                <a:lnTo>
                  <a:pt x="683" y="590"/>
                </a:lnTo>
                <a:lnTo>
                  <a:pt x="682" y="591"/>
                </a:lnTo>
                <a:lnTo>
                  <a:pt x="681" y="591"/>
                </a:lnTo>
                <a:lnTo>
                  <a:pt x="681" y="590"/>
                </a:lnTo>
                <a:lnTo>
                  <a:pt x="680" y="590"/>
                </a:lnTo>
                <a:lnTo>
                  <a:pt x="679" y="590"/>
                </a:lnTo>
                <a:lnTo>
                  <a:pt x="679" y="589"/>
                </a:lnTo>
                <a:lnTo>
                  <a:pt x="680" y="589"/>
                </a:lnTo>
                <a:lnTo>
                  <a:pt x="680" y="588"/>
                </a:lnTo>
                <a:lnTo>
                  <a:pt x="681" y="588"/>
                </a:lnTo>
                <a:lnTo>
                  <a:pt x="681" y="587"/>
                </a:lnTo>
                <a:lnTo>
                  <a:pt x="680" y="587"/>
                </a:lnTo>
                <a:lnTo>
                  <a:pt x="679" y="587"/>
                </a:lnTo>
                <a:lnTo>
                  <a:pt x="678" y="588"/>
                </a:lnTo>
                <a:lnTo>
                  <a:pt x="679" y="588"/>
                </a:lnTo>
                <a:lnTo>
                  <a:pt x="679" y="589"/>
                </a:lnTo>
                <a:lnTo>
                  <a:pt x="678" y="589"/>
                </a:lnTo>
                <a:lnTo>
                  <a:pt x="677" y="588"/>
                </a:lnTo>
                <a:lnTo>
                  <a:pt x="677" y="587"/>
                </a:lnTo>
                <a:lnTo>
                  <a:pt x="676" y="587"/>
                </a:lnTo>
                <a:lnTo>
                  <a:pt x="675" y="587"/>
                </a:lnTo>
                <a:lnTo>
                  <a:pt x="675" y="588"/>
                </a:lnTo>
                <a:lnTo>
                  <a:pt x="674" y="588"/>
                </a:lnTo>
                <a:lnTo>
                  <a:pt x="674" y="587"/>
                </a:lnTo>
                <a:lnTo>
                  <a:pt x="674" y="586"/>
                </a:lnTo>
                <a:lnTo>
                  <a:pt x="674" y="585"/>
                </a:lnTo>
                <a:lnTo>
                  <a:pt x="675" y="585"/>
                </a:lnTo>
                <a:lnTo>
                  <a:pt x="674" y="585"/>
                </a:lnTo>
                <a:lnTo>
                  <a:pt x="674" y="584"/>
                </a:lnTo>
                <a:lnTo>
                  <a:pt x="673" y="584"/>
                </a:lnTo>
                <a:lnTo>
                  <a:pt x="673" y="585"/>
                </a:lnTo>
                <a:lnTo>
                  <a:pt x="672" y="585"/>
                </a:lnTo>
                <a:lnTo>
                  <a:pt x="671" y="584"/>
                </a:lnTo>
                <a:lnTo>
                  <a:pt x="672" y="584"/>
                </a:lnTo>
                <a:lnTo>
                  <a:pt x="672" y="583"/>
                </a:lnTo>
                <a:lnTo>
                  <a:pt x="671" y="583"/>
                </a:lnTo>
                <a:lnTo>
                  <a:pt x="670" y="583"/>
                </a:lnTo>
                <a:lnTo>
                  <a:pt x="670" y="582"/>
                </a:lnTo>
                <a:lnTo>
                  <a:pt x="671" y="582"/>
                </a:lnTo>
                <a:lnTo>
                  <a:pt x="672" y="581"/>
                </a:lnTo>
                <a:lnTo>
                  <a:pt x="671" y="581"/>
                </a:lnTo>
                <a:lnTo>
                  <a:pt x="670" y="581"/>
                </a:lnTo>
                <a:lnTo>
                  <a:pt x="670" y="582"/>
                </a:lnTo>
                <a:lnTo>
                  <a:pt x="669" y="582"/>
                </a:lnTo>
                <a:lnTo>
                  <a:pt x="669" y="583"/>
                </a:lnTo>
                <a:lnTo>
                  <a:pt x="669" y="584"/>
                </a:lnTo>
                <a:lnTo>
                  <a:pt x="668" y="584"/>
                </a:lnTo>
                <a:lnTo>
                  <a:pt x="668" y="585"/>
                </a:lnTo>
                <a:lnTo>
                  <a:pt x="668" y="584"/>
                </a:lnTo>
                <a:lnTo>
                  <a:pt x="668" y="583"/>
                </a:lnTo>
                <a:lnTo>
                  <a:pt x="668" y="582"/>
                </a:lnTo>
                <a:lnTo>
                  <a:pt x="667" y="582"/>
                </a:lnTo>
                <a:lnTo>
                  <a:pt x="666" y="582"/>
                </a:lnTo>
                <a:lnTo>
                  <a:pt x="665" y="582"/>
                </a:lnTo>
                <a:lnTo>
                  <a:pt x="664" y="582"/>
                </a:lnTo>
                <a:lnTo>
                  <a:pt x="664" y="581"/>
                </a:lnTo>
                <a:lnTo>
                  <a:pt x="665" y="581"/>
                </a:lnTo>
                <a:lnTo>
                  <a:pt x="664" y="581"/>
                </a:lnTo>
                <a:lnTo>
                  <a:pt x="664" y="580"/>
                </a:lnTo>
                <a:lnTo>
                  <a:pt x="664" y="581"/>
                </a:lnTo>
                <a:lnTo>
                  <a:pt x="663" y="581"/>
                </a:lnTo>
                <a:lnTo>
                  <a:pt x="663" y="580"/>
                </a:lnTo>
                <a:lnTo>
                  <a:pt x="664" y="580"/>
                </a:lnTo>
                <a:lnTo>
                  <a:pt x="663" y="580"/>
                </a:lnTo>
                <a:lnTo>
                  <a:pt x="663" y="581"/>
                </a:lnTo>
                <a:lnTo>
                  <a:pt x="662" y="581"/>
                </a:lnTo>
                <a:lnTo>
                  <a:pt x="662" y="582"/>
                </a:lnTo>
                <a:lnTo>
                  <a:pt x="661" y="582"/>
                </a:lnTo>
                <a:lnTo>
                  <a:pt x="661" y="583"/>
                </a:lnTo>
                <a:lnTo>
                  <a:pt x="660" y="583"/>
                </a:lnTo>
                <a:lnTo>
                  <a:pt x="660" y="582"/>
                </a:lnTo>
                <a:lnTo>
                  <a:pt x="659" y="583"/>
                </a:lnTo>
                <a:lnTo>
                  <a:pt x="658" y="582"/>
                </a:lnTo>
                <a:lnTo>
                  <a:pt x="658" y="581"/>
                </a:lnTo>
                <a:lnTo>
                  <a:pt x="657" y="581"/>
                </a:lnTo>
                <a:lnTo>
                  <a:pt x="657" y="582"/>
                </a:lnTo>
                <a:lnTo>
                  <a:pt x="657" y="583"/>
                </a:lnTo>
                <a:lnTo>
                  <a:pt x="656" y="583"/>
                </a:lnTo>
                <a:lnTo>
                  <a:pt x="657" y="584"/>
                </a:lnTo>
                <a:lnTo>
                  <a:pt x="656" y="584"/>
                </a:lnTo>
                <a:lnTo>
                  <a:pt x="656" y="585"/>
                </a:lnTo>
                <a:lnTo>
                  <a:pt x="657" y="585"/>
                </a:lnTo>
                <a:lnTo>
                  <a:pt x="657" y="586"/>
                </a:lnTo>
                <a:lnTo>
                  <a:pt x="656" y="586"/>
                </a:lnTo>
                <a:lnTo>
                  <a:pt x="655" y="586"/>
                </a:lnTo>
                <a:lnTo>
                  <a:pt x="655" y="585"/>
                </a:lnTo>
                <a:lnTo>
                  <a:pt x="654" y="584"/>
                </a:lnTo>
                <a:lnTo>
                  <a:pt x="653" y="584"/>
                </a:lnTo>
                <a:lnTo>
                  <a:pt x="652" y="584"/>
                </a:lnTo>
                <a:lnTo>
                  <a:pt x="652" y="585"/>
                </a:lnTo>
                <a:lnTo>
                  <a:pt x="652" y="586"/>
                </a:lnTo>
                <a:lnTo>
                  <a:pt x="652" y="585"/>
                </a:lnTo>
                <a:lnTo>
                  <a:pt x="651" y="585"/>
                </a:lnTo>
                <a:lnTo>
                  <a:pt x="651" y="584"/>
                </a:lnTo>
                <a:lnTo>
                  <a:pt x="650" y="584"/>
                </a:lnTo>
                <a:lnTo>
                  <a:pt x="649" y="584"/>
                </a:lnTo>
                <a:lnTo>
                  <a:pt x="648" y="584"/>
                </a:lnTo>
                <a:lnTo>
                  <a:pt x="648" y="585"/>
                </a:lnTo>
                <a:lnTo>
                  <a:pt x="648" y="586"/>
                </a:lnTo>
                <a:lnTo>
                  <a:pt x="648" y="585"/>
                </a:lnTo>
                <a:lnTo>
                  <a:pt x="647" y="585"/>
                </a:lnTo>
                <a:lnTo>
                  <a:pt x="647" y="584"/>
                </a:lnTo>
                <a:lnTo>
                  <a:pt x="647" y="583"/>
                </a:lnTo>
                <a:lnTo>
                  <a:pt x="646" y="583"/>
                </a:lnTo>
                <a:lnTo>
                  <a:pt x="646" y="584"/>
                </a:lnTo>
                <a:lnTo>
                  <a:pt x="645" y="584"/>
                </a:lnTo>
                <a:lnTo>
                  <a:pt x="644" y="583"/>
                </a:lnTo>
                <a:lnTo>
                  <a:pt x="643" y="583"/>
                </a:lnTo>
                <a:lnTo>
                  <a:pt x="642" y="583"/>
                </a:lnTo>
                <a:lnTo>
                  <a:pt x="642" y="584"/>
                </a:lnTo>
                <a:lnTo>
                  <a:pt x="641" y="584"/>
                </a:lnTo>
                <a:lnTo>
                  <a:pt x="639" y="584"/>
                </a:lnTo>
                <a:lnTo>
                  <a:pt x="638" y="584"/>
                </a:lnTo>
                <a:lnTo>
                  <a:pt x="637" y="584"/>
                </a:lnTo>
                <a:lnTo>
                  <a:pt x="636" y="584"/>
                </a:lnTo>
                <a:lnTo>
                  <a:pt x="636" y="585"/>
                </a:lnTo>
                <a:lnTo>
                  <a:pt x="635" y="585"/>
                </a:lnTo>
                <a:lnTo>
                  <a:pt x="635" y="584"/>
                </a:lnTo>
                <a:lnTo>
                  <a:pt x="634" y="584"/>
                </a:lnTo>
                <a:lnTo>
                  <a:pt x="634" y="583"/>
                </a:lnTo>
                <a:lnTo>
                  <a:pt x="633" y="583"/>
                </a:lnTo>
                <a:lnTo>
                  <a:pt x="633" y="584"/>
                </a:lnTo>
                <a:lnTo>
                  <a:pt x="634" y="584"/>
                </a:lnTo>
                <a:lnTo>
                  <a:pt x="635" y="585"/>
                </a:lnTo>
                <a:lnTo>
                  <a:pt x="634" y="586"/>
                </a:lnTo>
                <a:lnTo>
                  <a:pt x="633" y="586"/>
                </a:lnTo>
                <a:lnTo>
                  <a:pt x="632" y="585"/>
                </a:lnTo>
                <a:lnTo>
                  <a:pt x="631" y="585"/>
                </a:lnTo>
                <a:lnTo>
                  <a:pt x="631" y="584"/>
                </a:lnTo>
                <a:lnTo>
                  <a:pt x="630" y="583"/>
                </a:lnTo>
                <a:lnTo>
                  <a:pt x="629" y="583"/>
                </a:lnTo>
                <a:lnTo>
                  <a:pt x="628" y="583"/>
                </a:lnTo>
                <a:lnTo>
                  <a:pt x="627" y="583"/>
                </a:lnTo>
                <a:lnTo>
                  <a:pt x="626" y="583"/>
                </a:lnTo>
                <a:lnTo>
                  <a:pt x="625" y="583"/>
                </a:lnTo>
                <a:lnTo>
                  <a:pt x="624" y="583"/>
                </a:lnTo>
                <a:lnTo>
                  <a:pt x="623" y="582"/>
                </a:lnTo>
                <a:lnTo>
                  <a:pt x="623" y="581"/>
                </a:lnTo>
                <a:lnTo>
                  <a:pt x="622" y="580"/>
                </a:lnTo>
                <a:lnTo>
                  <a:pt x="622" y="579"/>
                </a:lnTo>
                <a:lnTo>
                  <a:pt x="622" y="578"/>
                </a:lnTo>
                <a:lnTo>
                  <a:pt x="622" y="577"/>
                </a:lnTo>
                <a:lnTo>
                  <a:pt x="621" y="577"/>
                </a:lnTo>
                <a:lnTo>
                  <a:pt x="621" y="578"/>
                </a:lnTo>
                <a:lnTo>
                  <a:pt x="620" y="578"/>
                </a:lnTo>
                <a:lnTo>
                  <a:pt x="619" y="578"/>
                </a:lnTo>
                <a:lnTo>
                  <a:pt x="618" y="578"/>
                </a:lnTo>
                <a:lnTo>
                  <a:pt x="618" y="577"/>
                </a:lnTo>
                <a:lnTo>
                  <a:pt x="617" y="577"/>
                </a:lnTo>
                <a:lnTo>
                  <a:pt x="617" y="578"/>
                </a:lnTo>
                <a:lnTo>
                  <a:pt x="616" y="578"/>
                </a:lnTo>
                <a:lnTo>
                  <a:pt x="615" y="578"/>
                </a:lnTo>
                <a:lnTo>
                  <a:pt x="615" y="577"/>
                </a:lnTo>
                <a:lnTo>
                  <a:pt x="614" y="577"/>
                </a:lnTo>
                <a:lnTo>
                  <a:pt x="613" y="578"/>
                </a:lnTo>
                <a:lnTo>
                  <a:pt x="614" y="578"/>
                </a:lnTo>
                <a:lnTo>
                  <a:pt x="614" y="579"/>
                </a:lnTo>
                <a:lnTo>
                  <a:pt x="613" y="579"/>
                </a:lnTo>
                <a:lnTo>
                  <a:pt x="612" y="579"/>
                </a:lnTo>
                <a:lnTo>
                  <a:pt x="611" y="579"/>
                </a:lnTo>
                <a:lnTo>
                  <a:pt x="610" y="579"/>
                </a:lnTo>
                <a:lnTo>
                  <a:pt x="609" y="579"/>
                </a:lnTo>
                <a:lnTo>
                  <a:pt x="609" y="580"/>
                </a:lnTo>
                <a:lnTo>
                  <a:pt x="608" y="580"/>
                </a:lnTo>
                <a:lnTo>
                  <a:pt x="608" y="579"/>
                </a:lnTo>
                <a:lnTo>
                  <a:pt x="607" y="579"/>
                </a:lnTo>
                <a:lnTo>
                  <a:pt x="607" y="578"/>
                </a:lnTo>
                <a:lnTo>
                  <a:pt x="607" y="577"/>
                </a:lnTo>
                <a:lnTo>
                  <a:pt x="606" y="577"/>
                </a:lnTo>
                <a:lnTo>
                  <a:pt x="605" y="577"/>
                </a:lnTo>
                <a:lnTo>
                  <a:pt x="604" y="577"/>
                </a:lnTo>
                <a:lnTo>
                  <a:pt x="602" y="577"/>
                </a:lnTo>
                <a:lnTo>
                  <a:pt x="602" y="578"/>
                </a:lnTo>
                <a:lnTo>
                  <a:pt x="603" y="578"/>
                </a:lnTo>
                <a:lnTo>
                  <a:pt x="603" y="579"/>
                </a:lnTo>
                <a:lnTo>
                  <a:pt x="602" y="579"/>
                </a:lnTo>
                <a:lnTo>
                  <a:pt x="601" y="579"/>
                </a:lnTo>
                <a:lnTo>
                  <a:pt x="600" y="579"/>
                </a:lnTo>
                <a:lnTo>
                  <a:pt x="600" y="578"/>
                </a:lnTo>
                <a:lnTo>
                  <a:pt x="599" y="578"/>
                </a:lnTo>
                <a:lnTo>
                  <a:pt x="598" y="578"/>
                </a:lnTo>
                <a:lnTo>
                  <a:pt x="598" y="577"/>
                </a:lnTo>
                <a:lnTo>
                  <a:pt x="597" y="577"/>
                </a:lnTo>
                <a:lnTo>
                  <a:pt x="596" y="577"/>
                </a:lnTo>
                <a:lnTo>
                  <a:pt x="596" y="576"/>
                </a:lnTo>
                <a:lnTo>
                  <a:pt x="595" y="576"/>
                </a:lnTo>
                <a:lnTo>
                  <a:pt x="594" y="577"/>
                </a:lnTo>
                <a:lnTo>
                  <a:pt x="592" y="577"/>
                </a:lnTo>
                <a:lnTo>
                  <a:pt x="591" y="577"/>
                </a:lnTo>
                <a:lnTo>
                  <a:pt x="591" y="576"/>
                </a:lnTo>
                <a:lnTo>
                  <a:pt x="593" y="575"/>
                </a:lnTo>
                <a:lnTo>
                  <a:pt x="594" y="575"/>
                </a:lnTo>
                <a:lnTo>
                  <a:pt x="595" y="575"/>
                </a:lnTo>
                <a:lnTo>
                  <a:pt x="595" y="574"/>
                </a:lnTo>
                <a:lnTo>
                  <a:pt x="595" y="573"/>
                </a:lnTo>
                <a:lnTo>
                  <a:pt x="594" y="573"/>
                </a:lnTo>
                <a:lnTo>
                  <a:pt x="593" y="573"/>
                </a:lnTo>
                <a:lnTo>
                  <a:pt x="592" y="573"/>
                </a:lnTo>
                <a:lnTo>
                  <a:pt x="592" y="574"/>
                </a:lnTo>
                <a:lnTo>
                  <a:pt x="591" y="574"/>
                </a:lnTo>
                <a:lnTo>
                  <a:pt x="591" y="575"/>
                </a:lnTo>
                <a:lnTo>
                  <a:pt x="590" y="575"/>
                </a:lnTo>
                <a:lnTo>
                  <a:pt x="589" y="574"/>
                </a:lnTo>
                <a:lnTo>
                  <a:pt x="589" y="573"/>
                </a:lnTo>
                <a:lnTo>
                  <a:pt x="590" y="573"/>
                </a:lnTo>
                <a:lnTo>
                  <a:pt x="590" y="572"/>
                </a:lnTo>
                <a:lnTo>
                  <a:pt x="589" y="572"/>
                </a:lnTo>
                <a:lnTo>
                  <a:pt x="588" y="572"/>
                </a:lnTo>
                <a:lnTo>
                  <a:pt x="587" y="572"/>
                </a:lnTo>
                <a:lnTo>
                  <a:pt x="587" y="571"/>
                </a:lnTo>
                <a:lnTo>
                  <a:pt x="586" y="570"/>
                </a:lnTo>
                <a:lnTo>
                  <a:pt x="586" y="571"/>
                </a:lnTo>
                <a:lnTo>
                  <a:pt x="585" y="571"/>
                </a:lnTo>
                <a:lnTo>
                  <a:pt x="585" y="572"/>
                </a:lnTo>
                <a:lnTo>
                  <a:pt x="584" y="572"/>
                </a:lnTo>
                <a:lnTo>
                  <a:pt x="584" y="571"/>
                </a:lnTo>
                <a:lnTo>
                  <a:pt x="583" y="571"/>
                </a:lnTo>
                <a:lnTo>
                  <a:pt x="583" y="570"/>
                </a:lnTo>
                <a:lnTo>
                  <a:pt x="582" y="570"/>
                </a:lnTo>
                <a:lnTo>
                  <a:pt x="581" y="570"/>
                </a:lnTo>
                <a:lnTo>
                  <a:pt x="581" y="571"/>
                </a:lnTo>
                <a:lnTo>
                  <a:pt x="580" y="571"/>
                </a:lnTo>
                <a:lnTo>
                  <a:pt x="579" y="571"/>
                </a:lnTo>
                <a:lnTo>
                  <a:pt x="579" y="570"/>
                </a:lnTo>
                <a:lnTo>
                  <a:pt x="580" y="570"/>
                </a:lnTo>
                <a:lnTo>
                  <a:pt x="579" y="570"/>
                </a:lnTo>
                <a:lnTo>
                  <a:pt x="579" y="569"/>
                </a:lnTo>
                <a:lnTo>
                  <a:pt x="579" y="570"/>
                </a:lnTo>
                <a:lnTo>
                  <a:pt x="578" y="570"/>
                </a:lnTo>
                <a:lnTo>
                  <a:pt x="577" y="570"/>
                </a:lnTo>
                <a:lnTo>
                  <a:pt x="576" y="570"/>
                </a:lnTo>
                <a:lnTo>
                  <a:pt x="576" y="569"/>
                </a:lnTo>
                <a:lnTo>
                  <a:pt x="575" y="569"/>
                </a:lnTo>
                <a:lnTo>
                  <a:pt x="575" y="568"/>
                </a:lnTo>
                <a:lnTo>
                  <a:pt x="576" y="568"/>
                </a:lnTo>
                <a:lnTo>
                  <a:pt x="577" y="568"/>
                </a:lnTo>
                <a:lnTo>
                  <a:pt x="577" y="569"/>
                </a:lnTo>
                <a:lnTo>
                  <a:pt x="577" y="568"/>
                </a:lnTo>
                <a:lnTo>
                  <a:pt x="577" y="567"/>
                </a:lnTo>
                <a:lnTo>
                  <a:pt x="578" y="567"/>
                </a:lnTo>
                <a:lnTo>
                  <a:pt x="578" y="566"/>
                </a:lnTo>
                <a:lnTo>
                  <a:pt x="579" y="566"/>
                </a:lnTo>
                <a:lnTo>
                  <a:pt x="580" y="566"/>
                </a:lnTo>
                <a:lnTo>
                  <a:pt x="580" y="565"/>
                </a:lnTo>
                <a:lnTo>
                  <a:pt x="580" y="564"/>
                </a:lnTo>
                <a:lnTo>
                  <a:pt x="581" y="564"/>
                </a:lnTo>
                <a:lnTo>
                  <a:pt x="582" y="564"/>
                </a:lnTo>
                <a:lnTo>
                  <a:pt x="583" y="564"/>
                </a:lnTo>
                <a:lnTo>
                  <a:pt x="584" y="564"/>
                </a:lnTo>
                <a:lnTo>
                  <a:pt x="584" y="563"/>
                </a:lnTo>
                <a:lnTo>
                  <a:pt x="583" y="563"/>
                </a:lnTo>
                <a:lnTo>
                  <a:pt x="582" y="563"/>
                </a:lnTo>
                <a:lnTo>
                  <a:pt x="581" y="563"/>
                </a:lnTo>
                <a:lnTo>
                  <a:pt x="580" y="563"/>
                </a:lnTo>
                <a:lnTo>
                  <a:pt x="579" y="563"/>
                </a:lnTo>
                <a:lnTo>
                  <a:pt x="578" y="563"/>
                </a:lnTo>
                <a:lnTo>
                  <a:pt x="578" y="562"/>
                </a:lnTo>
                <a:lnTo>
                  <a:pt x="577" y="562"/>
                </a:lnTo>
                <a:lnTo>
                  <a:pt x="578" y="562"/>
                </a:lnTo>
                <a:lnTo>
                  <a:pt x="578" y="561"/>
                </a:lnTo>
                <a:lnTo>
                  <a:pt x="578" y="560"/>
                </a:lnTo>
                <a:lnTo>
                  <a:pt x="577" y="560"/>
                </a:lnTo>
                <a:lnTo>
                  <a:pt x="576" y="560"/>
                </a:lnTo>
                <a:lnTo>
                  <a:pt x="575" y="560"/>
                </a:lnTo>
                <a:lnTo>
                  <a:pt x="574" y="560"/>
                </a:lnTo>
                <a:lnTo>
                  <a:pt x="574" y="559"/>
                </a:lnTo>
                <a:lnTo>
                  <a:pt x="575" y="559"/>
                </a:lnTo>
                <a:lnTo>
                  <a:pt x="576" y="558"/>
                </a:lnTo>
                <a:lnTo>
                  <a:pt x="576" y="557"/>
                </a:lnTo>
                <a:lnTo>
                  <a:pt x="575" y="557"/>
                </a:lnTo>
                <a:lnTo>
                  <a:pt x="574" y="557"/>
                </a:lnTo>
                <a:lnTo>
                  <a:pt x="574" y="558"/>
                </a:lnTo>
                <a:lnTo>
                  <a:pt x="574" y="557"/>
                </a:lnTo>
                <a:lnTo>
                  <a:pt x="573" y="557"/>
                </a:lnTo>
                <a:lnTo>
                  <a:pt x="572" y="557"/>
                </a:lnTo>
                <a:lnTo>
                  <a:pt x="572" y="556"/>
                </a:lnTo>
                <a:lnTo>
                  <a:pt x="572" y="555"/>
                </a:lnTo>
                <a:lnTo>
                  <a:pt x="571" y="555"/>
                </a:lnTo>
                <a:lnTo>
                  <a:pt x="570" y="555"/>
                </a:lnTo>
                <a:lnTo>
                  <a:pt x="569" y="555"/>
                </a:lnTo>
                <a:lnTo>
                  <a:pt x="569" y="554"/>
                </a:lnTo>
                <a:lnTo>
                  <a:pt x="568" y="554"/>
                </a:lnTo>
                <a:lnTo>
                  <a:pt x="568" y="553"/>
                </a:lnTo>
                <a:lnTo>
                  <a:pt x="569" y="553"/>
                </a:lnTo>
                <a:lnTo>
                  <a:pt x="569" y="552"/>
                </a:lnTo>
                <a:lnTo>
                  <a:pt x="570" y="552"/>
                </a:lnTo>
                <a:lnTo>
                  <a:pt x="570" y="551"/>
                </a:lnTo>
                <a:lnTo>
                  <a:pt x="571" y="551"/>
                </a:lnTo>
                <a:lnTo>
                  <a:pt x="571" y="552"/>
                </a:lnTo>
                <a:lnTo>
                  <a:pt x="572" y="552"/>
                </a:lnTo>
                <a:lnTo>
                  <a:pt x="573" y="552"/>
                </a:lnTo>
                <a:lnTo>
                  <a:pt x="573" y="551"/>
                </a:lnTo>
                <a:lnTo>
                  <a:pt x="573" y="550"/>
                </a:lnTo>
                <a:lnTo>
                  <a:pt x="572" y="550"/>
                </a:lnTo>
                <a:lnTo>
                  <a:pt x="571" y="550"/>
                </a:lnTo>
                <a:lnTo>
                  <a:pt x="570" y="550"/>
                </a:lnTo>
                <a:lnTo>
                  <a:pt x="570" y="549"/>
                </a:lnTo>
                <a:lnTo>
                  <a:pt x="570" y="548"/>
                </a:lnTo>
                <a:lnTo>
                  <a:pt x="570" y="547"/>
                </a:lnTo>
                <a:lnTo>
                  <a:pt x="570" y="546"/>
                </a:lnTo>
                <a:lnTo>
                  <a:pt x="570" y="545"/>
                </a:lnTo>
                <a:lnTo>
                  <a:pt x="569" y="545"/>
                </a:lnTo>
                <a:lnTo>
                  <a:pt x="569" y="546"/>
                </a:lnTo>
                <a:lnTo>
                  <a:pt x="567" y="546"/>
                </a:lnTo>
                <a:lnTo>
                  <a:pt x="566" y="546"/>
                </a:lnTo>
                <a:lnTo>
                  <a:pt x="565" y="545"/>
                </a:lnTo>
                <a:lnTo>
                  <a:pt x="565" y="544"/>
                </a:lnTo>
                <a:lnTo>
                  <a:pt x="566" y="544"/>
                </a:lnTo>
                <a:lnTo>
                  <a:pt x="566" y="543"/>
                </a:lnTo>
                <a:lnTo>
                  <a:pt x="565" y="543"/>
                </a:lnTo>
                <a:lnTo>
                  <a:pt x="564" y="543"/>
                </a:lnTo>
                <a:lnTo>
                  <a:pt x="563" y="543"/>
                </a:lnTo>
                <a:lnTo>
                  <a:pt x="563" y="542"/>
                </a:lnTo>
                <a:lnTo>
                  <a:pt x="562" y="542"/>
                </a:lnTo>
                <a:lnTo>
                  <a:pt x="561" y="542"/>
                </a:lnTo>
                <a:lnTo>
                  <a:pt x="559" y="542"/>
                </a:lnTo>
                <a:lnTo>
                  <a:pt x="558" y="542"/>
                </a:lnTo>
                <a:lnTo>
                  <a:pt x="558" y="541"/>
                </a:lnTo>
                <a:lnTo>
                  <a:pt x="558" y="540"/>
                </a:lnTo>
                <a:lnTo>
                  <a:pt x="559" y="540"/>
                </a:lnTo>
                <a:lnTo>
                  <a:pt x="559" y="538"/>
                </a:lnTo>
                <a:lnTo>
                  <a:pt x="558" y="537"/>
                </a:lnTo>
                <a:lnTo>
                  <a:pt x="557" y="537"/>
                </a:lnTo>
                <a:lnTo>
                  <a:pt x="557" y="538"/>
                </a:lnTo>
                <a:lnTo>
                  <a:pt x="556" y="538"/>
                </a:lnTo>
                <a:lnTo>
                  <a:pt x="556" y="539"/>
                </a:lnTo>
                <a:lnTo>
                  <a:pt x="555" y="539"/>
                </a:lnTo>
                <a:lnTo>
                  <a:pt x="554" y="539"/>
                </a:lnTo>
                <a:lnTo>
                  <a:pt x="553" y="540"/>
                </a:lnTo>
                <a:lnTo>
                  <a:pt x="552" y="540"/>
                </a:lnTo>
                <a:lnTo>
                  <a:pt x="552" y="541"/>
                </a:lnTo>
                <a:lnTo>
                  <a:pt x="551" y="542"/>
                </a:lnTo>
                <a:lnTo>
                  <a:pt x="550" y="543"/>
                </a:lnTo>
                <a:lnTo>
                  <a:pt x="549" y="544"/>
                </a:lnTo>
                <a:lnTo>
                  <a:pt x="549" y="545"/>
                </a:lnTo>
                <a:lnTo>
                  <a:pt x="549" y="546"/>
                </a:lnTo>
                <a:lnTo>
                  <a:pt x="549" y="547"/>
                </a:lnTo>
                <a:lnTo>
                  <a:pt x="548" y="548"/>
                </a:lnTo>
                <a:lnTo>
                  <a:pt x="547" y="548"/>
                </a:lnTo>
                <a:lnTo>
                  <a:pt x="546" y="547"/>
                </a:lnTo>
                <a:lnTo>
                  <a:pt x="546" y="546"/>
                </a:lnTo>
                <a:lnTo>
                  <a:pt x="546" y="545"/>
                </a:lnTo>
                <a:lnTo>
                  <a:pt x="545" y="545"/>
                </a:lnTo>
                <a:lnTo>
                  <a:pt x="544" y="545"/>
                </a:lnTo>
                <a:lnTo>
                  <a:pt x="544" y="546"/>
                </a:lnTo>
                <a:lnTo>
                  <a:pt x="544" y="548"/>
                </a:lnTo>
                <a:lnTo>
                  <a:pt x="543" y="549"/>
                </a:lnTo>
                <a:lnTo>
                  <a:pt x="543" y="550"/>
                </a:lnTo>
                <a:lnTo>
                  <a:pt x="544" y="550"/>
                </a:lnTo>
                <a:lnTo>
                  <a:pt x="544" y="551"/>
                </a:lnTo>
                <a:lnTo>
                  <a:pt x="543" y="551"/>
                </a:lnTo>
                <a:lnTo>
                  <a:pt x="543" y="552"/>
                </a:lnTo>
                <a:lnTo>
                  <a:pt x="542" y="551"/>
                </a:lnTo>
                <a:lnTo>
                  <a:pt x="541" y="551"/>
                </a:lnTo>
                <a:lnTo>
                  <a:pt x="541" y="550"/>
                </a:lnTo>
                <a:lnTo>
                  <a:pt x="541" y="549"/>
                </a:lnTo>
                <a:lnTo>
                  <a:pt x="541" y="548"/>
                </a:lnTo>
                <a:lnTo>
                  <a:pt x="540" y="548"/>
                </a:lnTo>
                <a:lnTo>
                  <a:pt x="539" y="547"/>
                </a:lnTo>
                <a:lnTo>
                  <a:pt x="538" y="547"/>
                </a:lnTo>
                <a:lnTo>
                  <a:pt x="538" y="546"/>
                </a:lnTo>
                <a:lnTo>
                  <a:pt x="538" y="545"/>
                </a:lnTo>
                <a:lnTo>
                  <a:pt x="537" y="546"/>
                </a:lnTo>
                <a:lnTo>
                  <a:pt x="537" y="545"/>
                </a:lnTo>
                <a:lnTo>
                  <a:pt x="536" y="545"/>
                </a:lnTo>
                <a:lnTo>
                  <a:pt x="536" y="544"/>
                </a:lnTo>
                <a:lnTo>
                  <a:pt x="535" y="544"/>
                </a:lnTo>
                <a:lnTo>
                  <a:pt x="534" y="544"/>
                </a:lnTo>
                <a:lnTo>
                  <a:pt x="533" y="544"/>
                </a:lnTo>
                <a:lnTo>
                  <a:pt x="532" y="545"/>
                </a:lnTo>
                <a:lnTo>
                  <a:pt x="532" y="546"/>
                </a:lnTo>
                <a:lnTo>
                  <a:pt x="531" y="546"/>
                </a:lnTo>
                <a:lnTo>
                  <a:pt x="531" y="547"/>
                </a:lnTo>
                <a:lnTo>
                  <a:pt x="532" y="547"/>
                </a:lnTo>
                <a:lnTo>
                  <a:pt x="532" y="548"/>
                </a:lnTo>
                <a:lnTo>
                  <a:pt x="533" y="548"/>
                </a:lnTo>
                <a:lnTo>
                  <a:pt x="534" y="548"/>
                </a:lnTo>
                <a:lnTo>
                  <a:pt x="535" y="548"/>
                </a:lnTo>
                <a:lnTo>
                  <a:pt x="536" y="549"/>
                </a:lnTo>
                <a:lnTo>
                  <a:pt x="535" y="550"/>
                </a:lnTo>
                <a:lnTo>
                  <a:pt x="534" y="551"/>
                </a:lnTo>
                <a:lnTo>
                  <a:pt x="534" y="552"/>
                </a:lnTo>
                <a:lnTo>
                  <a:pt x="533" y="552"/>
                </a:lnTo>
                <a:lnTo>
                  <a:pt x="532" y="553"/>
                </a:lnTo>
                <a:lnTo>
                  <a:pt x="532" y="554"/>
                </a:lnTo>
                <a:lnTo>
                  <a:pt x="531" y="554"/>
                </a:lnTo>
                <a:lnTo>
                  <a:pt x="530" y="554"/>
                </a:lnTo>
                <a:lnTo>
                  <a:pt x="529" y="554"/>
                </a:lnTo>
                <a:lnTo>
                  <a:pt x="529" y="555"/>
                </a:lnTo>
                <a:lnTo>
                  <a:pt x="528" y="556"/>
                </a:lnTo>
                <a:lnTo>
                  <a:pt x="527" y="555"/>
                </a:lnTo>
                <a:lnTo>
                  <a:pt x="526" y="554"/>
                </a:lnTo>
                <a:lnTo>
                  <a:pt x="525" y="553"/>
                </a:lnTo>
                <a:lnTo>
                  <a:pt x="524" y="554"/>
                </a:lnTo>
                <a:lnTo>
                  <a:pt x="523" y="554"/>
                </a:lnTo>
                <a:lnTo>
                  <a:pt x="523" y="555"/>
                </a:lnTo>
                <a:lnTo>
                  <a:pt x="523" y="556"/>
                </a:lnTo>
                <a:lnTo>
                  <a:pt x="524" y="556"/>
                </a:lnTo>
                <a:lnTo>
                  <a:pt x="524" y="557"/>
                </a:lnTo>
                <a:lnTo>
                  <a:pt x="523" y="558"/>
                </a:lnTo>
                <a:lnTo>
                  <a:pt x="522" y="558"/>
                </a:lnTo>
                <a:lnTo>
                  <a:pt x="522" y="559"/>
                </a:lnTo>
                <a:lnTo>
                  <a:pt x="522" y="560"/>
                </a:lnTo>
                <a:lnTo>
                  <a:pt x="521" y="560"/>
                </a:lnTo>
                <a:lnTo>
                  <a:pt x="521" y="559"/>
                </a:lnTo>
                <a:lnTo>
                  <a:pt x="521" y="560"/>
                </a:lnTo>
                <a:lnTo>
                  <a:pt x="520" y="560"/>
                </a:lnTo>
                <a:lnTo>
                  <a:pt x="519" y="560"/>
                </a:lnTo>
                <a:lnTo>
                  <a:pt x="519" y="562"/>
                </a:lnTo>
                <a:lnTo>
                  <a:pt x="519" y="563"/>
                </a:lnTo>
                <a:lnTo>
                  <a:pt x="519" y="564"/>
                </a:lnTo>
                <a:lnTo>
                  <a:pt x="520" y="564"/>
                </a:lnTo>
                <a:lnTo>
                  <a:pt x="520" y="565"/>
                </a:lnTo>
                <a:lnTo>
                  <a:pt x="521" y="566"/>
                </a:lnTo>
                <a:lnTo>
                  <a:pt x="521" y="567"/>
                </a:lnTo>
                <a:lnTo>
                  <a:pt x="520" y="568"/>
                </a:lnTo>
                <a:lnTo>
                  <a:pt x="521" y="568"/>
                </a:lnTo>
                <a:lnTo>
                  <a:pt x="520" y="568"/>
                </a:lnTo>
                <a:lnTo>
                  <a:pt x="519" y="568"/>
                </a:lnTo>
                <a:lnTo>
                  <a:pt x="519" y="569"/>
                </a:lnTo>
                <a:lnTo>
                  <a:pt x="518" y="569"/>
                </a:lnTo>
                <a:lnTo>
                  <a:pt x="518" y="570"/>
                </a:lnTo>
                <a:lnTo>
                  <a:pt x="517" y="571"/>
                </a:lnTo>
                <a:lnTo>
                  <a:pt x="517" y="572"/>
                </a:lnTo>
                <a:lnTo>
                  <a:pt x="517" y="573"/>
                </a:lnTo>
                <a:lnTo>
                  <a:pt x="516" y="573"/>
                </a:lnTo>
                <a:lnTo>
                  <a:pt x="516" y="574"/>
                </a:lnTo>
                <a:lnTo>
                  <a:pt x="516" y="575"/>
                </a:lnTo>
                <a:lnTo>
                  <a:pt x="517" y="576"/>
                </a:lnTo>
                <a:lnTo>
                  <a:pt x="516" y="576"/>
                </a:lnTo>
                <a:lnTo>
                  <a:pt x="516" y="577"/>
                </a:lnTo>
                <a:lnTo>
                  <a:pt x="515" y="577"/>
                </a:lnTo>
                <a:lnTo>
                  <a:pt x="515" y="578"/>
                </a:lnTo>
                <a:lnTo>
                  <a:pt x="515" y="579"/>
                </a:lnTo>
                <a:lnTo>
                  <a:pt x="514" y="580"/>
                </a:lnTo>
                <a:lnTo>
                  <a:pt x="514" y="581"/>
                </a:lnTo>
                <a:lnTo>
                  <a:pt x="513" y="582"/>
                </a:lnTo>
                <a:lnTo>
                  <a:pt x="512" y="582"/>
                </a:lnTo>
                <a:lnTo>
                  <a:pt x="512" y="583"/>
                </a:lnTo>
                <a:lnTo>
                  <a:pt x="513" y="583"/>
                </a:lnTo>
                <a:lnTo>
                  <a:pt x="512" y="584"/>
                </a:lnTo>
                <a:lnTo>
                  <a:pt x="512" y="585"/>
                </a:lnTo>
                <a:lnTo>
                  <a:pt x="512" y="586"/>
                </a:lnTo>
                <a:lnTo>
                  <a:pt x="512" y="587"/>
                </a:lnTo>
                <a:lnTo>
                  <a:pt x="513" y="588"/>
                </a:lnTo>
                <a:lnTo>
                  <a:pt x="514" y="589"/>
                </a:lnTo>
                <a:lnTo>
                  <a:pt x="515" y="589"/>
                </a:lnTo>
                <a:lnTo>
                  <a:pt x="516" y="589"/>
                </a:lnTo>
                <a:lnTo>
                  <a:pt x="516" y="590"/>
                </a:lnTo>
                <a:lnTo>
                  <a:pt x="516" y="591"/>
                </a:lnTo>
                <a:lnTo>
                  <a:pt x="516" y="592"/>
                </a:lnTo>
                <a:lnTo>
                  <a:pt x="515" y="592"/>
                </a:lnTo>
                <a:lnTo>
                  <a:pt x="515" y="593"/>
                </a:lnTo>
                <a:lnTo>
                  <a:pt x="514" y="593"/>
                </a:lnTo>
                <a:lnTo>
                  <a:pt x="513" y="593"/>
                </a:lnTo>
                <a:lnTo>
                  <a:pt x="512" y="593"/>
                </a:lnTo>
                <a:lnTo>
                  <a:pt x="511" y="593"/>
                </a:lnTo>
                <a:lnTo>
                  <a:pt x="510" y="593"/>
                </a:lnTo>
                <a:lnTo>
                  <a:pt x="510" y="592"/>
                </a:lnTo>
                <a:lnTo>
                  <a:pt x="511" y="592"/>
                </a:lnTo>
                <a:lnTo>
                  <a:pt x="512" y="592"/>
                </a:lnTo>
                <a:lnTo>
                  <a:pt x="513" y="592"/>
                </a:lnTo>
                <a:lnTo>
                  <a:pt x="513" y="591"/>
                </a:lnTo>
                <a:lnTo>
                  <a:pt x="514" y="591"/>
                </a:lnTo>
                <a:lnTo>
                  <a:pt x="513" y="591"/>
                </a:lnTo>
                <a:lnTo>
                  <a:pt x="513" y="590"/>
                </a:lnTo>
                <a:lnTo>
                  <a:pt x="511" y="590"/>
                </a:lnTo>
                <a:lnTo>
                  <a:pt x="510" y="590"/>
                </a:lnTo>
                <a:lnTo>
                  <a:pt x="509" y="591"/>
                </a:lnTo>
                <a:lnTo>
                  <a:pt x="508" y="591"/>
                </a:lnTo>
                <a:lnTo>
                  <a:pt x="508" y="592"/>
                </a:lnTo>
                <a:lnTo>
                  <a:pt x="507" y="592"/>
                </a:lnTo>
                <a:lnTo>
                  <a:pt x="506" y="592"/>
                </a:lnTo>
                <a:lnTo>
                  <a:pt x="505" y="592"/>
                </a:lnTo>
                <a:lnTo>
                  <a:pt x="505" y="593"/>
                </a:lnTo>
                <a:lnTo>
                  <a:pt x="505" y="594"/>
                </a:lnTo>
                <a:lnTo>
                  <a:pt x="505" y="595"/>
                </a:lnTo>
                <a:lnTo>
                  <a:pt x="504" y="595"/>
                </a:lnTo>
                <a:lnTo>
                  <a:pt x="503" y="594"/>
                </a:lnTo>
                <a:lnTo>
                  <a:pt x="503" y="595"/>
                </a:lnTo>
                <a:lnTo>
                  <a:pt x="502" y="595"/>
                </a:lnTo>
                <a:lnTo>
                  <a:pt x="502" y="596"/>
                </a:lnTo>
                <a:lnTo>
                  <a:pt x="502" y="597"/>
                </a:lnTo>
                <a:lnTo>
                  <a:pt x="501" y="598"/>
                </a:lnTo>
                <a:lnTo>
                  <a:pt x="500" y="599"/>
                </a:lnTo>
                <a:lnTo>
                  <a:pt x="499" y="600"/>
                </a:lnTo>
                <a:lnTo>
                  <a:pt x="498" y="600"/>
                </a:lnTo>
                <a:lnTo>
                  <a:pt x="498" y="601"/>
                </a:lnTo>
                <a:lnTo>
                  <a:pt x="497" y="602"/>
                </a:lnTo>
                <a:lnTo>
                  <a:pt x="497" y="603"/>
                </a:lnTo>
                <a:lnTo>
                  <a:pt x="497" y="604"/>
                </a:lnTo>
                <a:lnTo>
                  <a:pt x="497" y="605"/>
                </a:lnTo>
                <a:lnTo>
                  <a:pt x="496" y="605"/>
                </a:lnTo>
                <a:lnTo>
                  <a:pt x="495" y="606"/>
                </a:lnTo>
                <a:lnTo>
                  <a:pt x="494" y="606"/>
                </a:lnTo>
                <a:lnTo>
                  <a:pt x="493" y="607"/>
                </a:lnTo>
                <a:lnTo>
                  <a:pt x="493" y="608"/>
                </a:lnTo>
                <a:lnTo>
                  <a:pt x="492" y="608"/>
                </a:lnTo>
                <a:lnTo>
                  <a:pt x="492" y="609"/>
                </a:lnTo>
                <a:lnTo>
                  <a:pt x="492" y="611"/>
                </a:lnTo>
                <a:lnTo>
                  <a:pt x="492" y="612"/>
                </a:lnTo>
                <a:lnTo>
                  <a:pt x="490" y="612"/>
                </a:lnTo>
                <a:lnTo>
                  <a:pt x="490" y="613"/>
                </a:lnTo>
                <a:lnTo>
                  <a:pt x="491" y="614"/>
                </a:lnTo>
                <a:lnTo>
                  <a:pt x="490" y="614"/>
                </a:lnTo>
                <a:lnTo>
                  <a:pt x="490" y="615"/>
                </a:lnTo>
                <a:lnTo>
                  <a:pt x="489" y="615"/>
                </a:lnTo>
                <a:lnTo>
                  <a:pt x="489" y="616"/>
                </a:lnTo>
                <a:lnTo>
                  <a:pt x="488" y="616"/>
                </a:lnTo>
                <a:lnTo>
                  <a:pt x="487" y="616"/>
                </a:lnTo>
                <a:lnTo>
                  <a:pt x="486" y="616"/>
                </a:lnTo>
                <a:lnTo>
                  <a:pt x="485" y="616"/>
                </a:lnTo>
                <a:lnTo>
                  <a:pt x="485" y="617"/>
                </a:lnTo>
                <a:lnTo>
                  <a:pt x="484" y="617"/>
                </a:lnTo>
                <a:lnTo>
                  <a:pt x="484" y="618"/>
                </a:lnTo>
                <a:lnTo>
                  <a:pt x="483" y="619"/>
                </a:lnTo>
                <a:lnTo>
                  <a:pt x="482" y="619"/>
                </a:lnTo>
                <a:lnTo>
                  <a:pt x="481" y="619"/>
                </a:lnTo>
                <a:lnTo>
                  <a:pt x="480" y="620"/>
                </a:lnTo>
                <a:lnTo>
                  <a:pt x="479" y="621"/>
                </a:lnTo>
                <a:lnTo>
                  <a:pt x="479" y="622"/>
                </a:lnTo>
                <a:lnTo>
                  <a:pt x="478" y="622"/>
                </a:lnTo>
                <a:lnTo>
                  <a:pt x="478" y="623"/>
                </a:lnTo>
                <a:lnTo>
                  <a:pt x="477" y="623"/>
                </a:lnTo>
                <a:lnTo>
                  <a:pt x="476" y="623"/>
                </a:lnTo>
                <a:lnTo>
                  <a:pt x="476" y="624"/>
                </a:lnTo>
                <a:lnTo>
                  <a:pt x="475" y="624"/>
                </a:lnTo>
                <a:lnTo>
                  <a:pt x="474" y="624"/>
                </a:lnTo>
                <a:lnTo>
                  <a:pt x="473" y="624"/>
                </a:lnTo>
                <a:lnTo>
                  <a:pt x="473" y="623"/>
                </a:lnTo>
                <a:lnTo>
                  <a:pt x="472" y="623"/>
                </a:lnTo>
                <a:lnTo>
                  <a:pt x="472" y="624"/>
                </a:lnTo>
                <a:lnTo>
                  <a:pt x="471" y="625"/>
                </a:lnTo>
                <a:lnTo>
                  <a:pt x="471" y="626"/>
                </a:lnTo>
                <a:lnTo>
                  <a:pt x="472" y="626"/>
                </a:lnTo>
                <a:lnTo>
                  <a:pt x="473" y="627"/>
                </a:lnTo>
                <a:lnTo>
                  <a:pt x="474" y="627"/>
                </a:lnTo>
                <a:lnTo>
                  <a:pt x="473" y="628"/>
                </a:lnTo>
                <a:lnTo>
                  <a:pt x="473" y="630"/>
                </a:lnTo>
                <a:lnTo>
                  <a:pt x="472" y="630"/>
                </a:lnTo>
                <a:lnTo>
                  <a:pt x="471" y="630"/>
                </a:lnTo>
                <a:lnTo>
                  <a:pt x="470" y="630"/>
                </a:lnTo>
                <a:lnTo>
                  <a:pt x="470" y="631"/>
                </a:lnTo>
                <a:lnTo>
                  <a:pt x="470" y="632"/>
                </a:lnTo>
                <a:lnTo>
                  <a:pt x="471" y="632"/>
                </a:lnTo>
                <a:lnTo>
                  <a:pt x="471" y="633"/>
                </a:lnTo>
                <a:lnTo>
                  <a:pt x="471" y="634"/>
                </a:lnTo>
                <a:lnTo>
                  <a:pt x="470" y="634"/>
                </a:lnTo>
                <a:lnTo>
                  <a:pt x="469" y="634"/>
                </a:lnTo>
                <a:lnTo>
                  <a:pt x="467" y="634"/>
                </a:lnTo>
                <a:lnTo>
                  <a:pt x="467" y="635"/>
                </a:lnTo>
                <a:lnTo>
                  <a:pt x="466" y="635"/>
                </a:lnTo>
                <a:lnTo>
                  <a:pt x="467" y="635"/>
                </a:lnTo>
                <a:lnTo>
                  <a:pt x="467" y="636"/>
                </a:lnTo>
                <a:lnTo>
                  <a:pt x="468" y="636"/>
                </a:lnTo>
                <a:lnTo>
                  <a:pt x="468" y="637"/>
                </a:lnTo>
                <a:lnTo>
                  <a:pt x="467" y="638"/>
                </a:lnTo>
                <a:lnTo>
                  <a:pt x="466" y="638"/>
                </a:lnTo>
                <a:lnTo>
                  <a:pt x="465" y="638"/>
                </a:lnTo>
                <a:lnTo>
                  <a:pt x="465" y="639"/>
                </a:lnTo>
                <a:lnTo>
                  <a:pt x="465" y="640"/>
                </a:lnTo>
                <a:lnTo>
                  <a:pt x="464" y="641"/>
                </a:lnTo>
                <a:lnTo>
                  <a:pt x="464" y="643"/>
                </a:lnTo>
                <a:lnTo>
                  <a:pt x="463" y="643"/>
                </a:lnTo>
                <a:lnTo>
                  <a:pt x="462" y="643"/>
                </a:lnTo>
                <a:lnTo>
                  <a:pt x="462" y="642"/>
                </a:lnTo>
                <a:lnTo>
                  <a:pt x="461" y="642"/>
                </a:lnTo>
                <a:lnTo>
                  <a:pt x="460" y="642"/>
                </a:lnTo>
                <a:lnTo>
                  <a:pt x="459" y="643"/>
                </a:lnTo>
                <a:lnTo>
                  <a:pt x="458" y="643"/>
                </a:lnTo>
                <a:lnTo>
                  <a:pt x="457" y="644"/>
                </a:lnTo>
                <a:lnTo>
                  <a:pt x="457" y="645"/>
                </a:lnTo>
                <a:lnTo>
                  <a:pt x="458" y="645"/>
                </a:lnTo>
                <a:lnTo>
                  <a:pt x="459" y="644"/>
                </a:lnTo>
                <a:lnTo>
                  <a:pt x="460" y="644"/>
                </a:lnTo>
                <a:lnTo>
                  <a:pt x="461" y="644"/>
                </a:lnTo>
                <a:lnTo>
                  <a:pt x="461" y="645"/>
                </a:lnTo>
                <a:lnTo>
                  <a:pt x="462" y="645"/>
                </a:lnTo>
                <a:lnTo>
                  <a:pt x="462" y="646"/>
                </a:lnTo>
                <a:lnTo>
                  <a:pt x="461" y="646"/>
                </a:lnTo>
                <a:lnTo>
                  <a:pt x="460" y="646"/>
                </a:lnTo>
                <a:lnTo>
                  <a:pt x="460" y="647"/>
                </a:lnTo>
                <a:lnTo>
                  <a:pt x="459" y="647"/>
                </a:lnTo>
                <a:lnTo>
                  <a:pt x="459" y="646"/>
                </a:lnTo>
                <a:lnTo>
                  <a:pt x="459" y="647"/>
                </a:lnTo>
                <a:lnTo>
                  <a:pt x="459" y="646"/>
                </a:lnTo>
                <a:lnTo>
                  <a:pt x="458" y="646"/>
                </a:lnTo>
                <a:lnTo>
                  <a:pt x="457" y="645"/>
                </a:lnTo>
                <a:lnTo>
                  <a:pt x="457" y="646"/>
                </a:lnTo>
                <a:lnTo>
                  <a:pt x="456" y="646"/>
                </a:lnTo>
                <a:lnTo>
                  <a:pt x="456" y="647"/>
                </a:lnTo>
                <a:lnTo>
                  <a:pt x="456" y="648"/>
                </a:lnTo>
                <a:lnTo>
                  <a:pt x="455" y="648"/>
                </a:lnTo>
                <a:lnTo>
                  <a:pt x="454" y="648"/>
                </a:lnTo>
                <a:lnTo>
                  <a:pt x="454" y="649"/>
                </a:lnTo>
                <a:lnTo>
                  <a:pt x="452" y="649"/>
                </a:lnTo>
                <a:lnTo>
                  <a:pt x="452" y="648"/>
                </a:lnTo>
                <a:lnTo>
                  <a:pt x="451" y="648"/>
                </a:lnTo>
                <a:lnTo>
                  <a:pt x="450" y="648"/>
                </a:lnTo>
                <a:lnTo>
                  <a:pt x="450" y="647"/>
                </a:lnTo>
                <a:lnTo>
                  <a:pt x="450" y="646"/>
                </a:lnTo>
                <a:lnTo>
                  <a:pt x="451" y="646"/>
                </a:lnTo>
                <a:lnTo>
                  <a:pt x="451" y="645"/>
                </a:lnTo>
                <a:lnTo>
                  <a:pt x="450" y="645"/>
                </a:lnTo>
                <a:lnTo>
                  <a:pt x="450" y="646"/>
                </a:lnTo>
                <a:lnTo>
                  <a:pt x="449" y="646"/>
                </a:lnTo>
                <a:lnTo>
                  <a:pt x="448" y="646"/>
                </a:lnTo>
                <a:lnTo>
                  <a:pt x="447" y="646"/>
                </a:lnTo>
                <a:lnTo>
                  <a:pt x="447" y="645"/>
                </a:lnTo>
                <a:lnTo>
                  <a:pt x="446" y="645"/>
                </a:lnTo>
                <a:lnTo>
                  <a:pt x="446" y="646"/>
                </a:lnTo>
                <a:lnTo>
                  <a:pt x="445" y="646"/>
                </a:lnTo>
                <a:lnTo>
                  <a:pt x="445" y="647"/>
                </a:lnTo>
                <a:lnTo>
                  <a:pt x="445" y="648"/>
                </a:lnTo>
                <a:lnTo>
                  <a:pt x="444" y="648"/>
                </a:lnTo>
                <a:lnTo>
                  <a:pt x="443" y="648"/>
                </a:lnTo>
                <a:lnTo>
                  <a:pt x="443" y="649"/>
                </a:lnTo>
                <a:lnTo>
                  <a:pt x="442" y="649"/>
                </a:lnTo>
                <a:lnTo>
                  <a:pt x="441" y="649"/>
                </a:lnTo>
                <a:lnTo>
                  <a:pt x="441" y="650"/>
                </a:lnTo>
                <a:lnTo>
                  <a:pt x="440" y="650"/>
                </a:lnTo>
                <a:lnTo>
                  <a:pt x="439" y="650"/>
                </a:lnTo>
                <a:lnTo>
                  <a:pt x="438" y="650"/>
                </a:lnTo>
                <a:lnTo>
                  <a:pt x="439" y="650"/>
                </a:lnTo>
                <a:lnTo>
                  <a:pt x="439" y="649"/>
                </a:lnTo>
                <a:lnTo>
                  <a:pt x="439" y="648"/>
                </a:lnTo>
                <a:lnTo>
                  <a:pt x="438" y="648"/>
                </a:lnTo>
                <a:lnTo>
                  <a:pt x="438" y="647"/>
                </a:lnTo>
                <a:lnTo>
                  <a:pt x="437" y="647"/>
                </a:lnTo>
                <a:lnTo>
                  <a:pt x="436" y="647"/>
                </a:lnTo>
                <a:lnTo>
                  <a:pt x="435" y="647"/>
                </a:lnTo>
                <a:lnTo>
                  <a:pt x="434" y="647"/>
                </a:lnTo>
                <a:lnTo>
                  <a:pt x="434" y="648"/>
                </a:lnTo>
                <a:lnTo>
                  <a:pt x="433" y="649"/>
                </a:lnTo>
                <a:lnTo>
                  <a:pt x="432" y="649"/>
                </a:lnTo>
                <a:lnTo>
                  <a:pt x="432" y="650"/>
                </a:lnTo>
                <a:lnTo>
                  <a:pt x="432" y="649"/>
                </a:lnTo>
                <a:lnTo>
                  <a:pt x="432" y="650"/>
                </a:lnTo>
                <a:lnTo>
                  <a:pt x="431" y="650"/>
                </a:lnTo>
                <a:lnTo>
                  <a:pt x="431" y="649"/>
                </a:lnTo>
                <a:lnTo>
                  <a:pt x="430" y="649"/>
                </a:lnTo>
                <a:lnTo>
                  <a:pt x="429" y="650"/>
                </a:lnTo>
                <a:lnTo>
                  <a:pt x="428" y="650"/>
                </a:lnTo>
                <a:lnTo>
                  <a:pt x="428" y="649"/>
                </a:lnTo>
                <a:lnTo>
                  <a:pt x="428" y="648"/>
                </a:lnTo>
                <a:lnTo>
                  <a:pt x="427" y="647"/>
                </a:lnTo>
                <a:lnTo>
                  <a:pt x="427" y="646"/>
                </a:lnTo>
                <a:lnTo>
                  <a:pt x="426" y="646"/>
                </a:lnTo>
                <a:lnTo>
                  <a:pt x="425" y="646"/>
                </a:lnTo>
                <a:lnTo>
                  <a:pt x="424" y="645"/>
                </a:lnTo>
                <a:lnTo>
                  <a:pt x="424" y="644"/>
                </a:lnTo>
                <a:lnTo>
                  <a:pt x="423" y="644"/>
                </a:lnTo>
                <a:lnTo>
                  <a:pt x="422" y="644"/>
                </a:lnTo>
                <a:lnTo>
                  <a:pt x="422" y="645"/>
                </a:lnTo>
                <a:lnTo>
                  <a:pt x="421" y="645"/>
                </a:lnTo>
                <a:lnTo>
                  <a:pt x="420" y="645"/>
                </a:lnTo>
                <a:lnTo>
                  <a:pt x="420" y="646"/>
                </a:lnTo>
                <a:lnTo>
                  <a:pt x="419" y="646"/>
                </a:lnTo>
                <a:lnTo>
                  <a:pt x="418" y="646"/>
                </a:lnTo>
                <a:lnTo>
                  <a:pt x="417" y="647"/>
                </a:lnTo>
                <a:lnTo>
                  <a:pt x="416" y="647"/>
                </a:lnTo>
                <a:lnTo>
                  <a:pt x="415" y="647"/>
                </a:lnTo>
                <a:lnTo>
                  <a:pt x="415" y="646"/>
                </a:lnTo>
                <a:lnTo>
                  <a:pt x="415" y="645"/>
                </a:lnTo>
                <a:lnTo>
                  <a:pt x="416" y="645"/>
                </a:lnTo>
                <a:lnTo>
                  <a:pt x="416" y="644"/>
                </a:lnTo>
                <a:lnTo>
                  <a:pt x="416" y="643"/>
                </a:lnTo>
                <a:lnTo>
                  <a:pt x="416" y="642"/>
                </a:lnTo>
                <a:lnTo>
                  <a:pt x="417" y="642"/>
                </a:lnTo>
                <a:lnTo>
                  <a:pt x="418" y="642"/>
                </a:lnTo>
                <a:lnTo>
                  <a:pt x="418" y="641"/>
                </a:lnTo>
                <a:lnTo>
                  <a:pt x="419" y="641"/>
                </a:lnTo>
                <a:lnTo>
                  <a:pt x="420" y="641"/>
                </a:lnTo>
                <a:lnTo>
                  <a:pt x="421" y="641"/>
                </a:lnTo>
                <a:lnTo>
                  <a:pt x="421" y="640"/>
                </a:lnTo>
                <a:lnTo>
                  <a:pt x="422" y="640"/>
                </a:lnTo>
                <a:lnTo>
                  <a:pt x="422" y="639"/>
                </a:lnTo>
                <a:lnTo>
                  <a:pt x="422" y="638"/>
                </a:lnTo>
                <a:lnTo>
                  <a:pt x="423" y="638"/>
                </a:lnTo>
                <a:lnTo>
                  <a:pt x="424" y="637"/>
                </a:lnTo>
                <a:lnTo>
                  <a:pt x="425" y="637"/>
                </a:lnTo>
                <a:lnTo>
                  <a:pt x="426" y="637"/>
                </a:lnTo>
                <a:lnTo>
                  <a:pt x="426" y="636"/>
                </a:lnTo>
                <a:lnTo>
                  <a:pt x="426" y="635"/>
                </a:lnTo>
                <a:lnTo>
                  <a:pt x="426" y="634"/>
                </a:lnTo>
                <a:lnTo>
                  <a:pt x="426" y="633"/>
                </a:lnTo>
                <a:lnTo>
                  <a:pt x="426" y="632"/>
                </a:lnTo>
                <a:lnTo>
                  <a:pt x="426" y="631"/>
                </a:lnTo>
                <a:lnTo>
                  <a:pt x="427" y="631"/>
                </a:lnTo>
                <a:lnTo>
                  <a:pt x="428" y="630"/>
                </a:lnTo>
                <a:lnTo>
                  <a:pt x="429" y="629"/>
                </a:lnTo>
                <a:lnTo>
                  <a:pt x="430" y="629"/>
                </a:lnTo>
                <a:lnTo>
                  <a:pt x="430" y="628"/>
                </a:lnTo>
                <a:lnTo>
                  <a:pt x="431" y="627"/>
                </a:lnTo>
                <a:lnTo>
                  <a:pt x="431" y="626"/>
                </a:lnTo>
                <a:lnTo>
                  <a:pt x="431" y="625"/>
                </a:lnTo>
                <a:lnTo>
                  <a:pt x="432" y="625"/>
                </a:lnTo>
                <a:lnTo>
                  <a:pt x="432" y="624"/>
                </a:lnTo>
                <a:lnTo>
                  <a:pt x="431" y="623"/>
                </a:lnTo>
                <a:lnTo>
                  <a:pt x="430" y="623"/>
                </a:lnTo>
                <a:lnTo>
                  <a:pt x="429" y="623"/>
                </a:lnTo>
                <a:lnTo>
                  <a:pt x="429" y="622"/>
                </a:lnTo>
                <a:lnTo>
                  <a:pt x="430" y="621"/>
                </a:lnTo>
                <a:lnTo>
                  <a:pt x="430" y="620"/>
                </a:lnTo>
                <a:lnTo>
                  <a:pt x="431" y="620"/>
                </a:lnTo>
                <a:lnTo>
                  <a:pt x="431" y="619"/>
                </a:lnTo>
                <a:lnTo>
                  <a:pt x="432" y="619"/>
                </a:lnTo>
                <a:lnTo>
                  <a:pt x="433" y="619"/>
                </a:lnTo>
                <a:lnTo>
                  <a:pt x="434" y="619"/>
                </a:lnTo>
                <a:lnTo>
                  <a:pt x="434" y="618"/>
                </a:lnTo>
                <a:lnTo>
                  <a:pt x="434" y="617"/>
                </a:lnTo>
                <a:lnTo>
                  <a:pt x="435" y="617"/>
                </a:lnTo>
                <a:lnTo>
                  <a:pt x="435" y="616"/>
                </a:lnTo>
                <a:lnTo>
                  <a:pt x="436" y="616"/>
                </a:lnTo>
                <a:lnTo>
                  <a:pt x="436" y="615"/>
                </a:lnTo>
                <a:lnTo>
                  <a:pt x="437" y="614"/>
                </a:lnTo>
                <a:lnTo>
                  <a:pt x="436" y="614"/>
                </a:lnTo>
                <a:lnTo>
                  <a:pt x="434" y="614"/>
                </a:lnTo>
                <a:lnTo>
                  <a:pt x="434" y="613"/>
                </a:lnTo>
                <a:lnTo>
                  <a:pt x="433" y="613"/>
                </a:lnTo>
                <a:lnTo>
                  <a:pt x="432" y="613"/>
                </a:lnTo>
                <a:lnTo>
                  <a:pt x="431" y="611"/>
                </a:lnTo>
                <a:lnTo>
                  <a:pt x="432" y="611"/>
                </a:lnTo>
                <a:lnTo>
                  <a:pt x="432" y="610"/>
                </a:lnTo>
                <a:lnTo>
                  <a:pt x="432" y="609"/>
                </a:lnTo>
                <a:lnTo>
                  <a:pt x="433" y="608"/>
                </a:lnTo>
                <a:lnTo>
                  <a:pt x="434" y="607"/>
                </a:lnTo>
                <a:lnTo>
                  <a:pt x="434" y="606"/>
                </a:lnTo>
                <a:lnTo>
                  <a:pt x="433" y="605"/>
                </a:lnTo>
                <a:lnTo>
                  <a:pt x="432" y="605"/>
                </a:lnTo>
                <a:lnTo>
                  <a:pt x="431" y="605"/>
                </a:lnTo>
                <a:lnTo>
                  <a:pt x="430" y="605"/>
                </a:lnTo>
                <a:lnTo>
                  <a:pt x="429" y="605"/>
                </a:lnTo>
                <a:lnTo>
                  <a:pt x="428" y="605"/>
                </a:lnTo>
                <a:lnTo>
                  <a:pt x="427" y="605"/>
                </a:lnTo>
                <a:lnTo>
                  <a:pt x="427" y="604"/>
                </a:lnTo>
                <a:lnTo>
                  <a:pt x="427" y="603"/>
                </a:lnTo>
                <a:lnTo>
                  <a:pt x="426" y="602"/>
                </a:lnTo>
                <a:lnTo>
                  <a:pt x="426" y="601"/>
                </a:lnTo>
                <a:lnTo>
                  <a:pt x="425" y="601"/>
                </a:lnTo>
                <a:lnTo>
                  <a:pt x="425" y="602"/>
                </a:lnTo>
                <a:lnTo>
                  <a:pt x="424" y="602"/>
                </a:lnTo>
                <a:lnTo>
                  <a:pt x="423" y="603"/>
                </a:lnTo>
                <a:lnTo>
                  <a:pt x="422" y="603"/>
                </a:lnTo>
                <a:lnTo>
                  <a:pt x="422" y="602"/>
                </a:lnTo>
                <a:lnTo>
                  <a:pt x="422" y="601"/>
                </a:lnTo>
                <a:lnTo>
                  <a:pt x="421" y="601"/>
                </a:lnTo>
                <a:lnTo>
                  <a:pt x="421" y="600"/>
                </a:lnTo>
                <a:lnTo>
                  <a:pt x="422" y="600"/>
                </a:lnTo>
                <a:lnTo>
                  <a:pt x="422" y="599"/>
                </a:lnTo>
                <a:lnTo>
                  <a:pt x="421" y="598"/>
                </a:lnTo>
                <a:lnTo>
                  <a:pt x="420" y="597"/>
                </a:lnTo>
                <a:lnTo>
                  <a:pt x="419" y="597"/>
                </a:lnTo>
                <a:lnTo>
                  <a:pt x="419" y="596"/>
                </a:lnTo>
                <a:lnTo>
                  <a:pt x="420" y="596"/>
                </a:lnTo>
                <a:lnTo>
                  <a:pt x="421" y="596"/>
                </a:lnTo>
                <a:lnTo>
                  <a:pt x="421" y="595"/>
                </a:lnTo>
                <a:lnTo>
                  <a:pt x="421" y="594"/>
                </a:lnTo>
                <a:lnTo>
                  <a:pt x="421" y="593"/>
                </a:lnTo>
                <a:lnTo>
                  <a:pt x="420" y="592"/>
                </a:lnTo>
                <a:lnTo>
                  <a:pt x="419" y="591"/>
                </a:lnTo>
                <a:lnTo>
                  <a:pt x="418" y="591"/>
                </a:lnTo>
                <a:lnTo>
                  <a:pt x="416" y="591"/>
                </a:lnTo>
                <a:lnTo>
                  <a:pt x="416" y="590"/>
                </a:lnTo>
                <a:lnTo>
                  <a:pt x="415" y="590"/>
                </a:lnTo>
                <a:lnTo>
                  <a:pt x="415" y="589"/>
                </a:lnTo>
                <a:lnTo>
                  <a:pt x="416" y="589"/>
                </a:lnTo>
                <a:lnTo>
                  <a:pt x="415" y="587"/>
                </a:lnTo>
                <a:lnTo>
                  <a:pt x="414" y="587"/>
                </a:lnTo>
                <a:lnTo>
                  <a:pt x="413" y="587"/>
                </a:lnTo>
                <a:lnTo>
                  <a:pt x="412" y="586"/>
                </a:lnTo>
                <a:lnTo>
                  <a:pt x="412" y="585"/>
                </a:lnTo>
                <a:lnTo>
                  <a:pt x="412" y="584"/>
                </a:lnTo>
                <a:lnTo>
                  <a:pt x="411" y="584"/>
                </a:lnTo>
                <a:lnTo>
                  <a:pt x="410" y="583"/>
                </a:lnTo>
                <a:lnTo>
                  <a:pt x="411" y="583"/>
                </a:lnTo>
                <a:lnTo>
                  <a:pt x="411" y="582"/>
                </a:lnTo>
                <a:lnTo>
                  <a:pt x="411" y="581"/>
                </a:lnTo>
                <a:lnTo>
                  <a:pt x="410" y="581"/>
                </a:lnTo>
                <a:lnTo>
                  <a:pt x="411" y="581"/>
                </a:lnTo>
                <a:lnTo>
                  <a:pt x="410" y="581"/>
                </a:lnTo>
                <a:lnTo>
                  <a:pt x="411" y="581"/>
                </a:lnTo>
                <a:lnTo>
                  <a:pt x="411" y="580"/>
                </a:lnTo>
                <a:lnTo>
                  <a:pt x="411" y="579"/>
                </a:lnTo>
                <a:lnTo>
                  <a:pt x="411" y="578"/>
                </a:lnTo>
                <a:lnTo>
                  <a:pt x="410" y="578"/>
                </a:lnTo>
                <a:lnTo>
                  <a:pt x="410" y="577"/>
                </a:lnTo>
                <a:lnTo>
                  <a:pt x="409" y="577"/>
                </a:lnTo>
                <a:lnTo>
                  <a:pt x="408" y="577"/>
                </a:lnTo>
                <a:lnTo>
                  <a:pt x="409" y="577"/>
                </a:lnTo>
                <a:lnTo>
                  <a:pt x="409" y="576"/>
                </a:lnTo>
                <a:lnTo>
                  <a:pt x="408" y="576"/>
                </a:lnTo>
                <a:lnTo>
                  <a:pt x="409" y="576"/>
                </a:lnTo>
                <a:lnTo>
                  <a:pt x="408" y="576"/>
                </a:lnTo>
                <a:lnTo>
                  <a:pt x="408" y="575"/>
                </a:lnTo>
                <a:lnTo>
                  <a:pt x="407" y="575"/>
                </a:lnTo>
                <a:lnTo>
                  <a:pt x="407" y="574"/>
                </a:lnTo>
                <a:lnTo>
                  <a:pt x="406" y="574"/>
                </a:lnTo>
                <a:lnTo>
                  <a:pt x="406" y="573"/>
                </a:lnTo>
                <a:lnTo>
                  <a:pt x="406" y="572"/>
                </a:lnTo>
                <a:lnTo>
                  <a:pt x="407" y="572"/>
                </a:lnTo>
                <a:lnTo>
                  <a:pt x="407" y="571"/>
                </a:lnTo>
                <a:lnTo>
                  <a:pt x="407" y="570"/>
                </a:lnTo>
                <a:lnTo>
                  <a:pt x="406" y="570"/>
                </a:lnTo>
                <a:lnTo>
                  <a:pt x="405" y="570"/>
                </a:lnTo>
                <a:lnTo>
                  <a:pt x="405" y="569"/>
                </a:lnTo>
                <a:lnTo>
                  <a:pt x="404" y="569"/>
                </a:lnTo>
                <a:lnTo>
                  <a:pt x="404" y="568"/>
                </a:lnTo>
                <a:lnTo>
                  <a:pt x="404" y="567"/>
                </a:lnTo>
                <a:lnTo>
                  <a:pt x="403" y="567"/>
                </a:lnTo>
                <a:lnTo>
                  <a:pt x="403" y="566"/>
                </a:lnTo>
                <a:lnTo>
                  <a:pt x="403" y="565"/>
                </a:lnTo>
                <a:lnTo>
                  <a:pt x="402" y="565"/>
                </a:lnTo>
                <a:lnTo>
                  <a:pt x="402" y="564"/>
                </a:lnTo>
                <a:lnTo>
                  <a:pt x="401" y="562"/>
                </a:lnTo>
                <a:lnTo>
                  <a:pt x="402" y="562"/>
                </a:lnTo>
                <a:lnTo>
                  <a:pt x="402" y="561"/>
                </a:lnTo>
                <a:lnTo>
                  <a:pt x="402" y="560"/>
                </a:lnTo>
                <a:lnTo>
                  <a:pt x="403" y="559"/>
                </a:lnTo>
                <a:lnTo>
                  <a:pt x="404" y="558"/>
                </a:lnTo>
                <a:lnTo>
                  <a:pt x="403" y="558"/>
                </a:lnTo>
                <a:lnTo>
                  <a:pt x="402" y="558"/>
                </a:lnTo>
                <a:lnTo>
                  <a:pt x="402" y="557"/>
                </a:lnTo>
                <a:lnTo>
                  <a:pt x="402" y="556"/>
                </a:lnTo>
                <a:lnTo>
                  <a:pt x="402" y="555"/>
                </a:lnTo>
                <a:lnTo>
                  <a:pt x="401" y="555"/>
                </a:lnTo>
                <a:lnTo>
                  <a:pt x="401" y="554"/>
                </a:lnTo>
                <a:lnTo>
                  <a:pt x="400" y="554"/>
                </a:lnTo>
                <a:lnTo>
                  <a:pt x="399" y="554"/>
                </a:lnTo>
                <a:lnTo>
                  <a:pt x="399" y="553"/>
                </a:lnTo>
                <a:lnTo>
                  <a:pt x="398" y="553"/>
                </a:lnTo>
                <a:lnTo>
                  <a:pt x="397" y="552"/>
                </a:lnTo>
                <a:lnTo>
                  <a:pt x="396" y="552"/>
                </a:lnTo>
                <a:lnTo>
                  <a:pt x="395" y="552"/>
                </a:lnTo>
                <a:lnTo>
                  <a:pt x="394" y="552"/>
                </a:lnTo>
                <a:lnTo>
                  <a:pt x="393" y="553"/>
                </a:lnTo>
                <a:lnTo>
                  <a:pt x="392" y="553"/>
                </a:lnTo>
                <a:lnTo>
                  <a:pt x="392" y="554"/>
                </a:lnTo>
                <a:lnTo>
                  <a:pt x="392" y="553"/>
                </a:lnTo>
                <a:lnTo>
                  <a:pt x="391" y="553"/>
                </a:lnTo>
                <a:lnTo>
                  <a:pt x="391" y="554"/>
                </a:lnTo>
                <a:lnTo>
                  <a:pt x="390" y="554"/>
                </a:lnTo>
                <a:lnTo>
                  <a:pt x="389" y="554"/>
                </a:lnTo>
                <a:lnTo>
                  <a:pt x="388" y="554"/>
                </a:lnTo>
                <a:lnTo>
                  <a:pt x="387" y="553"/>
                </a:lnTo>
                <a:lnTo>
                  <a:pt x="388" y="553"/>
                </a:lnTo>
                <a:lnTo>
                  <a:pt x="388" y="551"/>
                </a:lnTo>
                <a:lnTo>
                  <a:pt x="389" y="549"/>
                </a:lnTo>
                <a:lnTo>
                  <a:pt x="389" y="548"/>
                </a:lnTo>
                <a:lnTo>
                  <a:pt x="389" y="547"/>
                </a:lnTo>
                <a:lnTo>
                  <a:pt x="389" y="546"/>
                </a:lnTo>
                <a:lnTo>
                  <a:pt x="389" y="545"/>
                </a:lnTo>
                <a:lnTo>
                  <a:pt x="388" y="545"/>
                </a:lnTo>
                <a:lnTo>
                  <a:pt x="388" y="544"/>
                </a:lnTo>
                <a:lnTo>
                  <a:pt x="388" y="543"/>
                </a:lnTo>
                <a:lnTo>
                  <a:pt x="388" y="542"/>
                </a:lnTo>
                <a:lnTo>
                  <a:pt x="388" y="541"/>
                </a:lnTo>
                <a:lnTo>
                  <a:pt x="388" y="540"/>
                </a:lnTo>
                <a:lnTo>
                  <a:pt x="387" y="539"/>
                </a:lnTo>
                <a:lnTo>
                  <a:pt x="386" y="539"/>
                </a:lnTo>
                <a:lnTo>
                  <a:pt x="386" y="538"/>
                </a:lnTo>
                <a:lnTo>
                  <a:pt x="386" y="537"/>
                </a:lnTo>
                <a:lnTo>
                  <a:pt x="385" y="537"/>
                </a:lnTo>
                <a:lnTo>
                  <a:pt x="385" y="536"/>
                </a:lnTo>
                <a:lnTo>
                  <a:pt x="385" y="535"/>
                </a:lnTo>
                <a:lnTo>
                  <a:pt x="385" y="534"/>
                </a:lnTo>
                <a:lnTo>
                  <a:pt x="385" y="532"/>
                </a:lnTo>
                <a:lnTo>
                  <a:pt x="386" y="531"/>
                </a:lnTo>
                <a:lnTo>
                  <a:pt x="385" y="530"/>
                </a:lnTo>
                <a:lnTo>
                  <a:pt x="385" y="529"/>
                </a:lnTo>
                <a:lnTo>
                  <a:pt x="385" y="528"/>
                </a:lnTo>
                <a:lnTo>
                  <a:pt x="386" y="527"/>
                </a:lnTo>
                <a:lnTo>
                  <a:pt x="386" y="526"/>
                </a:lnTo>
                <a:lnTo>
                  <a:pt x="386" y="525"/>
                </a:lnTo>
                <a:lnTo>
                  <a:pt x="386" y="524"/>
                </a:lnTo>
                <a:lnTo>
                  <a:pt x="387" y="524"/>
                </a:lnTo>
                <a:lnTo>
                  <a:pt x="388" y="523"/>
                </a:lnTo>
                <a:lnTo>
                  <a:pt x="390" y="523"/>
                </a:lnTo>
                <a:lnTo>
                  <a:pt x="391" y="523"/>
                </a:lnTo>
                <a:lnTo>
                  <a:pt x="391" y="522"/>
                </a:lnTo>
                <a:lnTo>
                  <a:pt x="390" y="522"/>
                </a:lnTo>
                <a:lnTo>
                  <a:pt x="389" y="522"/>
                </a:lnTo>
                <a:lnTo>
                  <a:pt x="388" y="522"/>
                </a:lnTo>
                <a:lnTo>
                  <a:pt x="388" y="521"/>
                </a:lnTo>
                <a:lnTo>
                  <a:pt x="387" y="521"/>
                </a:lnTo>
                <a:lnTo>
                  <a:pt x="386" y="520"/>
                </a:lnTo>
                <a:lnTo>
                  <a:pt x="385" y="520"/>
                </a:lnTo>
                <a:lnTo>
                  <a:pt x="385" y="519"/>
                </a:lnTo>
                <a:lnTo>
                  <a:pt x="385" y="518"/>
                </a:lnTo>
                <a:lnTo>
                  <a:pt x="386" y="518"/>
                </a:lnTo>
                <a:lnTo>
                  <a:pt x="388" y="518"/>
                </a:lnTo>
                <a:lnTo>
                  <a:pt x="388" y="517"/>
                </a:lnTo>
                <a:lnTo>
                  <a:pt x="389" y="516"/>
                </a:lnTo>
                <a:lnTo>
                  <a:pt x="390" y="516"/>
                </a:lnTo>
                <a:lnTo>
                  <a:pt x="390" y="515"/>
                </a:lnTo>
                <a:lnTo>
                  <a:pt x="391" y="515"/>
                </a:lnTo>
                <a:lnTo>
                  <a:pt x="392" y="515"/>
                </a:lnTo>
                <a:lnTo>
                  <a:pt x="393" y="515"/>
                </a:lnTo>
                <a:lnTo>
                  <a:pt x="393" y="514"/>
                </a:lnTo>
                <a:lnTo>
                  <a:pt x="393" y="513"/>
                </a:lnTo>
                <a:lnTo>
                  <a:pt x="392" y="513"/>
                </a:lnTo>
                <a:lnTo>
                  <a:pt x="393" y="512"/>
                </a:lnTo>
                <a:lnTo>
                  <a:pt x="394" y="512"/>
                </a:lnTo>
                <a:lnTo>
                  <a:pt x="394" y="511"/>
                </a:lnTo>
                <a:lnTo>
                  <a:pt x="395" y="510"/>
                </a:lnTo>
                <a:lnTo>
                  <a:pt x="396" y="510"/>
                </a:lnTo>
                <a:lnTo>
                  <a:pt x="396" y="509"/>
                </a:lnTo>
                <a:lnTo>
                  <a:pt x="397" y="508"/>
                </a:lnTo>
                <a:lnTo>
                  <a:pt x="397" y="507"/>
                </a:lnTo>
                <a:lnTo>
                  <a:pt x="398" y="507"/>
                </a:lnTo>
                <a:lnTo>
                  <a:pt x="398" y="506"/>
                </a:lnTo>
                <a:lnTo>
                  <a:pt x="399" y="506"/>
                </a:lnTo>
                <a:lnTo>
                  <a:pt x="399" y="505"/>
                </a:lnTo>
                <a:lnTo>
                  <a:pt x="399" y="504"/>
                </a:lnTo>
                <a:lnTo>
                  <a:pt x="398" y="504"/>
                </a:lnTo>
                <a:lnTo>
                  <a:pt x="397" y="503"/>
                </a:lnTo>
                <a:lnTo>
                  <a:pt x="398" y="503"/>
                </a:lnTo>
                <a:lnTo>
                  <a:pt x="399" y="503"/>
                </a:lnTo>
                <a:lnTo>
                  <a:pt x="401" y="503"/>
                </a:lnTo>
                <a:lnTo>
                  <a:pt x="402" y="503"/>
                </a:lnTo>
                <a:lnTo>
                  <a:pt x="402" y="502"/>
                </a:lnTo>
                <a:lnTo>
                  <a:pt x="403" y="501"/>
                </a:lnTo>
                <a:lnTo>
                  <a:pt x="403" y="502"/>
                </a:lnTo>
                <a:lnTo>
                  <a:pt x="403" y="501"/>
                </a:lnTo>
                <a:lnTo>
                  <a:pt x="404" y="501"/>
                </a:lnTo>
                <a:lnTo>
                  <a:pt x="404" y="500"/>
                </a:lnTo>
                <a:lnTo>
                  <a:pt x="405" y="500"/>
                </a:lnTo>
                <a:lnTo>
                  <a:pt x="405" y="499"/>
                </a:lnTo>
                <a:lnTo>
                  <a:pt x="406" y="499"/>
                </a:lnTo>
                <a:lnTo>
                  <a:pt x="405" y="498"/>
                </a:lnTo>
                <a:lnTo>
                  <a:pt x="404" y="498"/>
                </a:lnTo>
                <a:lnTo>
                  <a:pt x="404" y="497"/>
                </a:lnTo>
                <a:lnTo>
                  <a:pt x="403" y="496"/>
                </a:lnTo>
                <a:lnTo>
                  <a:pt x="402" y="496"/>
                </a:lnTo>
                <a:lnTo>
                  <a:pt x="401" y="496"/>
                </a:lnTo>
                <a:lnTo>
                  <a:pt x="401" y="497"/>
                </a:lnTo>
                <a:lnTo>
                  <a:pt x="399" y="497"/>
                </a:lnTo>
                <a:lnTo>
                  <a:pt x="398" y="496"/>
                </a:lnTo>
                <a:lnTo>
                  <a:pt x="397" y="496"/>
                </a:lnTo>
                <a:lnTo>
                  <a:pt x="396" y="496"/>
                </a:lnTo>
                <a:lnTo>
                  <a:pt x="396" y="495"/>
                </a:lnTo>
                <a:lnTo>
                  <a:pt x="395" y="495"/>
                </a:lnTo>
                <a:lnTo>
                  <a:pt x="395" y="494"/>
                </a:lnTo>
                <a:lnTo>
                  <a:pt x="394" y="494"/>
                </a:lnTo>
                <a:lnTo>
                  <a:pt x="393" y="493"/>
                </a:lnTo>
                <a:lnTo>
                  <a:pt x="392" y="493"/>
                </a:lnTo>
                <a:lnTo>
                  <a:pt x="392" y="494"/>
                </a:lnTo>
                <a:lnTo>
                  <a:pt x="391" y="494"/>
                </a:lnTo>
                <a:lnTo>
                  <a:pt x="392" y="494"/>
                </a:lnTo>
                <a:lnTo>
                  <a:pt x="392" y="495"/>
                </a:lnTo>
                <a:lnTo>
                  <a:pt x="391" y="496"/>
                </a:lnTo>
                <a:lnTo>
                  <a:pt x="391" y="497"/>
                </a:lnTo>
                <a:lnTo>
                  <a:pt x="392" y="497"/>
                </a:lnTo>
                <a:lnTo>
                  <a:pt x="392" y="498"/>
                </a:lnTo>
                <a:lnTo>
                  <a:pt x="391" y="498"/>
                </a:lnTo>
                <a:lnTo>
                  <a:pt x="390" y="498"/>
                </a:lnTo>
                <a:lnTo>
                  <a:pt x="389" y="498"/>
                </a:lnTo>
                <a:lnTo>
                  <a:pt x="387" y="498"/>
                </a:lnTo>
                <a:lnTo>
                  <a:pt x="386" y="497"/>
                </a:lnTo>
                <a:lnTo>
                  <a:pt x="386" y="496"/>
                </a:lnTo>
                <a:lnTo>
                  <a:pt x="387" y="496"/>
                </a:lnTo>
                <a:lnTo>
                  <a:pt x="387" y="495"/>
                </a:lnTo>
                <a:lnTo>
                  <a:pt x="387" y="494"/>
                </a:lnTo>
                <a:lnTo>
                  <a:pt x="387" y="493"/>
                </a:lnTo>
                <a:lnTo>
                  <a:pt x="387" y="492"/>
                </a:lnTo>
                <a:lnTo>
                  <a:pt x="388" y="492"/>
                </a:lnTo>
                <a:lnTo>
                  <a:pt x="387" y="491"/>
                </a:lnTo>
                <a:lnTo>
                  <a:pt x="387" y="492"/>
                </a:lnTo>
                <a:lnTo>
                  <a:pt x="386" y="493"/>
                </a:lnTo>
                <a:lnTo>
                  <a:pt x="386" y="494"/>
                </a:lnTo>
                <a:lnTo>
                  <a:pt x="385" y="494"/>
                </a:lnTo>
                <a:lnTo>
                  <a:pt x="384" y="494"/>
                </a:lnTo>
                <a:lnTo>
                  <a:pt x="384" y="495"/>
                </a:lnTo>
                <a:lnTo>
                  <a:pt x="384" y="494"/>
                </a:lnTo>
                <a:lnTo>
                  <a:pt x="383" y="494"/>
                </a:lnTo>
                <a:lnTo>
                  <a:pt x="384" y="494"/>
                </a:lnTo>
                <a:lnTo>
                  <a:pt x="385" y="493"/>
                </a:lnTo>
                <a:lnTo>
                  <a:pt x="385" y="492"/>
                </a:lnTo>
                <a:lnTo>
                  <a:pt x="385" y="491"/>
                </a:lnTo>
                <a:lnTo>
                  <a:pt x="386" y="491"/>
                </a:lnTo>
                <a:lnTo>
                  <a:pt x="386" y="490"/>
                </a:lnTo>
                <a:lnTo>
                  <a:pt x="386" y="489"/>
                </a:lnTo>
                <a:lnTo>
                  <a:pt x="387" y="489"/>
                </a:lnTo>
                <a:lnTo>
                  <a:pt x="387" y="488"/>
                </a:lnTo>
                <a:lnTo>
                  <a:pt x="386" y="488"/>
                </a:lnTo>
                <a:lnTo>
                  <a:pt x="385" y="488"/>
                </a:lnTo>
                <a:lnTo>
                  <a:pt x="384" y="487"/>
                </a:lnTo>
                <a:lnTo>
                  <a:pt x="383" y="487"/>
                </a:lnTo>
                <a:lnTo>
                  <a:pt x="384" y="487"/>
                </a:lnTo>
                <a:lnTo>
                  <a:pt x="384" y="486"/>
                </a:lnTo>
                <a:lnTo>
                  <a:pt x="384" y="485"/>
                </a:lnTo>
                <a:lnTo>
                  <a:pt x="384" y="484"/>
                </a:lnTo>
                <a:lnTo>
                  <a:pt x="383" y="483"/>
                </a:lnTo>
                <a:lnTo>
                  <a:pt x="383" y="482"/>
                </a:lnTo>
                <a:lnTo>
                  <a:pt x="384" y="482"/>
                </a:lnTo>
                <a:lnTo>
                  <a:pt x="385" y="482"/>
                </a:lnTo>
                <a:lnTo>
                  <a:pt x="385" y="481"/>
                </a:lnTo>
                <a:lnTo>
                  <a:pt x="386" y="480"/>
                </a:lnTo>
                <a:lnTo>
                  <a:pt x="385" y="480"/>
                </a:lnTo>
                <a:lnTo>
                  <a:pt x="384" y="480"/>
                </a:lnTo>
                <a:lnTo>
                  <a:pt x="383" y="480"/>
                </a:lnTo>
                <a:lnTo>
                  <a:pt x="383" y="479"/>
                </a:lnTo>
                <a:lnTo>
                  <a:pt x="382" y="479"/>
                </a:lnTo>
                <a:lnTo>
                  <a:pt x="382" y="478"/>
                </a:lnTo>
                <a:lnTo>
                  <a:pt x="382" y="477"/>
                </a:lnTo>
                <a:lnTo>
                  <a:pt x="382" y="478"/>
                </a:lnTo>
                <a:lnTo>
                  <a:pt x="381" y="478"/>
                </a:lnTo>
                <a:lnTo>
                  <a:pt x="380" y="478"/>
                </a:lnTo>
                <a:lnTo>
                  <a:pt x="378" y="478"/>
                </a:lnTo>
                <a:lnTo>
                  <a:pt x="378" y="479"/>
                </a:lnTo>
                <a:lnTo>
                  <a:pt x="376" y="479"/>
                </a:lnTo>
                <a:lnTo>
                  <a:pt x="375" y="479"/>
                </a:lnTo>
                <a:lnTo>
                  <a:pt x="375" y="478"/>
                </a:lnTo>
                <a:lnTo>
                  <a:pt x="374" y="478"/>
                </a:lnTo>
                <a:lnTo>
                  <a:pt x="372" y="478"/>
                </a:lnTo>
                <a:lnTo>
                  <a:pt x="372" y="477"/>
                </a:lnTo>
                <a:lnTo>
                  <a:pt x="373" y="476"/>
                </a:lnTo>
                <a:lnTo>
                  <a:pt x="373" y="475"/>
                </a:lnTo>
                <a:lnTo>
                  <a:pt x="373" y="474"/>
                </a:lnTo>
                <a:lnTo>
                  <a:pt x="373" y="473"/>
                </a:lnTo>
                <a:lnTo>
                  <a:pt x="372" y="473"/>
                </a:lnTo>
                <a:lnTo>
                  <a:pt x="372" y="472"/>
                </a:lnTo>
                <a:lnTo>
                  <a:pt x="373" y="472"/>
                </a:lnTo>
                <a:lnTo>
                  <a:pt x="374" y="472"/>
                </a:lnTo>
                <a:lnTo>
                  <a:pt x="375" y="472"/>
                </a:lnTo>
                <a:lnTo>
                  <a:pt x="375" y="471"/>
                </a:lnTo>
                <a:lnTo>
                  <a:pt x="376" y="471"/>
                </a:lnTo>
                <a:lnTo>
                  <a:pt x="375" y="471"/>
                </a:lnTo>
                <a:lnTo>
                  <a:pt x="375" y="470"/>
                </a:lnTo>
                <a:lnTo>
                  <a:pt x="374" y="470"/>
                </a:lnTo>
                <a:lnTo>
                  <a:pt x="374" y="469"/>
                </a:lnTo>
                <a:lnTo>
                  <a:pt x="374" y="468"/>
                </a:lnTo>
                <a:lnTo>
                  <a:pt x="375" y="467"/>
                </a:lnTo>
                <a:lnTo>
                  <a:pt x="375" y="466"/>
                </a:lnTo>
                <a:lnTo>
                  <a:pt x="374" y="466"/>
                </a:lnTo>
                <a:lnTo>
                  <a:pt x="374" y="465"/>
                </a:lnTo>
                <a:lnTo>
                  <a:pt x="374" y="464"/>
                </a:lnTo>
                <a:lnTo>
                  <a:pt x="373" y="463"/>
                </a:lnTo>
                <a:lnTo>
                  <a:pt x="372" y="463"/>
                </a:lnTo>
                <a:lnTo>
                  <a:pt x="371" y="463"/>
                </a:lnTo>
                <a:lnTo>
                  <a:pt x="370" y="462"/>
                </a:lnTo>
                <a:lnTo>
                  <a:pt x="369" y="462"/>
                </a:lnTo>
                <a:lnTo>
                  <a:pt x="369" y="461"/>
                </a:lnTo>
                <a:lnTo>
                  <a:pt x="370" y="461"/>
                </a:lnTo>
                <a:lnTo>
                  <a:pt x="370" y="460"/>
                </a:lnTo>
                <a:lnTo>
                  <a:pt x="369" y="460"/>
                </a:lnTo>
                <a:lnTo>
                  <a:pt x="369" y="459"/>
                </a:lnTo>
                <a:lnTo>
                  <a:pt x="368" y="459"/>
                </a:lnTo>
                <a:lnTo>
                  <a:pt x="368" y="458"/>
                </a:lnTo>
                <a:lnTo>
                  <a:pt x="367" y="458"/>
                </a:lnTo>
                <a:lnTo>
                  <a:pt x="366" y="458"/>
                </a:lnTo>
                <a:lnTo>
                  <a:pt x="365" y="458"/>
                </a:lnTo>
                <a:lnTo>
                  <a:pt x="365" y="457"/>
                </a:lnTo>
                <a:lnTo>
                  <a:pt x="366" y="457"/>
                </a:lnTo>
                <a:lnTo>
                  <a:pt x="365" y="457"/>
                </a:lnTo>
                <a:lnTo>
                  <a:pt x="365" y="456"/>
                </a:lnTo>
                <a:lnTo>
                  <a:pt x="364" y="456"/>
                </a:lnTo>
                <a:lnTo>
                  <a:pt x="363" y="455"/>
                </a:lnTo>
                <a:lnTo>
                  <a:pt x="362" y="455"/>
                </a:lnTo>
                <a:lnTo>
                  <a:pt x="361" y="455"/>
                </a:lnTo>
                <a:lnTo>
                  <a:pt x="362" y="455"/>
                </a:lnTo>
                <a:lnTo>
                  <a:pt x="362" y="454"/>
                </a:lnTo>
                <a:lnTo>
                  <a:pt x="363" y="454"/>
                </a:lnTo>
                <a:lnTo>
                  <a:pt x="364" y="454"/>
                </a:lnTo>
                <a:lnTo>
                  <a:pt x="364" y="453"/>
                </a:lnTo>
                <a:lnTo>
                  <a:pt x="363" y="453"/>
                </a:lnTo>
                <a:lnTo>
                  <a:pt x="363" y="452"/>
                </a:lnTo>
                <a:lnTo>
                  <a:pt x="362" y="452"/>
                </a:lnTo>
                <a:lnTo>
                  <a:pt x="361" y="452"/>
                </a:lnTo>
                <a:lnTo>
                  <a:pt x="361" y="451"/>
                </a:lnTo>
                <a:lnTo>
                  <a:pt x="362" y="451"/>
                </a:lnTo>
                <a:lnTo>
                  <a:pt x="362" y="450"/>
                </a:lnTo>
                <a:lnTo>
                  <a:pt x="362" y="449"/>
                </a:lnTo>
                <a:lnTo>
                  <a:pt x="362" y="448"/>
                </a:lnTo>
                <a:lnTo>
                  <a:pt x="363" y="448"/>
                </a:lnTo>
                <a:lnTo>
                  <a:pt x="363" y="447"/>
                </a:lnTo>
                <a:lnTo>
                  <a:pt x="364" y="447"/>
                </a:lnTo>
                <a:lnTo>
                  <a:pt x="364" y="446"/>
                </a:lnTo>
                <a:lnTo>
                  <a:pt x="363" y="446"/>
                </a:lnTo>
                <a:lnTo>
                  <a:pt x="363" y="445"/>
                </a:lnTo>
                <a:lnTo>
                  <a:pt x="363" y="444"/>
                </a:lnTo>
                <a:lnTo>
                  <a:pt x="364" y="444"/>
                </a:lnTo>
                <a:lnTo>
                  <a:pt x="364" y="443"/>
                </a:lnTo>
                <a:lnTo>
                  <a:pt x="364" y="442"/>
                </a:lnTo>
                <a:lnTo>
                  <a:pt x="364" y="441"/>
                </a:lnTo>
                <a:lnTo>
                  <a:pt x="364" y="440"/>
                </a:lnTo>
                <a:lnTo>
                  <a:pt x="363" y="440"/>
                </a:lnTo>
                <a:lnTo>
                  <a:pt x="362" y="440"/>
                </a:lnTo>
                <a:lnTo>
                  <a:pt x="361" y="440"/>
                </a:lnTo>
                <a:lnTo>
                  <a:pt x="361" y="441"/>
                </a:lnTo>
                <a:lnTo>
                  <a:pt x="360" y="441"/>
                </a:lnTo>
                <a:lnTo>
                  <a:pt x="360" y="440"/>
                </a:lnTo>
                <a:lnTo>
                  <a:pt x="360" y="441"/>
                </a:lnTo>
                <a:lnTo>
                  <a:pt x="359" y="441"/>
                </a:lnTo>
                <a:lnTo>
                  <a:pt x="358" y="441"/>
                </a:lnTo>
                <a:lnTo>
                  <a:pt x="357" y="441"/>
                </a:lnTo>
                <a:lnTo>
                  <a:pt x="356" y="440"/>
                </a:lnTo>
                <a:lnTo>
                  <a:pt x="355" y="439"/>
                </a:lnTo>
                <a:lnTo>
                  <a:pt x="356" y="439"/>
                </a:lnTo>
                <a:lnTo>
                  <a:pt x="356" y="438"/>
                </a:lnTo>
                <a:lnTo>
                  <a:pt x="356" y="437"/>
                </a:lnTo>
                <a:lnTo>
                  <a:pt x="355" y="436"/>
                </a:lnTo>
                <a:lnTo>
                  <a:pt x="356" y="435"/>
                </a:lnTo>
                <a:lnTo>
                  <a:pt x="355" y="435"/>
                </a:lnTo>
                <a:lnTo>
                  <a:pt x="354" y="435"/>
                </a:lnTo>
                <a:lnTo>
                  <a:pt x="354" y="434"/>
                </a:lnTo>
                <a:lnTo>
                  <a:pt x="353" y="434"/>
                </a:lnTo>
                <a:lnTo>
                  <a:pt x="352" y="434"/>
                </a:lnTo>
                <a:lnTo>
                  <a:pt x="352" y="435"/>
                </a:lnTo>
                <a:lnTo>
                  <a:pt x="351" y="435"/>
                </a:lnTo>
                <a:lnTo>
                  <a:pt x="351" y="434"/>
                </a:lnTo>
                <a:lnTo>
                  <a:pt x="350" y="434"/>
                </a:lnTo>
                <a:lnTo>
                  <a:pt x="351" y="434"/>
                </a:lnTo>
                <a:lnTo>
                  <a:pt x="351" y="433"/>
                </a:lnTo>
                <a:lnTo>
                  <a:pt x="352" y="433"/>
                </a:lnTo>
                <a:lnTo>
                  <a:pt x="353" y="433"/>
                </a:lnTo>
                <a:lnTo>
                  <a:pt x="353" y="432"/>
                </a:lnTo>
                <a:lnTo>
                  <a:pt x="353" y="431"/>
                </a:lnTo>
                <a:lnTo>
                  <a:pt x="352" y="431"/>
                </a:lnTo>
                <a:lnTo>
                  <a:pt x="352" y="430"/>
                </a:lnTo>
                <a:lnTo>
                  <a:pt x="351" y="429"/>
                </a:lnTo>
                <a:lnTo>
                  <a:pt x="351" y="428"/>
                </a:lnTo>
                <a:lnTo>
                  <a:pt x="352" y="428"/>
                </a:lnTo>
                <a:lnTo>
                  <a:pt x="353" y="428"/>
                </a:lnTo>
                <a:lnTo>
                  <a:pt x="353" y="427"/>
                </a:lnTo>
                <a:lnTo>
                  <a:pt x="354" y="426"/>
                </a:lnTo>
                <a:lnTo>
                  <a:pt x="353" y="425"/>
                </a:lnTo>
                <a:lnTo>
                  <a:pt x="352" y="425"/>
                </a:lnTo>
                <a:lnTo>
                  <a:pt x="352" y="424"/>
                </a:lnTo>
                <a:lnTo>
                  <a:pt x="353" y="424"/>
                </a:lnTo>
                <a:lnTo>
                  <a:pt x="353" y="423"/>
                </a:lnTo>
                <a:lnTo>
                  <a:pt x="353" y="422"/>
                </a:lnTo>
                <a:lnTo>
                  <a:pt x="352" y="422"/>
                </a:lnTo>
                <a:lnTo>
                  <a:pt x="352" y="421"/>
                </a:lnTo>
                <a:lnTo>
                  <a:pt x="352" y="419"/>
                </a:lnTo>
                <a:lnTo>
                  <a:pt x="351" y="419"/>
                </a:lnTo>
                <a:lnTo>
                  <a:pt x="350" y="419"/>
                </a:lnTo>
                <a:lnTo>
                  <a:pt x="349" y="419"/>
                </a:lnTo>
                <a:lnTo>
                  <a:pt x="349" y="418"/>
                </a:lnTo>
                <a:lnTo>
                  <a:pt x="348" y="418"/>
                </a:lnTo>
                <a:lnTo>
                  <a:pt x="347" y="418"/>
                </a:lnTo>
                <a:lnTo>
                  <a:pt x="347" y="417"/>
                </a:lnTo>
                <a:lnTo>
                  <a:pt x="346" y="417"/>
                </a:lnTo>
                <a:lnTo>
                  <a:pt x="345" y="417"/>
                </a:lnTo>
                <a:lnTo>
                  <a:pt x="345" y="418"/>
                </a:lnTo>
                <a:lnTo>
                  <a:pt x="345" y="419"/>
                </a:lnTo>
                <a:lnTo>
                  <a:pt x="345" y="420"/>
                </a:lnTo>
                <a:lnTo>
                  <a:pt x="344" y="420"/>
                </a:lnTo>
                <a:lnTo>
                  <a:pt x="344" y="421"/>
                </a:lnTo>
                <a:lnTo>
                  <a:pt x="343" y="421"/>
                </a:lnTo>
                <a:lnTo>
                  <a:pt x="342" y="421"/>
                </a:lnTo>
                <a:lnTo>
                  <a:pt x="341" y="421"/>
                </a:lnTo>
                <a:lnTo>
                  <a:pt x="340" y="420"/>
                </a:lnTo>
                <a:lnTo>
                  <a:pt x="340" y="419"/>
                </a:lnTo>
                <a:lnTo>
                  <a:pt x="340" y="418"/>
                </a:lnTo>
                <a:lnTo>
                  <a:pt x="339" y="417"/>
                </a:lnTo>
                <a:lnTo>
                  <a:pt x="339" y="416"/>
                </a:lnTo>
                <a:lnTo>
                  <a:pt x="339" y="415"/>
                </a:lnTo>
                <a:lnTo>
                  <a:pt x="339" y="414"/>
                </a:lnTo>
                <a:lnTo>
                  <a:pt x="339" y="413"/>
                </a:lnTo>
                <a:lnTo>
                  <a:pt x="339" y="412"/>
                </a:lnTo>
                <a:lnTo>
                  <a:pt x="338" y="411"/>
                </a:lnTo>
                <a:lnTo>
                  <a:pt x="338" y="410"/>
                </a:lnTo>
                <a:lnTo>
                  <a:pt x="339" y="410"/>
                </a:lnTo>
                <a:lnTo>
                  <a:pt x="339" y="409"/>
                </a:lnTo>
                <a:lnTo>
                  <a:pt x="338" y="408"/>
                </a:lnTo>
                <a:lnTo>
                  <a:pt x="339" y="407"/>
                </a:lnTo>
                <a:lnTo>
                  <a:pt x="340" y="406"/>
                </a:lnTo>
                <a:lnTo>
                  <a:pt x="340" y="405"/>
                </a:lnTo>
                <a:lnTo>
                  <a:pt x="340" y="404"/>
                </a:lnTo>
                <a:lnTo>
                  <a:pt x="340" y="403"/>
                </a:lnTo>
                <a:lnTo>
                  <a:pt x="340" y="402"/>
                </a:lnTo>
                <a:lnTo>
                  <a:pt x="340" y="401"/>
                </a:lnTo>
                <a:lnTo>
                  <a:pt x="340" y="400"/>
                </a:lnTo>
                <a:lnTo>
                  <a:pt x="341" y="400"/>
                </a:lnTo>
                <a:lnTo>
                  <a:pt x="341" y="399"/>
                </a:lnTo>
                <a:lnTo>
                  <a:pt x="340" y="399"/>
                </a:lnTo>
                <a:lnTo>
                  <a:pt x="340" y="398"/>
                </a:lnTo>
                <a:lnTo>
                  <a:pt x="341" y="397"/>
                </a:lnTo>
                <a:lnTo>
                  <a:pt x="340" y="397"/>
                </a:lnTo>
                <a:lnTo>
                  <a:pt x="339" y="397"/>
                </a:lnTo>
                <a:lnTo>
                  <a:pt x="339" y="396"/>
                </a:lnTo>
                <a:lnTo>
                  <a:pt x="339" y="395"/>
                </a:lnTo>
                <a:lnTo>
                  <a:pt x="339" y="394"/>
                </a:lnTo>
                <a:lnTo>
                  <a:pt x="338" y="393"/>
                </a:lnTo>
                <a:lnTo>
                  <a:pt x="337" y="392"/>
                </a:lnTo>
                <a:lnTo>
                  <a:pt x="338" y="391"/>
                </a:lnTo>
                <a:lnTo>
                  <a:pt x="339" y="391"/>
                </a:lnTo>
                <a:lnTo>
                  <a:pt x="339" y="390"/>
                </a:lnTo>
                <a:lnTo>
                  <a:pt x="339" y="389"/>
                </a:lnTo>
                <a:lnTo>
                  <a:pt x="341" y="388"/>
                </a:lnTo>
                <a:lnTo>
                  <a:pt x="342" y="387"/>
                </a:lnTo>
                <a:lnTo>
                  <a:pt x="343" y="387"/>
                </a:lnTo>
                <a:lnTo>
                  <a:pt x="343" y="386"/>
                </a:lnTo>
                <a:lnTo>
                  <a:pt x="342" y="385"/>
                </a:lnTo>
                <a:lnTo>
                  <a:pt x="342" y="384"/>
                </a:lnTo>
                <a:lnTo>
                  <a:pt x="342" y="382"/>
                </a:lnTo>
                <a:lnTo>
                  <a:pt x="343" y="381"/>
                </a:lnTo>
                <a:lnTo>
                  <a:pt x="343" y="380"/>
                </a:lnTo>
                <a:lnTo>
                  <a:pt x="343" y="379"/>
                </a:lnTo>
                <a:lnTo>
                  <a:pt x="342" y="379"/>
                </a:lnTo>
                <a:lnTo>
                  <a:pt x="341" y="380"/>
                </a:lnTo>
                <a:lnTo>
                  <a:pt x="340" y="381"/>
                </a:lnTo>
                <a:lnTo>
                  <a:pt x="339" y="381"/>
                </a:lnTo>
                <a:lnTo>
                  <a:pt x="338" y="381"/>
                </a:lnTo>
                <a:lnTo>
                  <a:pt x="337" y="380"/>
                </a:lnTo>
                <a:lnTo>
                  <a:pt x="337" y="381"/>
                </a:lnTo>
                <a:lnTo>
                  <a:pt x="336" y="381"/>
                </a:lnTo>
                <a:lnTo>
                  <a:pt x="335" y="381"/>
                </a:lnTo>
                <a:lnTo>
                  <a:pt x="334" y="381"/>
                </a:lnTo>
                <a:lnTo>
                  <a:pt x="334" y="382"/>
                </a:lnTo>
                <a:lnTo>
                  <a:pt x="334" y="381"/>
                </a:lnTo>
                <a:lnTo>
                  <a:pt x="333" y="381"/>
                </a:lnTo>
                <a:lnTo>
                  <a:pt x="332" y="381"/>
                </a:lnTo>
                <a:lnTo>
                  <a:pt x="332" y="382"/>
                </a:lnTo>
                <a:lnTo>
                  <a:pt x="331" y="382"/>
                </a:lnTo>
                <a:lnTo>
                  <a:pt x="331" y="383"/>
                </a:lnTo>
                <a:lnTo>
                  <a:pt x="331" y="384"/>
                </a:lnTo>
                <a:lnTo>
                  <a:pt x="330" y="384"/>
                </a:lnTo>
                <a:lnTo>
                  <a:pt x="329" y="385"/>
                </a:lnTo>
                <a:lnTo>
                  <a:pt x="328" y="386"/>
                </a:lnTo>
                <a:lnTo>
                  <a:pt x="328" y="387"/>
                </a:lnTo>
                <a:lnTo>
                  <a:pt x="327" y="387"/>
                </a:lnTo>
                <a:lnTo>
                  <a:pt x="326" y="387"/>
                </a:lnTo>
                <a:lnTo>
                  <a:pt x="325" y="387"/>
                </a:lnTo>
                <a:lnTo>
                  <a:pt x="324" y="387"/>
                </a:lnTo>
                <a:lnTo>
                  <a:pt x="323" y="388"/>
                </a:lnTo>
                <a:lnTo>
                  <a:pt x="322" y="389"/>
                </a:lnTo>
                <a:lnTo>
                  <a:pt x="321" y="390"/>
                </a:lnTo>
                <a:lnTo>
                  <a:pt x="320" y="391"/>
                </a:lnTo>
                <a:lnTo>
                  <a:pt x="320" y="392"/>
                </a:lnTo>
                <a:lnTo>
                  <a:pt x="320" y="393"/>
                </a:lnTo>
                <a:lnTo>
                  <a:pt x="320" y="395"/>
                </a:lnTo>
                <a:lnTo>
                  <a:pt x="320" y="396"/>
                </a:lnTo>
                <a:lnTo>
                  <a:pt x="319" y="396"/>
                </a:lnTo>
                <a:lnTo>
                  <a:pt x="319" y="397"/>
                </a:lnTo>
                <a:lnTo>
                  <a:pt x="318" y="397"/>
                </a:lnTo>
                <a:lnTo>
                  <a:pt x="318" y="398"/>
                </a:lnTo>
                <a:lnTo>
                  <a:pt x="319" y="398"/>
                </a:lnTo>
                <a:lnTo>
                  <a:pt x="318" y="398"/>
                </a:lnTo>
                <a:lnTo>
                  <a:pt x="318" y="399"/>
                </a:lnTo>
                <a:lnTo>
                  <a:pt x="318" y="398"/>
                </a:lnTo>
                <a:lnTo>
                  <a:pt x="317" y="398"/>
                </a:lnTo>
                <a:lnTo>
                  <a:pt x="316" y="399"/>
                </a:lnTo>
                <a:lnTo>
                  <a:pt x="316" y="400"/>
                </a:lnTo>
                <a:lnTo>
                  <a:pt x="316" y="401"/>
                </a:lnTo>
                <a:lnTo>
                  <a:pt x="315" y="402"/>
                </a:lnTo>
                <a:lnTo>
                  <a:pt x="314" y="402"/>
                </a:lnTo>
                <a:lnTo>
                  <a:pt x="314" y="403"/>
                </a:lnTo>
                <a:lnTo>
                  <a:pt x="313" y="403"/>
                </a:lnTo>
                <a:lnTo>
                  <a:pt x="312" y="403"/>
                </a:lnTo>
                <a:lnTo>
                  <a:pt x="312" y="404"/>
                </a:lnTo>
                <a:lnTo>
                  <a:pt x="313" y="404"/>
                </a:lnTo>
                <a:lnTo>
                  <a:pt x="312" y="405"/>
                </a:lnTo>
                <a:lnTo>
                  <a:pt x="311" y="406"/>
                </a:lnTo>
                <a:lnTo>
                  <a:pt x="311" y="407"/>
                </a:lnTo>
                <a:lnTo>
                  <a:pt x="310" y="407"/>
                </a:lnTo>
                <a:lnTo>
                  <a:pt x="309" y="408"/>
                </a:lnTo>
                <a:lnTo>
                  <a:pt x="308" y="408"/>
                </a:lnTo>
                <a:lnTo>
                  <a:pt x="307" y="409"/>
                </a:lnTo>
                <a:lnTo>
                  <a:pt x="306" y="409"/>
                </a:lnTo>
                <a:lnTo>
                  <a:pt x="306" y="410"/>
                </a:lnTo>
                <a:lnTo>
                  <a:pt x="306" y="411"/>
                </a:lnTo>
                <a:lnTo>
                  <a:pt x="305" y="411"/>
                </a:lnTo>
                <a:lnTo>
                  <a:pt x="304" y="411"/>
                </a:lnTo>
                <a:lnTo>
                  <a:pt x="303" y="411"/>
                </a:lnTo>
                <a:lnTo>
                  <a:pt x="302" y="411"/>
                </a:lnTo>
                <a:lnTo>
                  <a:pt x="302" y="412"/>
                </a:lnTo>
                <a:lnTo>
                  <a:pt x="301" y="412"/>
                </a:lnTo>
                <a:lnTo>
                  <a:pt x="300" y="412"/>
                </a:lnTo>
                <a:lnTo>
                  <a:pt x="299" y="413"/>
                </a:lnTo>
                <a:lnTo>
                  <a:pt x="298" y="413"/>
                </a:lnTo>
                <a:lnTo>
                  <a:pt x="298" y="414"/>
                </a:lnTo>
                <a:lnTo>
                  <a:pt x="298" y="415"/>
                </a:lnTo>
                <a:lnTo>
                  <a:pt x="299" y="416"/>
                </a:lnTo>
                <a:lnTo>
                  <a:pt x="298" y="416"/>
                </a:lnTo>
                <a:lnTo>
                  <a:pt x="298" y="417"/>
                </a:lnTo>
                <a:lnTo>
                  <a:pt x="297" y="417"/>
                </a:lnTo>
                <a:lnTo>
                  <a:pt x="296" y="416"/>
                </a:lnTo>
                <a:lnTo>
                  <a:pt x="297" y="415"/>
                </a:lnTo>
                <a:lnTo>
                  <a:pt x="296" y="415"/>
                </a:lnTo>
                <a:lnTo>
                  <a:pt x="296" y="414"/>
                </a:lnTo>
                <a:lnTo>
                  <a:pt x="297" y="414"/>
                </a:lnTo>
                <a:lnTo>
                  <a:pt x="297" y="413"/>
                </a:lnTo>
                <a:lnTo>
                  <a:pt x="296" y="413"/>
                </a:lnTo>
                <a:lnTo>
                  <a:pt x="296" y="412"/>
                </a:lnTo>
                <a:lnTo>
                  <a:pt x="295" y="411"/>
                </a:lnTo>
                <a:lnTo>
                  <a:pt x="295" y="410"/>
                </a:lnTo>
                <a:lnTo>
                  <a:pt x="294" y="410"/>
                </a:lnTo>
                <a:lnTo>
                  <a:pt x="293" y="410"/>
                </a:lnTo>
                <a:lnTo>
                  <a:pt x="291" y="410"/>
                </a:lnTo>
                <a:lnTo>
                  <a:pt x="290" y="410"/>
                </a:lnTo>
                <a:lnTo>
                  <a:pt x="289" y="410"/>
                </a:lnTo>
                <a:lnTo>
                  <a:pt x="288" y="410"/>
                </a:lnTo>
                <a:lnTo>
                  <a:pt x="288" y="409"/>
                </a:lnTo>
                <a:lnTo>
                  <a:pt x="287" y="409"/>
                </a:lnTo>
                <a:lnTo>
                  <a:pt x="287" y="408"/>
                </a:lnTo>
                <a:lnTo>
                  <a:pt x="288" y="407"/>
                </a:lnTo>
                <a:lnTo>
                  <a:pt x="288" y="406"/>
                </a:lnTo>
                <a:lnTo>
                  <a:pt x="289" y="406"/>
                </a:lnTo>
                <a:lnTo>
                  <a:pt x="290" y="406"/>
                </a:lnTo>
                <a:lnTo>
                  <a:pt x="291" y="406"/>
                </a:lnTo>
                <a:lnTo>
                  <a:pt x="291" y="405"/>
                </a:lnTo>
                <a:lnTo>
                  <a:pt x="292" y="405"/>
                </a:lnTo>
                <a:lnTo>
                  <a:pt x="292" y="404"/>
                </a:lnTo>
                <a:lnTo>
                  <a:pt x="293" y="404"/>
                </a:lnTo>
                <a:lnTo>
                  <a:pt x="294" y="404"/>
                </a:lnTo>
                <a:lnTo>
                  <a:pt x="294" y="403"/>
                </a:lnTo>
                <a:lnTo>
                  <a:pt x="295" y="403"/>
                </a:lnTo>
                <a:lnTo>
                  <a:pt x="295" y="402"/>
                </a:lnTo>
                <a:lnTo>
                  <a:pt x="295" y="401"/>
                </a:lnTo>
                <a:lnTo>
                  <a:pt x="295" y="400"/>
                </a:lnTo>
                <a:lnTo>
                  <a:pt x="294" y="400"/>
                </a:lnTo>
                <a:lnTo>
                  <a:pt x="294" y="399"/>
                </a:lnTo>
                <a:lnTo>
                  <a:pt x="293" y="398"/>
                </a:lnTo>
                <a:lnTo>
                  <a:pt x="292" y="398"/>
                </a:lnTo>
                <a:lnTo>
                  <a:pt x="292" y="399"/>
                </a:lnTo>
                <a:lnTo>
                  <a:pt x="291" y="399"/>
                </a:lnTo>
                <a:lnTo>
                  <a:pt x="290" y="399"/>
                </a:lnTo>
                <a:lnTo>
                  <a:pt x="289" y="399"/>
                </a:lnTo>
                <a:lnTo>
                  <a:pt x="288" y="399"/>
                </a:lnTo>
                <a:lnTo>
                  <a:pt x="287" y="399"/>
                </a:lnTo>
                <a:lnTo>
                  <a:pt x="286" y="398"/>
                </a:lnTo>
                <a:lnTo>
                  <a:pt x="286" y="397"/>
                </a:lnTo>
                <a:lnTo>
                  <a:pt x="285" y="397"/>
                </a:lnTo>
                <a:lnTo>
                  <a:pt x="285" y="396"/>
                </a:lnTo>
                <a:lnTo>
                  <a:pt x="284" y="396"/>
                </a:lnTo>
                <a:lnTo>
                  <a:pt x="284" y="395"/>
                </a:lnTo>
                <a:lnTo>
                  <a:pt x="285" y="395"/>
                </a:lnTo>
                <a:lnTo>
                  <a:pt x="285" y="394"/>
                </a:lnTo>
                <a:lnTo>
                  <a:pt x="286" y="394"/>
                </a:lnTo>
                <a:lnTo>
                  <a:pt x="287" y="393"/>
                </a:lnTo>
                <a:lnTo>
                  <a:pt x="288" y="393"/>
                </a:lnTo>
                <a:lnTo>
                  <a:pt x="289" y="391"/>
                </a:lnTo>
                <a:lnTo>
                  <a:pt x="290" y="391"/>
                </a:lnTo>
                <a:lnTo>
                  <a:pt x="290" y="390"/>
                </a:lnTo>
                <a:lnTo>
                  <a:pt x="291" y="389"/>
                </a:lnTo>
                <a:lnTo>
                  <a:pt x="293" y="387"/>
                </a:lnTo>
                <a:lnTo>
                  <a:pt x="294" y="386"/>
                </a:lnTo>
                <a:lnTo>
                  <a:pt x="293" y="386"/>
                </a:lnTo>
                <a:lnTo>
                  <a:pt x="292" y="385"/>
                </a:lnTo>
                <a:lnTo>
                  <a:pt x="291" y="385"/>
                </a:lnTo>
                <a:lnTo>
                  <a:pt x="291" y="384"/>
                </a:lnTo>
                <a:lnTo>
                  <a:pt x="290" y="384"/>
                </a:lnTo>
                <a:lnTo>
                  <a:pt x="290" y="383"/>
                </a:lnTo>
                <a:lnTo>
                  <a:pt x="289" y="383"/>
                </a:lnTo>
                <a:lnTo>
                  <a:pt x="288" y="382"/>
                </a:lnTo>
                <a:lnTo>
                  <a:pt x="288" y="381"/>
                </a:lnTo>
                <a:lnTo>
                  <a:pt x="287" y="381"/>
                </a:lnTo>
                <a:lnTo>
                  <a:pt x="286" y="381"/>
                </a:lnTo>
                <a:lnTo>
                  <a:pt x="285" y="381"/>
                </a:lnTo>
                <a:lnTo>
                  <a:pt x="285" y="380"/>
                </a:lnTo>
                <a:lnTo>
                  <a:pt x="284" y="379"/>
                </a:lnTo>
                <a:lnTo>
                  <a:pt x="283" y="378"/>
                </a:lnTo>
                <a:lnTo>
                  <a:pt x="282" y="377"/>
                </a:lnTo>
                <a:lnTo>
                  <a:pt x="281" y="377"/>
                </a:lnTo>
                <a:lnTo>
                  <a:pt x="280" y="377"/>
                </a:lnTo>
                <a:lnTo>
                  <a:pt x="280" y="376"/>
                </a:lnTo>
                <a:lnTo>
                  <a:pt x="279" y="376"/>
                </a:lnTo>
                <a:lnTo>
                  <a:pt x="279" y="375"/>
                </a:lnTo>
                <a:lnTo>
                  <a:pt x="278" y="374"/>
                </a:lnTo>
                <a:lnTo>
                  <a:pt x="278" y="373"/>
                </a:lnTo>
                <a:lnTo>
                  <a:pt x="279" y="373"/>
                </a:lnTo>
                <a:lnTo>
                  <a:pt x="278" y="372"/>
                </a:lnTo>
                <a:lnTo>
                  <a:pt x="278" y="371"/>
                </a:lnTo>
                <a:lnTo>
                  <a:pt x="279" y="371"/>
                </a:lnTo>
                <a:lnTo>
                  <a:pt x="279" y="370"/>
                </a:lnTo>
                <a:lnTo>
                  <a:pt x="278" y="370"/>
                </a:lnTo>
                <a:lnTo>
                  <a:pt x="279" y="369"/>
                </a:lnTo>
                <a:lnTo>
                  <a:pt x="278" y="369"/>
                </a:lnTo>
                <a:lnTo>
                  <a:pt x="278" y="368"/>
                </a:lnTo>
                <a:lnTo>
                  <a:pt x="279" y="368"/>
                </a:lnTo>
                <a:lnTo>
                  <a:pt x="278" y="368"/>
                </a:lnTo>
                <a:lnTo>
                  <a:pt x="277" y="368"/>
                </a:lnTo>
                <a:lnTo>
                  <a:pt x="275" y="368"/>
                </a:lnTo>
                <a:lnTo>
                  <a:pt x="273" y="367"/>
                </a:lnTo>
                <a:lnTo>
                  <a:pt x="272" y="367"/>
                </a:lnTo>
                <a:lnTo>
                  <a:pt x="272" y="366"/>
                </a:lnTo>
                <a:lnTo>
                  <a:pt x="272" y="365"/>
                </a:lnTo>
                <a:lnTo>
                  <a:pt x="271" y="365"/>
                </a:lnTo>
                <a:lnTo>
                  <a:pt x="270" y="366"/>
                </a:lnTo>
                <a:lnTo>
                  <a:pt x="269" y="366"/>
                </a:lnTo>
                <a:lnTo>
                  <a:pt x="268" y="366"/>
                </a:lnTo>
                <a:lnTo>
                  <a:pt x="267" y="366"/>
                </a:lnTo>
                <a:lnTo>
                  <a:pt x="265" y="366"/>
                </a:lnTo>
                <a:lnTo>
                  <a:pt x="266" y="366"/>
                </a:lnTo>
                <a:lnTo>
                  <a:pt x="265" y="366"/>
                </a:lnTo>
                <a:lnTo>
                  <a:pt x="264" y="366"/>
                </a:lnTo>
                <a:lnTo>
                  <a:pt x="264" y="365"/>
                </a:lnTo>
                <a:lnTo>
                  <a:pt x="263" y="365"/>
                </a:lnTo>
                <a:lnTo>
                  <a:pt x="263" y="366"/>
                </a:lnTo>
                <a:lnTo>
                  <a:pt x="262" y="366"/>
                </a:lnTo>
                <a:lnTo>
                  <a:pt x="261" y="366"/>
                </a:lnTo>
                <a:lnTo>
                  <a:pt x="261" y="364"/>
                </a:lnTo>
                <a:lnTo>
                  <a:pt x="261" y="363"/>
                </a:lnTo>
                <a:lnTo>
                  <a:pt x="261" y="362"/>
                </a:lnTo>
                <a:lnTo>
                  <a:pt x="260" y="362"/>
                </a:lnTo>
                <a:lnTo>
                  <a:pt x="259" y="362"/>
                </a:lnTo>
                <a:lnTo>
                  <a:pt x="260" y="361"/>
                </a:lnTo>
                <a:lnTo>
                  <a:pt x="259" y="360"/>
                </a:lnTo>
                <a:lnTo>
                  <a:pt x="259" y="361"/>
                </a:lnTo>
                <a:lnTo>
                  <a:pt x="256" y="361"/>
                </a:lnTo>
                <a:lnTo>
                  <a:pt x="255" y="361"/>
                </a:lnTo>
                <a:lnTo>
                  <a:pt x="254" y="361"/>
                </a:lnTo>
                <a:lnTo>
                  <a:pt x="253" y="361"/>
                </a:lnTo>
                <a:lnTo>
                  <a:pt x="253" y="362"/>
                </a:lnTo>
                <a:lnTo>
                  <a:pt x="252" y="362"/>
                </a:lnTo>
                <a:lnTo>
                  <a:pt x="251" y="361"/>
                </a:lnTo>
                <a:lnTo>
                  <a:pt x="250" y="360"/>
                </a:lnTo>
                <a:lnTo>
                  <a:pt x="249" y="360"/>
                </a:lnTo>
                <a:lnTo>
                  <a:pt x="249" y="359"/>
                </a:lnTo>
                <a:lnTo>
                  <a:pt x="248" y="359"/>
                </a:lnTo>
                <a:lnTo>
                  <a:pt x="248" y="358"/>
                </a:lnTo>
                <a:lnTo>
                  <a:pt x="247" y="357"/>
                </a:lnTo>
                <a:lnTo>
                  <a:pt x="246" y="357"/>
                </a:lnTo>
                <a:lnTo>
                  <a:pt x="245" y="355"/>
                </a:lnTo>
                <a:lnTo>
                  <a:pt x="244" y="354"/>
                </a:lnTo>
                <a:lnTo>
                  <a:pt x="243" y="354"/>
                </a:lnTo>
                <a:lnTo>
                  <a:pt x="242" y="353"/>
                </a:lnTo>
                <a:lnTo>
                  <a:pt x="241" y="353"/>
                </a:lnTo>
                <a:lnTo>
                  <a:pt x="241" y="352"/>
                </a:lnTo>
                <a:lnTo>
                  <a:pt x="241" y="353"/>
                </a:lnTo>
                <a:lnTo>
                  <a:pt x="240" y="353"/>
                </a:lnTo>
                <a:lnTo>
                  <a:pt x="239" y="353"/>
                </a:lnTo>
                <a:lnTo>
                  <a:pt x="238" y="352"/>
                </a:lnTo>
                <a:lnTo>
                  <a:pt x="238" y="351"/>
                </a:lnTo>
                <a:lnTo>
                  <a:pt x="239" y="350"/>
                </a:lnTo>
                <a:lnTo>
                  <a:pt x="238" y="350"/>
                </a:lnTo>
                <a:lnTo>
                  <a:pt x="238" y="349"/>
                </a:lnTo>
                <a:lnTo>
                  <a:pt x="237" y="349"/>
                </a:lnTo>
                <a:lnTo>
                  <a:pt x="235" y="348"/>
                </a:lnTo>
                <a:lnTo>
                  <a:pt x="234" y="347"/>
                </a:lnTo>
                <a:lnTo>
                  <a:pt x="233" y="347"/>
                </a:lnTo>
                <a:lnTo>
                  <a:pt x="233" y="346"/>
                </a:lnTo>
                <a:lnTo>
                  <a:pt x="233" y="345"/>
                </a:lnTo>
                <a:lnTo>
                  <a:pt x="233" y="344"/>
                </a:lnTo>
                <a:lnTo>
                  <a:pt x="234" y="343"/>
                </a:lnTo>
                <a:lnTo>
                  <a:pt x="235" y="342"/>
                </a:lnTo>
                <a:lnTo>
                  <a:pt x="235" y="341"/>
                </a:lnTo>
                <a:lnTo>
                  <a:pt x="234" y="341"/>
                </a:lnTo>
                <a:lnTo>
                  <a:pt x="234" y="340"/>
                </a:lnTo>
                <a:lnTo>
                  <a:pt x="233" y="339"/>
                </a:lnTo>
                <a:lnTo>
                  <a:pt x="233" y="340"/>
                </a:lnTo>
                <a:lnTo>
                  <a:pt x="232" y="339"/>
                </a:lnTo>
                <a:lnTo>
                  <a:pt x="231" y="339"/>
                </a:lnTo>
                <a:lnTo>
                  <a:pt x="230" y="339"/>
                </a:lnTo>
                <a:lnTo>
                  <a:pt x="228" y="338"/>
                </a:lnTo>
                <a:lnTo>
                  <a:pt x="228" y="337"/>
                </a:lnTo>
                <a:lnTo>
                  <a:pt x="227" y="337"/>
                </a:lnTo>
                <a:lnTo>
                  <a:pt x="227" y="338"/>
                </a:lnTo>
                <a:lnTo>
                  <a:pt x="226" y="338"/>
                </a:lnTo>
                <a:lnTo>
                  <a:pt x="225" y="338"/>
                </a:lnTo>
                <a:lnTo>
                  <a:pt x="224" y="338"/>
                </a:lnTo>
                <a:lnTo>
                  <a:pt x="223" y="339"/>
                </a:lnTo>
                <a:lnTo>
                  <a:pt x="222" y="340"/>
                </a:lnTo>
                <a:lnTo>
                  <a:pt x="223" y="340"/>
                </a:lnTo>
                <a:lnTo>
                  <a:pt x="223" y="341"/>
                </a:lnTo>
                <a:lnTo>
                  <a:pt x="222" y="342"/>
                </a:lnTo>
                <a:lnTo>
                  <a:pt x="222" y="343"/>
                </a:lnTo>
                <a:lnTo>
                  <a:pt x="221" y="344"/>
                </a:lnTo>
                <a:lnTo>
                  <a:pt x="221" y="345"/>
                </a:lnTo>
                <a:lnTo>
                  <a:pt x="220" y="345"/>
                </a:lnTo>
                <a:lnTo>
                  <a:pt x="218" y="346"/>
                </a:lnTo>
                <a:lnTo>
                  <a:pt x="218" y="347"/>
                </a:lnTo>
                <a:lnTo>
                  <a:pt x="218" y="348"/>
                </a:lnTo>
                <a:lnTo>
                  <a:pt x="217" y="349"/>
                </a:lnTo>
                <a:lnTo>
                  <a:pt x="217" y="350"/>
                </a:lnTo>
                <a:lnTo>
                  <a:pt x="218" y="351"/>
                </a:lnTo>
                <a:lnTo>
                  <a:pt x="217" y="351"/>
                </a:lnTo>
                <a:lnTo>
                  <a:pt x="216" y="351"/>
                </a:lnTo>
                <a:lnTo>
                  <a:pt x="214" y="351"/>
                </a:lnTo>
                <a:lnTo>
                  <a:pt x="212" y="351"/>
                </a:lnTo>
                <a:lnTo>
                  <a:pt x="211" y="351"/>
                </a:lnTo>
                <a:lnTo>
                  <a:pt x="209" y="352"/>
                </a:lnTo>
                <a:lnTo>
                  <a:pt x="208" y="352"/>
                </a:lnTo>
                <a:lnTo>
                  <a:pt x="207" y="351"/>
                </a:lnTo>
                <a:lnTo>
                  <a:pt x="206" y="351"/>
                </a:lnTo>
                <a:lnTo>
                  <a:pt x="205" y="351"/>
                </a:lnTo>
                <a:lnTo>
                  <a:pt x="205" y="350"/>
                </a:lnTo>
                <a:lnTo>
                  <a:pt x="204" y="349"/>
                </a:lnTo>
                <a:lnTo>
                  <a:pt x="203" y="348"/>
                </a:lnTo>
                <a:lnTo>
                  <a:pt x="202" y="347"/>
                </a:lnTo>
                <a:lnTo>
                  <a:pt x="201" y="346"/>
                </a:lnTo>
                <a:lnTo>
                  <a:pt x="200" y="347"/>
                </a:lnTo>
                <a:lnTo>
                  <a:pt x="200" y="348"/>
                </a:lnTo>
                <a:lnTo>
                  <a:pt x="199" y="348"/>
                </a:lnTo>
                <a:lnTo>
                  <a:pt x="198" y="347"/>
                </a:lnTo>
                <a:lnTo>
                  <a:pt x="198" y="346"/>
                </a:lnTo>
                <a:lnTo>
                  <a:pt x="197" y="345"/>
                </a:lnTo>
                <a:lnTo>
                  <a:pt x="196" y="345"/>
                </a:lnTo>
                <a:lnTo>
                  <a:pt x="196" y="344"/>
                </a:lnTo>
                <a:lnTo>
                  <a:pt x="196" y="343"/>
                </a:lnTo>
                <a:lnTo>
                  <a:pt x="195" y="343"/>
                </a:lnTo>
                <a:lnTo>
                  <a:pt x="195" y="342"/>
                </a:lnTo>
                <a:lnTo>
                  <a:pt x="190" y="343"/>
                </a:lnTo>
                <a:lnTo>
                  <a:pt x="190" y="344"/>
                </a:lnTo>
                <a:lnTo>
                  <a:pt x="190" y="345"/>
                </a:lnTo>
                <a:lnTo>
                  <a:pt x="190" y="346"/>
                </a:lnTo>
                <a:lnTo>
                  <a:pt x="188" y="347"/>
                </a:lnTo>
                <a:lnTo>
                  <a:pt x="188" y="346"/>
                </a:lnTo>
                <a:lnTo>
                  <a:pt x="187" y="345"/>
                </a:lnTo>
                <a:lnTo>
                  <a:pt x="187" y="344"/>
                </a:lnTo>
                <a:lnTo>
                  <a:pt x="186" y="343"/>
                </a:lnTo>
                <a:lnTo>
                  <a:pt x="185" y="343"/>
                </a:lnTo>
                <a:lnTo>
                  <a:pt x="185" y="342"/>
                </a:lnTo>
                <a:lnTo>
                  <a:pt x="185" y="341"/>
                </a:lnTo>
                <a:lnTo>
                  <a:pt x="184" y="340"/>
                </a:lnTo>
                <a:lnTo>
                  <a:pt x="184" y="339"/>
                </a:lnTo>
                <a:lnTo>
                  <a:pt x="183" y="339"/>
                </a:lnTo>
                <a:lnTo>
                  <a:pt x="182" y="338"/>
                </a:lnTo>
                <a:lnTo>
                  <a:pt x="179" y="338"/>
                </a:lnTo>
                <a:lnTo>
                  <a:pt x="178" y="338"/>
                </a:lnTo>
                <a:lnTo>
                  <a:pt x="177" y="337"/>
                </a:lnTo>
                <a:lnTo>
                  <a:pt x="178" y="336"/>
                </a:lnTo>
                <a:lnTo>
                  <a:pt x="178" y="335"/>
                </a:lnTo>
                <a:lnTo>
                  <a:pt x="178" y="334"/>
                </a:lnTo>
                <a:lnTo>
                  <a:pt x="178" y="333"/>
                </a:lnTo>
                <a:lnTo>
                  <a:pt x="177" y="333"/>
                </a:lnTo>
                <a:lnTo>
                  <a:pt x="176" y="332"/>
                </a:lnTo>
                <a:lnTo>
                  <a:pt x="176" y="331"/>
                </a:lnTo>
                <a:lnTo>
                  <a:pt x="176" y="330"/>
                </a:lnTo>
                <a:lnTo>
                  <a:pt x="177" y="329"/>
                </a:lnTo>
                <a:lnTo>
                  <a:pt x="178" y="329"/>
                </a:lnTo>
                <a:lnTo>
                  <a:pt x="179" y="329"/>
                </a:lnTo>
                <a:lnTo>
                  <a:pt x="180" y="328"/>
                </a:lnTo>
                <a:lnTo>
                  <a:pt x="181" y="328"/>
                </a:lnTo>
                <a:lnTo>
                  <a:pt x="183" y="328"/>
                </a:lnTo>
                <a:lnTo>
                  <a:pt x="184" y="328"/>
                </a:lnTo>
                <a:lnTo>
                  <a:pt x="186" y="329"/>
                </a:lnTo>
                <a:lnTo>
                  <a:pt x="187" y="329"/>
                </a:lnTo>
                <a:lnTo>
                  <a:pt x="188" y="329"/>
                </a:lnTo>
                <a:lnTo>
                  <a:pt x="189" y="330"/>
                </a:lnTo>
                <a:lnTo>
                  <a:pt x="190" y="330"/>
                </a:lnTo>
                <a:lnTo>
                  <a:pt x="191" y="330"/>
                </a:lnTo>
                <a:lnTo>
                  <a:pt x="192" y="330"/>
                </a:lnTo>
                <a:lnTo>
                  <a:pt x="192" y="329"/>
                </a:lnTo>
                <a:lnTo>
                  <a:pt x="192" y="328"/>
                </a:lnTo>
                <a:lnTo>
                  <a:pt x="192" y="327"/>
                </a:lnTo>
                <a:lnTo>
                  <a:pt x="191" y="326"/>
                </a:lnTo>
                <a:lnTo>
                  <a:pt x="190" y="326"/>
                </a:lnTo>
                <a:lnTo>
                  <a:pt x="190" y="327"/>
                </a:lnTo>
                <a:lnTo>
                  <a:pt x="189" y="327"/>
                </a:lnTo>
                <a:lnTo>
                  <a:pt x="189" y="326"/>
                </a:lnTo>
                <a:lnTo>
                  <a:pt x="188" y="324"/>
                </a:lnTo>
                <a:lnTo>
                  <a:pt x="188" y="323"/>
                </a:lnTo>
                <a:lnTo>
                  <a:pt x="188" y="322"/>
                </a:lnTo>
                <a:lnTo>
                  <a:pt x="189" y="323"/>
                </a:lnTo>
                <a:lnTo>
                  <a:pt x="189" y="324"/>
                </a:lnTo>
                <a:lnTo>
                  <a:pt x="190" y="324"/>
                </a:lnTo>
                <a:lnTo>
                  <a:pt x="192" y="325"/>
                </a:lnTo>
                <a:lnTo>
                  <a:pt x="193" y="325"/>
                </a:lnTo>
                <a:lnTo>
                  <a:pt x="195" y="325"/>
                </a:lnTo>
                <a:lnTo>
                  <a:pt x="197" y="325"/>
                </a:lnTo>
                <a:lnTo>
                  <a:pt x="198" y="325"/>
                </a:lnTo>
                <a:lnTo>
                  <a:pt x="197" y="324"/>
                </a:lnTo>
                <a:lnTo>
                  <a:pt x="198" y="323"/>
                </a:lnTo>
                <a:lnTo>
                  <a:pt x="197" y="323"/>
                </a:lnTo>
                <a:lnTo>
                  <a:pt x="197" y="322"/>
                </a:lnTo>
                <a:lnTo>
                  <a:pt x="197" y="321"/>
                </a:lnTo>
                <a:lnTo>
                  <a:pt x="198" y="321"/>
                </a:lnTo>
                <a:lnTo>
                  <a:pt x="198" y="320"/>
                </a:lnTo>
                <a:lnTo>
                  <a:pt x="200" y="320"/>
                </a:lnTo>
                <a:lnTo>
                  <a:pt x="200" y="319"/>
                </a:lnTo>
                <a:lnTo>
                  <a:pt x="200" y="318"/>
                </a:lnTo>
                <a:lnTo>
                  <a:pt x="200" y="317"/>
                </a:lnTo>
                <a:lnTo>
                  <a:pt x="199" y="317"/>
                </a:lnTo>
                <a:lnTo>
                  <a:pt x="199" y="316"/>
                </a:lnTo>
                <a:lnTo>
                  <a:pt x="199" y="315"/>
                </a:lnTo>
                <a:lnTo>
                  <a:pt x="198" y="315"/>
                </a:lnTo>
                <a:lnTo>
                  <a:pt x="198" y="314"/>
                </a:lnTo>
                <a:lnTo>
                  <a:pt x="199" y="313"/>
                </a:lnTo>
                <a:lnTo>
                  <a:pt x="199" y="312"/>
                </a:lnTo>
                <a:lnTo>
                  <a:pt x="198" y="312"/>
                </a:lnTo>
                <a:lnTo>
                  <a:pt x="198" y="311"/>
                </a:lnTo>
                <a:lnTo>
                  <a:pt x="198" y="310"/>
                </a:lnTo>
                <a:lnTo>
                  <a:pt x="197" y="309"/>
                </a:lnTo>
                <a:lnTo>
                  <a:pt x="196" y="308"/>
                </a:lnTo>
                <a:lnTo>
                  <a:pt x="195" y="308"/>
                </a:lnTo>
                <a:lnTo>
                  <a:pt x="194" y="308"/>
                </a:lnTo>
                <a:lnTo>
                  <a:pt x="194" y="307"/>
                </a:lnTo>
                <a:lnTo>
                  <a:pt x="195" y="306"/>
                </a:lnTo>
                <a:lnTo>
                  <a:pt x="195" y="305"/>
                </a:lnTo>
                <a:lnTo>
                  <a:pt x="196" y="303"/>
                </a:lnTo>
                <a:lnTo>
                  <a:pt x="196" y="302"/>
                </a:lnTo>
                <a:lnTo>
                  <a:pt x="196" y="301"/>
                </a:lnTo>
                <a:lnTo>
                  <a:pt x="195" y="301"/>
                </a:lnTo>
                <a:lnTo>
                  <a:pt x="194" y="300"/>
                </a:lnTo>
                <a:lnTo>
                  <a:pt x="194" y="299"/>
                </a:lnTo>
                <a:lnTo>
                  <a:pt x="193" y="298"/>
                </a:lnTo>
                <a:lnTo>
                  <a:pt x="192" y="298"/>
                </a:lnTo>
                <a:lnTo>
                  <a:pt x="192" y="297"/>
                </a:lnTo>
                <a:lnTo>
                  <a:pt x="192" y="296"/>
                </a:lnTo>
                <a:lnTo>
                  <a:pt x="193" y="295"/>
                </a:lnTo>
                <a:lnTo>
                  <a:pt x="193" y="294"/>
                </a:lnTo>
                <a:lnTo>
                  <a:pt x="193" y="293"/>
                </a:lnTo>
                <a:lnTo>
                  <a:pt x="192" y="291"/>
                </a:lnTo>
                <a:lnTo>
                  <a:pt x="191" y="291"/>
                </a:lnTo>
                <a:lnTo>
                  <a:pt x="190" y="291"/>
                </a:lnTo>
                <a:lnTo>
                  <a:pt x="190" y="289"/>
                </a:lnTo>
                <a:lnTo>
                  <a:pt x="190" y="288"/>
                </a:lnTo>
                <a:lnTo>
                  <a:pt x="190" y="287"/>
                </a:lnTo>
                <a:lnTo>
                  <a:pt x="189" y="287"/>
                </a:lnTo>
                <a:lnTo>
                  <a:pt x="189" y="286"/>
                </a:lnTo>
                <a:lnTo>
                  <a:pt x="187" y="284"/>
                </a:lnTo>
                <a:lnTo>
                  <a:pt x="186" y="282"/>
                </a:lnTo>
                <a:lnTo>
                  <a:pt x="185" y="282"/>
                </a:lnTo>
                <a:lnTo>
                  <a:pt x="184" y="282"/>
                </a:lnTo>
                <a:lnTo>
                  <a:pt x="184" y="281"/>
                </a:lnTo>
                <a:lnTo>
                  <a:pt x="183" y="280"/>
                </a:lnTo>
                <a:lnTo>
                  <a:pt x="184" y="279"/>
                </a:lnTo>
                <a:lnTo>
                  <a:pt x="185" y="279"/>
                </a:lnTo>
                <a:lnTo>
                  <a:pt x="186" y="279"/>
                </a:lnTo>
                <a:lnTo>
                  <a:pt x="185" y="278"/>
                </a:lnTo>
                <a:lnTo>
                  <a:pt x="184" y="277"/>
                </a:lnTo>
                <a:lnTo>
                  <a:pt x="183" y="276"/>
                </a:lnTo>
                <a:lnTo>
                  <a:pt x="182" y="276"/>
                </a:lnTo>
                <a:lnTo>
                  <a:pt x="182" y="274"/>
                </a:lnTo>
                <a:lnTo>
                  <a:pt x="181" y="274"/>
                </a:lnTo>
                <a:lnTo>
                  <a:pt x="180" y="273"/>
                </a:lnTo>
                <a:lnTo>
                  <a:pt x="179" y="273"/>
                </a:lnTo>
                <a:lnTo>
                  <a:pt x="178" y="273"/>
                </a:lnTo>
                <a:lnTo>
                  <a:pt x="178" y="272"/>
                </a:lnTo>
                <a:lnTo>
                  <a:pt x="178" y="271"/>
                </a:lnTo>
                <a:lnTo>
                  <a:pt x="177" y="270"/>
                </a:lnTo>
                <a:lnTo>
                  <a:pt x="178" y="269"/>
                </a:lnTo>
                <a:lnTo>
                  <a:pt x="179" y="269"/>
                </a:lnTo>
                <a:lnTo>
                  <a:pt x="178" y="268"/>
                </a:lnTo>
                <a:lnTo>
                  <a:pt x="179" y="268"/>
                </a:lnTo>
                <a:lnTo>
                  <a:pt x="178" y="268"/>
                </a:lnTo>
                <a:lnTo>
                  <a:pt x="178" y="267"/>
                </a:lnTo>
                <a:lnTo>
                  <a:pt x="179" y="267"/>
                </a:lnTo>
                <a:lnTo>
                  <a:pt x="178" y="266"/>
                </a:lnTo>
                <a:lnTo>
                  <a:pt x="179" y="265"/>
                </a:lnTo>
                <a:lnTo>
                  <a:pt x="179" y="266"/>
                </a:lnTo>
                <a:lnTo>
                  <a:pt x="180" y="265"/>
                </a:lnTo>
                <a:lnTo>
                  <a:pt x="180" y="266"/>
                </a:lnTo>
                <a:lnTo>
                  <a:pt x="180" y="265"/>
                </a:lnTo>
                <a:lnTo>
                  <a:pt x="181" y="265"/>
                </a:lnTo>
                <a:lnTo>
                  <a:pt x="180" y="264"/>
                </a:lnTo>
                <a:lnTo>
                  <a:pt x="181" y="264"/>
                </a:lnTo>
                <a:lnTo>
                  <a:pt x="181" y="263"/>
                </a:lnTo>
                <a:lnTo>
                  <a:pt x="181" y="262"/>
                </a:lnTo>
                <a:lnTo>
                  <a:pt x="181" y="261"/>
                </a:lnTo>
                <a:lnTo>
                  <a:pt x="181" y="260"/>
                </a:lnTo>
                <a:lnTo>
                  <a:pt x="182" y="260"/>
                </a:lnTo>
                <a:lnTo>
                  <a:pt x="184" y="259"/>
                </a:lnTo>
                <a:lnTo>
                  <a:pt x="184" y="258"/>
                </a:lnTo>
                <a:lnTo>
                  <a:pt x="184" y="257"/>
                </a:lnTo>
                <a:lnTo>
                  <a:pt x="185" y="257"/>
                </a:lnTo>
                <a:lnTo>
                  <a:pt x="184" y="257"/>
                </a:lnTo>
                <a:lnTo>
                  <a:pt x="178" y="255"/>
                </a:lnTo>
                <a:lnTo>
                  <a:pt x="177" y="254"/>
                </a:lnTo>
                <a:lnTo>
                  <a:pt x="177" y="253"/>
                </a:lnTo>
                <a:lnTo>
                  <a:pt x="175" y="253"/>
                </a:lnTo>
                <a:lnTo>
                  <a:pt x="175" y="252"/>
                </a:lnTo>
                <a:lnTo>
                  <a:pt x="174" y="250"/>
                </a:lnTo>
                <a:lnTo>
                  <a:pt x="174" y="251"/>
                </a:lnTo>
                <a:lnTo>
                  <a:pt x="174" y="250"/>
                </a:lnTo>
                <a:lnTo>
                  <a:pt x="173" y="246"/>
                </a:lnTo>
                <a:lnTo>
                  <a:pt x="169" y="241"/>
                </a:lnTo>
                <a:lnTo>
                  <a:pt x="169" y="240"/>
                </a:lnTo>
                <a:lnTo>
                  <a:pt x="166" y="237"/>
                </a:lnTo>
                <a:lnTo>
                  <a:pt x="165" y="235"/>
                </a:lnTo>
                <a:lnTo>
                  <a:pt x="164" y="235"/>
                </a:lnTo>
                <a:lnTo>
                  <a:pt x="163" y="235"/>
                </a:lnTo>
                <a:lnTo>
                  <a:pt x="162" y="235"/>
                </a:lnTo>
                <a:lnTo>
                  <a:pt x="162" y="234"/>
                </a:lnTo>
                <a:lnTo>
                  <a:pt x="161" y="234"/>
                </a:lnTo>
                <a:lnTo>
                  <a:pt x="159" y="233"/>
                </a:lnTo>
                <a:lnTo>
                  <a:pt x="158" y="233"/>
                </a:lnTo>
                <a:lnTo>
                  <a:pt x="157" y="233"/>
                </a:lnTo>
                <a:lnTo>
                  <a:pt x="157" y="232"/>
                </a:lnTo>
                <a:lnTo>
                  <a:pt x="156" y="229"/>
                </a:lnTo>
                <a:lnTo>
                  <a:pt x="156" y="228"/>
                </a:lnTo>
                <a:lnTo>
                  <a:pt x="157" y="228"/>
                </a:lnTo>
                <a:lnTo>
                  <a:pt x="158" y="228"/>
                </a:lnTo>
                <a:lnTo>
                  <a:pt x="158" y="227"/>
                </a:lnTo>
                <a:lnTo>
                  <a:pt x="158" y="226"/>
                </a:lnTo>
                <a:lnTo>
                  <a:pt x="159" y="225"/>
                </a:lnTo>
                <a:lnTo>
                  <a:pt x="157" y="221"/>
                </a:lnTo>
                <a:lnTo>
                  <a:pt x="158" y="221"/>
                </a:lnTo>
                <a:lnTo>
                  <a:pt x="158" y="220"/>
                </a:lnTo>
                <a:lnTo>
                  <a:pt x="157" y="219"/>
                </a:lnTo>
                <a:lnTo>
                  <a:pt x="158" y="219"/>
                </a:lnTo>
                <a:lnTo>
                  <a:pt x="158" y="218"/>
                </a:lnTo>
                <a:lnTo>
                  <a:pt x="158" y="217"/>
                </a:lnTo>
                <a:lnTo>
                  <a:pt x="158" y="216"/>
                </a:lnTo>
                <a:lnTo>
                  <a:pt x="157" y="215"/>
                </a:lnTo>
                <a:lnTo>
                  <a:pt x="156" y="215"/>
                </a:lnTo>
                <a:lnTo>
                  <a:pt x="155" y="215"/>
                </a:lnTo>
                <a:lnTo>
                  <a:pt x="154" y="215"/>
                </a:lnTo>
                <a:lnTo>
                  <a:pt x="153" y="215"/>
                </a:lnTo>
                <a:lnTo>
                  <a:pt x="152" y="216"/>
                </a:lnTo>
                <a:lnTo>
                  <a:pt x="151" y="216"/>
                </a:lnTo>
                <a:lnTo>
                  <a:pt x="149" y="216"/>
                </a:lnTo>
                <a:lnTo>
                  <a:pt x="148" y="216"/>
                </a:lnTo>
                <a:lnTo>
                  <a:pt x="146" y="217"/>
                </a:lnTo>
                <a:lnTo>
                  <a:pt x="145" y="218"/>
                </a:lnTo>
                <a:lnTo>
                  <a:pt x="144" y="219"/>
                </a:lnTo>
                <a:lnTo>
                  <a:pt x="143" y="219"/>
                </a:lnTo>
                <a:lnTo>
                  <a:pt x="142" y="220"/>
                </a:lnTo>
                <a:lnTo>
                  <a:pt x="140" y="221"/>
                </a:lnTo>
                <a:lnTo>
                  <a:pt x="139" y="222"/>
                </a:lnTo>
                <a:lnTo>
                  <a:pt x="138" y="222"/>
                </a:lnTo>
                <a:lnTo>
                  <a:pt x="138" y="223"/>
                </a:lnTo>
                <a:lnTo>
                  <a:pt x="136" y="224"/>
                </a:lnTo>
                <a:lnTo>
                  <a:pt x="135" y="224"/>
                </a:lnTo>
                <a:lnTo>
                  <a:pt x="135" y="225"/>
                </a:lnTo>
                <a:lnTo>
                  <a:pt x="134" y="225"/>
                </a:lnTo>
                <a:lnTo>
                  <a:pt x="133" y="226"/>
                </a:lnTo>
                <a:lnTo>
                  <a:pt x="132" y="226"/>
                </a:lnTo>
                <a:lnTo>
                  <a:pt x="131" y="227"/>
                </a:lnTo>
                <a:lnTo>
                  <a:pt x="130" y="227"/>
                </a:lnTo>
                <a:lnTo>
                  <a:pt x="129" y="228"/>
                </a:lnTo>
                <a:lnTo>
                  <a:pt x="128" y="228"/>
                </a:lnTo>
                <a:lnTo>
                  <a:pt x="120" y="231"/>
                </a:lnTo>
                <a:lnTo>
                  <a:pt x="119" y="232"/>
                </a:lnTo>
                <a:lnTo>
                  <a:pt x="117" y="233"/>
                </a:lnTo>
                <a:lnTo>
                  <a:pt x="115" y="235"/>
                </a:lnTo>
                <a:lnTo>
                  <a:pt x="113" y="237"/>
                </a:lnTo>
                <a:lnTo>
                  <a:pt x="113" y="238"/>
                </a:lnTo>
                <a:lnTo>
                  <a:pt x="112" y="238"/>
                </a:lnTo>
                <a:lnTo>
                  <a:pt x="112" y="239"/>
                </a:lnTo>
                <a:lnTo>
                  <a:pt x="111" y="240"/>
                </a:lnTo>
                <a:lnTo>
                  <a:pt x="111" y="241"/>
                </a:lnTo>
                <a:lnTo>
                  <a:pt x="110" y="242"/>
                </a:lnTo>
                <a:lnTo>
                  <a:pt x="106" y="242"/>
                </a:lnTo>
                <a:lnTo>
                  <a:pt x="102" y="243"/>
                </a:lnTo>
                <a:lnTo>
                  <a:pt x="101" y="243"/>
                </a:lnTo>
                <a:lnTo>
                  <a:pt x="100" y="244"/>
                </a:lnTo>
                <a:lnTo>
                  <a:pt x="97" y="245"/>
                </a:lnTo>
                <a:lnTo>
                  <a:pt x="95" y="246"/>
                </a:lnTo>
                <a:lnTo>
                  <a:pt x="91" y="246"/>
                </a:lnTo>
                <a:lnTo>
                  <a:pt x="91" y="247"/>
                </a:lnTo>
                <a:lnTo>
                  <a:pt x="89" y="247"/>
                </a:lnTo>
                <a:lnTo>
                  <a:pt x="88" y="248"/>
                </a:lnTo>
                <a:lnTo>
                  <a:pt x="77" y="248"/>
                </a:lnTo>
                <a:lnTo>
                  <a:pt x="73" y="248"/>
                </a:lnTo>
                <a:lnTo>
                  <a:pt x="71" y="248"/>
                </a:lnTo>
                <a:lnTo>
                  <a:pt x="70" y="248"/>
                </a:lnTo>
                <a:lnTo>
                  <a:pt x="69" y="247"/>
                </a:lnTo>
                <a:lnTo>
                  <a:pt x="66" y="246"/>
                </a:lnTo>
                <a:lnTo>
                  <a:pt x="65" y="244"/>
                </a:lnTo>
                <a:lnTo>
                  <a:pt x="66" y="244"/>
                </a:lnTo>
                <a:lnTo>
                  <a:pt x="66" y="243"/>
                </a:lnTo>
                <a:lnTo>
                  <a:pt x="68" y="239"/>
                </a:lnTo>
                <a:lnTo>
                  <a:pt x="68" y="227"/>
                </a:lnTo>
                <a:lnTo>
                  <a:pt x="68" y="225"/>
                </a:lnTo>
                <a:lnTo>
                  <a:pt x="68" y="219"/>
                </a:lnTo>
                <a:lnTo>
                  <a:pt x="66" y="219"/>
                </a:lnTo>
                <a:lnTo>
                  <a:pt x="65" y="219"/>
                </a:lnTo>
                <a:lnTo>
                  <a:pt x="63" y="219"/>
                </a:lnTo>
                <a:lnTo>
                  <a:pt x="61" y="219"/>
                </a:lnTo>
                <a:lnTo>
                  <a:pt x="60" y="217"/>
                </a:lnTo>
                <a:lnTo>
                  <a:pt x="61" y="217"/>
                </a:lnTo>
                <a:lnTo>
                  <a:pt x="61" y="214"/>
                </a:lnTo>
                <a:lnTo>
                  <a:pt x="61" y="213"/>
                </a:lnTo>
                <a:lnTo>
                  <a:pt x="60" y="212"/>
                </a:lnTo>
                <a:lnTo>
                  <a:pt x="60" y="211"/>
                </a:lnTo>
                <a:lnTo>
                  <a:pt x="59" y="211"/>
                </a:lnTo>
                <a:lnTo>
                  <a:pt x="59" y="210"/>
                </a:lnTo>
                <a:lnTo>
                  <a:pt x="59" y="209"/>
                </a:lnTo>
                <a:lnTo>
                  <a:pt x="58" y="209"/>
                </a:lnTo>
                <a:lnTo>
                  <a:pt x="55" y="208"/>
                </a:lnTo>
                <a:lnTo>
                  <a:pt x="51" y="207"/>
                </a:lnTo>
                <a:lnTo>
                  <a:pt x="52" y="206"/>
                </a:lnTo>
                <a:lnTo>
                  <a:pt x="51" y="204"/>
                </a:lnTo>
                <a:lnTo>
                  <a:pt x="49" y="203"/>
                </a:lnTo>
                <a:lnTo>
                  <a:pt x="49" y="197"/>
                </a:lnTo>
                <a:lnTo>
                  <a:pt x="48" y="195"/>
                </a:lnTo>
                <a:lnTo>
                  <a:pt x="50" y="193"/>
                </a:lnTo>
                <a:lnTo>
                  <a:pt x="50" y="191"/>
                </a:lnTo>
                <a:lnTo>
                  <a:pt x="51" y="190"/>
                </a:lnTo>
                <a:lnTo>
                  <a:pt x="53" y="190"/>
                </a:lnTo>
                <a:lnTo>
                  <a:pt x="54" y="189"/>
                </a:lnTo>
                <a:lnTo>
                  <a:pt x="54" y="188"/>
                </a:lnTo>
                <a:lnTo>
                  <a:pt x="54" y="186"/>
                </a:lnTo>
                <a:lnTo>
                  <a:pt x="52" y="186"/>
                </a:lnTo>
                <a:lnTo>
                  <a:pt x="50" y="187"/>
                </a:lnTo>
                <a:lnTo>
                  <a:pt x="48" y="187"/>
                </a:lnTo>
                <a:lnTo>
                  <a:pt x="48" y="186"/>
                </a:lnTo>
                <a:lnTo>
                  <a:pt x="49" y="183"/>
                </a:lnTo>
                <a:lnTo>
                  <a:pt x="50" y="184"/>
                </a:lnTo>
                <a:lnTo>
                  <a:pt x="51" y="185"/>
                </a:lnTo>
                <a:lnTo>
                  <a:pt x="52" y="185"/>
                </a:lnTo>
                <a:lnTo>
                  <a:pt x="54" y="184"/>
                </a:lnTo>
                <a:lnTo>
                  <a:pt x="55" y="183"/>
                </a:lnTo>
                <a:lnTo>
                  <a:pt x="54" y="182"/>
                </a:lnTo>
                <a:lnTo>
                  <a:pt x="52" y="182"/>
                </a:lnTo>
                <a:lnTo>
                  <a:pt x="50" y="182"/>
                </a:lnTo>
                <a:lnTo>
                  <a:pt x="48" y="182"/>
                </a:lnTo>
                <a:lnTo>
                  <a:pt x="47" y="180"/>
                </a:lnTo>
                <a:lnTo>
                  <a:pt x="47" y="179"/>
                </a:lnTo>
                <a:lnTo>
                  <a:pt x="48" y="179"/>
                </a:lnTo>
                <a:lnTo>
                  <a:pt x="48" y="178"/>
                </a:lnTo>
                <a:lnTo>
                  <a:pt x="48" y="177"/>
                </a:lnTo>
                <a:lnTo>
                  <a:pt x="47" y="176"/>
                </a:lnTo>
                <a:lnTo>
                  <a:pt x="47" y="175"/>
                </a:lnTo>
                <a:lnTo>
                  <a:pt x="46" y="175"/>
                </a:lnTo>
                <a:lnTo>
                  <a:pt x="46" y="174"/>
                </a:lnTo>
                <a:lnTo>
                  <a:pt x="46" y="173"/>
                </a:lnTo>
                <a:lnTo>
                  <a:pt x="46" y="172"/>
                </a:lnTo>
                <a:lnTo>
                  <a:pt x="45" y="172"/>
                </a:lnTo>
                <a:lnTo>
                  <a:pt x="45" y="171"/>
                </a:lnTo>
                <a:lnTo>
                  <a:pt x="45" y="170"/>
                </a:lnTo>
                <a:lnTo>
                  <a:pt x="44" y="169"/>
                </a:lnTo>
                <a:lnTo>
                  <a:pt x="44" y="170"/>
                </a:lnTo>
                <a:lnTo>
                  <a:pt x="43" y="170"/>
                </a:lnTo>
                <a:lnTo>
                  <a:pt x="43" y="169"/>
                </a:lnTo>
                <a:lnTo>
                  <a:pt x="43" y="168"/>
                </a:lnTo>
                <a:lnTo>
                  <a:pt x="42" y="168"/>
                </a:lnTo>
                <a:lnTo>
                  <a:pt x="43" y="167"/>
                </a:lnTo>
                <a:lnTo>
                  <a:pt x="43" y="166"/>
                </a:lnTo>
                <a:lnTo>
                  <a:pt x="44" y="166"/>
                </a:lnTo>
                <a:lnTo>
                  <a:pt x="45" y="166"/>
                </a:lnTo>
                <a:lnTo>
                  <a:pt x="46" y="166"/>
                </a:lnTo>
                <a:lnTo>
                  <a:pt x="47" y="161"/>
                </a:lnTo>
                <a:lnTo>
                  <a:pt x="45" y="155"/>
                </a:lnTo>
                <a:lnTo>
                  <a:pt x="48" y="153"/>
                </a:lnTo>
                <a:lnTo>
                  <a:pt x="49" y="150"/>
                </a:lnTo>
                <a:lnTo>
                  <a:pt x="50" y="147"/>
                </a:lnTo>
                <a:lnTo>
                  <a:pt x="50" y="144"/>
                </a:lnTo>
                <a:lnTo>
                  <a:pt x="49" y="139"/>
                </a:lnTo>
                <a:lnTo>
                  <a:pt x="51" y="137"/>
                </a:lnTo>
                <a:lnTo>
                  <a:pt x="52" y="135"/>
                </a:lnTo>
                <a:lnTo>
                  <a:pt x="52" y="134"/>
                </a:lnTo>
                <a:lnTo>
                  <a:pt x="58" y="134"/>
                </a:lnTo>
                <a:lnTo>
                  <a:pt x="60" y="132"/>
                </a:lnTo>
                <a:lnTo>
                  <a:pt x="62" y="131"/>
                </a:lnTo>
                <a:lnTo>
                  <a:pt x="63" y="126"/>
                </a:lnTo>
                <a:lnTo>
                  <a:pt x="63" y="124"/>
                </a:lnTo>
                <a:lnTo>
                  <a:pt x="63" y="123"/>
                </a:lnTo>
                <a:lnTo>
                  <a:pt x="61" y="122"/>
                </a:lnTo>
                <a:lnTo>
                  <a:pt x="53" y="120"/>
                </a:lnTo>
                <a:lnTo>
                  <a:pt x="53" y="119"/>
                </a:lnTo>
                <a:lnTo>
                  <a:pt x="53" y="118"/>
                </a:lnTo>
                <a:lnTo>
                  <a:pt x="52" y="117"/>
                </a:lnTo>
                <a:lnTo>
                  <a:pt x="52" y="115"/>
                </a:lnTo>
                <a:lnTo>
                  <a:pt x="53" y="113"/>
                </a:lnTo>
                <a:lnTo>
                  <a:pt x="52" y="113"/>
                </a:lnTo>
                <a:lnTo>
                  <a:pt x="53" y="113"/>
                </a:lnTo>
                <a:lnTo>
                  <a:pt x="53" y="111"/>
                </a:lnTo>
                <a:lnTo>
                  <a:pt x="54" y="110"/>
                </a:lnTo>
                <a:lnTo>
                  <a:pt x="56" y="107"/>
                </a:lnTo>
                <a:lnTo>
                  <a:pt x="56" y="105"/>
                </a:lnTo>
                <a:lnTo>
                  <a:pt x="55" y="103"/>
                </a:lnTo>
                <a:lnTo>
                  <a:pt x="55" y="102"/>
                </a:lnTo>
                <a:lnTo>
                  <a:pt x="54" y="102"/>
                </a:lnTo>
                <a:lnTo>
                  <a:pt x="50" y="101"/>
                </a:lnTo>
                <a:lnTo>
                  <a:pt x="49" y="100"/>
                </a:lnTo>
                <a:lnTo>
                  <a:pt x="47" y="100"/>
                </a:lnTo>
                <a:lnTo>
                  <a:pt x="44" y="99"/>
                </a:lnTo>
                <a:lnTo>
                  <a:pt x="42" y="98"/>
                </a:lnTo>
                <a:lnTo>
                  <a:pt x="41" y="97"/>
                </a:lnTo>
                <a:lnTo>
                  <a:pt x="40" y="97"/>
                </a:lnTo>
                <a:lnTo>
                  <a:pt x="38" y="96"/>
                </a:lnTo>
                <a:lnTo>
                  <a:pt x="38" y="95"/>
                </a:lnTo>
                <a:lnTo>
                  <a:pt x="38" y="93"/>
                </a:lnTo>
                <a:lnTo>
                  <a:pt x="37" y="91"/>
                </a:lnTo>
                <a:lnTo>
                  <a:pt x="37" y="90"/>
                </a:lnTo>
                <a:lnTo>
                  <a:pt x="36" y="88"/>
                </a:lnTo>
                <a:lnTo>
                  <a:pt x="35" y="88"/>
                </a:lnTo>
                <a:lnTo>
                  <a:pt x="35" y="87"/>
                </a:lnTo>
                <a:lnTo>
                  <a:pt x="34" y="87"/>
                </a:lnTo>
                <a:lnTo>
                  <a:pt x="34" y="86"/>
                </a:lnTo>
                <a:lnTo>
                  <a:pt x="34" y="84"/>
                </a:lnTo>
                <a:lnTo>
                  <a:pt x="35" y="84"/>
                </a:lnTo>
                <a:lnTo>
                  <a:pt x="37" y="84"/>
                </a:lnTo>
                <a:lnTo>
                  <a:pt x="37" y="83"/>
                </a:lnTo>
                <a:lnTo>
                  <a:pt x="38" y="81"/>
                </a:lnTo>
                <a:lnTo>
                  <a:pt x="37" y="80"/>
                </a:lnTo>
                <a:lnTo>
                  <a:pt x="37" y="79"/>
                </a:lnTo>
                <a:lnTo>
                  <a:pt x="36" y="77"/>
                </a:lnTo>
                <a:lnTo>
                  <a:pt x="35" y="74"/>
                </a:lnTo>
                <a:lnTo>
                  <a:pt x="34" y="73"/>
                </a:lnTo>
                <a:lnTo>
                  <a:pt x="32" y="71"/>
                </a:lnTo>
                <a:lnTo>
                  <a:pt x="32" y="70"/>
                </a:lnTo>
                <a:lnTo>
                  <a:pt x="31" y="70"/>
                </a:lnTo>
                <a:lnTo>
                  <a:pt x="30" y="70"/>
                </a:lnTo>
                <a:lnTo>
                  <a:pt x="29" y="70"/>
                </a:lnTo>
                <a:lnTo>
                  <a:pt x="27" y="70"/>
                </a:lnTo>
                <a:lnTo>
                  <a:pt x="26" y="70"/>
                </a:lnTo>
                <a:lnTo>
                  <a:pt x="24" y="70"/>
                </a:lnTo>
                <a:lnTo>
                  <a:pt x="23" y="70"/>
                </a:lnTo>
                <a:lnTo>
                  <a:pt x="22" y="70"/>
                </a:lnTo>
                <a:lnTo>
                  <a:pt x="21" y="70"/>
                </a:lnTo>
                <a:lnTo>
                  <a:pt x="20" y="70"/>
                </a:lnTo>
                <a:lnTo>
                  <a:pt x="20" y="71"/>
                </a:lnTo>
                <a:lnTo>
                  <a:pt x="19" y="71"/>
                </a:lnTo>
                <a:lnTo>
                  <a:pt x="18" y="72"/>
                </a:lnTo>
                <a:lnTo>
                  <a:pt x="17" y="73"/>
                </a:lnTo>
                <a:lnTo>
                  <a:pt x="18" y="73"/>
                </a:lnTo>
                <a:lnTo>
                  <a:pt x="16" y="73"/>
                </a:lnTo>
                <a:lnTo>
                  <a:pt x="15" y="73"/>
                </a:lnTo>
                <a:lnTo>
                  <a:pt x="14" y="73"/>
                </a:lnTo>
                <a:lnTo>
                  <a:pt x="13" y="73"/>
                </a:lnTo>
                <a:lnTo>
                  <a:pt x="12" y="73"/>
                </a:lnTo>
                <a:lnTo>
                  <a:pt x="11" y="73"/>
                </a:lnTo>
                <a:lnTo>
                  <a:pt x="10" y="73"/>
                </a:lnTo>
                <a:lnTo>
                  <a:pt x="10" y="72"/>
                </a:lnTo>
                <a:lnTo>
                  <a:pt x="9" y="72"/>
                </a:lnTo>
                <a:lnTo>
                  <a:pt x="7" y="72"/>
                </a:lnTo>
                <a:lnTo>
                  <a:pt x="5" y="70"/>
                </a:lnTo>
                <a:lnTo>
                  <a:pt x="4" y="70"/>
                </a:lnTo>
                <a:lnTo>
                  <a:pt x="3" y="69"/>
                </a:lnTo>
                <a:lnTo>
                  <a:pt x="2" y="69"/>
                </a:lnTo>
                <a:lnTo>
                  <a:pt x="2" y="68"/>
                </a:lnTo>
                <a:lnTo>
                  <a:pt x="3" y="68"/>
                </a:lnTo>
                <a:lnTo>
                  <a:pt x="3" y="67"/>
                </a:lnTo>
                <a:lnTo>
                  <a:pt x="2" y="67"/>
                </a:lnTo>
                <a:lnTo>
                  <a:pt x="1" y="66"/>
                </a:lnTo>
                <a:lnTo>
                  <a:pt x="0" y="66"/>
                </a:lnTo>
                <a:lnTo>
                  <a:pt x="0" y="65"/>
                </a:lnTo>
                <a:lnTo>
                  <a:pt x="1" y="65"/>
                </a:lnTo>
                <a:lnTo>
                  <a:pt x="1" y="64"/>
                </a:lnTo>
                <a:lnTo>
                  <a:pt x="2" y="63"/>
                </a:lnTo>
                <a:lnTo>
                  <a:pt x="2" y="64"/>
                </a:lnTo>
                <a:lnTo>
                  <a:pt x="3" y="64"/>
                </a:lnTo>
                <a:lnTo>
                  <a:pt x="4" y="64"/>
                </a:lnTo>
                <a:lnTo>
                  <a:pt x="5" y="64"/>
                </a:lnTo>
                <a:lnTo>
                  <a:pt x="6" y="64"/>
                </a:lnTo>
                <a:lnTo>
                  <a:pt x="5" y="64"/>
                </a:lnTo>
                <a:lnTo>
                  <a:pt x="5" y="63"/>
                </a:lnTo>
                <a:lnTo>
                  <a:pt x="7" y="63"/>
                </a:lnTo>
                <a:lnTo>
                  <a:pt x="7" y="62"/>
                </a:lnTo>
                <a:lnTo>
                  <a:pt x="8" y="62"/>
                </a:lnTo>
                <a:lnTo>
                  <a:pt x="9" y="62"/>
                </a:lnTo>
                <a:lnTo>
                  <a:pt x="8" y="61"/>
                </a:lnTo>
                <a:lnTo>
                  <a:pt x="9" y="61"/>
                </a:lnTo>
                <a:lnTo>
                  <a:pt x="9" y="62"/>
                </a:lnTo>
                <a:lnTo>
                  <a:pt x="10" y="62"/>
                </a:lnTo>
                <a:lnTo>
                  <a:pt x="11" y="61"/>
                </a:lnTo>
                <a:lnTo>
                  <a:pt x="10" y="61"/>
                </a:lnTo>
                <a:lnTo>
                  <a:pt x="11" y="61"/>
                </a:lnTo>
                <a:lnTo>
                  <a:pt x="12" y="61"/>
                </a:lnTo>
                <a:lnTo>
                  <a:pt x="12" y="60"/>
                </a:lnTo>
                <a:lnTo>
                  <a:pt x="11" y="60"/>
                </a:lnTo>
                <a:lnTo>
                  <a:pt x="11" y="59"/>
                </a:lnTo>
                <a:lnTo>
                  <a:pt x="11" y="60"/>
                </a:lnTo>
                <a:lnTo>
                  <a:pt x="12" y="60"/>
                </a:lnTo>
                <a:lnTo>
                  <a:pt x="12" y="59"/>
                </a:lnTo>
                <a:lnTo>
                  <a:pt x="12" y="58"/>
                </a:lnTo>
                <a:lnTo>
                  <a:pt x="13" y="58"/>
                </a:lnTo>
                <a:lnTo>
                  <a:pt x="13" y="57"/>
                </a:lnTo>
                <a:lnTo>
                  <a:pt x="14" y="57"/>
                </a:lnTo>
                <a:lnTo>
                  <a:pt x="13" y="57"/>
                </a:lnTo>
                <a:lnTo>
                  <a:pt x="13" y="56"/>
                </a:lnTo>
                <a:lnTo>
                  <a:pt x="13" y="55"/>
                </a:lnTo>
                <a:lnTo>
                  <a:pt x="14" y="55"/>
                </a:lnTo>
                <a:lnTo>
                  <a:pt x="14" y="54"/>
                </a:lnTo>
                <a:lnTo>
                  <a:pt x="15" y="54"/>
                </a:lnTo>
                <a:lnTo>
                  <a:pt x="15" y="53"/>
                </a:lnTo>
                <a:lnTo>
                  <a:pt x="15" y="52"/>
                </a:lnTo>
                <a:lnTo>
                  <a:pt x="16" y="52"/>
                </a:lnTo>
                <a:lnTo>
                  <a:pt x="17" y="51"/>
                </a:lnTo>
                <a:lnTo>
                  <a:pt x="18" y="51"/>
                </a:lnTo>
                <a:lnTo>
                  <a:pt x="18" y="50"/>
                </a:lnTo>
                <a:lnTo>
                  <a:pt x="17" y="50"/>
                </a:lnTo>
                <a:lnTo>
                  <a:pt x="18" y="49"/>
                </a:lnTo>
                <a:lnTo>
                  <a:pt x="17" y="49"/>
                </a:lnTo>
                <a:lnTo>
                  <a:pt x="18" y="48"/>
                </a:lnTo>
                <a:lnTo>
                  <a:pt x="17" y="48"/>
                </a:lnTo>
                <a:lnTo>
                  <a:pt x="18" y="48"/>
                </a:lnTo>
                <a:lnTo>
                  <a:pt x="18" y="47"/>
                </a:lnTo>
                <a:lnTo>
                  <a:pt x="18" y="46"/>
                </a:lnTo>
                <a:lnTo>
                  <a:pt x="19" y="46"/>
                </a:lnTo>
                <a:lnTo>
                  <a:pt x="18" y="45"/>
                </a:lnTo>
                <a:lnTo>
                  <a:pt x="18" y="44"/>
                </a:lnTo>
                <a:lnTo>
                  <a:pt x="17" y="44"/>
                </a:lnTo>
                <a:lnTo>
                  <a:pt x="17" y="43"/>
                </a:lnTo>
                <a:lnTo>
                  <a:pt x="17" y="42"/>
                </a:lnTo>
                <a:lnTo>
                  <a:pt x="17" y="41"/>
                </a:lnTo>
                <a:lnTo>
                  <a:pt x="17" y="40"/>
                </a:lnTo>
                <a:lnTo>
                  <a:pt x="16" y="39"/>
                </a:lnTo>
                <a:lnTo>
                  <a:pt x="15" y="39"/>
                </a:lnTo>
                <a:lnTo>
                  <a:pt x="15" y="38"/>
                </a:lnTo>
                <a:lnTo>
                  <a:pt x="14" y="38"/>
                </a:lnTo>
                <a:lnTo>
                  <a:pt x="13" y="38"/>
                </a:lnTo>
                <a:lnTo>
                  <a:pt x="13" y="37"/>
                </a:lnTo>
                <a:lnTo>
                  <a:pt x="12" y="37"/>
                </a:lnTo>
                <a:lnTo>
                  <a:pt x="12" y="36"/>
                </a:lnTo>
                <a:lnTo>
                  <a:pt x="13" y="36"/>
                </a:lnTo>
                <a:lnTo>
                  <a:pt x="14" y="36"/>
                </a:lnTo>
                <a:lnTo>
                  <a:pt x="15" y="36"/>
                </a:lnTo>
                <a:lnTo>
                  <a:pt x="15" y="35"/>
                </a:lnTo>
                <a:lnTo>
                  <a:pt x="16" y="35"/>
                </a:lnTo>
                <a:lnTo>
                  <a:pt x="17" y="34"/>
                </a:lnTo>
                <a:lnTo>
                  <a:pt x="18" y="34"/>
                </a:lnTo>
                <a:lnTo>
                  <a:pt x="18" y="33"/>
                </a:lnTo>
                <a:lnTo>
                  <a:pt x="19" y="33"/>
                </a:lnTo>
                <a:lnTo>
                  <a:pt x="21" y="33"/>
                </a:lnTo>
                <a:lnTo>
                  <a:pt x="21" y="34"/>
                </a:lnTo>
                <a:lnTo>
                  <a:pt x="23" y="35"/>
                </a:lnTo>
                <a:lnTo>
                  <a:pt x="23" y="36"/>
                </a:lnTo>
                <a:lnTo>
                  <a:pt x="24" y="36"/>
                </a:lnTo>
                <a:lnTo>
                  <a:pt x="25" y="36"/>
                </a:lnTo>
                <a:lnTo>
                  <a:pt x="26" y="36"/>
                </a:lnTo>
                <a:lnTo>
                  <a:pt x="26" y="35"/>
                </a:lnTo>
                <a:lnTo>
                  <a:pt x="28" y="35"/>
                </a:lnTo>
                <a:lnTo>
                  <a:pt x="29" y="35"/>
                </a:lnTo>
                <a:lnTo>
                  <a:pt x="29" y="36"/>
                </a:lnTo>
                <a:lnTo>
                  <a:pt x="30" y="37"/>
                </a:lnTo>
                <a:lnTo>
                  <a:pt x="30" y="38"/>
                </a:lnTo>
                <a:lnTo>
                  <a:pt x="30" y="37"/>
                </a:lnTo>
                <a:lnTo>
                  <a:pt x="31" y="37"/>
                </a:lnTo>
                <a:lnTo>
                  <a:pt x="32" y="38"/>
                </a:lnTo>
                <a:lnTo>
                  <a:pt x="33" y="38"/>
                </a:lnTo>
                <a:lnTo>
                  <a:pt x="34" y="39"/>
                </a:lnTo>
                <a:lnTo>
                  <a:pt x="35" y="39"/>
                </a:lnTo>
                <a:lnTo>
                  <a:pt x="36" y="39"/>
                </a:lnTo>
                <a:lnTo>
                  <a:pt x="37" y="39"/>
                </a:lnTo>
                <a:lnTo>
                  <a:pt x="37" y="38"/>
                </a:lnTo>
                <a:lnTo>
                  <a:pt x="38" y="38"/>
                </a:lnTo>
                <a:lnTo>
                  <a:pt x="38" y="39"/>
                </a:lnTo>
                <a:lnTo>
                  <a:pt x="38" y="40"/>
                </a:lnTo>
                <a:lnTo>
                  <a:pt x="39" y="41"/>
                </a:lnTo>
                <a:lnTo>
                  <a:pt x="40" y="41"/>
                </a:lnTo>
                <a:lnTo>
                  <a:pt x="41" y="41"/>
                </a:lnTo>
                <a:lnTo>
                  <a:pt x="42" y="41"/>
                </a:lnTo>
                <a:lnTo>
                  <a:pt x="42" y="42"/>
                </a:lnTo>
                <a:lnTo>
                  <a:pt x="42" y="43"/>
                </a:lnTo>
                <a:lnTo>
                  <a:pt x="43" y="43"/>
                </a:lnTo>
                <a:lnTo>
                  <a:pt x="43" y="44"/>
                </a:lnTo>
                <a:lnTo>
                  <a:pt x="44" y="44"/>
                </a:lnTo>
                <a:lnTo>
                  <a:pt x="44" y="45"/>
                </a:lnTo>
                <a:lnTo>
                  <a:pt x="44" y="44"/>
                </a:lnTo>
                <a:lnTo>
                  <a:pt x="45" y="44"/>
                </a:lnTo>
                <a:lnTo>
                  <a:pt x="45" y="45"/>
                </a:lnTo>
                <a:lnTo>
                  <a:pt x="46" y="45"/>
                </a:lnTo>
                <a:lnTo>
                  <a:pt x="46" y="46"/>
                </a:lnTo>
                <a:lnTo>
                  <a:pt x="46" y="47"/>
                </a:lnTo>
                <a:lnTo>
                  <a:pt x="46" y="48"/>
                </a:lnTo>
                <a:lnTo>
                  <a:pt x="46" y="49"/>
                </a:lnTo>
                <a:lnTo>
                  <a:pt x="47" y="49"/>
                </a:lnTo>
                <a:lnTo>
                  <a:pt x="47" y="50"/>
                </a:lnTo>
                <a:lnTo>
                  <a:pt x="48" y="50"/>
                </a:lnTo>
                <a:lnTo>
                  <a:pt x="48" y="51"/>
                </a:lnTo>
                <a:lnTo>
                  <a:pt x="49" y="51"/>
                </a:lnTo>
                <a:lnTo>
                  <a:pt x="50" y="51"/>
                </a:lnTo>
                <a:lnTo>
                  <a:pt x="51" y="51"/>
                </a:lnTo>
                <a:lnTo>
                  <a:pt x="52" y="51"/>
                </a:lnTo>
                <a:lnTo>
                  <a:pt x="52" y="52"/>
                </a:lnTo>
                <a:lnTo>
                  <a:pt x="53" y="52"/>
                </a:lnTo>
                <a:lnTo>
                  <a:pt x="54" y="52"/>
                </a:lnTo>
                <a:lnTo>
                  <a:pt x="55" y="52"/>
                </a:lnTo>
                <a:lnTo>
                  <a:pt x="56" y="53"/>
                </a:lnTo>
                <a:lnTo>
                  <a:pt x="57" y="53"/>
                </a:lnTo>
                <a:lnTo>
                  <a:pt x="58" y="54"/>
                </a:lnTo>
                <a:lnTo>
                  <a:pt x="58" y="53"/>
                </a:lnTo>
                <a:lnTo>
                  <a:pt x="59" y="53"/>
                </a:lnTo>
                <a:lnTo>
                  <a:pt x="59" y="54"/>
                </a:lnTo>
                <a:lnTo>
                  <a:pt x="60" y="54"/>
                </a:lnTo>
                <a:lnTo>
                  <a:pt x="60" y="55"/>
                </a:lnTo>
                <a:lnTo>
                  <a:pt x="60" y="56"/>
                </a:lnTo>
                <a:lnTo>
                  <a:pt x="61" y="56"/>
                </a:lnTo>
                <a:lnTo>
                  <a:pt x="61" y="57"/>
                </a:lnTo>
                <a:lnTo>
                  <a:pt x="62" y="56"/>
                </a:lnTo>
                <a:lnTo>
                  <a:pt x="63" y="57"/>
                </a:lnTo>
                <a:lnTo>
                  <a:pt x="63" y="58"/>
                </a:lnTo>
                <a:lnTo>
                  <a:pt x="63" y="59"/>
                </a:lnTo>
                <a:lnTo>
                  <a:pt x="64" y="59"/>
                </a:lnTo>
                <a:lnTo>
                  <a:pt x="64" y="60"/>
                </a:lnTo>
                <a:lnTo>
                  <a:pt x="65" y="61"/>
                </a:lnTo>
                <a:lnTo>
                  <a:pt x="65" y="60"/>
                </a:lnTo>
                <a:lnTo>
                  <a:pt x="66" y="60"/>
                </a:lnTo>
                <a:lnTo>
                  <a:pt x="66" y="59"/>
                </a:lnTo>
                <a:lnTo>
                  <a:pt x="67" y="59"/>
                </a:lnTo>
                <a:lnTo>
                  <a:pt x="67" y="60"/>
                </a:lnTo>
                <a:lnTo>
                  <a:pt x="68" y="60"/>
                </a:lnTo>
                <a:lnTo>
                  <a:pt x="67" y="59"/>
                </a:lnTo>
                <a:lnTo>
                  <a:pt x="68" y="59"/>
                </a:lnTo>
                <a:lnTo>
                  <a:pt x="69" y="58"/>
                </a:lnTo>
                <a:lnTo>
                  <a:pt x="70" y="57"/>
                </a:lnTo>
                <a:lnTo>
                  <a:pt x="69" y="57"/>
                </a:lnTo>
                <a:lnTo>
                  <a:pt x="69" y="56"/>
                </a:lnTo>
                <a:lnTo>
                  <a:pt x="70" y="57"/>
                </a:lnTo>
                <a:lnTo>
                  <a:pt x="71" y="56"/>
                </a:lnTo>
                <a:lnTo>
                  <a:pt x="71" y="55"/>
                </a:lnTo>
                <a:lnTo>
                  <a:pt x="72" y="54"/>
                </a:lnTo>
                <a:lnTo>
                  <a:pt x="73" y="54"/>
                </a:lnTo>
                <a:lnTo>
                  <a:pt x="73" y="53"/>
                </a:lnTo>
                <a:lnTo>
                  <a:pt x="74" y="53"/>
                </a:lnTo>
                <a:lnTo>
                  <a:pt x="75" y="53"/>
                </a:lnTo>
                <a:lnTo>
                  <a:pt x="75" y="54"/>
                </a:lnTo>
                <a:lnTo>
                  <a:pt x="76" y="53"/>
                </a:lnTo>
                <a:lnTo>
                  <a:pt x="77" y="53"/>
                </a:lnTo>
                <a:lnTo>
                  <a:pt x="76" y="53"/>
                </a:lnTo>
                <a:lnTo>
                  <a:pt x="76" y="50"/>
                </a:lnTo>
                <a:lnTo>
                  <a:pt x="75" y="48"/>
                </a:lnTo>
                <a:lnTo>
                  <a:pt x="75" y="46"/>
                </a:lnTo>
                <a:lnTo>
                  <a:pt x="76" y="46"/>
                </a:lnTo>
                <a:lnTo>
                  <a:pt x="78" y="46"/>
                </a:lnTo>
                <a:lnTo>
                  <a:pt x="84" y="46"/>
                </a:lnTo>
                <a:lnTo>
                  <a:pt x="87" y="50"/>
                </a:lnTo>
                <a:lnTo>
                  <a:pt x="87" y="51"/>
                </a:lnTo>
                <a:lnTo>
                  <a:pt x="88" y="51"/>
                </a:lnTo>
                <a:lnTo>
                  <a:pt x="88" y="52"/>
                </a:lnTo>
                <a:lnTo>
                  <a:pt x="89" y="52"/>
                </a:lnTo>
                <a:lnTo>
                  <a:pt x="89" y="53"/>
                </a:lnTo>
                <a:lnTo>
                  <a:pt x="90" y="53"/>
                </a:lnTo>
                <a:lnTo>
                  <a:pt x="90" y="54"/>
                </a:lnTo>
                <a:lnTo>
                  <a:pt x="90" y="55"/>
                </a:lnTo>
                <a:lnTo>
                  <a:pt x="90" y="56"/>
                </a:lnTo>
                <a:lnTo>
                  <a:pt x="90" y="58"/>
                </a:lnTo>
                <a:lnTo>
                  <a:pt x="91" y="58"/>
                </a:lnTo>
                <a:lnTo>
                  <a:pt x="91" y="59"/>
                </a:lnTo>
                <a:lnTo>
                  <a:pt x="90" y="59"/>
                </a:lnTo>
                <a:lnTo>
                  <a:pt x="90" y="60"/>
                </a:lnTo>
                <a:lnTo>
                  <a:pt x="91" y="61"/>
                </a:lnTo>
                <a:lnTo>
                  <a:pt x="91" y="62"/>
                </a:lnTo>
                <a:lnTo>
                  <a:pt x="92" y="62"/>
                </a:lnTo>
                <a:lnTo>
                  <a:pt x="93" y="62"/>
                </a:lnTo>
                <a:lnTo>
                  <a:pt x="93" y="60"/>
                </a:lnTo>
                <a:lnTo>
                  <a:pt x="95" y="59"/>
                </a:lnTo>
                <a:lnTo>
                  <a:pt x="96" y="58"/>
                </a:lnTo>
                <a:lnTo>
                  <a:pt x="97" y="58"/>
                </a:lnTo>
                <a:lnTo>
                  <a:pt x="97" y="57"/>
                </a:lnTo>
                <a:lnTo>
                  <a:pt x="97" y="58"/>
                </a:lnTo>
                <a:lnTo>
                  <a:pt x="98" y="58"/>
                </a:lnTo>
                <a:lnTo>
                  <a:pt x="98" y="59"/>
                </a:lnTo>
                <a:lnTo>
                  <a:pt x="99" y="60"/>
                </a:lnTo>
                <a:lnTo>
                  <a:pt x="100" y="61"/>
                </a:lnTo>
                <a:lnTo>
                  <a:pt x="102" y="63"/>
                </a:lnTo>
                <a:lnTo>
                  <a:pt x="103" y="63"/>
                </a:lnTo>
                <a:lnTo>
                  <a:pt x="106" y="64"/>
                </a:lnTo>
                <a:lnTo>
                  <a:pt x="106" y="65"/>
                </a:lnTo>
                <a:lnTo>
                  <a:pt x="107" y="65"/>
                </a:lnTo>
                <a:lnTo>
                  <a:pt x="107" y="66"/>
                </a:lnTo>
                <a:lnTo>
                  <a:pt x="107" y="68"/>
                </a:lnTo>
                <a:lnTo>
                  <a:pt x="108" y="68"/>
                </a:lnTo>
                <a:lnTo>
                  <a:pt x="108" y="70"/>
                </a:lnTo>
                <a:lnTo>
                  <a:pt x="109" y="70"/>
                </a:lnTo>
                <a:lnTo>
                  <a:pt x="109" y="72"/>
                </a:lnTo>
                <a:lnTo>
                  <a:pt x="113" y="72"/>
                </a:lnTo>
                <a:lnTo>
                  <a:pt x="117" y="71"/>
                </a:lnTo>
                <a:lnTo>
                  <a:pt x="116" y="71"/>
                </a:lnTo>
                <a:lnTo>
                  <a:pt x="117" y="71"/>
                </a:lnTo>
                <a:lnTo>
                  <a:pt x="117" y="70"/>
                </a:lnTo>
                <a:lnTo>
                  <a:pt x="119" y="69"/>
                </a:lnTo>
                <a:lnTo>
                  <a:pt x="118" y="69"/>
                </a:lnTo>
                <a:lnTo>
                  <a:pt x="118" y="68"/>
                </a:lnTo>
                <a:lnTo>
                  <a:pt x="118" y="67"/>
                </a:lnTo>
                <a:lnTo>
                  <a:pt x="120" y="66"/>
                </a:lnTo>
                <a:lnTo>
                  <a:pt x="119" y="66"/>
                </a:lnTo>
                <a:lnTo>
                  <a:pt x="120" y="66"/>
                </a:lnTo>
                <a:lnTo>
                  <a:pt x="122" y="64"/>
                </a:lnTo>
                <a:lnTo>
                  <a:pt x="122" y="63"/>
                </a:lnTo>
                <a:lnTo>
                  <a:pt x="121" y="63"/>
                </a:lnTo>
                <a:lnTo>
                  <a:pt x="121" y="62"/>
                </a:lnTo>
                <a:lnTo>
                  <a:pt x="120" y="61"/>
                </a:lnTo>
                <a:lnTo>
                  <a:pt x="120" y="60"/>
                </a:lnTo>
                <a:lnTo>
                  <a:pt x="120" y="59"/>
                </a:lnTo>
                <a:lnTo>
                  <a:pt x="119" y="58"/>
                </a:lnTo>
                <a:lnTo>
                  <a:pt x="118" y="56"/>
                </a:lnTo>
                <a:lnTo>
                  <a:pt x="118" y="55"/>
                </a:lnTo>
                <a:lnTo>
                  <a:pt x="119" y="55"/>
                </a:lnTo>
                <a:lnTo>
                  <a:pt x="119" y="54"/>
                </a:lnTo>
                <a:lnTo>
                  <a:pt x="120" y="53"/>
                </a:lnTo>
                <a:lnTo>
                  <a:pt x="123" y="53"/>
                </a:lnTo>
                <a:lnTo>
                  <a:pt x="124" y="50"/>
                </a:lnTo>
                <a:lnTo>
                  <a:pt x="125" y="50"/>
                </a:lnTo>
                <a:lnTo>
                  <a:pt x="125" y="49"/>
                </a:lnTo>
                <a:lnTo>
                  <a:pt x="126" y="48"/>
                </a:lnTo>
                <a:lnTo>
                  <a:pt x="125" y="48"/>
                </a:lnTo>
                <a:lnTo>
                  <a:pt x="125" y="47"/>
                </a:lnTo>
                <a:lnTo>
                  <a:pt x="126" y="47"/>
                </a:lnTo>
                <a:lnTo>
                  <a:pt x="122" y="27"/>
                </a:lnTo>
                <a:lnTo>
                  <a:pt x="139" y="25"/>
                </a:lnTo>
                <a:lnTo>
                  <a:pt x="144" y="25"/>
                </a:lnTo>
                <a:lnTo>
                  <a:pt x="148" y="24"/>
                </a:lnTo>
                <a:lnTo>
                  <a:pt x="151" y="21"/>
                </a:lnTo>
                <a:lnTo>
                  <a:pt x="155" y="21"/>
                </a:lnTo>
                <a:lnTo>
                  <a:pt x="155" y="17"/>
                </a:lnTo>
                <a:lnTo>
                  <a:pt x="154" y="16"/>
                </a:lnTo>
                <a:lnTo>
                  <a:pt x="157" y="15"/>
                </a:lnTo>
                <a:lnTo>
                  <a:pt x="157" y="11"/>
                </a:lnTo>
                <a:lnTo>
                  <a:pt x="159" y="9"/>
                </a:lnTo>
                <a:lnTo>
                  <a:pt x="161" y="7"/>
                </a:lnTo>
                <a:lnTo>
                  <a:pt x="162" y="7"/>
                </a:lnTo>
                <a:lnTo>
                  <a:pt x="166" y="5"/>
                </a:lnTo>
                <a:lnTo>
                  <a:pt x="167" y="4"/>
                </a:lnTo>
                <a:lnTo>
                  <a:pt x="168" y="4"/>
                </a:lnTo>
                <a:lnTo>
                  <a:pt x="170" y="4"/>
                </a:lnTo>
                <a:lnTo>
                  <a:pt x="171" y="4"/>
                </a:lnTo>
                <a:lnTo>
                  <a:pt x="171" y="5"/>
                </a:lnTo>
                <a:lnTo>
                  <a:pt x="172" y="5"/>
                </a:lnTo>
                <a:lnTo>
                  <a:pt x="173" y="5"/>
                </a:lnTo>
                <a:lnTo>
                  <a:pt x="173" y="6"/>
                </a:lnTo>
                <a:lnTo>
                  <a:pt x="174" y="6"/>
                </a:lnTo>
                <a:lnTo>
                  <a:pt x="175" y="6"/>
                </a:lnTo>
                <a:lnTo>
                  <a:pt x="175" y="7"/>
                </a:lnTo>
                <a:lnTo>
                  <a:pt x="176" y="6"/>
                </a:lnTo>
                <a:lnTo>
                  <a:pt x="177" y="6"/>
                </a:lnTo>
                <a:lnTo>
                  <a:pt x="178" y="6"/>
                </a:lnTo>
                <a:lnTo>
                  <a:pt x="178" y="7"/>
                </a:lnTo>
                <a:lnTo>
                  <a:pt x="179" y="6"/>
                </a:lnTo>
                <a:lnTo>
                  <a:pt x="179" y="7"/>
                </a:lnTo>
                <a:lnTo>
                  <a:pt x="180" y="7"/>
                </a:lnTo>
                <a:lnTo>
                  <a:pt x="181" y="8"/>
                </a:lnTo>
                <a:lnTo>
                  <a:pt x="181" y="9"/>
                </a:lnTo>
                <a:lnTo>
                  <a:pt x="182" y="9"/>
                </a:lnTo>
                <a:lnTo>
                  <a:pt x="183" y="9"/>
                </a:lnTo>
                <a:lnTo>
                  <a:pt x="183" y="10"/>
                </a:lnTo>
                <a:lnTo>
                  <a:pt x="184" y="9"/>
                </a:lnTo>
                <a:lnTo>
                  <a:pt x="185" y="9"/>
                </a:lnTo>
                <a:lnTo>
                  <a:pt x="185" y="8"/>
                </a:lnTo>
                <a:lnTo>
                  <a:pt x="184" y="8"/>
                </a:lnTo>
                <a:lnTo>
                  <a:pt x="185" y="8"/>
                </a:lnTo>
                <a:lnTo>
                  <a:pt x="184" y="8"/>
                </a:lnTo>
                <a:lnTo>
                  <a:pt x="184" y="7"/>
                </a:lnTo>
                <a:lnTo>
                  <a:pt x="185" y="7"/>
                </a:lnTo>
                <a:lnTo>
                  <a:pt x="186" y="7"/>
                </a:lnTo>
                <a:lnTo>
                  <a:pt x="187" y="7"/>
                </a:lnTo>
                <a:lnTo>
                  <a:pt x="188" y="7"/>
                </a:lnTo>
                <a:lnTo>
                  <a:pt x="189" y="7"/>
                </a:lnTo>
                <a:lnTo>
                  <a:pt x="190" y="8"/>
                </a:lnTo>
                <a:lnTo>
                  <a:pt x="190" y="7"/>
                </a:lnTo>
                <a:lnTo>
                  <a:pt x="190" y="8"/>
                </a:lnTo>
                <a:lnTo>
                  <a:pt x="190" y="7"/>
                </a:lnTo>
                <a:lnTo>
                  <a:pt x="191" y="8"/>
                </a:lnTo>
                <a:lnTo>
                  <a:pt x="192" y="8"/>
                </a:lnTo>
                <a:lnTo>
                  <a:pt x="193" y="7"/>
                </a:lnTo>
                <a:lnTo>
                  <a:pt x="193" y="8"/>
                </a:lnTo>
                <a:lnTo>
                  <a:pt x="193" y="7"/>
                </a:lnTo>
                <a:lnTo>
                  <a:pt x="194" y="7"/>
                </a:lnTo>
                <a:lnTo>
                  <a:pt x="194" y="6"/>
                </a:lnTo>
                <a:lnTo>
                  <a:pt x="195" y="6"/>
                </a:lnTo>
                <a:lnTo>
                  <a:pt x="196" y="6"/>
                </a:lnTo>
                <a:lnTo>
                  <a:pt x="196" y="5"/>
                </a:lnTo>
                <a:lnTo>
                  <a:pt x="197" y="6"/>
                </a:lnTo>
                <a:lnTo>
                  <a:pt x="198" y="6"/>
                </a:lnTo>
                <a:lnTo>
                  <a:pt x="199" y="6"/>
                </a:lnTo>
                <a:lnTo>
                  <a:pt x="199" y="7"/>
                </a:lnTo>
                <a:lnTo>
                  <a:pt x="200" y="7"/>
                </a:lnTo>
                <a:lnTo>
                  <a:pt x="200" y="8"/>
                </a:lnTo>
                <a:lnTo>
                  <a:pt x="201" y="8"/>
                </a:lnTo>
                <a:lnTo>
                  <a:pt x="202" y="8"/>
                </a:lnTo>
                <a:lnTo>
                  <a:pt x="203" y="8"/>
                </a:lnTo>
                <a:lnTo>
                  <a:pt x="203" y="9"/>
                </a:lnTo>
                <a:lnTo>
                  <a:pt x="204" y="9"/>
                </a:lnTo>
                <a:lnTo>
                  <a:pt x="205" y="8"/>
                </a:lnTo>
                <a:lnTo>
                  <a:pt x="206" y="8"/>
                </a:lnTo>
                <a:lnTo>
                  <a:pt x="207" y="8"/>
                </a:lnTo>
                <a:lnTo>
                  <a:pt x="207" y="7"/>
                </a:lnTo>
                <a:lnTo>
                  <a:pt x="206" y="7"/>
                </a:lnTo>
                <a:lnTo>
                  <a:pt x="207" y="7"/>
                </a:lnTo>
                <a:lnTo>
                  <a:pt x="207" y="6"/>
                </a:lnTo>
                <a:lnTo>
                  <a:pt x="209" y="6"/>
                </a:lnTo>
                <a:lnTo>
                  <a:pt x="210" y="6"/>
                </a:lnTo>
                <a:lnTo>
                  <a:pt x="213" y="5"/>
                </a:lnTo>
                <a:lnTo>
                  <a:pt x="214" y="5"/>
                </a:lnTo>
                <a:lnTo>
                  <a:pt x="215" y="5"/>
                </a:lnTo>
                <a:lnTo>
                  <a:pt x="215" y="6"/>
                </a:lnTo>
                <a:lnTo>
                  <a:pt x="216" y="6"/>
                </a:lnTo>
                <a:lnTo>
                  <a:pt x="217" y="6"/>
                </a:lnTo>
                <a:lnTo>
                  <a:pt x="218" y="5"/>
                </a:lnTo>
                <a:lnTo>
                  <a:pt x="219" y="5"/>
                </a:lnTo>
                <a:lnTo>
                  <a:pt x="219" y="6"/>
                </a:lnTo>
                <a:lnTo>
                  <a:pt x="220" y="6"/>
                </a:lnTo>
                <a:lnTo>
                  <a:pt x="221" y="5"/>
                </a:lnTo>
                <a:lnTo>
                  <a:pt x="222" y="5"/>
                </a:lnTo>
                <a:lnTo>
                  <a:pt x="223" y="5"/>
                </a:lnTo>
                <a:lnTo>
                  <a:pt x="224" y="5"/>
                </a:lnTo>
                <a:lnTo>
                  <a:pt x="225" y="5"/>
                </a:lnTo>
                <a:lnTo>
                  <a:pt x="226" y="5"/>
                </a:lnTo>
                <a:lnTo>
                  <a:pt x="226" y="4"/>
                </a:lnTo>
                <a:lnTo>
                  <a:pt x="227" y="4"/>
                </a:lnTo>
                <a:lnTo>
                  <a:pt x="228" y="3"/>
                </a:lnTo>
                <a:lnTo>
                  <a:pt x="228" y="2"/>
                </a:lnTo>
                <a:lnTo>
                  <a:pt x="229" y="2"/>
                </a:lnTo>
                <a:lnTo>
                  <a:pt x="230" y="2"/>
                </a:lnTo>
                <a:lnTo>
                  <a:pt x="231" y="2"/>
                </a:lnTo>
                <a:lnTo>
                  <a:pt x="231" y="1"/>
                </a:lnTo>
                <a:lnTo>
                  <a:pt x="233" y="0"/>
                </a:lnTo>
                <a:lnTo>
                  <a:pt x="234" y="0"/>
                </a:lnTo>
                <a:lnTo>
                  <a:pt x="235" y="0"/>
                </a:lnTo>
                <a:lnTo>
                  <a:pt x="236" y="0"/>
                </a:lnTo>
                <a:lnTo>
                  <a:pt x="237" y="0"/>
                </a:lnTo>
                <a:lnTo>
                  <a:pt x="238" y="0"/>
                </a:lnTo>
                <a:lnTo>
                  <a:pt x="239" y="0"/>
                </a:lnTo>
                <a:lnTo>
                  <a:pt x="239" y="1"/>
                </a:lnTo>
                <a:close/>
              </a:path>
            </a:pathLst>
          </a:custGeom>
          <a:solidFill>
            <a:srgbClr val="FFF7B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0" name=""/>
          <p:cNvSpPr/>
          <p:nvPr/>
        </p:nvSpPr>
        <p:spPr>
          <a:xfrm>
            <a:off x="7082280" y="12996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1" name=""/>
          <p:cNvSpPr/>
          <p:nvPr/>
        </p:nvSpPr>
        <p:spPr>
          <a:xfrm>
            <a:off x="7112520" y="1298520"/>
            <a:ext cx="1080" cy="2160"/>
          </a:xfrm>
          <a:custGeom>
            <a:avLst/>
            <a:gdLst/>
            <a:ahLst/>
            <a:rect l="0" t="0" r="r" b="b"/>
            <a:pathLst>
              <a:path w="3" h="6">
                <a:moveTo>
                  <a:pt x="1" y="0"/>
                </a:moveTo>
                <a:lnTo>
                  <a:pt x="3" y="2"/>
                </a:lnTo>
                <a:lnTo>
                  <a:pt x="1" y="2"/>
                </a:lnTo>
                <a:lnTo>
                  <a:pt x="1" y="3"/>
                </a:lnTo>
                <a:lnTo>
                  <a:pt x="3" y="4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2" name=""/>
          <p:cNvSpPr/>
          <p:nvPr/>
        </p:nvSpPr>
        <p:spPr>
          <a:xfrm>
            <a:off x="7112880" y="12978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3" name=""/>
          <p:cNvSpPr/>
          <p:nvPr/>
        </p:nvSpPr>
        <p:spPr>
          <a:xfrm>
            <a:off x="7080480" y="12960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4" name=""/>
          <p:cNvSpPr/>
          <p:nvPr/>
        </p:nvSpPr>
        <p:spPr>
          <a:xfrm>
            <a:off x="7087320" y="12902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5" name=""/>
          <p:cNvSpPr/>
          <p:nvPr/>
        </p:nvSpPr>
        <p:spPr>
          <a:xfrm>
            <a:off x="7089840" y="1289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6" name=""/>
          <p:cNvSpPr/>
          <p:nvPr/>
        </p:nvSpPr>
        <p:spPr>
          <a:xfrm>
            <a:off x="7134480" y="12862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2"/>
                </a:move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7" name=""/>
          <p:cNvSpPr/>
          <p:nvPr/>
        </p:nvSpPr>
        <p:spPr>
          <a:xfrm>
            <a:off x="7131240" y="1284840"/>
            <a:ext cx="3600" cy="3600"/>
          </a:xfrm>
          <a:custGeom>
            <a:avLst/>
            <a:gdLst/>
            <a:ahLst/>
            <a:rect l="0" t="0" r="r" b="b"/>
            <a:pathLst>
              <a:path w="10" h="10">
                <a:moveTo>
                  <a:pt x="9" y="1"/>
                </a:moveTo>
                <a:lnTo>
                  <a:pt x="8" y="1"/>
                </a:lnTo>
                <a:lnTo>
                  <a:pt x="8" y="2"/>
                </a:lnTo>
                <a:lnTo>
                  <a:pt x="8" y="4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9" y="7"/>
                </a:lnTo>
                <a:lnTo>
                  <a:pt x="9" y="8"/>
                </a:lnTo>
                <a:lnTo>
                  <a:pt x="9" y="7"/>
                </a:lnTo>
                <a:lnTo>
                  <a:pt x="8" y="7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6" y="8"/>
                </a:lnTo>
                <a:lnTo>
                  <a:pt x="4" y="9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0" y="1"/>
                </a:lnTo>
                <a:lnTo>
                  <a:pt x="9" y="1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8" name=""/>
          <p:cNvSpPr/>
          <p:nvPr/>
        </p:nvSpPr>
        <p:spPr>
          <a:xfrm>
            <a:off x="7102800" y="1285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9" name=""/>
          <p:cNvSpPr/>
          <p:nvPr/>
        </p:nvSpPr>
        <p:spPr>
          <a:xfrm>
            <a:off x="7098120" y="128556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3" y="0"/>
                </a:move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6" y="3"/>
                </a:lnTo>
                <a:lnTo>
                  <a:pt x="4" y="3"/>
                </a:lnTo>
                <a:lnTo>
                  <a:pt x="4" y="1"/>
                </a:lnTo>
                <a:lnTo>
                  <a:pt x="3" y="1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0" name=""/>
          <p:cNvSpPr/>
          <p:nvPr/>
        </p:nvSpPr>
        <p:spPr>
          <a:xfrm>
            <a:off x="7099560" y="1285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1" name=""/>
          <p:cNvSpPr/>
          <p:nvPr/>
        </p:nvSpPr>
        <p:spPr>
          <a:xfrm>
            <a:off x="7130520" y="12852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2" name=""/>
          <p:cNvSpPr/>
          <p:nvPr/>
        </p:nvSpPr>
        <p:spPr>
          <a:xfrm>
            <a:off x="7135200" y="12841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3" name=""/>
          <p:cNvSpPr/>
          <p:nvPr/>
        </p:nvSpPr>
        <p:spPr>
          <a:xfrm>
            <a:off x="7137720" y="1284120"/>
            <a:ext cx="2880" cy="720"/>
          </a:xfrm>
          <a:custGeom>
            <a:avLst/>
            <a:gdLst/>
            <a:ahLst/>
            <a:rect l="0" t="0" r="r" b="b"/>
            <a:pathLst>
              <a:path w="8" h="2">
                <a:moveTo>
                  <a:pt x="8" y="2"/>
                </a:moveTo>
                <a:lnTo>
                  <a:pt x="6" y="2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0"/>
                </a:lnTo>
                <a:lnTo>
                  <a:pt x="8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4" name=""/>
          <p:cNvSpPr/>
          <p:nvPr/>
        </p:nvSpPr>
        <p:spPr>
          <a:xfrm>
            <a:off x="7135200" y="128268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1" y="0"/>
                </a:move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3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5" name=""/>
          <p:cNvSpPr/>
          <p:nvPr/>
        </p:nvSpPr>
        <p:spPr>
          <a:xfrm>
            <a:off x="7129800" y="12823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3" y="0"/>
                </a:moveTo>
                <a:lnTo>
                  <a:pt x="4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6" name=""/>
          <p:cNvSpPr/>
          <p:nvPr/>
        </p:nvSpPr>
        <p:spPr>
          <a:xfrm>
            <a:off x="7131240" y="127944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0"/>
                </a:move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7" name=""/>
          <p:cNvSpPr/>
          <p:nvPr/>
        </p:nvSpPr>
        <p:spPr>
          <a:xfrm>
            <a:off x="7066800" y="1233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8" name=""/>
          <p:cNvSpPr/>
          <p:nvPr/>
        </p:nvSpPr>
        <p:spPr>
          <a:xfrm>
            <a:off x="7072920" y="122904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5" y="3"/>
                </a:move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7" y="1"/>
                </a:lnTo>
                <a:lnTo>
                  <a:pt x="7" y="3"/>
                </a:lnTo>
                <a:lnTo>
                  <a:pt x="5" y="3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9" name=""/>
          <p:cNvSpPr/>
          <p:nvPr/>
        </p:nvSpPr>
        <p:spPr>
          <a:xfrm>
            <a:off x="6999840" y="1101240"/>
            <a:ext cx="263160" cy="205200"/>
          </a:xfrm>
          <a:custGeom>
            <a:avLst/>
            <a:gdLst/>
            <a:ahLst/>
            <a:rect l="0" t="0" r="r" b="b"/>
            <a:pathLst>
              <a:path w="731" h="570">
                <a:moveTo>
                  <a:pt x="524" y="2"/>
                </a:moveTo>
                <a:lnTo>
                  <a:pt x="525" y="2"/>
                </a:lnTo>
                <a:lnTo>
                  <a:pt x="526" y="3"/>
                </a:lnTo>
                <a:lnTo>
                  <a:pt x="526" y="2"/>
                </a:lnTo>
                <a:lnTo>
                  <a:pt x="527" y="3"/>
                </a:lnTo>
                <a:lnTo>
                  <a:pt x="527" y="4"/>
                </a:lnTo>
                <a:lnTo>
                  <a:pt x="528" y="4"/>
                </a:lnTo>
                <a:lnTo>
                  <a:pt x="528" y="5"/>
                </a:lnTo>
                <a:lnTo>
                  <a:pt x="527" y="6"/>
                </a:lnTo>
                <a:lnTo>
                  <a:pt x="526" y="7"/>
                </a:lnTo>
                <a:lnTo>
                  <a:pt x="526" y="8"/>
                </a:lnTo>
                <a:lnTo>
                  <a:pt x="526" y="9"/>
                </a:lnTo>
                <a:lnTo>
                  <a:pt x="526" y="10"/>
                </a:lnTo>
                <a:lnTo>
                  <a:pt x="527" y="10"/>
                </a:lnTo>
                <a:lnTo>
                  <a:pt x="528" y="11"/>
                </a:lnTo>
                <a:lnTo>
                  <a:pt x="530" y="12"/>
                </a:lnTo>
                <a:lnTo>
                  <a:pt x="531" y="12"/>
                </a:lnTo>
                <a:lnTo>
                  <a:pt x="531" y="13"/>
                </a:lnTo>
                <a:lnTo>
                  <a:pt x="532" y="13"/>
                </a:lnTo>
                <a:lnTo>
                  <a:pt x="531" y="14"/>
                </a:lnTo>
                <a:lnTo>
                  <a:pt x="531" y="15"/>
                </a:lnTo>
                <a:lnTo>
                  <a:pt x="532" y="16"/>
                </a:lnTo>
                <a:lnTo>
                  <a:pt x="533" y="16"/>
                </a:lnTo>
                <a:lnTo>
                  <a:pt x="534" y="16"/>
                </a:lnTo>
                <a:lnTo>
                  <a:pt x="534" y="15"/>
                </a:lnTo>
                <a:lnTo>
                  <a:pt x="534" y="16"/>
                </a:lnTo>
                <a:lnTo>
                  <a:pt x="535" y="16"/>
                </a:lnTo>
                <a:lnTo>
                  <a:pt x="536" y="17"/>
                </a:lnTo>
                <a:lnTo>
                  <a:pt x="537" y="17"/>
                </a:lnTo>
                <a:lnTo>
                  <a:pt x="538" y="18"/>
                </a:lnTo>
                <a:lnTo>
                  <a:pt x="539" y="20"/>
                </a:lnTo>
                <a:lnTo>
                  <a:pt x="540" y="20"/>
                </a:lnTo>
                <a:lnTo>
                  <a:pt x="541" y="21"/>
                </a:lnTo>
                <a:lnTo>
                  <a:pt x="541" y="22"/>
                </a:lnTo>
                <a:lnTo>
                  <a:pt x="542" y="22"/>
                </a:lnTo>
                <a:lnTo>
                  <a:pt x="542" y="23"/>
                </a:lnTo>
                <a:lnTo>
                  <a:pt x="543" y="23"/>
                </a:lnTo>
                <a:lnTo>
                  <a:pt x="544" y="24"/>
                </a:lnTo>
                <a:lnTo>
                  <a:pt x="545" y="25"/>
                </a:lnTo>
                <a:lnTo>
                  <a:pt x="546" y="25"/>
                </a:lnTo>
                <a:lnTo>
                  <a:pt x="546" y="24"/>
                </a:lnTo>
                <a:lnTo>
                  <a:pt x="547" y="24"/>
                </a:lnTo>
                <a:lnTo>
                  <a:pt x="548" y="24"/>
                </a:lnTo>
                <a:lnTo>
                  <a:pt x="549" y="24"/>
                </a:lnTo>
                <a:lnTo>
                  <a:pt x="552" y="24"/>
                </a:lnTo>
                <a:lnTo>
                  <a:pt x="552" y="23"/>
                </a:lnTo>
                <a:lnTo>
                  <a:pt x="553" y="24"/>
                </a:lnTo>
                <a:lnTo>
                  <a:pt x="552" y="25"/>
                </a:lnTo>
                <a:lnTo>
                  <a:pt x="553" y="25"/>
                </a:lnTo>
                <a:lnTo>
                  <a:pt x="554" y="25"/>
                </a:lnTo>
                <a:lnTo>
                  <a:pt x="554" y="26"/>
                </a:lnTo>
                <a:lnTo>
                  <a:pt x="554" y="27"/>
                </a:lnTo>
                <a:lnTo>
                  <a:pt x="554" y="29"/>
                </a:lnTo>
                <a:lnTo>
                  <a:pt x="555" y="29"/>
                </a:lnTo>
                <a:lnTo>
                  <a:pt x="556" y="29"/>
                </a:lnTo>
                <a:lnTo>
                  <a:pt x="556" y="28"/>
                </a:lnTo>
                <a:lnTo>
                  <a:pt x="557" y="28"/>
                </a:lnTo>
                <a:lnTo>
                  <a:pt x="557" y="29"/>
                </a:lnTo>
                <a:lnTo>
                  <a:pt x="558" y="29"/>
                </a:lnTo>
                <a:lnTo>
                  <a:pt x="559" y="29"/>
                </a:lnTo>
                <a:lnTo>
                  <a:pt x="558" y="29"/>
                </a:lnTo>
                <a:lnTo>
                  <a:pt x="560" y="29"/>
                </a:lnTo>
                <a:lnTo>
                  <a:pt x="561" y="29"/>
                </a:lnTo>
                <a:lnTo>
                  <a:pt x="562" y="29"/>
                </a:lnTo>
                <a:lnTo>
                  <a:pt x="563" y="29"/>
                </a:lnTo>
                <a:lnTo>
                  <a:pt x="564" y="28"/>
                </a:lnTo>
                <a:lnTo>
                  <a:pt x="565" y="28"/>
                </a:lnTo>
                <a:lnTo>
                  <a:pt x="565" y="29"/>
                </a:lnTo>
                <a:lnTo>
                  <a:pt x="565" y="30"/>
                </a:lnTo>
                <a:lnTo>
                  <a:pt x="566" y="30"/>
                </a:lnTo>
                <a:lnTo>
                  <a:pt x="568" y="31"/>
                </a:lnTo>
                <a:lnTo>
                  <a:pt x="570" y="31"/>
                </a:lnTo>
                <a:lnTo>
                  <a:pt x="571" y="31"/>
                </a:lnTo>
                <a:lnTo>
                  <a:pt x="572" y="31"/>
                </a:lnTo>
                <a:lnTo>
                  <a:pt x="571" y="31"/>
                </a:lnTo>
                <a:lnTo>
                  <a:pt x="571" y="32"/>
                </a:lnTo>
                <a:lnTo>
                  <a:pt x="572" y="32"/>
                </a:lnTo>
                <a:lnTo>
                  <a:pt x="571" y="33"/>
                </a:lnTo>
                <a:lnTo>
                  <a:pt x="572" y="33"/>
                </a:lnTo>
                <a:lnTo>
                  <a:pt x="572" y="34"/>
                </a:lnTo>
                <a:lnTo>
                  <a:pt x="571" y="34"/>
                </a:lnTo>
                <a:lnTo>
                  <a:pt x="571" y="35"/>
                </a:lnTo>
                <a:lnTo>
                  <a:pt x="572" y="36"/>
                </a:lnTo>
                <a:lnTo>
                  <a:pt x="571" y="36"/>
                </a:lnTo>
                <a:lnTo>
                  <a:pt x="571" y="37"/>
                </a:lnTo>
                <a:lnTo>
                  <a:pt x="572" y="38"/>
                </a:lnTo>
                <a:lnTo>
                  <a:pt x="572" y="39"/>
                </a:lnTo>
                <a:lnTo>
                  <a:pt x="573" y="39"/>
                </a:lnTo>
                <a:lnTo>
                  <a:pt x="573" y="40"/>
                </a:lnTo>
                <a:lnTo>
                  <a:pt x="574" y="40"/>
                </a:lnTo>
                <a:lnTo>
                  <a:pt x="575" y="40"/>
                </a:lnTo>
                <a:lnTo>
                  <a:pt x="576" y="41"/>
                </a:lnTo>
                <a:lnTo>
                  <a:pt x="577" y="42"/>
                </a:lnTo>
                <a:lnTo>
                  <a:pt x="578" y="43"/>
                </a:lnTo>
                <a:lnTo>
                  <a:pt x="578" y="44"/>
                </a:lnTo>
                <a:lnTo>
                  <a:pt x="579" y="44"/>
                </a:lnTo>
                <a:lnTo>
                  <a:pt x="580" y="44"/>
                </a:lnTo>
                <a:lnTo>
                  <a:pt x="581" y="44"/>
                </a:lnTo>
                <a:lnTo>
                  <a:pt x="581" y="45"/>
                </a:lnTo>
                <a:lnTo>
                  <a:pt x="582" y="46"/>
                </a:lnTo>
                <a:lnTo>
                  <a:pt x="583" y="46"/>
                </a:lnTo>
                <a:lnTo>
                  <a:pt x="583" y="47"/>
                </a:lnTo>
                <a:lnTo>
                  <a:pt x="584" y="47"/>
                </a:lnTo>
                <a:lnTo>
                  <a:pt x="584" y="48"/>
                </a:lnTo>
                <a:lnTo>
                  <a:pt x="585" y="48"/>
                </a:lnTo>
                <a:lnTo>
                  <a:pt x="586" y="49"/>
                </a:lnTo>
                <a:lnTo>
                  <a:pt x="587" y="49"/>
                </a:lnTo>
                <a:lnTo>
                  <a:pt x="586" y="50"/>
                </a:lnTo>
                <a:lnTo>
                  <a:pt x="584" y="52"/>
                </a:lnTo>
                <a:lnTo>
                  <a:pt x="583" y="53"/>
                </a:lnTo>
                <a:lnTo>
                  <a:pt x="583" y="54"/>
                </a:lnTo>
                <a:lnTo>
                  <a:pt x="582" y="54"/>
                </a:lnTo>
                <a:lnTo>
                  <a:pt x="581" y="56"/>
                </a:lnTo>
                <a:lnTo>
                  <a:pt x="580" y="56"/>
                </a:lnTo>
                <a:lnTo>
                  <a:pt x="579" y="57"/>
                </a:lnTo>
                <a:lnTo>
                  <a:pt x="578" y="57"/>
                </a:lnTo>
                <a:lnTo>
                  <a:pt x="578" y="58"/>
                </a:lnTo>
                <a:lnTo>
                  <a:pt x="577" y="58"/>
                </a:lnTo>
                <a:lnTo>
                  <a:pt x="577" y="59"/>
                </a:lnTo>
                <a:lnTo>
                  <a:pt x="578" y="59"/>
                </a:lnTo>
                <a:lnTo>
                  <a:pt x="578" y="60"/>
                </a:lnTo>
                <a:lnTo>
                  <a:pt x="579" y="60"/>
                </a:lnTo>
                <a:lnTo>
                  <a:pt x="579" y="61"/>
                </a:lnTo>
                <a:lnTo>
                  <a:pt x="580" y="62"/>
                </a:lnTo>
                <a:lnTo>
                  <a:pt x="581" y="62"/>
                </a:lnTo>
                <a:lnTo>
                  <a:pt x="582" y="62"/>
                </a:lnTo>
                <a:lnTo>
                  <a:pt x="583" y="62"/>
                </a:lnTo>
                <a:lnTo>
                  <a:pt x="584" y="62"/>
                </a:lnTo>
                <a:lnTo>
                  <a:pt x="585" y="62"/>
                </a:lnTo>
                <a:lnTo>
                  <a:pt x="585" y="61"/>
                </a:lnTo>
                <a:lnTo>
                  <a:pt x="586" y="61"/>
                </a:lnTo>
                <a:lnTo>
                  <a:pt x="587" y="62"/>
                </a:lnTo>
                <a:lnTo>
                  <a:pt x="587" y="63"/>
                </a:lnTo>
                <a:lnTo>
                  <a:pt x="588" y="63"/>
                </a:lnTo>
                <a:lnTo>
                  <a:pt x="588" y="64"/>
                </a:lnTo>
                <a:lnTo>
                  <a:pt x="588" y="65"/>
                </a:lnTo>
                <a:lnTo>
                  <a:pt x="588" y="66"/>
                </a:lnTo>
                <a:lnTo>
                  <a:pt x="587" y="66"/>
                </a:lnTo>
                <a:lnTo>
                  <a:pt x="587" y="67"/>
                </a:lnTo>
                <a:lnTo>
                  <a:pt x="586" y="67"/>
                </a:lnTo>
                <a:lnTo>
                  <a:pt x="585" y="67"/>
                </a:lnTo>
                <a:lnTo>
                  <a:pt x="585" y="68"/>
                </a:lnTo>
                <a:lnTo>
                  <a:pt x="584" y="68"/>
                </a:lnTo>
                <a:lnTo>
                  <a:pt x="584" y="69"/>
                </a:lnTo>
                <a:lnTo>
                  <a:pt x="583" y="69"/>
                </a:lnTo>
                <a:lnTo>
                  <a:pt x="582" y="69"/>
                </a:lnTo>
                <a:lnTo>
                  <a:pt x="581" y="69"/>
                </a:lnTo>
                <a:lnTo>
                  <a:pt x="581" y="70"/>
                </a:lnTo>
                <a:lnTo>
                  <a:pt x="580" y="72"/>
                </a:lnTo>
                <a:lnTo>
                  <a:pt x="580" y="73"/>
                </a:lnTo>
                <a:lnTo>
                  <a:pt x="581" y="73"/>
                </a:lnTo>
                <a:lnTo>
                  <a:pt x="581" y="74"/>
                </a:lnTo>
                <a:lnTo>
                  <a:pt x="582" y="74"/>
                </a:lnTo>
                <a:lnTo>
                  <a:pt x="583" y="74"/>
                </a:lnTo>
                <a:lnTo>
                  <a:pt x="584" y="74"/>
                </a:lnTo>
                <a:lnTo>
                  <a:pt x="586" y="74"/>
                </a:lnTo>
                <a:lnTo>
                  <a:pt x="587" y="74"/>
                </a:lnTo>
                <a:lnTo>
                  <a:pt x="588" y="74"/>
                </a:lnTo>
                <a:lnTo>
                  <a:pt x="588" y="75"/>
                </a:lnTo>
                <a:lnTo>
                  <a:pt x="589" y="76"/>
                </a:lnTo>
                <a:lnTo>
                  <a:pt x="589" y="77"/>
                </a:lnTo>
                <a:lnTo>
                  <a:pt x="590" y="77"/>
                </a:lnTo>
                <a:lnTo>
                  <a:pt x="590" y="78"/>
                </a:lnTo>
                <a:lnTo>
                  <a:pt x="589" y="78"/>
                </a:lnTo>
                <a:lnTo>
                  <a:pt x="589" y="79"/>
                </a:lnTo>
                <a:lnTo>
                  <a:pt x="590" y="79"/>
                </a:lnTo>
                <a:lnTo>
                  <a:pt x="589" y="80"/>
                </a:lnTo>
                <a:lnTo>
                  <a:pt x="590" y="81"/>
                </a:lnTo>
                <a:lnTo>
                  <a:pt x="591" y="81"/>
                </a:lnTo>
                <a:lnTo>
                  <a:pt x="591" y="80"/>
                </a:lnTo>
                <a:lnTo>
                  <a:pt x="592" y="80"/>
                </a:lnTo>
                <a:lnTo>
                  <a:pt x="591" y="79"/>
                </a:lnTo>
                <a:lnTo>
                  <a:pt x="591" y="78"/>
                </a:lnTo>
                <a:lnTo>
                  <a:pt x="591" y="77"/>
                </a:lnTo>
                <a:lnTo>
                  <a:pt x="592" y="77"/>
                </a:lnTo>
                <a:lnTo>
                  <a:pt x="593" y="76"/>
                </a:lnTo>
                <a:lnTo>
                  <a:pt x="594" y="76"/>
                </a:lnTo>
                <a:lnTo>
                  <a:pt x="595" y="76"/>
                </a:lnTo>
                <a:lnTo>
                  <a:pt x="595" y="75"/>
                </a:lnTo>
                <a:lnTo>
                  <a:pt x="596" y="75"/>
                </a:lnTo>
                <a:lnTo>
                  <a:pt x="597" y="75"/>
                </a:lnTo>
                <a:lnTo>
                  <a:pt x="598" y="75"/>
                </a:lnTo>
                <a:lnTo>
                  <a:pt x="599" y="75"/>
                </a:lnTo>
                <a:lnTo>
                  <a:pt x="599" y="74"/>
                </a:lnTo>
                <a:lnTo>
                  <a:pt x="599" y="73"/>
                </a:lnTo>
                <a:lnTo>
                  <a:pt x="600" y="73"/>
                </a:lnTo>
                <a:lnTo>
                  <a:pt x="601" y="72"/>
                </a:lnTo>
                <a:lnTo>
                  <a:pt x="602" y="72"/>
                </a:lnTo>
                <a:lnTo>
                  <a:pt x="603" y="70"/>
                </a:lnTo>
                <a:lnTo>
                  <a:pt x="604" y="70"/>
                </a:lnTo>
                <a:lnTo>
                  <a:pt x="604" y="69"/>
                </a:lnTo>
                <a:lnTo>
                  <a:pt x="605" y="68"/>
                </a:lnTo>
                <a:lnTo>
                  <a:pt x="606" y="67"/>
                </a:lnTo>
                <a:lnTo>
                  <a:pt x="605" y="67"/>
                </a:lnTo>
                <a:lnTo>
                  <a:pt x="605" y="66"/>
                </a:lnTo>
                <a:lnTo>
                  <a:pt x="606" y="66"/>
                </a:lnTo>
                <a:lnTo>
                  <a:pt x="607" y="66"/>
                </a:lnTo>
                <a:lnTo>
                  <a:pt x="607" y="65"/>
                </a:lnTo>
                <a:lnTo>
                  <a:pt x="608" y="65"/>
                </a:lnTo>
                <a:lnTo>
                  <a:pt x="609" y="64"/>
                </a:lnTo>
                <a:lnTo>
                  <a:pt x="609" y="63"/>
                </a:lnTo>
                <a:lnTo>
                  <a:pt x="609" y="62"/>
                </a:lnTo>
                <a:lnTo>
                  <a:pt x="610" y="61"/>
                </a:lnTo>
                <a:lnTo>
                  <a:pt x="611" y="61"/>
                </a:lnTo>
                <a:lnTo>
                  <a:pt x="611" y="62"/>
                </a:lnTo>
                <a:lnTo>
                  <a:pt x="611" y="61"/>
                </a:lnTo>
                <a:lnTo>
                  <a:pt x="612" y="61"/>
                </a:lnTo>
                <a:lnTo>
                  <a:pt x="611" y="61"/>
                </a:lnTo>
                <a:lnTo>
                  <a:pt x="611" y="60"/>
                </a:lnTo>
                <a:lnTo>
                  <a:pt x="612" y="60"/>
                </a:lnTo>
                <a:lnTo>
                  <a:pt x="612" y="59"/>
                </a:lnTo>
                <a:lnTo>
                  <a:pt x="613" y="59"/>
                </a:lnTo>
                <a:lnTo>
                  <a:pt x="613" y="58"/>
                </a:lnTo>
                <a:lnTo>
                  <a:pt x="613" y="56"/>
                </a:lnTo>
                <a:lnTo>
                  <a:pt x="613" y="55"/>
                </a:lnTo>
                <a:lnTo>
                  <a:pt x="613" y="54"/>
                </a:lnTo>
                <a:lnTo>
                  <a:pt x="614" y="53"/>
                </a:lnTo>
                <a:lnTo>
                  <a:pt x="615" y="52"/>
                </a:lnTo>
                <a:lnTo>
                  <a:pt x="616" y="51"/>
                </a:lnTo>
                <a:lnTo>
                  <a:pt x="617" y="50"/>
                </a:lnTo>
                <a:lnTo>
                  <a:pt x="618" y="50"/>
                </a:lnTo>
                <a:lnTo>
                  <a:pt x="619" y="50"/>
                </a:lnTo>
                <a:lnTo>
                  <a:pt x="620" y="50"/>
                </a:lnTo>
                <a:lnTo>
                  <a:pt x="621" y="50"/>
                </a:lnTo>
                <a:lnTo>
                  <a:pt x="621" y="49"/>
                </a:lnTo>
                <a:lnTo>
                  <a:pt x="622" y="48"/>
                </a:lnTo>
                <a:lnTo>
                  <a:pt x="623" y="47"/>
                </a:lnTo>
                <a:lnTo>
                  <a:pt x="624" y="47"/>
                </a:lnTo>
                <a:lnTo>
                  <a:pt x="624" y="46"/>
                </a:lnTo>
                <a:lnTo>
                  <a:pt x="624" y="45"/>
                </a:lnTo>
                <a:lnTo>
                  <a:pt x="625" y="45"/>
                </a:lnTo>
                <a:lnTo>
                  <a:pt x="625" y="44"/>
                </a:lnTo>
                <a:lnTo>
                  <a:pt x="626" y="44"/>
                </a:lnTo>
                <a:lnTo>
                  <a:pt x="627" y="44"/>
                </a:lnTo>
                <a:lnTo>
                  <a:pt x="627" y="45"/>
                </a:lnTo>
                <a:lnTo>
                  <a:pt x="627" y="44"/>
                </a:lnTo>
                <a:lnTo>
                  <a:pt x="628" y="44"/>
                </a:lnTo>
                <a:lnTo>
                  <a:pt x="629" y="44"/>
                </a:lnTo>
                <a:lnTo>
                  <a:pt x="630" y="44"/>
                </a:lnTo>
                <a:lnTo>
                  <a:pt x="630" y="43"/>
                </a:lnTo>
                <a:lnTo>
                  <a:pt x="632" y="44"/>
                </a:lnTo>
                <a:lnTo>
                  <a:pt x="633" y="44"/>
                </a:lnTo>
                <a:lnTo>
                  <a:pt x="634" y="44"/>
                </a:lnTo>
                <a:lnTo>
                  <a:pt x="635" y="43"/>
                </a:lnTo>
                <a:lnTo>
                  <a:pt x="636" y="42"/>
                </a:lnTo>
                <a:lnTo>
                  <a:pt x="637" y="42"/>
                </a:lnTo>
                <a:lnTo>
                  <a:pt x="637" y="43"/>
                </a:lnTo>
                <a:lnTo>
                  <a:pt x="637" y="44"/>
                </a:lnTo>
                <a:lnTo>
                  <a:pt x="636" y="45"/>
                </a:lnTo>
                <a:lnTo>
                  <a:pt x="636" y="47"/>
                </a:lnTo>
                <a:lnTo>
                  <a:pt x="636" y="48"/>
                </a:lnTo>
                <a:lnTo>
                  <a:pt x="637" y="49"/>
                </a:lnTo>
                <a:lnTo>
                  <a:pt x="637" y="50"/>
                </a:lnTo>
                <a:lnTo>
                  <a:pt x="636" y="50"/>
                </a:lnTo>
                <a:lnTo>
                  <a:pt x="635" y="51"/>
                </a:lnTo>
                <a:lnTo>
                  <a:pt x="633" y="52"/>
                </a:lnTo>
                <a:lnTo>
                  <a:pt x="633" y="53"/>
                </a:lnTo>
                <a:lnTo>
                  <a:pt x="633" y="54"/>
                </a:lnTo>
                <a:lnTo>
                  <a:pt x="632" y="54"/>
                </a:lnTo>
                <a:lnTo>
                  <a:pt x="630" y="55"/>
                </a:lnTo>
                <a:lnTo>
                  <a:pt x="632" y="56"/>
                </a:lnTo>
                <a:lnTo>
                  <a:pt x="633" y="57"/>
                </a:lnTo>
                <a:lnTo>
                  <a:pt x="633" y="58"/>
                </a:lnTo>
                <a:lnTo>
                  <a:pt x="633" y="59"/>
                </a:lnTo>
                <a:lnTo>
                  <a:pt x="633" y="60"/>
                </a:lnTo>
                <a:lnTo>
                  <a:pt x="634" y="60"/>
                </a:lnTo>
                <a:lnTo>
                  <a:pt x="635" y="60"/>
                </a:lnTo>
                <a:lnTo>
                  <a:pt x="634" y="61"/>
                </a:lnTo>
                <a:lnTo>
                  <a:pt x="634" y="62"/>
                </a:lnTo>
                <a:lnTo>
                  <a:pt x="635" y="62"/>
                </a:lnTo>
                <a:lnTo>
                  <a:pt x="635" y="63"/>
                </a:lnTo>
                <a:lnTo>
                  <a:pt x="634" y="63"/>
                </a:lnTo>
                <a:lnTo>
                  <a:pt x="634" y="64"/>
                </a:lnTo>
                <a:lnTo>
                  <a:pt x="634" y="65"/>
                </a:lnTo>
                <a:lnTo>
                  <a:pt x="634" y="66"/>
                </a:lnTo>
                <a:lnTo>
                  <a:pt x="634" y="67"/>
                </a:lnTo>
                <a:lnTo>
                  <a:pt x="634" y="68"/>
                </a:lnTo>
                <a:lnTo>
                  <a:pt x="634" y="69"/>
                </a:lnTo>
                <a:lnTo>
                  <a:pt x="633" y="70"/>
                </a:lnTo>
                <a:lnTo>
                  <a:pt x="632" y="72"/>
                </a:lnTo>
                <a:lnTo>
                  <a:pt x="633" y="73"/>
                </a:lnTo>
                <a:lnTo>
                  <a:pt x="633" y="74"/>
                </a:lnTo>
                <a:lnTo>
                  <a:pt x="632" y="74"/>
                </a:lnTo>
                <a:lnTo>
                  <a:pt x="632" y="75"/>
                </a:lnTo>
                <a:lnTo>
                  <a:pt x="633" y="76"/>
                </a:lnTo>
                <a:lnTo>
                  <a:pt x="633" y="77"/>
                </a:lnTo>
                <a:lnTo>
                  <a:pt x="633" y="78"/>
                </a:lnTo>
                <a:lnTo>
                  <a:pt x="633" y="79"/>
                </a:lnTo>
                <a:lnTo>
                  <a:pt x="633" y="80"/>
                </a:lnTo>
                <a:lnTo>
                  <a:pt x="633" y="81"/>
                </a:lnTo>
                <a:lnTo>
                  <a:pt x="634" y="82"/>
                </a:lnTo>
                <a:lnTo>
                  <a:pt x="634" y="83"/>
                </a:lnTo>
                <a:lnTo>
                  <a:pt x="634" y="84"/>
                </a:lnTo>
                <a:lnTo>
                  <a:pt x="635" y="85"/>
                </a:lnTo>
                <a:lnTo>
                  <a:pt x="636" y="85"/>
                </a:lnTo>
                <a:lnTo>
                  <a:pt x="637" y="85"/>
                </a:lnTo>
                <a:lnTo>
                  <a:pt x="638" y="85"/>
                </a:lnTo>
                <a:lnTo>
                  <a:pt x="638" y="84"/>
                </a:lnTo>
                <a:lnTo>
                  <a:pt x="639" y="84"/>
                </a:lnTo>
                <a:lnTo>
                  <a:pt x="639" y="83"/>
                </a:lnTo>
                <a:lnTo>
                  <a:pt x="639" y="82"/>
                </a:lnTo>
                <a:lnTo>
                  <a:pt x="639" y="81"/>
                </a:lnTo>
                <a:lnTo>
                  <a:pt x="640" y="81"/>
                </a:lnTo>
                <a:lnTo>
                  <a:pt x="641" y="81"/>
                </a:lnTo>
                <a:lnTo>
                  <a:pt x="641" y="82"/>
                </a:lnTo>
                <a:lnTo>
                  <a:pt x="642" y="82"/>
                </a:lnTo>
                <a:lnTo>
                  <a:pt x="643" y="82"/>
                </a:lnTo>
                <a:lnTo>
                  <a:pt x="643" y="83"/>
                </a:lnTo>
                <a:lnTo>
                  <a:pt x="644" y="83"/>
                </a:lnTo>
                <a:lnTo>
                  <a:pt x="645" y="83"/>
                </a:lnTo>
                <a:lnTo>
                  <a:pt x="646" y="83"/>
                </a:lnTo>
                <a:lnTo>
                  <a:pt x="646" y="85"/>
                </a:lnTo>
                <a:lnTo>
                  <a:pt x="646" y="86"/>
                </a:lnTo>
                <a:lnTo>
                  <a:pt x="647" y="86"/>
                </a:lnTo>
                <a:lnTo>
                  <a:pt x="647" y="87"/>
                </a:lnTo>
                <a:lnTo>
                  <a:pt x="647" y="88"/>
                </a:lnTo>
                <a:lnTo>
                  <a:pt x="646" y="88"/>
                </a:lnTo>
                <a:lnTo>
                  <a:pt x="646" y="89"/>
                </a:lnTo>
                <a:lnTo>
                  <a:pt x="647" y="89"/>
                </a:lnTo>
                <a:lnTo>
                  <a:pt x="648" y="90"/>
                </a:lnTo>
                <a:lnTo>
                  <a:pt x="647" y="91"/>
                </a:lnTo>
                <a:lnTo>
                  <a:pt x="647" y="92"/>
                </a:lnTo>
                <a:lnTo>
                  <a:pt x="646" y="92"/>
                </a:lnTo>
                <a:lnTo>
                  <a:pt x="645" y="92"/>
                </a:lnTo>
                <a:lnTo>
                  <a:pt x="645" y="93"/>
                </a:lnTo>
                <a:lnTo>
                  <a:pt x="646" y="94"/>
                </a:lnTo>
                <a:lnTo>
                  <a:pt x="646" y="95"/>
                </a:lnTo>
                <a:lnTo>
                  <a:pt x="647" y="95"/>
                </a:lnTo>
                <a:lnTo>
                  <a:pt x="647" y="96"/>
                </a:lnTo>
                <a:lnTo>
                  <a:pt x="647" y="97"/>
                </a:lnTo>
                <a:lnTo>
                  <a:pt x="646" y="97"/>
                </a:lnTo>
                <a:lnTo>
                  <a:pt x="645" y="97"/>
                </a:lnTo>
                <a:lnTo>
                  <a:pt x="645" y="98"/>
                </a:lnTo>
                <a:lnTo>
                  <a:pt x="644" y="98"/>
                </a:lnTo>
                <a:lnTo>
                  <a:pt x="645" y="98"/>
                </a:lnTo>
                <a:lnTo>
                  <a:pt x="645" y="99"/>
                </a:lnTo>
                <a:lnTo>
                  <a:pt x="646" y="99"/>
                </a:lnTo>
                <a:lnTo>
                  <a:pt x="646" y="98"/>
                </a:lnTo>
                <a:lnTo>
                  <a:pt x="647" y="98"/>
                </a:lnTo>
                <a:lnTo>
                  <a:pt x="648" y="98"/>
                </a:lnTo>
                <a:lnTo>
                  <a:pt x="648" y="99"/>
                </a:lnTo>
                <a:lnTo>
                  <a:pt x="649" y="99"/>
                </a:lnTo>
                <a:lnTo>
                  <a:pt x="650" y="99"/>
                </a:lnTo>
                <a:lnTo>
                  <a:pt x="649" y="100"/>
                </a:lnTo>
                <a:lnTo>
                  <a:pt x="650" y="101"/>
                </a:lnTo>
                <a:lnTo>
                  <a:pt x="650" y="102"/>
                </a:lnTo>
                <a:lnTo>
                  <a:pt x="650" y="103"/>
                </a:lnTo>
                <a:lnTo>
                  <a:pt x="649" y="103"/>
                </a:lnTo>
                <a:lnTo>
                  <a:pt x="650" y="104"/>
                </a:lnTo>
                <a:lnTo>
                  <a:pt x="651" y="105"/>
                </a:lnTo>
                <a:lnTo>
                  <a:pt x="652" y="105"/>
                </a:lnTo>
                <a:lnTo>
                  <a:pt x="653" y="105"/>
                </a:lnTo>
                <a:lnTo>
                  <a:pt x="654" y="105"/>
                </a:lnTo>
                <a:lnTo>
                  <a:pt x="654" y="104"/>
                </a:lnTo>
                <a:lnTo>
                  <a:pt x="654" y="105"/>
                </a:lnTo>
                <a:lnTo>
                  <a:pt x="655" y="105"/>
                </a:lnTo>
                <a:lnTo>
                  <a:pt x="655" y="104"/>
                </a:lnTo>
                <a:lnTo>
                  <a:pt x="656" y="104"/>
                </a:lnTo>
                <a:lnTo>
                  <a:pt x="657" y="104"/>
                </a:lnTo>
                <a:lnTo>
                  <a:pt x="658" y="104"/>
                </a:lnTo>
                <a:lnTo>
                  <a:pt x="658" y="105"/>
                </a:lnTo>
                <a:lnTo>
                  <a:pt x="658" y="106"/>
                </a:lnTo>
                <a:lnTo>
                  <a:pt x="658" y="107"/>
                </a:lnTo>
                <a:lnTo>
                  <a:pt x="658" y="108"/>
                </a:lnTo>
                <a:lnTo>
                  <a:pt x="657" y="108"/>
                </a:lnTo>
                <a:lnTo>
                  <a:pt x="657" y="109"/>
                </a:lnTo>
                <a:lnTo>
                  <a:pt x="657" y="110"/>
                </a:lnTo>
                <a:lnTo>
                  <a:pt x="658" y="110"/>
                </a:lnTo>
                <a:lnTo>
                  <a:pt x="658" y="111"/>
                </a:lnTo>
                <a:lnTo>
                  <a:pt x="657" y="111"/>
                </a:lnTo>
                <a:lnTo>
                  <a:pt x="657" y="112"/>
                </a:lnTo>
                <a:lnTo>
                  <a:pt x="656" y="112"/>
                </a:lnTo>
                <a:lnTo>
                  <a:pt x="656" y="113"/>
                </a:lnTo>
                <a:lnTo>
                  <a:pt x="656" y="114"/>
                </a:lnTo>
                <a:lnTo>
                  <a:pt x="656" y="115"/>
                </a:lnTo>
                <a:lnTo>
                  <a:pt x="655" y="115"/>
                </a:lnTo>
                <a:lnTo>
                  <a:pt x="655" y="116"/>
                </a:lnTo>
                <a:lnTo>
                  <a:pt x="656" y="116"/>
                </a:lnTo>
                <a:lnTo>
                  <a:pt x="657" y="116"/>
                </a:lnTo>
                <a:lnTo>
                  <a:pt x="657" y="117"/>
                </a:lnTo>
                <a:lnTo>
                  <a:pt x="658" y="117"/>
                </a:lnTo>
                <a:lnTo>
                  <a:pt x="658" y="118"/>
                </a:lnTo>
                <a:lnTo>
                  <a:pt x="657" y="118"/>
                </a:lnTo>
                <a:lnTo>
                  <a:pt x="656" y="118"/>
                </a:lnTo>
                <a:lnTo>
                  <a:pt x="656" y="119"/>
                </a:lnTo>
                <a:lnTo>
                  <a:pt x="655" y="119"/>
                </a:lnTo>
                <a:lnTo>
                  <a:pt x="656" y="119"/>
                </a:lnTo>
                <a:lnTo>
                  <a:pt x="657" y="119"/>
                </a:lnTo>
                <a:lnTo>
                  <a:pt x="658" y="120"/>
                </a:lnTo>
                <a:lnTo>
                  <a:pt x="659" y="120"/>
                </a:lnTo>
                <a:lnTo>
                  <a:pt x="659" y="121"/>
                </a:lnTo>
                <a:lnTo>
                  <a:pt x="660" y="121"/>
                </a:lnTo>
                <a:lnTo>
                  <a:pt x="659" y="121"/>
                </a:lnTo>
                <a:lnTo>
                  <a:pt x="659" y="122"/>
                </a:lnTo>
                <a:lnTo>
                  <a:pt x="660" y="122"/>
                </a:lnTo>
                <a:lnTo>
                  <a:pt x="661" y="122"/>
                </a:lnTo>
                <a:lnTo>
                  <a:pt x="662" y="122"/>
                </a:lnTo>
                <a:lnTo>
                  <a:pt x="662" y="123"/>
                </a:lnTo>
                <a:lnTo>
                  <a:pt x="663" y="123"/>
                </a:lnTo>
                <a:lnTo>
                  <a:pt x="663" y="124"/>
                </a:lnTo>
                <a:lnTo>
                  <a:pt x="664" y="124"/>
                </a:lnTo>
                <a:lnTo>
                  <a:pt x="664" y="125"/>
                </a:lnTo>
                <a:lnTo>
                  <a:pt x="663" y="125"/>
                </a:lnTo>
                <a:lnTo>
                  <a:pt x="663" y="126"/>
                </a:lnTo>
                <a:lnTo>
                  <a:pt x="664" y="126"/>
                </a:lnTo>
                <a:lnTo>
                  <a:pt x="665" y="127"/>
                </a:lnTo>
                <a:lnTo>
                  <a:pt x="666" y="127"/>
                </a:lnTo>
                <a:lnTo>
                  <a:pt x="667" y="127"/>
                </a:lnTo>
                <a:lnTo>
                  <a:pt x="668" y="128"/>
                </a:lnTo>
                <a:lnTo>
                  <a:pt x="668" y="129"/>
                </a:lnTo>
                <a:lnTo>
                  <a:pt x="668" y="130"/>
                </a:lnTo>
                <a:lnTo>
                  <a:pt x="669" y="130"/>
                </a:lnTo>
                <a:lnTo>
                  <a:pt x="669" y="131"/>
                </a:lnTo>
                <a:lnTo>
                  <a:pt x="668" y="132"/>
                </a:lnTo>
                <a:lnTo>
                  <a:pt x="668" y="133"/>
                </a:lnTo>
                <a:lnTo>
                  <a:pt x="668" y="134"/>
                </a:lnTo>
                <a:lnTo>
                  <a:pt x="669" y="134"/>
                </a:lnTo>
                <a:lnTo>
                  <a:pt x="669" y="135"/>
                </a:lnTo>
                <a:lnTo>
                  <a:pt x="670" y="135"/>
                </a:lnTo>
                <a:lnTo>
                  <a:pt x="669" y="135"/>
                </a:lnTo>
                <a:lnTo>
                  <a:pt x="669" y="136"/>
                </a:lnTo>
                <a:lnTo>
                  <a:pt x="668" y="136"/>
                </a:lnTo>
                <a:lnTo>
                  <a:pt x="667" y="136"/>
                </a:lnTo>
                <a:lnTo>
                  <a:pt x="666" y="136"/>
                </a:lnTo>
                <a:lnTo>
                  <a:pt x="666" y="137"/>
                </a:lnTo>
                <a:lnTo>
                  <a:pt x="667" y="137"/>
                </a:lnTo>
                <a:lnTo>
                  <a:pt x="667" y="138"/>
                </a:lnTo>
                <a:lnTo>
                  <a:pt x="667" y="139"/>
                </a:lnTo>
                <a:lnTo>
                  <a:pt x="667" y="140"/>
                </a:lnTo>
                <a:lnTo>
                  <a:pt x="666" y="141"/>
                </a:lnTo>
                <a:lnTo>
                  <a:pt x="666" y="142"/>
                </a:lnTo>
                <a:lnTo>
                  <a:pt x="668" y="142"/>
                </a:lnTo>
                <a:lnTo>
                  <a:pt x="669" y="142"/>
                </a:lnTo>
                <a:lnTo>
                  <a:pt x="669" y="143"/>
                </a:lnTo>
                <a:lnTo>
                  <a:pt x="670" y="143"/>
                </a:lnTo>
                <a:lnTo>
                  <a:pt x="672" y="143"/>
                </a:lnTo>
                <a:lnTo>
                  <a:pt x="672" y="142"/>
                </a:lnTo>
                <a:lnTo>
                  <a:pt x="674" y="142"/>
                </a:lnTo>
                <a:lnTo>
                  <a:pt x="675" y="142"/>
                </a:lnTo>
                <a:lnTo>
                  <a:pt x="676" y="142"/>
                </a:lnTo>
                <a:lnTo>
                  <a:pt x="676" y="141"/>
                </a:lnTo>
                <a:lnTo>
                  <a:pt x="676" y="142"/>
                </a:lnTo>
                <a:lnTo>
                  <a:pt x="676" y="143"/>
                </a:lnTo>
                <a:lnTo>
                  <a:pt x="677" y="143"/>
                </a:lnTo>
                <a:lnTo>
                  <a:pt x="677" y="144"/>
                </a:lnTo>
                <a:lnTo>
                  <a:pt x="678" y="144"/>
                </a:lnTo>
                <a:lnTo>
                  <a:pt x="679" y="144"/>
                </a:lnTo>
                <a:lnTo>
                  <a:pt x="680" y="144"/>
                </a:lnTo>
                <a:lnTo>
                  <a:pt x="679" y="145"/>
                </a:lnTo>
                <a:lnTo>
                  <a:pt x="679" y="146"/>
                </a:lnTo>
                <a:lnTo>
                  <a:pt x="678" y="146"/>
                </a:lnTo>
                <a:lnTo>
                  <a:pt x="677" y="146"/>
                </a:lnTo>
                <a:lnTo>
                  <a:pt x="677" y="147"/>
                </a:lnTo>
                <a:lnTo>
                  <a:pt x="678" y="148"/>
                </a:lnTo>
                <a:lnTo>
                  <a:pt x="678" y="149"/>
                </a:lnTo>
                <a:lnTo>
                  <a:pt x="678" y="150"/>
                </a:lnTo>
                <a:lnTo>
                  <a:pt x="678" y="151"/>
                </a:lnTo>
                <a:lnTo>
                  <a:pt x="677" y="151"/>
                </a:lnTo>
                <a:lnTo>
                  <a:pt x="678" y="151"/>
                </a:lnTo>
                <a:lnTo>
                  <a:pt x="679" y="152"/>
                </a:lnTo>
                <a:lnTo>
                  <a:pt x="680" y="152"/>
                </a:lnTo>
                <a:lnTo>
                  <a:pt x="681" y="152"/>
                </a:lnTo>
                <a:lnTo>
                  <a:pt x="681" y="153"/>
                </a:lnTo>
                <a:lnTo>
                  <a:pt x="680" y="153"/>
                </a:lnTo>
                <a:lnTo>
                  <a:pt x="680" y="154"/>
                </a:lnTo>
                <a:lnTo>
                  <a:pt x="680" y="155"/>
                </a:lnTo>
                <a:lnTo>
                  <a:pt x="679" y="155"/>
                </a:lnTo>
                <a:lnTo>
                  <a:pt x="679" y="156"/>
                </a:lnTo>
                <a:lnTo>
                  <a:pt x="679" y="157"/>
                </a:lnTo>
                <a:lnTo>
                  <a:pt x="678" y="158"/>
                </a:lnTo>
                <a:lnTo>
                  <a:pt x="677" y="158"/>
                </a:lnTo>
                <a:lnTo>
                  <a:pt x="678" y="158"/>
                </a:lnTo>
                <a:lnTo>
                  <a:pt x="678" y="159"/>
                </a:lnTo>
                <a:lnTo>
                  <a:pt x="678" y="158"/>
                </a:lnTo>
                <a:lnTo>
                  <a:pt x="679" y="158"/>
                </a:lnTo>
                <a:lnTo>
                  <a:pt x="680" y="158"/>
                </a:lnTo>
                <a:lnTo>
                  <a:pt x="680" y="157"/>
                </a:lnTo>
                <a:lnTo>
                  <a:pt x="681" y="156"/>
                </a:lnTo>
                <a:lnTo>
                  <a:pt x="681" y="155"/>
                </a:lnTo>
                <a:lnTo>
                  <a:pt x="682" y="156"/>
                </a:lnTo>
                <a:lnTo>
                  <a:pt x="681" y="156"/>
                </a:lnTo>
                <a:lnTo>
                  <a:pt x="681" y="157"/>
                </a:lnTo>
                <a:lnTo>
                  <a:pt x="681" y="158"/>
                </a:lnTo>
                <a:lnTo>
                  <a:pt x="681" y="159"/>
                </a:lnTo>
                <a:lnTo>
                  <a:pt x="681" y="160"/>
                </a:lnTo>
                <a:lnTo>
                  <a:pt x="680" y="160"/>
                </a:lnTo>
                <a:lnTo>
                  <a:pt x="680" y="161"/>
                </a:lnTo>
                <a:lnTo>
                  <a:pt x="681" y="162"/>
                </a:lnTo>
                <a:lnTo>
                  <a:pt x="683" y="162"/>
                </a:lnTo>
                <a:lnTo>
                  <a:pt x="684" y="162"/>
                </a:lnTo>
                <a:lnTo>
                  <a:pt x="685" y="162"/>
                </a:lnTo>
                <a:lnTo>
                  <a:pt x="686" y="162"/>
                </a:lnTo>
                <a:lnTo>
                  <a:pt x="686" y="161"/>
                </a:lnTo>
                <a:lnTo>
                  <a:pt x="685" y="161"/>
                </a:lnTo>
                <a:lnTo>
                  <a:pt x="685" y="160"/>
                </a:lnTo>
                <a:lnTo>
                  <a:pt x="686" y="159"/>
                </a:lnTo>
                <a:lnTo>
                  <a:pt x="686" y="158"/>
                </a:lnTo>
                <a:lnTo>
                  <a:pt x="685" y="158"/>
                </a:lnTo>
                <a:lnTo>
                  <a:pt x="686" y="158"/>
                </a:lnTo>
                <a:lnTo>
                  <a:pt x="686" y="157"/>
                </a:lnTo>
                <a:lnTo>
                  <a:pt x="687" y="157"/>
                </a:lnTo>
                <a:lnTo>
                  <a:pt x="688" y="158"/>
                </a:lnTo>
                <a:lnTo>
                  <a:pt x="689" y="158"/>
                </a:lnTo>
                <a:lnTo>
                  <a:pt x="689" y="159"/>
                </a:lnTo>
                <a:lnTo>
                  <a:pt x="690" y="159"/>
                </a:lnTo>
                <a:lnTo>
                  <a:pt x="690" y="160"/>
                </a:lnTo>
                <a:lnTo>
                  <a:pt x="691" y="160"/>
                </a:lnTo>
                <a:lnTo>
                  <a:pt x="692" y="160"/>
                </a:lnTo>
                <a:lnTo>
                  <a:pt x="693" y="161"/>
                </a:lnTo>
                <a:lnTo>
                  <a:pt x="695" y="161"/>
                </a:lnTo>
                <a:lnTo>
                  <a:pt x="695" y="160"/>
                </a:lnTo>
                <a:lnTo>
                  <a:pt x="696" y="160"/>
                </a:lnTo>
                <a:lnTo>
                  <a:pt x="697" y="160"/>
                </a:lnTo>
                <a:lnTo>
                  <a:pt x="698" y="161"/>
                </a:lnTo>
                <a:lnTo>
                  <a:pt x="698" y="162"/>
                </a:lnTo>
                <a:lnTo>
                  <a:pt x="699" y="162"/>
                </a:lnTo>
                <a:lnTo>
                  <a:pt x="700" y="163"/>
                </a:lnTo>
                <a:lnTo>
                  <a:pt x="699" y="163"/>
                </a:lnTo>
                <a:lnTo>
                  <a:pt x="699" y="164"/>
                </a:lnTo>
                <a:lnTo>
                  <a:pt x="698" y="164"/>
                </a:lnTo>
                <a:lnTo>
                  <a:pt x="698" y="165"/>
                </a:lnTo>
                <a:lnTo>
                  <a:pt x="697" y="165"/>
                </a:lnTo>
                <a:lnTo>
                  <a:pt x="697" y="166"/>
                </a:lnTo>
                <a:lnTo>
                  <a:pt x="697" y="165"/>
                </a:lnTo>
                <a:lnTo>
                  <a:pt x="696" y="166"/>
                </a:lnTo>
                <a:lnTo>
                  <a:pt x="696" y="167"/>
                </a:lnTo>
                <a:lnTo>
                  <a:pt x="695" y="167"/>
                </a:lnTo>
                <a:lnTo>
                  <a:pt x="693" y="167"/>
                </a:lnTo>
                <a:lnTo>
                  <a:pt x="692" y="167"/>
                </a:lnTo>
                <a:lnTo>
                  <a:pt x="691" y="167"/>
                </a:lnTo>
                <a:lnTo>
                  <a:pt x="692" y="168"/>
                </a:lnTo>
                <a:lnTo>
                  <a:pt x="693" y="168"/>
                </a:lnTo>
                <a:lnTo>
                  <a:pt x="693" y="169"/>
                </a:lnTo>
                <a:lnTo>
                  <a:pt x="693" y="170"/>
                </a:lnTo>
                <a:lnTo>
                  <a:pt x="692" y="170"/>
                </a:lnTo>
                <a:lnTo>
                  <a:pt x="692" y="171"/>
                </a:lnTo>
                <a:lnTo>
                  <a:pt x="691" y="171"/>
                </a:lnTo>
                <a:lnTo>
                  <a:pt x="691" y="172"/>
                </a:lnTo>
                <a:lnTo>
                  <a:pt x="690" y="173"/>
                </a:lnTo>
                <a:lnTo>
                  <a:pt x="690" y="174"/>
                </a:lnTo>
                <a:lnTo>
                  <a:pt x="689" y="174"/>
                </a:lnTo>
                <a:lnTo>
                  <a:pt x="688" y="175"/>
                </a:lnTo>
                <a:lnTo>
                  <a:pt x="688" y="176"/>
                </a:lnTo>
                <a:lnTo>
                  <a:pt x="687" y="176"/>
                </a:lnTo>
                <a:lnTo>
                  <a:pt x="686" y="177"/>
                </a:lnTo>
                <a:lnTo>
                  <a:pt x="687" y="177"/>
                </a:lnTo>
                <a:lnTo>
                  <a:pt x="687" y="178"/>
                </a:lnTo>
                <a:lnTo>
                  <a:pt x="687" y="179"/>
                </a:lnTo>
                <a:lnTo>
                  <a:pt x="686" y="179"/>
                </a:lnTo>
                <a:lnTo>
                  <a:pt x="685" y="179"/>
                </a:lnTo>
                <a:lnTo>
                  <a:pt x="684" y="179"/>
                </a:lnTo>
                <a:lnTo>
                  <a:pt x="684" y="180"/>
                </a:lnTo>
                <a:lnTo>
                  <a:pt x="683" y="180"/>
                </a:lnTo>
                <a:lnTo>
                  <a:pt x="682" y="181"/>
                </a:lnTo>
                <a:lnTo>
                  <a:pt x="682" y="182"/>
                </a:lnTo>
                <a:lnTo>
                  <a:pt x="680" y="182"/>
                </a:lnTo>
                <a:lnTo>
                  <a:pt x="679" y="182"/>
                </a:lnTo>
                <a:lnTo>
                  <a:pt x="679" y="183"/>
                </a:lnTo>
                <a:lnTo>
                  <a:pt x="679" y="184"/>
                </a:lnTo>
                <a:lnTo>
                  <a:pt x="680" y="184"/>
                </a:lnTo>
                <a:lnTo>
                  <a:pt x="681" y="185"/>
                </a:lnTo>
                <a:lnTo>
                  <a:pt x="682" y="185"/>
                </a:lnTo>
                <a:lnTo>
                  <a:pt x="682" y="186"/>
                </a:lnTo>
                <a:lnTo>
                  <a:pt x="683" y="186"/>
                </a:lnTo>
                <a:lnTo>
                  <a:pt x="684" y="186"/>
                </a:lnTo>
                <a:lnTo>
                  <a:pt x="685" y="186"/>
                </a:lnTo>
                <a:lnTo>
                  <a:pt x="685" y="187"/>
                </a:lnTo>
                <a:lnTo>
                  <a:pt x="684" y="187"/>
                </a:lnTo>
                <a:lnTo>
                  <a:pt x="682" y="187"/>
                </a:lnTo>
                <a:lnTo>
                  <a:pt x="681" y="188"/>
                </a:lnTo>
                <a:lnTo>
                  <a:pt x="680" y="188"/>
                </a:lnTo>
                <a:lnTo>
                  <a:pt x="680" y="189"/>
                </a:lnTo>
                <a:lnTo>
                  <a:pt x="680" y="190"/>
                </a:lnTo>
                <a:lnTo>
                  <a:pt x="680" y="191"/>
                </a:lnTo>
                <a:lnTo>
                  <a:pt x="679" y="192"/>
                </a:lnTo>
                <a:lnTo>
                  <a:pt x="679" y="193"/>
                </a:lnTo>
                <a:lnTo>
                  <a:pt x="679" y="194"/>
                </a:lnTo>
                <a:lnTo>
                  <a:pt x="680" y="195"/>
                </a:lnTo>
                <a:lnTo>
                  <a:pt x="679" y="196"/>
                </a:lnTo>
                <a:lnTo>
                  <a:pt x="679" y="198"/>
                </a:lnTo>
                <a:lnTo>
                  <a:pt x="679" y="199"/>
                </a:lnTo>
                <a:lnTo>
                  <a:pt x="679" y="200"/>
                </a:lnTo>
                <a:lnTo>
                  <a:pt x="679" y="201"/>
                </a:lnTo>
                <a:lnTo>
                  <a:pt x="680" y="201"/>
                </a:lnTo>
                <a:lnTo>
                  <a:pt x="680" y="202"/>
                </a:lnTo>
                <a:lnTo>
                  <a:pt x="680" y="203"/>
                </a:lnTo>
                <a:lnTo>
                  <a:pt x="681" y="203"/>
                </a:lnTo>
                <a:lnTo>
                  <a:pt x="682" y="204"/>
                </a:lnTo>
                <a:lnTo>
                  <a:pt x="682" y="205"/>
                </a:lnTo>
                <a:lnTo>
                  <a:pt x="682" y="206"/>
                </a:lnTo>
                <a:lnTo>
                  <a:pt x="682" y="207"/>
                </a:lnTo>
                <a:lnTo>
                  <a:pt x="682" y="208"/>
                </a:lnTo>
                <a:lnTo>
                  <a:pt x="682" y="209"/>
                </a:lnTo>
                <a:lnTo>
                  <a:pt x="683" y="209"/>
                </a:lnTo>
                <a:lnTo>
                  <a:pt x="683" y="210"/>
                </a:lnTo>
                <a:lnTo>
                  <a:pt x="683" y="211"/>
                </a:lnTo>
                <a:lnTo>
                  <a:pt x="683" y="212"/>
                </a:lnTo>
                <a:lnTo>
                  <a:pt x="683" y="213"/>
                </a:lnTo>
                <a:lnTo>
                  <a:pt x="682" y="215"/>
                </a:lnTo>
                <a:lnTo>
                  <a:pt x="682" y="217"/>
                </a:lnTo>
                <a:lnTo>
                  <a:pt x="681" y="217"/>
                </a:lnTo>
                <a:lnTo>
                  <a:pt x="682" y="218"/>
                </a:lnTo>
                <a:lnTo>
                  <a:pt x="683" y="218"/>
                </a:lnTo>
                <a:lnTo>
                  <a:pt x="684" y="218"/>
                </a:lnTo>
                <a:lnTo>
                  <a:pt x="685" y="218"/>
                </a:lnTo>
                <a:lnTo>
                  <a:pt x="685" y="217"/>
                </a:lnTo>
                <a:lnTo>
                  <a:pt x="686" y="217"/>
                </a:lnTo>
                <a:lnTo>
                  <a:pt x="686" y="218"/>
                </a:lnTo>
                <a:lnTo>
                  <a:pt x="686" y="217"/>
                </a:lnTo>
                <a:lnTo>
                  <a:pt x="687" y="217"/>
                </a:lnTo>
                <a:lnTo>
                  <a:pt x="688" y="216"/>
                </a:lnTo>
                <a:lnTo>
                  <a:pt x="689" y="216"/>
                </a:lnTo>
                <a:lnTo>
                  <a:pt x="690" y="216"/>
                </a:lnTo>
                <a:lnTo>
                  <a:pt x="691" y="216"/>
                </a:lnTo>
                <a:lnTo>
                  <a:pt x="692" y="217"/>
                </a:lnTo>
                <a:lnTo>
                  <a:pt x="693" y="217"/>
                </a:lnTo>
                <a:lnTo>
                  <a:pt x="693" y="218"/>
                </a:lnTo>
                <a:lnTo>
                  <a:pt x="694" y="218"/>
                </a:lnTo>
                <a:lnTo>
                  <a:pt x="695" y="218"/>
                </a:lnTo>
                <a:lnTo>
                  <a:pt x="695" y="219"/>
                </a:lnTo>
                <a:lnTo>
                  <a:pt x="696" y="219"/>
                </a:lnTo>
                <a:lnTo>
                  <a:pt x="696" y="220"/>
                </a:lnTo>
                <a:lnTo>
                  <a:pt x="696" y="221"/>
                </a:lnTo>
                <a:lnTo>
                  <a:pt x="696" y="222"/>
                </a:lnTo>
                <a:lnTo>
                  <a:pt x="697" y="222"/>
                </a:lnTo>
                <a:lnTo>
                  <a:pt x="698" y="222"/>
                </a:lnTo>
                <a:lnTo>
                  <a:pt x="697" y="223"/>
                </a:lnTo>
                <a:lnTo>
                  <a:pt x="696" y="224"/>
                </a:lnTo>
                <a:lnTo>
                  <a:pt x="696" y="225"/>
                </a:lnTo>
                <a:lnTo>
                  <a:pt x="696" y="226"/>
                </a:lnTo>
                <a:lnTo>
                  <a:pt x="695" y="226"/>
                </a:lnTo>
                <a:lnTo>
                  <a:pt x="696" y="228"/>
                </a:lnTo>
                <a:lnTo>
                  <a:pt x="696" y="229"/>
                </a:lnTo>
                <a:lnTo>
                  <a:pt x="697" y="229"/>
                </a:lnTo>
                <a:lnTo>
                  <a:pt x="697" y="230"/>
                </a:lnTo>
                <a:lnTo>
                  <a:pt x="697" y="231"/>
                </a:lnTo>
                <a:lnTo>
                  <a:pt x="698" y="231"/>
                </a:lnTo>
                <a:lnTo>
                  <a:pt x="698" y="232"/>
                </a:lnTo>
                <a:lnTo>
                  <a:pt x="698" y="233"/>
                </a:lnTo>
                <a:lnTo>
                  <a:pt x="699" y="233"/>
                </a:lnTo>
                <a:lnTo>
                  <a:pt x="699" y="234"/>
                </a:lnTo>
                <a:lnTo>
                  <a:pt x="700" y="234"/>
                </a:lnTo>
                <a:lnTo>
                  <a:pt x="701" y="234"/>
                </a:lnTo>
                <a:lnTo>
                  <a:pt x="701" y="235"/>
                </a:lnTo>
                <a:lnTo>
                  <a:pt x="701" y="236"/>
                </a:lnTo>
                <a:lnTo>
                  <a:pt x="700" y="236"/>
                </a:lnTo>
                <a:lnTo>
                  <a:pt x="700" y="237"/>
                </a:lnTo>
                <a:lnTo>
                  <a:pt x="700" y="238"/>
                </a:lnTo>
                <a:lnTo>
                  <a:pt x="701" y="238"/>
                </a:lnTo>
                <a:lnTo>
                  <a:pt x="701" y="239"/>
                </a:lnTo>
                <a:lnTo>
                  <a:pt x="702" y="239"/>
                </a:lnTo>
                <a:lnTo>
                  <a:pt x="702" y="240"/>
                </a:lnTo>
                <a:lnTo>
                  <a:pt x="703" y="240"/>
                </a:lnTo>
                <a:lnTo>
                  <a:pt x="702" y="240"/>
                </a:lnTo>
                <a:lnTo>
                  <a:pt x="703" y="240"/>
                </a:lnTo>
                <a:lnTo>
                  <a:pt x="703" y="241"/>
                </a:lnTo>
                <a:lnTo>
                  <a:pt x="702" y="241"/>
                </a:lnTo>
                <a:lnTo>
                  <a:pt x="703" y="241"/>
                </a:lnTo>
                <a:lnTo>
                  <a:pt x="704" y="241"/>
                </a:lnTo>
                <a:lnTo>
                  <a:pt x="704" y="242"/>
                </a:lnTo>
                <a:lnTo>
                  <a:pt x="705" y="242"/>
                </a:lnTo>
                <a:lnTo>
                  <a:pt x="705" y="243"/>
                </a:lnTo>
                <a:lnTo>
                  <a:pt x="705" y="244"/>
                </a:lnTo>
                <a:lnTo>
                  <a:pt x="705" y="245"/>
                </a:lnTo>
                <a:lnTo>
                  <a:pt x="704" y="245"/>
                </a:lnTo>
                <a:lnTo>
                  <a:pt x="705" y="245"/>
                </a:lnTo>
                <a:lnTo>
                  <a:pt x="704" y="245"/>
                </a:lnTo>
                <a:lnTo>
                  <a:pt x="705" y="245"/>
                </a:lnTo>
                <a:lnTo>
                  <a:pt x="705" y="246"/>
                </a:lnTo>
                <a:lnTo>
                  <a:pt x="705" y="247"/>
                </a:lnTo>
                <a:lnTo>
                  <a:pt x="704" y="247"/>
                </a:lnTo>
                <a:lnTo>
                  <a:pt x="705" y="248"/>
                </a:lnTo>
                <a:lnTo>
                  <a:pt x="706" y="248"/>
                </a:lnTo>
                <a:lnTo>
                  <a:pt x="706" y="249"/>
                </a:lnTo>
                <a:lnTo>
                  <a:pt x="706" y="250"/>
                </a:lnTo>
                <a:lnTo>
                  <a:pt x="707" y="251"/>
                </a:lnTo>
                <a:lnTo>
                  <a:pt x="708" y="251"/>
                </a:lnTo>
                <a:lnTo>
                  <a:pt x="709" y="251"/>
                </a:lnTo>
                <a:lnTo>
                  <a:pt x="710" y="253"/>
                </a:lnTo>
                <a:lnTo>
                  <a:pt x="709" y="253"/>
                </a:lnTo>
                <a:lnTo>
                  <a:pt x="709" y="254"/>
                </a:lnTo>
                <a:lnTo>
                  <a:pt x="710" y="254"/>
                </a:lnTo>
                <a:lnTo>
                  <a:pt x="710" y="255"/>
                </a:lnTo>
                <a:lnTo>
                  <a:pt x="712" y="255"/>
                </a:lnTo>
                <a:lnTo>
                  <a:pt x="713" y="255"/>
                </a:lnTo>
                <a:lnTo>
                  <a:pt x="714" y="256"/>
                </a:lnTo>
                <a:lnTo>
                  <a:pt x="715" y="257"/>
                </a:lnTo>
                <a:lnTo>
                  <a:pt x="715" y="258"/>
                </a:lnTo>
                <a:lnTo>
                  <a:pt x="715" y="259"/>
                </a:lnTo>
                <a:lnTo>
                  <a:pt x="715" y="260"/>
                </a:lnTo>
                <a:lnTo>
                  <a:pt x="714" y="260"/>
                </a:lnTo>
                <a:lnTo>
                  <a:pt x="713" y="260"/>
                </a:lnTo>
                <a:lnTo>
                  <a:pt x="713" y="261"/>
                </a:lnTo>
                <a:lnTo>
                  <a:pt x="714" y="261"/>
                </a:lnTo>
                <a:lnTo>
                  <a:pt x="715" y="262"/>
                </a:lnTo>
                <a:lnTo>
                  <a:pt x="716" y="263"/>
                </a:lnTo>
                <a:lnTo>
                  <a:pt x="716" y="264"/>
                </a:lnTo>
                <a:lnTo>
                  <a:pt x="715" y="264"/>
                </a:lnTo>
                <a:lnTo>
                  <a:pt x="715" y="265"/>
                </a:lnTo>
                <a:lnTo>
                  <a:pt x="716" y="265"/>
                </a:lnTo>
                <a:lnTo>
                  <a:pt x="716" y="266"/>
                </a:lnTo>
                <a:lnTo>
                  <a:pt x="716" y="267"/>
                </a:lnTo>
                <a:lnTo>
                  <a:pt x="717" y="267"/>
                </a:lnTo>
                <a:lnTo>
                  <a:pt x="718" y="266"/>
                </a:lnTo>
                <a:lnTo>
                  <a:pt x="719" y="266"/>
                </a:lnTo>
                <a:lnTo>
                  <a:pt x="719" y="265"/>
                </a:lnTo>
                <a:lnTo>
                  <a:pt x="720" y="265"/>
                </a:lnTo>
                <a:lnTo>
                  <a:pt x="720" y="266"/>
                </a:lnTo>
                <a:lnTo>
                  <a:pt x="721" y="267"/>
                </a:lnTo>
                <a:lnTo>
                  <a:pt x="721" y="268"/>
                </a:lnTo>
                <a:lnTo>
                  <a:pt x="721" y="269"/>
                </a:lnTo>
                <a:lnTo>
                  <a:pt x="722" y="269"/>
                </a:lnTo>
                <a:lnTo>
                  <a:pt x="723" y="269"/>
                </a:lnTo>
                <a:lnTo>
                  <a:pt x="724" y="269"/>
                </a:lnTo>
                <a:lnTo>
                  <a:pt x="725" y="269"/>
                </a:lnTo>
                <a:lnTo>
                  <a:pt x="726" y="269"/>
                </a:lnTo>
                <a:lnTo>
                  <a:pt x="727" y="269"/>
                </a:lnTo>
                <a:lnTo>
                  <a:pt x="728" y="270"/>
                </a:lnTo>
                <a:lnTo>
                  <a:pt x="728" y="271"/>
                </a:lnTo>
                <a:lnTo>
                  <a:pt x="727" y="272"/>
                </a:lnTo>
                <a:lnTo>
                  <a:pt x="726" y="273"/>
                </a:lnTo>
                <a:lnTo>
                  <a:pt x="726" y="274"/>
                </a:lnTo>
                <a:lnTo>
                  <a:pt x="726" y="275"/>
                </a:lnTo>
                <a:lnTo>
                  <a:pt x="725" y="275"/>
                </a:lnTo>
                <a:lnTo>
                  <a:pt x="726" y="277"/>
                </a:lnTo>
                <a:lnTo>
                  <a:pt x="727" y="277"/>
                </a:lnTo>
                <a:lnTo>
                  <a:pt x="728" y="277"/>
                </a:lnTo>
                <a:lnTo>
                  <a:pt x="728" y="278"/>
                </a:lnTo>
                <a:lnTo>
                  <a:pt x="730" y="278"/>
                </a:lnTo>
                <a:lnTo>
                  <a:pt x="731" y="278"/>
                </a:lnTo>
                <a:lnTo>
                  <a:pt x="730" y="279"/>
                </a:lnTo>
                <a:lnTo>
                  <a:pt x="730" y="280"/>
                </a:lnTo>
                <a:lnTo>
                  <a:pt x="729" y="280"/>
                </a:lnTo>
                <a:lnTo>
                  <a:pt x="729" y="281"/>
                </a:lnTo>
                <a:lnTo>
                  <a:pt x="728" y="281"/>
                </a:lnTo>
                <a:lnTo>
                  <a:pt x="728" y="282"/>
                </a:lnTo>
                <a:lnTo>
                  <a:pt x="728" y="283"/>
                </a:lnTo>
                <a:lnTo>
                  <a:pt x="727" y="283"/>
                </a:lnTo>
                <a:lnTo>
                  <a:pt x="726" y="283"/>
                </a:lnTo>
                <a:lnTo>
                  <a:pt x="725" y="283"/>
                </a:lnTo>
                <a:lnTo>
                  <a:pt x="725" y="284"/>
                </a:lnTo>
                <a:lnTo>
                  <a:pt x="724" y="284"/>
                </a:lnTo>
                <a:lnTo>
                  <a:pt x="724" y="285"/>
                </a:lnTo>
                <a:lnTo>
                  <a:pt x="723" y="286"/>
                </a:lnTo>
                <a:lnTo>
                  <a:pt x="723" y="287"/>
                </a:lnTo>
                <a:lnTo>
                  <a:pt x="724" y="287"/>
                </a:lnTo>
                <a:lnTo>
                  <a:pt x="725" y="287"/>
                </a:lnTo>
                <a:lnTo>
                  <a:pt x="726" y="288"/>
                </a:lnTo>
                <a:lnTo>
                  <a:pt x="726" y="289"/>
                </a:lnTo>
                <a:lnTo>
                  <a:pt x="725" y="289"/>
                </a:lnTo>
                <a:lnTo>
                  <a:pt x="725" y="290"/>
                </a:lnTo>
                <a:lnTo>
                  <a:pt x="725" y="291"/>
                </a:lnTo>
                <a:lnTo>
                  <a:pt x="724" y="292"/>
                </a:lnTo>
                <a:lnTo>
                  <a:pt x="724" y="293"/>
                </a:lnTo>
                <a:lnTo>
                  <a:pt x="723" y="293"/>
                </a:lnTo>
                <a:lnTo>
                  <a:pt x="722" y="294"/>
                </a:lnTo>
                <a:lnTo>
                  <a:pt x="721" y="295"/>
                </a:lnTo>
                <a:lnTo>
                  <a:pt x="720" y="295"/>
                </a:lnTo>
                <a:lnTo>
                  <a:pt x="720" y="296"/>
                </a:lnTo>
                <a:lnTo>
                  <a:pt x="720" y="297"/>
                </a:lnTo>
                <a:lnTo>
                  <a:pt x="720" y="298"/>
                </a:lnTo>
                <a:lnTo>
                  <a:pt x="720" y="299"/>
                </a:lnTo>
                <a:lnTo>
                  <a:pt x="720" y="300"/>
                </a:lnTo>
                <a:lnTo>
                  <a:pt x="720" y="301"/>
                </a:lnTo>
                <a:lnTo>
                  <a:pt x="719" y="301"/>
                </a:lnTo>
                <a:lnTo>
                  <a:pt x="718" y="301"/>
                </a:lnTo>
                <a:lnTo>
                  <a:pt x="717" y="302"/>
                </a:lnTo>
                <a:lnTo>
                  <a:pt x="716" y="302"/>
                </a:lnTo>
                <a:lnTo>
                  <a:pt x="716" y="303"/>
                </a:lnTo>
                <a:lnTo>
                  <a:pt x="716" y="304"/>
                </a:lnTo>
                <a:lnTo>
                  <a:pt x="715" y="304"/>
                </a:lnTo>
                <a:lnTo>
                  <a:pt x="715" y="305"/>
                </a:lnTo>
                <a:lnTo>
                  <a:pt x="714" y="305"/>
                </a:lnTo>
                <a:lnTo>
                  <a:pt x="713" y="305"/>
                </a:lnTo>
                <a:lnTo>
                  <a:pt x="712" y="305"/>
                </a:lnTo>
                <a:lnTo>
                  <a:pt x="712" y="306"/>
                </a:lnTo>
                <a:lnTo>
                  <a:pt x="711" y="306"/>
                </a:lnTo>
                <a:lnTo>
                  <a:pt x="710" y="306"/>
                </a:lnTo>
                <a:lnTo>
                  <a:pt x="710" y="307"/>
                </a:lnTo>
                <a:lnTo>
                  <a:pt x="710" y="308"/>
                </a:lnTo>
                <a:lnTo>
                  <a:pt x="710" y="309"/>
                </a:lnTo>
                <a:lnTo>
                  <a:pt x="709" y="309"/>
                </a:lnTo>
                <a:lnTo>
                  <a:pt x="709" y="310"/>
                </a:lnTo>
                <a:lnTo>
                  <a:pt x="709" y="311"/>
                </a:lnTo>
                <a:lnTo>
                  <a:pt x="710" y="311"/>
                </a:lnTo>
                <a:lnTo>
                  <a:pt x="711" y="311"/>
                </a:lnTo>
                <a:lnTo>
                  <a:pt x="712" y="310"/>
                </a:lnTo>
                <a:lnTo>
                  <a:pt x="713" y="310"/>
                </a:lnTo>
                <a:lnTo>
                  <a:pt x="714" y="310"/>
                </a:lnTo>
                <a:lnTo>
                  <a:pt x="714" y="309"/>
                </a:lnTo>
                <a:lnTo>
                  <a:pt x="715" y="309"/>
                </a:lnTo>
                <a:lnTo>
                  <a:pt x="716" y="309"/>
                </a:lnTo>
                <a:lnTo>
                  <a:pt x="716" y="308"/>
                </a:lnTo>
                <a:lnTo>
                  <a:pt x="717" y="308"/>
                </a:lnTo>
                <a:lnTo>
                  <a:pt x="718" y="308"/>
                </a:lnTo>
                <a:lnTo>
                  <a:pt x="718" y="309"/>
                </a:lnTo>
                <a:lnTo>
                  <a:pt x="719" y="310"/>
                </a:lnTo>
                <a:lnTo>
                  <a:pt x="720" y="310"/>
                </a:lnTo>
                <a:lnTo>
                  <a:pt x="721" y="310"/>
                </a:lnTo>
                <a:lnTo>
                  <a:pt x="721" y="311"/>
                </a:lnTo>
                <a:lnTo>
                  <a:pt x="722" y="312"/>
                </a:lnTo>
                <a:lnTo>
                  <a:pt x="722" y="313"/>
                </a:lnTo>
                <a:lnTo>
                  <a:pt x="722" y="314"/>
                </a:lnTo>
                <a:lnTo>
                  <a:pt x="722" y="315"/>
                </a:lnTo>
                <a:lnTo>
                  <a:pt x="721" y="315"/>
                </a:lnTo>
                <a:lnTo>
                  <a:pt x="721" y="316"/>
                </a:lnTo>
                <a:lnTo>
                  <a:pt x="720" y="316"/>
                </a:lnTo>
                <a:lnTo>
                  <a:pt x="720" y="317"/>
                </a:lnTo>
                <a:lnTo>
                  <a:pt x="719" y="317"/>
                </a:lnTo>
                <a:lnTo>
                  <a:pt x="719" y="318"/>
                </a:lnTo>
                <a:lnTo>
                  <a:pt x="718" y="318"/>
                </a:lnTo>
                <a:lnTo>
                  <a:pt x="717" y="318"/>
                </a:lnTo>
                <a:lnTo>
                  <a:pt x="717" y="319"/>
                </a:lnTo>
                <a:lnTo>
                  <a:pt x="716" y="319"/>
                </a:lnTo>
                <a:lnTo>
                  <a:pt x="715" y="320"/>
                </a:lnTo>
                <a:lnTo>
                  <a:pt x="715" y="321"/>
                </a:lnTo>
                <a:lnTo>
                  <a:pt x="715" y="322"/>
                </a:lnTo>
                <a:lnTo>
                  <a:pt x="715" y="323"/>
                </a:lnTo>
                <a:lnTo>
                  <a:pt x="716" y="323"/>
                </a:lnTo>
                <a:lnTo>
                  <a:pt x="717" y="323"/>
                </a:lnTo>
                <a:lnTo>
                  <a:pt x="718" y="323"/>
                </a:lnTo>
                <a:lnTo>
                  <a:pt x="719" y="323"/>
                </a:lnTo>
                <a:lnTo>
                  <a:pt x="719" y="324"/>
                </a:lnTo>
                <a:lnTo>
                  <a:pt x="720" y="324"/>
                </a:lnTo>
                <a:lnTo>
                  <a:pt x="720" y="325"/>
                </a:lnTo>
                <a:lnTo>
                  <a:pt x="720" y="326"/>
                </a:lnTo>
                <a:lnTo>
                  <a:pt x="718" y="326"/>
                </a:lnTo>
                <a:lnTo>
                  <a:pt x="717" y="326"/>
                </a:lnTo>
                <a:lnTo>
                  <a:pt x="716" y="326"/>
                </a:lnTo>
                <a:lnTo>
                  <a:pt x="715" y="326"/>
                </a:lnTo>
                <a:lnTo>
                  <a:pt x="714" y="327"/>
                </a:lnTo>
                <a:lnTo>
                  <a:pt x="713" y="327"/>
                </a:lnTo>
                <a:lnTo>
                  <a:pt x="712" y="327"/>
                </a:lnTo>
                <a:lnTo>
                  <a:pt x="712" y="326"/>
                </a:lnTo>
                <a:lnTo>
                  <a:pt x="711" y="326"/>
                </a:lnTo>
                <a:lnTo>
                  <a:pt x="711" y="325"/>
                </a:lnTo>
                <a:lnTo>
                  <a:pt x="712" y="324"/>
                </a:lnTo>
                <a:lnTo>
                  <a:pt x="711" y="324"/>
                </a:lnTo>
                <a:lnTo>
                  <a:pt x="710" y="324"/>
                </a:lnTo>
                <a:lnTo>
                  <a:pt x="710" y="323"/>
                </a:lnTo>
                <a:lnTo>
                  <a:pt x="709" y="323"/>
                </a:lnTo>
                <a:lnTo>
                  <a:pt x="709" y="324"/>
                </a:lnTo>
                <a:lnTo>
                  <a:pt x="708" y="324"/>
                </a:lnTo>
                <a:lnTo>
                  <a:pt x="707" y="325"/>
                </a:lnTo>
                <a:lnTo>
                  <a:pt x="707" y="326"/>
                </a:lnTo>
                <a:lnTo>
                  <a:pt x="706" y="326"/>
                </a:lnTo>
                <a:lnTo>
                  <a:pt x="706" y="327"/>
                </a:lnTo>
                <a:lnTo>
                  <a:pt x="705" y="327"/>
                </a:lnTo>
                <a:lnTo>
                  <a:pt x="705" y="328"/>
                </a:lnTo>
                <a:lnTo>
                  <a:pt x="706" y="328"/>
                </a:lnTo>
                <a:lnTo>
                  <a:pt x="706" y="329"/>
                </a:lnTo>
                <a:lnTo>
                  <a:pt x="705" y="329"/>
                </a:lnTo>
                <a:lnTo>
                  <a:pt x="705" y="330"/>
                </a:lnTo>
                <a:lnTo>
                  <a:pt x="705" y="329"/>
                </a:lnTo>
                <a:lnTo>
                  <a:pt x="705" y="330"/>
                </a:lnTo>
                <a:lnTo>
                  <a:pt x="705" y="331"/>
                </a:lnTo>
                <a:lnTo>
                  <a:pt x="705" y="330"/>
                </a:lnTo>
                <a:lnTo>
                  <a:pt x="705" y="329"/>
                </a:lnTo>
                <a:lnTo>
                  <a:pt x="704" y="328"/>
                </a:lnTo>
                <a:lnTo>
                  <a:pt x="704" y="329"/>
                </a:lnTo>
                <a:lnTo>
                  <a:pt x="705" y="331"/>
                </a:lnTo>
                <a:lnTo>
                  <a:pt x="704" y="331"/>
                </a:lnTo>
                <a:lnTo>
                  <a:pt x="705" y="331"/>
                </a:lnTo>
                <a:lnTo>
                  <a:pt x="704" y="331"/>
                </a:lnTo>
                <a:lnTo>
                  <a:pt x="703" y="331"/>
                </a:lnTo>
                <a:lnTo>
                  <a:pt x="702" y="331"/>
                </a:lnTo>
                <a:lnTo>
                  <a:pt x="701" y="331"/>
                </a:lnTo>
                <a:lnTo>
                  <a:pt x="701" y="330"/>
                </a:lnTo>
                <a:lnTo>
                  <a:pt x="700" y="330"/>
                </a:lnTo>
                <a:lnTo>
                  <a:pt x="700" y="331"/>
                </a:lnTo>
                <a:lnTo>
                  <a:pt x="699" y="331"/>
                </a:lnTo>
                <a:lnTo>
                  <a:pt x="698" y="332"/>
                </a:lnTo>
                <a:lnTo>
                  <a:pt x="697" y="332"/>
                </a:lnTo>
                <a:lnTo>
                  <a:pt x="697" y="333"/>
                </a:lnTo>
                <a:lnTo>
                  <a:pt x="696" y="333"/>
                </a:lnTo>
                <a:lnTo>
                  <a:pt x="696" y="334"/>
                </a:lnTo>
                <a:lnTo>
                  <a:pt x="696" y="335"/>
                </a:lnTo>
                <a:lnTo>
                  <a:pt x="696" y="336"/>
                </a:lnTo>
                <a:lnTo>
                  <a:pt x="696" y="337"/>
                </a:lnTo>
                <a:lnTo>
                  <a:pt x="695" y="337"/>
                </a:lnTo>
                <a:lnTo>
                  <a:pt x="696" y="337"/>
                </a:lnTo>
                <a:lnTo>
                  <a:pt x="695" y="338"/>
                </a:lnTo>
                <a:lnTo>
                  <a:pt x="694" y="338"/>
                </a:lnTo>
                <a:lnTo>
                  <a:pt x="695" y="337"/>
                </a:lnTo>
                <a:lnTo>
                  <a:pt x="695" y="336"/>
                </a:lnTo>
                <a:lnTo>
                  <a:pt x="694" y="335"/>
                </a:lnTo>
                <a:lnTo>
                  <a:pt x="693" y="335"/>
                </a:lnTo>
                <a:lnTo>
                  <a:pt x="694" y="336"/>
                </a:lnTo>
                <a:lnTo>
                  <a:pt x="694" y="337"/>
                </a:lnTo>
                <a:lnTo>
                  <a:pt x="693" y="337"/>
                </a:lnTo>
                <a:lnTo>
                  <a:pt x="692" y="337"/>
                </a:lnTo>
                <a:lnTo>
                  <a:pt x="693" y="337"/>
                </a:lnTo>
                <a:lnTo>
                  <a:pt x="692" y="337"/>
                </a:lnTo>
                <a:lnTo>
                  <a:pt x="691" y="338"/>
                </a:lnTo>
                <a:lnTo>
                  <a:pt x="691" y="339"/>
                </a:lnTo>
                <a:lnTo>
                  <a:pt x="692" y="339"/>
                </a:lnTo>
                <a:lnTo>
                  <a:pt x="692" y="340"/>
                </a:lnTo>
                <a:lnTo>
                  <a:pt x="692" y="341"/>
                </a:lnTo>
                <a:lnTo>
                  <a:pt x="692" y="342"/>
                </a:lnTo>
                <a:lnTo>
                  <a:pt x="691" y="342"/>
                </a:lnTo>
                <a:lnTo>
                  <a:pt x="690" y="342"/>
                </a:lnTo>
                <a:lnTo>
                  <a:pt x="690" y="341"/>
                </a:lnTo>
                <a:lnTo>
                  <a:pt x="689" y="341"/>
                </a:lnTo>
                <a:lnTo>
                  <a:pt x="689" y="340"/>
                </a:lnTo>
                <a:lnTo>
                  <a:pt x="688" y="340"/>
                </a:lnTo>
                <a:lnTo>
                  <a:pt x="688" y="339"/>
                </a:lnTo>
                <a:lnTo>
                  <a:pt x="687" y="339"/>
                </a:lnTo>
                <a:lnTo>
                  <a:pt x="686" y="339"/>
                </a:lnTo>
                <a:lnTo>
                  <a:pt x="686" y="340"/>
                </a:lnTo>
                <a:lnTo>
                  <a:pt x="685" y="340"/>
                </a:lnTo>
                <a:lnTo>
                  <a:pt x="684" y="340"/>
                </a:lnTo>
                <a:lnTo>
                  <a:pt x="684" y="341"/>
                </a:lnTo>
                <a:lnTo>
                  <a:pt x="683" y="341"/>
                </a:lnTo>
                <a:lnTo>
                  <a:pt x="682" y="341"/>
                </a:lnTo>
                <a:lnTo>
                  <a:pt x="682" y="340"/>
                </a:lnTo>
                <a:lnTo>
                  <a:pt x="681" y="339"/>
                </a:lnTo>
                <a:lnTo>
                  <a:pt x="680" y="339"/>
                </a:lnTo>
                <a:lnTo>
                  <a:pt x="678" y="339"/>
                </a:lnTo>
                <a:lnTo>
                  <a:pt x="677" y="339"/>
                </a:lnTo>
                <a:lnTo>
                  <a:pt x="677" y="340"/>
                </a:lnTo>
                <a:lnTo>
                  <a:pt x="676" y="340"/>
                </a:lnTo>
                <a:lnTo>
                  <a:pt x="676" y="339"/>
                </a:lnTo>
                <a:lnTo>
                  <a:pt x="676" y="340"/>
                </a:lnTo>
                <a:lnTo>
                  <a:pt x="676" y="341"/>
                </a:lnTo>
                <a:lnTo>
                  <a:pt x="676" y="342"/>
                </a:lnTo>
                <a:lnTo>
                  <a:pt x="676" y="343"/>
                </a:lnTo>
                <a:lnTo>
                  <a:pt x="675" y="343"/>
                </a:lnTo>
                <a:lnTo>
                  <a:pt x="676" y="343"/>
                </a:lnTo>
                <a:lnTo>
                  <a:pt x="676" y="344"/>
                </a:lnTo>
                <a:lnTo>
                  <a:pt x="675" y="343"/>
                </a:lnTo>
                <a:lnTo>
                  <a:pt x="675" y="344"/>
                </a:lnTo>
                <a:lnTo>
                  <a:pt x="673" y="344"/>
                </a:lnTo>
                <a:lnTo>
                  <a:pt x="672" y="344"/>
                </a:lnTo>
                <a:lnTo>
                  <a:pt x="671" y="344"/>
                </a:lnTo>
                <a:lnTo>
                  <a:pt x="671" y="343"/>
                </a:lnTo>
                <a:lnTo>
                  <a:pt x="670" y="343"/>
                </a:lnTo>
                <a:lnTo>
                  <a:pt x="670" y="344"/>
                </a:lnTo>
                <a:lnTo>
                  <a:pt x="669" y="344"/>
                </a:lnTo>
                <a:lnTo>
                  <a:pt x="669" y="343"/>
                </a:lnTo>
                <a:lnTo>
                  <a:pt x="668" y="343"/>
                </a:lnTo>
                <a:lnTo>
                  <a:pt x="668" y="342"/>
                </a:lnTo>
                <a:lnTo>
                  <a:pt x="667" y="341"/>
                </a:lnTo>
                <a:lnTo>
                  <a:pt x="667" y="340"/>
                </a:lnTo>
                <a:lnTo>
                  <a:pt x="668" y="339"/>
                </a:lnTo>
                <a:lnTo>
                  <a:pt x="667" y="339"/>
                </a:lnTo>
                <a:lnTo>
                  <a:pt x="666" y="339"/>
                </a:lnTo>
                <a:lnTo>
                  <a:pt x="666" y="340"/>
                </a:lnTo>
                <a:lnTo>
                  <a:pt x="666" y="341"/>
                </a:lnTo>
                <a:lnTo>
                  <a:pt x="667" y="342"/>
                </a:lnTo>
                <a:lnTo>
                  <a:pt x="668" y="342"/>
                </a:lnTo>
                <a:lnTo>
                  <a:pt x="668" y="343"/>
                </a:lnTo>
                <a:lnTo>
                  <a:pt x="668" y="344"/>
                </a:lnTo>
                <a:lnTo>
                  <a:pt x="667" y="344"/>
                </a:lnTo>
                <a:lnTo>
                  <a:pt x="667" y="345"/>
                </a:lnTo>
                <a:lnTo>
                  <a:pt x="667" y="344"/>
                </a:lnTo>
                <a:lnTo>
                  <a:pt x="667" y="345"/>
                </a:lnTo>
                <a:lnTo>
                  <a:pt x="666" y="345"/>
                </a:lnTo>
                <a:lnTo>
                  <a:pt x="666" y="346"/>
                </a:lnTo>
                <a:lnTo>
                  <a:pt x="665" y="346"/>
                </a:lnTo>
                <a:lnTo>
                  <a:pt x="664" y="346"/>
                </a:lnTo>
                <a:lnTo>
                  <a:pt x="664" y="347"/>
                </a:lnTo>
                <a:lnTo>
                  <a:pt x="663" y="347"/>
                </a:lnTo>
                <a:lnTo>
                  <a:pt x="664" y="347"/>
                </a:lnTo>
                <a:lnTo>
                  <a:pt x="663" y="347"/>
                </a:lnTo>
                <a:lnTo>
                  <a:pt x="663" y="348"/>
                </a:lnTo>
                <a:lnTo>
                  <a:pt x="662" y="348"/>
                </a:lnTo>
                <a:lnTo>
                  <a:pt x="662" y="349"/>
                </a:lnTo>
                <a:lnTo>
                  <a:pt x="661" y="348"/>
                </a:lnTo>
                <a:lnTo>
                  <a:pt x="661" y="347"/>
                </a:lnTo>
                <a:lnTo>
                  <a:pt x="660" y="347"/>
                </a:lnTo>
                <a:lnTo>
                  <a:pt x="661" y="348"/>
                </a:lnTo>
                <a:lnTo>
                  <a:pt x="661" y="349"/>
                </a:lnTo>
                <a:lnTo>
                  <a:pt x="660" y="349"/>
                </a:lnTo>
                <a:lnTo>
                  <a:pt x="660" y="350"/>
                </a:lnTo>
                <a:lnTo>
                  <a:pt x="659" y="350"/>
                </a:lnTo>
                <a:lnTo>
                  <a:pt x="658" y="350"/>
                </a:lnTo>
                <a:lnTo>
                  <a:pt x="657" y="350"/>
                </a:lnTo>
                <a:lnTo>
                  <a:pt x="657" y="351"/>
                </a:lnTo>
                <a:lnTo>
                  <a:pt x="657" y="350"/>
                </a:lnTo>
                <a:lnTo>
                  <a:pt x="657" y="349"/>
                </a:lnTo>
                <a:lnTo>
                  <a:pt x="656" y="349"/>
                </a:lnTo>
                <a:lnTo>
                  <a:pt x="655" y="349"/>
                </a:lnTo>
                <a:lnTo>
                  <a:pt x="655" y="348"/>
                </a:lnTo>
                <a:lnTo>
                  <a:pt x="656" y="348"/>
                </a:lnTo>
                <a:lnTo>
                  <a:pt x="656" y="347"/>
                </a:lnTo>
                <a:lnTo>
                  <a:pt x="656" y="346"/>
                </a:lnTo>
                <a:lnTo>
                  <a:pt x="655" y="346"/>
                </a:lnTo>
                <a:lnTo>
                  <a:pt x="655" y="347"/>
                </a:lnTo>
                <a:lnTo>
                  <a:pt x="655" y="348"/>
                </a:lnTo>
                <a:lnTo>
                  <a:pt x="654" y="349"/>
                </a:lnTo>
                <a:lnTo>
                  <a:pt x="655" y="349"/>
                </a:lnTo>
                <a:lnTo>
                  <a:pt x="655" y="350"/>
                </a:lnTo>
                <a:lnTo>
                  <a:pt x="656" y="350"/>
                </a:lnTo>
                <a:lnTo>
                  <a:pt x="656" y="351"/>
                </a:lnTo>
                <a:lnTo>
                  <a:pt x="655" y="351"/>
                </a:lnTo>
                <a:lnTo>
                  <a:pt x="654" y="351"/>
                </a:lnTo>
                <a:lnTo>
                  <a:pt x="654" y="352"/>
                </a:lnTo>
                <a:lnTo>
                  <a:pt x="653" y="352"/>
                </a:lnTo>
                <a:lnTo>
                  <a:pt x="653" y="351"/>
                </a:lnTo>
                <a:lnTo>
                  <a:pt x="652" y="351"/>
                </a:lnTo>
                <a:lnTo>
                  <a:pt x="652" y="350"/>
                </a:lnTo>
                <a:lnTo>
                  <a:pt x="651" y="350"/>
                </a:lnTo>
                <a:lnTo>
                  <a:pt x="652" y="351"/>
                </a:lnTo>
                <a:lnTo>
                  <a:pt x="653" y="352"/>
                </a:lnTo>
                <a:lnTo>
                  <a:pt x="652" y="352"/>
                </a:lnTo>
                <a:lnTo>
                  <a:pt x="652" y="353"/>
                </a:lnTo>
                <a:lnTo>
                  <a:pt x="652" y="352"/>
                </a:lnTo>
                <a:lnTo>
                  <a:pt x="652" y="353"/>
                </a:lnTo>
                <a:lnTo>
                  <a:pt x="651" y="353"/>
                </a:lnTo>
                <a:lnTo>
                  <a:pt x="650" y="353"/>
                </a:lnTo>
                <a:lnTo>
                  <a:pt x="650" y="354"/>
                </a:lnTo>
                <a:lnTo>
                  <a:pt x="650" y="353"/>
                </a:lnTo>
                <a:lnTo>
                  <a:pt x="650" y="354"/>
                </a:lnTo>
                <a:lnTo>
                  <a:pt x="649" y="354"/>
                </a:lnTo>
                <a:lnTo>
                  <a:pt x="649" y="355"/>
                </a:lnTo>
                <a:lnTo>
                  <a:pt x="648" y="355"/>
                </a:lnTo>
                <a:lnTo>
                  <a:pt x="648" y="356"/>
                </a:lnTo>
                <a:lnTo>
                  <a:pt x="648" y="358"/>
                </a:lnTo>
                <a:lnTo>
                  <a:pt x="648" y="359"/>
                </a:lnTo>
                <a:lnTo>
                  <a:pt x="649" y="359"/>
                </a:lnTo>
                <a:lnTo>
                  <a:pt x="650" y="359"/>
                </a:lnTo>
                <a:lnTo>
                  <a:pt x="651" y="359"/>
                </a:lnTo>
                <a:lnTo>
                  <a:pt x="651" y="360"/>
                </a:lnTo>
                <a:lnTo>
                  <a:pt x="652" y="360"/>
                </a:lnTo>
                <a:lnTo>
                  <a:pt x="652" y="361"/>
                </a:lnTo>
                <a:lnTo>
                  <a:pt x="652" y="360"/>
                </a:lnTo>
                <a:lnTo>
                  <a:pt x="652" y="361"/>
                </a:lnTo>
                <a:lnTo>
                  <a:pt x="652" y="362"/>
                </a:lnTo>
                <a:lnTo>
                  <a:pt x="651" y="362"/>
                </a:lnTo>
                <a:lnTo>
                  <a:pt x="651" y="363"/>
                </a:lnTo>
                <a:lnTo>
                  <a:pt x="651" y="362"/>
                </a:lnTo>
                <a:lnTo>
                  <a:pt x="650" y="362"/>
                </a:lnTo>
                <a:lnTo>
                  <a:pt x="650" y="361"/>
                </a:lnTo>
                <a:lnTo>
                  <a:pt x="651" y="361"/>
                </a:lnTo>
                <a:lnTo>
                  <a:pt x="650" y="361"/>
                </a:lnTo>
                <a:lnTo>
                  <a:pt x="650" y="362"/>
                </a:lnTo>
                <a:lnTo>
                  <a:pt x="649" y="361"/>
                </a:lnTo>
                <a:lnTo>
                  <a:pt x="648" y="361"/>
                </a:lnTo>
                <a:lnTo>
                  <a:pt x="647" y="361"/>
                </a:lnTo>
                <a:lnTo>
                  <a:pt x="646" y="361"/>
                </a:lnTo>
                <a:lnTo>
                  <a:pt x="645" y="361"/>
                </a:lnTo>
                <a:lnTo>
                  <a:pt x="645" y="362"/>
                </a:lnTo>
                <a:lnTo>
                  <a:pt x="644" y="362"/>
                </a:lnTo>
                <a:lnTo>
                  <a:pt x="645" y="362"/>
                </a:lnTo>
                <a:lnTo>
                  <a:pt x="644" y="362"/>
                </a:lnTo>
                <a:lnTo>
                  <a:pt x="644" y="363"/>
                </a:lnTo>
                <a:lnTo>
                  <a:pt x="643" y="363"/>
                </a:lnTo>
                <a:lnTo>
                  <a:pt x="642" y="363"/>
                </a:lnTo>
                <a:lnTo>
                  <a:pt x="641" y="363"/>
                </a:lnTo>
                <a:lnTo>
                  <a:pt x="640" y="363"/>
                </a:lnTo>
                <a:lnTo>
                  <a:pt x="639" y="362"/>
                </a:lnTo>
                <a:lnTo>
                  <a:pt x="639" y="361"/>
                </a:lnTo>
                <a:lnTo>
                  <a:pt x="639" y="360"/>
                </a:lnTo>
                <a:lnTo>
                  <a:pt x="639" y="359"/>
                </a:lnTo>
                <a:lnTo>
                  <a:pt x="638" y="360"/>
                </a:lnTo>
                <a:lnTo>
                  <a:pt x="637" y="360"/>
                </a:lnTo>
                <a:lnTo>
                  <a:pt x="637" y="361"/>
                </a:lnTo>
                <a:lnTo>
                  <a:pt x="636" y="362"/>
                </a:lnTo>
                <a:lnTo>
                  <a:pt x="635" y="363"/>
                </a:lnTo>
                <a:lnTo>
                  <a:pt x="634" y="364"/>
                </a:lnTo>
                <a:lnTo>
                  <a:pt x="634" y="365"/>
                </a:lnTo>
                <a:lnTo>
                  <a:pt x="633" y="365"/>
                </a:lnTo>
                <a:lnTo>
                  <a:pt x="633" y="366"/>
                </a:lnTo>
                <a:lnTo>
                  <a:pt x="632" y="366"/>
                </a:lnTo>
                <a:lnTo>
                  <a:pt x="630" y="366"/>
                </a:lnTo>
                <a:lnTo>
                  <a:pt x="630" y="367"/>
                </a:lnTo>
                <a:lnTo>
                  <a:pt x="629" y="367"/>
                </a:lnTo>
                <a:lnTo>
                  <a:pt x="628" y="368"/>
                </a:lnTo>
                <a:lnTo>
                  <a:pt x="627" y="368"/>
                </a:lnTo>
                <a:lnTo>
                  <a:pt x="627" y="369"/>
                </a:lnTo>
                <a:lnTo>
                  <a:pt x="626" y="369"/>
                </a:lnTo>
                <a:lnTo>
                  <a:pt x="625" y="370"/>
                </a:lnTo>
                <a:lnTo>
                  <a:pt x="624" y="370"/>
                </a:lnTo>
                <a:lnTo>
                  <a:pt x="623" y="370"/>
                </a:lnTo>
                <a:lnTo>
                  <a:pt x="623" y="371"/>
                </a:lnTo>
                <a:lnTo>
                  <a:pt x="622" y="371"/>
                </a:lnTo>
                <a:lnTo>
                  <a:pt x="622" y="372"/>
                </a:lnTo>
                <a:lnTo>
                  <a:pt x="621" y="372"/>
                </a:lnTo>
                <a:lnTo>
                  <a:pt x="620" y="373"/>
                </a:lnTo>
                <a:lnTo>
                  <a:pt x="619" y="373"/>
                </a:lnTo>
                <a:lnTo>
                  <a:pt x="619" y="375"/>
                </a:lnTo>
                <a:lnTo>
                  <a:pt x="619" y="376"/>
                </a:lnTo>
                <a:lnTo>
                  <a:pt x="619" y="377"/>
                </a:lnTo>
                <a:lnTo>
                  <a:pt x="619" y="378"/>
                </a:lnTo>
                <a:lnTo>
                  <a:pt x="618" y="379"/>
                </a:lnTo>
                <a:lnTo>
                  <a:pt x="617" y="379"/>
                </a:lnTo>
                <a:lnTo>
                  <a:pt x="617" y="380"/>
                </a:lnTo>
                <a:lnTo>
                  <a:pt x="617" y="379"/>
                </a:lnTo>
                <a:lnTo>
                  <a:pt x="616" y="379"/>
                </a:lnTo>
                <a:lnTo>
                  <a:pt x="616" y="380"/>
                </a:lnTo>
                <a:lnTo>
                  <a:pt x="617" y="380"/>
                </a:lnTo>
                <a:lnTo>
                  <a:pt x="616" y="380"/>
                </a:lnTo>
                <a:lnTo>
                  <a:pt x="615" y="380"/>
                </a:lnTo>
                <a:lnTo>
                  <a:pt x="616" y="380"/>
                </a:lnTo>
                <a:lnTo>
                  <a:pt x="615" y="380"/>
                </a:lnTo>
                <a:lnTo>
                  <a:pt x="615" y="381"/>
                </a:lnTo>
                <a:lnTo>
                  <a:pt x="614" y="381"/>
                </a:lnTo>
                <a:lnTo>
                  <a:pt x="613" y="381"/>
                </a:lnTo>
                <a:lnTo>
                  <a:pt x="611" y="381"/>
                </a:lnTo>
                <a:lnTo>
                  <a:pt x="610" y="381"/>
                </a:lnTo>
                <a:lnTo>
                  <a:pt x="610" y="382"/>
                </a:lnTo>
                <a:lnTo>
                  <a:pt x="609" y="382"/>
                </a:lnTo>
                <a:lnTo>
                  <a:pt x="608" y="382"/>
                </a:lnTo>
                <a:lnTo>
                  <a:pt x="608" y="383"/>
                </a:lnTo>
                <a:lnTo>
                  <a:pt x="607" y="383"/>
                </a:lnTo>
                <a:lnTo>
                  <a:pt x="606" y="384"/>
                </a:lnTo>
                <a:lnTo>
                  <a:pt x="605" y="384"/>
                </a:lnTo>
                <a:lnTo>
                  <a:pt x="605" y="385"/>
                </a:lnTo>
                <a:lnTo>
                  <a:pt x="604" y="385"/>
                </a:lnTo>
                <a:lnTo>
                  <a:pt x="604" y="386"/>
                </a:lnTo>
                <a:lnTo>
                  <a:pt x="603" y="386"/>
                </a:lnTo>
                <a:lnTo>
                  <a:pt x="603" y="387"/>
                </a:lnTo>
                <a:lnTo>
                  <a:pt x="602" y="387"/>
                </a:lnTo>
                <a:lnTo>
                  <a:pt x="602" y="388"/>
                </a:lnTo>
                <a:lnTo>
                  <a:pt x="601" y="388"/>
                </a:lnTo>
                <a:lnTo>
                  <a:pt x="600" y="388"/>
                </a:lnTo>
                <a:lnTo>
                  <a:pt x="600" y="389"/>
                </a:lnTo>
                <a:lnTo>
                  <a:pt x="599" y="389"/>
                </a:lnTo>
                <a:lnTo>
                  <a:pt x="599" y="390"/>
                </a:lnTo>
                <a:lnTo>
                  <a:pt x="598" y="390"/>
                </a:lnTo>
                <a:lnTo>
                  <a:pt x="597" y="390"/>
                </a:lnTo>
                <a:lnTo>
                  <a:pt x="597" y="391"/>
                </a:lnTo>
                <a:lnTo>
                  <a:pt x="596" y="391"/>
                </a:lnTo>
                <a:lnTo>
                  <a:pt x="596" y="392"/>
                </a:lnTo>
                <a:lnTo>
                  <a:pt x="596" y="393"/>
                </a:lnTo>
                <a:lnTo>
                  <a:pt x="595" y="393"/>
                </a:lnTo>
                <a:lnTo>
                  <a:pt x="595" y="394"/>
                </a:lnTo>
                <a:lnTo>
                  <a:pt x="594" y="394"/>
                </a:lnTo>
                <a:lnTo>
                  <a:pt x="594" y="395"/>
                </a:lnTo>
                <a:lnTo>
                  <a:pt x="594" y="396"/>
                </a:lnTo>
                <a:lnTo>
                  <a:pt x="593" y="396"/>
                </a:lnTo>
                <a:lnTo>
                  <a:pt x="593" y="397"/>
                </a:lnTo>
                <a:lnTo>
                  <a:pt x="592" y="397"/>
                </a:lnTo>
                <a:lnTo>
                  <a:pt x="592" y="396"/>
                </a:lnTo>
                <a:lnTo>
                  <a:pt x="592" y="397"/>
                </a:lnTo>
                <a:lnTo>
                  <a:pt x="592" y="396"/>
                </a:lnTo>
                <a:lnTo>
                  <a:pt x="591" y="396"/>
                </a:lnTo>
                <a:lnTo>
                  <a:pt x="592" y="396"/>
                </a:lnTo>
                <a:lnTo>
                  <a:pt x="593" y="396"/>
                </a:lnTo>
                <a:lnTo>
                  <a:pt x="592" y="396"/>
                </a:lnTo>
                <a:lnTo>
                  <a:pt x="593" y="396"/>
                </a:lnTo>
                <a:lnTo>
                  <a:pt x="592" y="396"/>
                </a:lnTo>
                <a:lnTo>
                  <a:pt x="591" y="396"/>
                </a:lnTo>
                <a:lnTo>
                  <a:pt x="590" y="396"/>
                </a:lnTo>
                <a:lnTo>
                  <a:pt x="590" y="397"/>
                </a:lnTo>
                <a:lnTo>
                  <a:pt x="589" y="397"/>
                </a:lnTo>
                <a:lnTo>
                  <a:pt x="589" y="398"/>
                </a:lnTo>
                <a:lnTo>
                  <a:pt x="588" y="398"/>
                </a:lnTo>
                <a:lnTo>
                  <a:pt x="588" y="399"/>
                </a:lnTo>
                <a:lnTo>
                  <a:pt x="588" y="400"/>
                </a:lnTo>
                <a:lnTo>
                  <a:pt x="587" y="400"/>
                </a:lnTo>
                <a:lnTo>
                  <a:pt x="588" y="400"/>
                </a:lnTo>
                <a:lnTo>
                  <a:pt x="587" y="400"/>
                </a:lnTo>
                <a:lnTo>
                  <a:pt x="586" y="400"/>
                </a:lnTo>
                <a:lnTo>
                  <a:pt x="586" y="401"/>
                </a:lnTo>
                <a:lnTo>
                  <a:pt x="585" y="401"/>
                </a:lnTo>
                <a:lnTo>
                  <a:pt x="584" y="402"/>
                </a:lnTo>
                <a:lnTo>
                  <a:pt x="584" y="403"/>
                </a:lnTo>
                <a:lnTo>
                  <a:pt x="583" y="403"/>
                </a:lnTo>
                <a:lnTo>
                  <a:pt x="583" y="404"/>
                </a:lnTo>
                <a:lnTo>
                  <a:pt x="582" y="404"/>
                </a:lnTo>
                <a:lnTo>
                  <a:pt x="582" y="405"/>
                </a:lnTo>
                <a:lnTo>
                  <a:pt x="581" y="405"/>
                </a:lnTo>
                <a:lnTo>
                  <a:pt x="581" y="406"/>
                </a:lnTo>
                <a:lnTo>
                  <a:pt x="580" y="406"/>
                </a:lnTo>
                <a:lnTo>
                  <a:pt x="580" y="407"/>
                </a:lnTo>
                <a:lnTo>
                  <a:pt x="579" y="407"/>
                </a:lnTo>
                <a:lnTo>
                  <a:pt x="579" y="408"/>
                </a:lnTo>
                <a:lnTo>
                  <a:pt x="578" y="408"/>
                </a:lnTo>
                <a:lnTo>
                  <a:pt x="578" y="409"/>
                </a:lnTo>
                <a:lnTo>
                  <a:pt x="578" y="410"/>
                </a:lnTo>
                <a:lnTo>
                  <a:pt x="577" y="410"/>
                </a:lnTo>
                <a:lnTo>
                  <a:pt x="577" y="411"/>
                </a:lnTo>
                <a:lnTo>
                  <a:pt x="577" y="412"/>
                </a:lnTo>
                <a:lnTo>
                  <a:pt x="578" y="412"/>
                </a:lnTo>
                <a:lnTo>
                  <a:pt x="578" y="413"/>
                </a:lnTo>
                <a:lnTo>
                  <a:pt x="579" y="413"/>
                </a:lnTo>
                <a:lnTo>
                  <a:pt x="580" y="413"/>
                </a:lnTo>
                <a:lnTo>
                  <a:pt x="581" y="414"/>
                </a:lnTo>
                <a:lnTo>
                  <a:pt x="581" y="415"/>
                </a:lnTo>
                <a:lnTo>
                  <a:pt x="581" y="416"/>
                </a:lnTo>
                <a:lnTo>
                  <a:pt x="581" y="417"/>
                </a:lnTo>
                <a:lnTo>
                  <a:pt x="580" y="417"/>
                </a:lnTo>
                <a:lnTo>
                  <a:pt x="580" y="418"/>
                </a:lnTo>
                <a:lnTo>
                  <a:pt x="580" y="419"/>
                </a:lnTo>
                <a:lnTo>
                  <a:pt x="579" y="419"/>
                </a:lnTo>
                <a:lnTo>
                  <a:pt x="579" y="420"/>
                </a:lnTo>
                <a:lnTo>
                  <a:pt x="579" y="421"/>
                </a:lnTo>
                <a:lnTo>
                  <a:pt x="579" y="419"/>
                </a:lnTo>
                <a:lnTo>
                  <a:pt x="578" y="419"/>
                </a:lnTo>
                <a:lnTo>
                  <a:pt x="578" y="420"/>
                </a:lnTo>
                <a:lnTo>
                  <a:pt x="577" y="420"/>
                </a:lnTo>
                <a:lnTo>
                  <a:pt x="576" y="420"/>
                </a:lnTo>
                <a:lnTo>
                  <a:pt x="576" y="421"/>
                </a:lnTo>
                <a:lnTo>
                  <a:pt x="575" y="421"/>
                </a:lnTo>
                <a:lnTo>
                  <a:pt x="574" y="421"/>
                </a:lnTo>
                <a:lnTo>
                  <a:pt x="573" y="421"/>
                </a:lnTo>
                <a:lnTo>
                  <a:pt x="573" y="422"/>
                </a:lnTo>
                <a:lnTo>
                  <a:pt x="572" y="422"/>
                </a:lnTo>
                <a:lnTo>
                  <a:pt x="572" y="423"/>
                </a:lnTo>
                <a:lnTo>
                  <a:pt x="572" y="424"/>
                </a:lnTo>
                <a:lnTo>
                  <a:pt x="573" y="424"/>
                </a:lnTo>
                <a:lnTo>
                  <a:pt x="573" y="425"/>
                </a:lnTo>
                <a:lnTo>
                  <a:pt x="572" y="425"/>
                </a:lnTo>
                <a:lnTo>
                  <a:pt x="572" y="426"/>
                </a:lnTo>
                <a:lnTo>
                  <a:pt x="571" y="426"/>
                </a:lnTo>
                <a:lnTo>
                  <a:pt x="571" y="425"/>
                </a:lnTo>
                <a:lnTo>
                  <a:pt x="570" y="425"/>
                </a:lnTo>
                <a:lnTo>
                  <a:pt x="570" y="426"/>
                </a:lnTo>
                <a:lnTo>
                  <a:pt x="569" y="426"/>
                </a:lnTo>
                <a:lnTo>
                  <a:pt x="568" y="426"/>
                </a:lnTo>
                <a:lnTo>
                  <a:pt x="567" y="426"/>
                </a:lnTo>
                <a:lnTo>
                  <a:pt x="567" y="427"/>
                </a:lnTo>
                <a:lnTo>
                  <a:pt x="566" y="428"/>
                </a:lnTo>
                <a:lnTo>
                  <a:pt x="566" y="429"/>
                </a:lnTo>
                <a:lnTo>
                  <a:pt x="565" y="429"/>
                </a:lnTo>
                <a:lnTo>
                  <a:pt x="565" y="430"/>
                </a:lnTo>
                <a:lnTo>
                  <a:pt x="565" y="431"/>
                </a:lnTo>
                <a:lnTo>
                  <a:pt x="565" y="433"/>
                </a:lnTo>
                <a:lnTo>
                  <a:pt x="564" y="433"/>
                </a:lnTo>
                <a:lnTo>
                  <a:pt x="565" y="433"/>
                </a:lnTo>
                <a:lnTo>
                  <a:pt x="564" y="433"/>
                </a:lnTo>
                <a:lnTo>
                  <a:pt x="564" y="434"/>
                </a:lnTo>
                <a:lnTo>
                  <a:pt x="565" y="434"/>
                </a:lnTo>
                <a:lnTo>
                  <a:pt x="564" y="434"/>
                </a:lnTo>
                <a:lnTo>
                  <a:pt x="564" y="435"/>
                </a:lnTo>
                <a:lnTo>
                  <a:pt x="563" y="435"/>
                </a:lnTo>
                <a:lnTo>
                  <a:pt x="563" y="436"/>
                </a:lnTo>
                <a:lnTo>
                  <a:pt x="562" y="436"/>
                </a:lnTo>
                <a:lnTo>
                  <a:pt x="561" y="436"/>
                </a:lnTo>
                <a:lnTo>
                  <a:pt x="560" y="436"/>
                </a:lnTo>
                <a:lnTo>
                  <a:pt x="560" y="437"/>
                </a:lnTo>
                <a:lnTo>
                  <a:pt x="559" y="437"/>
                </a:lnTo>
                <a:lnTo>
                  <a:pt x="559" y="438"/>
                </a:lnTo>
                <a:lnTo>
                  <a:pt x="559" y="439"/>
                </a:lnTo>
                <a:lnTo>
                  <a:pt x="558" y="438"/>
                </a:lnTo>
                <a:lnTo>
                  <a:pt x="557" y="437"/>
                </a:lnTo>
                <a:lnTo>
                  <a:pt x="556" y="437"/>
                </a:lnTo>
                <a:lnTo>
                  <a:pt x="556" y="438"/>
                </a:lnTo>
                <a:lnTo>
                  <a:pt x="554" y="438"/>
                </a:lnTo>
                <a:lnTo>
                  <a:pt x="552" y="438"/>
                </a:lnTo>
                <a:lnTo>
                  <a:pt x="548" y="439"/>
                </a:lnTo>
                <a:lnTo>
                  <a:pt x="547" y="440"/>
                </a:lnTo>
                <a:lnTo>
                  <a:pt x="546" y="440"/>
                </a:lnTo>
                <a:lnTo>
                  <a:pt x="545" y="440"/>
                </a:lnTo>
                <a:lnTo>
                  <a:pt x="543" y="441"/>
                </a:lnTo>
                <a:lnTo>
                  <a:pt x="542" y="441"/>
                </a:lnTo>
                <a:lnTo>
                  <a:pt x="539" y="440"/>
                </a:lnTo>
                <a:lnTo>
                  <a:pt x="538" y="440"/>
                </a:lnTo>
                <a:lnTo>
                  <a:pt x="537" y="439"/>
                </a:lnTo>
                <a:lnTo>
                  <a:pt x="536" y="439"/>
                </a:lnTo>
                <a:lnTo>
                  <a:pt x="534" y="439"/>
                </a:lnTo>
                <a:lnTo>
                  <a:pt x="532" y="439"/>
                </a:lnTo>
                <a:lnTo>
                  <a:pt x="531" y="439"/>
                </a:lnTo>
                <a:lnTo>
                  <a:pt x="531" y="438"/>
                </a:lnTo>
                <a:lnTo>
                  <a:pt x="530" y="438"/>
                </a:lnTo>
                <a:lnTo>
                  <a:pt x="530" y="439"/>
                </a:lnTo>
                <a:lnTo>
                  <a:pt x="528" y="439"/>
                </a:lnTo>
                <a:lnTo>
                  <a:pt x="528" y="438"/>
                </a:lnTo>
                <a:lnTo>
                  <a:pt x="527" y="438"/>
                </a:lnTo>
                <a:lnTo>
                  <a:pt x="526" y="438"/>
                </a:lnTo>
                <a:lnTo>
                  <a:pt x="525" y="438"/>
                </a:lnTo>
                <a:lnTo>
                  <a:pt x="525" y="437"/>
                </a:lnTo>
                <a:lnTo>
                  <a:pt x="526" y="437"/>
                </a:lnTo>
                <a:lnTo>
                  <a:pt x="526" y="436"/>
                </a:lnTo>
                <a:lnTo>
                  <a:pt x="525" y="437"/>
                </a:lnTo>
                <a:lnTo>
                  <a:pt x="524" y="437"/>
                </a:lnTo>
                <a:lnTo>
                  <a:pt x="523" y="437"/>
                </a:lnTo>
                <a:lnTo>
                  <a:pt x="522" y="438"/>
                </a:lnTo>
                <a:lnTo>
                  <a:pt x="521" y="438"/>
                </a:lnTo>
                <a:lnTo>
                  <a:pt x="520" y="438"/>
                </a:lnTo>
                <a:lnTo>
                  <a:pt x="519" y="439"/>
                </a:lnTo>
                <a:lnTo>
                  <a:pt x="516" y="439"/>
                </a:lnTo>
                <a:lnTo>
                  <a:pt x="515" y="439"/>
                </a:lnTo>
                <a:lnTo>
                  <a:pt x="515" y="438"/>
                </a:lnTo>
                <a:lnTo>
                  <a:pt x="514" y="438"/>
                </a:lnTo>
                <a:lnTo>
                  <a:pt x="510" y="440"/>
                </a:lnTo>
                <a:lnTo>
                  <a:pt x="509" y="438"/>
                </a:lnTo>
                <a:lnTo>
                  <a:pt x="508" y="438"/>
                </a:lnTo>
                <a:lnTo>
                  <a:pt x="507" y="438"/>
                </a:lnTo>
                <a:lnTo>
                  <a:pt x="506" y="437"/>
                </a:lnTo>
                <a:lnTo>
                  <a:pt x="506" y="436"/>
                </a:lnTo>
                <a:lnTo>
                  <a:pt x="506" y="435"/>
                </a:lnTo>
                <a:lnTo>
                  <a:pt x="505" y="435"/>
                </a:lnTo>
                <a:lnTo>
                  <a:pt x="504" y="435"/>
                </a:lnTo>
                <a:lnTo>
                  <a:pt x="505" y="436"/>
                </a:lnTo>
                <a:lnTo>
                  <a:pt x="505" y="437"/>
                </a:lnTo>
                <a:lnTo>
                  <a:pt x="505" y="438"/>
                </a:lnTo>
                <a:lnTo>
                  <a:pt x="504" y="437"/>
                </a:lnTo>
                <a:lnTo>
                  <a:pt x="503" y="437"/>
                </a:lnTo>
                <a:lnTo>
                  <a:pt x="504" y="439"/>
                </a:lnTo>
                <a:lnTo>
                  <a:pt x="504" y="440"/>
                </a:lnTo>
                <a:lnTo>
                  <a:pt x="504" y="441"/>
                </a:lnTo>
                <a:lnTo>
                  <a:pt x="503" y="441"/>
                </a:lnTo>
                <a:lnTo>
                  <a:pt x="503" y="442"/>
                </a:lnTo>
                <a:lnTo>
                  <a:pt x="502" y="443"/>
                </a:lnTo>
                <a:lnTo>
                  <a:pt x="501" y="444"/>
                </a:lnTo>
                <a:lnTo>
                  <a:pt x="500" y="444"/>
                </a:lnTo>
                <a:lnTo>
                  <a:pt x="500" y="445"/>
                </a:lnTo>
                <a:lnTo>
                  <a:pt x="498" y="445"/>
                </a:lnTo>
                <a:lnTo>
                  <a:pt x="498" y="444"/>
                </a:lnTo>
                <a:lnTo>
                  <a:pt x="498" y="443"/>
                </a:lnTo>
                <a:lnTo>
                  <a:pt x="497" y="443"/>
                </a:lnTo>
                <a:lnTo>
                  <a:pt x="497" y="444"/>
                </a:lnTo>
                <a:lnTo>
                  <a:pt x="496" y="444"/>
                </a:lnTo>
                <a:lnTo>
                  <a:pt x="496" y="445"/>
                </a:lnTo>
                <a:lnTo>
                  <a:pt x="496" y="446"/>
                </a:lnTo>
                <a:lnTo>
                  <a:pt x="495" y="446"/>
                </a:lnTo>
                <a:lnTo>
                  <a:pt x="495" y="447"/>
                </a:lnTo>
                <a:lnTo>
                  <a:pt x="494" y="447"/>
                </a:lnTo>
                <a:lnTo>
                  <a:pt x="494" y="446"/>
                </a:lnTo>
                <a:lnTo>
                  <a:pt x="495" y="446"/>
                </a:lnTo>
                <a:lnTo>
                  <a:pt x="495" y="444"/>
                </a:lnTo>
                <a:lnTo>
                  <a:pt x="494" y="444"/>
                </a:lnTo>
                <a:lnTo>
                  <a:pt x="494" y="443"/>
                </a:lnTo>
                <a:lnTo>
                  <a:pt x="493" y="443"/>
                </a:lnTo>
                <a:lnTo>
                  <a:pt x="492" y="443"/>
                </a:lnTo>
                <a:lnTo>
                  <a:pt x="491" y="443"/>
                </a:lnTo>
                <a:lnTo>
                  <a:pt x="491" y="445"/>
                </a:lnTo>
                <a:lnTo>
                  <a:pt x="489" y="445"/>
                </a:lnTo>
                <a:lnTo>
                  <a:pt x="489" y="446"/>
                </a:lnTo>
                <a:lnTo>
                  <a:pt x="488" y="446"/>
                </a:lnTo>
                <a:lnTo>
                  <a:pt x="487" y="446"/>
                </a:lnTo>
                <a:lnTo>
                  <a:pt x="485" y="446"/>
                </a:lnTo>
                <a:lnTo>
                  <a:pt x="486" y="447"/>
                </a:lnTo>
                <a:lnTo>
                  <a:pt x="487" y="447"/>
                </a:lnTo>
                <a:lnTo>
                  <a:pt x="487" y="448"/>
                </a:lnTo>
                <a:lnTo>
                  <a:pt x="486" y="448"/>
                </a:lnTo>
                <a:lnTo>
                  <a:pt x="485" y="447"/>
                </a:lnTo>
                <a:lnTo>
                  <a:pt x="485" y="448"/>
                </a:lnTo>
                <a:lnTo>
                  <a:pt x="484" y="448"/>
                </a:lnTo>
                <a:lnTo>
                  <a:pt x="484" y="449"/>
                </a:lnTo>
                <a:lnTo>
                  <a:pt x="483" y="449"/>
                </a:lnTo>
                <a:lnTo>
                  <a:pt x="482" y="449"/>
                </a:lnTo>
                <a:lnTo>
                  <a:pt x="481" y="449"/>
                </a:lnTo>
                <a:lnTo>
                  <a:pt x="480" y="449"/>
                </a:lnTo>
                <a:lnTo>
                  <a:pt x="479" y="450"/>
                </a:lnTo>
                <a:lnTo>
                  <a:pt x="478" y="450"/>
                </a:lnTo>
                <a:lnTo>
                  <a:pt x="478" y="449"/>
                </a:lnTo>
                <a:lnTo>
                  <a:pt x="478" y="448"/>
                </a:lnTo>
                <a:lnTo>
                  <a:pt x="478" y="447"/>
                </a:lnTo>
                <a:lnTo>
                  <a:pt x="479" y="447"/>
                </a:lnTo>
                <a:lnTo>
                  <a:pt x="480" y="448"/>
                </a:lnTo>
                <a:lnTo>
                  <a:pt x="481" y="447"/>
                </a:lnTo>
                <a:lnTo>
                  <a:pt x="481" y="446"/>
                </a:lnTo>
                <a:lnTo>
                  <a:pt x="480" y="446"/>
                </a:lnTo>
                <a:lnTo>
                  <a:pt x="479" y="447"/>
                </a:lnTo>
                <a:lnTo>
                  <a:pt x="478" y="447"/>
                </a:lnTo>
                <a:lnTo>
                  <a:pt x="478" y="446"/>
                </a:lnTo>
                <a:lnTo>
                  <a:pt x="479" y="446"/>
                </a:lnTo>
                <a:lnTo>
                  <a:pt x="479" y="445"/>
                </a:lnTo>
                <a:lnTo>
                  <a:pt x="479" y="444"/>
                </a:lnTo>
                <a:lnTo>
                  <a:pt x="480" y="443"/>
                </a:lnTo>
                <a:lnTo>
                  <a:pt x="480" y="442"/>
                </a:lnTo>
                <a:lnTo>
                  <a:pt x="480" y="441"/>
                </a:lnTo>
                <a:lnTo>
                  <a:pt x="479" y="441"/>
                </a:lnTo>
                <a:lnTo>
                  <a:pt x="479" y="443"/>
                </a:lnTo>
                <a:lnTo>
                  <a:pt x="478" y="443"/>
                </a:lnTo>
                <a:lnTo>
                  <a:pt x="478" y="444"/>
                </a:lnTo>
                <a:lnTo>
                  <a:pt x="478" y="445"/>
                </a:lnTo>
                <a:lnTo>
                  <a:pt x="478" y="446"/>
                </a:lnTo>
                <a:lnTo>
                  <a:pt x="478" y="447"/>
                </a:lnTo>
                <a:lnTo>
                  <a:pt x="477" y="448"/>
                </a:lnTo>
                <a:lnTo>
                  <a:pt x="476" y="448"/>
                </a:lnTo>
                <a:lnTo>
                  <a:pt x="476" y="447"/>
                </a:lnTo>
                <a:lnTo>
                  <a:pt x="473" y="447"/>
                </a:lnTo>
                <a:lnTo>
                  <a:pt x="472" y="447"/>
                </a:lnTo>
                <a:lnTo>
                  <a:pt x="471" y="447"/>
                </a:lnTo>
                <a:lnTo>
                  <a:pt x="470" y="447"/>
                </a:lnTo>
                <a:lnTo>
                  <a:pt x="469" y="446"/>
                </a:lnTo>
                <a:lnTo>
                  <a:pt x="468" y="445"/>
                </a:lnTo>
                <a:lnTo>
                  <a:pt x="467" y="444"/>
                </a:lnTo>
                <a:lnTo>
                  <a:pt x="467" y="443"/>
                </a:lnTo>
                <a:lnTo>
                  <a:pt x="467" y="442"/>
                </a:lnTo>
                <a:lnTo>
                  <a:pt x="466" y="443"/>
                </a:lnTo>
                <a:lnTo>
                  <a:pt x="468" y="446"/>
                </a:lnTo>
                <a:lnTo>
                  <a:pt x="465" y="447"/>
                </a:lnTo>
                <a:lnTo>
                  <a:pt x="466" y="448"/>
                </a:lnTo>
                <a:lnTo>
                  <a:pt x="465" y="449"/>
                </a:lnTo>
                <a:lnTo>
                  <a:pt x="464" y="448"/>
                </a:lnTo>
                <a:lnTo>
                  <a:pt x="463" y="447"/>
                </a:lnTo>
                <a:lnTo>
                  <a:pt x="462" y="447"/>
                </a:lnTo>
                <a:lnTo>
                  <a:pt x="462" y="448"/>
                </a:lnTo>
                <a:lnTo>
                  <a:pt x="462" y="449"/>
                </a:lnTo>
                <a:lnTo>
                  <a:pt x="463" y="449"/>
                </a:lnTo>
                <a:lnTo>
                  <a:pt x="463" y="448"/>
                </a:lnTo>
                <a:lnTo>
                  <a:pt x="464" y="449"/>
                </a:lnTo>
                <a:lnTo>
                  <a:pt x="466" y="450"/>
                </a:lnTo>
                <a:lnTo>
                  <a:pt x="465" y="451"/>
                </a:lnTo>
                <a:lnTo>
                  <a:pt x="465" y="452"/>
                </a:lnTo>
                <a:lnTo>
                  <a:pt x="465" y="453"/>
                </a:lnTo>
                <a:lnTo>
                  <a:pt x="466" y="453"/>
                </a:lnTo>
                <a:lnTo>
                  <a:pt x="467" y="453"/>
                </a:lnTo>
                <a:lnTo>
                  <a:pt x="466" y="454"/>
                </a:lnTo>
                <a:lnTo>
                  <a:pt x="465" y="453"/>
                </a:lnTo>
                <a:lnTo>
                  <a:pt x="464" y="453"/>
                </a:lnTo>
                <a:lnTo>
                  <a:pt x="464" y="454"/>
                </a:lnTo>
                <a:lnTo>
                  <a:pt x="463" y="454"/>
                </a:lnTo>
                <a:lnTo>
                  <a:pt x="462" y="454"/>
                </a:lnTo>
                <a:lnTo>
                  <a:pt x="461" y="453"/>
                </a:lnTo>
                <a:lnTo>
                  <a:pt x="460" y="453"/>
                </a:lnTo>
                <a:lnTo>
                  <a:pt x="459" y="454"/>
                </a:lnTo>
                <a:lnTo>
                  <a:pt x="459" y="455"/>
                </a:lnTo>
                <a:lnTo>
                  <a:pt x="460" y="455"/>
                </a:lnTo>
                <a:lnTo>
                  <a:pt x="460" y="456"/>
                </a:lnTo>
                <a:lnTo>
                  <a:pt x="459" y="457"/>
                </a:lnTo>
                <a:lnTo>
                  <a:pt x="456" y="457"/>
                </a:lnTo>
                <a:lnTo>
                  <a:pt x="456" y="456"/>
                </a:lnTo>
                <a:lnTo>
                  <a:pt x="455" y="457"/>
                </a:lnTo>
                <a:lnTo>
                  <a:pt x="455" y="456"/>
                </a:lnTo>
                <a:lnTo>
                  <a:pt x="454" y="456"/>
                </a:lnTo>
                <a:lnTo>
                  <a:pt x="454" y="457"/>
                </a:lnTo>
                <a:lnTo>
                  <a:pt x="454" y="458"/>
                </a:lnTo>
                <a:lnTo>
                  <a:pt x="453" y="458"/>
                </a:lnTo>
                <a:lnTo>
                  <a:pt x="452" y="459"/>
                </a:lnTo>
                <a:lnTo>
                  <a:pt x="452" y="460"/>
                </a:lnTo>
                <a:lnTo>
                  <a:pt x="451" y="460"/>
                </a:lnTo>
                <a:lnTo>
                  <a:pt x="450" y="459"/>
                </a:lnTo>
                <a:lnTo>
                  <a:pt x="450" y="458"/>
                </a:lnTo>
                <a:lnTo>
                  <a:pt x="448" y="456"/>
                </a:lnTo>
                <a:lnTo>
                  <a:pt x="447" y="456"/>
                </a:lnTo>
                <a:lnTo>
                  <a:pt x="447" y="458"/>
                </a:lnTo>
                <a:lnTo>
                  <a:pt x="446" y="458"/>
                </a:lnTo>
                <a:lnTo>
                  <a:pt x="445" y="458"/>
                </a:lnTo>
                <a:lnTo>
                  <a:pt x="445" y="457"/>
                </a:lnTo>
                <a:lnTo>
                  <a:pt x="444" y="457"/>
                </a:lnTo>
                <a:lnTo>
                  <a:pt x="443" y="458"/>
                </a:lnTo>
                <a:lnTo>
                  <a:pt x="442" y="458"/>
                </a:lnTo>
                <a:lnTo>
                  <a:pt x="442" y="457"/>
                </a:lnTo>
                <a:lnTo>
                  <a:pt x="441" y="457"/>
                </a:lnTo>
                <a:lnTo>
                  <a:pt x="440" y="457"/>
                </a:lnTo>
                <a:lnTo>
                  <a:pt x="440" y="458"/>
                </a:lnTo>
                <a:lnTo>
                  <a:pt x="439" y="458"/>
                </a:lnTo>
                <a:lnTo>
                  <a:pt x="438" y="458"/>
                </a:lnTo>
                <a:lnTo>
                  <a:pt x="438" y="457"/>
                </a:lnTo>
                <a:lnTo>
                  <a:pt x="438" y="456"/>
                </a:lnTo>
                <a:lnTo>
                  <a:pt x="437" y="457"/>
                </a:lnTo>
                <a:lnTo>
                  <a:pt x="436" y="458"/>
                </a:lnTo>
                <a:lnTo>
                  <a:pt x="435" y="458"/>
                </a:lnTo>
                <a:lnTo>
                  <a:pt x="435" y="459"/>
                </a:lnTo>
                <a:lnTo>
                  <a:pt x="436" y="459"/>
                </a:lnTo>
                <a:lnTo>
                  <a:pt x="436" y="458"/>
                </a:lnTo>
                <a:lnTo>
                  <a:pt x="436" y="459"/>
                </a:lnTo>
                <a:lnTo>
                  <a:pt x="437" y="459"/>
                </a:lnTo>
                <a:lnTo>
                  <a:pt x="436" y="460"/>
                </a:lnTo>
                <a:lnTo>
                  <a:pt x="435" y="460"/>
                </a:lnTo>
                <a:lnTo>
                  <a:pt x="434" y="461"/>
                </a:lnTo>
                <a:lnTo>
                  <a:pt x="433" y="462"/>
                </a:lnTo>
                <a:lnTo>
                  <a:pt x="434" y="463"/>
                </a:lnTo>
                <a:lnTo>
                  <a:pt x="434" y="465"/>
                </a:lnTo>
                <a:lnTo>
                  <a:pt x="431" y="465"/>
                </a:lnTo>
                <a:lnTo>
                  <a:pt x="431" y="464"/>
                </a:lnTo>
                <a:lnTo>
                  <a:pt x="427" y="464"/>
                </a:lnTo>
                <a:lnTo>
                  <a:pt x="423" y="465"/>
                </a:lnTo>
                <a:lnTo>
                  <a:pt x="423" y="464"/>
                </a:lnTo>
                <a:lnTo>
                  <a:pt x="420" y="465"/>
                </a:lnTo>
                <a:lnTo>
                  <a:pt x="421" y="466"/>
                </a:lnTo>
                <a:lnTo>
                  <a:pt x="420" y="466"/>
                </a:lnTo>
                <a:lnTo>
                  <a:pt x="420" y="468"/>
                </a:lnTo>
                <a:lnTo>
                  <a:pt x="418" y="469"/>
                </a:lnTo>
                <a:lnTo>
                  <a:pt x="417" y="467"/>
                </a:lnTo>
                <a:lnTo>
                  <a:pt x="416" y="467"/>
                </a:lnTo>
                <a:lnTo>
                  <a:pt x="415" y="468"/>
                </a:lnTo>
                <a:lnTo>
                  <a:pt x="417" y="469"/>
                </a:lnTo>
                <a:lnTo>
                  <a:pt x="407" y="473"/>
                </a:lnTo>
                <a:lnTo>
                  <a:pt x="406" y="472"/>
                </a:lnTo>
                <a:lnTo>
                  <a:pt x="404" y="473"/>
                </a:lnTo>
                <a:lnTo>
                  <a:pt x="404" y="474"/>
                </a:lnTo>
                <a:lnTo>
                  <a:pt x="404" y="475"/>
                </a:lnTo>
                <a:lnTo>
                  <a:pt x="403" y="475"/>
                </a:lnTo>
                <a:lnTo>
                  <a:pt x="402" y="474"/>
                </a:lnTo>
                <a:lnTo>
                  <a:pt x="400" y="472"/>
                </a:lnTo>
                <a:lnTo>
                  <a:pt x="400" y="473"/>
                </a:lnTo>
                <a:lnTo>
                  <a:pt x="399" y="473"/>
                </a:lnTo>
                <a:lnTo>
                  <a:pt x="400" y="474"/>
                </a:lnTo>
                <a:lnTo>
                  <a:pt x="400" y="475"/>
                </a:lnTo>
                <a:lnTo>
                  <a:pt x="399" y="476"/>
                </a:lnTo>
                <a:lnTo>
                  <a:pt x="399" y="477"/>
                </a:lnTo>
                <a:lnTo>
                  <a:pt x="399" y="478"/>
                </a:lnTo>
                <a:lnTo>
                  <a:pt x="398" y="478"/>
                </a:lnTo>
                <a:lnTo>
                  <a:pt x="398" y="477"/>
                </a:lnTo>
                <a:lnTo>
                  <a:pt x="397" y="478"/>
                </a:lnTo>
                <a:lnTo>
                  <a:pt x="397" y="479"/>
                </a:lnTo>
                <a:lnTo>
                  <a:pt x="397" y="478"/>
                </a:lnTo>
                <a:lnTo>
                  <a:pt x="397" y="479"/>
                </a:lnTo>
                <a:lnTo>
                  <a:pt x="398" y="479"/>
                </a:lnTo>
                <a:lnTo>
                  <a:pt x="397" y="479"/>
                </a:lnTo>
                <a:lnTo>
                  <a:pt x="396" y="479"/>
                </a:lnTo>
                <a:lnTo>
                  <a:pt x="396" y="478"/>
                </a:lnTo>
                <a:lnTo>
                  <a:pt x="395" y="478"/>
                </a:lnTo>
                <a:lnTo>
                  <a:pt x="395" y="479"/>
                </a:lnTo>
                <a:lnTo>
                  <a:pt x="396" y="479"/>
                </a:lnTo>
                <a:lnTo>
                  <a:pt x="395" y="480"/>
                </a:lnTo>
                <a:lnTo>
                  <a:pt x="394" y="480"/>
                </a:lnTo>
                <a:lnTo>
                  <a:pt x="393" y="481"/>
                </a:lnTo>
                <a:lnTo>
                  <a:pt x="392" y="481"/>
                </a:lnTo>
                <a:lnTo>
                  <a:pt x="393" y="481"/>
                </a:lnTo>
                <a:lnTo>
                  <a:pt x="393" y="480"/>
                </a:lnTo>
                <a:lnTo>
                  <a:pt x="393" y="479"/>
                </a:lnTo>
                <a:lnTo>
                  <a:pt x="392" y="479"/>
                </a:lnTo>
                <a:lnTo>
                  <a:pt x="391" y="479"/>
                </a:lnTo>
                <a:lnTo>
                  <a:pt x="392" y="479"/>
                </a:lnTo>
                <a:lnTo>
                  <a:pt x="392" y="480"/>
                </a:lnTo>
                <a:lnTo>
                  <a:pt x="391" y="482"/>
                </a:lnTo>
                <a:lnTo>
                  <a:pt x="391" y="483"/>
                </a:lnTo>
                <a:lnTo>
                  <a:pt x="391" y="484"/>
                </a:lnTo>
                <a:lnTo>
                  <a:pt x="392" y="484"/>
                </a:lnTo>
                <a:lnTo>
                  <a:pt x="392" y="485"/>
                </a:lnTo>
                <a:lnTo>
                  <a:pt x="392" y="486"/>
                </a:lnTo>
                <a:lnTo>
                  <a:pt x="391" y="486"/>
                </a:lnTo>
                <a:lnTo>
                  <a:pt x="390" y="484"/>
                </a:lnTo>
                <a:lnTo>
                  <a:pt x="387" y="487"/>
                </a:lnTo>
                <a:lnTo>
                  <a:pt x="386" y="487"/>
                </a:lnTo>
                <a:lnTo>
                  <a:pt x="385" y="487"/>
                </a:lnTo>
                <a:lnTo>
                  <a:pt x="385" y="486"/>
                </a:lnTo>
                <a:lnTo>
                  <a:pt x="385" y="488"/>
                </a:lnTo>
                <a:lnTo>
                  <a:pt x="384" y="489"/>
                </a:lnTo>
                <a:lnTo>
                  <a:pt x="383" y="489"/>
                </a:lnTo>
                <a:lnTo>
                  <a:pt x="381" y="489"/>
                </a:lnTo>
                <a:lnTo>
                  <a:pt x="380" y="489"/>
                </a:lnTo>
                <a:lnTo>
                  <a:pt x="380" y="487"/>
                </a:lnTo>
                <a:lnTo>
                  <a:pt x="378" y="487"/>
                </a:lnTo>
                <a:lnTo>
                  <a:pt x="374" y="487"/>
                </a:lnTo>
                <a:lnTo>
                  <a:pt x="373" y="487"/>
                </a:lnTo>
                <a:lnTo>
                  <a:pt x="373" y="488"/>
                </a:lnTo>
                <a:lnTo>
                  <a:pt x="373" y="489"/>
                </a:lnTo>
                <a:lnTo>
                  <a:pt x="368" y="491"/>
                </a:lnTo>
                <a:lnTo>
                  <a:pt x="367" y="491"/>
                </a:lnTo>
                <a:lnTo>
                  <a:pt x="367" y="492"/>
                </a:lnTo>
                <a:lnTo>
                  <a:pt x="368" y="493"/>
                </a:lnTo>
                <a:lnTo>
                  <a:pt x="365" y="495"/>
                </a:lnTo>
                <a:lnTo>
                  <a:pt x="364" y="495"/>
                </a:lnTo>
                <a:lnTo>
                  <a:pt x="364" y="494"/>
                </a:lnTo>
                <a:lnTo>
                  <a:pt x="364" y="495"/>
                </a:lnTo>
                <a:lnTo>
                  <a:pt x="365" y="496"/>
                </a:lnTo>
                <a:lnTo>
                  <a:pt x="365" y="497"/>
                </a:lnTo>
                <a:lnTo>
                  <a:pt x="364" y="497"/>
                </a:lnTo>
                <a:lnTo>
                  <a:pt x="363" y="495"/>
                </a:lnTo>
                <a:lnTo>
                  <a:pt x="362" y="496"/>
                </a:lnTo>
                <a:lnTo>
                  <a:pt x="360" y="498"/>
                </a:lnTo>
                <a:lnTo>
                  <a:pt x="360" y="499"/>
                </a:lnTo>
                <a:lnTo>
                  <a:pt x="359" y="499"/>
                </a:lnTo>
                <a:lnTo>
                  <a:pt x="358" y="498"/>
                </a:lnTo>
                <a:lnTo>
                  <a:pt x="357" y="498"/>
                </a:lnTo>
                <a:lnTo>
                  <a:pt x="358" y="499"/>
                </a:lnTo>
                <a:lnTo>
                  <a:pt x="359" y="499"/>
                </a:lnTo>
                <a:lnTo>
                  <a:pt x="359" y="500"/>
                </a:lnTo>
                <a:lnTo>
                  <a:pt x="360" y="500"/>
                </a:lnTo>
                <a:lnTo>
                  <a:pt x="359" y="500"/>
                </a:lnTo>
                <a:lnTo>
                  <a:pt x="359" y="501"/>
                </a:lnTo>
                <a:lnTo>
                  <a:pt x="358" y="502"/>
                </a:lnTo>
                <a:lnTo>
                  <a:pt x="357" y="502"/>
                </a:lnTo>
                <a:lnTo>
                  <a:pt x="357" y="503"/>
                </a:lnTo>
                <a:lnTo>
                  <a:pt x="357" y="504"/>
                </a:lnTo>
                <a:lnTo>
                  <a:pt x="358" y="504"/>
                </a:lnTo>
                <a:lnTo>
                  <a:pt x="357" y="504"/>
                </a:lnTo>
                <a:lnTo>
                  <a:pt x="357" y="505"/>
                </a:lnTo>
                <a:lnTo>
                  <a:pt x="356" y="505"/>
                </a:lnTo>
                <a:lnTo>
                  <a:pt x="356" y="504"/>
                </a:lnTo>
                <a:lnTo>
                  <a:pt x="355" y="504"/>
                </a:lnTo>
                <a:lnTo>
                  <a:pt x="355" y="505"/>
                </a:lnTo>
                <a:lnTo>
                  <a:pt x="354" y="505"/>
                </a:lnTo>
                <a:lnTo>
                  <a:pt x="354" y="506"/>
                </a:lnTo>
                <a:lnTo>
                  <a:pt x="353" y="506"/>
                </a:lnTo>
                <a:lnTo>
                  <a:pt x="352" y="506"/>
                </a:lnTo>
                <a:lnTo>
                  <a:pt x="351" y="506"/>
                </a:lnTo>
                <a:lnTo>
                  <a:pt x="350" y="506"/>
                </a:lnTo>
                <a:lnTo>
                  <a:pt x="350" y="507"/>
                </a:lnTo>
                <a:lnTo>
                  <a:pt x="349" y="507"/>
                </a:lnTo>
                <a:lnTo>
                  <a:pt x="348" y="508"/>
                </a:lnTo>
                <a:lnTo>
                  <a:pt x="347" y="509"/>
                </a:lnTo>
                <a:lnTo>
                  <a:pt x="346" y="510"/>
                </a:lnTo>
                <a:lnTo>
                  <a:pt x="345" y="510"/>
                </a:lnTo>
                <a:lnTo>
                  <a:pt x="344" y="510"/>
                </a:lnTo>
                <a:lnTo>
                  <a:pt x="344" y="511"/>
                </a:lnTo>
                <a:lnTo>
                  <a:pt x="343" y="512"/>
                </a:lnTo>
                <a:lnTo>
                  <a:pt x="343" y="513"/>
                </a:lnTo>
                <a:lnTo>
                  <a:pt x="344" y="513"/>
                </a:lnTo>
                <a:lnTo>
                  <a:pt x="344" y="514"/>
                </a:lnTo>
                <a:lnTo>
                  <a:pt x="344" y="515"/>
                </a:lnTo>
                <a:lnTo>
                  <a:pt x="343" y="516"/>
                </a:lnTo>
                <a:lnTo>
                  <a:pt x="342" y="515"/>
                </a:lnTo>
                <a:lnTo>
                  <a:pt x="341" y="515"/>
                </a:lnTo>
                <a:lnTo>
                  <a:pt x="341" y="516"/>
                </a:lnTo>
                <a:lnTo>
                  <a:pt x="342" y="516"/>
                </a:lnTo>
                <a:lnTo>
                  <a:pt x="343" y="516"/>
                </a:lnTo>
                <a:lnTo>
                  <a:pt x="344" y="516"/>
                </a:lnTo>
                <a:lnTo>
                  <a:pt x="344" y="517"/>
                </a:lnTo>
                <a:lnTo>
                  <a:pt x="344" y="518"/>
                </a:lnTo>
                <a:lnTo>
                  <a:pt x="345" y="518"/>
                </a:lnTo>
                <a:lnTo>
                  <a:pt x="346" y="517"/>
                </a:lnTo>
                <a:lnTo>
                  <a:pt x="346" y="518"/>
                </a:lnTo>
                <a:lnTo>
                  <a:pt x="347" y="518"/>
                </a:lnTo>
                <a:lnTo>
                  <a:pt x="348" y="518"/>
                </a:lnTo>
                <a:lnTo>
                  <a:pt x="349" y="518"/>
                </a:lnTo>
                <a:lnTo>
                  <a:pt x="349" y="519"/>
                </a:lnTo>
                <a:lnTo>
                  <a:pt x="348" y="519"/>
                </a:lnTo>
                <a:lnTo>
                  <a:pt x="348" y="518"/>
                </a:lnTo>
                <a:lnTo>
                  <a:pt x="347" y="518"/>
                </a:lnTo>
                <a:lnTo>
                  <a:pt x="347" y="519"/>
                </a:lnTo>
                <a:lnTo>
                  <a:pt x="346" y="519"/>
                </a:lnTo>
                <a:lnTo>
                  <a:pt x="345" y="519"/>
                </a:lnTo>
                <a:lnTo>
                  <a:pt x="344" y="519"/>
                </a:lnTo>
                <a:lnTo>
                  <a:pt x="344" y="520"/>
                </a:lnTo>
                <a:lnTo>
                  <a:pt x="344" y="521"/>
                </a:lnTo>
                <a:lnTo>
                  <a:pt x="343" y="521"/>
                </a:lnTo>
                <a:lnTo>
                  <a:pt x="342" y="521"/>
                </a:lnTo>
                <a:lnTo>
                  <a:pt x="342" y="522"/>
                </a:lnTo>
                <a:lnTo>
                  <a:pt x="341" y="522"/>
                </a:lnTo>
                <a:lnTo>
                  <a:pt x="340" y="522"/>
                </a:lnTo>
                <a:lnTo>
                  <a:pt x="340" y="523"/>
                </a:lnTo>
                <a:lnTo>
                  <a:pt x="341" y="523"/>
                </a:lnTo>
                <a:lnTo>
                  <a:pt x="340" y="523"/>
                </a:lnTo>
                <a:lnTo>
                  <a:pt x="339" y="523"/>
                </a:lnTo>
                <a:lnTo>
                  <a:pt x="338" y="523"/>
                </a:lnTo>
                <a:lnTo>
                  <a:pt x="338" y="524"/>
                </a:lnTo>
                <a:lnTo>
                  <a:pt x="337" y="523"/>
                </a:lnTo>
                <a:lnTo>
                  <a:pt x="336" y="523"/>
                </a:lnTo>
                <a:lnTo>
                  <a:pt x="336" y="522"/>
                </a:lnTo>
                <a:lnTo>
                  <a:pt x="335" y="522"/>
                </a:lnTo>
                <a:lnTo>
                  <a:pt x="335" y="523"/>
                </a:lnTo>
                <a:lnTo>
                  <a:pt x="336" y="524"/>
                </a:lnTo>
                <a:lnTo>
                  <a:pt x="336" y="525"/>
                </a:lnTo>
                <a:lnTo>
                  <a:pt x="337" y="527"/>
                </a:lnTo>
                <a:lnTo>
                  <a:pt x="338" y="527"/>
                </a:lnTo>
                <a:lnTo>
                  <a:pt x="338" y="528"/>
                </a:lnTo>
                <a:lnTo>
                  <a:pt x="339" y="529"/>
                </a:lnTo>
                <a:lnTo>
                  <a:pt x="338" y="529"/>
                </a:lnTo>
                <a:lnTo>
                  <a:pt x="338" y="530"/>
                </a:lnTo>
                <a:lnTo>
                  <a:pt x="338" y="529"/>
                </a:lnTo>
                <a:lnTo>
                  <a:pt x="337" y="529"/>
                </a:lnTo>
                <a:lnTo>
                  <a:pt x="336" y="529"/>
                </a:lnTo>
                <a:lnTo>
                  <a:pt x="335" y="528"/>
                </a:lnTo>
                <a:lnTo>
                  <a:pt x="334" y="528"/>
                </a:lnTo>
                <a:lnTo>
                  <a:pt x="334" y="527"/>
                </a:lnTo>
                <a:lnTo>
                  <a:pt x="332" y="528"/>
                </a:lnTo>
                <a:lnTo>
                  <a:pt x="331" y="528"/>
                </a:lnTo>
                <a:lnTo>
                  <a:pt x="330" y="529"/>
                </a:lnTo>
                <a:lnTo>
                  <a:pt x="329" y="531"/>
                </a:lnTo>
                <a:lnTo>
                  <a:pt x="328" y="533"/>
                </a:lnTo>
                <a:lnTo>
                  <a:pt x="327" y="533"/>
                </a:lnTo>
                <a:lnTo>
                  <a:pt x="327" y="532"/>
                </a:lnTo>
                <a:lnTo>
                  <a:pt x="326" y="532"/>
                </a:lnTo>
                <a:lnTo>
                  <a:pt x="325" y="532"/>
                </a:lnTo>
                <a:lnTo>
                  <a:pt x="325" y="531"/>
                </a:lnTo>
                <a:lnTo>
                  <a:pt x="324" y="531"/>
                </a:lnTo>
                <a:lnTo>
                  <a:pt x="324" y="530"/>
                </a:lnTo>
                <a:lnTo>
                  <a:pt x="323" y="530"/>
                </a:lnTo>
                <a:lnTo>
                  <a:pt x="322" y="530"/>
                </a:lnTo>
                <a:lnTo>
                  <a:pt x="321" y="530"/>
                </a:lnTo>
                <a:lnTo>
                  <a:pt x="321" y="531"/>
                </a:lnTo>
                <a:lnTo>
                  <a:pt x="322" y="532"/>
                </a:lnTo>
                <a:lnTo>
                  <a:pt x="323" y="532"/>
                </a:lnTo>
                <a:lnTo>
                  <a:pt x="323" y="533"/>
                </a:lnTo>
                <a:lnTo>
                  <a:pt x="323" y="534"/>
                </a:lnTo>
                <a:lnTo>
                  <a:pt x="324" y="534"/>
                </a:lnTo>
                <a:lnTo>
                  <a:pt x="323" y="535"/>
                </a:lnTo>
                <a:lnTo>
                  <a:pt x="323" y="534"/>
                </a:lnTo>
                <a:lnTo>
                  <a:pt x="322" y="534"/>
                </a:lnTo>
                <a:lnTo>
                  <a:pt x="322" y="533"/>
                </a:lnTo>
                <a:lnTo>
                  <a:pt x="321" y="533"/>
                </a:lnTo>
                <a:lnTo>
                  <a:pt x="320" y="533"/>
                </a:lnTo>
                <a:lnTo>
                  <a:pt x="318" y="533"/>
                </a:lnTo>
                <a:lnTo>
                  <a:pt x="317" y="532"/>
                </a:lnTo>
                <a:lnTo>
                  <a:pt x="315" y="532"/>
                </a:lnTo>
                <a:lnTo>
                  <a:pt x="315" y="533"/>
                </a:lnTo>
                <a:lnTo>
                  <a:pt x="316" y="533"/>
                </a:lnTo>
                <a:lnTo>
                  <a:pt x="316" y="534"/>
                </a:lnTo>
                <a:lnTo>
                  <a:pt x="317" y="534"/>
                </a:lnTo>
                <a:lnTo>
                  <a:pt x="317" y="535"/>
                </a:lnTo>
                <a:lnTo>
                  <a:pt x="318" y="535"/>
                </a:lnTo>
                <a:lnTo>
                  <a:pt x="318" y="536"/>
                </a:lnTo>
                <a:lnTo>
                  <a:pt x="319" y="536"/>
                </a:lnTo>
                <a:lnTo>
                  <a:pt x="321" y="537"/>
                </a:lnTo>
                <a:lnTo>
                  <a:pt x="321" y="538"/>
                </a:lnTo>
                <a:lnTo>
                  <a:pt x="321" y="540"/>
                </a:lnTo>
                <a:lnTo>
                  <a:pt x="321" y="541"/>
                </a:lnTo>
                <a:lnTo>
                  <a:pt x="320" y="542"/>
                </a:lnTo>
                <a:lnTo>
                  <a:pt x="319" y="543"/>
                </a:lnTo>
                <a:lnTo>
                  <a:pt x="318" y="544"/>
                </a:lnTo>
                <a:lnTo>
                  <a:pt x="317" y="544"/>
                </a:lnTo>
                <a:lnTo>
                  <a:pt x="316" y="543"/>
                </a:lnTo>
                <a:lnTo>
                  <a:pt x="315" y="543"/>
                </a:lnTo>
                <a:lnTo>
                  <a:pt x="314" y="543"/>
                </a:lnTo>
                <a:lnTo>
                  <a:pt x="314" y="542"/>
                </a:lnTo>
                <a:lnTo>
                  <a:pt x="315" y="541"/>
                </a:lnTo>
                <a:lnTo>
                  <a:pt x="314" y="540"/>
                </a:lnTo>
                <a:lnTo>
                  <a:pt x="313" y="540"/>
                </a:lnTo>
                <a:lnTo>
                  <a:pt x="312" y="541"/>
                </a:lnTo>
                <a:lnTo>
                  <a:pt x="312" y="540"/>
                </a:lnTo>
                <a:lnTo>
                  <a:pt x="312" y="539"/>
                </a:lnTo>
                <a:lnTo>
                  <a:pt x="311" y="539"/>
                </a:lnTo>
                <a:lnTo>
                  <a:pt x="311" y="537"/>
                </a:lnTo>
                <a:lnTo>
                  <a:pt x="310" y="536"/>
                </a:lnTo>
                <a:lnTo>
                  <a:pt x="310" y="535"/>
                </a:lnTo>
                <a:lnTo>
                  <a:pt x="310" y="534"/>
                </a:lnTo>
                <a:lnTo>
                  <a:pt x="309" y="534"/>
                </a:lnTo>
                <a:lnTo>
                  <a:pt x="308" y="534"/>
                </a:lnTo>
                <a:lnTo>
                  <a:pt x="308" y="533"/>
                </a:lnTo>
                <a:lnTo>
                  <a:pt x="307" y="533"/>
                </a:lnTo>
                <a:lnTo>
                  <a:pt x="306" y="533"/>
                </a:lnTo>
                <a:lnTo>
                  <a:pt x="305" y="533"/>
                </a:lnTo>
                <a:lnTo>
                  <a:pt x="304" y="533"/>
                </a:lnTo>
                <a:lnTo>
                  <a:pt x="303" y="532"/>
                </a:lnTo>
                <a:lnTo>
                  <a:pt x="303" y="533"/>
                </a:lnTo>
                <a:lnTo>
                  <a:pt x="302" y="533"/>
                </a:lnTo>
                <a:lnTo>
                  <a:pt x="303" y="534"/>
                </a:lnTo>
                <a:lnTo>
                  <a:pt x="303" y="533"/>
                </a:lnTo>
                <a:lnTo>
                  <a:pt x="304" y="533"/>
                </a:lnTo>
                <a:lnTo>
                  <a:pt x="305" y="534"/>
                </a:lnTo>
                <a:lnTo>
                  <a:pt x="305" y="535"/>
                </a:lnTo>
                <a:lnTo>
                  <a:pt x="306" y="535"/>
                </a:lnTo>
                <a:lnTo>
                  <a:pt x="305" y="536"/>
                </a:lnTo>
                <a:lnTo>
                  <a:pt x="304" y="536"/>
                </a:lnTo>
                <a:lnTo>
                  <a:pt x="304" y="537"/>
                </a:lnTo>
                <a:lnTo>
                  <a:pt x="302" y="537"/>
                </a:lnTo>
                <a:lnTo>
                  <a:pt x="301" y="537"/>
                </a:lnTo>
                <a:lnTo>
                  <a:pt x="301" y="536"/>
                </a:lnTo>
                <a:lnTo>
                  <a:pt x="302" y="536"/>
                </a:lnTo>
                <a:lnTo>
                  <a:pt x="302" y="535"/>
                </a:lnTo>
                <a:lnTo>
                  <a:pt x="300" y="535"/>
                </a:lnTo>
                <a:lnTo>
                  <a:pt x="299" y="535"/>
                </a:lnTo>
                <a:lnTo>
                  <a:pt x="299" y="536"/>
                </a:lnTo>
                <a:lnTo>
                  <a:pt x="298" y="536"/>
                </a:lnTo>
                <a:lnTo>
                  <a:pt x="298" y="535"/>
                </a:lnTo>
                <a:lnTo>
                  <a:pt x="297" y="535"/>
                </a:lnTo>
                <a:lnTo>
                  <a:pt x="296" y="535"/>
                </a:lnTo>
                <a:lnTo>
                  <a:pt x="294" y="536"/>
                </a:lnTo>
                <a:lnTo>
                  <a:pt x="294" y="537"/>
                </a:lnTo>
                <a:lnTo>
                  <a:pt x="295" y="537"/>
                </a:lnTo>
                <a:lnTo>
                  <a:pt x="296" y="537"/>
                </a:lnTo>
                <a:lnTo>
                  <a:pt x="296" y="538"/>
                </a:lnTo>
                <a:lnTo>
                  <a:pt x="296" y="539"/>
                </a:lnTo>
                <a:lnTo>
                  <a:pt x="297" y="539"/>
                </a:lnTo>
                <a:lnTo>
                  <a:pt x="296" y="540"/>
                </a:lnTo>
                <a:lnTo>
                  <a:pt x="295" y="541"/>
                </a:lnTo>
                <a:lnTo>
                  <a:pt x="294" y="541"/>
                </a:lnTo>
                <a:lnTo>
                  <a:pt x="293" y="542"/>
                </a:lnTo>
                <a:lnTo>
                  <a:pt x="292" y="542"/>
                </a:lnTo>
                <a:lnTo>
                  <a:pt x="291" y="543"/>
                </a:lnTo>
                <a:lnTo>
                  <a:pt x="291" y="544"/>
                </a:lnTo>
                <a:lnTo>
                  <a:pt x="292" y="544"/>
                </a:lnTo>
                <a:lnTo>
                  <a:pt x="292" y="545"/>
                </a:lnTo>
                <a:lnTo>
                  <a:pt x="291" y="545"/>
                </a:lnTo>
                <a:lnTo>
                  <a:pt x="292" y="545"/>
                </a:lnTo>
                <a:lnTo>
                  <a:pt x="293" y="545"/>
                </a:lnTo>
                <a:lnTo>
                  <a:pt x="295" y="544"/>
                </a:lnTo>
                <a:lnTo>
                  <a:pt x="294" y="545"/>
                </a:lnTo>
                <a:lnTo>
                  <a:pt x="295" y="545"/>
                </a:lnTo>
                <a:lnTo>
                  <a:pt x="296" y="545"/>
                </a:lnTo>
                <a:lnTo>
                  <a:pt x="297" y="545"/>
                </a:lnTo>
                <a:lnTo>
                  <a:pt x="298" y="545"/>
                </a:lnTo>
                <a:lnTo>
                  <a:pt x="298" y="546"/>
                </a:lnTo>
                <a:lnTo>
                  <a:pt x="299" y="546"/>
                </a:lnTo>
                <a:lnTo>
                  <a:pt x="300" y="546"/>
                </a:lnTo>
                <a:lnTo>
                  <a:pt x="302" y="547"/>
                </a:lnTo>
                <a:lnTo>
                  <a:pt x="302" y="548"/>
                </a:lnTo>
                <a:lnTo>
                  <a:pt x="302" y="549"/>
                </a:lnTo>
                <a:lnTo>
                  <a:pt x="301" y="550"/>
                </a:lnTo>
                <a:lnTo>
                  <a:pt x="301" y="551"/>
                </a:lnTo>
                <a:lnTo>
                  <a:pt x="301" y="552"/>
                </a:lnTo>
                <a:lnTo>
                  <a:pt x="300" y="553"/>
                </a:lnTo>
                <a:lnTo>
                  <a:pt x="299" y="553"/>
                </a:lnTo>
                <a:lnTo>
                  <a:pt x="299" y="552"/>
                </a:lnTo>
                <a:lnTo>
                  <a:pt x="298" y="552"/>
                </a:lnTo>
                <a:lnTo>
                  <a:pt x="297" y="552"/>
                </a:lnTo>
                <a:lnTo>
                  <a:pt x="298" y="552"/>
                </a:lnTo>
                <a:lnTo>
                  <a:pt x="298" y="553"/>
                </a:lnTo>
                <a:lnTo>
                  <a:pt x="296" y="553"/>
                </a:lnTo>
                <a:lnTo>
                  <a:pt x="295" y="553"/>
                </a:lnTo>
                <a:lnTo>
                  <a:pt x="293" y="553"/>
                </a:lnTo>
                <a:lnTo>
                  <a:pt x="291" y="553"/>
                </a:lnTo>
                <a:lnTo>
                  <a:pt x="291" y="552"/>
                </a:lnTo>
                <a:lnTo>
                  <a:pt x="290" y="552"/>
                </a:lnTo>
                <a:lnTo>
                  <a:pt x="289" y="552"/>
                </a:lnTo>
                <a:lnTo>
                  <a:pt x="288" y="552"/>
                </a:lnTo>
                <a:lnTo>
                  <a:pt x="286" y="552"/>
                </a:lnTo>
                <a:lnTo>
                  <a:pt x="285" y="552"/>
                </a:lnTo>
                <a:lnTo>
                  <a:pt x="285" y="553"/>
                </a:lnTo>
                <a:lnTo>
                  <a:pt x="284" y="554"/>
                </a:lnTo>
                <a:lnTo>
                  <a:pt x="283" y="555"/>
                </a:lnTo>
                <a:lnTo>
                  <a:pt x="282" y="555"/>
                </a:lnTo>
                <a:lnTo>
                  <a:pt x="282" y="556"/>
                </a:lnTo>
                <a:lnTo>
                  <a:pt x="282" y="557"/>
                </a:lnTo>
                <a:lnTo>
                  <a:pt x="281" y="558"/>
                </a:lnTo>
                <a:lnTo>
                  <a:pt x="280" y="558"/>
                </a:lnTo>
                <a:lnTo>
                  <a:pt x="279" y="558"/>
                </a:lnTo>
                <a:lnTo>
                  <a:pt x="277" y="558"/>
                </a:lnTo>
                <a:lnTo>
                  <a:pt x="276" y="559"/>
                </a:lnTo>
                <a:lnTo>
                  <a:pt x="274" y="559"/>
                </a:lnTo>
                <a:lnTo>
                  <a:pt x="273" y="559"/>
                </a:lnTo>
                <a:lnTo>
                  <a:pt x="272" y="559"/>
                </a:lnTo>
                <a:lnTo>
                  <a:pt x="271" y="559"/>
                </a:lnTo>
                <a:lnTo>
                  <a:pt x="270" y="559"/>
                </a:lnTo>
                <a:lnTo>
                  <a:pt x="269" y="559"/>
                </a:lnTo>
                <a:lnTo>
                  <a:pt x="268" y="559"/>
                </a:lnTo>
                <a:lnTo>
                  <a:pt x="267" y="559"/>
                </a:lnTo>
                <a:lnTo>
                  <a:pt x="266" y="558"/>
                </a:lnTo>
                <a:lnTo>
                  <a:pt x="265" y="558"/>
                </a:lnTo>
                <a:lnTo>
                  <a:pt x="264" y="558"/>
                </a:lnTo>
                <a:lnTo>
                  <a:pt x="263" y="558"/>
                </a:lnTo>
                <a:lnTo>
                  <a:pt x="262" y="558"/>
                </a:lnTo>
                <a:lnTo>
                  <a:pt x="261" y="558"/>
                </a:lnTo>
                <a:lnTo>
                  <a:pt x="261" y="559"/>
                </a:lnTo>
                <a:lnTo>
                  <a:pt x="260" y="559"/>
                </a:lnTo>
                <a:lnTo>
                  <a:pt x="260" y="560"/>
                </a:lnTo>
                <a:lnTo>
                  <a:pt x="261" y="560"/>
                </a:lnTo>
                <a:lnTo>
                  <a:pt x="260" y="561"/>
                </a:lnTo>
                <a:lnTo>
                  <a:pt x="259" y="561"/>
                </a:lnTo>
                <a:lnTo>
                  <a:pt x="259" y="562"/>
                </a:lnTo>
                <a:lnTo>
                  <a:pt x="258" y="562"/>
                </a:lnTo>
                <a:lnTo>
                  <a:pt x="258" y="561"/>
                </a:lnTo>
                <a:lnTo>
                  <a:pt x="257" y="561"/>
                </a:lnTo>
                <a:lnTo>
                  <a:pt x="256" y="562"/>
                </a:lnTo>
                <a:lnTo>
                  <a:pt x="255" y="562"/>
                </a:lnTo>
                <a:lnTo>
                  <a:pt x="254" y="562"/>
                </a:lnTo>
                <a:lnTo>
                  <a:pt x="254" y="561"/>
                </a:lnTo>
                <a:lnTo>
                  <a:pt x="253" y="561"/>
                </a:lnTo>
                <a:lnTo>
                  <a:pt x="253" y="560"/>
                </a:lnTo>
                <a:lnTo>
                  <a:pt x="252" y="560"/>
                </a:lnTo>
                <a:lnTo>
                  <a:pt x="251" y="560"/>
                </a:lnTo>
                <a:lnTo>
                  <a:pt x="251" y="561"/>
                </a:lnTo>
                <a:lnTo>
                  <a:pt x="250" y="561"/>
                </a:lnTo>
                <a:lnTo>
                  <a:pt x="250" y="562"/>
                </a:lnTo>
                <a:lnTo>
                  <a:pt x="250" y="563"/>
                </a:lnTo>
                <a:lnTo>
                  <a:pt x="250" y="564"/>
                </a:lnTo>
                <a:lnTo>
                  <a:pt x="250" y="563"/>
                </a:lnTo>
                <a:lnTo>
                  <a:pt x="251" y="563"/>
                </a:lnTo>
                <a:lnTo>
                  <a:pt x="252" y="562"/>
                </a:lnTo>
                <a:lnTo>
                  <a:pt x="253" y="562"/>
                </a:lnTo>
                <a:lnTo>
                  <a:pt x="252" y="564"/>
                </a:lnTo>
                <a:lnTo>
                  <a:pt x="251" y="565"/>
                </a:lnTo>
                <a:lnTo>
                  <a:pt x="250" y="565"/>
                </a:lnTo>
                <a:lnTo>
                  <a:pt x="250" y="566"/>
                </a:lnTo>
                <a:lnTo>
                  <a:pt x="249" y="566"/>
                </a:lnTo>
                <a:lnTo>
                  <a:pt x="249" y="567"/>
                </a:lnTo>
                <a:lnTo>
                  <a:pt x="249" y="568"/>
                </a:lnTo>
                <a:lnTo>
                  <a:pt x="249" y="569"/>
                </a:lnTo>
                <a:lnTo>
                  <a:pt x="248" y="570"/>
                </a:lnTo>
                <a:lnTo>
                  <a:pt x="247" y="570"/>
                </a:lnTo>
                <a:lnTo>
                  <a:pt x="246" y="570"/>
                </a:lnTo>
                <a:lnTo>
                  <a:pt x="245" y="570"/>
                </a:lnTo>
                <a:lnTo>
                  <a:pt x="244" y="570"/>
                </a:lnTo>
                <a:lnTo>
                  <a:pt x="243" y="570"/>
                </a:lnTo>
                <a:lnTo>
                  <a:pt x="242" y="570"/>
                </a:lnTo>
                <a:lnTo>
                  <a:pt x="241" y="570"/>
                </a:lnTo>
                <a:lnTo>
                  <a:pt x="241" y="569"/>
                </a:lnTo>
                <a:lnTo>
                  <a:pt x="241" y="568"/>
                </a:lnTo>
                <a:lnTo>
                  <a:pt x="241" y="567"/>
                </a:lnTo>
                <a:lnTo>
                  <a:pt x="241" y="566"/>
                </a:lnTo>
                <a:lnTo>
                  <a:pt x="240" y="565"/>
                </a:lnTo>
                <a:lnTo>
                  <a:pt x="239" y="565"/>
                </a:lnTo>
                <a:lnTo>
                  <a:pt x="239" y="564"/>
                </a:lnTo>
                <a:lnTo>
                  <a:pt x="238" y="564"/>
                </a:lnTo>
                <a:lnTo>
                  <a:pt x="238" y="563"/>
                </a:lnTo>
                <a:lnTo>
                  <a:pt x="239" y="563"/>
                </a:lnTo>
                <a:lnTo>
                  <a:pt x="240" y="563"/>
                </a:lnTo>
                <a:lnTo>
                  <a:pt x="241" y="563"/>
                </a:lnTo>
                <a:lnTo>
                  <a:pt x="242" y="562"/>
                </a:lnTo>
                <a:lnTo>
                  <a:pt x="242" y="561"/>
                </a:lnTo>
                <a:lnTo>
                  <a:pt x="241" y="561"/>
                </a:lnTo>
                <a:lnTo>
                  <a:pt x="241" y="562"/>
                </a:lnTo>
                <a:lnTo>
                  <a:pt x="240" y="562"/>
                </a:lnTo>
                <a:lnTo>
                  <a:pt x="240" y="561"/>
                </a:lnTo>
                <a:lnTo>
                  <a:pt x="241" y="560"/>
                </a:lnTo>
                <a:lnTo>
                  <a:pt x="241" y="559"/>
                </a:lnTo>
                <a:lnTo>
                  <a:pt x="240" y="560"/>
                </a:lnTo>
                <a:lnTo>
                  <a:pt x="239" y="559"/>
                </a:lnTo>
                <a:lnTo>
                  <a:pt x="239" y="558"/>
                </a:lnTo>
                <a:lnTo>
                  <a:pt x="239" y="556"/>
                </a:lnTo>
                <a:lnTo>
                  <a:pt x="238" y="555"/>
                </a:lnTo>
                <a:lnTo>
                  <a:pt x="238" y="554"/>
                </a:lnTo>
                <a:lnTo>
                  <a:pt x="239" y="553"/>
                </a:lnTo>
                <a:lnTo>
                  <a:pt x="240" y="553"/>
                </a:lnTo>
                <a:lnTo>
                  <a:pt x="240" y="552"/>
                </a:lnTo>
                <a:lnTo>
                  <a:pt x="240" y="551"/>
                </a:lnTo>
                <a:lnTo>
                  <a:pt x="240" y="550"/>
                </a:lnTo>
                <a:lnTo>
                  <a:pt x="239" y="550"/>
                </a:lnTo>
                <a:lnTo>
                  <a:pt x="238" y="549"/>
                </a:lnTo>
                <a:lnTo>
                  <a:pt x="238" y="550"/>
                </a:lnTo>
                <a:lnTo>
                  <a:pt x="237" y="550"/>
                </a:lnTo>
                <a:lnTo>
                  <a:pt x="236" y="549"/>
                </a:lnTo>
                <a:lnTo>
                  <a:pt x="236" y="548"/>
                </a:lnTo>
                <a:lnTo>
                  <a:pt x="236" y="547"/>
                </a:lnTo>
                <a:lnTo>
                  <a:pt x="237" y="546"/>
                </a:lnTo>
                <a:lnTo>
                  <a:pt x="237" y="545"/>
                </a:lnTo>
                <a:lnTo>
                  <a:pt x="238" y="545"/>
                </a:lnTo>
                <a:lnTo>
                  <a:pt x="239" y="545"/>
                </a:lnTo>
                <a:lnTo>
                  <a:pt x="240" y="545"/>
                </a:lnTo>
                <a:lnTo>
                  <a:pt x="240" y="543"/>
                </a:lnTo>
                <a:lnTo>
                  <a:pt x="241" y="543"/>
                </a:lnTo>
                <a:lnTo>
                  <a:pt x="242" y="542"/>
                </a:lnTo>
                <a:lnTo>
                  <a:pt x="242" y="543"/>
                </a:lnTo>
                <a:lnTo>
                  <a:pt x="243" y="543"/>
                </a:lnTo>
                <a:lnTo>
                  <a:pt x="244" y="543"/>
                </a:lnTo>
                <a:lnTo>
                  <a:pt x="245" y="543"/>
                </a:lnTo>
                <a:lnTo>
                  <a:pt x="245" y="542"/>
                </a:lnTo>
                <a:lnTo>
                  <a:pt x="245" y="543"/>
                </a:lnTo>
                <a:lnTo>
                  <a:pt x="246" y="543"/>
                </a:lnTo>
                <a:lnTo>
                  <a:pt x="247" y="543"/>
                </a:lnTo>
                <a:lnTo>
                  <a:pt x="247" y="544"/>
                </a:lnTo>
                <a:lnTo>
                  <a:pt x="248" y="544"/>
                </a:lnTo>
                <a:lnTo>
                  <a:pt x="248" y="545"/>
                </a:lnTo>
                <a:lnTo>
                  <a:pt x="249" y="545"/>
                </a:lnTo>
                <a:lnTo>
                  <a:pt x="250" y="545"/>
                </a:lnTo>
                <a:lnTo>
                  <a:pt x="251" y="545"/>
                </a:lnTo>
                <a:lnTo>
                  <a:pt x="251" y="544"/>
                </a:lnTo>
                <a:lnTo>
                  <a:pt x="251" y="543"/>
                </a:lnTo>
                <a:lnTo>
                  <a:pt x="252" y="543"/>
                </a:lnTo>
                <a:lnTo>
                  <a:pt x="252" y="542"/>
                </a:lnTo>
                <a:lnTo>
                  <a:pt x="253" y="542"/>
                </a:lnTo>
                <a:lnTo>
                  <a:pt x="254" y="542"/>
                </a:lnTo>
                <a:lnTo>
                  <a:pt x="255" y="542"/>
                </a:lnTo>
                <a:lnTo>
                  <a:pt x="255" y="541"/>
                </a:lnTo>
                <a:lnTo>
                  <a:pt x="256" y="541"/>
                </a:lnTo>
                <a:lnTo>
                  <a:pt x="258" y="540"/>
                </a:lnTo>
                <a:lnTo>
                  <a:pt x="259" y="541"/>
                </a:lnTo>
                <a:lnTo>
                  <a:pt x="260" y="541"/>
                </a:lnTo>
                <a:lnTo>
                  <a:pt x="261" y="541"/>
                </a:lnTo>
                <a:lnTo>
                  <a:pt x="263" y="540"/>
                </a:lnTo>
                <a:lnTo>
                  <a:pt x="263" y="539"/>
                </a:lnTo>
                <a:lnTo>
                  <a:pt x="263" y="538"/>
                </a:lnTo>
                <a:lnTo>
                  <a:pt x="262" y="538"/>
                </a:lnTo>
                <a:lnTo>
                  <a:pt x="262" y="537"/>
                </a:lnTo>
                <a:lnTo>
                  <a:pt x="261" y="537"/>
                </a:lnTo>
                <a:lnTo>
                  <a:pt x="260" y="537"/>
                </a:lnTo>
                <a:lnTo>
                  <a:pt x="260" y="536"/>
                </a:lnTo>
                <a:lnTo>
                  <a:pt x="261" y="536"/>
                </a:lnTo>
                <a:lnTo>
                  <a:pt x="261" y="535"/>
                </a:lnTo>
                <a:lnTo>
                  <a:pt x="262" y="535"/>
                </a:lnTo>
                <a:lnTo>
                  <a:pt x="262" y="534"/>
                </a:lnTo>
                <a:lnTo>
                  <a:pt x="263" y="534"/>
                </a:lnTo>
                <a:lnTo>
                  <a:pt x="263" y="533"/>
                </a:lnTo>
                <a:lnTo>
                  <a:pt x="262" y="533"/>
                </a:lnTo>
                <a:lnTo>
                  <a:pt x="263" y="532"/>
                </a:lnTo>
                <a:lnTo>
                  <a:pt x="264" y="532"/>
                </a:lnTo>
                <a:lnTo>
                  <a:pt x="265" y="532"/>
                </a:lnTo>
                <a:lnTo>
                  <a:pt x="265" y="531"/>
                </a:lnTo>
                <a:lnTo>
                  <a:pt x="266" y="531"/>
                </a:lnTo>
                <a:lnTo>
                  <a:pt x="266" y="530"/>
                </a:lnTo>
                <a:lnTo>
                  <a:pt x="265" y="530"/>
                </a:lnTo>
                <a:lnTo>
                  <a:pt x="266" y="530"/>
                </a:lnTo>
                <a:lnTo>
                  <a:pt x="267" y="530"/>
                </a:lnTo>
                <a:lnTo>
                  <a:pt x="267" y="531"/>
                </a:lnTo>
                <a:lnTo>
                  <a:pt x="268" y="531"/>
                </a:lnTo>
                <a:lnTo>
                  <a:pt x="268" y="532"/>
                </a:lnTo>
                <a:lnTo>
                  <a:pt x="269" y="532"/>
                </a:lnTo>
                <a:lnTo>
                  <a:pt x="269" y="533"/>
                </a:lnTo>
                <a:lnTo>
                  <a:pt x="270" y="533"/>
                </a:lnTo>
                <a:lnTo>
                  <a:pt x="269" y="533"/>
                </a:lnTo>
                <a:lnTo>
                  <a:pt x="270" y="534"/>
                </a:lnTo>
                <a:lnTo>
                  <a:pt x="272" y="534"/>
                </a:lnTo>
                <a:lnTo>
                  <a:pt x="273" y="534"/>
                </a:lnTo>
                <a:lnTo>
                  <a:pt x="274" y="534"/>
                </a:lnTo>
                <a:lnTo>
                  <a:pt x="275" y="533"/>
                </a:lnTo>
                <a:lnTo>
                  <a:pt x="275" y="534"/>
                </a:lnTo>
                <a:lnTo>
                  <a:pt x="275" y="535"/>
                </a:lnTo>
                <a:lnTo>
                  <a:pt x="277" y="534"/>
                </a:lnTo>
                <a:lnTo>
                  <a:pt x="278" y="534"/>
                </a:lnTo>
                <a:lnTo>
                  <a:pt x="279" y="534"/>
                </a:lnTo>
                <a:lnTo>
                  <a:pt x="279" y="533"/>
                </a:lnTo>
                <a:lnTo>
                  <a:pt x="280" y="533"/>
                </a:lnTo>
                <a:lnTo>
                  <a:pt x="281" y="533"/>
                </a:lnTo>
                <a:lnTo>
                  <a:pt x="281" y="532"/>
                </a:lnTo>
                <a:lnTo>
                  <a:pt x="282" y="532"/>
                </a:lnTo>
                <a:lnTo>
                  <a:pt x="282" y="531"/>
                </a:lnTo>
                <a:lnTo>
                  <a:pt x="283" y="531"/>
                </a:lnTo>
                <a:lnTo>
                  <a:pt x="284" y="530"/>
                </a:lnTo>
                <a:lnTo>
                  <a:pt x="285" y="530"/>
                </a:lnTo>
                <a:lnTo>
                  <a:pt x="286" y="530"/>
                </a:lnTo>
                <a:lnTo>
                  <a:pt x="287" y="530"/>
                </a:lnTo>
                <a:lnTo>
                  <a:pt x="288" y="529"/>
                </a:lnTo>
                <a:lnTo>
                  <a:pt x="289" y="529"/>
                </a:lnTo>
                <a:lnTo>
                  <a:pt x="290" y="529"/>
                </a:lnTo>
                <a:lnTo>
                  <a:pt x="291" y="528"/>
                </a:lnTo>
                <a:lnTo>
                  <a:pt x="292" y="528"/>
                </a:lnTo>
                <a:lnTo>
                  <a:pt x="293" y="528"/>
                </a:lnTo>
                <a:lnTo>
                  <a:pt x="294" y="528"/>
                </a:lnTo>
                <a:lnTo>
                  <a:pt x="293" y="527"/>
                </a:lnTo>
                <a:lnTo>
                  <a:pt x="294" y="526"/>
                </a:lnTo>
                <a:lnTo>
                  <a:pt x="295" y="526"/>
                </a:lnTo>
                <a:lnTo>
                  <a:pt x="296" y="527"/>
                </a:lnTo>
                <a:lnTo>
                  <a:pt x="297" y="526"/>
                </a:lnTo>
                <a:lnTo>
                  <a:pt x="298" y="525"/>
                </a:lnTo>
                <a:lnTo>
                  <a:pt x="299" y="524"/>
                </a:lnTo>
                <a:lnTo>
                  <a:pt x="299" y="522"/>
                </a:lnTo>
                <a:lnTo>
                  <a:pt x="298" y="522"/>
                </a:lnTo>
                <a:lnTo>
                  <a:pt x="298" y="521"/>
                </a:lnTo>
                <a:lnTo>
                  <a:pt x="299" y="521"/>
                </a:lnTo>
                <a:lnTo>
                  <a:pt x="298" y="520"/>
                </a:lnTo>
                <a:lnTo>
                  <a:pt x="297" y="520"/>
                </a:lnTo>
                <a:lnTo>
                  <a:pt x="297" y="519"/>
                </a:lnTo>
                <a:lnTo>
                  <a:pt x="296" y="519"/>
                </a:lnTo>
                <a:lnTo>
                  <a:pt x="295" y="518"/>
                </a:lnTo>
                <a:lnTo>
                  <a:pt x="294" y="517"/>
                </a:lnTo>
                <a:lnTo>
                  <a:pt x="293" y="517"/>
                </a:lnTo>
                <a:lnTo>
                  <a:pt x="292" y="517"/>
                </a:lnTo>
                <a:lnTo>
                  <a:pt x="290" y="517"/>
                </a:lnTo>
                <a:lnTo>
                  <a:pt x="290" y="516"/>
                </a:lnTo>
                <a:lnTo>
                  <a:pt x="289" y="516"/>
                </a:lnTo>
                <a:lnTo>
                  <a:pt x="290" y="516"/>
                </a:lnTo>
                <a:lnTo>
                  <a:pt x="290" y="515"/>
                </a:lnTo>
                <a:lnTo>
                  <a:pt x="290" y="514"/>
                </a:lnTo>
                <a:lnTo>
                  <a:pt x="289" y="514"/>
                </a:lnTo>
                <a:lnTo>
                  <a:pt x="288" y="514"/>
                </a:lnTo>
                <a:lnTo>
                  <a:pt x="288" y="513"/>
                </a:lnTo>
                <a:lnTo>
                  <a:pt x="289" y="513"/>
                </a:lnTo>
                <a:lnTo>
                  <a:pt x="290" y="513"/>
                </a:lnTo>
                <a:lnTo>
                  <a:pt x="291" y="513"/>
                </a:lnTo>
                <a:lnTo>
                  <a:pt x="291" y="511"/>
                </a:lnTo>
                <a:lnTo>
                  <a:pt x="289" y="511"/>
                </a:lnTo>
                <a:lnTo>
                  <a:pt x="289" y="510"/>
                </a:lnTo>
                <a:lnTo>
                  <a:pt x="290" y="510"/>
                </a:lnTo>
                <a:lnTo>
                  <a:pt x="291" y="510"/>
                </a:lnTo>
                <a:lnTo>
                  <a:pt x="293" y="510"/>
                </a:lnTo>
                <a:lnTo>
                  <a:pt x="294" y="510"/>
                </a:lnTo>
                <a:lnTo>
                  <a:pt x="294" y="509"/>
                </a:lnTo>
                <a:lnTo>
                  <a:pt x="294" y="508"/>
                </a:lnTo>
                <a:lnTo>
                  <a:pt x="292" y="508"/>
                </a:lnTo>
                <a:lnTo>
                  <a:pt x="291" y="507"/>
                </a:lnTo>
                <a:lnTo>
                  <a:pt x="291" y="506"/>
                </a:lnTo>
                <a:lnTo>
                  <a:pt x="290" y="506"/>
                </a:lnTo>
                <a:lnTo>
                  <a:pt x="289" y="507"/>
                </a:lnTo>
                <a:lnTo>
                  <a:pt x="289" y="506"/>
                </a:lnTo>
                <a:lnTo>
                  <a:pt x="289" y="505"/>
                </a:lnTo>
                <a:lnTo>
                  <a:pt x="289" y="504"/>
                </a:lnTo>
                <a:lnTo>
                  <a:pt x="290" y="504"/>
                </a:lnTo>
                <a:lnTo>
                  <a:pt x="291" y="505"/>
                </a:lnTo>
                <a:lnTo>
                  <a:pt x="291" y="504"/>
                </a:lnTo>
                <a:lnTo>
                  <a:pt x="292" y="504"/>
                </a:lnTo>
                <a:lnTo>
                  <a:pt x="292" y="503"/>
                </a:lnTo>
                <a:lnTo>
                  <a:pt x="293" y="503"/>
                </a:lnTo>
                <a:lnTo>
                  <a:pt x="294" y="504"/>
                </a:lnTo>
                <a:lnTo>
                  <a:pt x="295" y="504"/>
                </a:lnTo>
                <a:lnTo>
                  <a:pt x="296" y="504"/>
                </a:lnTo>
                <a:lnTo>
                  <a:pt x="298" y="504"/>
                </a:lnTo>
                <a:lnTo>
                  <a:pt x="299" y="504"/>
                </a:lnTo>
                <a:lnTo>
                  <a:pt x="299" y="503"/>
                </a:lnTo>
                <a:lnTo>
                  <a:pt x="299" y="502"/>
                </a:lnTo>
                <a:lnTo>
                  <a:pt x="298" y="501"/>
                </a:lnTo>
                <a:lnTo>
                  <a:pt x="297" y="500"/>
                </a:lnTo>
                <a:lnTo>
                  <a:pt x="298" y="500"/>
                </a:lnTo>
                <a:lnTo>
                  <a:pt x="299" y="500"/>
                </a:lnTo>
                <a:lnTo>
                  <a:pt x="300" y="499"/>
                </a:lnTo>
                <a:lnTo>
                  <a:pt x="301" y="500"/>
                </a:lnTo>
                <a:lnTo>
                  <a:pt x="302" y="500"/>
                </a:lnTo>
                <a:lnTo>
                  <a:pt x="303" y="501"/>
                </a:lnTo>
                <a:lnTo>
                  <a:pt x="304" y="500"/>
                </a:lnTo>
                <a:lnTo>
                  <a:pt x="304" y="499"/>
                </a:lnTo>
                <a:lnTo>
                  <a:pt x="303" y="499"/>
                </a:lnTo>
                <a:lnTo>
                  <a:pt x="302" y="499"/>
                </a:lnTo>
                <a:lnTo>
                  <a:pt x="302" y="498"/>
                </a:lnTo>
                <a:lnTo>
                  <a:pt x="303" y="498"/>
                </a:lnTo>
                <a:lnTo>
                  <a:pt x="303" y="497"/>
                </a:lnTo>
                <a:lnTo>
                  <a:pt x="302" y="497"/>
                </a:lnTo>
                <a:lnTo>
                  <a:pt x="301" y="496"/>
                </a:lnTo>
                <a:lnTo>
                  <a:pt x="302" y="496"/>
                </a:lnTo>
                <a:lnTo>
                  <a:pt x="302" y="495"/>
                </a:lnTo>
                <a:lnTo>
                  <a:pt x="303" y="495"/>
                </a:lnTo>
                <a:lnTo>
                  <a:pt x="304" y="494"/>
                </a:lnTo>
                <a:lnTo>
                  <a:pt x="303" y="494"/>
                </a:lnTo>
                <a:lnTo>
                  <a:pt x="303" y="493"/>
                </a:lnTo>
                <a:lnTo>
                  <a:pt x="304" y="492"/>
                </a:lnTo>
                <a:lnTo>
                  <a:pt x="304" y="491"/>
                </a:lnTo>
                <a:lnTo>
                  <a:pt x="305" y="491"/>
                </a:lnTo>
                <a:lnTo>
                  <a:pt x="306" y="492"/>
                </a:lnTo>
                <a:lnTo>
                  <a:pt x="307" y="492"/>
                </a:lnTo>
                <a:lnTo>
                  <a:pt x="308" y="493"/>
                </a:lnTo>
                <a:lnTo>
                  <a:pt x="312" y="493"/>
                </a:lnTo>
                <a:lnTo>
                  <a:pt x="313" y="493"/>
                </a:lnTo>
                <a:lnTo>
                  <a:pt x="314" y="492"/>
                </a:lnTo>
                <a:lnTo>
                  <a:pt x="315" y="492"/>
                </a:lnTo>
                <a:lnTo>
                  <a:pt x="315" y="493"/>
                </a:lnTo>
                <a:lnTo>
                  <a:pt x="316" y="493"/>
                </a:lnTo>
                <a:lnTo>
                  <a:pt x="317" y="493"/>
                </a:lnTo>
                <a:lnTo>
                  <a:pt x="318" y="492"/>
                </a:lnTo>
                <a:lnTo>
                  <a:pt x="319" y="490"/>
                </a:lnTo>
                <a:lnTo>
                  <a:pt x="321" y="490"/>
                </a:lnTo>
                <a:lnTo>
                  <a:pt x="322" y="490"/>
                </a:lnTo>
                <a:lnTo>
                  <a:pt x="322" y="489"/>
                </a:lnTo>
                <a:lnTo>
                  <a:pt x="323" y="489"/>
                </a:lnTo>
                <a:lnTo>
                  <a:pt x="324" y="489"/>
                </a:lnTo>
                <a:lnTo>
                  <a:pt x="323" y="489"/>
                </a:lnTo>
                <a:lnTo>
                  <a:pt x="320" y="489"/>
                </a:lnTo>
                <a:lnTo>
                  <a:pt x="319" y="489"/>
                </a:lnTo>
                <a:lnTo>
                  <a:pt x="318" y="489"/>
                </a:lnTo>
                <a:lnTo>
                  <a:pt x="317" y="490"/>
                </a:lnTo>
                <a:lnTo>
                  <a:pt x="316" y="490"/>
                </a:lnTo>
                <a:lnTo>
                  <a:pt x="315" y="491"/>
                </a:lnTo>
                <a:lnTo>
                  <a:pt x="313" y="491"/>
                </a:lnTo>
                <a:lnTo>
                  <a:pt x="312" y="491"/>
                </a:lnTo>
                <a:lnTo>
                  <a:pt x="309" y="491"/>
                </a:lnTo>
                <a:lnTo>
                  <a:pt x="308" y="491"/>
                </a:lnTo>
                <a:lnTo>
                  <a:pt x="307" y="491"/>
                </a:lnTo>
                <a:lnTo>
                  <a:pt x="306" y="491"/>
                </a:lnTo>
                <a:lnTo>
                  <a:pt x="305" y="490"/>
                </a:lnTo>
                <a:lnTo>
                  <a:pt x="304" y="490"/>
                </a:lnTo>
                <a:lnTo>
                  <a:pt x="303" y="490"/>
                </a:lnTo>
                <a:lnTo>
                  <a:pt x="302" y="489"/>
                </a:lnTo>
                <a:lnTo>
                  <a:pt x="301" y="489"/>
                </a:lnTo>
                <a:lnTo>
                  <a:pt x="301" y="488"/>
                </a:lnTo>
                <a:lnTo>
                  <a:pt x="301" y="489"/>
                </a:lnTo>
                <a:lnTo>
                  <a:pt x="301" y="490"/>
                </a:lnTo>
                <a:lnTo>
                  <a:pt x="301" y="491"/>
                </a:lnTo>
                <a:lnTo>
                  <a:pt x="302" y="492"/>
                </a:lnTo>
                <a:lnTo>
                  <a:pt x="301" y="493"/>
                </a:lnTo>
                <a:lnTo>
                  <a:pt x="301" y="494"/>
                </a:lnTo>
                <a:lnTo>
                  <a:pt x="300" y="494"/>
                </a:lnTo>
                <a:lnTo>
                  <a:pt x="299" y="495"/>
                </a:lnTo>
                <a:lnTo>
                  <a:pt x="298" y="495"/>
                </a:lnTo>
                <a:lnTo>
                  <a:pt x="297" y="495"/>
                </a:lnTo>
                <a:lnTo>
                  <a:pt x="296" y="495"/>
                </a:lnTo>
                <a:lnTo>
                  <a:pt x="295" y="496"/>
                </a:lnTo>
                <a:lnTo>
                  <a:pt x="294" y="496"/>
                </a:lnTo>
                <a:lnTo>
                  <a:pt x="293" y="496"/>
                </a:lnTo>
                <a:lnTo>
                  <a:pt x="293" y="497"/>
                </a:lnTo>
                <a:lnTo>
                  <a:pt x="292" y="498"/>
                </a:lnTo>
                <a:lnTo>
                  <a:pt x="289" y="498"/>
                </a:lnTo>
                <a:lnTo>
                  <a:pt x="287" y="498"/>
                </a:lnTo>
                <a:lnTo>
                  <a:pt x="286" y="498"/>
                </a:lnTo>
                <a:lnTo>
                  <a:pt x="285" y="498"/>
                </a:lnTo>
                <a:lnTo>
                  <a:pt x="285" y="499"/>
                </a:lnTo>
                <a:lnTo>
                  <a:pt x="284" y="499"/>
                </a:lnTo>
                <a:lnTo>
                  <a:pt x="284" y="498"/>
                </a:lnTo>
                <a:lnTo>
                  <a:pt x="284" y="497"/>
                </a:lnTo>
                <a:lnTo>
                  <a:pt x="282" y="497"/>
                </a:lnTo>
                <a:lnTo>
                  <a:pt x="282" y="498"/>
                </a:lnTo>
                <a:lnTo>
                  <a:pt x="282" y="499"/>
                </a:lnTo>
                <a:lnTo>
                  <a:pt x="282" y="501"/>
                </a:lnTo>
                <a:lnTo>
                  <a:pt x="280" y="502"/>
                </a:lnTo>
                <a:lnTo>
                  <a:pt x="280" y="503"/>
                </a:lnTo>
                <a:lnTo>
                  <a:pt x="279" y="503"/>
                </a:lnTo>
                <a:lnTo>
                  <a:pt x="279" y="501"/>
                </a:lnTo>
                <a:lnTo>
                  <a:pt x="276" y="501"/>
                </a:lnTo>
                <a:lnTo>
                  <a:pt x="276" y="499"/>
                </a:lnTo>
                <a:lnTo>
                  <a:pt x="277" y="498"/>
                </a:lnTo>
                <a:lnTo>
                  <a:pt x="277" y="497"/>
                </a:lnTo>
                <a:lnTo>
                  <a:pt x="277" y="496"/>
                </a:lnTo>
                <a:lnTo>
                  <a:pt x="276" y="496"/>
                </a:lnTo>
                <a:lnTo>
                  <a:pt x="274" y="496"/>
                </a:lnTo>
                <a:lnTo>
                  <a:pt x="273" y="496"/>
                </a:lnTo>
                <a:lnTo>
                  <a:pt x="274" y="495"/>
                </a:lnTo>
                <a:lnTo>
                  <a:pt x="274" y="494"/>
                </a:lnTo>
                <a:lnTo>
                  <a:pt x="275" y="494"/>
                </a:lnTo>
                <a:lnTo>
                  <a:pt x="275" y="493"/>
                </a:lnTo>
                <a:lnTo>
                  <a:pt x="276" y="492"/>
                </a:lnTo>
                <a:lnTo>
                  <a:pt x="276" y="491"/>
                </a:lnTo>
                <a:lnTo>
                  <a:pt x="276" y="489"/>
                </a:lnTo>
                <a:lnTo>
                  <a:pt x="277" y="489"/>
                </a:lnTo>
                <a:lnTo>
                  <a:pt x="276" y="488"/>
                </a:lnTo>
                <a:lnTo>
                  <a:pt x="276" y="489"/>
                </a:lnTo>
                <a:lnTo>
                  <a:pt x="275" y="489"/>
                </a:lnTo>
                <a:lnTo>
                  <a:pt x="275" y="488"/>
                </a:lnTo>
                <a:lnTo>
                  <a:pt x="274" y="487"/>
                </a:lnTo>
                <a:lnTo>
                  <a:pt x="274" y="486"/>
                </a:lnTo>
                <a:lnTo>
                  <a:pt x="273" y="486"/>
                </a:lnTo>
                <a:lnTo>
                  <a:pt x="273" y="487"/>
                </a:lnTo>
                <a:lnTo>
                  <a:pt x="274" y="488"/>
                </a:lnTo>
                <a:lnTo>
                  <a:pt x="274" y="489"/>
                </a:lnTo>
                <a:lnTo>
                  <a:pt x="273" y="489"/>
                </a:lnTo>
                <a:lnTo>
                  <a:pt x="273" y="490"/>
                </a:lnTo>
                <a:lnTo>
                  <a:pt x="273" y="491"/>
                </a:lnTo>
                <a:lnTo>
                  <a:pt x="272" y="491"/>
                </a:lnTo>
                <a:lnTo>
                  <a:pt x="271" y="492"/>
                </a:lnTo>
                <a:lnTo>
                  <a:pt x="271" y="493"/>
                </a:lnTo>
                <a:lnTo>
                  <a:pt x="270" y="493"/>
                </a:lnTo>
                <a:lnTo>
                  <a:pt x="269" y="493"/>
                </a:lnTo>
                <a:lnTo>
                  <a:pt x="269" y="494"/>
                </a:lnTo>
                <a:lnTo>
                  <a:pt x="268" y="494"/>
                </a:lnTo>
                <a:lnTo>
                  <a:pt x="268" y="493"/>
                </a:lnTo>
                <a:lnTo>
                  <a:pt x="267" y="493"/>
                </a:lnTo>
                <a:lnTo>
                  <a:pt x="267" y="492"/>
                </a:lnTo>
                <a:lnTo>
                  <a:pt x="266" y="492"/>
                </a:lnTo>
                <a:lnTo>
                  <a:pt x="266" y="493"/>
                </a:lnTo>
                <a:lnTo>
                  <a:pt x="266" y="492"/>
                </a:lnTo>
                <a:lnTo>
                  <a:pt x="265" y="492"/>
                </a:lnTo>
                <a:lnTo>
                  <a:pt x="264" y="492"/>
                </a:lnTo>
                <a:lnTo>
                  <a:pt x="264" y="491"/>
                </a:lnTo>
                <a:lnTo>
                  <a:pt x="263" y="491"/>
                </a:lnTo>
                <a:lnTo>
                  <a:pt x="263" y="492"/>
                </a:lnTo>
                <a:lnTo>
                  <a:pt x="262" y="492"/>
                </a:lnTo>
                <a:lnTo>
                  <a:pt x="261" y="492"/>
                </a:lnTo>
                <a:lnTo>
                  <a:pt x="260" y="492"/>
                </a:lnTo>
                <a:lnTo>
                  <a:pt x="260" y="491"/>
                </a:lnTo>
                <a:lnTo>
                  <a:pt x="260" y="490"/>
                </a:lnTo>
                <a:lnTo>
                  <a:pt x="261" y="490"/>
                </a:lnTo>
                <a:lnTo>
                  <a:pt x="262" y="488"/>
                </a:lnTo>
                <a:lnTo>
                  <a:pt x="262" y="487"/>
                </a:lnTo>
                <a:lnTo>
                  <a:pt x="263" y="487"/>
                </a:lnTo>
                <a:lnTo>
                  <a:pt x="264" y="487"/>
                </a:lnTo>
                <a:lnTo>
                  <a:pt x="265" y="486"/>
                </a:lnTo>
                <a:lnTo>
                  <a:pt x="265" y="485"/>
                </a:lnTo>
                <a:lnTo>
                  <a:pt x="265" y="484"/>
                </a:lnTo>
                <a:lnTo>
                  <a:pt x="265" y="483"/>
                </a:lnTo>
                <a:lnTo>
                  <a:pt x="265" y="484"/>
                </a:lnTo>
                <a:lnTo>
                  <a:pt x="264" y="484"/>
                </a:lnTo>
                <a:lnTo>
                  <a:pt x="263" y="485"/>
                </a:lnTo>
                <a:lnTo>
                  <a:pt x="261" y="486"/>
                </a:lnTo>
                <a:lnTo>
                  <a:pt x="262" y="487"/>
                </a:lnTo>
                <a:lnTo>
                  <a:pt x="261" y="488"/>
                </a:lnTo>
                <a:lnTo>
                  <a:pt x="260" y="488"/>
                </a:lnTo>
                <a:lnTo>
                  <a:pt x="260" y="489"/>
                </a:lnTo>
                <a:lnTo>
                  <a:pt x="259" y="490"/>
                </a:lnTo>
                <a:lnTo>
                  <a:pt x="258" y="489"/>
                </a:lnTo>
                <a:lnTo>
                  <a:pt x="258" y="488"/>
                </a:lnTo>
                <a:lnTo>
                  <a:pt x="257" y="489"/>
                </a:lnTo>
                <a:lnTo>
                  <a:pt x="257" y="490"/>
                </a:lnTo>
                <a:lnTo>
                  <a:pt x="256" y="492"/>
                </a:lnTo>
                <a:lnTo>
                  <a:pt x="255" y="492"/>
                </a:lnTo>
                <a:lnTo>
                  <a:pt x="254" y="492"/>
                </a:lnTo>
                <a:lnTo>
                  <a:pt x="254" y="491"/>
                </a:lnTo>
                <a:lnTo>
                  <a:pt x="253" y="491"/>
                </a:lnTo>
                <a:lnTo>
                  <a:pt x="253" y="490"/>
                </a:lnTo>
                <a:lnTo>
                  <a:pt x="254" y="489"/>
                </a:lnTo>
                <a:lnTo>
                  <a:pt x="254" y="488"/>
                </a:lnTo>
                <a:lnTo>
                  <a:pt x="254" y="487"/>
                </a:lnTo>
                <a:lnTo>
                  <a:pt x="255" y="487"/>
                </a:lnTo>
                <a:lnTo>
                  <a:pt x="255" y="486"/>
                </a:lnTo>
                <a:lnTo>
                  <a:pt x="256" y="486"/>
                </a:lnTo>
                <a:lnTo>
                  <a:pt x="255" y="486"/>
                </a:lnTo>
                <a:lnTo>
                  <a:pt x="255" y="485"/>
                </a:lnTo>
                <a:lnTo>
                  <a:pt x="255" y="484"/>
                </a:lnTo>
                <a:lnTo>
                  <a:pt x="256" y="483"/>
                </a:lnTo>
                <a:lnTo>
                  <a:pt x="256" y="482"/>
                </a:lnTo>
                <a:lnTo>
                  <a:pt x="256" y="481"/>
                </a:lnTo>
                <a:lnTo>
                  <a:pt x="257" y="481"/>
                </a:lnTo>
                <a:lnTo>
                  <a:pt x="259" y="480"/>
                </a:lnTo>
                <a:lnTo>
                  <a:pt x="260" y="479"/>
                </a:lnTo>
                <a:lnTo>
                  <a:pt x="261" y="479"/>
                </a:lnTo>
                <a:lnTo>
                  <a:pt x="262" y="478"/>
                </a:lnTo>
                <a:lnTo>
                  <a:pt x="263" y="478"/>
                </a:lnTo>
                <a:lnTo>
                  <a:pt x="263" y="477"/>
                </a:lnTo>
                <a:lnTo>
                  <a:pt x="264" y="477"/>
                </a:lnTo>
                <a:lnTo>
                  <a:pt x="265" y="476"/>
                </a:lnTo>
                <a:lnTo>
                  <a:pt x="266" y="476"/>
                </a:lnTo>
                <a:lnTo>
                  <a:pt x="267" y="477"/>
                </a:lnTo>
                <a:lnTo>
                  <a:pt x="268" y="477"/>
                </a:lnTo>
                <a:lnTo>
                  <a:pt x="267" y="478"/>
                </a:lnTo>
                <a:lnTo>
                  <a:pt x="267" y="479"/>
                </a:lnTo>
                <a:lnTo>
                  <a:pt x="268" y="479"/>
                </a:lnTo>
                <a:lnTo>
                  <a:pt x="269" y="479"/>
                </a:lnTo>
                <a:lnTo>
                  <a:pt x="270" y="478"/>
                </a:lnTo>
                <a:lnTo>
                  <a:pt x="272" y="477"/>
                </a:lnTo>
                <a:lnTo>
                  <a:pt x="273" y="476"/>
                </a:lnTo>
                <a:lnTo>
                  <a:pt x="273" y="475"/>
                </a:lnTo>
                <a:lnTo>
                  <a:pt x="274" y="475"/>
                </a:lnTo>
                <a:lnTo>
                  <a:pt x="275" y="475"/>
                </a:lnTo>
                <a:lnTo>
                  <a:pt x="277" y="474"/>
                </a:lnTo>
                <a:lnTo>
                  <a:pt x="276" y="474"/>
                </a:lnTo>
                <a:lnTo>
                  <a:pt x="275" y="474"/>
                </a:lnTo>
                <a:lnTo>
                  <a:pt x="274" y="474"/>
                </a:lnTo>
                <a:lnTo>
                  <a:pt x="274" y="475"/>
                </a:lnTo>
                <a:lnTo>
                  <a:pt x="273" y="475"/>
                </a:lnTo>
                <a:lnTo>
                  <a:pt x="272" y="476"/>
                </a:lnTo>
                <a:lnTo>
                  <a:pt x="271" y="476"/>
                </a:lnTo>
                <a:lnTo>
                  <a:pt x="270" y="477"/>
                </a:lnTo>
                <a:lnTo>
                  <a:pt x="269" y="477"/>
                </a:lnTo>
                <a:lnTo>
                  <a:pt x="269" y="476"/>
                </a:lnTo>
                <a:lnTo>
                  <a:pt x="268" y="476"/>
                </a:lnTo>
                <a:lnTo>
                  <a:pt x="267" y="475"/>
                </a:lnTo>
                <a:lnTo>
                  <a:pt x="265" y="475"/>
                </a:lnTo>
                <a:lnTo>
                  <a:pt x="264" y="475"/>
                </a:lnTo>
                <a:lnTo>
                  <a:pt x="263" y="476"/>
                </a:lnTo>
                <a:lnTo>
                  <a:pt x="262" y="476"/>
                </a:lnTo>
                <a:lnTo>
                  <a:pt x="262" y="475"/>
                </a:lnTo>
                <a:lnTo>
                  <a:pt x="262" y="476"/>
                </a:lnTo>
                <a:lnTo>
                  <a:pt x="261" y="476"/>
                </a:lnTo>
                <a:lnTo>
                  <a:pt x="261" y="477"/>
                </a:lnTo>
                <a:lnTo>
                  <a:pt x="260" y="477"/>
                </a:lnTo>
                <a:lnTo>
                  <a:pt x="259" y="478"/>
                </a:lnTo>
                <a:lnTo>
                  <a:pt x="258" y="478"/>
                </a:lnTo>
                <a:lnTo>
                  <a:pt x="258" y="479"/>
                </a:lnTo>
                <a:lnTo>
                  <a:pt x="258" y="478"/>
                </a:lnTo>
                <a:lnTo>
                  <a:pt x="258" y="477"/>
                </a:lnTo>
                <a:lnTo>
                  <a:pt x="257" y="476"/>
                </a:lnTo>
                <a:lnTo>
                  <a:pt x="257" y="475"/>
                </a:lnTo>
                <a:lnTo>
                  <a:pt x="256" y="475"/>
                </a:lnTo>
                <a:lnTo>
                  <a:pt x="255" y="476"/>
                </a:lnTo>
                <a:lnTo>
                  <a:pt x="256" y="477"/>
                </a:lnTo>
                <a:lnTo>
                  <a:pt x="255" y="477"/>
                </a:lnTo>
                <a:lnTo>
                  <a:pt x="255" y="479"/>
                </a:lnTo>
                <a:lnTo>
                  <a:pt x="250" y="479"/>
                </a:lnTo>
                <a:lnTo>
                  <a:pt x="250" y="473"/>
                </a:lnTo>
                <a:lnTo>
                  <a:pt x="251" y="473"/>
                </a:lnTo>
                <a:lnTo>
                  <a:pt x="251" y="472"/>
                </a:lnTo>
                <a:lnTo>
                  <a:pt x="251" y="471"/>
                </a:lnTo>
                <a:lnTo>
                  <a:pt x="253" y="469"/>
                </a:lnTo>
                <a:lnTo>
                  <a:pt x="254" y="468"/>
                </a:lnTo>
                <a:lnTo>
                  <a:pt x="255" y="468"/>
                </a:lnTo>
                <a:lnTo>
                  <a:pt x="257" y="468"/>
                </a:lnTo>
                <a:lnTo>
                  <a:pt x="258" y="467"/>
                </a:lnTo>
                <a:lnTo>
                  <a:pt x="258" y="466"/>
                </a:lnTo>
                <a:lnTo>
                  <a:pt x="258" y="465"/>
                </a:lnTo>
                <a:lnTo>
                  <a:pt x="259" y="465"/>
                </a:lnTo>
                <a:lnTo>
                  <a:pt x="259" y="466"/>
                </a:lnTo>
                <a:lnTo>
                  <a:pt x="260" y="466"/>
                </a:lnTo>
                <a:lnTo>
                  <a:pt x="261" y="466"/>
                </a:lnTo>
                <a:lnTo>
                  <a:pt x="262" y="465"/>
                </a:lnTo>
                <a:lnTo>
                  <a:pt x="263" y="465"/>
                </a:lnTo>
                <a:lnTo>
                  <a:pt x="264" y="465"/>
                </a:lnTo>
                <a:lnTo>
                  <a:pt x="265" y="465"/>
                </a:lnTo>
                <a:lnTo>
                  <a:pt x="266" y="465"/>
                </a:lnTo>
                <a:lnTo>
                  <a:pt x="267" y="465"/>
                </a:lnTo>
                <a:lnTo>
                  <a:pt x="268" y="465"/>
                </a:lnTo>
                <a:lnTo>
                  <a:pt x="270" y="465"/>
                </a:lnTo>
                <a:lnTo>
                  <a:pt x="270" y="464"/>
                </a:lnTo>
                <a:lnTo>
                  <a:pt x="271" y="464"/>
                </a:lnTo>
                <a:lnTo>
                  <a:pt x="271" y="463"/>
                </a:lnTo>
                <a:lnTo>
                  <a:pt x="272" y="463"/>
                </a:lnTo>
                <a:lnTo>
                  <a:pt x="272" y="464"/>
                </a:lnTo>
                <a:lnTo>
                  <a:pt x="273" y="463"/>
                </a:lnTo>
                <a:lnTo>
                  <a:pt x="274" y="463"/>
                </a:lnTo>
                <a:lnTo>
                  <a:pt x="275" y="462"/>
                </a:lnTo>
                <a:lnTo>
                  <a:pt x="275" y="461"/>
                </a:lnTo>
                <a:lnTo>
                  <a:pt x="275" y="460"/>
                </a:lnTo>
                <a:lnTo>
                  <a:pt x="274" y="460"/>
                </a:lnTo>
                <a:lnTo>
                  <a:pt x="273" y="460"/>
                </a:lnTo>
                <a:lnTo>
                  <a:pt x="274" y="460"/>
                </a:lnTo>
                <a:lnTo>
                  <a:pt x="274" y="459"/>
                </a:lnTo>
                <a:lnTo>
                  <a:pt x="275" y="459"/>
                </a:lnTo>
                <a:lnTo>
                  <a:pt x="276" y="459"/>
                </a:lnTo>
                <a:lnTo>
                  <a:pt x="277" y="459"/>
                </a:lnTo>
                <a:lnTo>
                  <a:pt x="278" y="458"/>
                </a:lnTo>
                <a:lnTo>
                  <a:pt x="279" y="458"/>
                </a:lnTo>
                <a:lnTo>
                  <a:pt x="279" y="459"/>
                </a:lnTo>
                <a:lnTo>
                  <a:pt x="280" y="459"/>
                </a:lnTo>
                <a:lnTo>
                  <a:pt x="281" y="460"/>
                </a:lnTo>
                <a:lnTo>
                  <a:pt x="281" y="461"/>
                </a:lnTo>
                <a:lnTo>
                  <a:pt x="282" y="462"/>
                </a:lnTo>
                <a:lnTo>
                  <a:pt x="282" y="463"/>
                </a:lnTo>
                <a:lnTo>
                  <a:pt x="282" y="464"/>
                </a:lnTo>
                <a:lnTo>
                  <a:pt x="283" y="464"/>
                </a:lnTo>
                <a:lnTo>
                  <a:pt x="283" y="465"/>
                </a:lnTo>
                <a:lnTo>
                  <a:pt x="283" y="466"/>
                </a:lnTo>
                <a:lnTo>
                  <a:pt x="284" y="466"/>
                </a:lnTo>
                <a:lnTo>
                  <a:pt x="285" y="466"/>
                </a:lnTo>
                <a:lnTo>
                  <a:pt x="286" y="465"/>
                </a:lnTo>
                <a:lnTo>
                  <a:pt x="286" y="464"/>
                </a:lnTo>
                <a:lnTo>
                  <a:pt x="286" y="465"/>
                </a:lnTo>
                <a:lnTo>
                  <a:pt x="285" y="465"/>
                </a:lnTo>
                <a:lnTo>
                  <a:pt x="284" y="465"/>
                </a:lnTo>
                <a:lnTo>
                  <a:pt x="283" y="465"/>
                </a:lnTo>
                <a:lnTo>
                  <a:pt x="283" y="464"/>
                </a:lnTo>
                <a:lnTo>
                  <a:pt x="283" y="463"/>
                </a:lnTo>
                <a:lnTo>
                  <a:pt x="282" y="462"/>
                </a:lnTo>
                <a:lnTo>
                  <a:pt x="282" y="461"/>
                </a:lnTo>
                <a:lnTo>
                  <a:pt x="282" y="460"/>
                </a:lnTo>
                <a:lnTo>
                  <a:pt x="281" y="459"/>
                </a:lnTo>
                <a:lnTo>
                  <a:pt x="280" y="458"/>
                </a:lnTo>
                <a:lnTo>
                  <a:pt x="279" y="458"/>
                </a:lnTo>
                <a:lnTo>
                  <a:pt x="279" y="457"/>
                </a:lnTo>
                <a:lnTo>
                  <a:pt x="280" y="457"/>
                </a:lnTo>
                <a:lnTo>
                  <a:pt x="281" y="457"/>
                </a:lnTo>
                <a:lnTo>
                  <a:pt x="280" y="457"/>
                </a:lnTo>
                <a:lnTo>
                  <a:pt x="280" y="456"/>
                </a:lnTo>
                <a:lnTo>
                  <a:pt x="279" y="456"/>
                </a:lnTo>
                <a:lnTo>
                  <a:pt x="279" y="455"/>
                </a:lnTo>
                <a:lnTo>
                  <a:pt x="280" y="454"/>
                </a:lnTo>
                <a:lnTo>
                  <a:pt x="280" y="453"/>
                </a:lnTo>
                <a:lnTo>
                  <a:pt x="280" y="452"/>
                </a:lnTo>
                <a:lnTo>
                  <a:pt x="279" y="452"/>
                </a:lnTo>
                <a:lnTo>
                  <a:pt x="279" y="451"/>
                </a:lnTo>
                <a:lnTo>
                  <a:pt x="278" y="451"/>
                </a:lnTo>
                <a:lnTo>
                  <a:pt x="276" y="449"/>
                </a:lnTo>
                <a:lnTo>
                  <a:pt x="275" y="449"/>
                </a:lnTo>
                <a:lnTo>
                  <a:pt x="275" y="448"/>
                </a:lnTo>
                <a:lnTo>
                  <a:pt x="276" y="447"/>
                </a:lnTo>
                <a:lnTo>
                  <a:pt x="277" y="447"/>
                </a:lnTo>
                <a:lnTo>
                  <a:pt x="278" y="447"/>
                </a:lnTo>
                <a:lnTo>
                  <a:pt x="278" y="446"/>
                </a:lnTo>
                <a:lnTo>
                  <a:pt x="279" y="445"/>
                </a:lnTo>
                <a:lnTo>
                  <a:pt x="279" y="444"/>
                </a:lnTo>
                <a:lnTo>
                  <a:pt x="278" y="444"/>
                </a:lnTo>
                <a:lnTo>
                  <a:pt x="278" y="443"/>
                </a:lnTo>
                <a:lnTo>
                  <a:pt x="277" y="443"/>
                </a:lnTo>
                <a:lnTo>
                  <a:pt x="277" y="442"/>
                </a:lnTo>
                <a:lnTo>
                  <a:pt x="276" y="442"/>
                </a:lnTo>
                <a:lnTo>
                  <a:pt x="276" y="441"/>
                </a:lnTo>
                <a:lnTo>
                  <a:pt x="276" y="440"/>
                </a:lnTo>
                <a:lnTo>
                  <a:pt x="277" y="440"/>
                </a:lnTo>
                <a:lnTo>
                  <a:pt x="278" y="440"/>
                </a:lnTo>
                <a:lnTo>
                  <a:pt x="279" y="440"/>
                </a:lnTo>
                <a:lnTo>
                  <a:pt x="280" y="439"/>
                </a:lnTo>
                <a:lnTo>
                  <a:pt x="280" y="438"/>
                </a:lnTo>
                <a:lnTo>
                  <a:pt x="281" y="438"/>
                </a:lnTo>
                <a:lnTo>
                  <a:pt x="281" y="437"/>
                </a:lnTo>
                <a:lnTo>
                  <a:pt x="282" y="437"/>
                </a:lnTo>
                <a:lnTo>
                  <a:pt x="282" y="436"/>
                </a:lnTo>
                <a:lnTo>
                  <a:pt x="283" y="436"/>
                </a:lnTo>
                <a:lnTo>
                  <a:pt x="283" y="434"/>
                </a:lnTo>
                <a:lnTo>
                  <a:pt x="283" y="433"/>
                </a:lnTo>
                <a:lnTo>
                  <a:pt x="283" y="434"/>
                </a:lnTo>
                <a:lnTo>
                  <a:pt x="284" y="434"/>
                </a:lnTo>
                <a:lnTo>
                  <a:pt x="285" y="434"/>
                </a:lnTo>
                <a:lnTo>
                  <a:pt x="286" y="435"/>
                </a:lnTo>
                <a:lnTo>
                  <a:pt x="287" y="435"/>
                </a:lnTo>
                <a:lnTo>
                  <a:pt x="287" y="434"/>
                </a:lnTo>
                <a:lnTo>
                  <a:pt x="288" y="434"/>
                </a:lnTo>
                <a:lnTo>
                  <a:pt x="289" y="434"/>
                </a:lnTo>
                <a:lnTo>
                  <a:pt x="290" y="434"/>
                </a:lnTo>
                <a:lnTo>
                  <a:pt x="290" y="433"/>
                </a:lnTo>
                <a:lnTo>
                  <a:pt x="291" y="433"/>
                </a:lnTo>
                <a:lnTo>
                  <a:pt x="292" y="432"/>
                </a:lnTo>
                <a:lnTo>
                  <a:pt x="293" y="432"/>
                </a:lnTo>
                <a:lnTo>
                  <a:pt x="293" y="431"/>
                </a:lnTo>
                <a:lnTo>
                  <a:pt x="294" y="430"/>
                </a:lnTo>
                <a:lnTo>
                  <a:pt x="295" y="429"/>
                </a:lnTo>
                <a:lnTo>
                  <a:pt x="296" y="429"/>
                </a:lnTo>
                <a:lnTo>
                  <a:pt x="297" y="429"/>
                </a:lnTo>
                <a:lnTo>
                  <a:pt x="297" y="428"/>
                </a:lnTo>
                <a:lnTo>
                  <a:pt x="298" y="428"/>
                </a:lnTo>
                <a:lnTo>
                  <a:pt x="299" y="428"/>
                </a:lnTo>
                <a:lnTo>
                  <a:pt x="299" y="427"/>
                </a:lnTo>
                <a:lnTo>
                  <a:pt x="300" y="427"/>
                </a:lnTo>
                <a:lnTo>
                  <a:pt x="300" y="426"/>
                </a:lnTo>
                <a:lnTo>
                  <a:pt x="300" y="425"/>
                </a:lnTo>
                <a:lnTo>
                  <a:pt x="301" y="425"/>
                </a:lnTo>
                <a:lnTo>
                  <a:pt x="302" y="426"/>
                </a:lnTo>
                <a:lnTo>
                  <a:pt x="302" y="427"/>
                </a:lnTo>
                <a:lnTo>
                  <a:pt x="303" y="427"/>
                </a:lnTo>
                <a:lnTo>
                  <a:pt x="304" y="427"/>
                </a:lnTo>
                <a:lnTo>
                  <a:pt x="304" y="428"/>
                </a:lnTo>
                <a:lnTo>
                  <a:pt x="305" y="428"/>
                </a:lnTo>
                <a:lnTo>
                  <a:pt x="305" y="427"/>
                </a:lnTo>
                <a:lnTo>
                  <a:pt x="306" y="427"/>
                </a:lnTo>
                <a:lnTo>
                  <a:pt x="306" y="426"/>
                </a:lnTo>
                <a:lnTo>
                  <a:pt x="307" y="426"/>
                </a:lnTo>
                <a:lnTo>
                  <a:pt x="308" y="425"/>
                </a:lnTo>
                <a:lnTo>
                  <a:pt x="309" y="425"/>
                </a:lnTo>
                <a:lnTo>
                  <a:pt x="309" y="424"/>
                </a:lnTo>
                <a:lnTo>
                  <a:pt x="310" y="423"/>
                </a:lnTo>
                <a:lnTo>
                  <a:pt x="311" y="422"/>
                </a:lnTo>
                <a:lnTo>
                  <a:pt x="312" y="421"/>
                </a:lnTo>
                <a:lnTo>
                  <a:pt x="313" y="421"/>
                </a:lnTo>
                <a:lnTo>
                  <a:pt x="314" y="421"/>
                </a:lnTo>
                <a:lnTo>
                  <a:pt x="315" y="420"/>
                </a:lnTo>
                <a:lnTo>
                  <a:pt x="313" y="419"/>
                </a:lnTo>
                <a:lnTo>
                  <a:pt x="313" y="418"/>
                </a:lnTo>
                <a:lnTo>
                  <a:pt x="313" y="417"/>
                </a:lnTo>
                <a:lnTo>
                  <a:pt x="313" y="416"/>
                </a:lnTo>
                <a:lnTo>
                  <a:pt x="311" y="417"/>
                </a:lnTo>
                <a:lnTo>
                  <a:pt x="310" y="418"/>
                </a:lnTo>
                <a:lnTo>
                  <a:pt x="307" y="419"/>
                </a:lnTo>
                <a:lnTo>
                  <a:pt x="307" y="418"/>
                </a:lnTo>
                <a:lnTo>
                  <a:pt x="308" y="418"/>
                </a:lnTo>
                <a:lnTo>
                  <a:pt x="309" y="418"/>
                </a:lnTo>
                <a:lnTo>
                  <a:pt x="310" y="418"/>
                </a:lnTo>
                <a:lnTo>
                  <a:pt x="312" y="416"/>
                </a:lnTo>
                <a:lnTo>
                  <a:pt x="313" y="415"/>
                </a:lnTo>
                <a:lnTo>
                  <a:pt x="314" y="415"/>
                </a:lnTo>
                <a:lnTo>
                  <a:pt x="314" y="414"/>
                </a:lnTo>
                <a:lnTo>
                  <a:pt x="313" y="413"/>
                </a:lnTo>
                <a:lnTo>
                  <a:pt x="315" y="413"/>
                </a:lnTo>
                <a:lnTo>
                  <a:pt x="315" y="414"/>
                </a:lnTo>
                <a:lnTo>
                  <a:pt x="316" y="413"/>
                </a:lnTo>
                <a:lnTo>
                  <a:pt x="317" y="413"/>
                </a:lnTo>
                <a:lnTo>
                  <a:pt x="318" y="413"/>
                </a:lnTo>
                <a:lnTo>
                  <a:pt x="319" y="413"/>
                </a:lnTo>
                <a:lnTo>
                  <a:pt x="320" y="413"/>
                </a:lnTo>
                <a:lnTo>
                  <a:pt x="320" y="412"/>
                </a:lnTo>
                <a:lnTo>
                  <a:pt x="321" y="411"/>
                </a:lnTo>
                <a:lnTo>
                  <a:pt x="322" y="410"/>
                </a:lnTo>
                <a:lnTo>
                  <a:pt x="322" y="411"/>
                </a:lnTo>
                <a:lnTo>
                  <a:pt x="322" y="410"/>
                </a:lnTo>
                <a:lnTo>
                  <a:pt x="324" y="409"/>
                </a:lnTo>
                <a:lnTo>
                  <a:pt x="325" y="408"/>
                </a:lnTo>
                <a:lnTo>
                  <a:pt x="325" y="407"/>
                </a:lnTo>
                <a:lnTo>
                  <a:pt x="325" y="406"/>
                </a:lnTo>
                <a:lnTo>
                  <a:pt x="326" y="405"/>
                </a:lnTo>
                <a:lnTo>
                  <a:pt x="327" y="404"/>
                </a:lnTo>
                <a:lnTo>
                  <a:pt x="328" y="403"/>
                </a:lnTo>
                <a:lnTo>
                  <a:pt x="328" y="404"/>
                </a:lnTo>
                <a:lnTo>
                  <a:pt x="329" y="403"/>
                </a:lnTo>
                <a:lnTo>
                  <a:pt x="330" y="403"/>
                </a:lnTo>
                <a:lnTo>
                  <a:pt x="331" y="403"/>
                </a:lnTo>
                <a:lnTo>
                  <a:pt x="332" y="402"/>
                </a:lnTo>
                <a:lnTo>
                  <a:pt x="333" y="401"/>
                </a:lnTo>
                <a:lnTo>
                  <a:pt x="333" y="400"/>
                </a:lnTo>
                <a:lnTo>
                  <a:pt x="333" y="398"/>
                </a:lnTo>
                <a:lnTo>
                  <a:pt x="333" y="397"/>
                </a:lnTo>
                <a:lnTo>
                  <a:pt x="332" y="396"/>
                </a:lnTo>
                <a:lnTo>
                  <a:pt x="331" y="396"/>
                </a:lnTo>
                <a:lnTo>
                  <a:pt x="330" y="396"/>
                </a:lnTo>
                <a:lnTo>
                  <a:pt x="331" y="395"/>
                </a:lnTo>
                <a:lnTo>
                  <a:pt x="328" y="394"/>
                </a:lnTo>
                <a:lnTo>
                  <a:pt x="327" y="394"/>
                </a:lnTo>
                <a:lnTo>
                  <a:pt x="334" y="394"/>
                </a:lnTo>
                <a:lnTo>
                  <a:pt x="334" y="395"/>
                </a:lnTo>
                <a:lnTo>
                  <a:pt x="335" y="395"/>
                </a:lnTo>
                <a:lnTo>
                  <a:pt x="336" y="394"/>
                </a:lnTo>
                <a:lnTo>
                  <a:pt x="337" y="394"/>
                </a:lnTo>
                <a:lnTo>
                  <a:pt x="337" y="393"/>
                </a:lnTo>
                <a:lnTo>
                  <a:pt x="338" y="393"/>
                </a:lnTo>
                <a:lnTo>
                  <a:pt x="338" y="392"/>
                </a:lnTo>
                <a:lnTo>
                  <a:pt x="339" y="392"/>
                </a:lnTo>
                <a:lnTo>
                  <a:pt x="340" y="392"/>
                </a:lnTo>
                <a:lnTo>
                  <a:pt x="341" y="391"/>
                </a:lnTo>
                <a:lnTo>
                  <a:pt x="342" y="390"/>
                </a:lnTo>
                <a:lnTo>
                  <a:pt x="343" y="389"/>
                </a:lnTo>
                <a:lnTo>
                  <a:pt x="341" y="389"/>
                </a:lnTo>
                <a:lnTo>
                  <a:pt x="340" y="389"/>
                </a:lnTo>
                <a:lnTo>
                  <a:pt x="340" y="388"/>
                </a:lnTo>
                <a:lnTo>
                  <a:pt x="341" y="388"/>
                </a:lnTo>
                <a:lnTo>
                  <a:pt x="342" y="388"/>
                </a:lnTo>
                <a:lnTo>
                  <a:pt x="342" y="384"/>
                </a:lnTo>
                <a:lnTo>
                  <a:pt x="343" y="384"/>
                </a:lnTo>
                <a:lnTo>
                  <a:pt x="342" y="382"/>
                </a:lnTo>
                <a:lnTo>
                  <a:pt x="341" y="382"/>
                </a:lnTo>
                <a:lnTo>
                  <a:pt x="340" y="380"/>
                </a:lnTo>
                <a:lnTo>
                  <a:pt x="336" y="381"/>
                </a:lnTo>
                <a:lnTo>
                  <a:pt x="336" y="380"/>
                </a:lnTo>
                <a:lnTo>
                  <a:pt x="340" y="378"/>
                </a:lnTo>
                <a:lnTo>
                  <a:pt x="342" y="380"/>
                </a:lnTo>
                <a:lnTo>
                  <a:pt x="342" y="381"/>
                </a:lnTo>
                <a:lnTo>
                  <a:pt x="343" y="381"/>
                </a:lnTo>
                <a:lnTo>
                  <a:pt x="343" y="380"/>
                </a:lnTo>
                <a:lnTo>
                  <a:pt x="344" y="380"/>
                </a:lnTo>
                <a:lnTo>
                  <a:pt x="346" y="378"/>
                </a:lnTo>
                <a:lnTo>
                  <a:pt x="347" y="378"/>
                </a:lnTo>
                <a:lnTo>
                  <a:pt x="347" y="379"/>
                </a:lnTo>
                <a:lnTo>
                  <a:pt x="348" y="379"/>
                </a:lnTo>
                <a:lnTo>
                  <a:pt x="348" y="378"/>
                </a:lnTo>
                <a:lnTo>
                  <a:pt x="347" y="378"/>
                </a:lnTo>
                <a:lnTo>
                  <a:pt x="347" y="377"/>
                </a:lnTo>
                <a:lnTo>
                  <a:pt x="348" y="377"/>
                </a:lnTo>
                <a:lnTo>
                  <a:pt x="349" y="378"/>
                </a:lnTo>
                <a:lnTo>
                  <a:pt x="349" y="377"/>
                </a:lnTo>
                <a:lnTo>
                  <a:pt x="348" y="376"/>
                </a:lnTo>
                <a:lnTo>
                  <a:pt x="348" y="375"/>
                </a:lnTo>
                <a:lnTo>
                  <a:pt x="349" y="376"/>
                </a:lnTo>
                <a:lnTo>
                  <a:pt x="350" y="376"/>
                </a:lnTo>
                <a:lnTo>
                  <a:pt x="350" y="375"/>
                </a:lnTo>
                <a:lnTo>
                  <a:pt x="350" y="376"/>
                </a:lnTo>
                <a:lnTo>
                  <a:pt x="351" y="376"/>
                </a:lnTo>
                <a:lnTo>
                  <a:pt x="351" y="375"/>
                </a:lnTo>
                <a:lnTo>
                  <a:pt x="351" y="374"/>
                </a:lnTo>
                <a:lnTo>
                  <a:pt x="352" y="375"/>
                </a:lnTo>
                <a:lnTo>
                  <a:pt x="352" y="374"/>
                </a:lnTo>
                <a:lnTo>
                  <a:pt x="353" y="374"/>
                </a:lnTo>
                <a:lnTo>
                  <a:pt x="352" y="373"/>
                </a:lnTo>
                <a:lnTo>
                  <a:pt x="352" y="372"/>
                </a:lnTo>
                <a:lnTo>
                  <a:pt x="353" y="373"/>
                </a:lnTo>
                <a:lnTo>
                  <a:pt x="354" y="372"/>
                </a:lnTo>
                <a:lnTo>
                  <a:pt x="354" y="371"/>
                </a:lnTo>
                <a:lnTo>
                  <a:pt x="354" y="370"/>
                </a:lnTo>
                <a:lnTo>
                  <a:pt x="353" y="369"/>
                </a:lnTo>
                <a:lnTo>
                  <a:pt x="353" y="368"/>
                </a:lnTo>
                <a:lnTo>
                  <a:pt x="353" y="367"/>
                </a:lnTo>
                <a:lnTo>
                  <a:pt x="354" y="367"/>
                </a:lnTo>
                <a:lnTo>
                  <a:pt x="355" y="367"/>
                </a:lnTo>
                <a:lnTo>
                  <a:pt x="356" y="367"/>
                </a:lnTo>
                <a:lnTo>
                  <a:pt x="357" y="366"/>
                </a:lnTo>
                <a:lnTo>
                  <a:pt x="358" y="365"/>
                </a:lnTo>
                <a:lnTo>
                  <a:pt x="359" y="364"/>
                </a:lnTo>
                <a:lnTo>
                  <a:pt x="358" y="364"/>
                </a:lnTo>
                <a:lnTo>
                  <a:pt x="358" y="363"/>
                </a:lnTo>
                <a:lnTo>
                  <a:pt x="360" y="362"/>
                </a:lnTo>
                <a:lnTo>
                  <a:pt x="360" y="361"/>
                </a:lnTo>
                <a:lnTo>
                  <a:pt x="361" y="361"/>
                </a:lnTo>
                <a:lnTo>
                  <a:pt x="362" y="359"/>
                </a:lnTo>
                <a:lnTo>
                  <a:pt x="361" y="359"/>
                </a:lnTo>
                <a:lnTo>
                  <a:pt x="360" y="360"/>
                </a:lnTo>
                <a:lnTo>
                  <a:pt x="359" y="359"/>
                </a:lnTo>
                <a:lnTo>
                  <a:pt x="360" y="359"/>
                </a:lnTo>
                <a:lnTo>
                  <a:pt x="359" y="357"/>
                </a:lnTo>
                <a:lnTo>
                  <a:pt x="358" y="357"/>
                </a:lnTo>
                <a:lnTo>
                  <a:pt x="358" y="356"/>
                </a:lnTo>
                <a:lnTo>
                  <a:pt x="357" y="355"/>
                </a:lnTo>
                <a:lnTo>
                  <a:pt x="355" y="354"/>
                </a:lnTo>
                <a:lnTo>
                  <a:pt x="356" y="353"/>
                </a:lnTo>
                <a:lnTo>
                  <a:pt x="355" y="352"/>
                </a:lnTo>
                <a:lnTo>
                  <a:pt x="354" y="351"/>
                </a:lnTo>
                <a:lnTo>
                  <a:pt x="353" y="350"/>
                </a:lnTo>
                <a:lnTo>
                  <a:pt x="353" y="351"/>
                </a:lnTo>
                <a:lnTo>
                  <a:pt x="352" y="350"/>
                </a:lnTo>
                <a:lnTo>
                  <a:pt x="353" y="350"/>
                </a:lnTo>
                <a:lnTo>
                  <a:pt x="353" y="349"/>
                </a:lnTo>
                <a:lnTo>
                  <a:pt x="351" y="348"/>
                </a:lnTo>
                <a:lnTo>
                  <a:pt x="351" y="347"/>
                </a:lnTo>
                <a:lnTo>
                  <a:pt x="349" y="346"/>
                </a:lnTo>
                <a:lnTo>
                  <a:pt x="348" y="346"/>
                </a:lnTo>
                <a:lnTo>
                  <a:pt x="348" y="345"/>
                </a:lnTo>
                <a:lnTo>
                  <a:pt x="346" y="344"/>
                </a:lnTo>
                <a:lnTo>
                  <a:pt x="346" y="343"/>
                </a:lnTo>
                <a:lnTo>
                  <a:pt x="347" y="342"/>
                </a:lnTo>
                <a:lnTo>
                  <a:pt x="348" y="342"/>
                </a:lnTo>
                <a:lnTo>
                  <a:pt x="348" y="341"/>
                </a:lnTo>
                <a:lnTo>
                  <a:pt x="349" y="340"/>
                </a:lnTo>
                <a:lnTo>
                  <a:pt x="349" y="339"/>
                </a:lnTo>
                <a:lnTo>
                  <a:pt x="349" y="338"/>
                </a:lnTo>
                <a:lnTo>
                  <a:pt x="349" y="337"/>
                </a:lnTo>
                <a:lnTo>
                  <a:pt x="349" y="336"/>
                </a:lnTo>
                <a:lnTo>
                  <a:pt x="348" y="336"/>
                </a:lnTo>
                <a:lnTo>
                  <a:pt x="347" y="336"/>
                </a:lnTo>
                <a:lnTo>
                  <a:pt x="347" y="337"/>
                </a:lnTo>
                <a:lnTo>
                  <a:pt x="346" y="337"/>
                </a:lnTo>
                <a:lnTo>
                  <a:pt x="346" y="338"/>
                </a:lnTo>
                <a:lnTo>
                  <a:pt x="345" y="338"/>
                </a:lnTo>
                <a:lnTo>
                  <a:pt x="344" y="338"/>
                </a:lnTo>
                <a:lnTo>
                  <a:pt x="343" y="338"/>
                </a:lnTo>
                <a:lnTo>
                  <a:pt x="342" y="338"/>
                </a:lnTo>
                <a:lnTo>
                  <a:pt x="340" y="338"/>
                </a:lnTo>
                <a:lnTo>
                  <a:pt x="339" y="338"/>
                </a:lnTo>
                <a:lnTo>
                  <a:pt x="338" y="339"/>
                </a:lnTo>
                <a:lnTo>
                  <a:pt x="337" y="338"/>
                </a:lnTo>
                <a:lnTo>
                  <a:pt x="337" y="337"/>
                </a:lnTo>
                <a:lnTo>
                  <a:pt x="337" y="336"/>
                </a:lnTo>
                <a:lnTo>
                  <a:pt x="338" y="336"/>
                </a:lnTo>
                <a:lnTo>
                  <a:pt x="339" y="336"/>
                </a:lnTo>
                <a:lnTo>
                  <a:pt x="339" y="335"/>
                </a:lnTo>
                <a:lnTo>
                  <a:pt x="338" y="335"/>
                </a:lnTo>
                <a:lnTo>
                  <a:pt x="337" y="336"/>
                </a:lnTo>
                <a:lnTo>
                  <a:pt x="339" y="333"/>
                </a:lnTo>
                <a:lnTo>
                  <a:pt x="338" y="333"/>
                </a:lnTo>
                <a:lnTo>
                  <a:pt x="336" y="335"/>
                </a:lnTo>
                <a:lnTo>
                  <a:pt x="337" y="336"/>
                </a:lnTo>
                <a:lnTo>
                  <a:pt x="336" y="337"/>
                </a:lnTo>
                <a:lnTo>
                  <a:pt x="332" y="335"/>
                </a:lnTo>
                <a:lnTo>
                  <a:pt x="331" y="334"/>
                </a:lnTo>
                <a:lnTo>
                  <a:pt x="330" y="333"/>
                </a:lnTo>
                <a:lnTo>
                  <a:pt x="332" y="330"/>
                </a:lnTo>
                <a:lnTo>
                  <a:pt x="331" y="329"/>
                </a:lnTo>
                <a:lnTo>
                  <a:pt x="329" y="331"/>
                </a:lnTo>
                <a:lnTo>
                  <a:pt x="329" y="330"/>
                </a:lnTo>
                <a:lnTo>
                  <a:pt x="330" y="329"/>
                </a:lnTo>
                <a:lnTo>
                  <a:pt x="329" y="328"/>
                </a:lnTo>
                <a:lnTo>
                  <a:pt x="328" y="327"/>
                </a:lnTo>
                <a:lnTo>
                  <a:pt x="329" y="326"/>
                </a:lnTo>
                <a:lnTo>
                  <a:pt x="327" y="325"/>
                </a:lnTo>
                <a:lnTo>
                  <a:pt x="326" y="324"/>
                </a:lnTo>
                <a:lnTo>
                  <a:pt x="327" y="324"/>
                </a:lnTo>
                <a:lnTo>
                  <a:pt x="327" y="323"/>
                </a:lnTo>
                <a:lnTo>
                  <a:pt x="327" y="322"/>
                </a:lnTo>
                <a:lnTo>
                  <a:pt x="326" y="321"/>
                </a:lnTo>
                <a:lnTo>
                  <a:pt x="326" y="320"/>
                </a:lnTo>
                <a:lnTo>
                  <a:pt x="325" y="320"/>
                </a:lnTo>
                <a:lnTo>
                  <a:pt x="326" y="319"/>
                </a:lnTo>
                <a:lnTo>
                  <a:pt x="327" y="319"/>
                </a:lnTo>
                <a:lnTo>
                  <a:pt x="327" y="318"/>
                </a:lnTo>
                <a:lnTo>
                  <a:pt x="326" y="318"/>
                </a:lnTo>
                <a:lnTo>
                  <a:pt x="325" y="318"/>
                </a:lnTo>
                <a:lnTo>
                  <a:pt x="322" y="318"/>
                </a:lnTo>
                <a:lnTo>
                  <a:pt x="322" y="319"/>
                </a:lnTo>
                <a:lnTo>
                  <a:pt x="322" y="320"/>
                </a:lnTo>
                <a:lnTo>
                  <a:pt x="323" y="320"/>
                </a:lnTo>
                <a:lnTo>
                  <a:pt x="324" y="320"/>
                </a:lnTo>
                <a:lnTo>
                  <a:pt x="325" y="321"/>
                </a:lnTo>
                <a:lnTo>
                  <a:pt x="324" y="321"/>
                </a:lnTo>
                <a:lnTo>
                  <a:pt x="321" y="321"/>
                </a:lnTo>
                <a:lnTo>
                  <a:pt x="319" y="320"/>
                </a:lnTo>
                <a:lnTo>
                  <a:pt x="318" y="320"/>
                </a:lnTo>
                <a:lnTo>
                  <a:pt x="318" y="319"/>
                </a:lnTo>
                <a:lnTo>
                  <a:pt x="317" y="319"/>
                </a:lnTo>
                <a:lnTo>
                  <a:pt x="317" y="318"/>
                </a:lnTo>
                <a:lnTo>
                  <a:pt x="316" y="318"/>
                </a:lnTo>
                <a:lnTo>
                  <a:pt x="317" y="318"/>
                </a:lnTo>
                <a:lnTo>
                  <a:pt x="317" y="317"/>
                </a:lnTo>
                <a:lnTo>
                  <a:pt x="315" y="313"/>
                </a:lnTo>
                <a:lnTo>
                  <a:pt x="315" y="311"/>
                </a:lnTo>
                <a:lnTo>
                  <a:pt x="314" y="310"/>
                </a:lnTo>
                <a:lnTo>
                  <a:pt x="314" y="309"/>
                </a:lnTo>
                <a:lnTo>
                  <a:pt x="315" y="308"/>
                </a:lnTo>
                <a:lnTo>
                  <a:pt x="315" y="307"/>
                </a:lnTo>
                <a:lnTo>
                  <a:pt x="314" y="307"/>
                </a:lnTo>
                <a:lnTo>
                  <a:pt x="313" y="306"/>
                </a:lnTo>
                <a:lnTo>
                  <a:pt x="313" y="305"/>
                </a:lnTo>
                <a:lnTo>
                  <a:pt x="313" y="304"/>
                </a:lnTo>
                <a:lnTo>
                  <a:pt x="314" y="303"/>
                </a:lnTo>
                <a:lnTo>
                  <a:pt x="315" y="303"/>
                </a:lnTo>
                <a:lnTo>
                  <a:pt x="315" y="302"/>
                </a:lnTo>
                <a:lnTo>
                  <a:pt x="315" y="301"/>
                </a:lnTo>
                <a:lnTo>
                  <a:pt x="316" y="301"/>
                </a:lnTo>
                <a:lnTo>
                  <a:pt x="316" y="300"/>
                </a:lnTo>
                <a:lnTo>
                  <a:pt x="315" y="300"/>
                </a:lnTo>
                <a:lnTo>
                  <a:pt x="314" y="301"/>
                </a:lnTo>
                <a:lnTo>
                  <a:pt x="313" y="302"/>
                </a:lnTo>
                <a:lnTo>
                  <a:pt x="312" y="302"/>
                </a:lnTo>
                <a:lnTo>
                  <a:pt x="311" y="303"/>
                </a:lnTo>
                <a:lnTo>
                  <a:pt x="311" y="304"/>
                </a:lnTo>
                <a:lnTo>
                  <a:pt x="311" y="305"/>
                </a:lnTo>
                <a:lnTo>
                  <a:pt x="310" y="305"/>
                </a:lnTo>
                <a:lnTo>
                  <a:pt x="309" y="306"/>
                </a:lnTo>
                <a:lnTo>
                  <a:pt x="309" y="307"/>
                </a:lnTo>
                <a:lnTo>
                  <a:pt x="309" y="308"/>
                </a:lnTo>
                <a:lnTo>
                  <a:pt x="309" y="309"/>
                </a:lnTo>
                <a:lnTo>
                  <a:pt x="308" y="310"/>
                </a:lnTo>
                <a:lnTo>
                  <a:pt x="308" y="311"/>
                </a:lnTo>
                <a:lnTo>
                  <a:pt x="307" y="311"/>
                </a:lnTo>
                <a:lnTo>
                  <a:pt x="307" y="312"/>
                </a:lnTo>
                <a:lnTo>
                  <a:pt x="307" y="311"/>
                </a:lnTo>
                <a:lnTo>
                  <a:pt x="306" y="311"/>
                </a:lnTo>
                <a:lnTo>
                  <a:pt x="306" y="312"/>
                </a:lnTo>
                <a:lnTo>
                  <a:pt x="304" y="312"/>
                </a:lnTo>
                <a:lnTo>
                  <a:pt x="304" y="311"/>
                </a:lnTo>
                <a:lnTo>
                  <a:pt x="305" y="311"/>
                </a:lnTo>
                <a:lnTo>
                  <a:pt x="305" y="310"/>
                </a:lnTo>
                <a:lnTo>
                  <a:pt x="304" y="310"/>
                </a:lnTo>
                <a:lnTo>
                  <a:pt x="303" y="310"/>
                </a:lnTo>
                <a:lnTo>
                  <a:pt x="303" y="311"/>
                </a:lnTo>
                <a:lnTo>
                  <a:pt x="302" y="312"/>
                </a:lnTo>
                <a:lnTo>
                  <a:pt x="301" y="312"/>
                </a:lnTo>
                <a:lnTo>
                  <a:pt x="302" y="312"/>
                </a:lnTo>
                <a:lnTo>
                  <a:pt x="303" y="313"/>
                </a:lnTo>
                <a:lnTo>
                  <a:pt x="303" y="312"/>
                </a:lnTo>
                <a:lnTo>
                  <a:pt x="304" y="312"/>
                </a:lnTo>
                <a:lnTo>
                  <a:pt x="304" y="311"/>
                </a:lnTo>
                <a:lnTo>
                  <a:pt x="304" y="312"/>
                </a:lnTo>
                <a:lnTo>
                  <a:pt x="305" y="312"/>
                </a:lnTo>
                <a:lnTo>
                  <a:pt x="306" y="313"/>
                </a:lnTo>
                <a:lnTo>
                  <a:pt x="305" y="314"/>
                </a:lnTo>
                <a:lnTo>
                  <a:pt x="304" y="313"/>
                </a:lnTo>
                <a:lnTo>
                  <a:pt x="304" y="314"/>
                </a:lnTo>
                <a:lnTo>
                  <a:pt x="305" y="314"/>
                </a:lnTo>
                <a:lnTo>
                  <a:pt x="303" y="315"/>
                </a:lnTo>
                <a:lnTo>
                  <a:pt x="303" y="316"/>
                </a:lnTo>
                <a:lnTo>
                  <a:pt x="302" y="316"/>
                </a:lnTo>
                <a:lnTo>
                  <a:pt x="302" y="317"/>
                </a:lnTo>
                <a:lnTo>
                  <a:pt x="301" y="317"/>
                </a:lnTo>
                <a:lnTo>
                  <a:pt x="301" y="316"/>
                </a:lnTo>
                <a:lnTo>
                  <a:pt x="300" y="316"/>
                </a:lnTo>
                <a:lnTo>
                  <a:pt x="299" y="316"/>
                </a:lnTo>
                <a:lnTo>
                  <a:pt x="299" y="315"/>
                </a:lnTo>
                <a:lnTo>
                  <a:pt x="299" y="314"/>
                </a:lnTo>
                <a:lnTo>
                  <a:pt x="299" y="313"/>
                </a:lnTo>
                <a:lnTo>
                  <a:pt x="299" y="314"/>
                </a:lnTo>
                <a:lnTo>
                  <a:pt x="299" y="315"/>
                </a:lnTo>
                <a:lnTo>
                  <a:pt x="299" y="316"/>
                </a:lnTo>
                <a:lnTo>
                  <a:pt x="299" y="317"/>
                </a:lnTo>
                <a:lnTo>
                  <a:pt x="299" y="318"/>
                </a:lnTo>
                <a:lnTo>
                  <a:pt x="298" y="318"/>
                </a:lnTo>
                <a:lnTo>
                  <a:pt x="298" y="317"/>
                </a:lnTo>
                <a:lnTo>
                  <a:pt x="297" y="316"/>
                </a:lnTo>
                <a:lnTo>
                  <a:pt x="297" y="317"/>
                </a:lnTo>
                <a:lnTo>
                  <a:pt x="297" y="318"/>
                </a:lnTo>
                <a:lnTo>
                  <a:pt x="295" y="318"/>
                </a:lnTo>
                <a:lnTo>
                  <a:pt x="295" y="317"/>
                </a:lnTo>
                <a:lnTo>
                  <a:pt x="295" y="316"/>
                </a:lnTo>
                <a:lnTo>
                  <a:pt x="294" y="316"/>
                </a:lnTo>
                <a:lnTo>
                  <a:pt x="294" y="318"/>
                </a:lnTo>
                <a:lnTo>
                  <a:pt x="293" y="318"/>
                </a:lnTo>
                <a:lnTo>
                  <a:pt x="293" y="316"/>
                </a:lnTo>
                <a:lnTo>
                  <a:pt x="292" y="316"/>
                </a:lnTo>
                <a:lnTo>
                  <a:pt x="291" y="316"/>
                </a:lnTo>
                <a:lnTo>
                  <a:pt x="291" y="315"/>
                </a:lnTo>
                <a:lnTo>
                  <a:pt x="290" y="316"/>
                </a:lnTo>
                <a:lnTo>
                  <a:pt x="289" y="316"/>
                </a:lnTo>
                <a:lnTo>
                  <a:pt x="289" y="317"/>
                </a:lnTo>
                <a:lnTo>
                  <a:pt x="287" y="317"/>
                </a:lnTo>
                <a:lnTo>
                  <a:pt x="286" y="317"/>
                </a:lnTo>
                <a:lnTo>
                  <a:pt x="285" y="317"/>
                </a:lnTo>
                <a:lnTo>
                  <a:pt x="285" y="316"/>
                </a:lnTo>
                <a:lnTo>
                  <a:pt x="286" y="316"/>
                </a:lnTo>
                <a:lnTo>
                  <a:pt x="285" y="316"/>
                </a:lnTo>
                <a:lnTo>
                  <a:pt x="285" y="315"/>
                </a:lnTo>
                <a:lnTo>
                  <a:pt x="286" y="314"/>
                </a:lnTo>
                <a:lnTo>
                  <a:pt x="286" y="313"/>
                </a:lnTo>
                <a:lnTo>
                  <a:pt x="285" y="313"/>
                </a:lnTo>
                <a:lnTo>
                  <a:pt x="285" y="314"/>
                </a:lnTo>
                <a:lnTo>
                  <a:pt x="285" y="315"/>
                </a:lnTo>
                <a:lnTo>
                  <a:pt x="284" y="316"/>
                </a:lnTo>
                <a:lnTo>
                  <a:pt x="283" y="316"/>
                </a:lnTo>
                <a:lnTo>
                  <a:pt x="281" y="315"/>
                </a:lnTo>
                <a:lnTo>
                  <a:pt x="282" y="315"/>
                </a:lnTo>
                <a:lnTo>
                  <a:pt x="282" y="314"/>
                </a:lnTo>
                <a:lnTo>
                  <a:pt x="281" y="314"/>
                </a:lnTo>
                <a:lnTo>
                  <a:pt x="281" y="313"/>
                </a:lnTo>
                <a:lnTo>
                  <a:pt x="280" y="313"/>
                </a:lnTo>
                <a:lnTo>
                  <a:pt x="279" y="313"/>
                </a:lnTo>
                <a:lnTo>
                  <a:pt x="279" y="312"/>
                </a:lnTo>
                <a:lnTo>
                  <a:pt x="280" y="312"/>
                </a:lnTo>
                <a:lnTo>
                  <a:pt x="280" y="311"/>
                </a:lnTo>
                <a:lnTo>
                  <a:pt x="279" y="311"/>
                </a:lnTo>
                <a:lnTo>
                  <a:pt x="279" y="312"/>
                </a:lnTo>
                <a:lnTo>
                  <a:pt x="278" y="312"/>
                </a:lnTo>
                <a:lnTo>
                  <a:pt x="277" y="312"/>
                </a:lnTo>
                <a:lnTo>
                  <a:pt x="275" y="312"/>
                </a:lnTo>
                <a:lnTo>
                  <a:pt x="273" y="312"/>
                </a:lnTo>
                <a:lnTo>
                  <a:pt x="272" y="312"/>
                </a:lnTo>
                <a:lnTo>
                  <a:pt x="272" y="311"/>
                </a:lnTo>
                <a:lnTo>
                  <a:pt x="272" y="310"/>
                </a:lnTo>
                <a:lnTo>
                  <a:pt x="271" y="311"/>
                </a:lnTo>
                <a:lnTo>
                  <a:pt x="272" y="311"/>
                </a:lnTo>
                <a:lnTo>
                  <a:pt x="272" y="312"/>
                </a:lnTo>
                <a:lnTo>
                  <a:pt x="268" y="311"/>
                </a:lnTo>
                <a:lnTo>
                  <a:pt x="267" y="311"/>
                </a:lnTo>
                <a:lnTo>
                  <a:pt x="268" y="311"/>
                </a:lnTo>
                <a:lnTo>
                  <a:pt x="269" y="311"/>
                </a:lnTo>
                <a:lnTo>
                  <a:pt x="272" y="312"/>
                </a:lnTo>
                <a:lnTo>
                  <a:pt x="272" y="313"/>
                </a:lnTo>
                <a:lnTo>
                  <a:pt x="272" y="315"/>
                </a:lnTo>
                <a:lnTo>
                  <a:pt x="272" y="316"/>
                </a:lnTo>
                <a:lnTo>
                  <a:pt x="272" y="318"/>
                </a:lnTo>
                <a:lnTo>
                  <a:pt x="267" y="317"/>
                </a:lnTo>
                <a:lnTo>
                  <a:pt x="266" y="317"/>
                </a:lnTo>
                <a:lnTo>
                  <a:pt x="264" y="316"/>
                </a:lnTo>
                <a:lnTo>
                  <a:pt x="261" y="316"/>
                </a:lnTo>
                <a:lnTo>
                  <a:pt x="261" y="314"/>
                </a:lnTo>
                <a:lnTo>
                  <a:pt x="261" y="313"/>
                </a:lnTo>
                <a:lnTo>
                  <a:pt x="257" y="314"/>
                </a:lnTo>
                <a:lnTo>
                  <a:pt x="257" y="313"/>
                </a:lnTo>
                <a:lnTo>
                  <a:pt x="256" y="312"/>
                </a:lnTo>
                <a:lnTo>
                  <a:pt x="255" y="310"/>
                </a:lnTo>
                <a:lnTo>
                  <a:pt x="256" y="310"/>
                </a:lnTo>
                <a:lnTo>
                  <a:pt x="257" y="309"/>
                </a:lnTo>
                <a:lnTo>
                  <a:pt x="258" y="309"/>
                </a:lnTo>
                <a:lnTo>
                  <a:pt x="259" y="309"/>
                </a:lnTo>
                <a:lnTo>
                  <a:pt x="258" y="309"/>
                </a:lnTo>
                <a:lnTo>
                  <a:pt x="257" y="309"/>
                </a:lnTo>
                <a:lnTo>
                  <a:pt x="254" y="309"/>
                </a:lnTo>
                <a:lnTo>
                  <a:pt x="254" y="308"/>
                </a:lnTo>
                <a:lnTo>
                  <a:pt x="253" y="308"/>
                </a:lnTo>
                <a:lnTo>
                  <a:pt x="253" y="309"/>
                </a:lnTo>
                <a:lnTo>
                  <a:pt x="252" y="309"/>
                </a:lnTo>
                <a:lnTo>
                  <a:pt x="253" y="310"/>
                </a:lnTo>
                <a:lnTo>
                  <a:pt x="253" y="311"/>
                </a:lnTo>
                <a:lnTo>
                  <a:pt x="252" y="311"/>
                </a:lnTo>
                <a:lnTo>
                  <a:pt x="252" y="313"/>
                </a:lnTo>
                <a:lnTo>
                  <a:pt x="251" y="314"/>
                </a:lnTo>
                <a:lnTo>
                  <a:pt x="251" y="316"/>
                </a:lnTo>
                <a:lnTo>
                  <a:pt x="250" y="316"/>
                </a:lnTo>
                <a:lnTo>
                  <a:pt x="250" y="315"/>
                </a:lnTo>
                <a:lnTo>
                  <a:pt x="247" y="315"/>
                </a:lnTo>
                <a:lnTo>
                  <a:pt x="248" y="313"/>
                </a:lnTo>
                <a:lnTo>
                  <a:pt x="249" y="313"/>
                </a:lnTo>
                <a:lnTo>
                  <a:pt x="250" y="313"/>
                </a:lnTo>
                <a:lnTo>
                  <a:pt x="250" y="311"/>
                </a:lnTo>
                <a:lnTo>
                  <a:pt x="246" y="311"/>
                </a:lnTo>
                <a:lnTo>
                  <a:pt x="246" y="309"/>
                </a:lnTo>
                <a:lnTo>
                  <a:pt x="245" y="309"/>
                </a:lnTo>
                <a:lnTo>
                  <a:pt x="244" y="310"/>
                </a:lnTo>
                <a:lnTo>
                  <a:pt x="244" y="311"/>
                </a:lnTo>
                <a:lnTo>
                  <a:pt x="245" y="311"/>
                </a:lnTo>
                <a:lnTo>
                  <a:pt x="245" y="313"/>
                </a:lnTo>
                <a:lnTo>
                  <a:pt x="244" y="313"/>
                </a:lnTo>
                <a:lnTo>
                  <a:pt x="243" y="313"/>
                </a:lnTo>
                <a:lnTo>
                  <a:pt x="242" y="312"/>
                </a:lnTo>
                <a:lnTo>
                  <a:pt x="241" y="312"/>
                </a:lnTo>
                <a:lnTo>
                  <a:pt x="240" y="313"/>
                </a:lnTo>
                <a:lnTo>
                  <a:pt x="238" y="313"/>
                </a:lnTo>
                <a:lnTo>
                  <a:pt x="237" y="313"/>
                </a:lnTo>
                <a:lnTo>
                  <a:pt x="236" y="313"/>
                </a:lnTo>
                <a:lnTo>
                  <a:pt x="236" y="314"/>
                </a:lnTo>
                <a:lnTo>
                  <a:pt x="235" y="314"/>
                </a:lnTo>
                <a:lnTo>
                  <a:pt x="235" y="315"/>
                </a:lnTo>
                <a:lnTo>
                  <a:pt x="235" y="316"/>
                </a:lnTo>
                <a:lnTo>
                  <a:pt x="236" y="316"/>
                </a:lnTo>
                <a:lnTo>
                  <a:pt x="236" y="317"/>
                </a:lnTo>
                <a:lnTo>
                  <a:pt x="235" y="318"/>
                </a:lnTo>
                <a:lnTo>
                  <a:pt x="235" y="319"/>
                </a:lnTo>
                <a:lnTo>
                  <a:pt x="233" y="319"/>
                </a:lnTo>
                <a:lnTo>
                  <a:pt x="233" y="320"/>
                </a:lnTo>
                <a:lnTo>
                  <a:pt x="234" y="320"/>
                </a:lnTo>
                <a:lnTo>
                  <a:pt x="234" y="321"/>
                </a:lnTo>
                <a:lnTo>
                  <a:pt x="235" y="321"/>
                </a:lnTo>
                <a:lnTo>
                  <a:pt x="234" y="321"/>
                </a:lnTo>
                <a:lnTo>
                  <a:pt x="233" y="321"/>
                </a:lnTo>
                <a:lnTo>
                  <a:pt x="233" y="322"/>
                </a:lnTo>
                <a:lnTo>
                  <a:pt x="232" y="322"/>
                </a:lnTo>
                <a:lnTo>
                  <a:pt x="232" y="323"/>
                </a:lnTo>
                <a:lnTo>
                  <a:pt x="232" y="322"/>
                </a:lnTo>
                <a:lnTo>
                  <a:pt x="231" y="321"/>
                </a:lnTo>
                <a:lnTo>
                  <a:pt x="230" y="321"/>
                </a:lnTo>
                <a:lnTo>
                  <a:pt x="230" y="320"/>
                </a:lnTo>
                <a:lnTo>
                  <a:pt x="229" y="319"/>
                </a:lnTo>
                <a:lnTo>
                  <a:pt x="228" y="319"/>
                </a:lnTo>
                <a:lnTo>
                  <a:pt x="227" y="319"/>
                </a:lnTo>
                <a:lnTo>
                  <a:pt x="225" y="319"/>
                </a:lnTo>
                <a:lnTo>
                  <a:pt x="224" y="319"/>
                </a:lnTo>
                <a:lnTo>
                  <a:pt x="224" y="320"/>
                </a:lnTo>
                <a:lnTo>
                  <a:pt x="223" y="320"/>
                </a:lnTo>
                <a:lnTo>
                  <a:pt x="223" y="321"/>
                </a:lnTo>
                <a:lnTo>
                  <a:pt x="223" y="322"/>
                </a:lnTo>
                <a:lnTo>
                  <a:pt x="224" y="323"/>
                </a:lnTo>
                <a:lnTo>
                  <a:pt x="224" y="324"/>
                </a:lnTo>
                <a:lnTo>
                  <a:pt x="223" y="325"/>
                </a:lnTo>
                <a:lnTo>
                  <a:pt x="222" y="325"/>
                </a:lnTo>
                <a:lnTo>
                  <a:pt x="223" y="325"/>
                </a:lnTo>
                <a:lnTo>
                  <a:pt x="224" y="326"/>
                </a:lnTo>
                <a:lnTo>
                  <a:pt x="224" y="328"/>
                </a:lnTo>
                <a:lnTo>
                  <a:pt x="224" y="329"/>
                </a:lnTo>
                <a:lnTo>
                  <a:pt x="225" y="329"/>
                </a:lnTo>
                <a:lnTo>
                  <a:pt x="226" y="329"/>
                </a:lnTo>
                <a:lnTo>
                  <a:pt x="229" y="329"/>
                </a:lnTo>
                <a:lnTo>
                  <a:pt x="229" y="331"/>
                </a:lnTo>
                <a:lnTo>
                  <a:pt x="229" y="332"/>
                </a:lnTo>
                <a:lnTo>
                  <a:pt x="230" y="332"/>
                </a:lnTo>
                <a:lnTo>
                  <a:pt x="230" y="333"/>
                </a:lnTo>
                <a:lnTo>
                  <a:pt x="229" y="333"/>
                </a:lnTo>
                <a:lnTo>
                  <a:pt x="228" y="333"/>
                </a:lnTo>
                <a:lnTo>
                  <a:pt x="228" y="332"/>
                </a:lnTo>
                <a:lnTo>
                  <a:pt x="226" y="332"/>
                </a:lnTo>
                <a:lnTo>
                  <a:pt x="224" y="332"/>
                </a:lnTo>
                <a:lnTo>
                  <a:pt x="222" y="334"/>
                </a:lnTo>
                <a:lnTo>
                  <a:pt x="221" y="334"/>
                </a:lnTo>
                <a:lnTo>
                  <a:pt x="221" y="335"/>
                </a:lnTo>
                <a:lnTo>
                  <a:pt x="220" y="335"/>
                </a:lnTo>
                <a:lnTo>
                  <a:pt x="217" y="335"/>
                </a:lnTo>
                <a:lnTo>
                  <a:pt x="216" y="335"/>
                </a:lnTo>
                <a:lnTo>
                  <a:pt x="215" y="336"/>
                </a:lnTo>
                <a:lnTo>
                  <a:pt x="214" y="336"/>
                </a:lnTo>
                <a:lnTo>
                  <a:pt x="213" y="336"/>
                </a:lnTo>
                <a:lnTo>
                  <a:pt x="212" y="336"/>
                </a:lnTo>
                <a:lnTo>
                  <a:pt x="211" y="336"/>
                </a:lnTo>
                <a:lnTo>
                  <a:pt x="210" y="336"/>
                </a:lnTo>
                <a:lnTo>
                  <a:pt x="209" y="336"/>
                </a:lnTo>
                <a:lnTo>
                  <a:pt x="209" y="337"/>
                </a:lnTo>
                <a:lnTo>
                  <a:pt x="208" y="337"/>
                </a:lnTo>
                <a:lnTo>
                  <a:pt x="208" y="338"/>
                </a:lnTo>
                <a:lnTo>
                  <a:pt x="208" y="339"/>
                </a:lnTo>
                <a:lnTo>
                  <a:pt x="208" y="340"/>
                </a:lnTo>
                <a:lnTo>
                  <a:pt x="209" y="340"/>
                </a:lnTo>
                <a:lnTo>
                  <a:pt x="209" y="341"/>
                </a:lnTo>
                <a:lnTo>
                  <a:pt x="208" y="341"/>
                </a:lnTo>
                <a:lnTo>
                  <a:pt x="207" y="341"/>
                </a:lnTo>
                <a:lnTo>
                  <a:pt x="207" y="342"/>
                </a:lnTo>
                <a:lnTo>
                  <a:pt x="206" y="343"/>
                </a:lnTo>
                <a:lnTo>
                  <a:pt x="205" y="345"/>
                </a:lnTo>
                <a:lnTo>
                  <a:pt x="205" y="346"/>
                </a:lnTo>
                <a:lnTo>
                  <a:pt x="204" y="347"/>
                </a:lnTo>
                <a:lnTo>
                  <a:pt x="203" y="348"/>
                </a:lnTo>
                <a:lnTo>
                  <a:pt x="202" y="350"/>
                </a:lnTo>
                <a:lnTo>
                  <a:pt x="201" y="349"/>
                </a:lnTo>
                <a:lnTo>
                  <a:pt x="199" y="350"/>
                </a:lnTo>
                <a:lnTo>
                  <a:pt x="198" y="351"/>
                </a:lnTo>
                <a:lnTo>
                  <a:pt x="198" y="352"/>
                </a:lnTo>
                <a:lnTo>
                  <a:pt x="197" y="353"/>
                </a:lnTo>
                <a:lnTo>
                  <a:pt x="196" y="353"/>
                </a:lnTo>
                <a:lnTo>
                  <a:pt x="195" y="353"/>
                </a:lnTo>
                <a:lnTo>
                  <a:pt x="195" y="354"/>
                </a:lnTo>
                <a:lnTo>
                  <a:pt x="194" y="354"/>
                </a:lnTo>
                <a:lnTo>
                  <a:pt x="195" y="355"/>
                </a:lnTo>
                <a:lnTo>
                  <a:pt x="195" y="354"/>
                </a:lnTo>
                <a:lnTo>
                  <a:pt x="196" y="354"/>
                </a:lnTo>
                <a:lnTo>
                  <a:pt x="197" y="355"/>
                </a:lnTo>
                <a:lnTo>
                  <a:pt x="197" y="356"/>
                </a:lnTo>
                <a:lnTo>
                  <a:pt x="196" y="357"/>
                </a:lnTo>
                <a:lnTo>
                  <a:pt x="195" y="357"/>
                </a:lnTo>
                <a:lnTo>
                  <a:pt x="194" y="357"/>
                </a:lnTo>
                <a:lnTo>
                  <a:pt x="193" y="357"/>
                </a:lnTo>
                <a:lnTo>
                  <a:pt x="193" y="356"/>
                </a:lnTo>
                <a:lnTo>
                  <a:pt x="192" y="356"/>
                </a:lnTo>
                <a:lnTo>
                  <a:pt x="192" y="357"/>
                </a:lnTo>
                <a:lnTo>
                  <a:pt x="191" y="358"/>
                </a:lnTo>
                <a:lnTo>
                  <a:pt x="191" y="359"/>
                </a:lnTo>
                <a:lnTo>
                  <a:pt x="191" y="360"/>
                </a:lnTo>
                <a:lnTo>
                  <a:pt x="190" y="360"/>
                </a:lnTo>
                <a:lnTo>
                  <a:pt x="189" y="360"/>
                </a:lnTo>
                <a:lnTo>
                  <a:pt x="188" y="360"/>
                </a:lnTo>
                <a:lnTo>
                  <a:pt x="187" y="359"/>
                </a:lnTo>
                <a:lnTo>
                  <a:pt x="187" y="360"/>
                </a:lnTo>
                <a:lnTo>
                  <a:pt x="186" y="360"/>
                </a:lnTo>
                <a:lnTo>
                  <a:pt x="186" y="361"/>
                </a:lnTo>
                <a:lnTo>
                  <a:pt x="185" y="361"/>
                </a:lnTo>
                <a:lnTo>
                  <a:pt x="184" y="361"/>
                </a:lnTo>
                <a:lnTo>
                  <a:pt x="186" y="363"/>
                </a:lnTo>
                <a:lnTo>
                  <a:pt x="186" y="364"/>
                </a:lnTo>
                <a:lnTo>
                  <a:pt x="185" y="363"/>
                </a:lnTo>
                <a:lnTo>
                  <a:pt x="184" y="363"/>
                </a:lnTo>
                <a:lnTo>
                  <a:pt x="184" y="364"/>
                </a:lnTo>
                <a:lnTo>
                  <a:pt x="185" y="364"/>
                </a:lnTo>
                <a:lnTo>
                  <a:pt x="185" y="365"/>
                </a:lnTo>
                <a:lnTo>
                  <a:pt x="185" y="366"/>
                </a:lnTo>
                <a:lnTo>
                  <a:pt x="186" y="366"/>
                </a:lnTo>
                <a:lnTo>
                  <a:pt x="186" y="367"/>
                </a:lnTo>
                <a:lnTo>
                  <a:pt x="186" y="368"/>
                </a:lnTo>
                <a:lnTo>
                  <a:pt x="185" y="368"/>
                </a:lnTo>
                <a:lnTo>
                  <a:pt x="185" y="369"/>
                </a:lnTo>
                <a:lnTo>
                  <a:pt x="183" y="368"/>
                </a:lnTo>
                <a:lnTo>
                  <a:pt x="182" y="368"/>
                </a:lnTo>
                <a:lnTo>
                  <a:pt x="183" y="369"/>
                </a:lnTo>
                <a:lnTo>
                  <a:pt x="182" y="370"/>
                </a:lnTo>
                <a:lnTo>
                  <a:pt x="182" y="371"/>
                </a:lnTo>
                <a:lnTo>
                  <a:pt x="182" y="372"/>
                </a:lnTo>
                <a:lnTo>
                  <a:pt x="183" y="372"/>
                </a:lnTo>
                <a:lnTo>
                  <a:pt x="184" y="372"/>
                </a:lnTo>
                <a:lnTo>
                  <a:pt x="184" y="373"/>
                </a:lnTo>
                <a:lnTo>
                  <a:pt x="183" y="374"/>
                </a:lnTo>
                <a:lnTo>
                  <a:pt x="182" y="374"/>
                </a:lnTo>
                <a:lnTo>
                  <a:pt x="181" y="375"/>
                </a:lnTo>
                <a:lnTo>
                  <a:pt x="180" y="375"/>
                </a:lnTo>
                <a:lnTo>
                  <a:pt x="179" y="376"/>
                </a:lnTo>
                <a:lnTo>
                  <a:pt x="178" y="377"/>
                </a:lnTo>
                <a:lnTo>
                  <a:pt x="176" y="377"/>
                </a:lnTo>
                <a:lnTo>
                  <a:pt x="175" y="378"/>
                </a:lnTo>
                <a:lnTo>
                  <a:pt x="174" y="378"/>
                </a:lnTo>
                <a:lnTo>
                  <a:pt x="174" y="379"/>
                </a:lnTo>
                <a:lnTo>
                  <a:pt x="174" y="380"/>
                </a:lnTo>
                <a:lnTo>
                  <a:pt x="174" y="381"/>
                </a:lnTo>
                <a:lnTo>
                  <a:pt x="175" y="382"/>
                </a:lnTo>
                <a:lnTo>
                  <a:pt x="175" y="383"/>
                </a:lnTo>
                <a:lnTo>
                  <a:pt x="176" y="383"/>
                </a:lnTo>
                <a:lnTo>
                  <a:pt x="176" y="385"/>
                </a:lnTo>
                <a:lnTo>
                  <a:pt x="176" y="386"/>
                </a:lnTo>
                <a:lnTo>
                  <a:pt x="175" y="386"/>
                </a:lnTo>
                <a:lnTo>
                  <a:pt x="175" y="387"/>
                </a:lnTo>
                <a:lnTo>
                  <a:pt x="174" y="388"/>
                </a:lnTo>
                <a:lnTo>
                  <a:pt x="174" y="389"/>
                </a:lnTo>
                <a:lnTo>
                  <a:pt x="174" y="390"/>
                </a:lnTo>
                <a:lnTo>
                  <a:pt x="173" y="390"/>
                </a:lnTo>
                <a:lnTo>
                  <a:pt x="173" y="389"/>
                </a:lnTo>
                <a:lnTo>
                  <a:pt x="173" y="390"/>
                </a:lnTo>
                <a:lnTo>
                  <a:pt x="172" y="390"/>
                </a:lnTo>
                <a:lnTo>
                  <a:pt x="172" y="391"/>
                </a:lnTo>
                <a:lnTo>
                  <a:pt x="171" y="391"/>
                </a:lnTo>
                <a:lnTo>
                  <a:pt x="171" y="392"/>
                </a:lnTo>
                <a:lnTo>
                  <a:pt x="170" y="392"/>
                </a:lnTo>
                <a:lnTo>
                  <a:pt x="169" y="393"/>
                </a:lnTo>
                <a:lnTo>
                  <a:pt x="169" y="394"/>
                </a:lnTo>
                <a:lnTo>
                  <a:pt x="168" y="394"/>
                </a:lnTo>
                <a:lnTo>
                  <a:pt x="167" y="394"/>
                </a:lnTo>
                <a:lnTo>
                  <a:pt x="165" y="394"/>
                </a:lnTo>
                <a:lnTo>
                  <a:pt x="164" y="394"/>
                </a:lnTo>
                <a:lnTo>
                  <a:pt x="163" y="394"/>
                </a:lnTo>
                <a:lnTo>
                  <a:pt x="162" y="394"/>
                </a:lnTo>
                <a:lnTo>
                  <a:pt x="161" y="394"/>
                </a:lnTo>
                <a:lnTo>
                  <a:pt x="160" y="394"/>
                </a:lnTo>
                <a:lnTo>
                  <a:pt x="159" y="395"/>
                </a:lnTo>
                <a:lnTo>
                  <a:pt x="158" y="395"/>
                </a:lnTo>
                <a:lnTo>
                  <a:pt x="157" y="395"/>
                </a:lnTo>
                <a:lnTo>
                  <a:pt x="156" y="395"/>
                </a:lnTo>
                <a:lnTo>
                  <a:pt x="155" y="395"/>
                </a:lnTo>
                <a:lnTo>
                  <a:pt x="154" y="395"/>
                </a:lnTo>
                <a:lnTo>
                  <a:pt x="153" y="396"/>
                </a:lnTo>
                <a:lnTo>
                  <a:pt x="154" y="397"/>
                </a:lnTo>
                <a:lnTo>
                  <a:pt x="153" y="397"/>
                </a:lnTo>
                <a:lnTo>
                  <a:pt x="152" y="398"/>
                </a:lnTo>
                <a:lnTo>
                  <a:pt x="151" y="399"/>
                </a:lnTo>
                <a:lnTo>
                  <a:pt x="150" y="399"/>
                </a:lnTo>
                <a:lnTo>
                  <a:pt x="149" y="399"/>
                </a:lnTo>
                <a:lnTo>
                  <a:pt x="149" y="400"/>
                </a:lnTo>
                <a:lnTo>
                  <a:pt x="148" y="400"/>
                </a:lnTo>
                <a:lnTo>
                  <a:pt x="147" y="400"/>
                </a:lnTo>
                <a:lnTo>
                  <a:pt x="146" y="401"/>
                </a:lnTo>
                <a:lnTo>
                  <a:pt x="145" y="401"/>
                </a:lnTo>
                <a:lnTo>
                  <a:pt x="145" y="402"/>
                </a:lnTo>
                <a:lnTo>
                  <a:pt x="143" y="402"/>
                </a:lnTo>
                <a:lnTo>
                  <a:pt x="142" y="403"/>
                </a:lnTo>
                <a:lnTo>
                  <a:pt x="141" y="403"/>
                </a:lnTo>
                <a:lnTo>
                  <a:pt x="140" y="403"/>
                </a:lnTo>
                <a:lnTo>
                  <a:pt x="139" y="404"/>
                </a:lnTo>
                <a:lnTo>
                  <a:pt x="138" y="404"/>
                </a:lnTo>
                <a:lnTo>
                  <a:pt x="137" y="404"/>
                </a:lnTo>
                <a:lnTo>
                  <a:pt x="135" y="405"/>
                </a:lnTo>
                <a:lnTo>
                  <a:pt x="134" y="405"/>
                </a:lnTo>
                <a:lnTo>
                  <a:pt x="131" y="406"/>
                </a:lnTo>
                <a:lnTo>
                  <a:pt x="129" y="407"/>
                </a:lnTo>
                <a:lnTo>
                  <a:pt x="128" y="407"/>
                </a:lnTo>
                <a:lnTo>
                  <a:pt x="126" y="408"/>
                </a:lnTo>
                <a:lnTo>
                  <a:pt x="125" y="408"/>
                </a:lnTo>
                <a:lnTo>
                  <a:pt x="125" y="409"/>
                </a:lnTo>
                <a:lnTo>
                  <a:pt x="124" y="409"/>
                </a:lnTo>
                <a:lnTo>
                  <a:pt x="124" y="408"/>
                </a:lnTo>
                <a:lnTo>
                  <a:pt x="123" y="409"/>
                </a:lnTo>
                <a:lnTo>
                  <a:pt x="122" y="409"/>
                </a:lnTo>
                <a:lnTo>
                  <a:pt x="121" y="409"/>
                </a:lnTo>
                <a:lnTo>
                  <a:pt x="119" y="410"/>
                </a:lnTo>
                <a:lnTo>
                  <a:pt x="117" y="410"/>
                </a:lnTo>
                <a:lnTo>
                  <a:pt x="116" y="411"/>
                </a:lnTo>
                <a:lnTo>
                  <a:pt x="114" y="412"/>
                </a:lnTo>
                <a:lnTo>
                  <a:pt x="113" y="413"/>
                </a:lnTo>
                <a:lnTo>
                  <a:pt x="112" y="415"/>
                </a:lnTo>
                <a:lnTo>
                  <a:pt x="112" y="416"/>
                </a:lnTo>
                <a:lnTo>
                  <a:pt x="113" y="417"/>
                </a:lnTo>
                <a:lnTo>
                  <a:pt x="111" y="418"/>
                </a:lnTo>
                <a:lnTo>
                  <a:pt x="110" y="418"/>
                </a:lnTo>
                <a:lnTo>
                  <a:pt x="109" y="418"/>
                </a:lnTo>
                <a:lnTo>
                  <a:pt x="108" y="418"/>
                </a:lnTo>
                <a:lnTo>
                  <a:pt x="107" y="418"/>
                </a:lnTo>
                <a:lnTo>
                  <a:pt x="106" y="419"/>
                </a:lnTo>
                <a:lnTo>
                  <a:pt x="106" y="418"/>
                </a:lnTo>
                <a:lnTo>
                  <a:pt x="105" y="418"/>
                </a:lnTo>
                <a:lnTo>
                  <a:pt x="105" y="417"/>
                </a:lnTo>
                <a:lnTo>
                  <a:pt x="105" y="416"/>
                </a:lnTo>
                <a:lnTo>
                  <a:pt x="105" y="415"/>
                </a:lnTo>
                <a:lnTo>
                  <a:pt x="106" y="414"/>
                </a:lnTo>
                <a:lnTo>
                  <a:pt x="105" y="413"/>
                </a:lnTo>
                <a:lnTo>
                  <a:pt x="104" y="413"/>
                </a:lnTo>
                <a:lnTo>
                  <a:pt x="104" y="412"/>
                </a:lnTo>
                <a:lnTo>
                  <a:pt x="103" y="412"/>
                </a:lnTo>
                <a:lnTo>
                  <a:pt x="102" y="411"/>
                </a:lnTo>
                <a:lnTo>
                  <a:pt x="101" y="412"/>
                </a:lnTo>
                <a:lnTo>
                  <a:pt x="101" y="413"/>
                </a:lnTo>
                <a:lnTo>
                  <a:pt x="100" y="413"/>
                </a:lnTo>
                <a:lnTo>
                  <a:pt x="98" y="412"/>
                </a:lnTo>
                <a:lnTo>
                  <a:pt x="97" y="412"/>
                </a:lnTo>
                <a:lnTo>
                  <a:pt x="96" y="409"/>
                </a:lnTo>
                <a:lnTo>
                  <a:pt x="96" y="408"/>
                </a:lnTo>
                <a:lnTo>
                  <a:pt x="97" y="408"/>
                </a:lnTo>
                <a:lnTo>
                  <a:pt x="96" y="407"/>
                </a:lnTo>
                <a:lnTo>
                  <a:pt x="95" y="407"/>
                </a:lnTo>
                <a:lnTo>
                  <a:pt x="94" y="405"/>
                </a:lnTo>
                <a:lnTo>
                  <a:pt x="93" y="405"/>
                </a:lnTo>
                <a:lnTo>
                  <a:pt x="94" y="404"/>
                </a:lnTo>
                <a:lnTo>
                  <a:pt x="95" y="403"/>
                </a:lnTo>
                <a:lnTo>
                  <a:pt x="95" y="402"/>
                </a:lnTo>
                <a:lnTo>
                  <a:pt x="96" y="401"/>
                </a:lnTo>
                <a:lnTo>
                  <a:pt x="96" y="400"/>
                </a:lnTo>
                <a:lnTo>
                  <a:pt x="95" y="397"/>
                </a:lnTo>
                <a:lnTo>
                  <a:pt x="95" y="396"/>
                </a:lnTo>
                <a:lnTo>
                  <a:pt x="95" y="395"/>
                </a:lnTo>
                <a:lnTo>
                  <a:pt x="94" y="393"/>
                </a:lnTo>
                <a:lnTo>
                  <a:pt x="92" y="393"/>
                </a:lnTo>
                <a:lnTo>
                  <a:pt x="92" y="394"/>
                </a:lnTo>
                <a:lnTo>
                  <a:pt x="91" y="394"/>
                </a:lnTo>
                <a:lnTo>
                  <a:pt x="90" y="394"/>
                </a:lnTo>
                <a:lnTo>
                  <a:pt x="90" y="393"/>
                </a:lnTo>
                <a:lnTo>
                  <a:pt x="89" y="393"/>
                </a:lnTo>
                <a:lnTo>
                  <a:pt x="88" y="391"/>
                </a:lnTo>
                <a:lnTo>
                  <a:pt x="87" y="390"/>
                </a:lnTo>
                <a:lnTo>
                  <a:pt x="87" y="389"/>
                </a:lnTo>
                <a:lnTo>
                  <a:pt x="86" y="389"/>
                </a:lnTo>
                <a:lnTo>
                  <a:pt x="85" y="390"/>
                </a:lnTo>
                <a:lnTo>
                  <a:pt x="84" y="390"/>
                </a:lnTo>
                <a:lnTo>
                  <a:pt x="83" y="390"/>
                </a:lnTo>
                <a:lnTo>
                  <a:pt x="82" y="391"/>
                </a:lnTo>
                <a:lnTo>
                  <a:pt x="81" y="391"/>
                </a:lnTo>
                <a:lnTo>
                  <a:pt x="81" y="390"/>
                </a:lnTo>
                <a:lnTo>
                  <a:pt x="82" y="390"/>
                </a:lnTo>
                <a:lnTo>
                  <a:pt x="82" y="389"/>
                </a:lnTo>
                <a:lnTo>
                  <a:pt x="82" y="388"/>
                </a:lnTo>
                <a:lnTo>
                  <a:pt x="83" y="388"/>
                </a:lnTo>
                <a:lnTo>
                  <a:pt x="84" y="386"/>
                </a:lnTo>
                <a:lnTo>
                  <a:pt x="84" y="385"/>
                </a:lnTo>
                <a:lnTo>
                  <a:pt x="85" y="385"/>
                </a:lnTo>
                <a:lnTo>
                  <a:pt x="84" y="384"/>
                </a:lnTo>
                <a:lnTo>
                  <a:pt x="84" y="383"/>
                </a:lnTo>
                <a:lnTo>
                  <a:pt x="83" y="383"/>
                </a:lnTo>
                <a:lnTo>
                  <a:pt x="82" y="382"/>
                </a:lnTo>
                <a:lnTo>
                  <a:pt x="81" y="382"/>
                </a:lnTo>
                <a:lnTo>
                  <a:pt x="81" y="381"/>
                </a:lnTo>
                <a:lnTo>
                  <a:pt x="80" y="381"/>
                </a:lnTo>
                <a:lnTo>
                  <a:pt x="80" y="380"/>
                </a:lnTo>
                <a:lnTo>
                  <a:pt x="81" y="380"/>
                </a:lnTo>
                <a:lnTo>
                  <a:pt x="80" y="380"/>
                </a:lnTo>
                <a:lnTo>
                  <a:pt x="80" y="379"/>
                </a:lnTo>
                <a:lnTo>
                  <a:pt x="81" y="379"/>
                </a:lnTo>
                <a:lnTo>
                  <a:pt x="81" y="378"/>
                </a:lnTo>
                <a:lnTo>
                  <a:pt x="80" y="378"/>
                </a:lnTo>
                <a:lnTo>
                  <a:pt x="79" y="377"/>
                </a:lnTo>
                <a:lnTo>
                  <a:pt x="78" y="377"/>
                </a:lnTo>
                <a:lnTo>
                  <a:pt x="78" y="376"/>
                </a:lnTo>
                <a:lnTo>
                  <a:pt x="79" y="375"/>
                </a:lnTo>
                <a:lnTo>
                  <a:pt x="79" y="374"/>
                </a:lnTo>
                <a:lnTo>
                  <a:pt x="78" y="374"/>
                </a:lnTo>
                <a:lnTo>
                  <a:pt x="78" y="373"/>
                </a:lnTo>
                <a:lnTo>
                  <a:pt x="77" y="373"/>
                </a:lnTo>
                <a:lnTo>
                  <a:pt x="77" y="372"/>
                </a:lnTo>
                <a:lnTo>
                  <a:pt x="77" y="371"/>
                </a:lnTo>
                <a:lnTo>
                  <a:pt x="78" y="371"/>
                </a:lnTo>
                <a:lnTo>
                  <a:pt x="79" y="369"/>
                </a:lnTo>
                <a:lnTo>
                  <a:pt x="78" y="368"/>
                </a:lnTo>
                <a:lnTo>
                  <a:pt x="79" y="368"/>
                </a:lnTo>
                <a:lnTo>
                  <a:pt x="79" y="367"/>
                </a:lnTo>
                <a:lnTo>
                  <a:pt x="78" y="367"/>
                </a:lnTo>
                <a:lnTo>
                  <a:pt x="78" y="366"/>
                </a:lnTo>
                <a:lnTo>
                  <a:pt x="78" y="365"/>
                </a:lnTo>
                <a:lnTo>
                  <a:pt x="79" y="364"/>
                </a:lnTo>
                <a:lnTo>
                  <a:pt x="79" y="362"/>
                </a:lnTo>
                <a:lnTo>
                  <a:pt x="78" y="361"/>
                </a:lnTo>
                <a:lnTo>
                  <a:pt x="77" y="361"/>
                </a:lnTo>
                <a:lnTo>
                  <a:pt x="75" y="359"/>
                </a:lnTo>
                <a:lnTo>
                  <a:pt x="75" y="358"/>
                </a:lnTo>
                <a:lnTo>
                  <a:pt x="74" y="357"/>
                </a:lnTo>
                <a:lnTo>
                  <a:pt x="73" y="357"/>
                </a:lnTo>
                <a:lnTo>
                  <a:pt x="73" y="356"/>
                </a:lnTo>
                <a:lnTo>
                  <a:pt x="74" y="356"/>
                </a:lnTo>
                <a:lnTo>
                  <a:pt x="75" y="355"/>
                </a:lnTo>
                <a:lnTo>
                  <a:pt x="76" y="355"/>
                </a:lnTo>
                <a:lnTo>
                  <a:pt x="76" y="354"/>
                </a:lnTo>
                <a:lnTo>
                  <a:pt x="75" y="354"/>
                </a:lnTo>
                <a:lnTo>
                  <a:pt x="74" y="354"/>
                </a:lnTo>
                <a:lnTo>
                  <a:pt x="74" y="353"/>
                </a:lnTo>
                <a:lnTo>
                  <a:pt x="73" y="353"/>
                </a:lnTo>
                <a:lnTo>
                  <a:pt x="73" y="352"/>
                </a:lnTo>
                <a:lnTo>
                  <a:pt x="72" y="351"/>
                </a:lnTo>
                <a:lnTo>
                  <a:pt x="72" y="352"/>
                </a:lnTo>
                <a:lnTo>
                  <a:pt x="71" y="352"/>
                </a:lnTo>
                <a:lnTo>
                  <a:pt x="70" y="352"/>
                </a:lnTo>
                <a:lnTo>
                  <a:pt x="69" y="352"/>
                </a:lnTo>
                <a:lnTo>
                  <a:pt x="69" y="351"/>
                </a:lnTo>
                <a:lnTo>
                  <a:pt x="68" y="352"/>
                </a:lnTo>
                <a:lnTo>
                  <a:pt x="68" y="353"/>
                </a:lnTo>
                <a:lnTo>
                  <a:pt x="67" y="354"/>
                </a:lnTo>
                <a:lnTo>
                  <a:pt x="66" y="354"/>
                </a:lnTo>
                <a:lnTo>
                  <a:pt x="64" y="353"/>
                </a:lnTo>
                <a:lnTo>
                  <a:pt x="64" y="354"/>
                </a:lnTo>
                <a:lnTo>
                  <a:pt x="63" y="354"/>
                </a:lnTo>
                <a:lnTo>
                  <a:pt x="62" y="353"/>
                </a:lnTo>
                <a:lnTo>
                  <a:pt x="61" y="353"/>
                </a:lnTo>
                <a:lnTo>
                  <a:pt x="60" y="353"/>
                </a:lnTo>
                <a:lnTo>
                  <a:pt x="59" y="354"/>
                </a:lnTo>
                <a:lnTo>
                  <a:pt x="58" y="354"/>
                </a:lnTo>
                <a:lnTo>
                  <a:pt x="58" y="355"/>
                </a:lnTo>
                <a:lnTo>
                  <a:pt x="57" y="355"/>
                </a:lnTo>
                <a:lnTo>
                  <a:pt x="56" y="354"/>
                </a:lnTo>
                <a:lnTo>
                  <a:pt x="57" y="354"/>
                </a:lnTo>
                <a:lnTo>
                  <a:pt x="57" y="353"/>
                </a:lnTo>
                <a:lnTo>
                  <a:pt x="57" y="352"/>
                </a:lnTo>
                <a:lnTo>
                  <a:pt x="56" y="352"/>
                </a:lnTo>
                <a:lnTo>
                  <a:pt x="55" y="352"/>
                </a:lnTo>
                <a:lnTo>
                  <a:pt x="53" y="353"/>
                </a:lnTo>
                <a:lnTo>
                  <a:pt x="52" y="354"/>
                </a:lnTo>
                <a:lnTo>
                  <a:pt x="51" y="354"/>
                </a:lnTo>
                <a:lnTo>
                  <a:pt x="50" y="354"/>
                </a:lnTo>
                <a:lnTo>
                  <a:pt x="49" y="354"/>
                </a:lnTo>
                <a:lnTo>
                  <a:pt x="48" y="354"/>
                </a:lnTo>
                <a:lnTo>
                  <a:pt x="47" y="354"/>
                </a:lnTo>
                <a:lnTo>
                  <a:pt x="47" y="353"/>
                </a:lnTo>
                <a:lnTo>
                  <a:pt x="45" y="353"/>
                </a:lnTo>
                <a:lnTo>
                  <a:pt x="43" y="353"/>
                </a:lnTo>
                <a:lnTo>
                  <a:pt x="43" y="352"/>
                </a:lnTo>
                <a:lnTo>
                  <a:pt x="42" y="352"/>
                </a:lnTo>
                <a:lnTo>
                  <a:pt x="41" y="352"/>
                </a:lnTo>
                <a:lnTo>
                  <a:pt x="41" y="351"/>
                </a:lnTo>
                <a:lnTo>
                  <a:pt x="40" y="351"/>
                </a:lnTo>
                <a:lnTo>
                  <a:pt x="41" y="350"/>
                </a:lnTo>
                <a:lnTo>
                  <a:pt x="40" y="350"/>
                </a:lnTo>
                <a:lnTo>
                  <a:pt x="39" y="350"/>
                </a:lnTo>
                <a:lnTo>
                  <a:pt x="39" y="349"/>
                </a:lnTo>
                <a:lnTo>
                  <a:pt x="40" y="348"/>
                </a:lnTo>
                <a:lnTo>
                  <a:pt x="40" y="347"/>
                </a:lnTo>
                <a:lnTo>
                  <a:pt x="41" y="347"/>
                </a:lnTo>
                <a:lnTo>
                  <a:pt x="41" y="346"/>
                </a:lnTo>
                <a:lnTo>
                  <a:pt x="40" y="346"/>
                </a:lnTo>
                <a:lnTo>
                  <a:pt x="40" y="345"/>
                </a:lnTo>
                <a:lnTo>
                  <a:pt x="38" y="345"/>
                </a:lnTo>
                <a:lnTo>
                  <a:pt x="37" y="345"/>
                </a:lnTo>
                <a:lnTo>
                  <a:pt x="36" y="345"/>
                </a:lnTo>
                <a:lnTo>
                  <a:pt x="36" y="346"/>
                </a:lnTo>
                <a:lnTo>
                  <a:pt x="35" y="346"/>
                </a:lnTo>
                <a:lnTo>
                  <a:pt x="35" y="345"/>
                </a:lnTo>
                <a:lnTo>
                  <a:pt x="34" y="345"/>
                </a:lnTo>
                <a:lnTo>
                  <a:pt x="34" y="346"/>
                </a:lnTo>
                <a:lnTo>
                  <a:pt x="33" y="346"/>
                </a:lnTo>
                <a:lnTo>
                  <a:pt x="32" y="346"/>
                </a:lnTo>
                <a:lnTo>
                  <a:pt x="32" y="344"/>
                </a:lnTo>
                <a:lnTo>
                  <a:pt x="32" y="343"/>
                </a:lnTo>
                <a:lnTo>
                  <a:pt x="31" y="343"/>
                </a:lnTo>
                <a:lnTo>
                  <a:pt x="31" y="342"/>
                </a:lnTo>
                <a:lnTo>
                  <a:pt x="32" y="341"/>
                </a:lnTo>
                <a:lnTo>
                  <a:pt x="33" y="340"/>
                </a:lnTo>
                <a:lnTo>
                  <a:pt x="34" y="340"/>
                </a:lnTo>
                <a:lnTo>
                  <a:pt x="34" y="339"/>
                </a:lnTo>
                <a:lnTo>
                  <a:pt x="35" y="339"/>
                </a:lnTo>
                <a:lnTo>
                  <a:pt x="35" y="338"/>
                </a:lnTo>
                <a:lnTo>
                  <a:pt x="35" y="337"/>
                </a:lnTo>
                <a:lnTo>
                  <a:pt x="35" y="336"/>
                </a:lnTo>
                <a:lnTo>
                  <a:pt x="33" y="335"/>
                </a:lnTo>
                <a:lnTo>
                  <a:pt x="32" y="335"/>
                </a:lnTo>
                <a:lnTo>
                  <a:pt x="32" y="336"/>
                </a:lnTo>
                <a:lnTo>
                  <a:pt x="31" y="336"/>
                </a:lnTo>
                <a:lnTo>
                  <a:pt x="30" y="336"/>
                </a:lnTo>
                <a:lnTo>
                  <a:pt x="29" y="337"/>
                </a:lnTo>
                <a:lnTo>
                  <a:pt x="28" y="338"/>
                </a:lnTo>
                <a:lnTo>
                  <a:pt x="27" y="338"/>
                </a:lnTo>
                <a:lnTo>
                  <a:pt x="26" y="338"/>
                </a:lnTo>
                <a:lnTo>
                  <a:pt x="25" y="338"/>
                </a:lnTo>
                <a:lnTo>
                  <a:pt x="25" y="337"/>
                </a:lnTo>
                <a:lnTo>
                  <a:pt x="24" y="337"/>
                </a:lnTo>
                <a:lnTo>
                  <a:pt x="23" y="338"/>
                </a:lnTo>
                <a:lnTo>
                  <a:pt x="23" y="339"/>
                </a:lnTo>
                <a:lnTo>
                  <a:pt x="22" y="338"/>
                </a:lnTo>
                <a:lnTo>
                  <a:pt x="21" y="338"/>
                </a:lnTo>
                <a:lnTo>
                  <a:pt x="21" y="337"/>
                </a:lnTo>
                <a:lnTo>
                  <a:pt x="21" y="336"/>
                </a:lnTo>
                <a:lnTo>
                  <a:pt x="19" y="335"/>
                </a:lnTo>
                <a:lnTo>
                  <a:pt x="18" y="335"/>
                </a:lnTo>
                <a:lnTo>
                  <a:pt x="17" y="336"/>
                </a:lnTo>
                <a:lnTo>
                  <a:pt x="17" y="335"/>
                </a:lnTo>
                <a:lnTo>
                  <a:pt x="16" y="335"/>
                </a:lnTo>
                <a:lnTo>
                  <a:pt x="15" y="334"/>
                </a:lnTo>
                <a:lnTo>
                  <a:pt x="14" y="334"/>
                </a:lnTo>
                <a:lnTo>
                  <a:pt x="14" y="333"/>
                </a:lnTo>
                <a:lnTo>
                  <a:pt x="12" y="332"/>
                </a:lnTo>
                <a:lnTo>
                  <a:pt x="12" y="331"/>
                </a:lnTo>
                <a:lnTo>
                  <a:pt x="11" y="330"/>
                </a:lnTo>
                <a:lnTo>
                  <a:pt x="11" y="329"/>
                </a:lnTo>
                <a:lnTo>
                  <a:pt x="10" y="328"/>
                </a:lnTo>
                <a:lnTo>
                  <a:pt x="9" y="328"/>
                </a:lnTo>
                <a:lnTo>
                  <a:pt x="7" y="328"/>
                </a:lnTo>
                <a:lnTo>
                  <a:pt x="7" y="327"/>
                </a:lnTo>
                <a:lnTo>
                  <a:pt x="6" y="327"/>
                </a:lnTo>
                <a:lnTo>
                  <a:pt x="5" y="328"/>
                </a:lnTo>
                <a:lnTo>
                  <a:pt x="5" y="327"/>
                </a:lnTo>
                <a:lnTo>
                  <a:pt x="6" y="327"/>
                </a:lnTo>
                <a:lnTo>
                  <a:pt x="6" y="326"/>
                </a:lnTo>
                <a:lnTo>
                  <a:pt x="6" y="325"/>
                </a:lnTo>
                <a:lnTo>
                  <a:pt x="6" y="324"/>
                </a:lnTo>
                <a:lnTo>
                  <a:pt x="5" y="324"/>
                </a:lnTo>
                <a:lnTo>
                  <a:pt x="5" y="325"/>
                </a:lnTo>
                <a:lnTo>
                  <a:pt x="4" y="324"/>
                </a:lnTo>
                <a:lnTo>
                  <a:pt x="3" y="324"/>
                </a:lnTo>
                <a:lnTo>
                  <a:pt x="3" y="323"/>
                </a:lnTo>
                <a:lnTo>
                  <a:pt x="2" y="323"/>
                </a:lnTo>
                <a:lnTo>
                  <a:pt x="1" y="322"/>
                </a:lnTo>
                <a:lnTo>
                  <a:pt x="0" y="322"/>
                </a:lnTo>
                <a:lnTo>
                  <a:pt x="0" y="321"/>
                </a:lnTo>
                <a:lnTo>
                  <a:pt x="0" y="320"/>
                </a:lnTo>
                <a:lnTo>
                  <a:pt x="0" y="319"/>
                </a:lnTo>
                <a:lnTo>
                  <a:pt x="1" y="317"/>
                </a:lnTo>
                <a:lnTo>
                  <a:pt x="2" y="317"/>
                </a:lnTo>
                <a:lnTo>
                  <a:pt x="2" y="316"/>
                </a:lnTo>
                <a:lnTo>
                  <a:pt x="3" y="315"/>
                </a:lnTo>
                <a:lnTo>
                  <a:pt x="3" y="314"/>
                </a:lnTo>
                <a:lnTo>
                  <a:pt x="4" y="314"/>
                </a:lnTo>
                <a:lnTo>
                  <a:pt x="4" y="313"/>
                </a:lnTo>
                <a:lnTo>
                  <a:pt x="4" y="311"/>
                </a:lnTo>
                <a:lnTo>
                  <a:pt x="4" y="310"/>
                </a:lnTo>
                <a:lnTo>
                  <a:pt x="4" y="308"/>
                </a:lnTo>
                <a:lnTo>
                  <a:pt x="4" y="307"/>
                </a:lnTo>
                <a:lnTo>
                  <a:pt x="5" y="307"/>
                </a:lnTo>
                <a:lnTo>
                  <a:pt x="5" y="306"/>
                </a:lnTo>
                <a:lnTo>
                  <a:pt x="5" y="305"/>
                </a:lnTo>
                <a:lnTo>
                  <a:pt x="5" y="304"/>
                </a:lnTo>
                <a:lnTo>
                  <a:pt x="6" y="303"/>
                </a:lnTo>
                <a:lnTo>
                  <a:pt x="7" y="302"/>
                </a:lnTo>
                <a:lnTo>
                  <a:pt x="8" y="303"/>
                </a:lnTo>
                <a:lnTo>
                  <a:pt x="9" y="303"/>
                </a:lnTo>
                <a:lnTo>
                  <a:pt x="10" y="303"/>
                </a:lnTo>
                <a:lnTo>
                  <a:pt x="13" y="303"/>
                </a:lnTo>
                <a:lnTo>
                  <a:pt x="15" y="302"/>
                </a:lnTo>
                <a:lnTo>
                  <a:pt x="16" y="302"/>
                </a:lnTo>
                <a:lnTo>
                  <a:pt x="16" y="301"/>
                </a:lnTo>
                <a:lnTo>
                  <a:pt x="17" y="300"/>
                </a:lnTo>
                <a:lnTo>
                  <a:pt x="18" y="300"/>
                </a:lnTo>
                <a:lnTo>
                  <a:pt x="18" y="299"/>
                </a:lnTo>
                <a:lnTo>
                  <a:pt x="18" y="298"/>
                </a:lnTo>
                <a:lnTo>
                  <a:pt x="18" y="297"/>
                </a:lnTo>
                <a:lnTo>
                  <a:pt x="16" y="297"/>
                </a:lnTo>
                <a:lnTo>
                  <a:pt x="15" y="297"/>
                </a:lnTo>
                <a:lnTo>
                  <a:pt x="14" y="297"/>
                </a:lnTo>
                <a:lnTo>
                  <a:pt x="13" y="296"/>
                </a:lnTo>
                <a:lnTo>
                  <a:pt x="12" y="296"/>
                </a:lnTo>
                <a:lnTo>
                  <a:pt x="11" y="296"/>
                </a:lnTo>
                <a:lnTo>
                  <a:pt x="10" y="295"/>
                </a:lnTo>
                <a:lnTo>
                  <a:pt x="9" y="294"/>
                </a:lnTo>
                <a:lnTo>
                  <a:pt x="9" y="292"/>
                </a:lnTo>
                <a:lnTo>
                  <a:pt x="10" y="291"/>
                </a:lnTo>
                <a:lnTo>
                  <a:pt x="11" y="290"/>
                </a:lnTo>
                <a:lnTo>
                  <a:pt x="12" y="289"/>
                </a:lnTo>
                <a:lnTo>
                  <a:pt x="14" y="289"/>
                </a:lnTo>
                <a:lnTo>
                  <a:pt x="15" y="289"/>
                </a:lnTo>
                <a:lnTo>
                  <a:pt x="16" y="290"/>
                </a:lnTo>
                <a:lnTo>
                  <a:pt x="17" y="290"/>
                </a:lnTo>
                <a:lnTo>
                  <a:pt x="18" y="290"/>
                </a:lnTo>
                <a:lnTo>
                  <a:pt x="19" y="291"/>
                </a:lnTo>
                <a:lnTo>
                  <a:pt x="20" y="291"/>
                </a:lnTo>
                <a:lnTo>
                  <a:pt x="20" y="290"/>
                </a:lnTo>
                <a:lnTo>
                  <a:pt x="21" y="290"/>
                </a:lnTo>
                <a:lnTo>
                  <a:pt x="21" y="289"/>
                </a:lnTo>
                <a:lnTo>
                  <a:pt x="22" y="289"/>
                </a:lnTo>
                <a:lnTo>
                  <a:pt x="23" y="290"/>
                </a:lnTo>
                <a:lnTo>
                  <a:pt x="24" y="289"/>
                </a:lnTo>
                <a:lnTo>
                  <a:pt x="24" y="288"/>
                </a:lnTo>
                <a:lnTo>
                  <a:pt x="24" y="286"/>
                </a:lnTo>
                <a:lnTo>
                  <a:pt x="25" y="284"/>
                </a:lnTo>
                <a:lnTo>
                  <a:pt x="25" y="283"/>
                </a:lnTo>
                <a:lnTo>
                  <a:pt x="24" y="283"/>
                </a:lnTo>
                <a:lnTo>
                  <a:pt x="24" y="282"/>
                </a:lnTo>
                <a:lnTo>
                  <a:pt x="25" y="282"/>
                </a:lnTo>
                <a:lnTo>
                  <a:pt x="26" y="282"/>
                </a:lnTo>
                <a:lnTo>
                  <a:pt x="27" y="282"/>
                </a:lnTo>
                <a:lnTo>
                  <a:pt x="29" y="282"/>
                </a:lnTo>
                <a:lnTo>
                  <a:pt x="30" y="282"/>
                </a:lnTo>
                <a:lnTo>
                  <a:pt x="30" y="281"/>
                </a:lnTo>
                <a:lnTo>
                  <a:pt x="31" y="281"/>
                </a:lnTo>
                <a:lnTo>
                  <a:pt x="31" y="280"/>
                </a:lnTo>
                <a:lnTo>
                  <a:pt x="32" y="278"/>
                </a:lnTo>
                <a:lnTo>
                  <a:pt x="33" y="278"/>
                </a:lnTo>
                <a:lnTo>
                  <a:pt x="35" y="276"/>
                </a:lnTo>
                <a:lnTo>
                  <a:pt x="36" y="276"/>
                </a:lnTo>
                <a:lnTo>
                  <a:pt x="37" y="275"/>
                </a:lnTo>
                <a:lnTo>
                  <a:pt x="36" y="274"/>
                </a:lnTo>
                <a:lnTo>
                  <a:pt x="35" y="274"/>
                </a:lnTo>
                <a:lnTo>
                  <a:pt x="34" y="274"/>
                </a:lnTo>
                <a:lnTo>
                  <a:pt x="34" y="273"/>
                </a:lnTo>
                <a:lnTo>
                  <a:pt x="34" y="272"/>
                </a:lnTo>
                <a:lnTo>
                  <a:pt x="35" y="272"/>
                </a:lnTo>
                <a:lnTo>
                  <a:pt x="36" y="272"/>
                </a:lnTo>
                <a:lnTo>
                  <a:pt x="37" y="272"/>
                </a:lnTo>
                <a:lnTo>
                  <a:pt x="38" y="272"/>
                </a:lnTo>
                <a:lnTo>
                  <a:pt x="38" y="271"/>
                </a:lnTo>
                <a:lnTo>
                  <a:pt x="38" y="269"/>
                </a:lnTo>
                <a:lnTo>
                  <a:pt x="39" y="268"/>
                </a:lnTo>
                <a:lnTo>
                  <a:pt x="40" y="268"/>
                </a:lnTo>
                <a:lnTo>
                  <a:pt x="41" y="266"/>
                </a:lnTo>
                <a:lnTo>
                  <a:pt x="42" y="265"/>
                </a:lnTo>
                <a:lnTo>
                  <a:pt x="42" y="264"/>
                </a:lnTo>
                <a:lnTo>
                  <a:pt x="41" y="261"/>
                </a:lnTo>
                <a:lnTo>
                  <a:pt x="41" y="260"/>
                </a:lnTo>
                <a:lnTo>
                  <a:pt x="42" y="260"/>
                </a:lnTo>
                <a:lnTo>
                  <a:pt x="43" y="259"/>
                </a:lnTo>
                <a:lnTo>
                  <a:pt x="45" y="259"/>
                </a:lnTo>
                <a:lnTo>
                  <a:pt x="46" y="259"/>
                </a:lnTo>
                <a:lnTo>
                  <a:pt x="47" y="259"/>
                </a:lnTo>
                <a:lnTo>
                  <a:pt x="47" y="260"/>
                </a:lnTo>
                <a:lnTo>
                  <a:pt x="48" y="259"/>
                </a:lnTo>
                <a:lnTo>
                  <a:pt x="48" y="258"/>
                </a:lnTo>
                <a:lnTo>
                  <a:pt x="49" y="257"/>
                </a:lnTo>
                <a:lnTo>
                  <a:pt x="49" y="258"/>
                </a:lnTo>
                <a:lnTo>
                  <a:pt x="49" y="259"/>
                </a:lnTo>
                <a:lnTo>
                  <a:pt x="50" y="259"/>
                </a:lnTo>
                <a:lnTo>
                  <a:pt x="51" y="258"/>
                </a:lnTo>
                <a:lnTo>
                  <a:pt x="50" y="257"/>
                </a:lnTo>
                <a:lnTo>
                  <a:pt x="50" y="256"/>
                </a:lnTo>
                <a:lnTo>
                  <a:pt x="50" y="255"/>
                </a:lnTo>
                <a:lnTo>
                  <a:pt x="50" y="254"/>
                </a:lnTo>
                <a:lnTo>
                  <a:pt x="51" y="254"/>
                </a:lnTo>
                <a:lnTo>
                  <a:pt x="51" y="252"/>
                </a:lnTo>
                <a:lnTo>
                  <a:pt x="50" y="252"/>
                </a:lnTo>
                <a:lnTo>
                  <a:pt x="50" y="251"/>
                </a:lnTo>
                <a:lnTo>
                  <a:pt x="49" y="251"/>
                </a:lnTo>
                <a:lnTo>
                  <a:pt x="49" y="250"/>
                </a:lnTo>
                <a:lnTo>
                  <a:pt x="50" y="249"/>
                </a:lnTo>
                <a:lnTo>
                  <a:pt x="51" y="249"/>
                </a:lnTo>
                <a:lnTo>
                  <a:pt x="52" y="249"/>
                </a:lnTo>
                <a:lnTo>
                  <a:pt x="53" y="249"/>
                </a:lnTo>
                <a:lnTo>
                  <a:pt x="54" y="249"/>
                </a:lnTo>
                <a:lnTo>
                  <a:pt x="54" y="248"/>
                </a:lnTo>
                <a:lnTo>
                  <a:pt x="55" y="248"/>
                </a:lnTo>
                <a:lnTo>
                  <a:pt x="55" y="247"/>
                </a:lnTo>
                <a:lnTo>
                  <a:pt x="55" y="245"/>
                </a:lnTo>
                <a:lnTo>
                  <a:pt x="55" y="244"/>
                </a:lnTo>
                <a:lnTo>
                  <a:pt x="56" y="243"/>
                </a:lnTo>
                <a:lnTo>
                  <a:pt x="56" y="242"/>
                </a:lnTo>
                <a:lnTo>
                  <a:pt x="57" y="242"/>
                </a:lnTo>
                <a:lnTo>
                  <a:pt x="58" y="241"/>
                </a:lnTo>
                <a:lnTo>
                  <a:pt x="59" y="241"/>
                </a:lnTo>
                <a:lnTo>
                  <a:pt x="58" y="241"/>
                </a:lnTo>
                <a:lnTo>
                  <a:pt x="58" y="240"/>
                </a:lnTo>
                <a:lnTo>
                  <a:pt x="58" y="239"/>
                </a:lnTo>
                <a:lnTo>
                  <a:pt x="57" y="239"/>
                </a:lnTo>
                <a:lnTo>
                  <a:pt x="58" y="238"/>
                </a:lnTo>
                <a:lnTo>
                  <a:pt x="59" y="238"/>
                </a:lnTo>
                <a:lnTo>
                  <a:pt x="58" y="238"/>
                </a:lnTo>
                <a:lnTo>
                  <a:pt x="58" y="237"/>
                </a:lnTo>
                <a:lnTo>
                  <a:pt x="57" y="236"/>
                </a:lnTo>
                <a:lnTo>
                  <a:pt x="56" y="236"/>
                </a:lnTo>
                <a:lnTo>
                  <a:pt x="56" y="235"/>
                </a:lnTo>
                <a:lnTo>
                  <a:pt x="56" y="234"/>
                </a:lnTo>
                <a:lnTo>
                  <a:pt x="55" y="234"/>
                </a:lnTo>
                <a:lnTo>
                  <a:pt x="54" y="233"/>
                </a:lnTo>
                <a:lnTo>
                  <a:pt x="54" y="232"/>
                </a:lnTo>
                <a:lnTo>
                  <a:pt x="54" y="231"/>
                </a:lnTo>
                <a:lnTo>
                  <a:pt x="57" y="231"/>
                </a:lnTo>
                <a:lnTo>
                  <a:pt x="58" y="231"/>
                </a:lnTo>
                <a:lnTo>
                  <a:pt x="59" y="231"/>
                </a:lnTo>
                <a:lnTo>
                  <a:pt x="60" y="231"/>
                </a:lnTo>
                <a:lnTo>
                  <a:pt x="60" y="230"/>
                </a:lnTo>
                <a:lnTo>
                  <a:pt x="59" y="229"/>
                </a:lnTo>
                <a:lnTo>
                  <a:pt x="60" y="229"/>
                </a:lnTo>
                <a:lnTo>
                  <a:pt x="60" y="228"/>
                </a:lnTo>
                <a:lnTo>
                  <a:pt x="59" y="228"/>
                </a:lnTo>
                <a:lnTo>
                  <a:pt x="58" y="227"/>
                </a:lnTo>
                <a:lnTo>
                  <a:pt x="57" y="227"/>
                </a:lnTo>
                <a:lnTo>
                  <a:pt x="56" y="227"/>
                </a:lnTo>
                <a:lnTo>
                  <a:pt x="55" y="226"/>
                </a:lnTo>
                <a:lnTo>
                  <a:pt x="53" y="226"/>
                </a:lnTo>
                <a:lnTo>
                  <a:pt x="52" y="225"/>
                </a:lnTo>
                <a:lnTo>
                  <a:pt x="52" y="224"/>
                </a:lnTo>
                <a:lnTo>
                  <a:pt x="51" y="223"/>
                </a:lnTo>
                <a:lnTo>
                  <a:pt x="51" y="222"/>
                </a:lnTo>
                <a:lnTo>
                  <a:pt x="50" y="222"/>
                </a:lnTo>
                <a:lnTo>
                  <a:pt x="49" y="222"/>
                </a:lnTo>
                <a:lnTo>
                  <a:pt x="48" y="221"/>
                </a:lnTo>
                <a:lnTo>
                  <a:pt x="48" y="220"/>
                </a:lnTo>
                <a:lnTo>
                  <a:pt x="48" y="219"/>
                </a:lnTo>
                <a:lnTo>
                  <a:pt x="49" y="219"/>
                </a:lnTo>
                <a:lnTo>
                  <a:pt x="49" y="217"/>
                </a:lnTo>
                <a:lnTo>
                  <a:pt x="48" y="216"/>
                </a:lnTo>
                <a:lnTo>
                  <a:pt x="47" y="214"/>
                </a:lnTo>
                <a:lnTo>
                  <a:pt x="47" y="213"/>
                </a:lnTo>
                <a:lnTo>
                  <a:pt x="48" y="212"/>
                </a:lnTo>
                <a:lnTo>
                  <a:pt x="49" y="212"/>
                </a:lnTo>
                <a:lnTo>
                  <a:pt x="49" y="211"/>
                </a:lnTo>
                <a:lnTo>
                  <a:pt x="49" y="210"/>
                </a:lnTo>
                <a:lnTo>
                  <a:pt x="48" y="210"/>
                </a:lnTo>
                <a:lnTo>
                  <a:pt x="47" y="210"/>
                </a:lnTo>
                <a:lnTo>
                  <a:pt x="47" y="209"/>
                </a:lnTo>
                <a:lnTo>
                  <a:pt x="48" y="209"/>
                </a:lnTo>
                <a:lnTo>
                  <a:pt x="49" y="209"/>
                </a:lnTo>
                <a:lnTo>
                  <a:pt x="49" y="207"/>
                </a:lnTo>
                <a:lnTo>
                  <a:pt x="48" y="206"/>
                </a:lnTo>
                <a:lnTo>
                  <a:pt x="47" y="206"/>
                </a:lnTo>
                <a:lnTo>
                  <a:pt x="46" y="205"/>
                </a:lnTo>
                <a:lnTo>
                  <a:pt x="46" y="204"/>
                </a:lnTo>
                <a:lnTo>
                  <a:pt x="47" y="204"/>
                </a:lnTo>
                <a:lnTo>
                  <a:pt x="47" y="203"/>
                </a:lnTo>
                <a:lnTo>
                  <a:pt x="48" y="203"/>
                </a:lnTo>
                <a:lnTo>
                  <a:pt x="49" y="202"/>
                </a:lnTo>
                <a:lnTo>
                  <a:pt x="49" y="201"/>
                </a:lnTo>
                <a:lnTo>
                  <a:pt x="49" y="200"/>
                </a:lnTo>
                <a:lnTo>
                  <a:pt x="49" y="199"/>
                </a:lnTo>
                <a:lnTo>
                  <a:pt x="49" y="198"/>
                </a:lnTo>
                <a:lnTo>
                  <a:pt x="50" y="198"/>
                </a:lnTo>
                <a:lnTo>
                  <a:pt x="50" y="197"/>
                </a:lnTo>
                <a:lnTo>
                  <a:pt x="50" y="196"/>
                </a:lnTo>
                <a:lnTo>
                  <a:pt x="50" y="195"/>
                </a:lnTo>
                <a:lnTo>
                  <a:pt x="51" y="195"/>
                </a:lnTo>
                <a:lnTo>
                  <a:pt x="51" y="194"/>
                </a:lnTo>
                <a:lnTo>
                  <a:pt x="50" y="194"/>
                </a:lnTo>
                <a:lnTo>
                  <a:pt x="50" y="193"/>
                </a:lnTo>
                <a:lnTo>
                  <a:pt x="50" y="192"/>
                </a:lnTo>
                <a:lnTo>
                  <a:pt x="50" y="191"/>
                </a:lnTo>
                <a:lnTo>
                  <a:pt x="51" y="191"/>
                </a:lnTo>
                <a:lnTo>
                  <a:pt x="51" y="190"/>
                </a:lnTo>
                <a:lnTo>
                  <a:pt x="51" y="188"/>
                </a:lnTo>
                <a:lnTo>
                  <a:pt x="51" y="187"/>
                </a:lnTo>
                <a:lnTo>
                  <a:pt x="50" y="187"/>
                </a:lnTo>
                <a:lnTo>
                  <a:pt x="50" y="186"/>
                </a:lnTo>
                <a:lnTo>
                  <a:pt x="50" y="185"/>
                </a:lnTo>
                <a:lnTo>
                  <a:pt x="51" y="185"/>
                </a:lnTo>
                <a:lnTo>
                  <a:pt x="50" y="184"/>
                </a:lnTo>
                <a:lnTo>
                  <a:pt x="50" y="183"/>
                </a:lnTo>
                <a:lnTo>
                  <a:pt x="50" y="182"/>
                </a:lnTo>
                <a:lnTo>
                  <a:pt x="51" y="182"/>
                </a:lnTo>
                <a:lnTo>
                  <a:pt x="51" y="181"/>
                </a:lnTo>
                <a:lnTo>
                  <a:pt x="52" y="181"/>
                </a:lnTo>
                <a:lnTo>
                  <a:pt x="52" y="180"/>
                </a:lnTo>
                <a:lnTo>
                  <a:pt x="53" y="179"/>
                </a:lnTo>
                <a:lnTo>
                  <a:pt x="54" y="178"/>
                </a:lnTo>
                <a:lnTo>
                  <a:pt x="54" y="177"/>
                </a:lnTo>
                <a:lnTo>
                  <a:pt x="55" y="177"/>
                </a:lnTo>
                <a:lnTo>
                  <a:pt x="55" y="176"/>
                </a:lnTo>
                <a:lnTo>
                  <a:pt x="55" y="175"/>
                </a:lnTo>
                <a:lnTo>
                  <a:pt x="56" y="174"/>
                </a:lnTo>
                <a:lnTo>
                  <a:pt x="56" y="173"/>
                </a:lnTo>
                <a:lnTo>
                  <a:pt x="56" y="172"/>
                </a:lnTo>
                <a:lnTo>
                  <a:pt x="56" y="171"/>
                </a:lnTo>
                <a:lnTo>
                  <a:pt x="55" y="171"/>
                </a:lnTo>
                <a:lnTo>
                  <a:pt x="55" y="170"/>
                </a:lnTo>
                <a:lnTo>
                  <a:pt x="56" y="170"/>
                </a:lnTo>
                <a:lnTo>
                  <a:pt x="56" y="169"/>
                </a:lnTo>
                <a:lnTo>
                  <a:pt x="56" y="168"/>
                </a:lnTo>
                <a:lnTo>
                  <a:pt x="55" y="167"/>
                </a:lnTo>
                <a:lnTo>
                  <a:pt x="55" y="166"/>
                </a:lnTo>
                <a:lnTo>
                  <a:pt x="54" y="166"/>
                </a:lnTo>
                <a:lnTo>
                  <a:pt x="53" y="165"/>
                </a:lnTo>
                <a:lnTo>
                  <a:pt x="52" y="165"/>
                </a:lnTo>
                <a:lnTo>
                  <a:pt x="50" y="165"/>
                </a:lnTo>
                <a:lnTo>
                  <a:pt x="49" y="165"/>
                </a:lnTo>
                <a:lnTo>
                  <a:pt x="48" y="164"/>
                </a:lnTo>
                <a:lnTo>
                  <a:pt x="48" y="163"/>
                </a:lnTo>
                <a:lnTo>
                  <a:pt x="48" y="162"/>
                </a:lnTo>
                <a:lnTo>
                  <a:pt x="48" y="161"/>
                </a:lnTo>
                <a:lnTo>
                  <a:pt x="47" y="161"/>
                </a:lnTo>
                <a:lnTo>
                  <a:pt x="46" y="161"/>
                </a:lnTo>
                <a:lnTo>
                  <a:pt x="46" y="160"/>
                </a:lnTo>
                <a:lnTo>
                  <a:pt x="46" y="159"/>
                </a:lnTo>
                <a:lnTo>
                  <a:pt x="45" y="157"/>
                </a:lnTo>
                <a:lnTo>
                  <a:pt x="44" y="157"/>
                </a:lnTo>
                <a:lnTo>
                  <a:pt x="44" y="156"/>
                </a:lnTo>
                <a:lnTo>
                  <a:pt x="43" y="156"/>
                </a:lnTo>
                <a:lnTo>
                  <a:pt x="42" y="156"/>
                </a:lnTo>
                <a:lnTo>
                  <a:pt x="41" y="155"/>
                </a:lnTo>
                <a:lnTo>
                  <a:pt x="42" y="154"/>
                </a:lnTo>
                <a:lnTo>
                  <a:pt x="42" y="153"/>
                </a:lnTo>
                <a:lnTo>
                  <a:pt x="42" y="152"/>
                </a:lnTo>
                <a:lnTo>
                  <a:pt x="43" y="152"/>
                </a:lnTo>
                <a:lnTo>
                  <a:pt x="44" y="151"/>
                </a:lnTo>
                <a:lnTo>
                  <a:pt x="45" y="150"/>
                </a:lnTo>
                <a:lnTo>
                  <a:pt x="45" y="149"/>
                </a:lnTo>
                <a:lnTo>
                  <a:pt x="45" y="148"/>
                </a:lnTo>
                <a:lnTo>
                  <a:pt x="46" y="147"/>
                </a:lnTo>
                <a:lnTo>
                  <a:pt x="47" y="147"/>
                </a:lnTo>
                <a:lnTo>
                  <a:pt x="48" y="147"/>
                </a:lnTo>
                <a:lnTo>
                  <a:pt x="50" y="145"/>
                </a:lnTo>
                <a:lnTo>
                  <a:pt x="51" y="145"/>
                </a:lnTo>
                <a:lnTo>
                  <a:pt x="51" y="144"/>
                </a:lnTo>
                <a:lnTo>
                  <a:pt x="52" y="144"/>
                </a:lnTo>
                <a:lnTo>
                  <a:pt x="52" y="143"/>
                </a:lnTo>
                <a:lnTo>
                  <a:pt x="53" y="143"/>
                </a:lnTo>
                <a:lnTo>
                  <a:pt x="54" y="143"/>
                </a:lnTo>
                <a:lnTo>
                  <a:pt x="56" y="143"/>
                </a:lnTo>
                <a:lnTo>
                  <a:pt x="57" y="142"/>
                </a:lnTo>
                <a:lnTo>
                  <a:pt x="59" y="142"/>
                </a:lnTo>
                <a:lnTo>
                  <a:pt x="60" y="142"/>
                </a:lnTo>
                <a:lnTo>
                  <a:pt x="61" y="141"/>
                </a:lnTo>
                <a:lnTo>
                  <a:pt x="62" y="141"/>
                </a:lnTo>
                <a:lnTo>
                  <a:pt x="62" y="140"/>
                </a:lnTo>
                <a:lnTo>
                  <a:pt x="62" y="139"/>
                </a:lnTo>
                <a:lnTo>
                  <a:pt x="63" y="139"/>
                </a:lnTo>
                <a:lnTo>
                  <a:pt x="64" y="139"/>
                </a:lnTo>
                <a:lnTo>
                  <a:pt x="66" y="138"/>
                </a:lnTo>
                <a:lnTo>
                  <a:pt x="67" y="137"/>
                </a:lnTo>
                <a:lnTo>
                  <a:pt x="67" y="136"/>
                </a:lnTo>
                <a:lnTo>
                  <a:pt x="68" y="136"/>
                </a:lnTo>
                <a:lnTo>
                  <a:pt x="68" y="135"/>
                </a:lnTo>
                <a:lnTo>
                  <a:pt x="69" y="134"/>
                </a:lnTo>
                <a:lnTo>
                  <a:pt x="69" y="133"/>
                </a:lnTo>
                <a:lnTo>
                  <a:pt x="69" y="132"/>
                </a:lnTo>
                <a:lnTo>
                  <a:pt x="70" y="132"/>
                </a:lnTo>
                <a:lnTo>
                  <a:pt x="70" y="133"/>
                </a:lnTo>
                <a:lnTo>
                  <a:pt x="70" y="134"/>
                </a:lnTo>
                <a:lnTo>
                  <a:pt x="71" y="134"/>
                </a:lnTo>
                <a:lnTo>
                  <a:pt x="71" y="135"/>
                </a:lnTo>
                <a:lnTo>
                  <a:pt x="73" y="135"/>
                </a:lnTo>
                <a:lnTo>
                  <a:pt x="75" y="136"/>
                </a:lnTo>
                <a:lnTo>
                  <a:pt x="76" y="136"/>
                </a:lnTo>
                <a:lnTo>
                  <a:pt x="76" y="139"/>
                </a:lnTo>
                <a:lnTo>
                  <a:pt x="75" y="140"/>
                </a:lnTo>
                <a:lnTo>
                  <a:pt x="74" y="140"/>
                </a:lnTo>
                <a:lnTo>
                  <a:pt x="73" y="142"/>
                </a:lnTo>
                <a:lnTo>
                  <a:pt x="73" y="143"/>
                </a:lnTo>
                <a:lnTo>
                  <a:pt x="73" y="144"/>
                </a:lnTo>
                <a:lnTo>
                  <a:pt x="74" y="144"/>
                </a:lnTo>
                <a:lnTo>
                  <a:pt x="75" y="144"/>
                </a:lnTo>
                <a:lnTo>
                  <a:pt x="76" y="143"/>
                </a:lnTo>
                <a:lnTo>
                  <a:pt x="76" y="144"/>
                </a:lnTo>
                <a:lnTo>
                  <a:pt x="76" y="145"/>
                </a:lnTo>
                <a:lnTo>
                  <a:pt x="77" y="145"/>
                </a:lnTo>
                <a:lnTo>
                  <a:pt x="78" y="146"/>
                </a:lnTo>
                <a:lnTo>
                  <a:pt x="79" y="146"/>
                </a:lnTo>
                <a:lnTo>
                  <a:pt x="80" y="146"/>
                </a:lnTo>
                <a:lnTo>
                  <a:pt x="81" y="148"/>
                </a:lnTo>
                <a:lnTo>
                  <a:pt x="81" y="149"/>
                </a:lnTo>
                <a:lnTo>
                  <a:pt x="82" y="148"/>
                </a:lnTo>
                <a:lnTo>
                  <a:pt x="83" y="149"/>
                </a:lnTo>
                <a:lnTo>
                  <a:pt x="83" y="150"/>
                </a:lnTo>
                <a:lnTo>
                  <a:pt x="84" y="150"/>
                </a:lnTo>
                <a:lnTo>
                  <a:pt x="85" y="150"/>
                </a:lnTo>
                <a:lnTo>
                  <a:pt x="86" y="150"/>
                </a:lnTo>
                <a:lnTo>
                  <a:pt x="87" y="150"/>
                </a:lnTo>
                <a:lnTo>
                  <a:pt x="88" y="150"/>
                </a:lnTo>
                <a:lnTo>
                  <a:pt x="88" y="151"/>
                </a:lnTo>
                <a:lnTo>
                  <a:pt x="90" y="152"/>
                </a:lnTo>
                <a:lnTo>
                  <a:pt x="91" y="152"/>
                </a:lnTo>
                <a:lnTo>
                  <a:pt x="92" y="151"/>
                </a:lnTo>
                <a:lnTo>
                  <a:pt x="92" y="152"/>
                </a:lnTo>
                <a:lnTo>
                  <a:pt x="91" y="152"/>
                </a:lnTo>
                <a:lnTo>
                  <a:pt x="91" y="153"/>
                </a:lnTo>
                <a:lnTo>
                  <a:pt x="92" y="153"/>
                </a:lnTo>
                <a:lnTo>
                  <a:pt x="93" y="152"/>
                </a:lnTo>
                <a:lnTo>
                  <a:pt x="93" y="153"/>
                </a:lnTo>
                <a:lnTo>
                  <a:pt x="94" y="153"/>
                </a:lnTo>
                <a:lnTo>
                  <a:pt x="95" y="153"/>
                </a:lnTo>
                <a:lnTo>
                  <a:pt x="96" y="153"/>
                </a:lnTo>
                <a:lnTo>
                  <a:pt x="96" y="154"/>
                </a:lnTo>
                <a:lnTo>
                  <a:pt x="97" y="154"/>
                </a:lnTo>
                <a:lnTo>
                  <a:pt x="98" y="154"/>
                </a:lnTo>
                <a:lnTo>
                  <a:pt x="99" y="153"/>
                </a:lnTo>
                <a:lnTo>
                  <a:pt x="100" y="153"/>
                </a:lnTo>
                <a:lnTo>
                  <a:pt x="101" y="154"/>
                </a:lnTo>
                <a:lnTo>
                  <a:pt x="102" y="154"/>
                </a:lnTo>
                <a:lnTo>
                  <a:pt x="103" y="153"/>
                </a:lnTo>
                <a:lnTo>
                  <a:pt x="104" y="153"/>
                </a:lnTo>
                <a:lnTo>
                  <a:pt x="105" y="154"/>
                </a:lnTo>
                <a:lnTo>
                  <a:pt x="106" y="155"/>
                </a:lnTo>
                <a:lnTo>
                  <a:pt x="106" y="156"/>
                </a:lnTo>
                <a:lnTo>
                  <a:pt x="106" y="157"/>
                </a:lnTo>
                <a:lnTo>
                  <a:pt x="107" y="157"/>
                </a:lnTo>
                <a:lnTo>
                  <a:pt x="106" y="158"/>
                </a:lnTo>
                <a:lnTo>
                  <a:pt x="106" y="159"/>
                </a:lnTo>
                <a:lnTo>
                  <a:pt x="106" y="160"/>
                </a:lnTo>
                <a:lnTo>
                  <a:pt x="105" y="161"/>
                </a:lnTo>
                <a:lnTo>
                  <a:pt x="104" y="162"/>
                </a:lnTo>
                <a:lnTo>
                  <a:pt x="103" y="162"/>
                </a:lnTo>
                <a:lnTo>
                  <a:pt x="104" y="164"/>
                </a:lnTo>
                <a:lnTo>
                  <a:pt x="104" y="165"/>
                </a:lnTo>
                <a:lnTo>
                  <a:pt x="105" y="166"/>
                </a:lnTo>
                <a:lnTo>
                  <a:pt x="105" y="167"/>
                </a:lnTo>
                <a:lnTo>
                  <a:pt x="104" y="167"/>
                </a:lnTo>
                <a:lnTo>
                  <a:pt x="105" y="167"/>
                </a:lnTo>
                <a:lnTo>
                  <a:pt x="105" y="168"/>
                </a:lnTo>
                <a:lnTo>
                  <a:pt x="106" y="168"/>
                </a:lnTo>
                <a:lnTo>
                  <a:pt x="106" y="167"/>
                </a:lnTo>
                <a:lnTo>
                  <a:pt x="108" y="170"/>
                </a:lnTo>
                <a:lnTo>
                  <a:pt x="109" y="171"/>
                </a:lnTo>
                <a:lnTo>
                  <a:pt x="109" y="172"/>
                </a:lnTo>
                <a:lnTo>
                  <a:pt x="109" y="173"/>
                </a:lnTo>
                <a:lnTo>
                  <a:pt x="110" y="173"/>
                </a:lnTo>
                <a:lnTo>
                  <a:pt x="111" y="175"/>
                </a:lnTo>
                <a:lnTo>
                  <a:pt x="111" y="176"/>
                </a:lnTo>
                <a:lnTo>
                  <a:pt x="111" y="177"/>
                </a:lnTo>
                <a:lnTo>
                  <a:pt x="112" y="177"/>
                </a:lnTo>
                <a:lnTo>
                  <a:pt x="113" y="178"/>
                </a:lnTo>
                <a:lnTo>
                  <a:pt x="113" y="179"/>
                </a:lnTo>
                <a:lnTo>
                  <a:pt x="114" y="180"/>
                </a:lnTo>
                <a:lnTo>
                  <a:pt x="115" y="181"/>
                </a:lnTo>
                <a:lnTo>
                  <a:pt x="116" y="181"/>
                </a:lnTo>
                <a:lnTo>
                  <a:pt x="116" y="182"/>
                </a:lnTo>
                <a:lnTo>
                  <a:pt x="117" y="182"/>
                </a:lnTo>
                <a:lnTo>
                  <a:pt x="117" y="183"/>
                </a:lnTo>
                <a:lnTo>
                  <a:pt x="117" y="185"/>
                </a:lnTo>
                <a:lnTo>
                  <a:pt x="117" y="186"/>
                </a:lnTo>
                <a:lnTo>
                  <a:pt x="116" y="187"/>
                </a:lnTo>
                <a:lnTo>
                  <a:pt x="116" y="188"/>
                </a:lnTo>
                <a:lnTo>
                  <a:pt x="117" y="188"/>
                </a:lnTo>
                <a:lnTo>
                  <a:pt x="117" y="189"/>
                </a:lnTo>
                <a:lnTo>
                  <a:pt x="119" y="189"/>
                </a:lnTo>
                <a:lnTo>
                  <a:pt x="120" y="191"/>
                </a:lnTo>
                <a:lnTo>
                  <a:pt x="120" y="192"/>
                </a:lnTo>
                <a:lnTo>
                  <a:pt x="120" y="193"/>
                </a:lnTo>
                <a:lnTo>
                  <a:pt x="120" y="194"/>
                </a:lnTo>
                <a:lnTo>
                  <a:pt x="121" y="195"/>
                </a:lnTo>
                <a:lnTo>
                  <a:pt x="122" y="196"/>
                </a:lnTo>
                <a:lnTo>
                  <a:pt x="122" y="197"/>
                </a:lnTo>
                <a:lnTo>
                  <a:pt x="122" y="198"/>
                </a:lnTo>
                <a:lnTo>
                  <a:pt x="122" y="199"/>
                </a:lnTo>
                <a:lnTo>
                  <a:pt x="123" y="199"/>
                </a:lnTo>
                <a:lnTo>
                  <a:pt x="123" y="200"/>
                </a:lnTo>
                <a:lnTo>
                  <a:pt x="124" y="200"/>
                </a:lnTo>
                <a:lnTo>
                  <a:pt x="124" y="201"/>
                </a:lnTo>
                <a:lnTo>
                  <a:pt x="125" y="200"/>
                </a:lnTo>
                <a:lnTo>
                  <a:pt x="126" y="200"/>
                </a:lnTo>
                <a:lnTo>
                  <a:pt x="126" y="199"/>
                </a:lnTo>
                <a:lnTo>
                  <a:pt x="126" y="200"/>
                </a:lnTo>
                <a:lnTo>
                  <a:pt x="126" y="201"/>
                </a:lnTo>
                <a:lnTo>
                  <a:pt x="126" y="202"/>
                </a:lnTo>
                <a:lnTo>
                  <a:pt x="126" y="203"/>
                </a:lnTo>
                <a:lnTo>
                  <a:pt x="126" y="204"/>
                </a:lnTo>
                <a:lnTo>
                  <a:pt x="125" y="204"/>
                </a:lnTo>
                <a:lnTo>
                  <a:pt x="125" y="205"/>
                </a:lnTo>
                <a:lnTo>
                  <a:pt x="124" y="205"/>
                </a:lnTo>
                <a:lnTo>
                  <a:pt x="125" y="205"/>
                </a:lnTo>
                <a:lnTo>
                  <a:pt x="125" y="206"/>
                </a:lnTo>
                <a:lnTo>
                  <a:pt x="126" y="206"/>
                </a:lnTo>
                <a:lnTo>
                  <a:pt x="127" y="206"/>
                </a:lnTo>
                <a:lnTo>
                  <a:pt x="126" y="206"/>
                </a:lnTo>
                <a:lnTo>
                  <a:pt x="126" y="207"/>
                </a:lnTo>
                <a:lnTo>
                  <a:pt x="125" y="207"/>
                </a:lnTo>
                <a:lnTo>
                  <a:pt x="125" y="208"/>
                </a:lnTo>
                <a:lnTo>
                  <a:pt x="124" y="209"/>
                </a:lnTo>
                <a:lnTo>
                  <a:pt x="125" y="209"/>
                </a:lnTo>
                <a:lnTo>
                  <a:pt x="124" y="209"/>
                </a:lnTo>
                <a:lnTo>
                  <a:pt x="124" y="210"/>
                </a:lnTo>
                <a:lnTo>
                  <a:pt x="124" y="211"/>
                </a:lnTo>
                <a:lnTo>
                  <a:pt x="125" y="212"/>
                </a:lnTo>
                <a:lnTo>
                  <a:pt x="125" y="213"/>
                </a:lnTo>
                <a:lnTo>
                  <a:pt x="125" y="214"/>
                </a:lnTo>
                <a:lnTo>
                  <a:pt x="126" y="214"/>
                </a:lnTo>
                <a:lnTo>
                  <a:pt x="127" y="214"/>
                </a:lnTo>
                <a:lnTo>
                  <a:pt x="128" y="215"/>
                </a:lnTo>
                <a:lnTo>
                  <a:pt x="129" y="215"/>
                </a:lnTo>
                <a:lnTo>
                  <a:pt x="130" y="215"/>
                </a:lnTo>
                <a:lnTo>
                  <a:pt x="131" y="215"/>
                </a:lnTo>
                <a:lnTo>
                  <a:pt x="132" y="215"/>
                </a:lnTo>
                <a:lnTo>
                  <a:pt x="132" y="214"/>
                </a:lnTo>
                <a:lnTo>
                  <a:pt x="133" y="213"/>
                </a:lnTo>
                <a:lnTo>
                  <a:pt x="134" y="213"/>
                </a:lnTo>
                <a:lnTo>
                  <a:pt x="135" y="212"/>
                </a:lnTo>
                <a:lnTo>
                  <a:pt x="135" y="211"/>
                </a:lnTo>
                <a:lnTo>
                  <a:pt x="136" y="211"/>
                </a:lnTo>
                <a:lnTo>
                  <a:pt x="135" y="211"/>
                </a:lnTo>
                <a:lnTo>
                  <a:pt x="135" y="210"/>
                </a:lnTo>
                <a:lnTo>
                  <a:pt x="135" y="209"/>
                </a:lnTo>
                <a:lnTo>
                  <a:pt x="134" y="209"/>
                </a:lnTo>
                <a:lnTo>
                  <a:pt x="135" y="208"/>
                </a:lnTo>
                <a:lnTo>
                  <a:pt x="135" y="207"/>
                </a:lnTo>
                <a:lnTo>
                  <a:pt x="135" y="206"/>
                </a:lnTo>
                <a:lnTo>
                  <a:pt x="135" y="205"/>
                </a:lnTo>
                <a:lnTo>
                  <a:pt x="136" y="205"/>
                </a:lnTo>
                <a:lnTo>
                  <a:pt x="136" y="204"/>
                </a:lnTo>
                <a:lnTo>
                  <a:pt x="137" y="204"/>
                </a:lnTo>
                <a:lnTo>
                  <a:pt x="138" y="204"/>
                </a:lnTo>
                <a:lnTo>
                  <a:pt x="138" y="203"/>
                </a:lnTo>
                <a:lnTo>
                  <a:pt x="138" y="202"/>
                </a:lnTo>
                <a:lnTo>
                  <a:pt x="139" y="202"/>
                </a:lnTo>
                <a:lnTo>
                  <a:pt x="139" y="201"/>
                </a:lnTo>
                <a:lnTo>
                  <a:pt x="139" y="200"/>
                </a:lnTo>
                <a:lnTo>
                  <a:pt x="140" y="200"/>
                </a:lnTo>
                <a:lnTo>
                  <a:pt x="141" y="200"/>
                </a:lnTo>
                <a:lnTo>
                  <a:pt x="141" y="199"/>
                </a:lnTo>
                <a:lnTo>
                  <a:pt x="141" y="198"/>
                </a:lnTo>
                <a:lnTo>
                  <a:pt x="141" y="197"/>
                </a:lnTo>
                <a:lnTo>
                  <a:pt x="142" y="197"/>
                </a:lnTo>
                <a:lnTo>
                  <a:pt x="143" y="197"/>
                </a:lnTo>
                <a:lnTo>
                  <a:pt x="143" y="196"/>
                </a:lnTo>
                <a:lnTo>
                  <a:pt x="144" y="196"/>
                </a:lnTo>
                <a:lnTo>
                  <a:pt x="145" y="196"/>
                </a:lnTo>
                <a:lnTo>
                  <a:pt x="145" y="195"/>
                </a:lnTo>
                <a:lnTo>
                  <a:pt x="146" y="195"/>
                </a:lnTo>
                <a:lnTo>
                  <a:pt x="146" y="194"/>
                </a:lnTo>
                <a:lnTo>
                  <a:pt x="147" y="194"/>
                </a:lnTo>
                <a:lnTo>
                  <a:pt x="147" y="193"/>
                </a:lnTo>
                <a:lnTo>
                  <a:pt x="148" y="193"/>
                </a:lnTo>
                <a:lnTo>
                  <a:pt x="150" y="193"/>
                </a:lnTo>
                <a:lnTo>
                  <a:pt x="151" y="193"/>
                </a:lnTo>
                <a:lnTo>
                  <a:pt x="152" y="193"/>
                </a:lnTo>
                <a:lnTo>
                  <a:pt x="152" y="192"/>
                </a:lnTo>
                <a:lnTo>
                  <a:pt x="152" y="191"/>
                </a:lnTo>
                <a:lnTo>
                  <a:pt x="151" y="191"/>
                </a:lnTo>
                <a:lnTo>
                  <a:pt x="150" y="191"/>
                </a:lnTo>
                <a:lnTo>
                  <a:pt x="149" y="191"/>
                </a:lnTo>
                <a:lnTo>
                  <a:pt x="149" y="190"/>
                </a:lnTo>
                <a:lnTo>
                  <a:pt x="148" y="190"/>
                </a:lnTo>
                <a:lnTo>
                  <a:pt x="149" y="190"/>
                </a:lnTo>
                <a:lnTo>
                  <a:pt x="150" y="190"/>
                </a:lnTo>
                <a:lnTo>
                  <a:pt x="149" y="190"/>
                </a:lnTo>
                <a:lnTo>
                  <a:pt x="149" y="189"/>
                </a:lnTo>
                <a:lnTo>
                  <a:pt x="150" y="188"/>
                </a:lnTo>
                <a:lnTo>
                  <a:pt x="151" y="188"/>
                </a:lnTo>
                <a:lnTo>
                  <a:pt x="151" y="189"/>
                </a:lnTo>
                <a:lnTo>
                  <a:pt x="152" y="189"/>
                </a:lnTo>
                <a:lnTo>
                  <a:pt x="152" y="188"/>
                </a:lnTo>
                <a:lnTo>
                  <a:pt x="151" y="188"/>
                </a:lnTo>
                <a:lnTo>
                  <a:pt x="151" y="187"/>
                </a:lnTo>
                <a:lnTo>
                  <a:pt x="152" y="186"/>
                </a:lnTo>
                <a:lnTo>
                  <a:pt x="153" y="187"/>
                </a:lnTo>
                <a:lnTo>
                  <a:pt x="153" y="188"/>
                </a:lnTo>
                <a:lnTo>
                  <a:pt x="154" y="187"/>
                </a:lnTo>
                <a:lnTo>
                  <a:pt x="154" y="186"/>
                </a:lnTo>
                <a:lnTo>
                  <a:pt x="154" y="185"/>
                </a:lnTo>
                <a:lnTo>
                  <a:pt x="154" y="184"/>
                </a:lnTo>
                <a:lnTo>
                  <a:pt x="155" y="183"/>
                </a:lnTo>
                <a:lnTo>
                  <a:pt x="156" y="183"/>
                </a:lnTo>
                <a:lnTo>
                  <a:pt x="156" y="182"/>
                </a:lnTo>
                <a:lnTo>
                  <a:pt x="157" y="182"/>
                </a:lnTo>
                <a:lnTo>
                  <a:pt x="158" y="182"/>
                </a:lnTo>
                <a:lnTo>
                  <a:pt x="158" y="181"/>
                </a:lnTo>
                <a:lnTo>
                  <a:pt x="159" y="181"/>
                </a:lnTo>
                <a:lnTo>
                  <a:pt x="159" y="180"/>
                </a:lnTo>
                <a:lnTo>
                  <a:pt x="160" y="180"/>
                </a:lnTo>
                <a:lnTo>
                  <a:pt x="160" y="179"/>
                </a:lnTo>
                <a:lnTo>
                  <a:pt x="160" y="180"/>
                </a:lnTo>
                <a:lnTo>
                  <a:pt x="161" y="180"/>
                </a:lnTo>
                <a:lnTo>
                  <a:pt x="162" y="180"/>
                </a:lnTo>
                <a:lnTo>
                  <a:pt x="163" y="181"/>
                </a:lnTo>
                <a:lnTo>
                  <a:pt x="164" y="181"/>
                </a:lnTo>
                <a:lnTo>
                  <a:pt x="165" y="181"/>
                </a:lnTo>
                <a:lnTo>
                  <a:pt x="166" y="181"/>
                </a:lnTo>
                <a:lnTo>
                  <a:pt x="165" y="180"/>
                </a:lnTo>
                <a:lnTo>
                  <a:pt x="165" y="179"/>
                </a:lnTo>
                <a:lnTo>
                  <a:pt x="166" y="179"/>
                </a:lnTo>
                <a:lnTo>
                  <a:pt x="166" y="178"/>
                </a:lnTo>
                <a:lnTo>
                  <a:pt x="167" y="178"/>
                </a:lnTo>
                <a:lnTo>
                  <a:pt x="168" y="178"/>
                </a:lnTo>
                <a:lnTo>
                  <a:pt x="169" y="177"/>
                </a:lnTo>
                <a:lnTo>
                  <a:pt x="169" y="176"/>
                </a:lnTo>
                <a:lnTo>
                  <a:pt x="169" y="175"/>
                </a:lnTo>
                <a:lnTo>
                  <a:pt x="169" y="174"/>
                </a:lnTo>
                <a:lnTo>
                  <a:pt x="169" y="173"/>
                </a:lnTo>
                <a:lnTo>
                  <a:pt x="168" y="173"/>
                </a:lnTo>
                <a:lnTo>
                  <a:pt x="168" y="172"/>
                </a:lnTo>
                <a:lnTo>
                  <a:pt x="170" y="172"/>
                </a:lnTo>
                <a:lnTo>
                  <a:pt x="171" y="172"/>
                </a:lnTo>
                <a:lnTo>
                  <a:pt x="171" y="171"/>
                </a:lnTo>
                <a:lnTo>
                  <a:pt x="172" y="171"/>
                </a:lnTo>
                <a:lnTo>
                  <a:pt x="173" y="171"/>
                </a:lnTo>
                <a:lnTo>
                  <a:pt x="173" y="170"/>
                </a:lnTo>
                <a:lnTo>
                  <a:pt x="172" y="169"/>
                </a:lnTo>
                <a:lnTo>
                  <a:pt x="173" y="168"/>
                </a:lnTo>
                <a:lnTo>
                  <a:pt x="174" y="168"/>
                </a:lnTo>
                <a:lnTo>
                  <a:pt x="173" y="167"/>
                </a:lnTo>
                <a:lnTo>
                  <a:pt x="172" y="167"/>
                </a:lnTo>
                <a:lnTo>
                  <a:pt x="172" y="168"/>
                </a:lnTo>
                <a:lnTo>
                  <a:pt x="171" y="168"/>
                </a:lnTo>
                <a:lnTo>
                  <a:pt x="171" y="167"/>
                </a:lnTo>
                <a:lnTo>
                  <a:pt x="170" y="166"/>
                </a:lnTo>
                <a:lnTo>
                  <a:pt x="171" y="166"/>
                </a:lnTo>
                <a:lnTo>
                  <a:pt x="171" y="165"/>
                </a:lnTo>
                <a:lnTo>
                  <a:pt x="172" y="165"/>
                </a:lnTo>
                <a:lnTo>
                  <a:pt x="173" y="165"/>
                </a:lnTo>
                <a:lnTo>
                  <a:pt x="174" y="164"/>
                </a:lnTo>
                <a:lnTo>
                  <a:pt x="175" y="164"/>
                </a:lnTo>
                <a:lnTo>
                  <a:pt x="175" y="163"/>
                </a:lnTo>
                <a:lnTo>
                  <a:pt x="176" y="163"/>
                </a:lnTo>
                <a:lnTo>
                  <a:pt x="177" y="163"/>
                </a:lnTo>
                <a:lnTo>
                  <a:pt x="177" y="162"/>
                </a:lnTo>
                <a:lnTo>
                  <a:pt x="178" y="162"/>
                </a:lnTo>
                <a:lnTo>
                  <a:pt x="179" y="162"/>
                </a:lnTo>
                <a:lnTo>
                  <a:pt x="180" y="162"/>
                </a:lnTo>
                <a:lnTo>
                  <a:pt x="180" y="161"/>
                </a:lnTo>
                <a:lnTo>
                  <a:pt x="181" y="161"/>
                </a:lnTo>
                <a:lnTo>
                  <a:pt x="182" y="161"/>
                </a:lnTo>
                <a:lnTo>
                  <a:pt x="182" y="160"/>
                </a:lnTo>
                <a:lnTo>
                  <a:pt x="183" y="160"/>
                </a:lnTo>
                <a:lnTo>
                  <a:pt x="183" y="159"/>
                </a:lnTo>
                <a:lnTo>
                  <a:pt x="184" y="159"/>
                </a:lnTo>
                <a:lnTo>
                  <a:pt x="185" y="159"/>
                </a:lnTo>
                <a:lnTo>
                  <a:pt x="185" y="160"/>
                </a:lnTo>
                <a:lnTo>
                  <a:pt x="186" y="160"/>
                </a:lnTo>
                <a:lnTo>
                  <a:pt x="187" y="160"/>
                </a:lnTo>
                <a:lnTo>
                  <a:pt x="188" y="159"/>
                </a:lnTo>
                <a:lnTo>
                  <a:pt x="189" y="159"/>
                </a:lnTo>
                <a:lnTo>
                  <a:pt x="190" y="159"/>
                </a:lnTo>
                <a:lnTo>
                  <a:pt x="190" y="158"/>
                </a:lnTo>
                <a:lnTo>
                  <a:pt x="191" y="158"/>
                </a:lnTo>
                <a:lnTo>
                  <a:pt x="192" y="158"/>
                </a:lnTo>
                <a:lnTo>
                  <a:pt x="192" y="157"/>
                </a:lnTo>
                <a:lnTo>
                  <a:pt x="193" y="157"/>
                </a:lnTo>
                <a:lnTo>
                  <a:pt x="194" y="156"/>
                </a:lnTo>
                <a:lnTo>
                  <a:pt x="194" y="155"/>
                </a:lnTo>
                <a:lnTo>
                  <a:pt x="195" y="155"/>
                </a:lnTo>
                <a:lnTo>
                  <a:pt x="196" y="155"/>
                </a:lnTo>
                <a:lnTo>
                  <a:pt x="197" y="155"/>
                </a:lnTo>
                <a:lnTo>
                  <a:pt x="197" y="154"/>
                </a:lnTo>
                <a:lnTo>
                  <a:pt x="198" y="154"/>
                </a:lnTo>
                <a:lnTo>
                  <a:pt x="198" y="152"/>
                </a:lnTo>
                <a:lnTo>
                  <a:pt x="199" y="152"/>
                </a:lnTo>
                <a:lnTo>
                  <a:pt x="200" y="152"/>
                </a:lnTo>
                <a:lnTo>
                  <a:pt x="201" y="152"/>
                </a:lnTo>
                <a:lnTo>
                  <a:pt x="202" y="153"/>
                </a:lnTo>
                <a:lnTo>
                  <a:pt x="204" y="153"/>
                </a:lnTo>
                <a:lnTo>
                  <a:pt x="205" y="153"/>
                </a:lnTo>
                <a:lnTo>
                  <a:pt x="205" y="152"/>
                </a:lnTo>
                <a:lnTo>
                  <a:pt x="204" y="152"/>
                </a:lnTo>
                <a:lnTo>
                  <a:pt x="204" y="151"/>
                </a:lnTo>
                <a:lnTo>
                  <a:pt x="205" y="151"/>
                </a:lnTo>
                <a:lnTo>
                  <a:pt x="206" y="151"/>
                </a:lnTo>
                <a:lnTo>
                  <a:pt x="207" y="151"/>
                </a:lnTo>
                <a:lnTo>
                  <a:pt x="207" y="152"/>
                </a:lnTo>
                <a:lnTo>
                  <a:pt x="208" y="152"/>
                </a:lnTo>
                <a:lnTo>
                  <a:pt x="208" y="151"/>
                </a:lnTo>
                <a:lnTo>
                  <a:pt x="208" y="150"/>
                </a:lnTo>
                <a:lnTo>
                  <a:pt x="208" y="149"/>
                </a:lnTo>
                <a:lnTo>
                  <a:pt x="209" y="149"/>
                </a:lnTo>
                <a:lnTo>
                  <a:pt x="210" y="149"/>
                </a:lnTo>
                <a:lnTo>
                  <a:pt x="211" y="149"/>
                </a:lnTo>
                <a:lnTo>
                  <a:pt x="211" y="148"/>
                </a:lnTo>
                <a:lnTo>
                  <a:pt x="212" y="148"/>
                </a:lnTo>
                <a:lnTo>
                  <a:pt x="212" y="149"/>
                </a:lnTo>
                <a:lnTo>
                  <a:pt x="211" y="149"/>
                </a:lnTo>
                <a:lnTo>
                  <a:pt x="212" y="149"/>
                </a:lnTo>
                <a:lnTo>
                  <a:pt x="213" y="149"/>
                </a:lnTo>
                <a:lnTo>
                  <a:pt x="213" y="150"/>
                </a:lnTo>
                <a:lnTo>
                  <a:pt x="214" y="150"/>
                </a:lnTo>
                <a:lnTo>
                  <a:pt x="215" y="150"/>
                </a:lnTo>
                <a:lnTo>
                  <a:pt x="215" y="149"/>
                </a:lnTo>
                <a:lnTo>
                  <a:pt x="215" y="148"/>
                </a:lnTo>
                <a:lnTo>
                  <a:pt x="214" y="147"/>
                </a:lnTo>
                <a:lnTo>
                  <a:pt x="214" y="146"/>
                </a:lnTo>
                <a:lnTo>
                  <a:pt x="215" y="146"/>
                </a:lnTo>
                <a:lnTo>
                  <a:pt x="215" y="147"/>
                </a:lnTo>
                <a:lnTo>
                  <a:pt x="216" y="147"/>
                </a:lnTo>
                <a:lnTo>
                  <a:pt x="217" y="147"/>
                </a:lnTo>
                <a:lnTo>
                  <a:pt x="217" y="146"/>
                </a:lnTo>
                <a:lnTo>
                  <a:pt x="218" y="146"/>
                </a:lnTo>
                <a:lnTo>
                  <a:pt x="219" y="146"/>
                </a:lnTo>
                <a:lnTo>
                  <a:pt x="219" y="145"/>
                </a:lnTo>
                <a:lnTo>
                  <a:pt x="220" y="145"/>
                </a:lnTo>
                <a:lnTo>
                  <a:pt x="220" y="146"/>
                </a:lnTo>
                <a:lnTo>
                  <a:pt x="221" y="146"/>
                </a:lnTo>
                <a:lnTo>
                  <a:pt x="222" y="146"/>
                </a:lnTo>
                <a:lnTo>
                  <a:pt x="222" y="147"/>
                </a:lnTo>
                <a:lnTo>
                  <a:pt x="223" y="148"/>
                </a:lnTo>
                <a:lnTo>
                  <a:pt x="226" y="148"/>
                </a:lnTo>
                <a:lnTo>
                  <a:pt x="227" y="148"/>
                </a:lnTo>
                <a:lnTo>
                  <a:pt x="228" y="148"/>
                </a:lnTo>
                <a:lnTo>
                  <a:pt x="227" y="148"/>
                </a:lnTo>
                <a:lnTo>
                  <a:pt x="227" y="149"/>
                </a:lnTo>
                <a:lnTo>
                  <a:pt x="228" y="149"/>
                </a:lnTo>
                <a:lnTo>
                  <a:pt x="228" y="150"/>
                </a:lnTo>
                <a:lnTo>
                  <a:pt x="229" y="150"/>
                </a:lnTo>
                <a:lnTo>
                  <a:pt x="229" y="149"/>
                </a:lnTo>
                <a:lnTo>
                  <a:pt x="230" y="150"/>
                </a:lnTo>
                <a:lnTo>
                  <a:pt x="230" y="149"/>
                </a:lnTo>
                <a:lnTo>
                  <a:pt x="230" y="148"/>
                </a:lnTo>
                <a:lnTo>
                  <a:pt x="231" y="148"/>
                </a:lnTo>
                <a:lnTo>
                  <a:pt x="232" y="148"/>
                </a:lnTo>
                <a:lnTo>
                  <a:pt x="233" y="148"/>
                </a:lnTo>
                <a:lnTo>
                  <a:pt x="233" y="149"/>
                </a:lnTo>
                <a:lnTo>
                  <a:pt x="234" y="149"/>
                </a:lnTo>
                <a:lnTo>
                  <a:pt x="234" y="148"/>
                </a:lnTo>
                <a:lnTo>
                  <a:pt x="234" y="147"/>
                </a:lnTo>
                <a:lnTo>
                  <a:pt x="235" y="146"/>
                </a:lnTo>
                <a:lnTo>
                  <a:pt x="236" y="146"/>
                </a:lnTo>
                <a:lnTo>
                  <a:pt x="236" y="145"/>
                </a:lnTo>
                <a:lnTo>
                  <a:pt x="237" y="145"/>
                </a:lnTo>
                <a:lnTo>
                  <a:pt x="238" y="145"/>
                </a:lnTo>
                <a:lnTo>
                  <a:pt x="239" y="145"/>
                </a:lnTo>
                <a:lnTo>
                  <a:pt x="239" y="144"/>
                </a:lnTo>
                <a:lnTo>
                  <a:pt x="240" y="144"/>
                </a:lnTo>
                <a:lnTo>
                  <a:pt x="240" y="143"/>
                </a:lnTo>
                <a:lnTo>
                  <a:pt x="241" y="143"/>
                </a:lnTo>
                <a:lnTo>
                  <a:pt x="242" y="143"/>
                </a:lnTo>
                <a:lnTo>
                  <a:pt x="242" y="142"/>
                </a:lnTo>
                <a:lnTo>
                  <a:pt x="242" y="141"/>
                </a:lnTo>
                <a:lnTo>
                  <a:pt x="243" y="141"/>
                </a:lnTo>
                <a:lnTo>
                  <a:pt x="244" y="140"/>
                </a:lnTo>
                <a:lnTo>
                  <a:pt x="245" y="140"/>
                </a:lnTo>
                <a:lnTo>
                  <a:pt x="246" y="139"/>
                </a:lnTo>
                <a:lnTo>
                  <a:pt x="246" y="138"/>
                </a:lnTo>
                <a:lnTo>
                  <a:pt x="246" y="137"/>
                </a:lnTo>
                <a:lnTo>
                  <a:pt x="247" y="137"/>
                </a:lnTo>
                <a:lnTo>
                  <a:pt x="248" y="136"/>
                </a:lnTo>
                <a:lnTo>
                  <a:pt x="249" y="136"/>
                </a:lnTo>
                <a:lnTo>
                  <a:pt x="249" y="135"/>
                </a:lnTo>
                <a:lnTo>
                  <a:pt x="249" y="134"/>
                </a:lnTo>
                <a:lnTo>
                  <a:pt x="250" y="134"/>
                </a:lnTo>
                <a:lnTo>
                  <a:pt x="250" y="135"/>
                </a:lnTo>
                <a:lnTo>
                  <a:pt x="251" y="135"/>
                </a:lnTo>
                <a:lnTo>
                  <a:pt x="252" y="134"/>
                </a:lnTo>
                <a:lnTo>
                  <a:pt x="253" y="134"/>
                </a:lnTo>
                <a:lnTo>
                  <a:pt x="253" y="133"/>
                </a:lnTo>
                <a:lnTo>
                  <a:pt x="254" y="134"/>
                </a:lnTo>
                <a:lnTo>
                  <a:pt x="254" y="133"/>
                </a:lnTo>
                <a:lnTo>
                  <a:pt x="255" y="133"/>
                </a:lnTo>
                <a:lnTo>
                  <a:pt x="256" y="133"/>
                </a:lnTo>
                <a:lnTo>
                  <a:pt x="256" y="132"/>
                </a:lnTo>
                <a:lnTo>
                  <a:pt x="257" y="132"/>
                </a:lnTo>
                <a:lnTo>
                  <a:pt x="258" y="131"/>
                </a:lnTo>
                <a:lnTo>
                  <a:pt x="258" y="130"/>
                </a:lnTo>
                <a:lnTo>
                  <a:pt x="259" y="129"/>
                </a:lnTo>
                <a:lnTo>
                  <a:pt x="259" y="128"/>
                </a:lnTo>
                <a:lnTo>
                  <a:pt x="259" y="127"/>
                </a:lnTo>
                <a:lnTo>
                  <a:pt x="258" y="127"/>
                </a:lnTo>
                <a:lnTo>
                  <a:pt x="259" y="126"/>
                </a:lnTo>
                <a:lnTo>
                  <a:pt x="260" y="126"/>
                </a:lnTo>
                <a:lnTo>
                  <a:pt x="261" y="126"/>
                </a:lnTo>
                <a:lnTo>
                  <a:pt x="262" y="125"/>
                </a:lnTo>
                <a:lnTo>
                  <a:pt x="263" y="125"/>
                </a:lnTo>
                <a:lnTo>
                  <a:pt x="263" y="124"/>
                </a:lnTo>
                <a:lnTo>
                  <a:pt x="264" y="124"/>
                </a:lnTo>
                <a:lnTo>
                  <a:pt x="265" y="124"/>
                </a:lnTo>
                <a:lnTo>
                  <a:pt x="265" y="125"/>
                </a:lnTo>
                <a:lnTo>
                  <a:pt x="266" y="125"/>
                </a:lnTo>
                <a:lnTo>
                  <a:pt x="267" y="125"/>
                </a:lnTo>
                <a:lnTo>
                  <a:pt x="267" y="123"/>
                </a:lnTo>
                <a:lnTo>
                  <a:pt x="267" y="122"/>
                </a:lnTo>
                <a:lnTo>
                  <a:pt x="268" y="122"/>
                </a:lnTo>
                <a:lnTo>
                  <a:pt x="270" y="122"/>
                </a:lnTo>
                <a:lnTo>
                  <a:pt x="270" y="121"/>
                </a:lnTo>
                <a:lnTo>
                  <a:pt x="271" y="121"/>
                </a:lnTo>
                <a:lnTo>
                  <a:pt x="271" y="122"/>
                </a:lnTo>
                <a:lnTo>
                  <a:pt x="272" y="122"/>
                </a:lnTo>
                <a:lnTo>
                  <a:pt x="273" y="122"/>
                </a:lnTo>
                <a:lnTo>
                  <a:pt x="274" y="122"/>
                </a:lnTo>
                <a:lnTo>
                  <a:pt x="275" y="122"/>
                </a:lnTo>
                <a:lnTo>
                  <a:pt x="275" y="121"/>
                </a:lnTo>
                <a:lnTo>
                  <a:pt x="276" y="121"/>
                </a:lnTo>
                <a:lnTo>
                  <a:pt x="276" y="120"/>
                </a:lnTo>
                <a:lnTo>
                  <a:pt x="277" y="120"/>
                </a:lnTo>
                <a:lnTo>
                  <a:pt x="278" y="120"/>
                </a:lnTo>
                <a:lnTo>
                  <a:pt x="279" y="120"/>
                </a:lnTo>
                <a:lnTo>
                  <a:pt x="279" y="121"/>
                </a:lnTo>
                <a:lnTo>
                  <a:pt x="280" y="121"/>
                </a:lnTo>
                <a:lnTo>
                  <a:pt x="280" y="120"/>
                </a:lnTo>
                <a:lnTo>
                  <a:pt x="281" y="120"/>
                </a:lnTo>
                <a:lnTo>
                  <a:pt x="281" y="121"/>
                </a:lnTo>
                <a:lnTo>
                  <a:pt x="282" y="121"/>
                </a:lnTo>
                <a:lnTo>
                  <a:pt x="283" y="121"/>
                </a:lnTo>
                <a:lnTo>
                  <a:pt x="284" y="120"/>
                </a:lnTo>
                <a:lnTo>
                  <a:pt x="285" y="120"/>
                </a:lnTo>
                <a:lnTo>
                  <a:pt x="286" y="120"/>
                </a:lnTo>
                <a:lnTo>
                  <a:pt x="286" y="121"/>
                </a:lnTo>
                <a:lnTo>
                  <a:pt x="287" y="120"/>
                </a:lnTo>
                <a:lnTo>
                  <a:pt x="287" y="119"/>
                </a:lnTo>
                <a:lnTo>
                  <a:pt x="288" y="119"/>
                </a:lnTo>
                <a:lnTo>
                  <a:pt x="288" y="118"/>
                </a:lnTo>
                <a:lnTo>
                  <a:pt x="289" y="118"/>
                </a:lnTo>
                <a:lnTo>
                  <a:pt x="290" y="117"/>
                </a:lnTo>
                <a:lnTo>
                  <a:pt x="291" y="118"/>
                </a:lnTo>
                <a:lnTo>
                  <a:pt x="290" y="118"/>
                </a:lnTo>
                <a:lnTo>
                  <a:pt x="290" y="119"/>
                </a:lnTo>
                <a:lnTo>
                  <a:pt x="290" y="120"/>
                </a:lnTo>
                <a:lnTo>
                  <a:pt x="291" y="121"/>
                </a:lnTo>
                <a:lnTo>
                  <a:pt x="292" y="122"/>
                </a:lnTo>
                <a:lnTo>
                  <a:pt x="293" y="122"/>
                </a:lnTo>
                <a:lnTo>
                  <a:pt x="293" y="121"/>
                </a:lnTo>
                <a:lnTo>
                  <a:pt x="294" y="122"/>
                </a:lnTo>
                <a:lnTo>
                  <a:pt x="294" y="123"/>
                </a:lnTo>
                <a:lnTo>
                  <a:pt x="294" y="124"/>
                </a:lnTo>
                <a:lnTo>
                  <a:pt x="294" y="125"/>
                </a:lnTo>
                <a:lnTo>
                  <a:pt x="295" y="126"/>
                </a:lnTo>
                <a:lnTo>
                  <a:pt x="296" y="127"/>
                </a:lnTo>
                <a:lnTo>
                  <a:pt x="297" y="127"/>
                </a:lnTo>
                <a:lnTo>
                  <a:pt x="297" y="126"/>
                </a:lnTo>
                <a:lnTo>
                  <a:pt x="298" y="126"/>
                </a:lnTo>
                <a:lnTo>
                  <a:pt x="299" y="127"/>
                </a:lnTo>
                <a:lnTo>
                  <a:pt x="300" y="127"/>
                </a:lnTo>
                <a:lnTo>
                  <a:pt x="300" y="126"/>
                </a:lnTo>
                <a:lnTo>
                  <a:pt x="301" y="126"/>
                </a:lnTo>
                <a:lnTo>
                  <a:pt x="302" y="125"/>
                </a:lnTo>
                <a:lnTo>
                  <a:pt x="303" y="125"/>
                </a:lnTo>
                <a:lnTo>
                  <a:pt x="303" y="124"/>
                </a:lnTo>
                <a:lnTo>
                  <a:pt x="304" y="123"/>
                </a:lnTo>
                <a:lnTo>
                  <a:pt x="304" y="122"/>
                </a:lnTo>
                <a:lnTo>
                  <a:pt x="305" y="121"/>
                </a:lnTo>
                <a:lnTo>
                  <a:pt x="305" y="120"/>
                </a:lnTo>
                <a:lnTo>
                  <a:pt x="306" y="121"/>
                </a:lnTo>
                <a:lnTo>
                  <a:pt x="307" y="120"/>
                </a:lnTo>
                <a:lnTo>
                  <a:pt x="308" y="120"/>
                </a:lnTo>
                <a:lnTo>
                  <a:pt x="309" y="120"/>
                </a:lnTo>
                <a:lnTo>
                  <a:pt x="309" y="119"/>
                </a:lnTo>
                <a:lnTo>
                  <a:pt x="311" y="117"/>
                </a:lnTo>
                <a:lnTo>
                  <a:pt x="311" y="118"/>
                </a:lnTo>
                <a:lnTo>
                  <a:pt x="311" y="119"/>
                </a:lnTo>
                <a:lnTo>
                  <a:pt x="312" y="119"/>
                </a:lnTo>
                <a:lnTo>
                  <a:pt x="312" y="118"/>
                </a:lnTo>
                <a:lnTo>
                  <a:pt x="313" y="118"/>
                </a:lnTo>
                <a:lnTo>
                  <a:pt x="313" y="117"/>
                </a:lnTo>
                <a:lnTo>
                  <a:pt x="313" y="116"/>
                </a:lnTo>
                <a:lnTo>
                  <a:pt x="314" y="116"/>
                </a:lnTo>
                <a:lnTo>
                  <a:pt x="314" y="115"/>
                </a:lnTo>
                <a:lnTo>
                  <a:pt x="314" y="114"/>
                </a:lnTo>
                <a:lnTo>
                  <a:pt x="314" y="115"/>
                </a:lnTo>
                <a:lnTo>
                  <a:pt x="315" y="115"/>
                </a:lnTo>
                <a:lnTo>
                  <a:pt x="316" y="115"/>
                </a:lnTo>
                <a:lnTo>
                  <a:pt x="316" y="114"/>
                </a:lnTo>
                <a:lnTo>
                  <a:pt x="317" y="114"/>
                </a:lnTo>
                <a:lnTo>
                  <a:pt x="317" y="115"/>
                </a:lnTo>
                <a:lnTo>
                  <a:pt x="317" y="116"/>
                </a:lnTo>
                <a:lnTo>
                  <a:pt x="318" y="116"/>
                </a:lnTo>
                <a:lnTo>
                  <a:pt x="318" y="115"/>
                </a:lnTo>
                <a:lnTo>
                  <a:pt x="317" y="115"/>
                </a:lnTo>
                <a:lnTo>
                  <a:pt x="318" y="115"/>
                </a:lnTo>
                <a:lnTo>
                  <a:pt x="318" y="114"/>
                </a:lnTo>
                <a:lnTo>
                  <a:pt x="317" y="114"/>
                </a:lnTo>
                <a:lnTo>
                  <a:pt x="317" y="113"/>
                </a:lnTo>
                <a:lnTo>
                  <a:pt x="318" y="113"/>
                </a:lnTo>
                <a:lnTo>
                  <a:pt x="318" y="112"/>
                </a:lnTo>
                <a:lnTo>
                  <a:pt x="319" y="112"/>
                </a:lnTo>
                <a:lnTo>
                  <a:pt x="319" y="113"/>
                </a:lnTo>
                <a:lnTo>
                  <a:pt x="321" y="112"/>
                </a:lnTo>
                <a:lnTo>
                  <a:pt x="322" y="111"/>
                </a:lnTo>
                <a:lnTo>
                  <a:pt x="322" y="110"/>
                </a:lnTo>
                <a:lnTo>
                  <a:pt x="321" y="109"/>
                </a:lnTo>
                <a:lnTo>
                  <a:pt x="321" y="108"/>
                </a:lnTo>
                <a:lnTo>
                  <a:pt x="322" y="108"/>
                </a:lnTo>
                <a:lnTo>
                  <a:pt x="322" y="109"/>
                </a:lnTo>
                <a:lnTo>
                  <a:pt x="323" y="109"/>
                </a:lnTo>
                <a:lnTo>
                  <a:pt x="323" y="108"/>
                </a:lnTo>
                <a:lnTo>
                  <a:pt x="322" y="108"/>
                </a:lnTo>
                <a:lnTo>
                  <a:pt x="322" y="107"/>
                </a:lnTo>
                <a:lnTo>
                  <a:pt x="323" y="107"/>
                </a:lnTo>
                <a:lnTo>
                  <a:pt x="322" y="106"/>
                </a:lnTo>
                <a:lnTo>
                  <a:pt x="322" y="105"/>
                </a:lnTo>
                <a:lnTo>
                  <a:pt x="321" y="105"/>
                </a:lnTo>
                <a:lnTo>
                  <a:pt x="321" y="104"/>
                </a:lnTo>
                <a:lnTo>
                  <a:pt x="322" y="104"/>
                </a:lnTo>
                <a:lnTo>
                  <a:pt x="322" y="105"/>
                </a:lnTo>
                <a:lnTo>
                  <a:pt x="322" y="104"/>
                </a:lnTo>
                <a:lnTo>
                  <a:pt x="323" y="104"/>
                </a:lnTo>
                <a:lnTo>
                  <a:pt x="322" y="104"/>
                </a:lnTo>
                <a:lnTo>
                  <a:pt x="321" y="103"/>
                </a:lnTo>
                <a:lnTo>
                  <a:pt x="322" y="103"/>
                </a:lnTo>
                <a:lnTo>
                  <a:pt x="322" y="102"/>
                </a:lnTo>
                <a:lnTo>
                  <a:pt x="322" y="103"/>
                </a:lnTo>
                <a:lnTo>
                  <a:pt x="323" y="101"/>
                </a:lnTo>
                <a:lnTo>
                  <a:pt x="323" y="100"/>
                </a:lnTo>
                <a:lnTo>
                  <a:pt x="324" y="99"/>
                </a:lnTo>
                <a:lnTo>
                  <a:pt x="325" y="100"/>
                </a:lnTo>
                <a:lnTo>
                  <a:pt x="325" y="99"/>
                </a:lnTo>
                <a:lnTo>
                  <a:pt x="325" y="98"/>
                </a:lnTo>
                <a:lnTo>
                  <a:pt x="325" y="97"/>
                </a:lnTo>
                <a:lnTo>
                  <a:pt x="326" y="97"/>
                </a:lnTo>
                <a:lnTo>
                  <a:pt x="327" y="97"/>
                </a:lnTo>
                <a:lnTo>
                  <a:pt x="328" y="97"/>
                </a:lnTo>
                <a:lnTo>
                  <a:pt x="328" y="96"/>
                </a:lnTo>
                <a:lnTo>
                  <a:pt x="327" y="96"/>
                </a:lnTo>
                <a:lnTo>
                  <a:pt x="327" y="95"/>
                </a:lnTo>
                <a:lnTo>
                  <a:pt x="328" y="95"/>
                </a:lnTo>
                <a:lnTo>
                  <a:pt x="329" y="95"/>
                </a:lnTo>
                <a:lnTo>
                  <a:pt x="330" y="96"/>
                </a:lnTo>
                <a:lnTo>
                  <a:pt x="330" y="95"/>
                </a:lnTo>
                <a:lnTo>
                  <a:pt x="331" y="95"/>
                </a:lnTo>
                <a:lnTo>
                  <a:pt x="332" y="95"/>
                </a:lnTo>
                <a:lnTo>
                  <a:pt x="333" y="95"/>
                </a:lnTo>
                <a:lnTo>
                  <a:pt x="334" y="95"/>
                </a:lnTo>
                <a:lnTo>
                  <a:pt x="335" y="94"/>
                </a:lnTo>
                <a:lnTo>
                  <a:pt x="336" y="94"/>
                </a:lnTo>
                <a:lnTo>
                  <a:pt x="337" y="94"/>
                </a:lnTo>
                <a:lnTo>
                  <a:pt x="337" y="93"/>
                </a:lnTo>
                <a:lnTo>
                  <a:pt x="338" y="93"/>
                </a:lnTo>
                <a:lnTo>
                  <a:pt x="339" y="93"/>
                </a:lnTo>
                <a:lnTo>
                  <a:pt x="339" y="94"/>
                </a:lnTo>
                <a:lnTo>
                  <a:pt x="340" y="94"/>
                </a:lnTo>
                <a:lnTo>
                  <a:pt x="342" y="95"/>
                </a:lnTo>
                <a:lnTo>
                  <a:pt x="343" y="95"/>
                </a:lnTo>
                <a:lnTo>
                  <a:pt x="344" y="95"/>
                </a:lnTo>
                <a:lnTo>
                  <a:pt x="345" y="96"/>
                </a:lnTo>
                <a:lnTo>
                  <a:pt x="346" y="96"/>
                </a:lnTo>
                <a:lnTo>
                  <a:pt x="346" y="97"/>
                </a:lnTo>
                <a:lnTo>
                  <a:pt x="347" y="97"/>
                </a:lnTo>
                <a:lnTo>
                  <a:pt x="348" y="97"/>
                </a:lnTo>
                <a:lnTo>
                  <a:pt x="349" y="97"/>
                </a:lnTo>
                <a:lnTo>
                  <a:pt x="350" y="97"/>
                </a:lnTo>
                <a:lnTo>
                  <a:pt x="351" y="96"/>
                </a:lnTo>
                <a:lnTo>
                  <a:pt x="352" y="96"/>
                </a:lnTo>
                <a:lnTo>
                  <a:pt x="352" y="97"/>
                </a:lnTo>
                <a:lnTo>
                  <a:pt x="353" y="97"/>
                </a:lnTo>
                <a:lnTo>
                  <a:pt x="352" y="97"/>
                </a:lnTo>
                <a:lnTo>
                  <a:pt x="352" y="98"/>
                </a:lnTo>
                <a:lnTo>
                  <a:pt x="353" y="97"/>
                </a:lnTo>
                <a:lnTo>
                  <a:pt x="353" y="96"/>
                </a:lnTo>
                <a:lnTo>
                  <a:pt x="353" y="94"/>
                </a:lnTo>
                <a:lnTo>
                  <a:pt x="354" y="94"/>
                </a:lnTo>
                <a:lnTo>
                  <a:pt x="353" y="93"/>
                </a:lnTo>
                <a:lnTo>
                  <a:pt x="353" y="92"/>
                </a:lnTo>
                <a:lnTo>
                  <a:pt x="353" y="91"/>
                </a:lnTo>
                <a:lnTo>
                  <a:pt x="353" y="92"/>
                </a:lnTo>
                <a:lnTo>
                  <a:pt x="354" y="92"/>
                </a:lnTo>
                <a:lnTo>
                  <a:pt x="355" y="92"/>
                </a:lnTo>
                <a:lnTo>
                  <a:pt x="357" y="93"/>
                </a:lnTo>
                <a:lnTo>
                  <a:pt x="357" y="94"/>
                </a:lnTo>
                <a:lnTo>
                  <a:pt x="358" y="94"/>
                </a:lnTo>
                <a:lnTo>
                  <a:pt x="358" y="95"/>
                </a:lnTo>
                <a:lnTo>
                  <a:pt x="359" y="95"/>
                </a:lnTo>
                <a:lnTo>
                  <a:pt x="359" y="96"/>
                </a:lnTo>
                <a:lnTo>
                  <a:pt x="360" y="96"/>
                </a:lnTo>
                <a:lnTo>
                  <a:pt x="361" y="96"/>
                </a:lnTo>
                <a:lnTo>
                  <a:pt x="362" y="96"/>
                </a:lnTo>
                <a:lnTo>
                  <a:pt x="363" y="96"/>
                </a:lnTo>
                <a:lnTo>
                  <a:pt x="364" y="96"/>
                </a:lnTo>
                <a:lnTo>
                  <a:pt x="364" y="97"/>
                </a:lnTo>
                <a:lnTo>
                  <a:pt x="365" y="97"/>
                </a:lnTo>
                <a:lnTo>
                  <a:pt x="366" y="97"/>
                </a:lnTo>
                <a:lnTo>
                  <a:pt x="367" y="98"/>
                </a:lnTo>
                <a:lnTo>
                  <a:pt x="367" y="99"/>
                </a:lnTo>
                <a:lnTo>
                  <a:pt x="368" y="98"/>
                </a:lnTo>
                <a:lnTo>
                  <a:pt x="369" y="97"/>
                </a:lnTo>
                <a:lnTo>
                  <a:pt x="370" y="97"/>
                </a:lnTo>
                <a:lnTo>
                  <a:pt x="373" y="97"/>
                </a:lnTo>
                <a:lnTo>
                  <a:pt x="373" y="96"/>
                </a:lnTo>
                <a:lnTo>
                  <a:pt x="373" y="95"/>
                </a:lnTo>
                <a:lnTo>
                  <a:pt x="373" y="94"/>
                </a:lnTo>
                <a:lnTo>
                  <a:pt x="374" y="94"/>
                </a:lnTo>
                <a:lnTo>
                  <a:pt x="374" y="93"/>
                </a:lnTo>
                <a:lnTo>
                  <a:pt x="375" y="93"/>
                </a:lnTo>
                <a:lnTo>
                  <a:pt x="376" y="93"/>
                </a:lnTo>
                <a:lnTo>
                  <a:pt x="377" y="92"/>
                </a:lnTo>
                <a:lnTo>
                  <a:pt x="378" y="91"/>
                </a:lnTo>
                <a:lnTo>
                  <a:pt x="378" y="90"/>
                </a:lnTo>
                <a:lnTo>
                  <a:pt x="378" y="89"/>
                </a:lnTo>
                <a:lnTo>
                  <a:pt x="379" y="89"/>
                </a:lnTo>
                <a:lnTo>
                  <a:pt x="380" y="89"/>
                </a:lnTo>
                <a:lnTo>
                  <a:pt x="380" y="88"/>
                </a:lnTo>
                <a:lnTo>
                  <a:pt x="380" y="87"/>
                </a:lnTo>
                <a:lnTo>
                  <a:pt x="379" y="86"/>
                </a:lnTo>
                <a:lnTo>
                  <a:pt x="378" y="87"/>
                </a:lnTo>
                <a:lnTo>
                  <a:pt x="375" y="87"/>
                </a:lnTo>
                <a:lnTo>
                  <a:pt x="374" y="87"/>
                </a:lnTo>
                <a:lnTo>
                  <a:pt x="373" y="86"/>
                </a:lnTo>
                <a:lnTo>
                  <a:pt x="371" y="86"/>
                </a:lnTo>
                <a:lnTo>
                  <a:pt x="370" y="86"/>
                </a:lnTo>
                <a:lnTo>
                  <a:pt x="370" y="85"/>
                </a:lnTo>
                <a:lnTo>
                  <a:pt x="370" y="84"/>
                </a:lnTo>
                <a:lnTo>
                  <a:pt x="369" y="84"/>
                </a:lnTo>
                <a:lnTo>
                  <a:pt x="369" y="83"/>
                </a:lnTo>
                <a:lnTo>
                  <a:pt x="369" y="82"/>
                </a:lnTo>
                <a:lnTo>
                  <a:pt x="369" y="81"/>
                </a:lnTo>
                <a:lnTo>
                  <a:pt x="368" y="81"/>
                </a:lnTo>
                <a:lnTo>
                  <a:pt x="368" y="80"/>
                </a:lnTo>
                <a:lnTo>
                  <a:pt x="369" y="80"/>
                </a:lnTo>
                <a:lnTo>
                  <a:pt x="369" y="79"/>
                </a:lnTo>
                <a:lnTo>
                  <a:pt x="370" y="79"/>
                </a:lnTo>
                <a:lnTo>
                  <a:pt x="371" y="79"/>
                </a:lnTo>
                <a:lnTo>
                  <a:pt x="372" y="79"/>
                </a:lnTo>
                <a:lnTo>
                  <a:pt x="373" y="79"/>
                </a:lnTo>
                <a:lnTo>
                  <a:pt x="374" y="79"/>
                </a:lnTo>
                <a:lnTo>
                  <a:pt x="375" y="78"/>
                </a:lnTo>
                <a:lnTo>
                  <a:pt x="376" y="78"/>
                </a:lnTo>
                <a:lnTo>
                  <a:pt x="377" y="78"/>
                </a:lnTo>
                <a:lnTo>
                  <a:pt x="378" y="78"/>
                </a:lnTo>
                <a:lnTo>
                  <a:pt x="380" y="79"/>
                </a:lnTo>
                <a:lnTo>
                  <a:pt x="381" y="79"/>
                </a:lnTo>
                <a:lnTo>
                  <a:pt x="382" y="79"/>
                </a:lnTo>
                <a:lnTo>
                  <a:pt x="383" y="79"/>
                </a:lnTo>
                <a:lnTo>
                  <a:pt x="385" y="79"/>
                </a:lnTo>
                <a:lnTo>
                  <a:pt x="386" y="79"/>
                </a:lnTo>
                <a:lnTo>
                  <a:pt x="387" y="80"/>
                </a:lnTo>
                <a:lnTo>
                  <a:pt x="388" y="80"/>
                </a:lnTo>
                <a:lnTo>
                  <a:pt x="389" y="80"/>
                </a:lnTo>
                <a:lnTo>
                  <a:pt x="390" y="80"/>
                </a:lnTo>
                <a:lnTo>
                  <a:pt x="391" y="80"/>
                </a:lnTo>
                <a:lnTo>
                  <a:pt x="392" y="81"/>
                </a:lnTo>
                <a:lnTo>
                  <a:pt x="392" y="82"/>
                </a:lnTo>
                <a:lnTo>
                  <a:pt x="391" y="82"/>
                </a:lnTo>
                <a:lnTo>
                  <a:pt x="392" y="82"/>
                </a:lnTo>
                <a:lnTo>
                  <a:pt x="392" y="83"/>
                </a:lnTo>
                <a:lnTo>
                  <a:pt x="392" y="84"/>
                </a:lnTo>
                <a:lnTo>
                  <a:pt x="393" y="84"/>
                </a:lnTo>
                <a:lnTo>
                  <a:pt x="393" y="85"/>
                </a:lnTo>
                <a:lnTo>
                  <a:pt x="394" y="85"/>
                </a:lnTo>
                <a:lnTo>
                  <a:pt x="395" y="85"/>
                </a:lnTo>
                <a:lnTo>
                  <a:pt x="396" y="86"/>
                </a:lnTo>
                <a:lnTo>
                  <a:pt x="397" y="86"/>
                </a:lnTo>
                <a:lnTo>
                  <a:pt x="397" y="87"/>
                </a:lnTo>
                <a:lnTo>
                  <a:pt x="398" y="86"/>
                </a:lnTo>
                <a:lnTo>
                  <a:pt x="399" y="86"/>
                </a:lnTo>
                <a:lnTo>
                  <a:pt x="400" y="85"/>
                </a:lnTo>
                <a:lnTo>
                  <a:pt x="402" y="85"/>
                </a:lnTo>
                <a:lnTo>
                  <a:pt x="402" y="86"/>
                </a:lnTo>
                <a:lnTo>
                  <a:pt x="403" y="86"/>
                </a:lnTo>
                <a:lnTo>
                  <a:pt x="404" y="85"/>
                </a:lnTo>
                <a:lnTo>
                  <a:pt x="405" y="85"/>
                </a:lnTo>
                <a:lnTo>
                  <a:pt x="406" y="85"/>
                </a:lnTo>
                <a:lnTo>
                  <a:pt x="407" y="85"/>
                </a:lnTo>
                <a:lnTo>
                  <a:pt x="408" y="85"/>
                </a:lnTo>
                <a:lnTo>
                  <a:pt x="409" y="85"/>
                </a:lnTo>
                <a:lnTo>
                  <a:pt x="409" y="86"/>
                </a:lnTo>
                <a:lnTo>
                  <a:pt x="409" y="87"/>
                </a:lnTo>
                <a:lnTo>
                  <a:pt x="410" y="87"/>
                </a:lnTo>
                <a:lnTo>
                  <a:pt x="411" y="87"/>
                </a:lnTo>
                <a:lnTo>
                  <a:pt x="412" y="88"/>
                </a:lnTo>
                <a:lnTo>
                  <a:pt x="413" y="88"/>
                </a:lnTo>
                <a:lnTo>
                  <a:pt x="414" y="88"/>
                </a:lnTo>
                <a:lnTo>
                  <a:pt x="414" y="89"/>
                </a:lnTo>
                <a:lnTo>
                  <a:pt x="415" y="89"/>
                </a:lnTo>
                <a:lnTo>
                  <a:pt x="415" y="90"/>
                </a:lnTo>
                <a:lnTo>
                  <a:pt x="416" y="91"/>
                </a:lnTo>
                <a:lnTo>
                  <a:pt x="416" y="90"/>
                </a:lnTo>
                <a:lnTo>
                  <a:pt x="417" y="91"/>
                </a:lnTo>
                <a:lnTo>
                  <a:pt x="418" y="91"/>
                </a:lnTo>
                <a:lnTo>
                  <a:pt x="419" y="92"/>
                </a:lnTo>
                <a:lnTo>
                  <a:pt x="419" y="93"/>
                </a:lnTo>
                <a:lnTo>
                  <a:pt x="420" y="93"/>
                </a:lnTo>
                <a:lnTo>
                  <a:pt x="420" y="94"/>
                </a:lnTo>
                <a:lnTo>
                  <a:pt x="420" y="93"/>
                </a:lnTo>
                <a:lnTo>
                  <a:pt x="421" y="93"/>
                </a:lnTo>
                <a:lnTo>
                  <a:pt x="421" y="94"/>
                </a:lnTo>
                <a:lnTo>
                  <a:pt x="422" y="94"/>
                </a:lnTo>
                <a:lnTo>
                  <a:pt x="422" y="92"/>
                </a:lnTo>
                <a:lnTo>
                  <a:pt x="423" y="92"/>
                </a:lnTo>
                <a:lnTo>
                  <a:pt x="424" y="91"/>
                </a:lnTo>
                <a:lnTo>
                  <a:pt x="424" y="90"/>
                </a:lnTo>
                <a:lnTo>
                  <a:pt x="423" y="90"/>
                </a:lnTo>
                <a:lnTo>
                  <a:pt x="424" y="90"/>
                </a:lnTo>
                <a:lnTo>
                  <a:pt x="424" y="89"/>
                </a:lnTo>
                <a:lnTo>
                  <a:pt x="424" y="88"/>
                </a:lnTo>
                <a:lnTo>
                  <a:pt x="425" y="87"/>
                </a:lnTo>
                <a:lnTo>
                  <a:pt x="426" y="87"/>
                </a:lnTo>
                <a:lnTo>
                  <a:pt x="428" y="87"/>
                </a:lnTo>
                <a:lnTo>
                  <a:pt x="429" y="87"/>
                </a:lnTo>
                <a:lnTo>
                  <a:pt x="430" y="87"/>
                </a:lnTo>
                <a:lnTo>
                  <a:pt x="430" y="88"/>
                </a:lnTo>
                <a:lnTo>
                  <a:pt x="431" y="88"/>
                </a:lnTo>
                <a:lnTo>
                  <a:pt x="431" y="89"/>
                </a:lnTo>
                <a:lnTo>
                  <a:pt x="432" y="89"/>
                </a:lnTo>
                <a:lnTo>
                  <a:pt x="433" y="89"/>
                </a:lnTo>
                <a:lnTo>
                  <a:pt x="433" y="88"/>
                </a:lnTo>
                <a:lnTo>
                  <a:pt x="434" y="88"/>
                </a:lnTo>
                <a:lnTo>
                  <a:pt x="434" y="87"/>
                </a:lnTo>
                <a:lnTo>
                  <a:pt x="433" y="87"/>
                </a:lnTo>
                <a:lnTo>
                  <a:pt x="434" y="87"/>
                </a:lnTo>
                <a:lnTo>
                  <a:pt x="434" y="86"/>
                </a:lnTo>
                <a:lnTo>
                  <a:pt x="435" y="86"/>
                </a:lnTo>
                <a:lnTo>
                  <a:pt x="436" y="86"/>
                </a:lnTo>
                <a:lnTo>
                  <a:pt x="437" y="86"/>
                </a:lnTo>
                <a:lnTo>
                  <a:pt x="438" y="86"/>
                </a:lnTo>
                <a:lnTo>
                  <a:pt x="438" y="87"/>
                </a:lnTo>
                <a:lnTo>
                  <a:pt x="439" y="87"/>
                </a:lnTo>
                <a:lnTo>
                  <a:pt x="441" y="87"/>
                </a:lnTo>
                <a:lnTo>
                  <a:pt x="442" y="87"/>
                </a:lnTo>
                <a:lnTo>
                  <a:pt x="443" y="87"/>
                </a:lnTo>
                <a:lnTo>
                  <a:pt x="444" y="86"/>
                </a:lnTo>
                <a:lnTo>
                  <a:pt x="445" y="86"/>
                </a:lnTo>
                <a:lnTo>
                  <a:pt x="445" y="85"/>
                </a:lnTo>
                <a:lnTo>
                  <a:pt x="446" y="85"/>
                </a:lnTo>
                <a:lnTo>
                  <a:pt x="447" y="85"/>
                </a:lnTo>
                <a:lnTo>
                  <a:pt x="447" y="84"/>
                </a:lnTo>
                <a:lnTo>
                  <a:pt x="448" y="84"/>
                </a:lnTo>
                <a:lnTo>
                  <a:pt x="449" y="83"/>
                </a:lnTo>
                <a:lnTo>
                  <a:pt x="450" y="83"/>
                </a:lnTo>
                <a:lnTo>
                  <a:pt x="451" y="83"/>
                </a:lnTo>
                <a:lnTo>
                  <a:pt x="452" y="83"/>
                </a:lnTo>
                <a:lnTo>
                  <a:pt x="452" y="82"/>
                </a:lnTo>
                <a:lnTo>
                  <a:pt x="453" y="82"/>
                </a:lnTo>
                <a:lnTo>
                  <a:pt x="454" y="82"/>
                </a:lnTo>
                <a:lnTo>
                  <a:pt x="455" y="82"/>
                </a:lnTo>
                <a:lnTo>
                  <a:pt x="456" y="81"/>
                </a:lnTo>
                <a:lnTo>
                  <a:pt x="456" y="80"/>
                </a:lnTo>
                <a:lnTo>
                  <a:pt x="457" y="80"/>
                </a:lnTo>
                <a:lnTo>
                  <a:pt x="459" y="80"/>
                </a:lnTo>
                <a:lnTo>
                  <a:pt x="460" y="80"/>
                </a:lnTo>
                <a:lnTo>
                  <a:pt x="460" y="79"/>
                </a:lnTo>
                <a:lnTo>
                  <a:pt x="458" y="78"/>
                </a:lnTo>
                <a:lnTo>
                  <a:pt x="457" y="78"/>
                </a:lnTo>
                <a:lnTo>
                  <a:pt x="456" y="78"/>
                </a:lnTo>
                <a:lnTo>
                  <a:pt x="455" y="77"/>
                </a:lnTo>
                <a:lnTo>
                  <a:pt x="454" y="77"/>
                </a:lnTo>
                <a:lnTo>
                  <a:pt x="454" y="76"/>
                </a:lnTo>
                <a:lnTo>
                  <a:pt x="455" y="76"/>
                </a:lnTo>
                <a:lnTo>
                  <a:pt x="455" y="75"/>
                </a:lnTo>
                <a:lnTo>
                  <a:pt x="455" y="74"/>
                </a:lnTo>
                <a:lnTo>
                  <a:pt x="456" y="73"/>
                </a:lnTo>
                <a:lnTo>
                  <a:pt x="456" y="70"/>
                </a:lnTo>
                <a:lnTo>
                  <a:pt x="456" y="69"/>
                </a:lnTo>
                <a:lnTo>
                  <a:pt x="456" y="68"/>
                </a:lnTo>
                <a:lnTo>
                  <a:pt x="456" y="67"/>
                </a:lnTo>
                <a:lnTo>
                  <a:pt x="457" y="67"/>
                </a:lnTo>
                <a:lnTo>
                  <a:pt x="457" y="66"/>
                </a:lnTo>
                <a:lnTo>
                  <a:pt x="458" y="66"/>
                </a:lnTo>
                <a:lnTo>
                  <a:pt x="458" y="65"/>
                </a:lnTo>
                <a:lnTo>
                  <a:pt x="458" y="64"/>
                </a:lnTo>
                <a:lnTo>
                  <a:pt x="459" y="64"/>
                </a:lnTo>
                <a:lnTo>
                  <a:pt x="460" y="64"/>
                </a:lnTo>
                <a:lnTo>
                  <a:pt x="461" y="63"/>
                </a:lnTo>
                <a:lnTo>
                  <a:pt x="461" y="62"/>
                </a:lnTo>
                <a:lnTo>
                  <a:pt x="462" y="62"/>
                </a:lnTo>
                <a:lnTo>
                  <a:pt x="462" y="61"/>
                </a:lnTo>
                <a:lnTo>
                  <a:pt x="463" y="61"/>
                </a:lnTo>
                <a:lnTo>
                  <a:pt x="463" y="60"/>
                </a:lnTo>
                <a:lnTo>
                  <a:pt x="464" y="60"/>
                </a:lnTo>
                <a:lnTo>
                  <a:pt x="464" y="59"/>
                </a:lnTo>
                <a:lnTo>
                  <a:pt x="466" y="59"/>
                </a:lnTo>
                <a:lnTo>
                  <a:pt x="467" y="59"/>
                </a:lnTo>
                <a:lnTo>
                  <a:pt x="468" y="59"/>
                </a:lnTo>
                <a:lnTo>
                  <a:pt x="469" y="59"/>
                </a:lnTo>
                <a:lnTo>
                  <a:pt x="470" y="58"/>
                </a:lnTo>
                <a:lnTo>
                  <a:pt x="471" y="58"/>
                </a:lnTo>
                <a:lnTo>
                  <a:pt x="472" y="58"/>
                </a:lnTo>
                <a:lnTo>
                  <a:pt x="473" y="58"/>
                </a:lnTo>
                <a:lnTo>
                  <a:pt x="474" y="58"/>
                </a:lnTo>
                <a:lnTo>
                  <a:pt x="475" y="57"/>
                </a:lnTo>
                <a:lnTo>
                  <a:pt x="476" y="57"/>
                </a:lnTo>
                <a:lnTo>
                  <a:pt x="477" y="57"/>
                </a:lnTo>
                <a:lnTo>
                  <a:pt x="477" y="56"/>
                </a:lnTo>
                <a:lnTo>
                  <a:pt x="478" y="56"/>
                </a:lnTo>
                <a:lnTo>
                  <a:pt x="479" y="56"/>
                </a:lnTo>
                <a:lnTo>
                  <a:pt x="480" y="56"/>
                </a:lnTo>
                <a:lnTo>
                  <a:pt x="480" y="55"/>
                </a:lnTo>
                <a:lnTo>
                  <a:pt x="482" y="55"/>
                </a:lnTo>
                <a:lnTo>
                  <a:pt x="483" y="55"/>
                </a:lnTo>
                <a:lnTo>
                  <a:pt x="484" y="54"/>
                </a:lnTo>
                <a:lnTo>
                  <a:pt x="485" y="54"/>
                </a:lnTo>
                <a:lnTo>
                  <a:pt x="486" y="54"/>
                </a:lnTo>
                <a:lnTo>
                  <a:pt x="486" y="53"/>
                </a:lnTo>
                <a:lnTo>
                  <a:pt x="487" y="53"/>
                </a:lnTo>
                <a:lnTo>
                  <a:pt x="487" y="54"/>
                </a:lnTo>
                <a:lnTo>
                  <a:pt x="488" y="54"/>
                </a:lnTo>
                <a:lnTo>
                  <a:pt x="488" y="55"/>
                </a:lnTo>
                <a:lnTo>
                  <a:pt x="489" y="55"/>
                </a:lnTo>
                <a:lnTo>
                  <a:pt x="490" y="56"/>
                </a:lnTo>
                <a:lnTo>
                  <a:pt x="491" y="55"/>
                </a:lnTo>
                <a:lnTo>
                  <a:pt x="491" y="56"/>
                </a:lnTo>
                <a:lnTo>
                  <a:pt x="492" y="56"/>
                </a:lnTo>
                <a:lnTo>
                  <a:pt x="492" y="57"/>
                </a:lnTo>
                <a:lnTo>
                  <a:pt x="492" y="58"/>
                </a:lnTo>
                <a:lnTo>
                  <a:pt x="493" y="58"/>
                </a:lnTo>
                <a:lnTo>
                  <a:pt x="494" y="57"/>
                </a:lnTo>
                <a:lnTo>
                  <a:pt x="495" y="57"/>
                </a:lnTo>
                <a:lnTo>
                  <a:pt x="495" y="58"/>
                </a:lnTo>
                <a:lnTo>
                  <a:pt x="496" y="58"/>
                </a:lnTo>
                <a:lnTo>
                  <a:pt x="496" y="57"/>
                </a:lnTo>
                <a:lnTo>
                  <a:pt x="497" y="57"/>
                </a:lnTo>
                <a:lnTo>
                  <a:pt x="498" y="57"/>
                </a:lnTo>
                <a:lnTo>
                  <a:pt x="498" y="56"/>
                </a:lnTo>
                <a:lnTo>
                  <a:pt x="498" y="55"/>
                </a:lnTo>
                <a:lnTo>
                  <a:pt x="498" y="54"/>
                </a:lnTo>
                <a:lnTo>
                  <a:pt x="499" y="54"/>
                </a:lnTo>
                <a:lnTo>
                  <a:pt x="501" y="53"/>
                </a:lnTo>
                <a:lnTo>
                  <a:pt x="501" y="52"/>
                </a:lnTo>
                <a:lnTo>
                  <a:pt x="500" y="52"/>
                </a:lnTo>
                <a:lnTo>
                  <a:pt x="500" y="51"/>
                </a:lnTo>
                <a:lnTo>
                  <a:pt x="501" y="50"/>
                </a:lnTo>
                <a:lnTo>
                  <a:pt x="501" y="49"/>
                </a:lnTo>
                <a:lnTo>
                  <a:pt x="502" y="49"/>
                </a:lnTo>
                <a:lnTo>
                  <a:pt x="503" y="49"/>
                </a:lnTo>
                <a:lnTo>
                  <a:pt x="503" y="48"/>
                </a:lnTo>
                <a:lnTo>
                  <a:pt x="503" y="46"/>
                </a:lnTo>
                <a:lnTo>
                  <a:pt x="503" y="44"/>
                </a:lnTo>
                <a:lnTo>
                  <a:pt x="504" y="44"/>
                </a:lnTo>
                <a:lnTo>
                  <a:pt x="504" y="43"/>
                </a:lnTo>
                <a:lnTo>
                  <a:pt x="504" y="42"/>
                </a:lnTo>
                <a:lnTo>
                  <a:pt x="503" y="42"/>
                </a:lnTo>
                <a:lnTo>
                  <a:pt x="504" y="42"/>
                </a:lnTo>
                <a:lnTo>
                  <a:pt x="504" y="41"/>
                </a:lnTo>
                <a:lnTo>
                  <a:pt x="505" y="40"/>
                </a:lnTo>
                <a:lnTo>
                  <a:pt x="506" y="39"/>
                </a:lnTo>
                <a:lnTo>
                  <a:pt x="505" y="39"/>
                </a:lnTo>
                <a:lnTo>
                  <a:pt x="505" y="38"/>
                </a:lnTo>
                <a:lnTo>
                  <a:pt x="506" y="38"/>
                </a:lnTo>
                <a:lnTo>
                  <a:pt x="507" y="37"/>
                </a:lnTo>
                <a:lnTo>
                  <a:pt x="507" y="36"/>
                </a:lnTo>
                <a:lnTo>
                  <a:pt x="507" y="35"/>
                </a:lnTo>
                <a:lnTo>
                  <a:pt x="506" y="35"/>
                </a:lnTo>
                <a:lnTo>
                  <a:pt x="505" y="34"/>
                </a:lnTo>
                <a:lnTo>
                  <a:pt x="505" y="33"/>
                </a:lnTo>
                <a:lnTo>
                  <a:pt x="506" y="32"/>
                </a:lnTo>
                <a:lnTo>
                  <a:pt x="507" y="32"/>
                </a:lnTo>
                <a:lnTo>
                  <a:pt x="508" y="32"/>
                </a:lnTo>
                <a:lnTo>
                  <a:pt x="508" y="31"/>
                </a:lnTo>
                <a:lnTo>
                  <a:pt x="507" y="31"/>
                </a:lnTo>
                <a:lnTo>
                  <a:pt x="507" y="30"/>
                </a:lnTo>
                <a:lnTo>
                  <a:pt x="508" y="29"/>
                </a:lnTo>
                <a:lnTo>
                  <a:pt x="507" y="29"/>
                </a:lnTo>
                <a:lnTo>
                  <a:pt x="507" y="28"/>
                </a:lnTo>
                <a:lnTo>
                  <a:pt x="507" y="27"/>
                </a:lnTo>
                <a:lnTo>
                  <a:pt x="507" y="26"/>
                </a:lnTo>
                <a:lnTo>
                  <a:pt x="508" y="26"/>
                </a:lnTo>
                <a:lnTo>
                  <a:pt x="509" y="26"/>
                </a:lnTo>
                <a:lnTo>
                  <a:pt x="509" y="25"/>
                </a:lnTo>
                <a:lnTo>
                  <a:pt x="509" y="26"/>
                </a:lnTo>
                <a:lnTo>
                  <a:pt x="510" y="26"/>
                </a:lnTo>
                <a:lnTo>
                  <a:pt x="511" y="26"/>
                </a:lnTo>
                <a:lnTo>
                  <a:pt x="511" y="25"/>
                </a:lnTo>
                <a:lnTo>
                  <a:pt x="510" y="25"/>
                </a:lnTo>
                <a:lnTo>
                  <a:pt x="510" y="24"/>
                </a:lnTo>
                <a:lnTo>
                  <a:pt x="510" y="23"/>
                </a:lnTo>
                <a:lnTo>
                  <a:pt x="510" y="22"/>
                </a:lnTo>
                <a:lnTo>
                  <a:pt x="511" y="21"/>
                </a:lnTo>
                <a:lnTo>
                  <a:pt x="512" y="21"/>
                </a:lnTo>
                <a:lnTo>
                  <a:pt x="513" y="21"/>
                </a:lnTo>
                <a:lnTo>
                  <a:pt x="512" y="20"/>
                </a:lnTo>
                <a:lnTo>
                  <a:pt x="511" y="20"/>
                </a:lnTo>
                <a:lnTo>
                  <a:pt x="511" y="19"/>
                </a:lnTo>
                <a:lnTo>
                  <a:pt x="512" y="19"/>
                </a:lnTo>
                <a:lnTo>
                  <a:pt x="512" y="18"/>
                </a:lnTo>
                <a:lnTo>
                  <a:pt x="511" y="17"/>
                </a:lnTo>
                <a:lnTo>
                  <a:pt x="511" y="16"/>
                </a:lnTo>
                <a:lnTo>
                  <a:pt x="511" y="15"/>
                </a:lnTo>
                <a:lnTo>
                  <a:pt x="511" y="14"/>
                </a:lnTo>
                <a:lnTo>
                  <a:pt x="510" y="13"/>
                </a:lnTo>
                <a:lnTo>
                  <a:pt x="510" y="12"/>
                </a:lnTo>
                <a:lnTo>
                  <a:pt x="511" y="11"/>
                </a:lnTo>
                <a:lnTo>
                  <a:pt x="511" y="10"/>
                </a:lnTo>
                <a:lnTo>
                  <a:pt x="511" y="9"/>
                </a:lnTo>
                <a:lnTo>
                  <a:pt x="513" y="8"/>
                </a:lnTo>
                <a:lnTo>
                  <a:pt x="514" y="8"/>
                </a:lnTo>
                <a:lnTo>
                  <a:pt x="514" y="7"/>
                </a:lnTo>
                <a:lnTo>
                  <a:pt x="515" y="6"/>
                </a:lnTo>
                <a:lnTo>
                  <a:pt x="515" y="5"/>
                </a:lnTo>
                <a:lnTo>
                  <a:pt x="516" y="4"/>
                </a:lnTo>
                <a:lnTo>
                  <a:pt x="516" y="3"/>
                </a:lnTo>
                <a:lnTo>
                  <a:pt x="515" y="3"/>
                </a:lnTo>
                <a:lnTo>
                  <a:pt x="516" y="2"/>
                </a:lnTo>
                <a:lnTo>
                  <a:pt x="517" y="1"/>
                </a:lnTo>
                <a:lnTo>
                  <a:pt x="518" y="1"/>
                </a:lnTo>
                <a:lnTo>
                  <a:pt x="519" y="1"/>
                </a:lnTo>
                <a:lnTo>
                  <a:pt x="520" y="1"/>
                </a:lnTo>
                <a:lnTo>
                  <a:pt x="520" y="0"/>
                </a:lnTo>
                <a:lnTo>
                  <a:pt x="521" y="0"/>
                </a:lnTo>
                <a:lnTo>
                  <a:pt x="521" y="1"/>
                </a:lnTo>
                <a:lnTo>
                  <a:pt x="523" y="2"/>
                </a:lnTo>
                <a:lnTo>
                  <a:pt x="524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0" name=""/>
          <p:cNvSpPr/>
          <p:nvPr/>
        </p:nvSpPr>
        <p:spPr>
          <a:xfrm>
            <a:off x="7146000" y="129204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4" y="3"/>
                </a:moveTo>
                <a:lnTo>
                  <a:pt x="5" y="3"/>
                </a:lnTo>
                <a:lnTo>
                  <a:pt x="6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7" y="5"/>
                </a:lnTo>
                <a:lnTo>
                  <a:pt x="6" y="7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1" name=""/>
          <p:cNvSpPr/>
          <p:nvPr/>
        </p:nvSpPr>
        <p:spPr>
          <a:xfrm>
            <a:off x="7149960" y="12916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2" name=""/>
          <p:cNvSpPr/>
          <p:nvPr/>
        </p:nvSpPr>
        <p:spPr>
          <a:xfrm>
            <a:off x="7151400" y="12913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0"/>
                </a:moveTo>
                <a:lnTo>
                  <a:pt x="2" y="1"/>
                </a:lnTo>
                <a:lnTo>
                  <a:pt x="4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BFD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3" name=""/>
          <p:cNvSpPr/>
          <p:nvPr/>
        </p:nvSpPr>
        <p:spPr>
          <a:xfrm>
            <a:off x="7151400" y="12913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2" y="0"/>
                </a:moveTo>
                <a:lnTo>
                  <a:pt x="2" y="1"/>
                </a:lnTo>
                <a:lnTo>
                  <a:pt x="4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4" name=""/>
          <p:cNvSpPr/>
          <p:nvPr/>
        </p:nvSpPr>
        <p:spPr>
          <a:xfrm>
            <a:off x="7162560" y="1289880"/>
            <a:ext cx="2520" cy="3600"/>
          </a:xfrm>
          <a:custGeom>
            <a:avLst/>
            <a:gdLst/>
            <a:ahLst/>
            <a:rect l="0" t="0" r="r" b="b"/>
            <a:pathLst>
              <a:path w="7" h="10">
                <a:moveTo>
                  <a:pt x="7" y="3"/>
                </a:moveTo>
                <a:lnTo>
                  <a:pt x="6" y="3"/>
                </a:lnTo>
                <a:lnTo>
                  <a:pt x="6" y="4"/>
                </a:lnTo>
                <a:lnTo>
                  <a:pt x="7" y="4"/>
                </a:ln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lnTo>
                  <a:pt x="4" y="8"/>
                </a:lnTo>
                <a:lnTo>
                  <a:pt x="2" y="9"/>
                </a:lnTo>
                <a:lnTo>
                  <a:pt x="2" y="10"/>
                </a:lnTo>
                <a:lnTo>
                  <a:pt x="1" y="9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2" y="4"/>
                </a:lnTo>
                <a:lnTo>
                  <a:pt x="2" y="6"/>
                </a:lnTo>
                <a:lnTo>
                  <a:pt x="4" y="6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1" y="2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2"/>
                </a:lnTo>
                <a:lnTo>
                  <a:pt x="2" y="2"/>
                </a:lnTo>
                <a:lnTo>
                  <a:pt x="4" y="2"/>
                </a:lnTo>
                <a:lnTo>
                  <a:pt x="5" y="2"/>
                </a:lnTo>
                <a:lnTo>
                  <a:pt x="5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6" y="3"/>
                </a:lnTo>
                <a:lnTo>
                  <a:pt x="7" y="3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5" name=""/>
          <p:cNvSpPr/>
          <p:nvPr/>
        </p:nvSpPr>
        <p:spPr>
          <a:xfrm>
            <a:off x="7148880" y="12909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6" name=""/>
          <p:cNvSpPr/>
          <p:nvPr/>
        </p:nvSpPr>
        <p:spPr>
          <a:xfrm>
            <a:off x="7149600" y="1290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2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7" name=""/>
          <p:cNvSpPr/>
          <p:nvPr/>
        </p:nvSpPr>
        <p:spPr>
          <a:xfrm>
            <a:off x="7141320" y="128448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2"/>
                </a:move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3"/>
                </a:ln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8" name=""/>
          <p:cNvSpPr/>
          <p:nvPr/>
        </p:nvSpPr>
        <p:spPr>
          <a:xfrm>
            <a:off x="7148520" y="128448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4" y="0"/>
                </a:move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9" name=""/>
          <p:cNvSpPr/>
          <p:nvPr/>
        </p:nvSpPr>
        <p:spPr>
          <a:xfrm>
            <a:off x="7143120" y="1283400"/>
            <a:ext cx="5040" cy="2520"/>
          </a:xfrm>
          <a:custGeom>
            <a:avLst/>
            <a:gdLst/>
            <a:ahLst/>
            <a:rect l="0" t="0" r="r" b="b"/>
            <a:pathLst>
              <a:path w="14" h="7">
                <a:moveTo>
                  <a:pt x="13" y="3"/>
                </a:moveTo>
                <a:lnTo>
                  <a:pt x="14" y="3"/>
                </a:lnTo>
                <a:lnTo>
                  <a:pt x="14" y="4"/>
                </a:lnTo>
                <a:lnTo>
                  <a:pt x="13" y="4"/>
                </a:lnTo>
                <a:lnTo>
                  <a:pt x="12" y="4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9" y="5"/>
                </a:lnTo>
                <a:lnTo>
                  <a:pt x="9" y="7"/>
                </a:lnTo>
                <a:lnTo>
                  <a:pt x="8" y="7"/>
                </a:lnTo>
                <a:lnTo>
                  <a:pt x="8" y="5"/>
                </a:lnTo>
                <a:lnTo>
                  <a:pt x="9" y="4"/>
                </a:lnTo>
                <a:lnTo>
                  <a:pt x="9" y="3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5" y="3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2" y="0"/>
                </a:lnTo>
                <a:lnTo>
                  <a:pt x="13" y="2"/>
                </a:lnTo>
                <a:lnTo>
                  <a:pt x="12" y="2"/>
                </a:lnTo>
                <a:lnTo>
                  <a:pt x="12" y="3"/>
                </a:lnTo>
                <a:lnTo>
                  <a:pt x="13" y="3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0" name=""/>
          <p:cNvSpPr/>
          <p:nvPr/>
        </p:nvSpPr>
        <p:spPr>
          <a:xfrm>
            <a:off x="7156440" y="1283040"/>
            <a:ext cx="2160" cy="720"/>
          </a:xfrm>
          <a:custGeom>
            <a:avLst/>
            <a:gdLst/>
            <a:ahLst/>
            <a:rect l="0" t="0" r="r" b="b"/>
            <a:pathLst>
              <a:path w="6" h="2">
                <a:moveTo>
                  <a:pt x="4" y="0"/>
                </a:moveTo>
                <a:lnTo>
                  <a:pt x="6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1" name=""/>
          <p:cNvSpPr/>
          <p:nvPr/>
        </p:nvSpPr>
        <p:spPr>
          <a:xfrm>
            <a:off x="7138080" y="1280880"/>
            <a:ext cx="7560" cy="2880"/>
          </a:xfrm>
          <a:custGeom>
            <a:avLst/>
            <a:gdLst/>
            <a:ahLst/>
            <a:rect l="0" t="0" r="r" b="b"/>
            <a:pathLst>
              <a:path w="21" h="8">
                <a:moveTo>
                  <a:pt x="6" y="1"/>
                </a:moveTo>
                <a:lnTo>
                  <a:pt x="5" y="2"/>
                </a:lnTo>
                <a:lnTo>
                  <a:pt x="6" y="2"/>
                </a:lnTo>
                <a:lnTo>
                  <a:pt x="6" y="4"/>
                </a:lnTo>
                <a:lnTo>
                  <a:pt x="7" y="4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9" y="4"/>
                </a:lnTo>
                <a:lnTo>
                  <a:pt x="10" y="4"/>
                </a:lnTo>
                <a:lnTo>
                  <a:pt x="10" y="5"/>
                </a:lnTo>
                <a:lnTo>
                  <a:pt x="11" y="5"/>
                </a:lnTo>
                <a:lnTo>
                  <a:pt x="12" y="5"/>
                </a:lnTo>
                <a:lnTo>
                  <a:pt x="13" y="5"/>
                </a:lnTo>
                <a:lnTo>
                  <a:pt x="14" y="5"/>
                </a:lnTo>
                <a:lnTo>
                  <a:pt x="15" y="4"/>
                </a:lnTo>
                <a:lnTo>
                  <a:pt x="16" y="4"/>
                </a:lnTo>
                <a:lnTo>
                  <a:pt x="17" y="4"/>
                </a:lnTo>
                <a:lnTo>
                  <a:pt x="16" y="4"/>
                </a:lnTo>
                <a:lnTo>
                  <a:pt x="17" y="4"/>
                </a:lnTo>
                <a:lnTo>
                  <a:pt x="17" y="5"/>
                </a:lnTo>
                <a:lnTo>
                  <a:pt x="18" y="5"/>
                </a:lnTo>
                <a:lnTo>
                  <a:pt x="19" y="6"/>
                </a:lnTo>
                <a:lnTo>
                  <a:pt x="19" y="5"/>
                </a:lnTo>
                <a:lnTo>
                  <a:pt x="19" y="6"/>
                </a:lnTo>
                <a:lnTo>
                  <a:pt x="20" y="6"/>
                </a:lnTo>
                <a:lnTo>
                  <a:pt x="21" y="6"/>
                </a:lnTo>
                <a:lnTo>
                  <a:pt x="21" y="5"/>
                </a:lnTo>
                <a:lnTo>
                  <a:pt x="21" y="6"/>
                </a:lnTo>
                <a:lnTo>
                  <a:pt x="20" y="6"/>
                </a:lnTo>
                <a:lnTo>
                  <a:pt x="20" y="7"/>
                </a:lnTo>
                <a:lnTo>
                  <a:pt x="19" y="7"/>
                </a:lnTo>
                <a:lnTo>
                  <a:pt x="18" y="7"/>
                </a:lnTo>
                <a:lnTo>
                  <a:pt x="17" y="7"/>
                </a:lnTo>
                <a:lnTo>
                  <a:pt x="17" y="6"/>
                </a:lnTo>
                <a:lnTo>
                  <a:pt x="16" y="6"/>
                </a:lnTo>
                <a:lnTo>
                  <a:pt x="15" y="6"/>
                </a:lnTo>
                <a:lnTo>
                  <a:pt x="14" y="6"/>
                </a:lnTo>
                <a:lnTo>
                  <a:pt x="13" y="6"/>
                </a:lnTo>
                <a:lnTo>
                  <a:pt x="11" y="6"/>
                </a:lnTo>
                <a:lnTo>
                  <a:pt x="10" y="6"/>
                </a:ln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lnTo>
                  <a:pt x="10" y="8"/>
                </a:lnTo>
                <a:lnTo>
                  <a:pt x="10" y="7"/>
                </a:lnTo>
                <a:lnTo>
                  <a:pt x="9" y="7"/>
                </a:lnTo>
                <a:lnTo>
                  <a:pt x="10" y="6"/>
                </a:lnTo>
                <a:lnTo>
                  <a:pt x="9" y="6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6" y="5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2" name=""/>
          <p:cNvSpPr/>
          <p:nvPr/>
        </p:nvSpPr>
        <p:spPr>
          <a:xfrm>
            <a:off x="7159320" y="127476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2" y="0"/>
                </a:moveTo>
                <a:lnTo>
                  <a:pt x="4" y="0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3" name=""/>
          <p:cNvSpPr/>
          <p:nvPr/>
        </p:nvSpPr>
        <p:spPr>
          <a:xfrm>
            <a:off x="7159320" y="127224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0" y="2"/>
                </a:moveTo>
                <a:lnTo>
                  <a:pt x="0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4" name=""/>
          <p:cNvSpPr/>
          <p:nvPr/>
        </p:nvSpPr>
        <p:spPr>
          <a:xfrm>
            <a:off x="7160760" y="12718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4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5" name=""/>
          <p:cNvSpPr/>
          <p:nvPr/>
        </p:nvSpPr>
        <p:spPr>
          <a:xfrm>
            <a:off x="7155000" y="127008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7" y="1"/>
                </a:move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1" y="5"/>
                </a:lnTo>
                <a:lnTo>
                  <a:pt x="10" y="5"/>
                </a:ln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4" y="8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3"/>
                </a:lnTo>
                <a:lnTo>
                  <a:pt x="3" y="3"/>
                </a:lnTo>
                <a:lnTo>
                  <a:pt x="3" y="2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7" y="1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6" name=""/>
          <p:cNvSpPr/>
          <p:nvPr/>
        </p:nvSpPr>
        <p:spPr>
          <a:xfrm>
            <a:off x="7158240" y="12661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7" name=""/>
          <p:cNvSpPr/>
          <p:nvPr/>
        </p:nvSpPr>
        <p:spPr>
          <a:xfrm>
            <a:off x="7184160" y="1261440"/>
            <a:ext cx="2160" cy="1080"/>
          </a:xfrm>
          <a:custGeom>
            <a:avLst/>
            <a:gdLst/>
            <a:ahLst/>
            <a:rect l="0" t="0" r="r" b="b"/>
            <a:pathLst>
              <a:path w="6" h="3">
                <a:moveTo>
                  <a:pt x="5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8" name=""/>
          <p:cNvSpPr/>
          <p:nvPr/>
        </p:nvSpPr>
        <p:spPr>
          <a:xfrm>
            <a:off x="7187760" y="12600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2" y="0"/>
                </a:moveTo>
                <a:lnTo>
                  <a:pt x="3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9" name=""/>
          <p:cNvSpPr/>
          <p:nvPr/>
        </p:nvSpPr>
        <p:spPr>
          <a:xfrm>
            <a:off x="7227360" y="1232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BFDC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0" name=""/>
          <p:cNvSpPr/>
          <p:nvPr/>
        </p:nvSpPr>
        <p:spPr>
          <a:xfrm>
            <a:off x="6798960" y="201780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6" y="1"/>
                </a:moveTo>
                <a:lnTo>
                  <a:pt x="6" y="0"/>
                </a:lnTo>
                <a:lnTo>
                  <a:pt x="7" y="4"/>
                </a:lnTo>
                <a:lnTo>
                  <a:pt x="7" y="5"/>
                </a:lnTo>
                <a:lnTo>
                  <a:pt x="6" y="4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4" y="6"/>
                </a:lnTo>
                <a:lnTo>
                  <a:pt x="3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6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1" name=""/>
          <p:cNvSpPr/>
          <p:nvPr/>
        </p:nvSpPr>
        <p:spPr>
          <a:xfrm>
            <a:off x="6800040" y="2016360"/>
            <a:ext cx="0" cy="720"/>
          </a:xfrm>
          <a:custGeom>
            <a:avLst/>
            <a:gdLst/>
            <a:ahLst/>
            <a:rect l="0" t="0" r="r" b="b"/>
            <a:pathLst>
              <a:path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2" name=""/>
          <p:cNvSpPr/>
          <p:nvPr/>
        </p:nvSpPr>
        <p:spPr>
          <a:xfrm>
            <a:off x="6798600" y="201564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4" y="5"/>
                </a:moveTo>
                <a:lnTo>
                  <a:pt x="3" y="5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4" y="5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3" name=""/>
          <p:cNvSpPr/>
          <p:nvPr/>
        </p:nvSpPr>
        <p:spPr>
          <a:xfrm>
            <a:off x="6800040" y="20160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0"/>
                </a:move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4" name=""/>
          <p:cNvSpPr/>
          <p:nvPr/>
        </p:nvSpPr>
        <p:spPr>
          <a:xfrm>
            <a:off x="6509160" y="1445040"/>
            <a:ext cx="6840" cy="3600"/>
          </a:xfrm>
          <a:custGeom>
            <a:avLst/>
            <a:gdLst/>
            <a:ahLst/>
            <a:rect l="0" t="0" r="r" b="b"/>
            <a:pathLst>
              <a:path w="19" h="10">
                <a:moveTo>
                  <a:pt x="18" y="1"/>
                </a:moveTo>
                <a:lnTo>
                  <a:pt x="18" y="2"/>
                </a:lnTo>
                <a:lnTo>
                  <a:pt x="18" y="3"/>
                </a:lnTo>
                <a:lnTo>
                  <a:pt x="18" y="4"/>
                </a:lnTo>
                <a:lnTo>
                  <a:pt x="18" y="6"/>
                </a:lnTo>
                <a:lnTo>
                  <a:pt x="17" y="4"/>
                </a:lnTo>
                <a:lnTo>
                  <a:pt x="17" y="3"/>
                </a:lnTo>
                <a:lnTo>
                  <a:pt x="15" y="3"/>
                </a:lnTo>
                <a:lnTo>
                  <a:pt x="15" y="2"/>
                </a:lnTo>
                <a:lnTo>
                  <a:pt x="13" y="3"/>
                </a:lnTo>
                <a:lnTo>
                  <a:pt x="13" y="4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lnTo>
                  <a:pt x="9" y="8"/>
                </a:lnTo>
                <a:lnTo>
                  <a:pt x="8" y="9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6" y="9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2" y="4"/>
                </a:lnTo>
                <a:lnTo>
                  <a:pt x="3" y="6"/>
                </a:lnTo>
                <a:lnTo>
                  <a:pt x="4" y="6"/>
                </a:lnTo>
                <a:lnTo>
                  <a:pt x="4" y="4"/>
                </a:lnTo>
                <a:lnTo>
                  <a:pt x="5" y="4"/>
                </a:lnTo>
                <a:lnTo>
                  <a:pt x="6" y="4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1"/>
                </a:lnTo>
                <a:lnTo>
                  <a:pt x="13" y="1"/>
                </a:lnTo>
                <a:lnTo>
                  <a:pt x="14" y="1"/>
                </a:lnTo>
                <a:lnTo>
                  <a:pt x="14" y="0"/>
                </a:lnTo>
                <a:lnTo>
                  <a:pt x="15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1"/>
                </a:lnTo>
                <a:lnTo>
                  <a:pt x="18" y="1"/>
                </a:lnTo>
                <a:close/>
              </a:path>
            </a:pathLst>
          </a:custGeom>
          <a:solidFill>
            <a:srgbClr val="FFF8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5" name=""/>
          <p:cNvSpPr/>
          <p:nvPr/>
        </p:nvSpPr>
        <p:spPr>
          <a:xfrm>
            <a:off x="6509160" y="1445040"/>
            <a:ext cx="6840" cy="3600"/>
          </a:xfrm>
          <a:custGeom>
            <a:avLst/>
            <a:gdLst/>
            <a:ahLst/>
            <a:rect l="0" t="0" r="r" b="b"/>
            <a:pathLst>
              <a:path w="19" h="10">
                <a:moveTo>
                  <a:pt x="18" y="1"/>
                </a:moveTo>
                <a:lnTo>
                  <a:pt x="18" y="2"/>
                </a:lnTo>
                <a:lnTo>
                  <a:pt x="18" y="3"/>
                </a:lnTo>
                <a:lnTo>
                  <a:pt x="18" y="4"/>
                </a:lnTo>
                <a:lnTo>
                  <a:pt x="18" y="6"/>
                </a:lnTo>
                <a:lnTo>
                  <a:pt x="17" y="4"/>
                </a:lnTo>
                <a:lnTo>
                  <a:pt x="17" y="3"/>
                </a:lnTo>
                <a:lnTo>
                  <a:pt x="15" y="3"/>
                </a:lnTo>
                <a:lnTo>
                  <a:pt x="15" y="2"/>
                </a:lnTo>
                <a:lnTo>
                  <a:pt x="13" y="3"/>
                </a:lnTo>
                <a:lnTo>
                  <a:pt x="13" y="4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lnTo>
                  <a:pt x="9" y="8"/>
                </a:lnTo>
                <a:lnTo>
                  <a:pt x="8" y="9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6" y="9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3" y="10"/>
                </a:lnTo>
                <a:lnTo>
                  <a:pt x="2" y="10"/>
                </a:lnTo>
                <a:lnTo>
                  <a:pt x="1" y="10"/>
                </a:lnTo>
                <a:lnTo>
                  <a:pt x="0" y="10"/>
                </a:lnTo>
                <a:lnTo>
                  <a:pt x="0" y="9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2" y="4"/>
                </a:lnTo>
                <a:lnTo>
                  <a:pt x="3" y="6"/>
                </a:lnTo>
                <a:lnTo>
                  <a:pt x="4" y="6"/>
                </a:lnTo>
                <a:lnTo>
                  <a:pt x="4" y="4"/>
                </a:lnTo>
                <a:lnTo>
                  <a:pt x="5" y="4"/>
                </a:lnTo>
                <a:lnTo>
                  <a:pt x="6" y="4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1"/>
                </a:lnTo>
                <a:lnTo>
                  <a:pt x="13" y="1"/>
                </a:lnTo>
                <a:lnTo>
                  <a:pt x="14" y="1"/>
                </a:lnTo>
                <a:lnTo>
                  <a:pt x="14" y="0"/>
                </a:lnTo>
                <a:lnTo>
                  <a:pt x="15" y="0"/>
                </a:ln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9" y="1"/>
                </a:lnTo>
                <a:lnTo>
                  <a:pt x="18" y="1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6" name=""/>
          <p:cNvSpPr/>
          <p:nvPr/>
        </p:nvSpPr>
        <p:spPr>
          <a:xfrm>
            <a:off x="6448320" y="1277640"/>
            <a:ext cx="128520" cy="178560"/>
          </a:xfrm>
          <a:custGeom>
            <a:avLst/>
            <a:gdLst/>
            <a:ahLst/>
            <a:rect l="0" t="0" r="r" b="b"/>
            <a:pathLst>
              <a:path w="357" h="496">
                <a:moveTo>
                  <a:pt x="262" y="2"/>
                </a:moveTo>
                <a:lnTo>
                  <a:pt x="263" y="2"/>
                </a:lnTo>
                <a:lnTo>
                  <a:pt x="264" y="2"/>
                </a:lnTo>
                <a:lnTo>
                  <a:pt x="265" y="3"/>
                </a:lnTo>
                <a:lnTo>
                  <a:pt x="265" y="4"/>
                </a:lnTo>
                <a:lnTo>
                  <a:pt x="265" y="5"/>
                </a:lnTo>
                <a:lnTo>
                  <a:pt x="265" y="6"/>
                </a:lnTo>
                <a:lnTo>
                  <a:pt x="265" y="7"/>
                </a:lnTo>
                <a:lnTo>
                  <a:pt x="266" y="7"/>
                </a:lnTo>
                <a:lnTo>
                  <a:pt x="266" y="8"/>
                </a:lnTo>
                <a:lnTo>
                  <a:pt x="266" y="10"/>
                </a:lnTo>
                <a:lnTo>
                  <a:pt x="266" y="11"/>
                </a:lnTo>
                <a:lnTo>
                  <a:pt x="266" y="12"/>
                </a:lnTo>
                <a:lnTo>
                  <a:pt x="266" y="13"/>
                </a:lnTo>
                <a:lnTo>
                  <a:pt x="266" y="14"/>
                </a:lnTo>
                <a:lnTo>
                  <a:pt x="265" y="15"/>
                </a:lnTo>
                <a:lnTo>
                  <a:pt x="265" y="16"/>
                </a:lnTo>
                <a:lnTo>
                  <a:pt x="265" y="17"/>
                </a:lnTo>
                <a:lnTo>
                  <a:pt x="265" y="18"/>
                </a:lnTo>
                <a:lnTo>
                  <a:pt x="266" y="19"/>
                </a:lnTo>
                <a:lnTo>
                  <a:pt x="267" y="20"/>
                </a:lnTo>
                <a:lnTo>
                  <a:pt x="268" y="21"/>
                </a:lnTo>
                <a:lnTo>
                  <a:pt x="268" y="22"/>
                </a:lnTo>
                <a:lnTo>
                  <a:pt x="268" y="23"/>
                </a:lnTo>
                <a:lnTo>
                  <a:pt x="268" y="24"/>
                </a:lnTo>
                <a:lnTo>
                  <a:pt x="269" y="24"/>
                </a:lnTo>
                <a:lnTo>
                  <a:pt x="269" y="25"/>
                </a:lnTo>
                <a:lnTo>
                  <a:pt x="269" y="26"/>
                </a:lnTo>
                <a:lnTo>
                  <a:pt x="269" y="27"/>
                </a:lnTo>
                <a:lnTo>
                  <a:pt x="270" y="27"/>
                </a:lnTo>
                <a:lnTo>
                  <a:pt x="270" y="29"/>
                </a:lnTo>
                <a:lnTo>
                  <a:pt x="271" y="30"/>
                </a:lnTo>
                <a:lnTo>
                  <a:pt x="271" y="31"/>
                </a:lnTo>
                <a:lnTo>
                  <a:pt x="271" y="32"/>
                </a:lnTo>
                <a:lnTo>
                  <a:pt x="272" y="33"/>
                </a:lnTo>
                <a:lnTo>
                  <a:pt x="272" y="34"/>
                </a:lnTo>
                <a:lnTo>
                  <a:pt x="273" y="34"/>
                </a:lnTo>
                <a:lnTo>
                  <a:pt x="273" y="35"/>
                </a:lnTo>
                <a:lnTo>
                  <a:pt x="274" y="35"/>
                </a:lnTo>
                <a:lnTo>
                  <a:pt x="276" y="36"/>
                </a:lnTo>
                <a:lnTo>
                  <a:pt x="277" y="36"/>
                </a:lnTo>
                <a:lnTo>
                  <a:pt x="278" y="36"/>
                </a:lnTo>
                <a:lnTo>
                  <a:pt x="278" y="37"/>
                </a:lnTo>
                <a:lnTo>
                  <a:pt x="279" y="37"/>
                </a:lnTo>
                <a:lnTo>
                  <a:pt x="281" y="38"/>
                </a:lnTo>
                <a:lnTo>
                  <a:pt x="282" y="39"/>
                </a:lnTo>
                <a:lnTo>
                  <a:pt x="283" y="39"/>
                </a:lnTo>
                <a:lnTo>
                  <a:pt x="284" y="40"/>
                </a:lnTo>
                <a:lnTo>
                  <a:pt x="283" y="40"/>
                </a:lnTo>
                <a:lnTo>
                  <a:pt x="284" y="43"/>
                </a:lnTo>
                <a:lnTo>
                  <a:pt x="282" y="53"/>
                </a:lnTo>
                <a:lnTo>
                  <a:pt x="268" y="65"/>
                </a:lnTo>
                <a:lnTo>
                  <a:pt x="265" y="69"/>
                </a:lnTo>
                <a:lnTo>
                  <a:pt x="261" y="76"/>
                </a:lnTo>
                <a:lnTo>
                  <a:pt x="255" y="80"/>
                </a:lnTo>
                <a:lnTo>
                  <a:pt x="254" y="86"/>
                </a:lnTo>
                <a:lnTo>
                  <a:pt x="251" y="94"/>
                </a:lnTo>
                <a:lnTo>
                  <a:pt x="250" y="103"/>
                </a:lnTo>
                <a:lnTo>
                  <a:pt x="250" y="106"/>
                </a:lnTo>
                <a:lnTo>
                  <a:pt x="250" y="109"/>
                </a:lnTo>
                <a:lnTo>
                  <a:pt x="245" y="119"/>
                </a:lnTo>
                <a:lnTo>
                  <a:pt x="232" y="127"/>
                </a:lnTo>
                <a:lnTo>
                  <a:pt x="232" y="128"/>
                </a:lnTo>
                <a:lnTo>
                  <a:pt x="233" y="128"/>
                </a:lnTo>
                <a:lnTo>
                  <a:pt x="233" y="129"/>
                </a:lnTo>
                <a:lnTo>
                  <a:pt x="234" y="129"/>
                </a:lnTo>
                <a:lnTo>
                  <a:pt x="236" y="130"/>
                </a:lnTo>
                <a:lnTo>
                  <a:pt x="237" y="131"/>
                </a:lnTo>
                <a:lnTo>
                  <a:pt x="239" y="133"/>
                </a:lnTo>
                <a:lnTo>
                  <a:pt x="239" y="134"/>
                </a:lnTo>
                <a:lnTo>
                  <a:pt x="240" y="134"/>
                </a:lnTo>
                <a:lnTo>
                  <a:pt x="242" y="135"/>
                </a:lnTo>
                <a:lnTo>
                  <a:pt x="243" y="136"/>
                </a:lnTo>
                <a:lnTo>
                  <a:pt x="246" y="137"/>
                </a:lnTo>
                <a:lnTo>
                  <a:pt x="247" y="138"/>
                </a:lnTo>
                <a:lnTo>
                  <a:pt x="249" y="138"/>
                </a:lnTo>
                <a:lnTo>
                  <a:pt x="250" y="138"/>
                </a:lnTo>
                <a:lnTo>
                  <a:pt x="251" y="138"/>
                </a:lnTo>
                <a:lnTo>
                  <a:pt x="251" y="139"/>
                </a:lnTo>
                <a:lnTo>
                  <a:pt x="252" y="139"/>
                </a:lnTo>
                <a:lnTo>
                  <a:pt x="254" y="139"/>
                </a:lnTo>
                <a:lnTo>
                  <a:pt x="255" y="140"/>
                </a:lnTo>
                <a:lnTo>
                  <a:pt x="256" y="140"/>
                </a:lnTo>
                <a:lnTo>
                  <a:pt x="258" y="141"/>
                </a:lnTo>
                <a:lnTo>
                  <a:pt x="259" y="142"/>
                </a:lnTo>
                <a:lnTo>
                  <a:pt x="260" y="143"/>
                </a:lnTo>
                <a:lnTo>
                  <a:pt x="260" y="144"/>
                </a:lnTo>
                <a:lnTo>
                  <a:pt x="261" y="144"/>
                </a:lnTo>
                <a:lnTo>
                  <a:pt x="263" y="145"/>
                </a:lnTo>
                <a:lnTo>
                  <a:pt x="264" y="145"/>
                </a:lnTo>
                <a:lnTo>
                  <a:pt x="267" y="146"/>
                </a:lnTo>
                <a:lnTo>
                  <a:pt x="268" y="146"/>
                </a:lnTo>
                <a:lnTo>
                  <a:pt x="269" y="146"/>
                </a:lnTo>
                <a:lnTo>
                  <a:pt x="270" y="147"/>
                </a:lnTo>
                <a:lnTo>
                  <a:pt x="271" y="147"/>
                </a:lnTo>
                <a:lnTo>
                  <a:pt x="272" y="147"/>
                </a:lnTo>
                <a:lnTo>
                  <a:pt x="273" y="148"/>
                </a:lnTo>
                <a:lnTo>
                  <a:pt x="274" y="148"/>
                </a:lnTo>
                <a:lnTo>
                  <a:pt x="275" y="148"/>
                </a:lnTo>
                <a:lnTo>
                  <a:pt x="276" y="148"/>
                </a:lnTo>
                <a:lnTo>
                  <a:pt x="277" y="148"/>
                </a:lnTo>
                <a:lnTo>
                  <a:pt x="277" y="149"/>
                </a:lnTo>
                <a:lnTo>
                  <a:pt x="281" y="150"/>
                </a:lnTo>
                <a:lnTo>
                  <a:pt x="282" y="150"/>
                </a:lnTo>
                <a:lnTo>
                  <a:pt x="287" y="151"/>
                </a:lnTo>
                <a:lnTo>
                  <a:pt x="290" y="152"/>
                </a:lnTo>
                <a:lnTo>
                  <a:pt x="290" y="151"/>
                </a:lnTo>
                <a:lnTo>
                  <a:pt x="291" y="150"/>
                </a:lnTo>
                <a:lnTo>
                  <a:pt x="300" y="148"/>
                </a:lnTo>
                <a:lnTo>
                  <a:pt x="300" y="147"/>
                </a:lnTo>
                <a:lnTo>
                  <a:pt x="301" y="147"/>
                </a:lnTo>
                <a:lnTo>
                  <a:pt x="301" y="146"/>
                </a:lnTo>
                <a:lnTo>
                  <a:pt x="302" y="147"/>
                </a:lnTo>
                <a:lnTo>
                  <a:pt x="303" y="147"/>
                </a:lnTo>
                <a:lnTo>
                  <a:pt x="303" y="146"/>
                </a:lnTo>
                <a:lnTo>
                  <a:pt x="304" y="146"/>
                </a:lnTo>
                <a:lnTo>
                  <a:pt x="305" y="146"/>
                </a:lnTo>
                <a:lnTo>
                  <a:pt x="307" y="147"/>
                </a:lnTo>
                <a:lnTo>
                  <a:pt x="307" y="148"/>
                </a:lnTo>
                <a:lnTo>
                  <a:pt x="308" y="148"/>
                </a:lnTo>
                <a:lnTo>
                  <a:pt x="308" y="149"/>
                </a:lnTo>
                <a:lnTo>
                  <a:pt x="309" y="150"/>
                </a:lnTo>
                <a:lnTo>
                  <a:pt x="311" y="151"/>
                </a:lnTo>
                <a:lnTo>
                  <a:pt x="312" y="152"/>
                </a:lnTo>
                <a:lnTo>
                  <a:pt x="314" y="153"/>
                </a:lnTo>
                <a:lnTo>
                  <a:pt x="315" y="153"/>
                </a:lnTo>
                <a:lnTo>
                  <a:pt x="316" y="154"/>
                </a:lnTo>
                <a:lnTo>
                  <a:pt x="317" y="154"/>
                </a:lnTo>
                <a:lnTo>
                  <a:pt x="318" y="154"/>
                </a:lnTo>
                <a:lnTo>
                  <a:pt x="321" y="155"/>
                </a:lnTo>
                <a:lnTo>
                  <a:pt x="322" y="155"/>
                </a:lnTo>
                <a:lnTo>
                  <a:pt x="323" y="156"/>
                </a:lnTo>
                <a:lnTo>
                  <a:pt x="323" y="158"/>
                </a:lnTo>
                <a:lnTo>
                  <a:pt x="324" y="159"/>
                </a:lnTo>
                <a:lnTo>
                  <a:pt x="325" y="160"/>
                </a:lnTo>
                <a:lnTo>
                  <a:pt x="326" y="161"/>
                </a:lnTo>
                <a:lnTo>
                  <a:pt x="327" y="162"/>
                </a:lnTo>
                <a:lnTo>
                  <a:pt x="328" y="162"/>
                </a:lnTo>
                <a:lnTo>
                  <a:pt x="329" y="163"/>
                </a:lnTo>
                <a:lnTo>
                  <a:pt x="330" y="165"/>
                </a:lnTo>
                <a:lnTo>
                  <a:pt x="332" y="166"/>
                </a:lnTo>
                <a:lnTo>
                  <a:pt x="332" y="167"/>
                </a:lnTo>
                <a:lnTo>
                  <a:pt x="333" y="167"/>
                </a:lnTo>
                <a:lnTo>
                  <a:pt x="330" y="171"/>
                </a:lnTo>
                <a:lnTo>
                  <a:pt x="330" y="173"/>
                </a:lnTo>
                <a:lnTo>
                  <a:pt x="331" y="174"/>
                </a:lnTo>
                <a:lnTo>
                  <a:pt x="334" y="174"/>
                </a:lnTo>
                <a:lnTo>
                  <a:pt x="335" y="173"/>
                </a:lnTo>
                <a:lnTo>
                  <a:pt x="336" y="173"/>
                </a:lnTo>
                <a:lnTo>
                  <a:pt x="339" y="173"/>
                </a:lnTo>
                <a:lnTo>
                  <a:pt x="340" y="175"/>
                </a:lnTo>
                <a:lnTo>
                  <a:pt x="345" y="178"/>
                </a:lnTo>
                <a:lnTo>
                  <a:pt x="345" y="179"/>
                </a:lnTo>
                <a:lnTo>
                  <a:pt x="346" y="179"/>
                </a:lnTo>
                <a:lnTo>
                  <a:pt x="347" y="180"/>
                </a:lnTo>
                <a:lnTo>
                  <a:pt x="353" y="182"/>
                </a:lnTo>
                <a:lnTo>
                  <a:pt x="355" y="183"/>
                </a:lnTo>
                <a:lnTo>
                  <a:pt x="357" y="184"/>
                </a:lnTo>
                <a:lnTo>
                  <a:pt x="357" y="186"/>
                </a:lnTo>
                <a:lnTo>
                  <a:pt x="356" y="186"/>
                </a:lnTo>
                <a:lnTo>
                  <a:pt x="355" y="186"/>
                </a:lnTo>
                <a:lnTo>
                  <a:pt x="355" y="187"/>
                </a:lnTo>
                <a:lnTo>
                  <a:pt x="355" y="189"/>
                </a:lnTo>
                <a:lnTo>
                  <a:pt x="356" y="190"/>
                </a:lnTo>
                <a:lnTo>
                  <a:pt x="354" y="190"/>
                </a:lnTo>
                <a:lnTo>
                  <a:pt x="353" y="192"/>
                </a:lnTo>
                <a:lnTo>
                  <a:pt x="353" y="194"/>
                </a:lnTo>
                <a:lnTo>
                  <a:pt x="351" y="194"/>
                </a:lnTo>
                <a:lnTo>
                  <a:pt x="351" y="193"/>
                </a:lnTo>
                <a:lnTo>
                  <a:pt x="350" y="192"/>
                </a:lnTo>
                <a:lnTo>
                  <a:pt x="349" y="192"/>
                </a:lnTo>
                <a:lnTo>
                  <a:pt x="348" y="191"/>
                </a:lnTo>
                <a:lnTo>
                  <a:pt x="348" y="190"/>
                </a:lnTo>
                <a:lnTo>
                  <a:pt x="348" y="191"/>
                </a:lnTo>
                <a:lnTo>
                  <a:pt x="347" y="191"/>
                </a:lnTo>
                <a:lnTo>
                  <a:pt x="348" y="192"/>
                </a:lnTo>
                <a:lnTo>
                  <a:pt x="349" y="192"/>
                </a:lnTo>
                <a:lnTo>
                  <a:pt x="348" y="193"/>
                </a:lnTo>
                <a:lnTo>
                  <a:pt x="346" y="193"/>
                </a:lnTo>
                <a:lnTo>
                  <a:pt x="346" y="194"/>
                </a:lnTo>
                <a:lnTo>
                  <a:pt x="344" y="194"/>
                </a:lnTo>
                <a:lnTo>
                  <a:pt x="343" y="192"/>
                </a:lnTo>
                <a:lnTo>
                  <a:pt x="339" y="195"/>
                </a:lnTo>
                <a:lnTo>
                  <a:pt x="339" y="197"/>
                </a:lnTo>
                <a:lnTo>
                  <a:pt x="340" y="198"/>
                </a:lnTo>
                <a:lnTo>
                  <a:pt x="339" y="199"/>
                </a:lnTo>
                <a:lnTo>
                  <a:pt x="337" y="200"/>
                </a:lnTo>
                <a:lnTo>
                  <a:pt x="336" y="202"/>
                </a:lnTo>
                <a:lnTo>
                  <a:pt x="336" y="203"/>
                </a:lnTo>
                <a:lnTo>
                  <a:pt x="336" y="204"/>
                </a:lnTo>
                <a:lnTo>
                  <a:pt x="333" y="204"/>
                </a:lnTo>
                <a:lnTo>
                  <a:pt x="332" y="204"/>
                </a:lnTo>
                <a:lnTo>
                  <a:pt x="331" y="205"/>
                </a:lnTo>
                <a:lnTo>
                  <a:pt x="330" y="205"/>
                </a:lnTo>
                <a:lnTo>
                  <a:pt x="330" y="204"/>
                </a:lnTo>
                <a:lnTo>
                  <a:pt x="329" y="203"/>
                </a:lnTo>
                <a:lnTo>
                  <a:pt x="327" y="203"/>
                </a:lnTo>
                <a:lnTo>
                  <a:pt x="327" y="204"/>
                </a:lnTo>
                <a:lnTo>
                  <a:pt x="327" y="205"/>
                </a:lnTo>
                <a:lnTo>
                  <a:pt x="327" y="206"/>
                </a:lnTo>
                <a:lnTo>
                  <a:pt x="331" y="206"/>
                </a:lnTo>
                <a:lnTo>
                  <a:pt x="331" y="208"/>
                </a:lnTo>
                <a:lnTo>
                  <a:pt x="328" y="208"/>
                </a:lnTo>
                <a:lnTo>
                  <a:pt x="327" y="210"/>
                </a:lnTo>
                <a:lnTo>
                  <a:pt x="325" y="211"/>
                </a:lnTo>
                <a:lnTo>
                  <a:pt x="325" y="212"/>
                </a:lnTo>
                <a:lnTo>
                  <a:pt x="325" y="213"/>
                </a:lnTo>
                <a:lnTo>
                  <a:pt x="323" y="213"/>
                </a:lnTo>
                <a:lnTo>
                  <a:pt x="321" y="213"/>
                </a:lnTo>
                <a:lnTo>
                  <a:pt x="320" y="213"/>
                </a:lnTo>
                <a:lnTo>
                  <a:pt x="319" y="213"/>
                </a:lnTo>
                <a:lnTo>
                  <a:pt x="320" y="214"/>
                </a:lnTo>
                <a:lnTo>
                  <a:pt x="321" y="216"/>
                </a:lnTo>
                <a:lnTo>
                  <a:pt x="323" y="216"/>
                </a:lnTo>
                <a:lnTo>
                  <a:pt x="325" y="216"/>
                </a:lnTo>
                <a:lnTo>
                  <a:pt x="326" y="216"/>
                </a:lnTo>
                <a:lnTo>
                  <a:pt x="326" y="217"/>
                </a:lnTo>
                <a:lnTo>
                  <a:pt x="325" y="218"/>
                </a:lnTo>
                <a:lnTo>
                  <a:pt x="325" y="219"/>
                </a:lnTo>
                <a:lnTo>
                  <a:pt x="324" y="222"/>
                </a:lnTo>
                <a:lnTo>
                  <a:pt x="323" y="224"/>
                </a:lnTo>
                <a:lnTo>
                  <a:pt x="321" y="225"/>
                </a:lnTo>
                <a:lnTo>
                  <a:pt x="321" y="226"/>
                </a:lnTo>
                <a:lnTo>
                  <a:pt x="321" y="227"/>
                </a:lnTo>
                <a:lnTo>
                  <a:pt x="320" y="227"/>
                </a:lnTo>
                <a:lnTo>
                  <a:pt x="320" y="226"/>
                </a:lnTo>
                <a:lnTo>
                  <a:pt x="319" y="226"/>
                </a:lnTo>
                <a:lnTo>
                  <a:pt x="317" y="227"/>
                </a:lnTo>
                <a:lnTo>
                  <a:pt x="317" y="228"/>
                </a:lnTo>
                <a:lnTo>
                  <a:pt x="316" y="229"/>
                </a:lnTo>
                <a:lnTo>
                  <a:pt x="317" y="230"/>
                </a:lnTo>
                <a:lnTo>
                  <a:pt x="317" y="232"/>
                </a:lnTo>
                <a:lnTo>
                  <a:pt x="316" y="232"/>
                </a:lnTo>
                <a:lnTo>
                  <a:pt x="316" y="234"/>
                </a:lnTo>
                <a:lnTo>
                  <a:pt x="316" y="235"/>
                </a:lnTo>
                <a:lnTo>
                  <a:pt x="316" y="236"/>
                </a:lnTo>
                <a:lnTo>
                  <a:pt x="316" y="238"/>
                </a:lnTo>
                <a:lnTo>
                  <a:pt x="315" y="238"/>
                </a:lnTo>
                <a:lnTo>
                  <a:pt x="315" y="239"/>
                </a:lnTo>
                <a:lnTo>
                  <a:pt x="315" y="238"/>
                </a:lnTo>
                <a:lnTo>
                  <a:pt x="314" y="239"/>
                </a:lnTo>
                <a:lnTo>
                  <a:pt x="314" y="240"/>
                </a:lnTo>
                <a:lnTo>
                  <a:pt x="314" y="241"/>
                </a:lnTo>
                <a:lnTo>
                  <a:pt x="314" y="244"/>
                </a:lnTo>
                <a:lnTo>
                  <a:pt x="314" y="245"/>
                </a:lnTo>
                <a:lnTo>
                  <a:pt x="313" y="246"/>
                </a:lnTo>
                <a:lnTo>
                  <a:pt x="314" y="248"/>
                </a:lnTo>
                <a:lnTo>
                  <a:pt x="314" y="249"/>
                </a:lnTo>
                <a:lnTo>
                  <a:pt x="315" y="250"/>
                </a:lnTo>
                <a:lnTo>
                  <a:pt x="316" y="251"/>
                </a:lnTo>
                <a:lnTo>
                  <a:pt x="317" y="253"/>
                </a:lnTo>
                <a:lnTo>
                  <a:pt x="318" y="254"/>
                </a:lnTo>
                <a:lnTo>
                  <a:pt x="319" y="255"/>
                </a:lnTo>
                <a:lnTo>
                  <a:pt x="319" y="256"/>
                </a:lnTo>
                <a:lnTo>
                  <a:pt x="319" y="258"/>
                </a:lnTo>
                <a:lnTo>
                  <a:pt x="317" y="258"/>
                </a:lnTo>
                <a:lnTo>
                  <a:pt x="316" y="257"/>
                </a:lnTo>
                <a:lnTo>
                  <a:pt x="314" y="258"/>
                </a:lnTo>
                <a:lnTo>
                  <a:pt x="314" y="259"/>
                </a:lnTo>
                <a:lnTo>
                  <a:pt x="315" y="259"/>
                </a:lnTo>
                <a:lnTo>
                  <a:pt x="316" y="259"/>
                </a:lnTo>
                <a:lnTo>
                  <a:pt x="317" y="260"/>
                </a:lnTo>
                <a:lnTo>
                  <a:pt x="318" y="261"/>
                </a:lnTo>
                <a:lnTo>
                  <a:pt x="320" y="262"/>
                </a:lnTo>
                <a:lnTo>
                  <a:pt x="320" y="263"/>
                </a:lnTo>
                <a:lnTo>
                  <a:pt x="321" y="264"/>
                </a:lnTo>
                <a:lnTo>
                  <a:pt x="322" y="265"/>
                </a:lnTo>
                <a:lnTo>
                  <a:pt x="322" y="266"/>
                </a:lnTo>
                <a:lnTo>
                  <a:pt x="322" y="267"/>
                </a:lnTo>
                <a:lnTo>
                  <a:pt x="322" y="268"/>
                </a:lnTo>
                <a:lnTo>
                  <a:pt x="322" y="269"/>
                </a:lnTo>
                <a:lnTo>
                  <a:pt x="321" y="269"/>
                </a:lnTo>
                <a:lnTo>
                  <a:pt x="321" y="270"/>
                </a:lnTo>
                <a:lnTo>
                  <a:pt x="321" y="271"/>
                </a:lnTo>
                <a:lnTo>
                  <a:pt x="320" y="271"/>
                </a:lnTo>
                <a:lnTo>
                  <a:pt x="319" y="274"/>
                </a:lnTo>
                <a:lnTo>
                  <a:pt x="318" y="273"/>
                </a:lnTo>
                <a:lnTo>
                  <a:pt x="316" y="270"/>
                </a:lnTo>
                <a:lnTo>
                  <a:pt x="315" y="271"/>
                </a:lnTo>
                <a:lnTo>
                  <a:pt x="316" y="272"/>
                </a:lnTo>
                <a:lnTo>
                  <a:pt x="315" y="273"/>
                </a:lnTo>
                <a:lnTo>
                  <a:pt x="316" y="273"/>
                </a:lnTo>
                <a:lnTo>
                  <a:pt x="316" y="274"/>
                </a:lnTo>
                <a:lnTo>
                  <a:pt x="315" y="274"/>
                </a:lnTo>
                <a:lnTo>
                  <a:pt x="313" y="273"/>
                </a:lnTo>
                <a:lnTo>
                  <a:pt x="312" y="274"/>
                </a:lnTo>
                <a:lnTo>
                  <a:pt x="311" y="274"/>
                </a:lnTo>
                <a:lnTo>
                  <a:pt x="308" y="271"/>
                </a:lnTo>
                <a:lnTo>
                  <a:pt x="306" y="269"/>
                </a:lnTo>
                <a:lnTo>
                  <a:pt x="304" y="269"/>
                </a:lnTo>
                <a:lnTo>
                  <a:pt x="303" y="269"/>
                </a:lnTo>
                <a:lnTo>
                  <a:pt x="301" y="270"/>
                </a:lnTo>
                <a:lnTo>
                  <a:pt x="298" y="271"/>
                </a:lnTo>
                <a:lnTo>
                  <a:pt x="297" y="272"/>
                </a:lnTo>
                <a:lnTo>
                  <a:pt x="296" y="272"/>
                </a:lnTo>
                <a:lnTo>
                  <a:pt x="296" y="271"/>
                </a:lnTo>
                <a:lnTo>
                  <a:pt x="295" y="270"/>
                </a:lnTo>
                <a:lnTo>
                  <a:pt x="294" y="270"/>
                </a:lnTo>
                <a:lnTo>
                  <a:pt x="293" y="271"/>
                </a:lnTo>
                <a:lnTo>
                  <a:pt x="291" y="270"/>
                </a:lnTo>
                <a:lnTo>
                  <a:pt x="290" y="269"/>
                </a:lnTo>
                <a:lnTo>
                  <a:pt x="289" y="270"/>
                </a:lnTo>
                <a:lnTo>
                  <a:pt x="290" y="271"/>
                </a:lnTo>
                <a:lnTo>
                  <a:pt x="290" y="272"/>
                </a:lnTo>
                <a:lnTo>
                  <a:pt x="290" y="273"/>
                </a:lnTo>
                <a:lnTo>
                  <a:pt x="289" y="272"/>
                </a:lnTo>
                <a:lnTo>
                  <a:pt x="286" y="271"/>
                </a:lnTo>
                <a:lnTo>
                  <a:pt x="285" y="272"/>
                </a:lnTo>
                <a:lnTo>
                  <a:pt x="286" y="273"/>
                </a:lnTo>
                <a:lnTo>
                  <a:pt x="287" y="273"/>
                </a:lnTo>
                <a:lnTo>
                  <a:pt x="286" y="273"/>
                </a:lnTo>
                <a:lnTo>
                  <a:pt x="285" y="273"/>
                </a:lnTo>
                <a:lnTo>
                  <a:pt x="283" y="273"/>
                </a:lnTo>
                <a:lnTo>
                  <a:pt x="283" y="272"/>
                </a:lnTo>
                <a:lnTo>
                  <a:pt x="282" y="272"/>
                </a:lnTo>
                <a:lnTo>
                  <a:pt x="282" y="271"/>
                </a:lnTo>
                <a:lnTo>
                  <a:pt x="281" y="270"/>
                </a:lnTo>
                <a:lnTo>
                  <a:pt x="279" y="269"/>
                </a:lnTo>
                <a:lnTo>
                  <a:pt x="278" y="268"/>
                </a:lnTo>
                <a:lnTo>
                  <a:pt x="277" y="268"/>
                </a:lnTo>
                <a:lnTo>
                  <a:pt x="276" y="268"/>
                </a:lnTo>
                <a:lnTo>
                  <a:pt x="275" y="269"/>
                </a:lnTo>
                <a:lnTo>
                  <a:pt x="276" y="270"/>
                </a:lnTo>
                <a:lnTo>
                  <a:pt x="277" y="270"/>
                </a:lnTo>
                <a:lnTo>
                  <a:pt x="278" y="270"/>
                </a:lnTo>
                <a:lnTo>
                  <a:pt x="278" y="271"/>
                </a:lnTo>
                <a:lnTo>
                  <a:pt x="277" y="272"/>
                </a:lnTo>
                <a:lnTo>
                  <a:pt x="276" y="274"/>
                </a:lnTo>
                <a:lnTo>
                  <a:pt x="274" y="273"/>
                </a:lnTo>
                <a:lnTo>
                  <a:pt x="273" y="272"/>
                </a:lnTo>
                <a:lnTo>
                  <a:pt x="272" y="272"/>
                </a:lnTo>
                <a:lnTo>
                  <a:pt x="271" y="272"/>
                </a:lnTo>
                <a:lnTo>
                  <a:pt x="270" y="271"/>
                </a:lnTo>
                <a:lnTo>
                  <a:pt x="269" y="270"/>
                </a:lnTo>
                <a:lnTo>
                  <a:pt x="268" y="270"/>
                </a:lnTo>
                <a:lnTo>
                  <a:pt x="268" y="269"/>
                </a:lnTo>
                <a:lnTo>
                  <a:pt x="267" y="269"/>
                </a:lnTo>
                <a:lnTo>
                  <a:pt x="267" y="268"/>
                </a:lnTo>
                <a:lnTo>
                  <a:pt x="266" y="269"/>
                </a:lnTo>
                <a:lnTo>
                  <a:pt x="266" y="268"/>
                </a:lnTo>
                <a:lnTo>
                  <a:pt x="265" y="268"/>
                </a:lnTo>
                <a:lnTo>
                  <a:pt x="265" y="267"/>
                </a:lnTo>
                <a:lnTo>
                  <a:pt x="264" y="267"/>
                </a:lnTo>
                <a:lnTo>
                  <a:pt x="263" y="267"/>
                </a:lnTo>
                <a:lnTo>
                  <a:pt x="263" y="268"/>
                </a:lnTo>
                <a:lnTo>
                  <a:pt x="262" y="270"/>
                </a:lnTo>
                <a:lnTo>
                  <a:pt x="262" y="271"/>
                </a:lnTo>
                <a:lnTo>
                  <a:pt x="263" y="271"/>
                </a:lnTo>
                <a:lnTo>
                  <a:pt x="262" y="272"/>
                </a:lnTo>
                <a:lnTo>
                  <a:pt x="262" y="273"/>
                </a:lnTo>
                <a:lnTo>
                  <a:pt x="261" y="273"/>
                </a:lnTo>
                <a:lnTo>
                  <a:pt x="261" y="274"/>
                </a:lnTo>
                <a:lnTo>
                  <a:pt x="262" y="275"/>
                </a:lnTo>
                <a:lnTo>
                  <a:pt x="262" y="276"/>
                </a:lnTo>
                <a:lnTo>
                  <a:pt x="261" y="276"/>
                </a:lnTo>
                <a:lnTo>
                  <a:pt x="260" y="275"/>
                </a:lnTo>
                <a:lnTo>
                  <a:pt x="260" y="274"/>
                </a:lnTo>
                <a:lnTo>
                  <a:pt x="259" y="274"/>
                </a:lnTo>
                <a:lnTo>
                  <a:pt x="258" y="273"/>
                </a:lnTo>
                <a:lnTo>
                  <a:pt x="258" y="272"/>
                </a:lnTo>
                <a:lnTo>
                  <a:pt x="258" y="271"/>
                </a:lnTo>
                <a:lnTo>
                  <a:pt x="257" y="272"/>
                </a:lnTo>
                <a:lnTo>
                  <a:pt x="255" y="272"/>
                </a:lnTo>
                <a:lnTo>
                  <a:pt x="254" y="271"/>
                </a:lnTo>
                <a:lnTo>
                  <a:pt x="254" y="270"/>
                </a:lnTo>
                <a:lnTo>
                  <a:pt x="253" y="271"/>
                </a:lnTo>
                <a:lnTo>
                  <a:pt x="253" y="272"/>
                </a:lnTo>
                <a:lnTo>
                  <a:pt x="252" y="273"/>
                </a:lnTo>
                <a:lnTo>
                  <a:pt x="252" y="272"/>
                </a:lnTo>
                <a:lnTo>
                  <a:pt x="251" y="271"/>
                </a:lnTo>
                <a:lnTo>
                  <a:pt x="250" y="271"/>
                </a:lnTo>
                <a:lnTo>
                  <a:pt x="249" y="271"/>
                </a:lnTo>
                <a:lnTo>
                  <a:pt x="249" y="272"/>
                </a:lnTo>
                <a:lnTo>
                  <a:pt x="248" y="270"/>
                </a:lnTo>
                <a:lnTo>
                  <a:pt x="247" y="270"/>
                </a:lnTo>
                <a:lnTo>
                  <a:pt x="246" y="270"/>
                </a:lnTo>
                <a:lnTo>
                  <a:pt x="245" y="270"/>
                </a:lnTo>
                <a:lnTo>
                  <a:pt x="245" y="271"/>
                </a:lnTo>
                <a:lnTo>
                  <a:pt x="246" y="271"/>
                </a:lnTo>
                <a:lnTo>
                  <a:pt x="246" y="273"/>
                </a:lnTo>
                <a:lnTo>
                  <a:pt x="247" y="274"/>
                </a:lnTo>
                <a:lnTo>
                  <a:pt x="247" y="275"/>
                </a:lnTo>
                <a:lnTo>
                  <a:pt x="248" y="276"/>
                </a:lnTo>
                <a:lnTo>
                  <a:pt x="249" y="277"/>
                </a:lnTo>
                <a:lnTo>
                  <a:pt x="249" y="278"/>
                </a:lnTo>
                <a:lnTo>
                  <a:pt x="250" y="279"/>
                </a:lnTo>
                <a:lnTo>
                  <a:pt x="250" y="281"/>
                </a:lnTo>
                <a:lnTo>
                  <a:pt x="251" y="283"/>
                </a:lnTo>
                <a:lnTo>
                  <a:pt x="252" y="284"/>
                </a:lnTo>
                <a:lnTo>
                  <a:pt x="251" y="284"/>
                </a:lnTo>
                <a:lnTo>
                  <a:pt x="251" y="285"/>
                </a:lnTo>
                <a:lnTo>
                  <a:pt x="250" y="285"/>
                </a:lnTo>
                <a:lnTo>
                  <a:pt x="249" y="284"/>
                </a:lnTo>
                <a:lnTo>
                  <a:pt x="249" y="285"/>
                </a:lnTo>
                <a:lnTo>
                  <a:pt x="249" y="286"/>
                </a:lnTo>
                <a:lnTo>
                  <a:pt x="249" y="287"/>
                </a:lnTo>
                <a:lnTo>
                  <a:pt x="249" y="289"/>
                </a:lnTo>
                <a:lnTo>
                  <a:pt x="249" y="290"/>
                </a:lnTo>
                <a:lnTo>
                  <a:pt x="247" y="291"/>
                </a:lnTo>
                <a:lnTo>
                  <a:pt x="246" y="290"/>
                </a:lnTo>
                <a:lnTo>
                  <a:pt x="245" y="290"/>
                </a:lnTo>
                <a:lnTo>
                  <a:pt x="244" y="290"/>
                </a:lnTo>
                <a:lnTo>
                  <a:pt x="244" y="289"/>
                </a:lnTo>
                <a:lnTo>
                  <a:pt x="243" y="290"/>
                </a:lnTo>
                <a:lnTo>
                  <a:pt x="243" y="291"/>
                </a:lnTo>
                <a:lnTo>
                  <a:pt x="244" y="291"/>
                </a:lnTo>
                <a:lnTo>
                  <a:pt x="244" y="292"/>
                </a:lnTo>
                <a:lnTo>
                  <a:pt x="244" y="293"/>
                </a:lnTo>
                <a:lnTo>
                  <a:pt x="243" y="293"/>
                </a:lnTo>
                <a:lnTo>
                  <a:pt x="242" y="294"/>
                </a:lnTo>
                <a:lnTo>
                  <a:pt x="242" y="293"/>
                </a:lnTo>
                <a:lnTo>
                  <a:pt x="241" y="292"/>
                </a:lnTo>
                <a:lnTo>
                  <a:pt x="242" y="292"/>
                </a:lnTo>
                <a:lnTo>
                  <a:pt x="242" y="291"/>
                </a:lnTo>
                <a:lnTo>
                  <a:pt x="241" y="291"/>
                </a:lnTo>
                <a:lnTo>
                  <a:pt x="241" y="290"/>
                </a:lnTo>
                <a:lnTo>
                  <a:pt x="240" y="290"/>
                </a:lnTo>
                <a:lnTo>
                  <a:pt x="239" y="289"/>
                </a:lnTo>
                <a:lnTo>
                  <a:pt x="239" y="288"/>
                </a:lnTo>
                <a:lnTo>
                  <a:pt x="238" y="288"/>
                </a:lnTo>
                <a:lnTo>
                  <a:pt x="238" y="289"/>
                </a:lnTo>
                <a:lnTo>
                  <a:pt x="239" y="290"/>
                </a:lnTo>
                <a:lnTo>
                  <a:pt x="239" y="291"/>
                </a:lnTo>
                <a:lnTo>
                  <a:pt x="239" y="292"/>
                </a:lnTo>
                <a:lnTo>
                  <a:pt x="239" y="293"/>
                </a:lnTo>
                <a:lnTo>
                  <a:pt x="240" y="294"/>
                </a:lnTo>
                <a:lnTo>
                  <a:pt x="241" y="294"/>
                </a:lnTo>
                <a:lnTo>
                  <a:pt x="242" y="294"/>
                </a:lnTo>
                <a:lnTo>
                  <a:pt x="245" y="296"/>
                </a:lnTo>
                <a:lnTo>
                  <a:pt x="246" y="297"/>
                </a:lnTo>
                <a:lnTo>
                  <a:pt x="245" y="297"/>
                </a:lnTo>
                <a:lnTo>
                  <a:pt x="245" y="298"/>
                </a:lnTo>
                <a:lnTo>
                  <a:pt x="245" y="299"/>
                </a:lnTo>
                <a:lnTo>
                  <a:pt x="246" y="300"/>
                </a:lnTo>
                <a:lnTo>
                  <a:pt x="247" y="299"/>
                </a:lnTo>
                <a:lnTo>
                  <a:pt x="248" y="299"/>
                </a:lnTo>
                <a:lnTo>
                  <a:pt x="249" y="300"/>
                </a:lnTo>
                <a:lnTo>
                  <a:pt x="249" y="302"/>
                </a:lnTo>
                <a:lnTo>
                  <a:pt x="247" y="302"/>
                </a:lnTo>
                <a:lnTo>
                  <a:pt x="249" y="303"/>
                </a:lnTo>
                <a:lnTo>
                  <a:pt x="249" y="305"/>
                </a:lnTo>
                <a:lnTo>
                  <a:pt x="249" y="306"/>
                </a:lnTo>
                <a:lnTo>
                  <a:pt x="250" y="306"/>
                </a:lnTo>
                <a:lnTo>
                  <a:pt x="250" y="307"/>
                </a:lnTo>
                <a:lnTo>
                  <a:pt x="251" y="308"/>
                </a:lnTo>
                <a:lnTo>
                  <a:pt x="250" y="308"/>
                </a:lnTo>
                <a:lnTo>
                  <a:pt x="250" y="309"/>
                </a:lnTo>
                <a:lnTo>
                  <a:pt x="250" y="308"/>
                </a:lnTo>
                <a:lnTo>
                  <a:pt x="249" y="309"/>
                </a:lnTo>
                <a:lnTo>
                  <a:pt x="249" y="310"/>
                </a:lnTo>
                <a:lnTo>
                  <a:pt x="249" y="311"/>
                </a:lnTo>
                <a:lnTo>
                  <a:pt x="249" y="313"/>
                </a:lnTo>
                <a:lnTo>
                  <a:pt x="248" y="314"/>
                </a:lnTo>
                <a:lnTo>
                  <a:pt x="248" y="315"/>
                </a:lnTo>
                <a:lnTo>
                  <a:pt x="247" y="315"/>
                </a:lnTo>
                <a:lnTo>
                  <a:pt x="248" y="317"/>
                </a:lnTo>
                <a:lnTo>
                  <a:pt x="248" y="318"/>
                </a:lnTo>
                <a:lnTo>
                  <a:pt x="249" y="318"/>
                </a:lnTo>
                <a:lnTo>
                  <a:pt x="249" y="319"/>
                </a:lnTo>
                <a:lnTo>
                  <a:pt x="248" y="319"/>
                </a:lnTo>
                <a:lnTo>
                  <a:pt x="247" y="318"/>
                </a:lnTo>
                <a:lnTo>
                  <a:pt x="246" y="317"/>
                </a:lnTo>
                <a:lnTo>
                  <a:pt x="246" y="318"/>
                </a:lnTo>
                <a:lnTo>
                  <a:pt x="245" y="317"/>
                </a:lnTo>
                <a:lnTo>
                  <a:pt x="244" y="316"/>
                </a:lnTo>
                <a:lnTo>
                  <a:pt x="242" y="316"/>
                </a:lnTo>
                <a:lnTo>
                  <a:pt x="242" y="317"/>
                </a:lnTo>
                <a:lnTo>
                  <a:pt x="242" y="318"/>
                </a:lnTo>
                <a:lnTo>
                  <a:pt x="241" y="318"/>
                </a:lnTo>
                <a:lnTo>
                  <a:pt x="240" y="317"/>
                </a:lnTo>
                <a:lnTo>
                  <a:pt x="239" y="318"/>
                </a:lnTo>
                <a:lnTo>
                  <a:pt x="238" y="318"/>
                </a:lnTo>
                <a:lnTo>
                  <a:pt x="237" y="319"/>
                </a:lnTo>
                <a:lnTo>
                  <a:pt x="236" y="319"/>
                </a:lnTo>
                <a:lnTo>
                  <a:pt x="236" y="320"/>
                </a:lnTo>
                <a:lnTo>
                  <a:pt x="235" y="320"/>
                </a:lnTo>
                <a:lnTo>
                  <a:pt x="236" y="320"/>
                </a:lnTo>
                <a:lnTo>
                  <a:pt x="236" y="321"/>
                </a:lnTo>
                <a:lnTo>
                  <a:pt x="237" y="321"/>
                </a:lnTo>
                <a:lnTo>
                  <a:pt x="237" y="323"/>
                </a:lnTo>
                <a:lnTo>
                  <a:pt x="236" y="323"/>
                </a:lnTo>
                <a:lnTo>
                  <a:pt x="235" y="322"/>
                </a:lnTo>
                <a:lnTo>
                  <a:pt x="234" y="323"/>
                </a:lnTo>
                <a:lnTo>
                  <a:pt x="233" y="323"/>
                </a:lnTo>
                <a:lnTo>
                  <a:pt x="233" y="325"/>
                </a:lnTo>
                <a:lnTo>
                  <a:pt x="233" y="326"/>
                </a:lnTo>
                <a:lnTo>
                  <a:pt x="233" y="328"/>
                </a:lnTo>
                <a:lnTo>
                  <a:pt x="233" y="330"/>
                </a:lnTo>
                <a:lnTo>
                  <a:pt x="232" y="330"/>
                </a:lnTo>
                <a:lnTo>
                  <a:pt x="231" y="331"/>
                </a:lnTo>
                <a:lnTo>
                  <a:pt x="230" y="331"/>
                </a:lnTo>
                <a:lnTo>
                  <a:pt x="229" y="331"/>
                </a:lnTo>
                <a:lnTo>
                  <a:pt x="228" y="331"/>
                </a:lnTo>
                <a:lnTo>
                  <a:pt x="228" y="332"/>
                </a:lnTo>
                <a:lnTo>
                  <a:pt x="228" y="333"/>
                </a:lnTo>
                <a:lnTo>
                  <a:pt x="228" y="334"/>
                </a:lnTo>
                <a:lnTo>
                  <a:pt x="229" y="334"/>
                </a:lnTo>
                <a:lnTo>
                  <a:pt x="230" y="335"/>
                </a:lnTo>
                <a:lnTo>
                  <a:pt x="231" y="336"/>
                </a:lnTo>
                <a:lnTo>
                  <a:pt x="230" y="336"/>
                </a:lnTo>
                <a:lnTo>
                  <a:pt x="229" y="337"/>
                </a:lnTo>
                <a:lnTo>
                  <a:pt x="230" y="337"/>
                </a:lnTo>
                <a:lnTo>
                  <a:pt x="230" y="338"/>
                </a:lnTo>
                <a:lnTo>
                  <a:pt x="229" y="338"/>
                </a:lnTo>
                <a:lnTo>
                  <a:pt x="227" y="338"/>
                </a:lnTo>
                <a:lnTo>
                  <a:pt x="226" y="338"/>
                </a:lnTo>
                <a:lnTo>
                  <a:pt x="225" y="338"/>
                </a:lnTo>
                <a:lnTo>
                  <a:pt x="224" y="337"/>
                </a:lnTo>
                <a:lnTo>
                  <a:pt x="223" y="336"/>
                </a:lnTo>
                <a:lnTo>
                  <a:pt x="223" y="337"/>
                </a:lnTo>
                <a:lnTo>
                  <a:pt x="223" y="338"/>
                </a:lnTo>
                <a:lnTo>
                  <a:pt x="223" y="339"/>
                </a:lnTo>
                <a:lnTo>
                  <a:pt x="222" y="339"/>
                </a:lnTo>
                <a:lnTo>
                  <a:pt x="222" y="338"/>
                </a:lnTo>
                <a:lnTo>
                  <a:pt x="221" y="337"/>
                </a:lnTo>
                <a:lnTo>
                  <a:pt x="220" y="336"/>
                </a:lnTo>
                <a:lnTo>
                  <a:pt x="219" y="337"/>
                </a:lnTo>
                <a:lnTo>
                  <a:pt x="220" y="338"/>
                </a:lnTo>
                <a:lnTo>
                  <a:pt x="220" y="339"/>
                </a:lnTo>
                <a:lnTo>
                  <a:pt x="220" y="340"/>
                </a:lnTo>
                <a:lnTo>
                  <a:pt x="221" y="340"/>
                </a:lnTo>
                <a:lnTo>
                  <a:pt x="222" y="340"/>
                </a:lnTo>
                <a:lnTo>
                  <a:pt x="223" y="340"/>
                </a:lnTo>
                <a:lnTo>
                  <a:pt x="224" y="340"/>
                </a:lnTo>
                <a:lnTo>
                  <a:pt x="225" y="342"/>
                </a:lnTo>
                <a:lnTo>
                  <a:pt x="225" y="343"/>
                </a:lnTo>
                <a:lnTo>
                  <a:pt x="226" y="344"/>
                </a:lnTo>
                <a:lnTo>
                  <a:pt x="226" y="343"/>
                </a:lnTo>
                <a:lnTo>
                  <a:pt x="227" y="343"/>
                </a:lnTo>
                <a:lnTo>
                  <a:pt x="227" y="344"/>
                </a:lnTo>
                <a:lnTo>
                  <a:pt x="228" y="344"/>
                </a:lnTo>
                <a:lnTo>
                  <a:pt x="228" y="345"/>
                </a:lnTo>
                <a:lnTo>
                  <a:pt x="229" y="345"/>
                </a:lnTo>
                <a:lnTo>
                  <a:pt x="229" y="346"/>
                </a:lnTo>
                <a:lnTo>
                  <a:pt x="230" y="346"/>
                </a:lnTo>
                <a:lnTo>
                  <a:pt x="231" y="346"/>
                </a:lnTo>
                <a:lnTo>
                  <a:pt x="232" y="346"/>
                </a:lnTo>
                <a:lnTo>
                  <a:pt x="232" y="347"/>
                </a:lnTo>
                <a:lnTo>
                  <a:pt x="232" y="348"/>
                </a:lnTo>
                <a:lnTo>
                  <a:pt x="233" y="348"/>
                </a:lnTo>
                <a:lnTo>
                  <a:pt x="233" y="347"/>
                </a:lnTo>
                <a:lnTo>
                  <a:pt x="233" y="346"/>
                </a:lnTo>
                <a:lnTo>
                  <a:pt x="234" y="346"/>
                </a:lnTo>
                <a:lnTo>
                  <a:pt x="234" y="347"/>
                </a:lnTo>
                <a:lnTo>
                  <a:pt x="235" y="347"/>
                </a:lnTo>
                <a:lnTo>
                  <a:pt x="236" y="348"/>
                </a:lnTo>
                <a:lnTo>
                  <a:pt x="236" y="349"/>
                </a:lnTo>
                <a:lnTo>
                  <a:pt x="236" y="350"/>
                </a:lnTo>
                <a:lnTo>
                  <a:pt x="236" y="351"/>
                </a:lnTo>
                <a:lnTo>
                  <a:pt x="235" y="352"/>
                </a:lnTo>
                <a:lnTo>
                  <a:pt x="234" y="352"/>
                </a:lnTo>
                <a:lnTo>
                  <a:pt x="234" y="353"/>
                </a:lnTo>
                <a:lnTo>
                  <a:pt x="234" y="354"/>
                </a:lnTo>
                <a:lnTo>
                  <a:pt x="235" y="354"/>
                </a:lnTo>
                <a:lnTo>
                  <a:pt x="235" y="355"/>
                </a:lnTo>
                <a:lnTo>
                  <a:pt x="235" y="356"/>
                </a:lnTo>
                <a:lnTo>
                  <a:pt x="234" y="355"/>
                </a:lnTo>
                <a:lnTo>
                  <a:pt x="233" y="355"/>
                </a:lnTo>
                <a:lnTo>
                  <a:pt x="233" y="356"/>
                </a:lnTo>
                <a:lnTo>
                  <a:pt x="233" y="357"/>
                </a:lnTo>
                <a:lnTo>
                  <a:pt x="233" y="358"/>
                </a:lnTo>
                <a:lnTo>
                  <a:pt x="234" y="357"/>
                </a:lnTo>
                <a:lnTo>
                  <a:pt x="235" y="357"/>
                </a:lnTo>
                <a:lnTo>
                  <a:pt x="236" y="358"/>
                </a:lnTo>
                <a:lnTo>
                  <a:pt x="237" y="359"/>
                </a:lnTo>
                <a:lnTo>
                  <a:pt x="237" y="360"/>
                </a:lnTo>
                <a:lnTo>
                  <a:pt x="237" y="361"/>
                </a:lnTo>
                <a:lnTo>
                  <a:pt x="236" y="361"/>
                </a:lnTo>
                <a:lnTo>
                  <a:pt x="235" y="361"/>
                </a:lnTo>
                <a:lnTo>
                  <a:pt x="235" y="362"/>
                </a:lnTo>
                <a:lnTo>
                  <a:pt x="235" y="363"/>
                </a:lnTo>
                <a:lnTo>
                  <a:pt x="235" y="364"/>
                </a:lnTo>
                <a:lnTo>
                  <a:pt x="235" y="366"/>
                </a:lnTo>
                <a:lnTo>
                  <a:pt x="234" y="367"/>
                </a:lnTo>
                <a:lnTo>
                  <a:pt x="234" y="368"/>
                </a:lnTo>
                <a:lnTo>
                  <a:pt x="233" y="368"/>
                </a:lnTo>
                <a:lnTo>
                  <a:pt x="232" y="367"/>
                </a:lnTo>
                <a:lnTo>
                  <a:pt x="232" y="368"/>
                </a:lnTo>
                <a:lnTo>
                  <a:pt x="231" y="368"/>
                </a:lnTo>
                <a:lnTo>
                  <a:pt x="231" y="369"/>
                </a:lnTo>
                <a:lnTo>
                  <a:pt x="232" y="370"/>
                </a:lnTo>
                <a:lnTo>
                  <a:pt x="232" y="371"/>
                </a:lnTo>
                <a:lnTo>
                  <a:pt x="233" y="371"/>
                </a:lnTo>
                <a:lnTo>
                  <a:pt x="234" y="373"/>
                </a:lnTo>
                <a:lnTo>
                  <a:pt x="235" y="373"/>
                </a:lnTo>
                <a:lnTo>
                  <a:pt x="236" y="373"/>
                </a:lnTo>
                <a:lnTo>
                  <a:pt x="238" y="374"/>
                </a:lnTo>
                <a:lnTo>
                  <a:pt x="238" y="375"/>
                </a:lnTo>
                <a:lnTo>
                  <a:pt x="240" y="374"/>
                </a:lnTo>
                <a:lnTo>
                  <a:pt x="240" y="373"/>
                </a:lnTo>
                <a:lnTo>
                  <a:pt x="240" y="372"/>
                </a:lnTo>
                <a:lnTo>
                  <a:pt x="240" y="371"/>
                </a:lnTo>
                <a:lnTo>
                  <a:pt x="240" y="370"/>
                </a:lnTo>
                <a:lnTo>
                  <a:pt x="241" y="371"/>
                </a:lnTo>
                <a:lnTo>
                  <a:pt x="243" y="371"/>
                </a:lnTo>
                <a:lnTo>
                  <a:pt x="243" y="372"/>
                </a:lnTo>
                <a:lnTo>
                  <a:pt x="244" y="373"/>
                </a:lnTo>
                <a:lnTo>
                  <a:pt x="244" y="372"/>
                </a:lnTo>
                <a:lnTo>
                  <a:pt x="245" y="372"/>
                </a:lnTo>
                <a:lnTo>
                  <a:pt x="244" y="371"/>
                </a:lnTo>
                <a:lnTo>
                  <a:pt x="245" y="370"/>
                </a:lnTo>
                <a:lnTo>
                  <a:pt x="246" y="371"/>
                </a:lnTo>
                <a:lnTo>
                  <a:pt x="246" y="372"/>
                </a:lnTo>
                <a:lnTo>
                  <a:pt x="246" y="373"/>
                </a:lnTo>
                <a:lnTo>
                  <a:pt x="248" y="373"/>
                </a:lnTo>
                <a:lnTo>
                  <a:pt x="249" y="373"/>
                </a:lnTo>
                <a:lnTo>
                  <a:pt x="249" y="372"/>
                </a:lnTo>
                <a:lnTo>
                  <a:pt x="249" y="371"/>
                </a:lnTo>
                <a:lnTo>
                  <a:pt x="250" y="371"/>
                </a:lnTo>
                <a:lnTo>
                  <a:pt x="250" y="372"/>
                </a:lnTo>
                <a:lnTo>
                  <a:pt x="249" y="372"/>
                </a:lnTo>
                <a:lnTo>
                  <a:pt x="249" y="374"/>
                </a:lnTo>
                <a:lnTo>
                  <a:pt x="250" y="374"/>
                </a:lnTo>
                <a:lnTo>
                  <a:pt x="250" y="373"/>
                </a:lnTo>
                <a:lnTo>
                  <a:pt x="252" y="373"/>
                </a:lnTo>
                <a:lnTo>
                  <a:pt x="253" y="372"/>
                </a:lnTo>
                <a:lnTo>
                  <a:pt x="254" y="373"/>
                </a:lnTo>
                <a:lnTo>
                  <a:pt x="254" y="375"/>
                </a:lnTo>
                <a:lnTo>
                  <a:pt x="255" y="376"/>
                </a:lnTo>
                <a:lnTo>
                  <a:pt x="255" y="377"/>
                </a:lnTo>
                <a:lnTo>
                  <a:pt x="257" y="377"/>
                </a:lnTo>
                <a:lnTo>
                  <a:pt x="257" y="378"/>
                </a:lnTo>
                <a:lnTo>
                  <a:pt x="258" y="377"/>
                </a:lnTo>
                <a:lnTo>
                  <a:pt x="259" y="377"/>
                </a:lnTo>
                <a:lnTo>
                  <a:pt x="260" y="378"/>
                </a:lnTo>
                <a:lnTo>
                  <a:pt x="261" y="379"/>
                </a:lnTo>
                <a:lnTo>
                  <a:pt x="262" y="379"/>
                </a:lnTo>
                <a:lnTo>
                  <a:pt x="263" y="380"/>
                </a:lnTo>
                <a:lnTo>
                  <a:pt x="263" y="379"/>
                </a:lnTo>
                <a:lnTo>
                  <a:pt x="263" y="378"/>
                </a:lnTo>
                <a:lnTo>
                  <a:pt x="264" y="378"/>
                </a:lnTo>
                <a:lnTo>
                  <a:pt x="265" y="378"/>
                </a:lnTo>
                <a:lnTo>
                  <a:pt x="265" y="379"/>
                </a:lnTo>
                <a:lnTo>
                  <a:pt x="266" y="379"/>
                </a:lnTo>
                <a:lnTo>
                  <a:pt x="266" y="380"/>
                </a:lnTo>
                <a:lnTo>
                  <a:pt x="266" y="379"/>
                </a:lnTo>
                <a:lnTo>
                  <a:pt x="267" y="379"/>
                </a:lnTo>
                <a:lnTo>
                  <a:pt x="268" y="379"/>
                </a:lnTo>
                <a:lnTo>
                  <a:pt x="269" y="379"/>
                </a:lnTo>
                <a:lnTo>
                  <a:pt x="269" y="378"/>
                </a:lnTo>
                <a:lnTo>
                  <a:pt x="270" y="379"/>
                </a:lnTo>
                <a:lnTo>
                  <a:pt x="270" y="380"/>
                </a:lnTo>
                <a:lnTo>
                  <a:pt x="270" y="381"/>
                </a:lnTo>
                <a:lnTo>
                  <a:pt x="271" y="381"/>
                </a:lnTo>
                <a:lnTo>
                  <a:pt x="271" y="380"/>
                </a:lnTo>
                <a:lnTo>
                  <a:pt x="272" y="380"/>
                </a:lnTo>
                <a:lnTo>
                  <a:pt x="272" y="382"/>
                </a:lnTo>
                <a:lnTo>
                  <a:pt x="273" y="383"/>
                </a:lnTo>
                <a:lnTo>
                  <a:pt x="273" y="384"/>
                </a:lnTo>
                <a:lnTo>
                  <a:pt x="274" y="384"/>
                </a:lnTo>
                <a:lnTo>
                  <a:pt x="275" y="385"/>
                </a:lnTo>
                <a:lnTo>
                  <a:pt x="276" y="385"/>
                </a:lnTo>
                <a:lnTo>
                  <a:pt x="277" y="387"/>
                </a:lnTo>
                <a:lnTo>
                  <a:pt x="277" y="388"/>
                </a:lnTo>
                <a:lnTo>
                  <a:pt x="277" y="389"/>
                </a:lnTo>
                <a:lnTo>
                  <a:pt x="277" y="390"/>
                </a:lnTo>
                <a:lnTo>
                  <a:pt x="278" y="390"/>
                </a:lnTo>
                <a:lnTo>
                  <a:pt x="279" y="389"/>
                </a:lnTo>
                <a:lnTo>
                  <a:pt x="279" y="390"/>
                </a:lnTo>
                <a:lnTo>
                  <a:pt x="279" y="391"/>
                </a:lnTo>
                <a:lnTo>
                  <a:pt x="279" y="392"/>
                </a:lnTo>
                <a:lnTo>
                  <a:pt x="280" y="391"/>
                </a:lnTo>
                <a:lnTo>
                  <a:pt x="280" y="390"/>
                </a:lnTo>
                <a:lnTo>
                  <a:pt x="281" y="390"/>
                </a:lnTo>
                <a:lnTo>
                  <a:pt x="281" y="391"/>
                </a:lnTo>
                <a:lnTo>
                  <a:pt x="280" y="392"/>
                </a:lnTo>
                <a:lnTo>
                  <a:pt x="281" y="393"/>
                </a:lnTo>
                <a:lnTo>
                  <a:pt x="282" y="394"/>
                </a:lnTo>
                <a:lnTo>
                  <a:pt x="282" y="396"/>
                </a:lnTo>
                <a:lnTo>
                  <a:pt x="281" y="397"/>
                </a:lnTo>
                <a:lnTo>
                  <a:pt x="280" y="397"/>
                </a:lnTo>
                <a:lnTo>
                  <a:pt x="280" y="398"/>
                </a:lnTo>
                <a:lnTo>
                  <a:pt x="280" y="399"/>
                </a:lnTo>
                <a:lnTo>
                  <a:pt x="280" y="400"/>
                </a:lnTo>
                <a:lnTo>
                  <a:pt x="281" y="401"/>
                </a:lnTo>
                <a:lnTo>
                  <a:pt x="280" y="402"/>
                </a:lnTo>
                <a:lnTo>
                  <a:pt x="279" y="402"/>
                </a:lnTo>
                <a:lnTo>
                  <a:pt x="279" y="403"/>
                </a:lnTo>
                <a:lnTo>
                  <a:pt x="279" y="404"/>
                </a:lnTo>
                <a:lnTo>
                  <a:pt x="280" y="404"/>
                </a:lnTo>
                <a:lnTo>
                  <a:pt x="281" y="405"/>
                </a:lnTo>
                <a:lnTo>
                  <a:pt x="281" y="406"/>
                </a:lnTo>
                <a:lnTo>
                  <a:pt x="281" y="407"/>
                </a:lnTo>
                <a:lnTo>
                  <a:pt x="280" y="407"/>
                </a:lnTo>
                <a:lnTo>
                  <a:pt x="279" y="408"/>
                </a:lnTo>
                <a:lnTo>
                  <a:pt x="278" y="409"/>
                </a:lnTo>
                <a:lnTo>
                  <a:pt x="277" y="411"/>
                </a:lnTo>
                <a:lnTo>
                  <a:pt x="278" y="411"/>
                </a:lnTo>
                <a:lnTo>
                  <a:pt x="278" y="412"/>
                </a:lnTo>
                <a:lnTo>
                  <a:pt x="277" y="412"/>
                </a:lnTo>
                <a:lnTo>
                  <a:pt x="277" y="411"/>
                </a:lnTo>
                <a:lnTo>
                  <a:pt x="276" y="411"/>
                </a:lnTo>
                <a:lnTo>
                  <a:pt x="277" y="411"/>
                </a:lnTo>
                <a:lnTo>
                  <a:pt x="277" y="410"/>
                </a:lnTo>
                <a:lnTo>
                  <a:pt x="278" y="410"/>
                </a:lnTo>
                <a:lnTo>
                  <a:pt x="278" y="409"/>
                </a:lnTo>
                <a:lnTo>
                  <a:pt x="277" y="409"/>
                </a:lnTo>
                <a:lnTo>
                  <a:pt x="276" y="410"/>
                </a:lnTo>
                <a:lnTo>
                  <a:pt x="276" y="409"/>
                </a:lnTo>
                <a:lnTo>
                  <a:pt x="275" y="409"/>
                </a:lnTo>
                <a:lnTo>
                  <a:pt x="276" y="409"/>
                </a:lnTo>
                <a:lnTo>
                  <a:pt x="275" y="409"/>
                </a:lnTo>
                <a:lnTo>
                  <a:pt x="275" y="410"/>
                </a:lnTo>
                <a:lnTo>
                  <a:pt x="276" y="412"/>
                </a:lnTo>
                <a:lnTo>
                  <a:pt x="277" y="412"/>
                </a:lnTo>
                <a:lnTo>
                  <a:pt x="277" y="413"/>
                </a:lnTo>
                <a:lnTo>
                  <a:pt x="278" y="413"/>
                </a:lnTo>
                <a:lnTo>
                  <a:pt x="278" y="412"/>
                </a:lnTo>
                <a:lnTo>
                  <a:pt x="279" y="411"/>
                </a:lnTo>
                <a:lnTo>
                  <a:pt x="280" y="411"/>
                </a:lnTo>
                <a:lnTo>
                  <a:pt x="281" y="411"/>
                </a:lnTo>
                <a:lnTo>
                  <a:pt x="281" y="412"/>
                </a:lnTo>
                <a:lnTo>
                  <a:pt x="280" y="413"/>
                </a:lnTo>
                <a:lnTo>
                  <a:pt x="280" y="414"/>
                </a:lnTo>
                <a:lnTo>
                  <a:pt x="279" y="414"/>
                </a:lnTo>
                <a:lnTo>
                  <a:pt x="278" y="414"/>
                </a:lnTo>
                <a:lnTo>
                  <a:pt x="278" y="413"/>
                </a:lnTo>
                <a:lnTo>
                  <a:pt x="277" y="413"/>
                </a:lnTo>
                <a:lnTo>
                  <a:pt x="277" y="414"/>
                </a:lnTo>
                <a:lnTo>
                  <a:pt x="277" y="415"/>
                </a:lnTo>
                <a:lnTo>
                  <a:pt x="277" y="416"/>
                </a:lnTo>
                <a:lnTo>
                  <a:pt x="276" y="415"/>
                </a:lnTo>
                <a:lnTo>
                  <a:pt x="275" y="415"/>
                </a:lnTo>
                <a:lnTo>
                  <a:pt x="274" y="415"/>
                </a:lnTo>
                <a:lnTo>
                  <a:pt x="274" y="416"/>
                </a:lnTo>
                <a:lnTo>
                  <a:pt x="273" y="416"/>
                </a:lnTo>
                <a:lnTo>
                  <a:pt x="273" y="417"/>
                </a:lnTo>
                <a:lnTo>
                  <a:pt x="272" y="418"/>
                </a:lnTo>
                <a:lnTo>
                  <a:pt x="271" y="418"/>
                </a:lnTo>
                <a:lnTo>
                  <a:pt x="271" y="419"/>
                </a:lnTo>
                <a:lnTo>
                  <a:pt x="272" y="419"/>
                </a:lnTo>
                <a:lnTo>
                  <a:pt x="273" y="420"/>
                </a:lnTo>
                <a:lnTo>
                  <a:pt x="273" y="419"/>
                </a:lnTo>
                <a:lnTo>
                  <a:pt x="274" y="419"/>
                </a:lnTo>
                <a:lnTo>
                  <a:pt x="274" y="420"/>
                </a:lnTo>
                <a:lnTo>
                  <a:pt x="274" y="421"/>
                </a:lnTo>
                <a:lnTo>
                  <a:pt x="273" y="420"/>
                </a:lnTo>
                <a:lnTo>
                  <a:pt x="273" y="421"/>
                </a:lnTo>
                <a:lnTo>
                  <a:pt x="273" y="422"/>
                </a:lnTo>
                <a:lnTo>
                  <a:pt x="274" y="423"/>
                </a:lnTo>
                <a:lnTo>
                  <a:pt x="275" y="424"/>
                </a:lnTo>
                <a:lnTo>
                  <a:pt x="275" y="425"/>
                </a:lnTo>
                <a:lnTo>
                  <a:pt x="276" y="426"/>
                </a:lnTo>
                <a:lnTo>
                  <a:pt x="277" y="425"/>
                </a:lnTo>
                <a:lnTo>
                  <a:pt x="278" y="425"/>
                </a:lnTo>
                <a:lnTo>
                  <a:pt x="278" y="426"/>
                </a:lnTo>
                <a:lnTo>
                  <a:pt x="278" y="427"/>
                </a:lnTo>
                <a:lnTo>
                  <a:pt x="279" y="428"/>
                </a:lnTo>
                <a:lnTo>
                  <a:pt x="279" y="429"/>
                </a:lnTo>
                <a:lnTo>
                  <a:pt x="278" y="429"/>
                </a:lnTo>
                <a:lnTo>
                  <a:pt x="278" y="428"/>
                </a:lnTo>
                <a:lnTo>
                  <a:pt x="275" y="428"/>
                </a:lnTo>
                <a:lnTo>
                  <a:pt x="276" y="428"/>
                </a:lnTo>
                <a:lnTo>
                  <a:pt x="276" y="429"/>
                </a:lnTo>
                <a:lnTo>
                  <a:pt x="277" y="429"/>
                </a:lnTo>
                <a:lnTo>
                  <a:pt x="277" y="430"/>
                </a:lnTo>
                <a:lnTo>
                  <a:pt x="278" y="430"/>
                </a:lnTo>
                <a:lnTo>
                  <a:pt x="278" y="431"/>
                </a:lnTo>
                <a:lnTo>
                  <a:pt x="278" y="432"/>
                </a:lnTo>
                <a:lnTo>
                  <a:pt x="278" y="433"/>
                </a:lnTo>
                <a:lnTo>
                  <a:pt x="277" y="433"/>
                </a:lnTo>
                <a:lnTo>
                  <a:pt x="277" y="432"/>
                </a:lnTo>
                <a:lnTo>
                  <a:pt x="276" y="432"/>
                </a:lnTo>
                <a:lnTo>
                  <a:pt x="276" y="433"/>
                </a:lnTo>
                <a:lnTo>
                  <a:pt x="275" y="434"/>
                </a:lnTo>
                <a:lnTo>
                  <a:pt x="275" y="433"/>
                </a:lnTo>
                <a:lnTo>
                  <a:pt x="275" y="432"/>
                </a:lnTo>
                <a:lnTo>
                  <a:pt x="273" y="432"/>
                </a:lnTo>
                <a:lnTo>
                  <a:pt x="273" y="433"/>
                </a:lnTo>
                <a:lnTo>
                  <a:pt x="272" y="434"/>
                </a:lnTo>
                <a:lnTo>
                  <a:pt x="272" y="435"/>
                </a:lnTo>
                <a:lnTo>
                  <a:pt x="273" y="435"/>
                </a:lnTo>
                <a:lnTo>
                  <a:pt x="273" y="436"/>
                </a:lnTo>
                <a:lnTo>
                  <a:pt x="272" y="437"/>
                </a:lnTo>
                <a:lnTo>
                  <a:pt x="272" y="436"/>
                </a:lnTo>
                <a:lnTo>
                  <a:pt x="271" y="436"/>
                </a:lnTo>
                <a:lnTo>
                  <a:pt x="268" y="436"/>
                </a:lnTo>
                <a:lnTo>
                  <a:pt x="268" y="437"/>
                </a:lnTo>
                <a:lnTo>
                  <a:pt x="267" y="438"/>
                </a:lnTo>
                <a:lnTo>
                  <a:pt x="268" y="438"/>
                </a:lnTo>
                <a:lnTo>
                  <a:pt x="268" y="439"/>
                </a:lnTo>
                <a:lnTo>
                  <a:pt x="267" y="439"/>
                </a:lnTo>
                <a:lnTo>
                  <a:pt x="267" y="440"/>
                </a:lnTo>
                <a:lnTo>
                  <a:pt x="266" y="440"/>
                </a:lnTo>
                <a:lnTo>
                  <a:pt x="265" y="439"/>
                </a:lnTo>
                <a:lnTo>
                  <a:pt x="264" y="438"/>
                </a:lnTo>
                <a:lnTo>
                  <a:pt x="263" y="438"/>
                </a:lnTo>
                <a:lnTo>
                  <a:pt x="262" y="438"/>
                </a:lnTo>
                <a:lnTo>
                  <a:pt x="262" y="437"/>
                </a:lnTo>
                <a:lnTo>
                  <a:pt x="261" y="438"/>
                </a:lnTo>
                <a:lnTo>
                  <a:pt x="260" y="440"/>
                </a:lnTo>
                <a:lnTo>
                  <a:pt x="259" y="440"/>
                </a:lnTo>
                <a:lnTo>
                  <a:pt x="259" y="441"/>
                </a:lnTo>
                <a:lnTo>
                  <a:pt x="260" y="442"/>
                </a:lnTo>
                <a:lnTo>
                  <a:pt x="260" y="441"/>
                </a:lnTo>
                <a:lnTo>
                  <a:pt x="261" y="442"/>
                </a:lnTo>
                <a:lnTo>
                  <a:pt x="260" y="442"/>
                </a:lnTo>
                <a:lnTo>
                  <a:pt x="259" y="442"/>
                </a:lnTo>
                <a:lnTo>
                  <a:pt x="258" y="442"/>
                </a:lnTo>
                <a:lnTo>
                  <a:pt x="258" y="441"/>
                </a:lnTo>
                <a:lnTo>
                  <a:pt x="257" y="441"/>
                </a:lnTo>
                <a:lnTo>
                  <a:pt x="256" y="441"/>
                </a:lnTo>
                <a:lnTo>
                  <a:pt x="256" y="440"/>
                </a:lnTo>
                <a:lnTo>
                  <a:pt x="257" y="440"/>
                </a:lnTo>
                <a:lnTo>
                  <a:pt x="256" y="440"/>
                </a:lnTo>
                <a:lnTo>
                  <a:pt x="255" y="439"/>
                </a:lnTo>
                <a:lnTo>
                  <a:pt x="254" y="438"/>
                </a:lnTo>
                <a:lnTo>
                  <a:pt x="255" y="438"/>
                </a:lnTo>
                <a:lnTo>
                  <a:pt x="253" y="437"/>
                </a:lnTo>
                <a:lnTo>
                  <a:pt x="253" y="438"/>
                </a:lnTo>
                <a:lnTo>
                  <a:pt x="252" y="438"/>
                </a:lnTo>
                <a:lnTo>
                  <a:pt x="252" y="439"/>
                </a:lnTo>
                <a:lnTo>
                  <a:pt x="252" y="440"/>
                </a:lnTo>
                <a:lnTo>
                  <a:pt x="252" y="441"/>
                </a:lnTo>
                <a:lnTo>
                  <a:pt x="251" y="441"/>
                </a:lnTo>
                <a:lnTo>
                  <a:pt x="251" y="440"/>
                </a:lnTo>
                <a:lnTo>
                  <a:pt x="250" y="440"/>
                </a:lnTo>
                <a:lnTo>
                  <a:pt x="249" y="440"/>
                </a:lnTo>
                <a:lnTo>
                  <a:pt x="248" y="439"/>
                </a:lnTo>
                <a:lnTo>
                  <a:pt x="247" y="438"/>
                </a:lnTo>
                <a:lnTo>
                  <a:pt x="247" y="437"/>
                </a:lnTo>
                <a:lnTo>
                  <a:pt x="247" y="436"/>
                </a:lnTo>
                <a:lnTo>
                  <a:pt x="246" y="436"/>
                </a:lnTo>
                <a:lnTo>
                  <a:pt x="245" y="436"/>
                </a:lnTo>
                <a:lnTo>
                  <a:pt x="245" y="435"/>
                </a:lnTo>
                <a:lnTo>
                  <a:pt x="244" y="435"/>
                </a:lnTo>
                <a:lnTo>
                  <a:pt x="244" y="436"/>
                </a:lnTo>
                <a:lnTo>
                  <a:pt x="245" y="437"/>
                </a:lnTo>
                <a:lnTo>
                  <a:pt x="244" y="438"/>
                </a:lnTo>
                <a:lnTo>
                  <a:pt x="243" y="438"/>
                </a:lnTo>
                <a:lnTo>
                  <a:pt x="242" y="437"/>
                </a:lnTo>
                <a:lnTo>
                  <a:pt x="241" y="436"/>
                </a:lnTo>
                <a:lnTo>
                  <a:pt x="240" y="436"/>
                </a:lnTo>
                <a:lnTo>
                  <a:pt x="239" y="436"/>
                </a:lnTo>
                <a:lnTo>
                  <a:pt x="238" y="436"/>
                </a:lnTo>
                <a:lnTo>
                  <a:pt x="237" y="436"/>
                </a:lnTo>
                <a:lnTo>
                  <a:pt x="236" y="436"/>
                </a:lnTo>
                <a:lnTo>
                  <a:pt x="236" y="437"/>
                </a:lnTo>
                <a:lnTo>
                  <a:pt x="236" y="438"/>
                </a:lnTo>
                <a:lnTo>
                  <a:pt x="236" y="437"/>
                </a:lnTo>
                <a:lnTo>
                  <a:pt x="235" y="437"/>
                </a:lnTo>
                <a:lnTo>
                  <a:pt x="235" y="436"/>
                </a:lnTo>
                <a:lnTo>
                  <a:pt x="234" y="436"/>
                </a:lnTo>
                <a:lnTo>
                  <a:pt x="234" y="437"/>
                </a:lnTo>
                <a:lnTo>
                  <a:pt x="233" y="437"/>
                </a:lnTo>
                <a:lnTo>
                  <a:pt x="233" y="438"/>
                </a:lnTo>
                <a:lnTo>
                  <a:pt x="232" y="438"/>
                </a:lnTo>
                <a:lnTo>
                  <a:pt x="231" y="439"/>
                </a:lnTo>
                <a:lnTo>
                  <a:pt x="230" y="439"/>
                </a:lnTo>
                <a:lnTo>
                  <a:pt x="230" y="440"/>
                </a:lnTo>
                <a:lnTo>
                  <a:pt x="229" y="441"/>
                </a:lnTo>
                <a:lnTo>
                  <a:pt x="228" y="442"/>
                </a:lnTo>
                <a:lnTo>
                  <a:pt x="227" y="442"/>
                </a:lnTo>
                <a:lnTo>
                  <a:pt x="227" y="444"/>
                </a:lnTo>
                <a:lnTo>
                  <a:pt x="227" y="445"/>
                </a:lnTo>
                <a:lnTo>
                  <a:pt x="227" y="446"/>
                </a:lnTo>
                <a:lnTo>
                  <a:pt x="228" y="446"/>
                </a:lnTo>
                <a:lnTo>
                  <a:pt x="228" y="447"/>
                </a:lnTo>
                <a:lnTo>
                  <a:pt x="229" y="447"/>
                </a:lnTo>
                <a:lnTo>
                  <a:pt x="229" y="448"/>
                </a:lnTo>
                <a:lnTo>
                  <a:pt x="230" y="448"/>
                </a:lnTo>
                <a:lnTo>
                  <a:pt x="229" y="449"/>
                </a:lnTo>
                <a:lnTo>
                  <a:pt x="230" y="450"/>
                </a:lnTo>
                <a:lnTo>
                  <a:pt x="230" y="451"/>
                </a:lnTo>
                <a:lnTo>
                  <a:pt x="230" y="452"/>
                </a:lnTo>
                <a:lnTo>
                  <a:pt x="231" y="452"/>
                </a:lnTo>
                <a:lnTo>
                  <a:pt x="231" y="453"/>
                </a:lnTo>
                <a:lnTo>
                  <a:pt x="231" y="454"/>
                </a:lnTo>
                <a:lnTo>
                  <a:pt x="231" y="455"/>
                </a:lnTo>
                <a:lnTo>
                  <a:pt x="232" y="455"/>
                </a:lnTo>
                <a:lnTo>
                  <a:pt x="232" y="456"/>
                </a:lnTo>
                <a:lnTo>
                  <a:pt x="231" y="456"/>
                </a:lnTo>
                <a:lnTo>
                  <a:pt x="231" y="455"/>
                </a:lnTo>
                <a:lnTo>
                  <a:pt x="230" y="455"/>
                </a:lnTo>
                <a:lnTo>
                  <a:pt x="229" y="456"/>
                </a:lnTo>
                <a:lnTo>
                  <a:pt x="229" y="457"/>
                </a:lnTo>
                <a:lnTo>
                  <a:pt x="229" y="458"/>
                </a:lnTo>
                <a:lnTo>
                  <a:pt x="229" y="459"/>
                </a:lnTo>
                <a:lnTo>
                  <a:pt x="229" y="460"/>
                </a:lnTo>
                <a:lnTo>
                  <a:pt x="229" y="461"/>
                </a:lnTo>
                <a:lnTo>
                  <a:pt x="228" y="461"/>
                </a:lnTo>
                <a:lnTo>
                  <a:pt x="228" y="462"/>
                </a:lnTo>
                <a:lnTo>
                  <a:pt x="228" y="463"/>
                </a:lnTo>
                <a:lnTo>
                  <a:pt x="229" y="463"/>
                </a:lnTo>
                <a:lnTo>
                  <a:pt x="229" y="464"/>
                </a:lnTo>
                <a:lnTo>
                  <a:pt x="230" y="464"/>
                </a:lnTo>
                <a:lnTo>
                  <a:pt x="230" y="465"/>
                </a:lnTo>
                <a:lnTo>
                  <a:pt x="230" y="467"/>
                </a:lnTo>
                <a:lnTo>
                  <a:pt x="231" y="467"/>
                </a:lnTo>
                <a:lnTo>
                  <a:pt x="232" y="467"/>
                </a:lnTo>
                <a:lnTo>
                  <a:pt x="233" y="467"/>
                </a:lnTo>
                <a:lnTo>
                  <a:pt x="233" y="468"/>
                </a:lnTo>
                <a:lnTo>
                  <a:pt x="232" y="469"/>
                </a:lnTo>
                <a:lnTo>
                  <a:pt x="232" y="471"/>
                </a:lnTo>
                <a:lnTo>
                  <a:pt x="233" y="472"/>
                </a:lnTo>
                <a:lnTo>
                  <a:pt x="234" y="473"/>
                </a:lnTo>
                <a:lnTo>
                  <a:pt x="234" y="474"/>
                </a:lnTo>
                <a:lnTo>
                  <a:pt x="235" y="475"/>
                </a:lnTo>
                <a:lnTo>
                  <a:pt x="234" y="476"/>
                </a:lnTo>
                <a:lnTo>
                  <a:pt x="233" y="477"/>
                </a:lnTo>
                <a:lnTo>
                  <a:pt x="233" y="478"/>
                </a:lnTo>
                <a:lnTo>
                  <a:pt x="234" y="478"/>
                </a:lnTo>
                <a:lnTo>
                  <a:pt x="234" y="479"/>
                </a:lnTo>
                <a:lnTo>
                  <a:pt x="234" y="480"/>
                </a:lnTo>
                <a:lnTo>
                  <a:pt x="234" y="481"/>
                </a:lnTo>
                <a:lnTo>
                  <a:pt x="235" y="481"/>
                </a:lnTo>
                <a:lnTo>
                  <a:pt x="235" y="482"/>
                </a:lnTo>
                <a:lnTo>
                  <a:pt x="234" y="482"/>
                </a:lnTo>
                <a:lnTo>
                  <a:pt x="233" y="483"/>
                </a:lnTo>
                <a:lnTo>
                  <a:pt x="233" y="484"/>
                </a:lnTo>
                <a:lnTo>
                  <a:pt x="233" y="485"/>
                </a:lnTo>
                <a:lnTo>
                  <a:pt x="231" y="487"/>
                </a:lnTo>
                <a:lnTo>
                  <a:pt x="230" y="488"/>
                </a:lnTo>
                <a:lnTo>
                  <a:pt x="229" y="488"/>
                </a:lnTo>
                <a:lnTo>
                  <a:pt x="228" y="489"/>
                </a:lnTo>
                <a:lnTo>
                  <a:pt x="227" y="489"/>
                </a:lnTo>
                <a:lnTo>
                  <a:pt x="227" y="490"/>
                </a:lnTo>
                <a:lnTo>
                  <a:pt x="226" y="490"/>
                </a:lnTo>
                <a:lnTo>
                  <a:pt x="226" y="491"/>
                </a:lnTo>
                <a:lnTo>
                  <a:pt x="225" y="491"/>
                </a:lnTo>
                <a:lnTo>
                  <a:pt x="224" y="492"/>
                </a:lnTo>
                <a:lnTo>
                  <a:pt x="223" y="492"/>
                </a:lnTo>
                <a:lnTo>
                  <a:pt x="222" y="492"/>
                </a:lnTo>
                <a:lnTo>
                  <a:pt x="221" y="492"/>
                </a:lnTo>
                <a:lnTo>
                  <a:pt x="220" y="492"/>
                </a:lnTo>
                <a:lnTo>
                  <a:pt x="220" y="493"/>
                </a:lnTo>
                <a:lnTo>
                  <a:pt x="221" y="494"/>
                </a:lnTo>
                <a:lnTo>
                  <a:pt x="221" y="495"/>
                </a:lnTo>
                <a:lnTo>
                  <a:pt x="220" y="495"/>
                </a:lnTo>
                <a:lnTo>
                  <a:pt x="220" y="496"/>
                </a:lnTo>
                <a:lnTo>
                  <a:pt x="219" y="496"/>
                </a:lnTo>
                <a:lnTo>
                  <a:pt x="219" y="495"/>
                </a:lnTo>
                <a:lnTo>
                  <a:pt x="218" y="495"/>
                </a:lnTo>
                <a:lnTo>
                  <a:pt x="216" y="495"/>
                </a:lnTo>
                <a:lnTo>
                  <a:pt x="216" y="494"/>
                </a:lnTo>
                <a:lnTo>
                  <a:pt x="215" y="493"/>
                </a:lnTo>
                <a:lnTo>
                  <a:pt x="215" y="492"/>
                </a:lnTo>
                <a:lnTo>
                  <a:pt x="215" y="491"/>
                </a:lnTo>
                <a:lnTo>
                  <a:pt x="214" y="490"/>
                </a:lnTo>
                <a:lnTo>
                  <a:pt x="213" y="490"/>
                </a:lnTo>
                <a:lnTo>
                  <a:pt x="212" y="489"/>
                </a:lnTo>
                <a:lnTo>
                  <a:pt x="212" y="488"/>
                </a:lnTo>
                <a:lnTo>
                  <a:pt x="211" y="488"/>
                </a:lnTo>
                <a:lnTo>
                  <a:pt x="212" y="488"/>
                </a:lnTo>
                <a:lnTo>
                  <a:pt x="212" y="487"/>
                </a:lnTo>
                <a:lnTo>
                  <a:pt x="210" y="485"/>
                </a:lnTo>
                <a:lnTo>
                  <a:pt x="209" y="485"/>
                </a:lnTo>
                <a:lnTo>
                  <a:pt x="208" y="485"/>
                </a:lnTo>
                <a:lnTo>
                  <a:pt x="208" y="484"/>
                </a:lnTo>
                <a:lnTo>
                  <a:pt x="208" y="483"/>
                </a:lnTo>
                <a:lnTo>
                  <a:pt x="207" y="483"/>
                </a:lnTo>
                <a:lnTo>
                  <a:pt x="207" y="482"/>
                </a:lnTo>
                <a:lnTo>
                  <a:pt x="207" y="481"/>
                </a:lnTo>
                <a:lnTo>
                  <a:pt x="208" y="481"/>
                </a:lnTo>
                <a:lnTo>
                  <a:pt x="208" y="480"/>
                </a:lnTo>
                <a:lnTo>
                  <a:pt x="207" y="480"/>
                </a:lnTo>
                <a:lnTo>
                  <a:pt x="207" y="479"/>
                </a:lnTo>
                <a:lnTo>
                  <a:pt x="207" y="478"/>
                </a:lnTo>
                <a:lnTo>
                  <a:pt x="207" y="476"/>
                </a:lnTo>
                <a:lnTo>
                  <a:pt x="207" y="475"/>
                </a:lnTo>
                <a:lnTo>
                  <a:pt x="206" y="476"/>
                </a:lnTo>
                <a:lnTo>
                  <a:pt x="205" y="476"/>
                </a:lnTo>
                <a:lnTo>
                  <a:pt x="205" y="475"/>
                </a:lnTo>
                <a:lnTo>
                  <a:pt x="204" y="475"/>
                </a:lnTo>
                <a:lnTo>
                  <a:pt x="204" y="476"/>
                </a:lnTo>
                <a:lnTo>
                  <a:pt x="202" y="476"/>
                </a:lnTo>
                <a:lnTo>
                  <a:pt x="202" y="475"/>
                </a:lnTo>
                <a:lnTo>
                  <a:pt x="201" y="475"/>
                </a:lnTo>
                <a:lnTo>
                  <a:pt x="201" y="474"/>
                </a:lnTo>
                <a:lnTo>
                  <a:pt x="200" y="474"/>
                </a:lnTo>
                <a:lnTo>
                  <a:pt x="200" y="473"/>
                </a:lnTo>
                <a:lnTo>
                  <a:pt x="200" y="472"/>
                </a:lnTo>
                <a:lnTo>
                  <a:pt x="199" y="473"/>
                </a:lnTo>
                <a:lnTo>
                  <a:pt x="199" y="474"/>
                </a:lnTo>
                <a:lnTo>
                  <a:pt x="198" y="474"/>
                </a:lnTo>
                <a:lnTo>
                  <a:pt x="198" y="475"/>
                </a:lnTo>
                <a:lnTo>
                  <a:pt x="197" y="476"/>
                </a:lnTo>
                <a:lnTo>
                  <a:pt x="196" y="476"/>
                </a:lnTo>
                <a:lnTo>
                  <a:pt x="195" y="477"/>
                </a:lnTo>
                <a:lnTo>
                  <a:pt x="195" y="478"/>
                </a:lnTo>
                <a:lnTo>
                  <a:pt x="195" y="479"/>
                </a:lnTo>
                <a:lnTo>
                  <a:pt x="194" y="480"/>
                </a:lnTo>
                <a:lnTo>
                  <a:pt x="193" y="480"/>
                </a:lnTo>
                <a:lnTo>
                  <a:pt x="193" y="481"/>
                </a:lnTo>
                <a:lnTo>
                  <a:pt x="194" y="481"/>
                </a:lnTo>
                <a:lnTo>
                  <a:pt x="193" y="481"/>
                </a:lnTo>
                <a:lnTo>
                  <a:pt x="192" y="479"/>
                </a:lnTo>
                <a:lnTo>
                  <a:pt x="192" y="478"/>
                </a:lnTo>
                <a:lnTo>
                  <a:pt x="193" y="478"/>
                </a:lnTo>
                <a:lnTo>
                  <a:pt x="192" y="478"/>
                </a:lnTo>
                <a:lnTo>
                  <a:pt x="192" y="477"/>
                </a:lnTo>
                <a:lnTo>
                  <a:pt x="192" y="476"/>
                </a:lnTo>
                <a:lnTo>
                  <a:pt x="191" y="476"/>
                </a:lnTo>
                <a:lnTo>
                  <a:pt x="190" y="475"/>
                </a:lnTo>
                <a:lnTo>
                  <a:pt x="190" y="474"/>
                </a:lnTo>
                <a:lnTo>
                  <a:pt x="190" y="472"/>
                </a:lnTo>
                <a:lnTo>
                  <a:pt x="190" y="471"/>
                </a:lnTo>
                <a:lnTo>
                  <a:pt x="189" y="471"/>
                </a:lnTo>
                <a:lnTo>
                  <a:pt x="189" y="470"/>
                </a:lnTo>
                <a:lnTo>
                  <a:pt x="189" y="469"/>
                </a:lnTo>
                <a:lnTo>
                  <a:pt x="189" y="468"/>
                </a:lnTo>
                <a:lnTo>
                  <a:pt x="189" y="467"/>
                </a:lnTo>
                <a:lnTo>
                  <a:pt x="188" y="466"/>
                </a:lnTo>
                <a:lnTo>
                  <a:pt x="189" y="466"/>
                </a:lnTo>
                <a:lnTo>
                  <a:pt x="191" y="466"/>
                </a:lnTo>
                <a:lnTo>
                  <a:pt x="191" y="465"/>
                </a:lnTo>
                <a:lnTo>
                  <a:pt x="192" y="465"/>
                </a:lnTo>
                <a:lnTo>
                  <a:pt x="192" y="464"/>
                </a:lnTo>
                <a:lnTo>
                  <a:pt x="191" y="464"/>
                </a:lnTo>
                <a:lnTo>
                  <a:pt x="190" y="463"/>
                </a:lnTo>
                <a:lnTo>
                  <a:pt x="189" y="464"/>
                </a:lnTo>
                <a:lnTo>
                  <a:pt x="190" y="464"/>
                </a:lnTo>
                <a:lnTo>
                  <a:pt x="190" y="465"/>
                </a:lnTo>
                <a:lnTo>
                  <a:pt x="189" y="466"/>
                </a:lnTo>
                <a:lnTo>
                  <a:pt x="189" y="465"/>
                </a:lnTo>
                <a:lnTo>
                  <a:pt x="189" y="464"/>
                </a:lnTo>
                <a:lnTo>
                  <a:pt x="188" y="464"/>
                </a:lnTo>
                <a:lnTo>
                  <a:pt x="188" y="465"/>
                </a:lnTo>
                <a:lnTo>
                  <a:pt x="187" y="465"/>
                </a:lnTo>
                <a:lnTo>
                  <a:pt x="186" y="465"/>
                </a:lnTo>
                <a:lnTo>
                  <a:pt x="185" y="465"/>
                </a:lnTo>
                <a:lnTo>
                  <a:pt x="184" y="465"/>
                </a:lnTo>
                <a:lnTo>
                  <a:pt x="184" y="466"/>
                </a:lnTo>
                <a:lnTo>
                  <a:pt x="184" y="465"/>
                </a:lnTo>
                <a:lnTo>
                  <a:pt x="183" y="465"/>
                </a:lnTo>
                <a:lnTo>
                  <a:pt x="183" y="464"/>
                </a:lnTo>
                <a:lnTo>
                  <a:pt x="183" y="462"/>
                </a:lnTo>
                <a:lnTo>
                  <a:pt x="182" y="462"/>
                </a:lnTo>
                <a:lnTo>
                  <a:pt x="181" y="462"/>
                </a:lnTo>
                <a:lnTo>
                  <a:pt x="181" y="461"/>
                </a:lnTo>
                <a:lnTo>
                  <a:pt x="180" y="461"/>
                </a:lnTo>
                <a:lnTo>
                  <a:pt x="179" y="461"/>
                </a:lnTo>
                <a:lnTo>
                  <a:pt x="178" y="461"/>
                </a:lnTo>
                <a:lnTo>
                  <a:pt x="177" y="460"/>
                </a:lnTo>
                <a:lnTo>
                  <a:pt x="176" y="461"/>
                </a:lnTo>
                <a:lnTo>
                  <a:pt x="175" y="460"/>
                </a:lnTo>
                <a:lnTo>
                  <a:pt x="174" y="461"/>
                </a:lnTo>
                <a:lnTo>
                  <a:pt x="172" y="460"/>
                </a:lnTo>
                <a:lnTo>
                  <a:pt x="172" y="459"/>
                </a:lnTo>
                <a:lnTo>
                  <a:pt x="171" y="459"/>
                </a:lnTo>
                <a:lnTo>
                  <a:pt x="170" y="459"/>
                </a:lnTo>
                <a:lnTo>
                  <a:pt x="169" y="459"/>
                </a:lnTo>
                <a:lnTo>
                  <a:pt x="169" y="460"/>
                </a:lnTo>
                <a:lnTo>
                  <a:pt x="168" y="460"/>
                </a:lnTo>
                <a:lnTo>
                  <a:pt x="167" y="461"/>
                </a:lnTo>
                <a:lnTo>
                  <a:pt x="167" y="462"/>
                </a:lnTo>
                <a:lnTo>
                  <a:pt x="167" y="463"/>
                </a:lnTo>
                <a:lnTo>
                  <a:pt x="166" y="464"/>
                </a:lnTo>
                <a:lnTo>
                  <a:pt x="166" y="465"/>
                </a:lnTo>
                <a:lnTo>
                  <a:pt x="166" y="466"/>
                </a:lnTo>
                <a:lnTo>
                  <a:pt x="165" y="466"/>
                </a:lnTo>
                <a:lnTo>
                  <a:pt x="164" y="465"/>
                </a:lnTo>
                <a:lnTo>
                  <a:pt x="164" y="464"/>
                </a:lnTo>
                <a:lnTo>
                  <a:pt x="164" y="463"/>
                </a:lnTo>
                <a:lnTo>
                  <a:pt x="164" y="462"/>
                </a:lnTo>
                <a:lnTo>
                  <a:pt x="164" y="460"/>
                </a:lnTo>
                <a:lnTo>
                  <a:pt x="163" y="460"/>
                </a:lnTo>
                <a:lnTo>
                  <a:pt x="163" y="458"/>
                </a:lnTo>
                <a:lnTo>
                  <a:pt x="163" y="457"/>
                </a:lnTo>
                <a:lnTo>
                  <a:pt x="162" y="457"/>
                </a:lnTo>
                <a:lnTo>
                  <a:pt x="162" y="456"/>
                </a:lnTo>
                <a:lnTo>
                  <a:pt x="161" y="457"/>
                </a:lnTo>
                <a:lnTo>
                  <a:pt x="160" y="457"/>
                </a:lnTo>
                <a:lnTo>
                  <a:pt x="160" y="456"/>
                </a:lnTo>
                <a:lnTo>
                  <a:pt x="159" y="456"/>
                </a:lnTo>
                <a:lnTo>
                  <a:pt x="159" y="455"/>
                </a:lnTo>
                <a:lnTo>
                  <a:pt x="158" y="455"/>
                </a:lnTo>
                <a:lnTo>
                  <a:pt x="158" y="454"/>
                </a:lnTo>
                <a:lnTo>
                  <a:pt x="159" y="454"/>
                </a:lnTo>
                <a:lnTo>
                  <a:pt x="158" y="453"/>
                </a:lnTo>
                <a:lnTo>
                  <a:pt x="157" y="452"/>
                </a:lnTo>
                <a:lnTo>
                  <a:pt x="157" y="453"/>
                </a:lnTo>
                <a:lnTo>
                  <a:pt x="156" y="452"/>
                </a:lnTo>
                <a:lnTo>
                  <a:pt x="155" y="452"/>
                </a:lnTo>
                <a:lnTo>
                  <a:pt x="155" y="451"/>
                </a:lnTo>
                <a:lnTo>
                  <a:pt x="156" y="451"/>
                </a:lnTo>
                <a:lnTo>
                  <a:pt x="157" y="449"/>
                </a:lnTo>
                <a:lnTo>
                  <a:pt x="156" y="449"/>
                </a:lnTo>
                <a:lnTo>
                  <a:pt x="156" y="450"/>
                </a:lnTo>
                <a:lnTo>
                  <a:pt x="155" y="450"/>
                </a:lnTo>
                <a:lnTo>
                  <a:pt x="154" y="449"/>
                </a:lnTo>
                <a:lnTo>
                  <a:pt x="154" y="448"/>
                </a:lnTo>
                <a:lnTo>
                  <a:pt x="153" y="448"/>
                </a:lnTo>
                <a:lnTo>
                  <a:pt x="153" y="449"/>
                </a:lnTo>
                <a:lnTo>
                  <a:pt x="153" y="448"/>
                </a:lnTo>
                <a:lnTo>
                  <a:pt x="152" y="447"/>
                </a:lnTo>
                <a:lnTo>
                  <a:pt x="151" y="447"/>
                </a:lnTo>
                <a:lnTo>
                  <a:pt x="151" y="446"/>
                </a:lnTo>
                <a:lnTo>
                  <a:pt x="152" y="446"/>
                </a:lnTo>
                <a:lnTo>
                  <a:pt x="152" y="445"/>
                </a:lnTo>
                <a:lnTo>
                  <a:pt x="152" y="444"/>
                </a:lnTo>
                <a:lnTo>
                  <a:pt x="152" y="443"/>
                </a:lnTo>
                <a:lnTo>
                  <a:pt x="152" y="444"/>
                </a:lnTo>
                <a:lnTo>
                  <a:pt x="151" y="444"/>
                </a:lnTo>
                <a:lnTo>
                  <a:pt x="151" y="443"/>
                </a:lnTo>
                <a:lnTo>
                  <a:pt x="150" y="443"/>
                </a:lnTo>
                <a:lnTo>
                  <a:pt x="149" y="443"/>
                </a:lnTo>
                <a:lnTo>
                  <a:pt x="149" y="441"/>
                </a:lnTo>
                <a:lnTo>
                  <a:pt x="150" y="440"/>
                </a:lnTo>
                <a:lnTo>
                  <a:pt x="151" y="440"/>
                </a:lnTo>
                <a:lnTo>
                  <a:pt x="151" y="439"/>
                </a:lnTo>
                <a:lnTo>
                  <a:pt x="152" y="438"/>
                </a:lnTo>
                <a:lnTo>
                  <a:pt x="153" y="438"/>
                </a:lnTo>
                <a:lnTo>
                  <a:pt x="153" y="439"/>
                </a:lnTo>
                <a:lnTo>
                  <a:pt x="153" y="440"/>
                </a:lnTo>
                <a:lnTo>
                  <a:pt x="153" y="441"/>
                </a:lnTo>
                <a:lnTo>
                  <a:pt x="154" y="441"/>
                </a:lnTo>
                <a:lnTo>
                  <a:pt x="155" y="440"/>
                </a:lnTo>
                <a:lnTo>
                  <a:pt x="156" y="439"/>
                </a:lnTo>
                <a:lnTo>
                  <a:pt x="156" y="438"/>
                </a:lnTo>
                <a:lnTo>
                  <a:pt x="156" y="437"/>
                </a:lnTo>
                <a:lnTo>
                  <a:pt x="155" y="437"/>
                </a:lnTo>
                <a:lnTo>
                  <a:pt x="154" y="437"/>
                </a:lnTo>
                <a:lnTo>
                  <a:pt x="154" y="438"/>
                </a:lnTo>
                <a:lnTo>
                  <a:pt x="153" y="438"/>
                </a:lnTo>
                <a:lnTo>
                  <a:pt x="153" y="437"/>
                </a:lnTo>
                <a:lnTo>
                  <a:pt x="151" y="436"/>
                </a:lnTo>
                <a:lnTo>
                  <a:pt x="150" y="437"/>
                </a:lnTo>
                <a:lnTo>
                  <a:pt x="149" y="437"/>
                </a:lnTo>
                <a:lnTo>
                  <a:pt x="149" y="436"/>
                </a:lnTo>
                <a:lnTo>
                  <a:pt x="149" y="435"/>
                </a:lnTo>
                <a:lnTo>
                  <a:pt x="148" y="435"/>
                </a:lnTo>
                <a:lnTo>
                  <a:pt x="148" y="436"/>
                </a:lnTo>
                <a:lnTo>
                  <a:pt x="148" y="437"/>
                </a:lnTo>
                <a:lnTo>
                  <a:pt x="147" y="436"/>
                </a:lnTo>
                <a:lnTo>
                  <a:pt x="147" y="435"/>
                </a:lnTo>
                <a:lnTo>
                  <a:pt x="145" y="436"/>
                </a:lnTo>
                <a:lnTo>
                  <a:pt x="143" y="436"/>
                </a:lnTo>
                <a:lnTo>
                  <a:pt x="143" y="437"/>
                </a:lnTo>
                <a:lnTo>
                  <a:pt x="142" y="437"/>
                </a:lnTo>
                <a:lnTo>
                  <a:pt x="141" y="437"/>
                </a:lnTo>
                <a:lnTo>
                  <a:pt x="141" y="438"/>
                </a:lnTo>
                <a:lnTo>
                  <a:pt x="140" y="438"/>
                </a:lnTo>
                <a:lnTo>
                  <a:pt x="139" y="438"/>
                </a:lnTo>
                <a:lnTo>
                  <a:pt x="138" y="439"/>
                </a:lnTo>
                <a:lnTo>
                  <a:pt x="137" y="439"/>
                </a:lnTo>
                <a:lnTo>
                  <a:pt x="137" y="440"/>
                </a:lnTo>
                <a:lnTo>
                  <a:pt x="137" y="441"/>
                </a:lnTo>
                <a:lnTo>
                  <a:pt x="137" y="442"/>
                </a:lnTo>
                <a:lnTo>
                  <a:pt x="136" y="442"/>
                </a:lnTo>
                <a:lnTo>
                  <a:pt x="135" y="442"/>
                </a:lnTo>
                <a:lnTo>
                  <a:pt x="135" y="441"/>
                </a:lnTo>
                <a:lnTo>
                  <a:pt x="136" y="440"/>
                </a:lnTo>
                <a:lnTo>
                  <a:pt x="136" y="439"/>
                </a:lnTo>
                <a:lnTo>
                  <a:pt x="135" y="438"/>
                </a:lnTo>
                <a:lnTo>
                  <a:pt x="134" y="437"/>
                </a:lnTo>
                <a:lnTo>
                  <a:pt x="133" y="438"/>
                </a:lnTo>
                <a:lnTo>
                  <a:pt x="132" y="438"/>
                </a:lnTo>
                <a:lnTo>
                  <a:pt x="131" y="438"/>
                </a:lnTo>
                <a:lnTo>
                  <a:pt x="130" y="438"/>
                </a:lnTo>
                <a:lnTo>
                  <a:pt x="130" y="439"/>
                </a:lnTo>
                <a:lnTo>
                  <a:pt x="129" y="439"/>
                </a:lnTo>
                <a:lnTo>
                  <a:pt x="129" y="438"/>
                </a:lnTo>
                <a:lnTo>
                  <a:pt x="128" y="438"/>
                </a:lnTo>
                <a:lnTo>
                  <a:pt x="127" y="438"/>
                </a:lnTo>
                <a:lnTo>
                  <a:pt x="126" y="437"/>
                </a:lnTo>
                <a:lnTo>
                  <a:pt x="126" y="436"/>
                </a:lnTo>
                <a:lnTo>
                  <a:pt x="126" y="435"/>
                </a:lnTo>
                <a:lnTo>
                  <a:pt x="125" y="435"/>
                </a:lnTo>
                <a:lnTo>
                  <a:pt x="124" y="435"/>
                </a:lnTo>
                <a:lnTo>
                  <a:pt x="124" y="434"/>
                </a:lnTo>
                <a:lnTo>
                  <a:pt x="124" y="433"/>
                </a:lnTo>
                <a:lnTo>
                  <a:pt x="124" y="432"/>
                </a:lnTo>
                <a:lnTo>
                  <a:pt x="123" y="431"/>
                </a:lnTo>
                <a:lnTo>
                  <a:pt x="122" y="431"/>
                </a:lnTo>
                <a:lnTo>
                  <a:pt x="122" y="430"/>
                </a:lnTo>
                <a:lnTo>
                  <a:pt x="122" y="429"/>
                </a:lnTo>
                <a:lnTo>
                  <a:pt x="122" y="428"/>
                </a:lnTo>
                <a:lnTo>
                  <a:pt x="122" y="427"/>
                </a:lnTo>
                <a:lnTo>
                  <a:pt x="121" y="427"/>
                </a:lnTo>
                <a:lnTo>
                  <a:pt x="121" y="426"/>
                </a:lnTo>
                <a:lnTo>
                  <a:pt x="121" y="427"/>
                </a:lnTo>
                <a:lnTo>
                  <a:pt x="120" y="427"/>
                </a:lnTo>
                <a:lnTo>
                  <a:pt x="120" y="426"/>
                </a:lnTo>
                <a:lnTo>
                  <a:pt x="119" y="426"/>
                </a:lnTo>
                <a:lnTo>
                  <a:pt x="119" y="427"/>
                </a:lnTo>
                <a:lnTo>
                  <a:pt x="118" y="427"/>
                </a:lnTo>
                <a:lnTo>
                  <a:pt x="118" y="428"/>
                </a:lnTo>
                <a:lnTo>
                  <a:pt x="118" y="429"/>
                </a:lnTo>
                <a:lnTo>
                  <a:pt x="117" y="429"/>
                </a:lnTo>
                <a:lnTo>
                  <a:pt x="117" y="430"/>
                </a:lnTo>
                <a:lnTo>
                  <a:pt x="116" y="430"/>
                </a:lnTo>
                <a:lnTo>
                  <a:pt x="116" y="429"/>
                </a:lnTo>
                <a:lnTo>
                  <a:pt x="116" y="428"/>
                </a:lnTo>
                <a:lnTo>
                  <a:pt x="116" y="427"/>
                </a:lnTo>
                <a:lnTo>
                  <a:pt x="116" y="426"/>
                </a:lnTo>
                <a:lnTo>
                  <a:pt x="116" y="425"/>
                </a:lnTo>
                <a:lnTo>
                  <a:pt x="116" y="424"/>
                </a:lnTo>
                <a:lnTo>
                  <a:pt x="115" y="424"/>
                </a:lnTo>
                <a:lnTo>
                  <a:pt x="116" y="423"/>
                </a:lnTo>
                <a:lnTo>
                  <a:pt x="117" y="423"/>
                </a:lnTo>
                <a:lnTo>
                  <a:pt x="118" y="423"/>
                </a:lnTo>
                <a:lnTo>
                  <a:pt x="118" y="422"/>
                </a:lnTo>
                <a:lnTo>
                  <a:pt x="118" y="421"/>
                </a:lnTo>
                <a:lnTo>
                  <a:pt x="117" y="421"/>
                </a:lnTo>
                <a:lnTo>
                  <a:pt x="116" y="420"/>
                </a:lnTo>
                <a:lnTo>
                  <a:pt x="116" y="421"/>
                </a:lnTo>
                <a:lnTo>
                  <a:pt x="115" y="421"/>
                </a:lnTo>
                <a:lnTo>
                  <a:pt x="115" y="420"/>
                </a:lnTo>
                <a:lnTo>
                  <a:pt x="114" y="420"/>
                </a:lnTo>
                <a:lnTo>
                  <a:pt x="113" y="420"/>
                </a:lnTo>
                <a:lnTo>
                  <a:pt x="112" y="419"/>
                </a:lnTo>
                <a:lnTo>
                  <a:pt x="111" y="418"/>
                </a:lnTo>
                <a:lnTo>
                  <a:pt x="111" y="417"/>
                </a:lnTo>
                <a:lnTo>
                  <a:pt x="110" y="417"/>
                </a:lnTo>
                <a:lnTo>
                  <a:pt x="110" y="416"/>
                </a:lnTo>
                <a:lnTo>
                  <a:pt x="111" y="416"/>
                </a:lnTo>
                <a:lnTo>
                  <a:pt x="112" y="416"/>
                </a:lnTo>
                <a:lnTo>
                  <a:pt x="112" y="415"/>
                </a:lnTo>
                <a:lnTo>
                  <a:pt x="112" y="414"/>
                </a:lnTo>
                <a:lnTo>
                  <a:pt x="111" y="414"/>
                </a:lnTo>
                <a:lnTo>
                  <a:pt x="111" y="413"/>
                </a:lnTo>
                <a:lnTo>
                  <a:pt x="110" y="412"/>
                </a:lnTo>
                <a:lnTo>
                  <a:pt x="111" y="411"/>
                </a:lnTo>
                <a:lnTo>
                  <a:pt x="111" y="410"/>
                </a:lnTo>
                <a:lnTo>
                  <a:pt x="111" y="409"/>
                </a:lnTo>
                <a:lnTo>
                  <a:pt x="111" y="407"/>
                </a:lnTo>
                <a:lnTo>
                  <a:pt x="111" y="406"/>
                </a:lnTo>
                <a:lnTo>
                  <a:pt x="111" y="405"/>
                </a:lnTo>
                <a:lnTo>
                  <a:pt x="112" y="405"/>
                </a:lnTo>
                <a:lnTo>
                  <a:pt x="112" y="403"/>
                </a:lnTo>
                <a:lnTo>
                  <a:pt x="112" y="402"/>
                </a:lnTo>
                <a:lnTo>
                  <a:pt x="112" y="401"/>
                </a:lnTo>
                <a:lnTo>
                  <a:pt x="113" y="401"/>
                </a:lnTo>
                <a:lnTo>
                  <a:pt x="115" y="401"/>
                </a:lnTo>
                <a:lnTo>
                  <a:pt x="114" y="400"/>
                </a:lnTo>
                <a:lnTo>
                  <a:pt x="114" y="399"/>
                </a:lnTo>
                <a:lnTo>
                  <a:pt x="116" y="398"/>
                </a:lnTo>
                <a:lnTo>
                  <a:pt x="117" y="398"/>
                </a:lnTo>
                <a:lnTo>
                  <a:pt x="117" y="397"/>
                </a:lnTo>
                <a:lnTo>
                  <a:pt x="117" y="396"/>
                </a:lnTo>
                <a:lnTo>
                  <a:pt x="118" y="396"/>
                </a:lnTo>
                <a:lnTo>
                  <a:pt x="119" y="396"/>
                </a:lnTo>
                <a:lnTo>
                  <a:pt x="121" y="393"/>
                </a:lnTo>
                <a:lnTo>
                  <a:pt x="122" y="393"/>
                </a:lnTo>
                <a:lnTo>
                  <a:pt x="123" y="393"/>
                </a:lnTo>
                <a:lnTo>
                  <a:pt x="124" y="392"/>
                </a:lnTo>
                <a:lnTo>
                  <a:pt x="125" y="392"/>
                </a:lnTo>
                <a:lnTo>
                  <a:pt x="125" y="393"/>
                </a:lnTo>
                <a:lnTo>
                  <a:pt x="126" y="393"/>
                </a:lnTo>
                <a:lnTo>
                  <a:pt x="127" y="393"/>
                </a:lnTo>
                <a:lnTo>
                  <a:pt x="128" y="393"/>
                </a:lnTo>
                <a:lnTo>
                  <a:pt x="128" y="392"/>
                </a:lnTo>
                <a:lnTo>
                  <a:pt x="129" y="391"/>
                </a:lnTo>
                <a:lnTo>
                  <a:pt x="130" y="389"/>
                </a:lnTo>
                <a:lnTo>
                  <a:pt x="130" y="388"/>
                </a:lnTo>
                <a:lnTo>
                  <a:pt x="130" y="387"/>
                </a:lnTo>
                <a:lnTo>
                  <a:pt x="129" y="386"/>
                </a:lnTo>
                <a:lnTo>
                  <a:pt x="128" y="384"/>
                </a:lnTo>
                <a:lnTo>
                  <a:pt x="128" y="383"/>
                </a:lnTo>
                <a:lnTo>
                  <a:pt x="127" y="382"/>
                </a:lnTo>
                <a:lnTo>
                  <a:pt x="127" y="380"/>
                </a:lnTo>
                <a:lnTo>
                  <a:pt x="126" y="379"/>
                </a:lnTo>
                <a:lnTo>
                  <a:pt x="125" y="379"/>
                </a:lnTo>
                <a:lnTo>
                  <a:pt x="125" y="378"/>
                </a:lnTo>
                <a:lnTo>
                  <a:pt x="124" y="377"/>
                </a:lnTo>
                <a:lnTo>
                  <a:pt x="124" y="376"/>
                </a:lnTo>
                <a:lnTo>
                  <a:pt x="125" y="376"/>
                </a:lnTo>
                <a:lnTo>
                  <a:pt x="125" y="375"/>
                </a:lnTo>
                <a:lnTo>
                  <a:pt x="125" y="374"/>
                </a:lnTo>
                <a:lnTo>
                  <a:pt x="125" y="373"/>
                </a:lnTo>
                <a:lnTo>
                  <a:pt x="125" y="372"/>
                </a:lnTo>
                <a:lnTo>
                  <a:pt x="126" y="372"/>
                </a:lnTo>
                <a:lnTo>
                  <a:pt x="126" y="371"/>
                </a:lnTo>
                <a:lnTo>
                  <a:pt x="126" y="370"/>
                </a:lnTo>
                <a:lnTo>
                  <a:pt x="126" y="369"/>
                </a:lnTo>
                <a:lnTo>
                  <a:pt x="125" y="369"/>
                </a:lnTo>
                <a:lnTo>
                  <a:pt x="125" y="368"/>
                </a:lnTo>
                <a:lnTo>
                  <a:pt x="124" y="368"/>
                </a:lnTo>
                <a:lnTo>
                  <a:pt x="124" y="367"/>
                </a:lnTo>
                <a:lnTo>
                  <a:pt x="123" y="366"/>
                </a:lnTo>
                <a:lnTo>
                  <a:pt x="122" y="366"/>
                </a:lnTo>
                <a:lnTo>
                  <a:pt x="121" y="366"/>
                </a:lnTo>
                <a:lnTo>
                  <a:pt x="121" y="365"/>
                </a:lnTo>
                <a:lnTo>
                  <a:pt x="120" y="364"/>
                </a:lnTo>
                <a:lnTo>
                  <a:pt x="120" y="363"/>
                </a:lnTo>
                <a:lnTo>
                  <a:pt x="119" y="363"/>
                </a:lnTo>
                <a:lnTo>
                  <a:pt x="119" y="362"/>
                </a:lnTo>
                <a:lnTo>
                  <a:pt x="118" y="361"/>
                </a:lnTo>
                <a:lnTo>
                  <a:pt x="119" y="361"/>
                </a:lnTo>
                <a:lnTo>
                  <a:pt x="120" y="361"/>
                </a:lnTo>
                <a:lnTo>
                  <a:pt x="120" y="360"/>
                </a:lnTo>
                <a:lnTo>
                  <a:pt x="120" y="359"/>
                </a:lnTo>
                <a:lnTo>
                  <a:pt x="119" y="359"/>
                </a:lnTo>
                <a:lnTo>
                  <a:pt x="118" y="359"/>
                </a:lnTo>
                <a:lnTo>
                  <a:pt x="118" y="356"/>
                </a:lnTo>
                <a:lnTo>
                  <a:pt x="118" y="355"/>
                </a:lnTo>
                <a:lnTo>
                  <a:pt x="118" y="354"/>
                </a:lnTo>
                <a:lnTo>
                  <a:pt x="117" y="353"/>
                </a:lnTo>
                <a:lnTo>
                  <a:pt x="117" y="352"/>
                </a:lnTo>
                <a:lnTo>
                  <a:pt x="116" y="353"/>
                </a:lnTo>
                <a:lnTo>
                  <a:pt x="115" y="353"/>
                </a:lnTo>
                <a:lnTo>
                  <a:pt x="115" y="354"/>
                </a:lnTo>
                <a:lnTo>
                  <a:pt x="115" y="353"/>
                </a:lnTo>
                <a:lnTo>
                  <a:pt x="114" y="353"/>
                </a:lnTo>
                <a:lnTo>
                  <a:pt x="114" y="352"/>
                </a:lnTo>
                <a:lnTo>
                  <a:pt x="115" y="352"/>
                </a:lnTo>
                <a:lnTo>
                  <a:pt x="115" y="351"/>
                </a:lnTo>
                <a:lnTo>
                  <a:pt x="115" y="350"/>
                </a:lnTo>
                <a:lnTo>
                  <a:pt x="115" y="348"/>
                </a:lnTo>
                <a:lnTo>
                  <a:pt x="115" y="347"/>
                </a:lnTo>
                <a:lnTo>
                  <a:pt x="114" y="346"/>
                </a:lnTo>
                <a:lnTo>
                  <a:pt x="114" y="345"/>
                </a:lnTo>
                <a:lnTo>
                  <a:pt x="112" y="344"/>
                </a:lnTo>
                <a:lnTo>
                  <a:pt x="112" y="343"/>
                </a:lnTo>
                <a:lnTo>
                  <a:pt x="111" y="342"/>
                </a:lnTo>
                <a:lnTo>
                  <a:pt x="110" y="341"/>
                </a:lnTo>
                <a:lnTo>
                  <a:pt x="109" y="341"/>
                </a:lnTo>
                <a:lnTo>
                  <a:pt x="109" y="342"/>
                </a:lnTo>
                <a:lnTo>
                  <a:pt x="107" y="342"/>
                </a:lnTo>
                <a:lnTo>
                  <a:pt x="106" y="343"/>
                </a:lnTo>
                <a:lnTo>
                  <a:pt x="104" y="342"/>
                </a:lnTo>
                <a:lnTo>
                  <a:pt x="104" y="341"/>
                </a:lnTo>
                <a:lnTo>
                  <a:pt x="102" y="340"/>
                </a:lnTo>
                <a:lnTo>
                  <a:pt x="102" y="339"/>
                </a:lnTo>
                <a:lnTo>
                  <a:pt x="103" y="339"/>
                </a:lnTo>
                <a:lnTo>
                  <a:pt x="104" y="339"/>
                </a:lnTo>
                <a:lnTo>
                  <a:pt x="104" y="338"/>
                </a:lnTo>
                <a:lnTo>
                  <a:pt x="105" y="338"/>
                </a:lnTo>
                <a:lnTo>
                  <a:pt x="105" y="336"/>
                </a:lnTo>
                <a:lnTo>
                  <a:pt x="104" y="335"/>
                </a:lnTo>
                <a:lnTo>
                  <a:pt x="105" y="334"/>
                </a:lnTo>
                <a:lnTo>
                  <a:pt x="104" y="333"/>
                </a:lnTo>
                <a:lnTo>
                  <a:pt x="103" y="333"/>
                </a:lnTo>
                <a:lnTo>
                  <a:pt x="102" y="333"/>
                </a:lnTo>
                <a:lnTo>
                  <a:pt x="102" y="332"/>
                </a:lnTo>
                <a:lnTo>
                  <a:pt x="102" y="331"/>
                </a:lnTo>
                <a:lnTo>
                  <a:pt x="101" y="330"/>
                </a:lnTo>
                <a:lnTo>
                  <a:pt x="100" y="330"/>
                </a:lnTo>
                <a:lnTo>
                  <a:pt x="99" y="330"/>
                </a:lnTo>
                <a:lnTo>
                  <a:pt x="99" y="329"/>
                </a:lnTo>
                <a:lnTo>
                  <a:pt x="100" y="327"/>
                </a:lnTo>
                <a:lnTo>
                  <a:pt x="100" y="326"/>
                </a:lnTo>
                <a:lnTo>
                  <a:pt x="98" y="324"/>
                </a:lnTo>
                <a:lnTo>
                  <a:pt x="98" y="323"/>
                </a:lnTo>
                <a:lnTo>
                  <a:pt x="98" y="321"/>
                </a:lnTo>
                <a:lnTo>
                  <a:pt x="98" y="320"/>
                </a:lnTo>
                <a:lnTo>
                  <a:pt x="99" y="318"/>
                </a:lnTo>
                <a:lnTo>
                  <a:pt x="100" y="318"/>
                </a:lnTo>
                <a:lnTo>
                  <a:pt x="101" y="318"/>
                </a:lnTo>
                <a:lnTo>
                  <a:pt x="102" y="318"/>
                </a:lnTo>
                <a:lnTo>
                  <a:pt x="102" y="317"/>
                </a:lnTo>
                <a:lnTo>
                  <a:pt x="101" y="317"/>
                </a:lnTo>
                <a:lnTo>
                  <a:pt x="102" y="317"/>
                </a:lnTo>
                <a:lnTo>
                  <a:pt x="103" y="317"/>
                </a:lnTo>
                <a:lnTo>
                  <a:pt x="104" y="317"/>
                </a:lnTo>
                <a:lnTo>
                  <a:pt x="105" y="317"/>
                </a:lnTo>
                <a:lnTo>
                  <a:pt x="105" y="316"/>
                </a:lnTo>
                <a:lnTo>
                  <a:pt x="106" y="316"/>
                </a:lnTo>
                <a:lnTo>
                  <a:pt x="107" y="316"/>
                </a:lnTo>
                <a:lnTo>
                  <a:pt x="108" y="316"/>
                </a:lnTo>
                <a:lnTo>
                  <a:pt x="109" y="317"/>
                </a:lnTo>
                <a:lnTo>
                  <a:pt x="110" y="316"/>
                </a:lnTo>
                <a:lnTo>
                  <a:pt x="111" y="316"/>
                </a:lnTo>
                <a:lnTo>
                  <a:pt x="111" y="315"/>
                </a:lnTo>
                <a:lnTo>
                  <a:pt x="111" y="314"/>
                </a:lnTo>
                <a:lnTo>
                  <a:pt x="112" y="314"/>
                </a:lnTo>
                <a:lnTo>
                  <a:pt x="112" y="313"/>
                </a:lnTo>
                <a:lnTo>
                  <a:pt x="112" y="312"/>
                </a:lnTo>
                <a:lnTo>
                  <a:pt x="111" y="312"/>
                </a:lnTo>
                <a:lnTo>
                  <a:pt x="112" y="311"/>
                </a:lnTo>
                <a:lnTo>
                  <a:pt x="111" y="310"/>
                </a:lnTo>
                <a:lnTo>
                  <a:pt x="111" y="309"/>
                </a:lnTo>
                <a:lnTo>
                  <a:pt x="110" y="308"/>
                </a:lnTo>
                <a:lnTo>
                  <a:pt x="108" y="307"/>
                </a:lnTo>
                <a:lnTo>
                  <a:pt x="107" y="305"/>
                </a:lnTo>
                <a:lnTo>
                  <a:pt x="108" y="305"/>
                </a:lnTo>
                <a:lnTo>
                  <a:pt x="106" y="303"/>
                </a:lnTo>
                <a:lnTo>
                  <a:pt x="106" y="302"/>
                </a:lnTo>
                <a:lnTo>
                  <a:pt x="106" y="301"/>
                </a:lnTo>
                <a:lnTo>
                  <a:pt x="105" y="301"/>
                </a:lnTo>
                <a:lnTo>
                  <a:pt x="104" y="300"/>
                </a:lnTo>
                <a:lnTo>
                  <a:pt x="103" y="299"/>
                </a:lnTo>
                <a:lnTo>
                  <a:pt x="102" y="299"/>
                </a:lnTo>
                <a:lnTo>
                  <a:pt x="102" y="298"/>
                </a:lnTo>
                <a:lnTo>
                  <a:pt x="101" y="298"/>
                </a:lnTo>
                <a:lnTo>
                  <a:pt x="100" y="299"/>
                </a:lnTo>
                <a:lnTo>
                  <a:pt x="99" y="299"/>
                </a:lnTo>
                <a:lnTo>
                  <a:pt x="99" y="298"/>
                </a:lnTo>
                <a:lnTo>
                  <a:pt x="98" y="298"/>
                </a:lnTo>
                <a:lnTo>
                  <a:pt x="97" y="298"/>
                </a:lnTo>
                <a:lnTo>
                  <a:pt x="96" y="299"/>
                </a:lnTo>
                <a:lnTo>
                  <a:pt x="97" y="299"/>
                </a:lnTo>
                <a:lnTo>
                  <a:pt x="96" y="299"/>
                </a:lnTo>
                <a:lnTo>
                  <a:pt x="95" y="299"/>
                </a:lnTo>
                <a:lnTo>
                  <a:pt x="95" y="298"/>
                </a:lnTo>
                <a:lnTo>
                  <a:pt x="96" y="298"/>
                </a:lnTo>
                <a:lnTo>
                  <a:pt x="96" y="296"/>
                </a:lnTo>
                <a:lnTo>
                  <a:pt x="95" y="296"/>
                </a:lnTo>
                <a:lnTo>
                  <a:pt x="95" y="294"/>
                </a:lnTo>
                <a:lnTo>
                  <a:pt x="96" y="295"/>
                </a:lnTo>
                <a:lnTo>
                  <a:pt x="96" y="294"/>
                </a:lnTo>
                <a:lnTo>
                  <a:pt x="96" y="293"/>
                </a:lnTo>
                <a:lnTo>
                  <a:pt x="95" y="293"/>
                </a:lnTo>
                <a:lnTo>
                  <a:pt x="95" y="292"/>
                </a:lnTo>
                <a:lnTo>
                  <a:pt x="95" y="291"/>
                </a:lnTo>
                <a:lnTo>
                  <a:pt x="95" y="290"/>
                </a:lnTo>
                <a:lnTo>
                  <a:pt x="94" y="290"/>
                </a:lnTo>
                <a:lnTo>
                  <a:pt x="94" y="289"/>
                </a:lnTo>
                <a:lnTo>
                  <a:pt x="94" y="288"/>
                </a:lnTo>
                <a:lnTo>
                  <a:pt x="94" y="287"/>
                </a:lnTo>
                <a:lnTo>
                  <a:pt x="94" y="286"/>
                </a:lnTo>
                <a:lnTo>
                  <a:pt x="93" y="286"/>
                </a:lnTo>
                <a:lnTo>
                  <a:pt x="92" y="286"/>
                </a:lnTo>
                <a:lnTo>
                  <a:pt x="91" y="286"/>
                </a:lnTo>
                <a:lnTo>
                  <a:pt x="90" y="286"/>
                </a:lnTo>
                <a:lnTo>
                  <a:pt x="88" y="286"/>
                </a:lnTo>
                <a:lnTo>
                  <a:pt x="87" y="286"/>
                </a:lnTo>
                <a:lnTo>
                  <a:pt x="84" y="284"/>
                </a:lnTo>
                <a:lnTo>
                  <a:pt x="83" y="283"/>
                </a:lnTo>
                <a:lnTo>
                  <a:pt x="82" y="283"/>
                </a:lnTo>
                <a:lnTo>
                  <a:pt x="81" y="283"/>
                </a:lnTo>
                <a:lnTo>
                  <a:pt x="81" y="284"/>
                </a:lnTo>
                <a:lnTo>
                  <a:pt x="80" y="285"/>
                </a:lnTo>
                <a:lnTo>
                  <a:pt x="79" y="285"/>
                </a:lnTo>
                <a:lnTo>
                  <a:pt x="79" y="284"/>
                </a:lnTo>
                <a:lnTo>
                  <a:pt x="77" y="284"/>
                </a:lnTo>
                <a:lnTo>
                  <a:pt x="78" y="282"/>
                </a:lnTo>
                <a:lnTo>
                  <a:pt x="77" y="282"/>
                </a:lnTo>
                <a:lnTo>
                  <a:pt x="75" y="282"/>
                </a:lnTo>
                <a:lnTo>
                  <a:pt x="73" y="282"/>
                </a:lnTo>
                <a:lnTo>
                  <a:pt x="71" y="281"/>
                </a:lnTo>
                <a:lnTo>
                  <a:pt x="71" y="276"/>
                </a:lnTo>
                <a:lnTo>
                  <a:pt x="69" y="275"/>
                </a:lnTo>
                <a:lnTo>
                  <a:pt x="68" y="275"/>
                </a:lnTo>
                <a:lnTo>
                  <a:pt x="68" y="274"/>
                </a:lnTo>
                <a:lnTo>
                  <a:pt x="67" y="274"/>
                </a:lnTo>
                <a:lnTo>
                  <a:pt x="68" y="273"/>
                </a:lnTo>
                <a:lnTo>
                  <a:pt x="68" y="272"/>
                </a:lnTo>
                <a:lnTo>
                  <a:pt x="67" y="271"/>
                </a:lnTo>
                <a:lnTo>
                  <a:pt x="66" y="271"/>
                </a:lnTo>
                <a:lnTo>
                  <a:pt x="66" y="269"/>
                </a:lnTo>
                <a:lnTo>
                  <a:pt x="65" y="267"/>
                </a:lnTo>
                <a:lnTo>
                  <a:pt x="64" y="266"/>
                </a:lnTo>
                <a:lnTo>
                  <a:pt x="63" y="266"/>
                </a:lnTo>
                <a:lnTo>
                  <a:pt x="62" y="265"/>
                </a:lnTo>
                <a:lnTo>
                  <a:pt x="62" y="264"/>
                </a:lnTo>
                <a:lnTo>
                  <a:pt x="61" y="264"/>
                </a:lnTo>
                <a:lnTo>
                  <a:pt x="61" y="262"/>
                </a:lnTo>
                <a:lnTo>
                  <a:pt x="61" y="261"/>
                </a:lnTo>
                <a:lnTo>
                  <a:pt x="61" y="260"/>
                </a:lnTo>
                <a:lnTo>
                  <a:pt x="60" y="260"/>
                </a:lnTo>
                <a:lnTo>
                  <a:pt x="59" y="260"/>
                </a:lnTo>
                <a:lnTo>
                  <a:pt x="59" y="259"/>
                </a:lnTo>
                <a:lnTo>
                  <a:pt x="58" y="259"/>
                </a:lnTo>
                <a:lnTo>
                  <a:pt x="58" y="258"/>
                </a:lnTo>
                <a:lnTo>
                  <a:pt x="57" y="258"/>
                </a:lnTo>
                <a:lnTo>
                  <a:pt x="56" y="259"/>
                </a:lnTo>
                <a:lnTo>
                  <a:pt x="56" y="258"/>
                </a:lnTo>
                <a:lnTo>
                  <a:pt x="55" y="258"/>
                </a:lnTo>
                <a:lnTo>
                  <a:pt x="54" y="258"/>
                </a:lnTo>
                <a:lnTo>
                  <a:pt x="54" y="257"/>
                </a:lnTo>
                <a:lnTo>
                  <a:pt x="53" y="256"/>
                </a:lnTo>
                <a:lnTo>
                  <a:pt x="52" y="257"/>
                </a:lnTo>
                <a:lnTo>
                  <a:pt x="51" y="258"/>
                </a:lnTo>
                <a:lnTo>
                  <a:pt x="50" y="258"/>
                </a:lnTo>
                <a:lnTo>
                  <a:pt x="49" y="259"/>
                </a:lnTo>
                <a:lnTo>
                  <a:pt x="48" y="260"/>
                </a:lnTo>
                <a:lnTo>
                  <a:pt x="47" y="261"/>
                </a:lnTo>
                <a:lnTo>
                  <a:pt x="44" y="261"/>
                </a:lnTo>
                <a:lnTo>
                  <a:pt x="43" y="262"/>
                </a:lnTo>
                <a:lnTo>
                  <a:pt x="41" y="261"/>
                </a:lnTo>
                <a:lnTo>
                  <a:pt x="40" y="261"/>
                </a:lnTo>
                <a:lnTo>
                  <a:pt x="38" y="262"/>
                </a:lnTo>
                <a:lnTo>
                  <a:pt x="38" y="261"/>
                </a:lnTo>
                <a:lnTo>
                  <a:pt x="37" y="261"/>
                </a:lnTo>
                <a:lnTo>
                  <a:pt x="37" y="260"/>
                </a:lnTo>
                <a:lnTo>
                  <a:pt x="36" y="260"/>
                </a:lnTo>
                <a:lnTo>
                  <a:pt x="36" y="259"/>
                </a:lnTo>
                <a:lnTo>
                  <a:pt x="35" y="258"/>
                </a:lnTo>
                <a:lnTo>
                  <a:pt x="35" y="257"/>
                </a:lnTo>
                <a:lnTo>
                  <a:pt x="34" y="257"/>
                </a:lnTo>
                <a:lnTo>
                  <a:pt x="34" y="255"/>
                </a:lnTo>
                <a:lnTo>
                  <a:pt x="35" y="254"/>
                </a:lnTo>
                <a:lnTo>
                  <a:pt x="34" y="253"/>
                </a:lnTo>
                <a:lnTo>
                  <a:pt x="35" y="253"/>
                </a:lnTo>
                <a:lnTo>
                  <a:pt x="36" y="253"/>
                </a:lnTo>
                <a:lnTo>
                  <a:pt x="37" y="253"/>
                </a:lnTo>
                <a:lnTo>
                  <a:pt x="37" y="252"/>
                </a:lnTo>
                <a:lnTo>
                  <a:pt x="37" y="251"/>
                </a:lnTo>
                <a:lnTo>
                  <a:pt x="36" y="251"/>
                </a:lnTo>
                <a:lnTo>
                  <a:pt x="36" y="250"/>
                </a:lnTo>
                <a:lnTo>
                  <a:pt x="37" y="250"/>
                </a:lnTo>
                <a:lnTo>
                  <a:pt x="38" y="250"/>
                </a:lnTo>
                <a:lnTo>
                  <a:pt x="39" y="251"/>
                </a:lnTo>
                <a:lnTo>
                  <a:pt x="40" y="251"/>
                </a:lnTo>
                <a:lnTo>
                  <a:pt x="40" y="250"/>
                </a:lnTo>
                <a:lnTo>
                  <a:pt x="41" y="250"/>
                </a:lnTo>
                <a:lnTo>
                  <a:pt x="41" y="249"/>
                </a:lnTo>
                <a:lnTo>
                  <a:pt x="42" y="248"/>
                </a:lnTo>
                <a:lnTo>
                  <a:pt x="44" y="248"/>
                </a:lnTo>
                <a:lnTo>
                  <a:pt x="44" y="247"/>
                </a:lnTo>
                <a:lnTo>
                  <a:pt x="45" y="247"/>
                </a:lnTo>
                <a:lnTo>
                  <a:pt x="45" y="246"/>
                </a:lnTo>
                <a:lnTo>
                  <a:pt x="46" y="246"/>
                </a:lnTo>
                <a:lnTo>
                  <a:pt x="47" y="246"/>
                </a:lnTo>
                <a:lnTo>
                  <a:pt x="47" y="245"/>
                </a:lnTo>
                <a:lnTo>
                  <a:pt x="44" y="245"/>
                </a:lnTo>
                <a:lnTo>
                  <a:pt x="42" y="243"/>
                </a:lnTo>
                <a:lnTo>
                  <a:pt x="41" y="243"/>
                </a:lnTo>
                <a:lnTo>
                  <a:pt x="41" y="242"/>
                </a:lnTo>
                <a:lnTo>
                  <a:pt x="41" y="241"/>
                </a:lnTo>
                <a:lnTo>
                  <a:pt x="41" y="240"/>
                </a:lnTo>
                <a:lnTo>
                  <a:pt x="42" y="239"/>
                </a:lnTo>
                <a:lnTo>
                  <a:pt x="42" y="238"/>
                </a:lnTo>
                <a:lnTo>
                  <a:pt x="43" y="238"/>
                </a:lnTo>
                <a:lnTo>
                  <a:pt x="43" y="237"/>
                </a:lnTo>
                <a:lnTo>
                  <a:pt x="42" y="237"/>
                </a:lnTo>
                <a:lnTo>
                  <a:pt x="40" y="236"/>
                </a:lnTo>
                <a:lnTo>
                  <a:pt x="38" y="236"/>
                </a:lnTo>
                <a:lnTo>
                  <a:pt x="37" y="236"/>
                </a:lnTo>
                <a:lnTo>
                  <a:pt x="36" y="236"/>
                </a:lnTo>
                <a:lnTo>
                  <a:pt x="35" y="236"/>
                </a:lnTo>
                <a:lnTo>
                  <a:pt x="34" y="235"/>
                </a:lnTo>
                <a:lnTo>
                  <a:pt x="33" y="235"/>
                </a:lnTo>
                <a:lnTo>
                  <a:pt x="30" y="235"/>
                </a:lnTo>
                <a:lnTo>
                  <a:pt x="28" y="235"/>
                </a:lnTo>
                <a:lnTo>
                  <a:pt x="28" y="234"/>
                </a:lnTo>
                <a:lnTo>
                  <a:pt x="27" y="234"/>
                </a:lnTo>
                <a:lnTo>
                  <a:pt x="26" y="234"/>
                </a:lnTo>
                <a:lnTo>
                  <a:pt x="25" y="235"/>
                </a:lnTo>
                <a:lnTo>
                  <a:pt x="24" y="235"/>
                </a:lnTo>
                <a:lnTo>
                  <a:pt x="23" y="236"/>
                </a:lnTo>
                <a:lnTo>
                  <a:pt x="20" y="236"/>
                </a:lnTo>
                <a:lnTo>
                  <a:pt x="18" y="235"/>
                </a:lnTo>
                <a:lnTo>
                  <a:pt x="18" y="234"/>
                </a:lnTo>
                <a:lnTo>
                  <a:pt x="17" y="233"/>
                </a:lnTo>
                <a:lnTo>
                  <a:pt x="15" y="233"/>
                </a:lnTo>
                <a:lnTo>
                  <a:pt x="13" y="234"/>
                </a:lnTo>
                <a:lnTo>
                  <a:pt x="10" y="235"/>
                </a:lnTo>
                <a:lnTo>
                  <a:pt x="9" y="235"/>
                </a:lnTo>
                <a:lnTo>
                  <a:pt x="9" y="236"/>
                </a:lnTo>
                <a:lnTo>
                  <a:pt x="8" y="236"/>
                </a:lnTo>
                <a:lnTo>
                  <a:pt x="7" y="236"/>
                </a:lnTo>
                <a:lnTo>
                  <a:pt x="3" y="236"/>
                </a:lnTo>
                <a:lnTo>
                  <a:pt x="1" y="236"/>
                </a:lnTo>
                <a:lnTo>
                  <a:pt x="0" y="235"/>
                </a:lnTo>
                <a:lnTo>
                  <a:pt x="2" y="233"/>
                </a:lnTo>
                <a:lnTo>
                  <a:pt x="4" y="232"/>
                </a:lnTo>
                <a:lnTo>
                  <a:pt x="5" y="232"/>
                </a:lnTo>
                <a:lnTo>
                  <a:pt x="5" y="233"/>
                </a:lnTo>
                <a:lnTo>
                  <a:pt x="6" y="233"/>
                </a:lnTo>
                <a:lnTo>
                  <a:pt x="8" y="232"/>
                </a:lnTo>
                <a:lnTo>
                  <a:pt x="8" y="231"/>
                </a:lnTo>
                <a:lnTo>
                  <a:pt x="9" y="231"/>
                </a:lnTo>
                <a:lnTo>
                  <a:pt x="10" y="231"/>
                </a:lnTo>
                <a:lnTo>
                  <a:pt x="11" y="231"/>
                </a:lnTo>
                <a:lnTo>
                  <a:pt x="12" y="231"/>
                </a:lnTo>
                <a:lnTo>
                  <a:pt x="13" y="230"/>
                </a:lnTo>
                <a:lnTo>
                  <a:pt x="13" y="228"/>
                </a:lnTo>
                <a:lnTo>
                  <a:pt x="14" y="225"/>
                </a:lnTo>
                <a:lnTo>
                  <a:pt x="15" y="225"/>
                </a:lnTo>
                <a:lnTo>
                  <a:pt x="17" y="224"/>
                </a:lnTo>
                <a:lnTo>
                  <a:pt x="24" y="224"/>
                </a:lnTo>
                <a:lnTo>
                  <a:pt x="36" y="223"/>
                </a:lnTo>
                <a:lnTo>
                  <a:pt x="50" y="222"/>
                </a:lnTo>
                <a:lnTo>
                  <a:pt x="56" y="221"/>
                </a:lnTo>
                <a:lnTo>
                  <a:pt x="59" y="220"/>
                </a:lnTo>
                <a:lnTo>
                  <a:pt x="62" y="218"/>
                </a:lnTo>
                <a:lnTo>
                  <a:pt x="66" y="218"/>
                </a:lnTo>
                <a:lnTo>
                  <a:pt x="68" y="218"/>
                </a:lnTo>
                <a:lnTo>
                  <a:pt x="77" y="217"/>
                </a:lnTo>
                <a:lnTo>
                  <a:pt x="79" y="217"/>
                </a:lnTo>
                <a:lnTo>
                  <a:pt x="80" y="216"/>
                </a:lnTo>
                <a:lnTo>
                  <a:pt x="86" y="212"/>
                </a:lnTo>
                <a:lnTo>
                  <a:pt x="93" y="207"/>
                </a:lnTo>
                <a:lnTo>
                  <a:pt x="94" y="207"/>
                </a:lnTo>
                <a:lnTo>
                  <a:pt x="98" y="206"/>
                </a:lnTo>
                <a:lnTo>
                  <a:pt x="101" y="206"/>
                </a:lnTo>
                <a:lnTo>
                  <a:pt x="104" y="204"/>
                </a:lnTo>
                <a:lnTo>
                  <a:pt x="111" y="202"/>
                </a:lnTo>
                <a:lnTo>
                  <a:pt x="114" y="200"/>
                </a:lnTo>
                <a:lnTo>
                  <a:pt x="115" y="200"/>
                </a:lnTo>
                <a:lnTo>
                  <a:pt x="117" y="201"/>
                </a:lnTo>
                <a:lnTo>
                  <a:pt x="124" y="202"/>
                </a:lnTo>
                <a:lnTo>
                  <a:pt x="126" y="202"/>
                </a:lnTo>
                <a:lnTo>
                  <a:pt x="129" y="202"/>
                </a:lnTo>
                <a:lnTo>
                  <a:pt x="135" y="202"/>
                </a:lnTo>
                <a:lnTo>
                  <a:pt x="137" y="202"/>
                </a:lnTo>
                <a:lnTo>
                  <a:pt x="138" y="202"/>
                </a:lnTo>
                <a:lnTo>
                  <a:pt x="139" y="201"/>
                </a:lnTo>
                <a:lnTo>
                  <a:pt x="141" y="200"/>
                </a:lnTo>
                <a:lnTo>
                  <a:pt x="141" y="196"/>
                </a:lnTo>
                <a:lnTo>
                  <a:pt x="142" y="193"/>
                </a:lnTo>
                <a:lnTo>
                  <a:pt x="143" y="192"/>
                </a:lnTo>
                <a:lnTo>
                  <a:pt x="144" y="193"/>
                </a:lnTo>
                <a:lnTo>
                  <a:pt x="145" y="193"/>
                </a:lnTo>
                <a:lnTo>
                  <a:pt x="146" y="193"/>
                </a:lnTo>
                <a:lnTo>
                  <a:pt x="146" y="194"/>
                </a:lnTo>
                <a:lnTo>
                  <a:pt x="147" y="194"/>
                </a:lnTo>
                <a:lnTo>
                  <a:pt x="149" y="193"/>
                </a:lnTo>
                <a:lnTo>
                  <a:pt x="150" y="192"/>
                </a:lnTo>
                <a:lnTo>
                  <a:pt x="151" y="192"/>
                </a:lnTo>
                <a:lnTo>
                  <a:pt x="153" y="191"/>
                </a:lnTo>
                <a:lnTo>
                  <a:pt x="154" y="190"/>
                </a:lnTo>
                <a:lnTo>
                  <a:pt x="155" y="190"/>
                </a:lnTo>
                <a:lnTo>
                  <a:pt x="156" y="191"/>
                </a:lnTo>
                <a:lnTo>
                  <a:pt x="157" y="191"/>
                </a:lnTo>
                <a:lnTo>
                  <a:pt x="158" y="190"/>
                </a:lnTo>
                <a:lnTo>
                  <a:pt x="158" y="189"/>
                </a:lnTo>
                <a:lnTo>
                  <a:pt x="158" y="188"/>
                </a:lnTo>
                <a:lnTo>
                  <a:pt x="159" y="186"/>
                </a:lnTo>
                <a:lnTo>
                  <a:pt x="160" y="185"/>
                </a:lnTo>
                <a:lnTo>
                  <a:pt x="160" y="184"/>
                </a:lnTo>
                <a:lnTo>
                  <a:pt x="161" y="184"/>
                </a:lnTo>
                <a:lnTo>
                  <a:pt x="161" y="183"/>
                </a:lnTo>
                <a:lnTo>
                  <a:pt x="161" y="182"/>
                </a:lnTo>
                <a:lnTo>
                  <a:pt x="161" y="180"/>
                </a:lnTo>
                <a:lnTo>
                  <a:pt x="161" y="179"/>
                </a:lnTo>
                <a:lnTo>
                  <a:pt x="160" y="178"/>
                </a:lnTo>
                <a:lnTo>
                  <a:pt x="160" y="177"/>
                </a:lnTo>
                <a:lnTo>
                  <a:pt x="160" y="176"/>
                </a:lnTo>
                <a:lnTo>
                  <a:pt x="161" y="175"/>
                </a:lnTo>
                <a:lnTo>
                  <a:pt x="161" y="173"/>
                </a:lnTo>
                <a:lnTo>
                  <a:pt x="160" y="172"/>
                </a:lnTo>
                <a:lnTo>
                  <a:pt x="160" y="171"/>
                </a:lnTo>
                <a:lnTo>
                  <a:pt x="161" y="171"/>
                </a:lnTo>
                <a:lnTo>
                  <a:pt x="162" y="171"/>
                </a:lnTo>
                <a:lnTo>
                  <a:pt x="164" y="168"/>
                </a:lnTo>
                <a:lnTo>
                  <a:pt x="165" y="167"/>
                </a:lnTo>
                <a:lnTo>
                  <a:pt x="165" y="166"/>
                </a:lnTo>
                <a:lnTo>
                  <a:pt x="165" y="165"/>
                </a:lnTo>
                <a:lnTo>
                  <a:pt x="164" y="163"/>
                </a:lnTo>
                <a:lnTo>
                  <a:pt x="162" y="161"/>
                </a:lnTo>
                <a:lnTo>
                  <a:pt x="161" y="160"/>
                </a:lnTo>
                <a:lnTo>
                  <a:pt x="161" y="159"/>
                </a:lnTo>
                <a:lnTo>
                  <a:pt x="160" y="158"/>
                </a:lnTo>
                <a:lnTo>
                  <a:pt x="159" y="157"/>
                </a:lnTo>
                <a:lnTo>
                  <a:pt x="159" y="156"/>
                </a:lnTo>
                <a:lnTo>
                  <a:pt x="159" y="155"/>
                </a:lnTo>
                <a:lnTo>
                  <a:pt x="158" y="153"/>
                </a:lnTo>
                <a:lnTo>
                  <a:pt x="157" y="152"/>
                </a:lnTo>
                <a:lnTo>
                  <a:pt x="157" y="151"/>
                </a:lnTo>
                <a:lnTo>
                  <a:pt x="157" y="148"/>
                </a:lnTo>
                <a:lnTo>
                  <a:pt x="157" y="147"/>
                </a:lnTo>
                <a:lnTo>
                  <a:pt x="158" y="145"/>
                </a:lnTo>
                <a:lnTo>
                  <a:pt x="158" y="142"/>
                </a:lnTo>
                <a:lnTo>
                  <a:pt x="158" y="140"/>
                </a:lnTo>
                <a:lnTo>
                  <a:pt x="161" y="139"/>
                </a:lnTo>
                <a:lnTo>
                  <a:pt x="162" y="139"/>
                </a:lnTo>
                <a:lnTo>
                  <a:pt x="163" y="139"/>
                </a:lnTo>
                <a:lnTo>
                  <a:pt x="164" y="138"/>
                </a:lnTo>
                <a:lnTo>
                  <a:pt x="165" y="137"/>
                </a:lnTo>
                <a:lnTo>
                  <a:pt x="165" y="136"/>
                </a:lnTo>
                <a:lnTo>
                  <a:pt x="165" y="135"/>
                </a:lnTo>
                <a:lnTo>
                  <a:pt x="166" y="134"/>
                </a:lnTo>
                <a:lnTo>
                  <a:pt x="167" y="131"/>
                </a:lnTo>
                <a:lnTo>
                  <a:pt x="167" y="130"/>
                </a:lnTo>
                <a:lnTo>
                  <a:pt x="166" y="128"/>
                </a:lnTo>
                <a:lnTo>
                  <a:pt x="165" y="127"/>
                </a:lnTo>
                <a:lnTo>
                  <a:pt x="165" y="125"/>
                </a:lnTo>
                <a:lnTo>
                  <a:pt x="164" y="125"/>
                </a:lnTo>
                <a:lnTo>
                  <a:pt x="163" y="124"/>
                </a:lnTo>
                <a:lnTo>
                  <a:pt x="163" y="122"/>
                </a:lnTo>
                <a:lnTo>
                  <a:pt x="163" y="121"/>
                </a:lnTo>
                <a:lnTo>
                  <a:pt x="163" y="120"/>
                </a:lnTo>
                <a:lnTo>
                  <a:pt x="164" y="120"/>
                </a:lnTo>
                <a:lnTo>
                  <a:pt x="164" y="119"/>
                </a:lnTo>
                <a:lnTo>
                  <a:pt x="164" y="118"/>
                </a:lnTo>
                <a:lnTo>
                  <a:pt x="164" y="117"/>
                </a:lnTo>
                <a:lnTo>
                  <a:pt x="163" y="116"/>
                </a:lnTo>
                <a:lnTo>
                  <a:pt x="163" y="115"/>
                </a:lnTo>
                <a:lnTo>
                  <a:pt x="163" y="114"/>
                </a:lnTo>
                <a:lnTo>
                  <a:pt x="163" y="113"/>
                </a:lnTo>
                <a:lnTo>
                  <a:pt x="164" y="113"/>
                </a:lnTo>
                <a:lnTo>
                  <a:pt x="165" y="113"/>
                </a:lnTo>
                <a:lnTo>
                  <a:pt x="166" y="113"/>
                </a:lnTo>
                <a:lnTo>
                  <a:pt x="166" y="112"/>
                </a:lnTo>
                <a:lnTo>
                  <a:pt x="165" y="111"/>
                </a:lnTo>
                <a:lnTo>
                  <a:pt x="165" y="110"/>
                </a:lnTo>
                <a:lnTo>
                  <a:pt x="164" y="110"/>
                </a:lnTo>
                <a:lnTo>
                  <a:pt x="164" y="109"/>
                </a:lnTo>
                <a:lnTo>
                  <a:pt x="165" y="108"/>
                </a:lnTo>
                <a:lnTo>
                  <a:pt x="165" y="107"/>
                </a:lnTo>
                <a:lnTo>
                  <a:pt x="165" y="105"/>
                </a:lnTo>
                <a:lnTo>
                  <a:pt x="166" y="104"/>
                </a:lnTo>
                <a:lnTo>
                  <a:pt x="167" y="103"/>
                </a:lnTo>
                <a:lnTo>
                  <a:pt x="167" y="101"/>
                </a:lnTo>
                <a:lnTo>
                  <a:pt x="167" y="100"/>
                </a:lnTo>
                <a:lnTo>
                  <a:pt x="167" y="99"/>
                </a:lnTo>
                <a:lnTo>
                  <a:pt x="166" y="99"/>
                </a:lnTo>
                <a:lnTo>
                  <a:pt x="166" y="98"/>
                </a:lnTo>
                <a:lnTo>
                  <a:pt x="166" y="97"/>
                </a:lnTo>
                <a:lnTo>
                  <a:pt x="166" y="96"/>
                </a:lnTo>
                <a:lnTo>
                  <a:pt x="167" y="96"/>
                </a:lnTo>
                <a:lnTo>
                  <a:pt x="168" y="96"/>
                </a:lnTo>
                <a:lnTo>
                  <a:pt x="168" y="95"/>
                </a:lnTo>
                <a:lnTo>
                  <a:pt x="168" y="93"/>
                </a:lnTo>
                <a:lnTo>
                  <a:pt x="167" y="93"/>
                </a:lnTo>
                <a:lnTo>
                  <a:pt x="166" y="92"/>
                </a:lnTo>
                <a:lnTo>
                  <a:pt x="166" y="91"/>
                </a:lnTo>
                <a:lnTo>
                  <a:pt x="166" y="90"/>
                </a:lnTo>
                <a:lnTo>
                  <a:pt x="166" y="89"/>
                </a:lnTo>
                <a:lnTo>
                  <a:pt x="167" y="88"/>
                </a:lnTo>
                <a:lnTo>
                  <a:pt x="167" y="87"/>
                </a:lnTo>
                <a:lnTo>
                  <a:pt x="168" y="87"/>
                </a:lnTo>
                <a:lnTo>
                  <a:pt x="168" y="86"/>
                </a:lnTo>
                <a:lnTo>
                  <a:pt x="168" y="85"/>
                </a:lnTo>
                <a:lnTo>
                  <a:pt x="169" y="85"/>
                </a:lnTo>
                <a:lnTo>
                  <a:pt x="170" y="83"/>
                </a:lnTo>
                <a:lnTo>
                  <a:pt x="170" y="82"/>
                </a:lnTo>
                <a:lnTo>
                  <a:pt x="170" y="81"/>
                </a:lnTo>
                <a:lnTo>
                  <a:pt x="169" y="81"/>
                </a:lnTo>
                <a:lnTo>
                  <a:pt x="169" y="80"/>
                </a:lnTo>
                <a:lnTo>
                  <a:pt x="170" y="80"/>
                </a:lnTo>
                <a:lnTo>
                  <a:pt x="170" y="79"/>
                </a:lnTo>
                <a:lnTo>
                  <a:pt x="172" y="78"/>
                </a:lnTo>
                <a:lnTo>
                  <a:pt x="172" y="77"/>
                </a:lnTo>
                <a:lnTo>
                  <a:pt x="172" y="76"/>
                </a:lnTo>
                <a:lnTo>
                  <a:pt x="171" y="76"/>
                </a:lnTo>
                <a:lnTo>
                  <a:pt x="171" y="75"/>
                </a:lnTo>
                <a:lnTo>
                  <a:pt x="171" y="74"/>
                </a:lnTo>
                <a:lnTo>
                  <a:pt x="171" y="73"/>
                </a:lnTo>
                <a:lnTo>
                  <a:pt x="171" y="72"/>
                </a:lnTo>
                <a:lnTo>
                  <a:pt x="171" y="71"/>
                </a:lnTo>
                <a:lnTo>
                  <a:pt x="172" y="71"/>
                </a:lnTo>
                <a:lnTo>
                  <a:pt x="175" y="70"/>
                </a:lnTo>
                <a:lnTo>
                  <a:pt x="175" y="69"/>
                </a:lnTo>
                <a:lnTo>
                  <a:pt x="175" y="67"/>
                </a:lnTo>
                <a:lnTo>
                  <a:pt x="176" y="67"/>
                </a:lnTo>
                <a:lnTo>
                  <a:pt x="179" y="65"/>
                </a:lnTo>
                <a:lnTo>
                  <a:pt x="180" y="64"/>
                </a:lnTo>
                <a:lnTo>
                  <a:pt x="180" y="63"/>
                </a:lnTo>
                <a:lnTo>
                  <a:pt x="181" y="63"/>
                </a:lnTo>
                <a:lnTo>
                  <a:pt x="181" y="62"/>
                </a:lnTo>
                <a:lnTo>
                  <a:pt x="182" y="61"/>
                </a:lnTo>
                <a:lnTo>
                  <a:pt x="181" y="61"/>
                </a:lnTo>
                <a:lnTo>
                  <a:pt x="180" y="61"/>
                </a:lnTo>
                <a:lnTo>
                  <a:pt x="178" y="59"/>
                </a:lnTo>
                <a:lnTo>
                  <a:pt x="178" y="58"/>
                </a:lnTo>
                <a:lnTo>
                  <a:pt x="180" y="56"/>
                </a:lnTo>
                <a:lnTo>
                  <a:pt x="181" y="55"/>
                </a:lnTo>
                <a:lnTo>
                  <a:pt x="182" y="55"/>
                </a:lnTo>
                <a:lnTo>
                  <a:pt x="182" y="54"/>
                </a:lnTo>
                <a:lnTo>
                  <a:pt x="181" y="54"/>
                </a:lnTo>
                <a:lnTo>
                  <a:pt x="181" y="53"/>
                </a:lnTo>
                <a:lnTo>
                  <a:pt x="182" y="53"/>
                </a:lnTo>
                <a:lnTo>
                  <a:pt x="183" y="53"/>
                </a:lnTo>
                <a:lnTo>
                  <a:pt x="184" y="52"/>
                </a:lnTo>
                <a:lnTo>
                  <a:pt x="184" y="51"/>
                </a:lnTo>
                <a:lnTo>
                  <a:pt x="185" y="51"/>
                </a:lnTo>
                <a:lnTo>
                  <a:pt x="186" y="51"/>
                </a:lnTo>
                <a:lnTo>
                  <a:pt x="188" y="50"/>
                </a:lnTo>
                <a:lnTo>
                  <a:pt x="188" y="49"/>
                </a:lnTo>
                <a:lnTo>
                  <a:pt x="188" y="48"/>
                </a:lnTo>
                <a:lnTo>
                  <a:pt x="188" y="47"/>
                </a:lnTo>
                <a:lnTo>
                  <a:pt x="189" y="47"/>
                </a:lnTo>
                <a:lnTo>
                  <a:pt x="190" y="46"/>
                </a:lnTo>
                <a:lnTo>
                  <a:pt x="191" y="46"/>
                </a:lnTo>
                <a:lnTo>
                  <a:pt x="191" y="45"/>
                </a:lnTo>
                <a:lnTo>
                  <a:pt x="191" y="44"/>
                </a:lnTo>
                <a:lnTo>
                  <a:pt x="190" y="43"/>
                </a:lnTo>
                <a:lnTo>
                  <a:pt x="189" y="43"/>
                </a:lnTo>
                <a:lnTo>
                  <a:pt x="189" y="42"/>
                </a:lnTo>
                <a:lnTo>
                  <a:pt x="190" y="42"/>
                </a:lnTo>
                <a:lnTo>
                  <a:pt x="190" y="41"/>
                </a:lnTo>
                <a:lnTo>
                  <a:pt x="190" y="40"/>
                </a:lnTo>
                <a:lnTo>
                  <a:pt x="190" y="39"/>
                </a:lnTo>
                <a:lnTo>
                  <a:pt x="191" y="38"/>
                </a:lnTo>
                <a:lnTo>
                  <a:pt x="192" y="37"/>
                </a:lnTo>
                <a:lnTo>
                  <a:pt x="192" y="36"/>
                </a:lnTo>
                <a:lnTo>
                  <a:pt x="192" y="35"/>
                </a:lnTo>
                <a:lnTo>
                  <a:pt x="193" y="34"/>
                </a:lnTo>
                <a:lnTo>
                  <a:pt x="193" y="32"/>
                </a:lnTo>
                <a:lnTo>
                  <a:pt x="193" y="31"/>
                </a:lnTo>
                <a:lnTo>
                  <a:pt x="194" y="31"/>
                </a:lnTo>
                <a:lnTo>
                  <a:pt x="195" y="31"/>
                </a:lnTo>
                <a:lnTo>
                  <a:pt x="195" y="30"/>
                </a:lnTo>
                <a:lnTo>
                  <a:pt x="196" y="29"/>
                </a:lnTo>
                <a:lnTo>
                  <a:pt x="197" y="28"/>
                </a:lnTo>
                <a:lnTo>
                  <a:pt x="197" y="27"/>
                </a:lnTo>
                <a:lnTo>
                  <a:pt x="198" y="27"/>
                </a:lnTo>
                <a:lnTo>
                  <a:pt x="199" y="27"/>
                </a:lnTo>
                <a:lnTo>
                  <a:pt x="200" y="27"/>
                </a:lnTo>
                <a:lnTo>
                  <a:pt x="200" y="28"/>
                </a:lnTo>
                <a:lnTo>
                  <a:pt x="201" y="29"/>
                </a:lnTo>
                <a:lnTo>
                  <a:pt x="202" y="29"/>
                </a:lnTo>
                <a:lnTo>
                  <a:pt x="202" y="30"/>
                </a:lnTo>
                <a:lnTo>
                  <a:pt x="203" y="30"/>
                </a:lnTo>
                <a:lnTo>
                  <a:pt x="204" y="30"/>
                </a:lnTo>
                <a:lnTo>
                  <a:pt x="205" y="30"/>
                </a:lnTo>
                <a:lnTo>
                  <a:pt x="205" y="29"/>
                </a:lnTo>
                <a:lnTo>
                  <a:pt x="206" y="29"/>
                </a:lnTo>
                <a:lnTo>
                  <a:pt x="207" y="30"/>
                </a:lnTo>
                <a:lnTo>
                  <a:pt x="208" y="30"/>
                </a:lnTo>
                <a:lnTo>
                  <a:pt x="210" y="30"/>
                </a:lnTo>
                <a:lnTo>
                  <a:pt x="211" y="29"/>
                </a:lnTo>
                <a:lnTo>
                  <a:pt x="212" y="29"/>
                </a:lnTo>
                <a:lnTo>
                  <a:pt x="212" y="27"/>
                </a:lnTo>
                <a:lnTo>
                  <a:pt x="212" y="24"/>
                </a:lnTo>
                <a:lnTo>
                  <a:pt x="212" y="23"/>
                </a:lnTo>
                <a:lnTo>
                  <a:pt x="211" y="23"/>
                </a:lnTo>
                <a:lnTo>
                  <a:pt x="211" y="22"/>
                </a:lnTo>
                <a:lnTo>
                  <a:pt x="211" y="21"/>
                </a:lnTo>
                <a:lnTo>
                  <a:pt x="212" y="21"/>
                </a:lnTo>
                <a:lnTo>
                  <a:pt x="212" y="20"/>
                </a:lnTo>
                <a:lnTo>
                  <a:pt x="212" y="19"/>
                </a:lnTo>
                <a:lnTo>
                  <a:pt x="211" y="18"/>
                </a:lnTo>
                <a:lnTo>
                  <a:pt x="211" y="17"/>
                </a:lnTo>
                <a:lnTo>
                  <a:pt x="211" y="16"/>
                </a:lnTo>
                <a:lnTo>
                  <a:pt x="211" y="15"/>
                </a:lnTo>
                <a:lnTo>
                  <a:pt x="210" y="14"/>
                </a:lnTo>
                <a:lnTo>
                  <a:pt x="211" y="13"/>
                </a:lnTo>
                <a:lnTo>
                  <a:pt x="212" y="13"/>
                </a:lnTo>
                <a:lnTo>
                  <a:pt x="213" y="13"/>
                </a:lnTo>
                <a:lnTo>
                  <a:pt x="215" y="13"/>
                </a:lnTo>
                <a:lnTo>
                  <a:pt x="215" y="12"/>
                </a:lnTo>
                <a:lnTo>
                  <a:pt x="218" y="12"/>
                </a:lnTo>
                <a:lnTo>
                  <a:pt x="219" y="12"/>
                </a:lnTo>
                <a:lnTo>
                  <a:pt x="221" y="12"/>
                </a:lnTo>
                <a:lnTo>
                  <a:pt x="223" y="12"/>
                </a:lnTo>
                <a:lnTo>
                  <a:pt x="227" y="12"/>
                </a:lnTo>
                <a:lnTo>
                  <a:pt x="229" y="12"/>
                </a:lnTo>
                <a:lnTo>
                  <a:pt x="230" y="12"/>
                </a:lnTo>
                <a:lnTo>
                  <a:pt x="232" y="13"/>
                </a:lnTo>
                <a:lnTo>
                  <a:pt x="234" y="13"/>
                </a:lnTo>
                <a:lnTo>
                  <a:pt x="235" y="14"/>
                </a:lnTo>
                <a:lnTo>
                  <a:pt x="235" y="13"/>
                </a:lnTo>
                <a:lnTo>
                  <a:pt x="237" y="10"/>
                </a:lnTo>
                <a:lnTo>
                  <a:pt x="240" y="7"/>
                </a:lnTo>
                <a:lnTo>
                  <a:pt x="242" y="5"/>
                </a:lnTo>
                <a:lnTo>
                  <a:pt x="245" y="1"/>
                </a:lnTo>
                <a:lnTo>
                  <a:pt x="247" y="2"/>
                </a:lnTo>
                <a:lnTo>
                  <a:pt x="248" y="2"/>
                </a:lnTo>
                <a:lnTo>
                  <a:pt x="248" y="3"/>
                </a:lnTo>
                <a:lnTo>
                  <a:pt x="249" y="3"/>
                </a:lnTo>
                <a:lnTo>
                  <a:pt x="252" y="4"/>
                </a:lnTo>
                <a:lnTo>
                  <a:pt x="253" y="4"/>
                </a:lnTo>
                <a:lnTo>
                  <a:pt x="254" y="3"/>
                </a:lnTo>
                <a:lnTo>
                  <a:pt x="256" y="2"/>
                </a:lnTo>
                <a:lnTo>
                  <a:pt x="258" y="1"/>
                </a:lnTo>
                <a:lnTo>
                  <a:pt x="259" y="0"/>
                </a:lnTo>
                <a:lnTo>
                  <a:pt x="260" y="0"/>
                </a:lnTo>
                <a:lnTo>
                  <a:pt x="261" y="1"/>
                </a:lnTo>
                <a:lnTo>
                  <a:pt x="262" y="2"/>
                </a:lnTo>
                <a:close/>
              </a:path>
            </a:pathLst>
          </a:custGeom>
          <a:solidFill>
            <a:srgbClr val="FFF8B5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7" name=""/>
          <p:cNvSpPr/>
          <p:nvPr/>
        </p:nvSpPr>
        <p:spPr>
          <a:xfrm>
            <a:off x="5884920" y="1285200"/>
            <a:ext cx="517680" cy="327600"/>
          </a:xfrm>
          <a:custGeom>
            <a:avLst/>
            <a:gdLst/>
            <a:ahLst/>
            <a:rect l="0" t="0" r="r" b="b"/>
            <a:pathLst>
              <a:path w="1438" h="910">
                <a:moveTo>
                  <a:pt x="802" y="0"/>
                </a:moveTo>
                <a:lnTo>
                  <a:pt x="803" y="0"/>
                </a:lnTo>
                <a:lnTo>
                  <a:pt x="804" y="0"/>
                </a:lnTo>
                <a:lnTo>
                  <a:pt x="805" y="0"/>
                </a:lnTo>
                <a:lnTo>
                  <a:pt x="806" y="0"/>
                </a:lnTo>
                <a:lnTo>
                  <a:pt x="806" y="1"/>
                </a:lnTo>
                <a:lnTo>
                  <a:pt x="807" y="1"/>
                </a:lnTo>
                <a:lnTo>
                  <a:pt x="808" y="1"/>
                </a:lnTo>
                <a:lnTo>
                  <a:pt x="809" y="1"/>
                </a:lnTo>
                <a:lnTo>
                  <a:pt x="810" y="1"/>
                </a:lnTo>
                <a:lnTo>
                  <a:pt x="811" y="1"/>
                </a:lnTo>
                <a:lnTo>
                  <a:pt x="812" y="1"/>
                </a:lnTo>
                <a:lnTo>
                  <a:pt x="814" y="1"/>
                </a:lnTo>
                <a:lnTo>
                  <a:pt x="815" y="1"/>
                </a:lnTo>
                <a:lnTo>
                  <a:pt x="816" y="1"/>
                </a:lnTo>
                <a:lnTo>
                  <a:pt x="817" y="1"/>
                </a:lnTo>
                <a:lnTo>
                  <a:pt x="817" y="2"/>
                </a:lnTo>
                <a:lnTo>
                  <a:pt x="818" y="2"/>
                </a:lnTo>
                <a:lnTo>
                  <a:pt x="819" y="2"/>
                </a:lnTo>
                <a:lnTo>
                  <a:pt x="820" y="2"/>
                </a:lnTo>
                <a:lnTo>
                  <a:pt x="821" y="1"/>
                </a:lnTo>
                <a:lnTo>
                  <a:pt x="822" y="1"/>
                </a:lnTo>
                <a:lnTo>
                  <a:pt x="822" y="2"/>
                </a:lnTo>
                <a:lnTo>
                  <a:pt x="823" y="2"/>
                </a:lnTo>
                <a:lnTo>
                  <a:pt x="825" y="3"/>
                </a:lnTo>
                <a:lnTo>
                  <a:pt x="826" y="3"/>
                </a:lnTo>
                <a:lnTo>
                  <a:pt x="827" y="4"/>
                </a:lnTo>
                <a:lnTo>
                  <a:pt x="828" y="4"/>
                </a:lnTo>
                <a:lnTo>
                  <a:pt x="829" y="5"/>
                </a:lnTo>
                <a:lnTo>
                  <a:pt x="830" y="5"/>
                </a:lnTo>
                <a:lnTo>
                  <a:pt x="832" y="6"/>
                </a:lnTo>
                <a:lnTo>
                  <a:pt x="833" y="6"/>
                </a:lnTo>
                <a:lnTo>
                  <a:pt x="833" y="5"/>
                </a:lnTo>
                <a:lnTo>
                  <a:pt x="835" y="4"/>
                </a:lnTo>
                <a:lnTo>
                  <a:pt x="836" y="4"/>
                </a:lnTo>
                <a:lnTo>
                  <a:pt x="837" y="5"/>
                </a:lnTo>
                <a:lnTo>
                  <a:pt x="837" y="6"/>
                </a:lnTo>
                <a:lnTo>
                  <a:pt x="838" y="7"/>
                </a:lnTo>
                <a:lnTo>
                  <a:pt x="839" y="7"/>
                </a:lnTo>
                <a:lnTo>
                  <a:pt x="840" y="7"/>
                </a:lnTo>
                <a:lnTo>
                  <a:pt x="842" y="7"/>
                </a:lnTo>
                <a:lnTo>
                  <a:pt x="843" y="7"/>
                </a:lnTo>
                <a:lnTo>
                  <a:pt x="843" y="8"/>
                </a:lnTo>
                <a:lnTo>
                  <a:pt x="844" y="8"/>
                </a:lnTo>
                <a:lnTo>
                  <a:pt x="844" y="9"/>
                </a:lnTo>
                <a:lnTo>
                  <a:pt x="844" y="10"/>
                </a:lnTo>
                <a:lnTo>
                  <a:pt x="845" y="10"/>
                </a:lnTo>
                <a:lnTo>
                  <a:pt x="846" y="10"/>
                </a:lnTo>
                <a:lnTo>
                  <a:pt x="846" y="11"/>
                </a:lnTo>
                <a:lnTo>
                  <a:pt x="847" y="11"/>
                </a:lnTo>
                <a:lnTo>
                  <a:pt x="848" y="11"/>
                </a:lnTo>
                <a:lnTo>
                  <a:pt x="849" y="11"/>
                </a:lnTo>
                <a:lnTo>
                  <a:pt x="849" y="12"/>
                </a:lnTo>
                <a:lnTo>
                  <a:pt x="850" y="12"/>
                </a:lnTo>
                <a:lnTo>
                  <a:pt x="850" y="13"/>
                </a:lnTo>
                <a:lnTo>
                  <a:pt x="851" y="13"/>
                </a:lnTo>
                <a:lnTo>
                  <a:pt x="851" y="14"/>
                </a:lnTo>
                <a:lnTo>
                  <a:pt x="852" y="14"/>
                </a:lnTo>
                <a:lnTo>
                  <a:pt x="851" y="14"/>
                </a:lnTo>
                <a:lnTo>
                  <a:pt x="851" y="15"/>
                </a:lnTo>
                <a:lnTo>
                  <a:pt x="852" y="15"/>
                </a:lnTo>
                <a:lnTo>
                  <a:pt x="853" y="15"/>
                </a:lnTo>
                <a:lnTo>
                  <a:pt x="853" y="16"/>
                </a:lnTo>
                <a:lnTo>
                  <a:pt x="854" y="16"/>
                </a:lnTo>
                <a:lnTo>
                  <a:pt x="855" y="16"/>
                </a:lnTo>
                <a:lnTo>
                  <a:pt x="856" y="16"/>
                </a:lnTo>
                <a:lnTo>
                  <a:pt x="856" y="17"/>
                </a:lnTo>
                <a:lnTo>
                  <a:pt x="856" y="16"/>
                </a:lnTo>
                <a:lnTo>
                  <a:pt x="857" y="16"/>
                </a:lnTo>
                <a:lnTo>
                  <a:pt x="857" y="17"/>
                </a:lnTo>
                <a:lnTo>
                  <a:pt x="858" y="17"/>
                </a:lnTo>
                <a:lnTo>
                  <a:pt x="858" y="18"/>
                </a:lnTo>
                <a:lnTo>
                  <a:pt x="859" y="18"/>
                </a:lnTo>
                <a:lnTo>
                  <a:pt x="860" y="18"/>
                </a:lnTo>
                <a:lnTo>
                  <a:pt x="860" y="19"/>
                </a:lnTo>
                <a:lnTo>
                  <a:pt x="861" y="19"/>
                </a:lnTo>
                <a:lnTo>
                  <a:pt x="862" y="19"/>
                </a:lnTo>
                <a:lnTo>
                  <a:pt x="862" y="20"/>
                </a:lnTo>
                <a:lnTo>
                  <a:pt x="863" y="20"/>
                </a:lnTo>
                <a:lnTo>
                  <a:pt x="864" y="20"/>
                </a:lnTo>
                <a:lnTo>
                  <a:pt x="864" y="21"/>
                </a:lnTo>
                <a:lnTo>
                  <a:pt x="865" y="21"/>
                </a:lnTo>
                <a:lnTo>
                  <a:pt x="866" y="21"/>
                </a:lnTo>
                <a:lnTo>
                  <a:pt x="867" y="21"/>
                </a:lnTo>
                <a:lnTo>
                  <a:pt x="867" y="22"/>
                </a:lnTo>
                <a:lnTo>
                  <a:pt x="868" y="22"/>
                </a:lnTo>
                <a:lnTo>
                  <a:pt x="868" y="23"/>
                </a:lnTo>
                <a:lnTo>
                  <a:pt x="869" y="23"/>
                </a:lnTo>
                <a:lnTo>
                  <a:pt x="870" y="24"/>
                </a:lnTo>
                <a:lnTo>
                  <a:pt x="871" y="24"/>
                </a:lnTo>
                <a:lnTo>
                  <a:pt x="872" y="24"/>
                </a:lnTo>
                <a:lnTo>
                  <a:pt x="872" y="26"/>
                </a:lnTo>
                <a:lnTo>
                  <a:pt x="872" y="27"/>
                </a:lnTo>
                <a:lnTo>
                  <a:pt x="872" y="28"/>
                </a:lnTo>
                <a:lnTo>
                  <a:pt x="872" y="29"/>
                </a:lnTo>
                <a:lnTo>
                  <a:pt x="873" y="29"/>
                </a:lnTo>
                <a:lnTo>
                  <a:pt x="874" y="29"/>
                </a:lnTo>
                <a:lnTo>
                  <a:pt x="875" y="29"/>
                </a:lnTo>
                <a:lnTo>
                  <a:pt x="876" y="29"/>
                </a:lnTo>
                <a:lnTo>
                  <a:pt x="877" y="29"/>
                </a:lnTo>
                <a:lnTo>
                  <a:pt x="877" y="30"/>
                </a:lnTo>
                <a:lnTo>
                  <a:pt x="878" y="30"/>
                </a:lnTo>
                <a:lnTo>
                  <a:pt x="879" y="30"/>
                </a:lnTo>
                <a:lnTo>
                  <a:pt x="879" y="31"/>
                </a:lnTo>
                <a:lnTo>
                  <a:pt x="880" y="31"/>
                </a:lnTo>
                <a:lnTo>
                  <a:pt x="880" y="32"/>
                </a:lnTo>
                <a:lnTo>
                  <a:pt x="881" y="32"/>
                </a:lnTo>
                <a:lnTo>
                  <a:pt x="882" y="32"/>
                </a:lnTo>
                <a:lnTo>
                  <a:pt x="883" y="32"/>
                </a:lnTo>
                <a:lnTo>
                  <a:pt x="884" y="32"/>
                </a:lnTo>
                <a:lnTo>
                  <a:pt x="884" y="33"/>
                </a:lnTo>
                <a:lnTo>
                  <a:pt x="885" y="33"/>
                </a:lnTo>
                <a:lnTo>
                  <a:pt x="885" y="32"/>
                </a:lnTo>
                <a:lnTo>
                  <a:pt x="886" y="32"/>
                </a:lnTo>
                <a:lnTo>
                  <a:pt x="886" y="33"/>
                </a:lnTo>
                <a:lnTo>
                  <a:pt x="887" y="33"/>
                </a:lnTo>
                <a:lnTo>
                  <a:pt x="888" y="34"/>
                </a:lnTo>
                <a:lnTo>
                  <a:pt x="889" y="34"/>
                </a:lnTo>
                <a:lnTo>
                  <a:pt x="890" y="34"/>
                </a:lnTo>
                <a:lnTo>
                  <a:pt x="890" y="35"/>
                </a:lnTo>
                <a:lnTo>
                  <a:pt x="891" y="35"/>
                </a:lnTo>
                <a:lnTo>
                  <a:pt x="891" y="36"/>
                </a:lnTo>
                <a:lnTo>
                  <a:pt x="892" y="36"/>
                </a:lnTo>
                <a:lnTo>
                  <a:pt x="892" y="37"/>
                </a:lnTo>
                <a:lnTo>
                  <a:pt x="893" y="37"/>
                </a:lnTo>
                <a:lnTo>
                  <a:pt x="894" y="37"/>
                </a:lnTo>
                <a:lnTo>
                  <a:pt x="894" y="38"/>
                </a:lnTo>
                <a:lnTo>
                  <a:pt x="895" y="38"/>
                </a:lnTo>
                <a:lnTo>
                  <a:pt x="895" y="39"/>
                </a:lnTo>
                <a:lnTo>
                  <a:pt x="896" y="39"/>
                </a:lnTo>
                <a:lnTo>
                  <a:pt x="897" y="39"/>
                </a:lnTo>
                <a:lnTo>
                  <a:pt x="898" y="39"/>
                </a:lnTo>
                <a:lnTo>
                  <a:pt x="899" y="40"/>
                </a:lnTo>
                <a:lnTo>
                  <a:pt x="900" y="40"/>
                </a:lnTo>
                <a:lnTo>
                  <a:pt x="901" y="40"/>
                </a:lnTo>
                <a:lnTo>
                  <a:pt x="901" y="41"/>
                </a:lnTo>
                <a:lnTo>
                  <a:pt x="902" y="41"/>
                </a:lnTo>
                <a:lnTo>
                  <a:pt x="903" y="41"/>
                </a:lnTo>
                <a:lnTo>
                  <a:pt x="903" y="42"/>
                </a:lnTo>
                <a:lnTo>
                  <a:pt x="904" y="42"/>
                </a:lnTo>
                <a:lnTo>
                  <a:pt x="904" y="41"/>
                </a:lnTo>
                <a:lnTo>
                  <a:pt x="904" y="42"/>
                </a:lnTo>
                <a:lnTo>
                  <a:pt x="904" y="41"/>
                </a:lnTo>
                <a:lnTo>
                  <a:pt x="905" y="41"/>
                </a:lnTo>
                <a:lnTo>
                  <a:pt x="905" y="42"/>
                </a:lnTo>
                <a:lnTo>
                  <a:pt x="906" y="42"/>
                </a:lnTo>
                <a:lnTo>
                  <a:pt x="907" y="42"/>
                </a:lnTo>
                <a:lnTo>
                  <a:pt x="907" y="43"/>
                </a:lnTo>
                <a:lnTo>
                  <a:pt x="908" y="43"/>
                </a:lnTo>
                <a:lnTo>
                  <a:pt x="908" y="44"/>
                </a:lnTo>
                <a:lnTo>
                  <a:pt x="908" y="45"/>
                </a:lnTo>
                <a:lnTo>
                  <a:pt x="909" y="45"/>
                </a:lnTo>
                <a:lnTo>
                  <a:pt x="910" y="45"/>
                </a:lnTo>
                <a:lnTo>
                  <a:pt x="910" y="46"/>
                </a:lnTo>
                <a:lnTo>
                  <a:pt x="911" y="46"/>
                </a:lnTo>
                <a:lnTo>
                  <a:pt x="911" y="47"/>
                </a:lnTo>
                <a:lnTo>
                  <a:pt x="911" y="46"/>
                </a:lnTo>
                <a:lnTo>
                  <a:pt x="912" y="46"/>
                </a:lnTo>
                <a:lnTo>
                  <a:pt x="912" y="47"/>
                </a:lnTo>
                <a:lnTo>
                  <a:pt x="913" y="47"/>
                </a:lnTo>
                <a:lnTo>
                  <a:pt x="913" y="48"/>
                </a:lnTo>
                <a:lnTo>
                  <a:pt x="913" y="49"/>
                </a:lnTo>
                <a:lnTo>
                  <a:pt x="914" y="49"/>
                </a:lnTo>
                <a:lnTo>
                  <a:pt x="914" y="50"/>
                </a:lnTo>
                <a:lnTo>
                  <a:pt x="915" y="50"/>
                </a:lnTo>
                <a:lnTo>
                  <a:pt x="915" y="51"/>
                </a:lnTo>
                <a:lnTo>
                  <a:pt x="915" y="50"/>
                </a:lnTo>
                <a:lnTo>
                  <a:pt x="916" y="50"/>
                </a:lnTo>
                <a:lnTo>
                  <a:pt x="916" y="49"/>
                </a:lnTo>
                <a:lnTo>
                  <a:pt x="917" y="49"/>
                </a:lnTo>
                <a:lnTo>
                  <a:pt x="918" y="49"/>
                </a:lnTo>
                <a:lnTo>
                  <a:pt x="918" y="48"/>
                </a:lnTo>
                <a:lnTo>
                  <a:pt x="919" y="48"/>
                </a:lnTo>
                <a:lnTo>
                  <a:pt x="919" y="47"/>
                </a:lnTo>
                <a:lnTo>
                  <a:pt x="920" y="47"/>
                </a:lnTo>
                <a:lnTo>
                  <a:pt x="921" y="47"/>
                </a:lnTo>
                <a:lnTo>
                  <a:pt x="921" y="46"/>
                </a:lnTo>
                <a:lnTo>
                  <a:pt x="922" y="46"/>
                </a:lnTo>
                <a:lnTo>
                  <a:pt x="922" y="45"/>
                </a:lnTo>
                <a:lnTo>
                  <a:pt x="923" y="45"/>
                </a:lnTo>
                <a:lnTo>
                  <a:pt x="923" y="44"/>
                </a:lnTo>
                <a:lnTo>
                  <a:pt x="924" y="44"/>
                </a:lnTo>
                <a:lnTo>
                  <a:pt x="924" y="43"/>
                </a:lnTo>
                <a:lnTo>
                  <a:pt x="925" y="43"/>
                </a:lnTo>
                <a:lnTo>
                  <a:pt x="926" y="43"/>
                </a:lnTo>
                <a:lnTo>
                  <a:pt x="926" y="42"/>
                </a:lnTo>
                <a:lnTo>
                  <a:pt x="927" y="42"/>
                </a:lnTo>
                <a:lnTo>
                  <a:pt x="927" y="41"/>
                </a:lnTo>
                <a:lnTo>
                  <a:pt x="928" y="41"/>
                </a:lnTo>
                <a:lnTo>
                  <a:pt x="928" y="40"/>
                </a:lnTo>
                <a:lnTo>
                  <a:pt x="929" y="40"/>
                </a:lnTo>
                <a:lnTo>
                  <a:pt x="930" y="40"/>
                </a:lnTo>
                <a:lnTo>
                  <a:pt x="931" y="40"/>
                </a:lnTo>
                <a:lnTo>
                  <a:pt x="931" y="39"/>
                </a:lnTo>
                <a:lnTo>
                  <a:pt x="932" y="38"/>
                </a:lnTo>
                <a:lnTo>
                  <a:pt x="932" y="37"/>
                </a:lnTo>
                <a:lnTo>
                  <a:pt x="932" y="36"/>
                </a:lnTo>
                <a:lnTo>
                  <a:pt x="931" y="36"/>
                </a:lnTo>
                <a:lnTo>
                  <a:pt x="931" y="35"/>
                </a:lnTo>
                <a:lnTo>
                  <a:pt x="930" y="35"/>
                </a:lnTo>
                <a:lnTo>
                  <a:pt x="930" y="34"/>
                </a:lnTo>
                <a:lnTo>
                  <a:pt x="931" y="34"/>
                </a:lnTo>
                <a:lnTo>
                  <a:pt x="931" y="33"/>
                </a:lnTo>
                <a:lnTo>
                  <a:pt x="931" y="32"/>
                </a:lnTo>
                <a:lnTo>
                  <a:pt x="932" y="32"/>
                </a:lnTo>
                <a:lnTo>
                  <a:pt x="932" y="31"/>
                </a:lnTo>
                <a:lnTo>
                  <a:pt x="933" y="30"/>
                </a:lnTo>
                <a:lnTo>
                  <a:pt x="934" y="29"/>
                </a:lnTo>
                <a:lnTo>
                  <a:pt x="934" y="28"/>
                </a:lnTo>
                <a:lnTo>
                  <a:pt x="934" y="27"/>
                </a:lnTo>
                <a:lnTo>
                  <a:pt x="935" y="26"/>
                </a:lnTo>
                <a:lnTo>
                  <a:pt x="935" y="25"/>
                </a:lnTo>
                <a:lnTo>
                  <a:pt x="935" y="24"/>
                </a:lnTo>
                <a:lnTo>
                  <a:pt x="935" y="23"/>
                </a:lnTo>
                <a:lnTo>
                  <a:pt x="935" y="22"/>
                </a:lnTo>
                <a:lnTo>
                  <a:pt x="936" y="22"/>
                </a:lnTo>
                <a:lnTo>
                  <a:pt x="936" y="21"/>
                </a:lnTo>
                <a:lnTo>
                  <a:pt x="935" y="21"/>
                </a:lnTo>
                <a:lnTo>
                  <a:pt x="936" y="21"/>
                </a:lnTo>
                <a:lnTo>
                  <a:pt x="936" y="20"/>
                </a:lnTo>
                <a:lnTo>
                  <a:pt x="937" y="20"/>
                </a:lnTo>
                <a:lnTo>
                  <a:pt x="937" y="21"/>
                </a:lnTo>
                <a:lnTo>
                  <a:pt x="938" y="21"/>
                </a:lnTo>
                <a:lnTo>
                  <a:pt x="938" y="20"/>
                </a:lnTo>
                <a:lnTo>
                  <a:pt x="939" y="20"/>
                </a:lnTo>
                <a:lnTo>
                  <a:pt x="939" y="21"/>
                </a:lnTo>
                <a:lnTo>
                  <a:pt x="940" y="21"/>
                </a:lnTo>
                <a:lnTo>
                  <a:pt x="940" y="20"/>
                </a:lnTo>
                <a:lnTo>
                  <a:pt x="940" y="21"/>
                </a:lnTo>
                <a:lnTo>
                  <a:pt x="941" y="21"/>
                </a:lnTo>
                <a:lnTo>
                  <a:pt x="942" y="21"/>
                </a:lnTo>
                <a:lnTo>
                  <a:pt x="943" y="21"/>
                </a:lnTo>
                <a:lnTo>
                  <a:pt x="945" y="21"/>
                </a:lnTo>
                <a:lnTo>
                  <a:pt x="946" y="21"/>
                </a:lnTo>
                <a:lnTo>
                  <a:pt x="946" y="22"/>
                </a:lnTo>
                <a:lnTo>
                  <a:pt x="947" y="22"/>
                </a:lnTo>
                <a:lnTo>
                  <a:pt x="947" y="23"/>
                </a:lnTo>
                <a:lnTo>
                  <a:pt x="948" y="24"/>
                </a:lnTo>
                <a:lnTo>
                  <a:pt x="947" y="24"/>
                </a:lnTo>
                <a:lnTo>
                  <a:pt x="948" y="24"/>
                </a:lnTo>
                <a:lnTo>
                  <a:pt x="948" y="25"/>
                </a:lnTo>
                <a:lnTo>
                  <a:pt x="949" y="25"/>
                </a:lnTo>
                <a:lnTo>
                  <a:pt x="950" y="25"/>
                </a:lnTo>
                <a:lnTo>
                  <a:pt x="951" y="25"/>
                </a:lnTo>
                <a:lnTo>
                  <a:pt x="951" y="26"/>
                </a:lnTo>
                <a:lnTo>
                  <a:pt x="951" y="27"/>
                </a:lnTo>
                <a:lnTo>
                  <a:pt x="950" y="27"/>
                </a:lnTo>
                <a:lnTo>
                  <a:pt x="950" y="28"/>
                </a:lnTo>
                <a:lnTo>
                  <a:pt x="951" y="28"/>
                </a:lnTo>
                <a:lnTo>
                  <a:pt x="951" y="29"/>
                </a:lnTo>
                <a:lnTo>
                  <a:pt x="952" y="29"/>
                </a:lnTo>
                <a:lnTo>
                  <a:pt x="953" y="29"/>
                </a:lnTo>
                <a:lnTo>
                  <a:pt x="953" y="30"/>
                </a:lnTo>
                <a:lnTo>
                  <a:pt x="954" y="30"/>
                </a:lnTo>
                <a:lnTo>
                  <a:pt x="955" y="30"/>
                </a:lnTo>
                <a:lnTo>
                  <a:pt x="955" y="31"/>
                </a:lnTo>
                <a:lnTo>
                  <a:pt x="956" y="31"/>
                </a:lnTo>
                <a:lnTo>
                  <a:pt x="957" y="31"/>
                </a:lnTo>
                <a:lnTo>
                  <a:pt x="958" y="31"/>
                </a:lnTo>
                <a:lnTo>
                  <a:pt x="958" y="30"/>
                </a:lnTo>
                <a:lnTo>
                  <a:pt x="959" y="30"/>
                </a:lnTo>
                <a:lnTo>
                  <a:pt x="960" y="30"/>
                </a:lnTo>
                <a:lnTo>
                  <a:pt x="961" y="30"/>
                </a:lnTo>
                <a:lnTo>
                  <a:pt x="961" y="31"/>
                </a:lnTo>
                <a:lnTo>
                  <a:pt x="962" y="31"/>
                </a:lnTo>
                <a:lnTo>
                  <a:pt x="963" y="31"/>
                </a:lnTo>
                <a:lnTo>
                  <a:pt x="964" y="31"/>
                </a:lnTo>
                <a:lnTo>
                  <a:pt x="964" y="32"/>
                </a:lnTo>
                <a:lnTo>
                  <a:pt x="965" y="32"/>
                </a:lnTo>
                <a:lnTo>
                  <a:pt x="965" y="33"/>
                </a:lnTo>
                <a:lnTo>
                  <a:pt x="966" y="33"/>
                </a:lnTo>
                <a:lnTo>
                  <a:pt x="967" y="33"/>
                </a:lnTo>
                <a:lnTo>
                  <a:pt x="968" y="32"/>
                </a:lnTo>
                <a:lnTo>
                  <a:pt x="968" y="31"/>
                </a:lnTo>
                <a:lnTo>
                  <a:pt x="969" y="31"/>
                </a:lnTo>
                <a:lnTo>
                  <a:pt x="970" y="31"/>
                </a:lnTo>
                <a:lnTo>
                  <a:pt x="971" y="31"/>
                </a:lnTo>
                <a:lnTo>
                  <a:pt x="971" y="30"/>
                </a:lnTo>
                <a:lnTo>
                  <a:pt x="971" y="29"/>
                </a:lnTo>
                <a:lnTo>
                  <a:pt x="970" y="29"/>
                </a:lnTo>
                <a:lnTo>
                  <a:pt x="970" y="28"/>
                </a:lnTo>
                <a:lnTo>
                  <a:pt x="970" y="27"/>
                </a:lnTo>
                <a:lnTo>
                  <a:pt x="971" y="27"/>
                </a:lnTo>
                <a:lnTo>
                  <a:pt x="972" y="26"/>
                </a:lnTo>
                <a:lnTo>
                  <a:pt x="972" y="27"/>
                </a:lnTo>
                <a:lnTo>
                  <a:pt x="973" y="27"/>
                </a:lnTo>
                <a:lnTo>
                  <a:pt x="973" y="26"/>
                </a:lnTo>
                <a:lnTo>
                  <a:pt x="974" y="26"/>
                </a:lnTo>
                <a:lnTo>
                  <a:pt x="975" y="26"/>
                </a:lnTo>
                <a:lnTo>
                  <a:pt x="975" y="25"/>
                </a:lnTo>
                <a:lnTo>
                  <a:pt x="976" y="24"/>
                </a:lnTo>
                <a:lnTo>
                  <a:pt x="977" y="24"/>
                </a:lnTo>
                <a:lnTo>
                  <a:pt x="977" y="23"/>
                </a:lnTo>
                <a:lnTo>
                  <a:pt x="978" y="23"/>
                </a:lnTo>
                <a:lnTo>
                  <a:pt x="978" y="22"/>
                </a:lnTo>
                <a:lnTo>
                  <a:pt x="978" y="21"/>
                </a:lnTo>
                <a:lnTo>
                  <a:pt x="979" y="21"/>
                </a:lnTo>
                <a:lnTo>
                  <a:pt x="979" y="20"/>
                </a:lnTo>
                <a:lnTo>
                  <a:pt x="980" y="20"/>
                </a:lnTo>
                <a:lnTo>
                  <a:pt x="980" y="19"/>
                </a:lnTo>
                <a:lnTo>
                  <a:pt x="981" y="19"/>
                </a:lnTo>
                <a:lnTo>
                  <a:pt x="981" y="18"/>
                </a:lnTo>
                <a:lnTo>
                  <a:pt x="982" y="18"/>
                </a:lnTo>
                <a:lnTo>
                  <a:pt x="982" y="17"/>
                </a:lnTo>
                <a:lnTo>
                  <a:pt x="983" y="17"/>
                </a:lnTo>
                <a:lnTo>
                  <a:pt x="983" y="16"/>
                </a:lnTo>
                <a:lnTo>
                  <a:pt x="983" y="15"/>
                </a:lnTo>
                <a:lnTo>
                  <a:pt x="984" y="15"/>
                </a:lnTo>
                <a:lnTo>
                  <a:pt x="984" y="14"/>
                </a:lnTo>
                <a:lnTo>
                  <a:pt x="985" y="14"/>
                </a:lnTo>
                <a:lnTo>
                  <a:pt x="985" y="15"/>
                </a:lnTo>
                <a:lnTo>
                  <a:pt x="986" y="15"/>
                </a:lnTo>
                <a:lnTo>
                  <a:pt x="987" y="14"/>
                </a:lnTo>
                <a:lnTo>
                  <a:pt x="988" y="14"/>
                </a:lnTo>
                <a:lnTo>
                  <a:pt x="989" y="14"/>
                </a:lnTo>
                <a:lnTo>
                  <a:pt x="989" y="15"/>
                </a:lnTo>
                <a:lnTo>
                  <a:pt x="990" y="15"/>
                </a:lnTo>
                <a:lnTo>
                  <a:pt x="990" y="14"/>
                </a:lnTo>
                <a:lnTo>
                  <a:pt x="990" y="15"/>
                </a:lnTo>
                <a:lnTo>
                  <a:pt x="990" y="14"/>
                </a:lnTo>
                <a:lnTo>
                  <a:pt x="991" y="14"/>
                </a:lnTo>
                <a:lnTo>
                  <a:pt x="991" y="15"/>
                </a:lnTo>
                <a:lnTo>
                  <a:pt x="991" y="16"/>
                </a:lnTo>
                <a:lnTo>
                  <a:pt x="992" y="16"/>
                </a:lnTo>
                <a:lnTo>
                  <a:pt x="992" y="17"/>
                </a:lnTo>
                <a:lnTo>
                  <a:pt x="991" y="17"/>
                </a:lnTo>
                <a:lnTo>
                  <a:pt x="992" y="17"/>
                </a:lnTo>
                <a:lnTo>
                  <a:pt x="992" y="18"/>
                </a:lnTo>
                <a:lnTo>
                  <a:pt x="993" y="18"/>
                </a:lnTo>
                <a:lnTo>
                  <a:pt x="993" y="19"/>
                </a:lnTo>
                <a:lnTo>
                  <a:pt x="994" y="19"/>
                </a:lnTo>
                <a:lnTo>
                  <a:pt x="994" y="18"/>
                </a:lnTo>
                <a:lnTo>
                  <a:pt x="995" y="18"/>
                </a:lnTo>
                <a:lnTo>
                  <a:pt x="995" y="19"/>
                </a:lnTo>
                <a:lnTo>
                  <a:pt x="996" y="19"/>
                </a:lnTo>
                <a:lnTo>
                  <a:pt x="997" y="19"/>
                </a:lnTo>
                <a:lnTo>
                  <a:pt x="997" y="20"/>
                </a:lnTo>
                <a:lnTo>
                  <a:pt x="998" y="20"/>
                </a:lnTo>
                <a:lnTo>
                  <a:pt x="999" y="20"/>
                </a:lnTo>
                <a:lnTo>
                  <a:pt x="999" y="21"/>
                </a:lnTo>
                <a:lnTo>
                  <a:pt x="999" y="22"/>
                </a:lnTo>
                <a:lnTo>
                  <a:pt x="1000" y="22"/>
                </a:lnTo>
                <a:lnTo>
                  <a:pt x="1000" y="23"/>
                </a:lnTo>
                <a:lnTo>
                  <a:pt x="1000" y="24"/>
                </a:lnTo>
                <a:lnTo>
                  <a:pt x="1001" y="24"/>
                </a:lnTo>
                <a:lnTo>
                  <a:pt x="1002" y="24"/>
                </a:lnTo>
                <a:lnTo>
                  <a:pt x="1002" y="25"/>
                </a:lnTo>
                <a:lnTo>
                  <a:pt x="1003" y="25"/>
                </a:lnTo>
                <a:lnTo>
                  <a:pt x="1004" y="26"/>
                </a:lnTo>
                <a:lnTo>
                  <a:pt x="1005" y="26"/>
                </a:lnTo>
                <a:lnTo>
                  <a:pt x="1005" y="27"/>
                </a:lnTo>
                <a:lnTo>
                  <a:pt x="1006" y="27"/>
                </a:lnTo>
                <a:lnTo>
                  <a:pt x="1007" y="27"/>
                </a:lnTo>
                <a:lnTo>
                  <a:pt x="1008" y="27"/>
                </a:lnTo>
                <a:lnTo>
                  <a:pt x="1009" y="27"/>
                </a:lnTo>
                <a:lnTo>
                  <a:pt x="1009" y="28"/>
                </a:lnTo>
                <a:lnTo>
                  <a:pt x="1010" y="28"/>
                </a:lnTo>
                <a:lnTo>
                  <a:pt x="1011" y="28"/>
                </a:lnTo>
                <a:lnTo>
                  <a:pt x="1011" y="27"/>
                </a:lnTo>
                <a:lnTo>
                  <a:pt x="1012" y="27"/>
                </a:lnTo>
                <a:lnTo>
                  <a:pt x="1013" y="27"/>
                </a:lnTo>
                <a:lnTo>
                  <a:pt x="1013" y="28"/>
                </a:lnTo>
                <a:lnTo>
                  <a:pt x="1014" y="28"/>
                </a:lnTo>
                <a:lnTo>
                  <a:pt x="1015" y="28"/>
                </a:lnTo>
                <a:lnTo>
                  <a:pt x="1016" y="29"/>
                </a:lnTo>
                <a:lnTo>
                  <a:pt x="1016" y="30"/>
                </a:lnTo>
                <a:lnTo>
                  <a:pt x="1017" y="30"/>
                </a:lnTo>
                <a:lnTo>
                  <a:pt x="1018" y="30"/>
                </a:lnTo>
                <a:lnTo>
                  <a:pt x="1019" y="30"/>
                </a:lnTo>
                <a:lnTo>
                  <a:pt x="1019" y="31"/>
                </a:lnTo>
                <a:lnTo>
                  <a:pt x="1020" y="30"/>
                </a:lnTo>
                <a:lnTo>
                  <a:pt x="1021" y="30"/>
                </a:lnTo>
                <a:lnTo>
                  <a:pt x="1021" y="31"/>
                </a:lnTo>
                <a:lnTo>
                  <a:pt x="1021" y="32"/>
                </a:lnTo>
                <a:lnTo>
                  <a:pt x="1020" y="32"/>
                </a:lnTo>
                <a:lnTo>
                  <a:pt x="1020" y="33"/>
                </a:lnTo>
                <a:lnTo>
                  <a:pt x="1019" y="33"/>
                </a:lnTo>
                <a:lnTo>
                  <a:pt x="1019" y="34"/>
                </a:lnTo>
                <a:lnTo>
                  <a:pt x="1018" y="34"/>
                </a:lnTo>
                <a:lnTo>
                  <a:pt x="1018" y="35"/>
                </a:lnTo>
                <a:lnTo>
                  <a:pt x="1018" y="36"/>
                </a:lnTo>
                <a:lnTo>
                  <a:pt x="1017" y="36"/>
                </a:lnTo>
                <a:lnTo>
                  <a:pt x="1017" y="37"/>
                </a:lnTo>
                <a:lnTo>
                  <a:pt x="1018" y="37"/>
                </a:lnTo>
                <a:lnTo>
                  <a:pt x="1019" y="38"/>
                </a:lnTo>
                <a:lnTo>
                  <a:pt x="1020" y="38"/>
                </a:lnTo>
                <a:lnTo>
                  <a:pt x="1020" y="39"/>
                </a:lnTo>
                <a:lnTo>
                  <a:pt x="1021" y="39"/>
                </a:lnTo>
                <a:lnTo>
                  <a:pt x="1021" y="40"/>
                </a:lnTo>
                <a:lnTo>
                  <a:pt x="1022" y="40"/>
                </a:lnTo>
                <a:lnTo>
                  <a:pt x="1022" y="41"/>
                </a:lnTo>
                <a:lnTo>
                  <a:pt x="1023" y="41"/>
                </a:lnTo>
                <a:lnTo>
                  <a:pt x="1024" y="41"/>
                </a:lnTo>
                <a:lnTo>
                  <a:pt x="1024" y="42"/>
                </a:lnTo>
                <a:lnTo>
                  <a:pt x="1025" y="42"/>
                </a:lnTo>
                <a:lnTo>
                  <a:pt x="1025" y="43"/>
                </a:lnTo>
                <a:lnTo>
                  <a:pt x="1026" y="43"/>
                </a:lnTo>
                <a:lnTo>
                  <a:pt x="1027" y="44"/>
                </a:lnTo>
                <a:lnTo>
                  <a:pt x="1027" y="45"/>
                </a:lnTo>
                <a:lnTo>
                  <a:pt x="1028" y="45"/>
                </a:lnTo>
                <a:lnTo>
                  <a:pt x="1029" y="45"/>
                </a:lnTo>
                <a:lnTo>
                  <a:pt x="1029" y="46"/>
                </a:lnTo>
                <a:lnTo>
                  <a:pt x="1029" y="47"/>
                </a:lnTo>
                <a:lnTo>
                  <a:pt x="1030" y="47"/>
                </a:lnTo>
                <a:lnTo>
                  <a:pt x="1031" y="47"/>
                </a:lnTo>
                <a:lnTo>
                  <a:pt x="1031" y="48"/>
                </a:lnTo>
                <a:lnTo>
                  <a:pt x="1032" y="48"/>
                </a:lnTo>
                <a:lnTo>
                  <a:pt x="1031" y="48"/>
                </a:lnTo>
                <a:lnTo>
                  <a:pt x="1032" y="48"/>
                </a:lnTo>
                <a:lnTo>
                  <a:pt x="1032" y="49"/>
                </a:lnTo>
                <a:lnTo>
                  <a:pt x="1033" y="49"/>
                </a:lnTo>
                <a:lnTo>
                  <a:pt x="1034" y="49"/>
                </a:lnTo>
                <a:lnTo>
                  <a:pt x="1034" y="50"/>
                </a:lnTo>
                <a:lnTo>
                  <a:pt x="1035" y="50"/>
                </a:lnTo>
                <a:lnTo>
                  <a:pt x="1036" y="51"/>
                </a:lnTo>
                <a:lnTo>
                  <a:pt x="1037" y="51"/>
                </a:lnTo>
                <a:lnTo>
                  <a:pt x="1038" y="51"/>
                </a:lnTo>
                <a:lnTo>
                  <a:pt x="1038" y="52"/>
                </a:lnTo>
                <a:lnTo>
                  <a:pt x="1039" y="52"/>
                </a:lnTo>
                <a:lnTo>
                  <a:pt x="1040" y="52"/>
                </a:lnTo>
                <a:lnTo>
                  <a:pt x="1040" y="53"/>
                </a:lnTo>
                <a:lnTo>
                  <a:pt x="1041" y="53"/>
                </a:lnTo>
                <a:lnTo>
                  <a:pt x="1041" y="54"/>
                </a:lnTo>
                <a:lnTo>
                  <a:pt x="1041" y="53"/>
                </a:lnTo>
                <a:lnTo>
                  <a:pt x="1042" y="53"/>
                </a:lnTo>
                <a:lnTo>
                  <a:pt x="1042" y="54"/>
                </a:lnTo>
                <a:lnTo>
                  <a:pt x="1043" y="54"/>
                </a:lnTo>
                <a:lnTo>
                  <a:pt x="1044" y="55"/>
                </a:lnTo>
                <a:lnTo>
                  <a:pt x="1044" y="56"/>
                </a:lnTo>
                <a:lnTo>
                  <a:pt x="1045" y="56"/>
                </a:lnTo>
                <a:lnTo>
                  <a:pt x="1046" y="56"/>
                </a:lnTo>
                <a:lnTo>
                  <a:pt x="1047" y="56"/>
                </a:lnTo>
                <a:lnTo>
                  <a:pt x="1047" y="57"/>
                </a:lnTo>
                <a:lnTo>
                  <a:pt x="1048" y="57"/>
                </a:lnTo>
                <a:lnTo>
                  <a:pt x="1048" y="58"/>
                </a:lnTo>
                <a:lnTo>
                  <a:pt x="1048" y="59"/>
                </a:lnTo>
                <a:lnTo>
                  <a:pt x="1049" y="59"/>
                </a:lnTo>
                <a:lnTo>
                  <a:pt x="1049" y="60"/>
                </a:lnTo>
                <a:lnTo>
                  <a:pt x="1050" y="60"/>
                </a:lnTo>
                <a:lnTo>
                  <a:pt x="1050" y="61"/>
                </a:lnTo>
                <a:lnTo>
                  <a:pt x="1050" y="62"/>
                </a:lnTo>
                <a:lnTo>
                  <a:pt x="1051" y="62"/>
                </a:lnTo>
                <a:lnTo>
                  <a:pt x="1051" y="63"/>
                </a:lnTo>
                <a:lnTo>
                  <a:pt x="1051" y="64"/>
                </a:lnTo>
                <a:lnTo>
                  <a:pt x="1052" y="64"/>
                </a:lnTo>
                <a:lnTo>
                  <a:pt x="1053" y="64"/>
                </a:lnTo>
                <a:lnTo>
                  <a:pt x="1054" y="64"/>
                </a:lnTo>
                <a:lnTo>
                  <a:pt x="1054" y="65"/>
                </a:lnTo>
                <a:lnTo>
                  <a:pt x="1054" y="66"/>
                </a:lnTo>
                <a:lnTo>
                  <a:pt x="1055" y="66"/>
                </a:lnTo>
                <a:lnTo>
                  <a:pt x="1055" y="67"/>
                </a:lnTo>
                <a:lnTo>
                  <a:pt x="1056" y="67"/>
                </a:lnTo>
                <a:lnTo>
                  <a:pt x="1056" y="68"/>
                </a:lnTo>
                <a:lnTo>
                  <a:pt x="1056" y="69"/>
                </a:lnTo>
                <a:lnTo>
                  <a:pt x="1056" y="70"/>
                </a:lnTo>
                <a:lnTo>
                  <a:pt x="1055" y="70"/>
                </a:lnTo>
                <a:lnTo>
                  <a:pt x="1056" y="70"/>
                </a:lnTo>
                <a:lnTo>
                  <a:pt x="1056" y="71"/>
                </a:lnTo>
                <a:lnTo>
                  <a:pt x="1057" y="71"/>
                </a:lnTo>
                <a:lnTo>
                  <a:pt x="1057" y="72"/>
                </a:lnTo>
                <a:lnTo>
                  <a:pt x="1058" y="72"/>
                </a:lnTo>
                <a:lnTo>
                  <a:pt x="1059" y="72"/>
                </a:lnTo>
                <a:lnTo>
                  <a:pt x="1060" y="72"/>
                </a:lnTo>
                <a:lnTo>
                  <a:pt x="1060" y="71"/>
                </a:lnTo>
                <a:lnTo>
                  <a:pt x="1061" y="71"/>
                </a:lnTo>
                <a:lnTo>
                  <a:pt x="1062" y="71"/>
                </a:lnTo>
                <a:lnTo>
                  <a:pt x="1062" y="72"/>
                </a:lnTo>
                <a:lnTo>
                  <a:pt x="1062" y="71"/>
                </a:lnTo>
                <a:lnTo>
                  <a:pt x="1063" y="71"/>
                </a:lnTo>
                <a:lnTo>
                  <a:pt x="1063" y="72"/>
                </a:lnTo>
                <a:lnTo>
                  <a:pt x="1064" y="72"/>
                </a:lnTo>
                <a:lnTo>
                  <a:pt x="1064" y="73"/>
                </a:lnTo>
                <a:lnTo>
                  <a:pt x="1064" y="74"/>
                </a:lnTo>
                <a:lnTo>
                  <a:pt x="1064" y="75"/>
                </a:lnTo>
                <a:lnTo>
                  <a:pt x="1065" y="76"/>
                </a:lnTo>
                <a:lnTo>
                  <a:pt x="1064" y="76"/>
                </a:lnTo>
                <a:lnTo>
                  <a:pt x="1064" y="77"/>
                </a:lnTo>
                <a:lnTo>
                  <a:pt x="1065" y="77"/>
                </a:lnTo>
                <a:lnTo>
                  <a:pt x="1065" y="78"/>
                </a:lnTo>
                <a:lnTo>
                  <a:pt x="1066" y="78"/>
                </a:lnTo>
                <a:lnTo>
                  <a:pt x="1066" y="79"/>
                </a:lnTo>
                <a:lnTo>
                  <a:pt x="1066" y="80"/>
                </a:lnTo>
                <a:lnTo>
                  <a:pt x="1067" y="80"/>
                </a:lnTo>
                <a:lnTo>
                  <a:pt x="1068" y="80"/>
                </a:lnTo>
                <a:lnTo>
                  <a:pt x="1068" y="81"/>
                </a:lnTo>
                <a:lnTo>
                  <a:pt x="1068" y="82"/>
                </a:lnTo>
                <a:lnTo>
                  <a:pt x="1069" y="82"/>
                </a:lnTo>
                <a:lnTo>
                  <a:pt x="1069" y="83"/>
                </a:lnTo>
                <a:lnTo>
                  <a:pt x="1070" y="83"/>
                </a:lnTo>
                <a:lnTo>
                  <a:pt x="1071" y="83"/>
                </a:lnTo>
                <a:lnTo>
                  <a:pt x="1071" y="84"/>
                </a:lnTo>
                <a:lnTo>
                  <a:pt x="1072" y="84"/>
                </a:lnTo>
                <a:lnTo>
                  <a:pt x="1072" y="85"/>
                </a:lnTo>
                <a:lnTo>
                  <a:pt x="1073" y="85"/>
                </a:lnTo>
                <a:lnTo>
                  <a:pt x="1073" y="86"/>
                </a:lnTo>
                <a:lnTo>
                  <a:pt x="1074" y="86"/>
                </a:lnTo>
                <a:lnTo>
                  <a:pt x="1075" y="86"/>
                </a:lnTo>
                <a:lnTo>
                  <a:pt x="1075" y="87"/>
                </a:lnTo>
                <a:lnTo>
                  <a:pt x="1076" y="87"/>
                </a:lnTo>
                <a:lnTo>
                  <a:pt x="1076" y="88"/>
                </a:lnTo>
                <a:lnTo>
                  <a:pt x="1077" y="88"/>
                </a:lnTo>
                <a:lnTo>
                  <a:pt x="1077" y="87"/>
                </a:lnTo>
                <a:lnTo>
                  <a:pt x="1078" y="87"/>
                </a:lnTo>
                <a:lnTo>
                  <a:pt x="1078" y="88"/>
                </a:lnTo>
                <a:lnTo>
                  <a:pt x="1079" y="88"/>
                </a:lnTo>
                <a:lnTo>
                  <a:pt x="1079" y="89"/>
                </a:lnTo>
                <a:lnTo>
                  <a:pt x="1080" y="89"/>
                </a:lnTo>
                <a:lnTo>
                  <a:pt x="1080" y="90"/>
                </a:lnTo>
                <a:lnTo>
                  <a:pt x="1079" y="90"/>
                </a:lnTo>
                <a:lnTo>
                  <a:pt x="1079" y="92"/>
                </a:lnTo>
                <a:lnTo>
                  <a:pt x="1080" y="92"/>
                </a:lnTo>
                <a:lnTo>
                  <a:pt x="1081" y="92"/>
                </a:lnTo>
                <a:lnTo>
                  <a:pt x="1081" y="93"/>
                </a:lnTo>
                <a:lnTo>
                  <a:pt x="1082" y="93"/>
                </a:lnTo>
                <a:lnTo>
                  <a:pt x="1083" y="93"/>
                </a:lnTo>
                <a:lnTo>
                  <a:pt x="1084" y="93"/>
                </a:lnTo>
                <a:lnTo>
                  <a:pt x="1085" y="93"/>
                </a:lnTo>
                <a:lnTo>
                  <a:pt x="1085" y="94"/>
                </a:lnTo>
                <a:lnTo>
                  <a:pt x="1086" y="94"/>
                </a:lnTo>
                <a:lnTo>
                  <a:pt x="1086" y="95"/>
                </a:lnTo>
                <a:lnTo>
                  <a:pt x="1087" y="95"/>
                </a:lnTo>
                <a:lnTo>
                  <a:pt x="1087" y="96"/>
                </a:lnTo>
                <a:lnTo>
                  <a:pt x="1088" y="96"/>
                </a:lnTo>
                <a:lnTo>
                  <a:pt x="1088" y="95"/>
                </a:lnTo>
                <a:lnTo>
                  <a:pt x="1089" y="95"/>
                </a:lnTo>
                <a:lnTo>
                  <a:pt x="1090" y="95"/>
                </a:lnTo>
                <a:lnTo>
                  <a:pt x="1090" y="96"/>
                </a:lnTo>
                <a:lnTo>
                  <a:pt x="1092" y="96"/>
                </a:lnTo>
                <a:lnTo>
                  <a:pt x="1092" y="97"/>
                </a:lnTo>
                <a:lnTo>
                  <a:pt x="1092" y="98"/>
                </a:lnTo>
                <a:lnTo>
                  <a:pt x="1093" y="98"/>
                </a:lnTo>
                <a:lnTo>
                  <a:pt x="1094" y="98"/>
                </a:lnTo>
                <a:lnTo>
                  <a:pt x="1095" y="99"/>
                </a:lnTo>
                <a:lnTo>
                  <a:pt x="1095" y="100"/>
                </a:lnTo>
                <a:lnTo>
                  <a:pt x="1096" y="100"/>
                </a:lnTo>
                <a:lnTo>
                  <a:pt x="1097" y="100"/>
                </a:lnTo>
                <a:lnTo>
                  <a:pt x="1098" y="100"/>
                </a:lnTo>
                <a:lnTo>
                  <a:pt x="1099" y="100"/>
                </a:lnTo>
                <a:lnTo>
                  <a:pt x="1099" y="101"/>
                </a:lnTo>
                <a:lnTo>
                  <a:pt x="1100" y="101"/>
                </a:lnTo>
                <a:lnTo>
                  <a:pt x="1100" y="102"/>
                </a:lnTo>
                <a:lnTo>
                  <a:pt x="1101" y="102"/>
                </a:lnTo>
                <a:lnTo>
                  <a:pt x="1101" y="101"/>
                </a:lnTo>
                <a:lnTo>
                  <a:pt x="1101" y="102"/>
                </a:lnTo>
                <a:lnTo>
                  <a:pt x="1102" y="102"/>
                </a:lnTo>
                <a:lnTo>
                  <a:pt x="1103" y="102"/>
                </a:lnTo>
                <a:lnTo>
                  <a:pt x="1103" y="103"/>
                </a:lnTo>
                <a:lnTo>
                  <a:pt x="1104" y="103"/>
                </a:lnTo>
                <a:lnTo>
                  <a:pt x="1105" y="103"/>
                </a:lnTo>
                <a:lnTo>
                  <a:pt x="1106" y="103"/>
                </a:lnTo>
                <a:lnTo>
                  <a:pt x="1106" y="104"/>
                </a:lnTo>
                <a:lnTo>
                  <a:pt x="1107" y="104"/>
                </a:lnTo>
                <a:lnTo>
                  <a:pt x="1108" y="104"/>
                </a:lnTo>
                <a:lnTo>
                  <a:pt x="1109" y="104"/>
                </a:lnTo>
                <a:lnTo>
                  <a:pt x="1110" y="104"/>
                </a:lnTo>
                <a:lnTo>
                  <a:pt x="1110" y="105"/>
                </a:lnTo>
                <a:lnTo>
                  <a:pt x="1110" y="106"/>
                </a:lnTo>
                <a:lnTo>
                  <a:pt x="1111" y="106"/>
                </a:lnTo>
                <a:lnTo>
                  <a:pt x="1111" y="107"/>
                </a:lnTo>
                <a:lnTo>
                  <a:pt x="1112" y="107"/>
                </a:lnTo>
                <a:lnTo>
                  <a:pt x="1113" y="107"/>
                </a:lnTo>
                <a:lnTo>
                  <a:pt x="1114" y="107"/>
                </a:lnTo>
                <a:lnTo>
                  <a:pt x="1115" y="107"/>
                </a:lnTo>
                <a:lnTo>
                  <a:pt x="1116" y="107"/>
                </a:lnTo>
                <a:lnTo>
                  <a:pt x="1117" y="107"/>
                </a:lnTo>
                <a:lnTo>
                  <a:pt x="1117" y="108"/>
                </a:lnTo>
                <a:lnTo>
                  <a:pt x="1117" y="109"/>
                </a:lnTo>
                <a:lnTo>
                  <a:pt x="1118" y="109"/>
                </a:lnTo>
                <a:lnTo>
                  <a:pt x="1119" y="109"/>
                </a:lnTo>
                <a:lnTo>
                  <a:pt x="1119" y="110"/>
                </a:lnTo>
                <a:lnTo>
                  <a:pt x="1120" y="110"/>
                </a:lnTo>
                <a:lnTo>
                  <a:pt x="1121" y="110"/>
                </a:lnTo>
                <a:lnTo>
                  <a:pt x="1121" y="111"/>
                </a:lnTo>
                <a:lnTo>
                  <a:pt x="1122" y="111"/>
                </a:lnTo>
                <a:lnTo>
                  <a:pt x="1122" y="110"/>
                </a:lnTo>
                <a:lnTo>
                  <a:pt x="1123" y="110"/>
                </a:lnTo>
                <a:lnTo>
                  <a:pt x="1123" y="111"/>
                </a:lnTo>
                <a:lnTo>
                  <a:pt x="1123" y="110"/>
                </a:lnTo>
                <a:lnTo>
                  <a:pt x="1124" y="110"/>
                </a:lnTo>
                <a:lnTo>
                  <a:pt x="1124" y="111"/>
                </a:lnTo>
                <a:lnTo>
                  <a:pt x="1125" y="111"/>
                </a:lnTo>
                <a:lnTo>
                  <a:pt x="1125" y="112"/>
                </a:lnTo>
                <a:lnTo>
                  <a:pt x="1126" y="112"/>
                </a:lnTo>
                <a:lnTo>
                  <a:pt x="1125" y="112"/>
                </a:lnTo>
                <a:lnTo>
                  <a:pt x="1125" y="113"/>
                </a:lnTo>
                <a:lnTo>
                  <a:pt x="1126" y="113"/>
                </a:lnTo>
                <a:lnTo>
                  <a:pt x="1126" y="114"/>
                </a:lnTo>
                <a:lnTo>
                  <a:pt x="1127" y="114"/>
                </a:lnTo>
                <a:lnTo>
                  <a:pt x="1128" y="114"/>
                </a:lnTo>
                <a:lnTo>
                  <a:pt x="1128" y="115"/>
                </a:lnTo>
                <a:lnTo>
                  <a:pt x="1128" y="116"/>
                </a:lnTo>
                <a:lnTo>
                  <a:pt x="1129" y="116"/>
                </a:lnTo>
                <a:lnTo>
                  <a:pt x="1129" y="117"/>
                </a:lnTo>
                <a:lnTo>
                  <a:pt x="1130" y="117"/>
                </a:lnTo>
                <a:lnTo>
                  <a:pt x="1131" y="117"/>
                </a:lnTo>
                <a:lnTo>
                  <a:pt x="1131" y="118"/>
                </a:lnTo>
                <a:lnTo>
                  <a:pt x="1132" y="118"/>
                </a:lnTo>
                <a:lnTo>
                  <a:pt x="1133" y="118"/>
                </a:lnTo>
                <a:lnTo>
                  <a:pt x="1133" y="119"/>
                </a:lnTo>
                <a:lnTo>
                  <a:pt x="1134" y="119"/>
                </a:lnTo>
                <a:lnTo>
                  <a:pt x="1134" y="118"/>
                </a:lnTo>
                <a:lnTo>
                  <a:pt x="1135" y="118"/>
                </a:lnTo>
                <a:lnTo>
                  <a:pt x="1135" y="117"/>
                </a:lnTo>
                <a:lnTo>
                  <a:pt x="1135" y="116"/>
                </a:lnTo>
                <a:lnTo>
                  <a:pt x="1135" y="115"/>
                </a:lnTo>
                <a:lnTo>
                  <a:pt x="1134" y="114"/>
                </a:lnTo>
                <a:lnTo>
                  <a:pt x="1133" y="113"/>
                </a:lnTo>
                <a:lnTo>
                  <a:pt x="1133" y="112"/>
                </a:lnTo>
                <a:lnTo>
                  <a:pt x="1133" y="111"/>
                </a:lnTo>
                <a:lnTo>
                  <a:pt x="1133" y="110"/>
                </a:lnTo>
                <a:lnTo>
                  <a:pt x="1132" y="110"/>
                </a:lnTo>
                <a:lnTo>
                  <a:pt x="1132" y="109"/>
                </a:lnTo>
                <a:lnTo>
                  <a:pt x="1133" y="109"/>
                </a:lnTo>
                <a:lnTo>
                  <a:pt x="1133" y="108"/>
                </a:lnTo>
                <a:lnTo>
                  <a:pt x="1132" y="108"/>
                </a:lnTo>
                <a:lnTo>
                  <a:pt x="1132" y="107"/>
                </a:lnTo>
                <a:lnTo>
                  <a:pt x="1133" y="107"/>
                </a:lnTo>
                <a:lnTo>
                  <a:pt x="1133" y="106"/>
                </a:lnTo>
                <a:lnTo>
                  <a:pt x="1133" y="105"/>
                </a:lnTo>
                <a:lnTo>
                  <a:pt x="1132" y="105"/>
                </a:lnTo>
                <a:lnTo>
                  <a:pt x="1131" y="105"/>
                </a:lnTo>
                <a:lnTo>
                  <a:pt x="1130" y="105"/>
                </a:lnTo>
                <a:lnTo>
                  <a:pt x="1130" y="104"/>
                </a:lnTo>
                <a:lnTo>
                  <a:pt x="1129" y="104"/>
                </a:lnTo>
                <a:lnTo>
                  <a:pt x="1128" y="103"/>
                </a:lnTo>
                <a:lnTo>
                  <a:pt x="1127" y="102"/>
                </a:lnTo>
                <a:lnTo>
                  <a:pt x="1128" y="102"/>
                </a:lnTo>
                <a:lnTo>
                  <a:pt x="1128" y="101"/>
                </a:lnTo>
                <a:lnTo>
                  <a:pt x="1127" y="100"/>
                </a:lnTo>
                <a:lnTo>
                  <a:pt x="1127" y="99"/>
                </a:lnTo>
                <a:lnTo>
                  <a:pt x="1126" y="98"/>
                </a:lnTo>
                <a:lnTo>
                  <a:pt x="1126" y="97"/>
                </a:lnTo>
                <a:lnTo>
                  <a:pt x="1125" y="97"/>
                </a:lnTo>
                <a:lnTo>
                  <a:pt x="1125" y="96"/>
                </a:lnTo>
                <a:lnTo>
                  <a:pt x="1124" y="96"/>
                </a:lnTo>
                <a:lnTo>
                  <a:pt x="1123" y="95"/>
                </a:lnTo>
                <a:lnTo>
                  <a:pt x="1123" y="94"/>
                </a:lnTo>
                <a:lnTo>
                  <a:pt x="1122" y="94"/>
                </a:lnTo>
                <a:lnTo>
                  <a:pt x="1122" y="95"/>
                </a:lnTo>
                <a:lnTo>
                  <a:pt x="1121" y="94"/>
                </a:lnTo>
                <a:lnTo>
                  <a:pt x="1120" y="94"/>
                </a:lnTo>
                <a:lnTo>
                  <a:pt x="1121" y="94"/>
                </a:lnTo>
                <a:lnTo>
                  <a:pt x="1120" y="93"/>
                </a:lnTo>
                <a:lnTo>
                  <a:pt x="1119" y="93"/>
                </a:lnTo>
                <a:lnTo>
                  <a:pt x="1118" y="93"/>
                </a:lnTo>
                <a:lnTo>
                  <a:pt x="1118" y="92"/>
                </a:lnTo>
                <a:lnTo>
                  <a:pt x="1119" y="91"/>
                </a:lnTo>
                <a:lnTo>
                  <a:pt x="1118" y="91"/>
                </a:lnTo>
                <a:lnTo>
                  <a:pt x="1117" y="90"/>
                </a:lnTo>
                <a:lnTo>
                  <a:pt x="1116" y="89"/>
                </a:lnTo>
                <a:lnTo>
                  <a:pt x="1116" y="88"/>
                </a:lnTo>
                <a:lnTo>
                  <a:pt x="1116" y="87"/>
                </a:lnTo>
                <a:lnTo>
                  <a:pt x="1117" y="87"/>
                </a:lnTo>
                <a:lnTo>
                  <a:pt x="1117" y="86"/>
                </a:lnTo>
                <a:lnTo>
                  <a:pt x="1118" y="85"/>
                </a:lnTo>
                <a:lnTo>
                  <a:pt x="1118" y="84"/>
                </a:lnTo>
                <a:lnTo>
                  <a:pt x="1118" y="83"/>
                </a:lnTo>
                <a:lnTo>
                  <a:pt x="1119" y="83"/>
                </a:lnTo>
                <a:lnTo>
                  <a:pt x="1119" y="84"/>
                </a:lnTo>
                <a:lnTo>
                  <a:pt x="1120" y="84"/>
                </a:lnTo>
                <a:lnTo>
                  <a:pt x="1120" y="83"/>
                </a:lnTo>
                <a:lnTo>
                  <a:pt x="1121" y="83"/>
                </a:lnTo>
                <a:lnTo>
                  <a:pt x="1121" y="82"/>
                </a:lnTo>
                <a:lnTo>
                  <a:pt x="1122" y="82"/>
                </a:lnTo>
                <a:lnTo>
                  <a:pt x="1122" y="83"/>
                </a:lnTo>
                <a:lnTo>
                  <a:pt x="1123" y="83"/>
                </a:lnTo>
                <a:lnTo>
                  <a:pt x="1123" y="84"/>
                </a:lnTo>
                <a:lnTo>
                  <a:pt x="1124" y="84"/>
                </a:lnTo>
                <a:lnTo>
                  <a:pt x="1124" y="85"/>
                </a:lnTo>
                <a:lnTo>
                  <a:pt x="1125" y="85"/>
                </a:lnTo>
                <a:lnTo>
                  <a:pt x="1125" y="86"/>
                </a:lnTo>
                <a:lnTo>
                  <a:pt x="1125" y="85"/>
                </a:lnTo>
                <a:lnTo>
                  <a:pt x="1126" y="85"/>
                </a:lnTo>
                <a:lnTo>
                  <a:pt x="1126" y="86"/>
                </a:lnTo>
                <a:lnTo>
                  <a:pt x="1126" y="85"/>
                </a:lnTo>
                <a:lnTo>
                  <a:pt x="1127" y="85"/>
                </a:lnTo>
                <a:lnTo>
                  <a:pt x="1128" y="85"/>
                </a:lnTo>
                <a:lnTo>
                  <a:pt x="1128" y="86"/>
                </a:lnTo>
                <a:lnTo>
                  <a:pt x="1129" y="86"/>
                </a:lnTo>
                <a:lnTo>
                  <a:pt x="1129" y="87"/>
                </a:lnTo>
                <a:lnTo>
                  <a:pt x="1130" y="87"/>
                </a:lnTo>
                <a:lnTo>
                  <a:pt x="1131" y="87"/>
                </a:lnTo>
                <a:lnTo>
                  <a:pt x="1131" y="88"/>
                </a:lnTo>
                <a:lnTo>
                  <a:pt x="1132" y="88"/>
                </a:lnTo>
                <a:lnTo>
                  <a:pt x="1132" y="89"/>
                </a:lnTo>
                <a:lnTo>
                  <a:pt x="1133" y="89"/>
                </a:lnTo>
                <a:lnTo>
                  <a:pt x="1133" y="90"/>
                </a:lnTo>
                <a:lnTo>
                  <a:pt x="1133" y="89"/>
                </a:lnTo>
                <a:lnTo>
                  <a:pt x="1134" y="89"/>
                </a:lnTo>
                <a:lnTo>
                  <a:pt x="1134" y="90"/>
                </a:lnTo>
                <a:lnTo>
                  <a:pt x="1135" y="90"/>
                </a:lnTo>
                <a:lnTo>
                  <a:pt x="1136" y="90"/>
                </a:lnTo>
                <a:lnTo>
                  <a:pt x="1137" y="90"/>
                </a:lnTo>
                <a:lnTo>
                  <a:pt x="1138" y="90"/>
                </a:lnTo>
                <a:lnTo>
                  <a:pt x="1138" y="91"/>
                </a:lnTo>
                <a:lnTo>
                  <a:pt x="1139" y="91"/>
                </a:lnTo>
                <a:lnTo>
                  <a:pt x="1140" y="91"/>
                </a:lnTo>
                <a:lnTo>
                  <a:pt x="1141" y="92"/>
                </a:lnTo>
                <a:lnTo>
                  <a:pt x="1141" y="93"/>
                </a:lnTo>
                <a:lnTo>
                  <a:pt x="1141" y="94"/>
                </a:lnTo>
                <a:lnTo>
                  <a:pt x="1142" y="94"/>
                </a:lnTo>
                <a:lnTo>
                  <a:pt x="1142" y="95"/>
                </a:lnTo>
                <a:lnTo>
                  <a:pt x="1141" y="95"/>
                </a:lnTo>
                <a:lnTo>
                  <a:pt x="1141" y="96"/>
                </a:lnTo>
                <a:lnTo>
                  <a:pt x="1142" y="96"/>
                </a:lnTo>
                <a:lnTo>
                  <a:pt x="1142" y="97"/>
                </a:lnTo>
                <a:lnTo>
                  <a:pt x="1142" y="98"/>
                </a:lnTo>
                <a:lnTo>
                  <a:pt x="1142" y="99"/>
                </a:lnTo>
                <a:lnTo>
                  <a:pt x="1142" y="100"/>
                </a:lnTo>
                <a:lnTo>
                  <a:pt x="1143" y="100"/>
                </a:lnTo>
                <a:lnTo>
                  <a:pt x="1143" y="101"/>
                </a:lnTo>
                <a:lnTo>
                  <a:pt x="1144" y="100"/>
                </a:lnTo>
                <a:lnTo>
                  <a:pt x="1144" y="99"/>
                </a:lnTo>
                <a:lnTo>
                  <a:pt x="1145" y="99"/>
                </a:lnTo>
                <a:lnTo>
                  <a:pt x="1146" y="99"/>
                </a:lnTo>
                <a:lnTo>
                  <a:pt x="1146" y="98"/>
                </a:lnTo>
                <a:lnTo>
                  <a:pt x="1147" y="98"/>
                </a:lnTo>
                <a:lnTo>
                  <a:pt x="1147" y="99"/>
                </a:lnTo>
                <a:lnTo>
                  <a:pt x="1148" y="99"/>
                </a:lnTo>
                <a:lnTo>
                  <a:pt x="1148" y="100"/>
                </a:lnTo>
                <a:lnTo>
                  <a:pt x="1149" y="100"/>
                </a:lnTo>
                <a:lnTo>
                  <a:pt x="1149" y="101"/>
                </a:lnTo>
                <a:lnTo>
                  <a:pt x="1149" y="102"/>
                </a:lnTo>
                <a:lnTo>
                  <a:pt x="1150" y="103"/>
                </a:lnTo>
                <a:lnTo>
                  <a:pt x="1150" y="104"/>
                </a:lnTo>
                <a:lnTo>
                  <a:pt x="1150" y="105"/>
                </a:lnTo>
                <a:lnTo>
                  <a:pt x="1149" y="105"/>
                </a:lnTo>
                <a:lnTo>
                  <a:pt x="1149" y="106"/>
                </a:lnTo>
                <a:lnTo>
                  <a:pt x="1150" y="106"/>
                </a:lnTo>
                <a:lnTo>
                  <a:pt x="1151" y="106"/>
                </a:lnTo>
                <a:lnTo>
                  <a:pt x="1151" y="107"/>
                </a:lnTo>
                <a:lnTo>
                  <a:pt x="1151" y="106"/>
                </a:lnTo>
                <a:lnTo>
                  <a:pt x="1151" y="107"/>
                </a:lnTo>
                <a:lnTo>
                  <a:pt x="1152" y="107"/>
                </a:lnTo>
                <a:lnTo>
                  <a:pt x="1153" y="107"/>
                </a:lnTo>
                <a:lnTo>
                  <a:pt x="1153" y="108"/>
                </a:lnTo>
                <a:lnTo>
                  <a:pt x="1154" y="108"/>
                </a:lnTo>
                <a:lnTo>
                  <a:pt x="1154" y="107"/>
                </a:lnTo>
                <a:lnTo>
                  <a:pt x="1155" y="107"/>
                </a:lnTo>
                <a:lnTo>
                  <a:pt x="1155" y="108"/>
                </a:lnTo>
                <a:lnTo>
                  <a:pt x="1156" y="108"/>
                </a:lnTo>
                <a:lnTo>
                  <a:pt x="1156" y="109"/>
                </a:lnTo>
                <a:lnTo>
                  <a:pt x="1157" y="109"/>
                </a:lnTo>
                <a:lnTo>
                  <a:pt x="1158" y="109"/>
                </a:lnTo>
                <a:lnTo>
                  <a:pt x="1159" y="108"/>
                </a:lnTo>
                <a:lnTo>
                  <a:pt x="1160" y="108"/>
                </a:lnTo>
                <a:lnTo>
                  <a:pt x="1160" y="109"/>
                </a:lnTo>
                <a:lnTo>
                  <a:pt x="1161" y="109"/>
                </a:lnTo>
                <a:lnTo>
                  <a:pt x="1161" y="108"/>
                </a:lnTo>
                <a:lnTo>
                  <a:pt x="1161" y="109"/>
                </a:lnTo>
                <a:lnTo>
                  <a:pt x="1161" y="110"/>
                </a:lnTo>
                <a:lnTo>
                  <a:pt x="1161" y="111"/>
                </a:lnTo>
                <a:lnTo>
                  <a:pt x="1161" y="112"/>
                </a:lnTo>
                <a:lnTo>
                  <a:pt x="1162" y="112"/>
                </a:lnTo>
                <a:lnTo>
                  <a:pt x="1163" y="112"/>
                </a:lnTo>
                <a:lnTo>
                  <a:pt x="1163" y="113"/>
                </a:lnTo>
                <a:lnTo>
                  <a:pt x="1164" y="113"/>
                </a:lnTo>
                <a:lnTo>
                  <a:pt x="1164" y="112"/>
                </a:lnTo>
                <a:lnTo>
                  <a:pt x="1165" y="112"/>
                </a:lnTo>
                <a:lnTo>
                  <a:pt x="1165" y="111"/>
                </a:lnTo>
                <a:lnTo>
                  <a:pt x="1165" y="110"/>
                </a:lnTo>
                <a:lnTo>
                  <a:pt x="1166" y="110"/>
                </a:lnTo>
                <a:lnTo>
                  <a:pt x="1166" y="111"/>
                </a:lnTo>
                <a:lnTo>
                  <a:pt x="1167" y="111"/>
                </a:lnTo>
                <a:lnTo>
                  <a:pt x="1168" y="111"/>
                </a:lnTo>
                <a:lnTo>
                  <a:pt x="1168" y="112"/>
                </a:lnTo>
                <a:lnTo>
                  <a:pt x="1169" y="112"/>
                </a:lnTo>
                <a:lnTo>
                  <a:pt x="1169" y="111"/>
                </a:lnTo>
                <a:lnTo>
                  <a:pt x="1170" y="112"/>
                </a:lnTo>
                <a:lnTo>
                  <a:pt x="1170" y="113"/>
                </a:lnTo>
                <a:lnTo>
                  <a:pt x="1171" y="113"/>
                </a:lnTo>
                <a:lnTo>
                  <a:pt x="1172" y="114"/>
                </a:lnTo>
                <a:lnTo>
                  <a:pt x="1173" y="114"/>
                </a:lnTo>
                <a:lnTo>
                  <a:pt x="1173" y="115"/>
                </a:lnTo>
                <a:lnTo>
                  <a:pt x="1174" y="115"/>
                </a:lnTo>
                <a:lnTo>
                  <a:pt x="1175" y="115"/>
                </a:lnTo>
                <a:lnTo>
                  <a:pt x="1175" y="114"/>
                </a:lnTo>
                <a:lnTo>
                  <a:pt x="1176" y="114"/>
                </a:lnTo>
                <a:lnTo>
                  <a:pt x="1176" y="115"/>
                </a:lnTo>
                <a:lnTo>
                  <a:pt x="1177" y="115"/>
                </a:lnTo>
                <a:lnTo>
                  <a:pt x="1178" y="115"/>
                </a:lnTo>
                <a:lnTo>
                  <a:pt x="1179" y="115"/>
                </a:lnTo>
                <a:lnTo>
                  <a:pt x="1179" y="114"/>
                </a:lnTo>
                <a:lnTo>
                  <a:pt x="1180" y="113"/>
                </a:lnTo>
                <a:lnTo>
                  <a:pt x="1181" y="113"/>
                </a:lnTo>
                <a:lnTo>
                  <a:pt x="1181" y="112"/>
                </a:lnTo>
                <a:lnTo>
                  <a:pt x="1182" y="112"/>
                </a:lnTo>
                <a:lnTo>
                  <a:pt x="1182" y="113"/>
                </a:lnTo>
                <a:lnTo>
                  <a:pt x="1183" y="113"/>
                </a:lnTo>
                <a:lnTo>
                  <a:pt x="1184" y="113"/>
                </a:lnTo>
                <a:lnTo>
                  <a:pt x="1185" y="114"/>
                </a:lnTo>
                <a:lnTo>
                  <a:pt x="1186" y="114"/>
                </a:lnTo>
                <a:lnTo>
                  <a:pt x="1187" y="114"/>
                </a:lnTo>
                <a:lnTo>
                  <a:pt x="1188" y="114"/>
                </a:lnTo>
                <a:lnTo>
                  <a:pt x="1188" y="115"/>
                </a:lnTo>
                <a:lnTo>
                  <a:pt x="1190" y="115"/>
                </a:lnTo>
                <a:lnTo>
                  <a:pt x="1190" y="114"/>
                </a:lnTo>
                <a:lnTo>
                  <a:pt x="1191" y="114"/>
                </a:lnTo>
                <a:lnTo>
                  <a:pt x="1192" y="115"/>
                </a:lnTo>
                <a:lnTo>
                  <a:pt x="1193" y="115"/>
                </a:lnTo>
                <a:lnTo>
                  <a:pt x="1193" y="116"/>
                </a:lnTo>
                <a:lnTo>
                  <a:pt x="1194" y="116"/>
                </a:lnTo>
                <a:lnTo>
                  <a:pt x="1195" y="116"/>
                </a:lnTo>
                <a:lnTo>
                  <a:pt x="1195" y="117"/>
                </a:lnTo>
                <a:lnTo>
                  <a:pt x="1196" y="117"/>
                </a:lnTo>
                <a:lnTo>
                  <a:pt x="1197" y="118"/>
                </a:lnTo>
                <a:lnTo>
                  <a:pt x="1197" y="119"/>
                </a:lnTo>
                <a:lnTo>
                  <a:pt x="1197" y="120"/>
                </a:lnTo>
                <a:lnTo>
                  <a:pt x="1198" y="120"/>
                </a:lnTo>
                <a:lnTo>
                  <a:pt x="1198" y="121"/>
                </a:lnTo>
                <a:lnTo>
                  <a:pt x="1199" y="121"/>
                </a:lnTo>
                <a:lnTo>
                  <a:pt x="1199" y="122"/>
                </a:lnTo>
                <a:lnTo>
                  <a:pt x="1200" y="122"/>
                </a:lnTo>
                <a:lnTo>
                  <a:pt x="1200" y="123"/>
                </a:lnTo>
                <a:lnTo>
                  <a:pt x="1201" y="123"/>
                </a:lnTo>
                <a:lnTo>
                  <a:pt x="1201" y="124"/>
                </a:lnTo>
                <a:lnTo>
                  <a:pt x="1202" y="125"/>
                </a:lnTo>
                <a:lnTo>
                  <a:pt x="1202" y="126"/>
                </a:lnTo>
                <a:lnTo>
                  <a:pt x="1203" y="126"/>
                </a:lnTo>
                <a:lnTo>
                  <a:pt x="1204" y="126"/>
                </a:lnTo>
                <a:lnTo>
                  <a:pt x="1204" y="127"/>
                </a:lnTo>
                <a:lnTo>
                  <a:pt x="1205" y="127"/>
                </a:lnTo>
                <a:lnTo>
                  <a:pt x="1206" y="127"/>
                </a:lnTo>
                <a:lnTo>
                  <a:pt x="1206" y="126"/>
                </a:lnTo>
                <a:lnTo>
                  <a:pt x="1207" y="126"/>
                </a:lnTo>
                <a:lnTo>
                  <a:pt x="1207" y="125"/>
                </a:lnTo>
                <a:lnTo>
                  <a:pt x="1208" y="125"/>
                </a:lnTo>
                <a:lnTo>
                  <a:pt x="1209" y="124"/>
                </a:lnTo>
                <a:lnTo>
                  <a:pt x="1210" y="124"/>
                </a:lnTo>
                <a:lnTo>
                  <a:pt x="1210" y="123"/>
                </a:lnTo>
                <a:lnTo>
                  <a:pt x="1211" y="123"/>
                </a:lnTo>
                <a:lnTo>
                  <a:pt x="1212" y="123"/>
                </a:lnTo>
                <a:lnTo>
                  <a:pt x="1212" y="124"/>
                </a:lnTo>
                <a:lnTo>
                  <a:pt x="1213" y="124"/>
                </a:lnTo>
                <a:lnTo>
                  <a:pt x="1213" y="125"/>
                </a:lnTo>
                <a:lnTo>
                  <a:pt x="1214" y="125"/>
                </a:lnTo>
                <a:lnTo>
                  <a:pt x="1214" y="126"/>
                </a:lnTo>
                <a:lnTo>
                  <a:pt x="1213" y="127"/>
                </a:lnTo>
                <a:lnTo>
                  <a:pt x="1213" y="128"/>
                </a:lnTo>
                <a:lnTo>
                  <a:pt x="1212" y="129"/>
                </a:lnTo>
                <a:lnTo>
                  <a:pt x="1212" y="130"/>
                </a:lnTo>
                <a:lnTo>
                  <a:pt x="1212" y="131"/>
                </a:lnTo>
                <a:lnTo>
                  <a:pt x="1212" y="132"/>
                </a:lnTo>
                <a:lnTo>
                  <a:pt x="1213" y="133"/>
                </a:lnTo>
                <a:lnTo>
                  <a:pt x="1213" y="134"/>
                </a:lnTo>
                <a:lnTo>
                  <a:pt x="1212" y="134"/>
                </a:lnTo>
                <a:lnTo>
                  <a:pt x="1211" y="135"/>
                </a:lnTo>
                <a:lnTo>
                  <a:pt x="1211" y="136"/>
                </a:lnTo>
                <a:lnTo>
                  <a:pt x="1210" y="136"/>
                </a:lnTo>
                <a:lnTo>
                  <a:pt x="1210" y="137"/>
                </a:lnTo>
                <a:lnTo>
                  <a:pt x="1209" y="137"/>
                </a:lnTo>
                <a:lnTo>
                  <a:pt x="1209" y="138"/>
                </a:lnTo>
                <a:lnTo>
                  <a:pt x="1209" y="139"/>
                </a:lnTo>
                <a:lnTo>
                  <a:pt x="1209" y="140"/>
                </a:lnTo>
                <a:lnTo>
                  <a:pt x="1210" y="141"/>
                </a:lnTo>
                <a:lnTo>
                  <a:pt x="1210" y="142"/>
                </a:lnTo>
                <a:lnTo>
                  <a:pt x="1210" y="143"/>
                </a:lnTo>
                <a:lnTo>
                  <a:pt x="1211" y="144"/>
                </a:lnTo>
                <a:lnTo>
                  <a:pt x="1212" y="144"/>
                </a:lnTo>
                <a:lnTo>
                  <a:pt x="1213" y="144"/>
                </a:lnTo>
                <a:lnTo>
                  <a:pt x="1214" y="144"/>
                </a:lnTo>
                <a:lnTo>
                  <a:pt x="1214" y="143"/>
                </a:lnTo>
                <a:lnTo>
                  <a:pt x="1214" y="144"/>
                </a:lnTo>
                <a:lnTo>
                  <a:pt x="1215" y="144"/>
                </a:lnTo>
                <a:lnTo>
                  <a:pt x="1216" y="144"/>
                </a:lnTo>
                <a:lnTo>
                  <a:pt x="1216" y="143"/>
                </a:lnTo>
                <a:lnTo>
                  <a:pt x="1217" y="143"/>
                </a:lnTo>
                <a:lnTo>
                  <a:pt x="1218" y="143"/>
                </a:lnTo>
                <a:lnTo>
                  <a:pt x="1218" y="144"/>
                </a:lnTo>
                <a:lnTo>
                  <a:pt x="1218" y="143"/>
                </a:lnTo>
                <a:lnTo>
                  <a:pt x="1219" y="144"/>
                </a:lnTo>
                <a:lnTo>
                  <a:pt x="1219" y="145"/>
                </a:lnTo>
                <a:lnTo>
                  <a:pt x="1220" y="145"/>
                </a:lnTo>
                <a:lnTo>
                  <a:pt x="1220" y="146"/>
                </a:lnTo>
                <a:lnTo>
                  <a:pt x="1221" y="146"/>
                </a:lnTo>
                <a:lnTo>
                  <a:pt x="1222" y="146"/>
                </a:lnTo>
                <a:lnTo>
                  <a:pt x="1222" y="147"/>
                </a:lnTo>
                <a:lnTo>
                  <a:pt x="1223" y="147"/>
                </a:lnTo>
                <a:lnTo>
                  <a:pt x="1224" y="147"/>
                </a:lnTo>
                <a:lnTo>
                  <a:pt x="1225" y="147"/>
                </a:lnTo>
                <a:lnTo>
                  <a:pt x="1225" y="148"/>
                </a:lnTo>
                <a:lnTo>
                  <a:pt x="1225" y="149"/>
                </a:lnTo>
                <a:lnTo>
                  <a:pt x="1226" y="149"/>
                </a:lnTo>
                <a:lnTo>
                  <a:pt x="1227" y="149"/>
                </a:lnTo>
                <a:lnTo>
                  <a:pt x="1227" y="150"/>
                </a:lnTo>
                <a:lnTo>
                  <a:pt x="1228" y="150"/>
                </a:lnTo>
                <a:lnTo>
                  <a:pt x="1228" y="151"/>
                </a:lnTo>
                <a:lnTo>
                  <a:pt x="1229" y="151"/>
                </a:lnTo>
                <a:lnTo>
                  <a:pt x="1230" y="151"/>
                </a:lnTo>
                <a:lnTo>
                  <a:pt x="1230" y="152"/>
                </a:lnTo>
                <a:lnTo>
                  <a:pt x="1230" y="151"/>
                </a:lnTo>
                <a:lnTo>
                  <a:pt x="1231" y="151"/>
                </a:lnTo>
                <a:lnTo>
                  <a:pt x="1232" y="151"/>
                </a:lnTo>
                <a:lnTo>
                  <a:pt x="1232" y="152"/>
                </a:lnTo>
                <a:lnTo>
                  <a:pt x="1233" y="152"/>
                </a:lnTo>
                <a:lnTo>
                  <a:pt x="1233" y="153"/>
                </a:lnTo>
                <a:lnTo>
                  <a:pt x="1233" y="154"/>
                </a:lnTo>
                <a:lnTo>
                  <a:pt x="1234" y="154"/>
                </a:lnTo>
                <a:lnTo>
                  <a:pt x="1234" y="155"/>
                </a:lnTo>
                <a:lnTo>
                  <a:pt x="1235" y="155"/>
                </a:lnTo>
                <a:lnTo>
                  <a:pt x="1235" y="156"/>
                </a:lnTo>
                <a:lnTo>
                  <a:pt x="1236" y="156"/>
                </a:lnTo>
                <a:lnTo>
                  <a:pt x="1236" y="157"/>
                </a:lnTo>
                <a:lnTo>
                  <a:pt x="1237" y="157"/>
                </a:lnTo>
                <a:lnTo>
                  <a:pt x="1237" y="158"/>
                </a:lnTo>
                <a:lnTo>
                  <a:pt x="1237" y="159"/>
                </a:lnTo>
                <a:lnTo>
                  <a:pt x="1236" y="159"/>
                </a:lnTo>
                <a:lnTo>
                  <a:pt x="1237" y="159"/>
                </a:lnTo>
                <a:lnTo>
                  <a:pt x="1237" y="160"/>
                </a:lnTo>
                <a:lnTo>
                  <a:pt x="1238" y="160"/>
                </a:lnTo>
                <a:lnTo>
                  <a:pt x="1239" y="160"/>
                </a:lnTo>
                <a:lnTo>
                  <a:pt x="1239" y="161"/>
                </a:lnTo>
                <a:lnTo>
                  <a:pt x="1240" y="161"/>
                </a:lnTo>
                <a:lnTo>
                  <a:pt x="1240" y="162"/>
                </a:lnTo>
                <a:lnTo>
                  <a:pt x="1241" y="162"/>
                </a:lnTo>
                <a:lnTo>
                  <a:pt x="1242" y="162"/>
                </a:lnTo>
                <a:lnTo>
                  <a:pt x="1242" y="163"/>
                </a:lnTo>
                <a:lnTo>
                  <a:pt x="1243" y="163"/>
                </a:lnTo>
                <a:lnTo>
                  <a:pt x="1244" y="163"/>
                </a:lnTo>
                <a:lnTo>
                  <a:pt x="1245" y="163"/>
                </a:lnTo>
                <a:lnTo>
                  <a:pt x="1246" y="163"/>
                </a:lnTo>
                <a:lnTo>
                  <a:pt x="1247" y="164"/>
                </a:lnTo>
                <a:lnTo>
                  <a:pt x="1248" y="164"/>
                </a:lnTo>
                <a:lnTo>
                  <a:pt x="1249" y="164"/>
                </a:lnTo>
                <a:lnTo>
                  <a:pt x="1250" y="164"/>
                </a:lnTo>
                <a:lnTo>
                  <a:pt x="1250" y="165"/>
                </a:lnTo>
                <a:lnTo>
                  <a:pt x="1251" y="165"/>
                </a:lnTo>
                <a:lnTo>
                  <a:pt x="1252" y="165"/>
                </a:lnTo>
                <a:lnTo>
                  <a:pt x="1253" y="165"/>
                </a:lnTo>
                <a:lnTo>
                  <a:pt x="1253" y="166"/>
                </a:lnTo>
                <a:lnTo>
                  <a:pt x="1253" y="167"/>
                </a:lnTo>
                <a:lnTo>
                  <a:pt x="1254" y="167"/>
                </a:lnTo>
                <a:lnTo>
                  <a:pt x="1255" y="167"/>
                </a:lnTo>
                <a:lnTo>
                  <a:pt x="1255" y="168"/>
                </a:lnTo>
                <a:lnTo>
                  <a:pt x="1256" y="168"/>
                </a:lnTo>
                <a:lnTo>
                  <a:pt x="1257" y="168"/>
                </a:lnTo>
                <a:lnTo>
                  <a:pt x="1257" y="169"/>
                </a:lnTo>
                <a:lnTo>
                  <a:pt x="1258" y="169"/>
                </a:lnTo>
                <a:lnTo>
                  <a:pt x="1258" y="170"/>
                </a:lnTo>
                <a:lnTo>
                  <a:pt x="1258" y="169"/>
                </a:lnTo>
                <a:lnTo>
                  <a:pt x="1259" y="169"/>
                </a:lnTo>
                <a:lnTo>
                  <a:pt x="1260" y="169"/>
                </a:lnTo>
                <a:lnTo>
                  <a:pt x="1260" y="168"/>
                </a:lnTo>
                <a:lnTo>
                  <a:pt x="1260" y="167"/>
                </a:lnTo>
                <a:lnTo>
                  <a:pt x="1261" y="166"/>
                </a:lnTo>
                <a:lnTo>
                  <a:pt x="1260" y="166"/>
                </a:lnTo>
                <a:lnTo>
                  <a:pt x="1261" y="166"/>
                </a:lnTo>
                <a:lnTo>
                  <a:pt x="1261" y="165"/>
                </a:lnTo>
                <a:lnTo>
                  <a:pt x="1262" y="165"/>
                </a:lnTo>
                <a:lnTo>
                  <a:pt x="1263" y="165"/>
                </a:lnTo>
                <a:lnTo>
                  <a:pt x="1263" y="164"/>
                </a:lnTo>
                <a:lnTo>
                  <a:pt x="1263" y="163"/>
                </a:lnTo>
                <a:lnTo>
                  <a:pt x="1264" y="163"/>
                </a:lnTo>
                <a:lnTo>
                  <a:pt x="1265" y="163"/>
                </a:lnTo>
                <a:lnTo>
                  <a:pt x="1265" y="162"/>
                </a:lnTo>
                <a:lnTo>
                  <a:pt x="1266" y="162"/>
                </a:lnTo>
                <a:lnTo>
                  <a:pt x="1266" y="161"/>
                </a:lnTo>
                <a:lnTo>
                  <a:pt x="1267" y="161"/>
                </a:lnTo>
                <a:lnTo>
                  <a:pt x="1266" y="161"/>
                </a:lnTo>
                <a:lnTo>
                  <a:pt x="1267" y="161"/>
                </a:lnTo>
                <a:lnTo>
                  <a:pt x="1267" y="160"/>
                </a:lnTo>
                <a:lnTo>
                  <a:pt x="1268" y="160"/>
                </a:lnTo>
                <a:lnTo>
                  <a:pt x="1269" y="160"/>
                </a:lnTo>
                <a:lnTo>
                  <a:pt x="1269" y="161"/>
                </a:lnTo>
                <a:lnTo>
                  <a:pt x="1270" y="162"/>
                </a:lnTo>
                <a:lnTo>
                  <a:pt x="1271" y="162"/>
                </a:lnTo>
                <a:lnTo>
                  <a:pt x="1272" y="162"/>
                </a:lnTo>
                <a:lnTo>
                  <a:pt x="1273" y="162"/>
                </a:lnTo>
                <a:lnTo>
                  <a:pt x="1273" y="161"/>
                </a:lnTo>
                <a:lnTo>
                  <a:pt x="1274" y="161"/>
                </a:lnTo>
                <a:lnTo>
                  <a:pt x="1274" y="162"/>
                </a:lnTo>
                <a:lnTo>
                  <a:pt x="1275" y="162"/>
                </a:lnTo>
                <a:lnTo>
                  <a:pt x="1276" y="162"/>
                </a:lnTo>
                <a:lnTo>
                  <a:pt x="1276" y="163"/>
                </a:lnTo>
                <a:lnTo>
                  <a:pt x="1277" y="163"/>
                </a:lnTo>
                <a:lnTo>
                  <a:pt x="1278" y="163"/>
                </a:lnTo>
                <a:lnTo>
                  <a:pt x="1278" y="164"/>
                </a:lnTo>
                <a:lnTo>
                  <a:pt x="1279" y="164"/>
                </a:lnTo>
                <a:lnTo>
                  <a:pt x="1280" y="164"/>
                </a:lnTo>
                <a:lnTo>
                  <a:pt x="1281" y="164"/>
                </a:lnTo>
                <a:lnTo>
                  <a:pt x="1282" y="164"/>
                </a:lnTo>
                <a:lnTo>
                  <a:pt x="1282" y="165"/>
                </a:lnTo>
                <a:lnTo>
                  <a:pt x="1283" y="165"/>
                </a:lnTo>
                <a:lnTo>
                  <a:pt x="1284" y="165"/>
                </a:lnTo>
                <a:lnTo>
                  <a:pt x="1284" y="166"/>
                </a:lnTo>
                <a:lnTo>
                  <a:pt x="1285" y="166"/>
                </a:lnTo>
                <a:lnTo>
                  <a:pt x="1285" y="167"/>
                </a:lnTo>
                <a:lnTo>
                  <a:pt x="1286" y="167"/>
                </a:lnTo>
                <a:lnTo>
                  <a:pt x="1286" y="168"/>
                </a:lnTo>
                <a:lnTo>
                  <a:pt x="1286" y="169"/>
                </a:lnTo>
                <a:lnTo>
                  <a:pt x="1287" y="169"/>
                </a:lnTo>
                <a:lnTo>
                  <a:pt x="1287" y="170"/>
                </a:lnTo>
                <a:lnTo>
                  <a:pt x="1288" y="170"/>
                </a:lnTo>
                <a:lnTo>
                  <a:pt x="1288" y="171"/>
                </a:lnTo>
                <a:lnTo>
                  <a:pt x="1289" y="171"/>
                </a:lnTo>
                <a:lnTo>
                  <a:pt x="1289" y="172"/>
                </a:lnTo>
                <a:lnTo>
                  <a:pt x="1290" y="172"/>
                </a:lnTo>
                <a:lnTo>
                  <a:pt x="1291" y="173"/>
                </a:lnTo>
                <a:lnTo>
                  <a:pt x="1291" y="174"/>
                </a:lnTo>
                <a:lnTo>
                  <a:pt x="1291" y="175"/>
                </a:lnTo>
                <a:lnTo>
                  <a:pt x="1290" y="175"/>
                </a:lnTo>
                <a:lnTo>
                  <a:pt x="1290" y="176"/>
                </a:lnTo>
                <a:lnTo>
                  <a:pt x="1290" y="177"/>
                </a:lnTo>
                <a:lnTo>
                  <a:pt x="1291" y="177"/>
                </a:lnTo>
                <a:lnTo>
                  <a:pt x="1292" y="177"/>
                </a:lnTo>
                <a:lnTo>
                  <a:pt x="1293" y="177"/>
                </a:lnTo>
                <a:lnTo>
                  <a:pt x="1294" y="178"/>
                </a:lnTo>
                <a:lnTo>
                  <a:pt x="1295" y="178"/>
                </a:lnTo>
                <a:lnTo>
                  <a:pt x="1296" y="178"/>
                </a:lnTo>
                <a:lnTo>
                  <a:pt x="1296" y="179"/>
                </a:lnTo>
                <a:lnTo>
                  <a:pt x="1297" y="179"/>
                </a:lnTo>
                <a:lnTo>
                  <a:pt x="1298" y="179"/>
                </a:lnTo>
                <a:lnTo>
                  <a:pt x="1299" y="179"/>
                </a:lnTo>
                <a:lnTo>
                  <a:pt x="1300" y="180"/>
                </a:lnTo>
                <a:lnTo>
                  <a:pt x="1301" y="180"/>
                </a:lnTo>
                <a:lnTo>
                  <a:pt x="1302" y="180"/>
                </a:lnTo>
                <a:lnTo>
                  <a:pt x="1303" y="180"/>
                </a:lnTo>
                <a:lnTo>
                  <a:pt x="1303" y="181"/>
                </a:lnTo>
                <a:lnTo>
                  <a:pt x="1304" y="181"/>
                </a:lnTo>
                <a:lnTo>
                  <a:pt x="1305" y="181"/>
                </a:lnTo>
                <a:lnTo>
                  <a:pt x="1305" y="182"/>
                </a:lnTo>
                <a:lnTo>
                  <a:pt x="1306" y="182"/>
                </a:lnTo>
                <a:lnTo>
                  <a:pt x="1306" y="183"/>
                </a:lnTo>
                <a:lnTo>
                  <a:pt x="1306" y="184"/>
                </a:lnTo>
                <a:lnTo>
                  <a:pt x="1306" y="185"/>
                </a:lnTo>
                <a:lnTo>
                  <a:pt x="1306" y="186"/>
                </a:lnTo>
                <a:lnTo>
                  <a:pt x="1307" y="186"/>
                </a:lnTo>
                <a:lnTo>
                  <a:pt x="1308" y="186"/>
                </a:lnTo>
                <a:lnTo>
                  <a:pt x="1308" y="185"/>
                </a:lnTo>
                <a:lnTo>
                  <a:pt x="1309" y="185"/>
                </a:lnTo>
                <a:lnTo>
                  <a:pt x="1310" y="185"/>
                </a:lnTo>
                <a:lnTo>
                  <a:pt x="1310" y="184"/>
                </a:lnTo>
                <a:lnTo>
                  <a:pt x="1311" y="184"/>
                </a:lnTo>
                <a:lnTo>
                  <a:pt x="1311" y="185"/>
                </a:lnTo>
                <a:lnTo>
                  <a:pt x="1312" y="185"/>
                </a:lnTo>
                <a:lnTo>
                  <a:pt x="1311" y="185"/>
                </a:lnTo>
                <a:lnTo>
                  <a:pt x="1311" y="184"/>
                </a:lnTo>
                <a:lnTo>
                  <a:pt x="1312" y="184"/>
                </a:lnTo>
                <a:lnTo>
                  <a:pt x="1312" y="183"/>
                </a:lnTo>
                <a:lnTo>
                  <a:pt x="1312" y="182"/>
                </a:lnTo>
                <a:lnTo>
                  <a:pt x="1313" y="182"/>
                </a:lnTo>
                <a:lnTo>
                  <a:pt x="1314" y="181"/>
                </a:lnTo>
                <a:lnTo>
                  <a:pt x="1315" y="180"/>
                </a:lnTo>
                <a:lnTo>
                  <a:pt x="1316" y="180"/>
                </a:lnTo>
                <a:lnTo>
                  <a:pt x="1317" y="180"/>
                </a:lnTo>
                <a:lnTo>
                  <a:pt x="1317" y="179"/>
                </a:lnTo>
                <a:lnTo>
                  <a:pt x="1318" y="179"/>
                </a:lnTo>
                <a:lnTo>
                  <a:pt x="1318" y="178"/>
                </a:lnTo>
                <a:lnTo>
                  <a:pt x="1319" y="178"/>
                </a:lnTo>
                <a:lnTo>
                  <a:pt x="1319" y="177"/>
                </a:lnTo>
                <a:lnTo>
                  <a:pt x="1320" y="177"/>
                </a:lnTo>
                <a:lnTo>
                  <a:pt x="1321" y="177"/>
                </a:lnTo>
                <a:lnTo>
                  <a:pt x="1322" y="177"/>
                </a:lnTo>
                <a:lnTo>
                  <a:pt x="1323" y="177"/>
                </a:lnTo>
                <a:lnTo>
                  <a:pt x="1324" y="177"/>
                </a:lnTo>
                <a:lnTo>
                  <a:pt x="1325" y="177"/>
                </a:lnTo>
                <a:lnTo>
                  <a:pt x="1326" y="177"/>
                </a:lnTo>
                <a:lnTo>
                  <a:pt x="1326" y="178"/>
                </a:lnTo>
                <a:lnTo>
                  <a:pt x="1327" y="179"/>
                </a:lnTo>
                <a:lnTo>
                  <a:pt x="1328" y="179"/>
                </a:lnTo>
                <a:lnTo>
                  <a:pt x="1328" y="180"/>
                </a:lnTo>
                <a:lnTo>
                  <a:pt x="1327" y="180"/>
                </a:lnTo>
                <a:lnTo>
                  <a:pt x="1328" y="181"/>
                </a:lnTo>
                <a:lnTo>
                  <a:pt x="1329" y="181"/>
                </a:lnTo>
                <a:lnTo>
                  <a:pt x="1330" y="182"/>
                </a:lnTo>
                <a:lnTo>
                  <a:pt x="1330" y="183"/>
                </a:lnTo>
                <a:lnTo>
                  <a:pt x="1329" y="184"/>
                </a:lnTo>
                <a:lnTo>
                  <a:pt x="1330" y="185"/>
                </a:lnTo>
                <a:lnTo>
                  <a:pt x="1331" y="186"/>
                </a:lnTo>
                <a:lnTo>
                  <a:pt x="1331" y="187"/>
                </a:lnTo>
                <a:lnTo>
                  <a:pt x="1330" y="188"/>
                </a:lnTo>
                <a:lnTo>
                  <a:pt x="1330" y="189"/>
                </a:lnTo>
                <a:lnTo>
                  <a:pt x="1330" y="190"/>
                </a:lnTo>
                <a:lnTo>
                  <a:pt x="1332" y="190"/>
                </a:lnTo>
                <a:lnTo>
                  <a:pt x="1332" y="191"/>
                </a:lnTo>
                <a:lnTo>
                  <a:pt x="1333" y="192"/>
                </a:lnTo>
                <a:lnTo>
                  <a:pt x="1333" y="193"/>
                </a:lnTo>
                <a:lnTo>
                  <a:pt x="1334" y="194"/>
                </a:lnTo>
                <a:lnTo>
                  <a:pt x="1335" y="195"/>
                </a:lnTo>
                <a:lnTo>
                  <a:pt x="1336" y="195"/>
                </a:lnTo>
                <a:lnTo>
                  <a:pt x="1337" y="195"/>
                </a:lnTo>
                <a:lnTo>
                  <a:pt x="1337" y="196"/>
                </a:lnTo>
                <a:lnTo>
                  <a:pt x="1338" y="197"/>
                </a:lnTo>
                <a:lnTo>
                  <a:pt x="1339" y="198"/>
                </a:lnTo>
                <a:lnTo>
                  <a:pt x="1340" y="198"/>
                </a:lnTo>
                <a:lnTo>
                  <a:pt x="1340" y="199"/>
                </a:lnTo>
                <a:lnTo>
                  <a:pt x="1339" y="199"/>
                </a:lnTo>
                <a:lnTo>
                  <a:pt x="1339" y="200"/>
                </a:lnTo>
                <a:lnTo>
                  <a:pt x="1338" y="200"/>
                </a:lnTo>
                <a:lnTo>
                  <a:pt x="1338" y="201"/>
                </a:lnTo>
                <a:lnTo>
                  <a:pt x="1339" y="201"/>
                </a:lnTo>
                <a:lnTo>
                  <a:pt x="1339" y="202"/>
                </a:lnTo>
                <a:lnTo>
                  <a:pt x="1338" y="202"/>
                </a:lnTo>
                <a:lnTo>
                  <a:pt x="1338" y="203"/>
                </a:lnTo>
                <a:lnTo>
                  <a:pt x="1337" y="205"/>
                </a:lnTo>
                <a:lnTo>
                  <a:pt x="1337" y="206"/>
                </a:lnTo>
                <a:lnTo>
                  <a:pt x="1338" y="206"/>
                </a:lnTo>
                <a:lnTo>
                  <a:pt x="1339" y="206"/>
                </a:lnTo>
                <a:lnTo>
                  <a:pt x="1341" y="207"/>
                </a:lnTo>
                <a:lnTo>
                  <a:pt x="1342" y="207"/>
                </a:lnTo>
                <a:lnTo>
                  <a:pt x="1342" y="208"/>
                </a:lnTo>
                <a:lnTo>
                  <a:pt x="1344" y="209"/>
                </a:lnTo>
                <a:lnTo>
                  <a:pt x="1345" y="210"/>
                </a:lnTo>
                <a:lnTo>
                  <a:pt x="1345" y="211"/>
                </a:lnTo>
                <a:lnTo>
                  <a:pt x="1346" y="212"/>
                </a:lnTo>
                <a:lnTo>
                  <a:pt x="1346" y="213"/>
                </a:lnTo>
                <a:lnTo>
                  <a:pt x="1345" y="213"/>
                </a:lnTo>
                <a:lnTo>
                  <a:pt x="1346" y="213"/>
                </a:lnTo>
                <a:lnTo>
                  <a:pt x="1347" y="214"/>
                </a:lnTo>
                <a:lnTo>
                  <a:pt x="1348" y="214"/>
                </a:lnTo>
                <a:lnTo>
                  <a:pt x="1349" y="214"/>
                </a:lnTo>
                <a:lnTo>
                  <a:pt x="1350" y="214"/>
                </a:lnTo>
                <a:lnTo>
                  <a:pt x="1351" y="214"/>
                </a:lnTo>
                <a:lnTo>
                  <a:pt x="1352" y="215"/>
                </a:lnTo>
                <a:lnTo>
                  <a:pt x="1353" y="216"/>
                </a:lnTo>
                <a:lnTo>
                  <a:pt x="1354" y="216"/>
                </a:lnTo>
                <a:lnTo>
                  <a:pt x="1354" y="217"/>
                </a:lnTo>
                <a:lnTo>
                  <a:pt x="1356" y="217"/>
                </a:lnTo>
                <a:lnTo>
                  <a:pt x="1357" y="217"/>
                </a:lnTo>
                <a:lnTo>
                  <a:pt x="1357" y="218"/>
                </a:lnTo>
                <a:lnTo>
                  <a:pt x="1357" y="219"/>
                </a:lnTo>
                <a:lnTo>
                  <a:pt x="1357" y="220"/>
                </a:lnTo>
                <a:lnTo>
                  <a:pt x="1359" y="221"/>
                </a:lnTo>
                <a:lnTo>
                  <a:pt x="1360" y="221"/>
                </a:lnTo>
                <a:lnTo>
                  <a:pt x="1361" y="222"/>
                </a:lnTo>
                <a:lnTo>
                  <a:pt x="1362" y="222"/>
                </a:lnTo>
                <a:lnTo>
                  <a:pt x="1362" y="223"/>
                </a:lnTo>
                <a:lnTo>
                  <a:pt x="1364" y="224"/>
                </a:lnTo>
                <a:lnTo>
                  <a:pt x="1365" y="225"/>
                </a:lnTo>
                <a:lnTo>
                  <a:pt x="1366" y="225"/>
                </a:lnTo>
                <a:lnTo>
                  <a:pt x="1367" y="225"/>
                </a:lnTo>
                <a:lnTo>
                  <a:pt x="1368" y="226"/>
                </a:lnTo>
                <a:lnTo>
                  <a:pt x="1369" y="226"/>
                </a:lnTo>
                <a:lnTo>
                  <a:pt x="1370" y="226"/>
                </a:lnTo>
                <a:lnTo>
                  <a:pt x="1371" y="227"/>
                </a:lnTo>
                <a:lnTo>
                  <a:pt x="1371" y="228"/>
                </a:lnTo>
                <a:lnTo>
                  <a:pt x="1370" y="228"/>
                </a:lnTo>
                <a:lnTo>
                  <a:pt x="1370" y="229"/>
                </a:lnTo>
                <a:lnTo>
                  <a:pt x="1371" y="230"/>
                </a:lnTo>
                <a:lnTo>
                  <a:pt x="1372" y="231"/>
                </a:lnTo>
                <a:lnTo>
                  <a:pt x="1373" y="231"/>
                </a:lnTo>
                <a:lnTo>
                  <a:pt x="1374" y="231"/>
                </a:lnTo>
                <a:lnTo>
                  <a:pt x="1374" y="232"/>
                </a:lnTo>
                <a:lnTo>
                  <a:pt x="1373" y="232"/>
                </a:lnTo>
                <a:lnTo>
                  <a:pt x="1374" y="233"/>
                </a:lnTo>
                <a:lnTo>
                  <a:pt x="1374" y="234"/>
                </a:lnTo>
                <a:lnTo>
                  <a:pt x="1375" y="234"/>
                </a:lnTo>
                <a:lnTo>
                  <a:pt x="1375" y="235"/>
                </a:lnTo>
                <a:lnTo>
                  <a:pt x="1376" y="235"/>
                </a:lnTo>
                <a:lnTo>
                  <a:pt x="1377" y="236"/>
                </a:lnTo>
                <a:lnTo>
                  <a:pt x="1377" y="237"/>
                </a:lnTo>
                <a:lnTo>
                  <a:pt x="1379" y="238"/>
                </a:lnTo>
                <a:lnTo>
                  <a:pt x="1380" y="238"/>
                </a:lnTo>
                <a:lnTo>
                  <a:pt x="1381" y="238"/>
                </a:lnTo>
                <a:lnTo>
                  <a:pt x="1382" y="238"/>
                </a:lnTo>
                <a:lnTo>
                  <a:pt x="1383" y="239"/>
                </a:lnTo>
                <a:lnTo>
                  <a:pt x="1383" y="240"/>
                </a:lnTo>
                <a:lnTo>
                  <a:pt x="1384" y="241"/>
                </a:lnTo>
                <a:lnTo>
                  <a:pt x="1385" y="241"/>
                </a:lnTo>
                <a:lnTo>
                  <a:pt x="1386" y="242"/>
                </a:lnTo>
                <a:lnTo>
                  <a:pt x="1387" y="243"/>
                </a:lnTo>
                <a:lnTo>
                  <a:pt x="1388" y="243"/>
                </a:lnTo>
                <a:lnTo>
                  <a:pt x="1389" y="243"/>
                </a:lnTo>
                <a:lnTo>
                  <a:pt x="1390" y="244"/>
                </a:lnTo>
                <a:lnTo>
                  <a:pt x="1390" y="245"/>
                </a:lnTo>
                <a:lnTo>
                  <a:pt x="1390" y="246"/>
                </a:lnTo>
                <a:lnTo>
                  <a:pt x="1391" y="247"/>
                </a:lnTo>
                <a:lnTo>
                  <a:pt x="1392" y="248"/>
                </a:lnTo>
                <a:lnTo>
                  <a:pt x="1393" y="249"/>
                </a:lnTo>
                <a:lnTo>
                  <a:pt x="1393" y="250"/>
                </a:lnTo>
                <a:lnTo>
                  <a:pt x="1393" y="252"/>
                </a:lnTo>
                <a:lnTo>
                  <a:pt x="1392" y="252"/>
                </a:lnTo>
                <a:lnTo>
                  <a:pt x="1392" y="251"/>
                </a:lnTo>
                <a:lnTo>
                  <a:pt x="1391" y="251"/>
                </a:lnTo>
                <a:lnTo>
                  <a:pt x="1390" y="251"/>
                </a:lnTo>
                <a:lnTo>
                  <a:pt x="1389" y="251"/>
                </a:lnTo>
                <a:lnTo>
                  <a:pt x="1388" y="252"/>
                </a:lnTo>
                <a:lnTo>
                  <a:pt x="1387" y="252"/>
                </a:lnTo>
                <a:lnTo>
                  <a:pt x="1386" y="252"/>
                </a:lnTo>
                <a:lnTo>
                  <a:pt x="1385" y="252"/>
                </a:lnTo>
                <a:lnTo>
                  <a:pt x="1384" y="253"/>
                </a:lnTo>
                <a:lnTo>
                  <a:pt x="1383" y="253"/>
                </a:lnTo>
                <a:lnTo>
                  <a:pt x="1382" y="253"/>
                </a:lnTo>
                <a:lnTo>
                  <a:pt x="1381" y="253"/>
                </a:lnTo>
                <a:lnTo>
                  <a:pt x="1380" y="253"/>
                </a:lnTo>
                <a:lnTo>
                  <a:pt x="1379" y="253"/>
                </a:lnTo>
                <a:lnTo>
                  <a:pt x="1378" y="253"/>
                </a:lnTo>
                <a:lnTo>
                  <a:pt x="1377" y="254"/>
                </a:lnTo>
                <a:lnTo>
                  <a:pt x="1377" y="255"/>
                </a:lnTo>
                <a:lnTo>
                  <a:pt x="1378" y="255"/>
                </a:lnTo>
                <a:lnTo>
                  <a:pt x="1378" y="256"/>
                </a:lnTo>
                <a:lnTo>
                  <a:pt x="1378" y="257"/>
                </a:lnTo>
                <a:lnTo>
                  <a:pt x="1378" y="258"/>
                </a:lnTo>
                <a:lnTo>
                  <a:pt x="1378" y="259"/>
                </a:lnTo>
                <a:lnTo>
                  <a:pt x="1379" y="260"/>
                </a:lnTo>
                <a:lnTo>
                  <a:pt x="1379" y="261"/>
                </a:lnTo>
                <a:lnTo>
                  <a:pt x="1379" y="262"/>
                </a:lnTo>
                <a:lnTo>
                  <a:pt x="1377" y="263"/>
                </a:lnTo>
                <a:lnTo>
                  <a:pt x="1376" y="264"/>
                </a:lnTo>
                <a:lnTo>
                  <a:pt x="1375" y="264"/>
                </a:lnTo>
                <a:lnTo>
                  <a:pt x="1375" y="265"/>
                </a:lnTo>
                <a:lnTo>
                  <a:pt x="1375" y="266"/>
                </a:lnTo>
                <a:lnTo>
                  <a:pt x="1375" y="267"/>
                </a:lnTo>
                <a:lnTo>
                  <a:pt x="1374" y="267"/>
                </a:lnTo>
                <a:lnTo>
                  <a:pt x="1373" y="267"/>
                </a:lnTo>
                <a:lnTo>
                  <a:pt x="1374" y="268"/>
                </a:lnTo>
                <a:lnTo>
                  <a:pt x="1374" y="269"/>
                </a:lnTo>
                <a:lnTo>
                  <a:pt x="1375" y="269"/>
                </a:lnTo>
                <a:lnTo>
                  <a:pt x="1376" y="269"/>
                </a:lnTo>
                <a:lnTo>
                  <a:pt x="1377" y="269"/>
                </a:lnTo>
                <a:lnTo>
                  <a:pt x="1378" y="269"/>
                </a:lnTo>
                <a:lnTo>
                  <a:pt x="1378" y="270"/>
                </a:lnTo>
                <a:lnTo>
                  <a:pt x="1378" y="271"/>
                </a:lnTo>
                <a:lnTo>
                  <a:pt x="1379" y="271"/>
                </a:lnTo>
                <a:lnTo>
                  <a:pt x="1380" y="271"/>
                </a:lnTo>
                <a:lnTo>
                  <a:pt x="1381" y="271"/>
                </a:lnTo>
                <a:lnTo>
                  <a:pt x="1381" y="272"/>
                </a:lnTo>
                <a:lnTo>
                  <a:pt x="1382" y="272"/>
                </a:lnTo>
                <a:lnTo>
                  <a:pt x="1383" y="273"/>
                </a:lnTo>
                <a:lnTo>
                  <a:pt x="1384" y="273"/>
                </a:lnTo>
                <a:lnTo>
                  <a:pt x="1385" y="273"/>
                </a:lnTo>
                <a:lnTo>
                  <a:pt x="1385" y="274"/>
                </a:lnTo>
                <a:lnTo>
                  <a:pt x="1385" y="275"/>
                </a:lnTo>
                <a:lnTo>
                  <a:pt x="1385" y="276"/>
                </a:lnTo>
                <a:lnTo>
                  <a:pt x="1386" y="276"/>
                </a:lnTo>
                <a:lnTo>
                  <a:pt x="1386" y="277"/>
                </a:lnTo>
                <a:lnTo>
                  <a:pt x="1386" y="278"/>
                </a:lnTo>
                <a:lnTo>
                  <a:pt x="1387" y="278"/>
                </a:lnTo>
                <a:lnTo>
                  <a:pt x="1387" y="279"/>
                </a:lnTo>
                <a:lnTo>
                  <a:pt x="1388" y="279"/>
                </a:lnTo>
                <a:lnTo>
                  <a:pt x="1389" y="280"/>
                </a:lnTo>
                <a:lnTo>
                  <a:pt x="1390" y="280"/>
                </a:lnTo>
                <a:lnTo>
                  <a:pt x="1391" y="281"/>
                </a:lnTo>
                <a:lnTo>
                  <a:pt x="1392" y="281"/>
                </a:lnTo>
                <a:lnTo>
                  <a:pt x="1392" y="282"/>
                </a:lnTo>
                <a:lnTo>
                  <a:pt x="1393" y="281"/>
                </a:lnTo>
                <a:lnTo>
                  <a:pt x="1393" y="282"/>
                </a:lnTo>
                <a:lnTo>
                  <a:pt x="1394" y="283"/>
                </a:lnTo>
                <a:lnTo>
                  <a:pt x="1394" y="284"/>
                </a:lnTo>
                <a:lnTo>
                  <a:pt x="1395" y="284"/>
                </a:lnTo>
                <a:lnTo>
                  <a:pt x="1395" y="285"/>
                </a:lnTo>
                <a:lnTo>
                  <a:pt x="1396" y="285"/>
                </a:lnTo>
                <a:lnTo>
                  <a:pt x="1396" y="286"/>
                </a:lnTo>
                <a:lnTo>
                  <a:pt x="1397" y="287"/>
                </a:lnTo>
                <a:lnTo>
                  <a:pt x="1398" y="287"/>
                </a:lnTo>
                <a:lnTo>
                  <a:pt x="1398" y="286"/>
                </a:lnTo>
                <a:lnTo>
                  <a:pt x="1398" y="287"/>
                </a:lnTo>
                <a:lnTo>
                  <a:pt x="1399" y="288"/>
                </a:lnTo>
                <a:lnTo>
                  <a:pt x="1400" y="288"/>
                </a:lnTo>
                <a:lnTo>
                  <a:pt x="1400" y="289"/>
                </a:lnTo>
                <a:lnTo>
                  <a:pt x="1400" y="290"/>
                </a:lnTo>
                <a:lnTo>
                  <a:pt x="1401" y="291"/>
                </a:lnTo>
                <a:lnTo>
                  <a:pt x="1402" y="291"/>
                </a:lnTo>
                <a:lnTo>
                  <a:pt x="1401" y="292"/>
                </a:lnTo>
                <a:lnTo>
                  <a:pt x="1401" y="291"/>
                </a:lnTo>
                <a:lnTo>
                  <a:pt x="1400" y="291"/>
                </a:lnTo>
                <a:lnTo>
                  <a:pt x="1399" y="291"/>
                </a:lnTo>
                <a:lnTo>
                  <a:pt x="1398" y="291"/>
                </a:lnTo>
                <a:lnTo>
                  <a:pt x="1397" y="292"/>
                </a:lnTo>
                <a:lnTo>
                  <a:pt x="1397" y="293"/>
                </a:lnTo>
                <a:lnTo>
                  <a:pt x="1396" y="293"/>
                </a:lnTo>
                <a:lnTo>
                  <a:pt x="1395" y="294"/>
                </a:lnTo>
                <a:lnTo>
                  <a:pt x="1394" y="294"/>
                </a:lnTo>
                <a:lnTo>
                  <a:pt x="1394" y="295"/>
                </a:lnTo>
                <a:lnTo>
                  <a:pt x="1394" y="296"/>
                </a:lnTo>
                <a:lnTo>
                  <a:pt x="1393" y="296"/>
                </a:lnTo>
                <a:lnTo>
                  <a:pt x="1392" y="295"/>
                </a:lnTo>
                <a:lnTo>
                  <a:pt x="1391" y="295"/>
                </a:lnTo>
                <a:lnTo>
                  <a:pt x="1390" y="295"/>
                </a:lnTo>
                <a:lnTo>
                  <a:pt x="1390" y="296"/>
                </a:lnTo>
                <a:lnTo>
                  <a:pt x="1390" y="297"/>
                </a:lnTo>
                <a:lnTo>
                  <a:pt x="1389" y="298"/>
                </a:lnTo>
                <a:lnTo>
                  <a:pt x="1389" y="299"/>
                </a:lnTo>
                <a:lnTo>
                  <a:pt x="1390" y="299"/>
                </a:lnTo>
                <a:lnTo>
                  <a:pt x="1390" y="300"/>
                </a:lnTo>
                <a:lnTo>
                  <a:pt x="1389" y="301"/>
                </a:lnTo>
                <a:lnTo>
                  <a:pt x="1390" y="301"/>
                </a:lnTo>
                <a:lnTo>
                  <a:pt x="1390" y="302"/>
                </a:lnTo>
                <a:lnTo>
                  <a:pt x="1390" y="303"/>
                </a:lnTo>
                <a:lnTo>
                  <a:pt x="1391" y="303"/>
                </a:lnTo>
                <a:lnTo>
                  <a:pt x="1392" y="305"/>
                </a:lnTo>
                <a:lnTo>
                  <a:pt x="1393" y="306"/>
                </a:lnTo>
                <a:lnTo>
                  <a:pt x="1395" y="307"/>
                </a:lnTo>
                <a:lnTo>
                  <a:pt x="1396" y="307"/>
                </a:lnTo>
                <a:lnTo>
                  <a:pt x="1397" y="309"/>
                </a:lnTo>
                <a:lnTo>
                  <a:pt x="1398" y="309"/>
                </a:lnTo>
                <a:lnTo>
                  <a:pt x="1399" y="309"/>
                </a:lnTo>
                <a:lnTo>
                  <a:pt x="1401" y="309"/>
                </a:lnTo>
                <a:lnTo>
                  <a:pt x="1402" y="310"/>
                </a:lnTo>
                <a:lnTo>
                  <a:pt x="1402" y="311"/>
                </a:lnTo>
                <a:lnTo>
                  <a:pt x="1401" y="311"/>
                </a:lnTo>
                <a:lnTo>
                  <a:pt x="1401" y="312"/>
                </a:lnTo>
                <a:lnTo>
                  <a:pt x="1402" y="313"/>
                </a:lnTo>
                <a:lnTo>
                  <a:pt x="1403" y="313"/>
                </a:lnTo>
                <a:lnTo>
                  <a:pt x="1404" y="313"/>
                </a:lnTo>
                <a:lnTo>
                  <a:pt x="1404" y="314"/>
                </a:lnTo>
                <a:lnTo>
                  <a:pt x="1405" y="314"/>
                </a:lnTo>
                <a:lnTo>
                  <a:pt x="1406" y="314"/>
                </a:lnTo>
                <a:lnTo>
                  <a:pt x="1406" y="315"/>
                </a:lnTo>
                <a:lnTo>
                  <a:pt x="1405" y="315"/>
                </a:lnTo>
                <a:lnTo>
                  <a:pt x="1404" y="315"/>
                </a:lnTo>
                <a:lnTo>
                  <a:pt x="1403" y="315"/>
                </a:lnTo>
                <a:lnTo>
                  <a:pt x="1403" y="316"/>
                </a:lnTo>
                <a:lnTo>
                  <a:pt x="1404" y="316"/>
                </a:lnTo>
                <a:lnTo>
                  <a:pt x="1404" y="317"/>
                </a:lnTo>
                <a:lnTo>
                  <a:pt x="1404" y="318"/>
                </a:lnTo>
                <a:lnTo>
                  <a:pt x="1404" y="319"/>
                </a:lnTo>
                <a:lnTo>
                  <a:pt x="1405" y="320"/>
                </a:lnTo>
                <a:lnTo>
                  <a:pt x="1406" y="321"/>
                </a:lnTo>
                <a:lnTo>
                  <a:pt x="1407" y="321"/>
                </a:lnTo>
                <a:lnTo>
                  <a:pt x="1408" y="321"/>
                </a:lnTo>
                <a:lnTo>
                  <a:pt x="1409" y="323"/>
                </a:lnTo>
                <a:lnTo>
                  <a:pt x="1409" y="324"/>
                </a:lnTo>
                <a:lnTo>
                  <a:pt x="1409" y="325"/>
                </a:lnTo>
                <a:lnTo>
                  <a:pt x="1409" y="326"/>
                </a:lnTo>
                <a:lnTo>
                  <a:pt x="1408" y="326"/>
                </a:lnTo>
                <a:lnTo>
                  <a:pt x="1407" y="326"/>
                </a:lnTo>
                <a:lnTo>
                  <a:pt x="1407" y="327"/>
                </a:lnTo>
                <a:lnTo>
                  <a:pt x="1406" y="328"/>
                </a:lnTo>
                <a:lnTo>
                  <a:pt x="1407" y="329"/>
                </a:lnTo>
                <a:lnTo>
                  <a:pt x="1408" y="329"/>
                </a:lnTo>
                <a:lnTo>
                  <a:pt x="1409" y="330"/>
                </a:lnTo>
                <a:lnTo>
                  <a:pt x="1409" y="331"/>
                </a:lnTo>
                <a:lnTo>
                  <a:pt x="1409" y="332"/>
                </a:lnTo>
                <a:lnTo>
                  <a:pt x="1410" y="332"/>
                </a:lnTo>
                <a:lnTo>
                  <a:pt x="1411" y="333"/>
                </a:lnTo>
                <a:lnTo>
                  <a:pt x="1411" y="334"/>
                </a:lnTo>
                <a:lnTo>
                  <a:pt x="1412" y="335"/>
                </a:lnTo>
                <a:lnTo>
                  <a:pt x="1413" y="334"/>
                </a:lnTo>
                <a:lnTo>
                  <a:pt x="1413" y="335"/>
                </a:lnTo>
                <a:lnTo>
                  <a:pt x="1412" y="336"/>
                </a:lnTo>
                <a:lnTo>
                  <a:pt x="1412" y="337"/>
                </a:lnTo>
                <a:lnTo>
                  <a:pt x="1413" y="338"/>
                </a:lnTo>
                <a:lnTo>
                  <a:pt x="1413" y="339"/>
                </a:lnTo>
                <a:lnTo>
                  <a:pt x="1414" y="339"/>
                </a:lnTo>
                <a:lnTo>
                  <a:pt x="1413" y="339"/>
                </a:lnTo>
                <a:lnTo>
                  <a:pt x="1413" y="340"/>
                </a:lnTo>
                <a:lnTo>
                  <a:pt x="1413" y="341"/>
                </a:lnTo>
                <a:lnTo>
                  <a:pt x="1414" y="341"/>
                </a:lnTo>
                <a:lnTo>
                  <a:pt x="1414" y="342"/>
                </a:lnTo>
                <a:lnTo>
                  <a:pt x="1414" y="343"/>
                </a:lnTo>
                <a:lnTo>
                  <a:pt x="1416" y="344"/>
                </a:lnTo>
                <a:lnTo>
                  <a:pt x="1418" y="343"/>
                </a:lnTo>
                <a:lnTo>
                  <a:pt x="1419" y="343"/>
                </a:lnTo>
                <a:lnTo>
                  <a:pt x="1419" y="344"/>
                </a:lnTo>
                <a:lnTo>
                  <a:pt x="1420" y="343"/>
                </a:lnTo>
                <a:lnTo>
                  <a:pt x="1420" y="344"/>
                </a:lnTo>
                <a:lnTo>
                  <a:pt x="1421" y="344"/>
                </a:lnTo>
                <a:lnTo>
                  <a:pt x="1421" y="345"/>
                </a:lnTo>
                <a:lnTo>
                  <a:pt x="1422" y="345"/>
                </a:lnTo>
                <a:lnTo>
                  <a:pt x="1423" y="347"/>
                </a:lnTo>
                <a:lnTo>
                  <a:pt x="1423" y="348"/>
                </a:lnTo>
                <a:lnTo>
                  <a:pt x="1424" y="348"/>
                </a:lnTo>
                <a:lnTo>
                  <a:pt x="1425" y="349"/>
                </a:lnTo>
                <a:lnTo>
                  <a:pt x="1426" y="349"/>
                </a:lnTo>
                <a:lnTo>
                  <a:pt x="1427" y="349"/>
                </a:lnTo>
                <a:lnTo>
                  <a:pt x="1428" y="349"/>
                </a:lnTo>
                <a:lnTo>
                  <a:pt x="1429" y="350"/>
                </a:lnTo>
                <a:lnTo>
                  <a:pt x="1429" y="351"/>
                </a:lnTo>
                <a:lnTo>
                  <a:pt x="1430" y="351"/>
                </a:lnTo>
                <a:lnTo>
                  <a:pt x="1430" y="352"/>
                </a:lnTo>
                <a:lnTo>
                  <a:pt x="1431" y="352"/>
                </a:lnTo>
                <a:lnTo>
                  <a:pt x="1432" y="352"/>
                </a:lnTo>
                <a:lnTo>
                  <a:pt x="1433" y="352"/>
                </a:lnTo>
                <a:lnTo>
                  <a:pt x="1434" y="352"/>
                </a:lnTo>
                <a:lnTo>
                  <a:pt x="1434" y="353"/>
                </a:lnTo>
                <a:lnTo>
                  <a:pt x="1434" y="354"/>
                </a:lnTo>
                <a:lnTo>
                  <a:pt x="1433" y="355"/>
                </a:lnTo>
                <a:lnTo>
                  <a:pt x="1433" y="356"/>
                </a:lnTo>
                <a:lnTo>
                  <a:pt x="1434" y="356"/>
                </a:lnTo>
                <a:lnTo>
                  <a:pt x="1434" y="355"/>
                </a:lnTo>
                <a:lnTo>
                  <a:pt x="1435" y="355"/>
                </a:lnTo>
                <a:lnTo>
                  <a:pt x="1435" y="356"/>
                </a:lnTo>
                <a:lnTo>
                  <a:pt x="1436" y="356"/>
                </a:lnTo>
                <a:lnTo>
                  <a:pt x="1437" y="357"/>
                </a:lnTo>
                <a:lnTo>
                  <a:pt x="1438" y="357"/>
                </a:lnTo>
                <a:lnTo>
                  <a:pt x="1438" y="358"/>
                </a:lnTo>
                <a:lnTo>
                  <a:pt x="1438" y="359"/>
                </a:lnTo>
                <a:lnTo>
                  <a:pt x="1436" y="360"/>
                </a:lnTo>
                <a:lnTo>
                  <a:pt x="1435" y="359"/>
                </a:lnTo>
                <a:lnTo>
                  <a:pt x="1434" y="359"/>
                </a:lnTo>
                <a:lnTo>
                  <a:pt x="1433" y="359"/>
                </a:lnTo>
                <a:lnTo>
                  <a:pt x="1432" y="359"/>
                </a:lnTo>
                <a:lnTo>
                  <a:pt x="1432" y="360"/>
                </a:lnTo>
                <a:lnTo>
                  <a:pt x="1431" y="360"/>
                </a:lnTo>
                <a:lnTo>
                  <a:pt x="1430" y="360"/>
                </a:lnTo>
                <a:lnTo>
                  <a:pt x="1429" y="361"/>
                </a:lnTo>
                <a:lnTo>
                  <a:pt x="1429" y="362"/>
                </a:lnTo>
                <a:lnTo>
                  <a:pt x="1428" y="363"/>
                </a:lnTo>
                <a:lnTo>
                  <a:pt x="1428" y="364"/>
                </a:lnTo>
                <a:lnTo>
                  <a:pt x="1428" y="365"/>
                </a:lnTo>
                <a:lnTo>
                  <a:pt x="1427" y="365"/>
                </a:lnTo>
                <a:lnTo>
                  <a:pt x="1426" y="365"/>
                </a:lnTo>
                <a:lnTo>
                  <a:pt x="1426" y="366"/>
                </a:lnTo>
                <a:lnTo>
                  <a:pt x="1426" y="367"/>
                </a:lnTo>
                <a:lnTo>
                  <a:pt x="1425" y="368"/>
                </a:lnTo>
                <a:lnTo>
                  <a:pt x="1425" y="369"/>
                </a:lnTo>
                <a:lnTo>
                  <a:pt x="1425" y="370"/>
                </a:lnTo>
                <a:lnTo>
                  <a:pt x="1425" y="371"/>
                </a:lnTo>
                <a:lnTo>
                  <a:pt x="1424" y="371"/>
                </a:lnTo>
                <a:lnTo>
                  <a:pt x="1422" y="372"/>
                </a:lnTo>
                <a:lnTo>
                  <a:pt x="1421" y="373"/>
                </a:lnTo>
                <a:lnTo>
                  <a:pt x="1421" y="372"/>
                </a:lnTo>
                <a:lnTo>
                  <a:pt x="1420" y="372"/>
                </a:lnTo>
                <a:lnTo>
                  <a:pt x="1419" y="372"/>
                </a:lnTo>
                <a:lnTo>
                  <a:pt x="1419" y="373"/>
                </a:lnTo>
                <a:lnTo>
                  <a:pt x="1419" y="374"/>
                </a:lnTo>
                <a:lnTo>
                  <a:pt x="1420" y="374"/>
                </a:lnTo>
                <a:lnTo>
                  <a:pt x="1420" y="375"/>
                </a:lnTo>
                <a:lnTo>
                  <a:pt x="1421" y="375"/>
                </a:lnTo>
                <a:lnTo>
                  <a:pt x="1422" y="375"/>
                </a:lnTo>
                <a:lnTo>
                  <a:pt x="1423" y="376"/>
                </a:lnTo>
                <a:lnTo>
                  <a:pt x="1424" y="377"/>
                </a:lnTo>
                <a:lnTo>
                  <a:pt x="1426" y="378"/>
                </a:lnTo>
                <a:lnTo>
                  <a:pt x="1428" y="378"/>
                </a:lnTo>
                <a:lnTo>
                  <a:pt x="1428" y="379"/>
                </a:lnTo>
                <a:lnTo>
                  <a:pt x="1429" y="379"/>
                </a:lnTo>
                <a:lnTo>
                  <a:pt x="1428" y="379"/>
                </a:lnTo>
                <a:lnTo>
                  <a:pt x="1427" y="379"/>
                </a:lnTo>
                <a:lnTo>
                  <a:pt x="1426" y="380"/>
                </a:lnTo>
                <a:lnTo>
                  <a:pt x="1426" y="381"/>
                </a:lnTo>
                <a:lnTo>
                  <a:pt x="1427" y="382"/>
                </a:lnTo>
                <a:lnTo>
                  <a:pt x="1427" y="383"/>
                </a:lnTo>
                <a:lnTo>
                  <a:pt x="1428" y="383"/>
                </a:lnTo>
                <a:lnTo>
                  <a:pt x="1428" y="384"/>
                </a:lnTo>
                <a:lnTo>
                  <a:pt x="1427" y="385"/>
                </a:lnTo>
                <a:lnTo>
                  <a:pt x="1427" y="386"/>
                </a:lnTo>
                <a:lnTo>
                  <a:pt x="1426" y="387"/>
                </a:lnTo>
                <a:lnTo>
                  <a:pt x="1426" y="389"/>
                </a:lnTo>
                <a:lnTo>
                  <a:pt x="1425" y="390"/>
                </a:lnTo>
                <a:lnTo>
                  <a:pt x="1425" y="392"/>
                </a:lnTo>
                <a:lnTo>
                  <a:pt x="1426" y="392"/>
                </a:lnTo>
                <a:lnTo>
                  <a:pt x="1426" y="393"/>
                </a:lnTo>
                <a:lnTo>
                  <a:pt x="1426" y="395"/>
                </a:lnTo>
                <a:lnTo>
                  <a:pt x="1426" y="396"/>
                </a:lnTo>
                <a:lnTo>
                  <a:pt x="1425" y="396"/>
                </a:lnTo>
                <a:lnTo>
                  <a:pt x="1425" y="397"/>
                </a:lnTo>
                <a:lnTo>
                  <a:pt x="1426" y="398"/>
                </a:lnTo>
                <a:lnTo>
                  <a:pt x="1426" y="399"/>
                </a:lnTo>
                <a:lnTo>
                  <a:pt x="1426" y="400"/>
                </a:lnTo>
                <a:lnTo>
                  <a:pt x="1426" y="401"/>
                </a:lnTo>
                <a:lnTo>
                  <a:pt x="1425" y="401"/>
                </a:lnTo>
                <a:lnTo>
                  <a:pt x="1425" y="402"/>
                </a:lnTo>
                <a:lnTo>
                  <a:pt x="1426" y="402"/>
                </a:lnTo>
                <a:lnTo>
                  <a:pt x="1426" y="403"/>
                </a:lnTo>
                <a:lnTo>
                  <a:pt x="1425" y="403"/>
                </a:lnTo>
                <a:lnTo>
                  <a:pt x="1423" y="403"/>
                </a:lnTo>
                <a:lnTo>
                  <a:pt x="1422" y="402"/>
                </a:lnTo>
                <a:lnTo>
                  <a:pt x="1422" y="401"/>
                </a:lnTo>
                <a:lnTo>
                  <a:pt x="1421" y="402"/>
                </a:lnTo>
                <a:lnTo>
                  <a:pt x="1420" y="402"/>
                </a:lnTo>
                <a:lnTo>
                  <a:pt x="1419" y="401"/>
                </a:lnTo>
                <a:lnTo>
                  <a:pt x="1417" y="402"/>
                </a:lnTo>
                <a:lnTo>
                  <a:pt x="1416" y="402"/>
                </a:lnTo>
                <a:lnTo>
                  <a:pt x="1416" y="401"/>
                </a:lnTo>
                <a:lnTo>
                  <a:pt x="1415" y="401"/>
                </a:lnTo>
                <a:lnTo>
                  <a:pt x="1414" y="400"/>
                </a:lnTo>
                <a:lnTo>
                  <a:pt x="1413" y="400"/>
                </a:lnTo>
                <a:lnTo>
                  <a:pt x="1412" y="401"/>
                </a:lnTo>
                <a:lnTo>
                  <a:pt x="1411" y="401"/>
                </a:lnTo>
                <a:lnTo>
                  <a:pt x="1411" y="400"/>
                </a:lnTo>
                <a:lnTo>
                  <a:pt x="1410" y="400"/>
                </a:lnTo>
                <a:lnTo>
                  <a:pt x="1409" y="400"/>
                </a:lnTo>
                <a:lnTo>
                  <a:pt x="1408" y="400"/>
                </a:lnTo>
                <a:lnTo>
                  <a:pt x="1407" y="400"/>
                </a:lnTo>
                <a:lnTo>
                  <a:pt x="1407" y="401"/>
                </a:lnTo>
                <a:lnTo>
                  <a:pt x="1406" y="402"/>
                </a:lnTo>
                <a:lnTo>
                  <a:pt x="1405" y="402"/>
                </a:lnTo>
                <a:lnTo>
                  <a:pt x="1405" y="403"/>
                </a:lnTo>
                <a:lnTo>
                  <a:pt x="1404" y="404"/>
                </a:lnTo>
                <a:lnTo>
                  <a:pt x="1404" y="405"/>
                </a:lnTo>
                <a:lnTo>
                  <a:pt x="1403" y="405"/>
                </a:lnTo>
                <a:lnTo>
                  <a:pt x="1403" y="404"/>
                </a:lnTo>
                <a:lnTo>
                  <a:pt x="1403" y="405"/>
                </a:lnTo>
                <a:lnTo>
                  <a:pt x="1402" y="405"/>
                </a:lnTo>
                <a:lnTo>
                  <a:pt x="1401" y="405"/>
                </a:lnTo>
                <a:lnTo>
                  <a:pt x="1401" y="406"/>
                </a:lnTo>
                <a:lnTo>
                  <a:pt x="1401" y="407"/>
                </a:lnTo>
                <a:lnTo>
                  <a:pt x="1400" y="407"/>
                </a:lnTo>
                <a:lnTo>
                  <a:pt x="1399" y="407"/>
                </a:lnTo>
                <a:lnTo>
                  <a:pt x="1399" y="408"/>
                </a:lnTo>
                <a:lnTo>
                  <a:pt x="1399" y="409"/>
                </a:lnTo>
                <a:lnTo>
                  <a:pt x="1399" y="410"/>
                </a:lnTo>
                <a:lnTo>
                  <a:pt x="1398" y="410"/>
                </a:lnTo>
                <a:lnTo>
                  <a:pt x="1398" y="411"/>
                </a:lnTo>
                <a:lnTo>
                  <a:pt x="1398" y="412"/>
                </a:lnTo>
                <a:lnTo>
                  <a:pt x="1399" y="413"/>
                </a:lnTo>
                <a:lnTo>
                  <a:pt x="1399" y="414"/>
                </a:lnTo>
                <a:lnTo>
                  <a:pt x="1399" y="415"/>
                </a:lnTo>
                <a:lnTo>
                  <a:pt x="1399" y="416"/>
                </a:lnTo>
                <a:lnTo>
                  <a:pt x="1399" y="417"/>
                </a:lnTo>
                <a:lnTo>
                  <a:pt x="1400" y="417"/>
                </a:lnTo>
                <a:lnTo>
                  <a:pt x="1400" y="418"/>
                </a:lnTo>
                <a:lnTo>
                  <a:pt x="1401" y="419"/>
                </a:lnTo>
                <a:lnTo>
                  <a:pt x="1402" y="419"/>
                </a:lnTo>
                <a:lnTo>
                  <a:pt x="1402" y="420"/>
                </a:lnTo>
                <a:lnTo>
                  <a:pt x="1403" y="421"/>
                </a:lnTo>
                <a:lnTo>
                  <a:pt x="1403" y="422"/>
                </a:lnTo>
                <a:lnTo>
                  <a:pt x="1403" y="423"/>
                </a:lnTo>
                <a:lnTo>
                  <a:pt x="1404" y="424"/>
                </a:lnTo>
                <a:lnTo>
                  <a:pt x="1405" y="424"/>
                </a:lnTo>
                <a:lnTo>
                  <a:pt x="1406" y="424"/>
                </a:lnTo>
                <a:lnTo>
                  <a:pt x="1406" y="425"/>
                </a:lnTo>
                <a:lnTo>
                  <a:pt x="1407" y="425"/>
                </a:lnTo>
                <a:lnTo>
                  <a:pt x="1407" y="426"/>
                </a:lnTo>
                <a:lnTo>
                  <a:pt x="1406" y="427"/>
                </a:lnTo>
                <a:lnTo>
                  <a:pt x="1406" y="428"/>
                </a:lnTo>
                <a:lnTo>
                  <a:pt x="1406" y="430"/>
                </a:lnTo>
                <a:lnTo>
                  <a:pt x="1407" y="430"/>
                </a:lnTo>
                <a:lnTo>
                  <a:pt x="1407" y="431"/>
                </a:lnTo>
                <a:lnTo>
                  <a:pt x="1407" y="432"/>
                </a:lnTo>
                <a:lnTo>
                  <a:pt x="1409" y="433"/>
                </a:lnTo>
                <a:lnTo>
                  <a:pt x="1409" y="434"/>
                </a:lnTo>
                <a:lnTo>
                  <a:pt x="1410" y="434"/>
                </a:lnTo>
                <a:lnTo>
                  <a:pt x="1411" y="435"/>
                </a:lnTo>
                <a:lnTo>
                  <a:pt x="1411" y="436"/>
                </a:lnTo>
                <a:lnTo>
                  <a:pt x="1410" y="436"/>
                </a:lnTo>
                <a:lnTo>
                  <a:pt x="1409" y="436"/>
                </a:lnTo>
                <a:lnTo>
                  <a:pt x="1408" y="437"/>
                </a:lnTo>
                <a:lnTo>
                  <a:pt x="1407" y="437"/>
                </a:lnTo>
                <a:lnTo>
                  <a:pt x="1406" y="437"/>
                </a:lnTo>
                <a:lnTo>
                  <a:pt x="1405" y="437"/>
                </a:lnTo>
                <a:lnTo>
                  <a:pt x="1404" y="437"/>
                </a:lnTo>
                <a:lnTo>
                  <a:pt x="1404" y="438"/>
                </a:lnTo>
                <a:lnTo>
                  <a:pt x="1403" y="438"/>
                </a:lnTo>
                <a:lnTo>
                  <a:pt x="1403" y="439"/>
                </a:lnTo>
                <a:lnTo>
                  <a:pt x="1402" y="439"/>
                </a:lnTo>
                <a:lnTo>
                  <a:pt x="1402" y="440"/>
                </a:lnTo>
                <a:lnTo>
                  <a:pt x="1404" y="440"/>
                </a:lnTo>
                <a:lnTo>
                  <a:pt x="1404" y="439"/>
                </a:lnTo>
                <a:lnTo>
                  <a:pt x="1405" y="439"/>
                </a:lnTo>
                <a:lnTo>
                  <a:pt x="1406" y="439"/>
                </a:lnTo>
                <a:lnTo>
                  <a:pt x="1407" y="439"/>
                </a:lnTo>
                <a:lnTo>
                  <a:pt x="1408" y="439"/>
                </a:lnTo>
                <a:lnTo>
                  <a:pt x="1408" y="440"/>
                </a:lnTo>
                <a:lnTo>
                  <a:pt x="1407" y="440"/>
                </a:lnTo>
                <a:lnTo>
                  <a:pt x="1407" y="441"/>
                </a:lnTo>
                <a:lnTo>
                  <a:pt x="1406" y="441"/>
                </a:lnTo>
                <a:lnTo>
                  <a:pt x="1406" y="442"/>
                </a:lnTo>
                <a:lnTo>
                  <a:pt x="1405" y="442"/>
                </a:lnTo>
                <a:lnTo>
                  <a:pt x="1405" y="443"/>
                </a:lnTo>
                <a:lnTo>
                  <a:pt x="1404" y="444"/>
                </a:lnTo>
                <a:lnTo>
                  <a:pt x="1404" y="443"/>
                </a:lnTo>
                <a:lnTo>
                  <a:pt x="1402" y="442"/>
                </a:lnTo>
                <a:lnTo>
                  <a:pt x="1401" y="441"/>
                </a:lnTo>
                <a:lnTo>
                  <a:pt x="1400" y="440"/>
                </a:lnTo>
                <a:lnTo>
                  <a:pt x="1399" y="439"/>
                </a:lnTo>
                <a:lnTo>
                  <a:pt x="1398" y="439"/>
                </a:lnTo>
                <a:lnTo>
                  <a:pt x="1397" y="439"/>
                </a:lnTo>
                <a:lnTo>
                  <a:pt x="1396" y="439"/>
                </a:lnTo>
                <a:lnTo>
                  <a:pt x="1394" y="439"/>
                </a:lnTo>
                <a:lnTo>
                  <a:pt x="1393" y="439"/>
                </a:lnTo>
                <a:lnTo>
                  <a:pt x="1393" y="438"/>
                </a:lnTo>
                <a:lnTo>
                  <a:pt x="1392" y="438"/>
                </a:lnTo>
                <a:lnTo>
                  <a:pt x="1391" y="438"/>
                </a:lnTo>
                <a:lnTo>
                  <a:pt x="1390" y="438"/>
                </a:lnTo>
                <a:lnTo>
                  <a:pt x="1389" y="438"/>
                </a:lnTo>
                <a:lnTo>
                  <a:pt x="1388" y="438"/>
                </a:lnTo>
                <a:lnTo>
                  <a:pt x="1387" y="438"/>
                </a:lnTo>
                <a:lnTo>
                  <a:pt x="1387" y="437"/>
                </a:lnTo>
                <a:lnTo>
                  <a:pt x="1386" y="437"/>
                </a:lnTo>
                <a:lnTo>
                  <a:pt x="1384" y="436"/>
                </a:lnTo>
                <a:lnTo>
                  <a:pt x="1383" y="435"/>
                </a:lnTo>
                <a:lnTo>
                  <a:pt x="1383" y="434"/>
                </a:lnTo>
                <a:lnTo>
                  <a:pt x="1382" y="433"/>
                </a:lnTo>
                <a:lnTo>
                  <a:pt x="1381" y="433"/>
                </a:lnTo>
                <a:lnTo>
                  <a:pt x="1381" y="434"/>
                </a:lnTo>
                <a:lnTo>
                  <a:pt x="1380" y="433"/>
                </a:lnTo>
                <a:lnTo>
                  <a:pt x="1379" y="432"/>
                </a:lnTo>
                <a:lnTo>
                  <a:pt x="1379" y="433"/>
                </a:lnTo>
                <a:lnTo>
                  <a:pt x="1380" y="433"/>
                </a:lnTo>
                <a:lnTo>
                  <a:pt x="1380" y="434"/>
                </a:lnTo>
                <a:lnTo>
                  <a:pt x="1380" y="435"/>
                </a:lnTo>
                <a:lnTo>
                  <a:pt x="1379" y="435"/>
                </a:lnTo>
                <a:lnTo>
                  <a:pt x="1379" y="434"/>
                </a:lnTo>
                <a:lnTo>
                  <a:pt x="1378" y="434"/>
                </a:lnTo>
                <a:lnTo>
                  <a:pt x="1378" y="437"/>
                </a:lnTo>
                <a:lnTo>
                  <a:pt x="1378" y="438"/>
                </a:lnTo>
                <a:lnTo>
                  <a:pt x="1377" y="439"/>
                </a:lnTo>
                <a:lnTo>
                  <a:pt x="1377" y="440"/>
                </a:lnTo>
                <a:lnTo>
                  <a:pt x="1377" y="441"/>
                </a:lnTo>
                <a:lnTo>
                  <a:pt x="1376" y="441"/>
                </a:lnTo>
                <a:lnTo>
                  <a:pt x="1375" y="442"/>
                </a:lnTo>
                <a:lnTo>
                  <a:pt x="1374" y="442"/>
                </a:lnTo>
                <a:lnTo>
                  <a:pt x="1375" y="442"/>
                </a:lnTo>
                <a:lnTo>
                  <a:pt x="1375" y="443"/>
                </a:lnTo>
                <a:lnTo>
                  <a:pt x="1375" y="444"/>
                </a:lnTo>
                <a:lnTo>
                  <a:pt x="1375" y="445"/>
                </a:lnTo>
                <a:lnTo>
                  <a:pt x="1374" y="445"/>
                </a:lnTo>
                <a:lnTo>
                  <a:pt x="1374" y="446"/>
                </a:lnTo>
                <a:lnTo>
                  <a:pt x="1373" y="445"/>
                </a:lnTo>
                <a:lnTo>
                  <a:pt x="1373" y="446"/>
                </a:lnTo>
                <a:lnTo>
                  <a:pt x="1372" y="447"/>
                </a:lnTo>
                <a:lnTo>
                  <a:pt x="1372" y="448"/>
                </a:lnTo>
                <a:lnTo>
                  <a:pt x="1372" y="449"/>
                </a:lnTo>
                <a:lnTo>
                  <a:pt x="1373" y="449"/>
                </a:lnTo>
                <a:lnTo>
                  <a:pt x="1373" y="450"/>
                </a:lnTo>
                <a:lnTo>
                  <a:pt x="1371" y="452"/>
                </a:lnTo>
                <a:lnTo>
                  <a:pt x="1370" y="452"/>
                </a:lnTo>
                <a:lnTo>
                  <a:pt x="1370" y="453"/>
                </a:lnTo>
                <a:lnTo>
                  <a:pt x="1369" y="453"/>
                </a:lnTo>
                <a:lnTo>
                  <a:pt x="1369" y="454"/>
                </a:lnTo>
                <a:lnTo>
                  <a:pt x="1368" y="454"/>
                </a:lnTo>
                <a:lnTo>
                  <a:pt x="1368" y="453"/>
                </a:lnTo>
                <a:lnTo>
                  <a:pt x="1367" y="453"/>
                </a:lnTo>
                <a:lnTo>
                  <a:pt x="1365" y="452"/>
                </a:lnTo>
                <a:lnTo>
                  <a:pt x="1364" y="452"/>
                </a:lnTo>
                <a:lnTo>
                  <a:pt x="1362" y="451"/>
                </a:lnTo>
                <a:lnTo>
                  <a:pt x="1361" y="451"/>
                </a:lnTo>
                <a:lnTo>
                  <a:pt x="1360" y="451"/>
                </a:lnTo>
                <a:lnTo>
                  <a:pt x="1359" y="451"/>
                </a:lnTo>
                <a:lnTo>
                  <a:pt x="1358" y="451"/>
                </a:lnTo>
                <a:lnTo>
                  <a:pt x="1358" y="452"/>
                </a:lnTo>
                <a:lnTo>
                  <a:pt x="1357" y="452"/>
                </a:lnTo>
                <a:lnTo>
                  <a:pt x="1357" y="454"/>
                </a:lnTo>
                <a:lnTo>
                  <a:pt x="1356" y="454"/>
                </a:lnTo>
                <a:lnTo>
                  <a:pt x="1356" y="455"/>
                </a:lnTo>
                <a:lnTo>
                  <a:pt x="1356" y="456"/>
                </a:lnTo>
                <a:lnTo>
                  <a:pt x="1356" y="457"/>
                </a:lnTo>
                <a:lnTo>
                  <a:pt x="1356" y="458"/>
                </a:lnTo>
                <a:lnTo>
                  <a:pt x="1356" y="459"/>
                </a:lnTo>
                <a:lnTo>
                  <a:pt x="1357" y="459"/>
                </a:lnTo>
                <a:lnTo>
                  <a:pt x="1358" y="459"/>
                </a:lnTo>
                <a:lnTo>
                  <a:pt x="1358" y="461"/>
                </a:lnTo>
                <a:lnTo>
                  <a:pt x="1359" y="461"/>
                </a:lnTo>
                <a:lnTo>
                  <a:pt x="1359" y="462"/>
                </a:lnTo>
                <a:lnTo>
                  <a:pt x="1359" y="463"/>
                </a:lnTo>
                <a:lnTo>
                  <a:pt x="1359" y="465"/>
                </a:lnTo>
                <a:lnTo>
                  <a:pt x="1358" y="465"/>
                </a:lnTo>
                <a:lnTo>
                  <a:pt x="1357" y="465"/>
                </a:lnTo>
                <a:lnTo>
                  <a:pt x="1356" y="465"/>
                </a:lnTo>
                <a:lnTo>
                  <a:pt x="1355" y="466"/>
                </a:lnTo>
                <a:lnTo>
                  <a:pt x="1356" y="467"/>
                </a:lnTo>
                <a:lnTo>
                  <a:pt x="1359" y="469"/>
                </a:lnTo>
                <a:lnTo>
                  <a:pt x="1360" y="469"/>
                </a:lnTo>
                <a:lnTo>
                  <a:pt x="1361" y="469"/>
                </a:lnTo>
                <a:lnTo>
                  <a:pt x="1362" y="469"/>
                </a:lnTo>
                <a:lnTo>
                  <a:pt x="1363" y="470"/>
                </a:lnTo>
                <a:lnTo>
                  <a:pt x="1364" y="471"/>
                </a:lnTo>
                <a:lnTo>
                  <a:pt x="1365" y="471"/>
                </a:lnTo>
                <a:lnTo>
                  <a:pt x="1365" y="472"/>
                </a:lnTo>
                <a:lnTo>
                  <a:pt x="1365" y="473"/>
                </a:lnTo>
                <a:lnTo>
                  <a:pt x="1364" y="474"/>
                </a:lnTo>
                <a:lnTo>
                  <a:pt x="1365" y="475"/>
                </a:lnTo>
                <a:lnTo>
                  <a:pt x="1366" y="475"/>
                </a:lnTo>
                <a:lnTo>
                  <a:pt x="1366" y="476"/>
                </a:lnTo>
                <a:lnTo>
                  <a:pt x="1366" y="477"/>
                </a:lnTo>
                <a:lnTo>
                  <a:pt x="1367" y="478"/>
                </a:lnTo>
                <a:lnTo>
                  <a:pt x="1368" y="479"/>
                </a:lnTo>
                <a:lnTo>
                  <a:pt x="1369" y="481"/>
                </a:lnTo>
                <a:lnTo>
                  <a:pt x="1368" y="481"/>
                </a:lnTo>
                <a:lnTo>
                  <a:pt x="1368" y="482"/>
                </a:lnTo>
                <a:lnTo>
                  <a:pt x="1367" y="482"/>
                </a:lnTo>
                <a:lnTo>
                  <a:pt x="1367" y="483"/>
                </a:lnTo>
                <a:lnTo>
                  <a:pt x="1366" y="483"/>
                </a:lnTo>
                <a:lnTo>
                  <a:pt x="1365" y="483"/>
                </a:lnTo>
                <a:lnTo>
                  <a:pt x="1364" y="483"/>
                </a:lnTo>
                <a:lnTo>
                  <a:pt x="1363" y="483"/>
                </a:lnTo>
                <a:lnTo>
                  <a:pt x="1362" y="483"/>
                </a:lnTo>
                <a:lnTo>
                  <a:pt x="1362" y="484"/>
                </a:lnTo>
                <a:lnTo>
                  <a:pt x="1362" y="485"/>
                </a:lnTo>
                <a:lnTo>
                  <a:pt x="1362" y="486"/>
                </a:lnTo>
                <a:lnTo>
                  <a:pt x="1361" y="486"/>
                </a:lnTo>
                <a:lnTo>
                  <a:pt x="1360" y="487"/>
                </a:lnTo>
                <a:lnTo>
                  <a:pt x="1359" y="487"/>
                </a:lnTo>
                <a:lnTo>
                  <a:pt x="1359" y="488"/>
                </a:lnTo>
                <a:lnTo>
                  <a:pt x="1359" y="489"/>
                </a:lnTo>
                <a:lnTo>
                  <a:pt x="1358" y="489"/>
                </a:lnTo>
                <a:lnTo>
                  <a:pt x="1358" y="490"/>
                </a:lnTo>
                <a:lnTo>
                  <a:pt x="1358" y="491"/>
                </a:lnTo>
                <a:lnTo>
                  <a:pt x="1357" y="491"/>
                </a:lnTo>
                <a:lnTo>
                  <a:pt x="1357" y="492"/>
                </a:lnTo>
                <a:lnTo>
                  <a:pt x="1357" y="494"/>
                </a:lnTo>
                <a:lnTo>
                  <a:pt x="1356" y="496"/>
                </a:lnTo>
                <a:lnTo>
                  <a:pt x="1355" y="496"/>
                </a:lnTo>
                <a:lnTo>
                  <a:pt x="1354" y="496"/>
                </a:lnTo>
                <a:lnTo>
                  <a:pt x="1353" y="496"/>
                </a:lnTo>
                <a:lnTo>
                  <a:pt x="1352" y="497"/>
                </a:lnTo>
                <a:lnTo>
                  <a:pt x="1352" y="496"/>
                </a:lnTo>
                <a:lnTo>
                  <a:pt x="1351" y="496"/>
                </a:lnTo>
                <a:lnTo>
                  <a:pt x="1350" y="496"/>
                </a:lnTo>
                <a:lnTo>
                  <a:pt x="1350" y="495"/>
                </a:lnTo>
                <a:lnTo>
                  <a:pt x="1349" y="495"/>
                </a:lnTo>
                <a:lnTo>
                  <a:pt x="1349" y="496"/>
                </a:lnTo>
                <a:lnTo>
                  <a:pt x="1348" y="497"/>
                </a:lnTo>
                <a:lnTo>
                  <a:pt x="1348" y="498"/>
                </a:lnTo>
                <a:lnTo>
                  <a:pt x="1345" y="498"/>
                </a:lnTo>
                <a:lnTo>
                  <a:pt x="1345" y="499"/>
                </a:lnTo>
                <a:lnTo>
                  <a:pt x="1344" y="499"/>
                </a:lnTo>
                <a:lnTo>
                  <a:pt x="1343" y="500"/>
                </a:lnTo>
                <a:lnTo>
                  <a:pt x="1343" y="501"/>
                </a:lnTo>
                <a:lnTo>
                  <a:pt x="1342" y="501"/>
                </a:lnTo>
                <a:lnTo>
                  <a:pt x="1341" y="501"/>
                </a:lnTo>
                <a:lnTo>
                  <a:pt x="1340" y="501"/>
                </a:lnTo>
                <a:lnTo>
                  <a:pt x="1339" y="501"/>
                </a:lnTo>
                <a:lnTo>
                  <a:pt x="1339" y="502"/>
                </a:lnTo>
                <a:lnTo>
                  <a:pt x="1338" y="502"/>
                </a:lnTo>
                <a:lnTo>
                  <a:pt x="1338" y="503"/>
                </a:lnTo>
                <a:lnTo>
                  <a:pt x="1337" y="503"/>
                </a:lnTo>
                <a:lnTo>
                  <a:pt x="1337" y="504"/>
                </a:lnTo>
                <a:lnTo>
                  <a:pt x="1336" y="504"/>
                </a:lnTo>
                <a:lnTo>
                  <a:pt x="1335" y="505"/>
                </a:lnTo>
                <a:lnTo>
                  <a:pt x="1335" y="506"/>
                </a:lnTo>
                <a:lnTo>
                  <a:pt x="1334" y="507"/>
                </a:lnTo>
                <a:lnTo>
                  <a:pt x="1333" y="508"/>
                </a:lnTo>
                <a:lnTo>
                  <a:pt x="1334" y="508"/>
                </a:lnTo>
                <a:lnTo>
                  <a:pt x="1334" y="509"/>
                </a:lnTo>
                <a:lnTo>
                  <a:pt x="1332" y="509"/>
                </a:lnTo>
                <a:lnTo>
                  <a:pt x="1332" y="510"/>
                </a:lnTo>
                <a:lnTo>
                  <a:pt x="1333" y="510"/>
                </a:lnTo>
                <a:lnTo>
                  <a:pt x="1332" y="510"/>
                </a:lnTo>
                <a:lnTo>
                  <a:pt x="1332" y="511"/>
                </a:lnTo>
                <a:lnTo>
                  <a:pt x="1331" y="511"/>
                </a:lnTo>
                <a:lnTo>
                  <a:pt x="1331" y="512"/>
                </a:lnTo>
                <a:lnTo>
                  <a:pt x="1331" y="513"/>
                </a:lnTo>
                <a:lnTo>
                  <a:pt x="1331" y="514"/>
                </a:lnTo>
                <a:lnTo>
                  <a:pt x="1332" y="514"/>
                </a:lnTo>
                <a:lnTo>
                  <a:pt x="1332" y="515"/>
                </a:lnTo>
                <a:lnTo>
                  <a:pt x="1333" y="515"/>
                </a:lnTo>
                <a:lnTo>
                  <a:pt x="1332" y="517"/>
                </a:lnTo>
                <a:lnTo>
                  <a:pt x="1331" y="517"/>
                </a:lnTo>
                <a:lnTo>
                  <a:pt x="1330" y="517"/>
                </a:lnTo>
                <a:lnTo>
                  <a:pt x="1329" y="515"/>
                </a:lnTo>
                <a:lnTo>
                  <a:pt x="1328" y="514"/>
                </a:lnTo>
                <a:lnTo>
                  <a:pt x="1327" y="515"/>
                </a:lnTo>
                <a:lnTo>
                  <a:pt x="1326" y="515"/>
                </a:lnTo>
                <a:lnTo>
                  <a:pt x="1325" y="515"/>
                </a:lnTo>
                <a:lnTo>
                  <a:pt x="1324" y="514"/>
                </a:lnTo>
                <a:lnTo>
                  <a:pt x="1324" y="515"/>
                </a:lnTo>
                <a:lnTo>
                  <a:pt x="1323" y="515"/>
                </a:lnTo>
                <a:lnTo>
                  <a:pt x="1322" y="515"/>
                </a:lnTo>
                <a:lnTo>
                  <a:pt x="1322" y="517"/>
                </a:lnTo>
                <a:lnTo>
                  <a:pt x="1321" y="517"/>
                </a:lnTo>
                <a:lnTo>
                  <a:pt x="1320" y="517"/>
                </a:lnTo>
                <a:lnTo>
                  <a:pt x="1319" y="517"/>
                </a:lnTo>
                <a:lnTo>
                  <a:pt x="1318" y="518"/>
                </a:lnTo>
                <a:lnTo>
                  <a:pt x="1317" y="518"/>
                </a:lnTo>
                <a:lnTo>
                  <a:pt x="1317" y="519"/>
                </a:lnTo>
                <a:lnTo>
                  <a:pt x="1318" y="521"/>
                </a:lnTo>
                <a:lnTo>
                  <a:pt x="1319" y="521"/>
                </a:lnTo>
                <a:lnTo>
                  <a:pt x="1319" y="522"/>
                </a:lnTo>
                <a:lnTo>
                  <a:pt x="1319" y="523"/>
                </a:lnTo>
                <a:lnTo>
                  <a:pt x="1318" y="523"/>
                </a:lnTo>
                <a:lnTo>
                  <a:pt x="1318" y="524"/>
                </a:lnTo>
                <a:lnTo>
                  <a:pt x="1318" y="525"/>
                </a:lnTo>
                <a:lnTo>
                  <a:pt x="1318" y="526"/>
                </a:lnTo>
                <a:lnTo>
                  <a:pt x="1318" y="527"/>
                </a:lnTo>
                <a:lnTo>
                  <a:pt x="1317" y="527"/>
                </a:lnTo>
                <a:lnTo>
                  <a:pt x="1317" y="528"/>
                </a:lnTo>
                <a:lnTo>
                  <a:pt x="1317" y="529"/>
                </a:lnTo>
                <a:lnTo>
                  <a:pt x="1317" y="530"/>
                </a:lnTo>
                <a:lnTo>
                  <a:pt x="1317" y="531"/>
                </a:lnTo>
                <a:lnTo>
                  <a:pt x="1318" y="532"/>
                </a:lnTo>
                <a:lnTo>
                  <a:pt x="1317" y="533"/>
                </a:lnTo>
                <a:lnTo>
                  <a:pt x="1317" y="535"/>
                </a:lnTo>
                <a:lnTo>
                  <a:pt x="1317" y="536"/>
                </a:lnTo>
                <a:lnTo>
                  <a:pt x="1317" y="537"/>
                </a:lnTo>
                <a:lnTo>
                  <a:pt x="1317" y="538"/>
                </a:lnTo>
                <a:lnTo>
                  <a:pt x="1317" y="539"/>
                </a:lnTo>
                <a:lnTo>
                  <a:pt x="1318" y="540"/>
                </a:lnTo>
                <a:lnTo>
                  <a:pt x="1318" y="541"/>
                </a:lnTo>
                <a:lnTo>
                  <a:pt x="1319" y="541"/>
                </a:lnTo>
                <a:lnTo>
                  <a:pt x="1318" y="541"/>
                </a:lnTo>
                <a:lnTo>
                  <a:pt x="1318" y="542"/>
                </a:lnTo>
                <a:lnTo>
                  <a:pt x="1318" y="543"/>
                </a:lnTo>
                <a:lnTo>
                  <a:pt x="1317" y="543"/>
                </a:lnTo>
                <a:lnTo>
                  <a:pt x="1317" y="544"/>
                </a:lnTo>
                <a:lnTo>
                  <a:pt x="1317" y="545"/>
                </a:lnTo>
                <a:lnTo>
                  <a:pt x="1317" y="546"/>
                </a:lnTo>
                <a:lnTo>
                  <a:pt x="1318" y="547"/>
                </a:lnTo>
                <a:lnTo>
                  <a:pt x="1318" y="548"/>
                </a:lnTo>
                <a:lnTo>
                  <a:pt x="1317" y="548"/>
                </a:lnTo>
                <a:lnTo>
                  <a:pt x="1318" y="550"/>
                </a:lnTo>
                <a:lnTo>
                  <a:pt x="1318" y="551"/>
                </a:lnTo>
                <a:lnTo>
                  <a:pt x="1318" y="552"/>
                </a:lnTo>
                <a:lnTo>
                  <a:pt x="1319" y="553"/>
                </a:lnTo>
                <a:lnTo>
                  <a:pt x="1320" y="553"/>
                </a:lnTo>
                <a:lnTo>
                  <a:pt x="1321" y="553"/>
                </a:lnTo>
                <a:lnTo>
                  <a:pt x="1321" y="554"/>
                </a:lnTo>
                <a:lnTo>
                  <a:pt x="1322" y="556"/>
                </a:lnTo>
                <a:lnTo>
                  <a:pt x="1323" y="556"/>
                </a:lnTo>
                <a:lnTo>
                  <a:pt x="1323" y="557"/>
                </a:lnTo>
                <a:lnTo>
                  <a:pt x="1324" y="558"/>
                </a:lnTo>
                <a:lnTo>
                  <a:pt x="1325" y="558"/>
                </a:lnTo>
                <a:lnTo>
                  <a:pt x="1326" y="559"/>
                </a:lnTo>
                <a:lnTo>
                  <a:pt x="1327" y="559"/>
                </a:lnTo>
                <a:lnTo>
                  <a:pt x="1328" y="559"/>
                </a:lnTo>
                <a:lnTo>
                  <a:pt x="1329" y="559"/>
                </a:lnTo>
                <a:lnTo>
                  <a:pt x="1330" y="559"/>
                </a:lnTo>
                <a:lnTo>
                  <a:pt x="1331" y="559"/>
                </a:lnTo>
                <a:lnTo>
                  <a:pt x="1332" y="559"/>
                </a:lnTo>
                <a:lnTo>
                  <a:pt x="1333" y="559"/>
                </a:lnTo>
                <a:lnTo>
                  <a:pt x="1334" y="559"/>
                </a:lnTo>
                <a:lnTo>
                  <a:pt x="1336" y="559"/>
                </a:lnTo>
                <a:lnTo>
                  <a:pt x="1337" y="560"/>
                </a:lnTo>
                <a:lnTo>
                  <a:pt x="1337" y="561"/>
                </a:lnTo>
                <a:lnTo>
                  <a:pt x="1338" y="561"/>
                </a:lnTo>
                <a:lnTo>
                  <a:pt x="1338" y="560"/>
                </a:lnTo>
                <a:lnTo>
                  <a:pt x="1339" y="561"/>
                </a:lnTo>
                <a:lnTo>
                  <a:pt x="1340" y="562"/>
                </a:lnTo>
                <a:lnTo>
                  <a:pt x="1340" y="563"/>
                </a:lnTo>
                <a:lnTo>
                  <a:pt x="1341" y="563"/>
                </a:lnTo>
                <a:lnTo>
                  <a:pt x="1342" y="562"/>
                </a:lnTo>
                <a:lnTo>
                  <a:pt x="1342" y="563"/>
                </a:lnTo>
                <a:lnTo>
                  <a:pt x="1342" y="564"/>
                </a:lnTo>
                <a:lnTo>
                  <a:pt x="1343" y="564"/>
                </a:lnTo>
                <a:lnTo>
                  <a:pt x="1343" y="565"/>
                </a:lnTo>
                <a:lnTo>
                  <a:pt x="1344" y="566"/>
                </a:lnTo>
                <a:lnTo>
                  <a:pt x="1344" y="567"/>
                </a:lnTo>
                <a:lnTo>
                  <a:pt x="1344" y="568"/>
                </a:lnTo>
                <a:lnTo>
                  <a:pt x="1344" y="569"/>
                </a:lnTo>
                <a:lnTo>
                  <a:pt x="1345" y="570"/>
                </a:lnTo>
                <a:lnTo>
                  <a:pt x="1346" y="570"/>
                </a:lnTo>
                <a:lnTo>
                  <a:pt x="1346" y="571"/>
                </a:lnTo>
                <a:lnTo>
                  <a:pt x="1347" y="571"/>
                </a:lnTo>
                <a:lnTo>
                  <a:pt x="1347" y="572"/>
                </a:lnTo>
                <a:lnTo>
                  <a:pt x="1347" y="573"/>
                </a:lnTo>
                <a:lnTo>
                  <a:pt x="1348" y="574"/>
                </a:lnTo>
                <a:lnTo>
                  <a:pt x="1348" y="575"/>
                </a:lnTo>
                <a:lnTo>
                  <a:pt x="1349" y="575"/>
                </a:lnTo>
                <a:lnTo>
                  <a:pt x="1349" y="576"/>
                </a:lnTo>
                <a:lnTo>
                  <a:pt x="1349" y="577"/>
                </a:lnTo>
                <a:lnTo>
                  <a:pt x="1350" y="577"/>
                </a:lnTo>
                <a:lnTo>
                  <a:pt x="1351" y="578"/>
                </a:lnTo>
                <a:lnTo>
                  <a:pt x="1351" y="579"/>
                </a:lnTo>
                <a:lnTo>
                  <a:pt x="1352" y="579"/>
                </a:lnTo>
                <a:lnTo>
                  <a:pt x="1352" y="580"/>
                </a:lnTo>
                <a:lnTo>
                  <a:pt x="1353" y="580"/>
                </a:lnTo>
                <a:lnTo>
                  <a:pt x="1353" y="581"/>
                </a:lnTo>
                <a:lnTo>
                  <a:pt x="1352" y="582"/>
                </a:lnTo>
                <a:lnTo>
                  <a:pt x="1351" y="582"/>
                </a:lnTo>
                <a:lnTo>
                  <a:pt x="1350" y="582"/>
                </a:lnTo>
                <a:lnTo>
                  <a:pt x="1349" y="582"/>
                </a:lnTo>
                <a:lnTo>
                  <a:pt x="1348" y="582"/>
                </a:lnTo>
                <a:lnTo>
                  <a:pt x="1347" y="581"/>
                </a:lnTo>
                <a:lnTo>
                  <a:pt x="1346" y="581"/>
                </a:lnTo>
                <a:lnTo>
                  <a:pt x="1346" y="580"/>
                </a:lnTo>
                <a:lnTo>
                  <a:pt x="1345" y="581"/>
                </a:lnTo>
                <a:lnTo>
                  <a:pt x="1345" y="582"/>
                </a:lnTo>
                <a:lnTo>
                  <a:pt x="1345" y="583"/>
                </a:lnTo>
                <a:lnTo>
                  <a:pt x="1344" y="583"/>
                </a:lnTo>
                <a:lnTo>
                  <a:pt x="1344" y="584"/>
                </a:lnTo>
                <a:lnTo>
                  <a:pt x="1344" y="585"/>
                </a:lnTo>
                <a:lnTo>
                  <a:pt x="1344" y="586"/>
                </a:lnTo>
                <a:lnTo>
                  <a:pt x="1343" y="587"/>
                </a:lnTo>
                <a:lnTo>
                  <a:pt x="1342" y="588"/>
                </a:lnTo>
                <a:lnTo>
                  <a:pt x="1341" y="588"/>
                </a:lnTo>
                <a:lnTo>
                  <a:pt x="1342" y="589"/>
                </a:lnTo>
                <a:lnTo>
                  <a:pt x="1342" y="590"/>
                </a:lnTo>
                <a:lnTo>
                  <a:pt x="1341" y="590"/>
                </a:lnTo>
                <a:lnTo>
                  <a:pt x="1341" y="591"/>
                </a:lnTo>
                <a:lnTo>
                  <a:pt x="1340" y="591"/>
                </a:lnTo>
                <a:lnTo>
                  <a:pt x="1340" y="590"/>
                </a:lnTo>
                <a:lnTo>
                  <a:pt x="1339" y="590"/>
                </a:lnTo>
                <a:lnTo>
                  <a:pt x="1337" y="589"/>
                </a:lnTo>
                <a:lnTo>
                  <a:pt x="1336" y="589"/>
                </a:lnTo>
                <a:lnTo>
                  <a:pt x="1335" y="588"/>
                </a:lnTo>
                <a:lnTo>
                  <a:pt x="1333" y="588"/>
                </a:lnTo>
                <a:lnTo>
                  <a:pt x="1332" y="589"/>
                </a:lnTo>
                <a:lnTo>
                  <a:pt x="1332" y="590"/>
                </a:lnTo>
                <a:lnTo>
                  <a:pt x="1332" y="591"/>
                </a:lnTo>
                <a:lnTo>
                  <a:pt x="1333" y="591"/>
                </a:lnTo>
                <a:lnTo>
                  <a:pt x="1332" y="592"/>
                </a:lnTo>
                <a:lnTo>
                  <a:pt x="1332" y="593"/>
                </a:lnTo>
                <a:lnTo>
                  <a:pt x="1332" y="594"/>
                </a:lnTo>
                <a:lnTo>
                  <a:pt x="1333" y="594"/>
                </a:lnTo>
                <a:lnTo>
                  <a:pt x="1333" y="595"/>
                </a:lnTo>
                <a:lnTo>
                  <a:pt x="1332" y="595"/>
                </a:lnTo>
                <a:lnTo>
                  <a:pt x="1332" y="596"/>
                </a:lnTo>
                <a:lnTo>
                  <a:pt x="1331" y="595"/>
                </a:lnTo>
                <a:lnTo>
                  <a:pt x="1330" y="595"/>
                </a:lnTo>
                <a:lnTo>
                  <a:pt x="1329" y="595"/>
                </a:lnTo>
                <a:lnTo>
                  <a:pt x="1329" y="596"/>
                </a:lnTo>
                <a:lnTo>
                  <a:pt x="1328" y="596"/>
                </a:lnTo>
                <a:lnTo>
                  <a:pt x="1327" y="597"/>
                </a:lnTo>
                <a:lnTo>
                  <a:pt x="1328" y="597"/>
                </a:lnTo>
                <a:lnTo>
                  <a:pt x="1328" y="598"/>
                </a:lnTo>
                <a:lnTo>
                  <a:pt x="1329" y="598"/>
                </a:lnTo>
                <a:lnTo>
                  <a:pt x="1329" y="600"/>
                </a:lnTo>
                <a:lnTo>
                  <a:pt x="1328" y="600"/>
                </a:lnTo>
                <a:lnTo>
                  <a:pt x="1327" y="601"/>
                </a:lnTo>
                <a:lnTo>
                  <a:pt x="1327" y="602"/>
                </a:lnTo>
                <a:lnTo>
                  <a:pt x="1327" y="603"/>
                </a:lnTo>
                <a:lnTo>
                  <a:pt x="1326" y="604"/>
                </a:lnTo>
                <a:lnTo>
                  <a:pt x="1325" y="604"/>
                </a:lnTo>
                <a:lnTo>
                  <a:pt x="1325" y="603"/>
                </a:lnTo>
                <a:lnTo>
                  <a:pt x="1324" y="603"/>
                </a:lnTo>
                <a:lnTo>
                  <a:pt x="1323" y="603"/>
                </a:lnTo>
                <a:lnTo>
                  <a:pt x="1322" y="603"/>
                </a:lnTo>
                <a:lnTo>
                  <a:pt x="1322" y="604"/>
                </a:lnTo>
                <a:lnTo>
                  <a:pt x="1323" y="604"/>
                </a:lnTo>
                <a:lnTo>
                  <a:pt x="1322" y="605"/>
                </a:lnTo>
                <a:lnTo>
                  <a:pt x="1322" y="606"/>
                </a:lnTo>
                <a:lnTo>
                  <a:pt x="1322" y="608"/>
                </a:lnTo>
                <a:lnTo>
                  <a:pt x="1321" y="609"/>
                </a:lnTo>
                <a:lnTo>
                  <a:pt x="1321" y="610"/>
                </a:lnTo>
                <a:lnTo>
                  <a:pt x="1320" y="609"/>
                </a:lnTo>
                <a:lnTo>
                  <a:pt x="1319" y="609"/>
                </a:lnTo>
                <a:lnTo>
                  <a:pt x="1317" y="608"/>
                </a:lnTo>
                <a:lnTo>
                  <a:pt x="1317" y="607"/>
                </a:lnTo>
                <a:lnTo>
                  <a:pt x="1316" y="607"/>
                </a:lnTo>
                <a:lnTo>
                  <a:pt x="1315" y="607"/>
                </a:lnTo>
                <a:lnTo>
                  <a:pt x="1314" y="607"/>
                </a:lnTo>
                <a:lnTo>
                  <a:pt x="1313" y="607"/>
                </a:lnTo>
                <a:lnTo>
                  <a:pt x="1312" y="607"/>
                </a:lnTo>
                <a:lnTo>
                  <a:pt x="1312" y="606"/>
                </a:lnTo>
                <a:lnTo>
                  <a:pt x="1312" y="605"/>
                </a:lnTo>
                <a:lnTo>
                  <a:pt x="1311" y="605"/>
                </a:lnTo>
                <a:lnTo>
                  <a:pt x="1310" y="605"/>
                </a:lnTo>
                <a:lnTo>
                  <a:pt x="1310" y="606"/>
                </a:lnTo>
                <a:lnTo>
                  <a:pt x="1310" y="607"/>
                </a:lnTo>
                <a:lnTo>
                  <a:pt x="1309" y="608"/>
                </a:lnTo>
                <a:lnTo>
                  <a:pt x="1308" y="607"/>
                </a:lnTo>
                <a:lnTo>
                  <a:pt x="1307" y="607"/>
                </a:lnTo>
                <a:lnTo>
                  <a:pt x="1306" y="607"/>
                </a:lnTo>
                <a:lnTo>
                  <a:pt x="1305" y="608"/>
                </a:lnTo>
                <a:lnTo>
                  <a:pt x="1305" y="607"/>
                </a:lnTo>
                <a:lnTo>
                  <a:pt x="1304" y="607"/>
                </a:lnTo>
                <a:lnTo>
                  <a:pt x="1303" y="607"/>
                </a:lnTo>
                <a:lnTo>
                  <a:pt x="1302" y="608"/>
                </a:lnTo>
                <a:lnTo>
                  <a:pt x="1301" y="608"/>
                </a:lnTo>
                <a:lnTo>
                  <a:pt x="1301" y="609"/>
                </a:lnTo>
                <a:lnTo>
                  <a:pt x="1300" y="610"/>
                </a:lnTo>
                <a:lnTo>
                  <a:pt x="1300" y="611"/>
                </a:lnTo>
                <a:lnTo>
                  <a:pt x="1300" y="612"/>
                </a:lnTo>
                <a:lnTo>
                  <a:pt x="1299" y="612"/>
                </a:lnTo>
                <a:lnTo>
                  <a:pt x="1299" y="613"/>
                </a:lnTo>
                <a:lnTo>
                  <a:pt x="1298" y="613"/>
                </a:lnTo>
                <a:lnTo>
                  <a:pt x="1298" y="612"/>
                </a:lnTo>
                <a:lnTo>
                  <a:pt x="1298" y="611"/>
                </a:lnTo>
                <a:lnTo>
                  <a:pt x="1297" y="611"/>
                </a:lnTo>
                <a:lnTo>
                  <a:pt x="1297" y="612"/>
                </a:lnTo>
                <a:lnTo>
                  <a:pt x="1296" y="613"/>
                </a:lnTo>
                <a:lnTo>
                  <a:pt x="1295" y="612"/>
                </a:lnTo>
                <a:lnTo>
                  <a:pt x="1296" y="611"/>
                </a:lnTo>
                <a:lnTo>
                  <a:pt x="1296" y="610"/>
                </a:lnTo>
                <a:lnTo>
                  <a:pt x="1295" y="609"/>
                </a:lnTo>
                <a:lnTo>
                  <a:pt x="1294" y="608"/>
                </a:lnTo>
                <a:lnTo>
                  <a:pt x="1294" y="609"/>
                </a:lnTo>
                <a:lnTo>
                  <a:pt x="1294" y="610"/>
                </a:lnTo>
                <a:lnTo>
                  <a:pt x="1293" y="610"/>
                </a:lnTo>
                <a:lnTo>
                  <a:pt x="1292" y="610"/>
                </a:lnTo>
                <a:lnTo>
                  <a:pt x="1291" y="609"/>
                </a:lnTo>
                <a:lnTo>
                  <a:pt x="1289" y="608"/>
                </a:lnTo>
                <a:lnTo>
                  <a:pt x="1288" y="607"/>
                </a:lnTo>
                <a:lnTo>
                  <a:pt x="1288" y="606"/>
                </a:lnTo>
                <a:lnTo>
                  <a:pt x="1289" y="606"/>
                </a:lnTo>
                <a:lnTo>
                  <a:pt x="1289" y="605"/>
                </a:lnTo>
                <a:lnTo>
                  <a:pt x="1290" y="605"/>
                </a:lnTo>
                <a:lnTo>
                  <a:pt x="1289" y="605"/>
                </a:lnTo>
                <a:lnTo>
                  <a:pt x="1289" y="604"/>
                </a:lnTo>
                <a:lnTo>
                  <a:pt x="1288" y="604"/>
                </a:lnTo>
                <a:lnTo>
                  <a:pt x="1287" y="603"/>
                </a:lnTo>
                <a:lnTo>
                  <a:pt x="1286" y="603"/>
                </a:lnTo>
                <a:lnTo>
                  <a:pt x="1285" y="602"/>
                </a:lnTo>
                <a:lnTo>
                  <a:pt x="1284" y="602"/>
                </a:lnTo>
                <a:lnTo>
                  <a:pt x="1284" y="601"/>
                </a:lnTo>
                <a:lnTo>
                  <a:pt x="1283" y="601"/>
                </a:lnTo>
                <a:lnTo>
                  <a:pt x="1282" y="601"/>
                </a:lnTo>
                <a:lnTo>
                  <a:pt x="1282" y="600"/>
                </a:lnTo>
                <a:lnTo>
                  <a:pt x="1282" y="599"/>
                </a:lnTo>
                <a:lnTo>
                  <a:pt x="1281" y="599"/>
                </a:lnTo>
                <a:lnTo>
                  <a:pt x="1281" y="600"/>
                </a:lnTo>
                <a:lnTo>
                  <a:pt x="1280" y="600"/>
                </a:lnTo>
                <a:lnTo>
                  <a:pt x="1279" y="600"/>
                </a:lnTo>
                <a:lnTo>
                  <a:pt x="1279" y="599"/>
                </a:lnTo>
                <a:lnTo>
                  <a:pt x="1279" y="598"/>
                </a:lnTo>
                <a:lnTo>
                  <a:pt x="1278" y="598"/>
                </a:lnTo>
                <a:lnTo>
                  <a:pt x="1277" y="598"/>
                </a:lnTo>
                <a:lnTo>
                  <a:pt x="1276" y="598"/>
                </a:lnTo>
                <a:lnTo>
                  <a:pt x="1275" y="598"/>
                </a:lnTo>
                <a:lnTo>
                  <a:pt x="1275" y="599"/>
                </a:lnTo>
                <a:lnTo>
                  <a:pt x="1274" y="599"/>
                </a:lnTo>
                <a:lnTo>
                  <a:pt x="1272" y="599"/>
                </a:lnTo>
                <a:lnTo>
                  <a:pt x="1272" y="598"/>
                </a:lnTo>
                <a:lnTo>
                  <a:pt x="1272" y="597"/>
                </a:lnTo>
                <a:lnTo>
                  <a:pt x="1271" y="597"/>
                </a:lnTo>
                <a:lnTo>
                  <a:pt x="1270" y="597"/>
                </a:lnTo>
                <a:lnTo>
                  <a:pt x="1269" y="596"/>
                </a:lnTo>
                <a:lnTo>
                  <a:pt x="1267" y="596"/>
                </a:lnTo>
                <a:lnTo>
                  <a:pt x="1266" y="596"/>
                </a:lnTo>
                <a:lnTo>
                  <a:pt x="1266" y="595"/>
                </a:lnTo>
                <a:lnTo>
                  <a:pt x="1264" y="596"/>
                </a:lnTo>
                <a:lnTo>
                  <a:pt x="1264" y="595"/>
                </a:lnTo>
                <a:lnTo>
                  <a:pt x="1263" y="595"/>
                </a:lnTo>
                <a:lnTo>
                  <a:pt x="1262" y="595"/>
                </a:lnTo>
                <a:lnTo>
                  <a:pt x="1261" y="594"/>
                </a:lnTo>
                <a:lnTo>
                  <a:pt x="1260" y="594"/>
                </a:lnTo>
                <a:lnTo>
                  <a:pt x="1260" y="593"/>
                </a:lnTo>
                <a:lnTo>
                  <a:pt x="1257" y="593"/>
                </a:lnTo>
                <a:lnTo>
                  <a:pt x="1256" y="593"/>
                </a:lnTo>
                <a:lnTo>
                  <a:pt x="1256" y="594"/>
                </a:lnTo>
                <a:lnTo>
                  <a:pt x="1255" y="594"/>
                </a:lnTo>
                <a:lnTo>
                  <a:pt x="1255" y="593"/>
                </a:lnTo>
                <a:lnTo>
                  <a:pt x="1256" y="593"/>
                </a:lnTo>
                <a:lnTo>
                  <a:pt x="1255" y="593"/>
                </a:lnTo>
                <a:lnTo>
                  <a:pt x="1255" y="591"/>
                </a:lnTo>
                <a:lnTo>
                  <a:pt x="1254" y="591"/>
                </a:lnTo>
                <a:lnTo>
                  <a:pt x="1252" y="591"/>
                </a:lnTo>
                <a:lnTo>
                  <a:pt x="1251" y="590"/>
                </a:lnTo>
                <a:lnTo>
                  <a:pt x="1250" y="590"/>
                </a:lnTo>
                <a:lnTo>
                  <a:pt x="1249" y="589"/>
                </a:lnTo>
                <a:lnTo>
                  <a:pt x="1248" y="589"/>
                </a:lnTo>
                <a:lnTo>
                  <a:pt x="1248" y="588"/>
                </a:lnTo>
                <a:lnTo>
                  <a:pt x="1249" y="588"/>
                </a:lnTo>
                <a:lnTo>
                  <a:pt x="1248" y="588"/>
                </a:lnTo>
                <a:lnTo>
                  <a:pt x="1247" y="587"/>
                </a:lnTo>
                <a:lnTo>
                  <a:pt x="1246" y="587"/>
                </a:lnTo>
                <a:lnTo>
                  <a:pt x="1246" y="588"/>
                </a:lnTo>
                <a:lnTo>
                  <a:pt x="1245" y="588"/>
                </a:lnTo>
                <a:lnTo>
                  <a:pt x="1245" y="587"/>
                </a:lnTo>
                <a:lnTo>
                  <a:pt x="1245" y="586"/>
                </a:lnTo>
                <a:lnTo>
                  <a:pt x="1245" y="585"/>
                </a:lnTo>
                <a:lnTo>
                  <a:pt x="1245" y="584"/>
                </a:lnTo>
                <a:lnTo>
                  <a:pt x="1244" y="583"/>
                </a:lnTo>
                <a:lnTo>
                  <a:pt x="1242" y="583"/>
                </a:lnTo>
                <a:lnTo>
                  <a:pt x="1241" y="583"/>
                </a:lnTo>
                <a:lnTo>
                  <a:pt x="1240" y="584"/>
                </a:lnTo>
                <a:lnTo>
                  <a:pt x="1239" y="585"/>
                </a:lnTo>
                <a:lnTo>
                  <a:pt x="1238" y="585"/>
                </a:lnTo>
                <a:lnTo>
                  <a:pt x="1238" y="584"/>
                </a:lnTo>
                <a:lnTo>
                  <a:pt x="1237" y="584"/>
                </a:lnTo>
                <a:lnTo>
                  <a:pt x="1236" y="583"/>
                </a:lnTo>
                <a:lnTo>
                  <a:pt x="1235" y="583"/>
                </a:lnTo>
                <a:lnTo>
                  <a:pt x="1235" y="584"/>
                </a:lnTo>
                <a:lnTo>
                  <a:pt x="1234" y="584"/>
                </a:lnTo>
                <a:lnTo>
                  <a:pt x="1233" y="584"/>
                </a:lnTo>
                <a:lnTo>
                  <a:pt x="1232" y="584"/>
                </a:lnTo>
                <a:lnTo>
                  <a:pt x="1231" y="584"/>
                </a:lnTo>
                <a:lnTo>
                  <a:pt x="1230" y="584"/>
                </a:lnTo>
                <a:lnTo>
                  <a:pt x="1229" y="584"/>
                </a:lnTo>
                <a:lnTo>
                  <a:pt x="1228" y="584"/>
                </a:lnTo>
                <a:lnTo>
                  <a:pt x="1227" y="584"/>
                </a:lnTo>
                <a:lnTo>
                  <a:pt x="1226" y="584"/>
                </a:lnTo>
                <a:lnTo>
                  <a:pt x="1226" y="583"/>
                </a:lnTo>
                <a:lnTo>
                  <a:pt x="1226" y="582"/>
                </a:lnTo>
                <a:lnTo>
                  <a:pt x="1225" y="582"/>
                </a:lnTo>
                <a:lnTo>
                  <a:pt x="1225" y="583"/>
                </a:lnTo>
                <a:lnTo>
                  <a:pt x="1224" y="583"/>
                </a:lnTo>
                <a:lnTo>
                  <a:pt x="1224" y="582"/>
                </a:lnTo>
                <a:lnTo>
                  <a:pt x="1223" y="582"/>
                </a:lnTo>
                <a:lnTo>
                  <a:pt x="1223" y="581"/>
                </a:lnTo>
                <a:lnTo>
                  <a:pt x="1222" y="581"/>
                </a:lnTo>
                <a:lnTo>
                  <a:pt x="1222" y="580"/>
                </a:lnTo>
                <a:lnTo>
                  <a:pt x="1221" y="579"/>
                </a:lnTo>
                <a:lnTo>
                  <a:pt x="1220" y="579"/>
                </a:lnTo>
                <a:lnTo>
                  <a:pt x="1219" y="578"/>
                </a:lnTo>
                <a:lnTo>
                  <a:pt x="1218" y="579"/>
                </a:lnTo>
                <a:lnTo>
                  <a:pt x="1217" y="578"/>
                </a:lnTo>
                <a:lnTo>
                  <a:pt x="1216" y="578"/>
                </a:lnTo>
                <a:lnTo>
                  <a:pt x="1215" y="577"/>
                </a:lnTo>
                <a:lnTo>
                  <a:pt x="1214" y="578"/>
                </a:lnTo>
                <a:lnTo>
                  <a:pt x="1212" y="578"/>
                </a:lnTo>
                <a:lnTo>
                  <a:pt x="1210" y="578"/>
                </a:lnTo>
                <a:lnTo>
                  <a:pt x="1209" y="578"/>
                </a:lnTo>
                <a:lnTo>
                  <a:pt x="1209" y="579"/>
                </a:lnTo>
                <a:lnTo>
                  <a:pt x="1209" y="580"/>
                </a:lnTo>
                <a:lnTo>
                  <a:pt x="1209" y="581"/>
                </a:lnTo>
                <a:lnTo>
                  <a:pt x="1208" y="581"/>
                </a:lnTo>
                <a:lnTo>
                  <a:pt x="1208" y="582"/>
                </a:lnTo>
                <a:lnTo>
                  <a:pt x="1207" y="583"/>
                </a:lnTo>
                <a:lnTo>
                  <a:pt x="1206" y="583"/>
                </a:lnTo>
                <a:lnTo>
                  <a:pt x="1205" y="584"/>
                </a:lnTo>
                <a:lnTo>
                  <a:pt x="1204" y="584"/>
                </a:lnTo>
                <a:lnTo>
                  <a:pt x="1203" y="584"/>
                </a:lnTo>
                <a:lnTo>
                  <a:pt x="1203" y="585"/>
                </a:lnTo>
                <a:lnTo>
                  <a:pt x="1202" y="585"/>
                </a:lnTo>
                <a:lnTo>
                  <a:pt x="1202" y="586"/>
                </a:lnTo>
                <a:lnTo>
                  <a:pt x="1201" y="586"/>
                </a:lnTo>
                <a:lnTo>
                  <a:pt x="1201" y="587"/>
                </a:lnTo>
                <a:lnTo>
                  <a:pt x="1201" y="588"/>
                </a:lnTo>
                <a:lnTo>
                  <a:pt x="1200" y="588"/>
                </a:lnTo>
                <a:lnTo>
                  <a:pt x="1200" y="589"/>
                </a:lnTo>
                <a:lnTo>
                  <a:pt x="1200" y="590"/>
                </a:lnTo>
                <a:lnTo>
                  <a:pt x="1201" y="590"/>
                </a:lnTo>
                <a:lnTo>
                  <a:pt x="1200" y="591"/>
                </a:lnTo>
                <a:lnTo>
                  <a:pt x="1200" y="592"/>
                </a:lnTo>
                <a:lnTo>
                  <a:pt x="1200" y="593"/>
                </a:lnTo>
                <a:lnTo>
                  <a:pt x="1201" y="593"/>
                </a:lnTo>
                <a:lnTo>
                  <a:pt x="1201" y="594"/>
                </a:lnTo>
                <a:lnTo>
                  <a:pt x="1200" y="594"/>
                </a:lnTo>
                <a:lnTo>
                  <a:pt x="1200" y="595"/>
                </a:lnTo>
                <a:lnTo>
                  <a:pt x="1199" y="595"/>
                </a:lnTo>
                <a:lnTo>
                  <a:pt x="1199" y="596"/>
                </a:lnTo>
                <a:lnTo>
                  <a:pt x="1199" y="598"/>
                </a:lnTo>
                <a:lnTo>
                  <a:pt x="1198" y="598"/>
                </a:lnTo>
                <a:lnTo>
                  <a:pt x="1198" y="599"/>
                </a:lnTo>
                <a:lnTo>
                  <a:pt x="1198" y="600"/>
                </a:lnTo>
                <a:lnTo>
                  <a:pt x="1197" y="600"/>
                </a:lnTo>
                <a:lnTo>
                  <a:pt x="1196" y="600"/>
                </a:lnTo>
                <a:lnTo>
                  <a:pt x="1196" y="601"/>
                </a:lnTo>
                <a:lnTo>
                  <a:pt x="1196" y="602"/>
                </a:lnTo>
                <a:lnTo>
                  <a:pt x="1197" y="603"/>
                </a:lnTo>
                <a:lnTo>
                  <a:pt x="1198" y="603"/>
                </a:lnTo>
                <a:lnTo>
                  <a:pt x="1198" y="604"/>
                </a:lnTo>
                <a:lnTo>
                  <a:pt x="1199" y="604"/>
                </a:lnTo>
                <a:lnTo>
                  <a:pt x="1200" y="604"/>
                </a:lnTo>
                <a:lnTo>
                  <a:pt x="1201" y="604"/>
                </a:lnTo>
                <a:lnTo>
                  <a:pt x="1201" y="605"/>
                </a:lnTo>
                <a:lnTo>
                  <a:pt x="1201" y="606"/>
                </a:lnTo>
                <a:lnTo>
                  <a:pt x="1202" y="607"/>
                </a:lnTo>
                <a:lnTo>
                  <a:pt x="1203" y="607"/>
                </a:lnTo>
                <a:lnTo>
                  <a:pt x="1203" y="608"/>
                </a:lnTo>
                <a:lnTo>
                  <a:pt x="1204" y="609"/>
                </a:lnTo>
                <a:lnTo>
                  <a:pt x="1204" y="610"/>
                </a:lnTo>
                <a:lnTo>
                  <a:pt x="1204" y="611"/>
                </a:lnTo>
                <a:lnTo>
                  <a:pt x="1204" y="612"/>
                </a:lnTo>
                <a:lnTo>
                  <a:pt x="1205" y="612"/>
                </a:lnTo>
                <a:lnTo>
                  <a:pt x="1206" y="612"/>
                </a:lnTo>
                <a:lnTo>
                  <a:pt x="1207" y="613"/>
                </a:lnTo>
                <a:lnTo>
                  <a:pt x="1207" y="614"/>
                </a:lnTo>
                <a:lnTo>
                  <a:pt x="1207" y="615"/>
                </a:lnTo>
                <a:lnTo>
                  <a:pt x="1208" y="616"/>
                </a:lnTo>
                <a:lnTo>
                  <a:pt x="1208" y="617"/>
                </a:lnTo>
                <a:lnTo>
                  <a:pt x="1208" y="618"/>
                </a:lnTo>
                <a:lnTo>
                  <a:pt x="1208" y="619"/>
                </a:lnTo>
                <a:lnTo>
                  <a:pt x="1209" y="619"/>
                </a:lnTo>
                <a:lnTo>
                  <a:pt x="1210" y="619"/>
                </a:lnTo>
                <a:lnTo>
                  <a:pt x="1210" y="620"/>
                </a:lnTo>
                <a:lnTo>
                  <a:pt x="1210" y="621"/>
                </a:lnTo>
                <a:lnTo>
                  <a:pt x="1211" y="621"/>
                </a:lnTo>
                <a:lnTo>
                  <a:pt x="1211" y="622"/>
                </a:lnTo>
                <a:lnTo>
                  <a:pt x="1212" y="622"/>
                </a:lnTo>
                <a:lnTo>
                  <a:pt x="1213" y="623"/>
                </a:lnTo>
                <a:lnTo>
                  <a:pt x="1213" y="624"/>
                </a:lnTo>
                <a:lnTo>
                  <a:pt x="1213" y="625"/>
                </a:lnTo>
                <a:lnTo>
                  <a:pt x="1213" y="626"/>
                </a:lnTo>
                <a:lnTo>
                  <a:pt x="1214" y="627"/>
                </a:lnTo>
                <a:lnTo>
                  <a:pt x="1215" y="627"/>
                </a:lnTo>
                <a:lnTo>
                  <a:pt x="1215" y="628"/>
                </a:lnTo>
                <a:lnTo>
                  <a:pt x="1216" y="629"/>
                </a:lnTo>
                <a:lnTo>
                  <a:pt x="1217" y="629"/>
                </a:lnTo>
                <a:lnTo>
                  <a:pt x="1217" y="630"/>
                </a:lnTo>
                <a:lnTo>
                  <a:pt x="1218" y="630"/>
                </a:lnTo>
                <a:lnTo>
                  <a:pt x="1218" y="631"/>
                </a:lnTo>
                <a:lnTo>
                  <a:pt x="1218" y="632"/>
                </a:lnTo>
                <a:lnTo>
                  <a:pt x="1218" y="633"/>
                </a:lnTo>
                <a:lnTo>
                  <a:pt x="1219" y="633"/>
                </a:lnTo>
                <a:lnTo>
                  <a:pt x="1220" y="634"/>
                </a:lnTo>
                <a:lnTo>
                  <a:pt x="1220" y="635"/>
                </a:lnTo>
                <a:lnTo>
                  <a:pt x="1220" y="636"/>
                </a:lnTo>
                <a:lnTo>
                  <a:pt x="1222" y="635"/>
                </a:lnTo>
                <a:lnTo>
                  <a:pt x="1223" y="635"/>
                </a:lnTo>
                <a:lnTo>
                  <a:pt x="1223" y="636"/>
                </a:lnTo>
                <a:lnTo>
                  <a:pt x="1224" y="637"/>
                </a:lnTo>
                <a:lnTo>
                  <a:pt x="1225" y="636"/>
                </a:lnTo>
                <a:lnTo>
                  <a:pt x="1225" y="637"/>
                </a:lnTo>
                <a:lnTo>
                  <a:pt x="1226" y="637"/>
                </a:lnTo>
                <a:lnTo>
                  <a:pt x="1226" y="638"/>
                </a:lnTo>
                <a:lnTo>
                  <a:pt x="1226" y="639"/>
                </a:lnTo>
                <a:lnTo>
                  <a:pt x="1229" y="640"/>
                </a:lnTo>
                <a:lnTo>
                  <a:pt x="1230" y="640"/>
                </a:lnTo>
                <a:lnTo>
                  <a:pt x="1231" y="640"/>
                </a:lnTo>
                <a:lnTo>
                  <a:pt x="1232" y="639"/>
                </a:lnTo>
                <a:lnTo>
                  <a:pt x="1232" y="640"/>
                </a:lnTo>
                <a:lnTo>
                  <a:pt x="1232" y="641"/>
                </a:lnTo>
                <a:lnTo>
                  <a:pt x="1233" y="641"/>
                </a:lnTo>
                <a:lnTo>
                  <a:pt x="1234" y="641"/>
                </a:lnTo>
                <a:lnTo>
                  <a:pt x="1235" y="641"/>
                </a:lnTo>
                <a:lnTo>
                  <a:pt x="1236" y="641"/>
                </a:lnTo>
                <a:lnTo>
                  <a:pt x="1237" y="641"/>
                </a:lnTo>
                <a:lnTo>
                  <a:pt x="1237" y="642"/>
                </a:lnTo>
                <a:lnTo>
                  <a:pt x="1237" y="643"/>
                </a:lnTo>
                <a:lnTo>
                  <a:pt x="1236" y="643"/>
                </a:lnTo>
                <a:lnTo>
                  <a:pt x="1237" y="644"/>
                </a:lnTo>
                <a:lnTo>
                  <a:pt x="1238" y="645"/>
                </a:lnTo>
                <a:lnTo>
                  <a:pt x="1239" y="646"/>
                </a:lnTo>
                <a:lnTo>
                  <a:pt x="1241" y="648"/>
                </a:lnTo>
                <a:lnTo>
                  <a:pt x="1241" y="649"/>
                </a:lnTo>
                <a:lnTo>
                  <a:pt x="1240" y="650"/>
                </a:lnTo>
                <a:lnTo>
                  <a:pt x="1240" y="652"/>
                </a:lnTo>
                <a:lnTo>
                  <a:pt x="1241" y="652"/>
                </a:lnTo>
                <a:lnTo>
                  <a:pt x="1241" y="653"/>
                </a:lnTo>
                <a:lnTo>
                  <a:pt x="1240" y="654"/>
                </a:lnTo>
                <a:lnTo>
                  <a:pt x="1239" y="654"/>
                </a:lnTo>
                <a:lnTo>
                  <a:pt x="1239" y="655"/>
                </a:lnTo>
                <a:lnTo>
                  <a:pt x="1238" y="655"/>
                </a:lnTo>
                <a:lnTo>
                  <a:pt x="1238" y="656"/>
                </a:lnTo>
                <a:lnTo>
                  <a:pt x="1238" y="657"/>
                </a:lnTo>
                <a:lnTo>
                  <a:pt x="1238" y="659"/>
                </a:lnTo>
                <a:lnTo>
                  <a:pt x="1239" y="660"/>
                </a:lnTo>
                <a:lnTo>
                  <a:pt x="1239" y="661"/>
                </a:lnTo>
                <a:lnTo>
                  <a:pt x="1239" y="662"/>
                </a:lnTo>
                <a:lnTo>
                  <a:pt x="1238" y="662"/>
                </a:lnTo>
                <a:lnTo>
                  <a:pt x="1238" y="663"/>
                </a:lnTo>
                <a:lnTo>
                  <a:pt x="1238" y="664"/>
                </a:lnTo>
                <a:lnTo>
                  <a:pt x="1239" y="664"/>
                </a:lnTo>
                <a:lnTo>
                  <a:pt x="1240" y="664"/>
                </a:lnTo>
                <a:lnTo>
                  <a:pt x="1240" y="663"/>
                </a:lnTo>
                <a:lnTo>
                  <a:pt x="1241" y="662"/>
                </a:lnTo>
                <a:lnTo>
                  <a:pt x="1242" y="662"/>
                </a:lnTo>
                <a:lnTo>
                  <a:pt x="1243" y="662"/>
                </a:lnTo>
                <a:lnTo>
                  <a:pt x="1244" y="662"/>
                </a:lnTo>
                <a:lnTo>
                  <a:pt x="1245" y="660"/>
                </a:lnTo>
                <a:lnTo>
                  <a:pt x="1246" y="661"/>
                </a:lnTo>
                <a:lnTo>
                  <a:pt x="1247" y="661"/>
                </a:lnTo>
                <a:lnTo>
                  <a:pt x="1247" y="662"/>
                </a:lnTo>
                <a:lnTo>
                  <a:pt x="1248" y="662"/>
                </a:lnTo>
                <a:lnTo>
                  <a:pt x="1249" y="663"/>
                </a:lnTo>
                <a:lnTo>
                  <a:pt x="1250" y="663"/>
                </a:lnTo>
                <a:lnTo>
                  <a:pt x="1251" y="663"/>
                </a:lnTo>
                <a:lnTo>
                  <a:pt x="1252" y="663"/>
                </a:lnTo>
                <a:lnTo>
                  <a:pt x="1253" y="664"/>
                </a:lnTo>
                <a:lnTo>
                  <a:pt x="1253" y="663"/>
                </a:lnTo>
                <a:lnTo>
                  <a:pt x="1254" y="663"/>
                </a:lnTo>
                <a:lnTo>
                  <a:pt x="1255" y="664"/>
                </a:lnTo>
                <a:lnTo>
                  <a:pt x="1256" y="664"/>
                </a:lnTo>
                <a:lnTo>
                  <a:pt x="1257" y="664"/>
                </a:lnTo>
                <a:lnTo>
                  <a:pt x="1258" y="664"/>
                </a:lnTo>
                <a:lnTo>
                  <a:pt x="1259" y="664"/>
                </a:lnTo>
                <a:lnTo>
                  <a:pt x="1260" y="665"/>
                </a:lnTo>
                <a:lnTo>
                  <a:pt x="1261" y="665"/>
                </a:lnTo>
                <a:lnTo>
                  <a:pt x="1262" y="665"/>
                </a:lnTo>
                <a:lnTo>
                  <a:pt x="1264" y="665"/>
                </a:lnTo>
                <a:lnTo>
                  <a:pt x="1265" y="665"/>
                </a:lnTo>
                <a:lnTo>
                  <a:pt x="1265" y="664"/>
                </a:lnTo>
                <a:lnTo>
                  <a:pt x="1266" y="664"/>
                </a:lnTo>
                <a:lnTo>
                  <a:pt x="1266" y="663"/>
                </a:lnTo>
                <a:lnTo>
                  <a:pt x="1266" y="662"/>
                </a:lnTo>
                <a:lnTo>
                  <a:pt x="1266" y="661"/>
                </a:lnTo>
                <a:lnTo>
                  <a:pt x="1266" y="660"/>
                </a:lnTo>
                <a:lnTo>
                  <a:pt x="1267" y="660"/>
                </a:lnTo>
                <a:lnTo>
                  <a:pt x="1267" y="661"/>
                </a:lnTo>
                <a:lnTo>
                  <a:pt x="1268" y="661"/>
                </a:lnTo>
                <a:lnTo>
                  <a:pt x="1269" y="661"/>
                </a:lnTo>
                <a:lnTo>
                  <a:pt x="1271" y="660"/>
                </a:lnTo>
                <a:lnTo>
                  <a:pt x="1271" y="659"/>
                </a:lnTo>
                <a:lnTo>
                  <a:pt x="1273" y="658"/>
                </a:lnTo>
                <a:lnTo>
                  <a:pt x="1274" y="658"/>
                </a:lnTo>
                <a:lnTo>
                  <a:pt x="1274" y="659"/>
                </a:lnTo>
                <a:lnTo>
                  <a:pt x="1275" y="659"/>
                </a:lnTo>
                <a:lnTo>
                  <a:pt x="1276" y="660"/>
                </a:lnTo>
                <a:lnTo>
                  <a:pt x="1277" y="659"/>
                </a:lnTo>
                <a:lnTo>
                  <a:pt x="1278" y="659"/>
                </a:lnTo>
                <a:lnTo>
                  <a:pt x="1278" y="660"/>
                </a:lnTo>
                <a:lnTo>
                  <a:pt x="1279" y="660"/>
                </a:lnTo>
                <a:lnTo>
                  <a:pt x="1279" y="661"/>
                </a:lnTo>
                <a:lnTo>
                  <a:pt x="1279" y="662"/>
                </a:lnTo>
                <a:lnTo>
                  <a:pt x="1280" y="662"/>
                </a:lnTo>
                <a:lnTo>
                  <a:pt x="1281" y="662"/>
                </a:lnTo>
                <a:lnTo>
                  <a:pt x="1282" y="662"/>
                </a:lnTo>
                <a:lnTo>
                  <a:pt x="1283" y="662"/>
                </a:lnTo>
                <a:lnTo>
                  <a:pt x="1283" y="663"/>
                </a:lnTo>
                <a:lnTo>
                  <a:pt x="1282" y="665"/>
                </a:lnTo>
                <a:lnTo>
                  <a:pt x="1282" y="666"/>
                </a:lnTo>
                <a:lnTo>
                  <a:pt x="1283" y="666"/>
                </a:lnTo>
                <a:lnTo>
                  <a:pt x="1284" y="666"/>
                </a:lnTo>
                <a:lnTo>
                  <a:pt x="1284" y="667"/>
                </a:lnTo>
                <a:lnTo>
                  <a:pt x="1285" y="667"/>
                </a:lnTo>
                <a:lnTo>
                  <a:pt x="1285" y="668"/>
                </a:lnTo>
                <a:lnTo>
                  <a:pt x="1285" y="669"/>
                </a:lnTo>
                <a:lnTo>
                  <a:pt x="1286" y="670"/>
                </a:lnTo>
                <a:lnTo>
                  <a:pt x="1286" y="671"/>
                </a:lnTo>
                <a:lnTo>
                  <a:pt x="1285" y="671"/>
                </a:lnTo>
                <a:lnTo>
                  <a:pt x="1285" y="672"/>
                </a:lnTo>
                <a:lnTo>
                  <a:pt x="1285" y="673"/>
                </a:lnTo>
                <a:lnTo>
                  <a:pt x="1285" y="674"/>
                </a:lnTo>
                <a:lnTo>
                  <a:pt x="1285" y="675"/>
                </a:lnTo>
                <a:lnTo>
                  <a:pt x="1286" y="676"/>
                </a:lnTo>
                <a:lnTo>
                  <a:pt x="1286" y="677"/>
                </a:lnTo>
                <a:lnTo>
                  <a:pt x="1286" y="678"/>
                </a:lnTo>
                <a:lnTo>
                  <a:pt x="1286" y="679"/>
                </a:lnTo>
                <a:lnTo>
                  <a:pt x="1286" y="680"/>
                </a:lnTo>
                <a:lnTo>
                  <a:pt x="1286" y="683"/>
                </a:lnTo>
                <a:lnTo>
                  <a:pt x="1287" y="683"/>
                </a:lnTo>
                <a:lnTo>
                  <a:pt x="1288" y="683"/>
                </a:lnTo>
                <a:lnTo>
                  <a:pt x="1289" y="683"/>
                </a:lnTo>
                <a:lnTo>
                  <a:pt x="1289" y="682"/>
                </a:lnTo>
                <a:lnTo>
                  <a:pt x="1290" y="682"/>
                </a:lnTo>
                <a:lnTo>
                  <a:pt x="1291" y="682"/>
                </a:lnTo>
                <a:lnTo>
                  <a:pt x="1291" y="683"/>
                </a:lnTo>
                <a:lnTo>
                  <a:pt x="1292" y="682"/>
                </a:lnTo>
                <a:lnTo>
                  <a:pt x="1293" y="683"/>
                </a:lnTo>
                <a:lnTo>
                  <a:pt x="1294" y="683"/>
                </a:lnTo>
                <a:lnTo>
                  <a:pt x="1294" y="682"/>
                </a:lnTo>
                <a:lnTo>
                  <a:pt x="1295" y="683"/>
                </a:lnTo>
                <a:lnTo>
                  <a:pt x="1296" y="683"/>
                </a:lnTo>
                <a:lnTo>
                  <a:pt x="1298" y="683"/>
                </a:lnTo>
                <a:lnTo>
                  <a:pt x="1299" y="682"/>
                </a:lnTo>
                <a:lnTo>
                  <a:pt x="1300" y="682"/>
                </a:lnTo>
                <a:lnTo>
                  <a:pt x="1300" y="681"/>
                </a:lnTo>
                <a:lnTo>
                  <a:pt x="1300" y="680"/>
                </a:lnTo>
                <a:lnTo>
                  <a:pt x="1301" y="680"/>
                </a:lnTo>
                <a:lnTo>
                  <a:pt x="1301" y="678"/>
                </a:lnTo>
                <a:lnTo>
                  <a:pt x="1302" y="678"/>
                </a:lnTo>
                <a:lnTo>
                  <a:pt x="1303" y="679"/>
                </a:lnTo>
                <a:lnTo>
                  <a:pt x="1303" y="680"/>
                </a:lnTo>
                <a:lnTo>
                  <a:pt x="1302" y="680"/>
                </a:lnTo>
                <a:lnTo>
                  <a:pt x="1302" y="681"/>
                </a:lnTo>
                <a:lnTo>
                  <a:pt x="1302" y="682"/>
                </a:lnTo>
                <a:lnTo>
                  <a:pt x="1302" y="684"/>
                </a:lnTo>
                <a:lnTo>
                  <a:pt x="1302" y="685"/>
                </a:lnTo>
                <a:lnTo>
                  <a:pt x="1302" y="686"/>
                </a:lnTo>
                <a:lnTo>
                  <a:pt x="1301" y="687"/>
                </a:lnTo>
                <a:lnTo>
                  <a:pt x="1301" y="688"/>
                </a:lnTo>
                <a:lnTo>
                  <a:pt x="1302" y="688"/>
                </a:lnTo>
                <a:lnTo>
                  <a:pt x="1302" y="689"/>
                </a:lnTo>
                <a:lnTo>
                  <a:pt x="1301" y="689"/>
                </a:lnTo>
                <a:lnTo>
                  <a:pt x="1299" y="689"/>
                </a:lnTo>
                <a:lnTo>
                  <a:pt x="1297" y="689"/>
                </a:lnTo>
                <a:lnTo>
                  <a:pt x="1296" y="689"/>
                </a:lnTo>
                <a:lnTo>
                  <a:pt x="1295" y="690"/>
                </a:lnTo>
                <a:lnTo>
                  <a:pt x="1294" y="690"/>
                </a:lnTo>
                <a:lnTo>
                  <a:pt x="1294" y="691"/>
                </a:lnTo>
                <a:lnTo>
                  <a:pt x="1294" y="692"/>
                </a:lnTo>
                <a:lnTo>
                  <a:pt x="1293" y="692"/>
                </a:lnTo>
                <a:lnTo>
                  <a:pt x="1292" y="694"/>
                </a:lnTo>
                <a:lnTo>
                  <a:pt x="1292" y="695"/>
                </a:lnTo>
                <a:lnTo>
                  <a:pt x="1292" y="696"/>
                </a:lnTo>
                <a:lnTo>
                  <a:pt x="1291" y="696"/>
                </a:lnTo>
                <a:lnTo>
                  <a:pt x="1290" y="697"/>
                </a:lnTo>
                <a:lnTo>
                  <a:pt x="1290" y="698"/>
                </a:lnTo>
                <a:lnTo>
                  <a:pt x="1290" y="699"/>
                </a:lnTo>
                <a:lnTo>
                  <a:pt x="1289" y="700"/>
                </a:lnTo>
                <a:lnTo>
                  <a:pt x="1289" y="701"/>
                </a:lnTo>
                <a:lnTo>
                  <a:pt x="1289" y="702"/>
                </a:lnTo>
                <a:lnTo>
                  <a:pt x="1289" y="703"/>
                </a:lnTo>
                <a:lnTo>
                  <a:pt x="1289" y="704"/>
                </a:lnTo>
                <a:lnTo>
                  <a:pt x="1290" y="705"/>
                </a:lnTo>
                <a:lnTo>
                  <a:pt x="1291" y="705"/>
                </a:lnTo>
                <a:lnTo>
                  <a:pt x="1291" y="706"/>
                </a:lnTo>
                <a:lnTo>
                  <a:pt x="1292" y="706"/>
                </a:lnTo>
                <a:lnTo>
                  <a:pt x="1292" y="707"/>
                </a:lnTo>
                <a:lnTo>
                  <a:pt x="1293" y="707"/>
                </a:lnTo>
                <a:lnTo>
                  <a:pt x="1294" y="707"/>
                </a:lnTo>
                <a:lnTo>
                  <a:pt x="1295" y="707"/>
                </a:lnTo>
                <a:lnTo>
                  <a:pt x="1296" y="707"/>
                </a:lnTo>
                <a:lnTo>
                  <a:pt x="1296" y="708"/>
                </a:lnTo>
                <a:lnTo>
                  <a:pt x="1297" y="708"/>
                </a:lnTo>
                <a:lnTo>
                  <a:pt x="1298" y="708"/>
                </a:lnTo>
                <a:lnTo>
                  <a:pt x="1298" y="709"/>
                </a:lnTo>
                <a:lnTo>
                  <a:pt x="1298" y="710"/>
                </a:lnTo>
                <a:lnTo>
                  <a:pt x="1299" y="710"/>
                </a:lnTo>
                <a:lnTo>
                  <a:pt x="1298" y="711"/>
                </a:lnTo>
                <a:lnTo>
                  <a:pt x="1297" y="712"/>
                </a:lnTo>
                <a:lnTo>
                  <a:pt x="1297" y="713"/>
                </a:lnTo>
                <a:lnTo>
                  <a:pt x="1297" y="714"/>
                </a:lnTo>
                <a:lnTo>
                  <a:pt x="1297" y="715"/>
                </a:lnTo>
                <a:lnTo>
                  <a:pt x="1296" y="715"/>
                </a:lnTo>
                <a:lnTo>
                  <a:pt x="1296" y="716"/>
                </a:lnTo>
                <a:lnTo>
                  <a:pt x="1295" y="717"/>
                </a:lnTo>
                <a:lnTo>
                  <a:pt x="1294" y="717"/>
                </a:lnTo>
                <a:lnTo>
                  <a:pt x="1293" y="718"/>
                </a:lnTo>
                <a:lnTo>
                  <a:pt x="1292" y="718"/>
                </a:lnTo>
                <a:lnTo>
                  <a:pt x="1292" y="719"/>
                </a:lnTo>
                <a:lnTo>
                  <a:pt x="1293" y="720"/>
                </a:lnTo>
                <a:lnTo>
                  <a:pt x="1292" y="721"/>
                </a:lnTo>
                <a:lnTo>
                  <a:pt x="1292" y="722"/>
                </a:lnTo>
                <a:lnTo>
                  <a:pt x="1291" y="722"/>
                </a:lnTo>
                <a:lnTo>
                  <a:pt x="1290" y="723"/>
                </a:lnTo>
                <a:lnTo>
                  <a:pt x="1290" y="724"/>
                </a:lnTo>
                <a:lnTo>
                  <a:pt x="1290" y="726"/>
                </a:lnTo>
                <a:lnTo>
                  <a:pt x="1289" y="726"/>
                </a:lnTo>
                <a:lnTo>
                  <a:pt x="1289" y="727"/>
                </a:lnTo>
                <a:lnTo>
                  <a:pt x="1289" y="728"/>
                </a:lnTo>
                <a:lnTo>
                  <a:pt x="1288" y="728"/>
                </a:lnTo>
                <a:lnTo>
                  <a:pt x="1288" y="729"/>
                </a:lnTo>
                <a:lnTo>
                  <a:pt x="1287" y="730"/>
                </a:lnTo>
                <a:lnTo>
                  <a:pt x="1286" y="730"/>
                </a:lnTo>
                <a:lnTo>
                  <a:pt x="1286" y="729"/>
                </a:lnTo>
                <a:lnTo>
                  <a:pt x="1285" y="729"/>
                </a:lnTo>
                <a:lnTo>
                  <a:pt x="1285" y="728"/>
                </a:lnTo>
                <a:lnTo>
                  <a:pt x="1284" y="728"/>
                </a:lnTo>
                <a:lnTo>
                  <a:pt x="1284" y="727"/>
                </a:lnTo>
                <a:lnTo>
                  <a:pt x="1282" y="726"/>
                </a:lnTo>
                <a:lnTo>
                  <a:pt x="1282" y="725"/>
                </a:lnTo>
                <a:lnTo>
                  <a:pt x="1282" y="724"/>
                </a:lnTo>
                <a:lnTo>
                  <a:pt x="1281" y="724"/>
                </a:lnTo>
                <a:lnTo>
                  <a:pt x="1280" y="723"/>
                </a:lnTo>
                <a:lnTo>
                  <a:pt x="1279" y="722"/>
                </a:lnTo>
                <a:lnTo>
                  <a:pt x="1278" y="722"/>
                </a:lnTo>
                <a:lnTo>
                  <a:pt x="1278" y="721"/>
                </a:lnTo>
                <a:lnTo>
                  <a:pt x="1277" y="721"/>
                </a:lnTo>
                <a:lnTo>
                  <a:pt x="1276" y="721"/>
                </a:lnTo>
                <a:lnTo>
                  <a:pt x="1276" y="720"/>
                </a:lnTo>
                <a:lnTo>
                  <a:pt x="1275" y="720"/>
                </a:lnTo>
                <a:lnTo>
                  <a:pt x="1275" y="719"/>
                </a:lnTo>
                <a:lnTo>
                  <a:pt x="1275" y="718"/>
                </a:lnTo>
                <a:lnTo>
                  <a:pt x="1274" y="718"/>
                </a:lnTo>
                <a:lnTo>
                  <a:pt x="1274" y="717"/>
                </a:lnTo>
                <a:lnTo>
                  <a:pt x="1273" y="717"/>
                </a:lnTo>
                <a:lnTo>
                  <a:pt x="1273" y="716"/>
                </a:lnTo>
                <a:lnTo>
                  <a:pt x="1272" y="715"/>
                </a:lnTo>
                <a:lnTo>
                  <a:pt x="1271" y="715"/>
                </a:lnTo>
                <a:lnTo>
                  <a:pt x="1270" y="715"/>
                </a:lnTo>
                <a:lnTo>
                  <a:pt x="1270" y="716"/>
                </a:lnTo>
                <a:lnTo>
                  <a:pt x="1270" y="715"/>
                </a:lnTo>
                <a:lnTo>
                  <a:pt x="1269" y="715"/>
                </a:lnTo>
                <a:lnTo>
                  <a:pt x="1268" y="715"/>
                </a:lnTo>
                <a:lnTo>
                  <a:pt x="1267" y="715"/>
                </a:lnTo>
                <a:lnTo>
                  <a:pt x="1266" y="715"/>
                </a:lnTo>
                <a:lnTo>
                  <a:pt x="1265" y="715"/>
                </a:lnTo>
                <a:lnTo>
                  <a:pt x="1263" y="715"/>
                </a:lnTo>
                <a:lnTo>
                  <a:pt x="1263" y="716"/>
                </a:lnTo>
                <a:lnTo>
                  <a:pt x="1262" y="717"/>
                </a:lnTo>
                <a:lnTo>
                  <a:pt x="1262" y="718"/>
                </a:lnTo>
                <a:lnTo>
                  <a:pt x="1262" y="719"/>
                </a:lnTo>
                <a:lnTo>
                  <a:pt x="1262" y="720"/>
                </a:lnTo>
                <a:lnTo>
                  <a:pt x="1262" y="721"/>
                </a:lnTo>
                <a:lnTo>
                  <a:pt x="1262" y="722"/>
                </a:lnTo>
                <a:lnTo>
                  <a:pt x="1262" y="723"/>
                </a:lnTo>
                <a:lnTo>
                  <a:pt x="1261" y="724"/>
                </a:lnTo>
                <a:lnTo>
                  <a:pt x="1260" y="723"/>
                </a:lnTo>
                <a:lnTo>
                  <a:pt x="1260" y="722"/>
                </a:lnTo>
                <a:lnTo>
                  <a:pt x="1259" y="722"/>
                </a:lnTo>
                <a:lnTo>
                  <a:pt x="1259" y="721"/>
                </a:lnTo>
                <a:lnTo>
                  <a:pt x="1258" y="721"/>
                </a:lnTo>
                <a:lnTo>
                  <a:pt x="1258" y="720"/>
                </a:lnTo>
                <a:lnTo>
                  <a:pt x="1258" y="719"/>
                </a:lnTo>
                <a:lnTo>
                  <a:pt x="1258" y="718"/>
                </a:lnTo>
                <a:lnTo>
                  <a:pt x="1257" y="718"/>
                </a:lnTo>
                <a:lnTo>
                  <a:pt x="1257" y="717"/>
                </a:lnTo>
                <a:lnTo>
                  <a:pt x="1256" y="716"/>
                </a:lnTo>
                <a:lnTo>
                  <a:pt x="1255" y="716"/>
                </a:lnTo>
                <a:lnTo>
                  <a:pt x="1255" y="715"/>
                </a:lnTo>
                <a:lnTo>
                  <a:pt x="1255" y="714"/>
                </a:lnTo>
                <a:lnTo>
                  <a:pt x="1255" y="713"/>
                </a:lnTo>
                <a:lnTo>
                  <a:pt x="1254" y="713"/>
                </a:lnTo>
                <a:lnTo>
                  <a:pt x="1253" y="713"/>
                </a:lnTo>
                <a:lnTo>
                  <a:pt x="1253" y="712"/>
                </a:lnTo>
                <a:lnTo>
                  <a:pt x="1252" y="711"/>
                </a:lnTo>
                <a:lnTo>
                  <a:pt x="1251" y="711"/>
                </a:lnTo>
                <a:lnTo>
                  <a:pt x="1250" y="711"/>
                </a:lnTo>
                <a:lnTo>
                  <a:pt x="1249" y="710"/>
                </a:lnTo>
                <a:lnTo>
                  <a:pt x="1249" y="711"/>
                </a:lnTo>
                <a:lnTo>
                  <a:pt x="1248" y="711"/>
                </a:lnTo>
                <a:lnTo>
                  <a:pt x="1247" y="711"/>
                </a:lnTo>
                <a:lnTo>
                  <a:pt x="1246" y="711"/>
                </a:lnTo>
                <a:lnTo>
                  <a:pt x="1245" y="710"/>
                </a:lnTo>
                <a:lnTo>
                  <a:pt x="1244" y="710"/>
                </a:lnTo>
                <a:lnTo>
                  <a:pt x="1243" y="711"/>
                </a:lnTo>
                <a:lnTo>
                  <a:pt x="1244" y="711"/>
                </a:lnTo>
                <a:lnTo>
                  <a:pt x="1244" y="712"/>
                </a:lnTo>
                <a:lnTo>
                  <a:pt x="1242" y="712"/>
                </a:lnTo>
                <a:lnTo>
                  <a:pt x="1242" y="711"/>
                </a:lnTo>
                <a:lnTo>
                  <a:pt x="1242" y="710"/>
                </a:lnTo>
                <a:lnTo>
                  <a:pt x="1241" y="710"/>
                </a:lnTo>
                <a:lnTo>
                  <a:pt x="1240" y="710"/>
                </a:lnTo>
                <a:lnTo>
                  <a:pt x="1240" y="711"/>
                </a:lnTo>
                <a:lnTo>
                  <a:pt x="1239" y="711"/>
                </a:lnTo>
                <a:lnTo>
                  <a:pt x="1239" y="713"/>
                </a:lnTo>
                <a:lnTo>
                  <a:pt x="1238" y="713"/>
                </a:lnTo>
                <a:lnTo>
                  <a:pt x="1238" y="712"/>
                </a:lnTo>
                <a:lnTo>
                  <a:pt x="1237" y="713"/>
                </a:lnTo>
                <a:lnTo>
                  <a:pt x="1237" y="714"/>
                </a:lnTo>
                <a:lnTo>
                  <a:pt x="1236" y="714"/>
                </a:lnTo>
                <a:lnTo>
                  <a:pt x="1236" y="715"/>
                </a:lnTo>
                <a:lnTo>
                  <a:pt x="1235" y="715"/>
                </a:lnTo>
                <a:lnTo>
                  <a:pt x="1234" y="715"/>
                </a:lnTo>
                <a:lnTo>
                  <a:pt x="1234" y="716"/>
                </a:lnTo>
                <a:lnTo>
                  <a:pt x="1234" y="717"/>
                </a:lnTo>
                <a:lnTo>
                  <a:pt x="1234" y="718"/>
                </a:lnTo>
                <a:lnTo>
                  <a:pt x="1233" y="718"/>
                </a:lnTo>
                <a:lnTo>
                  <a:pt x="1233" y="719"/>
                </a:lnTo>
                <a:lnTo>
                  <a:pt x="1233" y="720"/>
                </a:lnTo>
                <a:lnTo>
                  <a:pt x="1234" y="720"/>
                </a:lnTo>
                <a:lnTo>
                  <a:pt x="1235" y="720"/>
                </a:lnTo>
                <a:lnTo>
                  <a:pt x="1235" y="721"/>
                </a:lnTo>
                <a:lnTo>
                  <a:pt x="1234" y="721"/>
                </a:lnTo>
                <a:lnTo>
                  <a:pt x="1234" y="722"/>
                </a:lnTo>
                <a:lnTo>
                  <a:pt x="1235" y="723"/>
                </a:lnTo>
                <a:lnTo>
                  <a:pt x="1236" y="723"/>
                </a:lnTo>
                <a:lnTo>
                  <a:pt x="1236" y="724"/>
                </a:lnTo>
                <a:lnTo>
                  <a:pt x="1237" y="724"/>
                </a:lnTo>
                <a:lnTo>
                  <a:pt x="1237" y="725"/>
                </a:lnTo>
                <a:lnTo>
                  <a:pt x="1237" y="726"/>
                </a:lnTo>
                <a:lnTo>
                  <a:pt x="1237" y="727"/>
                </a:lnTo>
                <a:lnTo>
                  <a:pt x="1236" y="727"/>
                </a:lnTo>
                <a:lnTo>
                  <a:pt x="1237" y="727"/>
                </a:lnTo>
                <a:lnTo>
                  <a:pt x="1237" y="728"/>
                </a:lnTo>
                <a:lnTo>
                  <a:pt x="1238" y="728"/>
                </a:lnTo>
                <a:lnTo>
                  <a:pt x="1238" y="729"/>
                </a:lnTo>
                <a:lnTo>
                  <a:pt x="1239" y="730"/>
                </a:lnTo>
                <a:lnTo>
                  <a:pt x="1239" y="731"/>
                </a:lnTo>
                <a:lnTo>
                  <a:pt x="1238" y="731"/>
                </a:lnTo>
                <a:lnTo>
                  <a:pt x="1237" y="731"/>
                </a:lnTo>
                <a:lnTo>
                  <a:pt x="1236" y="731"/>
                </a:lnTo>
                <a:lnTo>
                  <a:pt x="1236" y="732"/>
                </a:lnTo>
                <a:lnTo>
                  <a:pt x="1236" y="733"/>
                </a:lnTo>
                <a:lnTo>
                  <a:pt x="1236" y="734"/>
                </a:lnTo>
                <a:lnTo>
                  <a:pt x="1236" y="735"/>
                </a:lnTo>
                <a:lnTo>
                  <a:pt x="1237" y="735"/>
                </a:lnTo>
                <a:lnTo>
                  <a:pt x="1238" y="735"/>
                </a:lnTo>
                <a:lnTo>
                  <a:pt x="1239" y="736"/>
                </a:lnTo>
                <a:lnTo>
                  <a:pt x="1239" y="737"/>
                </a:lnTo>
                <a:lnTo>
                  <a:pt x="1240" y="737"/>
                </a:lnTo>
                <a:lnTo>
                  <a:pt x="1240" y="738"/>
                </a:lnTo>
                <a:lnTo>
                  <a:pt x="1240" y="739"/>
                </a:lnTo>
                <a:lnTo>
                  <a:pt x="1239" y="739"/>
                </a:lnTo>
                <a:lnTo>
                  <a:pt x="1239" y="740"/>
                </a:lnTo>
                <a:lnTo>
                  <a:pt x="1239" y="741"/>
                </a:lnTo>
                <a:lnTo>
                  <a:pt x="1239" y="742"/>
                </a:lnTo>
                <a:lnTo>
                  <a:pt x="1239" y="743"/>
                </a:lnTo>
                <a:lnTo>
                  <a:pt x="1240" y="743"/>
                </a:lnTo>
                <a:lnTo>
                  <a:pt x="1240" y="744"/>
                </a:lnTo>
                <a:lnTo>
                  <a:pt x="1239" y="744"/>
                </a:lnTo>
                <a:lnTo>
                  <a:pt x="1238" y="744"/>
                </a:lnTo>
                <a:lnTo>
                  <a:pt x="1237" y="744"/>
                </a:lnTo>
                <a:lnTo>
                  <a:pt x="1235" y="744"/>
                </a:lnTo>
                <a:lnTo>
                  <a:pt x="1235" y="743"/>
                </a:lnTo>
                <a:lnTo>
                  <a:pt x="1234" y="743"/>
                </a:lnTo>
                <a:lnTo>
                  <a:pt x="1234" y="744"/>
                </a:lnTo>
                <a:lnTo>
                  <a:pt x="1234" y="745"/>
                </a:lnTo>
                <a:lnTo>
                  <a:pt x="1234" y="746"/>
                </a:lnTo>
                <a:lnTo>
                  <a:pt x="1235" y="746"/>
                </a:lnTo>
                <a:lnTo>
                  <a:pt x="1235" y="747"/>
                </a:lnTo>
                <a:lnTo>
                  <a:pt x="1234" y="747"/>
                </a:lnTo>
                <a:lnTo>
                  <a:pt x="1235" y="747"/>
                </a:lnTo>
                <a:lnTo>
                  <a:pt x="1235" y="748"/>
                </a:lnTo>
                <a:lnTo>
                  <a:pt x="1234" y="749"/>
                </a:lnTo>
                <a:lnTo>
                  <a:pt x="1234" y="750"/>
                </a:lnTo>
                <a:lnTo>
                  <a:pt x="1234" y="751"/>
                </a:lnTo>
                <a:lnTo>
                  <a:pt x="1235" y="751"/>
                </a:lnTo>
                <a:lnTo>
                  <a:pt x="1234" y="751"/>
                </a:lnTo>
                <a:lnTo>
                  <a:pt x="1234" y="752"/>
                </a:lnTo>
                <a:lnTo>
                  <a:pt x="1234" y="753"/>
                </a:lnTo>
                <a:lnTo>
                  <a:pt x="1233" y="753"/>
                </a:lnTo>
                <a:lnTo>
                  <a:pt x="1235" y="754"/>
                </a:lnTo>
                <a:lnTo>
                  <a:pt x="1237" y="754"/>
                </a:lnTo>
                <a:lnTo>
                  <a:pt x="1238" y="754"/>
                </a:lnTo>
                <a:lnTo>
                  <a:pt x="1238" y="755"/>
                </a:lnTo>
                <a:lnTo>
                  <a:pt x="1239" y="755"/>
                </a:lnTo>
                <a:lnTo>
                  <a:pt x="1240" y="755"/>
                </a:lnTo>
                <a:lnTo>
                  <a:pt x="1240" y="756"/>
                </a:lnTo>
                <a:lnTo>
                  <a:pt x="1241" y="756"/>
                </a:lnTo>
                <a:lnTo>
                  <a:pt x="1241" y="757"/>
                </a:lnTo>
                <a:lnTo>
                  <a:pt x="1242" y="757"/>
                </a:lnTo>
                <a:lnTo>
                  <a:pt x="1242" y="758"/>
                </a:lnTo>
                <a:lnTo>
                  <a:pt x="1243" y="758"/>
                </a:lnTo>
                <a:lnTo>
                  <a:pt x="1244" y="759"/>
                </a:lnTo>
                <a:lnTo>
                  <a:pt x="1244" y="760"/>
                </a:lnTo>
                <a:lnTo>
                  <a:pt x="1244" y="761"/>
                </a:lnTo>
                <a:lnTo>
                  <a:pt x="1244" y="762"/>
                </a:lnTo>
                <a:lnTo>
                  <a:pt x="1245" y="762"/>
                </a:lnTo>
                <a:lnTo>
                  <a:pt x="1246" y="763"/>
                </a:lnTo>
                <a:lnTo>
                  <a:pt x="1245" y="764"/>
                </a:lnTo>
                <a:lnTo>
                  <a:pt x="1245" y="765"/>
                </a:lnTo>
                <a:lnTo>
                  <a:pt x="1245" y="766"/>
                </a:lnTo>
                <a:lnTo>
                  <a:pt x="1245" y="767"/>
                </a:lnTo>
                <a:lnTo>
                  <a:pt x="1245" y="768"/>
                </a:lnTo>
                <a:lnTo>
                  <a:pt x="1245" y="769"/>
                </a:lnTo>
                <a:lnTo>
                  <a:pt x="1244" y="769"/>
                </a:lnTo>
                <a:lnTo>
                  <a:pt x="1244" y="770"/>
                </a:lnTo>
                <a:lnTo>
                  <a:pt x="1245" y="770"/>
                </a:lnTo>
                <a:lnTo>
                  <a:pt x="1245" y="771"/>
                </a:lnTo>
                <a:lnTo>
                  <a:pt x="1244" y="772"/>
                </a:lnTo>
                <a:lnTo>
                  <a:pt x="1244" y="773"/>
                </a:lnTo>
                <a:lnTo>
                  <a:pt x="1245" y="773"/>
                </a:lnTo>
                <a:lnTo>
                  <a:pt x="1244" y="774"/>
                </a:lnTo>
                <a:lnTo>
                  <a:pt x="1244" y="775"/>
                </a:lnTo>
                <a:lnTo>
                  <a:pt x="1244" y="776"/>
                </a:lnTo>
                <a:lnTo>
                  <a:pt x="1243" y="777"/>
                </a:lnTo>
                <a:lnTo>
                  <a:pt x="1242" y="777"/>
                </a:lnTo>
                <a:lnTo>
                  <a:pt x="1242" y="778"/>
                </a:lnTo>
                <a:lnTo>
                  <a:pt x="1241" y="780"/>
                </a:lnTo>
                <a:lnTo>
                  <a:pt x="1240" y="780"/>
                </a:lnTo>
                <a:lnTo>
                  <a:pt x="1239" y="780"/>
                </a:lnTo>
                <a:lnTo>
                  <a:pt x="1239" y="781"/>
                </a:lnTo>
                <a:lnTo>
                  <a:pt x="1238" y="782"/>
                </a:lnTo>
                <a:lnTo>
                  <a:pt x="1237" y="783"/>
                </a:lnTo>
                <a:lnTo>
                  <a:pt x="1236" y="783"/>
                </a:lnTo>
                <a:lnTo>
                  <a:pt x="1235" y="783"/>
                </a:lnTo>
                <a:lnTo>
                  <a:pt x="1234" y="783"/>
                </a:lnTo>
                <a:lnTo>
                  <a:pt x="1233" y="784"/>
                </a:lnTo>
                <a:lnTo>
                  <a:pt x="1233" y="785"/>
                </a:lnTo>
                <a:lnTo>
                  <a:pt x="1233" y="786"/>
                </a:lnTo>
                <a:lnTo>
                  <a:pt x="1234" y="786"/>
                </a:lnTo>
                <a:lnTo>
                  <a:pt x="1233" y="786"/>
                </a:lnTo>
                <a:lnTo>
                  <a:pt x="1232" y="786"/>
                </a:lnTo>
                <a:lnTo>
                  <a:pt x="1232" y="783"/>
                </a:lnTo>
                <a:lnTo>
                  <a:pt x="1233" y="783"/>
                </a:lnTo>
                <a:lnTo>
                  <a:pt x="1233" y="782"/>
                </a:lnTo>
                <a:lnTo>
                  <a:pt x="1232" y="781"/>
                </a:lnTo>
                <a:lnTo>
                  <a:pt x="1232" y="782"/>
                </a:lnTo>
                <a:lnTo>
                  <a:pt x="1231" y="782"/>
                </a:lnTo>
                <a:lnTo>
                  <a:pt x="1230" y="782"/>
                </a:lnTo>
                <a:lnTo>
                  <a:pt x="1229" y="781"/>
                </a:lnTo>
                <a:lnTo>
                  <a:pt x="1229" y="780"/>
                </a:lnTo>
                <a:lnTo>
                  <a:pt x="1228" y="780"/>
                </a:lnTo>
                <a:lnTo>
                  <a:pt x="1228" y="781"/>
                </a:lnTo>
                <a:lnTo>
                  <a:pt x="1227" y="781"/>
                </a:lnTo>
                <a:lnTo>
                  <a:pt x="1226" y="781"/>
                </a:lnTo>
                <a:lnTo>
                  <a:pt x="1226" y="782"/>
                </a:lnTo>
                <a:lnTo>
                  <a:pt x="1224" y="783"/>
                </a:lnTo>
                <a:lnTo>
                  <a:pt x="1223" y="784"/>
                </a:lnTo>
                <a:lnTo>
                  <a:pt x="1223" y="785"/>
                </a:lnTo>
                <a:lnTo>
                  <a:pt x="1222" y="785"/>
                </a:lnTo>
                <a:lnTo>
                  <a:pt x="1221" y="786"/>
                </a:lnTo>
                <a:lnTo>
                  <a:pt x="1221" y="787"/>
                </a:lnTo>
                <a:lnTo>
                  <a:pt x="1220" y="787"/>
                </a:lnTo>
                <a:lnTo>
                  <a:pt x="1219" y="787"/>
                </a:lnTo>
                <a:lnTo>
                  <a:pt x="1218" y="787"/>
                </a:lnTo>
                <a:lnTo>
                  <a:pt x="1217" y="787"/>
                </a:lnTo>
                <a:lnTo>
                  <a:pt x="1216" y="787"/>
                </a:lnTo>
                <a:lnTo>
                  <a:pt x="1216" y="788"/>
                </a:lnTo>
                <a:lnTo>
                  <a:pt x="1214" y="789"/>
                </a:lnTo>
                <a:lnTo>
                  <a:pt x="1214" y="790"/>
                </a:lnTo>
                <a:lnTo>
                  <a:pt x="1213" y="790"/>
                </a:lnTo>
                <a:lnTo>
                  <a:pt x="1213" y="789"/>
                </a:lnTo>
                <a:lnTo>
                  <a:pt x="1212" y="788"/>
                </a:lnTo>
                <a:lnTo>
                  <a:pt x="1211" y="788"/>
                </a:lnTo>
                <a:lnTo>
                  <a:pt x="1210" y="788"/>
                </a:lnTo>
                <a:lnTo>
                  <a:pt x="1210" y="787"/>
                </a:lnTo>
                <a:lnTo>
                  <a:pt x="1209" y="787"/>
                </a:lnTo>
                <a:lnTo>
                  <a:pt x="1209" y="786"/>
                </a:lnTo>
                <a:lnTo>
                  <a:pt x="1208" y="786"/>
                </a:lnTo>
                <a:lnTo>
                  <a:pt x="1207" y="786"/>
                </a:lnTo>
                <a:lnTo>
                  <a:pt x="1207" y="785"/>
                </a:lnTo>
                <a:lnTo>
                  <a:pt x="1207" y="786"/>
                </a:lnTo>
                <a:lnTo>
                  <a:pt x="1206" y="786"/>
                </a:lnTo>
                <a:lnTo>
                  <a:pt x="1206" y="785"/>
                </a:lnTo>
                <a:lnTo>
                  <a:pt x="1205" y="785"/>
                </a:lnTo>
                <a:lnTo>
                  <a:pt x="1204" y="784"/>
                </a:lnTo>
                <a:lnTo>
                  <a:pt x="1203" y="784"/>
                </a:lnTo>
                <a:lnTo>
                  <a:pt x="1202" y="785"/>
                </a:lnTo>
                <a:lnTo>
                  <a:pt x="1200" y="784"/>
                </a:lnTo>
                <a:lnTo>
                  <a:pt x="1200" y="783"/>
                </a:lnTo>
                <a:lnTo>
                  <a:pt x="1199" y="783"/>
                </a:lnTo>
                <a:lnTo>
                  <a:pt x="1199" y="784"/>
                </a:lnTo>
                <a:lnTo>
                  <a:pt x="1198" y="785"/>
                </a:lnTo>
                <a:lnTo>
                  <a:pt x="1197" y="785"/>
                </a:lnTo>
                <a:lnTo>
                  <a:pt x="1196" y="784"/>
                </a:lnTo>
                <a:lnTo>
                  <a:pt x="1196" y="782"/>
                </a:lnTo>
                <a:lnTo>
                  <a:pt x="1196" y="783"/>
                </a:lnTo>
                <a:lnTo>
                  <a:pt x="1195" y="783"/>
                </a:lnTo>
                <a:lnTo>
                  <a:pt x="1195" y="784"/>
                </a:lnTo>
                <a:lnTo>
                  <a:pt x="1194" y="784"/>
                </a:lnTo>
                <a:lnTo>
                  <a:pt x="1194" y="783"/>
                </a:lnTo>
                <a:lnTo>
                  <a:pt x="1193" y="783"/>
                </a:lnTo>
                <a:lnTo>
                  <a:pt x="1192" y="783"/>
                </a:lnTo>
                <a:lnTo>
                  <a:pt x="1191" y="782"/>
                </a:lnTo>
                <a:lnTo>
                  <a:pt x="1190" y="782"/>
                </a:lnTo>
                <a:lnTo>
                  <a:pt x="1190" y="781"/>
                </a:lnTo>
                <a:lnTo>
                  <a:pt x="1189" y="781"/>
                </a:lnTo>
                <a:lnTo>
                  <a:pt x="1188" y="781"/>
                </a:lnTo>
                <a:lnTo>
                  <a:pt x="1188" y="780"/>
                </a:lnTo>
                <a:lnTo>
                  <a:pt x="1188" y="781"/>
                </a:lnTo>
                <a:lnTo>
                  <a:pt x="1188" y="782"/>
                </a:lnTo>
                <a:lnTo>
                  <a:pt x="1189" y="782"/>
                </a:lnTo>
                <a:lnTo>
                  <a:pt x="1189" y="783"/>
                </a:lnTo>
                <a:lnTo>
                  <a:pt x="1190" y="784"/>
                </a:lnTo>
                <a:lnTo>
                  <a:pt x="1190" y="785"/>
                </a:lnTo>
                <a:lnTo>
                  <a:pt x="1191" y="785"/>
                </a:lnTo>
                <a:lnTo>
                  <a:pt x="1191" y="786"/>
                </a:lnTo>
                <a:lnTo>
                  <a:pt x="1191" y="787"/>
                </a:lnTo>
                <a:lnTo>
                  <a:pt x="1191" y="788"/>
                </a:lnTo>
                <a:lnTo>
                  <a:pt x="1190" y="789"/>
                </a:lnTo>
                <a:lnTo>
                  <a:pt x="1189" y="789"/>
                </a:lnTo>
                <a:lnTo>
                  <a:pt x="1189" y="788"/>
                </a:lnTo>
                <a:lnTo>
                  <a:pt x="1188" y="787"/>
                </a:lnTo>
                <a:lnTo>
                  <a:pt x="1187" y="787"/>
                </a:lnTo>
                <a:lnTo>
                  <a:pt x="1186" y="786"/>
                </a:lnTo>
                <a:lnTo>
                  <a:pt x="1186" y="787"/>
                </a:lnTo>
                <a:lnTo>
                  <a:pt x="1185" y="787"/>
                </a:lnTo>
                <a:lnTo>
                  <a:pt x="1185" y="788"/>
                </a:lnTo>
                <a:lnTo>
                  <a:pt x="1185" y="789"/>
                </a:lnTo>
                <a:lnTo>
                  <a:pt x="1185" y="790"/>
                </a:lnTo>
                <a:lnTo>
                  <a:pt x="1185" y="791"/>
                </a:lnTo>
                <a:lnTo>
                  <a:pt x="1185" y="792"/>
                </a:lnTo>
                <a:lnTo>
                  <a:pt x="1185" y="793"/>
                </a:lnTo>
                <a:lnTo>
                  <a:pt x="1185" y="795"/>
                </a:lnTo>
                <a:lnTo>
                  <a:pt x="1185" y="796"/>
                </a:lnTo>
                <a:lnTo>
                  <a:pt x="1185" y="797"/>
                </a:lnTo>
                <a:lnTo>
                  <a:pt x="1185" y="798"/>
                </a:lnTo>
                <a:lnTo>
                  <a:pt x="1186" y="799"/>
                </a:lnTo>
                <a:lnTo>
                  <a:pt x="1185" y="799"/>
                </a:lnTo>
                <a:lnTo>
                  <a:pt x="1184" y="799"/>
                </a:lnTo>
                <a:lnTo>
                  <a:pt x="1183" y="799"/>
                </a:lnTo>
                <a:lnTo>
                  <a:pt x="1183" y="798"/>
                </a:lnTo>
                <a:lnTo>
                  <a:pt x="1182" y="798"/>
                </a:lnTo>
                <a:lnTo>
                  <a:pt x="1182" y="797"/>
                </a:lnTo>
                <a:lnTo>
                  <a:pt x="1181" y="797"/>
                </a:lnTo>
                <a:lnTo>
                  <a:pt x="1181" y="798"/>
                </a:lnTo>
                <a:lnTo>
                  <a:pt x="1180" y="798"/>
                </a:lnTo>
                <a:lnTo>
                  <a:pt x="1180" y="797"/>
                </a:lnTo>
                <a:lnTo>
                  <a:pt x="1180" y="796"/>
                </a:lnTo>
                <a:lnTo>
                  <a:pt x="1179" y="796"/>
                </a:lnTo>
                <a:lnTo>
                  <a:pt x="1179" y="795"/>
                </a:lnTo>
                <a:lnTo>
                  <a:pt x="1178" y="796"/>
                </a:lnTo>
                <a:lnTo>
                  <a:pt x="1177" y="796"/>
                </a:lnTo>
                <a:lnTo>
                  <a:pt x="1177" y="795"/>
                </a:lnTo>
                <a:lnTo>
                  <a:pt x="1176" y="796"/>
                </a:lnTo>
                <a:lnTo>
                  <a:pt x="1176" y="795"/>
                </a:lnTo>
                <a:lnTo>
                  <a:pt x="1176" y="794"/>
                </a:lnTo>
                <a:lnTo>
                  <a:pt x="1175" y="794"/>
                </a:lnTo>
                <a:lnTo>
                  <a:pt x="1174" y="794"/>
                </a:lnTo>
                <a:lnTo>
                  <a:pt x="1173" y="793"/>
                </a:lnTo>
                <a:lnTo>
                  <a:pt x="1173" y="794"/>
                </a:lnTo>
                <a:lnTo>
                  <a:pt x="1173" y="793"/>
                </a:lnTo>
                <a:lnTo>
                  <a:pt x="1173" y="792"/>
                </a:lnTo>
                <a:lnTo>
                  <a:pt x="1172" y="792"/>
                </a:lnTo>
                <a:lnTo>
                  <a:pt x="1172" y="791"/>
                </a:lnTo>
                <a:lnTo>
                  <a:pt x="1172" y="790"/>
                </a:lnTo>
                <a:lnTo>
                  <a:pt x="1172" y="791"/>
                </a:lnTo>
                <a:lnTo>
                  <a:pt x="1171" y="791"/>
                </a:lnTo>
                <a:lnTo>
                  <a:pt x="1171" y="790"/>
                </a:lnTo>
                <a:lnTo>
                  <a:pt x="1171" y="789"/>
                </a:lnTo>
                <a:lnTo>
                  <a:pt x="1170" y="789"/>
                </a:lnTo>
                <a:lnTo>
                  <a:pt x="1169" y="789"/>
                </a:lnTo>
                <a:lnTo>
                  <a:pt x="1169" y="788"/>
                </a:lnTo>
                <a:lnTo>
                  <a:pt x="1170" y="788"/>
                </a:lnTo>
                <a:lnTo>
                  <a:pt x="1170" y="787"/>
                </a:lnTo>
                <a:lnTo>
                  <a:pt x="1169" y="787"/>
                </a:lnTo>
                <a:lnTo>
                  <a:pt x="1170" y="786"/>
                </a:lnTo>
                <a:lnTo>
                  <a:pt x="1169" y="786"/>
                </a:lnTo>
                <a:lnTo>
                  <a:pt x="1169" y="785"/>
                </a:lnTo>
                <a:lnTo>
                  <a:pt x="1168" y="784"/>
                </a:lnTo>
                <a:lnTo>
                  <a:pt x="1168" y="783"/>
                </a:lnTo>
                <a:lnTo>
                  <a:pt x="1167" y="783"/>
                </a:lnTo>
                <a:lnTo>
                  <a:pt x="1167" y="782"/>
                </a:lnTo>
                <a:lnTo>
                  <a:pt x="1166" y="782"/>
                </a:lnTo>
                <a:lnTo>
                  <a:pt x="1166" y="781"/>
                </a:lnTo>
                <a:lnTo>
                  <a:pt x="1165" y="780"/>
                </a:lnTo>
                <a:lnTo>
                  <a:pt x="1165" y="779"/>
                </a:lnTo>
                <a:lnTo>
                  <a:pt x="1164" y="778"/>
                </a:lnTo>
                <a:lnTo>
                  <a:pt x="1163" y="778"/>
                </a:lnTo>
                <a:lnTo>
                  <a:pt x="1163" y="779"/>
                </a:lnTo>
                <a:lnTo>
                  <a:pt x="1162" y="779"/>
                </a:lnTo>
                <a:lnTo>
                  <a:pt x="1162" y="777"/>
                </a:lnTo>
                <a:lnTo>
                  <a:pt x="1161" y="776"/>
                </a:lnTo>
                <a:lnTo>
                  <a:pt x="1161" y="775"/>
                </a:lnTo>
                <a:lnTo>
                  <a:pt x="1160" y="775"/>
                </a:lnTo>
                <a:lnTo>
                  <a:pt x="1160" y="774"/>
                </a:lnTo>
                <a:lnTo>
                  <a:pt x="1159" y="775"/>
                </a:lnTo>
                <a:lnTo>
                  <a:pt x="1158" y="776"/>
                </a:lnTo>
                <a:lnTo>
                  <a:pt x="1157" y="777"/>
                </a:lnTo>
                <a:lnTo>
                  <a:pt x="1157" y="778"/>
                </a:lnTo>
                <a:lnTo>
                  <a:pt x="1157" y="779"/>
                </a:lnTo>
                <a:lnTo>
                  <a:pt x="1156" y="779"/>
                </a:lnTo>
                <a:lnTo>
                  <a:pt x="1155" y="778"/>
                </a:lnTo>
                <a:lnTo>
                  <a:pt x="1156" y="778"/>
                </a:lnTo>
                <a:lnTo>
                  <a:pt x="1156" y="777"/>
                </a:lnTo>
                <a:lnTo>
                  <a:pt x="1156" y="776"/>
                </a:lnTo>
                <a:lnTo>
                  <a:pt x="1157" y="775"/>
                </a:lnTo>
                <a:lnTo>
                  <a:pt x="1157" y="774"/>
                </a:lnTo>
                <a:lnTo>
                  <a:pt x="1158" y="773"/>
                </a:lnTo>
                <a:lnTo>
                  <a:pt x="1158" y="772"/>
                </a:lnTo>
                <a:lnTo>
                  <a:pt x="1158" y="771"/>
                </a:lnTo>
                <a:lnTo>
                  <a:pt x="1157" y="772"/>
                </a:lnTo>
                <a:lnTo>
                  <a:pt x="1156" y="773"/>
                </a:lnTo>
                <a:lnTo>
                  <a:pt x="1155" y="773"/>
                </a:lnTo>
                <a:lnTo>
                  <a:pt x="1154" y="773"/>
                </a:lnTo>
                <a:lnTo>
                  <a:pt x="1154" y="774"/>
                </a:lnTo>
                <a:lnTo>
                  <a:pt x="1153" y="774"/>
                </a:lnTo>
                <a:lnTo>
                  <a:pt x="1152" y="775"/>
                </a:lnTo>
                <a:lnTo>
                  <a:pt x="1151" y="775"/>
                </a:lnTo>
                <a:lnTo>
                  <a:pt x="1151" y="776"/>
                </a:lnTo>
                <a:lnTo>
                  <a:pt x="1150" y="775"/>
                </a:lnTo>
                <a:lnTo>
                  <a:pt x="1149" y="775"/>
                </a:lnTo>
                <a:lnTo>
                  <a:pt x="1148" y="775"/>
                </a:lnTo>
                <a:lnTo>
                  <a:pt x="1147" y="774"/>
                </a:lnTo>
                <a:lnTo>
                  <a:pt x="1146" y="774"/>
                </a:lnTo>
                <a:lnTo>
                  <a:pt x="1145" y="774"/>
                </a:lnTo>
                <a:lnTo>
                  <a:pt x="1144" y="773"/>
                </a:lnTo>
                <a:lnTo>
                  <a:pt x="1143" y="773"/>
                </a:lnTo>
                <a:lnTo>
                  <a:pt x="1143" y="774"/>
                </a:lnTo>
                <a:lnTo>
                  <a:pt x="1143" y="775"/>
                </a:lnTo>
                <a:lnTo>
                  <a:pt x="1142" y="775"/>
                </a:lnTo>
                <a:lnTo>
                  <a:pt x="1141" y="775"/>
                </a:lnTo>
                <a:lnTo>
                  <a:pt x="1141" y="776"/>
                </a:lnTo>
                <a:lnTo>
                  <a:pt x="1141" y="777"/>
                </a:lnTo>
                <a:lnTo>
                  <a:pt x="1140" y="778"/>
                </a:lnTo>
                <a:lnTo>
                  <a:pt x="1140" y="779"/>
                </a:lnTo>
                <a:lnTo>
                  <a:pt x="1140" y="780"/>
                </a:lnTo>
                <a:lnTo>
                  <a:pt x="1140" y="781"/>
                </a:lnTo>
                <a:lnTo>
                  <a:pt x="1140" y="782"/>
                </a:lnTo>
                <a:lnTo>
                  <a:pt x="1140" y="784"/>
                </a:lnTo>
                <a:lnTo>
                  <a:pt x="1139" y="785"/>
                </a:lnTo>
                <a:lnTo>
                  <a:pt x="1139" y="786"/>
                </a:lnTo>
                <a:lnTo>
                  <a:pt x="1139" y="787"/>
                </a:lnTo>
                <a:lnTo>
                  <a:pt x="1138" y="787"/>
                </a:lnTo>
                <a:lnTo>
                  <a:pt x="1138" y="788"/>
                </a:lnTo>
                <a:lnTo>
                  <a:pt x="1138" y="789"/>
                </a:lnTo>
                <a:lnTo>
                  <a:pt x="1137" y="789"/>
                </a:lnTo>
                <a:lnTo>
                  <a:pt x="1136" y="789"/>
                </a:lnTo>
                <a:lnTo>
                  <a:pt x="1136" y="788"/>
                </a:lnTo>
                <a:lnTo>
                  <a:pt x="1136" y="787"/>
                </a:lnTo>
                <a:lnTo>
                  <a:pt x="1135" y="786"/>
                </a:lnTo>
                <a:lnTo>
                  <a:pt x="1135" y="787"/>
                </a:lnTo>
                <a:lnTo>
                  <a:pt x="1134" y="787"/>
                </a:lnTo>
                <a:lnTo>
                  <a:pt x="1133" y="787"/>
                </a:lnTo>
                <a:lnTo>
                  <a:pt x="1133" y="786"/>
                </a:lnTo>
                <a:lnTo>
                  <a:pt x="1132" y="786"/>
                </a:lnTo>
                <a:lnTo>
                  <a:pt x="1131" y="786"/>
                </a:lnTo>
                <a:lnTo>
                  <a:pt x="1130" y="786"/>
                </a:lnTo>
                <a:lnTo>
                  <a:pt x="1129" y="786"/>
                </a:lnTo>
                <a:lnTo>
                  <a:pt x="1129" y="785"/>
                </a:lnTo>
                <a:lnTo>
                  <a:pt x="1128" y="785"/>
                </a:lnTo>
                <a:lnTo>
                  <a:pt x="1127" y="785"/>
                </a:lnTo>
                <a:lnTo>
                  <a:pt x="1127" y="783"/>
                </a:lnTo>
                <a:lnTo>
                  <a:pt x="1126" y="783"/>
                </a:lnTo>
                <a:lnTo>
                  <a:pt x="1126" y="782"/>
                </a:lnTo>
                <a:lnTo>
                  <a:pt x="1125" y="782"/>
                </a:lnTo>
                <a:lnTo>
                  <a:pt x="1125" y="780"/>
                </a:lnTo>
                <a:lnTo>
                  <a:pt x="1126" y="780"/>
                </a:lnTo>
                <a:lnTo>
                  <a:pt x="1127" y="779"/>
                </a:lnTo>
                <a:lnTo>
                  <a:pt x="1126" y="779"/>
                </a:lnTo>
                <a:lnTo>
                  <a:pt x="1127" y="778"/>
                </a:lnTo>
                <a:lnTo>
                  <a:pt x="1128" y="778"/>
                </a:lnTo>
                <a:lnTo>
                  <a:pt x="1128" y="777"/>
                </a:lnTo>
                <a:lnTo>
                  <a:pt x="1129" y="776"/>
                </a:lnTo>
                <a:lnTo>
                  <a:pt x="1130" y="776"/>
                </a:lnTo>
                <a:lnTo>
                  <a:pt x="1130" y="774"/>
                </a:lnTo>
                <a:lnTo>
                  <a:pt x="1130" y="773"/>
                </a:lnTo>
                <a:lnTo>
                  <a:pt x="1130" y="772"/>
                </a:lnTo>
                <a:lnTo>
                  <a:pt x="1129" y="772"/>
                </a:lnTo>
                <a:lnTo>
                  <a:pt x="1129" y="771"/>
                </a:lnTo>
                <a:lnTo>
                  <a:pt x="1128" y="768"/>
                </a:lnTo>
                <a:lnTo>
                  <a:pt x="1128" y="767"/>
                </a:lnTo>
                <a:lnTo>
                  <a:pt x="1128" y="766"/>
                </a:lnTo>
                <a:lnTo>
                  <a:pt x="1128" y="765"/>
                </a:lnTo>
                <a:lnTo>
                  <a:pt x="1128" y="764"/>
                </a:lnTo>
                <a:lnTo>
                  <a:pt x="1128" y="762"/>
                </a:lnTo>
                <a:lnTo>
                  <a:pt x="1128" y="761"/>
                </a:lnTo>
                <a:lnTo>
                  <a:pt x="1127" y="761"/>
                </a:lnTo>
                <a:lnTo>
                  <a:pt x="1127" y="760"/>
                </a:lnTo>
                <a:lnTo>
                  <a:pt x="1127" y="759"/>
                </a:lnTo>
                <a:lnTo>
                  <a:pt x="1126" y="758"/>
                </a:lnTo>
                <a:lnTo>
                  <a:pt x="1125" y="758"/>
                </a:lnTo>
                <a:lnTo>
                  <a:pt x="1124" y="757"/>
                </a:lnTo>
                <a:lnTo>
                  <a:pt x="1124" y="756"/>
                </a:lnTo>
                <a:lnTo>
                  <a:pt x="1123" y="755"/>
                </a:lnTo>
                <a:lnTo>
                  <a:pt x="1122" y="755"/>
                </a:lnTo>
                <a:lnTo>
                  <a:pt x="1121" y="755"/>
                </a:lnTo>
                <a:lnTo>
                  <a:pt x="1120" y="754"/>
                </a:lnTo>
                <a:lnTo>
                  <a:pt x="1119" y="754"/>
                </a:lnTo>
                <a:lnTo>
                  <a:pt x="1119" y="755"/>
                </a:lnTo>
                <a:lnTo>
                  <a:pt x="1118" y="755"/>
                </a:lnTo>
                <a:lnTo>
                  <a:pt x="1118" y="754"/>
                </a:lnTo>
                <a:lnTo>
                  <a:pt x="1119" y="754"/>
                </a:lnTo>
                <a:lnTo>
                  <a:pt x="1119" y="753"/>
                </a:lnTo>
                <a:lnTo>
                  <a:pt x="1119" y="752"/>
                </a:lnTo>
                <a:lnTo>
                  <a:pt x="1119" y="751"/>
                </a:lnTo>
                <a:lnTo>
                  <a:pt x="1120" y="751"/>
                </a:lnTo>
                <a:lnTo>
                  <a:pt x="1119" y="750"/>
                </a:lnTo>
                <a:lnTo>
                  <a:pt x="1118" y="750"/>
                </a:lnTo>
                <a:lnTo>
                  <a:pt x="1118" y="751"/>
                </a:lnTo>
                <a:lnTo>
                  <a:pt x="1117" y="750"/>
                </a:lnTo>
                <a:lnTo>
                  <a:pt x="1116" y="750"/>
                </a:lnTo>
                <a:lnTo>
                  <a:pt x="1116" y="749"/>
                </a:lnTo>
                <a:lnTo>
                  <a:pt x="1115" y="749"/>
                </a:lnTo>
                <a:lnTo>
                  <a:pt x="1114" y="749"/>
                </a:lnTo>
                <a:lnTo>
                  <a:pt x="1113" y="749"/>
                </a:lnTo>
                <a:lnTo>
                  <a:pt x="1112" y="749"/>
                </a:lnTo>
                <a:lnTo>
                  <a:pt x="1111" y="749"/>
                </a:lnTo>
                <a:lnTo>
                  <a:pt x="1111" y="748"/>
                </a:lnTo>
                <a:lnTo>
                  <a:pt x="1111" y="747"/>
                </a:lnTo>
                <a:lnTo>
                  <a:pt x="1110" y="746"/>
                </a:lnTo>
                <a:lnTo>
                  <a:pt x="1110" y="745"/>
                </a:lnTo>
                <a:lnTo>
                  <a:pt x="1110" y="744"/>
                </a:lnTo>
                <a:lnTo>
                  <a:pt x="1110" y="743"/>
                </a:lnTo>
                <a:lnTo>
                  <a:pt x="1109" y="743"/>
                </a:lnTo>
                <a:lnTo>
                  <a:pt x="1108" y="742"/>
                </a:lnTo>
                <a:lnTo>
                  <a:pt x="1107" y="742"/>
                </a:lnTo>
                <a:lnTo>
                  <a:pt x="1107" y="741"/>
                </a:lnTo>
                <a:lnTo>
                  <a:pt x="1107" y="740"/>
                </a:lnTo>
                <a:lnTo>
                  <a:pt x="1106" y="740"/>
                </a:lnTo>
                <a:lnTo>
                  <a:pt x="1106" y="739"/>
                </a:lnTo>
                <a:lnTo>
                  <a:pt x="1106" y="738"/>
                </a:lnTo>
                <a:lnTo>
                  <a:pt x="1106" y="737"/>
                </a:lnTo>
                <a:lnTo>
                  <a:pt x="1105" y="737"/>
                </a:lnTo>
                <a:lnTo>
                  <a:pt x="1104" y="737"/>
                </a:lnTo>
                <a:lnTo>
                  <a:pt x="1103" y="737"/>
                </a:lnTo>
                <a:lnTo>
                  <a:pt x="1103" y="738"/>
                </a:lnTo>
                <a:lnTo>
                  <a:pt x="1103" y="739"/>
                </a:lnTo>
                <a:lnTo>
                  <a:pt x="1103" y="741"/>
                </a:lnTo>
                <a:lnTo>
                  <a:pt x="1103" y="742"/>
                </a:lnTo>
                <a:lnTo>
                  <a:pt x="1103" y="743"/>
                </a:lnTo>
                <a:lnTo>
                  <a:pt x="1102" y="743"/>
                </a:lnTo>
                <a:lnTo>
                  <a:pt x="1102" y="744"/>
                </a:lnTo>
                <a:lnTo>
                  <a:pt x="1101" y="744"/>
                </a:lnTo>
                <a:lnTo>
                  <a:pt x="1102" y="745"/>
                </a:lnTo>
                <a:lnTo>
                  <a:pt x="1101" y="745"/>
                </a:lnTo>
                <a:lnTo>
                  <a:pt x="1101" y="746"/>
                </a:lnTo>
                <a:lnTo>
                  <a:pt x="1100" y="747"/>
                </a:lnTo>
                <a:lnTo>
                  <a:pt x="1101" y="747"/>
                </a:lnTo>
                <a:lnTo>
                  <a:pt x="1101" y="748"/>
                </a:lnTo>
                <a:lnTo>
                  <a:pt x="1100" y="748"/>
                </a:lnTo>
                <a:lnTo>
                  <a:pt x="1100" y="749"/>
                </a:lnTo>
                <a:lnTo>
                  <a:pt x="1099" y="749"/>
                </a:lnTo>
                <a:lnTo>
                  <a:pt x="1099" y="748"/>
                </a:lnTo>
                <a:lnTo>
                  <a:pt x="1098" y="748"/>
                </a:lnTo>
                <a:lnTo>
                  <a:pt x="1097" y="748"/>
                </a:lnTo>
                <a:lnTo>
                  <a:pt x="1097" y="749"/>
                </a:lnTo>
                <a:lnTo>
                  <a:pt x="1096" y="749"/>
                </a:lnTo>
                <a:lnTo>
                  <a:pt x="1095" y="749"/>
                </a:lnTo>
                <a:lnTo>
                  <a:pt x="1095" y="750"/>
                </a:lnTo>
                <a:lnTo>
                  <a:pt x="1095" y="749"/>
                </a:lnTo>
                <a:lnTo>
                  <a:pt x="1094" y="748"/>
                </a:lnTo>
                <a:lnTo>
                  <a:pt x="1093" y="747"/>
                </a:lnTo>
                <a:lnTo>
                  <a:pt x="1092" y="747"/>
                </a:lnTo>
                <a:lnTo>
                  <a:pt x="1092" y="748"/>
                </a:lnTo>
                <a:lnTo>
                  <a:pt x="1091" y="749"/>
                </a:lnTo>
                <a:lnTo>
                  <a:pt x="1091" y="750"/>
                </a:lnTo>
                <a:lnTo>
                  <a:pt x="1090" y="751"/>
                </a:lnTo>
                <a:lnTo>
                  <a:pt x="1091" y="751"/>
                </a:lnTo>
                <a:lnTo>
                  <a:pt x="1092" y="751"/>
                </a:lnTo>
                <a:lnTo>
                  <a:pt x="1092" y="752"/>
                </a:lnTo>
                <a:lnTo>
                  <a:pt x="1092" y="753"/>
                </a:lnTo>
                <a:lnTo>
                  <a:pt x="1093" y="753"/>
                </a:lnTo>
                <a:lnTo>
                  <a:pt x="1093" y="754"/>
                </a:lnTo>
                <a:lnTo>
                  <a:pt x="1093" y="755"/>
                </a:lnTo>
                <a:lnTo>
                  <a:pt x="1093" y="756"/>
                </a:lnTo>
                <a:lnTo>
                  <a:pt x="1094" y="756"/>
                </a:lnTo>
                <a:lnTo>
                  <a:pt x="1093" y="757"/>
                </a:lnTo>
                <a:lnTo>
                  <a:pt x="1093" y="758"/>
                </a:lnTo>
                <a:lnTo>
                  <a:pt x="1093" y="759"/>
                </a:lnTo>
                <a:lnTo>
                  <a:pt x="1092" y="759"/>
                </a:lnTo>
                <a:lnTo>
                  <a:pt x="1092" y="760"/>
                </a:lnTo>
                <a:lnTo>
                  <a:pt x="1092" y="761"/>
                </a:lnTo>
                <a:lnTo>
                  <a:pt x="1092" y="762"/>
                </a:lnTo>
                <a:lnTo>
                  <a:pt x="1091" y="762"/>
                </a:lnTo>
                <a:lnTo>
                  <a:pt x="1091" y="763"/>
                </a:lnTo>
                <a:lnTo>
                  <a:pt x="1091" y="764"/>
                </a:lnTo>
                <a:lnTo>
                  <a:pt x="1091" y="765"/>
                </a:lnTo>
                <a:lnTo>
                  <a:pt x="1091" y="766"/>
                </a:lnTo>
                <a:lnTo>
                  <a:pt x="1090" y="767"/>
                </a:lnTo>
                <a:lnTo>
                  <a:pt x="1091" y="768"/>
                </a:lnTo>
                <a:lnTo>
                  <a:pt x="1090" y="770"/>
                </a:lnTo>
                <a:lnTo>
                  <a:pt x="1090" y="771"/>
                </a:lnTo>
                <a:lnTo>
                  <a:pt x="1089" y="771"/>
                </a:lnTo>
                <a:lnTo>
                  <a:pt x="1089" y="772"/>
                </a:lnTo>
                <a:lnTo>
                  <a:pt x="1088" y="772"/>
                </a:lnTo>
                <a:lnTo>
                  <a:pt x="1088" y="773"/>
                </a:lnTo>
                <a:lnTo>
                  <a:pt x="1088" y="774"/>
                </a:lnTo>
                <a:lnTo>
                  <a:pt x="1087" y="775"/>
                </a:lnTo>
                <a:lnTo>
                  <a:pt x="1086" y="774"/>
                </a:lnTo>
                <a:lnTo>
                  <a:pt x="1085" y="773"/>
                </a:lnTo>
                <a:lnTo>
                  <a:pt x="1085" y="772"/>
                </a:lnTo>
                <a:lnTo>
                  <a:pt x="1085" y="771"/>
                </a:lnTo>
                <a:lnTo>
                  <a:pt x="1084" y="770"/>
                </a:lnTo>
                <a:lnTo>
                  <a:pt x="1083" y="770"/>
                </a:lnTo>
                <a:lnTo>
                  <a:pt x="1082" y="770"/>
                </a:lnTo>
                <a:lnTo>
                  <a:pt x="1081" y="770"/>
                </a:lnTo>
                <a:lnTo>
                  <a:pt x="1081" y="769"/>
                </a:lnTo>
                <a:lnTo>
                  <a:pt x="1080" y="769"/>
                </a:lnTo>
                <a:lnTo>
                  <a:pt x="1080" y="768"/>
                </a:lnTo>
                <a:lnTo>
                  <a:pt x="1079" y="769"/>
                </a:lnTo>
                <a:lnTo>
                  <a:pt x="1079" y="770"/>
                </a:lnTo>
                <a:lnTo>
                  <a:pt x="1078" y="769"/>
                </a:lnTo>
                <a:lnTo>
                  <a:pt x="1078" y="768"/>
                </a:lnTo>
                <a:lnTo>
                  <a:pt x="1078" y="767"/>
                </a:lnTo>
                <a:lnTo>
                  <a:pt x="1077" y="767"/>
                </a:lnTo>
                <a:lnTo>
                  <a:pt x="1077" y="768"/>
                </a:lnTo>
                <a:lnTo>
                  <a:pt x="1076" y="768"/>
                </a:lnTo>
                <a:lnTo>
                  <a:pt x="1075" y="768"/>
                </a:lnTo>
                <a:lnTo>
                  <a:pt x="1075" y="769"/>
                </a:lnTo>
                <a:lnTo>
                  <a:pt x="1074" y="769"/>
                </a:lnTo>
                <a:lnTo>
                  <a:pt x="1074" y="768"/>
                </a:lnTo>
                <a:lnTo>
                  <a:pt x="1073" y="767"/>
                </a:lnTo>
                <a:lnTo>
                  <a:pt x="1072" y="767"/>
                </a:lnTo>
                <a:lnTo>
                  <a:pt x="1072" y="766"/>
                </a:lnTo>
                <a:lnTo>
                  <a:pt x="1071" y="765"/>
                </a:lnTo>
                <a:lnTo>
                  <a:pt x="1071" y="764"/>
                </a:lnTo>
                <a:lnTo>
                  <a:pt x="1070" y="763"/>
                </a:lnTo>
                <a:lnTo>
                  <a:pt x="1070" y="762"/>
                </a:lnTo>
                <a:lnTo>
                  <a:pt x="1069" y="761"/>
                </a:lnTo>
                <a:lnTo>
                  <a:pt x="1068" y="761"/>
                </a:lnTo>
                <a:lnTo>
                  <a:pt x="1067" y="761"/>
                </a:lnTo>
                <a:lnTo>
                  <a:pt x="1067" y="760"/>
                </a:lnTo>
                <a:lnTo>
                  <a:pt x="1066" y="760"/>
                </a:lnTo>
                <a:lnTo>
                  <a:pt x="1065" y="761"/>
                </a:lnTo>
                <a:lnTo>
                  <a:pt x="1065" y="760"/>
                </a:lnTo>
                <a:lnTo>
                  <a:pt x="1064" y="760"/>
                </a:lnTo>
                <a:lnTo>
                  <a:pt x="1063" y="760"/>
                </a:lnTo>
                <a:lnTo>
                  <a:pt x="1062" y="760"/>
                </a:lnTo>
                <a:lnTo>
                  <a:pt x="1061" y="759"/>
                </a:lnTo>
                <a:lnTo>
                  <a:pt x="1059" y="759"/>
                </a:lnTo>
                <a:lnTo>
                  <a:pt x="1058" y="759"/>
                </a:lnTo>
                <a:lnTo>
                  <a:pt x="1056" y="758"/>
                </a:lnTo>
                <a:lnTo>
                  <a:pt x="1056" y="757"/>
                </a:lnTo>
                <a:lnTo>
                  <a:pt x="1055" y="757"/>
                </a:lnTo>
                <a:lnTo>
                  <a:pt x="1053" y="756"/>
                </a:lnTo>
                <a:lnTo>
                  <a:pt x="1053" y="755"/>
                </a:lnTo>
                <a:lnTo>
                  <a:pt x="1053" y="756"/>
                </a:lnTo>
                <a:lnTo>
                  <a:pt x="1051" y="754"/>
                </a:lnTo>
                <a:lnTo>
                  <a:pt x="1050" y="754"/>
                </a:lnTo>
                <a:lnTo>
                  <a:pt x="1049" y="755"/>
                </a:lnTo>
                <a:lnTo>
                  <a:pt x="1048" y="755"/>
                </a:lnTo>
                <a:lnTo>
                  <a:pt x="1048" y="756"/>
                </a:lnTo>
                <a:lnTo>
                  <a:pt x="1047" y="756"/>
                </a:lnTo>
                <a:lnTo>
                  <a:pt x="1047" y="755"/>
                </a:lnTo>
                <a:lnTo>
                  <a:pt x="1046" y="755"/>
                </a:lnTo>
                <a:lnTo>
                  <a:pt x="1045" y="755"/>
                </a:lnTo>
                <a:lnTo>
                  <a:pt x="1045" y="756"/>
                </a:lnTo>
                <a:lnTo>
                  <a:pt x="1043" y="757"/>
                </a:lnTo>
                <a:lnTo>
                  <a:pt x="1042" y="756"/>
                </a:lnTo>
                <a:lnTo>
                  <a:pt x="1041" y="756"/>
                </a:lnTo>
                <a:lnTo>
                  <a:pt x="1040" y="756"/>
                </a:lnTo>
                <a:lnTo>
                  <a:pt x="1039" y="756"/>
                </a:lnTo>
                <a:lnTo>
                  <a:pt x="1039" y="757"/>
                </a:lnTo>
                <a:lnTo>
                  <a:pt x="1038" y="757"/>
                </a:lnTo>
                <a:lnTo>
                  <a:pt x="1038" y="756"/>
                </a:lnTo>
                <a:lnTo>
                  <a:pt x="1038" y="755"/>
                </a:lnTo>
                <a:lnTo>
                  <a:pt x="1038" y="754"/>
                </a:lnTo>
                <a:lnTo>
                  <a:pt x="1038" y="753"/>
                </a:lnTo>
                <a:lnTo>
                  <a:pt x="1037" y="752"/>
                </a:lnTo>
                <a:lnTo>
                  <a:pt x="1036" y="751"/>
                </a:lnTo>
                <a:lnTo>
                  <a:pt x="1036" y="750"/>
                </a:lnTo>
                <a:lnTo>
                  <a:pt x="1036" y="749"/>
                </a:lnTo>
                <a:lnTo>
                  <a:pt x="1037" y="749"/>
                </a:lnTo>
                <a:lnTo>
                  <a:pt x="1037" y="748"/>
                </a:lnTo>
                <a:lnTo>
                  <a:pt x="1036" y="748"/>
                </a:lnTo>
                <a:lnTo>
                  <a:pt x="1035" y="748"/>
                </a:lnTo>
                <a:lnTo>
                  <a:pt x="1035" y="746"/>
                </a:lnTo>
                <a:lnTo>
                  <a:pt x="1035" y="745"/>
                </a:lnTo>
                <a:lnTo>
                  <a:pt x="1035" y="744"/>
                </a:lnTo>
                <a:lnTo>
                  <a:pt x="1034" y="743"/>
                </a:lnTo>
                <a:lnTo>
                  <a:pt x="1033" y="743"/>
                </a:lnTo>
                <a:lnTo>
                  <a:pt x="1033" y="741"/>
                </a:lnTo>
                <a:lnTo>
                  <a:pt x="1032" y="741"/>
                </a:lnTo>
                <a:lnTo>
                  <a:pt x="1032" y="740"/>
                </a:lnTo>
                <a:lnTo>
                  <a:pt x="1032" y="739"/>
                </a:lnTo>
                <a:lnTo>
                  <a:pt x="1031" y="738"/>
                </a:lnTo>
                <a:lnTo>
                  <a:pt x="1030" y="738"/>
                </a:lnTo>
                <a:lnTo>
                  <a:pt x="1030" y="737"/>
                </a:lnTo>
                <a:lnTo>
                  <a:pt x="1029" y="737"/>
                </a:lnTo>
                <a:lnTo>
                  <a:pt x="1028" y="737"/>
                </a:lnTo>
                <a:lnTo>
                  <a:pt x="1027" y="736"/>
                </a:lnTo>
                <a:lnTo>
                  <a:pt x="1026" y="736"/>
                </a:lnTo>
                <a:lnTo>
                  <a:pt x="1025" y="736"/>
                </a:lnTo>
                <a:lnTo>
                  <a:pt x="1024" y="736"/>
                </a:lnTo>
                <a:lnTo>
                  <a:pt x="1024" y="737"/>
                </a:lnTo>
                <a:lnTo>
                  <a:pt x="1023" y="737"/>
                </a:lnTo>
                <a:lnTo>
                  <a:pt x="1023" y="736"/>
                </a:lnTo>
                <a:lnTo>
                  <a:pt x="1023" y="735"/>
                </a:lnTo>
                <a:lnTo>
                  <a:pt x="1022" y="735"/>
                </a:lnTo>
                <a:lnTo>
                  <a:pt x="1021" y="735"/>
                </a:lnTo>
                <a:lnTo>
                  <a:pt x="1021" y="734"/>
                </a:lnTo>
                <a:lnTo>
                  <a:pt x="1020" y="734"/>
                </a:lnTo>
                <a:lnTo>
                  <a:pt x="1020" y="733"/>
                </a:lnTo>
                <a:lnTo>
                  <a:pt x="1019" y="733"/>
                </a:lnTo>
                <a:lnTo>
                  <a:pt x="1018" y="733"/>
                </a:lnTo>
                <a:lnTo>
                  <a:pt x="1017" y="733"/>
                </a:lnTo>
                <a:lnTo>
                  <a:pt x="1017" y="732"/>
                </a:lnTo>
                <a:lnTo>
                  <a:pt x="1016" y="732"/>
                </a:lnTo>
                <a:lnTo>
                  <a:pt x="1015" y="732"/>
                </a:lnTo>
                <a:lnTo>
                  <a:pt x="1014" y="732"/>
                </a:lnTo>
                <a:lnTo>
                  <a:pt x="1013" y="731"/>
                </a:lnTo>
                <a:lnTo>
                  <a:pt x="1012" y="732"/>
                </a:lnTo>
                <a:lnTo>
                  <a:pt x="1012" y="733"/>
                </a:lnTo>
                <a:lnTo>
                  <a:pt x="1011" y="732"/>
                </a:lnTo>
                <a:lnTo>
                  <a:pt x="1010" y="732"/>
                </a:lnTo>
                <a:lnTo>
                  <a:pt x="1010" y="731"/>
                </a:lnTo>
                <a:lnTo>
                  <a:pt x="1009" y="731"/>
                </a:lnTo>
                <a:lnTo>
                  <a:pt x="1008" y="731"/>
                </a:lnTo>
                <a:lnTo>
                  <a:pt x="1007" y="731"/>
                </a:lnTo>
                <a:lnTo>
                  <a:pt x="1007" y="730"/>
                </a:lnTo>
                <a:lnTo>
                  <a:pt x="1007" y="729"/>
                </a:lnTo>
                <a:lnTo>
                  <a:pt x="1007" y="728"/>
                </a:lnTo>
                <a:lnTo>
                  <a:pt x="1006" y="728"/>
                </a:lnTo>
                <a:lnTo>
                  <a:pt x="1005" y="728"/>
                </a:lnTo>
                <a:lnTo>
                  <a:pt x="1004" y="728"/>
                </a:lnTo>
                <a:lnTo>
                  <a:pt x="1002" y="728"/>
                </a:lnTo>
                <a:lnTo>
                  <a:pt x="1001" y="728"/>
                </a:lnTo>
                <a:lnTo>
                  <a:pt x="1000" y="727"/>
                </a:lnTo>
                <a:lnTo>
                  <a:pt x="1000" y="726"/>
                </a:lnTo>
                <a:lnTo>
                  <a:pt x="999" y="726"/>
                </a:lnTo>
                <a:lnTo>
                  <a:pt x="998" y="726"/>
                </a:lnTo>
                <a:lnTo>
                  <a:pt x="998" y="725"/>
                </a:lnTo>
                <a:lnTo>
                  <a:pt x="997" y="725"/>
                </a:lnTo>
                <a:lnTo>
                  <a:pt x="997" y="724"/>
                </a:lnTo>
                <a:lnTo>
                  <a:pt x="996" y="724"/>
                </a:lnTo>
                <a:lnTo>
                  <a:pt x="995" y="724"/>
                </a:lnTo>
                <a:lnTo>
                  <a:pt x="995" y="723"/>
                </a:lnTo>
                <a:lnTo>
                  <a:pt x="994" y="722"/>
                </a:lnTo>
                <a:lnTo>
                  <a:pt x="993" y="722"/>
                </a:lnTo>
                <a:lnTo>
                  <a:pt x="992" y="721"/>
                </a:lnTo>
                <a:lnTo>
                  <a:pt x="992" y="720"/>
                </a:lnTo>
                <a:lnTo>
                  <a:pt x="993" y="720"/>
                </a:lnTo>
                <a:lnTo>
                  <a:pt x="993" y="719"/>
                </a:lnTo>
                <a:lnTo>
                  <a:pt x="993" y="718"/>
                </a:lnTo>
                <a:lnTo>
                  <a:pt x="992" y="718"/>
                </a:lnTo>
                <a:lnTo>
                  <a:pt x="991" y="718"/>
                </a:lnTo>
                <a:lnTo>
                  <a:pt x="990" y="717"/>
                </a:lnTo>
                <a:lnTo>
                  <a:pt x="990" y="716"/>
                </a:lnTo>
                <a:lnTo>
                  <a:pt x="990" y="715"/>
                </a:lnTo>
                <a:lnTo>
                  <a:pt x="990" y="714"/>
                </a:lnTo>
                <a:lnTo>
                  <a:pt x="990" y="713"/>
                </a:lnTo>
                <a:lnTo>
                  <a:pt x="991" y="712"/>
                </a:lnTo>
                <a:lnTo>
                  <a:pt x="990" y="712"/>
                </a:lnTo>
                <a:lnTo>
                  <a:pt x="990" y="711"/>
                </a:lnTo>
                <a:lnTo>
                  <a:pt x="990" y="710"/>
                </a:lnTo>
                <a:lnTo>
                  <a:pt x="989" y="710"/>
                </a:lnTo>
                <a:lnTo>
                  <a:pt x="988" y="710"/>
                </a:lnTo>
                <a:lnTo>
                  <a:pt x="988" y="709"/>
                </a:lnTo>
                <a:lnTo>
                  <a:pt x="987" y="709"/>
                </a:lnTo>
                <a:lnTo>
                  <a:pt x="986" y="709"/>
                </a:lnTo>
                <a:lnTo>
                  <a:pt x="985" y="709"/>
                </a:lnTo>
                <a:lnTo>
                  <a:pt x="985" y="708"/>
                </a:lnTo>
                <a:lnTo>
                  <a:pt x="985" y="707"/>
                </a:lnTo>
                <a:lnTo>
                  <a:pt x="986" y="707"/>
                </a:lnTo>
                <a:lnTo>
                  <a:pt x="986" y="706"/>
                </a:lnTo>
                <a:lnTo>
                  <a:pt x="986" y="705"/>
                </a:lnTo>
                <a:lnTo>
                  <a:pt x="986" y="704"/>
                </a:lnTo>
                <a:lnTo>
                  <a:pt x="986" y="703"/>
                </a:lnTo>
                <a:lnTo>
                  <a:pt x="987" y="703"/>
                </a:lnTo>
                <a:lnTo>
                  <a:pt x="986" y="703"/>
                </a:lnTo>
                <a:lnTo>
                  <a:pt x="986" y="702"/>
                </a:lnTo>
                <a:lnTo>
                  <a:pt x="987" y="701"/>
                </a:lnTo>
                <a:lnTo>
                  <a:pt x="987" y="700"/>
                </a:lnTo>
                <a:lnTo>
                  <a:pt x="987" y="699"/>
                </a:lnTo>
                <a:lnTo>
                  <a:pt x="987" y="698"/>
                </a:lnTo>
                <a:lnTo>
                  <a:pt x="987" y="697"/>
                </a:lnTo>
                <a:lnTo>
                  <a:pt x="986" y="697"/>
                </a:lnTo>
                <a:lnTo>
                  <a:pt x="985" y="697"/>
                </a:lnTo>
                <a:lnTo>
                  <a:pt x="985" y="696"/>
                </a:lnTo>
                <a:lnTo>
                  <a:pt x="984" y="695"/>
                </a:lnTo>
                <a:lnTo>
                  <a:pt x="984" y="694"/>
                </a:lnTo>
                <a:lnTo>
                  <a:pt x="983" y="694"/>
                </a:lnTo>
                <a:lnTo>
                  <a:pt x="982" y="693"/>
                </a:lnTo>
                <a:lnTo>
                  <a:pt x="983" y="693"/>
                </a:lnTo>
                <a:lnTo>
                  <a:pt x="983" y="691"/>
                </a:lnTo>
                <a:lnTo>
                  <a:pt x="983" y="690"/>
                </a:lnTo>
                <a:lnTo>
                  <a:pt x="983" y="688"/>
                </a:lnTo>
                <a:lnTo>
                  <a:pt x="983" y="687"/>
                </a:lnTo>
                <a:lnTo>
                  <a:pt x="983" y="685"/>
                </a:lnTo>
                <a:lnTo>
                  <a:pt x="982" y="685"/>
                </a:lnTo>
                <a:lnTo>
                  <a:pt x="982" y="684"/>
                </a:lnTo>
                <a:lnTo>
                  <a:pt x="981" y="685"/>
                </a:lnTo>
                <a:lnTo>
                  <a:pt x="981" y="683"/>
                </a:lnTo>
                <a:lnTo>
                  <a:pt x="981" y="682"/>
                </a:lnTo>
                <a:lnTo>
                  <a:pt x="982" y="682"/>
                </a:lnTo>
                <a:lnTo>
                  <a:pt x="981" y="682"/>
                </a:lnTo>
                <a:lnTo>
                  <a:pt x="980" y="682"/>
                </a:lnTo>
                <a:lnTo>
                  <a:pt x="979" y="681"/>
                </a:lnTo>
                <a:lnTo>
                  <a:pt x="978" y="680"/>
                </a:lnTo>
                <a:lnTo>
                  <a:pt x="977" y="680"/>
                </a:lnTo>
                <a:lnTo>
                  <a:pt x="977" y="679"/>
                </a:lnTo>
                <a:lnTo>
                  <a:pt x="976" y="679"/>
                </a:lnTo>
                <a:lnTo>
                  <a:pt x="976" y="678"/>
                </a:lnTo>
                <a:lnTo>
                  <a:pt x="976" y="677"/>
                </a:lnTo>
                <a:lnTo>
                  <a:pt x="975" y="677"/>
                </a:lnTo>
                <a:lnTo>
                  <a:pt x="974" y="678"/>
                </a:lnTo>
                <a:lnTo>
                  <a:pt x="974" y="677"/>
                </a:lnTo>
                <a:lnTo>
                  <a:pt x="973" y="677"/>
                </a:lnTo>
                <a:lnTo>
                  <a:pt x="973" y="675"/>
                </a:lnTo>
                <a:lnTo>
                  <a:pt x="974" y="674"/>
                </a:lnTo>
                <a:lnTo>
                  <a:pt x="974" y="673"/>
                </a:lnTo>
                <a:lnTo>
                  <a:pt x="975" y="673"/>
                </a:lnTo>
                <a:lnTo>
                  <a:pt x="975" y="672"/>
                </a:lnTo>
                <a:lnTo>
                  <a:pt x="974" y="672"/>
                </a:lnTo>
                <a:lnTo>
                  <a:pt x="974" y="671"/>
                </a:lnTo>
                <a:lnTo>
                  <a:pt x="973" y="671"/>
                </a:lnTo>
                <a:lnTo>
                  <a:pt x="973" y="670"/>
                </a:lnTo>
                <a:lnTo>
                  <a:pt x="972" y="670"/>
                </a:lnTo>
                <a:lnTo>
                  <a:pt x="971" y="669"/>
                </a:lnTo>
                <a:lnTo>
                  <a:pt x="970" y="669"/>
                </a:lnTo>
                <a:lnTo>
                  <a:pt x="971" y="669"/>
                </a:lnTo>
                <a:lnTo>
                  <a:pt x="970" y="668"/>
                </a:lnTo>
                <a:lnTo>
                  <a:pt x="970" y="667"/>
                </a:lnTo>
                <a:lnTo>
                  <a:pt x="970" y="666"/>
                </a:lnTo>
                <a:lnTo>
                  <a:pt x="971" y="666"/>
                </a:lnTo>
                <a:lnTo>
                  <a:pt x="972" y="666"/>
                </a:lnTo>
                <a:lnTo>
                  <a:pt x="973" y="665"/>
                </a:lnTo>
                <a:lnTo>
                  <a:pt x="973" y="664"/>
                </a:lnTo>
                <a:lnTo>
                  <a:pt x="974" y="664"/>
                </a:lnTo>
                <a:lnTo>
                  <a:pt x="973" y="664"/>
                </a:lnTo>
                <a:lnTo>
                  <a:pt x="973" y="663"/>
                </a:lnTo>
                <a:lnTo>
                  <a:pt x="972" y="662"/>
                </a:lnTo>
                <a:lnTo>
                  <a:pt x="971" y="662"/>
                </a:lnTo>
                <a:lnTo>
                  <a:pt x="970" y="661"/>
                </a:lnTo>
                <a:lnTo>
                  <a:pt x="969" y="660"/>
                </a:lnTo>
                <a:lnTo>
                  <a:pt x="968" y="659"/>
                </a:lnTo>
                <a:lnTo>
                  <a:pt x="968" y="658"/>
                </a:lnTo>
                <a:lnTo>
                  <a:pt x="968" y="656"/>
                </a:lnTo>
                <a:lnTo>
                  <a:pt x="967" y="656"/>
                </a:lnTo>
                <a:lnTo>
                  <a:pt x="966" y="655"/>
                </a:lnTo>
                <a:lnTo>
                  <a:pt x="965" y="654"/>
                </a:lnTo>
                <a:lnTo>
                  <a:pt x="964" y="654"/>
                </a:lnTo>
                <a:lnTo>
                  <a:pt x="963" y="653"/>
                </a:lnTo>
                <a:lnTo>
                  <a:pt x="962" y="653"/>
                </a:lnTo>
                <a:lnTo>
                  <a:pt x="961" y="653"/>
                </a:lnTo>
                <a:lnTo>
                  <a:pt x="961" y="652"/>
                </a:lnTo>
                <a:lnTo>
                  <a:pt x="961" y="651"/>
                </a:lnTo>
                <a:lnTo>
                  <a:pt x="960" y="650"/>
                </a:lnTo>
                <a:lnTo>
                  <a:pt x="959" y="650"/>
                </a:lnTo>
                <a:lnTo>
                  <a:pt x="958" y="650"/>
                </a:lnTo>
                <a:lnTo>
                  <a:pt x="957" y="650"/>
                </a:lnTo>
                <a:lnTo>
                  <a:pt x="956" y="649"/>
                </a:lnTo>
                <a:lnTo>
                  <a:pt x="957" y="649"/>
                </a:lnTo>
                <a:lnTo>
                  <a:pt x="957" y="648"/>
                </a:lnTo>
                <a:lnTo>
                  <a:pt x="957" y="647"/>
                </a:lnTo>
                <a:lnTo>
                  <a:pt x="957" y="646"/>
                </a:lnTo>
                <a:lnTo>
                  <a:pt x="956" y="646"/>
                </a:lnTo>
                <a:lnTo>
                  <a:pt x="956" y="645"/>
                </a:lnTo>
                <a:lnTo>
                  <a:pt x="956" y="644"/>
                </a:lnTo>
                <a:lnTo>
                  <a:pt x="955" y="643"/>
                </a:lnTo>
                <a:lnTo>
                  <a:pt x="954" y="641"/>
                </a:lnTo>
                <a:lnTo>
                  <a:pt x="953" y="641"/>
                </a:lnTo>
                <a:lnTo>
                  <a:pt x="952" y="642"/>
                </a:lnTo>
                <a:lnTo>
                  <a:pt x="951" y="642"/>
                </a:lnTo>
                <a:lnTo>
                  <a:pt x="950" y="640"/>
                </a:lnTo>
                <a:lnTo>
                  <a:pt x="949" y="639"/>
                </a:lnTo>
                <a:lnTo>
                  <a:pt x="948" y="639"/>
                </a:lnTo>
                <a:lnTo>
                  <a:pt x="948" y="638"/>
                </a:lnTo>
                <a:lnTo>
                  <a:pt x="948" y="637"/>
                </a:lnTo>
                <a:lnTo>
                  <a:pt x="949" y="637"/>
                </a:lnTo>
                <a:lnTo>
                  <a:pt x="949" y="636"/>
                </a:lnTo>
                <a:lnTo>
                  <a:pt x="950" y="636"/>
                </a:lnTo>
                <a:lnTo>
                  <a:pt x="950" y="635"/>
                </a:lnTo>
                <a:lnTo>
                  <a:pt x="950" y="634"/>
                </a:lnTo>
                <a:lnTo>
                  <a:pt x="949" y="633"/>
                </a:lnTo>
                <a:lnTo>
                  <a:pt x="949" y="632"/>
                </a:lnTo>
                <a:lnTo>
                  <a:pt x="948" y="632"/>
                </a:lnTo>
                <a:lnTo>
                  <a:pt x="948" y="631"/>
                </a:lnTo>
                <a:lnTo>
                  <a:pt x="948" y="630"/>
                </a:lnTo>
                <a:lnTo>
                  <a:pt x="948" y="629"/>
                </a:lnTo>
                <a:lnTo>
                  <a:pt x="949" y="629"/>
                </a:lnTo>
                <a:lnTo>
                  <a:pt x="948" y="629"/>
                </a:lnTo>
                <a:lnTo>
                  <a:pt x="948" y="628"/>
                </a:lnTo>
                <a:lnTo>
                  <a:pt x="949" y="628"/>
                </a:lnTo>
                <a:lnTo>
                  <a:pt x="950" y="628"/>
                </a:lnTo>
                <a:lnTo>
                  <a:pt x="951" y="627"/>
                </a:lnTo>
                <a:lnTo>
                  <a:pt x="951" y="626"/>
                </a:lnTo>
                <a:lnTo>
                  <a:pt x="952" y="625"/>
                </a:lnTo>
                <a:lnTo>
                  <a:pt x="951" y="624"/>
                </a:lnTo>
                <a:lnTo>
                  <a:pt x="951" y="623"/>
                </a:lnTo>
                <a:lnTo>
                  <a:pt x="951" y="622"/>
                </a:lnTo>
                <a:lnTo>
                  <a:pt x="951" y="621"/>
                </a:lnTo>
                <a:lnTo>
                  <a:pt x="951" y="620"/>
                </a:lnTo>
                <a:lnTo>
                  <a:pt x="950" y="619"/>
                </a:lnTo>
                <a:lnTo>
                  <a:pt x="949" y="619"/>
                </a:lnTo>
                <a:lnTo>
                  <a:pt x="949" y="618"/>
                </a:lnTo>
                <a:lnTo>
                  <a:pt x="948" y="618"/>
                </a:lnTo>
                <a:lnTo>
                  <a:pt x="948" y="617"/>
                </a:lnTo>
                <a:lnTo>
                  <a:pt x="947" y="617"/>
                </a:lnTo>
                <a:lnTo>
                  <a:pt x="947" y="616"/>
                </a:lnTo>
                <a:lnTo>
                  <a:pt x="946" y="616"/>
                </a:lnTo>
                <a:lnTo>
                  <a:pt x="947" y="614"/>
                </a:lnTo>
                <a:lnTo>
                  <a:pt x="947" y="613"/>
                </a:lnTo>
                <a:lnTo>
                  <a:pt x="944" y="612"/>
                </a:lnTo>
                <a:lnTo>
                  <a:pt x="943" y="612"/>
                </a:lnTo>
                <a:lnTo>
                  <a:pt x="942" y="612"/>
                </a:lnTo>
                <a:lnTo>
                  <a:pt x="940" y="611"/>
                </a:lnTo>
                <a:lnTo>
                  <a:pt x="939" y="611"/>
                </a:lnTo>
                <a:lnTo>
                  <a:pt x="939" y="612"/>
                </a:lnTo>
                <a:lnTo>
                  <a:pt x="938" y="612"/>
                </a:lnTo>
                <a:lnTo>
                  <a:pt x="935" y="613"/>
                </a:lnTo>
                <a:lnTo>
                  <a:pt x="934" y="612"/>
                </a:lnTo>
                <a:lnTo>
                  <a:pt x="933" y="613"/>
                </a:lnTo>
                <a:lnTo>
                  <a:pt x="932" y="613"/>
                </a:lnTo>
                <a:lnTo>
                  <a:pt x="930" y="613"/>
                </a:lnTo>
                <a:lnTo>
                  <a:pt x="929" y="613"/>
                </a:lnTo>
                <a:lnTo>
                  <a:pt x="928" y="613"/>
                </a:lnTo>
                <a:lnTo>
                  <a:pt x="927" y="613"/>
                </a:lnTo>
                <a:lnTo>
                  <a:pt x="926" y="612"/>
                </a:lnTo>
                <a:lnTo>
                  <a:pt x="925" y="612"/>
                </a:lnTo>
                <a:lnTo>
                  <a:pt x="923" y="611"/>
                </a:lnTo>
                <a:lnTo>
                  <a:pt x="922" y="610"/>
                </a:lnTo>
                <a:lnTo>
                  <a:pt x="921" y="610"/>
                </a:lnTo>
                <a:lnTo>
                  <a:pt x="920" y="610"/>
                </a:lnTo>
                <a:lnTo>
                  <a:pt x="919" y="610"/>
                </a:lnTo>
                <a:lnTo>
                  <a:pt x="918" y="609"/>
                </a:lnTo>
                <a:lnTo>
                  <a:pt x="917" y="609"/>
                </a:lnTo>
                <a:lnTo>
                  <a:pt x="916" y="608"/>
                </a:lnTo>
                <a:lnTo>
                  <a:pt x="914" y="608"/>
                </a:lnTo>
                <a:lnTo>
                  <a:pt x="914" y="609"/>
                </a:lnTo>
                <a:lnTo>
                  <a:pt x="913" y="609"/>
                </a:lnTo>
                <a:lnTo>
                  <a:pt x="912" y="609"/>
                </a:lnTo>
                <a:lnTo>
                  <a:pt x="912" y="608"/>
                </a:lnTo>
                <a:lnTo>
                  <a:pt x="911" y="609"/>
                </a:lnTo>
                <a:lnTo>
                  <a:pt x="910" y="609"/>
                </a:lnTo>
                <a:lnTo>
                  <a:pt x="909" y="609"/>
                </a:lnTo>
                <a:lnTo>
                  <a:pt x="908" y="608"/>
                </a:lnTo>
                <a:lnTo>
                  <a:pt x="908" y="607"/>
                </a:lnTo>
                <a:lnTo>
                  <a:pt x="907" y="606"/>
                </a:lnTo>
                <a:lnTo>
                  <a:pt x="907" y="605"/>
                </a:lnTo>
                <a:lnTo>
                  <a:pt x="906" y="605"/>
                </a:lnTo>
                <a:lnTo>
                  <a:pt x="905" y="605"/>
                </a:lnTo>
                <a:lnTo>
                  <a:pt x="905" y="604"/>
                </a:lnTo>
                <a:lnTo>
                  <a:pt x="904" y="604"/>
                </a:lnTo>
                <a:lnTo>
                  <a:pt x="904" y="603"/>
                </a:lnTo>
                <a:lnTo>
                  <a:pt x="903" y="603"/>
                </a:lnTo>
                <a:lnTo>
                  <a:pt x="902" y="602"/>
                </a:lnTo>
                <a:lnTo>
                  <a:pt x="901" y="601"/>
                </a:lnTo>
                <a:lnTo>
                  <a:pt x="900" y="600"/>
                </a:lnTo>
                <a:lnTo>
                  <a:pt x="900" y="599"/>
                </a:lnTo>
                <a:lnTo>
                  <a:pt x="899" y="599"/>
                </a:lnTo>
                <a:lnTo>
                  <a:pt x="898" y="599"/>
                </a:lnTo>
                <a:lnTo>
                  <a:pt x="897" y="599"/>
                </a:lnTo>
                <a:lnTo>
                  <a:pt x="895" y="598"/>
                </a:lnTo>
                <a:lnTo>
                  <a:pt x="894" y="598"/>
                </a:lnTo>
                <a:lnTo>
                  <a:pt x="892" y="598"/>
                </a:lnTo>
                <a:lnTo>
                  <a:pt x="891" y="598"/>
                </a:lnTo>
                <a:lnTo>
                  <a:pt x="889" y="598"/>
                </a:lnTo>
                <a:lnTo>
                  <a:pt x="886" y="598"/>
                </a:lnTo>
                <a:lnTo>
                  <a:pt x="885" y="598"/>
                </a:lnTo>
                <a:lnTo>
                  <a:pt x="884" y="599"/>
                </a:lnTo>
                <a:lnTo>
                  <a:pt x="884" y="600"/>
                </a:lnTo>
                <a:lnTo>
                  <a:pt x="883" y="602"/>
                </a:lnTo>
                <a:lnTo>
                  <a:pt x="883" y="603"/>
                </a:lnTo>
                <a:lnTo>
                  <a:pt x="882" y="603"/>
                </a:lnTo>
                <a:lnTo>
                  <a:pt x="880" y="604"/>
                </a:lnTo>
                <a:lnTo>
                  <a:pt x="878" y="604"/>
                </a:lnTo>
                <a:lnTo>
                  <a:pt x="877" y="605"/>
                </a:lnTo>
                <a:lnTo>
                  <a:pt x="875" y="606"/>
                </a:lnTo>
                <a:lnTo>
                  <a:pt x="874" y="606"/>
                </a:lnTo>
                <a:lnTo>
                  <a:pt x="874" y="607"/>
                </a:lnTo>
                <a:lnTo>
                  <a:pt x="873" y="607"/>
                </a:lnTo>
                <a:lnTo>
                  <a:pt x="872" y="607"/>
                </a:lnTo>
                <a:lnTo>
                  <a:pt x="871" y="607"/>
                </a:lnTo>
                <a:lnTo>
                  <a:pt x="870" y="608"/>
                </a:lnTo>
                <a:lnTo>
                  <a:pt x="870" y="609"/>
                </a:lnTo>
                <a:lnTo>
                  <a:pt x="870" y="610"/>
                </a:lnTo>
                <a:lnTo>
                  <a:pt x="871" y="612"/>
                </a:lnTo>
                <a:lnTo>
                  <a:pt x="872" y="612"/>
                </a:lnTo>
                <a:lnTo>
                  <a:pt x="872" y="613"/>
                </a:lnTo>
                <a:lnTo>
                  <a:pt x="873" y="614"/>
                </a:lnTo>
                <a:lnTo>
                  <a:pt x="873" y="615"/>
                </a:lnTo>
                <a:lnTo>
                  <a:pt x="874" y="615"/>
                </a:lnTo>
                <a:lnTo>
                  <a:pt x="874" y="616"/>
                </a:lnTo>
                <a:lnTo>
                  <a:pt x="874" y="617"/>
                </a:lnTo>
                <a:lnTo>
                  <a:pt x="874" y="618"/>
                </a:lnTo>
                <a:lnTo>
                  <a:pt x="874" y="619"/>
                </a:lnTo>
                <a:lnTo>
                  <a:pt x="873" y="619"/>
                </a:lnTo>
                <a:lnTo>
                  <a:pt x="873" y="620"/>
                </a:lnTo>
                <a:lnTo>
                  <a:pt x="872" y="621"/>
                </a:lnTo>
                <a:lnTo>
                  <a:pt x="871" y="622"/>
                </a:lnTo>
                <a:lnTo>
                  <a:pt x="871" y="621"/>
                </a:lnTo>
                <a:lnTo>
                  <a:pt x="870" y="621"/>
                </a:lnTo>
                <a:lnTo>
                  <a:pt x="869" y="621"/>
                </a:lnTo>
                <a:lnTo>
                  <a:pt x="869" y="622"/>
                </a:lnTo>
                <a:lnTo>
                  <a:pt x="869" y="623"/>
                </a:lnTo>
                <a:lnTo>
                  <a:pt x="869" y="624"/>
                </a:lnTo>
                <a:lnTo>
                  <a:pt x="869" y="625"/>
                </a:lnTo>
                <a:lnTo>
                  <a:pt x="869" y="626"/>
                </a:lnTo>
                <a:lnTo>
                  <a:pt x="869" y="627"/>
                </a:lnTo>
                <a:lnTo>
                  <a:pt x="869" y="628"/>
                </a:lnTo>
                <a:lnTo>
                  <a:pt x="869" y="629"/>
                </a:lnTo>
                <a:lnTo>
                  <a:pt x="868" y="629"/>
                </a:lnTo>
                <a:lnTo>
                  <a:pt x="868" y="630"/>
                </a:lnTo>
                <a:lnTo>
                  <a:pt x="868" y="631"/>
                </a:lnTo>
                <a:lnTo>
                  <a:pt x="868" y="632"/>
                </a:lnTo>
                <a:lnTo>
                  <a:pt x="867" y="632"/>
                </a:lnTo>
                <a:lnTo>
                  <a:pt x="867" y="633"/>
                </a:lnTo>
                <a:lnTo>
                  <a:pt x="866" y="633"/>
                </a:lnTo>
                <a:lnTo>
                  <a:pt x="865" y="632"/>
                </a:lnTo>
                <a:lnTo>
                  <a:pt x="865" y="631"/>
                </a:lnTo>
                <a:lnTo>
                  <a:pt x="864" y="631"/>
                </a:lnTo>
                <a:lnTo>
                  <a:pt x="863" y="631"/>
                </a:lnTo>
                <a:lnTo>
                  <a:pt x="862" y="632"/>
                </a:lnTo>
                <a:lnTo>
                  <a:pt x="861" y="632"/>
                </a:lnTo>
                <a:lnTo>
                  <a:pt x="860" y="633"/>
                </a:lnTo>
                <a:lnTo>
                  <a:pt x="859" y="633"/>
                </a:lnTo>
                <a:lnTo>
                  <a:pt x="858" y="633"/>
                </a:lnTo>
                <a:lnTo>
                  <a:pt x="857" y="634"/>
                </a:lnTo>
                <a:lnTo>
                  <a:pt x="856" y="634"/>
                </a:lnTo>
                <a:lnTo>
                  <a:pt x="855" y="635"/>
                </a:lnTo>
                <a:lnTo>
                  <a:pt x="855" y="634"/>
                </a:lnTo>
                <a:lnTo>
                  <a:pt x="854" y="634"/>
                </a:lnTo>
                <a:lnTo>
                  <a:pt x="853" y="633"/>
                </a:lnTo>
                <a:lnTo>
                  <a:pt x="853" y="634"/>
                </a:lnTo>
                <a:lnTo>
                  <a:pt x="852" y="634"/>
                </a:lnTo>
                <a:lnTo>
                  <a:pt x="851" y="634"/>
                </a:lnTo>
                <a:lnTo>
                  <a:pt x="851" y="635"/>
                </a:lnTo>
                <a:lnTo>
                  <a:pt x="850" y="635"/>
                </a:lnTo>
                <a:lnTo>
                  <a:pt x="850" y="634"/>
                </a:lnTo>
                <a:lnTo>
                  <a:pt x="849" y="634"/>
                </a:lnTo>
                <a:lnTo>
                  <a:pt x="849" y="635"/>
                </a:lnTo>
                <a:lnTo>
                  <a:pt x="849" y="636"/>
                </a:lnTo>
                <a:lnTo>
                  <a:pt x="848" y="636"/>
                </a:lnTo>
                <a:lnTo>
                  <a:pt x="847" y="636"/>
                </a:lnTo>
                <a:lnTo>
                  <a:pt x="846" y="636"/>
                </a:lnTo>
                <a:lnTo>
                  <a:pt x="845" y="636"/>
                </a:lnTo>
                <a:lnTo>
                  <a:pt x="844" y="636"/>
                </a:lnTo>
                <a:lnTo>
                  <a:pt x="843" y="637"/>
                </a:lnTo>
                <a:lnTo>
                  <a:pt x="842" y="636"/>
                </a:lnTo>
                <a:lnTo>
                  <a:pt x="841" y="636"/>
                </a:lnTo>
                <a:lnTo>
                  <a:pt x="841" y="637"/>
                </a:lnTo>
                <a:lnTo>
                  <a:pt x="841" y="638"/>
                </a:lnTo>
                <a:lnTo>
                  <a:pt x="842" y="638"/>
                </a:lnTo>
                <a:lnTo>
                  <a:pt x="842" y="639"/>
                </a:lnTo>
                <a:lnTo>
                  <a:pt x="841" y="639"/>
                </a:lnTo>
                <a:lnTo>
                  <a:pt x="842" y="640"/>
                </a:lnTo>
                <a:lnTo>
                  <a:pt x="842" y="641"/>
                </a:lnTo>
                <a:lnTo>
                  <a:pt x="841" y="641"/>
                </a:lnTo>
                <a:lnTo>
                  <a:pt x="840" y="641"/>
                </a:lnTo>
                <a:lnTo>
                  <a:pt x="839" y="642"/>
                </a:lnTo>
                <a:lnTo>
                  <a:pt x="839" y="643"/>
                </a:lnTo>
                <a:lnTo>
                  <a:pt x="839" y="644"/>
                </a:lnTo>
                <a:lnTo>
                  <a:pt x="839" y="645"/>
                </a:lnTo>
                <a:lnTo>
                  <a:pt x="840" y="645"/>
                </a:lnTo>
                <a:lnTo>
                  <a:pt x="841" y="645"/>
                </a:lnTo>
                <a:lnTo>
                  <a:pt x="841" y="646"/>
                </a:lnTo>
                <a:lnTo>
                  <a:pt x="842" y="646"/>
                </a:lnTo>
                <a:lnTo>
                  <a:pt x="843" y="647"/>
                </a:lnTo>
                <a:lnTo>
                  <a:pt x="843" y="648"/>
                </a:lnTo>
                <a:lnTo>
                  <a:pt x="843" y="649"/>
                </a:lnTo>
                <a:lnTo>
                  <a:pt x="843" y="650"/>
                </a:lnTo>
                <a:lnTo>
                  <a:pt x="844" y="650"/>
                </a:lnTo>
                <a:lnTo>
                  <a:pt x="843" y="650"/>
                </a:lnTo>
                <a:lnTo>
                  <a:pt x="843" y="651"/>
                </a:lnTo>
                <a:lnTo>
                  <a:pt x="844" y="651"/>
                </a:lnTo>
                <a:lnTo>
                  <a:pt x="844" y="652"/>
                </a:lnTo>
                <a:lnTo>
                  <a:pt x="844" y="653"/>
                </a:lnTo>
                <a:lnTo>
                  <a:pt x="844" y="655"/>
                </a:lnTo>
                <a:lnTo>
                  <a:pt x="844" y="656"/>
                </a:lnTo>
                <a:lnTo>
                  <a:pt x="845" y="656"/>
                </a:lnTo>
                <a:lnTo>
                  <a:pt x="845" y="657"/>
                </a:lnTo>
                <a:lnTo>
                  <a:pt x="844" y="658"/>
                </a:lnTo>
                <a:lnTo>
                  <a:pt x="845" y="659"/>
                </a:lnTo>
                <a:lnTo>
                  <a:pt x="846" y="661"/>
                </a:lnTo>
                <a:lnTo>
                  <a:pt x="845" y="661"/>
                </a:lnTo>
                <a:lnTo>
                  <a:pt x="845" y="662"/>
                </a:lnTo>
                <a:lnTo>
                  <a:pt x="845" y="663"/>
                </a:lnTo>
                <a:lnTo>
                  <a:pt x="844" y="664"/>
                </a:lnTo>
                <a:lnTo>
                  <a:pt x="844" y="665"/>
                </a:lnTo>
                <a:lnTo>
                  <a:pt x="844" y="666"/>
                </a:lnTo>
                <a:lnTo>
                  <a:pt x="843" y="667"/>
                </a:lnTo>
                <a:lnTo>
                  <a:pt x="843" y="669"/>
                </a:lnTo>
                <a:lnTo>
                  <a:pt x="844" y="670"/>
                </a:lnTo>
                <a:lnTo>
                  <a:pt x="845" y="670"/>
                </a:lnTo>
                <a:lnTo>
                  <a:pt x="845" y="671"/>
                </a:lnTo>
                <a:lnTo>
                  <a:pt x="846" y="670"/>
                </a:lnTo>
                <a:lnTo>
                  <a:pt x="846" y="671"/>
                </a:lnTo>
                <a:lnTo>
                  <a:pt x="847" y="671"/>
                </a:lnTo>
                <a:lnTo>
                  <a:pt x="847" y="672"/>
                </a:lnTo>
                <a:lnTo>
                  <a:pt x="847" y="673"/>
                </a:lnTo>
                <a:lnTo>
                  <a:pt x="848" y="673"/>
                </a:lnTo>
                <a:lnTo>
                  <a:pt x="849" y="672"/>
                </a:lnTo>
                <a:lnTo>
                  <a:pt x="850" y="672"/>
                </a:lnTo>
                <a:lnTo>
                  <a:pt x="851" y="672"/>
                </a:lnTo>
                <a:lnTo>
                  <a:pt x="852" y="672"/>
                </a:lnTo>
                <a:lnTo>
                  <a:pt x="852" y="673"/>
                </a:lnTo>
                <a:lnTo>
                  <a:pt x="853" y="673"/>
                </a:lnTo>
                <a:lnTo>
                  <a:pt x="854" y="673"/>
                </a:lnTo>
                <a:lnTo>
                  <a:pt x="855" y="673"/>
                </a:lnTo>
                <a:lnTo>
                  <a:pt x="855" y="674"/>
                </a:lnTo>
                <a:lnTo>
                  <a:pt x="855" y="675"/>
                </a:lnTo>
                <a:lnTo>
                  <a:pt x="855" y="676"/>
                </a:lnTo>
                <a:lnTo>
                  <a:pt x="855" y="677"/>
                </a:lnTo>
                <a:lnTo>
                  <a:pt x="854" y="677"/>
                </a:lnTo>
                <a:lnTo>
                  <a:pt x="854" y="678"/>
                </a:lnTo>
                <a:lnTo>
                  <a:pt x="854" y="679"/>
                </a:lnTo>
                <a:lnTo>
                  <a:pt x="854" y="680"/>
                </a:lnTo>
                <a:lnTo>
                  <a:pt x="855" y="681"/>
                </a:lnTo>
                <a:lnTo>
                  <a:pt x="855" y="682"/>
                </a:lnTo>
                <a:lnTo>
                  <a:pt x="856" y="682"/>
                </a:lnTo>
                <a:lnTo>
                  <a:pt x="856" y="683"/>
                </a:lnTo>
                <a:lnTo>
                  <a:pt x="857" y="683"/>
                </a:lnTo>
                <a:lnTo>
                  <a:pt x="857" y="684"/>
                </a:lnTo>
                <a:lnTo>
                  <a:pt x="857" y="685"/>
                </a:lnTo>
                <a:lnTo>
                  <a:pt x="858" y="685"/>
                </a:lnTo>
                <a:lnTo>
                  <a:pt x="858" y="686"/>
                </a:lnTo>
                <a:lnTo>
                  <a:pt x="858" y="687"/>
                </a:lnTo>
                <a:lnTo>
                  <a:pt x="859" y="687"/>
                </a:lnTo>
                <a:lnTo>
                  <a:pt x="860" y="687"/>
                </a:lnTo>
                <a:lnTo>
                  <a:pt x="860" y="686"/>
                </a:lnTo>
                <a:lnTo>
                  <a:pt x="861" y="686"/>
                </a:lnTo>
                <a:lnTo>
                  <a:pt x="862" y="687"/>
                </a:lnTo>
                <a:lnTo>
                  <a:pt x="863" y="687"/>
                </a:lnTo>
                <a:lnTo>
                  <a:pt x="863" y="688"/>
                </a:lnTo>
                <a:lnTo>
                  <a:pt x="864" y="688"/>
                </a:lnTo>
                <a:lnTo>
                  <a:pt x="865" y="687"/>
                </a:lnTo>
                <a:lnTo>
                  <a:pt x="866" y="687"/>
                </a:lnTo>
                <a:lnTo>
                  <a:pt x="866" y="688"/>
                </a:lnTo>
                <a:lnTo>
                  <a:pt x="867" y="688"/>
                </a:lnTo>
                <a:lnTo>
                  <a:pt x="868" y="689"/>
                </a:lnTo>
                <a:lnTo>
                  <a:pt x="870" y="689"/>
                </a:lnTo>
                <a:lnTo>
                  <a:pt x="871" y="689"/>
                </a:lnTo>
                <a:lnTo>
                  <a:pt x="871" y="690"/>
                </a:lnTo>
                <a:lnTo>
                  <a:pt x="871" y="691"/>
                </a:lnTo>
                <a:lnTo>
                  <a:pt x="872" y="690"/>
                </a:lnTo>
                <a:lnTo>
                  <a:pt x="872" y="691"/>
                </a:lnTo>
                <a:lnTo>
                  <a:pt x="873" y="691"/>
                </a:lnTo>
                <a:lnTo>
                  <a:pt x="874" y="691"/>
                </a:lnTo>
                <a:lnTo>
                  <a:pt x="875" y="691"/>
                </a:lnTo>
                <a:lnTo>
                  <a:pt x="875" y="692"/>
                </a:lnTo>
                <a:lnTo>
                  <a:pt x="876" y="692"/>
                </a:lnTo>
                <a:lnTo>
                  <a:pt x="877" y="692"/>
                </a:lnTo>
                <a:lnTo>
                  <a:pt x="877" y="693"/>
                </a:lnTo>
                <a:lnTo>
                  <a:pt x="878" y="693"/>
                </a:lnTo>
                <a:lnTo>
                  <a:pt x="879" y="693"/>
                </a:lnTo>
                <a:lnTo>
                  <a:pt x="880" y="693"/>
                </a:lnTo>
                <a:lnTo>
                  <a:pt x="880" y="694"/>
                </a:lnTo>
                <a:lnTo>
                  <a:pt x="879" y="694"/>
                </a:lnTo>
                <a:lnTo>
                  <a:pt x="879" y="695"/>
                </a:lnTo>
                <a:lnTo>
                  <a:pt x="878" y="695"/>
                </a:lnTo>
                <a:lnTo>
                  <a:pt x="878" y="696"/>
                </a:lnTo>
                <a:lnTo>
                  <a:pt x="877" y="696"/>
                </a:lnTo>
                <a:lnTo>
                  <a:pt x="876" y="696"/>
                </a:lnTo>
                <a:lnTo>
                  <a:pt x="874" y="698"/>
                </a:lnTo>
                <a:lnTo>
                  <a:pt x="874" y="699"/>
                </a:lnTo>
                <a:lnTo>
                  <a:pt x="873" y="699"/>
                </a:lnTo>
                <a:lnTo>
                  <a:pt x="872" y="699"/>
                </a:lnTo>
                <a:lnTo>
                  <a:pt x="871" y="699"/>
                </a:lnTo>
                <a:lnTo>
                  <a:pt x="871" y="700"/>
                </a:lnTo>
                <a:lnTo>
                  <a:pt x="871" y="701"/>
                </a:lnTo>
                <a:lnTo>
                  <a:pt x="872" y="701"/>
                </a:lnTo>
                <a:lnTo>
                  <a:pt x="871" y="701"/>
                </a:lnTo>
                <a:lnTo>
                  <a:pt x="871" y="702"/>
                </a:lnTo>
                <a:lnTo>
                  <a:pt x="871" y="701"/>
                </a:lnTo>
                <a:lnTo>
                  <a:pt x="870" y="701"/>
                </a:lnTo>
                <a:lnTo>
                  <a:pt x="870" y="702"/>
                </a:lnTo>
                <a:lnTo>
                  <a:pt x="868" y="701"/>
                </a:lnTo>
                <a:lnTo>
                  <a:pt x="867" y="701"/>
                </a:lnTo>
                <a:lnTo>
                  <a:pt x="866" y="702"/>
                </a:lnTo>
                <a:lnTo>
                  <a:pt x="865" y="702"/>
                </a:lnTo>
                <a:lnTo>
                  <a:pt x="865" y="703"/>
                </a:lnTo>
                <a:lnTo>
                  <a:pt x="865" y="704"/>
                </a:lnTo>
                <a:lnTo>
                  <a:pt x="865" y="706"/>
                </a:lnTo>
                <a:lnTo>
                  <a:pt x="865" y="707"/>
                </a:lnTo>
                <a:lnTo>
                  <a:pt x="864" y="707"/>
                </a:lnTo>
                <a:lnTo>
                  <a:pt x="864" y="708"/>
                </a:lnTo>
                <a:lnTo>
                  <a:pt x="864" y="709"/>
                </a:lnTo>
                <a:lnTo>
                  <a:pt x="864" y="711"/>
                </a:lnTo>
                <a:lnTo>
                  <a:pt x="863" y="712"/>
                </a:lnTo>
                <a:lnTo>
                  <a:pt x="862" y="712"/>
                </a:lnTo>
                <a:lnTo>
                  <a:pt x="862" y="713"/>
                </a:lnTo>
                <a:lnTo>
                  <a:pt x="861" y="715"/>
                </a:lnTo>
                <a:lnTo>
                  <a:pt x="861" y="716"/>
                </a:lnTo>
                <a:lnTo>
                  <a:pt x="860" y="716"/>
                </a:lnTo>
                <a:lnTo>
                  <a:pt x="859" y="717"/>
                </a:lnTo>
                <a:lnTo>
                  <a:pt x="858" y="717"/>
                </a:lnTo>
                <a:lnTo>
                  <a:pt x="858" y="718"/>
                </a:lnTo>
                <a:lnTo>
                  <a:pt x="857" y="718"/>
                </a:lnTo>
                <a:lnTo>
                  <a:pt x="856" y="718"/>
                </a:lnTo>
                <a:lnTo>
                  <a:pt x="855" y="719"/>
                </a:lnTo>
                <a:lnTo>
                  <a:pt x="855" y="720"/>
                </a:lnTo>
                <a:lnTo>
                  <a:pt x="854" y="720"/>
                </a:lnTo>
                <a:lnTo>
                  <a:pt x="853" y="721"/>
                </a:lnTo>
                <a:lnTo>
                  <a:pt x="853" y="722"/>
                </a:lnTo>
                <a:lnTo>
                  <a:pt x="851" y="722"/>
                </a:lnTo>
                <a:lnTo>
                  <a:pt x="851" y="723"/>
                </a:lnTo>
                <a:lnTo>
                  <a:pt x="851" y="724"/>
                </a:lnTo>
                <a:lnTo>
                  <a:pt x="851" y="725"/>
                </a:lnTo>
                <a:lnTo>
                  <a:pt x="852" y="725"/>
                </a:lnTo>
                <a:lnTo>
                  <a:pt x="852" y="726"/>
                </a:lnTo>
                <a:lnTo>
                  <a:pt x="853" y="726"/>
                </a:lnTo>
                <a:lnTo>
                  <a:pt x="852" y="727"/>
                </a:lnTo>
                <a:lnTo>
                  <a:pt x="852" y="728"/>
                </a:lnTo>
                <a:lnTo>
                  <a:pt x="851" y="729"/>
                </a:lnTo>
                <a:lnTo>
                  <a:pt x="851" y="730"/>
                </a:lnTo>
                <a:lnTo>
                  <a:pt x="852" y="730"/>
                </a:lnTo>
                <a:lnTo>
                  <a:pt x="853" y="731"/>
                </a:lnTo>
                <a:lnTo>
                  <a:pt x="854" y="731"/>
                </a:lnTo>
                <a:lnTo>
                  <a:pt x="856" y="733"/>
                </a:lnTo>
                <a:lnTo>
                  <a:pt x="856" y="734"/>
                </a:lnTo>
                <a:lnTo>
                  <a:pt x="856" y="735"/>
                </a:lnTo>
                <a:lnTo>
                  <a:pt x="857" y="735"/>
                </a:lnTo>
                <a:lnTo>
                  <a:pt x="857" y="736"/>
                </a:lnTo>
                <a:lnTo>
                  <a:pt x="857" y="737"/>
                </a:lnTo>
                <a:lnTo>
                  <a:pt x="857" y="738"/>
                </a:lnTo>
                <a:lnTo>
                  <a:pt x="856" y="739"/>
                </a:lnTo>
                <a:lnTo>
                  <a:pt x="855" y="739"/>
                </a:lnTo>
                <a:lnTo>
                  <a:pt x="855" y="740"/>
                </a:lnTo>
                <a:lnTo>
                  <a:pt x="854" y="740"/>
                </a:lnTo>
                <a:lnTo>
                  <a:pt x="853" y="740"/>
                </a:lnTo>
                <a:lnTo>
                  <a:pt x="852" y="740"/>
                </a:lnTo>
                <a:lnTo>
                  <a:pt x="853" y="741"/>
                </a:lnTo>
                <a:lnTo>
                  <a:pt x="854" y="743"/>
                </a:lnTo>
                <a:lnTo>
                  <a:pt x="855" y="743"/>
                </a:lnTo>
                <a:lnTo>
                  <a:pt x="855" y="744"/>
                </a:lnTo>
                <a:lnTo>
                  <a:pt x="854" y="744"/>
                </a:lnTo>
                <a:lnTo>
                  <a:pt x="853" y="745"/>
                </a:lnTo>
                <a:lnTo>
                  <a:pt x="851" y="745"/>
                </a:lnTo>
                <a:lnTo>
                  <a:pt x="851" y="744"/>
                </a:lnTo>
                <a:lnTo>
                  <a:pt x="850" y="744"/>
                </a:lnTo>
                <a:lnTo>
                  <a:pt x="849" y="745"/>
                </a:lnTo>
                <a:lnTo>
                  <a:pt x="849" y="746"/>
                </a:lnTo>
                <a:lnTo>
                  <a:pt x="848" y="746"/>
                </a:lnTo>
                <a:lnTo>
                  <a:pt x="848" y="745"/>
                </a:lnTo>
                <a:lnTo>
                  <a:pt x="847" y="745"/>
                </a:lnTo>
                <a:lnTo>
                  <a:pt x="846" y="745"/>
                </a:lnTo>
                <a:lnTo>
                  <a:pt x="845" y="746"/>
                </a:lnTo>
                <a:lnTo>
                  <a:pt x="844" y="746"/>
                </a:lnTo>
                <a:lnTo>
                  <a:pt x="843" y="746"/>
                </a:lnTo>
                <a:lnTo>
                  <a:pt x="843" y="747"/>
                </a:lnTo>
                <a:lnTo>
                  <a:pt x="842" y="747"/>
                </a:lnTo>
                <a:lnTo>
                  <a:pt x="841" y="747"/>
                </a:lnTo>
                <a:lnTo>
                  <a:pt x="841" y="748"/>
                </a:lnTo>
                <a:lnTo>
                  <a:pt x="840" y="748"/>
                </a:lnTo>
                <a:lnTo>
                  <a:pt x="840" y="747"/>
                </a:lnTo>
                <a:lnTo>
                  <a:pt x="839" y="747"/>
                </a:lnTo>
                <a:lnTo>
                  <a:pt x="839" y="748"/>
                </a:lnTo>
                <a:lnTo>
                  <a:pt x="838" y="748"/>
                </a:lnTo>
                <a:lnTo>
                  <a:pt x="838" y="749"/>
                </a:lnTo>
                <a:lnTo>
                  <a:pt x="838" y="750"/>
                </a:lnTo>
                <a:lnTo>
                  <a:pt x="839" y="751"/>
                </a:lnTo>
                <a:lnTo>
                  <a:pt x="838" y="751"/>
                </a:lnTo>
                <a:lnTo>
                  <a:pt x="838" y="752"/>
                </a:lnTo>
                <a:lnTo>
                  <a:pt x="838" y="753"/>
                </a:lnTo>
                <a:lnTo>
                  <a:pt x="837" y="754"/>
                </a:lnTo>
                <a:lnTo>
                  <a:pt x="837" y="755"/>
                </a:lnTo>
                <a:lnTo>
                  <a:pt x="837" y="756"/>
                </a:lnTo>
                <a:lnTo>
                  <a:pt x="838" y="756"/>
                </a:lnTo>
                <a:lnTo>
                  <a:pt x="839" y="756"/>
                </a:lnTo>
                <a:lnTo>
                  <a:pt x="840" y="756"/>
                </a:lnTo>
                <a:lnTo>
                  <a:pt x="840" y="757"/>
                </a:lnTo>
                <a:lnTo>
                  <a:pt x="839" y="757"/>
                </a:lnTo>
                <a:lnTo>
                  <a:pt x="839" y="758"/>
                </a:lnTo>
                <a:lnTo>
                  <a:pt x="840" y="758"/>
                </a:lnTo>
                <a:lnTo>
                  <a:pt x="841" y="758"/>
                </a:lnTo>
                <a:lnTo>
                  <a:pt x="841" y="759"/>
                </a:lnTo>
                <a:lnTo>
                  <a:pt x="840" y="759"/>
                </a:lnTo>
                <a:lnTo>
                  <a:pt x="841" y="760"/>
                </a:lnTo>
                <a:lnTo>
                  <a:pt x="841" y="761"/>
                </a:lnTo>
                <a:lnTo>
                  <a:pt x="841" y="762"/>
                </a:lnTo>
                <a:lnTo>
                  <a:pt x="841" y="763"/>
                </a:lnTo>
                <a:lnTo>
                  <a:pt x="840" y="763"/>
                </a:lnTo>
                <a:lnTo>
                  <a:pt x="840" y="764"/>
                </a:lnTo>
                <a:lnTo>
                  <a:pt x="840" y="765"/>
                </a:lnTo>
                <a:lnTo>
                  <a:pt x="840" y="767"/>
                </a:lnTo>
                <a:lnTo>
                  <a:pt x="841" y="768"/>
                </a:lnTo>
                <a:lnTo>
                  <a:pt x="841" y="769"/>
                </a:lnTo>
                <a:lnTo>
                  <a:pt x="842" y="770"/>
                </a:lnTo>
                <a:lnTo>
                  <a:pt x="842" y="771"/>
                </a:lnTo>
                <a:lnTo>
                  <a:pt x="843" y="773"/>
                </a:lnTo>
                <a:lnTo>
                  <a:pt x="844" y="774"/>
                </a:lnTo>
                <a:lnTo>
                  <a:pt x="845" y="775"/>
                </a:lnTo>
                <a:lnTo>
                  <a:pt x="845" y="776"/>
                </a:lnTo>
                <a:lnTo>
                  <a:pt x="845" y="777"/>
                </a:lnTo>
                <a:lnTo>
                  <a:pt x="845" y="778"/>
                </a:lnTo>
                <a:lnTo>
                  <a:pt x="846" y="778"/>
                </a:lnTo>
                <a:lnTo>
                  <a:pt x="846" y="779"/>
                </a:lnTo>
                <a:lnTo>
                  <a:pt x="847" y="779"/>
                </a:lnTo>
                <a:lnTo>
                  <a:pt x="848" y="781"/>
                </a:lnTo>
                <a:lnTo>
                  <a:pt x="849" y="781"/>
                </a:lnTo>
                <a:lnTo>
                  <a:pt x="849" y="782"/>
                </a:lnTo>
                <a:lnTo>
                  <a:pt x="850" y="782"/>
                </a:lnTo>
                <a:lnTo>
                  <a:pt x="850" y="783"/>
                </a:lnTo>
                <a:lnTo>
                  <a:pt x="851" y="784"/>
                </a:lnTo>
                <a:lnTo>
                  <a:pt x="852" y="784"/>
                </a:lnTo>
                <a:lnTo>
                  <a:pt x="853" y="784"/>
                </a:lnTo>
                <a:lnTo>
                  <a:pt x="854" y="784"/>
                </a:lnTo>
                <a:lnTo>
                  <a:pt x="854" y="785"/>
                </a:lnTo>
                <a:lnTo>
                  <a:pt x="855" y="786"/>
                </a:lnTo>
                <a:lnTo>
                  <a:pt x="856" y="785"/>
                </a:lnTo>
                <a:lnTo>
                  <a:pt x="856" y="786"/>
                </a:lnTo>
                <a:lnTo>
                  <a:pt x="857" y="786"/>
                </a:lnTo>
                <a:lnTo>
                  <a:pt x="857" y="787"/>
                </a:lnTo>
                <a:lnTo>
                  <a:pt x="858" y="788"/>
                </a:lnTo>
                <a:lnTo>
                  <a:pt x="859" y="787"/>
                </a:lnTo>
                <a:lnTo>
                  <a:pt x="860" y="788"/>
                </a:lnTo>
                <a:lnTo>
                  <a:pt x="861" y="788"/>
                </a:lnTo>
                <a:lnTo>
                  <a:pt x="862" y="789"/>
                </a:lnTo>
                <a:lnTo>
                  <a:pt x="862" y="788"/>
                </a:lnTo>
                <a:lnTo>
                  <a:pt x="863" y="788"/>
                </a:lnTo>
                <a:lnTo>
                  <a:pt x="864" y="788"/>
                </a:lnTo>
                <a:lnTo>
                  <a:pt x="864" y="790"/>
                </a:lnTo>
                <a:lnTo>
                  <a:pt x="865" y="791"/>
                </a:lnTo>
                <a:lnTo>
                  <a:pt x="865" y="792"/>
                </a:lnTo>
                <a:lnTo>
                  <a:pt x="866" y="792"/>
                </a:lnTo>
                <a:lnTo>
                  <a:pt x="866" y="793"/>
                </a:lnTo>
                <a:lnTo>
                  <a:pt x="867" y="793"/>
                </a:lnTo>
                <a:lnTo>
                  <a:pt x="868" y="793"/>
                </a:lnTo>
                <a:lnTo>
                  <a:pt x="868" y="794"/>
                </a:lnTo>
                <a:lnTo>
                  <a:pt x="869" y="794"/>
                </a:lnTo>
                <a:lnTo>
                  <a:pt x="870" y="795"/>
                </a:lnTo>
                <a:lnTo>
                  <a:pt x="870" y="796"/>
                </a:lnTo>
                <a:lnTo>
                  <a:pt x="871" y="796"/>
                </a:lnTo>
                <a:lnTo>
                  <a:pt x="872" y="796"/>
                </a:lnTo>
                <a:lnTo>
                  <a:pt x="873" y="797"/>
                </a:lnTo>
                <a:lnTo>
                  <a:pt x="873" y="798"/>
                </a:lnTo>
                <a:lnTo>
                  <a:pt x="874" y="798"/>
                </a:lnTo>
                <a:lnTo>
                  <a:pt x="876" y="798"/>
                </a:lnTo>
                <a:lnTo>
                  <a:pt x="877" y="798"/>
                </a:lnTo>
                <a:lnTo>
                  <a:pt x="877" y="799"/>
                </a:lnTo>
                <a:lnTo>
                  <a:pt x="876" y="799"/>
                </a:lnTo>
                <a:lnTo>
                  <a:pt x="874" y="799"/>
                </a:lnTo>
                <a:lnTo>
                  <a:pt x="873" y="799"/>
                </a:lnTo>
                <a:lnTo>
                  <a:pt x="873" y="798"/>
                </a:lnTo>
                <a:lnTo>
                  <a:pt x="872" y="798"/>
                </a:lnTo>
                <a:lnTo>
                  <a:pt x="871" y="799"/>
                </a:lnTo>
                <a:lnTo>
                  <a:pt x="871" y="800"/>
                </a:lnTo>
                <a:lnTo>
                  <a:pt x="870" y="800"/>
                </a:lnTo>
                <a:lnTo>
                  <a:pt x="868" y="799"/>
                </a:lnTo>
                <a:lnTo>
                  <a:pt x="867" y="799"/>
                </a:lnTo>
                <a:lnTo>
                  <a:pt x="866" y="799"/>
                </a:lnTo>
                <a:lnTo>
                  <a:pt x="866" y="800"/>
                </a:lnTo>
                <a:lnTo>
                  <a:pt x="865" y="800"/>
                </a:lnTo>
                <a:lnTo>
                  <a:pt x="865" y="799"/>
                </a:lnTo>
                <a:lnTo>
                  <a:pt x="864" y="799"/>
                </a:lnTo>
                <a:lnTo>
                  <a:pt x="863" y="799"/>
                </a:lnTo>
                <a:lnTo>
                  <a:pt x="862" y="798"/>
                </a:lnTo>
                <a:lnTo>
                  <a:pt x="862" y="799"/>
                </a:lnTo>
                <a:lnTo>
                  <a:pt x="861" y="799"/>
                </a:lnTo>
                <a:lnTo>
                  <a:pt x="860" y="799"/>
                </a:lnTo>
                <a:lnTo>
                  <a:pt x="859" y="798"/>
                </a:lnTo>
                <a:lnTo>
                  <a:pt x="858" y="798"/>
                </a:lnTo>
                <a:lnTo>
                  <a:pt x="857" y="798"/>
                </a:lnTo>
                <a:lnTo>
                  <a:pt x="856" y="798"/>
                </a:lnTo>
                <a:lnTo>
                  <a:pt x="856" y="799"/>
                </a:lnTo>
                <a:lnTo>
                  <a:pt x="855" y="799"/>
                </a:lnTo>
                <a:lnTo>
                  <a:pt x="854" y="799"/>
                </a:lnTo>
                <a:lnTo>
                  <a:pt x="854" y="798"/>
                </a:lnTo>
                <a:lnTo>
                  <a:pt x="853" y="798"/>
                </a:lnTo>
                <a:lnTo>
                  <a:pt x="852" y="798"/>
                </a:lnTo>
                <a:lnTo>
                  <a:pt x="852" y="797"/>
                </a:lnTo>
                <a:lnTo>
                  <a:pt x="851" y="797"/>
                </a:lnTo>
                <a:lnTo>
                  <a:pt x="850" y="797"/>
                </a:lnTo>
                <a:lnTo>
                  <a:pt x="850" y="796"/>
                </a:lnTo>
                <a:lnTo>
                  <a:pt x="849" y="796"/>
                </a:lnTo>
                <a:lnTo>
                  <a:pt x="849" y="795"/>
                </a:lnTo>
                <a:lnTo>
                  <a:pt x="849" y="794"/>
                </a:lnTo>
                <a:lnTo>
                  <a:pt x="848" y="793"/>
                </a:lnTo>
                <a:lnTo>
                  <a:pt x="847" y="792"/>
                </a:lnTo>
                <a:lnTo>
                  <a:pt x="846" y="792"/>
                </a:lnTo>
                <a:lnTo>
                  <a:pt x="845" y="792"/>
                </a:lnTo>
                <a:lnTo>
                  <a:pt x="844" y="793"/>
                </a:lnTo>
                <a:lnTo>
                  <a:pt x="843" y="793"/>
                </a:lnTo>
                <a:lnTo>
                  <a:pt x="843" y="794"/>
                </a:lnTo>
                <a:lnTo>
                  <a:pt x="842" y="794"/>
                </a:lnTo>
                <a:lnTo>
                  <a:pt x="842" y="795"/>
                </a:lnTo>
                <a:lnTo>
                  <a:pt x="841" y="795"/>
                </a:lnTo>
                <a:lnTo>
                  <a:pt x="841" y="796"/>
                </a:lnTo>
                <a:lnTo>
                  <a:pt x="840" y="796"/>
                </a:lnTo>
                <a:lnTo>
                  <a:pt x="839" y="796"/>
                </a:lnTo>
                <a:lnTo>
                  <a:pt x="838" y="796"/>
                </a:lnTo>
                <a:lnTo>
                  <a:pt x="838" y="795"/>
                </a:lnTo>
                <a:lnTo>
                  <a:pt x="837" y="794"/>
                </a:lnTo>
                <a:lnTo>
                  <a:pt x="836" y="794"/>
                </a:lnTo>
                <a:lnTo>
                  <a:pt x="836" y="795"/>
                </a:lnTo>
                <a:lnTo>
                  <a:pt x="835" y="796"/>
                </a:lnTo>
                <a:lnTo>
                  <a:pt x="835" y="797"/>
                </a:lnTo>
                <a:lnTo>
                  <a:pt x="835" y="798"/>
                </a:lnTo>
                <a:lnTo>
                  <a:pt x="835" y="799"/>
                </a:lnTo>
                <a:lnTo>
                  <a:pt x="834" y="800"/>
                </a:lnTo>
                <a:lnTo>
                  <a:pt x="835" y="800"/>
                </a:lnTo>
                <a:lnTo>
                  <a:pt x="836" y="800"/>
                </a:lnTo>
                <a:lnTo>
                  <a:pt x="837" y="800"/>
                </a:lnTo>
                <a:lnTo>
                  <a:pt x="838" y="800"/>
                </a:lnTo>
                <a:lnTo>
                  <a:pt x="838" y="801"/>
                </a:lnTo>
                <a:lnTo>
                  <a:pt x="839" y="801"/>
                </a:lnTo>
                <a:lnTo>
                  <a:pt x="840" y="802"/>
                </a:lnTo>
                <a:lnTo>
                  <a:pt x="841" y="802"/>
                </a:lnTo>
                <a:lnTo>
                  <a:pt x="840" y="802"/>
                </a:lnTo>
                <a:lnTo>
                  <a:pt x="840" y="803"/>
                </a:lnTo>
                <a:lnTo>
                  <a:pt x="840" y="804"/>
                </a:lnTo>
                <a:lnTo>
                  <a:pt x="839" y="805"/>
                </a:lnTo>
                <a:lnTo>
                  <a:pt x="838" y="805"/>
                </a:lnTo>
                <a:lnTo>
                  <a:pt x="837" y="806"/>
                </a:lnTo>
                <a:lnTo>
                  <a:pt x="836" y="808"/>
                </a:lnTo>
                <a:lnTo>
                  <a:pt x="836" y="809"/>
                </a:lnTo>
                <a:lnTo>
                  <a:pt x="837" y="810"/>
                </a:lnTo>
                <a:lnTo>
                  <a:pt x="838" y="810"/>
                </a:lnTo>
                <a:lnTo>
                  <a:pt x="838" y="809"/>
                </a:lnTo>
                <a:lnTo>
                  <a:pt x="839" y="810"/>
                </a:lnTo>
                <a:lnTo>
                  <a:pt x="840" y="810"/>
                </a:lnTo>
                <a:lnTo>
                  <a:pt x="841" y="811"/>
                </a:lnTo>
                <a:lnTo>
                  <a:pt x="841" y="812"/>
                </a:lnTo>
                <a:lnTo>
                  <a:pt x="842" y="813"/>
                </a:lnTo>
                <a:lnTo>
                  <a:pt x="842" y="814"/>
                </a:lnTo>
                <a:lnTo>
                  <a:pt x="842" y="815"/>
                </a:lnTo>
                <a:lnTo>
                  <a:pt x="843" y="816"/>
                </a:lnTo>
                <a:lnTo>
                  <a:pt x="843" y="817"/>
                </a:lnTo>
                <a:lnTo>
                  <a:pt x="843" y="818"/>
                </a:lnTo>
                <a:lnTo>
                  <a:pt x="844" y="818"/>
                </a:lnTo>
                <a:lnTo>
                  <a:pt x="844" y="819"/>
                </a:lnTo>
                <a:lnTo>
                  <a:pt x="844" y="820"/>
                </a:lnTo>
                <a:lnTo>
                  <a:pt x="843" y="820"/>
                </a:lnTo>
                <a:lnTo>
                  <a:pt x="844" y="821"/>
                </a:lnTo>
                <a:lnTo>
                  <a:pt x="843" y="821"/>
                </a:lnTo>
                <a:lnTo>
                  <a:pt x="843" y="822"/>
                </a:lnTo>
                <a:lnTo>
                  <a:pt x="843" y="823"/>
                </a:lnTo>
                <a:lnTo>
                  <a:pt x="844" y="823"/>
                </a:lnTo>
                <a:lnTo>
                  <a:pt x="845" y="823"/>
                </a:lnTo>
                <a:lnTo>
                  <a:pt x="844" y="824"/>
                </a:lnTo>
                <a:lnTo>
                  <a:pt x="844" y="825"/>
                </a:lnTo>
                <a:lnTo>
                  <a:pt x="844" y="826"/>
                </a:lnTo>
                <a:lnTo>
                  <a:pt x="843" y="827"/>
                </a:lnTo>
                <a:lnTo>
                  <a:pt x="843" y="826"/>
                </a:lnTo>
                <a:lnTo>
                  <a:pt x="842" y="827"/>
                </a:lnTo>
                <a:lnTo>
                  <a:pt x="841" y="827"/>
                </a:lnTo>
                <a:lnTo>
                  <a:pt x="841" y="828"/>
                </a:lnTo>
                <a:lnTo>
                  <a:pt x="840" y="828"/>
                </a:lnTo>
                <a:lnTo>
                  <a:pt x="839" y="829"/>
                </a:lnTo>
                <a:lnTo>
                  <a:pt x="838" y="829"/>
                </a:lnTo>
                <a:lnTo>
                  <a:pt x="837" y="828"/>
                </a:lnTo>
                <a:lnTo>
                  <a:pt x="836" y="828"/>
                </a:lnTo>
                <a:lnTo>
                  <a:pt x="836" y="827"/>
                </a:lnTo>
                <a:lnTo>
                  <a:pt x="836" y="826"/>
                </a:lnTo>
                <a:lnTo>
                  <a:pt x="835" y="826"/>
                </a:lnTo>
                <a:lnTo>
                  <a:pt x="834" y="825"/>
                </a:lnTo>
                <a:lnTo>
                  <a:pt x="833" y="825"/>
                </a:lnTo>
                <a:lnTo>
                  <a:pt x="833" y="826"/>
                </a:lnTo>
                <a:lnTo>
                  <a:pt x="832" y="826"/>
                </a:lnTo>
                <a:lnTo>
                  <a:pt x="831" y="827"/>
                </a:lnTo>
                <a:lnTo>
                  <a:pt x="830" y="828"/>
                </a:lnTo>
                <a:lnTo>
                  <a:pt x="831" y="829"/>
                </a:lnTo>
                <a:lnTo>
                  <a:pt x="830" y="830"/>
                </a:lnTo>
                <a:lnTo>
                  <a:pt x="830" y="831"/>
                </a:lnTo>
                <a:lnTo>
                  <a:pt x="830" y="832"/>
                </a:lnTo>
                <a:lnTo>
                  <a:pt x="830" y="833"/>
                </a:lnTo>
                <a:lnTo>
                  <a:pt x="830" y="834"/>
                </a:lnTo>
                <a:lnTo>
                  <a:pt x="829" y="834"/>
                </a:lnTo>
                <a:lnTo>
                  <a:pt x="829" y="835"/>
                </a:lnTo>
                <a:lnTo>
                  <a:pt x="829" y="836"/>
                </a:lnTo>
                <a:lnTo>
                  <a:pt x="829" y="837"/>
                </a:lnTo>
                <a:lnTo>
                  <a:pt x="828" y="839"/>
                </a:lnTo>
                <a:lnTo>
                  <a:pt x="828" y="840"/>
                </a:lnTo>
                <a:lnTo>
                  <a:pt x="828" y="842"/>
                </a:lnTo>
                <a:lnTo>
                  <a:pt x="828" y="843"/>
                </a:lnTo>
                <a:lnTo>
                  <a:pt x="829" y="843"/>
                </a:lnTo>
                <a:lnTo>
                  <a:pt x="829" y="844"/>
                </a:lnTo>
                <a:lnTo>
                  <a:pt x="829" y="845"/>
                </a:lnTo>
                <a:lnTo>
                  <a:pt x="830" y="845"/>
                </a:lnTo>
                <a:lnTo>
                  <a:pt x="830" y="846"/>
                </a:lnTo>
                <a:lnTo>
                  <a:pt x="831" y="846"/>
                </a:lnTo>
                <a:lnTo>
                  <a:pt x="832" y="846"/>
                </a:lnTo>
                <a:lnTo>
                  <a:pt x="833" y="846"/>
                </a:lnTo>
                <a:lnTo>
                  <a:pt x="833" y="847"/>
                </a:lnTo>
                <a:lnTo>
                  <a:pt x="832" y="847"/>
                </a:lnTo>
                <a:lnTo>
                  <a:pt x="832" y="848"/>
                </a:lnTo>
                <a:lnTo>
                  <a:pt x="831" y="849"/>
                </a:lnTo>
                <a:lnTo>
                  <a:pt x="831" y="850"/>
                </a:lnTo>
                <a:lnTo>
                  <a:pt x="831" y="851"/>
                </a:lnTo>
                <a:lnTo>
                  <a:pt x="832" y="851"/>
                </a:lnTo>
                <a:lnTo>
                  <a:pt x="832" y="852"/>
                </a:lnTo>
                <a:lnTo>
                  <a:pt x="832" y="853"/>
                </a:lnTo>
                <a:lnTo>
                  <a:pt x="831" y="853"/>
                </a:lnTo>
                <a:lnTo>
                  <a:pt x="830" y="853"/>
                </a:lnTo>
                <a:lnTo>
                  <a:pt x="829" y="853"/>
                </a:lnTo>
                <a:lnTo>
                  <a:pt x="828" y="853"/>
                </a:lnTo>
                <a:lnTo>
                  <a:pt x="827" y="853"/>
                </a:lnTo>
                <a:lnTo>
                  <a:pt x="826" y="852"/>
                </a:lnTo>
                <a:lnTo>
                  <a:pt x="825" y="852"/>
                </a:lnTo>
                <a:lnTo>
                  <a:pt x="825" y="851"/>
                </a:lnTo>
                <a:lnTo>
                  <a:pt x="825" y="850"/>
                </a:lnTo>
                <a:lnTo>
                  <a:pt x="824" y="850"/>
                </a:lnTo>
                <a:lnTo>
                  <a:pt x="824" y="849"/>
                </a:lnTo>
                <a:lnTo>
                  <a:pt x="823" y="849"/>
                </a:lnTo>
                <a:lnTo>
                  <a:pt x="822" y="850"/>
                </a:lnTo>
                <a:lnTo>
                  <a:pt x="821" y="850"/>
                </a:lnTo>
                <a:lnTo>
                  <a:pt x="821" y="851"/>
                </a:lnTo>
                <a:lnTo>
                  <a:pt x="822" y="851"/>
                </a:lnTo>
                <a:lnTo>
                  <a:pt x="822" y="852"/>
                </a:lnTo>
                <a:lnTo>
                  <a:pt x="823" y="852"/>
                </a:lnTo>
                <a:lnTo>
                  <a:pt x="823" y="853"/>
                </a:lnTo>
                <a:lnTo>
                  <a:pt x="824" y="853"/>
                </a:lnTo>
                <a:lnTo>
                  <a:pt x="825" y="854"/>
                </a:lnTo>
                <a:lnTo>
                  <a:pt x="825" y="855"/>
                </a:lnTo>
                <a:lnTo>
                  <a:pt x="825" y="856"/>
                </a:lnTo>
                <a:lnTo>
                  <a:pt x="824" y="856"/>
                </a:lnTo>
                <a:lnTo>
                  <a:pt x="823" y="856"/>
                </a:lnTo>
                <a:lnTo>
                  <a:pt x="822" y="857"/>
                </a:lnTo>
                <a:lnTo>
                  <a:pt x="822" y="856"/>
                </a:lnTo>
                <a:lnTo>
                  <a:pt x="821" y="856"/>
                </a:lnTo>
                <a:lnTo>
                  <a:pt x="821" y="855"/>
                </a:lnTo>
                <a:lnTo>
                  <a:pt x="820" y="855"/>
                </a:lnTo>
                <a:lnTo>
                  <a:pt x="819" y="855"/>
                </a:lnTo>
                <a:lnTo>
                  <a:pt x="819" y="856"/>
                </a:lnTo>
                <a:lnTo>
                  <a:pt x="819" y="857"/>
                </a:lnTo>
                <a:lnTo>
                  <a:pt x="818" y="857"/>
                </a:lnTo>
                <a:lnTo>
                  <a:pt x="818" y="858"/>
                </a:lnTo>
                <a:lnTo>
                  <a:pt x="818" y="859"/>
                </a:lnTo>
                <a:lnTo>
                  <a:pt x="817" y="858"/>
                </a:lnTo>
                <a:lnTo>
                  <a:pt x="816" y="858"/>
                </a:lnTo>
                <a:lnTo>
                  <a:pt x="816" y="857"/>
                </a:lnTo>
                <a:lnTo>
                  <a:pt x="815" y="857"/>
                </a:lnTo>
                <a:lnTo>
                  <a:pt x="814" y="857"/>
                </a:lnTo>
                <a:lnTo>
                  <a:pt x="814" y="856"/>
                </a:lnTo>
                <a:lnTo>
                  <a:pt x="813" y="856"/>
                </a:lnTo>
                <a:lnTo>
                  <a:pt x="812" y="857"/>
                </a:lnTo>
                <a:lnTo>
                  <a:pt x="811" y="857"/>
                </a:lnTo>
                <a:lnTo>
                  <a:pt x="810" y="857"/>
                </a:lnTo>
                <a:lnTo>
                  <a:pt x="809" y="856"/>
                </a:lnTo>
                <a:lnTo>
                  <a:pt x="808" y="856"/>
                </a:lnTo>
                <a:lnTo>
                  <a:pt x="807" y="856"/>
                </a:lnTo>
                <a:lnTo>
                  <a:pt x="806" y="856"/>
                </a:lnTo>
                <a:lnTo>
                  <a:pt x="805" y="856"/>
                </a:lnTo>
                <a:lnTo>
                  <a:pt x="803" y="856"/>
                </a:lnTo>
                <a:lnTo>
                  <a:pt x="802" y="855"/>
                </a:lnTo>
                <a:lnTo>
                  <a:pt x="802" y="854"/>
                </a:lnTo>
                <a:lnTo>
                  <a:pt x="801" y="854"/>
                </a:lnTo>
                <a:lnTo>
                  <a:pt x="801" y="853"/>
                </a:lnTo>
                <a:lnTo>
                  <a:pt x="800" y="853"/>
                </a:lnTo>
                <a:lnTo>
                  <a:pt x="800" y="854"/>
                </a:lnTo>
                <a:lnTo>
                  <a:pt x="799" y="854"/>
                </a:lnTo>
                <a:lnTo>
                  <a:pt x="798" y="854"/>
                </a:lnTo>
                <a:lnTo>
                  <a:pt x="797" y="854"/>
                </a:lnTo>
                <a:lnTo>
                  <a:pt x="796" y="854"/>
                </a:lnTo>
                <a:lnTo>
                  <a:pt x="795" y="854"/>
                </a:lnTo>
                <a:lnTo>
                  <a:pt x="794" y="855"/>
                </a:lnTo>
                <a:lnTo>
                  <a:pt x="794" y="856"/>
                </a:lnTo>
                <a:lnTo>
                  <a:pt x="793" y="856"/>
                </a:lnTo>
                <a:lnTo>
                  <a:pt x="793" y="857"/>
                </a:lnTo>
                <a:lnTo>
                  <a:pt x="794" y="857"/>
                </a:lnTo>
                <a:lnTo>
                  <a:pt x="794" y="858"/>
                </a:lnTo>
                <a:lnTo>
                  <a:pt x="794" y="859"/>
                </a:lnTo>
                <a:lnTo>
                  <a:pt x="795" y="859"/>
                </a:lnTo>
                <a:lnTo>
                  <a:pt x="796" y="859"/>
                </a:lnTo>
                <a:lnTo>
                  <a:pt x="796" y="860"/>
                </a:lnTo>
                <a:lnTo>
                  <a:pt x="797" y="860"/>
                </a:lnTo>
                <a:lnTo>
                  <a:pt x="797" y="861"/>
                </a:lnTo>
                <a:lnTo>
                  <a:pt x="796" y="861"/>
                </a:lnTo>
                <a:lnTo>
                  <a:pt x="795" y="862"/>
                </a:lnTo>
                <a:lnTo>
                  <a:pt x="794" y="863"/>
                </a:lnTo>
                <a:lnTo>
                  <a:pt x="792" y="862"/>
                </a:lnTo>
                <a:lnTo>
                  <a:pt x="791" y="862"/>
                </a:lnTo>
                <a:lnTo>
                  <a:pt x="791" y="861"/>
                </a:lnTo>
                <a:lnTo>
                  <a:pt x="790" y="860"/>
                </a:lnTo>
                <a:lnTo>
                  <a:pt x="789" y="860"/>
                </a:lnTo>
                <a:lnTo>
                  <a:pt x="788" y="860"/>
                </a:lnTo>
                <a:lnTo>
                  <a:pt x="788" y="861"/>
                </a:lnTo>
                <a:lnTo>
                  <a:pt x="788" y="862"/>
                </a:lnTo>
                <a:lnTo>
                  <a:pt x="787" y="862"/>
                </a:lnTo>
                <a:lnTo>
                  <a:pt x="786" y="862"/>
                </a:lnTo>
                <a:lnTo>
                  <a:pt x="786" y="863"/>
                </a:lnTo>
                <a:lnTo>
                  <a:pt x="786" y="864"/>
                </a:lnTo>
                <a:lnTo>
                  <a:pt x="786" y="865"/>
                </a:lnTo>
                <a:lnTo>
                  <a:pt x="786" y="866"/>
                </a:lnTo>
                <a:lnTo>
                  <a:pt x="786" y="865"/>
                </a:lnTo>
                <a:lnTo>
                  <a:pt x="785" y="865"/>
                </a:lnTo>
                <a:lnTo>
                  <a:pt x="784" y="865"/>
                </a:lnTo>
                <a:lnTo>
                  <a:pt x="784" y="864"/>
                </a:lnTo>
                <a:lnTo>
                  <a:pt x="784" y="863"/>
                </a:lnTo>
                <a:lnTo>
                  <a:pt x="783" y="862"/>
                </a:lnTo>
                <a:lnTo>
                  <a:pt x="782" y="862"/>
                </a:lnTo>
                <a:lnTo>
                  <a:pt x="782" y="861"/>
                </a:lnTo>
                <a:lnTo>
                  <a:pt x="781" y="861"/>
                </a:lnTo>
                <a:lnTo>
                  <a:pt x="781" y="860"/>
                </a:lnTo>
                <a:lnTo>
                  <a:pt x="780" y="860"/>
                </a:lnTo>
                <a:lnTo>
                  <a:pt x="779" y="860"/>
                </a:lnTo>
                <a:lnTo>
                  <a:pt x="779" y="859"/>
                </a:lnTo>
                <a:lnTo>
                  <a:pt x="778" y="859"/>
                </a:lnTo>
                <a:lnTo>
                  <a:pt x="778" y="860"/>
                </a:lnTo>
                <a:lnTo>
                  <a:pt x="777" y="860"/>
                </a:lnTo>
                <a:lnTo>
                  <a:pt x="776" y="860"/>
                </a:lnTo>
                <a:lnTo>
                  <a:pt x="775" y="860"/>
                </a:lnTo>
                <a:lnTo>
                  <a:pt x="774" y="860"/>
                </a:lnTo>
                <a:lnTo>
                  <a:pt x="773" y="860"/>
                </a:lnTo>
                <a:lnTo>
                  <a:pt x="773" y="859"/>
                </a:lnTo>
                <a:lnTo>
                  <a:pt x="772" y="859"/>
                </a:lnTo>
                <a:lnTo>
                  <a:pt x="772" y="858"/>
                </a:lnTo>
                <a:lnTo>
                  <a:pt x="771" y="859"/>
                </a:lnTo>
                <a:lnTo>
                  <a:pt x="771" y="860"/>
                </a:lnTo>
                <a:lnTo>
                  <a:pt x="772" y="861"/>
                </a:lnTo>
                <a:lnTo>
                  <a:pt x="773" y="861"/>
                </a:lnTo>
                <a:lnTo>
                  <a:pt x="773" y="862"/>
                </a:lnTo>
                <a:lnTo>
                  <a:pt x="773" y="863"/>
                </a:lnTo>
                <a:lnTo>
                  <a:pt x="773" y="864"/>
                </a:lnTo>
                <a:lnTo>
                  <a:pt x="773" y="865"/>
                </a:lnTo>
                <a:lnTo>
                  <a:pt x="774" y="866"/>
                </a:lnTo>
                <a:lnTo>
                  <a:pt x="774" y="868"/>
                </a:lnTo>
                <a:lnTo>
                  <a:pt x="776" y="869"/>
                </a:lnTo>
                <a:lnTo>
                  <a:pt x="777" y="869"/>
                </a:lnTo>
                <a:lnTo>
                  <a:pt x="777" y="870"/>
                </a:lnTo>
                <a:lnTo>
                  <a:pt x="777" y="871"/>
                </a:lnTo>
                <a:lnTo>
                  <a:pt x="777" y="872"/>
                </a:lnTo>
                <a:lnTo>
                  <a:pt x="778" y="872"/>
                </a:lnTo>
                <a:lnTo>
                  <a:pt x="779" y="873"/>
                </a:lnTo>
                <a:lnTo>
                  <a:pt x="780" y="873"/>
                </a:lnTo>
                <a:lnTo>
                  <a:pt x="780" y="874"/>
                </a:lnTo>
                <a:lnTo>
                  <a:pt x="780" y="875"/>
                </a:lnTo>
                <a:lnTo>
                  <a:pt x="779" y="876"/>
                </a:lnTo>
                <a:lnTo>
                  <a:pt x="779" y="877"/>
                </a:lnTo>
                <a:lnTo>
                  <a:pt x="776" y="877"/>
                </a:lnTo>
                <a:lnTo>
                  <a:pt x="775" y="877"/>
                </a:lnTo>
                <a:lnTo>
                  <a:pt x="775" y="878"/>
                </a:lnTo>
                <a:lnTo>
                  <a:pt x="775" y="879"/>
                </a:lnTo>
                <a:lnTo>
                  <a:pt x="775" y="881"/>
                </a:lnTo>
                <a:lnTo>
                  <a:pt x="775" y="883"/>
                </a:lnTo>
                <a:lnTo>
                  <a:pt x="776" y="884"/>
                </a:lnTo>
                <a:lnTo>
                  <a:pt x="778" y="886"/>
                </a:lnTo>
                <a:lnTo>
                  <a:pt x="779" y="886"/>
                </a:lnTo>
                <a:lnTo>
                  <a:pt x="779" y="887"/>
                </a:lnTo>
                <a:lnTo>
                  <a:pt x="779" y="889"/>
                </a:lnTo>
                <a:lnTo>
                  <a:pt x="780" y="890"/>
                </a:lnTo>
                <a:lnTo>
                  <a:pt x="781" y="892"/>
                </a:lnTo>
                <a:lnTo>
                  <a:pt x="781" y="893"/>
                </a:lnTo>
                <a:lnTo>
                  <a:pt x="782" y="893"/>
                </a:lnTo>
                <a:lnTo>
                  <a:pt x="782" y="892"/>
                </a:lnTo>
                <a:lnTo>
                  <a:pt x="782" y="893"/>
                </a:lnTo>
                <a:lnTo>
                  <a:pt x="783" y="894"/>
                </a:lnTo>
                <a:lnTo>
                  <a:pt x="783" y="895"/>
                </a:lnTo>
                <a:lnTo>
                  <a:pt x="782" y="896"/>
                </a:lnTo>
                <a:lnTo>
                  <a:pt x="781" y="897"/>
                </a:lnTo>
                <a:lnTo>
                  <a:pt x="780" y="897"/>
                </a:lnTo>
                <a:lnTo>
                  <a:pt x="779" y="897"/>
                </a:lnTo>
                <a:lnTo>
                  <a:pt x="778" y="898"/>
                </a:lnTo>
                <a:lnTo>
                  <a:pt x="777" y="899"/>
                </a:lnTo>
                <a:lnTo>
                  <a:pt x="776" y="901"/>
                </a:lnTo>
                <a:lnTo>
                  <a:pt x="774" y="900"/>
                </a:lnTo>
                <a:lnTo>
                  <a:pt x="773" y="901"/>
                </a:lnTo>
                <a:lnTo>
                  <a:pt x="772" y="900"/>
                </a:lnTo>
                <a:lnTo>
                  <a:pt x="771" y="899"/>
                </a:lnTo>
                <a:lnTo>
                  <a:pt x="770" y="897"/>
                </a:lnTo>
                <a:lnTo>
                  <a:pt x="769" y="897"/>
                </a:lnTo>
                <a:lnTo>
                  <a:pt x="768" y="896"/>
                </a:lnTo>
                <a:lnTo>
                  <a:pt x="768" y="895"/>
                </a:lnTo>
                <a:lnTo>
                  <a:pt x="767" y="894"/>
                </a:lnTo>
                <a:lnTo>
                  <a:pt x="766" y="894"/>
                </a:lnTo>
                <a:lnTo>
                  <a:pt x="765" y="894"/>
                </a:lnTo>
                <a:lnTo>
                  <a:pt x="765" y="895"/>
                </a:lnTo>
                <a:lnTo>
                  <a:pt x="765" y="896"/>
                </a:lnTo>
                <a:lnTo>
                  <a:pt x="764" y="897"/>
                </a:lnTo>
                <a:lnTo>
                  <a:pt x="763" y="896"/>
                </a:lnTo>
                <a:lnTo>
                  <a:pt x="762" y="895"/>
                </a:lnTo>
                <a:lnTo>
                  <a:pt x="761" y="895"/>
                </a:lnTo>
                <a:lnTo>
                  <a:pt x="760" y="894"/>
                </a:lnTo>
                <a:lnTo>
                  <a:pt x="760" y="893"/>
                </a:lnTo>
                <a:lnTo>
                  <a:pt x="759" y="893"/>
                </a:lnTo>
                <a:lnTo>
                  <a:pt x="759" y="894"/>
                </a:lnTo>
                <a:lnTo>
                  <a:pt x="758" y="894"/>
                </a:lnTo>
                <a:lnTo>
                  <a:pt x="755" y="896"/>
                </a:lnTo>
                <a:lnTo>
                  <a:pt x="753" y="895"/>
                </a:lnTo>
                <a:lnTo>
                  <a:pt x="752" y="894"/>
                </a:lnTo>
                <a:lnTo>
                  <a:pt x="751" y="893"/>
                </a:lnTo>
                <a:lnTo>
                  <a:pt x="750" y="893"/>
                </a:lnTo>
                <a:lnTo>
                  <a:pt x="750" y="892"/>
                </a:lnTo>
                <a:lnTo>
                  <a:pt x="749" y="891"/>
                </a:lnTo>
                <a:lnTo>
                  <a:pt x="748" y="891"/>
                </a:lnTo>
                <a:lnTo>
                  <a:pt x="747" y="890"/>
                </a:lnTo>
                <a:lnTo>
                  <a:pt x="746" y="890"/>
                </a:lnTo>
                <a:lnTo>
                  <a:pt x="745" y="889"/>
                </a:lnTo>
                <a:lnTo>
                  <a:pt x="744" y="889"/>
                </a:lnTo>
                <a:lnTo>
                  <a:pt x="744" y="888"/>
                </a:lnTo>
                <a:lnTo>
                  <a:pt x="743" y="888"/>
                </a:lnTo>
                <a:lnTo>
                  <a:pt x="741" y="886"/>
                </a:lnTo>
                <a:lnTo>
                  <a:pt x="740" y="886"/>
                </a:lnTo>
                <a:lnTo>
                  <a:pt x="740" y="885"/>
                </a:lnTo>
                <a:lnTo>
                  <a:pt x="740" y="884"/>
                </a:lnTo>
                <a:lnTo>
                  <a:pt x="740" y="883"/>
                </a:lnTo>
                <a:lnTo>
                  <a:pt x="740" y="882"/>
                </a:lnTo>
                <a:lnTo>
                  <a:pt x="739" y="882"/>
                </a:lnTo>
                <a:lnTo>
                  <a:pt x="738" y="882"/>
                </a:lnTo>
                <a:lnTo>
                  <a:pt x="738" y="880"/>
                </a:lnTo>
                <a:lnTo>
                  <a:pt x="738" y="879"/>
                </a:lnTo>
                <a:lnTo>
                  <a:pt x="737" y="878"/>
                </a:lnTo>
                <a:lnTo>
                  <a:pt x="737" y="877"/>
                </a:lnTo>
                <a:lnTo>
                  <a:pt x="737" y="876"/>
                </a:lnTo>
                <a:lnTo>
                  <a:pt x="737" y="875"/>
                </a:lnTo>
                <a:lnTo>
                  <a:pt x="736" y="872"/>
                </a:lnTo>
                <a:lnTo>
                  <a:pt x="736" y="871"/>
                </a:lnTo>
                <a:lnTo>
                  <a:pt x="735" y="871"/>
                </a:lnTo>
                <a:lnTo>
                  <a:pt x="733" y="871"/>
                </a:lnTo>
                <a:lnTo>
                  <a:pt x="732" y="872"/>
                </a:lnTo>
                <a:lnTo>
                  <a:pt x="726" y="871"/>
                </a:lnTo>
                <a:lnTo>
                  <a:pt x="724" y="871"/>
                </a:lnTo>
                <a:lnTo>
                  <a:pt x="723" y="871"/>
                </a:lnTo>
                <a:lnTo>
                  <a:pt x="722" y="870"/>
                </a:lnTo>
                <a:lnTo>
                  <a:pt x="721" y="870"/>
                </a:lnTo>
                <a:lnTo>
                  <a:pt x="720" y="871"/>
                </a:lnTo>
                <a:lnTo>
                  <a:pt x="720" y="872"/>
                </a:lnTo>
                <a:lnTo>
                  <a:pt x="718" y="873"/>
                </a:lnTo>
                <a:lnTo>
                  <a:pt x="717" y="873"/>
                </a:lnTo>
                <a:lnTo>
                  <a:pt x="716" y="873"/>
                </a:lnTo>
                <a:lnTo>
                  <a:pt x="715" y="873"/>
                </a:lnTo>
                <a:lnTo>
                  <a:pt x="716" y="875"/>
                </a:lnTo>
                <a:lnTo>
                  <a:pt x="716" y="876"/>
                </a:lnTo>
                <a:lnTo>
                  <a:pt x="717" y="876"/>
                </a:lnTo>
                <a:lnTo>
                  <a:pt x="717" y="877"/>
                </a:lnTo>
                <a:lnTo>
                  <a:pt x="717" y="879"/>
                </a:lnTo>
                <a:lnTo>
                  <a:pt x="717" y="880"/>
                </a:lnTo>
                <a:lnTo>
                  <a:pt x="716" y="880"/>
                </a:lnTo>
                <a:lnTo>
                  <a:pt x="716" y="881"/>
                </a:lnTo>
                <a:lnTo>
                  <a:pt x="715" y="881"/>
                </a:lnTo>
                <a:lnTo>
                  <a:pt x="714" y="881"/>
                </a:lnTo>
                <a:lnTo>
                  <a:pt x="713" y="883"/>
                </a:lnTo>
                <a:lnTo>
                  <a:pt x="714" y="884"/>
                </a:lnTo>
                <a:lnTo>
                  <a:pt x="714" y="886"/>
                </a:lnTo>
                <a:lnTo>
                  <a:pt x="714" y="887"/>
                </a:lnTo>
                <a:lnTo>
                  <a:pt x="713" y="888"/>
                </a:lnTo>
                <a:lnTo>
                  <a:pt x="714" y="889"/>
                </a:lnTo>
                <a:lnTo>
                  <a:pt x="715" y="889"/>
                </a:lnTo>
                <a:lnTo>
                  <a:pt x="717" y="890"/>
                </a:lnTo>
                <a:lnTo>
                  <a:pt x="719" y="892"/>
                </a:lnTo>
                <a:lnTo>
                  <a:pt x="718" y="892"/>
                </a:lnTo>
                <a:lnTo>
                  <a:pt x="718" y="893"/>
                </a:lnTo>
                <a:lnTo>
                  <a:pt x="718" y="894"/>
                </a:lnTo>
                <a:lnTo>
                  <a:pt x="719" y="895"/>
                </a:lnTo>
                <a:lnTo>
                  <a:pt x="720" y="897"/>
                </a:lnTo>
                <a:lnTo>
                  <a:pt x="721" y="898"/>
                </a:lnTo>
                <a:lnTo>
                  <a:pt x="721" y="899"/>
                </a:lnTo>
                <a:lnTo>
                  <a:pt x="721" y="900"/>
                </a:lnTo>
                <a:lnTo>
                  <a:pt x="721" y="901"/>
                </a:lnTo>
                <a:lnTo>
                  <a:pt x="721" y="902"/>
                </a:lnTo>
                <a:lnTo>
                  <a:pt x="720" y="903"/>
                </a:lnTo>
                <a:lnTo>
                  <a:pt x="719" y="903"/>
                </a:lnTo>
                <a:lnTo>
                  <a:pt x="718" y="903"/>
                </a:lnTo>
                <a:lnTo>
                  <a:pt x="718" y="904"/>
                </a:lnTo>
                <a:lnTo>
                  <a:pt x="719" y="905"/>
                </a:lnTo>
                <a:lnTo>
                  <a:pt x="719" y="906"/>
                </a:lnTo>
                <a:lnTo>
                  <a:pt x="718" y="907"/>
                </a:lnTo>
                <a:lnTo>
                  <a:pt x="717" y="907"/>
                </a:lnTo>
                <a:lnTo>
                  <a:pt x="717" y="908"/>
                </a:lnTo>
                <a:lnTo>
                  <a:pt x="718" y="908"/>
                </a:lnTo>
                <a:lnTo>
                  <a:pt x="717" y="909"/>
                </a:lnTo>
                <a:lnTo>
                  <a:pt x="717" y="910"/>
                </a:lnTo>
                <a:lnTo>
                  <a:pt x="716" y="909"/>
                </a:lnTo>
                <a:lnTo>
                  <a:pt x="715" y="909"/>
                </a:lnTo>
                <a:lnTo>
                  <a:pt x="714" y="909"/>
                </a:lnTo>
                <a:lnTo>
                  <a:pt x="713" y="909"/>
                </a:lnTo>
                <a:lnTo>
                  <a:pt x="712" y="909"/>
                </a:lnTo>
                <a:lnTo>
                  <a:pt x="711" y="909"/>
                </a:lnTo>
                <a:lnTo>
                  <a:pt x="711" y="908"/>
                </a:lnTo>
                <a:lnTo>
                  <a:pt x="711" y="907"/>
                </a:lnTo>
                <a:lnTo>
                  <a:pt x="711" y="905"/>
                </a:lnTo>
                <a:lnTo>
                  <a:pt x="711" y="903"/>
                </a:lnTo>
                <a:lnTo>
                  <a:pt x="711" y="902"/>
                </a:lnTo>
                <a:lnTo>
                  <a:pt x="710" y="901"/>
                </a:lnTo>
                <a:lnTo>
                  <a:pt x="710" y="899"/>
                </a:lnTo>
                <a:lnTo>
                  <a:pt x="710" y="898"/>
                </a:lnTo>
                <a:lnTo>
                  <a:pt x="709" y="898"/>
                </a:lnTo>
                <a:lnTo>
                  <a:pt x="707" y="898"/>
                </a:lnTo>
                <a:lnTo>
                  <a:pt x="706" y="897"/>
                </a:lnTo>
                <a:lnTo>
                  <a:pt x="705" y="896"/>
                </a:lnTo>
                <a:lnTo>
                  <a:pt x="702" y="895"/>
                </a:lnTo>
                <a:lnTo>
                  <a:pt x="701" y="894"/>
                </a:lnTo>
                <a:lnTo>
                  <a:pt x="700" y="894"/>
                </a:lnTo>
                <a:lnTo>
                  <a:pt x="699" y="894"/>
                </a:lnTo>
                <a:lnTo>
                  <a:pt x="699" y="893"/>
                </a:lnTo>
                <a:lnTo>
                  <a:pt x="698" y="892"/>
                </a:lnTo>
                <a:lnTo>
                  <a:pt x="695" y="889"/>
                </a:lnTo>
                <a:lnTo>
                  <a:pt x="694" y="889"/>
                </a:lnTo>
                <a:lnTo>
                  <a:pt x="694" y="887"/>
                </a:lnTo>
                <a:lnTo>
                  <a:pt x="694" y="886"/>
                </a:lnTo>
                <a:lnTo>
                  <a:pt x="694" y="885"/>
                </a:lnTo>
                <a:lnTo>
                  <a:pt x="694" y="884"/>
                </a:lnTo>
                <a:lnTo>
                  <a:pt x="693" y="884"/>
                </a:lnTo>
                <a:lnTo>
                  <a:pt x="692" y="883"/>
                </a:lnTo>
                <a:lnTo>
                  <a:pt x="690" y="883"/>
                </a:lnTo>
                <a:lnTo>
                  <a:pt x="687" y="883"/>
                </a:lnTo>
                <a:lnTo>
                  <a:pt x="686" y="883"/>
                </a:lnTo>
                <a:lnTo>
                  <a:pt x="685" y="883"/>
                </a:lnTo>
                <a:lnTo>
                  <a:pt x="684" y="884"/>
                </a:lnTo>
                <a:lnTo>
                  <a:pt x="682" y="887"/>
                </a:lnTo>
                <a:lnTo>
                  <a:pt x="681" y="889"/>
                </a:lnTo>
                <a:lnTo>
                  <a:pt x="680" y="890"/>
                </a:lnTo>
                <a:lnTo>
                  <a:pt x="679" y="893"/>
                </a:lnTo>
                <a:lnTo>
                  <a:pt x="679" y="894"/>
                </a:lnTo>
                <a:lnTo>
                  <a:pt x="679" y="895"/>
                </a:lnTo>
                <a:lnTo>
                  <a:pt x="679" y="896"/>
                </a:lnTo>
                <a:lnTo>
                  <a:pt x="679" y="897"/>
                </a:lnTo>
                <a:lnTo>
                  <a:pt x="677" y="899"/>
                </a:lnTo>
                <a:lnTo>
                  <a:pt x="676" y="900"/>
                </a:lnTo>
                <a:lnTo>
                  <a:pt x="675" y="899"/>
                </a:lnTo>
                <a:lnTo>
                  <a:pt x="674" y="898"/>
                </a:lnTo>
                <a:lnTo>
                  <a:pt x="674" y="897"/>
                </a:lnTo>
                <a:lnTo>
                  <a:pt x="673" y="895"/>
                </a:lnTo>
                <a:lnTo>
                  <a:pt x="673" y="894"/>
                </a:lnTo>
                <a:lnTo>
                  <a:pt x="673" y="893"/>
                </a:lnTo>
                <a:lnTo>
                  <a:pt x="672" y="892"/>
                </a:lnTo>
                <a:lnTo>
                  <a:pt x="671" y="891"/>
                </a:lnTo>
                <a:lnTo>
                  <a:pt x="670" y="891"/>
                </a:lnTo>
                <a:lnTo>
                  <a:pt x="668" y="890"/>
                </a:lnTo>
                <a:lnTo>
                  <a:pt x="666" y="890"/>
                </a:lnTo>
                <a:lnTo>
                  <a:pt x="654" y="887"/>
                </a:lnTo>
                <a:lnTo>
                  <a:pt x="654" y="888"/>
                </a:lnTo>
                <a:lnTo>
                  <a:pt x="654" y="889"/>
                </a:lnTo>
                <a:lnTo>
                  <a:pt x="653" y="889"/>
                </a:lnTo>
                <a:lnTo>
                  <a:pt x="652" y="889"/>
                </a:lnTo>
                <a:lnTo>
                  <a:pt x="651" y="889"/>
                </a:lnTo>
                <a:lnTo>
                  <a:pt x="651" y="890"/>
                </a:lnTo>
                <a:lnTo>
                  <a:pt x="651" y="891"/>
                </a:lnTo>
                <a:lnTo>
                  <a:pt x="651" y="892"/>
                </a:lnTo>
                <a:lnTo>
                  <a:pt x="650" y="892"/>
                </a:lnTo>
                <a:lnTo>
                  <a:pt x="649" y="893"/>
                </a:lnTo>
                <a:lnTo>
                  <a:pt x="648" y="893"/>
                </a:lnTo>
                <a:lnTo>
                  <a:pt x="646" y="893"/>
                </a:lnTo>
                <a:lnTo>
                  <a:pt x="644" y="892"/>
                </a:lnTo>
                <a:lnTo>
                  <a:pt x="643" y="891"/>
                </a:lnTo>
                <a:lnTo>
                  <a:pt x="643" y="890"/>
                </a:lnTo>
                <a:lnTo>
                  <a:pt x="641" y="888"/>
                </a:lnTo>
                <a:lnTo>
                  <a:pt x="641" y="887"/>
                </a:lnTo>
                <a:lnTo>
                  <a:pt x="639" y="886"/>
                </a:lnTo>
                <a:lnTo>
                  <a:pt x="638" y="886"/>
                </a:lnTo>
                <a:lnTo>
                  <a:pt x="638" y="885"/>
                </a:lnTo>
                <a:lnTo>
                  <a:pt x="637" y="885"/>
                </a:lnTo>
                <a:lnTo>
                  <a:pt x="638" y="884"/>
                </a:lnTo>
                <a:lnTo>
                  <a:pt x="637" y="882"/>
                </a:lnTo>
                <a:lnTo>
                  <a:pt x="636" y="882"/>
                </a:lnTo>
                <a:lnTo>
                  <a:pt x="634" y="878"/>
                </a:lnTo>
                <a:lnTo>
                  <a:pt x="634" y="877"/>
                </a:lnTo>
                <a:lnTo>
                  <a:pt x="634" y="876"/>
                </a:lnTo>
                <a:lnTo>
                  <a:pt x="634" y="875"/>
                </a:lnTo>
                <a:lnTo>
                  <a:pt x="633" y="874"/>
                </a:lnTo>
                <a:lnTo>
                  <a:pt x="632" y="874"/>
                </a:lnTo>
                <a:lnTo>
                  <a:pt x="632" y="873"/>
                </a:lnTo>
                <a:lnTo>
                  <a:pt x="632" y="872"/>
                </a:lnTo>
                <a:lnTo>
                  <a:pt x="633" y="872"/>
                </a:lnTo>
                <a:lnTo>
                  <a:pt x="632" y="871"/>
                </a:lnTo>
                <a:lnTo>
                  <a:pt x="631" y="871"/>
                </a:lnTo>
                <a:lnTo>
                  <a:pt x="630" y="871"/>
                </a:lnTo>
                <a:lnTo>
                  <a:pt x="629" y="870"/>
                </a:lnTo>
                <a:lnTo>
                  <a:pt x="629" y="871"/>
                </a:lnTo>
                <a:lnTo>
                  <a:pt x="629" y="870"/>
                </a:lnTo>
                <a:lnTo>
                  <a:pt x="628" y="870"/>
                </a:lnTo>
                <a:lnTo>
                  <a:pt x="627" y="869"/>
                </a:lnTo>
                <a:lnTo>
                  <a:pt x="628" y="868"/>
                </a:lnTo>
                <a:lnTo>
                  <a:pt x="629" y="868"/>
                </a:lnTo>
                <a:lnTo>
                  <a:pt x="628" y="867"/>
                </a:lnTo>
                <a:lnTo>
                  <a:pt x="628" y="866"/>
                </a:lnTo>
                <a:lnTo>
                  <a:pt x="629" y="864"/>
                </a:lnTo>
                <a:lnTo>
                  <a:pt x="630" y="863"/>
                </a:lnTo>
                <a:lnTo>
                  <a:pt x="631" y="863"/>
                </a:lnTo>
                <a:lnTo>
                  <a:pt x="631" y="862"/>
                </a:lnTo>
                <a:lnTo>
                  <a:pt x="631" y="861"/>
                </a:lnTo>
                <a:lnTo>
                  <a:pt x="632" y="861"/>
                </a:lnTo>
                <a:lnTo>
                  <a:pt x="633" y="861"/>
                </a:lnTo>
                <a:lnTo>
                  <a:pt x="633" y="862"/>
                </a:lnTo>
                <a:lnTo>
                  <a:pt x="634" y="861"/>
                </a:lnTo>
                <a:lnTo>
                  <a:pt x="635" y="861"/>
                </a:lnTo>
                <a:lnTo>
                  <a:pt x="635" y="862"/>
                </a:lnTo>
                <a:lnTo>
                  <a:pt x="636" y="862"/>
                </a:lnTo>
                <a:lnTo>
                  <a:pt x="636" y="861"/>
                </a:lnTo>
                <a:lnTo>
                  <a:pt x="637" y="861"/>
                </a:lnTo>
                <a:lnTo>
                  <a:pt x="637" y="860"/>
                </a:lnTo>
                <a:lnTo>
                  <a:pt x="636" y="860"/>
                </a:lnTo>
                <a:lnTo>
                  <a:pt x="636" y="859"/>
                </a:lnTo>
                <a:lnTo>
                  <a:pt x="635" y="859"/>
                </a:lnTo>
                <a:lnTo>
                  <a:pt x="634" y="858"/>
                </a:lnTo>
                <a:lnTo>
                  <a:pt x="634" y="857"/>
                </a:lnTo>
                <a:lnTo>
                  <a:pt x="634" y="856"/>
                </a:lnTo>
                <a:lnTo>
                  <a:pt x="635" y="856"/>
                </a:lnTo>
                <a:lnTo>
                  <a:pt x="635" y="855"/>
                </a:lnTo>
                <a:lnTo>
                  <a:pt x="636" y="854"/>
                </a:lnTo>
                <a:lnTo>
                  <a:pt x="636" y="855"/>
                </a:lnTo>
                <a:lnTo>
                  <a:pt x="636" y="854"/>
                </a:lnTo>
                <a:lnTo>
                  <a:pt x="637" y="854"/>
                </a:lnTo>
                <a:lnTo>
                  <a:pt x="637" y="853"/>
                </a:lnTo>
                <a:lnTo>
                  <a:pt x="637" y="852"/>
                </a:lnTo>
                <a:lnTo>
                  <a:pt x="637" y="850"/>
                </a:lnTo>
                <a:lnTo>
                  <a:pt x="637" y="849"/>
                </a:lnTo>
                <a:lnTo>
                  <a:pt x="637" y="848"/>
                </a:lnTo>
                <a:lnTo>
                  <a:pt x="636" y="848"/>
                </a:lnTo>
                <a:lnTo>
                  <a:pt x="636" y="847"/>
                </a:lnTo>
                <a:lnTo>
                  <a:pt x="635" y="847"/>
                </a:lnTo>
                <a:lnTo>
                  <a:pt x="635" y="846"/>
                </a:lnTo>
                <a:lnTo>
                  <a:pt x="636" y="845"/>
                </a:lnTo>
                <a:lnTo>
                  <a:pt x="635" y="845"/>
                </a:lnTo>
                <a:lnTo>
                  <a:pt x="635" y="844"/>
                </a:lnTo>
                <a:lnTo>
                  <a:pt x="635" y="843"/>
                </a:lnTo>
                <a:lnTo>
                  <a:pt x="636" y="843"/>
                </a:lnTo>
                <a:lnTo>
                  <a:pt x="635" y="842"/>
                </a:lnTo>
                <a:lnTo>
                  <a:pt x="635" y="843"/>
                </a:lnTo>
                <a:lnTo>
                  <a:pt x="634" y="843"/>
                </a:lnTo>
                <a:lnTo>
                  <a:pt x="634" y="842"/>
                </a:lnTo>
                <a:lnTo>
                  <a:pt x="634" y="841"/>
                </a:lnTo>
                <a:lnTo>
                  <a:pt x="633" y="841"/>
                </a:lnTo>
                <a:lnTo>
                  <a:pt x="632" y="840"/>
                </a:lnTo>
                <a:lnTo>
                  <a:pt x="631" y="840"/>
                </a:lnTo>
                <a:lnTo>
                  <a:pt x="630" y="840"/>
                </a:lnTo>
                <a:lnTo>
                  <a:pt x="629" y="840"/>
                </a:lnTo>
                <a:lnTo>
                  <a:pt x="628" y="840"/>
                </a:lnTo>
                <a:lnTo>
                  <a:pt x="628" y="841"/>
                </a:lnTo>
                <a:lnTo>
                  <a:pt x="627" y="842"/>
                </a:lnTo>
                <a:lnTo>
                  <a:pt x="627" y="843"/>
                </a:lnTo>
                <a:lnTo>
                  <a:pt x="628" y="843"/>
                </a:lnTo>
                <a:lnTo>
                  <a:pt x="628" y="844"/>
                </a:lnTo>
                <a:lnTo>
                  <a:pt x="627" y="844"/>
                </a:lnTo>
                <a:lnTo>
                  <a:pt x="626" y="843"/>
                </a:lnTo>
                <a:lnTo>
                  <a:pt x="625" y="843"/>
                </a:lnTo>
                <a:lnTo>
                  <a:pt x="624" y="844"/>
                </a:lnTo>
                <a:lnTo>
                  <a:pt x="624" y="843"/>
                </a:lnTo>
                <a:lnTo>
                  <a:pt x="623" y="843"/>
                </a:lnTo>
                <a:lnTo>
                  <a:pt x="623" y="844"/>
                </a:lnTo>
                <a:lnTo>
                  <a:pt x="622" y="844"/>
                </a:lnTo>
                <a:lnTo>
                  <a:pt x="622" y="843"/>
                </a:lnTo>
                <a:lnTo>
                  <a:pt x="622" y="842"/>
                </a:lnTo>
                <a:lnTo>
                  <a:pt x="621" y="842"/>
                </a:lnTo>
                <a:lnTo>
                  <a:pt x="620" y="841"/>
                </a:lnTo>
                <a:lnTo>
                  <a:pt x="619" y="841"/>
                </a:lnTo>
                <a:lnTo>
                  <a:pt x="619" y="840"/>
                </a:lnTo>
                <a:lnTo>
                  <a:pt x="619" y="839"/>
                </a:lnTo>
                <a:lnTo>
                  <a:pt x="618" y="838"/>
                </a:lnTo>
                <a:lnTo>
                  <a:pt x="619" y="838"/>
                </a:lnTo>
                <a:lnTo>
                  <a:pt x="619" y="837"/>
                </a:lnTo>
                <a:lnTo>
                  <a:pt x="618" y="837"/>
                </a:lnTo>
                <a:lnTo>
                  <a:pt x="617" y="836"/>
                </a:lnTo>
                <a:lnTo>
                  <a:pt x="617" y="835"/>
                </a:lnTo>
                <a:lnTo>
                  <a:pt x="617" y="834"/>
                </a:lnTo>
                <a:lnTo>
                  <a:pt x="616" y="834"/>
                </a:lnTo>
                <a:lnTo>
                  <a:pt x="616" y="833"/>
                </a:lnTo>
                <a:lnTo>
                  <a:pt x="617" y="833"/>
                </a:lnTo>
                <a:lnTo>
                  <a:pt x="616" y="832"/>
                </a:lnTo>
                <a:lnTo>
                  <a:pt x="616" y="831"/>
                </a:lnTo>
                <a:lnTo>
                  <a:pt x="616" y="829"/>
                </a:lnTo>
                <a:lnTo>
                  <a:pt x="615" y="829"/>
                </a:lnTo>
                <a:lnTo>
                  <a:pt x="615" y="828"/>
                </a:lnTo>
                <a:lnTo>
                  <a:pt x="615" y="827"/>
                </a:lnTo>
                <a:lnTo>
                  <a:pt x="615" y="826"/>
                </a:lnTo>
                <a:lnTo>
                  <a:pt x="615" y="825"/>
                </a:lnTo>
                <a:lnTo>
                  <a:pt x="615" y="824"/>
                </a:lnTo>
                <a:lnTo>
                  <a:pt x="615" y="823"/>
                </a:lnTo>
                <a:lnTo>
                  <a:pt x="614" y="824"/>
                </a:lnTo>
                <a:lnTo>
                  <a:pt x="613" y="824"/>
                </a:lnTo>
                <a:lnTo>
                  <a:pt x="613" y="823"/>
                </a:lnTo>
                <a:lnTo>
                  <a:pt x="612" y="823"/>
                </a:lnTo>
                <a:lnTo>
                  <a:pt x="612" y="825"/>
                </a:lnTo>
                <a:lnTo>
                  <a:pt x="611" y="825"/>
                </a:lnTo>
                <a:lnTo>
                  <a:pt x="611" y="826"/>
                </a:lnTo>
                <a:lnTo>
                  <a:pt x="610" y="827"/>
                </a:lnTo>
                <a:lnTo>
                  <a:pt x="609" y="827"/>
                </a:lnTo>
                <a:lnTo>
                  <a:pt x="608" y="828"/>
                </a:lnTo>
                <a:lnTo>
                  <a:pt x="607" y="828"/>
                </a:lnTo>
                <a:lnTo>
                  <a:pt x="606" y="828"/>
                </a:lnTo>
                <a:lnTo>
                  <a:pt x="606" y="829"/>
                </a:lnTo>
                <a:lnTo>
                  <a:pt x="605" y="829"/>
                </a:lnTo>
                <a:lnTo>
                  <a:pt x="604" y="829"/>
                </a:lnTo>
                <a:lnTo>
                  <a:pt x="603" y="830"/>
                </a:lnTo>
                <a:lnTo>
                  <a:pt x="602" y="830"/>
                </a:lnTo>
                <a:lnTo>
                  <a:pt x="601" y="830"/>
                </a:lnTo>
                <a:lnTo>
                  <a:pt x="601" y="831"/>
                </a:lnTo>
                <a:lnTo>
                  <a:pt x="600" y="831"/>
                </a:lnTo>
                <a:lnTo>
                  <a:pt x="600" y="830"/>
                </a:lnTo>
                <a:lnTo>
                  <a:pt x="599" y="829"/>
                </a:lnTo>
                <a:lnTo>
                  <a:pt x="598" y="828"/>
                </a:lnTo>
                <a:lnTo>
                  <a:pt x="598" y="827"/>
                </a:lnTo>
                <a:lnTo>
                  <a:pt x="598" y="826"/>
                </a:lnTo>
                <a:lnTo>
                  <a:pt x="599" y="825"/>
                </a:lnTo>
                <a:lnTo>
                  <a:pt x="599" y="824"/>
                </a:lnTo>
                <a:lnTo>
                  <a:pt x="600" y="824"/>
                </a:lnTo>
                <a:lnTo>
                  <a:pt x="600" y="823"/>
                </a:lnTo>
                <a:lnTo>
                  <a:pt x="601" y="823"/>
                </a:lnTo>
                <a:lnTo>
                  <a:pt x="603" y="823"/>
                </a:lnTo>
                <a:lnTo>
                  <a:pt x="604" y="823"/>
                </a:lnTo>
                <a:lnTo>
                  <a:pt x="605" y="822"/>
                </a:lnTo>
                <a:lnTo>
                  <a:pt x="606" y="822"/>
                </a:lnTo>
                <a:lnTo>
                  <a:pt x="607" y="822"/>
                </a:lnTo>
                <a:lnTo>
                  <a:pt x="608" y="822"/>
                </a:lnTo>
                <a:lnTo>
                  <a:pt x="609" y="822"/>
                </a:lnTo>
                <a:lnTo>
                  <a:pt x="610" y="822"/>
                </a:lnTo>
                <a:lnTo>
                  <a:pt x="611" y="822"/>
                </a:lnTo>
                <a:lnTo>
                  <a:pt x="611" y="821"/>
                </a:lnTo>
                <a:lnTo>
                  <a:pt x="612" y="821"/>
                </a:lnTo>
                <a:lnTo>
                  <a:pt x="613" y="821"/>
                </a:lnTo>
                <a:lnTo>
                  <a:pt x="615" y="820"/>
                </a:lnTo>
                <a:lnTo>
                  <a:pt x="616" y="820"/>
                </a:lnTo>
                <a:lnTo>
                  <a:pt x="617" y="820"/>
                </a:lnTo>
                <a:lnTo>
                  <a:pt x="616" y="819"/>
                </a:lnTo>
                <a:lnTo>
                  <a:pt x="615" y="818"/>
                </a:lnTo>
                <a:lnTo>
                  <a:pt x="614" y="818"/>
                </a:lnTo>
                <a:lnTo>
                  <a:pt x="614" y="817"/>
                </a:lnTo>
                <a:lnTo>
                  <a:pt x="613" y="817"/>
                </a:lnTo>
                <a:lnTo>
                  <a:pt x="613" y="816"/>
                </a:lnTo>
                <a:lnTo>
                  <a:pt x="613" y="815"/>
                </a:lnTo>
                <a:lnTo>
                  <a:pt x="612" y="815"/>
                </a:lnTo>
                <a:lnTo>
                  <a:pt x="612" y="814"/>
                </a:lnTo>
                <a:lnTo>
                  <a:pt x="612" y="815"/>
                </a:lnTo>
                <a:lnTo>
                  <a:pt x="611" y="815"/>
                </a:lnTo>
                <a:lnTo>
                  <a:pt x="610" y="815"/>
                </a:lnTo>
                <a:lnTo>
                  <a:pt x="610" y="816"/>
                </a:lnTo>
                <a:lnTo>
                  <a:pt x="610" y="815"/>
                </a:lnTo>
                <a:lnTo>
                  <a:pt x="609" y="815"/>
                </a:lnTo>
                <a:lnTo>
                  <a:pt x="608" y="815"/>
                </a:lnTo>
                <a:lnTo>
                  <a:pt x="607" y="815"/>
                </a:lnTo>
                <a:lnTo>
                  <a:pt x="607" y="816"/>
                </a:lnTo>
                <a:lnTo>
                  <a:pt x="606" y="816"/>
                </a:lnTo>
                <a:lnTo>
                  <a:pt x="606" y="815"/>
                </a:lnTo>
                <a:lnTo>
                  <a:pt x="605" y="815"/>
                </a:lnTo>
                <a:lnTo>
                  <a:pt x="605" y="814"/>
                </a:lnTo>
                <a:lnTo>
                  <a:pt x="606" y="814"/>
                </a:lnTo>
                <a:lnTo>
                  <a:pt x="605" y="814"/>
                </a:lnTo>
                <a:lnTo>
                  <a:pt x="604" y="814"/>
                </a:lnTo>
                <a:lnTo>
                  <a:pt x="603" y="814"/>
                </a:lnTo>
                <a:lnTo>
                  <a:pt x="603" y="815"/>
                </a:lnTo>
                <a:lnTo>
                  <a:pt x="603" y="816"/>
                </a:lnTo>
                <a:lnTo>
                  <a:pt x="602" y="816"/>
                </a:lnTo>
                <a:lnTo>
                  <a:pt x="602" y="815"/>
                </a:lnTo>
                <a:lnTo>
                  <a:pt x="601" y="815"/>
                </a:lnTo>
                <a:lnTo>
                  <a:pt x="601" y="816"/>
                </a:lnTo>
                <a:lnTo>
                  <a:pt x="600" y="816"/>
                </a:lnTo>
                <a:lnTo>
                  <a:pt x="600" y="815"/>
                </a:lnTo>
                <a:lnTo>
                  <a:pt x="599" y="815"/>
                </a:lnTo>
                <a:lnTo>
                  <a:pt x="598" y="816"/>
                </a:lnTo>
                <a:lnTo>
                  <a:pt x="597" y="817"/>
                </a:lnTo>
                <a:lnTo>
                  <a:pt x="597" y="816"/>
                </a:lnTo>
                <a:lnTo>
                  <a:pt x="596" y="816"/>
                </a:lnTo>
                <a:lnTo>
                  <a:pt x="596" y="815"/>
                </a:lnTo>
                <a:lnTo>
                  <a:pt x="596" y="814"/>
                </a:lnTo>
                <a:lnTo>
                  <a:pt x="595" y="814"/>
                </a:lnTo>
                <a:lnTo>
                  <a:pt x="593" y="814"/>
                </a:lnTo>
                <a:lnTo>
                  <a:pt x="593" y="813"/>
                </a:lnTo>
                <a:lnTo>
                  <a:pt x="592" y="813"/>
                </a:lnTo>
                <a:lnTo>
                  <a:pt x="591" y="813"/>
                </a:lnTo>
                <a:lnTo>
                  <a:pt x="590" y="812"/>
                </a:lnTo>
                <a:lnTo>
                  <a:pt x="589" y="812"/>
                </a:lnTo>
                <a:lnTo>
                  <a:pt x="589" y="811"/>
                </a:lnTo>
                <a:lnTo>
                  <a:pt x="588" y="811"/>
                </a:lnTo>
                <a:lnTo>
                  <a:pt x="588" y="812"/>
                </a:lnTo>
                <a:lnTo>
                  <a:pt x="588" y="813"/>
                </a:lnTo>
                <a:lnTo>
                  <a:pt x="587" y="813"/>
                </a:lnTo>
                <a:lnTo>
                  <a:pt x="586" y="813"/>
                </a:lnTo>
                <a:lnTo>
                  <a:pt x="585" y="813"/>
                </a:lnTo>
                <a:lnTo>
                  <a:pt x="585" y="812"/>
                </a:lnTo>
                <a:lnTo>
                  <a:pt x="584" y="813"/>
                </a:lnTo>
                <a:lnTo>
                  <a:pt x="583" y="813"/>
                </a:lnTo>
                <a:lnTo>
                  <a:pt x="581" y="813"/>
                </a:lnTo>
                <a:lnTo>
                  <a:pt x="581" y="812"/>
                </a:lnTo>
                <a:lnTo>
                  <a:pt x="580" y="812"/>
                </a:lnTo>
                <a:lnTo>
                  <a:pt x="580" y="811"/>
                </a:lnTo>
                <a:lnTo>
                  <a:pt x="580" y="810"/>
                </a:lnTo>
                <a:lnTo>
                  <a:pt x="579" y="809"/>
                </a:lnTo>
                <a:lnTo>
                  <a:pt x="579" y="808"/>
                </a:lnTo>
                <a:lnTo>
                  <a:pt x="580" y="808"/>
                </a:lnTo>
                <a:lnTo>
                  <a:pt x="579" y="808"/>
                </a:lnTo>
                <a:lnTo>
                  <a:pt x="579" y="807"/>
                </a:lnTo>
                <a:lnTo>
                  <a:pt x="578" y="806"/>
                </a:lnTo>
                <a:lnTo>
                  <a:pt x="578" y="805"/>
                </a:lnTo>
                <a:lnTo>
                  <a:pt x="578" y="806"/>
                </a:lnTo>
                <a:lnTo>
                  <a:pt x="577" y="806"/>
                </a:lnTo>
                <a:lnTo>
                  <a:pt x="576" y="806"/>
                </a:lnTo>
                <a:lnTo>
                  <a:pt x="575" y="806"/>
                </a:lnTo>
                <a:lnTo>
                  <a:pt x="574" y="806"/>
                </a:lnTo>
                <a:lnTo>
                  <a:pt x="573" y="805"/>
                </a:lnTo>
                <a:lnTo>
                  <a:pt x="572" y="804"/>
                </a:lnTo>
                <a:lnTo>
                  <a:pt x="571" y="804"/>
                </a:lnTo>
                <a:lnTo>
                  <a:pt x="570" y="803"/>
                </a:lnTo>
                <a:lnTo>
                  <a:pt x="569" y="803"/>
                </a:lnTo>
                <a:lnTo>
                  <a:pt x="568" y="802"/>
                </a:lnTo>
                <a:lnTo>
                  <a:pt x="568" y="801"/>
                </a:lnTo>
                <a:lnTo>
                  <a:pt x="568" y="800"/>
                </a:lnTo>
                <a:lnTo>
                  <a:pt x="567" y="800"/>
                </a:lnTo>
                <a:lnTo>
                  <a:pt x="567" y="799"/>
                </a:lnTo>
                <a:lnTo>
                  <a:pt x="566" y="799"/>
                </a:lnTo>
                <a:lnTo>
                  <a:pt x="565" y="799"/>
                </a:lnTo>
                <a:lnTo>
                  <a:pt x="564" y="798"/>
                </a:lnTo>
                <a:lnTo>
                  <a:pt x="565" y="798"/>
                </a:lnTo>
                <a:lnTo>
                  <a:pt x="566" y="798"/>
                </a:lnTo>
                <a:lnTo>
                  <a:pt x="567" y="798"/>
                </a:lnTo>
                <a:lnTo>
                  <a:pt x="567" y="797"/>
                </a:lnTo>
                <a:lnTo>
                  <a:pt x="566" y="796"/>
                </a:lnTo>
                <a:lnTo>
                  <a:pt x="566" y="795"/>
                </a:lnTo>
                <a:lnTo>
                  <a:pt x="565" y="795"/>
                </a:lnTo>
                <a:lnTo>
                  <a:pt x="564" y="795"/>
                </a:lnTo>
                <a:lnTo>
                  <a:pt x="563" y="795"/>
                </a:lnTo>
                <a:lnTo>
                  <a:pt x="563" y="794"/>
                </a:lnTo>
                <a:lnTo>
                  <a:pt x="562" y="793"/>
                </a:lnTo>
                <a:lnTo>
                  <a:pt x="562" y="792"/>
                </a:lnTo>
                <a:lnTo>
                  <a:pt x="562" y="791"/>
                </a:lnTo>
                <a:lnTo>
                  <a:pt x="561" y="791"/>
                </a:lnTo>
                <a:lnTo>
                  <a:pt x="560" y="791"/>
                </a:lnTo>
                <a:lnTo>
                  <a:pt x="560" y="790"/>
                </a:lnTo>
                <a:lnTo>
                  <a:pt x="560" y="789"/>
                </a:lnTo>
                <a:lnTo>
                  <a:pt x="559" y="790"/>
                </a:lnTo>
                <a:lnTo>
                  <a:pt x="558" y="790"/>
                </a:lnTo>
                <a:lnTo>
                  <a:pt x="557" y="790"/>
                </a:lnTo>
                <a:lnTo>
                  <a:pt x="557" y="789"/>
                </a:lnTo>
                <a:lnTo>
                  <a:pt x="557" y="788"/>
                </a:lnTo>
                <a:lnTo>
                  <a:pt x="556" y="788"/>
                </a:lnTo>
                <a:lnTo>
                  <a:pt x="555" y="788"/>
                </a:lnTo>
                <a:lnTo>
                  <a:pt x="555" y="787"/>
                </a:lnTo>
                <a:lnTo>
                  <a:pt x="554" y="787"/>
                </a:lnTo>
                <a:lnTo>
                  <a:pt x="554" y="786"/>
                </a:lnTo>
                <a:lnTo>
                  <a:pt x="553" y="786"/>
                </a:lnTo>
                <a:lnTo>
                  <a:pt x="552" y="785"/>
                </a:lnTo>
                <a:lnTo>
                  <a:pt x="551" y="784"/>
                </a:lnTo>
                <a:lnTo>
                  <a:pt x="549" y="781"/>
                </a:lnTo>
                <a:lnTo>
                  <a:pt x="548" y="782"/>
                </a:lnTo>
                <a:lnTo>
                  <a:pt x="547" y="783"/>
                </a:lnTo>
                <a:lnTo>
                  <a:pt x="548" y="783"/>
                </a:lnTo>
                <a:lnTo>
                  <a:pt x="548" y="784"/>
                </a:lnTo>
                <a:lnTo>
                  <a:pt x="547" y="784"/>
                </a:lnTo>
                <a:lnTo>
                  <a:pt x="546" y="785"/>
                </a:lnTo>
                <a:lnTo>
                  <a:pt x="547" y="785"/>
                </a:lnTo>
                <a:lnTo>
                  <a:pt x="547" y="786"/>
                </a:lnTo>
                <a:lnTo>
                  <a:pt x="546" y="786"/>
                </a:lnTo>
                <a:lnTo>
                  <a:pt x="545" y="787"/>
                </a:lnTo>
                <a:lnTo>
                  <a:pt x="545" y="786"/>
                </a:lnTo>
                <a:lnTo>
                  <a:pt x="544" y="786"/>
                </a:lnTo>
                <a:lnTo>
                  <a:pt x="544" y="787"/>
                </a:lnTo>
                <a:lnTo>
                  <a:pt x="543" y="788"/>
                </a:lnTo>
                <a:lnTo>
                  <a:pt x="543" y="789"/>
                </a:lnTo>
                <a:lnTo>
                  <a:pt x="542" y="789"/>
                </a:lnTo>
                <a:lnTo>
                  <a:pt x="541" y="790"/>
                </a:lnTo>
                <a:lnTo>
                  <a:pt x="540" y="790"/>
                </a:lnTo>
                <a:lnTo>
                  <a:pt x="538" y="790"/>
                </a:lnTo>
                <a:lnTo>
                  <a:pt x="538" y="789"/>
                </a:lnTo>
                <a:lnTo>
                  <a:pt x="537" y="789"/>
                </a:lnTo>
                <a:lnTo>
                  <a:pt x="537" y="790"/>
                </a:lnTo>
                <a:lnTo>
                  <a:pt x="536" y="790"/>
                </a:lnTo>
                <a:lnTo>
                  <a:pt x="535" y="790"/>
                </a:lnTo>
                <a:lnTo>
                  <a:pt x="535" y="789"/>
                </a:lnTo>
                <a:lnTo>
                  <a:pt x="534" y="789"/>
                </a:lnTo>
                <a:lnTo>
                  <a:pt x="533" y="789"/>
                </a:lnTo>
                <a:lnTo>
                  <a:pt x="533" y="790"/>
                </a:lnTo>
                <a:lnTo>
                  <a:pt x="533" y="791"/>
                </a:lnTo>
                <a:lnTo>
                  <a:pt x="533" y="792"/>
                </a:lnTo>
                <a:lnTo>
                  <a:pt x="533" y="793"/>
                </a:lnTo>
                <a:lnTo>
                  <a:pt x="533" y="794"/>
                </a:lnTo>
                <a:lnTo>
                  <a:pt x="532" y="794"/>
                </a:lnTo>
                <a:lnTo>
                  <a:pt x="532" y="793"/>
                </a:lnTo>
                <a:lnTo>
                  <a:pt x="532" y="794"/>
                </a:lnTo>
                <a:lnTo>
                  <a:pt x="531" y="794"/>
                </a:lnTo>
                <a:lnTo>
                  <a:pt x="530" y="795"/>
                </a:lnTo>
                <a:lnTo>
                  <a:pt x="530" y="794"/>
                </a:lnTo>
                <a:lnTo>
                  <a:pt x="529" y="793"/>
                </a:lnTo>
                <a:lnTo>
                  <a:pt x="528" y="792"/>
                </a:lnTo>
                <a:lnTo>
                  <a:pt x="527" y="792"/>
                </a:lnTo>
                <a:lnTo>
                  <a:pt x="527" y="791"/>
                </a:lnTo>
                <a:lnTo>
                  <a:pt x="527" y="790"/>
                </a:lnTo>
                <a:lnTo>
                  <a:pt x="526" y="790"/>
                </a:lnTo>
                <a:lnTo>
                  <a:pt x="526" y="791"/>
                </a:lnTo>
                <a:lnTo>
                  <a:pt x="525" y="792"/>
                </a:lnTo>
                <a:lnTo>
                  <a:pt x="525" y="793"/>
                </a:lnTo>
                <a:lnTo>
                  <a:pt x="525" y="794"/>
                </a:lnTo>
                <a:lnTo>
                  <a:pt x="524" y="794"/>
                </a:lnTo>
                <a:lnTo>
                  <a:pt x="524" y="795"/>
                </a:lnTo>
                <a:lnTo>
                  <a:pt x="525" y="796"/>
                </a:lnTo>
                <a:lnTo>
                  <a:pt x="525" y="797"/>
                </a:lnTo>
                <a:lnTo>
                  <a:pt x="524" y="797"/>
                </a:lnTo>
                <a:lnTo>
                  <a:pt x="524" y="798"/>
                </a:lnTo>
                <a:lnTo>
                  <a:pt x="523" y="798"/>
                </a:lnTo>
                <a:lnTo>
                  <a:pt x="523" y="799"/>
                </a:lnTo>
                <a:lnTo>
                  <a:pt x="522" y="800"/>
                </a:lnTo>
                <a:lnTo>
                  <a:pt x="522" y="799"/>
                </a:lnTo>
                <a:lnTo>
                  <a:pt x="521" y="799"/>
                </a:lnTo>
                <a:lnTo>
                  <a:pt x="521" y="798"/>
                </a:lnTo>
                <a:lnTo>
                  <a:pt x="520" y="798"/>
                </a:lnTo>
                <a:lnTo>
                  <a:pt x="519" y="798"/>
                </a:lnTo>
                <a:lnTo>
                  <a:pt x="518" y="798"/>
                </a:lnTo>
                <a:lnTo>
                  <a:pt x="517" y="798"/>
                </a:lnTo>
                <a:lnTo>
                  <a:pt x="517" y="799"/>
                </a:lnTo>
                <a:lnTo>
                  <a:pt x="516" y="799"/>
                </a:lnTo>
                <a:lnTo>
                  <a:pt x="515" y="800"/>
                </a:lnTo>
                <a:lnTo>
                  <a:pt x="515" y="801"/>
                </a:lnTo>
                <a:lnTo>
                  <a:pt x="515" y="802"/>
                </a:lnTo>
                <a:lnTo>
                  <a:pt x="514" y="801"/>
                </a:lnTo>
                <a:lnTo>
                  <a:pt x="513" y="801"/>
                </a:lnTo>
                <a:lnTo>
                  <a:pt x="512" y="801"/>
                </a:lnTo>
                <a:lnTo>
                  <a:pt x="511" y="801"/>
                </a:lnTo>
                <a:lnTo>
                  <a:pt x="511" y="800"/>
                </a:lnTo>
                <a:lnTo>
                  <a:pt x="510" y="800"/>
                </a:lnTo>
                <a:lnTo>
                  <a:pt x="509" y="800"/>
                </a:lnTo>
                <a:lnTo>
                  <a:pt x="509" y="801"/>
                </a:lnTo>
                <a:lnTo>
                  <a:pt x="508" y="801"/>
                </a:lnTo>
                <a:lnTo>
                  <a:pt x="507" y="801"/>
                </a:lnTo>
                <a:lnTo>
                  <a:pt x="506" y="800"/>
                </a:lnTo>
                <a:lnTo>
                  <a:pt x="505" y="800"/>
                </a:lnTo>
                <a:lnTo>
                  <a:pt x="505" y="801"/>
                </a:lnTo>
                <a:lnTo>
                  <a:pt x="504" y="801"/>
                </a:lnTo>
                <a:lnTo>
                  <a:pt x="504" y="802"/>
                </a:lnTo>
                <a:lnTo>
                  <a:pt x="503" y="803"/>
                </a:lnTo>
                <a:lnTo>
                  <a:pt x="503" y="804"/>
                </a:lnTo>
                <a:lnTo>
                  <a:pt x="503" y="805"/>
                </a:lnTo>
                <a:lnTo>
                  <a:pt x="504" y="805"/>
                </a:lnTo>
                <a:lnTo>
                  <a:pt x="504" y="806"/>
                </a:lnTo>
                <a:lnTo>
                  <a:pt x="503" y="806"/>
                </a:lnTo>
                <a:lnTo>
                  <a:pt x="503" y="807"/>
                </a:lnTo>
                <a:lnTo>
                  <a:pt x="502" y="808"/>
                </a:lnTo>
                <a:lnTo>
                  <a:pt x="502" y="807"/>
                </a:lnTo>
                <a:lnTo>
                  <a:pt x="501" y="807"/>
                </a:lnTo>
                <a:lnTo>
                  <a:pt x="500" y="808"/>
                </a:lnTo>
                <a:lnTo>
                  <a:pt x="500" y="809"/>
                </a:lnTo>
                <a:lnTo>
                  <a:pt x="499" y="810"/>
                </a:lnTo>
                <a:lnTo>
                  <a:pt x="498" y="810"/>
                </a:lnTo>
                <a:lnTo>
                  <a:pt x="498" y="809"/>
                </a:lnTo>
                <a:lnTo>
                  <a:pt x="497" y="809"/>
                </a:lnTo>
                <a:lnTo>
                  <a:pt x="496" y="809"/>
                </a:lnTo>
                <a:lnTo>
                  <a:pt x="495" y="808"/>
                </a:lnTo>
                <a:lnTo>
                  <a:pt x="494" y="806"/>
                </a:lnTo>
                <a:lnTo>
                  <a:pt x="493" y="806"/>
                </a:lnTo>
                <a:lnTo>
                  <a:pt x="492" y="806"/>
                </a:lnTo>
                <a:lnTo>
                  <a:pt x="491" y="806"/>
                </a:lnTo>
                <a:lnTo>
                  <a:pt x="490" y="806"/>
                </a:lnTo>
                <a:lnTo>
                  <a:pt x="489" y="806"/>
                </a:lnTo>
                <a:lnTo>
                  <a:pt x="489" y="807"/>
                </a:lnTo>
                <a:lnTo>
                  <a:pt x="488" y="807"/>
                </a:lnTo>
                <a:lnTo>
                  <a:pt x="487" y="807"/>
                </a:lnTo>
                <a:lnTo>
                  <a:pt x="488" y="807"/>
                </a:lnTo>
                <a:lnTo>
                  <a:pt x="488" y="808"/>
                </a:lnTo>
                <a:lnTo>
                  <a:pt x="487" y="808"/>
                </a:lnTo>
                <a:lnTo>
                  <a:pt x="486" y="808"/>
                </a:lnTo>
                <a:lnTo>
                  <a:pt x="485" y="808"/>
                </a:lnTo>
                <a:lnTo>
                  <a:pt x="485" y="807"/>
                </a:lnTo>
                <a:lnTo>
                  <a:pt x="484" y="807"/>
                </a:lnTo>
                <a:lnTo>
                  <a:pt x="484" y="806"/>
                </a:lnTo>
                <a:lnTo>
                  <a:pt x="483" y="806"/>
                </a:lnTo>
                <a:lnTo>
                  <a:pt x="483" y="807"/>
                </a:lnTo>
                <a:lnTo>
                  <a:pt x="482" y="807"/>
                </a:lnTo>
                <a:lnTo>
                  <a:pt x="481" y="805"/>
                </a:lnTo>
                <a:lnTo>
                  <a:pt x="481" y="804"/>
                </a:lnTo>
                <a:lnTo>
                  <a:pt x="480" y="804"/>
                </a:lnTo>
                <a:lnTo>
                  <a:pt x="479" y="804"/>
                </a:lnTo>
                <a:lnTo>
                  <a:pt x="478" y="805"/>
                </a:lnTo>
                <a:lnTo>
                  <a:pt x="477" y="805"/>
                </a:lnTo>
                <a:lnTo>
                  <a:pt x="476" y="805"/>
                </a:lnTo>
                <a:lnTo>
                  <a:pt x="475" y="806"/>
                </a:lnTo>
                <a:lnTo>
                  <a:pt x="474" y="806"/>
                </a:lnTo>
                <a:lnTo>
                  <a:pt x="474" y="805"/>
                </a:lnTo>
                <a:lnTo>
                  <a:pt x="473" y="805"/>
                </a:lnTo>
                <a:lnTo>
                  <a:pt x="472" y="805"/>
                </a:lnTo>
                <a:lnTo>
                  <a:pt x="471" y="805"/>
                </a:lnTo>
                <a:lnTo>
                  <a:pt x="470" y="805"/>
                </a:lnTo>
                <a:lnTo>
                  <a:pt x="470" y="806"/>
                </a:lnTo>
                <a:lnTo>
                  <a:pt x="469" y="806"/>
                </a:lnTo>
                <a:lnTo>
                  <a:pt x="469" y="805"/>
                </a:lnTo>
                <a:lnTo>
                  <a:pt x="469" y="804"/>
                </a:lnTo>
                <a:lnTo>
                  <a:pt x="470" y="804"/>
                </a:lnTo>
                <a:lnTo>
                  <a:pt x="470" y="803"/>
                </a:lnTo>
                <a:lnTo>
                  <a:pt x="469" y="803"/>
                </a:lnTo>
                <a:lnTo>
                  <a:pt x="468" y="803"/>
                </a:lnTo>
                <a:lnTo>
                  <a:pt x="469" y="802"/>
                </a:lnTo>
                <a:lnTo>
                  <a:pt x="469" y="801"/>
                </a:lnTo>
                <a:lnTo>
                  <a:pt x="468" y="801"/>
                </a:lnTo>
                <a:lnTo>
                  <a:pt x="468" y="800"/>
                </a:lnTo>
                <a:lnTo>
                  <a:pt x="467" y="800"/>
                </a:lnTo>
                <a:lnTo>
                  <a:pt x="466" y="800"/>
                </a:lnTo>
                <a:lnTo>
                  <a:pt x="466" y="799"/>
                </a:lnTo>
                <a:lnTo>
                  <a:pt x="466" y="798"/>
                </a:lnTo>
                <a:lnTo>
                  <a:pt x="466" y="796"/>
                </a:lnTo>
                <a:lnTo>
                  <a:pt x="465" y="796"/>
                </a:lnTo>
                <a:lnTo>
                  <a:pt x="464" y="795"/>
                </a:lnTo>
                <a:lnTo>
                  <a:pt x="463" y="795"/>
                </a:lnTo>
                <a:lnTo>
                  <a:pt x="462" y="795"/>
                </a:lnTo>
                <a:lnTo>
                  <a:pt x="461" y="795"/>
                </a:lnTo>
                <a:lnTo>
                  <a:pt x="460" y="795"/>
                </a:lnTo>
                <a:lnTo>
                  <a:pt x="459" y="794"/>
                </a:lnTo>
                <a:lnTo>
                  <a:pt x="458" y="794"/>
                </a:lnTo>
                <a:lnTo>
                  <a:pt x="457" y="794"/>
                </a:lnTo>
                <a:lnTo>
                  <a:pt x="457" y="793"/>
                </a:lnTo>
                <a:lnTo>
                  <a:pt x="455" y="793"/>
                </a:lnTo>
                <a:lnTo>
                  <a:pt x="453" y="793"/>
                </a:lnTo>
                <a:lnTo>
                  <a:pt x="452" y="793"/>
                </a:lnTo>
                <a:lnTo>
                  <a:pt x="452" y="794"/>
                </a:lnTo>
                <a:lnTo>
                  <a:pt x="451" y="794"/>
                </a:lnTo>
                <a:lnTo>
                  <a:pt x="450" y="794"/>
                </a:lnTo>
                <a:lnTo>
                  <a:pt x="449" y="793"/>
                </a:lnTo>
                <a:lnTo>
                  <a:pt x="448" y="793"/>
                </a:lnTo>
                <a:lnTo>
                  <a:pt x="447" y="794"/>
                </a:lnTo>
                <a:lnTo>
                  <a:pt x="447" y="795"/>
                </a:lnTo>
                <a:lnTo>
                  <a:pt x="447" y="796"/>
                </a:lnTo>
                <a:lnTo>
                  <a:pt x="446" y="796"/>
                </a:lnTo>
                <a:lnTo>
                  <a:pt x="445" y="796"/>
                </a:lnTo>
                <a:lnTo>
                  <a:pt x="445" y="797"/>
                </a:lnTo>
                <a:lnTo>
                  <a:pt x="445" y="798"/>
                </a:lnTo>
                <a:lnTo>
                  <a:pt x="444" y="798"/>
                </a:lnTo>
                <a:lnTo>
                  <a:pt x="444" y="799"/>
                </a:lnTo>
                <a:lnTo>
                  <a:pt x="443" y="799"/>
                </a:lnTo>
                <a:lnTo>
                  <a:pt x="443" y="800"/>
                </a:lnTo>
                <a:lnTo>
                  <a:pt x="442" y="800"/>
                </a:lnTo>
                <a:lnTo>
                  <a:pt x="441" y="801"/>
                </a:lnTo>
                <a:lnTo>
                  <a:pt x="440" y="801"/>
                </a:lnTo>
                <a:lnTo>
                  <a:pt x="439" y="801"/>
                </a:lnTo>
                <a:lnTo>
                  <a:pt x="439" y="802"/>
                </a:lnTo>
                <a:lnTo>
                  <a:pt x="438" y="802"/>
                </a:lnTo>
                <a:lnTo>
                  <a:pt x="439" y="802"/>
                </a:lnTo>
                <a:lnTo>
                  <a:pt x="439" y="803"/>
                </a:lnTo>
                <a:lnTo>
                  <a:pt x="438" y="803"/>
                </a:lnTo>
                <a:lnTo>
                  <a:pt x="438" y="804"/>
                </a:lnTo>
                <a:lnTo>
                  <a:pt x="437" y="804"/>
                </a:lnTo>
                <a:lnTo>
                  <a:pt x="437" y="803"/>
                </a:lnTo>
                <a:lnTo>
                  <a:pt x="436" y="803"/>
                </a:lnTo>
                <a:lnTo>
                  <a:pt x="435" y="804"/>
                </a:lnTo>
                <a:lnTo>
                  <a:pt x="435" y="805"/>
                </a:lnTo>
                <a:lnTo>
                  <a:pt x="434" y="805"/>
                </a:lnTo>
                <a:lnTo>
                  <a:pt x="433" y="805"/>
                </a:lnTo>
                <a:lnTo>
                  <a:pt x="433" y="804"/>
                </a:lnTo>
                <a:lnTo>
                  <a:pt x="433" y="803"/>
                </a:lnTo>
                <a:lnTo>
                  <a:pt x="432" y="803"/>
                </a:lnTo>
                <a:lnTo>
                  <a:pt x="432" y="802"/>
                </a:lnTo>
                <a:lnTo>
                  <a:pt x="432" y="801"/>
                </a:lnTo>
                <a:lnTo>
                  <a:pt x="431" y="802"/>
                </a:lnTo>
                <a:lnTo>
                  <a:pt x="430" y="802"/>
                </a:lnTo>
                <a:lnTo>
                  <a:pt x="429" y="802"/>
                </a:lnTo>
                <a:lnTo>
                  <a:pt x="429" y="801"/>
                </a:lnTo>
                <a:lnTo>
                  <a:pt x="429" y="798"/>
                </a:lnTo>
                <a:lnTo>
                  <a:pt x="428" y="797"/>
                </a:lnTo>
                <a:lnTo>
                  <a:pt x="428" y="795"/>
                </a:lnTo>
                <a:lnTo>
                  <a:pt x="427" y="795"/>
                </a:lnTo>
                <a:lnTo>
                  <a:pt x="426" y="795"/>
                </a:lnTo>
                <a:lnTo>
                  <a:pt x="426" y="794"/>
                </a:lnTo>
                <a:lnTo>
                  <a:pt x="426" y="795"/>
                </a:lnTo>
                <a:lnTo>
                  <a:pt x="425" y="795"/>
                </a:lnTo>
                <a:lnTo>
                  <a:pt x="424" y="795"/>
                </a:lnTo>
                <a:lnTo>
                  <a:pt x="423" y="795"/>
                </a:lnTo>
                <a:lnTo>
                  <a:pt x="422" y="795"/>
                </a:lnTo>
                <a:lnTo>
                  <a:pt x="422" y="796"/>
                </a:lnTo>
                <a:lnTo>
                  <a:pt x="422" y="797"/>
                </a:lnTo>
                <a:lnTo>
                  <a:pt x="421" y="797"/>
                </a:lnTo>
                <a:lnTo>
                  <a:pt x="420" y="797"/>
                </a:lnTo>
                <a:lnTo>
                  <a:pt x="420" y="798"/>
                </a:lnTo>
                <a:lnTo>
                  <a:pt x="420" y="799"/>
                </a:lnTo>
                <a:lnTo>
                  <a:pt x="419" y="799"/>
                </a:lnTo>
                <a:lnTo>
                  <a:pt x="419" y="798"/>
                </a:lnTo>
                <a:lnTo>
                  <a:pt x="418" y="798"/>
                </a:lnTo>
                <a:lnTo>
                  <a:pt x="418" y="797"/>
                </a:lnTo>
                <a:lnTo>
                  <a:pt x="418" y="796"/>
                </a:lnTo>
                <a:lnTo>
                  <a:pt x="417" y="796"/>
                </a:lnTo>
                <a:lnTo>
                  <a:pt x="416" y="795"/>
                </a:lnTo>
                <a:lnTo>
                  <a:pt x="415" y="794"/>
                </a:lnTo>
                <a:lnTo>
                  <a:pt x="415" y="793"/>
                </a:lnTo>
                <a:lnTo>
                  <a:pt x="414" y="793"/>
                </a:lnTo>
                <a:lnTo>
                  <a:pt x="413" y="793"/>
                </a:lnTo>
                <a:lnTo>
                  <a:pt x="412" y="793"/>
                </a:lnTo>
                <a:lnTo>
                  <a:pt x="412" y="792"/>
                </a:lnTo>
                <a:lnTo>
                  <a:pt x="412" y="791"/>
                </a:lnTo>
                <a:lnTo>
                  <a:pt x="412" y="790"/>
                </a:lnTo>
                <a:lnTo>
                  <a:pt x="412" y="789"/>
                </a:lnTo>
                <a:lnTo>
                  <a:pt x="411" y="789"/>
                </a:lnTo>
                <a:lnTo>
                  <a:pt x="411" y="788"/>
                </a:lnTo>
                <a:lnTo>
                  <a:pt x="410" y="788"/>
                </a:lnTo>
                <a:lnTo>
                  <a:pt x="409" y="788"/>
                </a:lnTo>
                <a:lnTo>
                  <a:pt x="409" y="787"/>
                </a:lnTo>
                <a:lnTo>
                  <a:pt x="408" y="787"/>
                </a:lnTo>
                <a:lnTo>
                  <a:pt x="407" y="787"/>
                </a:lnTo>
                <a:lnTo>
                  <a:pt x="406" y="786"/>
                </a:lnTo>
                <a:lnTo>
                  <a:pt x="406" y="785"/>
                </a:lnTo>
                <a:lnTo>
                  <a:pt x="405" y="785"/>
                </a:lnTo>
                <a:lnTo>
                  <a:pt x="405" y="784"/>
                </a:lnTo>
                <a:lnTo>
                  <a:pt x="406" y="784"/>
                </a:lnTo>
                <a:lnTo>
                  <a:pt x="406" y="783"/>
                </a:lnTo>
                <a:lnTo>
                  <a:pt x="405" y="783"/>
                </a:lnTo>
                <a:lnTo>
                  <a:pt x="405" y="782"/>
                </a:lnTo>
                <a:lnTo>
                  <a:pt x="404" y="782"/>
                </a:lnTo>
                <a:lnTo>
                  <a:pt x="404" y="783"/>
                </a:lnTo>
                <a:lnTo>
                  <a:pt x="403" y="783"/>
                </a:lnTo>
                <a:lnTo>
                  <a:pt x="402" y="783"/>
                </a:lnTo>
                <a:lnTo>
                  <a:pt x="401" y="783"/>
                </a:lnTo>
                <a:lnTo>
                  <a:pt x="400" y="783"/>
                </a:lnTo>
                <a:lnTo>
                  <a:pt x="400" y="782"/>
                </a:lnTo>
                <a:lnTo>
                  <a:pt x="399" y="782"/>
                </a:lnTo>
                <a:lnTo>
                  <a:pt x="398" y="782"/>
                </a:lnTo>
                <a:lnTo>
                  <a:pt x="397" y="782"/>
                </a:lnTo>
                <a:lnTo>
                  <a:pt x="396" y="782"/>
                </a:lnTo>
                <a:lnTo>
                  <a:pt x="396" y="783"/>
                </a:lnTo>
                <a:lnTo>
                  <a:pt x="396" y="785"/>
                </a:lnTo>
                <a:lnTo>
                  <a:pt x="395" y="785"/>
                </a:lnTo>
                <a:lnTo>
                  <a:pt x="394" y="785"/>
                </a:lnTo>
                <a:lnTo>
                  <a:pt x="393" y="785"/>
                </a:lnTo>
                <a:lnTo>
                  <a:pt x="392" y="785"/>
                </a:lnTo>
                <a:lnTo>
                  <a:pt x="392" y="784"/>
                </a:lnTo>
                <a:lnTo>
                  <a:pt x="391" y="784"/>
                </a:lnTo>
                <a:lnTo>
                  <a:pt x="391" y="785"/>
                </a:lnTo>
                <a:lnTo>
                  <a:pt x="391" y="786"/>
                </a:lnTo>
                <a:lnTo>
                  <a:pt x="390" y="786"/>
                </a:lnTo>
                <a:lnTo>
                  <a:pt x="388" y="786"/>
                </a:lnTo>
                <a:lnTo>
                  <a:pt x="387" y="787"/>
                </a:lnTo>
                <a:lnTo>
                  <a:pt x="386" y="787"/>
                </a:lnTo>
                <a:lnTo>
                  <a:pt x="386" y="786"/>
                </a:lnTo>
                <a:lnTo>
                  <a:pt x="385" y="786"/>
                </a:lnTo>
                <a:lnTo>
                  <a:pt x="385" y="785"/>
                </a:lnTo>
                <a:lnTo>
                  <a:pt x="385" y="784"/>
                </a:lnTo>
                <a:lnTo>
                  <a:pt x="384" y="784"/>
                </a:lnTo>
                <a:lnTo>
                  <a:pt x="384" y="783"/>
                </a:lnTo>
                <a:lnTo>
                  <a:pt x="384" y="782"/>
                </a:lnTo>
                <a:lnTo>
                  <a:pt x="384" y="781"/>
                </a:lnTo>
                <a:lnTo>
                  <a:pt x="383" y="781"/>
                </a:lnTo>
                <a:lnTo>
                  <a:pt x="384" y="780"/>
                </a:lnTo>
                <a:lnTo>
                  <a:pt x="384" y="779"/>
                </a:lnTo>
                <a:lnTo>
                  <a:pt x="384" y="778"/>
                </a:lnTo>
                <a:lnTo>
                  <a:pt x="383" y="778"/>
                </a:lnTo>
                <a:lnTo>
                  <a:pt x="382" y="778"/>
                </a:lnTo>
                <a:lnTo>
                  <a:pt x="382" y="777"/>
                </a:lnTo>
                <a:lnTo>
                  <a:pt x="382" y="776"/>
                </a:lnTo>
                <a:lnTo>
                  <a:pt x="381" y="775"/>
                </a:lnTo>
                <a:lnTo>
                  <a:pt x="381" y="774"/>
                </a:lnTo>
                <a:lnTo>
                  <a:pt x="380" y="773"/>
                </a:lnTo>
                <a:lnTo>
                  <a:pt x="379" y="773"/>
                </a:lnTo>
                <a:lnTo>
                  <a:pt x="379" y="774"/>
                </a:lnTo>
                <a:lnTo>
                  <a:pt x="378" y="774"/>
                </a:lnTo>
                <a:lnTo>
                  <a:pt x="377" y="775"/>
                </a:lnTo>
                <a:lnTo>
                  <a:pt x="378" y="775"/>
                </a:lnTo>
                <a:lnTo>
                  <a:pt x="377" y="775"/>
                </a:lnTo>
                <a:lnTo>
                  <a:pt x="377" y="776"/>
                </a:lnTo>
                <a:lnTo>
                  <a:pt x="376" y="776"/>
                </a:lnTo>
                <a:lnTo>
                  <a:pt x="375" y="776"/>
                </a:lnTo>
                <a:lnTo>
                  <a:pt x="374" y="776"/>
                </a:lnTo>
                <a:lnTo>
                  <a:pt x="373" y="776"/>
                </a:lnTo>
                <a:lnTo>
                  <a:pt x="372" y="776"/>
                </a:lnTo>
                <a:lnTo>
                  <a:pt x="372" y="777"/>
                </a:lnTo>
                <a:lnTo>
                  <a:pt x="371" y="777"/>
                </a:lnTo>
                <a:lnTo>
                  <a:pt x="370" y="777"/>
                </a:lnTo>
                <a:lnTo>
                  <a:pt x="370" y="778"/>
                </a:lnTo>
                <a:lnTo>
                  <a:pt x="369" y="777"/>
                </a:lnTo>
                <a:lnTo>
                  <a:pt x="368" y="777"/>
                </a:lnTo>
                <a:lnTo>
                  <a:pt x="367" y="777"/>
                </a:lnTo>
                <a:lnTo>
                  <a:pt x="366" y="777"/>
                </a:lnTo>
                <a:lnTo>
                  <a:pt x="366" y="778"/>
                </a:lnTo>
                <a:lnTo>
                  <a:pt x="365" y="778"/>
                </a:lnTo>
                <a:lnTo>
                  <a:pt x="364" y="777"/>
                </a:lnTo>
                <a:lnTo>
                  <a:pt x="363" y="777"/>
                </a:lnTo>
                <a:lnTo>
                  <a:pt x="363" y="776"/>
                </a:lnTo>
                <a:lnTo>
                  <a:pt x="362" y="776"/>
                </a:lnTo>
                <a:lnTo>
                  <a:pt x="361" y="775"/>
                </a:lnTo>
                <a:lnTo>
                  <a:pt x="360" y="775"/>
                </a:lnTo>
                <a:lnTo>
                  <a:pt x="359" y="774"/>
                </a:lnTo>
                <a:lnTo>
                  <a:pt x="358" y="775"/>
                </a:lnTo>
                <a:lnTo>
                  <a:pt x="357" y="775"/>
                </a:lnTo>
                <a:lnTo>
                  <a:pt x="357" y="776"/>
                </a:lnTo>
                <a:lnTo>
                  <a:pt x="356" y="776"/>
                </a:lnTo>
                <a:lnTo>
                  <a:pt x="356" y="775"/>
                </a:lnTo>
                <a:lnTo>
                  <a:pt x="355" y="775"/>
                </a:lnTo>
                <a:lnTo>
                  <a:pt x="354" y="774"/>
                </a:lnTo>
                <a:lnTo>
                  <a:pt x="354" y="773"/>
                </a:lnTo>
                <a:lnTo>
                  <a:pt x="353" y="773"/>
                </a:lnTo>
                <a:lnTo>
                  <a:pt x="352" y="773"/>
                </a:lnTo>
                <a:lnTo>
                  <a:pt x="352" y="772"/>
                </a:lnTo>
                <a:lnTo>
                  <a:pt x="351" y="772"/>
                </a:lnTo>
                <a:lnTo>
                  <a:pt x="350" y="772"/>
                </a:lnTo>
                <a:lnTo>
                  <a:pt x="349" y="772"/>
                </a:lnTo>
                <a:lnTo>
                  <a:pt x="348" y="771"/>
                </a:lnTo>
                <a:lnTo>
                  <a:pt x="347" y="771"/>
                </a:lnTo>
                <a:lnTo>
                  <a:pt x="347" y="770"/>
                </a:lnTo>
                <a:lnTo>
                  <a:pt x="346" y="770"/>
                </a:lnTo>
                <a:lnTo>
                  <a:pt x="346" y="771"/>
                </a:lnTo>
                <a:lnTo>
                  <a:pt x="345" y="771"/>
                </a:lnTo>
                <a:lnTo>
                  <a:pt x="345" y="772"/>
                </a:lnTo>
                <a:lnTo>
                  <a:pt x="345" y="773"/>
                </a:lnTo>
                <a:lnTo>
                  <a:pt x="345" y="774"/>
                </a:lnTo>
                <a:lnTo>
                  <a:pt x="344" y="774"/>
                </a:lnTo>
                <a:lnTo>
                  <a:pt x="343" y="775"/>
                </a:lnTo>
                <a:lnTo>
                  <a:pt x="342" y="775"/>
                </a:lnTo>
                <a:lnTo>
                  <a:pt x="342" y="776"/>
                </a:lnTo>
                <a:lnTo>
                  <a:pt x="342" y="775"/>
                </a:lnTo>
                <a:lnTo>
                  <a:pt x="341" y="776"/>
                </a:lnTo>
                <a:lnTo>
                  <a:pt x="340" y="775"/>
                </a:lnTo>
                <a:lnTo>
                  <a:pt x="341" y="775"/>
                </a:lnTo>
                <a:lnTo>
                  <a:pt x="340" y="774"/>
                </a:lnTo>
                <a:lnTo>
                  <a:pt x="339" y="774"/>
                </a:lnTo>
                <a:lnTo>
                  <a:pt x="339" y="775"/>
                </a:lnTo>
                <a:lnTo>
                  <a:pt x="338" y="775"/>
                </a:lnTo>
                <a:lnTo>
                  <a:pt x="338" y="774"/>
                </a:lnTo>
                <a:lnTo>
                  <a:pt x="337" y="774"/>
                </a:lnTo>
                <a:lnTo>
                  <a:pt x="337" y="773"/>
                </a:lnTo>
                <a:lnTo>
                  <a:pt x="336" y="773"/>
                </a:lnTo>
                <a:lnTo>
                  <a:pt x="336" y="774"/>
                </a:lnTo>
                <a:lnTo>
                  <a:pt x="335" y="773"/>
                </a:lnTo>
                <a:lnTo>
                  <a:pt x="334" y="773"/>
                </a:lnTo>
                <a:lnTo>
                  <a:pt x="334" y="774"/>
                </a:lnTo>
                <a:lnTo>
                  <a:pt x="333" y="774"/>
                </a:lnTo>
                <a:lnTo>
                  <a:pt x="332" y="774"/>
                </a:lnTo>
                <a:lnTo>
                  <a:pt x="331" y="774"/>
                </a:lnTo>
                <a:lnTo>
                  <a:pt x="330" y="774"/>
                </a:lnTo>
                <a:lnTo>
                  <a:pt x="329" y="774"/>
                </a:lnTo>
                <a:lnTo>
                  <a:pt x="329" y="773"/>
                </a:lnTo>
                <a:lnTo>
                  <a:pt x="328" y="773"/>
                </a:lnTo>
                <a:lnTo>
                  <a:pt x="327" y="773"/>
                </a:lnTo>
                <a:lnTo>
                  <a:pt x="326" y="773"/>
                </a:lnTo>
                <a:lnTo>
                  <a:pt x="325" y="773"/>
                </a:lnTo>
                <a:lnTo>
                  <a:pt x="325" y="772"/>
                </a:lnTo>
                <a:lnTo>
                  <a:pt x="324" y="772"/>
                </a:lnTo>
                <a:lnTo>
                  <a:pt x="323" y="772"/>
                </a:lnTo>
                <a:lnTo>
                  <a:pt x="323" y="771"/>
                </a:lnTo>
                <a:lnTo>
                  <a:pt x="322" y="771"/>
                </a:lnTo>
                <a:lnTo>
                  <a:pt x="322" y="770"/>
                </a:lnTo>
                <a:lnTo>
                  <a:pt x="321" y="770"/>
                </a:lnTo>
                <a:lnTo>
                  <a:pt x="320" y="771"/>
                </a:lnTo>
                <a:lnTo>
                  <a:pt x="319" y="771"/>
                </a:lnTo>
                <a:lnTo>
                  <a:pt x="318" y="771"/>
                </a:lnTo>
                <a:lnTo>
                  <a:pt x="318" y="772"/>
                </a:lnTo>
                <a:lnTo>
                  <a:pt x="317" y="772"/>
                </a:lnTo>
                <a:lnTo>
                  <a:pt x="318" y="772"/>
                </a:lnTo>
                <a:lnTo>
                  <a:pt x="318" y="773"/>
                </a:lnTo>
                <a:lnTo>
                  <a:pt x="317" y="773"/>
                </a:lnTo>
                <a:lnTo>
                  <a:pt x="317" y="772"/>
                </a:lnTo>
                <a:lnTo>
                  <a:pt x="316" y="772"/>
                </a:lnTo>
                <a:lnTo>
                  <a:pt x="315" y="772"/>
                </a:lnTo>
                <a:lnTo>
                  <a:pt x="314" y="772"/>
                </a:lnTo>
                <a:lnTo>
                  <a:pt x="314" y="771"/>
                </a:lnTo>
                <a:lnTo>
                  <a:pt x="313" y="771"/>
                </a:lnTo>
                <a:lnTo>
                  <a:pt x="311" y="770"/>
                </a:lnTo>
                <a:lnTo>
                  <a:pt x="311" y="771"/>
                </a:lnTo>
                <a:lnTo>
                  <a:pt x="311" y="772"/>
                </a:lnTo>
                <a:lnTo>
                  <a:pt x="311" y="773"/>
                </a:lnTo>
                <a:lnTo>
                  <a:pt x="310" y="773"/>
                </a:lnTo>
                <a:lnTo>
                  <a:pt x="309" y="773"/>
                </a:lnTo>
                <a:lnTo>
                  <a:pt x="309" y="772"/>
                </a:lnTo>
                <a:lnTo>
                  <a:pt x="308" y="772"/>
                </a:lnTo>
                <a:lnTo>
                  <a:pt x="306" y="772"/>
                </a:lnTo>
                <a:lnTo>
                  <a:pt x="305" y="772"/>
                </a:lnTo>
                <a:lnTo>
                  <a:pt x="305" y="773"/>
                </a:lnTo>
                <a:lnTo>
                  <a:pt x="304" y="773"/>
                </a:lnTo>
                <a:lnTo>
                  <a:pt x="304" y="774"/>
                </a:lnTo>
                <a:lnTo>
                  <a:pt x="303" y="774"/>
                </a:lnTo>
                <a:lnTo>
                  <a:pt x="303" y="775"/>
                </a:lnTo>
                <a:lnTo>
                  <a:pt x="302" y="775"/>
                </a:lnTo>
                <a:lnTo>
                  <a:pt x="301" y="775"/>
                </a:lnTo>
                <a:lnTo>
                  <a:pt x="300" y="775"/>
                </a:lnTo>
                <a:lnTo>
                  <a:pt x="299" y="774"/>
                </a:lnTo>
                <a:lnTo>
                  <a:pt x="298" y="774"/>
                </a:lnTo>
                <a:lnTo>
                  <a:pt x="297" y="774"/>
                </a:lnTo>
                <a:lnTo>
                  <a:pt x="296" y="774"/>
                </a:lnTo>
                <a:lnTo>
                  <a:pt x="296" y="773"/>
                </a:lnTo>
                <a:lnTo>
                  <a:pt x="296" y="772"/>
                </a:lnTo>
                <a:lnTo>
                  <a:pt x="295" y="772"/>
                </a:lnTo>
                <a:lnTo>
                  <a:pt x="295" y="771"/>
                </a:lnTo>
                <a:lnTo>
                  <a:pt x="296" y="770"/>
                </a:lnTo>
                <a:lnTo>
                  <a:pt x="296" y="769"/>
                </a:lnTo>
                <a:lnTo>
                  <a:pt x="296" y="768"/>
                </a:lnTo>
                <a:lnTo>
                  <a:pt x="296" y="767"/>
                </a:lnTo>
                <a:lnTo>
                  <a:pt x="295" y="767"/>
                </a:lnTo>
                <a:lnTo>
                  <a:pt x="295" y="766"/>
                </a:lnTo>
                <a:lnTo>
                  <a:pt x="294" y="766"/>
                </a:lnTo>
                <a:lnTo>
                  <a:pt x="295" y="766"/>
                </a:lnTo>
                <a:lnTo>
                  <a:pt x="295" y="765"/>
                </a:lnTo>
                <a:lnTo>
                  <a:pt x="296" y="764"/>
                </a:lnTo>
                <a:lnTo>
                  <a:pt x="297" y="764"/>
                </a:lnTo>
                <a:lnTo>
                  <a:pt x="298" y="764"/>
                </a:lnTo>
                <a:lnTo>
                  <a:pt x="298" y="763"/>
                </a:lnTo>
                <a:lnTo>
                  <a:pt x="298" y="762"/>
                </a:lnTo>
                <a:lnTo>
                  <a:pt x="298" y="761"/>
                </a:lnTo>
                <a:lnTo>
                  <a:pt x="297" y="761"/>
                </a:lnTo>
                <a:lnTo>
                  <a:pt x="296" y="760"/>
                </a:lnTo>
                <a:lnTo>
                  <a:pt x="296" y="759"/>
                </a:lnTo>
                <a:lnTo>
                  <a:pt x="295" y="759"/>
                </a:lnTo>
                <a:lnTo>
                  <a:pt x="295" y="758"/>
                </a:lnTo>
                <a:lnTo>
                  <a:pt x="294" y="758"/>
                </a:lnTo>
                <a:lnTo>
                  <a:pt x="293" y="758"/>
                </a:lnTo>
                <a:lnTo>
                  <a:pt x="292" y="758"/>
                </a:lnTo>
                <a:lnTo>
                  <a:pt x="290" y="758"/>
                </a:lnTo>
                <a:lnTo>
                  <a:pt x="290" y="757"/>
                </a:lnTo>
                <a:lnTo>
                  <a:pt x="290" y="756"/>
                </a:lnTo>
                <a:lnTo>
                  <a:pt x="289" y="756"/>
                </a:lnTo>
                <a:lnTo>
                  <a:pt x="288" y="756"/>
                </a:lnTo>
                <a:lnTo>
                  <a:pt x="287" y="757"/>
                </a:lnTo>
                <a:lnTo>
                  <a:pt x="286" y="757"/>
                </a:lnTo>
                <a:lnTo>
                  <a:pt x="286" y="758"/>
                </a:lnTo>
                <a:lnTo>
                  <a:pt x="285" y="758"/>
                </a:lnTo>
                <a:lnTo>
                  <a:pt x="285" y="759"/>
                </a:lnTo>
                <a:lnTo>
                  <a:pt x="284" y="759"/>
                </a:lnTo>
                <a:lnTo>
                  <a:pt x="283" y="759"/>
                </a:lnTo>
                <a:lnTo>
                  <a:pt x="282" y="759"/>
                </a:lnTo>
                <a:lnTo>
                  <a:pt x="281" y="759"/>
                </a:lnTo>
                <a:lnTo>
                  <a:pt x="280" y="759"/>
                </a:lnTo>
                <a:lnTo>
                  <a:pt x="279" y="759"/>
                </a:lnTo>
                <a:lnTo>
                  <a:pt x="278" y="759"/>
                </a:lnTo>
                <a:lnTo>
                  <a:pt x="277" y="760"/>
                </a:lnTo>
                <a:lnTo>
                  <a:pt x="276" y="761"/>
                </a:lnTo>
                <a:lnTo>
                  <a:pt x="277" y="761"/>
                </a:lnTo>
                <a:lnTo>
                  <a:pt x="277" y="762"/>
                </a:lnTo>
                <a:lnTo>
                  <a:pt x="277" y="763"/>
                </a:lnTo>
                <a:lnTo>
                  <a:pt x="275" y="763"/>
                </a:lnTo>
                <a:lnTo>
                  <a:pt x="275" y="762"/>
                </a:lnTo>
                <a:lnTo>
                  <a:pt x="274" y="762"/>
                </a:lnTo>
                <a:lnTo>
                  <a:pt x="273" y="762"/>
                </a:lnTo>
                <a:lnTo>
                  <a:pt x="273" y="763"/>
                </a:lnTo>
                <a:lnTo>
                  <a:pt x="272" y="763"/>
                </a:lnTo>
                <a:lnTo>
                  <a:pt x="272" y="764"/>
                </a:lnTo>
                <a:lnTo>
                  <a:pt x="271" y="764"/>
                </a:lnTo>
                <a:lnTo>
                  <a:pt x="271" y="763"/>
                </a:lnTo>
                <a:lnTo>
                  <a:pt x="270" y="764"/>
                </a:lnTo>
                <a:lnTo>
                  <a:pt x="269" y="764"/>
                </a:lnTo>
                <a:lnTo>
                  <a:pt x="269" y="763"/>
                </a:lnTo>
                <a:lnTo>
                  <a:pt x="269" y="762"/>
                </a:lnTo>
                <a:lnTo>
                  <a:pt x="268" y="762"/>
                </a:lnTo>
                <a:lnTo>
                  <a:pt x="267" y="761"/>
                </a:lnTo>
                <a:lnTo>
                  <a:pt x="267" y="760"/>
                </a:lnTo>
                <a:lnTo>
                  <a:pt x="266" y="760"/>
                </a:lnTo>
                <a:lnTo>
                  <a:pt x="266" y="759"/>
                </a:lnTo>
                <a:lnTo>
                  <a:pt x="266" y="758"/>
                </a:lnTo>
                <a:lnTo>
                  <a:pt x="265" y="758"/>
                </a:lnTo>
                <a:lnTo>
                  <a:pt x="265" y="757"/>
                </a:lnTo>
                <a:lnTo>
                  <a:pt x="264" y="758"/>
                </a:lnTo>
                <a:lnTo>
                  <a:pt x="264" y="757"/>
                </a:lnTo>
                <a:lnTo>
                  <a:pt x="263" y="756"/>
                </a:lnTo>
                <a:lnTo>
                  <a:pt x="263" y="755"/>
                </a:lnTo>
                <a:lnTo>
                  <a:pt x="264" y="755"/>
                </a:lnTo>
                <a:lnTo>
                  <a:pt x="263" y="754"/>
                </a:lnTo>
                <a:lnTo>
                  <a:pt x="263" y="753"/>
                </a:lnTo>
                <a:lnTo>
                  <a:pt x="262" y="754"/>
                </a:lnTo>
                <a:lnTo>
                  <a:pt x="261" y="753"/>
                </a:lnTo>
                <a:lnTo>
                  <a:pt x="260" y="754"/>
                </a:lnTo>
                <a:lnTo>
                  <a:pt x="259" y="754"/>
                </a:lnTo>
                <a:lnTo>
                  <a:pt x="259" y="753"/>
                </a:lnTo>
                <a:lnTo>
                  <a:pt x="259" y="752"/>
                </a:lnTo>
                <a:lnTo>
                  <a:pt x="258" y="752"/>
                </a:lnTo>
                <a:lnTo>
                  <a:pt x="258" y="751"/>
                </a:lnTo>
                <a:lnTo>
                  <a:pt x="258" y="750"/>
                </a:lnTo>
                <a:lnTo>
                  <a:pt x="257" y="749"/>
                </a:lnTo>
                <a:lnTo>
                  <a:pt x="257" y="748"/>
                </a:lnTo>
                <a:lnTo>
                  <a:pt x="256" y="748"/>
                </a:lnTo>
                <a:lnTo>
                  <a:pt x="256" y="749"/>
                </a:lnTo>
                <a:lnTo>
                  <a:pt x="256" y="748"/>
                </a:lnTo>
                <a:lnTo>
                  <a:pt x="255" y="748"/>
                </a:lnTo>
                <a:lnTo>
                  <a:pt x="254" y="748"/>
                </a:lnTo>
                <a:lnTo>
                  <a:pt x="253" y="748"/>
                </a:lnTo>
                <a:lnTo>
                  <a:pt x="253" y="749"/>
                </a:lnTo>
                <a:lnTo>
                  <a:pt x="251" y="749"/>
                </a:lnTo>
                <a:lnTo>
                  <a:pt x="250" y="748"/>
                </a:lnTo>
                <a:lnTo>
                  <a:pt x="250" y="747"/>
                </a:lnTo>
                <a:lnTo>
                  <a:pt x="249" y="747"/>
                </a:lnTo>
                <a:lnTo>
                  <a:pt x="248" y="747"/>
                </a:lnTo>
                <a:lnTo>
                  <a:pt x="248" y="746"/>
                </a:lnTo>
                <a:lnTo>
                  <a:pt x="247" y="746"/>
                </a:lnTo>
                <a:lnTo>
                  <a:pt x="246" y="746"/>
                </a:lnTo>
                <a:lnTo>
                  <a:pt x="245" y="746"/>
                </a:lnTo>
                <a:lnTo>
                  <a:pt x="245" y="745"/>
                </a:lnTo>
                <a:lnTo>
                  <a:pt x="245" y="744"/>
                </a:lnTo>
                <a:lnTo>
                  <a:pt x="244" y="744"/>
                </a:lnTo>
                <a:lnTo>
                  <a:pt x="243" y="744"/>
                </a:lnTo>
                <a:lnTo>
                  <a:pt x="241" y="743"/>
                </a:lnTo>
                <a:lnTo>
                  <a:pt x="240" y="743"/>
                </a:lnTo>
                <a:lnTo>
                  <a:pt x="239" y="742"/>
                </a:lnTo>
                <a:lnTo>
                  <a:pt x="239" y="741"/>
                </a:lnTo>
                <a:lnTo>
                  <a:pt x="238" y="741"/>
                </a:lnTo>
                <a:lnTo>
                  <a:pt x="237" y="741"/>
                </a:lnTo>
                <a:lnTo>
                  <a:pt x="237" y="740"/>
                </a:lnTo>
                <a:lnTo>
                  <a:pt x="236" y="740"/>
                </a:lnTo>
                <a:lnTo>
                  <a:pt x="235" y="740"/>
                </a:lnTo>
                <a:lnTo>
                  <a:pt x="235" y="739"/>
                </a:lnTo>
                <a:lnTo>
                  <a:pt x="234" y="739"/>
                </a:lnTo>
                <a:lnTo>
                  <a:pt x="233" y="739"/>
                </a:lnTo>
                <a:lnTo>
                  <a:pt x="233" y="738"/>
                </a:lnTo>
                <a:lnTo>
                  <a:pt x="231" y="738"/>
                </a:lnTo>
                <a:lnTo>
                  <a:pt x="230" y="738"/>
                </a:lnTo>
                <a:lnTo>
                  <a:pt x="230" y="737"/>
                </a:lnTo>
                <a:lnTo>
                  <a:pt x="229" y="737"/>
                </a:lnTo>
                <a:lnTo>
                  <a:pt x="229" y="736"/>
                </a:lnTo>
                <a:lnTo>
                  <a:pt x="228" y="736"/>
                </a:lnTo>
                <a:lnTo>
                  <a:pt x="228" y="735"/>
                </a:lnTo>
                <a:lnTo>
                  <a:pt x="227" y="735"/>
                </a:lnTo>
                <a:lnTo>
                  <a:pt x="227" y="734"/>
                </a:lnTo>
                <a:lnTo>
                  <a:pt x="227" y="733"/>
                </a:lnTo>
                <a:lnTo>
                  <a:pt x="228" y="733"/>
                </a:lnTo>
                <a:lnTo>
                  <a:pt x="227" y="733"/>
                </a:lnTo>
                <a:lnTo>
                  <a:pt x="227" y="732"/>
                </a:lnTo>
                <a:lnTo>
                  <a:pt x="226" y="732"/>
                </a:lnTo>
                <a:lnTo>
                  <a:pt x="226" y="731"/>
                </a:lnTo>
                <a:lnTo>
                  <a:pt x="225" y="730"/>
                </a:lnTo>
                <a:lnTo>
                  <a:pt x="224" y="730"/>
                </a:lnTo>
                <a:lnTo>
                  <a:pt x="224" y="731"/>
                </a:lnTo>
                <a:lnTo>
                  <a:pt x="224" y="730"/>
                </a:lnTo>
                <a:lnTo>
                  <a:pt x="223" y="730"/>
                </a:lnTo>
                <a:lnTo>
                  <a:pt x="223" y="731"/>
                </a:lnTo>
                <a:lnTo>
                  <a:pt x="222" y="731"/>
                </a:lnTo>
                <a:lnTo>
                  <a:pt x="222" y="730"/>
                </a:lnTo>
                <a:lnTo>
                  <a:pt x="222" y="729"/>
                </a:lnTo>
                <a:lnTo>
                  <a:pt x="221" y="729"/>
                </a:lnTo>
                <a:lnTo>
                  <a:pt x="220" y="729"/>
                </a:lnTo>
                <a:lnTo>
                  <a:pt x="220" y="730"/>
                </a:lnTo>
                <a:lnTo>
                  <a:pt x="219" y="730"/>
                </a:lnTo>
                <a:lnTo>
                  <a:pt x="219" y="731"/>
                </a:lnTo>
                <a:lnTo>
                  <a:pt x="218" y="731"/>
                </a:lnTo>
                <a:lnTo>
                  <a:pt x="217" y="731"/>
                </a:lnTo>
                <a:lnTo>
                  <a:pt x="217" y="732"/>
                </a:lnTo>
                <a:lnTo>
                  <a:pt x="217" y="733"/>
                </a:lnTo>
                <a:lnTo>
                  <a:pt x="217" y="734"/>
                </a:lnTo>
                <a:lnTo>
                  <a:pt x="216" y="734"/>
                </a:lnTo>
                <a:lnTo>
                  <a:pt x="215" y="734"/>
                </a:lnTo>
                <a:lnTo>
                  <a:pt x="214" y="734"/>
                </a:lnTo>
                <a:lnTo>
                  <a:pt x="214" y="733"/>
                </a:lnTo>
                <a:lnTo>
                  <a:pt x="213" y="733"/>
                </a:lnTo>
                <a:lnTo>
                  <a:pt x="213" y="732"/>
                </a:lnTo>
                <a:lnTo>
                  <a:pt x="212" y="732"/>
                </a:lnTo>
                <a:lnTo>
                  <a:pt x="211" y="732"/>
                </a:lnTo>
                <a:lnTo>
                  <a:pt x="210" y="732"/>
                </a:lnTo>
                <a:lnTo>
                  <a:pt x="210" y="731"/>
                </a:lnTo>
                <a:lnTo>
                  <a:pt x="209" y="731"/>
                </a:lnTo>
                <a:lnTo>
                  <a:pt x="208" y="731"/>
                </a:lnTo>
                <a:lnTo>
                  <a:pt x="208" y="730"/>
                </a:lnTo>
                <a:lnTo>
                  <a:pt x="207" y="730"/>
                </a:lnTo>
                <a:lnTo>
                  <a:pt x="205" y="730"/>
                </a:lnTo>
                <a:lnTo>
                  <a:pt x="204" y="730"/>
                </a:lnTo>
                <a:lnTo>
                  <a:pt x="203" y="729"/>
                </a:lnTo>
                <a:lnTo>
                  <a:pt x="202" y="729"/>
                </a:lnTo>
                <a:lnTo>
                  <a:pt x="201" y="729"/>
                </a:lnTo>
                <a:lnTo>
                  <a:pt x="200" y="729"/>
                </a:lnTo>
                <a:lnTo>
                  <a:pt x="200" y="728"/>
                </a:lnTo>
                <a:lnTo>
                  <a:pt x="199" y="728"/>
                </a:lnTo>
                <a:lnTo>
                  <a:pt x="199" y="727"/>
                </a:lnTo>
                <a:lnTo>
                  <a:pt x="198" y="727"/>
                </a:lnTo>
                <a:lnTo>
                  <a:pt x="197" y="727"/>
                </a:lnTo>
                <a:lnTo>
                  <a:pt x="197" y="726"/>
                </a:lnTo>
                <a:lnTo>
                  <a:pt x="196" y="726"/>
                </a:lnTo>
                <a:lnTo>
                  <a:pt x="196" y="725"/>
                </a:lnTo>
                <a:lnTo>
                  <a:pt x="195" y="725"/>
                </a:lnTo>
                <a:lnTo>
                  <a:pt x="194" y="725"/>
                </a:lnTo>
                <a:lnTo>
                  <a:pt x="193" y="725"/>
                </a:lnTo>
                <a:lnTo>
                  <a:pt x="192" y="725"/>
                </a:lnTo>
                <a:lnTo>
                  <a:pt x="192" y="726"/>
                </a:lnTo>
                <a:lnTo>
                  <a:pt x="192" y="727"/>
                </a:lnTo>
                <a:lnTo>
                  <a:pt x="191" y="727"/>
                </a:lnTo>
                <a:lnTo>
                  <a:pt x="190" y="727"/>
                </a:lnTo>
                <a:lnTo>
                  <a:pt x="189" y="727"/>
                </a:lnTo>
                <a:lnTo>
                  <a:pt x="189" y="728"/>
                </a:lnTo>
                <a:lnTo>
                  <a:pt x="189" y="729"/>
                </a:lnTo>
                <a:lnTo>
                  <a:pt x="188" y="730"/>
                </a:lnTo>
                <a:lnTo>
                  <a:pt x="188" y="729"/>
                </a:lnTo>
                <a:lnTo>
                  <a:pt x="187" y="729"/>
                </a:lnTo>
                <a:lnTo>
                  <a:pt x="186" y="729"/>
                </a:lnTo>
                <a:lnTo>
                  <a:pt x="186" y="731"/>
                </a:lnTo>
                <a:lnTo>
                  <a:pt x="185" y="731"/>
                </a:lnTo>
                <a:lnTo>
                  <a:pt x="184" y="731"/>
                </a:lnTo>
                <a:lnTo>
                  <a:pt x="184" y="732"/>
                </a:lnTo>
                <a:lnTo>
                  <a:pt x="184" y="733"/>
                </a:lnTo>
                <a:lnTo>
                  <a:pt x="184" y="734"/>
                </a:lnTo>
                <a:lnTo>
                  <a:pt x="183" y="733"/>
                </a:lnTo>
                <a:lnTo>
                  <a:pt x="182" y="733"/>
                </a:lnTo>
                <a:lnTo>
                  <a:pt x="181" y="732"/>
                </a:lnTo>
                <a:lnTo>
                  <a:pt x="180" y="732"/>
                </a:lnTo>
                <a:lnTo>
                  <a:pt x="180" y="731"/>
                </a:lnTo>
                <a:lnTo>
                  <a:pt x="178" y="731"/>
                </a:lnTo>
                <a:lnTo>
                  <a:pt x="177" y="730"/>
                </a:lnTo>
                <a:lnTo>
                  <a:pt x="176" y="730"/>
                </a:lnTo>
                <a:lnTo>
                  <a:pt x="176" y="729"/>
                </a:lnTo>
                <a:lnTo>
                  <a:pt x="175" y="729"/>
                </a:lnTo>
                <a:lnTo>
                  <a:pt x="174" y="729"/>
                </a:lnTo>
                <a:lnTo>
                  <a:pt x="173" y="729"/>
                </a:lnTo>
                <a:lnTo>
                  <a:pt x="173" y="730"/>
                </a:lnTo>
                <a:lnTo>
                  <a:pt x="172" y="730"/>
                </a:lnTo>
                <a:lnTo>
                  <a:pt x="171" y="730"/>
                </a:lnTo>
                <a:lnTo>
                  <a:pt x="171" y="729"/>
                </a:lnTo>
                <a:lnTo>
                  <a:pt x="170" y="729"/>
                </a:lnTo>
                <a:lnTo>
                  <a:pt x="170" y="728"/>
                </a:lnTo>
                <a:lnTo>
                  <a:pt x="170" y="729"/>
                </a:lnTo>
                <a:lnTo>
                  <a:pt x="169" y="728"/>
                </a:lnTo>
                <a:lnTo>
                  <a:pt x="168" y="728"/>
                </a:lnTo>
                <a:lnTo>
                  <a:pt x="167" y="728"/>
                </a:lnTo>
                <a:lnTo>
                  <a:pt x="166" y="728"/>
                </a:lnTo>
                <a:lnTo>
                  <a:pt x="165" y="728"/>
                </a:lnTo>
                <a:lnTo>
                  <a:pt x="164" y="728"/>
                </a:lnTo>
                <a:lnTo>
                  <a:pt x="163" y="728"/>
                </a:lnTo>
                <a:lnTo>
                  <a:pt x="162" y="728"/>
                </a:lnTo>
                <a:lnTo>
                  <a:pt x="161" y="728"/>
                </a:lnTo>
                <a:lnTo>
                  <a:pt x="160" y="728"/>
                </a:lnTo>
                <a:lnTo>
                  <a:pt x="159" y="728"/>
                </a:lnTo>
                <a:lnTo>
                  <a:pt x="159" y="729"/>
                </a:lnTo>
                <a:lnTo>
                  <a:pt x="158" y="729"/>
                </a:lnTo>
                <a:lnTo>
                  <a:pt x="158" y="730"/>
                </a:lnTo>
                <a:lnTo>
                  <a:pt x="158" y="731"/>
                </a:lnTo>
                <a:lnTo>
                  <a:pt x="157" y="732"/>
                </a:lnTo>
                <a:lnTo>
                  <a:pt x="157" y="731"/>
                </a:lnTo>
                <a:lnTo>
                  <a:pt x="156" y="731"/>
                </a:lnTo>
                <a:lnTo>
                  <a:pt x="156" y="730"/>
                </a:lnTo>
                <a:lnTo>
                  <a:pt x="156" y="729"/>
                </a:lnTo>
                <a:lnTo>
                  <a:pt x="155" y="728"/>
                </a:lnTo>
                <a:lnTo>
                  <a:pt x="154" y="728"/>
                </a:lnTo>
                <a:lnTo>
                  <a:pt x="153" y="728"/>
                </a:lnTo>
                <a:lnTo>
                  <a:pt x="152" y="728"/>
                </a:lnTo>
                <a:lnTo>
                  <a:pt x="152" y="729"/>
                </a:lnTo>
                <a:lnTo>
                  <a:pt x="152" y="728"/>
                </a:lnTo>
                <a:lnTo>
                  <a:pt x="151" y="729"/>
                </a:lnTo>
                <a:lnTo>
                  <a:pt x="151" y="728"/>
                </a:lnTo>
                <a:lnTo>
                  <a:pt x="150" y="728"/>
                </a:lnTo>
                <a:lnTo>
                  <a:pt x="149" y="728"/>
                </a:lnTo>
                <a:lnTo>
                  <a:pt x="148" y="728"/>
                </a:lnTo>
                <a:lnTo>
                  <a:pt x="147" y="728"/>
                </a:lnTo>
                <a:lnTo>
                  <a:pt x="147" y="729"/>
                </a:lnTo>
                <a:lnTo>
                  <a:pt x="147" y="728"/>
                </a:lnTo>
                <a:lnTo>
                  <a:pt x="146" y="728"/>
                </a:lnTo>
                <a:lnTo>
                  <a:pt x="145" y="728"/>
                </a:lnTo>
                <a:lnTo>
                  <a:pt x="144" y="727"/>
                </a:lnTo>
                <a:lnTo>
                  <a:pt x="143" y="726"/>
                </a:lnTo>
                <a:lnTo>
                  <a:pt x="141" y="725"/>
                </a:lnTo>
                <a:lnTo>
                  <a:pt x="140" y="725"/>
                </a:lnTo>
                <a:lnTo>
                  <a:pt x="139" y="726"/>
                </a:lnTo>
                <a:lnTo>
                  <a:pt x="138" y="726"/>
                </a:lnTo>
                <a:lnTo>
                  <a:pt x="137" y="726"/>
                </a:lnTo>
                <a:lnTo>
                  <a:pt x="136" y="726"/>
                </a:lnTo>
                <a:lnTo>
                  <a:pt x="136" y="725"/>
                </a:lnTo>
                <a:lnTo>
                  <a:pt x="135" y="725"/>
                </a:lnTo>
                <a:lnTo>
                  <a:pt x="134" y="724"/>
                </a:lnTo>
                <a:lnTo>
                  <a:pt x="132" y="723"/>
                </a:lnTo>
                <a:lnTo>
                  <a:pt x="131" y="723"/>
                </a:lnTo>
                <a:lnTo>
                  <a:pt x="131" y="722"/>
                </a:lnTo>
                <a:lnTo>
                  <a:pt x="130" y="721"/>
                </a:lnTo>
                <a:lnTo>
                  <a:pt x="129" y="721"/>
                </a:lnTo>
                <a:lnTo>
                  <a:pt x="128" y="721"/>
                </a:lnTo>
                <a:lnTo>
                  <a:pt x="128" y="720"/>
                </a:lnTo>
                <a:lnTo>
                  <a:pt x="127" y="719"/>
                </a:lnTo>
                <a:lnTo>
                  <a:pt x="126" y="718"/>
                </a:lnTo>
                <a:lnTo>
                  <a:pt x="125" y="717"/>
                </a:lnTo>
                <a:lnTo>
                  <a:pt x="124" y="717"/>
                </a:lnTo>
                <a:lnTo>
                  <a:pt x="123" y="717"/>
                </a:lnTo>
                <a:lnTo>
                  <a:pt x="123" y="716"/>
                </a:lnTo>
                <a:lnTo>
                  <a:pt x="122" y="716"/>
                </a:lnTo>
                <a:lnTo>
                  <a:pt x="122" y="715"/>
                </a:lnTo>
                <a:lnTo>
                  <a:pt x="121" y="715"/>
                </a:lnTo>
                <a:lnTo>
                  <a:pt x="121" y="714"/>
                </a:lnTo>
                <a:lnTo>
                  <a:pt x="120" y="714"/>
                </a:lnTo>
                <a:lnTo>
                  <a:pt x="119" y="714"/>
                </a:lnTo>
                <a:lnTo>
                  <a:pt x="119" y="713"/>
                </a:lnTo>
                <a:lnTo>
                  <a:pt x="118" y="713"/>
                </a:lnTo>
                <a:lnTo>
                  <a:pt x="117" y="713"/>
                </a:lnTo>
                <a:lnTo>
                  <a:pt x="116" y="713"/>
                </a:lnTo>
                <a:lnTo>
                  <a:pt x="116" y="712"/>
                </a:lnTo>
                <a:lnTo>
                  <a:pt x="115" y="712"/>
                </a:lnTo>
                <a:lnTo>
                  <a:pt x="115" y="711"/>
                </a:lnTo>
                <a:lnTo>
                  <a:pt x="114" y="711"/>
                </a:lnTo>
                <a:lnTo>
                  <a:pt x="114" y="710"/>
                </a:lnTo>
                <a:lnTo>
                  <a:pt x="113" y="710"/>
                </a:lnTo>
                <a:lnTo>
                  <a:pt x="113" y="711"/>
                </a:lnTo>
                <a:lnTo>
                  <a:pt x="112" y="711"/>
                </a:lnTo>
                <a:lnTo>
                  <a:pt x="111" y="711"/>
                </a:lnTo>
                <a:lnTo>
                  <a:pt x="110" y="711"/>
                </a:lnTo>
                <a:lnTo>
                  <a:pt x="109" y="711"/>
                </a:lnTo>
                <a:lnTo>
                  <a:pt x="107" y="711"/>
                </a:lnTo>
                <a:lnTo>
                  <a:pt x="106" y="711"/>
                </a:lnTo>
                <a:lnTo>
                  <a:pt x="105" y="711"/>
                </a:lnTo>
                <a:lnTo>
                  <a:pt x="104" y="711"/>
                </a:lnTo>
                <a:lnTo>
                  <a:pt x="103" y="711"/>
                </a:lnTo>
                <a:lnTo>
                  <a:pt x="103" y="710"/>
                </a:lnTo>
                <a:lnTo>
                  <a:pt x="102" y="710"/>
                </a:lnTo>
                <a:lnTo>
                  <a:pt x="101" y="710"/>
                </a:lnTo>
                <a:lnTo>
                  <a:pt x="101" y="709"/>
                </a:lnTo>
                <a:lnTo>
                  <a:pt x="100" y="709"/>
                </a:lnTo>
                <a:lnTo>
                  <a:pt x="100" y="708"/>
                </a:lnTo>
                <a:lnTo>
                  <a:pt x="99" y="708"/>
                </a:lnTo>
                <a:lnTo>
                  <a:pt x="99" y="707"/>
                </a:lnTo>
                <a:lnTo>
                  <a:pt x="98" y="707"/>
                </a:lnTo>
                <a:lnTo>
                  <a:pt x="97" y="706"/>
                </a:lnTo>
                <a:lnTo>
                  <a:pt x="97" y="705"/>
                </a:lnTo>
                <a:lnTo>
                  <a:pt x="97" y="704"/>
                </a:lnTo>
                <a:lnTo>
                  <a:pt x="96" y="704"/>
                </a:lnTo>
                <a:lnTo>
                  <a:pt x="96" y="703"/>
                </a:lnTo>
                <a:lnTo>
                  <a:pt x="95" y="702"/>
                </a:lnTo>
                <a:lnTo>
                  <a:pt x="94" y="701"/>
                </a:lnTo>
                <a:lnTo>
                  <a:pt x="94" y="700"/>
                </a:lnTo>
                <a:lnTo>
                  <a:pt x="94" y="699"/>
                </a:lnTo>
                <a:lnTo>
                  <a:pt x="93" y="699"/>
                </a:lnTo>
                <a:lnTo>
                  <a:pt x="93" y="698"/>
                </a:lnTo>
                <a:lnTo>
                  <a:pt x="92" y="698"/>
                </a:lnTo>
                <a:lnTo>
                  <a:pt x="92" y="697"/>
                </a:lnTo>
                <a:lnTo>
                  <a:pt x="91" y="696"/>
                </a:lnTo>
                <a:lnTo>
                  <a:pt x="90" y="695"/>
                </a:lnTo>
                <a:lnTo>
                  <a:pt x="90" y="694"/>
                </a:lnTo>
                <a:lnTo>
                  <a:pt x="89" y="693"/>
                </a:lnTo>
                <a:lnTo>
                  <a:pt x="89" y="692"/>
                </a:lnTo>
                <a:lnTo>
                  <a:pt x="88" y="692"/>
                </a:lnTo>
                <a:lnTo>
                  <a:pt x="88" y="691"/>
                </a:lnTo>
                <a:lnTo>
                  <a:pt x="87" y="691"/>
                </a:lnTo>
                <a:lnTo>
                  <a:pt x="86" y="690"/>
                </a:lnTo>
                <a:lnTo>
                  <a:pt x="85" y="690"/>
                </a:lnTo>
                <a:lnTo>
                  <a:pt x="84" y="690"/>
                </a:lnTo>
                <a:lnTo>
                  <a:pt x="83" y="690"/>
                </a:lnTo>
                <a:lnTo>
                  <a:pt x="82" y="690"/>
                </a:lnTo>
                <a:lnTo>
                  <a:pt x="82" y="689"/>
                </a:lnTo>
                <a:lnTo>
                  <a:pt x="81" y="689"/>
                </a:lnTo>
                <a:lnTo>
                  <a:pt x="80" y="689"/>
                </a:lnTo>
                <a:lnTo>
                  <a:pt x="79" y="689"/>
                </a:lnTo>
                <a:lnTo>
                  <a:pt x="79" y="688"/>
                </a:lnTo>
                <a:lnTo>
                  <a:pt x="78" y="688"/>
                </a:lnTo>
                <a:lnTo>
                  <a:pt x="77" y="688"/>
                </a:lnTo>
                <a:lnTo>
                  <a:pt x="76" y="688"/>
                </a:lnTo>
                <a:lnTo>
                  <a:pt x="75" y="688"/>
                </a:lnTo>
                <a:lnTo>
                  <a:pt x="75" y="687"/>
                </a:lnTo>
                <a:lnTo>
                  <a:pt x="74" y="687"/>
                </a:lnTo>
                <a:lnTo>
                  <a:pt x="73" y="687"/>
                </a:lnTo>
                <a:lnTo>
                  <a:pt x="73" y="686"/>
                </a:lnTo>
                <a:lnTo>
                  <a:pt x="72" y="686"/>
                </a:lnTo>
                <a:lnTo>
                  <a:pt x="72" y="685"/>
                </a:lnTo>
                <a:lnTo>
                  <a:pt x="72" y="684"/>
                </a:lnTo>
                <a:lnTo>
                  <a:pt x="72" y="683"/>
                </a:lnTo>
                <a:lnTo>
                  <a:pt x="72" y="682"/>
                </a:lnTo>
                <a:lnTo>
                  <a:pt x="71" y="682"/>
                </a:lnTo>
                <a:lnTo>
                  <a:pt x="71" y="681"/>
                </a:lnTo>
                <a:lnTo>
                  <a:pt x="71" y="680"/>
                </a:lnTo>
                <a:lnTo>
                  <a:pt x="71" y="679"/>
                </a:lnTo>
                <a:lnTo>
                  <a:pt x="70" y="678"/>
                </a:lnTo>
                <a:lnTo>
                  <a:pt x="69" y="678"/>
                </a:lnTo>
                <a:lnTo>
                  <a:pt x="68" y="678"/>
                </a:lnTo>
                <a:lnTo>
                  <a:pt x="67" y="678"/>
                </a:lnTo>
                <a:lnTo>
                  <a:pt x="68" y="678"/>
                </a:lnTo>
                <a:lnTo>
                  <a:pt x="68" y="677"/>
                </a:lnTo>
                <a:lnTo>
                  <a:pt x="67" y="677"/>
                </a:lnTo>
                <a:lnTo>
                  <a:pt x="66" y="677"/>
                </a:lnTo>
                <a:lnTo>
                  <a:pt x="65" y="677"/>
                </a:lnTo>
                <a:lnTo>
                  <a:pt x="64" y="676"/>
                </a:lnTo>
                <a:lnTo>
                  <a:pt x="63" y="676"/>
                </a:lnTo>
                <a:lnTo>
                  <a:pt x="63" y="675"/>
                </a:lnTo>
                <a:lnTo>
                  <a:pt x="63" y="674"/>
                </a:lnTo>
                <a:lnTo>
                  <a:pt x="62" y="673"/>
                </a:lnTo>
                <a:lnTo>
                  <a:pt x="61" y="673"/>
                </a:lnTo>
                <a:lnTo>
                  <a:pt x="61" y="672"/>
                </a:lnTo>
                <a:lnTo>
                  <a:pt x="61" y="671"/>
                </a:lnTo>
                <a:lnTo>
                  <a:pt x="61" y="669"/>
                </a:lnTo>
                <a:lnTo>
                  <a:pt x="61" y="668"/>
                </a:lnTo>
                <a:lnTo>
                  <a:pt x="61" y="667"/>
                </a:lnTo>
                <a:lnTo>
                  <a:pt x="61" y="666"/>
                </a:lnTo>
                <a:lnTo>
                  <a:pt x="62" y="665"/>
                </a:lnTo>
                <a:lnTo>
                  <a:pt x="63" y="664"/>
                </a:lnTo>
                <a:lnTo>
                  <a:pt x="62" y="664"/>
                </a:lnTo>
                <a:lnTo>
                  <a:pt x="62" y="663"/>
                </a:lnTo>
                <a:lnTo>
                  <a:pt x="62" y="662"/>
                </a:lnTo>
                <a:lnTo>
                  <a:pt x="62" y="661"/>
                </a:lnTo>
                <a:lnTo>
                  <a:pt x="63" y="661"/>
                </a:lnTo>
                <a:lnTo>
                  <a:pt x="63" y="660"/>
                </a:lnTo>
                <a:lnTo>
                  <a:pt x="63" y="659"/>
                </a:lnTo>
                <a:lnTo>
                  <a:pt x="62" y="659"/>
                </a:lnTo>
                <a:lnTo>
                  <a:pt x="61" y="659"/>
                </a:lnTo>
                <a:lnTo>
                  <a:pt x="61" y="658"/>
                </a:lnTo>
                <a:lnTo>
                  <a:pt x="61" y="657"/>
                </a:lnTo>
                <a:lnTo>
                  <a:pt x="60" y="657"/>
                </a:lnTo>
                <a:lnTo>
                  <a:pt x="61" y="657"/>
                </a:lnTo>
                <a:lnTo>
                  <a:pt x="61" y="656"/>
                </a:lnTo>
                <a:lnTo>
                  <a:pt x="60" y="655"/>
                </a:lnTo>
                <a:lnTo>
                  <a:pt x="59" y="655"/>
                </a:lnTo>
                <a:lnTo>
                  <a:pt x="57" y="654"/>
                </a:lnTo>
                <a:lnTo>
                  <a:pt x="56" y="654"/>
                </a:lnTo>
                <a:lnTo>
                  <a:pt x="55" y="654"/>
                </a:lnTo>
                <a:lnTo>
                  <a:pt x="54" y="654"/>
                </a:lnTo>
                <a:lnTo>
                  <a:pt x="53" y="654"/>
                </a:lnTo>
                <a:lnTo>
                  <a:pt x="53" y="653"/>
                </a:lnTo>
                <a:lnTo>
                  <a:pt x="52" y="652"/>
                </a:lnTo>
                <a:lnTo>
                  <a:pt x="52" y="651"/>
                </a:lnTo>
                <a:lnTo>
                  <a:pt x="53" y="651"/>
                </a:lnTo>
                <a:lnTo>
                  <a:pt x="54" y="650"/>
                </a:lnTo>
                <a:lnTo>
                  <a:pt x="54" y="649"/>
                </a:lnTo>
                <a:lnTo>
                  <a:pt x="55" y="647"/>
                </a:lnTo>
                <a:lnTo>
                  <a:pt x="56" y="646"/>
                </a:lnTo>
                <a:lnTo>
                  <a:pt x="55" y="646"/>
                </a:lnTo>
                <a:lnTo>
                  <a:pt x="55" y="645"/>
                </a:lnTo>
                <a:lnTo>
                  <a:pt x="54" y="645"/>
                </a:lnTo>
                <a:lnTo>
                  <a:pt x="53" y="646"/>
                </a:lnTo>
                <a:lnTo>
                  <a:pt x="52" y="646"/>
                </a:lnTo>
                <a:lnTo>
                  <a:pt x="51" y="644"/>
                </a:lnTo>
                <a:lnTo>
                  <a:pt x="50" y="644"/>
                </a:lnTo>
                <a:lnTo>
                  <a:pt x="49" y="643"/>
                </a:lnTo>
                <a:lnTo>
                  <a:pt x="49" y="642"/>
                </a:lnTo>
                <a:lnTo>
                  <a:pt x="48" y="642"/>
                </a:lnTo>
                <a:lnTo>
                  <a:pt x="48" y="640"/>
                </a:lnTo>
                <a:lnTo>
                  <a:pt x="47" y="640"/>
                </a:lnTo>
                <a:lnTo>
                  <a:pt x="47" y="639"/>
                </a:lnTo>
                <a:lnTo>
                  <a:pt x="46" y="639"/>
                </a:lnTo>
                <a:lnTo>
                  <a:pt x="45" y="638"/>
                </a:lnTo>
                <a:lnTo>
                  <a:pt x="44" y="639"/>
                </a:lnTo>
                <a:lnTo>
                  <a:pt x="43" y="639"/>
                </a:lnTo>
                <a:lnTo>
                  <a:pt x="42" y="639"/>
                </a:lnTo>
                <a:lnTo>
                  <a:pt x="41" y="639"/>
                </a:lnTo>
                <a:lnTo>
                  <a:pt x="40" y="639"/>
                </a:lnTo>
                <a:lnTo>
                  <a:pt x="40" y="638"/>
                </a:lnTo>
                <a:lnTo>
                  <a:pt x="39" y="638"/>
                </a:lnTo>
                <a:lnTo>
                  <a:pt x="39" y="637"/>
                </a:lnTo>
                <a:lnTo>
                  <a:pt x="40" y="637"/>
                </a:lnTo>
                <a:lnTo>
                  <a:pt x="39" y="637"/>
                </a:lnTo>
                <a:lnTo>
                  <a:pt x="39" y="636"/>
                </a:lnTo>
                <a:lnTo>
                  <a:pt x="38" y="636"/>
                </a:lnTo>
                <a:lnTo>
                  <a:pt x="38" y="635"/>
                </a:lnTo>
                <a:lnTo>
                  <a:pt x="37" y="635"/>
                </a:lnTo>
                <a:lnTo>
                  <a:pt x="37" y="634"/>
                </a:lnTo>
                <a:lnTo>
                  <a:pt x="38" y="634"/>
                </a:lnTo>
                <a:lnTo>
                  <a:pt x="38" y="633"/>
                </a:lnTo>
                <a:lnTo>
                  <a:pt x="36" y="633"/>
                </a:lnTo>
                <a:lnTo>
                  <a:pt x="35" y="633"/>
                </a:lnTo>
                <a:lnTo>
                  <a:pt x="35" y="632"/>
                </a:lnTo>
                <a:lnTo>
                  <a:pt x="34" y="632"/>
                </a:lnTo>
                <a:lnTo>
                  <a:pt x="34" y="631"/>
                </a:lnTo>
                <a:lnTo>
                  <a:pt x="33" y="631"/>
                </a:lnTo>
                <a:lnTo>
                  <a:pt x="33" y="630"/>
                </a:lnTo>
                <a:lnTo>
                  <a:pt x="33" y="629"/>
                </a:lnTo>
                <a:lnTo>
                  <a:pt x="32" y="628"/>
                </a:lnTo>
                <a:lnTo>
                  <a:pt x="31" y="628"/>
                </a:lnTo>
                <a:lnTo>
                  <a:pt x="30" y="628"/>
                </a:lnTo>
                <a:lnTo>
                  <a:pt x="29" y="628"/>
                </a:lnTo>
                <a:lnTo>
                  <a:pt x="29" y="627"/>
                </a:lnTo>
                <a:lnTo>
                  <a:pt x="30" y="627"/>
                </a:lnTo>
                <a:lnTo>
                  <a:pt x="30" y="626"/>
                </a:lnTo>
                <a:lnTo>
                  <a:pt x="29" y="626"/>
                </a:lnTo>
                <a:lnTo>
                  <a:pt x="29" y="625"/>
                </a:lnTo>
                <a:lnTo>
                  <a:pt x="29" y="624"/>
                </a:lnTo>
                <a:lnTo>
                  <a:pt x="29" y="623"/>
                </a:lnTo>
                <a:lnTo>
                  <a:pt x="28" y="623"/>
                </a:lnTo>
                <a:lnTo>
                  <a:pt x="28" y="622"/>
                </a:lnTo>
                <a:lnTo>
                  <a:pt x="27" y="621"/>
                </a:lnTo>
                <a:lnTo>
                  <a:pt x="27" y="620"/>
                </a:lnTo>
                <a:lnTo>
                  <a:pt x="26" y="620"/>
                </a:lnTo>
                <a:lnTo>
                  <a:pt x="26" y="619"/>
                </a:lnTo>
                <a:lnTo>
                  <a:pt x="26" y="618"/>
                </a:lnTo>
                <a:lnTo>
                  <a:pt x="25" y="618"/>
                </a:lnTo>
                <a:lnTo>
                  <a:pt x="24" y="618"/>
                </a:lnTo>
                <a:lnTo>
                  <a:pt x="24" y="617"/>
                </a:lnTo>
                <a:lnTo>
                  <a:pt x="25" y="617"/>
                </a:lnTo>
                <a:lnTo>
                  <a:pt x="26" y="617"/>
                </a:lnTo>
                <a:lnTo>
                  <a:pt x="26" y="616"/>
                </a:lnTo>
                <a:lnTo>
                  <a:pt x="26" y="615"/>
                </a:lnTo>
                <a:lnTo>
                  <a:pt x="26" y="614"/>
                </a:lnTo>
                <a:lnTo>
                  <a:pt x="26" y="613"/>
                </a:lnTo>
                <a:lnTo>
                  <a:pt x="26" y="612"/>
                </a:lnTo>
                <a:lnTo>
                  <a:pt x="26" y="611"/>
                </a:lnTo>
                <a:lnTo>
                  <a:pt x="27" y="611"/>
                </a:lnTo>
                <a:lnTo>
                  <a:pt x="28" y="611"/>
                </a:lnTo>
                <a:lnTo>
                  <a:pt x="28" y="610"/>
                </a:lnTo>
                <a:lnTo>
                  <a:pt x="29" y="610"/>
                </a:lnTo>
                <a:lnTo>
                  <a:pt x="30" y="609"/>
                </a:lnTo>
                <a:lnTo>
                  <a:pt x="30" y="608"/>
                </a:lnTo>
                <a:lnTo>
                  <a:pt x="30" y="607"/>
                </a:lnTo>
                <a:lnTo>
                  <a:pt x="32" y="607"/>
                </a:lnTo>
                <a:lnTo>
                  <a:pt x="33" y="607"/>
                </a:lnTo>
                <a:lnTo>
                  <a:pt x="33" y="608"/>
                </a:lnTo>
                <a:lnTo>
                  <a:pt x="36" y="608"/>
                </a:lnTo>
                <a:lnTo>
                  <a:pt x="37" y="608"/>
                </a:lnTo>
                <a:lnTo>
                  <a:pt x="37" y="607"/>
                </a:lnTo>
                <a:lnTo>
                  <a:pt x="36" y="607"/>
                </a:lnTo>
                <a:lnTo>
                  <a:pt x="36" y="606"/>
                </a:lnTo>
                <a:lnTo>
                  <a:pt x="37" y="606"/>
                </a:lnTo>
                <a:lnTo>
                  <a:pt x="37" y="605"/>
                </a:lnTo>
                <a:lnTo>
                  <a:pt x="38" y="605"/>
                </a:lnTo>
                <a:lnTo>
                  <a:pt x="39" y="605"/>
                </a:lnTo>
                <a:lnTo>
                  <a:pt x="40" y="605"/>
                </a:lnTo>
                <a:lnTo>
                  <a:pt x="41" y="605"/>
                </a:lnTo>
                <a:lnTo>
                  <a:pt x="41" y="604"/>
                </a:lnTo>
                <a:lnTo>
                  <a:pt x="42" y="604"/>
                </a:lnTo>
                <a:lnTo>
                  <a:pt x="43" y="603"/>
                </a:lnTo>
                <a:lnTo>
                  <a:pt x="43" y="602"/>
                </a:lnTo>
                <a:lnTo>
                  <a:pt x="43" y="601"/>
                </a:lnTo>
                <a:lnTo>
                  <a:pt x="42" y="601"/>
                </a:lnTo>
                <a:lnTo>
                  <a:pt x="42" y="600"/>
                </a:lnTo>
                <a:lnTo>
                  <a:pt x="43" y="600"/>
                </a:lnTo>
                <a:lnTo>
                  <a:pt x="43" y="599"/>
                </a:lnTo>
                <a:lnTo>
                  <a:pt x="44" y="599"/>
                </a:lnTo>
                <a:lnTo>
                  <a:pt x="44" y="598"/>
                </a:lnTo>
                <a:lnTo>
                  <a:pt x="44" y="597"/>
                </a:lnTo>
                <a:lnTo>
                  <a:pt x="44" y="596"/>
                </a:lnTo>
                <a:lnTo>
                  <a:pt x="44" y="595"/>
                </a:lnTo>
                <a:lnTo>
                  <a:pt x="45" y="595"/>
                </a:lnTo>
                <a:lnTo>
                  <a:pt x="45" y="594"/>
                </a:lnTo>
                <a:lnTo>
                  <a:pt x="45" y="593"/>
                </a:lnTo>
                <a:lnTo>
                  <a:pt x="45" y="592"/>
                </a:lnTo>
                <a:lnTo>
                  <a:pt x="45" y="591"/>
                </a:lnTo>
                <a:lnTo>
                  <a:pt x="45" y="590"/>
                </a:lnTo>
                <a:lnTo>
                  <a:pt x="44" y="590"/>
                </a:lnTo>
                <a:lnTo>
                  <a:pt x="44" y="589"/>
                </a:lnTo>
                <a:lnTo>
                  <a:pt x="44" y="588"/>
                </a:lnTo>
                <a:lnTo>
                  <a:pt x="44" y="587"/>
                </a:lnTo>
                <a:lnTo>
                  <a:pt x="45" y="587"/>
                </a:lnTo>
                <a:lnTo>
                  <a:pt x="46" y="587"/>
                </a:lnTo>
                <a:lnTo>
                  <a:pt x="46" y="586"/>
                </a:lnTo>
                <a:lnTo>
                  <a:pt x="47" y="586"/>
                </a:lnTo>
                <a:lnTo>
                  <a:pt x="47" y="585"/>
                </a:lnTo>
                <a:lnTo>
                  <a:pt x="48" y="585"/>
                </a:lnTo>
                <a:lnTo>
                  <a:pt x="48" y="584"/>
                </a:lnTo>
                <a:lnTo>
                  <a:pt x="49" y="584"/>
                </a:lnTo>
                <a:lnTo>
                  <a:pt x="49" y="583"/>
                </a:lnTo>
                <a:lnTo>
                  <a:pt x="49" y="582"/>
                </a:lnTo>
                <a:lnTo>
                  <a:pt x="48" y="582"/>
                </a:lnTo>
                <a:lnTo>
                  <a:pt x="48" y="581"/>
                </a:lnTo>
                <a:lnTo>
                  <a:pt x="48" y="580"/>
                </a:lnTo>
                <a:lnTo>
                  <a:pt x="47" y="580"/>
                </a:lnTo>
                <a:lnTo>
                  <a:pt x="46" y="580"/>
                </a:lnTo>
                <a:lnTo>
                  <a:pt x="45" y="580"/>
                </a:lnTo>
                <a:lnTo>
                  <a:pt x="44" y="579"/>
                </a:lnTo>
                <a:lnTo>
                  <a:pt x="44" y="578"/>
                </a:lnTo>
                <a:lnTo>
                  <a:pt x="44" y="577"/>
                </a:lnTo>
                <a:lnTo>
                  <a:pt x="43" y="577"/>
                </a:lnTo>
                <a:lnTo>
                  <a:pt x="42" y="576"/>
                </a:lnTo>
                <a:lnTo>
                  <a:pt x="41" y="576"/>
                </a:lnTo>
                <a:lnTo>
                  <a:pt x="41" y="575"/>
                </a:lnTo>
                <a:lnTo>
                  <a:pt x="42" y="575"/>
                </a:lnTo>
                <a:lnTo>
                  <a:pt x="42" y="574"/>
                </a:lnTo>
                <a:lnTo>
                  <a:pt x="42" y="573"/>
                </a:lnTo>
                <a:lnTo>
                  <a:pt x="43" y="573"/>
                </a:lnTo>
                <a:lnTo>
                  <a:pt x="44" y="572"/>
                </a:lnTo>
                <a:lnTo>
                  <a:pt x="44" y="571"/>
                </a:lnTo>
                <a:lnTo>
                  <a:pt x="43" y="571"/>
                </a:lnTo>
                <a:lnTo>
                  <a:pt x="44" y="570"/>
                </a:lnTo>
                <a:lnTo>
                  <a:pt x="43" y="569"/>
                </a:lnTo>
                <a:lnTo>
                  <a:pt x="44" y="569"/>
                </a:lnTo>
                <a:lnTo>
                  <a:pt x="44" y="568"/>
                </a:lnTo>
                <a:lnTo>
                  <a:pt x="43" y="568"/>
                </a:lnTo>
                <a:lnTo>
                  <a:pt x="43" y="567"/>
                </a:lnTo>
                <a:lnTo>
                  <a:pt x="42" y="566"/>
                </a:lnTo>
                <a:lnTo>
                  <a:pt x="43" y="566"/>
                </a:lnTo>
                <a:lnTo>
                  <a:pt x="43" y="565"/>
                </a:lnTo>
                <a:lnTo>
                  <a:pt x="43" y="564"/>
                </a:lnTo>
                <a:lnTo>
                  <a:pt x="43" y="563"/>
                </a:lnTo>
                <a:lnTo>
                  <a:pt x="43" y="562"/>
                </a:lnTo>
                <a:lnTo>
                  <a:pt x="43" y="561"/>
                </a:lnTo>
                <a:lnTo>
                  <a:pt x="43" y="560"/>
                </a:lnTo>
                <a:lnTo>
                  <a:pt x="43" y="559"/>
                </a:lnTo>
                <a:lnTo>
                  <a:pt x="42" y="558"/>
                </a:lnTo>
                <a:lnTo>
                  <a:pt x="43" y="558"/>
                </a:lnTo>
                <a:lnTo>
                  <a:pt x="43" y="557"/>
                </a:lnTo>
                <a:lnTo>
                  <a:pt x="42" y="557"/>
                </a:lnTo>
                <a:lnTo>
                  <a:pt x="42" y="556"/>
                </a:lnTo>
                <a:lnTo>
                  <a:pt x="41" y="556"/>
                </a:lnTo>
                <a:lnTo>
                  <a:pt x="41" y="555"/>
                </a:lnTo>
                <a:lnTo>
                  <a:pt x="40" y="555"/>
                </a:lnTo>
                <a:lnTo>
                  <a:pt x="39" y="554"/>
                </a:lnTo>
                <a:lnTo>
                  <a:pt x="39" y="553"/>
                </a:lnTo>
                <a:lnTo>
                  <a:pt x="39" y="552"/>
                </a:lnTo>
                <a:lnTo>
                  <a:pt x="40" y="551"/>
                </a:lnTo>
                <a:lnTo>
                  <a:pt x="41" y="551"/>
                </a:lnTo>
                <a:lnTo>
                  <a:pt x="41" y="550"/>
                </a:lnTo>
                <a:lnTo>
                  <a:pt x="41" y="549"/>
                </a:lnTo>
                <a:lnTo>
                  <a:pt x="41" y="548"/>
                </a:lnTo>
                <a:lnTo>
                  <a:pt x="40" y="547"/>
                </a:lnTo>
                <a:lnTo>
                  <a:pt x="40" y="546"/>
                </a:lnTo>
                <a:lnTo>
                  <a:pt x="39" y="546"/>
                </a:lnTo>
                <a:lnTo>
                  <a:pt x="39" y="547"/>
                </a:lnTo>
                <a:lnTo>
                  <a:pt x="38" y="547"/>
                </a:lnTo>
                <a:lnTo>
                  <a:pt x="38" y="546"/>
                </a:lnTo>
                <a:lnTo>
                  <a:pt x="37" y="546"/>
                </a:lnTo>
                <a:lnTo>
                  <a:pt x="36" y="546"/>
                </a:lnTo>
                <a:lnTo>
                  <a:pt x="35" y="546"/>
                </a:lnTo>
                <a:lnTo>
                  <a:pt x="35" y="545"/>
                </a:lnTo>
                <a:lnTo>
                  <a:pt x="35" y="544"/>
                </a:lnTo>
                <a:lnTo>
                  <a:pt x="34" y="544"/>
                </a:lnTo>
                <a:lnTo>
                  <a:pt x="34" y="543"/>
                </a:lnTo>
                <a:lnTo>
                  <a:pt x="35" y="542"/>
                </a:lnTo>
                <a:lnTo>
                  <a:pt x="35" y="541"/>
                </a:lnTo>
                <a:lnTo>
                  <a:pt x="34" y="540"/>
                </a:lnTo>
                <a:lnTo>
                  <a:pt x="34" y="539"/>
                </a:lnTo>
                <a:lnTo>
                  <a:pt x="33" y="539"/>
                </a:lnTo>
                <a:lnTo>
                  <a:pt x="34" y="538"/>
                </a:lnTo>
                <a:lnTo>
                  <a:pt x="35" y="538"/>
                </a:lnTo>
                <a:lnTo>
                  <a:pt x="35" y="537"/>
                </a:lnTo>
                <a:lnTo>
                  <a:pt x="34" y="537"/>
                </a:lnTo>
                <a:lnTo>
                  <a:pt x="34" y="536"/>
                </a:lnTo>
                <a:lnTo>
                  <a:pt x="34" y="535"/>
                </a:lnTo>
                <a:lnTo>
                  <a:pt x="35" y="535"/>
                </a:lnTo>
                <a:lnTo>
                  <a:pt x="36" y="535"/>
                </a:lnTo>
                <a:lnTo>
                  <a:pt x="38" y="535"/>
                </a:lnTo>
                <a:lnTo>
                  <a:pt x="38" y="534"/>
                </a:lnTo>
                <a:lnTo>
                  <a:pt x="38" y="533"/>
                </a:lnTo>
                <a:lnTo>
                  <a:pt x="40" y="534"/>
                </a:lnTo>
                <a:lnTo>
                  <a:pt x="41" y="534"/>
                </a:lnTo>
                <a:lnTo>
                  <a:pt x="42" y="533"/>
                </a:lnTo>
                <a:lnTo>
                  <a:pt x="42" y="532"/>
                </a:lnTo>
                <a:lnTo>
                  <a:pt x="42" y="531"/>
                </a:lnTo>
                <a:lnTo>
                  <a:pt x="43" y="530"/>
                </a:lnTo>
                <a:lnTo>
                  <a:pt x="44" y="530"/>
                </a:lnTo>
                <a:lnTo>
                  <a:pt x="44" y="529"/>
                </a:lnTo>
                <a:lnTo>
                  <a:pt x="44" y="528"/>
                </a:lnTo>
                <a:lnTo>
                  <a:pt x="44" y="527"/>
                </a:lnTo>
                <a:lnTo>
                  <a:pt x="45" y="527"/>
                </a:lnTo>
                <a:lnTo>
                  <a:pt x="46" y="527"/>
                </a:lnTo>
                <a:lnTo>
                  <a:pt x="47" y="527"/>
                </a:lnTo>
                <a:lnTo>
                  <a:pt x="47" y="526"/>
                </a:lnTo>
                <a:lnTo>
                  <a:pt x="48" y="526"/>
                </a:lnTo>
                <a:lnTo>
                  <a:pt x="49" y="525"/>
                </a:lnTo>
                <a:lnTo>
                  <a:pt x="48" y="525"/>
                </a:lnTo>
                <a:lnTo>
                  <a:pt x="47" y="525"/>
                </a:lnTo>
                <a:lnTo>
                  <a:pt x="47" y="524"/>
                </a:lnTo>
                <a:lnTo>
                  <a:pt x="47" y="523"/>
                </a:lnTo>
                <a:lnTo>
                  <a:pt x="47" y="522"/>
                </a:lnTo>
                <a:lnTo>
                  <a:pt x="46" y="521"/>
                </a:lnTo>
                <a:lnTo>
                  <a:pt x="46" y="520"/>
                </a:lnTo>
                <a:lnTo>
                  <a:pt x="45" y="520"/>
                </a:lnTo>
                <a:lnTo>
                  <a:pt x="44" y="519"/>
                </a:lnTo>
                <a:lnTo>
                  <a:pt x="43" y="519"/>
                </a:lnTo>
                <a:lnTo>
                  <a:pt x="42" y="519"/>
                </a:lnTo>
                <a:lnTo>
                  <a:pt x="43" y="518"/>
                </a:lnTo>
                <a:lnTo>
                  <a:pt x="44" y="518"/>
                </a:lnTo>
                <a:lnTo>
                  <a:pt x="44" y="517"/>
                </a:lnTo>
                <a:lnTo>
                  <a:pt x="43" y="517"/>
                </a:lnTo>
                <a:lnTo>
                  <a:pt x="43" y="515"/>
                </a:lnTo>
                <a:lnTo>
                  <a:pt x="43" y="514"/>
                </a:lnTo>
                <a:lnTo>
                  <a:pt x="44" y="514"/>
                </a:lnTo>
                <a:lnTo>
                  <a:pt x="43" y="514"/>
                </a:lnTo>
                <a:lnTo>
                  <a:pt x="43" y="513"/>
                </a:lnTo>
                <a:lnTo>
                  <a:pt x="42" y="513"/>
                </a:lnTo>
                <a:lnTo>
                  <a:pt x="41" y="512"/>
                </a:lnTo>
                <a:lnTo>
                  <a:pt x="40" y="512"/>
                </a:lnTo>
                <a:lnTo>
                  <a:pt x="39" y="512"/>
                </a:lnTo>
                <a:lnTo>
                  <a:pt x="38" y="512"/>
                </a:lnTo>
                <a:lnTo>
                  <a:pt x="37" y="513"/>
                </a:lnTo>
                <a:lnTo>
                  <a:pt x="36" y="514"/>
                </a:lnTo>
                <a:lnTo>
                  <a:pt x="35" y="513"/>
                </a:lnTo>
                <a:lnTo>
                  <a:pt x="34" y="514"/>
                </a:lnTo>
                <a:lnTo>
                  <a:pt x="33" y="513"/>
                </a:lnTo>
                <a:lnTo>
                  <a:pt x="33" y="512"/>
                </a:lnTo>
                <a:lnTo>
                  <a:pt x="32" y="512"/>
                </a:lnTo>
                <a:lnTo>
                  <a:pt x="31" y="512"/>
                </a:lnTo>
                <a:lnTo>
                  <a:pt x="31" y="513"/>
                </a:lnTo>
                <a:lnTo>
                  <a:pt x="31" y="514"/>
                </a:lnTo>
                <a:lnTo>
                  <a:pt x="30" y="514"/>
                </a:lnTo>
                <a:lnTo>
                  <a:pt x="29" y="514"/>
                </a:lnTo>
                <a:lnTo>
                  <a:pt x="28" y="515"/>
                </a:lnTo>
                <a:lnTo>
                  <a:pt x="28" y="517"/>
                </a:lnTo>
                <a:lnTo>
                  <a:pt x="27" y="517"/>
                </a:lnTo>
                <a:lnTo>
                  <a:pt x="26" y="517"/>
                </a:lnTo>
                <a:lnTo>
                  <a:pt x="26" y="518"/>
                </a:lnTo>
                <a:lnTo>
                  <a:pt x="26" y="517"/>
                </a:lnTo>
                <a:lnTo>
                  <a:pt x="25" y="517"/>
                </a:lnTo>
                <a:lnTo>
                  <a:pt x="24" y="518"/>
                </a:lnTo>
                <a:lnTo>
                  <a:pt x="23" y="518"/>
                </a:lnTo>
                <a:lnTo>
                  <a:pt x="23" y="517"/>
                </a:lnTo>
                <a:lnTo>
                  <a:pt x="23" y="515"/>
                </a:lnTo>
                <a:lnTo>
                  <a:pt x="20" y="515"/>
                </a:lnTo>
                <a:lnTo>
                  <a:pt x="19" y="515"/>
                </a:lnTo>
                <a:lnTo>
                  <a:pt x="18" y="515"/>
                </a:lnTo>
                <a:lnTo>
                  <a:pt x="18" y="514"/>
                </a:lnTo>
                <a:lnTo>
                  <a:pt x="19" y="513"/>
                </a:lnTo>
                <a:lnTo>
                  <a:pt x="18" y="513"/>
                </a:lnTo>
                <a:lnTo>
                  <a:pt x="17" y="513"/>
                </a:lnTo>
                <a:lnTo>
                  <a:pt x="17" y="512"/>
                </a:lnTo>
                <a:lnTo>
                  <a:pt x="16" y="511"/>
                </a:lnTo>
                <a:lnTo>
                  <a:pt x="16" y="510"/>
                </a:lnTo>
                <a:lnTo>
                  <a:pt x="16" y="509"/>
                </a:lnTo>
                <a:lnTo>
                  <a:pt x="17" y="509"/>
                </a:lnTo>
                <a:lnTo>
                  <a:pt x="17" y="508"/>
                </a:lnTo>
                <a:lnTo>
                  <a:pt x="17" y="507"/>
                </a:lnTo>
                <a:lnTo>
                  <a:pt x="17" y="505"/>
                </a:lnTo>
                <a:lnTo>
                  <a:pt x="18" y="504"/>
                </a:lnTo>
                <a:lnTo>
                  <a:pt x="18" y="503"/>
                </a:lnTo>
                <a:lnTo>
                  <a:pt x="18" y="502"/>
                </a:lnTo>
                <a:lnTo>
                  <a:pt x="17" y="502"/>
                </a:lnTo>
                <a:lnTo>
                  <a:pt x="17" y="501"/>
                </a:lnTo>
                <a:lnTo>
                  <a:pt x="17" y="500"/>
                </a:lnTo>
                <a:lnTo>
                  <a:pt x="18" y="500"/>
                </a:lnTo>
                <a:lnTo>
                  <a:pt x="19" y="499"/>
                </a:lnTo>
                <a:lnTo>
                  <a:pt x="19" y="498"/>
                </a:lnTo>
                <a:lnTo>
                  <a:pt x="19" y="497"/>
                </a:lnTo>
                <a:lnTo>
                  <a:pt x="18" y="496"/>
                </a:lnTo>
                <a:lnTo>
                  <a:pt x="19" y="496"/>
                </a:lnTo>
                <a:lnTo>
                  <a:pt x="19" y="495"/>
                </a:lnTo>
                <a:lnTo>
                  <a:pt x="19" y="494"/>
                </a:lnTo>
                <a:lnTo>
                  <a:pt x="20" y="493"/>
                </a:lnTo>
                <a:lnTo>
                  <a:pt x="20" y="492"/>
                </a:lnTo>
                <a:lnTo>
                  <a:pt x="19" y="492"/>
                </a:lnTo>
                <a:lnTo>
                  <a:pt x="19" y="491"/>
                </a:lnTo>
                <a:lnTo>
                  <a:pt x="19" y="490"/>
                </a:lnTo>
                <a:lnTo>
                  <a:pt x="19" y="489"/>
                </a:lnTo>
                <a:lnTo>
                  <a:pt x="18" y="489"/>
                </a:lnTo>
                <a:lnTo>
                  <a:pt x="18" y="488"/>
                </a:lnTo>
                <a:lnTo>
                  <a:pt x="17" y="488"/>
                </a:lnTo>
                <a:lnTo>
                  <a:pt x="16" y="488"/>
                </a:lnTo>
                <a:lnTo>
                  <a:pt x="14" y="488"/>
                </a:lnTo>
                <a:lnTo>
                  <a:pt x="14" y="487"/>
                </a:lnTo>
                <a:lnTo>
                  <a:pt x="13" y="487"/>
                </a:lnTo>
                <a:lnTo>
                  <a:pt x="12" y="486"/>
                </a:lnTo>
                <a:lnTo>
                  <a:pt x="11" y="486"/>
                </a:lnTo>
                <a:lnTo>
                  <a:pt x="11" y="485"/>
                </a:lnTo>
                <a:lnTo>
                  <a:pt x="10" y="484"/>
                </a:lnTo>
                <a:lnTo>
                  <a:pt x="10" y="483"/>
                </a:lnTo>
                <a:lnTo>
                  <a:pt x="10" y="482"/>
                </a:lnTo>
                <a:lnTo>
                  <a:pt x="9" y="482"/>
                </a:lnTo>
                <a:lnTo>
                  <a:pt x="9" y="481"/>
                </a:lnTo>
                <a:lnTo>
                  <a:pt x="8" y="480"/>
                </a:lnTo>
                <a:lnTo>
                  <a:pt x="8" y="479"/>
                </a:lnTo>
                <a:lnTo>
                  <a:pt x="7" y="478"/>
                </a:lnTo>
                <a:lnTo>
                  <a:pt x="7" y="477"/>
                </a:lnTo>
                <a:lnTo>
                  <a:pt x="6" y="477"/>
                </a:lnTo>
                <a:lnTo>
                  <a:pt x="6" y="476"/>
                </a:lnTo>
                <a:lnTo>
                  <a:pt x="5" y="476"/>
                </a:lnTo>
                <a:lnTo>
                  <a:pt x="4" y="476"/>
                </a:lnTo>
                <a:lnTo>
                  <a:pt x="5" y="474"/>
                </a:lnTo>
                <a:lnTo>
                  <a:pt x="6" y="474"/>
                </a:lnTo>
                <a:lnTo>
                  <a:pt x="7" y="473"/>
                </a:lnTo>
                <a:lnTo>
                  <a:pt x="8" y="473"/>
                </a:lnTo>
                <a:lnTo>
                  <a:pt x="8" y="472"/>
                </a:lnTo>
                <a:lnTo>
                  <a:pt x="9" y="472"/>
                </a:lnTo>
                <a:lnTo>
                  <a:pt x="10" y="471"/>
                </a:lnTo>
                <a:lnTo>
                  <a:pt x="11" y="471"/>
                </a:lnTo>
                <a:lnTo>
                  <a:pt x="12" y="471"/>
                </a:lnTo>
                <a:lnTo>
                  <a:pt x="12" y="470"/>
                </a:lnTo>
                <a:lnTo>
                  <a:pt x="13" y="470"/>
                </a:lnTo>
                <a:lnTo>
                  <a:pt x="13" y="469"/>
                </a:lnTo>
                <a:lnTo>
                  <a:pt x="13" y="468"/>
                </a:lnTo>
                <a:lnTo>
                  <a:pt x="12" y="468"/>
                </a:lnTo>
                <a:lnTo>
                  <a:pt x="11" y="469"/>
                </a:lnTo>
                <a:lnTo>
                  <a:pt x="10" y="469"/>
                </a:lnTo>
                <a:lnTo>
                  <a:pt x="10" y="468"/>
                </a:lnTo>
                <a:lnTo>
                  <a:pt x="9" y="468"/>
                </a:lnTo>
                <a:lnTo>
                  <a:pt x="9" y="467"/>
                </a:lnTo>
                <a:lnTo>
                  <a:pt x="9" y="466"/>
                </a:lnTo>
                <a:lnTo>
                  <a:pt x="10" y="466"/>
                </a:lnTo>
                <a:lnTo>
                  <a:pt x="10" y="465"/>
                </a:lnTo>
                <a:lnTo>
                  <a:pt x="10" y="464"/>
                </a:lnTo>
                <a:lnTo>
                  <a:pt x="11" y="464"/>
                </a:lnTo>
                <a:lnTo>
                  <a:pt x="11" y="463"/>
                </a:lnTo>
                <a:lnTo>
                  <a:pt x="11" y="462"/>
                </a:lnTo>
                <a:lnTo>
                  <a:pt x="11" y="461"/>
                </a:lnTo>
                <a:lnTo>
                  <a:pt x="10" y="461"/>
                </a:lnTo>
                <a:lnTo>
                  <a:pt x="10" y="460"/>
                </a:lnTo>
                <a:lnTo>
                  <a:pt x="10" y="459"/>
                </a:lnTo>
                <a:lnTo>
                  <a:pt x="10" y="458"/>
                </a:lnTo>
                <a:lnTo>
                  <a:pt x="11" y="458"/>
                </a:lnTo>
                <a:lnTo>
                  <a:pt x="12" y="458"/>
                </a:lnTo>
                <a:lnTo>
                  <a:pt x="13" y="458"/>
                </a:lnTo>
                <a:lnTo>
                  <a:pt x="14" y="458"/>
                </a:lnTo>
                <a:lnTo>
                  <a:pt x="15" y="458"/>
                </a:lnTo>
                <a:lnTo>
                  <a:pt x="16" y="457"/>
                </a:lnTo>
                <a:lnTo>
                  <a:pt x="17" y="457"/>
                </a:lnTo>
                <a:lnTo>
                  <a:pt x="19" y="457"/>
                </a:lnTo>
                <a:lnTo>
                  <a:pt x="20" y="456"/>
                </a:lnTo>
                <a:lnTo>
                  <a:pt x="20" y="455"/>
                </a:lnTo>
                <a:lnTo>
                  <a:pt x="21" y="455"/>
                </a:lnTo>
                <a:lnTo>
                  <a:pt x="22" y="454"/>
                </a:lnTo>
                <a:lnTo>
                  <a:pt x="22" y="453"/>
                </a:lnTo>
                <a:lnTo>
                  <a:pt x="23" y="453"/>
                </a:lnTo>
                <a:lnTo>
                  <a:pt x="24" y="452"/>
                </a:lnTo>
                <a:lnTo>
                  <a:pt x="25" y="452"/>
                </a:lnTo>
                <a:lnTo>
                  <a:pt x="26" y="452"/>
                </a:lnTo>
                <a:lnTo>
                  <a:pt x="27" y="452"/>
                </a:lnTo>
                <a:lnTo>
                  <a:pt x="28" y="452"/>
                </a:lnTo>
                <a:lnTo>
                  <a:pt x="29" y="453"/>
                </a:lnTo>
                <a:lnTo>
                  <a:pt x="30" y="453"/>
                </a:lnTo>
                <a:lnTo>
                  <a:pt x="30" y="452"/>
                </a:lnTo>
                <a:lnTo>
                  <a:pt x="31" y="452"/>
                </a:lnTo>
                <a:lnTo>
                  <a:pt x="31" y="451"/>
                </a:lnTo>
                <a:lnTo>
                  <a:pt x="31" y="450"/>
                </a:lnTo>
                <a:lnTo>
                  <a:pt x="32" y="450"/>
                </a:lnTo>
                <a:lnTo>
                  <a:pt x="32" y="449"/>
                </a:lnTo>
                <a:lnTo>
                  <a:pt x="33" y="449"/>
                </a:lnTo>
                <a:lnTo>
                  <a:pt x="33" y="448"/>
                </a:lnTo>
                <a:lnTo>
                  <a:pt x="34" y="448"/>
                </a:lnTo>
                <a:lnTo>
                  <a:pt x="34" y="447"/>
                </a:lnTo>
                <a:lnTo>
                  <a:pt x="34" y="446"/>
                </a:lnTo>
                <a:lnTo>
                  <a:pt x="35" y="446"/>
                </a:lnTo>
                <a:lnTo>
                  <a:pt x="35" y="447"/>
                </a:lnTo>
                <a:lnTo>
                  <a:pt x="35" y="446"/>
                </a:lnTo>
                <a:lnTo>
                  <a:pt x="35" y="445"/>
                </a:lnTo>
                <a:lnTo>
                  <a:pt x="36" y="445"/>
                </a:lnTo>
                <a:lnTo>
                  <a:pt x="37" y="445"/>
                </a:lnTo>
                <a:lnTo>
                  <a:pt x="38" y="445"/>
                </a:lnTo>
                <a:lnTo>
                  <a:pt x="37" y="444"/>
                </a:lnTo>
                <a:lnTo>
                  <a:pt x="36" y="444"/>
                </a:lnTo>
                <a:lnTo>
                  <a:pt x="36" y="443"/>
                </a:lnTo>
                <a:lnTo>
                  <a:pt x="36" y="442"/>
                </a:lnTo>
                <a:lnTo>
                  <a:pt x="35" y="442"/>
                </a:lnTo>
                <a:lnTo>
                  <a:pt x="34" y="442"/>
                </a:lnTo>
                <a:lnTo>
                  <a:pt x="33" y="442"/>
                </a:lnTo>
                <a:lnTo>
                  <a:pt x="31" y="442"/>
                </a:lnTo>
                <a:lnTo>
                  <a:pt x="32" y="441"/>
                </a:lnTo>
                <a:lnTo>
                  <a:pt x="32" y="440"/>
                </a:lnTo>
                <a:lnTo>
                  <a:pt x="31" y="440"/>
                </a:lnTo>
                <a:lnTo>
                  <a:pt x="31" y="439"/>
                </a:lnTo>
                <a:lnTo>
                  <a:pt x="31" y="438"/>
                </a:lnTo>
                <a:lnTo>
                  <a:pt x="31" y="437"/>
                </a:lnTo>
                <a:lnTo>
                  <a:pt x="31" y="436"/>
                </a:lnTo>
                <a:lnTo>
                  <a:pt x="31" y="435"/>
                </a:lnTo>
                <a:lnTo>
                  <a:pt x="32" y="435"/>
                </a:lnTo>
                <a:lnTo>
                  <a:pt x="32" y="434"/>
                </a:lnTo>
                <a:lnTo>
                  <a:pt x="32" y="433"/>
                </a:lnTo>
                <a:lnTo>
                  <a:pt x="33" y="433"/>
                </a:lnTo>
                <a:lnTo>
                  <a:pt x="34" y="433"/>
                </a:lnTo>
                <a:lnTo>
                  <a:pt x="35" y="433"/>
                </a:lnTo>
                <a:lnTo>
                  <a:pt x="36" y="433"/>
                </a:lnTo>
                <a:lnTo>
                  <a:pt x="37" y="433"/>
                </a:lnTo>
                <a:lnTo>
                  <a:pt x="37" y="432"/>
                </a:lnTo>
                <a:lnTo>
                  <a:pt x="38" y="432"/>
                </a:lnTo>
                <a:lnTo>
                  <a:pt x="38" y="431"/>
                </a:lnTo>
                <a:lnTo>
                  <a:pt x="37" y="431"/>
                </a:lnTo>
                <a:lnTo>
                  <a:pt x="37" y="430"/>
                </a:lnTo>
                <a:lnTo>
                  <a:pt x="36" y="430"/>
                </a:lnTo>
                <a:lnTo>
                  <a:pt x="36" y="429"/>
                </a:lnTo>
                <a:lnTo>
                  <a:pt x="35" y="429"/>
                </a:lnTo>
                <a:lnTo>
                  <a:pt x="35" y="428"/>
                </a:lnTo>
                <a:lnTo>
                  <a:pt x="35" y="427"/>
                </a:lnTo>
                <a:lnTo>
                  <a:pt x="34" y="426"/>
                </a:lnTo>
                <a:lnTo>
                  <a:pt x="34" y="425"/>
                </a:lnTo>
                <a:lnTo>
                  <a:pt x="33" y="425"/>
                </a:lnTo>
                <a:lnTo>
                  <a:pt x="34" y="425"/>
                </a:lnTo>
                <a:lnTo>
                  <a:pt x="34" y="424"/>
                </a:lnTo>
                <a:lnTo>
                  <a:pt x="35" y="424"/>
                </a:lnTo>
                <a:lnTo>
                  <a:pt x="36" y="424"/>
                </a:lnTo>
                <a:lnTo>
                  <a:pt x="36" y="423"/>
                </a:lnTo>
                <a:lnTo>
                  <a:pt x="36" y="422"/>
                </a:lnTo>
                <a:lnTo>
                  <a:pt x="36" y="421"/>
                </a:lnTo>
                <a:lnTo>
                  <a:pt x="36" y="420"/>
                </a:lnTo>
                <a:lnTo>
                  <a:pt x="36" y="419"/>
                </a:lnTo>
                <a:lnTo>
                  <a:pt x="35" y="419"/>
                </a:lnTo>
                <a:lnTo>
                  <a:pt x="36" y="419"/>
                </a:lnTo>
                <a:lnTo>
                  <a:pt x="36" y="418"/>
                </a:lnTo>
                <a:lnTo>
                  <a:pt x="35" y="418"/>
                </a:lnTo>
                <a:lnTo>
                  <a:pt x="35" y="417"/>
                </a:lnTo>
                <a:lnTo>
                  <a:pt x="36" y="416"/>
                </a:lnTo>
                <a:lnTo>
                  <a:pt x="36" y="415"/>
                </a:lnTo>
                <a:lnTo>
                  <a:pt x="36" y="414"/>
                </a:lnTo>
                <a:lnTo>
                  <a:pt x="36" y="413"/>
                </a:lnTo>
                <a:lnTo>
                  <a:pt x="36" y="412"/>
                </a:lnTo>
                <a:lnTo>
                  <a:pt x="37" y="412"/>
                </a:lnTo>
                <a:lnTo>
                  <a:pt x="37" y="411"/>
                </a:lnTo>
                <a:lnTo>
                  <a:pt x="38" y="411"/>
                </a:lnTo>
                <a:lnTo>
                  <a:pt x="38" y="412"/>
                </a:lnTo>
                <a:lnTo>
                  <a:pt x="39" y="412"/>
                </a:lnTo>
                <a:lnTo>
                  <a:pt x="39" y="411"/>
                </a:lnTo>
                <a:lnTo>
                  <a:pt x="39" y="410"/>
                </a:lnTo>
                <a:lnTo>
                  <a:pt x="39" y="409"/>
                </a:lnTo>
                <a:lnTo>
                  <a:pt x="38" y="409"/>
                </a:lnTo>
                <a:lnTo>
                  <a:pt x="38" y="408"/>
                </a:lnTo>
                <a:lnTo>
                  <a:pt x="38" y="407"/>
                </a:lnTo>
                <a:lnTo>
                  <a:pt x="39" y="406"/>
                </a:lnTo>
                <a:lnTo>
                  <a:pt x="40" y="405"/>
                </a:lnTo>
                <a:lnTo>
                  <a:pt x="40" y="404"/>
                </a:lnTo>
                <a:lnTo>
                  <a:pt x="39" y="404"/>
                </a:lnTo>
                <a:lnTo>
                  <a:pt x="39" y="403"/>
                </a:lnTo>
                <a:lnTo>
                  <a:pt x="40" y="403"/>
                </a:lnTo>
                <a:lnTo>
                  <a:pt x="41" y="402"/>
                </a:lnTo>
                <a:lnTo>
                  <a:pt x="41" y="401"/>
                </a:lnTo>
                <a:lnTo>
                  <a:pt x="42" y="401"/>
                </a:lnTo>
                <a:lnTo>
                  <a:pt x="41" y="401"/>
                </a:lnTo>
                <a:lnTo>
                  <a:pt x="41" y="400"/>
                </a:lnTo>
                <a:lnTo>
                  <a:pt x="40" y="400"/>
                </a:lnTo>
                <a:lnTo>
                  <a:pt x="39" y="400"/>
                </a:lnTo>
                <a:lnTo>
                  <a:pt x="38" y="400"/>
                </a:lnTo>
                <a:lnTo>
                  <a:pt x="37" y="400"/>
                </a:lnTo>
                <a:lnTo>
                  <a:pt x="36" y="400"/>
                </a:lnTo>
                <a:lnTo>
                  <a:pt x="36" y="401"/>
                </a:lnTo>
                <a:lnTo>
                  <a:pt x="36" y="400"/>
                </a:lnTo>
                <a:lnTo>
                  <a:pt x="35" y="400"/>
                </a:lnTo>
                <a:lnTo>
                  <a:pt x="34" y="400"/>
                </a:lnTo>
                <a:lnTo>
                  <a:pt x="33" y="401"/>
                </a:lnTo>
                <a:lnTo>
                  <a:pt x="32" y="401"/>
                </a:lnTo>
                <a:lnTo>
                  <a:pt x="30" y="401"/>
                </a:lnTo>
                <a:lnTo>
                  <a:pt x="29" y="401"/>
                </a:lnTo>
                <a:lnTo>
                  <a:pt x="28" y="401"/>
                </a:lnTo>
                <a:lnTo>
                  <a:pt x="27" y="401"/>
                </a:lnTo>
                <a:lnTo>
                  <a:pt x="26" y="401"/>
                </a:lnTo>
                <a:lnTo>
                  <a:pt x="25" y="401"/>
                </a:lnTo>
                <a:lnTo>
                  <a:pt x="25" y="400"/>
                </a:lnTo>
                <a:lnTo>
                  <a:pt x="23" y="400"/>
                </a:lnTo>
                <a:lnTo>
                  <a:pt x="21" y="400"/>
                </a:lnTo>
                <a:lnTo>
                  <a:pt x="20" y="400"/>
                </a:lnTo>
                <a:lnTo>
                  <a:pt x="19" y="400"/>
                </a:lnTo>
                <a:lnTo>
                  <a:pt x="18" y="400"/>
                </a:lnTo>
                <a:lnTo>
                  <a:pt x="17" y="400"/>
                </a:lnTo>
                <a:lnTo>
                  <a:pt x="16" y="400"/>
                </a:lnTo>
                <a:lnTo>
                  <a:pt x="15" y="400"/>
                </a:lnTo>
                <a:lnTo>
                  <a:pt x="15" y="399"/>
                </a:lnTo>
                <a:lnTo>
                  <a:pt x="14" y="399"/>
                </a:lnTo>
                <a:lnTo>
                  <a:pt x="13" y="399"/>
                </a:lnTo>
                <a:lnTo>
                  <a:pt x="13" y="398"/>
                </a:lnTo>
                <a:lnTo>
                  <a:pt x="14" y="398"/>
                </a:lnTo>
                <a:lnTo>
                  <a:pt x="15" y="398"/>
                </a:lnTo>
                <a:lnTo>
                  <a:pt x="16" y="398"/>
                </a:lnTo>
                <a:lnTo>
                  <a:pt x="15" y="397"/>
                </a:lnTo>
                <a:lnTo>
                  <a:pt x="14" y="397"/>
                </a:lnTo>
                <a:lnTo>
                  <a:pt x="12" y="396"/>
                </a:lnTo>
                <a:lnTo>
                  <a:pt x="11" y="396"/>
                </a:lnTo>
                <a:lnTo>
                  <a:pt x="10" y="396"/>
                </a:lnTo>
                <a:lnTo>
                  <a:pt x="10" y="395"/>
                </a:lnTo>
                <a:lnTo>
                  <a:pt x="9" y="395"/>
                </a:lnTo>
                <a:lnTo>
                  <a:pt x="8" y="395"/>
                </a:lnTo>
                <a:lnTo>
                  <a:pt x="7" y="395"/>
                </a:lnTo>
                <a:lnTo>
                  <a:pt x="6" y="395"/>
                </a:lnTo>
                <a:lnTo>
                  <a:pt x="5" y="394"/>
                </a:lnTo>
                <a:lnTo>
                  <a:pt x="4" y="394"/>
                </a:lnTo>
                <a:lnTo>
                  <a:pt x="4" y="393"/>
                </a:lnTo>
                <a:lnTo>
                  <a:pt x="3" y="393"/>
                </a:lnTo>
                <a:lnTo>
                  <a:pt x="2" y="393"/>
                </a:lnTo>
                <a:lnTo>
                  <a:pt x="2" y="392"/>
                </a:lnTo>
                <a:lnTo>
                  <a:pt x="2" y="391"/>
                </a:lnTo>
                <a:lnTo>
                  <a:pt x="2" y="390"/>
                </a:lnTo>
                <a:lnTo>
                  <a:pt x="3" y="390"/>
                </a:lnTo>
                <a:lnTo>
                  <a:pt x="3" y="389"/>
                </a:lnTo>
                <a:lnTo>
                  <a:pt x="3" y="388"/>
                </a:lnTo>
                <a:lnTo>
                  <a:pt x="2" y="388"/>
                </a:lnTo>
                <a:lnTo>
                  <a:pt x="2" y="387"/>
                </a:lnTo>
                <a:lnTo>
                  <a:pt x="2" y="386"/>
                </a:lnTo>
                <a:lnTo>
                  <a:pt x="2" y="385"/>
                </a:lnTo>
                <a:lnTo>
                  <a:pt x="2" y="384"/>
                </a:lnTo>
                <a:lnTo>
                  <a:pt x="3" y="384"/>
                </a:lnTo>
                <a:lnTo>
                  <a:pt x="2" y="384"/>
                </a:lnTo>
                <a:lnTo>
                  <a:pt x="2" y="383"/>
                </a:lnTo>
                <a:lnTo>
                  <a:pt x="2" y="382"/>
                </a:lnTo>
                <a:lnTo>
                  <a:pt x="1" y="382"/>
                </a:lnTo>
                <a:lnTo>
                  <a:pt x="0" y="382"/>
                </a:lnTo>
                <a:lnTo>
                  <a:pt x="0" y="381"/>
                </a:lnTo>
                <a:lnTo>
                  <a:pt x="0" y="380"/>
                </a:lnTo>
                <a:lnTo>
                  <a:pt x="0" y="379"/>
                </a:lnTo>
                <a:lnTo>
                  <a:pt x="1" y="379"/>
                </a:lnTo>
                <a:lnTo>
                  <a:pt x="1" y="378"/>
                </a:lnTo>
                <a:lnTo>
                  <a:pt x="2" y="378"/>
                </a:lnTo>
                <a:lnTo>
                  <a:pt x="3" y="378"/>
                </a:lnTo>
                <a:lnTo>
                  <a:pt x="3" y="379"/>
                </a:lnTo>
                <a:lnTo>
                  <a:pt x="4" y="379"/>
                </a:lnTo>
                <a:lnTo>
                  <a:pt x="4" y="380"/>
                </a:lnTo>
                <a:lnTo>
                  <a:pt x="5" y="380"/>
                </a:lnTo>
                <a:lnTo>
                  <a:pt x="6" y="380"/>
                </a:lnTo>
                <a:lnTo>
                  <a:pt x="7" y="380"/>
                </a:lnTo>
                <a:lnTo>
                  <a:pt x="8" y="380"/>
                </a:lnTo>
                <a:lnTo>
                  <a:pt x="9" y="380"/>
                </a:lnTo>
                <a:lnTo>
                  <a:pt x="10" y="380"/>
                </a:lnTo>
                <a:lnTo>
                  <a:pt x="11" y="380"/>
                </a:lnTo>
                <a:lnTo>
                  <a:pt x="12" y="380"/>
                </a:lnTo>
                <a:lnTo>
                  <a:pt x="13" y="380"/>
                </a:lnTo>
                <a:lnTo>
                  <a:pt x="14" y="380"/>
                </a:lnTo>
                <a:lnTo>
                  <a:pt x="15" y="380"/>
                </a:lnTo>
                <a:lnTo>
                  <a:pt x="16" y="379"/>
                </a:lnTo>
                <a:lnTo>
                  <a:pt x="17" y="379"/>
                </a:lnTo>
                <a:lnTo>
                  <a:pt x="18" y="379"/>
                </a:lnTo>
                <a:lnTo>
                  <a:pt x="20" y="379"/>
                </a:lnTo>
                <a:lnTo>
                  <a:pt x="21" y="379"/>
                </a:lnTo>
                <a:lnTo>
                  <a:pt x="21" y="378"/>
                </a:lnTo>
                <a:lnTo>
                  <a:pt x="22" y="378"/>
                </a:lnTo>
                <a:lnTo>
                  <a:pt x="22" y="377"/>
                </a:lnTo>
                <a:lnTo>
                  <a:pt x="23" y="377"/>
                </a:lnTo>
                <a:lnTo>
                  <a:pt x="24" y="377"/>
                </a:lnTo>
                <a:lnTo>
                  <a:pt x="25" y="376"/>
                </a:lnTo>
                <a:lnTo>
                  <a:pt x="25" y="375"/>
                </a:lnTo>
                <a:lnTo>
                  <a:pt x="26" y="375"/>
                </a:lnTo>
                <a:lnTo>
                  <a:pt x="27" y="375"/>
                </a:lnTo>
                <a:lnTo>
                  <a:pt x="27" y="374"/>
                </a:lnTo>
                <a:lnTo>
                  <a:pt x="28" y="374"/>
                </a:lnTo>
                <a:lnTo>
                  <a:pt x="28" y="373"/>
                </a:lnTo>
                <a:lnTo>
                  <a:pt x="29" y="373"/>
                </a:lnTo>
                <a:lnTo>
                  <a:pt x="30" y="372"/>
                </a:lnTo>
                <a:lnTo>
                  <a:pt x="31" y="372"/>
                </a:lnTo>
                <a:lnTo>
                  <a:pt x="32" y="372"/>
                </a:lnTo>
                <a:lnTo>
                  <a:pt x="33" y="372"/>
                </a:lnTo>
                <a:lnTo>
                  <a:pt x="34" y="373"/>
                </a:lnTo>
                <a:lnTo>
                  <a:pt x="35" y="373"/>
                </a:lnTo>
                <a:lnTo>
                  <a:pt x="36" y="373"/>
                </a:lnTo>
                <a:lnTo>
                  <a:pt x="36" y="374"/>
                </a:lnTo>
                <a:lnTo>
                  <a:pt x="37" y="374"/>
                </a:lnTo>
                <a:lnTo>
                  <a:pt x="38" y="374"/>
                </a:lnTo>
                <a:lnTo>
                  <a:pt x="39" y="374"/>
                </a:lnTo>
                <a:lnTo>
                  <a:pt x="40" y="374"/>
                </a:lnTo>
                <a:lnTo>
                  <a:pt x="40" y="375"/>
                </a:lnTo>
                <a:lnTo>
                  <a:pt x="41" y="375"/>
                </a:lnTo>
                <a:lnTo>
                  <a:pt x="41" y="374"/>
                </a:lnTo>
                <a:lnTo>
                  <a:pt x="42" y="374"/>
                </a:lnTo>
                <a:lnTo>
                  <a:pt x="43" y="374"/>
                </a:lnTo>
                <a:lnTo>
                  <a:pt x="43" y="373"/>
                </a:lnTo>
                <a:lnTo>
                  <a:pt x="43" y="374"/>
                </a:lnTo>
                <a:lnTo>
                  <a:pt x="44" y="374"/>
                </a:lnTo>
                <a:lnTo>
                  <a:pt x="45" y="374"/>
                </a:lnTo>
                <a:lnTo>
                  <a:pt x="46" y="374"/>
                </a:lnTo>
                <a:lnTo>
                  <a:pt x="47" y="374"/>
                </a:lnTo>
                <a:lnTo>
                  <a:pt x="47" y="373"/>
                </a:lnTo>
                <a:lnTo>
                  <a:pt x="48" y="373"/>
                </a:lnTo>
                <a:lnTo>
                  <a:pt x="48" y="374"/>
                </a:lnTo>
                <a:lnTo>
                  <a:pt x="50" y="374"/>
                </a:lnTo>
                <a:lnTo>
                  <a:pt x="51" y="374"/>
                </a:lnTo>
                <a:lnTo>
                  <a:pt x="52" y="374"/>
                </a:lnTo>
                <a:lnTo>
                  <a:pt x="53" y="374"/>
                </a:lnTo>
                <a:lnTo>
                  <a:pt x="54" y="374"/>
                </a:lnTo>
                <a:lnTo>
                  <a:pt x="55" y="374"/>
                </a:lnTo>
                <a:lnTo>
                  <a:pt x="55" y="375"/>
                </a:lnTo>
                <a:lnTo>
                  <a:pt x="56" y="375"/>
                </a:lnTo>
                <a:lnTo>
                  <a:pt x="57" y="375"/>
                </a:lnTo>
                <a:lnTo>
                  <a:pt x="57" y="374"/>
                </a:lnTo>
                <a:lnTo>
                  <a:pt x="57" y="373"/>
                </a:lnTo>
                <a:lnTo>
                  <a:pt x="56" y="373"/>
                </a:lnTo>
                <a:lnTo>
                  <a:pt x="57" y="373"/>
                </a:lnTo>
                <a:lnTo>
                  <a:pt x="57" y="372"/>
                </a:lnTo>
                <a:lnTo>
                  <a:pt x="57" y="371"/>
                </a:lnTo>
                <a:lnTo>
                  <a:pt x="57" y="370"/>
                </a:lnTo>
                <a:lnTo>
                  <a:pt x="57" y="369"/>
                </a:lnTo>
                <a:lnTo>
                  <a:pt x="56" y="369"/>
                </a:lnTo>
                <a:lnTo>
                  <a:pt x="56" y="368"/>
                </a:lnTo>
                <a:lnTo>
                  <a:pt x="56" y="367"/>
                </a:lnTo>
                <a:lnTo>
                  <a:pt x="57" y="366"/>
                </a:lnTo>
                <a:lnTo>
                  <a:pt x="58" y="366"/>
                </a:lnTo>
                <a:lnTo>
                  <a:pt x="59" y="365"/>
                </a:lnTo>
                <a:lnTo>
                  <a:pt x="60" y="365"/>
                </a:lnTo>
                <a:lnTo>
                  <a:pt x="61" y="364"/>
                </a:lnTo>
                <a:lnTo>
                  <a:pt x="62" y="364"/>
                </a:lnTo>
                <a:lnTo>
                  <a:pt x="62" y="363"/>
                </a:lnTo>
                <a:lnTo>
                  <a:pt x="62" y="362"/>
                </a:lnTo>
                <a:lnTo>
                  <a:pt x="63" y="362"/>
                </a:lnTo>
                <a:lnTo>
                  <a:pt x="63" y="361"/>
                </a:lnTo>
                <a:lnTo>
                  <a:pt x="64" y="361"/>
                </a:lnTo>
                <a:lnTo>
                  <a:pt x="63" y="361"/>
                </a:lnTo>
                <a:lnTo>
                  <a:pt x="63" y="360"/>
                </a:lnTo>
                <a:lnTo>
                  <a:pt x="63" y="359"/>
                </a:lnTo>
                <a:lnTo>
                  <a:pt x="64" y="359"/>
                </a:lnTo>
                <a:lnTo>
                  <a:pt x="64" y="358"/>
                </a:lnTo>
                <a:lnTo>
                  <a:pt x="65" y="355"/>
                </a:lnTo>
                <a:lnTo>
                  <a:pt x="65" y="354"/>
                </a:lnTo>
                <a:lnTo>
                  <a:pt x="65" y="353"/>
                </a:lnTo>
                <a:lnTo>
                  <a:pt x="65" y="352"/>
                </a:lnTo>
                <a:lnTo>
                  <a:pt x="64" y="352"/>
                </a:lnTo>
                <a:lnTo>
                  <a:pt x="64" y="351"/>
                </a:lnTo>
                <a:lnTo>
                  <a:pt x="63" y="351"/>
                </a:lnTo>
                <a:lnTo>
                  <a:pt x="63" y="350"/>
                </a:lnTo>
                <a:lnTo>
                  <a:pt x="64" y="350"/>
                </a:lnTo>
                <a:lnTo>
                  <a:pt x="67" y="350"/>
                </a:lnTo>
                <a:lnTo>
                  <a:pt x="67" y="351"/>
                </a:lnTo>
                <a:lnTo>
                  <a:pt x="68" y="352"/>
                </a:lnTo>
                <a:lnTo>
                  <a:pt x="69" y="353"/>
                </a:lnTo>
                <a:lnTo>
                  <a:pt x="70" y="353"/>
                </a:lnTo>
                <a:lnTo>
                  <a:pt x="70" y="352"/>
                </a:lnTo>
                <a:lnTo>
                  <a:pt x="71" y="352"/>
                </a:lnTo>
                <a:lnTo>
                  <a:pt x="71" y="353"/>
                </a:lnTo>
                <a:lnTo>
                  <a:pt x="72" y="353"/>
                </a:lnTo>
                <a:lnTo>
                  <a:pt x="74" y="353"/>
                </a:lnTo>
                <a:lnTo>
                  <a:pt x="74" y="354"/>
                </a:lnTo>
                <a:lnTo>
                  <a:pt x="75" y="354"/>
                </a:lnTo>
                <a:lnTo>
                  <a:pt x="75" y="353"/>
                </a:lnTo>
                <a:lnTo>
                  <a:pt x="75" y="354"/>
                </a:lnTo>
                <a:lnTo>
                  <a:pt x="76" y="354"/>
                </a:lnTo>
                <a:lnTo>
                  <a:pt x="77" y="354"/>
                </a:lnTo>
                <a:lnTo>
                  <a:pt x="78" y="354"/>
                </a:lnTo>
                <a:lnTo>
                  <a:pt x="78" y="355"/>
                </a:lnTo>
                <a:lnTo>
                  <a:pt x="77" y="355"/>
                </a:lnTo>
                <a:lnTo>
                  <a:pt x="76" y="356"/>
                </a:lnTo>
                <a:lnTo>
                  <a:pt x="76" y="358"/>
                </a:lnTo>
                <a:lnTo>
                  <a:pt x="77" y="359"/>
                </a:lnTo>
                <a:lnTo>
                  <a:pt x="78" y="359"/>
                </a:lnTo>
                <a:lnTo>
                  <a:pt x="78" y="360"/>
                </a:lnTo>
                <a:lnTo>
                  <a:pt x="79" y="360"/>
                </a:lnTo>
                <a:lnTo>
                  <a:pt x="80" y="360"/>
                </a:lnTo>
                <a:lnTo>
                  <a:pt x="81" y="360"/>
                </a:lnTo>
                <a:lnTo>
                  <a:pt x="81" y="361"/>
                </a:lnTo>
                <a:lnTo>
                  <a:pt x="82" y="361"/>
                </a:lnTo>
                <a:lnTo>
                  <a:pt x="83" y="361"/>
                </a:lnTo>
                <a:lnTo>
                  <a:pt x="84" y="361"/>
                </a:lnTo>
                <a:lnTo>
                  <a:pt x="84" y="362"/>
                </a:lnTo>
                <a:lnTo>
                  <a:pt x="85" y="362"/>
                </a:lnTo>
                <a:lnTo>
                  <a:pt x="87" y="363"/>
                </a:lnTo>
                <a:lnTo>
                  <a:pt x="87" y="364"/>
                </a:lnTo>
                <a:lnTo>
                  <a:pt x="89" y="364"/>
                </a:lnTo>
                <a:lnTo>
                  <a:pt x="90" y="364"/>
                </a:lnTo>
                <a:lnTo>
                  <a:pt x="91" y="364"/>
                </a:lnTo>
                <a:lnTo>
                  <a:pt x="93" y="364"/>
                </a:lnTo>
                <a:lnTo>
                  <a:pt x="94" y="364"/>
                </a:lnTo>
                <a:lnTo>
                  <a:pt x="97" y="364"/>
                </a:lnTo>
                <a:lnTo>
                  <a:pt x="97" y="365"/>
                </a:lnTo>
                <a:lnTo>
                  <a:pt x="98" y="365"/>
                </a:lnTo>
                <a:lnTo>
                  <a:pt x="98" y="366"/>
                </a:lnTo>
                <a:lnTo>
                  <a:pt x="99" y="366"/>
                </a:lnTo>
                <a:lnTo>
                  <a:pt x="100" y="366"/>
                </a:lnTo>
                <a:lnTo>
                  <a:pt x="101" y="366"/>
                </a:lnTo>
                <a:lnTo>
                  <a:pt x="101" y="365"/>
                </a:lnTo>
                <a:lnTo>
                  <a:pt x="102" y="365"/>
                </a:lnTo>
                <a:lnTo>
                  <a:pt x="103" y="366"/>
                </a:lnTo>
                <a:lnTo>
                  <a:pt x="104" y="366"/>
                </a:lnTo>
                <a:lnTo>
                  <a:pt x="105" y="366"/>
                </a:lnTo>
                <a:lnTo>
                  <a:pt x="106" y="366"/>
                </a:lnTo>
                <a:lnTo>
                  <a:pt x="107" y="367"/>
                </a:lnTo>
                <a:lnTo>
                  <a:pt x="108" y="367"/>
                </a:lnTo>
                <a:lnTo>
                  <a:pt x="109" y="367"/>
                </a:lnTo>
                <a:lnTo>
                  <a:pt x="111" y="367"/>
                </a:lnTo>
                <a:lnTo>
                  <a:pt x="112" y="368"/>
                </a:lnTo>
                <a:lnTo>
                  <a:pt x="113" y="368"/>
                </a:lnTo>
                <a:lnTo>
                  <a:pt x="113" y="367"/>
                </a:lnTo>
                <a:lnTo>
                  <a:pt x="114" y="367"/>
                </a:lnTo>
                <a:lnTo>
                  <a:pt x="115" y="366"/>
                </a:lnTo>
                <a:lnTo>
                  <a:pt x="117" y="365"/>
                </a:lnTo>
                <a:lnTo>
                  <a:pt x="118" y="365"/>
                </a:lnTo>
                <a:lnTo>
                  <a:pt x="119" y="366"/>
                </a:lnTo>
                <a:lnTo>
                  <a:pt x="120" y="366"/>
                </a:lnTo>
                <a:lnTo>
                  <a:pt x="121" y="366"/>
                </a:lnTo>
                <a:lnTo>
                  <a:pt x="122" y="367"/>
                </a:lnTo>
                <a:lnTo>
                  <a:pt x="123" y="367"/>
                </a:lnTo>
                <a:lnTo>
                  <a:pt x="123" y="368"/>
                </a:lnTo>
                <a:lnTo>
                  <a:pt x="124" y="368"/>
                </a:lnTo>
                <a:lnTo>
                  <a:pt x="124" y="367"/>
                </a:lnTo>
                <a:lnTo>
                  <a:pt x="125" y="367"/>
                </a:lnTo>
                <a:lnTo>
                  <a:pt x="126" y="368"/>
                </a:lnTo>
                <a:lnTo>
                  <a:pt x="127" y="368"/>
                </a:lnTo>
                <a:lnTo>
                  <a:pt x="128" y="368"/>
                </a:lnTo>
                <a:lnTo>
                  <a:pt x="128" y="367"/>
                </a:lnTo>
                <a:lnTo>
                  <a:pt x="129" y="367"/>
                </a:lnTo>
                <a:lnTo>
                  <a:pt x="130" y="367"/>
                </a:lnTo>
                <a:lnTo>
                  <a:pt x="131" y="367"/>
                </a:lnTo>
                <a:lnTo>
                  <a:pt x="132" y="367"/>
                </a:lnTo>
                <a:lnTo>
                  <a:pt x="133" y="368"/>
                </a:lnTo>
                <a:lnTo>
                  <a:pt x="135" y="368"/>
                </a:lnTo>
                <a:lnTo>
                  <a:pt x="136" y="368"/>
                </a:lnTo>
                <a:lnTo>
                  <a:pt x="136" y="369"/>
                </a:lnTo>
                <a:lnTo>
                  <a:pt x="138" y="369"/>
                </a:lnTo>
                <a:lnTo>
                  <a:pt x="138" y="370"/>
                </a:lnTo>
                <a:lnTo>
                  <a:pt x="139" y="370"/>
                </a:lnTo>
                <a:lnTo>
                  <a:pt x="139" y="371"/>
                </a:lnTo>
                <a:lnTo>
                  <a:pt x="140" y="371"/>
                </a:lnTo>
                <a:lnTo>
                  <a:pt x="141" y="372"/>
                </a:lnTo>
                <a:lnTo>
                  <a:pt x="142" y="372"/>
                </a:lnTo>
                <a:lnTo>
                  <a:pt x="143" y="372"/>
                </a:lnTo>
                <a:lnTo>
                  <a:pt x="144" y="373"/>
                </a:lnTo>
                <a:lnTo>
                  <a:pt x="144" y="374"/>
                </a:lnTo>
                <a:lnTo>
                  <a:pt x="145" y="375"/>
                </a:lnTo>
                <a:lnTo>
                  <a:pt x="146" y="376"/>
                </a:lnTo>
                <a:lnTo>
                  <a:pt x="146" y="377"/>
                </a:lnTo>
                <a:lnTo>
                  <a:pt x="147" y="378"/>
                </a:lnTo>
                <a:lnTo>
                  <a:pt x="148" y="378"/>
                </a:lnTo>
                <a:lnTo>
                  <a:pt x="149" y="378"/>
                </a:lnTo>
                <a:lnTo>
                  <a:pt x="148" y="379"/>
                </a:lnTo>
                <a:lnTo>
                  <a:pt x="149" y="380"/>
                </a:lnTo>
                <a:lnTo>
                  <a:pt x="151" y="381"/>
                </a:lnTo>
                <a:lnTo>
                  <a:pt x="152" y="381"/>
                </a:lnTo>
                <a:lnTo>
                  <a:pt x="153" y="381"/>
                </a:lnTo>
                <a:lnTo>
                  <a:pt x="154" y="380"/>
                </a:lnTo>
                <a:lnTo>
                  <a:pt x="155" y="380"/>
                </a:lnTo>
                <a:lnTo>
                  <a:pt x="156" y="380"/>
                </a:lnTo>
                <a:lnTo>
                  <a:pt x="158" y="380"/>
                </a:lnTo>
                <a:lnTo>
                  <a:pt x="158" y="379"/>
                </a:lnTo>
                <a:lnTo>
                  <a:pt x="159" y="379"/>
                </a:lnTo>
                <a:lnTo>
                  <a:pt x="159" y="380"/>
                </a:lnTo>
                <a:lnTo>
                  <a:pt x="160" y="380"/>
                </a:lnTo>
                <a:lnTo>
                  <a:pt x="160" y="379"/>
                </a:lnTo>
                <a:lnTo>
                  <a:pt x="161" y="378"/>
                </a:lnTo>
                <a:lnTo>
                  <a:pt x="162" y="377"/>
                </a:lnTo>
                <a:lnTo>
                  <a:pt x="162" y="376"/>
                </a:lnTo>
                <a:lnTo>
                  <a:pt x="163" y="376"/>
                </a:lnTo>
                <a:lnTo>
                  <a:pt x="163" y="375"/>
                </a:lnTo>
                <a:lnTo>
                  <a:pt x="163" y="374"/>
                </a:lnTo>
                <a:lnTo>
                  <a:pt x="163" y="373"/>
                </a:lnTo>
                <a:lnTo>
                  <a:pt x="163" y="372"/>
                </a:lnTo>
                <a:lnTo>
                  <a:pt x="164" y="372"/>
                </a:lnTo>
                <a:lnTo>
                  <a:pt x="164" y="371"/>
                </a:lnTo>
                <a:lnTo>
                  <a:pt x="165" y="371"/>
                </a:lnTo>
                <a:lnTo>
                  <a:pt x="165" y="370"/>
                </a:lnTo>
                <a:lnTo>
                  <a:pt x="166" y="370"/>
                </a:lnTo>
                <a:lnTo>
                  <a:pt x="166" y="371"/>
                </a:lnTo>
                <a:lnTo>
                  <a:pt x="167" y="370"/>
                </a:lnTo>
                <a:lnTo>
                  <a:pt x="168" y="370"/>
                </a:lnTo>
                <a:lnTo>
                  <a:pt x="168" y="371"/>
                </a:lnTo>
                <a:lnTo>
                  <a:pt x="169" y="371"/>
                </a:lnTo>
                <a:lnTo>
                  <a:pt x="170" y="371"/>
                </a:lnTo>
                <a:lnTo>
                  <a:pt x="171" y="371"/>
                </a:lnTo>
                <a:lnTo>
                  <a:pt x="172" y="372"/>
                </a:lnTo>
                <a:lnTo>
                  <a:pt x="173" y="372"/>
                </a:lnTo>
                <a:lnTo>
                  <a:pt x="174" y="372"/>
                </a:lnTo>
                <a:lnTo>
                  <a:pt x="175" y="372"/>
                </a:lnTo>
                <a:lnTo>
                  <a:pt x="176" y="372"/>
                </a:lnTo>
                <a:lnTo>
                  <a:pt x="176" y="373"/>
                </a:lnTo>
                <a:lnTo>
                  <a:pt x="177" y="372"/>
                </a:lnTo>
                <a:lnTo>
                  <a:pt x="180" y="372"/>
                </a:lnTo>
                <a:lnTo>
                  <a:pt x="181" y="372"/>
                </a:lnTo>
                <a:lnTo>
                  <a:pt x="181" y="371"/>
                </a:lnTo>
                <a:lnTo>
                  <a:pt x="182" y="370"/>
                </a:lnTo>
                <a:lnTo>
                  <a:pt x="182" y="369"/>
                </a:lnTo>
                <a:lnTo>
                  <a:pt x="181" y="369"/>
                </a:lnTo>
                <a:lnTo>
                  <a:pt x="181" y="368"/>
                </a:lnTo>
                <a:lnTo>
                  <a:pt x="181" y="367"/>
                </a:lnTo>
                <a:lnTo>
                  <a:pt x="181" y="366"/>
                </a:lnTo>
                <a:lnTo>
                  <a:pt x="180" y="366"/>
                </a:lnTo>
                <a:lnTo>
                  <a:pt x="180" y="365"/>
                </a:lnTo>
                <a:lnTo>
                  <a:pt x="180" y="364"/>
                </a:lnTo>
                <a:lnTo>
                  <a:pt x="178" y="364"/>
                </a:lnTo>
                <a:lnTo>
                  <a:pt x="178" y="363"/>
                </a:lnTo>
                <a:lnTo>
                  <a:pt x="178" y="362"/>
                </a:lnTo>
                <a:lnTo>
                  <a:pt x="178" y="361"/>
                </a:lnTo>
                <a:lnTo>
                  <a:pt x="177" y="361"/>
                </a:lnTo>
                <a:lnTo>
                  <a:pt x="177" y="360"/>
                </a:lnTo>
                <a:lnTo>
                  <a:pt x="178" y="360"/>
                </a:lnTo>
                <a:lnTo>
                  <a:pt x="178" y="359"/>
                </a:lnTo>
                <a:lnTo>
                  <a:pt x="178" y="358"/>
                </a:lnTo>
                <a:lnTo>
                  <a:pt x="178" y="357"/>
                </a:lnTo>
                <a:lnTo>
                  <a:pt x="177" y="357"/>
                </a:lnTo>
                <a:lnTo>
                  <a:pt x="176" y="356"/>
                </a:lnTo>
                <a:lnTo>
                  <a:pt x="175" y="356"/>
                </a:lnTo>
                <a:lnTo>
                  <a:pt x="174" y="356"/>
                </a:lnTo>
                <a:lnTo>
                  <a:pt x="174" y="355"/>
                </a:lnTo>
                <a:lnTo>
                  <a:pt x="173" y="355"/>
                </a:lnTo>
                <a:lnTo>
                  <a:pt x="173" y="354"/>
                </a:lnTo>
                <a:lnTo>
                  <a:pt x="173" y="353"/>
                </a:lnTo>
                <a:lnTo>
                  <a:pt x="173" y="352"/>
                </a:lnTo>
                <a:lnTo>
                  <a:pt x="173" y="351"/>
                </a:lnTo>
                <a:lnTo>
                  <a:pt x="174" y="351"/>
                </a:lnTo>
                <a:lnTo>
                  <a:pt x="175" y="349"/>
                </a:lnTo>
                <a:lnTo>
                  <a:pt x="176" y="349"/>
                </a:lnTo>
                <a:lnTo>
                  <a:pt x="176" y="348"/>
                </a:lnTo>
                <a:lnTo>
                  <a:pt x="175" y="348"/>
                </a:lnTo>
                <a:lnTo>
                  <a:pt x="175" y="347"/>
                </a:lnTo>
                <a:lnTo>
                  <a:pt x="174" y="347"/>
                </a:lnTo>
                <a:lnTo>
                  <a:pt x="174" y="348"/>
                </a:lnTo>
                <a:lnTo>
                  <a:pt x="173" y="347"/>
                </a:lnTo>
                <a:lnTo>
                  <a:pt x="173" y="346"/>
                </a:lnTo>
                <a:lnTo>
                  <a:pt x="172" y="346"/>
                </a:lnTo>
                <a:lnTo>
                  <a:pt x="172" y="345"/>
                </a:lnTo>
                <a:lnTo>
                  <a:pt x="171" y="345"/>
                </a:lnTo>
                <a:lnTo>
                  <a:pt x="170" y="344"/>
                </a:lnTo>
                <a:lnTo>
                  <a:pt x="171" y="344"/>
                </a:lnTo>
                <a:lnTo>
                  <a:pt x="171" y="343"/>
                </a:lnTo>
                <a:lnTo>
                  <a:pt x="171" y="342"/>
                </a:lnTo>
                <a:lnTo>
                  <a:pt x="171" y="341"/>
                </a:lnTo>
                <a:lnTo>
                  <a:pt x="171" y="340"/>
                </a:lnTo>
                <a:lnTo>
                  <a:pt x="171" y="339"/>
                </a:lnTo>
                <a:lnTo>
                  <a:pt x="172" y="338"/>
                </a:lnTo>
                <a:lnTo>
                  <a:pt x="172" y="337"/>
                </a:lnTo>
                <a:lnTo>
                  <a:pt x="171" y="337"/>
                </a:lnTo>
                <a:lnTo>
                  <a:pt x="171" y="336"/>
                </a:lnTo>
                <a:lnTo>
                  <a:pt x="171" y="335"/>
                </a:lnTo>
                <a:lnTo>
                  <a:pt x="172" y="335"/>
                </a:lnTo>
                <a:lnTo>
                  <a:pt x="172" y="334"/>
                </a:lnTo>
                <a:lnTo>
                  <a:pt x="172" y="333"/>
                </a:lnTo>
                <a:lnTo>
                  <a:pt x="173" y="333"/>
                </a:lnTo>
                <a:lnTo>
                  <a:pt x="173" y="332"/>
                </a:lnTo>
                <a:lnTo>
                  <a:pt x="173" y="331"/>
                </a:lnTo>
                <a:lnTo>
                  <a:pt x="172" y="331"/>
                </a:lnTo>
                <a:lnTo>
                  <a:pt x="171" y="331"/>
                </a:lnTo>
                <a:lnTo>
                  <a:pt x="171" y="330"/>
                </a:lnTo>
                <a:lnTo>
                  <a:pt x="171" y="329"/>
                </a:lnTo>
                <a:lnTo>
                  <a:pt x="171" y="328"/>
                </a:lnTo>
                <a:lnTo>
                  <a:pt x="171" y="327"/>
                </a:lnTo>
                <a:lnTo>
                  <a:pt x="172" y="327"/>
                </a:lnTo>
                <a:lnTo>
                  <a:pt x="172" y="326"/>
                </a:lnTo>
                <a:lnTo>
                  <a:pt x="171" y="326"/>
                </a:lnTo>
                <a:lnTo>
                  <a:pt x="171" y="325"/>
                </a:lnTo>
                <a:lnTo>
                  <a:pt x="171" y="324"/>
                </a:lnTo>
                <a:lnTo>
                  <a:pt x="172" y="324"/>
                </a:lnTo>
                <a:lnTo>
                  <a:pt x="171" y="324"/>
                </a:lnTo>
                <a:lnTo>
                  <a:pt x="171" y="323"/>
                </a:lnTo>
                <a:lnTo>
                  <a:pt x="171" y="322"/>
                </a:lnTo>
                <a:lnTo>
                  <a:pt x="171" y="321"/>
                </a:lnTo>
                <a:lnTo>
                  <a:pt x="171" y="320"/>
                </a:lnTo>
                <a:lnTo>
                  <a:pt x="169" y="320"/>
                </a:lnTo>
                <a:lnTo>
                  <a:pt x="169" y="319"/>
                </a:lnTo>
                <a:lnTo>
                  <a:pt x="168" y="318"/>
                </a:lnTo>
                <a:lnTo>
                  <a:pt x="166" y="318"/>
                </a:lnTo>
                <a:lnTo>
                  <a:pt x="165" y="318"/>
                </a:lnTo>
                <a:lnTo>
                  <a:pt x="164" y="318"/>
                </a:lnTo>
                <a:lnTo>
                  <a:pt x="163" y="317"/>
                </a:lnTo>
                <a:lnTo>
                  <a:pt x="162" y="317"/>
                </a:lnTo>
                <a:lnTo>
                  <a:pt x="161" y="317"/>
                </a:lnTo>
                <a:lnTo>
                  <a:pt x="160" y="317"/>
                </a:lnTo>
                <a:lnTo>
                  <a:pt x="159" y="317"/>
                </a:lnTo>
                <a:lnTo>
                  <a:pt x="158" y="317"/>
                </a:lnTo>
                <a:lnTo>
                  <a:pt x="158" y="316"/>
                </a:lnTo>
                <a:lnTo>
                  <a:pt x="157" y="316"/>
                </a:lnTo>
                <a:lnTo>
                  <a:pt x="156" y="317"/>
                </a:lnTo>
                <a:lnTo>
                  <a:pt x="155" y="317"/>
                </a:lnTo>
                <a:lnTo>
                  <a:pt x="155" y="316"/>
                </a:lnTo>
                <a:lnTo>
                  <a:pt x="154" y="317"/>
                </a:lnTo>
                <a:lnTo>
                  <a:pt x="153" y="317"/>
                </a:lnTo>
                <a:lnTo>
                  <a:pt x="153" y="316"/>
                </a:lnTo>
                <a:lnTo>
                  <a:pt x="151" y="316"/>
                </a:lnTo>
                <a:lnTo>
                  <a:pt x="150" y="316"/>
                </a:lnTo>
                <a:lnTo>
                  <a:pt x="149" y="316"/>
                </a:lnTo>
                <a:lnTo>
                  <a:pt x="148" y="316"/>
                </a:lnTo>
                <a:lnTo>
                  <a:pt x="149" y="315"/>
                </a:lnTo>
                <a:lnTo>
                  <a:pt x="149" y="314"/>
                </a:lnTo>
                <a:lnTo>
                  <a:pt x="148" y="314"/>
                </a:lnTo>
                <a:lnTo>
                  <a:pt x="148" y="313"/>
                </a:lnTo>
                <a:lnTo>
                  <a:pt x="147" y="314"/>
                </a:lnTo>
                <a:lnTo>
                  <a:pt x="146" y="314"/>
                </a:lnTo>
                <a:lnTo>
                  <a:pt x="145" y="314"/>
                </a:lnTo>
                <a:lnTo>
                  <a:pt x="144" y="314"/>
                </a:lnTo>
                <a:lnTo>
                  <a:pt x="144" y="313"/>
                </a:lnTo>
                <a:lnTo>
                  <a:pt x="143" y="313"/>
                </a:lnTo>
                <a:lnTo>
                  <a:pt x="142" y="313"/>
                </a:lnTo>
                <a:lnTo>
                  <a:pt x="142" y="314"/>
                </a:lnTo>
                <a:lnTo>
                  <a:pt x="141" y="314"/>
                </a:lnTo>
                <a:lnTo>
                  <a:pt x="140" y="313"/>
                </a:lnTo>
                <a:lnTo>
                  <a:pt x="140" y="312"/>
                </a:lnTo>
                <a:lnTo>
                  <a:pt x="139" y="312"/>
                </a:lnTo>
                <a:lnTo>
                  <a:pt x="139" y="311"/>
                </a:lnTo>
                <a:lnTo>
                  <a:pt x="139" y="310"/>
                </a:lnTo>
                <a:lnTo>
                  <a:pt x="139" y="309"/>
                </a:lnTo>
                <a:lnTo>
                  <a:pt x="140" y="309"/>
                </a:lnTo>
                <a:lnTo>
                  <a:pt x="140" y="308"/>
                </a:lnTo>
                <a:lnTo>
                  <a:pt x="140" y="307"/>
                </a:lnTo>
                <a:lnTo>
                  <a:pt x="139" y="306"/>
                </a:lnTo>
                <a:lnTo>
                  <a:pt x="139" y="305"/>
                </a:lnTo>
                <a:lnTo>
                  <a:pt x="139" y="304"/>
                </a:lnTo>
                <a:lnTo>
                  <a:pt x="138" y="304"/>
                </a:lnTo>
                <a:lnTo>
                  <a:pt x="137" y="304"/>
                </a:lnTo>
                <a:lnTo>
                  <a:pt x="137" y="305"/>
                </a:lnTo>
                <a:lnTo>
                  <a:pt x="137" y="304"/>
                </a:lnTo>
                <a:lnTo>
                  <a:pt x="138" y="303"/>
                </a:lnTo>
                <a:lnTo>
                  <a:pt x="138" y="302"/>
                </a:lnTo>
                <a:lnTo>
                  <a:pt x="137" y="302"/>
                </a:lnTo>
                <a:lnTo>
                  <a:pt x="138" y="301"/>
                </a:lnTo>
                <a:lnTo>
                  <a:pt x="138" y="300"/>
                </a:lnTo>
                <a:lnTo>
                  <a:pt x="138" y="299"/>
                </a:lnTo>
                <a:lnTo>
                  <a:pt x="139" y="298"/>
                </a:lnTo>
                <a:lnTo>
                  <a:pt x="140" y="298"/>
                </a:lnTo>
                <a:lnTo>
                  <a:pt x="141" y="298"/>
                </a:lnTo>
                <a:lnTo>
                  <a:pt x="142" y="297"/>
                </a:lnTo>
                <a:lnTo>
                  <a:pt x="142" y="296"/>
                </a:lnTo>
                <a:lnTo>
                  <a:pt x="141" y="295"/>
                </a:lnTo>
                <a:lnTo>
                  <a:pt x="140" y="295"/>
                </a:lnTo>
                <a:lnTo>
                  <a:pt x="140" y="294"/>
                </a:lnTo>
                <a:lnTo>
                  <a:pt x="139" y="294"/>
                </a:lnTo>
                <a:lnTo>
                  <a:pt x="139" y="293"/>
                </a:lnTo>
                <a:lnTo>
                  <a:pt x="139" y="292"/>
                </a:lnTo>
                <a:lnTo>
                  <a:pt x="139" y="291"/>
                </a:lnTo>
                <a:lnTo>
                  <a:pt x="139" y="290"/>
                </a:lnTo>
                <a:lnTo>
                  <a:pt x="139" y="289"/>
                </a:lnTo>
                <a:lnTo>
                  <a:pt x="139" y="288"/>
                </a:lnTo>
                <a:lnTo>
                  <a:pt x="138" y="288"/>
                </a:lnTo>
                <a:lnTo>
                  <a:pt x="139" y="288"/>
                </a:lnTo>
                <a:lnTo>
                  <a:pt x="139" y="287"/>
                </a:lnTo>
                <a:lnTo>
                  <a:pt x="139" y="286"/>
                </a:lnTo>
                <a:lnTo>
                  <a:pt x="139" y="285"/>
                </a:lnTo>
                <a:lnTo>
                  <a:pt x="140" y="284"/>
                </a:lnTo>
                <a:lnTo>
                  <a:pt x="141" y="284"/>
                </a:lnTo>
                <a:lnTo>
                  <a:pt x="141" y="285"/>
                </a:lnTo>
                <a:lnTo>
                  <a:pt x="142" y="285"/>
                </a:lnTo>
                <a:lnTo>
                  <a:pt x="143" y="284"/>
                </a:lnTo>
                <a:lnTo>
                  <a:pt x="144" y="283"/>
                </a:lnTo>
                <a:lnTo>
                  <a:pt x="145" y="283"/>
                </a:lnTo>
                <a:lnTo>
                  <a:pt x="145" y="282"/>
                </a:lnTo>
                <a:lnTo>
                  <a:pt x="146" y="282"/>
                </a:lnTo>
                <a:lnTo>
                  <a:pt x="146" y="281"/>
                </a:lnTo>
                <a:lnTo>
                  <a:pt x="146" y="280"/>
                </a:lnTo>
                <a:lnTo>
                  <a:pt x="147" y="279"/>
                </a:lnTo>
                <a:lnTo>
                  <a:pt x="148" y="278"/>
                </a:lnTo>
                <a:lnTo>
                  <a:pt x="149" y="277"/>
                </a:lnTo>
                <a:lnTo>
                  <a:pt x="151" y="276"/>
                </a:lnTo>
                <a:lnTo>
                  <a:pt x="151" y="275"/>
                </a:lnTo>
                <a:lnTo>
                  <a:pt x="152" y="274"/>
                </a:lnTo>
                <a:lnTo>
                  <a:pt x="153" y="274"/>
                </a:lnTo>
                <a:lnTo>
                  <a:pt x="154" y="273"/>
                </a:lnTo>
                <a:lnTo>
                  <a:pt x="155" y="273"/>
                </a:lnTo>
                <a:lnTo>
                  <a:pt x="156" y="274"/>
                </a:lnTo>
                <a:lnTo>
                  <a:pt x="157" y="274"/>
                </a:lnTo>
                <a:lnTo>
                  <a:pt x="157" y="273"/>
                </a:lnTo>
                <a:lnTo>
                  <a:pt x="161" y="273"/>
                </a:lnTo>
                <a:lnTo>
                  <a:pt x="161" y="274"/>
                </a:lnTo>
                <a:lnTo>
                  <a:pt x="163" y="274"/>
                </a:lnTo>
                <a:lnTo>
                  <a:pt x="164" y="273"/>
                </a:lnTo>
                <a:lnTo>
                  <a:pt x="164" y="274"/>
                </a:lnTo>
                <a:lnTo>
                  <a:pt x="165" y="274"/>
                </a:lnTo>
                <a:lnTo>
                  <a:pt x="166" y="274"/>
                </a:lnTo>
                <a:lnTo>
                  <a:pt x="167" y="274"/>
                </a:lnTo>
                <a:lnTo>
                  <a:pt x="168" y="274"/>
                </a:lnTo>
                <a:lnTo>
                  <a:pt x="169" y="273"/>
                </a:lnTo>
                <a:lnTo>
                  <a:pt x="170" y="273"/>
                </a:lnTo>
                <a:lnTo>
                  <a:pt x="171" y="272"/>
                </a:lnTo>
                <a:lnTo>
                  <a:pt x="172" y="272"/>
                </a:lnTo>
                <a:lnTo>
                  <a:pt x="172" y="271"/>
                </a:lnTo>
                <a:lnTo>
                  <a:pt x="172" y="270"/>
                </a:lnTo>
                <a:lnTo>
                  <a:pt x="172" y="269"/>
                </a:lnTo>
                <a:lnTo>
                  <a:pt x="173" y="268"/>
                </a:lnTo>
                <a:lnTo>
                  <a:pt x="174" y="268"/>
                </a:lnTo>
                <a:lnTo>
                  <a:pt x="175" y="267"/>
                </a:lnTo>
                <a:lnTo>
                  <a:pt x="178" y="267"/>
                </a:lnTo>
                <a:lnTo>
                  <a:pt x="181" y="267"/>
                </a:lnTo>
                <a:lnTo>
                  <a:pt x="182" y="267"/>
                </a:lnTo>
                <a:lnTo>
                  <a:pt x="182" y="266"/>
                </a:lnTo>
                <a:lnTo>
                  <a:pt x="182" y="263"/>
                </a:lnTo>
                <a:lnTo>
                  <a:pt x="183" y="263"/>
                </a:lnTo>
                <a:lnTo>
                  <a:pt x="184" y="263"/>
                </a:lnTo>
                <a:lnTo>
                  <a:pt x="184" y="262"/>
                </a:lnTo>
                <a:lnTo>
                  <a:pt x="185" y="262"/>
                </a:lnTo>
                <a:lnTo>
                  <a:pt x="186" y="261"/>
                </a:lnTo>
                <a:lnTo>
                  <a:pt x="187" y="261"/>
                </a:lnTo>
                <a:lnTo>
                  <a:pt x="188" y="261"/>
                </a:lnTo>
                <a:lnTo>
                  <a:pt x="189" y="261"/>
                </a:lnTo>
                <a:lnTo>
                  <a:pt x="190" y="262"/>
                </a:lnTo>
                <a:lnTo>
                  <a:pt x="191" y="263"/>
                </a:lnTo>
                <a:lnTo>
                  <a:pt x="193" y="263"/>
                </a:lnTo>
                <a:lnTo>
                  <a:pt x="194" y="263"/>
                </a:lnTo>
                <a:lnTo>
                  <a:pt x="194" y="262"/>
                </a:lnTo>
                <a:lnTo>
                  <a:pt x="195" y="262"/>
                </a:lnTo>
                <a:lnTo>
                  <a:pt x="196" y="262"/>
                </a:lnTo>
                <a:lnTo>
                  <a:pt x="197" y="262"/>
                </a:lnTo>
                <a:lnTo>
                  <a:pt x="198" y="262"/>
                </a:lnTo>
                <a:lnTo>
                  <a:pt x="199" y="262"/>
                </a:lnTo>
                <a:lnTo>
                  <a:pt x="201" y="262"/>
                </a:lnTo>
                <a:lnTo>
                  <a:pt x="202" y="262"/>
                </a:lnTo>
                <a:lnTo>
                  <a:pt x="202" y="261"/>
                </a:lnTo>
                <a:lnTo>
                  <a:pt x="201" y="260"/>
                </a:lnTo>
                <a:lnTo>
                  <a:pt x="201" y="259"/>
                </a:lnTo>
                <a:lnTo>
                  <a:pt x="200" y="259"/>
                </a:lnTo>
                <a:lnTo>
                  <a:pt x="199" y="259"/>
                </a:lnTo>
                <a:lnTo>
                  <a:pt x="199" y="258"/>
                </a:lnTo>
                <a:lnTo>
                  <a:pt x="200" y="257"/>
                </a:lnTo>
                <a:lnTo>
                  <a:pt x="200" y="255"/>
                </a:lnTo>
                <a:lnTo>
                  <a:pt x="201" y="254"/>
                </a:lnTo>
                <a:lnTo>
                  <a:pt x="200" y="253"/>
                </a:lnTo>
                <a:lnTo>
                  <a:pt x="199" y="251"/>
                </a:lnTo>
                <a:lnTo>
                  <a:pt x="198" y="250"/>
                </a:lnTo>
                <a:lnTo>
                  <a:pt x="198" y="249"/>
                </a:lnTo>
                <a:lnTo>
                  <a:pt x="198" y="248"/>
                </a:lnTo>
                <a:lnTo>
                  <a:pt x="198" y="247"/>
                </a:lnTo>
                <a:lnTo>
                  <a:pt x="198" y="246"/>
                </a:lnTo>
                <a:lnTo>
                  <a:pt x="198" y="245"/>
                </a:lnTo>
                <a:lnTo>
                  <a:pt x="198" y="244"/>
                </a:lnTo>
                <a:lnTo>
                  <a:pt x="197" y="244"/>
                </a:lnTo>
                <a:lnTo>
                  <a:pt x="196" y="244"/>
                </a:lnTo>
                <a:lnTo>
                  <a:pt x="196" y="243"/>
                </a:lnTo>
                <a:lnTo>
                  <a:pt x="195" y="242"/>
                </a:lnTo>
                <a:lnTo>
                  <a:pt x="194" y="242"/>
                </a:lnTo>
                <a:lnTo>
                  <a:pt x="193" y="242"/>
                </a:lnTo>
                <a:lnTo>
                  <a:pt x="193" y="241"/>
                </a:lnTo>
                <a:lnTo>
                  <a:pt x="192" y="241"/>
                </a:lnTo>
                <a:lnTo>
                  <a:pt x="192" y="240"/>
                </a:lnTo>
                <a:lnTo>
                  <a:pt x="191" y="240"/>
                </a:lnTo>
                <a:lnTo>
                  <a:pt x="190" y="240"/>
                </a:lnTo>
                <a:lnTo>
                  <a:pt x="189" y="239"/>
                </a:lnTo>
                <a:lnTo>
                  <a:pt x="189" y="238"/>
                </a:lnTo>
                <a:lnTo>
                  <a:pt x="189" y="237"/>
                </a:lnTo>
                <a:lnTo>
                  <a:pt x="189" y="236"/>
                </a:lnTo>
                <a:lnTo>
                  <a:pt x="189" y="235"/>
                </a:lnTo>
                <a:lnTo>
                  <a:pt x="189" y="234"/>
                </a:lnTo>
                <a:lnTo>
                  <a:pt x="188" y="234"/>
                </a:lnTo>
                <a:lnTo>
                  <a:pt x="189" y="233"/>
                </a:lnTo>
                <a:lnTo>
                  <a:pt x="189" y="232"/>
                </a:lnTo>
                <a:lnTo>
                  <a:pt x="188" y="232"/>
                </a:lnTo>
                <a:lnTo>
                  <a:pt x="189" y="232"/>
                </a:lnTo>
                <a:lnTo>
                  <a:pt x="189" y="231"/>
                </a:lnTo>
                <a:lnTo>
                  <a:pt x="188" y="231"/>
                </a:lnTo>
                <a:lnTo>
                  <a:pt x="187" y="230"/>
                </a:lnTo>
                <a:lnTo>
                  <a:pt x="186" y="229"/>
                </a:lnTo>
                <a:lnTo>
                  <a:pt x="187" y="228"/>
                </a:lnTo>
                <a:lnTo>
                  <a:pt x="186" y="227"/>
                </a:lnTo>
                <a:lnTo>
                  <a:pt x="185" y="226"/>
                </a:lnTo>
                <a:lnTo>
                  <a:pt x="184" y="226"/>
                </a:lnTo>
                <a:lnTo>
                  <a:pt x="183" y="225"/>
                </a:lnTo>
                <a:lnTo>
                  <a:pt x="183" y="223"/>
                </a:lnTo>
                <a:lnTo>
                  <a:pt x="183" y="222"/>
                </a:lnTo>
                <a:lnTo>
                  <a:pt x="183" y="221"/>
                </a:lnTo>
                <a:lnTo>
                  <a:pt x="182" y="221"/>
                </a:lnTo>
                <a:lnTo>
                  <a:pt x="182" y="220"/>
                </a:lnTo>
                <a:lnTo>
                  <a:pt x="182" y="219"/>
                </a:lnTo>
                <a:lnTo>
                  <a:pt x="181" y="219"/>
                </a:lnTo>
                <a:lnTo>
                  <a:pt x="181" y="218"/>
                </a:lnTo>
                <a:lnTo>
                  <a:pt x="180" y="217"/>
                </a:lnTo>
                <a:lnTo>
                  <a:pt x="180" y="216"/>
                </a:lnTo>
                <a:lnTo>
                  <a:pt x="180" y="215"/>
                </a:lnTo>
                <a:lnTo>
                  <a:pt x="180" y="212"/>
                </a:lnTo>
                <a:lnTo>
                  <a:pt x="178" y="211"/>
                </a:lnTo>
                <a:lnTo>
                  <a:pt x="178" y="210"/>
                </a:lnTo>
                <a:lnTo>
                  <a:pt x="177" y="209"/>
                </a:lnTo>
                <a:lnTo>
                  <a:pt x="176" y="208"/>
                </a:lnTo>
                <a:lnTo>
                  <a:pt x="175" y="207"/>
                </a:lnTo>
                <a:lnTo>
                  <a:pt x="176" y="207"/>
                </a:lnTo>
                <a:lnTo>
                  <a:pt x="175" y="207"/>
                </a:lnTo>
                <a:lnTo>
                  <a:pt x="174" y="206"/>
                </a:lnTo>
                <a:lnTo>
                  <a:pt x="173" y="206"/>
                </a:lnTo>
                <a:lnTo>
                  <a:pt x="172" y="206"/>
                </a:lnTo>
                <a:lnTo>
                  <a:pt x="171" y="205"/>
                </a:lnTo>
                <a:lnTo>
                  <a:pt x="170" y="205"/>
                </a:lnTo>
                <a:lnTo>
                  <a:pt x="169" y="205"/>
                </a:lnTo>
                <a:lnTo>
                  <a:pt x="168" y="205"/>
                </a:lnTo>
                <a:lnTo>
                  <a:pt x="167" y="205"/>
                </a:lnTo>
                <a:lnTo>
                  <a:pt x="167" y="206"/>
                </a:lnTo>
                <a:lnTo>
                  <a:pt x="165" y="206"/>
                </a:lnTo>
                <a:lnTo>
                  <a:pt x="164" y="206"/>
                </a:lnTo>
                <a:lnTo>
                  <a:pt x="164" y="207"/>
                </a:lnTo>
                <a:lnTo>
                  <a:pt x="163" y="207"/>
                </a:lnTo>
                <a:lnTo>
                  <a:pt x="162" y="207"/>
                </a:lnTo>
                <a:lnTo>
                  <a:pt x="162" y="206"/>
                </a:lnTo>
                <a:lnTo>
                  <a:pt x="161" y="206"/>
                </a:lnTo>
                <a:lnTo>
                  <a:pt x="161" y="205"/>
                </a:lnTo>
                <a:lnTo>
                  <a:pt x="162" y="205"/>
                </a:lnTo>
                <a:lnTo>
                  <a:pt x="162" y="204"/>
                </a:lnTo>
                <a:lnTo>
                  <a:pt x="161" y="204"/>
                </a:lnTo>
                <a:lnTo>
                  <a:pt x="160" y="204"/>
                </a:lnTo>
                <a:lnTo>
                  <a:pt x="159" y="203"/>
                </a:lnTo>
                <a:lnTo>
                  <a:pt x="159" y="202"/>
                </a:lnTo>
                <a:lnTo>
                  <a:pt x="158" y="202"/>
                </a:lnTo>
                <a:lnTo>
                  <a:pt x="157" y="202"/>
                </a:lnTo>
                <a:lnTo>
                  <a:pt x="156" y="201"/>
                </a:lnTo>
                <a:lnTo>
                  <a:pt x="155" y="201"/>
                </a:lnTo>
                <a:lnTo>
                  <a:pt x="154" y="201"/>
                </a:lnTo>
                <a:lnTo>
                  <a:pt x="154" y="200"/>
                </a:lnTo>
                <a:lnTo>
                  <a:pt x="153" y="200"/>
                </a:lnTo>
                <a:lnTo>
                  <a:pt x="153" y="199"/>
                </a:lnTo>
                <a:lnTo>
                  <a:pt x="153" y="198"/>
                </a:lnTo>
                <a:lnTo>
                  <a:pt x="154" y="198"/>
                </a:lnTo>
                <a:lnTo>
                  <a:pt x="154" y="197"/>
                </a:lnTo>
                <a:lnTo>
                  <a:pt x="154" y="196"/>
                </a:lnTo>
                <a:lnTo>
                  <a:pt x="155" y="196"/>
                </a:lnTo>
                <a:lnTo>
                  <a:pt x="155" y="195"/>
                </a:lnTo>
                <a:lnTo>
                  <a:pt x="155" y="194"/>
                </a:lnTo>
                <a:lnTo>
                  <a:pt x="153" y="193"/>
                </a:lnTo>
                <a:lnTo>
                  <a:pt x="152" y="192"/>
                </a:lnTo>
                <a:lnTo>
                  <a:pt x="151" y="192"/>
                </a:lnTo>
                <a:lnTo>
                  <a:pt x="151" y="191"/>
                </a:lnTo>
                <a:lnTo>
                  <a:pt x="150" y="191"/>
                </a:lnTo>
                <a:lnTo>
                  <a:pt x="149" y="191"/>
                </a:lnTo>
                <a:lnTo>
                  <a:pt x="149" y="190"/>
                </a:lnTo>
                <a:lnTo>
                  <a:pt x="148" y="190"/>
                </a:lnTo>
                <a:lnTo>
                  <a:pt x="148" y="189"/>
                </a:lnTo>
                <a:lnTo>
                  <a:pt x="147" y="188"/>
                </a:lnTo>
                <a:lnTo>
                  <a:pt x="146" y="189"/>
                </a:lnTo>
                <a:lnTo>
                  <a:pt x="146" y="188"/>
                </a:lnTo>
                <a:lnTo>
                  <a:pt x="145" y="187"/>
                </a:lnTo>
                <a:lnTo>
                  <a:pt x="144" y="186"/>
                </a:lnTo>
                <a:lnTo>
                  <a:pt x="143" y="186"/>
                </a:lnTo>
                <a:lnTo>
                  <a:pt x="142" y="186"/>
                </a:lnTo>
                <a:lnTo>
                  <a:pt x="141" y="186"/>
                </a:lnTo>
                <a:lnTo>
                  <a:pt x="141" y="185"/>
                </a:lnTo>
                <a:lnTo>
                  <a:pt x="140" y="185"/>
                </a:lnTo>
                <a:lnTo>
                  <a:pt x="141" y="185"/>
                </a:lnTo>
                <a:lnTo>
                  <a:pt x="140" y="184"/>
                </a:lnTo>
                <a:lnTo>
                  <a:pt x="139" y="184"/>
                </a:lnTo>
                <a:lnTo>
                  <a:pt x="139" y="183"/>
                </a:lnTo>
                <a:lnTo>
                  <a:pt x="138" y="183"/>
                </a:lnTo>
                <a:lnTo>
                  <a:pt x="137" y="183"/>
                </a:lnTo>
                <a:lnTo>
                  <a:pt x="136" y="183"/>
                </a:lnTo>
                <a:lnTo>
                  <a:pt x="135" y="182"/>
                </a:lnTo>
                <a:lnTo>
                  <a:pt x="134" y="182"/>
                </a:lnTo>
                <a:lnTo>
                  <a:pt x="133" y="182"/>
                </a:lnTo>
                <a:lnTo>
                  <a:pt x="134" y="182"/>
                </a:lnTo>
                <a:lnTo>
                  <a:pt x="134" y="181"/>
                </a:lnTo>
                <a:lnTo>
                  <a:pt x="133" y="181"/>
                </a:lnTo>
                <a:lnTo>
                  <a:pt x="132" y="181"/>
                </a:lnTo>
                <a:lnTo>
                  <a:pt x="132" y="180"/>
                </a:lnTo>
                <a:lnTo>
                  <a:pt x="131" y="180"/>
                </a:lnTo>
                <a:lnTo>
                  <a:pt x="130" y="180"/>
                </a:lnTo>
                <a:lnTo>
                  <a:pt x="129" y="180"/>
                </a:lnTo>
                <a:lnTo>
                  <a:pt x="128" y="180"/>
                </a:lnTo>
                <a:lnTo>
                  <a:pt x="128" y="181"/>
                </a:lnTo>
                <a:lnTo>
                  <a:pt x="127" y="180"/>
                </a:lnTo>
                <a:lnTo>
                  <a:pt x="126" y="180"/>
                </a:lnTo>
                <a:lnTo>
                  <a:pt x="124" y="180"/>
                </a:lnTo>
                <a:lnTo>
                  <a:pt x="123" y="178"/>
                </a:lnTo>
                <a:lnTo>
                  <a:pt x="124" y="177"/>
                </a:lnTo>
                <a:lnTo>
                  <a:pt x="123" y="177"/>
                </a:lnTo>
                <a:lnTo>
                  <a:pt x="122" y="177"/>
                </a:lnTo>
                <a:lnTo>
                  <a:pt x="121" y="177"/>
                </a:lnTo>
                <a:lnTo>
                  <a:pt x="120" y="177"/>
                </a:lnTo>
                <a:lnTo>
                  <a:pt x="119" y="177"/>
                </a:lnTo>
                <a:lnTo>
                  <a:pt x="118" y="177"/>
                </a:lnTo>
                <a:lnTo>
                  <a:pt x="117" y="177"/>
                </a:lnTo>
                <a:lnTo>
                  <a:pt x="117" y="170"/>
                </a:lnTo>
                <a:lnTo>
                  <a:pt x="117" y="168"/>
                </a:lnTo>
                <a:lnTo>
                  <a:pt x="117" y="151"/>
                </a:lnTo>
                <a:lnTo>
                  <a:pt x="117" y="150"/>
                </a:lnTo>
                <a:lnTo>
                  <a:pt x="117" y="133"/>
                </a:lnTo>
                <a:lnTo>
                  <a:pt x="117" y="129"/>
                </a:lnTo>
                <a:lnTo>
                  <a:pt x="117" y="120"/>
                </a:lnTo>
                <a:lnTo>
                  <a:pt x="117" y="119"/>
                </a:lnTo>
                <a:lnTo>
                  <a:pt x="117" y="118"/>
                </a:lnTo>
                <a:lnTo>
                  <a:pt x="117" y="117"/>
                </a:lnTo>
                <a:lnTo>
                  <a:pt x="117" y="115"/>
                </a:lnTo>
                <a:lnTo>
                  <a:pt x="118" y="112"/>
                </a:lnTo>
                <a:lnTo>
                  <a:pt x="118" y="111"/>
                </a:lnTo>
                <a:lnTo>
                  <a:pt x="118" y="110"/>
                </a:lnTo>
                <a:lnTo>
                  <a:pt x="118" y="108"/>
                </a:lnTo>
                <a:lnTo>
                  <a:pt x="118" y="106"/>
                </a:lnTo>
                <a:lnTo>
                  <a:pt x="117" y="106"/>
                </a:lnTo>
                <a:lnTo>
                  <a:pt x="115" y="106"/>
                </a:lnTo>
                <a:lnTo>
                  <a:pt x="114" y="106"/>
                </a:lnTo>
                <a:lnTo>
                  <a:pt x="109" y="107"/>
                </a:lnTo>
                <a:lnTo>
                  <a:pt x="108" y="107"/>
                </a:lnTo>
                <a:lnTo>
                  <a:pt x="106" y="107"/>
                </a:lnTo>
                <a:lnTo>
                  <a:pt x="105" y="107"/>
                </a:lnTo>
                <a:lnTo>
                  <a:pt x="104" y="107"/>
                </a:lnTo>
                <a:lnTo>
                  <a:pt x="103" y="108"/>
                </a:lnTo>
                <a:lnTo>
                  <a:pt x="102" y="108"/>
                </a:lnTo>
                <a:lnTo>
                  <a:pt x="101" y="108"/>
                </a:lnTo>
                <a:lnTo>
                  <a:pt x="100" y="109"/>
                </a:lnTo>
                <a:lnTo>
                  <a:pt x="100" y="110"/>
                </a:lnTo>
                <a:lnTo>
                  <a:pt x="100" y="112"/>
                </a:lnTo>
                <a:lnTo>
                  <a:pt x="100" y="115"/>
                </a:lnTo>
                <a:lnTo>
                  <a:pt x="100" y="116"/>
                </a:lnTo>
                <a:lnTo>
                  <a:pt x="99" y="116"/>
                </a:lnTo>
                <a:lnTo>
                  <a:pt x="98" y="116"/>
                </a:lnTo>
                <a:lnTo>
                  <a:pt x="97" y="116"/>
                </a:lnTo>
                <a:lnTo>
                  <a:pt x="95" y="116"/>
                </a:lnTo>
                <a:lnTo>
                  <a:pt x="92" y="116"/>
                </a:lnTo>
                <a:lnTo>
                  <a:pt x="91" y="115"/>
                </a:lnTo>
                <a:lnTo>
                  <a:pt x="90" y="115"/>
                </a:lnTo>
                <a:lnTo>
                  <a:pt x="87" y="112"/>
                </a:lnTo>
                <a:lnTo>
                  <a:pt x="86" y="111"/>
                </a:lnTo>
                <a:lnTo>
                  <a:pt x="85" y="111"/>
                </a:lnTo>
                <a:lnTo>
                  <a:pt x="84" y="110"/>
                </a:lnTo>
                <a:lnTo>
                  <a:pt x="83" y="109"/>
                </a:lnTo>
                <a:lnTo>
                  <a:pt x="82" y="108"/>
                </a:lnTo>
                <a:lnTo>
                  <a:pt x="78" y="105"/>
                </a:lnTo>
                <a:lnTo>
                  <a:pt x="78" y="104"/>
                </a:lnTo>
                <a:lnTo>
                  <a:pt x="77" y="104"/>
                </a:lnTo>
                <a:lnTo>
                  <a:pt x="78" y="103"/>
                </a:lnTo>
                <a:lnTo>
                  <a:pt x="78" y="102"/>
                </a:lnTo>
                <a:lnTo>
                  <a:pt x="77" y="102"/>
                </a:lnTo>
                <a:lnTo>
                  <a:pt x="77" y="101"/>
                </a:lnTo>
                <a:lnTo>
                  <a:pt x="79" y="101"/>
                </a:lnTo>
                <a:lnTo>
                  <a:pt x="80" y="100"/>
                </a:lnTo>
                <a:lnTo>
                  <a:pt x="80" y="99"/>
                </a:lnTo>
                <a:lnTo>
                  <a:pt x="81" y="99"/>
                </a:lnTo>
                <a:lnTo>
                  <a:pt x="81" y="98"/>
                </a:lnTo>
                <a:lnTo>
                  <a:pt x="81" y="97"/>
                </a:lnTo>
                <a:lnTo>
                  <a:pt x="80" y="97"/>
                </a:lnTo>
                <a:lnTo>
                  <a:pt x="80" y="96"/>
                </a:lnTo>
                <a:lnTo>
                  <a:pt x="79" y="96"/>
                </a:lnTo>
                <a:lnTo>
                  <a:pt x="77" y="96"/>
                </a:lnTo>
                <a:lnTo>
                  <a:pt x="76" y="96"/>
                </a:lnTo>
                <a:lnTo>
                  <a:pt x="76" y="97"/>
                </a:lnTo>
                <a:lnTo>
                  <a:pt x="76" y="96"/>
                </a:lnTo>
                <a:lnTo>
                  <a:pt x="75" y="95"/>
                </a:lnTo>
                <a:lnTo>
                  <a:pt x="74" y="95"/>
                </a:lnTo>
                <a:lnTo>
                  <a:pt x="74" y="93"/>
                </a:lnTo>
                <a:lnTo>
                  <a:pt x="74" y="92"/>
                </a:lnTo>
                <a:lnTo>
                  <a:pt x="74" y="87"/>
                </a:lnTo>
                <a:lnTo>
                  <a:pt x="75" y="87"/>
                </a:lnTo>
                <a:lnTo>
                  <a:pt x="75" y="86"/>
                </a:lnTo>
                <a:lnTo>
                  <a:pt x="76" y="86"/>
                </a:lnTo>
                <a:lnTo>
                  <a:pt x="76" y="85"/>
                </a:lnTo>
                <a:lnTo>
                  <a:pt x="77" y="85"/>
                </a:lnTo>
                <a:lnTo>
                  <a:pt x="77" y="86"/>
                </a:lnTo>
                <a:lnTo>
                  <a:pt x="78" y="86"/>
                </a:lnTo>
                <a:lnTo>
                  <a:pt x="81" y="85"/>
                </a:lnTo>
                <a:lnTo>
                  <a:pt x="82" y="85"/>
                </a:lnTo>
                <a:lnTo>
                  <a:pt x="83" y="86"/>
                </a:lnTo>
                <a:lnTo>
                  <a:pt x="84" y="86"/>
                </a:lnTo>
                <a:lnTo>
                  <a:pt x="85" y="85"/>
                </a:lnTo>
                <a:lnTo>
                  <a:pt x="86" y="85"/>
                </a:lnTo>
                <a:lnTo>
                  <a:pt x="88" y="85"/>
                </a:lnTo>
                <a:lnTo>
                  <a:pt x="89" y="86"/>
                </a:lnTo>
                <a:lnTo>
                  <a:pt x="90" y="86"/>
                </a:lnTo>
                <a:lnTo>
                  <a:pt x="90" y="85"/>
                </a:lnTo>
                <a:lnTo>
                  <a:pt x="91" y="85"/>
                </a:lnTo>
                <a:lnTo>
                  <a:pt x="92" y="85"/>
                </a:lnTo>
                <a:lnTo>
                  <a:pt x="93" y="85"/>
                </a:lnTo>
                <a:lnTo>
                  <a:pt x="94" y="84"/>
                </a:lnTo>
                <a:lnTo>
                  <a:pt x="95" y="84"/>
                </a:lnTo>
                <a:lnTo>
                  <a:pt x="96" y="84"/>
                </a:lnTo>
                <a:lnTo>
                  <a:pt x="96" y="85"/>
                </a:lnTo>
                <a:lnTo>
                  <a:pt x="95" y="85"/>
                </a:lnTo>
                <a:lnTo>
                  <a:pt x="95" y="86"/>
                </a:lnTo>
                <a:lnTo>
                  <a:pt x="96" y="86"/>
                </a:lnTo>
                <a:lnTo>
                  <a:pt x="96" y="85"/>
                </a:lnTo>
                <a:lnTo>
                  <a:pt x="97" y="85"/>
                </a:lnTo>
                <a:lnTo>
                  <a:pt x="97" y="86"/>
                </a:lnTo>
                <a:lnTo>
                  <a:pt x="98" y="86"/>
                </a:lnTo>
                <a:lnTo>
                  <a:pt x="99" y="86"/>
                </a:lnTo>
                <a:lnTo>
                  <a:pt x="99" y="87"/>
                </a:lnTo>
                <a:lnTo>
                  <a:pt x="100" y="87"/>
                </a:lnTo>
                <a:lnTo>
                  <a:pt x="101" y="86"/>
                </a:lnTo>
                <a:lnTo>
                  <a:pt x="103" y="86"/>
                </a:lnTo>
                <a:lnTo>
                  <a:pt x="103" y="87"/>
                </a:lnTo>
                <a:lnTo>
                  <a:pt x="103" y="86"/>
                </a:lnTo>
                <a:lnTo>
                  <a:pt x="104" y="86"/>
                </a:lnTo>
                <a:lnTo>
                  <a:pt x="105" y="86"/>
                </a:lnTo>
                <a:lnTo>
                  <a:pt x="106" y="86"/>
                </a:lnTo>
                <a:lnTo>
                  <a:pt x="107" y="86"/>
                </a:lnTo>
                <a:lnTo>
                  <a:pt x="108" y="85"/>
                </a:lnTo>
                <a:lnTo>
                  <a:pt x="108" y="84"/>
                </a:lnTo>
                <a:lnTo>
                  <a:pt x="109" y="83"/>
                </a:lnTo>
                <a:lnTo>
                  <a:pt x="110" y="83"/>
                </a:lnTo>
                <a:lnTo>
                  <a:pt x="111" y="82"/>
                </a:lnTo>
                <a:lnTo>
                  <a:pt x="112" y="82"/>
                </a:lnTo>
                <a:lnTo>
                  <a:pt x="111" y="82"/>
                </a:lnTo>
                <a:lnTo>
                  <a:pt x="111" y="81"/>
                </a:lnTo>
                <a:lnTo>
                  <a:pt x="111" y="80"/>
                </a:lnTo>
                <a:lnTo>
                  <a:pt x="111" y="79"/>
                </a:lnTo>
                <a:lnTo>
                  <a:pt x="111" y="78"/>
                </a:lnTo>
                <a:lnTo>
                  <a:pt x="112" y="78"/>
                </a:lnTo>
                <a:lnTo>
                  <a:pt x="113" y="78"/>
                </a:lnTo>
                <a:lnTo>
                  <a:pt x="114" y="78"/>
                </a:lnTo>
                <a:lnTo>
                  <a:pt x="116" y="78"/>
                </a:lnTo>
                <a:lnTo>
                  <a:pt x="116" y="77"/>
                </a:lnTo>
                <a:lnTo>
                  <a:pt x="117" y="77"/>
                </a:lnTo>
                <a:lnTo>
                  <a:pt x="118" y="77"/>
                </a:lnTo>
                <a:lnTo>
                  <a:pt x="119" y="77"/>
                </a:lnTo>
                <a:lnTo>
                  <a:pt x="119" y="76"/>
                </a:lnTo>
                <a:lnTo>
                  <a:pt x="118" y="75"/>
                </a:lnTo>
                <a:lnTo>
                  <a:pt x="119" y="75"/>
                </a:lnTo>
                <a:lnTo>
                  <a:pt x="120" y="75"/>
                </a:lnTo>
                <a:lnTo>
                  <a:pt x="121" y="74"/>
                </a:lnTo>
                <a:lnTo>
                  <a:pt x="121" y="73"/>
                </a:lnTo>
                <a:lnTo>
                  <a:pt x="122" y="73"/>
                </a:lnTo>
                <a:lnTo>
                  <a:pt x="123" y="74"/>
                </a:lnTo>
                <a:lnTo>
                  <a:pt x="124" y="74"/>
                </a:lnTo>
                <a:lnTo>
                  <a:pt x="125" y="73"/>
                </a:lnTo>
                <a:lnTo>
                  <a:pt x="126" y="73"/>
                </a:lnTo>
                <a:lnTo>
                  <a:pt x="127" y="73"/>
                </a:lnTo>
                <a:lnTo>
                  <a:pt x="126" y="72"/>
                </a:lnTo>
                <a:lnTo>
                  <a:pt x="127" y="71"/>
                </a:lnTo>
                <a:lnTo>
                  <a:pt x="128" y="70"/>
                </a:lnTo>
                <a:lnTo>
                  <a:pt x="129" y="69"/>
                </a:lnTo>
                <a:lnTo>
                  <a:pt x="130" y="69"/>
                </a:lnTo>
                <a:lnTo>
                  <a:pt x="131" y="69"/>
                </a:lnTo>
                <a:lnTo>
                  <a:pt x="130" y="69"/>
                </a:lnTo>
                <a:lnTo>
                  <a:pt x="130" y="68"/>
                </a:lnTo>
                <a:lnTo>
                  <a:pt x="130" y="67"/>
                </a:lnTo>
                <a:lnTo>
                  <a:pt x="129" y="67"/>
                </a:lnTo>
                <a:lnTo>
                  <a:pt x="128" y="66"/>
                </a:lnTo>
                <a:lnTo>
                  <a:pt x="128" y="65"/>
                </a:lnTo>
                <a:lnTo>
                  <a:pt x="129" y="65"/>
                </a:lnTo>
                <a:lnTo>
                  <a:pt x="130" y="64"/>
                </a:lnTo>
                <a:lnTo>
                  <a:pt x="131" y="64"/>
                </a:lnTo>
                <a:lnTo>
                  <a:pt x="132" y="64"/>
                </a:lnTo>
                <a:lnTo>
                  <a:pt x="133" y="64"/>
                </a:lnTo>
                <a:lnTo>
                  <a:pt x="134" y="65"/>
                </a:lnTo>
                <a:lnTo>
                  <a:pt x="135" y="64"/>
                </a:lnTo>
                <a:lnTo>
                  <a:pt x="135" y="65"/>
                </a:lnTo>
                <a:lnTo>
                  <a:pt x="136" y="65"/>
                </a:lnTo>
                <a:lnTo>
                  <a:pt x="137" y="65"/>
                </a:lnTo>
                <a:lnTo>
                  <a:pt x="138" y="65"/>
                </a:lnTo>
                <a:lnTo>
                  <a:pt x="138" y="66"/>
                </a:lnTo>
                <a:lnTo>
                  <a:pt x="139" y="66"/>
                </a:lnTo>
                <a:lnTo>
                  <a:pt x="140" y="66"/>
                </a:lnTo>
                <a:lnTo>
                  <a:pt x="141" y="65"/>
                </a:lnTo>
                <a:lnTo>
                  <a:pt x="142" y="65"/>
                </a:lnTo>
                <a:lnTo>
                  <a:pt x="143" y="66"/>
                </a:lnTo>
                <a:lnTo>
                  <a:pt x="145" y="65"/>
                </a:lnTo>
                <a:lnTo>
                  <a:pt x="146" y="65"/>
                </a:lnTo>
                <a:lnTo>
                  <a:pt x="147" y="65"/>
                </a:lnTo>
                <a:lnTo>
                  <a:pt x="147" y="66"/>
                </a:lnTo>
                <a:lnTo>
                  <a:pt x="148" y="66"/>
                </a:lnTo>
                <a:lnTo>
                  <a:pt x="149" y="65"/>
                </a:lnTo>
                <a:lnTo>
                  <a:pt x="150" y="65"/>
                </a:lnTo>
                <a:lnTo>
                  <a:pt x="150" y="64"/>
                </a:lnTo>
                <a:lnTo>
                  <a:pt x="151" y="64"/>
                </a:lnTo>
                <a:lnTo>
                  <a:pt x="152" y="64"/>
                </a:lnTo>
                <a:lnTo>
                  <a:pt x="153" y="64"/>
                </a:lnTo>
                <a:lnTo>
                  <a:pt x="154" y="64"/>
                </a:lnTo>
                <a:lnTo>
                  <a:pt x="155" y="64"/>
                </a:lnTo>
                <a:lnTo>
                  <a:pt x="156" y="63"/>
                </a:lnTo>
                <a:lnTo>
                  <a:pt x="157" y="63"/>
                </a:lnTo>
                <a:lnTo>
                  <a:pt x="158" y="63"/>
                </a:lnTo>
                <a:lnTo>
                  <a:pt x="159" y="62"/>
                </a:lnTo>
                <a:lnTo>
                  <a:pt x="160" y="62"/>
                </a:lnTo>
                <a:lnTo>
                  <a:pt x="161" y="62"/>
                </a:lnTo>
                <a:lnTo>
                  <a:pt x="162" y="62"/>
                </a:lnTo>
                <a:lnTo>
                  <a:pt x="163" y="61"/>
                </a:lnTo>
                <a:lnTo>
                  <a:pt x="164" y="61"/>
                </a:lnTo>
                <a:lnTo>
                  <a:pt x="165" y="61"/>
                </a:lnTo>
                <a:lnTo>
                  <a:pt x="166" y="61"/>
                </a:lnTo>
                <a:lnTo>
                  <a:pt x="167" y="61"/>
                </a:lnTo>
                <a:lnTo>
                  <a:pt x="168" y="61"/>
                </a:lnTo>
                <a:lnTo>
                  <a:pt x="169" y="61"/>
                </a:lnTo>
                <a:lnTo>
                  <a:pt x="170" y="61"/>
                </a:lnTo>
                <a:lnTo>
                  <a:pt x="171" y="61"/>
                </a:lnTo>
                <a:lnTo>
                  <a:pt x="172" y="60"/>
                </a:lnTo>
                <a:lnTo>
                  <a:pt x="173" y="60"/>
                </a:lnTo>
                <a:lnTo>
                  <a:pt x="174" y="60"/>
                </a:lnTo>
                <a:lnTo>
                  <a:pt x="175" y="60"/>
                </a:lnTo>
                <a:lnTo>
                  <a:pt x="176" y="60"/>
                </a:lnTo>
                <a:lnTo>
                  <a:pt x="178" y="60"/>
                </a:lnTo>
                <a:lnTo>
                  <a:pt x="181" y="60"/>
                </a:lnTo>
                <a:lnTo>
                  <a:pt x="181" y="59"/>
                </a:lnTo>
                <a:lnTo>
                  <a:pt x="182" y="59"/>
                </a:lnTo>
                <a:lnTo>
                  <a:pt x="183" y="58"/>
                </a:lnTo>
                <a:lnTo>
                  <a:pt x="184" y="58"/>
                </a:lnTo>
                <a:lnTo>
                  <a:pt x="185" y="58"/>
                </a:lnTo>
                <a:lnTo>
                  <a:pt x="187" y="58"/>
                </a:lnTo>
                <a:lnTo>
                  <a:pt x="189" y="57"/>
                </a:lnTo>
                <a:lnTo>
                  <a:pt x="190" y="57"/>
                </a:lnTo>
                <a:lnTo>
                  <a:pt x="191" y="56"/>
                </a:lnTo>
                <a:lnTo>
                  <a:pt x="192" y="55"/>
                </a:lnTo>
                <a:lnTo>
                  <a:pt x="192" y="56"/>
                </a:lnTo>
                <a:lnTo>
                  <a:pt x="193" y="56"/>
                </a:lnTo>
                <a:lnTo>
                  <a:pt x="193" y="55"/>
                </a:lnTo>
                <a:lnTo>
                  <a:pt x="194" y="55"/>
                </a:lnTo>
                <a:lnTo>
                  <a:pt x="195" y="55"/>
                </a:lnTo>
                <a:lnTo>
                  <a:pt x="196" y="55"/>
                </a:lnTo>
                <a:lnTo>
                  <a:pt x="197" y="55"/>
                </a:lnTo>
                <a:lnTo>
                  <a:pt x="198" y="55"/>
                </a:lnTo>
                <a:lnTo>
                  <a:pt x="199" y="55"/>
                </a:lnTo>
                <a:lnTo>
                  <a:pt x="200" y="55"/>
                </a:lnTo>
                <a:lnTo>
                  <a:pt x="201" y="55"/>
                </a:lnTo>
                <a:lnTo>
                  <a:pt x="202" y="54"/>
                </a:lnTo>
                <a:lnTo>
                  <a:pt x="202" y="53"/>
                </a:lnTo>
                <a:lnTo>
                  <a:pt x="203" y="53"/>
                </a:lnTo>
                <a:lnTo>
                  <a:pt x="204" y="52"/>
                </a:lnTo>
                <a:lnTo>
                  <a:pt x="205" y="52"/>
                </a:lnTo>
                <a:lnTo>
                  <a:pt x="206" y="53"/>
                </a:lnTo>
                <a:lnTo>
                  <a:pt x="206" y="52"/>
                </a:lnTo>
                <a:lnTo>
                  <a:pt x="207" y="52"/>
                </a:lnTo>
                <a:lnTo>
                  <a:pt x="207" y="51"/>
                </a:lnTo>
                <a:lnTo>
                  <a:pt x="208" y="51"/>
                </a:lnTo>
                <a:lnTo>
                  <a:pt x="208" y="50"/>
                </a:lnTo>
                <a:lnTo>
                  <a:pt x="209" y="50"/>
                </a:lnTo>
                <a:lnTo>
                  <a:pt x="210" y="50"/>
                </a:lnTo>
                <a:lnTo>
                  <a:pt x="211" y="50"/>
                </a:lnTo>
                <a:lnTo>
                  <a:pt x="212" y="50"/>
                </a:lnTo>
                <a:lnTo>
                  <a:pt x="212" y="49"/>
                </a:lnTo>
                <a:lnTo>
                  <a:pt x="213" y="49"/>
                </a:lnTo>
                <a:lnTo>
                  <a:pt x="214" y="48"/>
                </a:lnTo>
                <a:lnTo>
                  <a:pt x="215" y="48"/>
                </a:lnTo>
                <a:lnTo>
                  <a:pt x="216" y="47"/>
                </a:lnTo>
                <a:lnTo>
                  <a:pt x="217" y="47"/>
                </a:lnTo>
                <a:lnTo>
                  <a:pt x="218" y="47"/>
                </a:lnTo>
                <a:lnTo>
                  <a:pt x="219" y="47"/>
                </a:lnTo>
                <a:lnTo>
                  <a:pt x="220" y="47"/>
                </a:lnTo>
                <a:lnTo>
                  <a:pt x="221" y="47"/>
                </a:lnTo>
                <a:lnTo>
                  <a:pt x="222" y="47"/>
                </a:lnTo>
                <a:lnTo>
                  <a:pt x="223" y="46"/>
                </a:lnTo>
                <a:lnTo>
                  <a:pt x="224" y="46"/>
                </a:lnTo>
                <a:lnTo>
                  <a:pt x="225" y="45"/>
                </a:lnTo>
                <a:lnTo>
                  <a:pt x="225" y="46"/>
                </a:lnTo>
                <a:lnTo>
                  <a:pt x="226" y="46"/>
                </a:lnTo>
                <a:lnTo>
                  <a:pt x="227" y="46"/>
                </a:lnTo>
                <a:lnTo>
                  <a:pt x="228" y="45"/>
                </a:lnTo>
                <a:lnTo>
                  <a:pt x="229" y="45"/>
                </a:lnTo>
                <a:lnTo>
                  <a:pt x="230" y="45"/>
                </a:lnTo>
                <a:lnTo>
                  <a:pt x="230" y="44"/>
                </a:lnTo>
                <a:lnTo>
                  <a:pt x="231" y="44"/>
                </a:lnTo>
                <a:lnTo>
                  <a:pt x="232" y="44"/>
                </a:lnTo>
                <a:lnTo>
                  <a:pt x="233" y="44"/>
                </a:lnTo>
                <a:lnTo>
                  <a:pt x="234" y="44"/>
                </a:lnTo>
                <a:lnTo>
                  <a:pt x="234" y="43"/>
                </a:lnTo>
                <a:lnTo>
                  <a:pt x="235" y="43"/>
                </a:lnTo>
                <a:lnTo>
                  <a:pt x="236" y="42"/>
                </a:lnTo>
                <a:lnTo>
                  <a:pt x="237" y="42"/>
                </a:lnTo>
                <a:lnTo>
                  <a:pt x="238" y="42"/>
                </a:lnTo>
                <a:lnTo>
                  <a:pt x="239" y="42"/>
                </a:lnTo>
                <a:lnTo>
                  <a:pt x="240" y="43"/>
                </a:lnTo>
                <a:lnTo>
                  <a:pt x="240" y="42"/>
                </a:lnTo>
                <a:lnTo>
                  <a:pt x="242" y="41"/>
                </a:lnTo>
                <a:lnTo>
                  <a:pt x="244" y="40"/>
                </a:lnTo>
                <a:lnTo>
                  <a:pt x="244" y="41"/>
                </a:lnTo>
                <a:lnTo>
                  <a:pt x="245" y="41"/>
                </a:lnTo>
                <a:lnTo>
                  <a:pt x="246" y="41"/>
                </a:lnTo>
                <a:lnTo>
                  <a:pt x="247" y="40"/>
                </a:lnTo>
                <a:lnTo>
                  <a:pt x="248" y="41"/>
                </a:lnTo>
                <a:lnTo>
                  <a:pt x="249" y="41"/>
                </a:lnTo>
                <a:lnTo>
                  <a:pt x="250" y="41"/>
                </a:lnTo>
                <a:lnTo>
                  <a:pt x="251" y="41"/>
                </a:lnTo>
                <a:lnTo>
                  <a:pt x="252" y="41"/>
                </a:lnTo>
                <a:lnTo>
                  <a:pt x="253" y="40"/>
                </a:lnTo>
                <a:lnTo>
                  <a:pt x="254" y="40"/>
                </a:lnTo>
                <a:lnTo>
                  <a:pt x="255" y="40"/>
                </a:lnTo>
                <a:lnTo>
                  <a:pt x="256" y="40"/>
                </a:lnTo>
                <a:lnTo>
                  <a:pt x="257" y="40"/>
                </a:lnTo>
                <a:lnTo>
                  <a:pt x="259" y="40"/>
                </a:lnTo>
                <a:lnTo>
                  <a:pt x="260" y="39"/>
                </a:lnTo>
                <a:lnTo>
                  <a:pt x="261" y="39"/>
                </a:lnTo>
                <a:lnTo>
                  <a:pt x="261" y="38"/>
                </a:lnTo>
                <a:lnTo>
                  <a:pt x="261" y="37"/>
                </a:lnTo>
                <a:lnTo>
                  <a:pt x="263" y="37"/>
                </a:lnTo>
                <a:lnTo>
                  <a:pt x="264" y="36"/>
                </a:lnTo>
                <a:lnTo>
                  <a:pt x="265" y="36"/>
                </a:lnTo>
                <a:lnTo>
                  <a:pt x="266" y="36"/>
                </a:lnTo>
                <a:lnTo>
                  <a:pt x="266" y="35"/>
                </a:lnTo>
                <a:lnTo>
                  <a:pt x="267" y="35"/>
                </a:lnTo>
                <a:lnTo>
                  <a:pt x="268" y="35"/>
                </a:lnTo>
                <a:lnTo>
                  <a:pt x="268" y="34"/>
                </a:lnTo>
                <a:lnTo>
                  <a:pt x="269" y="34"/>
                </a:lnTo>
                <a:lnTo>
                  <a:pt x="270" y="34"/>
                </a:lnTo>
                <a:lnTo>
                  <a:pt x="270" y="33"/>
                </a:lnTo>
                <a:lnTo>
                  <a:pt x="271" y="33"/>
                </a:lnTo>
                <a:lnTo>
                  <a:pt x="272" y="33"/>
                </a:lnTo>
                <a:lnTo>
                  <a:pt x="273" y="32"/>
                </a:lnTo>
                <a:lnTo>
                  <a:pt x="273" y="33"/>
                </a:lnTo>
                <a:lnTo>
                  <a:pt x="274" y="33"/>
                </a:lnTo>
                <a:lnTo>
                  <a:pt x="274" y="32"/>
                </a:lnTo>
                <a:lnTo>
                  <a:pt x="275" y="32"/>
                </a:lnTo>
                <a:lnTo>
                  <a:pt x="276" y="32"/>
                </a:lnTo>
                <a:lnTo>
                  <a:pt x="277" y="31"/>
                </a:lnTo>
                <a:lnTo>
                  <a:pt x="278" y="31"/>
                </a:lnTo>
                <a:lnTo>
                  <a:pt x="279" y="31"/>
                </a:lnTo>
                <a:lnTo>
                  <a:pt x="280" y="31"/>
                </a:lnTo>
                <a:lnTo>
                  <a:pt x="280" y="30"/>
                </a:lnTo>
                <a:lnTo>
                  <a:pt x="281" y="30"/>
                </a:lnTo>
                <a:lnTo>
                  <a:pt x="282" y="30"/>
                </a:lnTo>
                <a:lnTo>
                  <a:pt x="283" y="30"/>
                </a:lnTo>
                <a:lnTo>
                  <a:pt x="284" y="30"/>
                </a:lnTo>
                <a:lnTo>
                  <a:pt x="285" y="29"/>
                </a:lnTo>
                <a:lnTo>
                  <a:pt x="286" y="29"/>
                </a:lnTo>
                <a:lnTo>
                  <a:pt x="287" y="29"/>
                </a:lnTo>
                <a:lnTo>
                  <a:pt x="288" y="29"/>
                </a:lnTo>
                <a:lnTo>
                  <a:pt x="288" y="30"/>
                </a:lnTo>
                <a:lnTo>
                  <a:pt x="289" y="29"/>
                </a:lnTo>
                <a:lnTo>
                  <a:pt x="290" y="30"/>
                </a:lnTo>
                <a:lnTo>
                  <a:pt x="290" y="29"/>
                </a:lnTo>
                <a:lnTo>
                  <a:pt x="291" y="29"/>
                </a:lnTo>
                <a:lnTo>
                  <a:pt x="292" y="29"/>
                </a:lnTo>
                <a:lnTo>
                  <a:pt x="292" y="30"/>
                </a:lnTo>
                <a:lnTo>
                  <a:pt x="293" y="29"/>
                </a:lnTo>
                <a:lnTo>
                  <a:pt x="293" y="28"/>
                </a:lnTo>
                <a:lnTo>
                  <a:pt x="294" y="27"/>
                </a:lnTo>
                <a:lnTo>
                  <a:pt x="295" y="27"/>
                </a:lnTo>
                <a:lnTo>
                  <a:pt x="296" y="27"/>
                </a:lnTo>
                <a:lnTo>
                  <a:pt x="297" y="26"/>
                </a:lnTo>
                <a:lnTo>
                  <a:pt x="298" y="26"/>
                </a:lnTo>
                <a:lnTo>
                  <a:pt x="299" y="26"/>
                </a:lnTo>
                <a:lnTo>
                  <a:pt x="299" y="25"/>
                </a:lnTo>
                <a:lnTo>
                  <a:pt x="300" y="25"/>
                </a:lnTo>
                <a:lnTo>
                  <a:pt x="301" y="25"/>
                </a:lnTo>
                <a:lnTo>
                  <a:pt x="303" y="25"/>
                </a:lnTo>
                <a:lnTo>
                  <a:pt x="304" y="25"/>
                </a:lnTo>
                <a:lnTo>
                  <a:pt x="307" y="25"/>
                </a:lnTo>
                <a:lnTo>
                  <a:pt x="308" y="25"/>
                </a:lnTo>
                <a:lnTo>
                  <a:pt x="309" y="25"/>
                </a:lnTo>
                <a:lnTo>
                  <a:pt x="310" y="25"/>
                </a:lnTo>
                <a:lnTo>
                  <a:pt x="311" y="25"/>
                </a:lnTo>
                <a:lnTo>
                  <a:pt x="313" y="25"/>
                </a:lnTo>
                <a:lnTo>
                  <a:pt x="314" y="25"/>
                </a:lnTo>
                <a:lnTo>
                  <a:pt x="315" y="25"/>
                </a:lnTo>
                <a:lnTo>
                  <a:pt x="315" y="24"/>
                </a:lnTo>
                <a:lnTo>
                  <a:pt x="316" y="24"/>
                </a:lnTo>
                <a:lnTo>
                  <a:pt x="317" y="23"/>
                </a:lnTo>
                <a:lnTo>
                  <a:pt x="317" y="24"/>
                </a:lnTo>
                <a:lnTo>
                  <a:pt x="318" y="24"/>
                </a:lnTo>
                <a:lnTo>
                  <a:pt x="318" y="23"/>
                </a:lnTo>
                <a:lnTo>
                  <a:pt x="317" y="22"/>
                </a:lnTo>
                <a:lnTo>
                  <a:pt x="317" y="21"/>
                </a:lnTo>
                <a:lnTo>
                  <a:pt x="317" y="20"/>
                </a:lnTo>
                <a:lnTo>
                  <a:pt x="318" y="20"/>
                </a:lnTo>
                <a:lnTo>
                  <a:pt x="318" y="19"/>
                </a:lnTo>
                <a:lnTo>
                  <a:pt x="319" y="19"/>
                </a:lnTo>
                <a:lnTo>
                  <a:pt x="320" y="19"/>
                </a:lnTo>
                <a:lnTo>
                  <a:pt x="320" y="20"/>
                </a:lnTo>
                <a:lnTo>
                  <a:pt x="321" y="20"/>
                </a:lnTo>
                <a:lnTo>
                  <a:pt x="322" y="20"/>
                </a:lnTo>
                <a:lnTo>
                  <a:pt x="322" y="19"/>
                </a:lnTo>
                <a:lnTo>
                  <a:pt x="323" y="18"/>
                </a:lnTo>
                <a:lnTo>
                  <a:pt x="322" y="18"/>
                </a:lnTo>
                <a:lnTo>
                  <a:pt x="322" y="17"/>
                </a:lnTo>
                <a:lnTo>
                  <a:pt x="323" y="16"/>
                </a:lnTo>
                <a:lnTo>
                  <a:pt x="324" y="15"/>
                </a:lnTo>
                <a:lnTo>
                  <a:pt x="325" y="15"/>
                </a:lnTo>
                <a:lnTo>
                  <a:pt x="324" y="15"/>
                </a:lnTo>
                <a:lnTo>
                  <a:pt x="324" y="14"/>
                </a:lnTo>
                <a:lnTo>
                  <a:pt x="325" y="14"/>
                </a:lnTo>
                <a:lnTo>
                  <a:pt x="326" y="13"/>
                </a:lnTo>
                <a:lnTo>
                  <a:pt x="328" y="13"/>
                </a:lnTo>
                <a:lnTo>
                  <a:pt x="330" y="13"/>
                </a:lnTo>
                <a:lnTo>
                  <a:pt x="331" y="13"/>
                </a:lnTo>
                <a:lnTo>
                  <a:pt x="331" y="12"/>
                </a:lnTo>
                <a:lnTo>
                  <a:pt x="332" y="12"/>
                </a:lnTo>
                <a:lnTo>
                  <a:pt x="333" y="12"/>
                </a:lnTo>
                <a:lnTo>
                  <a:pt x="334" y="12"/>
                </a:lnTo>
                <a:lnTo>
                  <a:pt x="335" y="12"/>
                </a:lnTo>
                <a:lnTo>
                  <a:pt x="336" y="12"/>
                </a:lnTo>
                <a:lnTo>
                  <a:pt x="336" y="11"/>
                </a:lnTo>
                <a:lnTo>
                  <a:pt x="337" y="11"/>
                </a:lnTo>
                <a:lnTo>
                  <a:pt x="337" y="12"/>
                </a:lnTo>
                <a:lnTo>
                  <a:pt x="338" y="12"/>
                </a:lnTo>
                <a:lnTo>
                  <a:pt x="339" y="12"/>
                </a:lnTo>
                <a:lnTo>
                  <a:pt x="340" y="12"/>
                </a:lnTo>
                <a:lnTo>
                  <a:pt x="340" y="11"/>
                </a:lnTo>
                <a:lnTo>
                  <a:pt x="341" y="11"/>
                </a:lnTo>
                <a:lnTo>
                  <a:pt x="342" y="11"/>
                </a:lnTo>
                <a:lnTo>
                  <a:pt x="343" y="12"/>
                </a:lnTo>
                <a:lnTo>
                  <a:pt x="344" y="12"/>
                </a:lnTo>
                <a:lnTo>
                  <a:pt x="344" y="11"/>
                </a:lnTo>
                <a:lnTo>
                  <a:pt x="345" y="11"/>
                </a:lnTo>
                <a:lnTo>
                  <a:pt x="347" y="11"/>
                </a:lnTo>
                <a:lnTo>
                  <a:pt x="348" y="11"/>
                </a:lnTo>
                <a:lnTo>
                  <a:pt x="348" y="10"/>
                </a:lnTo>
                <a:lnTo>
                  <a:pt x="349" y="10"/>
                </a:lnTo>
                <a:lnTo>
                  <a:pt x="350" y="10"/>
                </a:lnTo>
                <a:lnTo>
                  <a:pt x="351" y="10"/>
                </a:lnTo>
                <a:lnTo>
                  <a:pt x="352" y="10"/>
                </a:lnTo>
                <a:lnTo>
                  <a:pt x="353" y="9"/>
                </a:lnTo>
                <a:lnTo>
                  <a:pt x="354" y="9"/>
                </a:lnTo>
                <a:lnTo>
                  <a:pt x="355" y="9"/>
                </a:lnTo>
                <a:lnTo>
                  <a:pt x="356" y="8"/>
                </a:lnTo>
                <a:lnTo>
                  <a:pt x="357" y="8"/>
                </a:lnTo>
                <a:lnTo>
                  <a:pt x="358" y="8"/>
                </a:lnTo>
                <a:lnTo>
                  <a:pt x="358" y="9"/>
                </a:lnTo>
                <a:lnTo>
                  <a:pt x="358" y="8"/>
                </a:lnTo>
                <a:lnTo>
                  <a:pt x="359" y="8"/>
                </a:lnTo>
                <a:lnTo>
                  <a:pt x="359" y="9"/>
                </a:lnTo>
                <a:lnTo>
                  <a:pt x="361" y="9"/>
                </a:lnTo>
                <a:lnTo>
                  <a:pt x="361" y="8"/>
                </a:lnTo>
                <a:lnTo>
                  <a:pt x="362" y="8"/>
                </a:lnTo>
                <a:lnTo>
                  <a:pt x="363" y="8"/>
                </a:lnTo>
                <a:lnTo>
                  <a:pt x="364" y="8"/>
                </a:lnTo>
                <a:lnTo>
                  <a:pt x="365" y="8"/>
                </a:lnTo>
                <a:lnTo>
                  <a:pt x="366" y="7"/>
                </a:lnTo>
                <a:lnTo>
                  <a:pt x="367" y="6"/>
                </a:lnTo>
                <a:lnTo>
                  <a:pt x="368" y="6"/>
                </a:lnTo>
                <a:lnTo>
                  <a:pt x="369" y="6"/>
                </a:lnTo>
                <a:lnTo>
                  <a:pt x="370" y="6"/>
                </a:lnTo>
                <a:lnTo>
                  <a:pt x="370" y="5"/>
                </a:lnTo>
                <a:lnTo>
                  <a:pt x="371" y="5"/>
                </a:lnTo>
                <a:lnTo>
                  <a:pt x="372" y="5"/>
                </a:lnTo>
                <a:lnTo>
                  <a:pt x="373" y="5"/>
                </a:lnTo>
                <a:lnTo>
                  <a:pt x="374" y="5"/>
                </a:lnTo>
                <a:lnTo>
                  <a:pt x="375" y="5"/>
                </a:lnTo>
                <a:lnTo>
                  <a:pt x="375" y="6"/>
                </a:lnTo>
                <a:lnTo>
                  <a:pt x="375" y="7"/>
                </a:lnTo>
                <a:lnTo>
                  <a:pt x="376" y="7"/>
                </a:lnTo>
                <a:lnTo>
                  <a:pt x="376" y="8"/>
                </a:lnTo>
                <a:lnTo>
                  <a:pt x="377" y="8"/>
                </a:lnTo>
                <a:lnTo>
                  <a:pt x="378" y="7"/>
                </a:lnTo>
                <a:lnTo>
                  <a:pt x="379" y="7"/>
                </a:lnTo>
                <a:lnTo>
                  <a:pt x="380" y="7"/>
                </a:lnTo>
                <a:lnTo>
                  <a:pt x="381" y="7"/>
                </a:lnTo>
                <a:lnTo>
                  <a:pt x="382" y="7"/>
                </a:lnTo>
                <a:lnTo>
                  <a:pt x="383" y="7"/>
                </a:lnTo>
                <a:lnTo>
                  <a:pt x="384" y="7"/>
                </a:lnTo>
                <a:lnTo>
                  <a:pt x="385" y="7"/>
                </a:lnTo>
                <a:lnTo>
                  <a:pt x="386" y="7"/>
                </a:lnTo>
                <a:lnTo>
                  <a:pt x="387" y="6"/>
                </a:lnTo>
                <a:lnTo>
                  <a:pt x="388" y="5"/>
                </a:lnTo>
                <a:lnTo>
                  <a:pt x="389" y="5"/>
                </a:lnTo>
                <a:lnTo>
                  <a:pt x="389" y="4"/>
                </a:lnTo>
                <a:lnTo>
                  <a:pt x="390" y="4"/>
                </a:lnTo>
                <a:lnTo>
                  <a:pt x="391" y="4"/>
                </a:lnTo>
                <a:lnTo>
                  <a:pt x="392" y="4"/>
                </a:lnTo>
                <a:lnTo>
                  <a:pt x="393" y="4"/>
                </a:lnTo>
                <a:lnTo>
                  <a:pt x="394" y="5"/>
                </a:lnTo>
                <a:lnTo>
                  <a:pt x="394" y="6"/>
                </a:lnTo>
                <a:lnTo>
                  <a:pt x="393" y="7"/>
                </a:lnTo>
                <a:lnTo>
                  <a:pt x="393" y="8"/>
                </a:lnTo>
                <a:lnTo>
                  <a:pt x="393" y="9"/>
                </a:lnTo>
                <a:lnTo>
                  <a:pt x="393" y="10"/>
                </a:lnTo>
                <a:lnTo>
                  <a:pt x="392" y="10"/>
                </a:lnTo>
                <a:lnTo>
                  <a:pt x="392" y="11"/>
                </a:lnTo>
                <a:lnTo>
                  <a:pt x="393" y="11"/>
                </a:lnTo>
                <a:lnTo>
                  <a:pt x="393" y="12"/>
                </a:lnTo>
                <a:lnTo>
                  <a:pt x="394" y="13"/>
                </a:lnTo>
                <a:lnTo>
                  <a:pt x="395" y="13"/>
                </a:lnTo>
                <a:lnTo>
                  <a:pt x="396" y="14"/>
                </a:lnTo>
                <a:lnTo>
                  <a:pt x="397" y="14"/>
                </a:lnTo>
                <a:lnTo>
                  <a:pt x="397" y="15"/>
                </a:lnTo>
                <a:lnTo>
                  <a:pt x="397" y="16"/>
                </a:lnTo>
                <a:lnTo>
                  <a:pt x="398" y="17"/>
                </a:lnTo>
                <a:lnTo>
                  <a:pt x="399" y="17"/>
                </a:lnTo>
                <a:lnTo>
                  <a:pt x="399" y="18"/>
                </a:lnTo>
                <a:lnTo>
                  <a:pt x="399" y="19"/>
                </a:lnTo>
                <a:lnTo>
                  <a:pt x="400" y="19"/>
                </a:lnTo>
                <a:lnTo>
                  <a:pt x="400" y="21"/>
                </a:lnTo>
                <a:lnTo>
                  <a:pt x="399" y="25"/>
                </a:lnTo>
                <a:lnTo>
                  <a:pt x="399" y="28"/>
                </a:lnTo>
                <a:lnTo>
                  <a:pt x="398" y="33"/>
                </a:lnTo>
                <a:lnTo>
                  <a:pt x="398" y="34"/>
                </a:lnTo>
                <a:lnTo>
                  <a:pt x="399" y="35"/>
                </a:lnTo>
                <a:lnTo>
                  <a:pt x="401" y="35"/>
                </a:lnTo>
                <a:lnTo>
                  <a:pt x="403" y="35"/>
                </a:lnTo>
                <a:lnTo>
                  <a:pt x="404" y="35"/>
                </a:lnTo>
                <a:lnTo>
                  <a:pt x="406" y="36"/>
                </a:lnTo>
                <a:lnTo>
                  <a:pt x="407" y="36"/>
                </a:lnTo>
                <a:lnTo>
                  <a:pt x="407" y="37"/>
                </a:lnTo>
                <a:lnTo>
                  <a:pt x="408" y="37"/>
                </a:lnTo>
                <a:lnTo>
                  <a:pt x="409" y="38"/>
                </a:lnTo>
                <a:lnTo>
                  <a:pt x="411" y="38"/>
                </a:lnTo>
                <a:lnTo>
                  <a:pt x="411" y="37"/>
                </a:lnTo>
                <a:lnTo>
                  <a:pt x="412" y="37"/>
                </a:lnTo>
                <a:lnTo>
                  <a:pt x="413" y="37"/>
                </a:lnTo>
                <a:lnTo>
                  <a:pt x="414" y="37"/>
                </a:lnTo>
                <a:lnTo>
                  <a:pt x="414" y="36"/>
                </a:lnTo>
                <a:lnTo>
                  <a:pt x="415" y="36"/>
                </a:lnTo>
                <a:lnTo>
                  <a:pt x="416" y="36"/>
                </a:lnTo>
                <a:lnTo>
                  <a:pt x="418" y="36"/>
                </a:lnTo>
                <a:lnTo>
                  <a:pt x="419" y="36"/>
                </a:lnTo>
                <a:lnTo>
                  <a:pt x="421" y="36"/>
                </a:lnTo>
                <a:lnTo>
                  <a:pt x="424" y="35"/>
                </a:lnTo>
                <a:lnTo>
                  <a:pt x="428" y="35"/>
                </a:lnTo>
                <a:lnTo>
                  <a:pt x="429" y="35"/>
                </a:lnTo>
                <a:lnTo>
                  <a:pt x="430" y="35"/>
                </a:lnTo>
                <a:lnTo>
                  <a:pt x="434" y="35"/>
                </a:lnTo>
                <a:lnTo>
                  <a:pt x="440" y="35"/>
                </a:lnTo>
                <a:lnTo>
                  <a:pt x="451" y="34"/>
                </a:lnTo>
                <a:lnTo>
                  <a:pt x="454" y="34"/>
                </a:lnTo>
                <a:lnTo>
                  <a:pt x="455" y="34"/>
                </a:lnTo>
                <a:lnTo>
                  <a:pt x="456" y="34"/>
                </a:lnTo>
                <a:lnTo>
                  <a:pt x="457" y="35"/>
                </a:lnTo>
                <a:lnTo>
                  <a:pt x="458" y="35"/>
                </a:lnTo>
                <a:lnTo>
                  <a:pt x="459" y="36"/>
                </a:lnTo>
                <a:lnTo>
                  <a:pt x="460" y="37"/>
                </a:lnTo>
                <a:lnTo>
                  <a:pt x="462" y="38"/>
                </a:lnTo>
                <a:lnTo>
                  <a:pt x="463" y="38"/>
                </a:lnTo>
                <a:lnTo>
                  <a:pt x="463" y="39"/>
                </a:lnTo>
                <a:lnTo>
                  <a:pt x="465" y="40"/>
                </a:lnTo>
                <a:lnTo>
                  <a:pt x="466" y="40"/>
                </a:lnTo>
                <a:lnTo>
                  <a:pt x="467" y="41"/>
                </a:lnTo>
                <a:lnTo>
                  <a:pt x="472" y="41"/>
                </a:lnTo>
                <a:lnTo>
                  <a:pt x="472" y="45"/>
                </a:lnTo>
                <a:lnTo>
                  <a:pt x="472" y="46"/>
                </a:lnTo>
                <a:lnTo>
                  <a:pt x="470" y="46"/>
                </a:lnTo>
                <a:lnTo>
                  <a:pt x="467" y="46"/>
                </a:lnTo>
                <a:lnTo>
                  <a:pt x="466" y="46"/>
                </a:lnTo>
                <a:lnTo>
                  <a:pt x="465" y="46"/>
                </a:lnTo>
                <a:lnTo>
                  <a:pt x="464" y="46"/>
                </a:lnTo>
                <a:lnTo>
                  <a:pt x="463" y="46"/>
                </a:lnTo>
                <a:lnTo>
                  <a:pt x="461" y="46"/>
                </a:lnTo>
                <a:lnTo>
                  <a:pt x="460" y="46"/>
                </a:lnTo>
                <a:lnTo>
                  <a:pt x="460" y="47"/>
                </a:lnTo>
                <a:lnTo>
                  <a:pt x="459" y="47"/>
                </a:lnTo>
                <a:lnTo>
                  <a:pt x="459" y="48"/>
                </a:lnTo>
                <a:lnTo>
                  <a:pt x="459" y="49"/>
                </a:lnTo>
                <a:lnTo>
                  <a:pt x="460" y="49"/>
                </a:lnTo>
                <a:lnTo>
                  <a:pt x="460" y="50"/>
                </a:lnTo>
                <a:lnTo>
                  <a:pt x="460" y="51"/>
                </a:lnTo>
                <a:lnTo>
                  <a:pt x="460" y="52"/>
                </a:lnTo>
                <a:lnTo>
                  <a:pt x="461" y="52"/>
                </a:lnTo>
                <a:lnTo>
                  <a:pt x="461" y="53"/>
                </a:lnTo>
                <a:lnTo>
                  <a:pt x="462" y="53"/>
                </a:lnTo>
                <a:lnTo>
                  <a:pt x="462" y="54"/>
                </a:lnTo>
                <a:lnTo>
                  <a:pt x="463" y="55"/>
                </a:lnTo>
                <a:lnTo>
                  <a:pt x="464" y="55"/>
                </a:lnTo>
                <a:lnTo>
                  <a:pt x="465" y="56"/>
                </a:lnTo>
                <a:lnTo>
                  <a:pt x="466" y="56"/>
                </a:lnTo>
                <a:lnTo>
                  <a:pt x="468" y="57"/>
                </a:lnTo>
                <a:lnTo>
                  <a:pt x="469" y="57"/>
                </a:lnTo>
                <a:lnTo>
                  <a:pt x="470" y="58"/>
                </a:lnTo>
                <a:lnTo>
                  <a:pt x="471" y="58"/>
                </a:lnTo>
                <a:lnTo>
                  <a:pt x="472" y="58"/>
                </a:lnTo>
                <a:lnTo>
                  <a:pt x="473" y="58"/>
                </a:lnTo>
                <a:lnTo>
                  <a:pt x="474" y="58"/>
                </a:lnTo>
                <a:lnTo>
                  <a:pt x="475" y="58"/>
                </a:lnTo>
                <a:lnTo>
                  <a:pt x="476" y="59"/>
                </a:lnTo>
                <a:lnTo>
                  <a:pt x="478" y="59"/>
                </a:lnTo>
                <a:lnTo>
                  <a:pt x="479" y="59"/>
                </a:lnTo>
                <a:lnTo>
                  <a:pt x="480" y="59"/>
                </a:lnTo>
                <a:lnTo>
                  <a:pt x="481" y="58"/>
                </a:lnTo>
                <a:lnTo>
                  <a:pt x="482" y="58"/>
                </a:lnTo>
                <a:lnTo>
                  <a:pt x="483" y="58"/>
                </a:lnTo>
                <a:lnTo>
                  <a:pt x="484" y="57"/>
                </a:lnTo>
                <a:lnTo>
                  <a:pt x="486" y="57"/>
                </a:lnTo>
                <a:lnTo>
                  <a:pt x="497" y="56"/>
                </a:lnTo>
                <a:lnTo>
                  <a:pt x="511" y="54"/>
                </a:lnTo>
                <a:lnTo>
                  <a:pt x="513" y="54"/>
                </a:lnTo>
                <a:lnTo>
                  <a:pt x="514" y="54"/>
                </a:lnTo>
                <a:lnTo>
                  <a:pt x="516" y="54"/>
                </a:lnTo>
                <a:lnTo>
                  <a:pt x="519" y="54"/>
                </a:lnTo>
                <a:lnTo>
                  <a:pt x="521" y="54"/>
                </a:lnTo>
                <a:lnTo>
                  <a:pt x="522" y="54"/>
                </a:lnTo>
                <a:lnTo>
                  <a:pt x="523" y="53"/>
                </a:lnTo>
                <a:lnTo>
                  <a:pt x="523" y="54"/>
                </a:lnTo>
                <a:lnTo>
                  <a:pt x="524" y="54"/>
                </a:lnTo>
                <a:lnTo>
                  <a:pt x="524" y="55"/>
                </a:lnTo>
                <a:lnTo>
                  <a:pt x="524" y="56"/>
                </a:lnTo>
                <a:lnTo>
                  <a:pt x="525" y="56"/>
                </a:lnTo>
                <a:lnTo>
                  <a:pt x="525" y="57"/>
                </a:lnTo>
                <a:lnTo>
                  <a:pt x="525" y="58"/>
                </a:lnTo>
                <a:lnTo>
                  <a:pt x="525" y="59"/>
                </a:lnTo>
                <a:lnTo>
                  <a:pt x="526" y="59"/>
                </a:lnTo>
                <a:lnTo>
                  <a:pt x="526" y="60"/>
                </a:lnTo>
                <a:lnTo>
                  <a:pt x="526" y="61"/>
                </a:lnTo>
                <a:lnTo>
                  <a:pt x="527" y="62"/>
                </a:lnTo>
                <a:lnTo>
                  <a:pt x="527" y="63"/>
                </a:lnTo>
                <a:lnTo>
                  <a:pt x="527" y="64"/>
                </a:lnTo>
                <a:lnTo>
                  <a:pt x="528" y="64"/>
                </a:lnTo>
                <a:lnTo>
                  <a:pt x="528" y="65"/>
                </a:lnTo>
                <a:lnTo>
                  <a:pt x="528" y="66"/>
                </a:lnTo>
                <a:lnTo>
                  <a:pt x="529" y="67"/>
                </a:lnTo>
                <a:lnTo>
                  <a:pt x="529" y="68"/>
                </a:lnTo>
                <a:lnTo>
                  <a:pt x="529" y="69"/>
                </a:lnTo>
                <a:lnTo>
                  <a:pt x="530" y="69"/>
                </a:lnTo>
                <a:lnTo>
                  <a:pt x="530" y="70"/>
                </a:lnTo>
                <a:lnTo>
                  <a:pt x="530" y="71"/>
                </a:lnTo>
                <a:lnTo>
                  <a:pt x="530" y="72"/>
                </a:lnTo>
                <a:lnTo>
                  <a:pt x="531" y="72"/>
                </a:lnTo>
                <a:lnTo>
                  <a:pt x="531" y="73"/>
                </a:lnTo>
                <a:lnTo>
                  <a:pt x="531" y="74"/>
                </a:lnTo>
                <a:lnTo>
                  <a:pt x="532" y="74"/>
                </a:lnTo>
                <a:lnTo>
                  <a:pt x="532" y="75"/>
                </a:lnTo>
                <a:lnTo>
                  <a:pt x="532" y="76"/>
                </a:lnTo>
                <a:lnTo>
                  <a:pt x="532" y="77"/>
                </a:lnTo>
                <a:lnTo>
                  <a:pt x="533" y="77"/>
                </a:lnTo>
                <a:lnTo>
                  <a:pt x="533" y="78"/>
                </a:lnTo>
                <a:lnTo>
                  <a:pt x="533" y="79"/>
                </a:lnTo>
                <a:lnTo>
                  <a:pt x="533" y="80"/>
                </a:lnTo>
                <a:lnTo>
                  <a:pt x="534" y="80"/>
                </a:lnTo>
                <a:lnTo>
                  <a:pt x="534" y="81"/>
                </a:lnTo>
                <a:lnTo>
                  <a:pt x="534" y="82"/>
                </a:lnTo>
                <a:lnTo>
                  <a:pt x="535" y="82"/>
                </a:lnTo>
                <a:lnTo>
                  <a:pt x="535" y="83"/>
                </a:lnTo>
                <a:lnTo>
                  <a:pt x="535" y="84"/>
                </a:lnTo>
                <a:lnTo>
                  <a:pt x="536" y="84"/>
                </a:lnTo>
                <a:lnTo>
                  <a:pt x="536" y="85"/>
                </a:lnTo>
                <a:lnTo>
                  <a:pt x="536" y="86"/>
                </a:lnTo>
                <a:lnTo>
                  <a:pt x="536" y="87"/>
                </a:lnTo>
                <a:lnTo>
                  <a:pt x="537" y="87"/>
                </a:lnTo>
                <a:lnTo>
                  <a:pt x="537" y="88"/>
                </a:lnTo>
                <a:lnTo>
                  <a:pt x="537" y="89"/>
                </a:lnTo>
                <a:lnTo>
                  <a:pt x="538" y="89"/>
                </a:lnTo>
                <a:lnTo>
                  <a:pt x="538" y="90"/>
                </a:lnTo>
                <a:lnTo>
                  <a:pt x="538" y="91"/>
                </a:lnTo>
                <a:lnTo>
                  <a:pt x="538" y="92"/>
                </a:lnTo>
                <a:lnTo>
                  <a:pt x="539" y="92"/>
                </a:lnTo>
                <a:lnTo>
                  <a:pt x="539" y="93"/>
                </a:lnTo>
                <a:lnTo>
                  <a:pt x="540" y="93"/>
                </a:lnTo>
                <a:lnTo>
                  <a:pt x="540" y="94"/>
                </a:lnTo>
                <a:lnTo>
                  <a:pt x="540" y="95"/>
                </a:lnTo>
                <a:lnTo>
                  <a:pt x="540" y="101"/>
                </a:lnTo>
                <a:lnTo>
                  <a:pt x="540" y="102"/>
                </a:lnTo>
                <a:lnTo>
                  <a:pt x="541" y="102"/>
                </a:lnTo>
                <a:lnTo>
                  <a:pt x="542" y="102"/>
                </a:lnTo>
                <a:lnTo>
                  <a:pt x="542" y="103"/>
                </a:lnTo>
                <a:lnTo>
                  <a:pt x="543" y="102"/>
                </a:lnTo>
                <a:lnTo>
                  <a:pt x="544" y="102"/>
                </a:lnTo>
                <a:lnTo>
                  <a:pt x="545" y="101"/>
                </a:lnTo>
                <a:lnTo>
                  <a:pt x="545" y="100"/>
                </a:lnTo>
                <a:lnTo>
                  <a:pt x="546" y="100"/>
                </a:lnTo>
                <a:lnTo>
                  <a:pt x="547" y="100"/>
                </a:lnTo>
                <a:lnTo>
                  <a:pt x="548" y="100"/>
                </a:lnTo>
                <a:lnTo>
                  <a:pt x="549" y="100"/>
                </a:lnTo>
                <a:lnTo>
                  <a:pt x="550" y="99"/>
                </a:lnTo>
                <a:lnTo>
                  <a:pt x="551" y="99"/>
                </a:lnTo>
                <a:lnTo>
                  <a:pt x="552" y="99"/>
                </a:lnTo>
                <a:lnTo>
                  <a:pt x="553" y="99"/>
                </a:lnTo>
                <a:lnTo>
                  <a:pt x="553" y="98"/>
                </a:lnTo>
                <a:lnTo>
                  <a:pt x="555" y="98"/>
                </a:lnTo>
                <a:lnTo>
                  <a:pt x="556" y="98"/>
                </a:lnTo>
                <a:lnTo>
                  <a:pt x="558" y="98"/>
                </a:lnTo>
                <a:lnTo>
                  <a:pt x="560" y="98"/>
                </a:lnTo>
                <a:lnTo>
                  <a:pt x="561" y="98"/>
                </a:lnTo>
                <a:lnTo>
                  <a:pt x="562" y="98"/>
                </a:lnTo>
                <a:lnTo>
                  <a:pt x="563" y="98"/>
                </a:lnTo>
                <a:lnTo>
                  <a:pt x="564" y="98"/>
                </a:lnTo>
                <a:lnTo>
                  <a:pt x="565" y="98"/>
                </a:lnTo>
                <a:lnTo>
                  <a:pt x="566" y="98"/>
                </a:lnTo>
                <a:lnTo>
                  <a:pt x="566" y="99"/>
                </a:lnTo>
                <a:lnTo>
                  <a:pt x="566" y="98"/>
                </a:lnTo>
                <a:lnTo>
                  <a:pt x="567" y="98"/>
                </a:lnTo>
                <a:lnTo>
                  <a:pt x="569" y="98"/>
                </a:lnTo>
                <a:lnTo>
                  <a:pt x="570" y="98"/>
                </a:lnTo>
                <a:lnTo>
                  <a:pt x="571" y="98"/>
                </a:lnTo>
                <a:lnTo>
                  <a:pt x="572" y="98"/>
                </a:lnTo>
                <a:lnTo>
                  <a:pt x="573" y="98"/>
                </a:lnTo>
                <a:lnTo>
                  <a:pt x="574" y="98"/>
                </a:lnTo>
                <a:lnTo>
                  <a:pt x="575" y="97"/>
                </a:lnTo>
                <a:lnTo>
                  <a:pt x="576" y="97"/>
                </a:lnTo>
                <a:lnTo>
                  <a:pt x="577" y="97"/>
                </a:lnTo>
                <a:lnTo>
                  <a:pt x="577" y="96"/>
                </a:lnTo>
                <a:lnTo>
                  <a:pt x="577" y="95"/>
                </a:lnTo>
                <a:lnTo>
                  <a:pt x="578" y="95"/>
                </a:lnTo>
                <a:lnTo>
                  <a:pt x="579" y="95"/>
                </a:lnTo>
                <a:lnTo>
                  <a:pt x="579" y="94"/>
                </a:lnTo>
                <a:lnTo>
                  <a:pt x="580" y="94"/>
                </a:lnTo>
                <a:lnTo>
                  <a:pt x="581" y="94"/>
                </a:lnTo>
                <a:lnTo>
                  <a:pt x="582" y="94"/>
                </a:lnTo>
                <a:lnTo>
                  <a:pt x="583" y="93"/>
                </a:lnTo>
                <a:lnTo>
                  <a:pt x="584" y="93"/>
                </a:lnTo>
                <a:lnTo>
                  <a:pt x="585" y="93"/>
                </a:lnTo>
                <a:lnTo>
                  <a:pt x="586" y="93"/>
                </a:lnTo>
                <a:lnTo>
                  <a:pt x="587" y="93"/>
                </a:lnTo>
                <a:lnTo>
                  <a:pt x="588" y="93"/>
                </a:lnTo>
                <a:lnTo>
                  <a:pt x="588" y="94"/>
                </a:lnTo>
                <a:lnTo>
                  <a:pt x="589" y="94"/>
                </a:lnTo>
                <a:lnTo>
                  <a:pt x="589" y="93"/>
                </a:lnTo>
                <a:lnTo>
                  <a:pt x="589" y="94"/>
                </a:lnTo>
                <a:lnTo>
                  <a:pt x="590" y="94"/>
                </a:lnTo>
                <a:lnTo>
                  <a:pt x="591" y="94"/>
                </a:lnTo>
                <a:lnTo>
                  <a:pt x="591" y="93"/>
                </a:lnTo>
                <a:lnTo>
                  <a:pt x="592" y="94"/>
                </a:lnTo>
                <a:lnTo>
                  <a:pt x="592" y="95"/>
                </a:lnTo>
                <a:lnTo>
                  <a:pt x="593" y="95"/>
                </a:lnTo>
                <a:lnTo>
                  <a:pt x="594" y="95"/>
                </a:lnTo>
                <a:lnTo>
                  <a:pt x="594" y="94"/>
                </a:lnTo>
                <a:lnTo>
                  <a:pt x="595" y="95"/>
                </a:lnTo>
                <a:lnTo>
                  <a:pt x="596" y="95"/>
                </a:lnTo>
                <a:lnTo>
                  <a:pt x="596" y="96"/>
                </a:lnTo>
                <a:lnTo>
                  <a:pt x="597" y="96"/>
                </a:lnTo>
                <a:lnTo>
                  <a:pt x="598" y="96"/>
                </a:lnTo>
                <a:lnTo>
                  <a:pt x="599" y="96"/>
                </a:lnTo>
                <a:lnTo>
                  <a:pt x="600" y="95"/>
                </a:lnTo>
                <a:lnTo>
                  <a:pt x="601" y="95"/>
                </a:lnTo>
                <a:lnTo>
                  <a:pt x="602" y="95"/>
                </a:lnTo>
                <a:lnTo>
                  <a:pt x="603" y="95"/>
                </a:lnTo>
                <a:lnTo>
                  <a:pt x="603" y="96"/>
                </a:lnTo>
                <a:lnTo>
                  <a:pt x="604" y="96"/>
                </a:lnTo>
                <a:lnTo>
                  <a:pt x="604" y="97"/>
                </a:lnTo>
                <a:lnTo>
                  <a:pt x="604" y="98"/>
                </a:lnTo>
                <a:lnTo>
                  <a:pt x="606" y="98"/>
                </a:lnTo>
                <a:lnTo>
                  <a:pt x="607" y="98"/>
                </a:lnTo>
                <a:lnTo>
                  <a:pt x="607" y="99"/>
                </a:lnTo>
                <a:lnTo>
                  <a:pt x="608" y="99"/>
                </a:lnTo>
                <a:lnTo>
                  <a:pt x="609" y="99"/>
                </a:lnTo>
                <a:lnTo>
                  <a:pt x="610" y="100"/>
                </a:lnTo>
                <a:lnTo>
                  <a:pt x="610" y="101"/>
                </a:lnTo>
                <a:lnTo>
                  <a:pt x="609" y="101"/>
                </a:lnTo>
                <a:lnTo>
                  <a:pt x="610" y="101"/>
                </a:lnTo>
                <a:lnTo>
                  <a:pt x="610" y="102"/>
                </a:lnTo>
                <a:lnTo>
                  <a:pt x="610" y="103"/>
                </a:lnTo>
                <a:lnTo>
                  <a:pt x="610" y="104"/>
                </a:lnTo>
                <a:lnTo>
                  <a:pt x="611" y="104"/>
                </a:lnTo>
                <a:lnTo>
                  <a:pt x="611" y="105"/>
                </a:lnTo>
                <a:lnTo>
                  <a:pt x="612" y="105"/>
                </a:lnTo>
                <a:lnTo>
                  <a:pt x="613" y="105"/>
                </a:lnTo>
                <a:lnTo>
                  <a:pt x="614" y="105"/>
                </a:lnTo>
                <a:lnTo>
                  <a:pt x="614" y="106"/>
                </a:lnTo>
                <a:lnTo>
                  <a:pt x="615" y="106"/>
                </a:lnTo>
                <a:lnTo>
                  <a:pt x="616" y="106"/>
                </a:lnTo>
                <a:lnTo>
                  <a:pt x="616" y="107"/>
                </a:lnTo>
                <a:lnTo>
                  <a:pt x="617" y="107"/>
                </a:lnTo>
                <a:lnTo>
                  <a:pt x="617" y="108"/>
                </a:lnTo>
                <a:lnTo>
                  <a:pt x="618" y="109"/>
                </a:lnTo>
                <a:lnTo>
                  <a:pt x="619" y="109"/>
                </a:lnTo>
                <a:lnTo>
                  <a:pt x="619" y="108"/>
                </a:lnTo>
                <a:lnTo>
                  <a:pt x="620" y="108"/>
                </a:lnTo>
                <a:lnTo>
                  <a:pt x="620" y="107"/>
                </a:lnTo>
                <a:lnTo>
                  <a:pt x="621" y="107"/>
                </a:lnTo>
                <a:lnTo>
                  <a:pt x="622" y="107"/>
                </a:lnTo>
                <a:lnTo>
                  <a:pt x="623" y="106"/>
                </a:lnTo>
                <a:lnTo>
                  <a:pt x="624" y="107"/>
                </a:lnTo>
                <a:lnTo>
                  <a:pt x="625" y="107"/>
                </a:lnTo>
                <a:lnTo>
                  <a:pt x="625" y="108"/>
                </a:lnTo>
                <a:lnTo>
                  <a:pt x="625" y="107"/>
                </a:lnTo>
                <a:lnTo>
                  <a:pt x="626" y="107"/>
                </a:lnTo>
                <a:lnTo>
                  <a:pt x="627" y="107"/>
                </a:lnTo>
                <a:lnTo>
                  <a:pt x="628" y="107"/>
                </a:lnTo>
                <a:lnTo>
                  <a:pt x="629" y="108"/>
                </a:lnTo>
                <a:lnTo>
                  <a:pt x="630" y="108"/>
                </a:lnTo>
                <a:lnTo>
                  <a:pt x="631" y="108"/>
                </a:lnTo>
                <a:lnTo>
                  <a:pt x="632" y="108"/>
                </a:lnTo>
                <a:lnTo>
                  <a:pt x="632" y="109"/>
                </a:lnTo>
                <a:lnTo>
                  <a:pt x="632" y="108"/>
                </a:lnTo>
                <a:lnTo>
                  <a:pt x="633" y="108"/>
                </a:lnTo>
                <a:lnTo>
                  <a:pt x="634" y="107"/>
                </a:lnTo>
                <a:lnTo>
                  <a:pt x="635" y="108"/>
                </a:lnTo>
                <a:lnTo>
                  <a:pt x="636" y="107"/>
                </a:lnTo>
                <a:lnTo>
                  <a:pt x="636" y="108"/>
                </a:lnTo>
                <a:lnTo>
                  <a:pt x="636" y="109"/>
                </a:lnTo>
                <a:lnTo>
                  <a:pt x="637" y="110"/>
                </a:lnTo>
                <a:lnTo>
                  <a:pt x="638" y="109"/>
                </a:lnTo>
                <a:lnTo>
                  <a:pt x="639" y="109"/>
                </a:lnTo>
                <a:lnTo>
                  <a:pt x="640" y="108"/>
                </a:lnTo>
                <a:lnTo>
                  <a:pt x="641" y="107"/>
                </a:lnTo>
                <a:lnTo>
                  <a:pt x="642" y="107"/>
                </a:lnTo>
                <a:lnTo>
                  <a:pt x="643" y="107"/>
                </a:lnTo>
                <a:lnTo>
                  <a:pt x="643" y="109"/>
                </a:lnTo>
                <a:lnTo>
                  <a:pt x="644" y="109"/>
                </a:lnTo>
                <a:lnTo>
                  <a:pt x="645" y="108"/>
                </a:lnTo>
                <a:lnTo>
                  <a:pt x="646" y="108"/>
                </a:lnTo>
                <a:lnTo>
                  <a:pt x="646" y="107"/>
                </a:lnTo>
                <a:lnTo>
                  <a:pt x="647" y="107"/>
                </a:lnTo>
                <a:lnTo>
                  <a:pt x="648" y="106"/>
                </a:lnTo>
                <a:lnTo>
                  <a:pt x="649" y="106"/>
                </a:lnTo>
                <a:lnTo>
                  <a:pt x="649" y="105"/>
                </a:lnTo>
                <a:lnTo>
                  <a:pt x="650" y="105"/>
                </a:lnTo>
                <a:lnTo>
                  <a:pt x="649" y="105"/>
                </a:lnTo>
                <a:lnTo>
                  <a:pt x="650" y="105"/>
                </a:lnTo>
                <a:lnTo>
                  <a:pt x="650" y="104"/>
                </a:lnTo>
                <a:lnTo>
                  <a:pt x="651" y="104"/>
                </a:lnTo>
                <a:lnTo>
                  <a:pt x="651" y="103"/>
                </a:lnTo>
                <a:lnTo>
                  <a:pt x="652" y="103"/>
                </a:lnTo>
                <a:lnTo>
                  <a:pt x="652" y="104"/>
                </a:lnTo>
                <a:lnTo>
                  <a:pt x="653" y="104"/>
                </a:lnTo>
                <a:lnTo>
                  <a:pt x="654" y="104"/>
                </a:lnTo>
                <a:lnTo>
                  <a:pt x="655" y="103"/>
                </a:lnTo>
                <a:lnTo>
                  <a:pt x="656" y="102"/>
                </a:lnTo>
                <a:lnTo>
                  <a:pt x="657" y="102"/>
                </a:lnTo>
                <a:lnTo>
                  <a:pt x="657" y="101"/>
                </a:lnTo>
                <a:lnTo>
                  <a:pt x="658" y="101"/>
                </a:lnTo>
                <a:lnTo>
                  <a:pt x="659" y="101"/>
                </a:lnTo>
                <a:lnTo>
                  <a:pt x="660" y="100"/>
                </a:lnTo>
                <a:lnTo>
                  <a:pt x="660" y="99"/>
                </a:lnTo>
                <a:lnTo>
                  <a:pt x="660" y="98"/>
                </a:lnTo>
                <a:lnTo>
                  <a:pt x="661" y="98"/>
                </a:lnTo>
                <a:lnTo>
                  <a:pt x="662" y="97"/>
                </a:lnTo>
                <a:lnTo>
                  <a:pt x="663" y="97"/>
                </a:lnTo>
                <a:lnTo>
                  <a:pt x="664" y="97"/>
                </a:lnTo>
                <a:lnTo>
                  <a:pt x="665" y="97"/>
                </a:lnTo>
                <a:lnTo>
                  <a:pt x="665" y="98"/>
                </a:lnTo>
                <a:lnTo>
                  <a:pt x="666" y="99"/>
                </a:lnTo>
                <a:lnTo>
                  <a:pt x="666" y="100"/>
                </a:lnTo>
                <a:lnTo>
                  <a:pt x="667" y="100"/>
                </a:lnTo>
                <a:lnTo>
                  <a:pt x="668" y="100"/>
                </a:lnTo>
                <a:lnTo>
                  <a:pt x="668" y="101"/>
                </a:lnTo>
                <a:lnTo>
                  <a:pt x="668" y="100"/>
                </a:lnTo>
                <a:lnTo>
                  <a:pt x="669" y="100"/>
                </a:lnTo>
                <a:lnTo>
                  <a:pt x="670" y="100"/>
                </a:lnTo>
                <a:lnTo>
                  <a:pt x="670" y="101"/>
                </a:lnTo>
                <a:lnTo>
                  <a:pt x="671" y="102"/>
                </a:lnTo>
                <a:lnTo>
                  <a:pt x="673" y="102"/>
                </a:lnTo>
                <a:lnTo>
                  <a:pt x="674" y="103"/>
                </a:lnTo>
                <a:lnTo>
                  <a:pt x="675" y="103"/>
                </a:lnTo>
                <a:lnTo>
                  <a:pt x="675" y="102"/>
                </a:lnTo>
                <a:lnTo>
                  <a:pt x="676" y="102"/>
                </a:lnTo>
                <a:lnTo>
                  <a:pt x="677" y="102"/>
                </a:lnTo>
                <a:lnTo>
                  <a:pt x="677" y="103"/>
                </a:lnTo>
                <a:lnTo>
                  <a:pt x="678" y="104"/>
                </a:lnTo>
                <a:lnTo>
                  <a:pt x="678" y="105"/>
                </a:lnTo>
                <a:lnTo>
                  <a:pt x="678" y="106"/>
                </a:lnTo>
                <a:lnTo>
                  <a:pt x="678" y="107"/>
                </a:lnTo>
                <a:lnTo>
                  <a:pt x="679" y="107"/>
                </a:lnTo>
                <a:lnTo>
                  <a:pt x="679" y="108"/>
                </a:lnTo>
                <a:lnTo>
                  <a:pt x="679" y="109"/>
                </a:lnTo>
                <a:lnTo>
                  <a:pt x="679" y="110"/>
                </a:lnTo>
                <a:lnTo>
                  <a:pt x="680" y="110"/>
                </a:lnTo>
                <a:lnTo>
                  <a:pt x="680" y="111"/>
                </a:lnTo>
                <a:lnTo>
                  <a:pt x="682" y="110"/>
                </a:lnTo>
                <a:lnTo>
                  <a:pt x="683" y="110"/>
                </a:lnTo>
                <a:lnTo>
                  <a:pt x="684" y="110"/>
                </a:lnTo>
                <a:lnTo>
                  <a:pt x="685" y="111"/>
                </a:lnTo>
                <a:lnTo>
                  <a:pt x="686" y="112"/>
                </a:lnTo>
                <a:lnTo>
                  <a:pt x="687" y="112"/>
                </a:lnTo>
                <a:lnTo>
                  <a:pt x="687" y="113"/>
                </a:lnTo>
                <a:lnTo>
                  <a:pt x="688" y="113"/>
                </a:lnTo>
                <a:lnTo>
                  <a:pt x="688" y="114"/>
                </a:lnTo>
                <a:lnTo>
                  <a:pt x="687" y="114"/>
                </a:lnTo>
                <a:lnTo>
                  <a:pt x="688" y="115"/>
                </a:lnTo>
                <a:lnTo>
                  <a:pt x="688" y="116"/>
                </a:lnTo>
                <a:lnTo>
                  <a:pt x="689" y="116"/>
                </a:lnTo>
                <a:lnTo>
                  <a:pt x="690" y="116"/>
                </a:lnTo>
                <a:lnTo>
                  <a:pt x="690" y="117"/>
                </a:lnTo>
                <a:lnTo>
                  <a:pt x="691" y="117"/>
                </a:lnTo>
                <a:lnTo>
                  <a:pt x="692" y="117"/>
                </a:lnTo>
                <a:lnTo>
                  <a:pt x="692" y="118"/>
                </a:lnTo>
                <a:lnTo>
                  <a:pt x="693" y="118"/>
                </a:lnTo>
                <a:lnTo>
                  <a:pt x="693" y="119"/>
                </a:lnTo>
                <a:lnTo>
                  <a:pt x="694" y="120"/>
                </a:lnTo>
                <a:lnTo>
                  <a:pt x="695" y="120"/>
                </a:lnTo>
                <a:lnTo>
                  <a:pt x="696" y="120"/>
                </a:lnTo>
                <a:lnTo>
                  <a:pt x="696" y="121"/>
                </a:lnTo>
                <a:lnTo>
                  <a:pt x="697" y="120"/>
                </a:lnTo>
                <a:lnTo>
                  <a:pt x="697" y="121"/>
                </a:lnTo>
                <a:lnTo>
                  <a:pt x="698" y="121"/>
                </a:lnTo>
                <a:lnTo>
                  <a:pt x="699" y="122"/>
                </a:lnTo>
                <a:lnTo>
                  <a:pt x="699" y="123"/>
                </a:lnTo>
                <a:lnTo>
                  <a:pt x="700" y="123"/>
                </a:lnTo>
                <a:lnTo>
                  <a:pt x="701" y="124"/>
                </a:lnTo>
                <a:lnTo>
                  <a:pt x="702" y="124"/>
                </a:lnTo>
                <a:lnTo>
                  <a:pt x="702" y="123"/>
                </a:lnTo>
                <a:lnTo>
                  <a:pt x="702" y="122"/>
                </a:lnTo>
                <a:lnTo>
                  <a:pt x="703" y="122"/>
                </a:lnTo>
                <a:lnTo>
                  <a:pt x="704" y="122"/>
                </a:lnTo>
                <a:lnTo>
                  <a:pt x="705" y="122"/>
                </a:lnTo>
                <a:lnTo>
                  <a:pt x="706" y="122"/>
                </a:lnTo>
                <a:lnTo>
                  <a:pt x="707" y="123"/>
                </a:lnTo>
                <a:lnTo>
                  <a:pt x="708" y="123"/>
                </a:lnTo>
                <a:lnTo>
                  <a:pt x="709" y="123"/>
                </a:lnTo>
                <a:lnTo>
                  <a:pt x="710" y="123"/>
                </a:lnTo>
                <a:lnTo>
                  <a:pt x="710" y="124"/>
                </a:lnTo>
                <a:lnTo>
                  <a:pt x="712" y="124"/>
                </a:lnTo>
                <a:lnTo>
                  <a:pt x="712" y="125"/>
                </a:lnTo>
                <a:lnTo>
                  <a:pt x="713" y="126"/>
                </a:lnTo>
                <a:lnTo>
                  <a:pt x="714" y="126"/>
                </a:lnTo>
                <a:lnTo>
                  <a:pt x="715" y="126"/>
                </a:lnTo>
                <a:lnTo>
                  <a:pt x="715" y="127"/>
                </a:lnTo>
                <a:lnTo>
                  <a:pt x="717" y="127"/>
                </a:lnTo>
                <a:lnTo>
                  <a:pt x="717" y="126"/>
                </a:lnTo>
                <a:lnTo>
                  <a:pt x="718" y="126"/>
                </a:lnTo>
                <a:lnTo>
                  <a:pt x="718" y="125"/>
                </a:lnTo>
                <a:lnTo>
                  <a:pt x="717" y="125"/>
                </a:lnTo>
                <a:lnTo>
                  <a:pt x="717" y="124"/>
                </a:lnTo>
                <a:lnTo>
                  <a:pt x="719" y="124"/>
                </a:lnTo>
                <a:lnTo>
                  <a:pt x="720" y="124"/>
                </a:lnTo>
                <a:lnTo>
                  <a:pt x="721" y="124"/>
                </a:lnTo>
                <a:lnTo>
                  <a:pt x="722" y="125"/>
                </a:lnTo>
                <a:lnTo>
                  <a:pt x="722" y="126"/>
                </a:lnTo>
                <a:lnTo>
                  <a:pt x="722" y="127"/>
                </a:lnTo>
                <a:lnTo>
                  <a:pt x="723" y="127"/>
                </a:lnTo>
                <a:lnTo>
                  <a:pt x="724" y="127"/>
                </a:lnTo>
                <a:lnTo>
                  <a:pt x="724" y="126"/>
                </a:lnTo>
                <a:lnTo>
                  <a:pt x="726" y="126"/>
                </a:lnTo>
                <a:lnTo>
                  <a:pt x="727" y="126"/>
                </a:lnTo>
                <a:lnTo>
                  <a:pt x="728" y="125"/>
                </a:lnTo>
                <a:lnTo>
                  <a:pt x="727" y="123"/>
                </a:lnTo>
                <a:lnTo>
                  <a:pt x="727" y="122"/>
                </a:lnTo>
                <a:lnTo>
                  <a:pt x="728" y="122"/>
                </a:lnTo>
                <a:lnTo>
                  <a:pt x="728" y="121"/>
                </a:lnTo>
                <a:lnTo>
                  <a:pt x="727" y="121"/>
                </a:lnTo>
                <a:lnTo>
                  <a:pt x="728" y="120"/>
                </a:lnTo>
                <a:lnTo>
                  <a:pt x="729" y="117"/>
                </a:lnTo>
                <a:lnTo>
                  <a:pt x="730" y="116"/>
                </a:lnTo>
                <a:lnTo>
                  <a:pt x="730" y="115"/>
                </a:lnTo>
                <a:lnTo>
                  <a:pt x="730" y="114"/>
                </a:lnTo>
                <a:lnTo>
                  <a:pt x="731" y="114"/>
                </a:lnTo>
                <a:lnTo>
                  <a:pt x="732" y="114"/>
                </a:lnTo>
                <a:lnTo>
                  <a:pt x="735" y="111"/>
                </a:lnTo>
                <a:lnTo>
                  <a:pt x="736" y="111"/>
                </a:lnTo>
                <a:lnTo>
                  <a:pt x="737" y="111"/>
                </a:lnTo>
                <a:lnTo>
                  <a:pt x="739" y="111"/>
                </a:lnTo>
                <a:lnTo>
                  <a:pt x="741" y="111"/>
                </a:lnTo>
                <a:lnTo>
                  <a:pt x="746" y="112"/>
                </a:lnTo>
                <a:lnTo>
                  <a:pt x="748" y="113"/>
                </a:lnTo>
                <a:lnTo>
                  <a:pt x="749" y="113"/>
                </a:lnTo>
                <a:lnTo>
                  <a:pt x="751" y="113"/>
                </a:lnTo>
                <a:lnTo>
                  <a:pt x="752" y="114"/>
                </a:lnTo>
                <a:lnTo>
                  <a:pt x="753" y="114"/>
                </a:lnTo>
                <a:lnTo>
                  <a:pt x="755" y="115"/>
                </a:lnTo>
                <a:lnTo>
                  <a:pt x="765" y="118"/>
                </a:lnTo>
                <a:lnTo>
                  <a:pt x="765" y="113"/>
                </a:lnTo>
                <a:lnTo>
                  <a:pt x="764" y="113"/>
                </a:lnTo>
                <a:lnTo>
                  <a:pt x="764" y="111"/>
                </a:lnTo>
                <a:lnTo>
                  <a:pt x="763" y="110"/>
                </a:lnTo>
                <a:lnTo>
                  <a:pt x="763" y="109"/>
                </a:lnTo>
                <a:lnTo>
                  <a:pt x="764" y="109"/>
                </a:lnTo>
                <a:lnTo>
                  <a:pt x="763" y="108"/>
                </a:lnTo>
                <a:lnTo>
                  <a:pt x="762" y="108"/>
                </a:lnTo>
                <a:lnTo>
                  <a:pt x="762" y="107"/>
                </a:lnTo>
                <a:lnTo>
                  <a:pt x="761" y="106"/>
                </a:lnTo>
                <a:lnTo>
                  <a:pt x="761" y="105"/>
                </a:lnTo>
                <a:lnTo>
                  <a:pt x="761" y="104"/>
                </a:lnTo>
                <a:lnTo>
                  <a:pt x="760" y="104"/>
                </a:lnTo>
                <a:lnTo>
                  <a:pt x="760" y="103"/>
                </a:lnTo>
                <a:lnTo>
                  <a:pt x="761" y="102"/>
                </a:lnTo>
                <a:lnTo>
                  <a:pt x="761" y="101"/>
                </a:lnTo>
                <a:lnTo>
                  <a:pt x="762" y="100"/>
                </a:lnTo>
                <a:lnTo>
                  <a:pt x="763" y="99"/>
                </a:lnTo>
                <a:lnTo>
                  <a:pt x="764" y="99"/>
                </a:lnTo>
                <a:lnTo>
                  <a:pt x="764" y="98"/>
                </a:lnTo>
                <a:lnTo>
                  <a:pt x="765" y="97"/>
                </a:lnTo>
                <a:lnTo>
                  <a:pt x="765" y="96"/>
                </a:lnTo>
                <a:lnTo>
                  <a:pt x="766" y="95"/>
                </a:lnTo>
                <a:lnTo>
                  <a:pt x="767" y="95"/>
                </a:lnTo>
                <a:lnTo>
                  <a:pt x="767" y="94"/>
                </a:lnTo>
                <a:lnTo>
                  <a:pt x="767" y="93"/>
                </a:lnTo>
                <a:lnTo>
                  <a:pt x="767" y="92"/>
                </a:lnTo>
                <a:lnTo>
                  <a:pt x="767" y="91"/>
                </a:lnTo>
                <a:lnTo>
                  <a:pt x="768" y="91"/>
                </a:lnTo>
                <a:lnTo>
                  <a:pt x="768" y="90"/>
                </a:lnTo>
                <a:lnTo>
                  <a:pt x="768" y="89"/>
                </a:lnTo>
                <a:lnTo>
                  <a:pt x="767" y="89"/>
                </a:lnTo>
                <a:lnTo>
                  <a:pt x="764" y="87"/>
                </a:lnTo>
                <a:lnTo>
                  <a:pt x="764" y="86"/>
                </a:lnTo>
                <a:lnTo>
                  <a:pt x="765" y="85"/>
                </a:lnTo>
                <a:lnTo>
                  <a:pt x="767" y="85"/>
                </a:lnTo>
                <a:lnTo>
                  <a:pt x="768" y="85"/>
                </a:lnTo>
                <a:lnTo>
                  <a:pt x="768" y="84"/>
                </a:lnTo>
                <a:lnTo>
                  <a:pt x="769" y="84"/>
                </a:lnTo>
                <a:lnTo>
                  <a:pt x="771" y="84"/>
                </a:lnTo>
                <a:lnTo>
                  <a:pt x="773" y="85"/>
                </a:lnTo>
                <a:lnTo>
                  <a:pt x="774" y="85"/>
                </a:lnTo>
                <a:lnTo>
                  <a:pt x="775" y="84"/>
                </a:lnTo>
                <a:lnTo>
                  <a:pt x="776" y="84"/>
                </a:lnTo>
                <a:lnTo>
                  <a:pt x="777" y="84"/>
                </a:lnTo>
                <a:lnTo>
                  <a:pt x="778" y="83"/>
                </a:lnTo>
                <a:lnTo>
                  <a:pt x="778" y="81"/>
                </a:lnTo>
                <a:lnTo>
                  <a:pt x="777" y="81"/>
                </a:lnTo>
                <a:lnTo>
                  <a:pt x="776" y="80"/>
                </a:lnTo>
                <a:lnTo>
                  <a:pt x="775" y="79"/>
                </a:lnTo>
                <a:lnTo>
                  <a:pt x="775" y="78"/>
                </a:lnTo>
                <a:lnTo>
                  <a:pt x="776" y="77"/>
                </a:lnTo>
                <a:lnTo>
                  <a:pt x="777" y="77"/>
                </a:lnTo>
                <a:lnTo>
                  <a:pt x="778" y="77"/>
                </a:lnTo>
                <a:lnTo>
                  <a:pt x="778" y="76"/>
                </a:lnTo>
                <a:lnTo>
                  <a:pt x="779" y="76"/>
                </a:lnTo>
                <a:lnTo>
                  <a:pt x="780" y="77"/>
                </a:lnTo>
                <a:lnTo>
                  <a:pt x="781" y="77"/>
                </a:lnTo>
                <a:lnTo>
                  <a:pt x="780" y="77"/>
                </a:lnTo>
                <a:lnTo>
                  <a:pt x="780" y="76"/>
                </a:lnTo>
                <a:lnTo>
                  <a:pt x="780" y="75"/>
                </a:lnTo>
                <a:lnTo>
                  <a:pt x="779" y="74"/>
                </a:lnTo>
                <a:lnTo>
                  <a:pt x="779" y="73"/>
                </a:lnTo>
                <a:lnTo>
                  <a:pt x="779" y="72"/>
                </a:lnTo>
                <a:lnTo>
                  <a:pt x="778" y="72"/>
                </a:lnTo>
                <a:lnTo>
                  <a:pt x="779" y="72"/>
                </a:lnTo>
                <a:lnTo>
                  <a:pt x="780" y="72"/>
                </a:lnTo>
                <a:lnTo>
                  <a:pt x="781" y="73"/>
                </a:lnTo>
                <a:lnTo>
                  <a:pt x="782" y="73"/>
                </a:lnTo>
                <a:lnTo>
                  <a:pt x="783" y="73"/>
                </a:lnTo>
                <a:lnTo>
                  <a:pt x="783" y="74"/>
                </a:lnTo>
                <a:lnTo>
                  <a:pt x="784" y="74"/>
                </a:lnTo>
                <a:lnTo>
                  <a:pt x="785" y="74"/>
                </a:lnTo>
                <a:lnTo>
                  <a:pt x="785" y="75"/>
                </a:lnTo>
                <a:lnTo>
                  <a:pt x="786" y="75"/>
                </a:lnTo>
                <a:lnTo>
                  <a:pt x="787" y="76"/>
                </a:lnTo>
                <a:lnTo>
                  <a:pt x="789" y="76"/>
                </a:lnTo>
                <a:lnTo>
                  <a:pt x="790" y="76"/>
                </a:lnTo>
                <a:lnTo>
                  <a:pt x="790" y="77"/>
                </a:lnTo>
                <a:lnTo>
                  <a:pt x="792" y="77"/>
                </a:lnTo>
                <a:lnTo>
                  <a:pt x="792" y="78"/>
                </a:lnTo>
                <a:lnTo>
                  <a:pt x="793" y="78"/>
                </a:lnTo>
                <a:lnTo>
                  <a:pt x="794" y="78"/>
                </a:lnTo>
                <a:lnTo>
                  <a:pt x="795" y="78"/>
                </a:lnTo>
                <a:lnTo>
                  <a:pt x="796" y="78"/>
                </a:lnTo>
                <a:lnTo>
                  <a:pt x="797" y="78"/>
                </a:lnTo>
                <a:lnTo>
                  <a:pt x="797" y="77"/>
                </a:lnTo>
                <a:lnTo>
                  <a:pt x="799" y="77"/>
                </a:lnTo>
                <a:lnTo>
                  <a:pt x="800" y="77"/>
                </a:lnTo>
                <a:lnTo>
                  <a:pt x="801" y="76"/>
                </a:lnTo>
                <a:lnTo>
                  <a:pt x="802" y="76"/>
                </a:lnTo>
                <a:lnTo>
                  <a:pt x="802" y="75"/>
                </a:lnTo>
                <a:lnTo>
                  <a:pt x="803" y="75"/>
                </a:lnTo>
                <a:lnTo>
                  <a:pt x="804" y="75"/>
                </a:lnTo>
                <a:lnTo>
                  <a:pt x="804" y="74"/>
                </a:lnTo>
                <a:lnTo>
                  <a:pt x="805" y="74"/>
                </a:lnTo>
                <a:lnTo>
                  <a:pt x="806" y="74"/>
                </a:lnTo>
                <a:lnTo>
                  <a:pt x="806" y="73"/>
                </a:lnTo>
                <a:lnTo>
                  <a:pt x="806" y="72"/>
                </a:lnTo>
                <a:lnTo>
                  <a:pt x="806" y="70"/>
                </a:lnTo>
                <a:lnTo>
                  <a:pt x="805" y="70"/>
                </a:lnTo>
                <a:lnTo>
                  <a:pt x="805" y="69"/>
                </a:lnTo>
                <a:lnTo>
                  <a:pt x="805" y="68"/>
                </a:lnTo>
                <a:lnTo>
                  <a:pt x="806" y="68"/>
                </a:lnTo>
                <a:lnTo>
                  <a:pt x="806" y="67"/>
                </a:lnTo>
                <a:lnTo>
                  <a:pt x="805" y="67"/>
                </a:lnTo>
                <a:lnTo>
                  <a:pt x="804" y="67"/>
                </a:lnTo>
                <a:lnTo>
                  <a:pt x="805" y="67"/>
                </a:lnTo>
                <a:lnTo>
                  <a:pt x="805" y="66"/>
                </a:lnTo>
                <a:lnTo>
                  <a:pt x="805" y="65"/>
                </a:lnTo>
                <a:lnTo>
                  <a:pt x="806" y="65"/>
                </a:lnTo>
                <a:lnTo>
                  <a:pt x="806" y="64"/>
                </a:lnTo>
                <a:lnTo>
                  <a:pt x="805" y="64"/>
                </a:lnTo>
                <a:lnTo>
                  <a:pt x="805" y="63"/>
                </a:lnTo>
                <a:lnTo>
                  <a:pt x="806" y="63"/>
                </a:lnTo>
                <a:lnTo>
                  <a:pt x="805" y="63"/>
                </a:lnTo>
                <a:lnTo>
                  <a:pt x="804" y="63"/>
                </a:lnTo>
                <a:lnTo>
                  <a:pt x="803" y="63"/>
                </a:lnTo>
                <a:lnTo>
                  <a:pt x="803" y="62"/>
                </a:lnTo>
                <a:lnTo>
                  <a:pt x="802" y="62"/>
                </a:lnTo>
                <a:lnTo>
                  <a:pt x="802" y="61"/>
                </a:lnTo>
                <a:lnTo>
                  <a:pt x="801" y="61"/>
                </a:lnTo>
                <a:lnTo>
                  <a:pt x="801" y="60"/>
                </a:lnTo>
                <a:lnTo>
                  <a:pt x="802" y="59"/>
                </a:lnTo>
                <a:lnTo>
                  <a:pt x="801" y="59"/>
                </a:lnTo>
                <a:lnTo>
                  <a:pt x="801" y="58"/>
                </a:lnTo>
                <a:lnTo>
                  <a:pt x="802" y="58"/>
                </a:lnTo>
                <a:lnTo>
                  <a:pt x="802" y="57"/>
                </a:lnTo>
                <a:lnTo>
                  <a:pt x="802" y="55"/>
                </a:lnTo>
                <a:lnTo>
                  <a:pt x="802" y="54"/>
                </a:lnTo>
                <a:lnTo>
                  <a:pt x="801" y="54"/>
                </a:lnTo>
                <a:lnTo>
                  <a:pt x="801" y="53"/>
                </a:lnTo>
                <a:lnTo>
                  <a:pt x="800" y="53"/>
                </a:lnTo>
                <a:lnTo>
                  <a:pt x="799" y="53"/>
                </a:lnTo>
                <a:lnTo>
                  <a:pt x="799" y="52"/>
                </a:lnTo>
                <a:lnTo>
                  <a:pt x="799" y="51"/>
                </a:lnTo>
                <a:lnTo>
                  <a:pt x="799" y="50"/>
                </a:lnTo>
                <a:lnTo>
                  <a:pt x="799" y="49"/>
                </a:lnTo>
                <a:lnTo>
                  <a:pt x="799" y="47"/>
                </a:lnTo>
                <a:lnTo>
                  <a:pt x="799" y="46"/>
                </a:lnTo>
                <a:lnTo>
                  <a:pt x="799" y="45"/>
                </a:lnTo>
                <a:lnTo>
                  <a:pt x="799" y="44"/>
                </a:lnTo>
                <a:lnTo>
                  <a:pt x="799" y="43"/>
                </a:lnTo>
                <a:lnTo>
                  <a:pt x="799" y="42"/>
                </a:lnTo>
                <a:lnTo>
                  <a:pt x="799" y="41"/>
                </a:lnTo>
                <a:lnTo>
                  <a:pt x="798" y="41"/>
                </a:lnTo>
                <a:lnTo>
                  <a:pt x="798" y="40"/>
                </a:lnTo>
                <a:lnTo>
                  <a:pt x="799" y="40"/>
                </a:lnTo>
                <a:lnTo>
                  <a:pt x="799" y="39"/>
                </a:lnTo>
                <a:lnTo>
                  <a:pt x="798" y="39"/>
                </a:lnTo>
                <a:lnTo>
                  <a:pt x="798" y="38"/>
                </a:lnTo>
                <a:lnTo>
                  <a:pt x="798" y="39"/>
                </a:lnTo>
                <a:lnTo>
                  <a:pt x="797" y="39"/>
                </a:lnTo>
                <a:lnTo>
                  <a:pt x="797" y="38"/>
                </a:lnTo>
                <a:lnTo>
                  <a:pt x="795" y="38"/>
                </a:lnTo>
                <a:lnTo>
                  <a:pt x="795" y="37"/>
                </a:lnTo>
                <a:lnTo>
                  <a:pt x="795" y="36"/>
                </a:lnTo>
                <a:lnTo>
                  <a:pt x="794" y="36"/>
                </a:lnTo>
                <a:lnTo>
                  <a:pt x="794" y="34"/>
                </a:lnTo>
                <a:lnTo>
                  <a:pt x="794" y="33"/>
                </a:lnTo>
                <a:lnTo>
                  <a:pt x="795" y="33"/>
                </a:lnTo>
                <a:lnTo>
                  <a:pt x="794" y="32"/>
                </a:lnTo>
                <a:lnTo>
                  <a:pt x="794" y="31"/>
                </a:lnTo>
                <a:lnTo>
                  <a:pt x="793" y="30"/>
                </a:lnTo>
                <a:lnTo>
                  <a:pt x="793" y="28"/>
                </a:lnTo>
                <a:lnTo>
                  <a:pt x="794" y="28"/>
                </a:lnTo>
                <a:lnTo>
                  <a:pt x="794" y="27"/>
                </a:lnTo>
                <a:lnTo>
                  <a:pt x="794" y="26"/>
                </a:lnTo>
                <a:lnTo>
                  <a:pt x="795" y="26"/>
                </a:lnTo>
                <a:lnTo>
                  <a:pt x="795" y="25"/>
                </a:lnTo>
                <a:lnTo>
                  <a:pt x="796" y="23"/>
                </a:lnTo>
                <a:lnTo>
                  <a:pt x="797" y="23"/>
                </a:lnTo>
                <a:lnTo>
                  <a:pt x="797" y="22"/>
                </a:lnTo>
                <a:lnTo>
                  <a:pt x="797" y="21"/>
                </a:lnTo>
                <a:lnTo>
                  <a:pt x="796" y="21"/>
                </a:lnTo>
                <a:lnTo>
                  <a:pt x="796" y="20"/>
                </a:lnTo>
                <a:lnTo>
                  <a:pt x="795" y="20"/>
                </a:lnTo>
                <a:lnTo>
                  <a:pt x="795" y="18"/>
                </a:lnTo>
                <a:lnTo>
                  <a:pt x="796" y="18"/>
                </a:lnTo>
                <a:lnTo>
                  <a:pt x="796" y="17"/>
                </a:lnTo>
                <a:lnTo>
                  <a:pt x="796" y="16"/>
                </a:lnTo>
                <a:lnTo>
                  <a:pt x="797" y="16"/>
                </a:lnTo>
                <a:lnTo>
                  <a:pt x="797" y="15"/>
                </a:lnTo>
                <a:lnTo>
                  <a:pt x="797" y="14"/>
                </a:lnTo>
                <a:lnTo>
                  <a:pt x="797" y="13"/>
                </a:lnTo>
                <a:lnTo>
                  <a:pt x="797" y="12"/>
                </a:lnTo>
                <a:lnTo>
                  <a:pt x="798" y="12"/>
                </a:lnTo>
                <a:lnTo>
                  <a:pt x="798" y="11"/>
                </a:lnTo>
                <a:lnTo>
                  <a:pt x="799" y="11"/>
                </a:lnTo>
                <a:lnTo>
                  <a:pt x="799" y="10"/>
                </a:lnTo>
                <a:lnTo>
                  <a:pt x="800" y="10"/>
                </a:lnTo>
                <a:lnTo>
                  <a:pt x="800" y="9"/>
                </a:lnTo>
                <a:lnTo>
                  <a:pt x="801" y="9"/>
                </a:lnTo>
                <a:lnTo>
                  <a:pt x="801" y="8"/>
                </a:lnTo>
                <a:lnTo>
                  <a:pt x="800" y="7"/>
                </a:lnTo>
                <a:lnTo>
                  <a:pt x="800" y="6"/>
                </a:lnTo>
                <a:lnTo>
                  <a:pt x="799" y="5"/>
                </a:lnTo>
                <a:lnTo>
                  <a:pt x="799" y="4"/>
                </a:lnTo>
                <a:lnTo>
                  <a:pt x="798" y="4"/>
                </a:lnTo>
                <a:lnTo>
                  <a:pt x="797" y="3"/>
                </a:lnTo>
                <a:lnTo>
                  <a:pt x="797" y="2"/>
                </a:lnTo>
                <a:lnTo>
                  <a:pt x="796" y="2"/>
                </a:lnTo>
                <a:lnTo>
                  <a:pt x="796" y="1"/>
                </a:lnTo>
                <a:lnTo>
                  <a:pt x="797" y="1"/>
                </a:lnTo>
                <a:lnTo>
                  <a:pt x="798" y="1"/>
                </a:lnTo>
                <a:lnTo>
                  <a:pt x="798" y="0"/>
                </a:lnTo>
                <a:lnTo>
                  <a:pt x="798" y="1"/>
                </a:lnTo>
                <a:lnTo>
                  <a:pt x="800" y="1"/>
                </a:lnTo>
                <a:lnTo>
                  <a:pt x="800" y="0"/>
                </a:lnTo>
                <a:lnTo>
                  <a:pt x="801" y="0"/>
                </a:lnTo>
                <a:lnTo>
                  <a:pt x="802" y="0"/>
                </a:lnTo>
                <a:close/>
              </a:path>
            </a:pathLst>
          </a:custGeom>
          <a:solidFill>
            <a:srgbClr val="FFFBB9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8" name=""/>
          <p:cNvSpPr/>
          <p:nvPr/>
        </p:nvSpPr>
        <p:spPr>
          <a:xfrm>
            <a:off x="6494040" y="1269000"/>
            <a:ext cx="218160" cy="339120"/>
          </a:xfrm>
          <a:custGeom>
            <a:avLst/>
            <a:gdLst/>
            <a:ahLst/>
            <a:rect l="0" t="0" r="r" b="b"/>
            <a:pathLst>
              <a:path w="606" h="942">
                <a:moveTo>
                  <a:pt x="597" y="3"/>
                </a:moveTo>
                <a:lnTo>
                  <a:pt x="596" y="6"/>
                </a:lnTo>
                <a:lnTo>
                  <a:pt x="596" y="7"/>
                </a:lnTo>
                <a:lnTo>
                  <a:pt x="595" y="7"/>
                </a:lnTo>
                <a:lnTo>
                  <a:pt x="595" y="8"/>
                </a:lnTo>
                <a:lnTo>
                  <a:pt x="593" y="8"/>
                </a:lnTo>
                <a:lnTo>
                  <a:pt x="591" y="11"/>
                </a:lnTo>
                <a:lnTo>
                  <a:pt x="590" y="12"/>
                </a:lnTo>
                <a:lnTo>
                  <a:pt x="590" y="13"/>
                </a:lnTo>
                <a:lnTo>
                  <a:pt x="589" y="15"/>
                </a:lnTo>
                <a:lnTo>
                  <a:pt x="588" y="16"/>
                </a:lnTo>
                <a:lnTo>
                  <a:pt x="587" y="16"/>
                </a:lnTo>
                <a:lnTo>
                  <a:pt x="586" y="17"/>
                </a:lnTo>
                <a:lnTo>
                  <a:pt x="586" y="18"/>
                </a:lnTo>
                <a:lnTo>
                  <a:pt x="587" y="22"/>
                </a:lnTo>
                <a:lnTo>
                  <a:pt x="588" y="22"/>
                </a:lnTo>
                <a:lnTo>
                  <a:pt x="588" y="21"/>
                </a:lnTo>
                <a:lnTo>
                  <a:pt x="589" y="21"/>
                </a:lnTo>
                <a:lnTo>
                  <a:pt x="590" y="21"/>
                </a:lnTo>
                <a:lnTo>
                  <a:pt x="590" y="22"/>
                </a:lnTo>
                <a:lnTo>
                  <a:pt x="591" y="22"/>
                </a:lnTo>
                <a:lnTo>
                  <a:pt x="590" y="22"/>
                </a:lnTo>
                <a:lnTo>
                  <a:pt x="589" y="24"/>
                </a:lnTo>
                <a:lnTo>
                  <a:pt x="590" y="25"/>
                </a:lnTo>
                <a:lnTo>
                  <a:pt x="591" y="27"/>
                </a:lnTo>
                <a:lnTo>
                  <a:pt x="592" y="27"/>
                </a:lnTo>
                <a:lnTo>
                  <a:pt x="593" y="27"/>
                </a:lnTo>
                <a:lnTo>
                  <a:pt x="593" y="26"/>
                </a:lnTo>
                <a:lnTo>
                  <a:pt x="594" y="26"/>
                </a:lnTo>
                <a:lnTo>
                  <a:pt x="595" y="26"/>
                </a:lnTo>
                <a:lnTo>
                  <a:pt x="596" y="26"/>
                </a:lnTo>
                <a:lnTo>
                  <a:pt x="597" y="26"/>
                </a:lnTo>
                <a:lnTo>
                  <a:pt x="597" y="27"/>
                </a:lnTo>
                <a:lnTo>
                  <a:pt x="597" y="28"/>
                </a:lnTo>
                <a:lnTo>
                  <a:pt x="596" y="29"/>
                </a:lnTo>
                <a:lnTo>
                  <a:pt x="597" y="30"/>
                </a:lnTo>
                <a:lnTo>
                  <a:pt x="598" y="30"/>
                </a:lnTo>
                <a:lnTo>
                  <a:pt x="598" y="29"/>
                </a:lnTo>
                <a:lnTo>
                  <a:pt x="599" y="29"/>
                </a:lnTo>
                <a:lnTo>
                  <a:pt x="599" y="28"/>
                </a:lnTo>
                <a:lnTo>
                  <a:pt x="600" y="28"/>
                </a:lnTo>
                <a:lnTo>
                  <a:pt x="601" y="29"/>
                </a:lnTo>
                <a:lnTo>
                  <a:pt x="600" y="30"/>
                </a:lnTo>
                <a:lnTo>
                  <a:pt x="599" y="30"/>
                </a:lnTo>
                <a:lnTo>
                  <a:pt x="599" y="31"/>
                </a:lnTo>
                <a:lnTo>
                  <a:pt x="600" y="32"/>
                </a:lnTo>
                <a:lnTo>
                  <a:pt x="601" y="33"/>
                </a:lnTo>
                <a:lnTo>
                  <a:pt x="602" y="34"/>
                </a:lnTo>
                <a:lnTo>
                  <a:pt x="603" y="34"/>
                </a:lnTo>
                <a:lnTo>
                  <a:pt x="604" y="34"/>
                </a:lnTo>
                <a:lnTo>
                  <a:pt x="605" y="34"/>
                </a:lnTo>
                <a:lnTo>
                  <a:pt x="606" y="34"/>
                </a:lnTo>
                <a:lnTo>
                  <a:pt x="605" y="35"/>
                </a:lnTo>
                <a:lnTo>
                  <a:pt x="605" y="36"/>
                </a:lnTo>
                <a:lnTo>
                  <a:pt x="604" y="36"/>
                </a:lnTo>
                <a:lnTo>
                  <a:pt x="603" y="38"/>
                </a:lnTo>
                <a:lnTo>
                  <a:pt x="603" y="39"/>
                </a:lnTo>
                <a:lnTo>
                  <a:pt x="603" y="40"/>
                </a:lnTo>
                <a:lnTo>
                  <a:pt x="603" y="41"/>
                </a:lnTo>
                <a:lnTo>
                  <a:pt x="603" y="42"/>
                </a:lnTo>
                <a:lnTo>
                  <a:pt x="602" y="43"/>
                </a:lnTo>
                <a:lnTo>
                  <a:pt x="601" y="44"/>
                </a:lnTo>
                <a:lnTo>
                  <a:pt x="601" y="45"/>
                </a:lnTo>
                <a:lnTo>
                  <a:pt x="601" y="46"/>
                </a:lnTo>
                <a:lnTo>
                  <a:pt x="600" y="47"/>
                </a:lnTo>
                <a:lnTo>
                  <a:pt x="600" y="48"/>
                </a:lnTo>
                <a:lnTo>
                  <a:pt x="599" y="49"/>
                </a:lnTo>
                <a:lnTo>
                  <a:pt x="598" y="50"/>
                </a:lnTo>
                <a:lnTo>
                  <a:pt x="598" y="51"/>
                </a:lnTo>
                <a:lnTo>
                  <a:pt x="597" y="51"/>
                </a:lnTo>
                <a:lnTo>
                  <a:pt x="597" y="52"/>
                </a:lnTo>
                <a:lnTo>
                  <a:pt x="598" y="52"/>
                </a:lnTo>
                <a:lnTo>
                  <a:pt x="598" y="53"/>
                </a:lnTo>
                <a:lnTo>
                  <a:pt x="599" y="53"/>
                </a:lnTo>
                <a:lnTo>
                  <a:pt x="599" y="54"/>
                </a:lnTo>
                <a:lnTo>
                  <a:pt x="598" y="55"/>
                </a:lnTo>
                <a:lnTo>
                  <a:pt x="598" y="56"/>
                </a:lnTo>
                <a:lnTo>
                  <a:pt x="597" y="57"/>
                </a:lnTo>
                <a:lnTo>
                  <a:pt x="597" y="58"/>
                </a:lnTo>
                <a:lnTo>
                  <a:pt x="596" y="58"/>
                </a:lnTo>
                <a:lnTo>
                  <a:pt x="595" y="58"/>
                </a:lnTo>
                <a:lnTo>
                  <a:pt x="595" y="59"/>
                </a:lnTo>
                <a:lnTo>
                  <a:pt x="596" y="59"/>
                </a:lnTo>
                <a:lnTo>
                  <a:pt x="596" y="61"/>
                </a:lnTo>
                <a:lnTo>
                  <a:pt x="595" y="61"/>
                </a:lnTo>
                <a:lnTo>
                  <a:pt x="595" y="62"/>
                </a:lnTo>
                <a:lnTo>
                  <a:pt x="593" y="65"/>
                </a:lnTo>
                <a:lnTo>
                  <a:pt x="592" y="65"/>
                </a:lnTo>
                <a:lnTo>
                  <a:pt x="591" y="65"/>
                </a:lnTo>
                <a:lnTo>
                  <a:pt x="591" y="66"/>
                </a:lnTo>
                <a:lnTo>
                  <a:pt x="590" y="66"/>
                </a:lnTo>
                <a:lnTo>
                  <a:pt x="590" y="67"/>
                </a:lnTo>
                <a:lnTo>
                  <a:pt x="589" y="67"/>
                </a:lnTo>
                <a:lnTo>
                  <a:pt x="588" y="67"/>
                </a:lnTo>
                <a:lnTo>
                  <a:pt x="586" y="67"/>
                </a:lnTo>
                <a:lnTo>
                  <a:pt x="586" y="68"/>
                </a:lnTo>
                <a:lnTo>
                  <a:pt x="584" y="68"/>
                </a:lnTo>
                <a:lnTo>
                  <a:pt x="583" y="68"/>
                </a:lnTo>
                <a:lnTo>
                  <a:pt x="580" y="70"/>
                </a:lnTo>
                <a:lnTo>
                  <a:pt x="580" y="71"/>
                </a:lnTo>
                <a:lnTo>
                  <a:pt x="579" y="71"/>
                </a:lnTo>
                <a:lnTo>
                  <a:pt x="579" y="72"/>
                </a:lnTo>
                <a:lnTo>
                  <a:pt x="578" y="73"/>
                </a:lnTo>
                <a:lnTo>
                  <a:pt x="578" y="74"/>
                </a:lnTo>
                <a:lnTo>
                  <a:pt x="579" y="74"/>
                </a:lnTo>
                <a:lnTo>
                  <a:pt x="579" y="75"/>
                </a:lnTo>
                <a:lnTo>
                  <a:pt x="580" y="75"/>
                </a:lnTo>
                <a:lnTo>
                  <a:pt x="581" y="78"/>
                </a:lnTo>
                <a:lnTo>
                  <a:pt x="582" y="79"/>
                </a:lnTo>
                <a:lnTo>
                  <a:pt x="581" y="79"/>
                </a:lnTo>
                <a:lnTo>
                  <a:pt x="581" y="80"/>
                </a:lnTo>
                <a:lnTo>
                  <a:pt x="582" y="82"/>
                </a:lnTo>
                <a:lnTo>
                  <a:pt x="582" y="83"/>
                </a:lnTo>
                <a:lnTo>
                  <a:pt x="582" y="84"/>
                </a:lnTo>
                <a:lnTo>
                  <a:pt x="581" y="85"/>
                </a:lnTo>
                <a:lnTo>
                  <a:pt x="580" y="85"/>
                </a:lnTo>
                <a:lnTo>
                  <a:pt x="580" y="86"/>
                </a:lnTo>
                <a:lnTo>
                  <a:pt x="580" y="87"/>
                </a:lnTo>
                <a:lnTo>
                  <a:pt x="581" y="87"/>
                </a:lnTo>
                <a:lnTo>
                  <a:pt x="581" y="88"/>
                </a:lnTo>
                <a:lnTo>
                  <a:pt x="581" y="89"/>
                </a:lnTo>
                <a:lnTo>
                  <a:pt x="581" y="90"/>
                </a:lnTo>
                <a:lnTo>
                  <a:pt x="580" y="90"/>
                </a:lnTo>
                <a:lnTo>
                  <a:pt x="580" y="91"/>
                </a:lnTo>
                <a:lnTo>
                  <a:pt x="579" y="92"/>
                </a:lnTo>
                <a:lnTo>
                  <a:pt x="579" y="93"/>
                </a:lnTo>
                <a:lnTo>
                  <a:pt x="579" y="94"/>
                </a:lnTo>
                <a:lnTo>
                  <a:pt x="579" y="95"/>
                </a:lnTo>
                <a:lnTo>
                  <a:pt x="578" y="95"/>
                </a:lnTo>
                <a:lnTo>
                  <a:pt x="578" y="96"/>
                </a:lnTo>
                <a:lnTo>
                  <a:pt x="577" y="96"/>
                </a:lnTo>
                <a:lnTo>
                  <a:pt x="576" y="96"/>
                </a:lnTo>
                <a:lnTo>
                  <a:pt x="576" y="97"/>
                </a:lnTo>
                <a:lnTo>
                  <a:pt x="576" y="98"/>
                </a:lnTo>
                <a:lnTo>
                  <a:pt x="576" y="99"/>
                </a:lnTo>
                <a:lnTo>
                  <a:pt x="577" y="99"/>
                </a:lnTo>
                <a:lnTo>
                  <a:pt x="576" y="101"/>
                </a:lnTo>
                <a:lnTo>
                  <a:pt x="575" y="101"/>
                </a:lnTo>
                <a:lnTo>
                  <a:pt x="575" y="102"/>
                </a:lnTo>
                <a:lnTo>
                  <a:pt x="574" y="102"/>
                </a:lnTo>
                <a:lnTo>
                  <a:pt x="574" y="103"/>
                </a:lnTo>
                <a:lnTo>
                  <a:pt x="573" y="104"/>
                </a:lnTo>
                <a:lnTo>
                  <a:pt x="572" y="105"/>
                </a:lnTo>
                <a:lnTo>
                  <a:pt x="571" y="105"/>
                </a:lnTo>
                <a:lnTo>
                  <a:pt x="571" y="106"/>
                </a:lnTo>
                <a:lnTo>
                  <a:pt x="571" y="107"/>
                </a:lnTo>
                <a:lnTo>
                  <a:pt x="571" y="108"/>
                </a:lnTo>
                <a:lnTo>
                  <a:pt x="571" y="109"/>
                </a:lnTo>
                <a:lnTo>
                  <a:pt x="571" y="110"/>
                </a:lnTo>
                <a:lnTo>
                  <a:pt x="570" y="110"/>
                </a:lnTo>
                <a:lnTo>
                  <a:pt x="569" y="110"/>
                </a:lnTo>
                <a:lnTo>
                  <a:pt x="569" y="111"/>
                </a:lnTo>
                <a:lnTo>
                  <a:pt x="569" y="112"/>
                </a:lnTo>
                <a:lnTo>
                  <a:pt x="569" y="113"/>
                </a:lnTo>
                <a:lnTo>
                  <a:pt x="568" y="113"/>
                </a:lnTo>
                <a:lnTo>
                  <a:pt x="568" y="114"/>
                </a:lnTo>
                <a:lnTo>
                  <a:pt x="568" y="115"/>
                </a:lnTo>
                <a:lnTo>
                  <a:pt x="567" y="115"/>
                </a:lnTo>
                <a:lnTo>
                  <a:pt x="567" y="116"/>
                </a:lnTo>
                <a:lnTo>
                  <a:pt x="568" y="116"/>
                </a:lnTo>
                <a:lnTo>
                  <a:pt x="569" y="118"/>
                </a:lnTo>
                <a:lnTo>
                  <a:pt x="569" y="119"/>
                </a:lnTo>
                <a:lnTo>
                  <a:pt x="570" y="119"/>
                </a:lnTo>
                <a:lnTo>
                  <a:pt x="570" y="120"/>
                </a:lnTo>
                <a:lnTo>
                  <a:pt x="571" y="120"/>
                </a:lnTo>
                <a:lnTo>
                  <a:pt x="572" y="120"/>
                </a:lnTo>
                <a:lnTo>
                  <a:pt x="572" y="121"/>
                </a:lnTo>
                <a:lnTo>
                  <a:pt x="571" y="121"/>
                </a:lnTo>
                <a:lnTo>
                  <a:pt x="571" y="122"/>
                </a:lnTo>
                <a:lnTo>
                  <a:pt x="571" y="123"/>
                </a:lnTo>
                <a:lnTo>
                  <a:pt x="571" y="124"/>
                </a:lnTo>
                <a:lnTo>
                  <a:pt x="571" y="125"/>
                </a:lnTo>
                <a:lnTo>
                  <a:pt x="571" y="126"/>
                </a:lnTo>
                <a:lnTo>
                  <a:pt x="571" y="127"/>
                </a:lnTo>
                <a:lnTo>
                  <a:pt x="570" y="127"/>
                </a:lnTo>
                <a:lnTo>
                  <a:pt x="570" y="128"/>
                </a:lnTo>
                <a:lnTo>
                  <a:pt x="568" y="128"/>
                </a:lnTo>
                <a:lnTo>
                  <a:pt x="567" y="128"/>
                </a:lnTo>
                <a:lnTo>
                  <a:pt x="567" y="129"/>
                </a:lnTo>
                <a:lnTo>
                  <a:pt x="567" y="130"/>
                </a:lnTo>
                <a:lnTo>
                  <a:pt x="567" y="132"/>
                </a:lnTo>
                <a:lnTo>
                  <a:pt x="567" y="133"/>
                </a:lnTo>
                <a:lnTo>
                  <a:pt x="567" y="134"/>
                </a:lnTo>
                <a:lnTo>
                  <a:pt x="567" y="135"/>
                </a:lnTo>
                <a:lnTo>
                  <a:pt x="566" y="136"/>
                </a:lnTo>
                <a:lnTo>
                  <a:pt x="564" y="137"/>
                </a:lnTo>
                <a:lnTo>
                  <a:pt x="563" y="137"/>
                </a:lnTo>
                <a:lnTo>
                  <a:pt x="563" y="136"/>
                </a:lnTo>
                <a:lnTo>
                  <a:pt x="562" y="136"/>
                </a:lnTo>
                <a:lnTo>
                  <a:pt x="561" y="136"/>
                </a:lnTo>
                <a:lnTo>
                  <a:pt x="561" y="135"/>
                </a:lnTo>
                <a:lnTo>
                  <a:pt x="560" y="135"/>
                </a:lnTo>
                <a:lnTo>
                  <a:pt x="559" y="135"/>
                </a:lnTo>
                <a:lnTo>
                  <a:pt x="558" y="135"/>
                </a:lnTo>
                <a:lnTo>
                  <a:pt x="558" y="136"/>
                </a:lnTo>
                <a:lnTo>
                  <a:pt x="557" y="136"/>
                </a:lnTo>
                <a:lnTo>
                  <a:pt x="556" y="139"/>
                </a:lnTo>
                <a:lnTo>
                  <a:pt x="555" y="142"/>
                </a:lnTo>
                <a:lnTo>
                  <a:pt x="555" y="143"/>
                </a:lnTo>
                <a:lnTo>
                  <a:pt x="554" y="144"/>
                </a:lnTo>
                <a:lnTo>
                  <a:pt x="554" y="145"/>
                </a:lnTo>
                <a:lnTo>
                  <a:pt x="554" y="146"/>
                </a:lnTo>
                <a:lnTo>
                  <a:pt x="553" y="146"/>
                </a:lnTo>
                <a:lnTo>
                  <a:pt x="552" y="146"/>
                </a:lnTo>
                <a:lnTo>
                  <a:pt x="552" y="147"/>
                </a:lnTo>
                <a:lnTo>
                  <a:pt x="551" y="147"/>
                </a:lnTo>
                <a:lnTo>
                  <a:pt x="549" y="148"/>
                </a:lnTo>
                <a:lnTo>
                  <a:pt x="548" y="148"/>
                </a:lnTo>
                <a:lnTo>
                  <a:pt x="548" y="149"/>
                </a:lnTo>
                <a:lnTo>
                  <a:pt x="547" y="150"/>
                </a:lnTo>
                <a:lnTo>
                  <a:pt x="547" y="151"/>
                </a:lnTo>
                <a:lnTo>
                  <a:pt x="546" y="151"/>
                </a:lnTo>
                <a:lnTo>
                  <a:pt x="546" y="152"/>
                </a:lnTo>
                <a:lnTo>
                  <a:pt x="545" y="152"/>
                </a:lnTo>
                <a:lnTo>
                  <a:pt x="544" y="153"/>
                </a:lnTo>
                <a:lnTo>
                  <a:pt x="543" y="153"/>
                </a:lnTo>
                <a:lnTo>
                  <a:pt x="542" y="153"/>
                </a:lnTo>
                <a:lnTo>
                  <a:pt x="541" y="153"/>
                </a:lnTo>
                <a:lnTo>
                  <a:pt x="540" y="153"/>
                </a:lnTo>
                <a:lnTo>
                  <a:pt x="539" y="153"/>
                </a:lnTo>
                <a:lnTo>
                  <a:pt x="538" y="152"/>
                </a:lnTo>
                <a:lnTo>
                  <a:pt x="537" y="152"/>
                </a:lnTo>
                <a:lnTo>
                  <a:pt x="537" y="153"/>
                </a:lnTo>
                <a:lnTo>
                  <a:pt x="536" y="153"/>
                </a:lnTo>
                <a:lnTo>
                  <a:pt x="536" y="154"/>
                </a:lnTo>
                <a:lnTo>
                  <a:pt x="536" y="155"/>
                </a:lnTo>
                <a:lnTo>
                  <a:pt x="535" y="155"/>
                </a:lnTo>
                <a:lnTo>
                  <a:pt x="535" y="157"/>
                </a:lnTo>
                <a:lnTo>
                  <a:pt x="535" y="158"/>
                </a:lnTo>
                <a:lnTo>
                  <a:pt x="535" y="159"/>
                </a:lnTo>
                <a:lnTo>
                  <a:pt x="535" y="160"/>
                </a:lnTo>
                <a:lnTo>
                  <a:pt x="535" y="161"/>
                </a:lnTo>
                <a:lnTo>
                  <a:pt x="535" y="162"/>
                </a:lnTo>
                <a:lnTo>
                  <a:pt x="535" y="163"/>
                </a:lnTo>
                <a:lnTo>
                  <a:pt x="535" y="164"/>
                </a:lnTo>
                <a:lnTo>
                  <a:pt x="534" y="164"/>
                </a:lnTo>
                <a:lnTo>
                  <a:pt x="533" y="164"/>
                </a:lnTo>
                <a:lnTo>
                  <a:pt x="532" y="164"/>
                </a:lnTo>
                <a:lnTo>
                  <a:pt x="531" y="164"/>
                </a:lnTo>
                <a:lnTo>
                  <a:pt x="530" y="164"/>
                </a:lnTo>
                <a:lnTo>
                  <a:pt x="530" y="165"/>
                </a:lnTo>
                <a:lnTo>
                  <a:pt x="529" y="166"/>
                </a:lnTo>
                <a:lnTo>
                  <a:pt x="529" y="167"/>
                </a:lnTo>
                <a:lnTo>
                  <a:pt x="528" y="167"/>
                </a:lnTo>
                <a:lnTo>
                  <a:pt x="528" y="170"/>
                </a:lnTo>
                <a:lnTo>
                  <a:pt x="528" y="171"/>
                </a:lnTo>
                <a:lnTo>
                  <a:pt x="529" y="172"/>
                </a:lnTo>
                <a:lnTo>
                  <a:pt x="529" y="173"/>
                </a:lnTo>
                <a:lnTo>
                  <a:pt x="530" y="174"/>
                </a:lnTo>
                <a:lnTo>
                  <a:pt x="530" y="175"/>
                </a:lnTo>
                <a:lnTo>
                  <a:pt x="530" y="176"/>
                </a:lnTo>
                <a:lnTo>
                  <a:pt x="529" y="176"/>
                </a:lnTo>
                <a:lnTo>
                  <a:pt x="529" y="177"/>
                </a:lnTo>
                <a:lnTo>
                  <a:pt x="528" y="177"/>
                </a:lnTo>
                <a:lnTo>
                  <a:pt x="528" y="178"/>
                </a:lnTo>
                <a:lnTo>
                  <a:pt x="528" y="179"/>
                </a:lnTo>
                <a:lnTo>
                  <a:pt x="528" y="180"/>
                </a:lnTo>
                <a:lnTo>
                  <a:pt x="529" y="181"/>
                </a:lnTo>
                <a:lnTo>
                  <a:pt x="529" y="182"/>
                </a:lnTo>
                <a:lnTo>
                  <a:pt x="529" y="183"/>
                </a:lnTo>
                <a:lnTo>
                  <a:pt x="528" y="183"/>
                </a:lnTo>
                <a:lnTo>
                  <a:pt x="528" y="184"/>
                </a:lnTo>
                <a:lnTo>
                  <a:pt x="528" y="186"/>
                </a:lnTo>
                <a:lnTo>
                  <a:pt x="528" y="187"/>
                </a:lnTo>
                <a:lnTo>
                  <a:pt x="528" y="188"/>
                </a:lnTo>
                <a:lnTo>
                  <a:pt x="529" y="188"/>
                </a:lnTo>
                <a:lnTo>
                  <a:pt x="530" y="188"/>
                </a:lnTo>
                <a:lnTo>
                  <a:pt x="530" y="189"/>
                </a:lnTo>
                <a:lnTo>
                  <a:pt x="531" y="190"/>
                </a:lnTo>
                <a:lnTo>
                  <a:pt x="531" y="191"/>
                </a:lnTo>
                <a:lnTo>
                  <a:pt x="530" y="191"/>
                </a:lnTo>
                <a:lnTo>
                  <a:pt x="530" y="192"/>
                </a:lnTo>
                <a:lnTo>
                  <a:pt x="529" y="193"/>
                </a:lnTo>
                <a:lnTo>
                  <a:pt x="529" y="194"/>
                </a:lnTo>
                <a:lnTo>
                  <a:pt x="530" y="194"/>
                </a:lnTo>
                <a:lnTo>
                  <a:pt x="530" y="195"/>
                </a:lnTo>
                <a:lnTo>
                  <a:pt x="531" y="195"/>
                </a:lnTo>
                <a:lnTo>
                  <a:pt x="531" y="196"/>
                </a:lnTo>
                <a:lnTo>
                  <a:pt x="532" y="196"/>
                </a:lnTo>
                <a:lnTo>
                  <a:pt x="533" y="196"/>
                </a:lnTo>
                <a:lnTo>
                  <a:pt x="534" y="196"/>
                </a:lnTo>
                <a:lnTo>
                  <a:pt x="536" y="198"/>
                </a:lnTo>
                <a:lnTo>
                  <a:pt x="537" y="198"/>
                </a:lnTo>
                <a:lnTo>
                  <a:pt x="538" y="199"/>
                </a:lnTo>
                <a:lnTo>
                  <a:pt x="540" y="203"/>
                </a:lnTo>
                <a:lnTo>
                  <a:pt x="541" y="204"/>
                </a:lnTo>
                <a:lnTo>
                  <a:pt x="541" y="205"/>
                </a:lnTo>
                <a:lnTo>
                  <a:pt x="543" y="208"/>
                </a:lnTo>
                <a:lnTo>
                  <a:pt x="544" y="210"/>
                </a:lnTo>
                <a:lnTo>
                  <a:pt x="545" y="212"/>
                </a:lnTo>
                <a:lnTo>
                  <a:pt x="545" y="213"/>
                </a:lnTo>
                <a:lnTo>
                  <a:pt x="545" y="214"/>
                </a:lnTo>
                <a:lnTo>
                  <a:pt x="546" y="214"/>
                </a:lnTo>
                <a:lnTo>
                  <a:pt x="547" y="215"/>
                </a:lnTo>
                <a:lnTo>
                  <a:pt x="548" y="215"/>
                </a:lnTo>
                <a:lnTo>
                  <a:pt x="549" y="215"/>
                </a:lnTo>
                <a:lnTo>
                  <a:pt x="551" y="216"/>
                </a:lnTo>
                <a:lnTo>
                  <a:pt x="553" y="217"/>
                </a:lnTo>
                <a:lnTo>
                  <a:pt x="554" y="218"/>
                </a:lnTo>
                <a:lnTo>
                  <a:pt x="555" y="218"/>
                </a:lnTo>
                <a:lnTo>
                  <a:pt x="555" y="219"/>
                </a:lnTo>
                <a:lnTo>
                  <a:pt x="555" y="220"/>
                </a:lnTo>
                <a:lnTo>
                  <a:pt x="555" y="221"/>
                </a:lnTo>
                <a:lnTo>
                  <a:pt x="554" y="221"/>
                </a:lnTo>
                <a:lnTo>
                  <a:pt x="552" y="222"/>
                </a:lnTo>
                <a:lnTo>
                  <a:pt x="551" y="222"/>
                </a:lnTo>
                <a:lnTo>
                  <a:pt x="550" y="222"/>
                </a:lnTo>
                <a:lnTo>
                  <a:pt x="549" y="222"/>
                </a:lnTo>
                <a:lnTo>
                  <a:pt x="549" y="223"/>
                </a:lnTo>
                <a:lnTo>
                  <a:pt x="549" y="224"/>
                </a:lnTo>
                <a:lnTo>
                  <a:pt x="550" y="225"/>
                </a:lnTo>
                <a:lnTo>
                  <a:pt x="550" y="226"/>
                </a:lnTo>
                <a:lnTo>
                  <a:pt x="551" y="226"/>
                </a:lnTo>
                <a:lnTo>
                  <a:pt x="552" y="226"/>
                </a:lnTo>
                <a:lnTo>
                  <a:pt x="553" y="226"/>
                </a:lnTo>
                <a:lnTo>
                  <a:pt x="553" y="227"/>
                </a:lnTo>
                <a:lnTo>
                  <a:pt x="554" y="227"/>
                </a:lnTo>
                <a:lnTo>
                  <a:pt x="555" y="227"/>
                </a:lnTo>
                <a:lnTo>
                  <a:pt x="556" y="227"/>
                </a:lnTo>
                <a:lnTo>
                  <a:pt x="557" y="228"/>
                </a:lnTo>
                <a:lnTo>
                  <a:pt x="558" y="229"/>
                </a:lnTo>
                <a:lnTo>
                  <a:pt x="559" y="230"/>
                </a:lnTo>
                <a:lnTo>
                  <a:pt x="559" y="231"/>
                </a:lnTo>
                <a:lnTo>
                  <a:pt x="558" y="231"/>
                </a:lnTo>
                <a:lnTo>
                  <a:pt x="558" y="232"/>
                </a:lnTo>
                <a:lnTo>
                  <a:pt x="556" y="232"/>
                </a:lnTo>
                <a:lnTo>
                  <a:pt x="555" y="232"/>
                </a:lnTo>
                <a:lnTo>
                  <a:pt x="555" y="233"/>
                </a:lnTo>
                <a:lnTo>
                  <a:pt x="555" y="234"/>
                </a:lnTo>
                <a:lnTo>
                  <a:pt x="556" y="234"/>
                </a:lnTo>
                <a:lnTo>
                  <a:pt x="556" y="235"/>
                </a:lnTo>
                <a:lnTo>
                  <a:pt x="556" y="237"/>
                </a:lnTo>
                <a:lnTo>
                  <a:pt x="556" y="238"/>
                </a:lnTo>
                <a:lnTo>
                  <a:pt x="557" y="238"/>
                </a:lnTo>
                <a:lnTo>
                  <a:pt x="557" y="239"/>
                </a:lnTo>
                <a:lnTo>
                  <a:pt x="557" y="240"/>
                </a:lnTo>
                <a:lnTo>
                  <a:pt x="558" y="240"/>
                </a:lnTo>
                <a:lnTo>
                  <a:pt x="558" y="241"/>
                </a:lnTo>
                <a:lnTo>
                  <a:pt x="559" y="242"/>
                </a:lnTo>
                <a:lnTo>
                  <a:pt x="558" y="243"/>
                </a:lnTo>
                <a:lnTo>
                  <a:pt x="557" y="244"/>
                </a:lnTo>
                <a:lnTo>
                  <a:pt x="556" y="244"/>
                </a:lnTo>
                <a:lnTo>
                  <a:pt x="556" y="245"/>
                </a:lnTo>
                <a:lnTo>
                  <a:pt x="556" y="246"/>
                </a:lnTo>
                <a:lnTo>
                  <a:pt x="556" y="247"/>
                </a:lnTo>
                <a:lnTo>
                  <a:pt x="555" y="248"/>
                </a:lnTo>
                <a:lnTo>
                  <a:pt x="555" y="249"/>
                </a:lnTo>
                <a:lnTo>
                  <a:pt x="555" y="250"/>
                </a:lnTo>
                <a:lnTo>
                  <a:pt x="555" y="251"/>
                </a:lnTo>
                <a:lnTo>
                  <a:pt x="555" y="252"/>
                </a:lnTo>
                <a:lnTo>
                  <a:pt x="555" y="253"/>
                </a:lnTo>
                <a:lnTo>
                  <a:pt x="554" y="254"/>
                </a:lnTo>
                <a:lnTo>
                  <a:pt x="554" y="255"/>
                </a:lnTo>
                <a:lnTo>
                  <a:pt x="553" y="255"/>
                </a:lnTo>
                <a:lnTo>
                  <a:pt x="552" y="255"/>
                </a:lnTo>
                <a:lnTo>
                  <a:pt x="551" y="255"/>
                </a:lnTo>
                <a:lnTo>
                  <a:pt x="548" y="256"/>
                </a:lnTo>
                <a:lnTo>
                  <a:pt x="547" y="256"/>
                </a:lnTo>
                <a:lnTo>
                  <a:pt x="545" y="256"/>
                </a:lnTo>
                <a:lnTo>
                  <a:pt x="543" y="256"/>
                </a:lnTo>
                <a:lnTo>
                  <a:pt x="543" y="257"/>
                </a:lnTo>
                <a:lnTo>
                  <a:pt x="542" y="258"/>
                </a:lnTo>
                <a:lnTo>
                  <a:pt x="542" y="261"/>
                </a:lnTo>
                <a:lnTo>
                  <a:pt x="541" y="261"/>
                </a:lnTo>
                <a:lnTo>
                  <a:pt x="541" y="262"/>
                </a:lnTo>
                <a:lnTo>
                  <a:pt x="541" y="263"/>
                </a:lnTo>
                <a:lnTo>
                  <a:pt x="541" y="264"/>
                </a:lnTo>
                <a:lnTo>
                  <a:pt x="542" y="264"/>
                </a:lnTo>
                <a:lnTo>
                  <a:pt x="542" y="265"/>
                </a:lnTo>
                <a:lnTo>
                  <a:pt x="542" y="266"/>
                </a:lnTo>
                <a:lnTo>
                  <a:pt x="543" y="266"/>
                </a:lnTo>
                <a:lnTo>
                  <a:pt x="544" y="266"/>
                </a:lnTo>
                <a:lnTo>
                  <a:pt x="545" y="266"/>
                </a:lnTo>
                <a:lnTo>
                  <a:pt x="547" y="266"/>
                </a:lnTo>
                <a:lnTo>
                  <a:pt x="548" y="266"/>
                </a:lnTo>
                <a:lnTo>
                  <a:pt x="548" y="267"/>
                </a:lnTo>
                <a:lnTo>
                  <a:pt x="549" y="267"/>
                </a:lnTo>
                <a:lnTo>
                  <a:pt x="549" y="268"/>
                </a:lnTo>
                <a:lnTo>
                  <a:pt x="549" y="269"/>
                </a:lnTo>
                <a:lnTo>
                  <a:pt x="548" y="270"/>
                </a:lnTo>
                <a:lnTo>
                  <a:pt x="547" y="270"/>
                </a:lnTo>
                <a:lnTo>
                  <a:pt x="547" y="271"/>
                </a:lnTo>
                <a:lnTo>
                  <a:pt x="546" y="271"/>
                </a:lnTo>
                <a:lnTo>
                  <a:pt x="546" y="272"/>
                </a:lnTo>
                <a:lnTo>
                  <a:pt x="547" y="272"/>
                </a:lnTo>
                <a:lnTo>
                  <a:pt x="547" y="273"/>
                </a:lnTo>
                <a:lnTo>
                  <a:pt x="548" y="273"/>
                </a:lnTo>
                <a:lnTo>
                  <a:pt x="548" y="274"/>
                </a:lnTo>
                <a:lnTo>
                  <a:pt x="548" y="275"/>
                </a:lnTo>
                <a:lnTo>
                  <a:pt x="547" y="275"/>
                </a:lnTo>
                <a:lnTo>
                  <a:pt x="546" y="275"/>
                </a:lnTo>
                <a:lnTo>
                  <a:pt x="545" y="275"/>
                </a:lnTo>
                <a:lnTo>
                  <a:pt x="544" y="276"/>
                </a:lnTo>
                <a:lnTo>
                  <a:pt x="544" y="277"/>
                </a:lnTo>
                <a:lnTo>
                  <a:pt x="544" y="278"/>
                </a:lnTo>
                <a:lnTo>
                  <a:pt x="543" y="279"/>
                </a:lnTo>
                <a:lnTo>
                  <a:pt x="542" y="279"/>
                </a:lnTo>
                <a:lnTo>
                  <a:pt x="542" y="280"/>
                </a:lnTo>
                <a:lnTo>
                  <a:pt x="542" y="281"/>
                </a:lnTo>
                <a:lnTo>
                  <a:pt x="541" y="281"/>
                </a:lnTo>
                <a:lnTo>
                  <a:pt x="541" y="282"/>
                </a:lnTo>
                <a:lnTo>
                  <a:pt x="540" y="283"/>
                </a:lnTo>
                <a:lnTo>
                  <a:pt x="539" y="284"/>
                </a:lnTo>
                <a:lnTo>
                  <a:pt x="538" y="285"/>
                </a:lnTo>
                <a:lnTo>
                  <a:pt x="537" y="286"/>
                </a:lnTo>
                <a:lnTo>
                  <a:pt x="537" y="287"/>
                </a:lnTo>
                <a:lnTo>
                  <a:pt x="536" y="287"/>
                </a:lnTo>
                <a:lnTo>
                  <a:pt x="536" y="288"/>
                </a:lnTo>
                <a:lnTo>
                  <a:pt x="535" y="289"/>
                </a:lnTo>
                <a:lnTo>
                  <a:pt x="534" y="289"/>
                </a:lnTo>
                <a:lnTo>
                  <a:pt x="534" y="290"/>
                </a:lnTo>
                <a:lnTo>
                  <a:pt x="533" y="291"/>
                </a:lnTo>
                <a:lnTo>
                  <a:pt x="532" y="291"/>
                </a:lnTo>
                <a:lnTo>
                  <a:pt x="532" y="292"/>
                </a:lnTo>
                <a:lnTo>
                  <a:pt x="531" y="292"/>
                </a:lnTo>
                <a:lnTo>
                  <a:pt x="531" y="293"/>
                </a:lnTo>
                <a:lnTo>
                  <a:pt x="531" y="294"/>
                </a:lnTo>
                <a:lnTo>
                  <a:pt x="531" y="295"/>
                </a:lnTo>
                <a:lnTo>
                  <a:pt x="532" y="295"/>
                </a:lnTo>
                <a:lnTo>
                  <a:pt x="531" y="295"/>
                </a:lnTo>
                <a:lnTo>
                  <a:pt x="531" y="296"/>
                </a:lnTo>
                <a:lnTo>
                  <a:pt x="530" y="296"/>
                </a:lnTo>
                <a:lnTo>
                  <a:pt x="529" y="297"/>
                </a:lnTo>
                <a:lnTo>
                  <a:pt x="528" y="297"/>
                </a:lnTo>
                <a:lnTo>
                  <a:pt x="528" y="298"/>
                </a:lnTo>
                <a:lnTo>
                  <a:pt x="527" y="299"/>
                </a:lnTo>
                <a:lnTo>
                  <a:pt x="526" y="300"/>
                </a:lnTo>
                <a:lnTo>
                  <a:pt x="525" y="301"/>
                </a:lnTo>
                <a:lnTo>
                  <a:pt x="525" y="302"/>
                </a:lnTo>
                <a:lnTo>
                  <a:pt x="524" y="302"/>
                </a:lnTo>
                <a:lnTo>
                  <a:pt x="524" y="303"/>
                </a:lnTo>
                <a:lnTo>
                  <a:pt x="524" y="304"/>
                </a:lnTo>
                <a:lnTo>
                  <a:pt x="523" y="304"/>
                </a:lnTo>
                <a:lnTo>
                  <a:pt x="521" y="304"/>
                </a:lnTo>
                <a:lnTo>
                  <a:pt x="520" y="304"/>
                </a:lnTo>
                <a:lnTo>
                  <a:pt x="519" y="304"/>
                </a:lnTo>
                <a:lnTo>
                  <a:pt x="519" y="305"/>
                </a:lnTo>
                <a:lnTo>
                  <a:pt x="519" y="306"/>
                </a:lnTo>
                <a:lnTo>
                  <a:pt x="520" y="306"/>
                </a:lnTo>
                <a:lnTo>
                  <a:pt x="521" y="306"/>
                </a:lnTo>
                <a:lnTo>
                  <a:pt x="522" y="306"/>
                </a:lnTo>
                <a:lnTo>
                  <a:pt x="522" y="307"/>
                </a:lnTo>
                <a:lnTo>
                  <a:pt x="522" y="308"/>
                </a:lnTo>
                <a:lnTo>
                  <a:pt x="521" y="308"/>
                </a:lnTo>
                <a:lnTo>
                  <a:pt x="520" y="308"/>
                </a:lnTo>
                <a:lnTo>
                  <a:pt x="519" y="307"/>
                </a:lnTo>
                <a:lnTo>
                  <a:pt x="518" y="307"/>
                </a:lnTo>
                <a:lnTo>
                  <a:pt x="518" y="306"/>
                </a:lnTo>
                <a:lnTo>
                  <a:pt x="517" y="306"/>
                </a:lnTo>
                <a:lnTo>
                  <a:pt x="516" y="306"/>
                </a:lnTo>
                <a:lnTo>
                  <a:pt x="515" y="306"/>
                </a:lnTo>
                <a:lnTo>
                  <a:pt x="515" y="307"/>
                </a:lnTo>
                <a:lnTo>
                  <a:pt x="515" y="308"/>
                </a:lnTo>
                <a:lnTo>
                  <a:pt x="516" y="309"/>
                </a:lnTo>
                <a:lnTo>
                  <a:pt x="517" y="310"/>
                </a:lnTo>
                <a:lnTo>
                  <a:pt x="518" y="310"/>
                </a:lnTo>
                <a:lnTo>
                  <a:pt x="518" y="311"/>
                </a:lnTo>
                <a:lnTo>
                  <a:pt x="519" y="311"/>
                </a:lnTo>
                <a:lnTo>
                  <a:pt x="519" y="312"/>
                </a:lnTo>
                <a:lnTo>
                  <a:pt x="520" y="313"/>
                </a:lnTo>
                <a:lnTo>
                  <a:pt x="520" y="315"/>
                </a:lnTo>
                <a:lnTo>
                  <a:pt x="519" y="316"/>
                </a:lnTo>
                <a:lnTo>
                  <a:pt x="519" y="317"/>
                </a:lnTo>
                <a:lnTo>
                  <a:pt x="518" y="318"/>
                </a:lnTo>
                <a:lnTo>
                  <a:pt x="518" y="320"/>
                </a:lnTo>
                <a:lnTo>
                  <a:pt x="518" y="321"/>
                </a:lnTo>
                <a:lnTo>
                  <a:pt x="518" y="322"/>
                </a:lnTo>
                <a:lnTo>
                  <a:pt x="517" y="322"/>
                </a:lnTo>
                <a:lnTo>
                  <a:pt x="516" y="323"/>
                </a:lnTo>
                <a:lnTo>
                  <a:pt x="515" y="323"/>
                </a:lnTo>
                <a:lnTo>
                  <a:pt x="514" y="323"/>
                </a:lnTo>
                <a:lnTo>
                  <a:pt x="515" y="324"/>
                </a:lnTo>
                <a:lnTo>
                  <a:pt x="516" y="324"/>
                </a:lnTo>
                <a:lnTo>
                  <a:pt x="518" y="324"/>
                </a:lnTo>
                <a:lnTo>
                  <a:pt x="518" y="325"/>
                </a:lnTo>
                <a:lnTo>
                  <a:pt x="519" y="325"/>
                </a:lnTo>
                <a:lnTo>
                  <a:pt x="519" y="326"/>
                </a:lnTo>
                <a:lnTo>
                  <a:pt x="520" y="326"/>
                </a:lnTo>
                <a:lnTo>
                  <a:pt x="520" y="327"/>
                </a:lnTo>
                <a:lnTo>
                  <a:pt x="520" y="328"/>
                </a:lnTo>
                <a:lnTo>
                  <a:pt x="519" y="328"/>
                </a:lnTo>
                <a:lnTo>
                  <a:pt x="519" y="329"/>
                </a:lnTo>
                <a:lnTo>
                  <a:pt x="518" y="329"/>
                </a:lnTo>
                <a:lnTo>
                  <a:pt x="518" y="330"/>
                </a:lnTo>
                <a:lnTo>
                  <a:pt x="519" y="330"/>
                </a:lnTo>
                <a:lnTo>
                  <a:pt x="520" y="330"/>
                </a:lnTo>
                <a:lnTo>
                  <a:pt x="520" y="331"/>
                </a:lnTo>
                <a:lnTo>
                  <a:pt x="520" y="332"/>
                </a:lnTo>
                <a:lnTo>
                  <a:pt x="519" y="332"/>
                </a:lnTo>
                <a:lnTo>
                  <a:pt x="519" y="333"/>
                </a:lnTo>
                <a:lnTo>
                  <a:pt x="518" y="335"/>
                </a:lnTo>
                <a:lnTo>
                  <a:pt x="518" y="336"/>
                </a:lnTo>
                <a:lnTo>
                  <a:pt x="517" y="336"/>
                </a:lnTo>
                <a:lnTo>
                  <a:pt x="516" y="336"/>
                </a:lnTo>
                <a:lnTo>
                  <a:pt x="515" y="336"/>
                </a:lnTo>
                <a:lnTo>
                  <a:pt x="516" y="337"/>
                </a:lnTo>
                <a:lnTo>
                  <a:pt x="517" y="337"/>
                </a:lnTo>
                <a:lnTo>
                  <a:pt x="518" y="337"/>
                </a:lnTo>
                <a:lnTo>
                  <a:pt x="519" y="337"/>
                </a:lnTo>
                <a:lnTo>
                  <a:pt x="520" y="338"/>
                </a:lnTo>
                <a:lnTo>
                  <a:pt x="520" y="339"/>
                </a:lnTo>
                <a:lnTo>
                  <a:pt x="521" y="339"/>
                </a:lnTo>
                <a:lnTo>
                  <a:pt x="520" y="340"/>
                </a:lnTo>
                <a:lnTo>
                  <a:pt x="519" y="340"/>
                </a:lnTo>
                <a:lnTo>
                  <a:pt x="519" y="341"/>
                </a:lnTo>
                <a:lnTo>
                  <a:pt x="519" y="342"/>
                </a:lnTo>
                <a:lnTo>
                  <a:pt x="520" y="342"/>
                </a:lnTo>
                <a:lnTo>
                  <a:pt x="521" y="341"/>
                </a:lnTo>
                <a:lnTo>
                  <a:pt x="521" y="340"/>
                </a:lnTo>
                <a:lnTo>
                  <a:pt x="522" y="340"/>
                </a:lnTo>
                <a:lnTo>
                  <a:pt x="523" y="340"/>
                </a:lnTo>
                <a:lnTo>
                  <a:pt x="523" y="341"/>
                </a:lnTo>
                <a:lnTo>
                  <a:pt x="522" y="342"/>
                </a:lnTo>
                <a:lnTo>
                  <a:pt x="521" y="343"/>
                </a:lnTo>
                <a:lnTo>
                  <a:pt x="521" y="344"/>
                </a:lnTo>
                <a:lnTo>
                  <a:pt x="521" y="345"/>
                </a:lnTo>
                <a:lnTo>
                  <a:pt x="521" y="346"/>
                </a:lnTo>
                <a:lnTo>
                  <a:pt x="521" y="347"/>
                </a:lnTo>
                <a:lnTo>
                  <a:pt x="520" y="347"/>
                </a:lnTo>
                <a:lnTo>
                  <a:pt x="519" y="347"/>
                </a:lnTo>
                <a:lnTo>
                  <a:pt x="519" y="346"/>
                </a:lnTo>
                <a:lnTo>
                  <a:pt x="519" y="345"/>
                </a:lnTo>
                <a:lnTo>
                  <a:pt x="518" y="345"/>
                </a:lnTo>
                <a:lnTo>
                  <a:pt x="517" y="345"/>
                </a:lnTo>
                <a:lnTo>
                  <a:pt x="517" y="346"/>
                </a:lnTo>
                <a:lnTo>
                  <a:pt x="516" y="346"/>
                </a:lnTo>
                <a:lnTo>
                  <a:pt x="516" y="347"/>
                </a:lnTo>
                <a:lnTo>
                  <a:pt x="517" y="347"/>
                </a:lnTo>
                <a:lnTo>
                  <a:pt x="517" y="348"/>
                </a:lnTo>
                <a:lnTo>
                  <a:pt x="518" y="348"/>
                </a:lnTo>
                <a:lnTo>
                  <a:pt x="518" y="349"/>
                </a:lnTo>
                <a:lnTo>
                  <a:pt x="519" y="349"/>
                </a:lnTo>
                <a:lnTo>
                  <a:pt x="520" y="349"/>
                </a:lnTo>
                <a:lnTo>
                  <a:pt x="520" y="350"/>
                </a:lnTo>
                <a:lnTo>
                  <a:pt x="521" y="351"/>
                </a:lnTo>
                <a:lnTo>
                  <a:pt x="521" y="352"/>
                </a:lnTo>
                <a:lnTo>
                  <a:pt x="521" y="353"/>
                </a:lnTo>
                <a:lnTo>
                  <a:pt x="522" y="354"/>
                </a:lnTo>
                <a:lnTo>
                  <a:pt x="523" y="354"/>
                </a:lnTo>
                <a:lnTo>
                  <a:pt x="524" y="356"/>
                </a:lnTo>
                <a:lnTo>
                  <a:pt x="525" y="357"/>
                </a:lnTo>
                <a:lnTo>
                  <a:pt x="525" y="358"/>
                </a:lnTo>
                <a:lnTo>
                  <a:pt x="526" y="358"/>
                </a:lnTo>
                <a:lnTo>
                  <a:pt x="527" y="358"/>
                </a:lnTo>
                <a:lnTo>
                  <a:pt x="527" y="359"/>
                </a:lnTo>
                <a:lnTo>
                  <a:pt x="527" y="360"/>
                </a:lnTo>
                <a:lnTo>
                  <a:pt x="527" y="361"/>
                </a:lnTo>
                <a:lnTo>
                  <a:pt x="526" y="361"/>
                </a:lnTo>
                <a:lnTo>
                  <a:pt x="526" y="362"/>
                </a:lnTo>
                <a:lnTo>
                  <a:pt x="527" y="362"/>
                </a:lnTo>
                <a:lnTo>
                  <a:pt x="527" y="363"/>
                </a:lnTo>
                <a:lnTo>
                  <a:pt x="527" y="364"/>
                </a:lnTo>
                <a:lnTo>
                  <a:pt x="528" y="364"/>
                </a:lnTo>
                <a:lnTo>
                  <a:pt x="528" y="365"/>
                </a:lnTo>
                <a:lnTo>
                  <a:pt x="528" y="366"/>
                </a:lnTo>
                <a:lnTo>
                  <a:pt x="528" y="367"/>
                </a:lnTo>
                <a:lnTo>
                  <a:pt x="528" y="368"/>
                </a:lnTo>
                <a:lnTo>
                  <a:pt x="528" y="369"/>
                </a:lnTo>
                <a:lnTo>
                  <a:pt x="528" y="370"/>
                </a:lnTo>
                <a:lnTo>
                  <a:pt x="528" y="371"/>
                </a:lnTo>
                <a:lnTo>
                  <a:pt x="527" y="372"/>
                </a:lnTo>
                <a:lnTo>
                  <a:pt x="526" y="372"/>
                </a:lnTo>
                <a:lnTo>
                  <a:pt x="526" y="373"/>
                </a:lnTo>
                <a:lnTo>
                  <a:pt x="525" y="373"/>
                </a:lnTo>
                <a:lnTo>
                  <a:pt x="525" y="374"/>
                </a:lnTo>
                <a:lnTo>
                  <a:pt x="525" y="375"/>
                </a:lnTo>
                <a:lnTo>
                  <a:pt x="525" y="376"/>
                </a:lnTo>
                <a:lnTo>
                  <a:pt x="526" y="376"/>
                </a:lnTo>
                <a:lnTo>
                  <a:pt x="526" y="377"/>
                </a:lnTo>
                <a:lnTo>
                  <a:pt x="527" y="377"/>
                </a:lnTo>
                <a:lnTo>
                  <a:pt x="527" y="378"/>
                </a:lnTo>
                <a:lnTo>
                  <a:pt x="527" y="379"/>
                </a:lnTo>
                <a:lnTo>
                  <a:pt x="526" y="380"/>
                </a:lnTo>
                <a:lnTo>
                  <a:pt x="526" y="381"/>
                </a:lnTo>
                <a:lnTo>
                  <a:pt x="526" y="382"/>
                </a:lnTo>
                <a:lnTo>
                  <a:pt x="525" y="383"/>
                </a:lnTo>
                <a:lnTo>
                  <a:pt x="525" y="384"/>
                </a:lnTo>
                <a:lnTo>
                  <a:pt x="524" y="384"/>
                </a:lnTo>
                <a:lnTo>
                  <a:pt x="524" y="385"/>
                </a:lnTo>
                <a:lnTo>
                  <a:pt x="524" y="386"/>
                </a:lnTo>
                <a:lnTo>
                  <a:pt x="524" y="387"/>
                </a:lnTo>
                <a:lnTo>
                  <a:pt x="524" y="388"/>
                </a:lnTo>
                <a:lnTo>
                  <a:pt x="523" y="388"/>
                </a:lnTo>
                <a:lnTo>
                  <a:pt x="523" y="389"/>
                </a:lnTo>
                <a:lnTo>
                  <a:pt x="524" y="389"/>
                </a:lnTo>
                <a:lnTo>
                  <a:pt x="524" y="390"/>
                </a:lnTo>
                <a:lnTo>
                  <a:pt x="525" y="391"/>
                </a:lnTo>
                <a:lnTo>
                  <a:pt x="525" y="392"/>
                </a:lnTo>
                <a:lnTo>
                  <a:pt x="524" y="393"/>
                </a:lnTo>
                <a:lnTo>
                  <a:pt x="524" y="394"/>
                </a:lnTo>
                <a:lnTo>
                  <a:pt x="525" y="395"/>
                </a:lnTo>
                <a:lnTo>
                  <a:pt x="525" y="396"/>
                </a:lnTo>
                <a:lnTo>
                  <a:pt x="525" y="397"/>
                </a:lnTo>
                <a:lnTo>
                  <a:pt x="525" y="398"/>
                </a:lnTo>
                <a:lnTo>
                  <a:pt x="525" y="399"/>
                </a:lnTo>
                <a:lnTo>
                  <a:pt x="524" y="400"/>
                </a:lnTo>
                <a:lnTo>
                  <a:pt x="523" y="401"/>
                </a:lnTo>
                <a:lnTo>
                  <a:pt x="523" y="402"/>
                </a:lnTo>
                <a:lnTo>
                  <a:pt x="523" y="403"/>
                </a:lnTo>
                <a:lnTo>
                  <a:pt x="523" y="404"/>
                </a:lnTo>
                <a:lnTo>
                  <a:pt x="523" y="405"/>
                </a:lnTo>
                <a:lnTo>
                  <a:pt x="523" y="406"/>
                </a:lnTo>
                <a:lnTo>
                  <a:pt x="522" y="407"/>
                </a:lnTo>
                <a:lnTo>
                  <a:pt x="522" y="408"/>
                </a:lnTo>
                <a:lnTo>
                  <a:pt x="522" y="409"/>
                </a:lnTo>
                <a:lnTo>
                  <a:pt x="522" y="410"/>
                </a:lnTo>
                <a:lnTo>
                  <a:pt x="522" y="411"/>
                </a:lnTo>
                <a:lnTo>
                  <a:pt x="522" y="412"/>
                </a:lnTo>
                <a:lnTo>
                  <a:pt x="523" y="413"/>
                </a:lnTo>
                <a:lnTo>
                  <a:pt x="523" y="414"/>
                </a:lnTo>
                <a:lnTo>
                  <a:pt x="523" y="415"/>
                </a:lnTo>
                <a:lnTo>
                  <a:pt x="524" y="416"/>
                </a:lnTo>
                <a:lnTo>
                  <a:pt x="524" y="417"/>
                </a:lnTo>
                <a:lnTo>
                  <a:pt x="525" y="417"/>
                </a:lnTo>
                <a:lnTo>
                  <a:pt x="525" y="418"/>
                </a:lnTo>
                <a:lnTo>
                  <a:pt x="524" y="418"/>
                </a:lnTo>
                <a:lnTo>
                  <a:pt x="524" y="419"/>
                </a:lnTo>
                <a:lnTo>
                  <a:pt x="524" y="420"/>
                </a:lnTo>
                <a:lnTo>
                  <a:pt x="525" y="420"/>
                </a:lnTo>
                <a:lnTo>
                  <a:pt x="525" y="421"/>
                </a:lnTo>
                <a:lnTo>
                  <a:pt x="526" y="421"/>
                </a:lnTo>
                <a:lnTo>
                  <a:pt x="526" y="422"/>
                </a:lnTo>
                <a:lnTo>
                  <a:pt x="526" y="423"/>
                </a:lnTo>
                <a:lnTo>
                  <a:pt x="527" y="423"/>
                </a:lnTo>
                <a:lnTo>
                  <a:pt x="527" y="424"/>
                </a:lnTo>
                <a:lnTo>
                  <a:pt x="527" y="426"/>
                </a:lnTo>
                <a:lnTo>
                  <a:pt x="527" y="427"/>
                </a:lnTo>
                <a:lnTo>
                  <a:pt x="528" y="427"/>
                </a:lnTo>
                <a:lnTo>
                  <a:pt x="528" y="428"/>
                </a:lnTo>
                <a:lnTo>
                  <a:pt x="527" y="428"/>
                </a:lnTo>
                <a:lnTo>
                  <a:pt x="527" y="429"/>
                </a:lnTo>
                <a:lnTo>
                  <a:pt x="527" y="430"/>
                </a:lnTo>
                <a:lnTo>
                  <a:pt x="528" y="430"/>
                </a:lnTo>
                <a:lnTo>
                  <a:pt x="528" y="431"/>
                </a:lnTo>
                <a:lnTo>
                  <a:pt x="529" y="431"/>
                </a:lnTo>
                <a:lnTo>
                  <a:pt x="529" y="432"/>
                </a:lnTo>
                <a:lnTo>
                  <a:pt x="529" y="433"/>
                </a:lnTo>
                <a:lnTo>
                  <a:pt x="529" y="434"/>
                </a:lnTo>
                <a:lnTo>
                  <a:pt x="528" y="434"/>
                </a:lnTo>
                <a:lnTo>
                  <a:pt x="528" y="435"/>
                </a:lnTo>
                <a:lnTo>
                  <a:pt x="528" y="436"/>
                </a:lnTo>
                <a:lnTo>
                  <a:pt x="529" y="436"/>
                </a:lnTo>
                <a:lnTo>
                  <a:pt x="529" y="437"/>
                </a:lnTo>
                <a:lnTo>
                  <a:pt x="529" y="438"/>
                </a:lnTo>
                <a:lnTo>
                  <a:pt x="529" y="439"/>
                </a:lnTo>
                <a:lnTo>
                  <a:pt x="529" y="440"/>
                </a:lnTo>
                <a:lnTo>
                  <a:pt x="529" y="441"/>
                </a:lnTo>
                <a:lnTo>
                  <a:pt x="529" y="442"/>
                </a:lnTo>
                <a:lnTo>
                  <a:pt x="529" y="443"/>
                </a:lnTo>
                <a:lnTo>
                  <a:pt x="530" y="443"/>
                </a:lnTo>
                <a:lnTo>
                  <a:pt x="531" y="443"/>
                </a:lnTo>
                <a:lnTo>
                  <a:pt x="532" y="443"/>
                </a:lnTo>
                <a:lnTo>
                  <a:pt x="533" y="443"/>
                </a:lnTo>
                <a:lnTo>
                  <a:pt x="533" y="445"/>
                </a:lnTo>
                <a:lnTo>
                  <a:pt x="533" y="447"/>
                </a:lnTo>
                <a:lnTo>
                  <a:pt x="533" y="448"/>
                </a:lnTo>
                <a:lnTo>
                  <a:pt x="534" y="448"/>
                </a:lnTo>
                <a:lnTo>
                  <a:pt x="534" y="449"/>
                </a:lnTo>
                <a:lnTo>
                  <a:pt x="535" y="452"/>
                </a:lnTo>
                <a:lnTo>
                  <a:pt x="535" y="453"/>
                </a:lnTo>
                <a:lnTo>
                  <a:pt x="534" y="453"/>
                </a:lnTo>
                <a:lnTo>
                  <a:pt x="534" y="454"/>
                </a:lnTo>
                <a:lnTo>
                  <a:pt x="535" y="454"/>
                </a:lnTo>
                <a:lnTo>
                  <a:pt x="535" y="455"/>
                </a:lnTo>
                <a:lnTo>
                  <a:pt x="535" y="456"/>
                </a:lnTo>
                <a:lnTo>
                  <a:pt x="536" y="456"/>
                </a:lnTo>
                <a:lnTo>
                  <a:pt x="536" y="457"/>
                </a:lnTo>
                <a:lnTo>
                  <a:pt x="536" y="458"/>
                </a:lnTo>
                <a:lnTo>
                  <a:pt x="536" y="459"/>
                </a:lnTo>
                <a:lnTo>
                  <a:pt x="536" y="460"/>
                </a:lnTo>
                <a:lnTo>
                  <a:pt x="536" y="461"/>
                </a:lnTo>
                <a:lnTo>
                  <a:pt x="536" y="463"/>
                </a:lnTo>
                <a:lnTo>
                  <a:pt x="536" y="464"/>
                </a:lnTo>
                <a:lnTo>
                  <a:pt x="536" y="465"/>
                </a:lnTo>
                <a:lnTo>
                  <a:pt x="537" y="465"/>
                </a:lnTo>
                <a:lnTo>
                  <a:pt x="537" y="466"/>
                </a:lnTo>
                <a:lnTo>
                  <a:pt x="537" y="468"/>
                </a:lnTo>
                <a:lnTo>
                  <a:pt x="538" y="468"/>
                </a:lnTo>
                <a:lnTo>
                  <a:pt x="538" y="469"/>
                </a:lnTo>
                <a:lnTo>
                  <a:pt x="539" y="469"/>
                </a:lnTo>
                <a:lnTo>
                  <a:pt x="539" y="470"/>
                </a:lnTo>
                <a:lnTo>
                  <a:pt x="540" y="470"/>
                </a:lnTo>
                <a:lnTo>
                  <a:pt x="540" y="471"/>
                </a:lnTo>
                <a:lnTo>
                  <a:pt x="540" y="473"/>
                </a:lnTo>
                <a:lnTo>
                  <a:pt x="540" y="474"/>
                </a:lnTo>
                <a:lnTo>
                  <a:pt x="539" y="475"/>
                </a:lnTo>
                <a:lnTo>
                  <a:pt x="539" y="476"/>
                </a:lnTo>
                <a:lnTo>
                  <a:pt x="540" y="476"/>
                </a:lnTo>
                <a:lnTo>
                  <a:pt x="540" y="477"/>
                </a:lnTo>
                <a:lnTo>
                  <a:pt x="539" y="479"/>
                </a:lnTo>
                <a:lnTo>
                  <a:pt x="538" y="479"/>
                </a:lnTo>
                <a:lnTo>
                  <a:pt x="537" y="480"/>
                </a:lnTo>
                <a:lnTo>
                  <a:pt x="537" y="481"/>
                </a:lnTo>
                <a:lnTo>
                  <a:pt x="536" y="481"/>
                </a:lnTo>
                <a:lnTo>
                  <a:pt x="535" y="482"/>
                </a:lnTo>
                <a:lnTo>
                  <a:pt x="535" y="483"/>
                </a:lnTo>
                <a:lnTo>
                  <a:pt x="535" y="484"/>
                </a:lnTo>
                <a:lnTo>
                  <a:pt x="534" y="484"/>
                </a:lnTo>
                <a:lnTo>
                  <a:pt x="534" y="485"/>
                </a:lnTo>
                <a:lnTo>
                  <a:pt x="534" y="486"/>
                </a:lnTo>
                <a:lnTo>
                  <a:pt x="533" y="487"/>
                </a:lnTo>
                <a:lnTo>
                  <a:pt x="533" y="489"/>
                </a:lnTo>
                <a:lnTo>
                  <a:pt x="532" y="490"/>
                </a:lnTo>
                <a:lnTo>
                  <a:pt x="532" y="491"/>
                </a:lnTo>
                <a:lnTo>
                  <a:pt x="532" y="492"/>
                </a:lnTo>
                <a:lnTo>
                  <a:pt x="531" y="492"/>
                </a:lnTo>
                <a:lnTo>
                  <a:pt x="531" y="493"/>
                </a:lnTo>
                <a:lnTo>
                  <a:pt x="530" y="493"/>
                </a:lnTo>
                <a:lnTo>
                  <a:pt x="529" y="495"/>
                </a:lnTo>
                <a:lnTo>
                  <a:pt x="528" y="495"/>
                </a:lnTo>
                <a:lnTo>
                  <a:pt x="528" y="496"/>
                </a:lnTo>
                <a:lnTo>
                  <a:pt x="527" y="496"/>
                </a:lnTo>
                <a:lnTo>
                  <a:pt x="526" y="496"/>
                </a:lnTo>
                <a:lnTo>
                  <a:pt x="525" y="497"/>
                </a:lnTo>
                <a:lnTo>
                  <a:pt x="525" y="498"/>
                </a:lnTo>
                <a:lnTo>
                  <a:pt x="525" y="499"/>
                </a:lnTo>
                <a:lnTo>
                  <a:pt x="524" y="500"/>
                </a:lnTo>
                <a:lnTo>
                  <a:pt x="523" y="500"/>
                </a:lnTo>
                <a:lnTo>
                  <a:pt x="522" y="501"/>
                </a:lnTo>
                <a:lnTo>
                  <a:pt x="522" y="502"/>
                </a:lnTo>
                <a:lnTo>
                  <a:pt x="521" y="503"/>
                </a:lnTo>
                <a:lnTo>
                  <a:pt x="521" y="504"/>
                </a:lnTo>
                <a:lnTo>
                  <a:pt x="520" y="505"/>
                </a:lnTo>
                <a:lnTo>
                  <a:pt x="520" y="506"/>
                </a:lnTo>
                <a:lnTo>
                  <a:pt x="519" y="506"/>
                </a:lnTo>
                <a:lnTo>
                  <a:pt x="519" y="507"/>
                </a:lnTo>
                <a:lnTo>
                  <a:pt x="519" y="509"/>
                </a:lnTo>
                <a:lnTo>
                  <a:pt x="518" y="510"/>
                </a:lnTo>
                <a:lnTo>
                  <a:pt x="519" y="510"/>
                </a:lnTo>
                <a:lnTo>
                  <a:pt x="519" y="511"/>
                </a:lnTo>
                <a:lnTo>
                  <a:pt x="518" y="511"/>
                </a:lnTo>
                <a:lnTo>
                  <a:pt x="518" y="512"/>
                </a:lnTo>
                <a:lnTo>
                  <a:pt x="518" y="513"/>
                </a:lnTo>
                <a:lnTo>
                  <a:pt x="517" y="514"/>
                </a:lnTo>
                <a:lnTo>
                  <a:pt x="516" y="514"/>
                </a:lnTo>
                <a:lnTo>
                  <a:pt x="515" y="514"/>
                </a:lnTo>
                <a:lnTo>
                  <a:pt x="515" y="515"/>
                </a:lnTo>
                <a:lnTo>
                  <a:pt x="515" y="516"/>
                </a:lnTo>
                <a:lnTo>
                  <a:pt x="514" y="517"/>
                </a:lnTo>
                <a:lnTo>
                  <a:pt x="514" y="518"/>
                </a:lnTo>
                <a:lnTo>
                  <a:pt x="514" y="519"/>
                </a:lnTo>
                <a:lnTo>
                  <a:pt x="514" y="520"/>
                </a:lnTo>
                <a:lnTo>
                  <a:pt x="514" y="521"/>
                </a:lnTo>
                <a:lnTo>
                  <a:pt x="514" y="522"/>
                </a:lnTo>
                <a:lnTo>
                  <a:pt x="513" y="523"/>
                </a:lnTo>
                <a:lnTo>
                  <a:pt x="513" y="524"/>
                </a:lnTo>
                <a:lnTo>
                  <a:pt x="513" y="525"/>
                </a:lnTo>
                <a:lnTo>
                  <a:pt x="513" y="527"/>
                </a:lnTo>
                <a:lnTo>
                  <a:pt x="513" y="528"/>
                </a:lnTo>
                <a:lnTo>
                  <a:pt x="513" y="529"/>
                </a:lnTo>
                <a:lnTo>
                  <a:pt x="514" y="529"/>
                </a:lnTo>
                <a:lnTo>
                  <a:pt x="514" y="530"/>
                </a:lnTo>
                <a:lnTo>
                  <a:pt x="515" y="531"/>
                </a:lnTo>
                <a:lnTo>
                  <a:pt x="514" y="531"/>
                </a:lnTo>
                <a:lnTo>
                  <a:pt x="514" y="532"/>
                </a:lnTo>
                <a:lnTo>
                  <a:pt x="514" y="533"/>
                </a:lnTo>
                <a:lnTo>
                  <a:pt x="513" y="534"/>
                </a:lnTo>
                <a:lnTo>
                  <a:pt x="513" y="535"/>
                </a:lnTo>
                <a:lnTo>
                  <a:pt x="513" y="536"/>
                </a:lnTo>
                <a:lnTo>
                  <a:pt x="512" y="536"/>
                </a:lnTo>
                <a:lnTo>
                  <a:pt x="512" y="537"/>
                </a:lnTo>
                <a:lnTo>
                  <a:pt x="511" y="537"/>
                </a:lnTo>
                <a:lnTo>
                  <a:pt x="510" y="537"/>
                </a:lnTo>
                <a:lnTo>
                  <a:pt x="510" y="538"/>
                </a:lnTo>
                <a:lnTo>
                  <a:pt x="509" y="538"/>
                </a:lnTo>
                <a:lnTo>
                  <a:pt x="510" y="538"/>
                </a:lnTo>
                <a:lnTo>
                  <a:pt x="510" y="539"/>
                </a:lnTo>
                <a:lnTo>
                  <a:pt x="511" y="539"/>
                </a:lnTo>
                <a:lnTo>
                  <a:pt x="511" y="540"/>
                </a:lnTo>
                <a:lnTo>
                  <a:pt x="511" y="541"/>
                </a:lnTo>
                <a:lnTo>
                  <a:pt x="511" y="542"/>
                </a:lnTo>
                <a:lnTo>
                  <a:pt x="510" y="543"/>
                </a:lnTo>
                <a:lnTo>
                  <a:pt x="509" y="544"/>
                </a:lnTo>
                <a:lnTo>
                  <a:pt x="508" y="544"/>
                </a:lnTo>
                <a:lnTo>
                  <a:pt x="508" y="545"/>
                </a:lnTo>
                <a:lnTo>
                  <a:pt x="507" y="545"/>
                </a:lnTo>
                <a:lnTo>
                  <a:pt x="507" y="546"/>
                </a:lnTo>
                <a:lnTo>
                  <a:pt x="507" y="547"/>
                </a:lnTo>
                <a:lnTo>
                  <a:pt x="507" y="548"/>
                </a:lnTo>
                <a:lnTo>
                  <a:pt x="507" y="549"/>
                </a:lnTo>
                <a:lnTo>
                  <a:pt x="506" y="549"/>
                </a:lnTo>
                <a:lnTo>
                  <a:pt x="505" y="549"/>
                </a:lnTo>
                <a:lnTo>
                  <a:pt x="505" y="550"/>
                </a:lnTo>
                <a:lnTo>
                  <a:pt x="504" y="550"/>
                </a:lnTo>
                <a:lnTo>
                  <a:pt x="504" y="551"/>
                </a:lnTo>
                <a:lnTo>
                  <a:pt x="504" y="552"/>
                </a:lnTo>
                <a:lnTo>
                  <a:pt x="503" y="553"/>
                </a:lnTo>
                <a:lnTo>
                  <a:pt x="502" y="553"/>
                </a:lnTo>
                <a:lnTo>
                  <a:pt x="502" y="554"/>
                </a:lnTo>
                <a:lnTo>
                  <a:pt x="501" y="554"/>
                </a:lnTo>
                <a:lnTo>
                  <a:pt x="501" y="555"/>
                </a:lnTo>
                <a:lnTo>
                  <a:pt x="500" y="555"/>
                </a:lnTo>
                <a:lnTo>
                  <a:pt x="500" y="556"/>
                </a:lnTo>
                <a:lnTo>
                  <a:pt x="500" y="558"/>
                </a:lnTo>
                <a:lnTo>
                  <a:pt x="500" y="559"/>
                </a:lnTo>
                <a:lnTo>
                  <a:pt x="500" y="560"/>
                </a:lnTo>
                <a:lnTo>
                  <a:pt x="500" y="561"/>
                </a:lnTo>
                <a:lnTo>
                  <a:pt x="500" y="562"/>
                </a:lnTo>
                <a:lnTo>
                  <a:pt x="500" y="563"/>
                </a:lnTo>
                <a:lnTo>
                  <a:pt x="501" y="563"/>
                </a:lnTo>
                <a:lnTo>
                  <a:pt x="501" y="564"/>
                </a:lnTo>
                <a:lnTo>
                  <a:pt x="501" y="565"/>
                </a:lnTo>
                <a:lnTo>
                  <a:pt x="501" y="566"/>
                </a:lnTo>
                <a:lnTo>
                  <a:pt x="501" y="567"/>
                </a:lnTo>
                <a:lnTo>
                  <a:pt x="501" y="568"/>
                </a:lnTo>
                <a:lnTo>
                  <a:pt x="501" y="569"/>
                </a:lnTo>
                <a:lnTo>
                  <a:pt x="501" y="570"/>
                </a:lnTo>
                <a:lnTo>
                  <a:pt x="502" y="571"/>
                </a:lnTo>
                <a:lnTo>
                  <a:pt x="502" y="573"/>
                </a:lnTo>
                <a:lnTo>
                  <a:pt x="502" y="574"/>
                </a:lnTo>
                <a:lnTo>
                  <a:pt x="502" y="575"/>
                </a:lnTo>
                <a:lnTo>
                  <a:pt x="502" y="578"/>
                </a:lnTo>
                <a:lnTo>
                  <a:pt x="502" y="579"/>
                </a:lnTo>
                <a:lnTo>
                  <a:pt x="502" y="580"/>
                </a:lnTo>
                <a:lnTo>
                  <a:pt x="502" y="581"/>
                </a:lnTo>
                <a:lnTo>
                  <a:pt x="502" y="582"/>
                </a:lnTo>
                <a:lnTo>
                  <a:pt x="501" y="582"/>
                </a:lnTo>
                <a:lnTo>
                  <a:pt x="501" y="583"/>
                </a:lnTo>
                <a:lnTo>
                  <a:pt x="501" y="584"/>
                </a:lnTo>
                <a:lnTo>
                  <a:pt x="501" y="585"/>
                </a:lnTo>
                <a:lnTo>
                  <a:pt x="501" y="586"/>
                </a:lnTo>
                <a:lnTo>
                  <a:pt x="500" y="586"/>
                </a:lnTo>
                <a:lnTo>
                  <a:pt x="500" y="587"/>
                </a:lnTo>
                <a:lnTo>
                  <a:pt x="501" y="587"/>
                </a:lnTo>
                <a:lnTo>
                  <a:pt x="500" y="587"/>
                </a:lnTo>
                <a:lnTo>
                  <a:pt x="500" y="588"/>
                </a:lnTo>
                <a:lnTo>
                  <a:pt x="500" y="589"/>
                </a:lnTo>
                <a:lnTo>
                  <a:pt x="501" y="589"/>
                </a:lnTo>
                <a:lnTo>
                  <a:pt x="501" y="590"/>
                </a:lnTo>
                <a:lnTo>
                  <a:pt x="501" y="591"/>
                </a:lnTo>
                <a:lnTo>
                  <a:pt x="502" y="591"/>
                </a:lnTo>
                <a:lnTo>
                  <a:pt x="502" y="592"/>
                </a:lnTo>
                <a:lnTo>
                  <a:pt x="503" y="592"/>
                </a:lnTo>
                <a:lnTo>
                  <a:pt x="503" y="593"/>
                </a:lnTo>
                <a:lnTo>
                  <a:pt x="504" y="593"/>
                </a:lnTo>
                <a:lnTo>
                  <a:pt x="505" y="593"/>
                </a:lnTo>
                <a:lnTo>
                  <a:pt x="505" y="594"/>
                </a:lnTo>
                <a:lnTo>
                  <a:pt x="506" y="594"/>
                </a:lnTo>
                <a:lnTo>
                  <a:pt x="507" y="594"/>
                </a:lnTo>
                <a:lnTo>
                  <a:pt x="509" y="594"/>
                </a:lnTo>
                <a:lnTo>
                  <a:pt x="513" y="594"/>
                </a:lnTo>
                <a:lnTo>
                  <a:pt x="513" y="595"/>
                </a:lnTo>
                <a:lnTo>
                  <a:pt x="514" y="595"/>
                </a:lnTo>
                <a:lnTo>
                  <a:pt x="515" y="595"/>
                </a:lnTo>
                <a:lnTo>
                  <a:pt x="514" y="596"/>
                </a:lnTo>
                <a:lnTo>
                  <a:pt x="514" y="597"/>
                </a:lnTo>
                <a:lnTo>
                  <a:pt x="514" y="598"/>
                </a:lnTo>
                <a:lnTo>
                  <a:pt x="514" y="599"/>
                </a:lnTo>
                <a:lnTo>
                  <a:pt x="513" y="599"/>
                </a:lnTo>
                <a:lnTo>
                  <a:pt x="514" y="599"/>
                </a:lnTo>
                <a:lnTo>
                  <a:pt x="515" y="600"/>
                </a:lnTo>
                <a:lnTo>
                  <a:pt x="517" y="600"/>
                </a:lnTo>
                <a:lnTo>
                  <a:pt x="518" y="600"/>
                </a:lnTo>
                <a:lnTo>
                  <a:pt x="517" y="601"/>
                </a:lnTo>
                <a:lnTo>
                  <a:pt x="516" y="601"/>
                </a:lnTo>
                <a:lnTo>
                  <a:pt x="515" y="601"/>
                </a:lnTo>
                <a:lnTo>
                  <a:pt x="514" y="602"/>
                </a:lnTo>
                <a:lnTo>
                  <a:pt x="513" y="603"/>
                </a:lnTo>
                <a:lnTo>
                  <a:pt x="513" y="604"/>
                </a:lnTo>
                <a:lnTo>
                  <a:pt x="513" y="605"/>
                </a:lnTo>
                <a:lnTo>
                  <a:pt x="513" y="606"/>
                </a:lnTo>
                <a:lnTo>
                  <a:pt x="514" y="608"/>
                </a:lnTo>
                <a:lnTo>
                  <a:pt x="515" y="609"/>
                </a:lnTo>
                <a:lnTo>
                  <a:pt x="515" y="610"/>
                </a:lnTo>
                <a:lnTo>
                  <a:pt x="516" y="611"/>
                </a:lnTo>
                <a:lnTo>
                  <a:pt x="517" y="611"/>
                </a:lnTo>
                <a:lnTo>
                  <a:pt x="517" y="612"/>
                </a:lnTo>
                <a:lnTo>
                  <a:pt x="517" y="613"/>
                </a:lnTo>
                <a:lnTo>
                  <a:pt x="517" y="614"/>
                </a:lnTo>
                <a:lnTo>
                  <a:pt x="517" y="615"/>
                </a:lnTo>
                <a:lnTo>
                  <a:pt x="518" y="615"/>
                </a:lnTo>
                <a:lnTo>
                  <a:pt x="518" y="616"/>
                </a:lnTo>
                <a:lnTo>
                  <a:pt x="518" y="617"/>
                </a:lnTo>
                <a:lnTo>
                  <a:pt x="519" y="617"/>
                </a:lnTo>
                <a:lnTo>
                  <a:pt x="520" y="617"/>
                </a:lnTo>
                <a:lnTo>
                  <a:pt x="520" y="618"/>
                </a:lnTo>
                <a:lnTo>
                  <a:pt x="521" y="618"/>
                </a:lnTo>
                <a:lnTo>
                  <a:pt x="522" y="619"/>
                </a:lnTo>
                <a:lnTo>
                  <a:pt x="523" y="619"/>
                </a:lnTo>
                <a:lnTo>
                  <a:pt x="524" y="619"/>
                </a:lnTo>
                <a:lnTo>
                  <a:pt x="524" y="618"/>
                </a:lnTo>
                <a:lnTo>
                  <a:pt x="525" y="618"/>
                </a:lnTo>
                <a:lnTo>
                  <a:pt x="525" y="619"/>
                </a:lnTo>
                <a:lnTo>
                  <a:pt x="525" y="620"/>
                </a:lnTo>
                <a:lnTo>
                  <a:pt x="525" y="621"/>
                </a:lnTo>
                <a:lnTo>
                  <a:pt x="526" y="622"/>
                </a:lnTo>
                <a:lnTo>
                  <a:pt x="526" y="623"/>
                </a:lnTo>
                <a:lnTo>
                  <a:pt x="526" y="624"/>
                </a:lnTo>
                <a:lnTo>
                  <a:pt x="527" y="625"/>
                </a:lnTo>
                <a:lnTo>
                  <a:pt x="528" y="625"/>
                </a:lnTo>
                <a:lnTo>
                  <a:pt x="528" y="626"/>
                </a:lnTo>
                <a:lnTo>
                  <a:pt x="528" y="627"/>
                </a:lnTo>
                <a:lnTo>
                  <a:pt x="528" y="628"/>
                </a:lnTo>
                <a:lnTo>
                  <a:pt x="528" y="629"/>
                </a:lnTo>
                <a:lnTo>
                  <a:pt x="527" y="629"/>
                </a:lnTo>
                <a:lnTo>
                  <a:pt x="525" y="629"/>
                </a:lnTo>
                <a:lnTo>
                  <a:pt x="525" y="628"/>
                </a:lnTo>
                <a:lnTo>
                  <a:pt x="525" y="629"/>
                </a:lnTo>
                <a:lnTo>
                  <a:pt x="524" y="630"/>
                </a:lnTo>
                <a:lnTo>
                  <a:pt x="524" y="631"/>
                </a:lnTo>
                <a:lnTo>
                  <a:pt x="523" y="631"/>
                </a:lnTo>
                <a:lnTo>
                  <a:pt x="523" y="632"/>
                </a:lnTo>
                <a:lnTo>
                  <a:pt x="522" y="632"/>
                </a:lnTo>
                <a:lnTo>
                  <a:pt x="521" y="632"/>
                </a:lnTo>
                <a:lnTo>
                  <a:pt x="520" y="632"/>
                </a:lnTo>
                <a:lnTo>
                  <a:pt x="520" y="634"/>
                </a:lnTo>
                <a:lnTo>
                  <a:pt x="521" y="634"/>
                </a:lnTo>
                <a:lnTo>
                  <a:pt x="522" y="636"/>
                </a:lnTo>
                <a:lnTo>
                  <a:pt x="522" y="637"/>
                </a:lnTo>
                <a:lnTo>
                  <a:pt x="521" y="637"/>
                </a:lnTo>
                <a:lnTo>
                  <a:pt x="521" y="638"/>
                </a:lnTo>
                <a:lnTo>
                  <a:pt x="522" y="638"/>
                </a:lnTo>
                <a:lnTo>
                  <a:pt x="523" y="638"/>
                </a:lnTo>
                <a:lnTo>
                  <a:pt x="524" y="638"/>
                </a:lnTo>
                <a:lnTo>
                  <a:pt x="524" y="639"/>
                </a:lnTo>
                <a:lnTo>
                  <a:pt x="525" y="639"/>
                </a:lnTo>
                <a:lnTo>
                  <a:pt x="526" y="639"/>
                </a:lnTo>
                <a:lnTo>
                  <a:pt x="527" y="639"/>
                </a:lnTo>
                <a:lnTo>
                  <a:pt x="528" y="640"/>
                </a:lnTo>
                <a:lnTo>
                  <a:pt x="528" y="641"/>
                </a:lnTo>
                <a:lnTo>
                  <a:pt x="529" y="641"/>
                </a:lnTo>
                <a:lnTo>
                  <a:pt x="530" y="641"/>
                </a:lnTo>
                <a:lnTo>
                  <a:pt x="532" y="641"/>
                </a:lnTo>
                <a:lnTo>
                  <a:pt x="533" y="641"/>
                </a:lnTo>
                <a:lnTo>
                  <a:pt x="533" y="642"/>
                </a:lnTo>
                <a:lnTo>
                  <a:pt x="533" y="643"/>
                </a:lnTo>
                <a:lnTo>
                  <a:pt x="534" y="644"/>
                </a:lnTo>
                <a:lnTo>
                  <a:pt x="535" y="644"/>
                </a:lnTo>
                <a:lnTo>
                  <a:pt x="536" y="644"/>
                </a:lnTo>
                <a:lnTo>
                  <a:pt x="537" y="644"/>
                </a:lnTo>
                <a:lnTo>
                  <a:pt x="537" y="645"/>
                </a:lnTo>
                <a:lnTo>
                  <a:pt x="537" y="646"/>
                </a:lnTo>
                <a:lnTo>
                  <a:pt x="538" y="646"/>
                </a:lnTo>
                <a:lnTo>
                  <a:pt x="538" y="645"/>
                </a:lnTo>
                <a:lnTo>
                  <a:pt x="539" y="646"/>
                </a:lnTo>
                <a:lnTo>
                  <a:pt x="540" y="646"/>
                </a:lnTo>
                <a:lnTo>
                  <a:pt x="541" y="646"/>
                </a:lnTo>
                <a:lnTo>
                  <a:pt x="542" y="647"/>
                </a:lnTo>
                <a:lnTo>
                  <a:pt x="543" y="648"/>
                </a:lnTo>
                <a:lnTo>
                  <a:pt x="543" y="649"/>
                </a:lnTo>
                <a:lnTo>
                  <a:pt x="542" y="649"/>
                </a:lnTo>
                <a:lnTo>
                  <a:pt x="542" y="650"/>
                </a:lnTo>
                <a:lnTo>
                  <a:pt x="541" y="650"/>
                </a:lnTo>
                <a:lnTo>
                  <a:pt x="541" y="651"/>
                </a:lnTo>
                <a:lnTo>
                  <a:pt x="541" y="652"/>
                </a:lnTo>
                <a:lnTo>
                  <a:pt x="540" y="652"/>
                </a:lnTo>
                <a:lnTo>
                  <a:pt x="540" y="653"/>
                </a:lnTo>
                <a:lnTo>
                  <a:pt x="540" y="654"/>
                </a:lnTo>
                <a:lnTo>
                  <a:pt x="539" y="654"/>
                </a:lnTo>
                <a:lnTo>
                  <a:pt x="538" y="654"/>
                </a:lnTo>
                <a:lnTo>
                  <a:pt x="537" y="654"/>
                </a:lnTo>
                <a:lnTo>
                  <a:pt x="537" y="655"/>
                </a:lnTo>
                <a:lnTo>
                  <a:pt x="537" y="656"/>
                </a:lnTo>
                <a:lnTo>
                  <a:pt x="538" y="657"/>
                </a:lnTo>
                <a:lnTo>
                  <a:pt x="538" y="659"/>
                </a:lnTo>
                <a:lnTo>
                  <a:pt x="537" y="659"/>
                </a:lnTo>
                <a:lnTo>
                  <a:pt x="537" y="660"/>
                </a:lnTo>
                <a:lnTo>
                  <a:pt x="537" y="661"/>
                </a:lnTo>
                <a:lnTo>
                  <a:pt x="537" y="662"/>
                </a:lnTo>
                <a:lnTo>
                  <a:pt x="537" y="663"/>
                </a:lnTo>
                <a:lnTo>
                  <a:pt x="537" y="664"/>
                </a:lnTo>
                <a:lnTo>
                  <a:pt x="539" y="664"/>
                </a:lnTo>
                <a:lnTo>
                  <a:pt x="540" y="664"/>
                </a:lnTo>
                <a:lnTo>
                  <a:pt x="540" y="663"/>
                </a:lnTo>
                <a:lnTo>
                  <a:pt x="541" y="663"/>
                </a:lnTo>
                <a:lnTo>
                  <a:pt x="541" y="664"/>
                </a:lnTo>
                <a:lnTo>
                  <a:pt x="541" y="665"/>
                </a:lnTo>
                <a:lnTo>
                  <a:pt x="542" y="665"/>
                </a:lnTo>
                <a:lnTo>
                  <a:pt x="542" y="666"/>
                </a:lnTo>
                <a:lnTo>
                  <a:pt x="543" y="667"/>
                </a:lnTo>
                <a:lnTo>
                  <a:pt x="543" y="668"/>
                </a:lnTo>
                <a:lnTo>
                  <a:pt x="544" y="668"/>
                </a:lnTo>
                <a:lnTo>
                  <a:pt x="544" y="669"/>
                </a:lnTo>
                <a:lnTo>
                  <a:pt x="544" y="670"/>
                </a:lnTo>
                <a:lnTo>
                  <a:pt x="545" y="671"/>
                </a:lnTo>
                <a:lnTo>
                  <a:pt x="546" y="671"/>
                </a:lnTo>
                <a:lnTo>
                  <a:pt x="546" y="672"/>
                </a:lnTo>
                <a:lnTo>
                  <a:pt x="546" y="673"/>
                </a:lnTo>
                <a:lnTo>
                  <a:pt x="546" y="674"/>
                </a:lnTo>
                <a:lnTo>
                  <a:pt x="545" y="674"/>
                </a:lnTo>
                <a:lnTo>
                  <a:pt x="544" y="674"/>
                </a:lnTo>
                <a:lnTo>
                  <a:pt x="543" y="674"/>
                </a:lnTo>
                <a:lnTo>
                  <a:pt x="543" y="675"/>
                </a:lnTo>
                <a:lnTo>
                  <a:pt x="542" y="676"/>
                </a:lnTo>
                <a:lnTo>
                  <a:pt x="541" y="676"/>
                </a:lnTo>
                <a:lnTo>
                  <a:pt x="541" y="677"/>
                </a:lnTo>
                <a:lnTo>
                  <a:pt x="541" y="678"/>
                </a:lnTo>
                <a:lnTo>
                  <a:pt x="540" y="678"/>
                </a:lnTo>
                <a:lnTo>
                  <a:pt x="539" y="678"/>
                </a:lnTo>
                <a:lnTo>
                  <a:pt x="538" y="678"/>
                </a:lnTo>
                <a:lnTo>
                  <a:pt x="537" y="679"/>
                </a:lnTo>
                <a:lnTo>
                  <a:pt x="537" y="680"/>
                </a:lnTo>
                <a:lnTo>
                  <a:pt x="537" y="681"/>
                </a:lnTo>
                <a:lnTo>
                  <a:pt x="538" y="681"/>
                </a:lnTo>
                <a:lnTo>
                  <a:pt x="538" y="682"/>
                </a:lnTo>
                <a:lnTo>
                  <a:pt x="539" y="682"/>
                </a:lnTo>
                <a:lnTo>
                  <a:pt x="540" y="682"/>
                </a:lnTo>
                <a:lnTo>
                  <a:pt x="540" y="683"/>
                </a:lnTo>
                <a:lnTo>
                  <a:pt x="540" y="684"/>
                </a:lnTo>
                <a:lnTo>
                  <a:pt x="539" y="684"/>
                </a:lnTo>
                <a:lnTo>
                  <a:pt x="539" y="685"/>
                </a:lnTo>
                <a:lnTo>
                  <a:pt x="540" y="685"/>
                </a:lnTo>
                <a:lnTo>
                  <a:pt x="541" y="685"/>
                </a:lnTo>
                <a:lnTo>
                  <a:pt x="543" y="685"/>
                </a:lnTo>
                <a:lnTo>
                  <a:pt x="544" y="685"/>
                </a:lnTo>
                <a:lnTo>
                  <a:pt x="545" y="684"/>
                </a:lnTo>
                <a:lnTo>
                  <a:pt x="545" y="685"/>
                </a:lnTo>
                <a:lnTo>
                  <a:pt x="546" y="685"/>
                </a:lnTo>
                <a:lnTo>
                  <a:pt x="547" y="686"/>
                </a:lnTo>
                <a:lnTo>
                  <a:pt x="548" y="686"/>
                </a:lnTo>
                <a:lnTo>
                  <a:pt x="550" y="686"/>
                </a:lnTo>
                <a:lnTo>
                  <a:pt x="550" y="687"/>
                </a:lnTo>
                <a:lnTo>
                  <a:pt x="551" y="688"/>
                </a:lnTo>
                <a:lnTo>
                  <a:pt x="551" y="689"/>
                </a:lnTo>
                <a:lnTo>
                  <a:pt x="551" y="690"/>
                </a:lnTo>
                <a:lnTo>
                  <a:pt x="552" y="690"/>
                </a:lnTo>
                <a:lnTo>
                  <a:pt x="553" y="690"/>
                </a:lnTo>
                <a:lnTo>
                  <a:pt x="553" y="691"/>
                </a:lnTo>
                <a:lnTo>
                  <a:pt x="554" y="691"/>
                </a:lnTo>
                <a:lnTo>
                  <a:pt x="556" y="691"/>
                </a:lnTo>
                <a:lnTo>
                  <a:pt x="557" y="691"/>
                </a:lnTo>
                <a:lnTo>
                  <a:pt x="557" y="692"/>
                </a:lnTo>
                <a:lnTo>
                  <a:pt x="558" y="693"/>
                </a:lnTo>
                <a:lnTo>
                  <a:pt x="558" y="694"/>
                </a:lnTo>
                <a:lnTo>
                  <a:pt x="559" y="694"/>
                </a:lnTo>
                <a:lnTo>
                  <a:pt x="560" y="695"/>
                </a:lnTo>
                <a:lnTo>
                  <a:pt x="560" y="696"/>
                </a:lnTo>
                <a:lnTo>
                  <a:pt x="561" y="696"/>
                </a:lnTo>
                <a:lnTo>
                  <a:pt x="561" y="698"/>
                </a:lnTo>
                <a:lnTo>
                  <a:pt x="561" y="699"/>
                </a:lnTo>
                <a:lnTo>
                  <a:pt x="562" y="700"/>
                </a:lnTo>
                <a:lnTo>
                  <a:pt x="562" y="701"/>
                </a:lnTo>
                <a:lnTo>
                  <a:pt x="563" y="701"/>
                </a:lnTo>
                <a:lnTo>
                  <a:pt x="562" y="702"/>
                </a:lnTo>
                <a:lnTo>
                  <a:pt x="562" y="703"/>
                </a:lnTo>
                <a:lnTo>
                  <a:pt x="562" y="706"/>
                </a:lnTo>
                <a:lnTo>
                  <a:pt x="563" y="707"/>
                </a:lnTo>
                <a:lnTo>
                  <a:pt x="563" y="708"/>
                </a:lnTo>
                <a:lnTo>
                  <a:pt x="564" y="708"/>
                </a:lnTo>
                <a:lnTo>
                  <a:pt x="565" y="709"/>
                </a:lnTo>
                <a:lnTo>
                  <a:pt x="566" y="709"/>
                </a:lnTo>
                <a:lnTo>
                  <a:pt x="566" y="710"/>
                </a:lnTo>
                <a:lnTo>
                  <a:pt x="567" y="711"/>
                </a:lnTo>
                <a:lnTo>
                  <a:pt x="567" y="712"/>
                </a:lnTo>
                <a:lnTo>
                  <a:pt x="568" y="712"/>
                </a:lnTo>
                <a:lnTo>
                  <a:pt x="569" y="712"/>
                </a:lnTo>
                <a:lnTo>
                  <a:pt x="570" y="712"/>
                </a:lnTo>
                <a:lnTo>
                  <a:pt x="571" y="712"/>
                </a:lnTo>
                <a:lnTo>
                  <a:pt x="572" y="713"/>
                </a:lnTo>
                <a:lnTo>
                  <a:pt x="574" y="713"/>
                </a:lnTo>
                <a:lnTo>
                  <a:pt x="574" y="714"/>
                </a:lnTo>
                <a:lnTo>
                  <a:pt x="575" y="714"/>
                </a:lnTo>
                <a:lnTo>
                  <a:pt x="575" y="715"/>
                </a:lnTo>
                <a:lnTo>
                  <a:pt x="576" y="714"/>
                </a:lnTo>
                <a:lnTo>
                  <a:pt x="577" y="715"/>
                </a:lnTo>
                <a:lnTo>
                  <a:pt x="578" y="715"/>
                </a:lnTo>
                <a:lnTo>
                  <a:pt x="578" y="716"/>
                </a:lnTo>
                <a:lnTo>
                  <a:pt x="579" y="717"/>
                </a:lnTo>
                <a:lnTo>
                  <a:pt x="580" y="717"/>
                </a:lnTo>
                <a:lnTo>
                  <a:pt x="581" y="718"/>
                </a:lnTo>
                <a:lnTo>
                  <a:pt x="581" y="719"/>
                </a:lnTo>
                <a:lnTo>
                  <a:pt x="581" y="720"/>
                </a:lnTo>
                <a:lnTo>
                  <a:pt x="581" y="721"/>
                </a:lnTo>
                <a:lnTo>
                  <a:pt x="581" y="722"/>
                </a:lnTo>
                <a:lnTo>
                  <a:pt x="580" y="724"/>
                </a:lnTo>
                <a:lnTo>
                  <a:pt x="581" y="724"/>
                </a:lnTo>
                <a:lnTo>
                  <a:pt x="582" y="724"/>
                </a:lnTo>
                <a:lnTo>
                  <a:pt x="582" y="725"/>
                </a:lnTo>
                <a:lnTo>
                  <a:pt x="583" y="725"/>
                </a:lnTo>
                <a:lnTo>
                  <a:pt x="583" y="726"/>
                </a:lnTo>
                <a:lnTo>
                  <a:pt x="583" y="727"/>
                </a:lnTo>
                <a:lnTo>
                  <a:pt x="583" y="728"/>
                </a:lnTo>
                <a:lnTo>
                  <a:pt x="584" y="729"/>
                </a:lnTo>
                <a:lnTo>
                  <a:pt x="584" y="730"/>
                </a:lnTo>
                <a:lnTo>
                  <a:pt x="583" y="730"/>
                </a:lnTo>
                <a:lnTo>
                  <a:pt x="583" y="731"/>
                </a:lnTo>
                <a:lnTo>
                  <a:pt x="583" y="732"/>
                </a:lnTo>
                <a:lnTo>
                  <a:pt x="583" y="733"/>
                </a:lnTo>
                <a:lnTo>
                  <a:pt x="582" y="733"/>
                </a:lnTo>
                <a:lnTo>
                  <a:pt x="582" y="734"/>
                </a:lnTo>
                <a:lnTo>
                  <a:pt x="582" y="735"/>
                </a:lnTo>
                <a:lnTo>
                  <a:pt x="581" y="735"/>
                </a:lnTo>
                <a:lnTo>
                  <a:pt x="580" y="735"/>
                </a:lnTo>
                <a:lnTo>
                  <a:pt x="580" y="736"/>
                </a:lnTo>
                <a:lnTo>
                  <a:pt x="581" y="736"/>
                </a:lnTo>
                <a:lnTo>
                  <a:pt x="581" y="737"/>
                </a:lnTo>
                <a:lnTo>
                  <a:pt x="581" y="738"/>
                </a:lnTo>
                <a:lnTo>
                  <a:pt x="582" y="738"/>
                </a:lnTo>
                <a:lnTo>
                  <a:pt x="582" y="739"/>
                </a:lnTo>
                <a:lnTo>
                  <a:pt x="582" y="740"/>
                </a:lnTo>
                <a:lnTo>
                  <a:pt x="582" y="741"/>
                </a:lnTo>
                <a:lnTo>
                  <a:pt x="583" y="741"/>
                </a:lnTo>
                <a:lnTo>
                  <a:pt x="583" y="742"/>
                </a:lnTo>
                <a:lnTo>
                  <a:pt x="583" y="743"/>
                </a:lnTo>
                <a:lnTo>
                  <a:pt x="584" y="743"/>
                </a:lnTo>
                <a:lnTo>
                  <a:pt x="584" y="744"/>
                </a:lnTo>
                <a:lnTo>
                  <a:pt x="583" y="745"/>
                </a:lnTo>
                <a:lnTo>
                  <a:pt x="583" y="746"/>
                </a:lnTo>
                <a:lnTo>
                  <a:pt x="584" y="747"/>
                </a:lnTo>
                <a:lnTo>
                  <a:pt x="584" y="748"/>
                </a:lnTo>
                <a:lnTo>
                  <a:pt x="583" y="748"/>
                </a:lnTo>
                <a:lnTo>
                  <a:pt x="582" y="748"/>
                </a:lnTo>
                <a:lnTo>
                  <a:pt x="581" y="748"/>
                </a:lnTo>
                <a:lnTo>
                  <a:pt x="581" y="749"/>
                </a:lnTo>
                <a:lnTo>
                  <a:pt x="581" y="750"/>
                </a:lnTo>
                <a:lnTo>
                  <a:pt x="581" y="751"/>
                </a:lnTo>
                <a:lnTo>
                  <a:pt x="580" y="751"/>
                </a:lnTo>
                <a:lnTo>
                  <a:pt x="580" y="752"/>
                </a:lnTo>
                <a:lnTo>
                  <a:pt x="580" y="753"/>
                </a:lnTo>
                <a:lnTo>
                  <a:pt x="579" y="754"/>
                </a:lnTo>
                <a:lnTo>
                  <a:pt x="578" y="755"/>
                </a:lnTo>
                <a:lnTo>
                  <a:pt x="579" y="755"/>
                </a:lnTo>
                <a:lnTo>
                  <a:pt x="579" y="756"/>
                </a:lnTo>
                <a:lnTo>
                  <a:pt x="579" y="757"/>
                </a:lnTo>
                <a:lnTo>
                  <a:pt x="580" y="757"/>
                </a:lnTo>
                <a:lnTo>
                  <a:pt x="579" y="757"/>
                </a:lnTo>
                <a:lnTo>
                  <a:pt x="578" y="757"/>
                </a:lnTo>
                <a:lnTo>
                  <a:pt x="577" y="756"/>
                </a:lnTo>
                <a:lnTo>
                  <a:pt x="576" y="757"/>
                </a:lnTo>
                <a:lnTo>
                  <a:pt x="576" y="758"/>
                </a:lnTo>
                <a:lnTo>
                  <a:pt x="575" y="759"/>
                </a:lnTo>
                <a:lnTo>
                  <a:pt x="574" y="759"/>
                </a:lnTo>
                <a:lnTo>
                  <a:pt x="574" y="760"/>
                </a:lnTo>
                <a:lnTo>
                  <a:pt x="574" y="761"/>
                </a:lnTo>
                <a:lnTo>
                  <a:pt x="573" y="762"/>
                </a:lnTo>
                <a:lnTo>
                  <a:pt x="572" y="762"/>
                </a:lnTo>
                <a:lnTo>
                  <a:pt x="572" y="763"/>
                </a:lnTo>
                <a:lnTo>
                  <a:pt x="571" y="763"/>
                </a:lnTo>
                <a:lnTo>
                  <a:pt x="571" y="762"/>
                </a:lnTo>
                <a:lnTo>
                  <a:pt x="570" y="763"/>
                </a:lnTo>
                <a:lnTo>
                  <a:pt x="570" y="762"/>
                </a:lnTo>
                <a:lnTo>
                  <a:pt x="569" y="762"/>
                </a:lnTo>
                <a:lnTo>
                  <a:pt x="568" y="762"/>
                </a:lnTo>
                <a:lnTo>
                  <a:pt x="567" y="762"/>
                </a:lnTo>
                <a:lnTo>
                  <a:pt x="566" y="762"/>
                </a:lnTo>
                <a:lnTo>
                  <a:pt x="565" y="763"/>
                </a:lnTo>
                <a:lnTo>
                  <a:pt x="564" y="763"/>
                </a:lnTo>
                <a:lnTo>
                  <a:pt x="563" y="763"/>
                </a:lnTo>
                <a:lnTo>
                  <a:pt x="562" y="763"/>
                </a:lnTo>
                <a:lnTo>
                  <a:pt x="561" y="764"/>
                </a:lnTo>
                <a:lnTo>
                  <a:pt x="561" y="765"/>
                </a:lnTo>
                <a:lnTo>
                  <a:pt x="561" y="766"/>
                </a:lnTo>
                <a:lnTo>
                  <a:pt x="561" y="767"/>
                </a:lnTo>
                <a:lnTo>
                  <a:pt x="562" y="768"/>
                </a:lnTo>
                <a:lnTo>
                  <a:pt x="562" y="769"/>
                </a:lnTo>
                <a:lnTo>
                  <a:pt x="561" y="769"/>
                </a:lnTo>
                <a:lnTo>
                  <a:pt x="560" y="769"/>
                </a:lnTo>
                <a:lnTo>
                  <a:pt x="560" y="768"/>
                </a:lnTo>
                <a:lnTo>
                  <a:pt x="559" y="769"/>
                </a:lnTo>
                <a:lnTo>
                  <a:pt x="557" y="770"/>
                </a:lnTo>
                <a:lnTo>
                  <a:pt x="557" y="769"/>
                </a:lnTo>
                <a:lnTo>
                  <a:pt x="556" y="769"/>
                </a:lnTo>
                <a:lnTo>
                  <a:pt x="555" y="769"/>
                </a:lnTo>
                <a:lnTo>
                  <a:pt x="555" y="770"/>
                </a:lnTo>
                <a:lnTo>
                  <a:pt x="554" y="770"/>
                </a:lnTo>
                <a:lnTo>
                  <a:pt x="553" y="771"/>
                </a:lnTo>
                <a:lnTo>
                  <a:pt x="552" y="771"/>
                </a:lnTo>
                <a:lnTo>
                  <a:pt x="551" y="772"/>
                </a:lnTo>
                <a:lnTo>
                  <a:pt x="551" y="773"/>
                </a:lnTo>
                <a:lnTo>
                  <a:pt x="551" y="775"/>
                </a:lnTo>
                <a:lnTo>
                  <a:pt x="550" y="776"/>
                </a:lnTo>
                <a:lnTo>
                  <a:pt x="548" y="774"/>
                </a:lnTo>
                <a:lnTo>
                  <a:pt x="547" y="773"/>
                </a:lnTo>
                <a:lnTo>
                  <a:pt x="546" y="773"/>
                </a:lnTo>
                <a:lnTo>
                  <a:pt x="546" y="772"/>
                </a:lnTo>
                <a:lnTo>
                  <a:pt x="547" y="772"/>
                </a:lnTo>
                <a:lnTo>
                  <a:pt x="546" y="772"/>
                </a:lnTo>
                <a:lnTo>
                  <a:pt x="546" y="771"/>
                </a:lnTo>
                <a:lnTo>
                  <a:pt x="545" y="771"/>
                </a:lnTo>
                <a:lnTo>
                  <a:pt x="545" y="770"/>
                </a:lnTo>
                <a:lnTo>
                  <a:pt x="544" y="769"/>
                </a:lnTo>
                <a:lnTo>
                  <a:pt x="544" y="768"/>
                </a:lnTo>
                <a:lnTo>
                  <a:pt x="543" y="768"/>
                </a:lnTo>
                <a:lnTo>
                  <a:pt x="543" y="769"/>
                </a:lnTo>
                <a:lnTo>
                  <a:pt x="543" y="770"/>
                </a:lnTo>
                <a:lnTo>
                  <a:pt x="541" y="770"/>
                </a:lnTo>
                <a:lnTo>
                  <a:pt x="540" y="769"/>
                </a:lnTo>
                <a:lnTo>
                  <a:pt x="540" y="770"/>
                </a:lnTo>
                <a:lnTo>
                  <a:pt x="539" y="769"/>
                </a:lnTo>
                <a:lnTo>
                  <a:pt x="538" y="769"/>
                </a:lnTo>
                <a:lnTo>
                  <a:pt x="538" y="768"/>
                </a:lnTo>
                <a:lnTo>
                  <a:pt x="538" y="767"/>
                </a:lnTo>
                <a:lnTo>
                  <a:pt x="538" y="766"/>
                </a:lnTo>
                <a:lnTo>
                  <a:pt x="538" y="764"/>
                </a:lnTo>
                <a:lnTo>
                  <a:pt x="538" y="763"/>
                </a:lnTo>
                <a:lnTo>
                  <a:pt x="538" y="762"/>
                </a:lnTo>
                <a:lnTo>
                  <a:pt x="537" y="762"/>
                </a:lnTo>
                <a:lnTo>
                  <a:pt x="537" y="761"/>
                </a:lnTo>
                <a:lnTo>
                  <a:pt x="536" y="761"/>
                </a:lnTo>
                <a:lnTo>
                  <a:pt x="536" y="760"/>
                </a:lnTo>
                <a:lnTo>
                  <a:pt x="537" y="760"/>
                </a:lnTo>
                <a:lnTo>
                  <a:pt x="537" y="759"/>
                </a:lnTo>
                <a:lnTo>
                  <a:pt x="536" y="758"/>
                </a:lnTo>
                <a:lnTo>
                  <a:pt x="535" y="758"/>
                </a:lnTo>
                <a:lnTo>
                  <a:pt x="535" y="757"/>
                </a:lnTo>
                <a:lnTo>
                  <a:pt x="534" y="757"/>
                </a:lnTo>
                <a:lnTo>
                  <a:pt x="533" y="757"/>
                </a:lnTo>
                <a:lnTo>
                  <a:pt x="532" y="757"/>
                </a:lnTo>
                <a:lnTo>
                  <a:pt x="531" y="757"/>
                </a:lnTo>
                <a:lnTo>
                  <a:pt x="531" y="758"/>
                </a:lnTo>
                <a:lnTo>
                  <a:pt x="532" y="758"/>
                </a:lnTo>
                <a:lnTo>
                  <a:pt x="532" y="759"/>
                </a:lnTo>
                <a:lnTo>
                  <a:pt x="531" y="760"/>
                </a:lnTo>
                <a:lnTo>
                  <a:pt x="530" y="760"/>
                </a:lnTo>
                <a:lnTo>
                  <a:pt x="530" y="761"/>
                </a:lnTo>
                <a:lnTo>
                  <a:pt x="530" y="760"/>
                </a:lnTo>
                <a:lnTo>
                  <a:pt x="529" y="759"/>
                </a:lnTo>
                <a:lnTo>
                  <a:pt x="529" y="760"/>
                </a:lnTo>
                <a:lnTo>
                  <a:pt x="529" y="761"/>
                </a:lnTo>
                <a:lnTo>
                  <a:pt x="528" y="761"/>
                </a:lnTo>
                <a:lnTo>
                  <a:pt x="527" y="762"/>
                </a:lnTo>
                <a:lnTo>
                  <a:pt x="527" y="763"/>
                </a:lnTo>
                <a:lnTo>
                  <a:pt x="526" y="764"/>
                </a:lnTo>
                <a:lnTo>
                  <a:pt x="526" y="765"/>
                </a:lnTo>
                <a:lnTo>
                  <a:pt x="525" y="765"/>
                </a:lnTo>
                <a:lnTo>
                  <a:pt x="524" y="766"/>
                </a:lnTo>
                <a:lnTo>
                  <a:pt x="525" y="766"/>
                </a:lnTo>
                <a:lnTo>
                  <a:pt x="525" y="767"/>
                </a:lnTo>
                <a:lnTo>
                  <a:pt x="524" y="767"/>
                </a:lnTo>
                <a:lnTo>
                  <a:pt x="524" y="766"/>
                </a:lnTo>
                <a:lnTo>
                  <a:pt x="523" y="766"/>
                </a:lnTo>
                <a:lnTo>
                  <a:pt x="522" y="766"/>
                </a:lnTo>
                <a:lnTo>
                  <a:pt x="521" y="766"/>
                </a:lnTo>
                <a:lnTo>
                  <a:pt x="521" y="767"/>
                </a:lnTo>
                <a:lnTo>
                  <a:pt x="520" y="767"/>
                </a:lnTo>
                <a:lnTo>
                  <a:pt x="519" y="767"/>
                </a:lnTo>
                <a:lnTo>
                  <a:pt x="518" y="767"/>
                </a:lnTo>
                <a:lnTo>
                  <a:pt x="518" y="766"/>
                </a:lnTo>
                <a:lnTo>
                  <a:pt x="517" y="766"/>
                </a:lnTo>
                <a:lnTo>
                  <a:pt x="516" y="766"/>
                </a:lnTo>
                <a:lnTo>
                  <a:pt x="515" y="766"/>
                </a:lnTo>
                <a:lnTo>
                  <a:pt x="514" y="766"/>
                </a:lnTo>
                <a:lnTo>
                  <a:pt x="515" y="766"/>
                </a:lnTo>
                <a:lnTo>
                  <a:pt x="515" y="765"/>
                </a:lnTo>
                <a:lnTo>
                  <a:pt x="514" y="765"/>
                </a:lnTo>
                <a:lnTo>
                  <a:pt x="513" y="766"/>
                </a:lnTo>
                <a:lnTo>
                  <a:pt x="511" y="766"/>
                </a:lnTo>
                <a:lnTo>
                  <a:pt x="511" y="767"/>
                </a:lnTo>
                <a:lnTo>
                  <a:pt x="511" y="768"/>
                </a:lnTo>
                <a:lnTo>
                  <a:pt x="510" y="768"/>
                </a:lnTo>
                <a:lnTo>
                  <a:pt x="509" y="768"/>
                </a:lnTo>
                <a:lnTo>
                  <a:pt x="508" y="767"/>
                </a:lnTo>
                <a:lnTo>
                  <a:pt x="507" y="767"/>
                </a:lnTo>
                <a:lnTo>
                  <a:pt x="506" y="767"/>
                </a:lnTo>
                <a:lnTo>
                  <a:pt x="505" y="767"/>
                </a:lnTo>
                <a:lnTo>
                  <a:pt x="503" y="767"/>
                </a:lnTo>
                <a:lnTo>
                  <a:pt x="503" y="768"/>
                </a:lnTo>
                <a:lnTo>
                  <a:pt x="502" y="768"/>
                </a:lnTo>
                <a:lnTo>
                  <a:pt x="501" y="768"/>
                </a:lnTo>
                <a:lnTo>
                  <a:pt x="500" y="768"/>
                </a:lnTo>
                <a:lnTo>
                  <a:pt x="499" y="768"/>
                </a:lnTo>
                <a:lnTo>
                  <a:pt x="498" y="768"/>
                </a:lnTo>
                <a:lnTo>
                  <a:pt x="497" y="768"/>
                </a:lnTo>
                <a:lnTo>
                  <a:pt x="497" y="767"/>
                </a:lnTo>
                <a:lnTo>
                  <a:pt x="497" y="766"/>
                </a:lnTo>
                <a:lnTo>
                  <a:pt x="496" y="766"/>
                </a:lnTo>
                <a:lnTo>
                  <a:pt x="496" y="765"/>
                </a:lnTo>
                <a:lnTo>
                  <a:pt x="495" y="765"/>
                </a:lnTo>
                <a:lnTo>
                  <a:pt x="494" y="765"/>
                </a:lnTo>
                <a:lnTo>
                  <a:pt x="493" y="764"/>
                </a:lnTo>
                <a:lnTo>
                  <a:pt x="493" y="763"/>
                </a:lnTo>
                <a:lnTo>
                  <a:pt x="493" y="762"/>
                </a:lnTo>
                <a:lnTo>
                  <a:pt x="492" y="762"/>
                </a:lnTo>
                <a:lnTo>
                  <a:pt x="491" y="763"/>
                </a:lnTo>
                <a:lnTo>
                  <a:pt x="490" y="763"/>
                </a:lnTo>
                <a:lnTo>
                  <a:pt x="489" y="763"/>
                </a:lnTo>
                <a:lnTo>
                  <a:pt x="487" y="763"/>
                </a:lnTo>
                <a:lnTo>
                  <a:pt x="486" y="763"/>
                </a:lnTo>
                <a:lnTo>
                  <a:pt x="486" y="762"/>
                </a:lnTo>
                <a:lnTo>
                  <a:pt x="485" y="762"/>
                </a:lnTo>
                <a:lnTo>
                  <a:pt x="485" y="763"/>
                </a:lnTo>
                <a:lnTo>
                  <a:pt x="484" y="763"/>
                </a:lnTo>
                <a:lnTo>
                  <a:pt x="483" y="763"/>
                </a:lnTo>
                <a:lnTo>
                  <a:pt x="482" y="763"/>
                </a:lnTo>
                <a:lnTo>
                  <a:pt x="482" y="764"/>
                </a:lnTo>
                <a:lnTo>
                  <a:pt x="481" y="764"/>
                </a:lnTo>
                <a:lnTo>
                  <a:pt x="480" y="764"/>
                </a:lnTo>
                <a:lnTo>
                  <a:pt x="479" y="764"/>
                </a:lnTo>
                <a:lnTo>
                  <a:pt x="478" y="764"/>
                </a:lnTo>
                <a:lnTo>
                  <a:pt x="478" y="763"/>
                </a:lnTo>
                <a:lnTo>
                  <a:pt x="477" y="762"/>
                </a:lnTo>
                <a:lnTo>
                  <a:pt x="476" y="762"/>
                </a:lnTo>
                <a:lnTo>
                  <a:pt x="475" y="763"/>
                </a:lnTo>
                <a:lnTo>
                  <a:pt x="474" y="763"/>
                </a:lnTo>
                <a:lnTo>
                  <a:pt x="474" y="764"/>
                </a:lnTo>
                <a:lnTo>
                  <a:pt x="473" y="764"/>
                </a:lnTo>
                <a:lnTo>
                  <a:pt x="473" y="763"/>
                </a:lnTo>
                <a:lnTo>
                  <a:pt x="472" y="763"/>
                </a:lnTo>
                <a:lnTo>
                  <a:pt x="471" y="762"/>
                </a:lnTo>
                <a:lnTo>
                  <a:pt x="470" y="762"/>
                </a:lnTo>
                <a:lnTo>
                  <a:pt x="469" y="761"/>
                </a:lnTo>
                <a:lnTo>
                  <a:pt x="468" y="760"/>
                </a:lnTo>
                <a:lnTo>
                  <a:pt x="467" y="760"/>
                </a:lnTo>
                <a:lnTo>
                  <a:pt x="466" y="760"/>
                </a:lnTo>
                <a:lnTo>
                  <a:pt x="465" y="759"/>
                </a:lnTo>
                <a:lnTo>
                  <a:pt x="464" y="759"/>
                </a:lnTo>
                <a:lnTo>
                  <a:pt x="463" y="759"/>
                </a:lnTo>
                <a:lnTo>
                  <a:pt x="462" y="758"/>
                </a:lnTo>
                <a:lnTo>
                  <a:pt x="460" y="758"/>
                </a:lnTo>
                <a:lnTo>
                  <a:pt x="459" y="758"/>
                </a:lnTo>
                <a:lnTo>
                  <a:pt x="458" y="758"/>
                </a:lnTo>
                <a:lnTo>
                  <a:pt x="457" y="758"/>
                </a:lnTo>
                <a:lnTo>
                  <a:pt x="456" y="759"/>
                </a:lnTo>
                <a:lnTo>
                  <a:pt x="455" y="759"/>
                </a:lnTo>
                <a:lnTo>
                  <a:pt x="454" y="759"/>
                </a:lnTo>
                <a:lnTo>
                  <a:pt x="453" y="759"/>
                </a:lnTo>
                <a:lnTo>
                  <a:pt x="452" y="759"/>
                </a:lnTo>
                <a:lnTo>
                  <a:pt x="451" y="759"/>
                </a:lnTo>
                <a:lnTo>
                  <a:pt x="450" y="759"/>
                </a:lnTo>
                <a:lnTo>
                  <a:pt x="448" y="760"/>
                </a:lnTo>
                <a:lnTo>
                  <a:pt x="447" y="760"/>
                </a:lnTo>
                <a:lnTo>
                  <a:pt x="447" y="759"/>
                </a:lnTo>
                <a:lnTo>
                  <a:pt x="446" y="759"/>
                </a:lnTo>
                <a:lnTo>
                  <a:pt x="445" y="759"/>
                </a:lnTo>
                <a:lnTo>
                  <a:pt x="444" y="758"/>
                </a:lnTo>
                <a:lnTo>
                  <a:pt x="444" y="757"/>
                </a:lnTo>
                <a:lnTo>
                  <a:pt x="443" y="757"/>
                </a:lnTo>
                <a:lnTo>
                  <a:pt x="442" y="757"/>
                </a:lnTo>
                <a:lnTo>
                  <a:pt x="441" y="757"/>
                </a:lnTo>
                <a:lnTo>
                  <a:pt x="440" y="757"/>
                </a:lnTo>
                <a:lnTo>
                  <a:pt x="439" y="757"/>
                </a:lnTo>
                <a:lnTo>
                  <a:pt x="440" y="757"/>
                </a:lnTo>
                <a:lnTo>
                  <a:pt x="439" y="758"/>
                </a:lnTo>
                <a:lnTo>
                  <a:pt x="439" y="757"/>
                </a:lnTo>
                <a:lnTo>
                  <a:pt x="438" y="757"/>
                </a:lnTo>
                <a:lnTo>
                  <a:pt x="438" y="756"/>
                </a:lnTo>
                <a:lnTo>
                  <a:pt x="438" y="755"/>
                </a:lnTo>
                <a:lnTo>
                  <a:pt x="437" y="755"/>
                </a:lnTo>
                <a:lnTo>
                  <a:pt x="436" y="755"/>
                </a:lnTo>
                <a:lnTo>
                  <a:pt x="435" y="755"/>
                </a:lnTo>
                <a:lnTo>
                  <a:pt x="435" y="756"/>
                </a:lnTo>
                <a:lnTo>
                  <a:pt x="435" y="757"/>
                </a:lnTo>
                <a:lnTo>
                  <a:pt x="434" y="757"/>
                </a:lnTo>
                <a:lnTo>
                  <a:pt x="434" y="758"/>
                </a:lnTo>
                <a:lnTo>
                  <a:pt x="434" y="759"/>
                </a:lnTo>
                <a:lnTo>
                  <a:pt x="434" y="760"/>
                </a:lnTo>
                <a:lnTo>
                  <a:pt x="433" y="760"/>
                </a:lnTo>
                <a:lnTo>
                  <a:pt x="433" y="759"/>
                </a:lnTo>
                <a:lnTo>
                  <a:pt x="433" y="760"/>
                </a:lnTo>
                <a:lnTo>
                  <a:pt x="432" y="760"/>
                </a:lnTo>
                <a:lnTo>
                  <a:pt x="431" y="760"/>
                </a:lnTo>
                <a:lnTo>
                  <a:pt x="430" y="759"/>
                </a:lnTo>
                <a:lnTo>
                  <a:pt x="429" y="759"/>
                </a:lnTo>
                <a:lnTo>
                  <a:pt x="428" y="759"/>
                </a:lnTo>
                <a:lnTo>
                  <a:pt x="427" y="758"/>
                </a:lnTo>
                <a:lnTo>
                  <a:pt x="427" y="759"/>
                </a:lnTo>
                <a:lnTo>
                  <a:pt x="426" y="759"/>
                </a:lnTo>
                <a:lnTo>
                  <a:pt x="425" y="759"/>
                </a:lnTo>
                <a:lnTo>
                  <a:pt x="425" y="758"/>
                </a:lnTo>
                <a:lnTo>
                  <a:pt x="424" y="758"/>
                </a:lnTo>
                <a:lnTo>
                  <a:pt x="424" y="759"/>
                </a:lnTo>
                <a:lnTo>
                  <a:pt x="425" y="759"/>
                </a:lnTo>
                <a:lnTo>
                  <a:pt x="424" y="760"/>
                </a:lnTo>
                <a:lnTo>
                  <a:pt x="423" y="760"/>
                </a:lnTo>
                <a:lnTo>
                  <a:pt x="423" y="761"/>
                </a:lnTo>
                <a:lnTo>
                  <a:pt x="424" y="761"/>
                </a:lnTo>
                <a:lnTo>
                  <a:pt x="423" y="762"/>
                </a:lnTo>
                <a:lnTo>
                  <a:pt x="422" y="763"/>
                </a:lnTo>
                <a:lnTo>
                  <a:pt x="421" y="763"/>
                </a:lnTo>
                <a:lnTo>
                  <a:pt x="421" y="764"/>
                </a:lnTo>
                <a:lnTo>
                  <a:pt x="421" y="765"/>
                </a:lnTo>
                <a:lnTo>
                  <a:pt x="420" y="765"/>
                </a:lnTo>
                <a:lnTo>
                  <a:pt x="420" y="766"/>
                </a:lnTo>
                <a:lnTo>
                  <a:pt x="419" y="766"/>
                </a:lnTo>
                <a:lnTo>
                  <a:pt x="419" y="767"/>
                </a:lnTo>
                <a:lnTo>
                  <a:pt x="418" y="767"/>
                </a:lnTo>
                <a:lnTo>
                  <a:pt x="418" y="768"/>
                </a:lnTo>
                <a:lnTo>
                  <a:pt x="417" y="769"/>
                </a:lnTo>
                <a:lnTo>
                  <a:pt x="416" y="769"/>
                </a:lnTo>
                <a:lnTo>
                  <a:pt x="416" y="770"/>
                </a:lnTo>
                <a:lnTo>
                  <a:pt x="417" y="770"/>
                </a:lnTo>
                <a:lnTo>
                  <a:pt x="418" y="770"/>
                </a:lnTo>
                <a:lnTo>
                  <a:pt x="419" y="770"/>
                </a:lnTo>
                <a:lnTo>
                  <a:pt x="419" y="771"/>
                </a:lnTo>
                <a:lnTo>
                  <a:pt x="421" y="771"/>
                </a:lnTo>
                <a:lnTo>
                  <a:pt x="422" y="771"/>
                </a:lnTo>
                <a:lnTo>
                  <a:pt x="423" y="771"/>
                </a:lnTo>
                <a:lnTo>
                  <a:pt x="424" y="771"/>
                </a:lnTo>
                <a:lnTo>
                  <a:pt x="425" y="771"/>
                </a:lnTo>
                <a:lnTo>
                  <a:pt x="426" y="771"/>
                </a:lnTo>
                <a:lnTo>
                  <a:pt x="427" y="772"/>
                </a:lnTo>
                <a:lnTo>
                  <a:pt x="428" y="772"/>
                </a:lnTo>
                <a:lnTo>
                  <a:pt x="428" y="773"/>
                </a:lnTo>
                <a:lnTo>
                  <a:pt x="429" y="773"/>
                </a:lnTo>
                <a:lnTo>
                  <a:pt x="430" y="772"/>
                </a:lnTo>
                <a:lnTo>
                  <a:pt x="430" y="773"/>
                </a:lnTo>
                <a:lnTo>
                  <a:pt x="431" y="773"/>
                </a:lnTo>
                <a:lnTo>
                  <a:pt x="432" y="773"/>
                </a:lnTo>
                <a:lnTo>
                  <a:pt x="433" y="773"/>
                </a:lnTo>
                <a:lnTo>
                  <a:pt x="433" y="774"/>
                </a:lnTo>
                <a:lnTo>
                  <a:pt x="434" y="775"/>
                </a:lnTo>
                <a:lnTo>
                  <a:pt x="435" y="774"/>
                </a:lnTo>
                <a:lnTo>
                  <a:pt x="436" y="774"/>
                </a:lnTo>
                <a:lnTo>
                  <a:pt x="437" y="774"/>
                </a:lnTo>
                <a:lnTo>
                  <a:pt x="438" y="774"/>
                </a:lnTo>
                <a:lnTo>
                  <a:pt x="439" y="774"/>
                </a:lnTo>
                <a:lnTo>
                  <a:pt x="440" y="774"/>
                </a:lnTo>
                <a:lnTo>
                  <a:pt x="441" y="774"/>
                </a:lnTo>
                <a:lnTo>
                  <a:pt x="442" y="774"/>
                </a:lnTo>
                <a:lnTo>
                  <a:pt x="442" y="773"/>
                </a:lnTo>
                <a:lnTo>
                  <a:pt x="443" y="774"/>
                </a:lnTo>
                <a:lnTo>
                  <a:pt x="444" y="775"/>
                </a:lnTo>
                <a:lnTo>
                  <a:pt x="445" y="776"/>
                </a:lnTo>
                <a:lnTo>
                  <a:pt x="446" y="776"/>
                </a:lnTo>
                <a:lnTo>
                  <a:pt x="447" y="776"/>
                </a:lnTo>
                <a:lnTo>
                  <a:pt x="447" y="777"/>
                </a:lnTo>
                <a:lnTo>
                  <a:pt x="448" y="777"/>
                </a:lnTo>
                <a:lnTo>
                  <a:pt x="449" y="777"/>
                </a:lnTo>
                <a:lnTo>
                  <a:pt x="450" y="778"/>
                </a:lnTo>
                <a:lnTo>
                  <a:pt x="451" y="779"/>
                </a:lnTo>
                <a:lnTo>
                  <a:pt x="452" y="779"/>
                </a:lnTo>
                <a:lnTo>
                  <a:pt x="453" y="779"/>
                </a:lnTo>
                <a:lnTo>
                  <a:pt x="454" y="779"/>
                </a:lnTo>
                <a:lnTo>
                  <a:pt x="454" y="780"/>
                </a:lnTo>
                <a:lnTo>
                  <a:pt x="454" y="781"/>
                </a:lnTo>
                <a:lnTo>
                  <a:pt x="454" y="782"/>
                </a:lnTo>
                <a:lnTo>
                  <a:pt x="454" y="783"/>
                </a:lnTo>
                <a:lnTo>
                  <a:pt x="453" y="783"/>
                </a:lnTo>
                <a:lnTo>
                  <a:pt x="453" y="784"/>
                </a:lnTo>
                <a:lnTo>
                  <a:pt x="454" y="785"/>
                </a:lnTo>
                <a:lnTo>
                  <a:pt x="453" y="785"/>
                </a:lnTo>
                <a:lnTo>
                  <a:pt x="453" y="786"/>
                </a:lnTo>
                <a:lnTo>
                  <a:pt x="453" y="787"/>
                </a:lnTo>
                <a:lnTo>
                  <a:pt x="453" y="788"/>
                </a:lnTo>
                <a:lnTo>
                  <a:pt x="453" y="789"/>
                </a:lnTo>
                <a:lnTo>
                  <a:pt x="452" y="790"/>
                </a:lnTo>
                <a:lnTo>
                  <a:pt x="452" y="791"/>
                </a:lnTo>
                <a:lnTo>
                  <a:pt x="453" y="791"/>
                </a:lnTo>
                <a:lnTo>
                  <a:pt x="452" y="792"/>
                </a:lnTo>
                <a:lnTo>
                  <a:pt x="451" y="792"/>
                </a:lnTo>
                <a:lnTo>
                  <a:pt x="452" y="793"/>
                </a:lnTo>
                <a:lnTo>
                  <a:pt x="452" y="794"/>
                </a:lnTo>
                <a:lnTo>
                  <a:pt x="452" y="795"/>
                </a:lnTo>
                <a:lnTo>
                  <a:pt x="451" y="795"/>
                </a:lnTo>
                <a:lnTo>
                  <a:pt x="451" y="796"/>
                </a:lnTo>
                <a:lnTo>
                  <a:pt x="451" y="797"/>
                </a:lnTo>
                <a:lnTo>
                  <a:pt x="451" y="798"/>
                </a:lnTo>
                <a:lnTo>
                  <a:pt x="451" y="799"/>
                </a:lnTo>
                <a:lnTo>
                  <a:pt x="453" y="801"/>
                </a:lnTo>
                <a:lnTo>
                  <a:pt x="454" y="802"/>
                </a:lnTo>
                <a:lnTo>
                  <a:pt x="455" y="802"/>
                </a:lnTo>
                <a:lnTo>
                  <a:pt x="456" y="801"/>
                </a:lnTo>
                <a:lnTo>
                  <a:pt x="456" y="800"/>
                </a:lnTo>
                <a:lnTo>
                  <a:pt x="457" y="800"/>
                </a:lnTo>
                <a:lnTo>
                  <a:pt x="459" y="800"/>
                </a:lnTo>
                <a:lnTo>
                  <a:pt x="460" y="799"/>
                </a:lnTo>
                <a:lnTo>
                  <a:pt x="460" y="798"/>
                </a:lnTo>
                <a:lnTo>
                  <a:pt x="461" y="798"/>
                </a:lnTo>
                <a:lnTo>
                  <a:pt x="462" y="798"/>
                </a:lnTo>
                <a:lnTo>
                  <a:pt x="463" y="799"/>
                </a:lnTo>
                <a:lnTo>
                  <a:pt x="464" y="799"/>
                </a:lnTo>
                <a:lnTo>
                  <a:pt x="466" y="799"/>
                </a:lnTo>
                <a:lnTo>
                  <a:pt x="467" y="799"/>
                </a:lnTo>
                <a:lnTo>
                  <a:pt x="467" y="800"/>
                </a:lnTo>
                <a:lnTo>
                  <a:pt x="467" y="801"/>
                </a:lnTo>
                <a:lnTo>
                  <a:pt x="468" y="801"/>
                </a:lnTo>
                <a:lnTo>
                  <a:pt x="469" y="801"/>
                </a:lnTo>
                <a:lnTo>
                  <a:pt x="470" y="801"/>
                </a:lnTo>
                <a:lnTo>
                  <a:pt x="471" y="801"/>
                </a:lnTo>
                <a:lnTo>
                  <a:pt x="472" y="801"/>
                </a:lnTo>
                <a:lnTo>
                  <a:pt x="473" y="801"/>
                </a:lnTo>
                <a:lnTo>
                  <a:pt x="474" y="801"/>
                </a:lnTo>
                <a:lnTo>
                  <a:pt x="475" y="802"/>
                </a:lnTo>
                <a:lnTo>
                  <a:pt x="476" y="803"/>
                </a:lnTo>
                <a:lnTo>
                  <a:pt x="477" y="803"/>
                </a:lnTo>
                <a:lnTo>
                  <a:pt x="477" y="802"/>
                </a:lnTo>
                <a:lnTo>
                  <a:pt x="478" y="802"/>
                </a:lnTo>
                <a:lnTo>
                  <a:pt x="478" y="803"/>
                </a:lnTo>
                <a:lnTo>
                  <a:pt x="479" y="803"/>
                </a:lnTo>
                <a:lnTo>
                  <a:pt x="479" y="804"/>
                </a:lnTo>
                <a:lnTo>
                  <a:pt x="481" y="805"/>
                </a:lnTo>
                <a:lnTo>
                  <a:pt x="482" y="805"/>
                </a:lnTo>
                <a:lnTo>
                  <a:pt x="483" y="806"/>
                </a:lnTo>
                <a:lnTo>
                  <a:pt x="484" y="806"/>
                </a:lnTo>
                <a:lnTo>
                  <a:pt x="485" y="806"/>
                </a:lnTo>
                <a:lnTo>
                  <a:pt x="486" y="807"/>
                </a:lnTo>
                <a:lnTo>
                  <a:pt x="487" y="808"/>
                </a:lnTo>
                <a:lnTo>
                  <a:pt x="487" y="809"/>
                </a:lnTo>
                <a:lnTo>
                  <a:pt x="488" y="809"/>
                </a:lnTo>
                <a:lnTo>
                  <a:pt x="488" y="810"/>
                </a:lnTo>
                <a:lnTo>
                  <a:pt x="489" y="810"/>
                </a:lnTo>
                <a:lnTo>
                  <a:pt x="490" y="810"/>
                </a:lnTo>
                <a:lnTo>
                  <a:pt x="490" y="812"/>
                </a:lnTo>
                <a:lnTo>
                  <a:pt x="490" y="813"/>
                </a:lnTo>
                <a:lnTo>
                  <a:pt x="489" y="813"/>
                </a:lnTo>
                <a:lnTo>
                  <a:pt x="488" y="813"/>
                </a:lnTo>
                <a:lnTo>
                  <a:pt x="488" y="814"/>
                </a:lnTo>
                <a:lnTo>
                  <a:pt x="489" y="814"/>
                </a:lnTo>
                <a:lnTo>
                  <a:pt x="490" y="815"/>
                </a:lnTo>
                <a:lnTo>
                  <a:pt x="491" y="815"/>
                </a:lnTo>
                <a:lnTo>
                  <a:pt x="492" y="815"/>
                </a:lnTo>
                <a:lnTo>
                  <a:pt x="492" y="816"/>
                </a:lnTo>
                <a:lnTo>
                  <a:pt x="492" y="817"/>
                </a:lnTo>
                <a:lnTo>
                  <a:pt x="492" y="818"/>
                </a:lnTo>
                <a:lnTo>
                  <a:pt x="492" y="819"/>
                </a:lnTo>
                <a:lnTo>
                  <a:pt x="493" y="819"/>
                </a:lnTo>
                <a:lnTo>
                  <a:pt x="493" y="820"/>
                </a:lnTo>
                <a:lnTo>
                  <a:pt x="493" y="821"/>
                </a:lnTo>
                <a:lnTo>
                  <a:pt x="493" y="822"/>
                </a:lnTo>
                <a:lnTo>
                  <a:pt x="492" y="822"/>
                </a:lnTo>
                <a:lnTo>
                  <a:pt x="492" y="824"/>
                </a:lnTo>
                <a:lnTo>
                  <a:pt x="491" y="824"/>
                </a:lnTo>
                <a:lnTo>
                  <a:pt x="491" y="825"/>
                </a:lnTo>
                <a:lnTo>
                  <a:pt x="491" y="826"/>
                </a:lnTo>
                <a:lnTo>
                  <a:pt x="493" y="827"/>
                </a:lnTo>
                <a:lnTo>
                  <a:pt x="494" y="827"/>
                </a:lnTo>
                <a:lnTo>
                  <a:pt x="494" y="828"/>
                </a:lnTo>
                <a:lnTo>
                  <a:pt x="494" y="829"/>
                </a:lnTo>
                <a:lnTo>
                  <a:pt x="495" y="829"/>
                </a:lnTo>
                <a:lnTo>
                  <a:pt x="495" y="830"/>
                </a:lnTo>
                <a:lnTo>
                  <a:pt x="496" y="830"/>
                </a:lnTo>
                <a:lnTo>
                  <a:pt x="497" y="830"/>
                </a:lnTo>
                <a:lnTo>
                  <a:pt x="497" y="831"/>
                </a:lnTo>
                <a:lnTo>
                  <a:pt x="497" y="832"/>
                </a:lnTo>
                <a:lnTo>
                  <a:pt x="496" y="832"/>
                </a:lnTo>
                <a:lnTo>
                  <a:pt x="495" y="832"/>
                </a:lnTo>
                <a:lnTo>
                  <a:pt x="495" y="833"/>
                </a:lnTo>
                <a:lnTo>
                  <a:pt x="493" y="834"/>
                </a:lnTo>
                <a:lnTo>
                  <a:pt x="493" y="835"/>
                </a:lnTo>
                <a:lnTo>
                  <a:pt x="492" y="836"/>
                </a:lnTo>
                <a:lnTo>
                  <a:pt x="491" y="836"/>
                </a:lnTo>
                <a:lnTo>
                  <a:pt x="490" y="836"/>
                </a:lnTo>
                <a:lnTo>
                  <a:pt x="490" y="835"/>
                </a:lnTo>
                <a:lnTo>
                  <a:pt x="490" y="834"/>
                </a:lnTo>
                <a:lnTo>
                  <a:pt x="489" y="834"/>
                </a:lnTo>
                <a:lnTo>
                  <a:pt x="489" y="833"/>
                </a:lnTo>
                <a:lnTo>
                  <a:pt x="487" y="833"/>
                </a:lnTo>
                <a:lnTo>
                  <a:pt x="486" y="833"/>
                </a:lnTo>
                <a:lnTo>
                  <a:pt x="485" y="833"/>
                </a:lnTo>
                <a:lnTo>
                  <a:pt x="484" y="833"/>
                </a:lnTo>
                <a:lnTo>
                  <a:pt x="484" y="834"/>
                </a:lnTo>
                <a:lnTo>
                  <a:pt x="484" y="835"/>
                </a:lnTo>
                <a:lnTo>
                  <a:pt x="485" y="835"/>
                </a:lnTo>
                <a:lnTo>
                  <a:pt x="485" y="836"/>
                </a:lnTo>
                <a:lnTo>
                  <a:pt x="485" y="837"/>
                </a:lnTo>
                <a:lnTo>
                  <a:pt x="484" y="837"/>
                </a:lnTo>
                <a:lnTo>
                  <a:pt x="483" y="837"/>
                </a:lnTo>
                <a:lnTo>
                  <a:pt x="483" y="838"/>
                </a:lnTo>
                <a:lnTo>
                  <a:pt x="482" y="838"/>
                </a:lnTo>
                <a:lnTo>
                  <a:pt x="482" y="839"/>
                </a:lnTo>
                <a:lnTo>
                  <a:pt x="482" y="840"/>
                </a:lnTo>
                <a:lnTo>
                  <a:pt x="481" y="840"/>
                </a:lnTo>
                <a:lnTo>
                  <a:pt x="480" y="840"/>
                </a:lnTo>
                <a:lnTo>
                  <a:pt x="479" y="840"/>
                </a:lnTo>
                <a:lnTo>
                  <a:pt x="479" y="841"/>
                </a:lnTo>
                <a:lnTo>
                  <a:pt x="479" y="842"/>
                </a:lnTo>
                <a:lnTo>
                  <a:pt x="478" y="842"/>
                </a:lnTo>
                <a:lnTo>
                  <a:pt x="477" y="842"/>
                </a:lnTo>
                <a:lnTo>
                  <a:pt x="476" y="842"/>
                </a:lnTo>
                <a:lnTo>
                  <a:pt x="476" y="841"/>
                </a:lnTo>
                <a:lnTo>
                  <a:pt x="475" y="841"/>
                </a:lnTo>
                <a:lnTo>
                  <a:pt x="474" y="841"/>
                </a:lnTo>
                <a:lnTo>
                  <a:pt x="473" y="841"/>
                </a:lnTo>
                <a:lnTo>
                  <a:pt x="473" y="839"/>
                </a:lnTo>
                <a:lnTo>
                  <a:pt x="472" y="838"/>
                </a:lnTo>
                <a:lnTo>
                  <a:pt x="471" y="838"/>
                </a:lnTo>
                <a:lnTo>
                  <a:pt x="471" y="839"/>
                </a:lnTo>
                <a:lnTo>
                  <a:pt x="470" y="839"/>
                </a:lnTo>
                <a:lnTo>
                  <a:pt x="469" y="839"/>
                </a:lnTo>
                <a:lnTo>
                  <a:pt x="469" y="838"/>
                </a:lnTo>
                <a:lnTo>
                  <a:pt x="468" y="837"/>
                </a:lnTo>
                <a:lnTo>
                  <a:pt x="467" y="836"/>
                </a:lnTo>
                <a:lnTo>
                  <a:pt x="466" y="836"/>
                </a:lnTo>
                <a:lnTo>
                  <a:pt x="466" y="837"/>
                </a:lnTo>
                <a:lnTo>
                  <a:pt x="466" y="836"/>
                </a:lnTo>
                <a:lnTo>
                  <a:pt x="465" y="836"/>
                </a:lnTo>
                <a:lnTo>
                  <a:pt x="464" y="836"/>
                </a:lnTo>
                <a:lnTo>
                  <a:pt x="463" y="836"/>
                </a:lnTo>
                <a:lnTo>
                  <a:pt x="462" y="836"/>
                </a:lnTo>
                <a:lnTo>
                  <a:pt x="461" y="837"/>
                </a:lnTo>
                <a:lnTo>
                  <a:pt x="461" y="838"/>
                </a:lnTo>
                <a:lnTo>
                  <a:pt x="460" y="838"/>
                </a:lnTo>
                <a:lnTo>
                  <a:pt x="459" y="837"/>
                </a:lnTo>
                <a:lnTo>
                  <a:pt x="458" y="837"/>
                </a:lnTo>
                <a:lnTo>
                  <a:pt x="458" y="838"/>
                </a:lnTo>
                <a:lnTo>
                  <a:pt x="457" y="838"/>
                </a:lnTo>
                <a:lnTo>
                  <a:pt x="456" y="838"/>
                </a:lnTo>
                <a:lnTo>
                  <a:pt x="455" y="838"/>
                </a:lnTo>
                <a:lnTo>
                  <a:pt x="454" y="838"/>
                </a:lnTo>
                <a:lnTo>
                  <a:pt x="454" y="837"/>
                </a:lnTo>
                <a:lnTo>
                  <a:pt x="453" y="838"/>
                </a:lnTo>
                <a:lnTo>
                  <a:pt x="452" y="837"/>
                </a:lnTo>
                <a:lnTo>
                  <a:pt x="451" y="837"/>
                </a:lnTo>
                <a:lnTo>
                  <a:pt x="450" y="837"/>
                </a:lnTo>
                <a:lnTo>
                  <a:pt x="449" y="837"/>
                </a:lnTo>
                <a:lnTo>
                  <a:pt x="449" y="836"/>
                </a:lnTo>
                <a:lnTo>
                  <a:pt x="447" y="835"/>
                </a:lnTo>
                <a:lnTo>
                  <a:pt x="447" y="834"/>
                </a:lnTo>
                <a:lnTo>
                  <a:pt x="446" y="834"/>
                </a:lnTo>
                <a:lnTo>
                  <a:pt x="446" y="835"/>
                </a:lnTo>
                <a:lnTo>
                  <a:pt x="445" y="835"/>
                </a:lnTo>
                <a:lnTo>
                  <a:pt x="445" y="834"/>
                </a:lnTo>
                <a:lnTo>
                  <a:pt x="444" y="835"/>
                </a:lnTo>
                <a:lnTo>
                  <a:pt x="443" y="835"/>
                </a:lnTo>
                <a:lnTo>
                  <a:pt x="443" y="836"/>
                </a:lnTo>
                <a:lnTo>
                  <a:pt x="442" y="835"/>
                </a:lnTo>
                <a:lnTo>
                  <a:pt x="441" y="835"/>
                </a:lnTo>
                <a:lnTo>
                  <a:pt x="440" y="835"/>
                </a:lnTo>
                <a:lnTo>
                  <a:pt x="439" y="835"/>
                </a:lnTo>
                <a:lnTo>
                  <a:pt x="438" y="835"/>
                </a:lnTo>
                <a:lnTo>
                  <a:pt x="437" y="835"/>
                </a:lnTo>
                <a:lnTo>
                  <a:pt x="436" y="835"/>
                </a:lnTo>
                <a:lnTo>
                  <a:pt x="435" y="836"/>
                </a:lnTo>
                <a:lnTo>
                  <a:pt x="435" y="837"/>
                </a:lnTo>
                <a:lnTo>
                  <a:pt x="436" y="837"/>
                </a:lnTo>
                <a:lnTo>
                  <a:pt x="436" y="838"/>
                </a:lnTo>
                <a:lnTo>
                  <a:pt x="436" y="839"/>
                </a:lnTo>
                <a:lnTo>
                  <a:pt x="435" y="839"/>
                </a:lnTo>
                <a:lnTo>
                  <a:pt x="435" y="840"/>
                </a:lnTo>
                <a:lnTo>
                  <a:pt x="436" y="840"/>
                </a:lnTo>
                <a:lnTo>
                  <a:pt x="437" y="840"/>
                </a:lnTo>
                <a:lnTo>
                  <a:pt x="437" y="841"/>
                </a:lnTo>
                <a:lnTo>
                  <a:pt x="437" y="843"/>
                </a:lnTo>
                <a:lnTo>
                  <a:pt x="436" y="843"/>
                </a:lnTo>
                <a:lnTo>
                  <a:pt x="435" y="844"/>
                </a:lnTo>
                <a:lnTo>
                  <a:pt x="435" y="845"/>
                </a:lnTo>
                <a:lnTo>
                  <a:pt x="434" y="845"/>
                </a:lnTo>
                <a:lnTo>
                  <a:pt x="434" y="844"/>
                </a:lnTo>
                <a:lnTo>
                  <a:pt x="433" y="844"/>
                </a:lnTo>
                <a:lnTo>
                  <a:pt x="432" y="845"/>
                </a:lnTo>
                <a:lnTo>
                  <a:pt x="431" y="845"/>
                </a:lnTo>
                <a:lnTo>
                  <a:pt x="431" y="846"/>
                </a:lnTo>
                <a:lnTo>
                  <a:pt x="431" y="847"/>
                </a:lnTo>
                <a:lnTo>
                  <a:pt x="430" y="847"/>
                </a:lnTo>
                <a:lnTo>
                  <a:pt x="430" y="848"/>
                </a:lnTo>
                <a:lnTo>
                  <a:pt x="430" y="849"/>
                </a:lnTo>
                <a:lnTo>
                  <a:pt x="428" y="849"/>
                </a:lnTo>
                <a:lnTo>
                  <a:pt x="428" y="850"/>
                </a:lnTo>
                <a:lnTo>
                  <a:pt x="428" y="851"/>
                </a:lnTo>
                <a:lnTo>
                  <a:pt x="428" y="853"/>
                </a:lnTo>
                <a:lnTo>
                  <a:pt x="427" y="853"/>
                </a:lnTo>
                <a:lnTo>
                  <a:pt x="427" y="854"/>
                </a:lnTo>
                <a:lnTo>
                  <a:pt x="426" y="854"/>
                </a:lnTo>
                <a:lnTo>
                  <a:pt x="426" y="855"/>
                </a:lnTo>
                <a:lnTo>
                  <a:pt x="425" y="855"/>
                </a:lnTo>
                <a:lnTo>
                  <a:pt x="425" y="856"/>
                </a:lnTo>
                <a:lnTo>
                  <a:pt x="425" y="857"/>
                </a:lnTo>
                <a:lnTo>
                  <a:pt x="426" y="857"/>
                </a:lnTo>
                <a:lnTo>
                  <a:pt x="426" y="858"/>
                </a:lnTo>
                <a:lnTo>
                  <a:pt x="426" y="859"/>
                </a:lnTo>
                <a:lnTo>
                  <a:pt x="425" y="859"/>
                </a:lnTo>
                <a:lnTo>
                  <a:pt x="424" y="859"/>
                </a:lnTo>
                <a:lnTo>
                  <a:pt x="423" y="860"/>
                </a:lnTo>
                <a:lnTo>
                  <a:pt x="423" y="861"/>
                </a:lnTo>
                <a:lnTo>
                  <a:pt x="423" y="862"/>
                </a:lnTo>
                <a:lnTo>
                  <a:pt x="423" y="863"/>
                </a:lnTo>
                <a:lnTo>
                  <a:pt x="423" y="864"/>
                </a:lnTo>
                <a:lnTo>
                  <a:pt x="424" y="864"/>
                </a:lnTo>
                <a:lnTo>
                  <a:pt x="424" y="865"/>
                </a:lnTo>
                <a:lnTo>
                  <a:pt x="424" y="866"/>
                </a:lnTo>
                <a:lnTo>
                  <a:pt x="424" y="867"/>
                </a:lnTo>
                <a:lnTo>
                  <a:pt x="424" y="868"/>
                </a:lnTo>
                <a:lnTo>
                  <a:pt x="423" y="868"/>
                </a:lnTo>
                <a:lnTo>
                  <a:pt x="423" y="869"/>
                </a:lnTo>
                <a:lnTo>
                  <a:pt x="423" y="870"/>
                </a:lnTo>
                <a:lnTo>
                  <a:pt x="422" y="871"/>
                </a:lnTo>
                <a:lnTo>
                  <a:pt x="422" y="872"/>
                </a:lnTo>
                <a:lnTo>
                  <a:pt x="423" y="873"/>
                </a:lnTo>
                <a:lnTo>
                  <a:pt x="424" y="873"/>
                </a:lnTo>
                <a:lnTo>
                  <a:pt x="425" y="873"/>
                </a:lnTo>
                <a:lnTo>
                  <a:pt x="425" y="874"/>
                </a:lnTo>
                <a:lnTo>
                  <a:pt x="424" y="874"/>
                </a:lnTo>
                <a:lnTo>
                  <a:pt x="424" y="875"/>
                </a:lnTo>
                <a:lnTo>
                  <a:pt x="425" y="875"/>
                </a:lnTo>
                <a:lnTo>
                  <a:pt x="426" y="875"/>
                </a:lnTo>
                <a:lnTo>
                  <a:pt x="426" y="876"/>
                </a:lnTo>
                <a:lnTo>
                  <a:pt x="427" y="877"/>
                </a:lnTo>
                <a:lnTo>
                  <a:pt x="427" y="878"/>
                </a:lnTo>
                <a:lnTo>
                  <a:pt x="427" y="879"/>
                </a:lnTo>
                <a:lnTo>
                  <a:pt x="428" y="879"/>
                </a:lnTo>
                <a:lnTo>
                  <a:pt x="428" y="880"/>
                </a:lnTo>
                <a:lnTo>
                  <a:pt x="429" y="880"/>
                </a:lnTo>
                <a:lnTo>
                  <a:pt x="429" y="881"/>
                </a:lnTo>
                <a:lnTo>
                  <a:pt x="429" y="880"/>
                </a:lnTo>
                <a:lnTo>
                  <a:pt x="430" y="880"/>
                </a:lnTo>
                <a:lnTo>
                  <a:pt x="430" y="881"/>
                </a:lnTo>
                <a:lnTo>
                  <a:pt x="432" y="881"/>
                </a:lnTo>
                <a:lnTo>
                  <a:pt x="433" y="881"/>
                </a:lnTo>
                <a:lnTo>
                  <a:pt x="433" y="882"/>
                </a:lnTo>
                <a:lnTo>
                  <a:pt x="434" y="882"/>
                </a:lnTo>
                <a:lnTo>
                  <a:pt x="434" y="883"/>
                </a:lnTo>
                <a:lnTo>
                  <a:pt x="433" y="883"/>
                </a:lnTo>
                <a:lnTo>
                  <a:pt x="433" y="884"/>
                </a:lnTo>
                <a:lnTo>
                  <a:pt x="433" y="885"/>
                </a:lnTo>
                <a:lnTo>
                  <a:pt x="432" y="886"/>
                </a:lnTo>
                <a:lnTo>
                  <a:pt x="432" y="888"/>
                </a:lnTo>
                <a:lnTo>
                  <a:pt x="432" y="889"/>
                </a:lnTo>
                <a:lnTo>
                  <a:pt x="432" y="891"/>
                </a:lnTo>
                <a:lnTo>
                  <a:pt x="433" y="892"/>
                </a:lnTo>
                <a:lnTo>
                  <a:pt x="434" y="892"/>
                </a:lnTo>
                <a:lnTo>
                  <a:pt x="434" y="893"/>
                </a:lnTo>
                <a:lnTo>
                  <a:pt x="435" y="893"/>
                </a:lnTo>
                <a:lnTo>
                  <a:pt x="435" y="894"/>
                </a:lnTo>
                <a:lnTo>
                  <a:pt x="435" y="895"/>
                </a:lnTo>
                <a:lnTo>
                  <a:pt x="435" y="897"/>
                </a:lnTo>
                <a:lnTo>
                  <a:pt x="435" y="898"/>
                </a:lnTo>
                <a:lnTo>
                  <a:pt x="434" y="898"/>
                </a:lnTo>
                <a:lnTo>
                  <a:pt x="433" y="898"/>
                </a:lnTo>
                <a:lnTo>
                  <a:pt x="433" y="899"/>
                </a:lnTo>
                <a:lnTo>
                  <a:pt x="432" y="901"/>
                </a:lnTo>
                <a:lnTo>
                  <a:pt x="432" y="902"/>
                </a:lnTo>
                <a:lnTo>
                  <a:pt x="432" y="903"/>
                </a:lnTo>
                <a:lnTo>
                  <a:pt x="432" y="904"/>
                </a:lnTo>
                <a:lnTo>
                  <a:pt x="432" y="906"/>
                </a:lnTo>
                <a:lnTo>
                  <a:pt x="432" y="907"/>
                </a:lnTo>
                <a:lnTo>
                  <a:pt x="433" y="908"/>
                </a:lnTo>
                <a:lnTo>
                  <a:pt x="434" y="908"/>
                </a:lnTo>
                <a:lnTo>
                  <a:pt x="435" y="909"/>
                </a:lnTo>
                <a:lnTo>
                  <a:pt x="436" y="910"/>
                </a:lnTo>
                <a:lnTo>
                  <a:pt x="436" y="911"/>
                </a:lnTo>
                <a:lnTo>
                  <a:pt x="436" y="912"/>
                </a:lnTo>
                <a:lnTo>
                  <a:pt x="436" y="913"/>
                </a:lnTo>
                <a:lnTo>
                  <a:pt x="436" y="914"/>
                </a:lnTo>
                <a:lnTo>
                  <a:pt x="436" y="915"/>
                </a:lnTo>
                <a:lnTo>
                  <a:pt x="436" y="916"/>
                </a:lnTo>
                <a:lnTo>
                  <a:pt x="435" y="916"/>
                </a:lnTo>
                <a:lnTo>
                  <a:pt x="434" y="916"/>
                </a:lnTo>
                <a:lnTo>
                  <a:pt x="433" y="916"/>
                </a:lnTo>
                <a:lnTo>
                  <a:pt x="433" y="917"/>
                </a:lnTo>
                <a:lnTo>
                  <a:pt x="432" y="917"/>
                </a:lnTo>
                <a:lnTo>
                  <a:pt x="432" y="918"/>
                </a:lnTo>
                <a:lnTo>
                  <a:pt x="432" y="919"/>
                </a:lnTo>
                <a:lnTo>
                  <a:pt x="431" y="919"/>
                </a:lnTo>
                <a:lnTo>
                  <a:pt x="432" y="920"/>
                </a:lnTo>
                <a:lnTo>
                  <a:pt x="433" y="921"/>
                </a:lnTo>
                <a:lnTo>
                  <a:pt x="434" y="921"/>
                </a:lnTo>
                <a:lnTo>
                  <a:pt x="435" y="923"/>
                </a:lnTo>
                <a:lnTo>
                  <a:pt x="435" y="924"/>
                </a:lnTo>
                <a:lnTo>
                  <a:pt x="435" y="925"/>
                </a:lnTo>
                <a:lnTo>
                  <a:pt x="436" y="926"/>
                </a:lnTo>
                <a:lnTo>
                  <a:pt x="436" y="927"/>
                </a:lnTo>
                <a:lnTo>
                  <a:pt x="436" y="928"/>
                </a:lnTo>
                <a:lnTo>
                  <a:pt x="437" y="928"/>
                </a:lnTo>
                <a:lnTo>
                  <a:pt x="437" y="929"/>
                </a:lnTo>
                <a:lnTo>
                  <a:pt x="437" y="930"/>
                </a:lnTo>
                <a:lnTo>
                  <a:pt x="436" y="930"/>
                </a:lnTo>
                <a:lnTo>
                  <a:pt x="435" y="930"/>
                </a:lnTo>
                <a:lnTo>
                  <a:pt x="434" y="930"/>
                </a:lnTo>
                <a:lnTo>
                  <a:pt x="433" y="931"/>
                </a:lnTo>
                <a:lnTo>
                  <a:pt x="433" y="932"/>
                </a:lnTo>
                <a:lnTo>
                  <a:pt x="432" y="933"/>
                </a:lnTo>
                <a:lnTo>
                  <a:pt x="432" y="934"/>
                </a:lnTo>
                <a:lnTo>
                  <a:pt x="433" y="935"/>
                </a:lnTo>
                <a:lnTo>
                  <a:pt x="432" y="935"/>
                </a:lnTo>
                <a:lnTo>
                  <a:pt x="432" y="936"/>
                </a:lnTo>
                <a:lnTo>
                  <a:pt x="433" y="936"/>
                </a:lnTo>
                <a:lnTo>
                  <a:pt x="433" y="937"/>
                </a:lnTo>
                <a:lnTo>
                  <a:pt x="434" y="937"/>
                </a:lnTo>
                <a:lnTo>
                  <a:pt x="433" y="937"/>
                </a:lnTo>
                <a:lnTo>
                  <a:pt x="433" y="938"/>
                </a:lnTo>
                <a:lnTo>
                  <a:pt x="432" y="939"/>
                </a:lnTo>
                <a:lnTo>
                  <a:pt x="431" y="939"/>
                </a:lnTo>
                <a:lnTo>
                  <a:pt x="430" y="939"/>
                </a:lnTo>
                <a:lnTo>
                  <a:pt x="429" y="939"/>
                </a:lnTo>
                <a:lnTo>
                  <a:pt x="428" y="940"/>
                </a:lnTo>
                <a:lnTo>
                  <a:pt x="428" y="939"/>
                </a:lnTo>
                <a:lnTo>
                  <a:pt x="426" y="940"/>
                </a:lnTo>
                <a:lnTo>
                  <a:pt x="425" y="940"/>
                </a:lnTo>
                <a:lnTo>
                  <a:pt x="424" y="940"/>
                </a:lnTo>
                <a:lnTo>
                  <a:pt x="423" y="940"/>
                </a:lnTo>
                <a:lnTo>
                  <a:pt x="422" y="940"/>
                </a:lnTo>
                <a:lnTo>
                  <a:pt x="421" y="940"/>
                </a:lnTo>
                <a:lnTo>
                  <a:pt x="420" y="940"/>
                </a:lnTo>
                <a:lnTo>
                  <a:pt x="420" y="941"/>
                </a:lnTo>
                <a:lnTo>
                  <a:pt x="419" y="941"/>
                </a:lnTo>
                <a:lnTo>
                  <a:pt x="418" y="941"/>
                </a:lnTo>
                <a:lnTo>
                  <a:pt x="418" y="940"/>
                </a:lnTo>
                <a:lnTo>
                  <a:pt x="417" y="940"/>
                </a:lnTo>
                <a:lnTo>
                  <a:pt x="416" y="940"/>
                </a:lnTo>
                <a:lnTo>
                  <a:pt x="413" y="940"/>
                </a:lnTo>
                <a:lnTo>
                  <a:pt x="413" y="941"/>
                </a:lnTo>
                <a:lnTo>
                  <a:pt x="412" y="941"/>
                </a:lnTo>
                <a:lnTo>
                  <a:pt x="412" y="942"/>
                </a:lnTo>
                <a:lnTo>
                  <a:pt x="410" y="942"/>
                </a:lnTo>
                <a:lnTo>
                  <a:pt x="409" y="942"/>
                </a:lnTo>
                <a:lnTo>
                  <a:pt x="408" y="942"/>
                </a:lnTo>
                <a:lnTo>
                  <a:pt x="407" y="941"/>
                </a:lnTo>
                <a:lnTo>
                  <a:pt x="403" y="941"/>
                </a:lnTo>
                <a:lnTo>
                  <a:pt x="402" y="941"/>
                </a:lnTo>
                <a:lnTo>
                  <a:pt x="401" y="941"/>
                </a:lnTo>
                <a:lnTo>
                  <a:pt x="400" y="941"/>
                </a:lnTo>
                <a:lnTo>
                  <a:pt x="399" y="941"/>
                </a:lnTo>
                <a:lnTo>
                  <a:pt x="399" y="940"/>
                </a:lnTo>
                <a:lnTo>
                  <a:pt x="398" y="940"/>
                </a:lnTo>
                <a:lnTo>
                  <a:pt x="398" y="939"/>
                </a:lnTo>
                <a:lnTo>
                  <a:pt x="399" y="938"/>
                </a:lnTo>
                <a:lnTo>
                  <a:pt x="398" y="937"/>
                </a:lnTo>
                <a:lnTo>
                  <a:pt x="397" y="936"/>
                </a:lnTo>
                <a:lnTo>
                  <a:pt x="398" y="936"/>
                </a:lnTo>
                <a:lnTo>
                  <a:pt x="397" y="936"/>
                </a:lnTo>
                <a:lnTo>
                  <a:pt x="396" y="936"/>
                </a:lnTo>
                <a:lnTo>
                  <a:pt x="396" y="935"/>
                </a:lnTo>
                <a:lnTo>
                  <a:pt x="396" y="934"/>
                </a:lnTo>
                <a:lnTo>
                  <a:pt x="397" y="934"/>
                </a:lnTo>
                <a:lnTo>
                  <a:pt x="398" y="933"/>
                </a:lnTo>
                <a:lnTo>
                  <a:pt x="398" y="932"/>
                </a:lnTo>
                <a:lnTo>
                  <a:pt x="398" y="931"/>
                </a:lnTo>
                <a:lnTo>
                  <a:pt x="397" y="930"/>
                </a:lnTo>
                <a:lnTo>
                  <a:pt x="396" y="930"/>
                </a:lnTo>
                <a:lnTo>
                  <a:pt x="395" y="929"/>
                </a:lnTo>
                <a:lnTo>
                  <a:pt x="394" y="929"/>
                </a:lnTo>
                <a:lnTo>
                  <a:pt x="393" y="929"/>
                </a:lnTo>
                <a:lnTo>
                  <a:pt x="392" y="929"/>
                </a:lnTo>
                <a:lnTo>
                  <a:pt x="391" y="928"/>
                </a:lnTo>
                <a:lnTo>
                  <a:pt x="390" y="928"/>
                </a:lnTo>
                <a:lnTo>
                  <a:pt x="389" y="928"/>
                </a:lnTo>
                <a:lnTo>
                  <a:pt x="389" y="927"/>
                </a:lnTo>
                <a:lnTo>
                  <a:pt x="390" y="926"/>
                </a:lnTo>
                <a:lnTo>
                  <a:pt x="390" y="925"/>
                </a:lnTo>
                <a:lnTo>
                  <a:pt x="389" y="925"/>
                </a:lnTo>
                <a:lnTo>
                  <a:pt x="389" y="924"/>
                </a:lnTo>
                <a:lnTo>
                  <a:pt x="388" y="923"/>
                </a:lnTo>
                <a:lnTo>
                  <a:pt x="387" y="922"/>
                </a:lnTo>
                <a:lnTo>
                  <a:pt x="387" y="921"/>
                </a:lnTo>
                <a:lnTo>
                  <a:pt x="386" y="921"/>
                </a:lnTo>
                <a:lnTo>
                  <a:pt x="385" y="921"/>
                </a:lnTo>
                <a:lnTo>
                  <a:pt x="383" y="920"/>
                </a:lnTo>
                <a:lnTo>
                  <a:pt x="382" y="920"/>
                </a:lnTo>
                <a:lnTo>
                  <a:pt x="382" y="919"/>
                </a:lnTo>
                <a:lnTo>
                  <a:pt x="381" y="919"/>
                </a:lnTo>
                <a:lnTo>
                  <a:pt x="381" y="918"/>
                </a:lnTo>
                <a:lnTo>
                  <a:pt x="380" y="917"/>
                </a:lnTo>
                <a:lnTo>
                  <a:pt x="379" y="917"/>
                </a:lnTo>
                <a:lnTo>
                  <a:pt x="378" y="915"/>
                </a:lnTo>
                <a:lnTo>
                  <a:pt x="377" y="915"/>
                </a:lnTo>
                <a:lnTo>
                  <a:pt x="377" y="914"/>
                </a:lnTo>
                <a:lnTo>
                  <a:pt x="376" y="914"/>
                </a:lnTo>
                <a:lnTo>
                  <a:pt x="375" y="914"/>
                </a:lnTo>
                <a:lnTo>
                  <a:pt x="375" y="913"/>
                </a:lnTo>
                <a:lnTo>
                  <a:pt x="374" y="913"/>
                </a:lnTo>
                <a:lnTo>
                  <a:pt x="374" y="912"/>
                </a:lnTo>
                <a:lnTo>
                  <a:pt x="373" y="912"/>
                </a:lnTo>
                <a:lnTo>
                  <a:pt x="373" y="911"/>
                </a:lnTo>
                <a:lnTo>
                  <a:pt x="372" y="911"/>
                </a:lnTo>
                <a:lnTo>
                  <a:pt x="371" y="911"/>
                </a:lnTo>
                <a:lnTo>
                  <a:pt x="371" y="910"/>
                </a:lnTo>
                <a:lnTo>
                  <a:pt x="370" y="910"/>
                </a:lnTo>
                <a:lnTo>
                  <a:pt x="369" y="910"/>
                </a:lnTo>
                <a:lnTo>
                  <a:pt x="368" y="909"/>
                </a:lnTo>
                <a:lnTo>
                  <a:pt x="367" y="909"/>
                </a:lnTo>
                <a:lnTo>
                  <a:pt x="365" y="909"/>
                </a:lnTo>
                <a:lnTo>
                  <a:pt x="364" y="909"/>
                </a:lnTo>
                <a:lnTo>
                  <a:pt x="362" y="908"/>
                </a:lnTo>
                <a:lnTo>
                  <a:pt x="360" y="908"/>
                </a:lnTo>
                <a:lnTo>
                  <a:pt x="359" y="908"/>
                </a:lnTo>
                <a:lnTo>
                  <a:pt x="358" y="908"/>
                </a:lnTo>
                <a:lnTo>
                  <a:pt x="357" y="908"/>
                </a:lnTo>
                <a:lnTo>
                  <a:pt x="357" y="907"/>
                </a:lnTo>
                <a:lnTo>
                  <a:pt x="356" y="907"/>
                </a:lnTo>
                <a:lnTo>
                  <a:pt x="355" y="906"/>
                </a:lnTo>
                <a:lnTo>
                  <a:pt x="355" y="905"/>
                </a:lnTo>
                <a:lnTo>
                  <a:pt x="354" y="905"/>
                </a:lnTo>
                <a:lnTo>
                  <a:pt x="354" y="904"/>
                </a:lnTo>
                <a:lnTo>
                  <a:pt x="353" y="904"/>
                </a:lnTo>
                <a:lnTo>
                  <a:pt x="353" y="903"/>
                </a:lnTo>
                <a:lnTo>
                  <a:pt x="352" y="902"/>
                </a:lnTo>
                <a:lnTo>
                  <a:pt x="351" y="902"/>
                </a:lnTo>
                <a:lnTo>
                  <a:pt x="350" y="901"/>
                </a:lnTo>
                <a:lnTo>
                  <a:pt x="349" y="901"/>
                </a:lnTo>
                <a:lnTo>
                  <a:pt x="348" y="901"/>
                </a:lnTo>
                <a:lnTo>
                  <a:pt x="347" y="901"/>
                </a:lnTo>
                <a:lnTo>
                  <a:pt x="346" y="900"/>
                </a:lnTo>
                <a:lnTo>
                  <a:pt x="345" y="900"/>
                </a:lnTo>
                <a:lnTo>
                  <a:pt x="345" y="899"/>
                </a:lnTo>
                <a:lnTo>
                  <a:pt x="344" y="899"/>
                </a:lnTo>
                <a:lnTo>
                  <a:pt x="344" y="898"/>
                </a:lnTo>
                <a:lnTo>
                  <a:pt x="343" y="898"/>
                </a:lnTo>
                <a:lnTo>
                  <a:pt x="343" y="897"/>
                </a:lnTo>
                <a:lnTo>
                  <a:pt x="343" y="896"/>
                </a:lnTo>
                <a:lnTo>
                  <a:pt x="343" y="895"/>
                </a:lnTo>
                <a:lnTo>
                  <a:pt x="342" y="895"/>
                </a:lnTo>
                <a:lnTo>
                  <a:pt x="342" y="894"/>
                </a:lnTo>
                <a:lnTo>
                  <a:pt x="341" y="894"/>
                </a:lnTo>
                <a:lnTo>
                  <a:pt x="340" y="894"/>
                </a:lnTo>
                <a:lnTo>
                  <a:pt x="339" y="894"/>
                </a:lnTo>
                <a:lnTo>
                  <a:pt x="337" y="894"/>
                </a:lnTo>
                <a:lnTo>
                  <a:pt x="335" y="894"/>
                </a:lnTo>
                <a:lnTo>
                  <a:pt x="334" y="894"/>
                </a:lnTo>
                <a:lnTo>
                  <a:pt x="334" y="893"/>
                </a:lnTo>
                <a:lnTo>
                  <a:pt x="333" y="893"/>
                </a:lnTo>
                <a:lnTo>
                  <a:pt x="332" y="893"/>
                </a:lnTo>
                <a:lnTo>
                  <a:pt x="332" y="892"/>
                </a:lnTo>
                <a:lnTo>
                  <a:pt x="332" y="891"/>
                </a:lnTo>
                <a:lnTo>
                  <a:pt x="331" y="891"/>
                </a:lnTo>
                <a:lnTo>
                  <a:pt x="330" y="891"/>
                </a:lnTo>
                <a:lnTo>
                  <a:pt x="330" y="890"/>
                </a:lnTo>
                <a:lnTo>
                  <a:pt x="329" y="890"/>
                </a:lnTo>
                <a:lnTo>
                  <a:pt x="329" y="889"/>
                </a:lnTo>
                <a:lnTo>
                  <a:pt x="328" y="888"/>
                </a:lnTo>
                <a:lnTo>
                  <a:pt x="327" y="888"/>
                </a:lnTo>
                <a:lnTo>
                  <a:pt x="326" y="888"/>
                </a:lnTo>
                <a:lnTo>
                  <a:pt x="326" y="887"/>
                </a:lnTo>
                <a:lnTo>
                  <a:pt x="326" y="886"/>
                </a:lnTo>
                <a:lnTo>
                  <a:pt x="325" y="886"/>
                </a:lnTo>
                <a:lnTo>
                  <a:pt x="324" y="886"/>
                </a:lnTo>
                <a:lnTo>
                  <a:pt x="323" y="886"/>
                </a:lnTo>
                <a:lnTo>
                  <a:pt x="322" y="885"/>
                </a:lnTo>
                <a:lnTo>
                  <a:pt x="322" y="886"/>
                </a:lnTo>
                <a:lnTo>
                  <a:pt x="321" y="886"/>
                </a:lnTo>
                <a:lnTo>
                  <a:pt x="321" y="885"/>
                </a:lnTo>
                <a:lnTo>
                  <a:pt x="320" y="885"/>
                </a:lnTo>
                <a:lnTo>
                  <a:pt x="320" y="884"/>
                </a:lnTo>
                <a:lnTo>
                  <a:pt x="319" y="884"/>
                </a:lnTo>
                <a:lnTo>
                  <a:pt x="319" y="883"/>
                </a:lnTo>
                <a:lnTo>
                  <a:pt x="318" y="883"/>
                </a:lnTo>
                <a:lnTo>
                  <a:pt x="317" y="883"/>
                </a:lnTo>
                <a:lnTo>
                  <a:pt x="317" y="882"/>
                </a:lnTo>
                <a:lnTo>
                  <a:pt x="317" y="881"/>
                </a:lnTo>
                <a:lnTo>
                  <a:pt x="318" y="881"/>
                </a:lnTo>
                <a:lnTo>
                  <a:pt x="318" y="879"/>
                </a:lnTo>
                <a:lnTo>
                  <a:pt x="317" y="879"/>
                </a:lnTo>
                <a:lnTo>
                  <a:pt x="317" y="878"/>
                </a:lnTo>
                <a:lnTo>
                  <a:pt x="317" y="877"/>
                </a:lnTo>
                <a:lnTo>
                  <a:pt x="316" y="877"/>
                </a:lnTo>
                <a:lnTo>
                  <a:pt x="315" y="877"/>
                </a:lnTo>
                <a:lnTo>
                  <a:pt x="315" y="876"/>
                </a:lnTo>
                <a:lnTo>
                  <a:pt x="315" y="875"/>
                </a:lnTo>
                <a:lnTo>
                  <a:pt x="314" y="875"/>
                </a:lnTo>
                <a:lnTo>
                  <a:pt x="313" y="874"/>
                </a:lnTo>
                <a:lnTo>
                  <a:pt x="313" y="875"/>
                </a:lnTo>
                <a:lnTo>
                  <a:pt x="312" y="875"/>
                </a:lnTo>
                <a:lnTo>
                  <a:pt x="311" y="876"/>
                </a:lnTo>
                <a:lnTo>
                  <a:pt x="310" y="875"/>
                </a:lnTo>
                <a:lnTo>
                  <a:pt x="309" y="875"/>
                </a:lnTo>
                <a:lnTo>
                  <a:pt x="308" y="875"/>
                </a:lnTo>
                <a:lnTo>
                  <a:pt x="308" y="876"/>
                </a:lnTo>
                <a:lnTo>
                  <a:pt x="307" y="876"/>
                </a:lnTo>
                <a:lnTo>
                  <a:pt x="306" y="876"/>
                </a:lnTo>
                <a:lnTo>
                  <a:pt x="306" y="875"/>
                </a:lnTo>
                <a:lnTo>
                  <a:pt x="305" y="875"/>
                </a:lnTo>
                <a:lnTo>
                  <a:pt x="305" y="876"/>
                </a:lnTo>
                <a:lnTo>
                  <a:pt x="304" y="876"/>
                </a:lnTo>
                <a:lnTo>
                  <a:pt x="303" y="876"/>
                </a:lnTo>
                <a:lnTo>
                  <a:pt x="302" y="876"/>
                </a:lnTo>
                <a:lnTo>
                  <a:pt x="301" y="876"/>
                </a:lnTo>
                <a:lnTo>
                  <a:pt x="300" y="878"/>
                </a:lnTo>
                <a:lnTo>
                  <a:pt x="299" y="878"/>
                </a:lnTo>
                <a:lnTo>
                  <a:pt x="299" y="879"/>
                </a:lnTo>
                <a:lnTo>
                  <a:pt x="296" y="879"/>
                </a:lnTo>
                <a:lnTo>
                  <a:pt x="296" y="878"/>
                </a:lnTo>
                <a:lnTo>
                  <a:pt x="295" y="878"/>
                </a:lnTo>
                <a:lnTo>
                  <a:pt x="294" y="877"/>
                </a:lnTo>
                <a:lnTo>
                  <a:pt x="293" y="876"/>
                </a:lnTo>
                <a:lnTo>
                  <a:pt x="292" y="876"/>
                </a:lnTo>
                <a:lnTo>
                  <a:pt x="291" y="876"/>
                </a:lnTo>
                <a:lnTo>
                  <a:pt x="291" y="875"/>
                </a:lnTo>
                <a:lnTo>
                  <a:pt x="290" y="874"/>
                </a:lnTo>
                <a:lnTo>
                  <a:pt x="289" y="874"/>
                </a:lnTo>
                <a:lnTo>
                  <a:pt x="288" y="875"/>
                </a:lnTo>
                <a:lnTo>
                  <a:pt x="287" y="876"/>
                </a:lnTo>
                <a:lnTo>
                  <a:pt x="286" y="876"/>
                </a:lnTo>
                <a:lnTo>
                  <a:pt x="286" y="877"/>
                </a:lnTo>
                <a:lnTo>
                  <a:pt x="286" y="878"/>
                </a:lnTo>
                <a:lnTo>
                  <a:pt x="285" y="878"/>
                </a:lnTo>
                <a:lnTo>
                  <a:pt x="284" y="878"/>
                </a:lnTo>
                <a:lnTo>
                  <a:pt x="284" y="879"/>
                </a:lnTo>
                <a:lnTo>
                  <a:pt x="284" y="880"/>
                </a:lnTo>
                <a:lnTo>
                  <a:pt x="283" y="880"/>
                </a:lnTo>
                <a:lnTo>
                  <a:pt x="282" y="880"/>
                </a:lnTo>
                <a:lnTo>
                  <a:pt x="282" y="879"/>
                </a:lnTo>
                <a:lnTo>
                  <a:pt x="281" y="879"/>
                </a:lnTo>
                <a:lnTo>
                  <a:pt x="281" y="878"/>
                </a:lnTo>
                <a:lnTo>
                  <a:pt x="280" y="878"/>
                </a:lnTo>
                <a:lnTo>
                  <a:pt x="280" y="879"/>
                </a:lnTo>
                <a:lnTo>
                  <a:pt x="279" y="880"/>
                </a:lnTo>
                <a:lnTo>
                  <a:pt x="279" y="881"/>
                </a:lnTo>
                <a:lnTo>
                  <a:pt x="277" y="881"/>
                </a:lnTo>
                <a:lnTo>
                  <a:pt x="277" y="880"/>
                </a:lnTo>
                <a:lnTo>
                  <a:pt x="276" y="880"/>
                </a:lnTo>
                <a:lnTo>
                  <a:pt x="275" y="880"/>
                </a:lnTo>
                <a:lnTo>
                  <a:pt x="274" y="879"/>
                </a:lnTo>
                <a:lnTo>
                  <a:pt x="273" y="879"/>
                </a:lnTo>
                <a:lnTo>
                  <a:pt x="272" y="879"/>
                </a:lnTo>
                <a:lnTo>
                  <a:pt x="271" y="879"/>
                </a:lnTo>
                <a:lnTo>
                  <a:pt x="271" y="880"/>
                </a:lnTo>
                <a:lnTo>
                  <a:pt x="270" y="880"/>
                </a:lnTo>
                <a:lnTo>
                  <a:pt x="270" y="881"/>
                </a:lnTo>
                <a:lnTo>
                  <a:pt x="269" y="881"/>
                </a:lnTo>
                <a:lnTo>
                  <a:pt x="268" y="881"/>
                </a:lnTo>
                <a:lnTo>
                  <a:pt x="267" y="880"/>
                </a:lnTo>
                <a:lnTo>
                  <a:pt x="266" y="881"/>
                </a:lnTo>
                <a:lnTo>
                  <a:pt x="266" y="882"/>
                </a:lnTo>
                <a:lnTo>
                  <a:pt x="266" y="883"/>
                </a:lnTo>
                <a:lnTo>
                  <a:pt x="266" y="884"/>
                </a:lnTo>
                <a:lnTo>
                  <a:pt x="266" y="885"/>
                </a:lnTo>
                <a:lnTo>
                  <a:pt x="266" y="886"/>
                </a:lnTo>
                <a:lnTo>
                  <a:pt x="265" y="887"/>
                </a:lnTo>
                <a:lnTo>
                  <a:pt x="264" y="887"/>
                </a:lnTo>
                <a:lnTo>
                  <a:pt x="264" y="888"/>
                </a:lnTo>
                <a:lnTo>
                  <a:pt x="263" y="889"/>
                </a:lnTo>
                <a:lnTo>
                  <a:pt x="262" y="889"/>
                </a:lnTo>
                <a:lnTo>
                  <a:pt x="261" y="889"/>
                </a:lnTo>
                <a:lnTo>
                  <a:pt x="260" y="887"/>
                </a:lnTo>
                <a:lnTo>
                  <a:pt x="259" y="887"/>
                </a:lnTo>
                <a:lnTo>
                  <a:pt x="257" y="885"/>
                </a:lnTo>
                <a:lnTo>
                  <a:pt x="257" y="884"/>
                </a:lnTo>
                <a:lnTo>
                  <a:pt x="256" y="883"/>
                </a:lnTo>
                <a:lnTo>
                  <a:pt x="255" y="883"/>
                </a:lnTo>
                <a:lnTo>
                  <a:pt x="254" y="882"/>
                </a:lnTo>
                <a:lnTo>
                  <a:pt x="252" y="881"/>
                </a:lnTo>
                <a:lnTo>
                  <a:pt x="251" y="883"/>
                </a:lnTo>
                <a:lnTo>
                  <a:pt x="250" y="882"/>
                </a:lnTo>
                <a:lnTo>
                  <a:pt x="249" y="882"/>
                </a:lnTo>
                <a:lnTo>
                  <a:pt x="248" y="881"/>
                </a:lnTo>
                <a:lnTo>
                  <a:pt x="247" y="881"/>
                </a:lnTo>
                <a:lnTo>
                  <a:pt x="247" y="880"/>
                </a:lnTo>
                <a:lnTo>
                  <a:pt x="246" y="880"/>
                </a:lnTo>
                <a:lnTo>
                  <a:pt x="246" y="879"/>
                </a:lnTo>
                <a:lnTo>
                  <a:pt x="245" y="879"/>
                </a:lnTo>
                <a:lnTo>
                  <a:pt x="245" y="878"/>
                </a:lnTo>
                <a:lnTo>
                  <a:pt x="244" y="877"/>
                </a:lnTo>
                <a:lnTo>
                  <a:pt x="244" y="876"/>
                </a:lnTo>
                <a:lnTo>
                  <a:pt x="243" y="875"/>
                </a:lnTo>
                <a:lnTo>
                  <a:pt x="243" y="874"/>
                </a:lnTo>
                <a:lnTo>
                  <a:pt x="242" y="874"/>
                </a:lnTo>
                <a:lnTo>
                  <a:pt x="242" y="873"/>
                </a:lnTo>
                <a:lnTo>
                  <a:pt x="241" y="873"/>
                </a:lnTo>
                <a:lnTo>
                  <a:pt x="241" y="872"/>
                </a:lnTo>
                <a:lnTo>
                  <a:pt x="240" y="871"/>
                </a:lnTo>
                <a:lnTo>
                  <a:pt x="240" y="870"/>
                </a:lnTo>
                <a:lnTo>
                  <a:pt x="239" y="869"/>
                </a:lnTo>
                <a:lnTo>
                  <a:pt x="239" y="868"/>
                </a:lnTo>
                <a:lnTo>
                  <a:pt x="238" y="868"/>
                </a:lnTo>
                <a:lnTo>
                  <a:pt x="238" y="867"/>
                </a:lnTo>
                <a:lnTo>
                  <a:pt x="238" y="866"/>
                </a:lnTo>
                <a:lnTo>
                  <a:pt x="237" y="867"/>
                </a:lnTo>
                <a:lnTo>
                  <a:pt x="236" y="867"/>
                </a:lnTo>
                <a:lnTo>
                  <a:pt x="235" y="867"/>
                </a:lnTo>
                <a:lnTo>
                  <a:pt x="234" y="867"/>
                </a:lnTo>
                <a:lnTo>
                  <a:pt x="233" y="867"/>
                </a:lnTo>
                <a:lnTo>
                  <a:pt x="232" y="866"/>
                </a:lnTo>
                <a:lnTo>
                  <a:pt x="232" y="864"/>
                </a:lnTo>
                <a:lnTo>
                  <a:pt x="231" y="863"/>
                </a:lnTo>
                <a:lnTo>
                  <a:pt x="232" y="863"/>
                </a:lnTo>
                <a:lnTo>
                  <a:pt x="232" y="862"/>
                </a:lnTo>
                <a:lnTo>
                  <a:pt x="231" y="861"/>
                </a:lnTo>
                <a:lnTo>
                  <a:pt x="231" y="860"/>
                </a:lnTo>
                <a:lnTo>
                  <a:pt x="230" y="860"/>
                </a:lnTo>
                <a:lnTo>
                  <a:pt x="230" y="859"/>
                </a:lnTo>
                <a:lnTo>
                  <a:pt x="229" y="859"/>
                </a:lnTo>
                <a:lnTo>
                  <a:pt x="228" y="858"/>
                </a:lnTo>
                <a:lnTo>
                  <a:pt x="227" y="858"/>
                </a:lnTo>
                <a:lnTo>
                  <a:pt x="227" y="857"/>
                </a:lnTo>
                <a:lnTo>
                  <a:pt x="226" y="858"/>
                </a:lnTo>
                <a:lnTo>
                  <a:pt x="225" y="858"/>
                </a:lnTo>
                <a:lnTo>
                  <a:pt x="224" y="858"/>
                </a:lnTo>
                <a:lnTo>
                  <a:pt x="223" y="858"/>
                </a:lnTo>
                <a:lnTo>
                  <a:pt x="223" y="857"/>
                </a:lnTo>
                <a:lnTo>
                  <a:pt x="222" y="857"/>
                </a:lnTo>
                <a:lnTo>
                  <a:pt x="221" y="858"/>
                </a:lnTo>
                <a:lnTo>
                  <a:pt x="220" y="858"/>
                </a:lnTo>
                <a:lnTo>
                  <a:pt x="219" y="859"/>
                </a:lnTo>
                <a:lnTo>
                  <a:pt x="218" y="859"/>
                </a:lnTo>
                <a:lnTo>
                  <a:pt x="217" y="860"/>
                </a:lnTo>
                <a:lnTo>
                  <a:pt x="216" y="860"/>
                </a:lnTo>
                <a:lnTo>
                  <a:pt x="215" y="861"/>
                </a:lnTo>
                <a:lnTo>
                  <a:pt x="214" y="861"/>
                </a:lnTo>
                <a:lnTo>
                  <a:pt x="213" y="860"/>
                </a:lnTo>
                <a:lnTo>
                  <a:pt x="212" y="860"/>
                </a:lnTo>
                <a:lnTo>
                  <a:pt x="212" y="859"/>
                </a:lnTo>
                <a:lnTo>
                  <a:pt x="211" y="859"/>
                </a:lnTo>
                <a:lnTo>
                  <a:pt x="211" y="858"/>
                </a:lnTo>
                <a:lnTo>
                  <a:pt x="210" y="857"/>
                </a:lnTo>
                <a:lnTo>
                  <a:pt x="210" y="856"/>
                </a:lnTo>
                <a:lnTo>
                  <a:pt x="209" y="856"/>
                </a:lnTo>
                <a:lnTo>
                  <a:pt x="208" y="856"/>
                </a:lnTo>
                <a:lnTo>
                  <a:pt x="208" y="857"/>
                </a:lnTo>
                <a:lnTo>
                  <a:pt x="207" y="857"/>
                </a:lnTo>
                <a:lnTo>
                  <a:pt x="207" y="856"/>
                </a:lnTo>
                <a:lnTo>
                  <a:pt x="206" y="856"/>
                </a:lnTo>
                <a:lnTo>
                  <a:pt x="206" y="855"/>
                </a:lnTo>
                <a:lnTo>
                  <a:pt x="207" y="854"/>
                </a:lnTo>
                <a:lnTo>
                  <a:pt x="207" y="853"/>
                </a:lnTo>
                <a:lnTo>
                  <a:pt x="207" y="852"/>
                </a:lnTo>
                <a:lnTo>
                  <a:pt x="206" y="851"/>
                </a:lnTo>
                <a:lnTo>
                  <a:pt x="205" y="851"/>
                </a:lnTo>
                <a:lnTo>
                  <a:pt x="204" y="850"/>
                </a:lnTo>
                <a:lnTo>
                  <a:pt x="204" y="848"/>
                </a:lnTo>
                <a:lnTo>
                  <a:pt x="204" y="847"/>
                </a:lnTo>
                <a:lnTo>
                  <a:pt x="204" y="846"/>
                </a:lnTo>
                <a:lnTo>
                  <a:pt x="204" y="845"/>
                </a:lnTo>
                <a:lnTo>
                  <a:pt x="204" y="843"/>
                </a:lnTo>
                <a:lnTo>
                  <a:pt x="204" y="842"/>
                </a:lnTo>
                <a:lnTo>
                  <a:pt x="204" y="843"/>
                </a:lnTo>
                <a:lnTo>
                  <a:pt x="203" y="843"/>
                </a:lnTo>
                <a:lnTo>
                  <a:pt x="201" y="842"/>
                </a:lnTo>
                <a:lnTo>
                  <a:pt x="200" y="842"/>
                </a:lnTo>
                <a:lnTo>
                  <a:pt x="199" y="842"/>
                </a:lnTo>
                <a:lnTo>
                  <a:pt x="198" y="841"/>
                </a:lnTo>
                <a:lnTo>
                  <a:pt x="198" y="842"/>
                </a:lnTo>
                <a:lnTo>
                  <a:pt x="198" y="843"/>
                </a:lnTo>
                <a:lnTo>
                  <a:pt x="197" y="843"/>
                </a:lnTo>
                <a:lnTo>
                  <a:pt x="197" y="844"/>
                </a:lnTo>
                <a:lnTo>
                  <a:pt x="196" y="845"/>
                </a:lnTo>
                <a:lnTo>
                  <a:pt x="195" y="845"/>
                </a:lnTo>
                <a:lnTo>
                  <a:pt x="195" y="846"/>
                </a:lnTo>
                <a:lnTo>
                  <a:pt x="194" y="846"/>
                </a:lnTo>
                <a:lnTo>
                  <a:pt x="192" y="847"/>
                </a:lnTo>
                <a:lnTo>
                  <a:pt x="191" y="847"/>
                </a:lnTo>
                <a:lnTo>
                  <a:pt x="190" y="848"/>
                </a:lnTo>
                <a:lnTo>
                  <a:pt x="190" y="849"/>
                </a:lnTo>
                <a:lnTo>
                  <a:pt x="190" y="850"/>
                </a:lnTo>
                <a:lnTo>
                  <a:pt x="189" y="851"/>
                </a:lnTo>
                <a:lnTo>
                  <a:pt x="188" y="851"/>
                </a:lnTo>
                <a:lnTo>
                  <a:pt x="188" y="852"/>
                </a:lnTo>
                <a:lnTo>
                  <a:pt x="189" y="852"/>
                </a:lnTo>
                <a:lnTo>
                  <a:pt x="189" y="853"/>
                </a:lnTo>
                <a:lnTo>
                  <a:pt x="188" y="853"/>
                </a:lnTo>
                <a:lnTo>
                  <a:pt x="188" y="854"/>
                </a:lnTo>
                <a:lnTo>
                  <a:pt x="188" y="855"/>
                </a:lnTo>
                <a:lnTo>
                  <a:pt x="188" y="856"/>
                </a:lnTo>
                <a:lnTo>
                  <a:pt x="187" y="856"/>
                </a:lnTo>
                <a:lnTo>
                  <a:pt x="186" y="856"/>
                </a:lnTo>
                <a:lnTo>
                  <a:pt x="187" y="857"/>
                </a:lnTo>
                <a:lnTo>
                  <a:pt x="187" y="858"/>
                </a:lnTo>
                <a:lnTo>
                  <a:pt x="186" y="858"/>
                </a:lnTo>
                <a:lnTo>
                  <a:pt x="185" y="857"/>
                </a:lnTo>
                <a:lnTo>
                  <a:pt x="184" y="858"/>
                </a:lnTo>
                <a:lnTo>
                  <a:pt x="184" y="857"/>
                </a:lnTo>
                <a:lnTo>
                  <a:pt x="183" y="856"/>
                </a:lnTo>
                <a:lnTo>
                  <a:pt x="183" y="855"/>
                </a:lnTo>
                <a:lnTo>
                  <a:pt x="182" y="855"/>
                </a:lnTo>
                <a:lnTo>
                  <a:pt x="181" y="855"/>
                </a:lnTo>
                <a:lnTo>
                  <a:pt x="180" y="854"/>
                </a:lnTo>
                <a:lnTo>
                  <a:pt x="179" y="853"/>
                </a:lnTo>
                <a:lnTo>
                  <a:pt x="179" y="852"/>
                </a:lnTo>
                <a:lnTo>
                  <a:pt x="180" y="852"/>
                </a:lnTo>
                <a:lnTo>
                  <a:pt x="179" y="851"/>
                </a:lnTo>
                <a:lnTo>
                  <a:pt x="178" y="851"/>
                </a:lnTo>
                <a:lnTo>
                  <a:pt x="177" y="850"/>
                </a:lnTo>
                <a:lnTo>
                  <a:pt x="177" y="849"/>
                </a:lnTo>
                <a:lnTo>
                  <a:pt x="176" y="850"/>
                </a:lnTo>
                <a:lnTo>
                  <a:pt x="174" y="850"/>
                </a:lnTo>
                <a:lnTo>
                  <a:pt x="173" y="849"/>
                </a:lnTo>
                <a:lnTo>
                  <a:pt x="172" y="849"/>
                </a:lnTo>
                <a:lnTo>
                  <a:pt x="172" y="850"/>
                </a:lnTo>
                <a:lnTo>
                  <a:pt x="172" y="849"/>
                </a:lnTo>
                <a:lnTo>
                  <a:pt x="171" y="849"/>
                </a:lnTo>
                <a:lnTo>
                  <a:pt x="171" y="848"/>
                </a:lnTo>
                <a:lnTo>
                  <a:pt x="172" y="848"/>
                </a:lnTo>
                <a:lnTo>
                  <a:pt x="171" y="847"/>
                </a:lnTo>
                <a:lnTo>
                  <a:pt x="171" y="848"/>
                </a:lnTo>
                <a:lnTo>
                  <a:pt x="171" y="847"/>
                </a:lnTo>
                <a:lnTo>
                  <a:pt x="170" y="847"/>
                </a:lnTo>
                <a:lnTo>
                  <a:pt x="170" y="846"/>
                </a:lnTo>
                <a:lnTo>
                  <a:pt x="171" y="846"/>
                </a:lnTo>
                <a:lnTo>
                  <a:pt x="170" y="845"/>
                </a:lnTo>
                <a:lnTo>
                  <a:pt x="169" y="845"/>
                </a:lnTo>
                <a:lnTo>
                  <a:pt x="168" y="844"/>
                </a:lnTo>
                <a:lnTo>
                  <a:pt x="167" y="844"/>
                </a:lnTo>
                <a:lnTo>
                  <a:pt x="167" y="843"/>
                </a:lnTo>
                <a:lnTo>
                  <a:pt x="166" y="843"/>
                </a:lnTo>
                <a:lnTo>
                  <a:pt x="167" y="842"/>
                </a:lnTo>
                <a:lnTo>
                  <a:pt x="168" y="841"/>
                </a:lnTo>
                <a:lnTo>
                  <a:pt x="168" y="840"/>
                </a:lnTo>
                <a:lnTo>
                  <a:pt x="168" y="839"/>
                </a:lnTo>
                <a:lnTo>
                  <a:pt x="168" y="838"/>
                </a:lnTo>
                <a:lnTo>
                  <a:pt x="169" y="838"/>
                </a:lnTo>
                <a:lnTo>
                  <a:pt x="169" y="837"/>
                </a:lnTo>
                <a:lnTo>
                  <a:pt x="169" y="836"/>
                </a:lnTo>
                <a:lnTo>
                  <a:pt x="170" y="836"/>
                </a:lnTo>
                <a:lnTo>
                  <a:pt x="169" y="835"/>
                </a:lnTo>
                <a:lnTo>
                  <a:pt x="169" y="834"/>
                </a:lnTo>
                <a:lnTo>
                  <a:pt x="169" y="833"/>
                </a:lnTo>
                <a:lnTo>
                  <a:pt x="168" y="832"/>
                </a:lnTo>
                <a:lnTo>
                  <a:pt x="168" y="831"/>
                </a:lnTo>
                <a:lnTo>
                  <a:pt x="168" y="830"/>
                </a:lnTo>
                <a:lnTo>
                  <a:pt x="169" y="830"/>
                </a:lnTo>
                <a:lnTo>
                  <a:pt x="169" y="829"/>
                </a:lnTo>
                <a:lnTo>
                  <a:pt x="169" y="828"/>
                </a:lnTo>
                <a:lnTo>
                  <a:pt x="168" y="827"/>
                </a:lnTo>
                <a:lnTo>
                  <a:pt x="167" y="827"/>
                </a:lnTo>
                <a:lnTo>
                  <a:pt x="166" y="827"/>
                </a:lnTo>
                <a:lnTo>
                  <a:pt x="165" y="827"/>
                </a:lnTo>
                <a:lnTo>
                  <a:pt x="165" y="826"/>
                </a:lnTo>
                <a:lnTo>
                  <a:pt x="165" y="825"/>
                </a:lnTo>
                <a:lnTo>
                  <a:pt x="165" y="824"/>
                </a:lnTo>
                <a:lnTo>
                  <a:pt x="166" y="824"/>
                </a:lnTo>
                <a:lnTo>
                  <a:pt x="166" y="823"/>
                </a:lnTo>
                <a:lnTo>
                  <a:pt x="166" y="822"/>
                </a:lnTo>
                <a:lnTo>
                  <a:pt x="165" y="822"/>
                </a:lnTo>
                <a:lnTo>
                  <a:pt x="164" y="821"/>
                </a:lnTo>
                <a:lnTo>
                  <a:pt x="163" y="822"/>
                </a:lnTo>
                <a:lnTo>
                  <a:pt x="162" y="822"/>
                </a:lnTo>
                <a:lnTo>
                  <a:pt x="162" y="821"/>
                </a:lnTo>
                <a:lnTo>
                  <a:pt x="160" y="821"/>
                </a:lnTo>
                <a:lnTo>
                  <a:pt x="160" y="820"/>
                </a:lnTo>
                <a:lnTo>
                  <a:pt x="159" y="820"/>
                </a:lnTo>
                <a:lnTo>
                  <a:pt x="159" y="821"/>
                </a:lnTo>
                <a:lnTo>
                  <a:pt x="157" y="821"/>
                </a:lnTo>
                <a:lnTo>
                  <a:pt x="157" y="822"/>
                </a:lnTo>
                <a:lnTo>
                  <a:pt x="156" y="822"/>
                </a:lnTo>
                <a:lnTo>
                  <a:pt x="156" y="821"/>
                </a:lnTo>
                <a:lnTo>
                  <a:pt x="155" y="821"/>
                </a:lnTo>
                <a:lnTo>
                  <a:pt x="153" y="821"/>
                </a:lnTo>
                <a:lnTo>
                  <a:pt x="153" y="822"/>
                </a:lnTo>
                <a:lnTo>
                  <a:pt x="152" y="822"/>
                </a:lnTo>
                <a:lnTo>
                  <a:pt x="150" y="823"/>
                </a:lnTo>
                <a:lnTo>
                  <a:pt x="149" y="822"/>
                </a:lnTo>
                <a:lnTo>
                  <a:pt x="149" y="821"/>
                </a:lnTo>
                <a:lnTo>
                  <a:pt x="148" y="821"/>
                </a:lnTo>
                <a:lnTo>
                  <a:pt x="148" y="820"/>
                </a:lnTo>
                <a:lnTo>
                  <a:pt x="147" y="821"/>
                </a:lnTo>
                <a:lnTo>
                  <a:pt x="146" y="821"/>
                </a:lnTo>
                <a:lnTo>
                  <a:pt x="146" y="820"/>
                </a:lnTo>
                <a:lnTo>
                  <a:pt x="145" y="820"/>
                </a:lnTo>
                <a:lnTo>
                  <a:pt x="144" y="820"/>
                </a:lnTo>
                <a:lnTo>
                  <a:pt x="143" y="820"/>
                </a:lnTo>
                <a:lnTo>
                  <a:pt x="142" y="821"/>
                </a:lnTo>
                <a:lnTo>
                  <a:pt x="142" y="822"/>
                </a:lnTo>
                <a:lnTo>
                  <a:pt x="140" y="822"/>
                </a:lnTo>
                <a:lnTo>
                  <a:pt x="140" y="823"/>
                </a:lnTo>
                <a:lnTo>
                  <a:pt x="140" y="822"/>
                </a:lnTo>
                <a:lnTo>
                  <a:pt x="139" y="822"/>
                </a:lnTo>
                <a:lnTo>
                  <a:pt x="137" y="822"/>
                </a:lnTo>
                <a:lnTo>
                  <a:pt x="137" y="823"/>
                </a:lnTo>
                <a:lnTo>
                  <a:pt x="136" y="823"/>
                </a:lnTo>
                <a:lnTo>
                  <a:pt x="135" y="822"/>
                </a:lnTo>
                <a:lnTo>
                  <a:pt x="136" y="822"/>
                </a:lnTo>
                <a:lnTo>
                  <a:pt x="136" y="821"/>
                </a:lnTo>
                <a:lnTo>
                  <a:pt x="136" y="820"/>
                </a:lnTo>
                <a:lnTo>
                  <a:pt x="136" y="819"/>
                </a:lnTo>
                <a:lnTo>
                  <a:pt x="135" y="819"/>
                </a:lnTo>
                <a:lnTo>
                  <a:pt x="134" y="819"/>
                </a:lnTo>
                <a:lnTo>
                  <a:pt x="132" y="819"/>
                </a:lnTo>
                <a:lnTo>
                  <a:pt x="131" y="819"/>
                </a:lnTo>
                <a:lnTo>
                  <a:pt x="130" y="818"/>
                </a:lnTo>
                <a:lnTo>
                  <a:pt x="130" y="819"/>
                </a:lnTo>
                <a:lnTo>
                  <a:pt x="129" y="819"/>
                </a:lnTo>
                <a:lnTo>
                  <a:pt x="129" y="820"/>
                </a:lnTo>
                <a:lnTo>
                  <a:pt x="128" y="820"/>
                </a:lnTo>
                <a:lnTo>
                  <a:pt x="128" y="821"/>
                </a:lnTo>
                <a:lnTo>
                  <a:pt x="126" y="822"/>
                </a:lnTo>
                <a:lnTo>
                  <a:pt x="125" y="822"/>
                </a:lnTo>
                <a:lnTo>
                  <a:pt x="125" y="823"/>
                </a:lnTo>
                <a:lnTo>
                  <a:pt x="124" y="823"/>
                </a:lnTo>
                <a:lnTo>
                  <a:pt x="123" y="824"/>
                </a:lnTo>
                <a:lnTo>
                  <a:pt x="122" y="825"/>
                </a:lnTo>
                <a:lnTo>
                  <a:pt x="121" y="825"/>
                </a:lnTo>
                <a:lnTo>
                  <a:pt x="121" y="824"/>
                </a:lnTo>
                <a:lnTo>
                  <a:pt x="121" y="825"/>
                </a:lnTo>
                <a:lnTo>
                  <a:pt x="120" y="825"/>
                </a:lnTo>
                <a:lnTo>
                  <a:pt x="118" y="825"/>
                </a:lnTo>
                <a:lnTo>
                  <a:pt x="117" y="825"/>
                </a:lnTo>
                <a:lnTo>
                  <a:pt x="116" y="824"/>
                </a:lnTo>
                <a:lnTo>
                  <a:pt x="115" y="824"/>
                </a:lnTo>
                <a:lnTo>
                  <a:pt x="115" y="825"/>
                </a:lnTo>
                <a:lnTo>
                  <a:pt x="114" y="825"/>
                </a:lnTo>
                <a:lnTo>
                  <a:pt x="114" y="826"/>
                </a:lnTo>
                <a:lnTo>
                  <a:pt x="113" y="826"/>
                </a:lnTo>
                <a:lnTo>
                  <a:pt x="113" y="827"/>
                </a:lnTo>
                <a:lnTo>
                  <a:pt x="112" y="827"/>
                </a:lnTo>
                <a:lnTo>
                  <a:pt x="112" y="826"/>
                </a:lnTo>
                <a:lnTo>
                  <a:pt x="111" y="826"/>
                </a:lnTo>
                <a:lnTo>
                  <a:pt x="110" y="826"/>
                </a:lnTo>
                <a:lnTo>
                  <a:pt x="110" y="827"/>
                </a:lnTo>
                <a:lnTo>
                  <a:pt x="109" y="827"/>
                </a:lnTo>
                <a:lnTo>
                  <a:pt x="108" y="827"/>
                </a:lnTo>
                <a:lnTo>
                  <a:pt x="107" y="828"/>
                </a:lnTo>
                <a:lnTo>
                  <a:pt x="106" y="828"/>
                </a:lnTo>
                <a:lnTo>
                  <a:pt x="106" y="829"/>
                </a:lnTo>
                <a:lnTo>
                  <a:pt x="105" y="829"/>
                </a:lnTo>
                <a:lnTo>
                  <a:pt x="103" y="829"/>
                </a:lnTo>
                <a:lnTo>
                  <a:pt x="102" y="829"/>
                </a:lnTo>
                <a:lnTo>
                  <a:pt x="102" y="828"/>
                </a:lnTo>
                <a:lnTo>
                  <a:pt x="101" y="829"/>
                </a:lnTo>
                <a:lnTo>
                  <a:pt x="101" y="830"/>
                </a:lnTo>
                <a:lnTo>
                  <a:pt x="100" y="831"/>
                </a:lnTo>
                <a:lnTo>
                  <a:pt x="99" y="832"/>
                </a:lnTo>
                <a:lnTo>
                  <a:pt x="98" y="833"/>
                </a:lnTo>
                <a:lnTo>
                  <a:pt x="97" y="833"/>
                </a:lnTo>
                <a:lnTo>
                  <a:pt x="96" y="833"/>
                </a:lnTo>
                <a:lnTo>
                  <a:pt x="95" y="833"/>
                </a:lnTo>
                <a:lnTo>
                  <a:pt x="95" y="832"/>
                </a:lnTo>
                <a:lnTo>
                  <a:pt x="94" y="831"/>
                </a:lnTo>
                <a:lnTo>
                  <a:pt x="94" y="830"/>
                </a:lnTo>
                <a:lnTo>
                  <a:pt x="94" y="829"/>
                </a:lnTo>
                <a:lnTo>
                  <a:pt x="93" y="829"/>
                </a:lnTo>
                <a:lnTo>
                  <a:pt x="92" y="828"/>
                </a:lnTo>
                <a:lnTo>
                  <a:pt x="91" y="827"/>
                </a:lnTo>
                <a:lnTo>
                  <a:pt x="90" y="827"/>
                </a:lnTo>
                <a:lnTo>
                  <a:pt x="89" y="826"/>
                </a:lnTo>
                <a:lnTo>
                  <a:pt x="88" y="826"/>
                </a:lnTo>
                <a:lnTo>
                  <a:pt x="87" y="826"/>
                </a:lnTo>
                <a:lnTo>
                  <a:pt x="87" y="827"/>
                </a:lnTo>
                <a:lnTo>
                  <a:pt x="86" y="827"/>
                </a:lnTo>
                <a:lnTo>
                  <a:pt x="86" y="826"/>
                </a:lnTo>
                <a:lnTo>
                  <a:pt x="85" y="826"/>
                </a:lnTo>
                <a:lnTo>
                  <a:pt x="84" y="826"/>
                </a:lnTo>
                <a:lnTo>
                  <a:pt x="84" y="827"/>
                </a:lnTo>
                <a:lnTo>
                  <a:pt x="82" y="827"/>
                </a:lnTo>
                <a:lnTo>
                  <a:pt x="82" y="826"/>
                </a:lnTo>
                <a:lnTo>
                  <a:pt x="81" y="825"/>
                </a:lnTo>
                <a:lnTo>
                  <a:pt x="81" y="824"/>
                </a:lnTo>
                <a:lnTo>
                  <a:pt x="80" y="824"/>
                </a:lnTo>
                <a:lnTo>
                  <a:pt x="80" y="823"/>
                </a:lnTo>
                <a:lnTo>
                  <a:pt x="79" y="824"/>
                </a:lnTo>
                <a:lnTo>
                  <a:pt x="78" y="824"/>
                </a:lnTo>
                <a:lnTo>
                  <a:pt x="77" y="824"/>
                </a:lnTo>
                <a:lnTo>
                  <a:pt x="76" y="823"/>
                </a:lnTo>
                <a:lnTo>
                  <a:pt x="75" y="823"/>
                </a:lnTo>
                <a:lnTo>
                  <a:pt x="75" y="824"/>
                </a:lnTo>
                <a:lnTo>
                  <a:pt x="74" y="824"/>
                </a:lnTo>
                <a:lnTo>
                  <a:pt x="73" y="824"/>
                </a:lnTo>
                <a:lnTo>
                  <a:pt x="72" y="824"/>
                </a:lnTo>
                <a:lnTo>
                  <a:pt x="72" y="823"/>
                </a:lnTo>
                <a:lnTo>
                  <a:pt x="72" y="822"/>
                </a:lnTo>
                <a:lnTo>
                  <a:pt x="71" y="822"/>
                </a:lnTo>
                <a:lnTo>
                  <a:pt x="70" y="823"/>
                </a:lnTo>
                <a:lnTo>
                  <a:pt x="69" y="822"/>
                </a:lnTo>
                <a:lnTo>
                  <a:pt x="69" y="821"/>
                </a:lnTo>
                <a:lnTo>
                  <a:pt x="68" y="821"/>
                </a:lnTo>
                <a:lnTo>
                  <a:pt x="67" y="821"/>
                </a:lnTo>
                <a:lnTo>
                  <a:pt x="67" y="820"/>
                </a:lnTo>
                <a:lnTo>
                  <a:pt x="66" y="820"/>
                </a:lnTo>
                <a:lnTo>
                  <a:pt x="66" y="821"/>
                </a:lnTo>
                <a:lnTo>
                  <a:pt x="65" y="821"/>
                </a:lnTo>
                <a:lnTo>
                  <a:pt x="65" y="820"/>
                </a:lnTo>
                <a:lnTo>
                  <a:pt x="65" y="819"/>
                </a:lnTo>
                <a:lnTo>
                  <a:pt x="64" y="819"/>
                </a:lnTo>
                <a:lnTo>
                  <a:pt x="63" y="819"/>
                </a:lnTo>
                <a:lnTo>
                  <a:pt x="63" y="818"/>
                </a:lnTo>
                <a:lnTo>
                  <a:pt x="62" y="817"/>
                </a:lnTo>
                <a:lnTo>
                  <a:pt x="61" y="817"/>
                </a:lnTo>
                <a:lnTo>
                  <a:pt x="61" y="816"/>
                </a:lnTo>
                <a:lnTo>
                  <a:pt x="61" y="815"/>
                </a:lnTo>
                <a:lnTo>
                  <a:pt x="60" y="815"/>
                </a:lnTo>
                <a:lnTo>
                  <a:pt x="60" y="814"/>
                </a:lnTo>
                <a:lnTo>
                  <a:pt x="60" y="813"/>
                </a:lnTo>
                <a:lnTo>
                  <a:pt x="61" y="813"/>
                </a:lnTo>
                <a:lnTo>
                  <a:pt x="62" y="813"/>
                </a:lnTo>
                <a:lnTo>
                  <a:pt x="63" y="812"/>
                </a:lnTo>
                <a:lnTo>
                  <a:pt x="64" y="812"/>
                </a:lnTo>
                <a:lnTo>
                  <a:pt x="64" y="811"/>
                </a:lnTo>
                <a:lnTo>
                  <a:pt x="64" y="810"/>
                </a:lnTo>
                <a:lnTo>
                  <a:pt x="63" y="810"/>
                </a:lnTo>
                <a:lnTo>
                  <a:pt x="63" y="809"/>
                </a:lnTo>
                <a:lnTo>
                  <a:pt x="63" y="808"/>
                </a:lnTo>
                <a:lnTo>
                  <a:pt x="62" y="808"/>
                </a:lnTo>
                <a:lnTo>
                  <a:pt x="61" y="808"/>
                </a:lnTo>
                <a:lnTo>
                  <a:pt x="60" y="807"/>
                </a:lnTo>
                <a:lnTo>
                  <a:pt x="59" y="806"/>
                </a:lnTo>
                <a:lnTo>
                  <a:pt x="59" y="805"/>
                </a:lnTo>
                <a:lnTo>
                  <a:pt x="59" y="804"/>
                </a:lnTo>
                <a:lnTo>
                  <a:pt x="58" y="804"/>
                </a:lnTo>
                <a:lnTo>
                  <a:pt x="58" y="803"/>
                </a:lnTo>
                <a:lnTo>
                  <a:pt x="58" y="804"/>
                </a:lnTo>
                <a:lnTo>
                  <a:pt x="57" y="805"/>
                </a:lnTo>
                <a:lnTo>
                  <a:pt x="57" y="804"/>
                </a:lnTo>
                <a:lnTo>
                  <a:pt x="56" y="804"/>
                </a:lnTo>
                <a:lnTo>
                  <a:pt x="56" y="805"/>
                </a:lnTo>
                <a:lnTo>
                  <a:pt x="55" y="806"/>
                </a:lnTo>
                <a:lnTo>
                  <a:pt x="55" y="807"/>
                </a:lnTo>
                <a:lnTo>
                  <a:pt x="55" y="808"/>
                </a:lnTo>
                <a:lnTo>
                  <a:pt x="54" y="808"/>
                </a:lnTo>
                <a:lnTo>
                  <a:pt x="53" y="808"/>
                </a:lnTo>
                <a:lnTo>
                  <a:pt x="52" y="807"/>
                </a:lnTo>
                <a:lnTo>
                  <a:pt x="52" y="806"/>
                </a:lnTo>
                <a:lnTo>
                  <a:pt x="51" y="806"/>
                </a:lnTo>
                <a:lnTo>
                  <a:pt x="50" y="806"/>
                </a:lnTo>
                <a:lnTo>
                  <a:pt x="50" y="805"/>
                </a:lnTo>
                <a:lnTo>
                  <a:pt x="49" y="806"/>
                </a:lnTo>
                <a:lnTo>
                  <a:pt x="49" y="807"/>
                </a:lnTo>
                <a:lnTo>
                  <a:pt x="48" y="807"/>
                </a:lnTo>
                <a:lnTo>
                  <a:pt x="47" y="808"/>
                </a:lnTo>
                <a:lnTo>
                  <a:pt x="46" y="808"/>
                </a:lnTo>
                <a:lnTo>
                  <a:pt x="45" y="808"/>
                </a:lnTo>
                <a:lnTo>
                  <a:pt x="44" y="807"/>
                </a:lnTo>
                <a:lnTo>
                  <a:pt x="42" y="807"/>
                </a:lnTo>
                <a:lnTo>
                  <a:pt x="41" y="807"/>
                </a:lnTo>
                <a:lnTo>
                  <a:pt x="40" y="808"/>
                </a:lnTo>
                <a:lnTo>
                  <a:pt x="39" y="808"/>
                </a:lnTo>
                <a:lnTo>
                  <a:pt x="38" y="808"/>
                </a:lnTo>
                <a:lnTo>
                  <a:pt x="38" y="809"/>
                </a:lnTo>
                <a:lnTo>
                  <a:pt x="37" y="809"/>
                </a:lnTo>
                <a:lnTo>
                  <a:pt x="36" y="808"/>
                </a:lnTo>
                <a:lnTo>
                  <a:pt x="35" y="808"/>
                </a:lnTo>
                <a:lnTo>
                  <a:pt x="35" y="809"/>
                </a:lnTo>
                <a:lnTo>
                  <a:pt x="35" y="810"/>
                </a:lnTo>
                <a:lnTo>
                  <a:pt x="35" y="811"/>
                </a:lnTo>
                <a:lnTo>
                  <a:pt x="34" y="812"/>
                </a:lnTo>
                <a:lnTo>
                  <a:pt x="35" y="813"/>
                </a:lnTo>
                <a:lnTo>
                  <a:pt x="35" y="815"/>
                </a:lnTo>
                <a:lnTo>
                  <a:pt x="34" y="814"/>
                </a:lnTo>
                <a:lnTo>
                  <a:pt x="34" y="815"/>
                </a:lnTo>
                <a:lnTo>
                  <a:pt x="33" y="815"/>
                </a:lnTo>
                <a:lnTo>
                  <a:pt x="32" y="816"/>
                </a:lnTo>
                <a:lnTo>
                  <a:pt x="32" y="817"/>
                </a:lnTo>
                <a:lnTo>
                  <a:pt x="31" y="817"/>
                </a:lnTo>
                <a:lnTo>
                  <a:pt x="30" y="817"/>
                </a:lnTo>
                <a:lnTo>
                  <a:pt x="30" y="816"/>
                </a:lnTo>
                <a:lnTo>
                  <a:pt x="29" y="815"/>
                </a:lnTo>
                <a:lnTo>
                  <a:pt x="28" y="815"/>
                </a:lnTo>
                <a:lnTo>
                  <a:pt x="28" y="816"/>
                </a:lnTo>
                <a:lnTo>
                  <a:pt x="28" y="815"/>
                </a:lnTo>
                <a:lnTo>
                  <a:pt x="27" y="815"/>
                </a:lnTo>
                <a:lnTo>
                  <a:pt x="26" y="816"/>
                </a:lnTo>
                <a:lnTo>
                  <a:pt x="26" y="817"/>
                </a:lnTo>
                <a:lnTo>
                  <a:pt x="25" y="816"/>
                </a:lnTo>
                <a:lnTo>
                  <a:pt x="24" y="816"/>
                </a:lnTo>
                <a:lnTo>
                  <a:pt x="23" y="817"/>
                </a:lnTo>
                <a:lnTo>
                  <a:pt x="22" y="817"/>
                </a:lnTo>
                <a:lnTo>
                  <a:pt x="22" y="818"/>
                </a:lnTo>
                <a:lnTo>
                  <a:pt x="21" y="818"/>
                </a:lnTo>
                <a:lnTo>
                  <a:pt x="20" y="819"/>
                </a:lnTo>
                <a:lnTo>
                  <a:pt x="19" y="820"/>
                </a:lnTo>
                <a:lnTo>
                  <a:pt x="18" y="820"/>
                </a:lnTo>
                <a:lnTo>
                  <a:pt x="18" y="821"/>
                </a:lnTo>
                <a:lnTo>
                  <a:pt x="17" y="821"/>
                </a:lnTo>
                <a:lnTo>
                  <a:pt x="16" y="821"/>
                </a:lnTo>
                <a:lnTo>
                  <a:pt x="16" y="822"/>
                </a:lnTo>
                <a:lnTo>
                  <a:pt x="15" y="822"/>
                </a:lnTo>
                <a:lnTo>
                  <a:pt x="14" y="823"/>
                </a:lnTo>
                <a:lnTo>
                  <a:pt x="13" y="823"/>
                </a:lnTo>
                <a:lnTo>
                  <a:pt x="11" y="823"/>
                </a:lnTo>
                <a:lnTo>
                  <a:pt x="10" y="822"/>
                </a:lnTo>
                <a:lnTo>
                  <a:pt x="10" y="821"/>
                </a:lnTo>
                <a:lnTo>
                  <a:pt x="10" y="820"/>
                </a:lnTo>
                <a:lnTo>
                  <a:pt x="10" y="819"/>
                </a:lnTo>
                <a:lnTo>
                  <a:pt x="9" y="820"/>
                </a:lnTo>
                <a:lnTo>
                  <a:pt x="8" y="820"/>
                </a:lnTo>
                <a:lnTo>
                  <a:pt x="7" y="819"/>
                </a:lnTo>
                <a:lnTo>
                  <a:pt x="7" y="817"/>
                </a:lnTo>
                <a:lnTo>
                  <a:pt x="8" y="816"/>
                </a:lnTo>
                <a:lnTo>
                  <a:pt x="8" y="815"/>
                </a:lnTo>
                <a:lnTo>
                  <a:pt x="7" y="815"/>
                </a:lnTo>
                <a:lnTo>
                  <a:pt x="7" y="814"/>
                </a:lnTo>
                <a:lnTo>
                  <a:pt x="7" y="813"/>
                </a:lnTo>
                <a:lnTo>
                  <a:pt x="7" y="812"/>
                </a:lnTo>
                <a:lnTo>
                  <a:pt x="6" y="812"/>
                </a:lnTo>
                <a:lnTo>
                  <a:pt x="5" y="812"/>
                </a:lnTo>
                <a:lnTo>
                  <a:pt x="4" y="811"/>
                </a:lnTo>
                <a:lnTo>
                  <a:pt x="4" y="810"/>
                </a:lnTo>
                <a:lnTo>
                  <a:pt x="4" y="809"/>
                </a:lnTo>
                <a:lnTo>
                  <a:pt x="4" y="808"/>
                </a:lnTo>
                <a:lnTo>
                  <a:pt x="3" y="807"/>
                </a:lnTo>
                <a:lnTo>
                  <a:pt x="3" y="805"/>
                </a:lnTo>
                <a:lnTo>
                  <a:pt x="2" y="804"/>
                </a:lnTo>
                <a:lnTo>
                  <a:pt x="1" y="804"/>
                </a:lnTo>
                <a:lnTo>
                  <a:pt x="1" y="803"/>
                </a:lnTo>
                <a:lnTo>
                  <a:pt x="0" y="802"/>
                </a:lnTo>
                <a:lnTo>
                  <a:pt x="0" y="801"/>
                </a:lnTo>
                <a:lnTo>
                  <a:pt x="0" y="800"/>
                </a:lnTo>
                <a:lnTo>
                  <a:pt x="0" y="799"/>
                </a:lnTo>
                <a:lnTo>
                  <a:pt x="0" y="798"/>
                </a:lnTo>
                <a:lnTo>
                  <a:pt x="1" y="798"/>
                </a:lnTo>
                <a:lnTo>
                  <a:pt x="2" y="797"/>
                </a:lnTo>
                <a:lnTo>
                  <a:pt x="3" y="797"/>
                </a:lnTo>
                <a:lnTo>
                  <a:pt x="4" y="797"/>
                </a:lnTo>
                <a:lnTo>
                  <a:pt x="4" y="798"/>
                </a:lnTo>
                <a:lnTo>
                  <a:pt x="5" y="798"/>
                </a:lnTo>
                <a:lnTo>
                  <a:pt x="6" y="798"/>
                </a:lnTo>
                <a:lnTo>
                  <a:pt x="7" y="798"/>
                </a:lnTo>
                <a:lnTo>
                  <a:pt x="8" y="798"/>
                </a:lnTo>
                <a:lnTo>
                  <a:pt x="8" y="799"/>
                </a:lnTo>
                <a:lnTo>
                  <a:pt x="9" y="799"/>
                </a:lnTo>
                <a:lnTo>
                  <a:pt x="9" y="800"/>
                </a:lnTo>
                <a:lnTo>
                  <a:pt x="9" y="801"/>
                </a:lnTo>
                <a:lnTo>
                  <a:pt x="11" y="802"/>
                </a:lnTo>
                <a:lnTo>
                  <a:pt x="12" y="801"/>
                </a:lnTo>
                <a:lnTo>
                  <a:pt x="13" y="801"/>
                </a:lnTo>
                <a:lnTo>
                  <a:pt x="14" y="801"/>
                </a:lnTo>
                <a:lnTo>
                  <a:pt x="15" y="801"/>
                </a:lnTo>
                <a:lnTo>
                  <a:pt x="17" y="800"/>
                </a:lnTo>
                <a:lnTo>
                  <a:pt x="17" y="799"/>
                </a:lnTo>
                <a:lnTo>
                  <a:pt x="18" y="799"/>
                </a:lnTo>
                <a:lnTo>
                  <a:pt x="19" y="799"/>
                </a:lnTo>
                <a:lnTo>
                  <a:pt x="20" y="799"/>
                </a:lnTo>
                <a:lnTo>
                  <a:pt x="21" y="799"/>
                </a:lnTo>
                <a:lnTo>
                  <a:pt x="22" y="799"/>
                </a:lnTo>
                <a:lnTo>
                  <a:pt x="22" y="798"/>
                </a:lnTo>
                <a:lnTo>
                  <a:pt x="23" y="798"/>
                </a:lnTo>
                <a:lnTo>
                  <a:pt x="24" y="798"/>
                </a:lnTo>
                <a:lnTo>
                  <a:pt x="25" y="799"/>
                </a:lnTo>
                <a:lnTo>
                  <a:pt x="26" y="798"/>
                </a:lnTo>
                <a:lnTo>
                  <a:pt x="26" y="797"/>
                </a:lnTo>
                <a:lnTo>
                  <a:pt x="27" y="797"/>
                </a:lnTo>
                <a:lnTo>
                  <a:pt x="28" y="796"/>
                </a:lnTo>
                <a:lnTo>
                  <a:pt x="29" y="796"/>
                </a:lnTo>
                <a:lnTo>
                  <a:pt x="30" y="795"/>
                </a:lnTo>
                <a:lnTo>
                  <a:pt x="31" y="795"/>
                </a:lnTo>
                <a:lnTo>
                  <a:pt x="32" y="795"/>
                </a:lnTo>
                <a:lnTo>
                  <a:pt x="33" y="795"/>
                </a:lnTo>
                <a:lnTo>
                  <a:pt x="34" y="794"/>
                </a:lnTo>
                <a:lnTo>
                  <a:pt x="34" y="793"/>
                </a:lnTo>
                <a:lnTo>
                  <a:pt x="35" y="792"/>
                </a:lnTo>
                <a:lnTo>
                  <a:pt x="36" y="792"/>
                </a:lnTo>
                <a:lnTo>
                  <a:pt x="36" y="793"/>
                </a:lnTo>
                <a:lnTo>
                  <a:pt x="37" y="793"/>
                </a:lnTo>
                <a:lnTo>
                  <a:pt x="38" y="793"/>
                </a:lnTo>
                <a:lnTo>
                  <a:pt x="38" y="794"/>
                </a:lnTo>
                <a:lnTo>
                  <a:pt x="39" y="794"/>
                </a:lnTo>
                <a:lnTo>
                  <a:pt x="40" y="794"/>
                </a:lnTo>
                <a:lnTo>
                  <a:pt x="40" y="793"/>
                </a:lnTo>
                <a:lnTo>
                  <a:pt x="40" y="792"/>
                </a:lnTo>
                <a:lnTo>
                  <a:pt x="41" y="791"/>
                </a:lnTo>
                <a:lnTo>
                  <a:pt x="42" y="791"/>
                </a:lnTo>
                <a:lnTo>
                  <a:pt x="42" y="790"/>
                </a:lnTo>
                <a:lnTo>
                  <a:pt x="42" y="789"/>
                </a:lnTo>
                <a:lnTo>
                  <a:pt x="43" y="789"/>
                </a:lnTo>
                <a:lnTo>
                  <a:pt x="43" y="788"/>
                </a:lnTo>
                <a:lnTo>
                  <a:pt x="44" y="788"/>
                </a:lnTo>
                <a:lnTo>
                  <a:pt x="45" y="788"/>
                </a:lnTo>
                <a:lnTo>
                  <a:pt x="45" y="786"/>
                </a:lnTo>
                <a:lnTo>
                  <a:pt x="45" y="785"/>
                </a:lnTo>
                <a:lnTo>
                  <a:pt x="46" y="784"/>
                </a:lnTo>
                <a:lnTo>
                  <a:pt x="46" y="783"/>
                </a:lnTo>
                <a:lnTo>
                  <a:pt x="45" y="782"/>
                </a:lnTo>
                <a:lnTo>
                  <a:pt x="44" y="781"/>
                </a:lnTo>
                <a:lnTo>
                  <a:pt x="44" y="780"/>
                </a:lnTo>
                <a:lnTo>
                  <a:pt x="44" y="779"/>
                </a:lnTo>
                <a:lnTo>
                  <a:pt x="45" y="779"/>
                </a:lnTo>
                <a:lnTo>
                  <a:pt x="46" y="779"/>
                </a:lnTo>
                <a:lnTo>
                  <a:pt x="46" y="778"/>
                </a:lnTo>
                <a:lnTo>
                  <a:pt x="45" y="776"/>
                </a:lnTo>
                <a:lnTo>
                  <a:pt x="45" y="775"/>
                </a:lnTo>
                <a:lnTo>
                  <a:pt x="45" y="774"/>
                </a:lnTo>
                <a:lnTo>
                  <a:pt x="46" y="774"/>
                </a:lnTo>
                <a:lnTo>
                  <a:pt x="47" y="774"/>
                </a:lnTo>
                <a:lnTo>
                  <a:pt x="47" y="773"/>
                </a:lnTo>
                <a:lnTo>
                  <a:pt x="46" y="773"/>
                </a:lnTo>
                <a:lnTo>
                  <a:pt x="45" y="773"/>
                </a:lnTo>
                <a:lnTo>
                  <a:pt x="45" y="772"/>
                </a:lnTo>
                <a:lnTo>
                  <a:pt x="44" y="772"/>
                </a:lnTo>
                <a:lnTo>
                  <a:pt x="44" y="771"/>
                </a:lnTo>
                <a:lnTo>
                  <a:pt x="45" y="771"/>
                </a:lnTo>
                <a:lnTo>
                  <a:pt x="46" y="771"/>
                </a:lnTo>
                <a:lnTo>
                  <a:pt x="46" y="770"/>
                </a:lnTo>
                <a:lnTo>
                  <a:pt x="45" y="769"/>
                </a:lnTo>
                <a:lnTo>
                  <a:pt x="45" y="770"/>
                </a:lnTo>
                <a:lnTo>
                  <a:pt x="44" y="771"/>
                </a:lnTo>
                <a:lnTo>
                  <a:pt x="42" y="770"/>
                </a:lnTo>
                <a:lnTo>
                  <a:pt x="43" y="768"/>
                </a:lnTo>
                <a:lnTo>
                  <a:pt x="44" y="768"/>
                </a:lnTo>
                <a:lnTo>
                  <a:pt x="45" y="768"/>
                </a:lnTo>
                <a:lnTo>
                  <a:pt x="45" y="767"/>
                </a:lnTo>
                <a:lnTo>
                  <a:pt x="46" y="767"/>
                </a:lnTo>
                <a:lnTo>
                  <a:pt x="45" y="767"/>
                </a:lnTo>
                <a:lnTo>
                  <a:pt x="45" y="766"/>
                </a:lnTo>
                <a:lnTo>
                  <a:pt x="45" y="765"/>
                </a:lnTo>
                <a:lnTo>
                  <a:pt x="46" y="765"/>
                </a:lnTo>
                <a:lnTo>
                  <a:pt x="46" y="764"/>
                </a:lnTo>
                <a:lnTo>
                  <a:pt x="46" y="763"/>
                </a:lnTo>
                <a:lnTo>
                  <a:pt x="47" y="763"/>
                </a:lnTo>
                <a:lnTo>
                  <a:pt x="47" y="764"/>
                </a:lnTo>
                <a:lnTo>
                  <a:pt x="47" y="765"/>
                </a:lnTo>
                <a:lnTo>
                  <a:pt x="46" y="766"/>
                </a:lnTo>
                <a:lnTo>
                  <a:pt x="47" y="766"/>
                </a:lnTo>
                <a:lnTo>
                  <a:pt x="48" y="766"/>
                </a:lnTo>
                <a:lnTo>
                  <a:pt x="48" y="767"/>
                </a:lnTo>
                <a:lnTo>
                  <a:pt x="47" y="767"/>
                </a:lnTo>
                <a:lnTo>
                  <a:pt x="48" y="768"/>
                </a:lnTo>
                <a:lnTo>
                  <a:pt x="48" y="769"/>
                </a:lnTo>
                <a:lnTo>
                  <a:pt x="49" y="769"/>
                </a:lnTo>
                <a:lnTo>
                  <a:pt x="50" y="770"/>
                </a:lnTo>
                <a:lnTo>
                  <a:pt x="51" y="769"/>
                </a:lnTo>
                <a:lnTo>
                  <a:pt x="51" y="768"/>
                </a:lnTo>
                <a:lnTo>
                  <a:pt x="50" y="767"/>
                </a:lnTo>
                <a:lnTo>
                  <a:pt x="50" y="765"/>
                </a:lnTo>
                <a:lnTo>
                  <a:pt x="50" y="763"/>
                </a:lnTo>
                <a:lnTo>
                  <a:pt x="49" y="762"/>
                </a:lnTo>
                <a:lnTo>
                  <a:pt x="48" y="762"/>
                </a:lnTo>
                <a:lnTo>
                  <a:pt x="47" y="762"/>
                </a:lnTo>
                <a:lnTo>
                  <a:pt x="47" y="761"/>
                </a:lnTo>
                <a:lnTo>
                  <a:pt x="48" y="761"/>
                </a:lnTo>
                <a:lnTo>
                  <a:pt x="47" y="761"/>
                </a:lnTo>
                <a:lnTo>
                  <a:pt x="46" y="761"/>
                </a:lnTo>
                <a:lnTo>
                  <a:pt x="46" y="760"/>
                </a:lnTo>
                <a:lnTo>
                  <a:pt x="47" y="760"/>
                </a:lnTo>
                <a:lnTo>
                  <a:pt x="46" y="759"/>
                </a:lnTo>
                <a:lnTo>
                  <a:pt x="45" y="758"/>
                </a:lnTo>
                <a:lnTo>
                  <a:pt x="44" y="758"/>
                </a:lnTo>
                <a:lnTo>
                  <a:pt x="43" y="758"/>
                </a:lnTo>
                <a:lnTo>
                  <a:pt x="42" y="759"/>
                </a:lnTo>
                <a:lnTo>
                  <a:pt x="41" y="759"/>
                </a:lnTo>
                <a:lnTo>
                  <a:pt x="40" y="759"/>
                </a:lnTo>
                <a:lnTo>
                  <a:pt x="39" y="759"/>
                </a:lnTo>
                <a:lnTo>
                  <a:pt x="38" y="759"/>
                </a:lnTo>
                <a:lnTo>
                  <a:pt x="37" y="758"/>
                </a:lnTo>
                <a:lnTo>
                  <a:pt x="37" y="757"/>
                </a:lnTo>
                <a:lnTo>
                  <a:pt x="36" y="757"/>
                </a:lnTo>
                <a:lnTo>
                  <a:pt x="35" y="757"/>
                </a:lnTo>
                <a:lnTo>
                  <a:pt x="34" y="757"/>
                </a:lnTo>
                <a:lnTo>
                  <a:pt x="34" y="756"/>
                </a:lnTo>
                <a:lnTo>
                  <a:pt x="33" y="756"/>
                </a:lnTo>
                <a:lnTo>
                  <a:pt x="32" y="756"/>
                </a:lnTo>
                <a:lnTo>
                  <a:pt x="32" y="755"/>
                </a:lnTo>
                <a:lnTo>
                  <a:pt x="31" y="754"/>
                </a:lnTo>
                <a:lnTo>
                  <a:pt x="31" y="753"/>
                </a:lnTo>
                <a:lnTo>
                  <a:pt x="30" y="753"/>
                </a:lnTo>
                <a:lnTo>
                  <a:pt x="29" y="753"/>
                </a:lnTo>
                <a:lnTo>
                  <a:pt x="28" y="753"/>
                </a:lnTo>
                <a:lnTo>
                  <a:pt x="27" y="753"/>
                </a:lnTo>
                <a:lnTo>
                  <a:pt x="27" y="752"/>
                </a:lnTo>
                <a:lnTo>
                  <a:pt x="26" y="750"/>
                </a:lnTo>
                <a:lnTo>
                  <a:pt x="27" y="750"/>
                </a:lnTo>
                <a:lnTo>
                  <a:pt x="28" y="750"/>
                </a:lnTo>
                <a:lnTo>
                  <a:pt x="28" y="749"/>
                </a:lnTo>
                <a:lnTo>
                  <a:pt x="27" y="747"/>
                </a:lnTo>
                <a:lnTo>
                  <a:pt x="27" y="746"/>
                </a:lnTo>
                <a:lnTo>
                  <a:pt x="26" y="746"/>
                </a:lnTo>
                <a:lnTo>
                  <a:pt x="25" y="746"/>
                </a:lnTo>
                <a:lnTo>
                  <a:pt x="25" y="745"/>
                </a:lnTo>
                <a:lnTo>
                  <a:pt x="25" y="744"/>
                </a:lnTo>
                <a:lnTo>
                  <a:pt x="24" y="744"/>
                </a:lnTo>
                <a:lnTo>
                  <a:pt x="24" y="743"/>
                </a:lnTo>
                <a:lnTo>
                  <a:pt x="24" y="742"/>
                </a:lnTo>
                <a:lnTo>
                  <a:pt x="23" y="742"/>
                </a:lnTo>
                <a:lnTo>
                  <a:pt x="22" y="741"/>
                </a:lnTo>
                <a:lnTo>
                  <a:pt x="23" y="741"/>
                </a:lnTo>
                <a:lnTo>
                  <a:pt x="23" y="740"/>
                </a:lnTo>
                <a:lnTo>
                  <a:pt x="25" y="740"/>
                </a:lnTo>
                <a:lnTo>
                  <a:pt x="25" y="741"/>
                </a:lnTo>
                <a:lnTo>
                  <a:pt x="26" y="741"/>
                </a:lnTo>
                <a:lnTo>
                  <a:pt x="26" y="742"/>
                </a:lnTo>
                <a:lnTo>
                  <a:pt x="27" y="742"/>
                </a:lnTo>
                <a:lnTo>
                  <a:pt x="28" y="742"/>
                </a:lnTo>
                <a:lnTo>
                  <a:pt x="29" y="742"/>
                </a:lnTo>
                <a:lnTo>
                  <a:pt x="29" y="741"/>
                </a:lnTo>
                <a:lnTo>
                  <a:pt x="30" y="741"/>
                </a:lnTo>
                <a:lnTo>
                  <a:pt x="31" y="741"/>
                </a:lnTo>
                <a:lnTo>
                  <a:pt x="32" y="742"/>
                </a:lnTo>
                <a:lnTo>
                  <a:pt x="33" y="742"/>
                </a:lnTo>
                <a:lnTo>
                  <a:pt x="33" y="741"/>
                </a:lnTo>
                <a:lnTo>
                  <a:pt x="34" y="741"/>
                </a:lnTo>
                <a:lnTo>
                  <a:pt x="34" y="742"/>
                </a:lnTo>
                <a:lnTo>
                  <a:pt x="35" y="742"/>
                </a:lnTo>
                <a:lnTo>
                  <a:pt x="35" y="741"/>
                </a:lnTo>
                <a:lnTo>
                  <a:pt x="36" y="741"/>
                </a:lnTo>
                <a:lnTo>
                  <a:pt x="36" y="740"/>
                </a:lnTo>
                <a:lnTo>
                  <a:pt x="36" y="739"/>
                </a:lnTo>
                <a:lnTo>
                  <a:pt x="36" y="738"/>
                </a:lnTo>
                <a:lnTo>
                  <a:pt x="36" y="736"/>
                </a:lnTo>
                <a:lnTo>
                  <a:pt x="36" y="735"/>
                </a:lnTo>
                <a:lnTo>
                  <a:pt x="36" y="734"/>
                </a:lnTo>
                <a:lnTo>
                  <a:pt x="36" y="733"/>
                </a:lnTo>
                <a:lnTo>
                  <a:pt x="35" y="733"/>
                </a:lnTo>
                <a:lnTo>
                  <a:pt x="35" y="732"/>
                </a:lnTo>
                <a:lnTo>
                  <a:pt x="36" y="732"/>
                </a:lnTo>
                <a:lnTo>
                  <a:pt x="37" y="731"/>
                </a:lnTo>
                <a:lnTo>
                  <a:pt x="36" y="730"/>
                </a:lnTo>
                <a:lnTo>
                  <a:pt x="37" y="730"/>
                </a:lnTo>
                <a:lnTo>
                  <a:pt x="37" y="729"/>
                </a:lnTo>
                <a:lnTo>
                  <a:pt x="37" y="728"/>
                </a:lnTo>
                <a:lnTo>
                  <a:pt x="38" y="727"/>
                </a:lnTo>
                <a:lnTo>
                  <a:pt x="39" y="726"/>
                </a:lnTo>
                <a:lnTo>
                  <a:pt x="40" y="726"/>
                </a:lnTo>
                <a:lnTo>
                  <a:pt x="41" y="725"/>
                </a:lnTo>
                <a:lnTo>
                  <a:pt x="41" y="723"/>
                </a:lnTo>
                <a:lnTo>
                  <a:pt x="42" y="723"/>
                </a:lnTo>
                <a:lnTo>
                  <a:pt x="42" y="722"/>
                </a:lnTo>
                <a:lnTo>
                  <a:pt x="43" y="722"/>
                </a:lnTo>
                <a:lnTo>
                  <a:pt x="43" y="721"/>
                </a:lnTo>
                <a:lnTo>
                  <a:pt x="43" y="720"/>
                </a:lnTo>
                <a:lnTo>
                  <a:pt x="44" y="720"/>
                </a:lnTo>
                <a:lnTo>
                  <a:pt x="44" y="721"/>
                </a:lnTo>
                <a:lnTo>
                  <a:pt x="45" y="721"/>
                </a:lnTo>
                <a:lnTo>
                  <a:pt x="47" y="719"/>
                </a:lnTo>
                <a:lnTo>
                  <a:pt x="47" y="718"/>
                </a:lnTo>
                <a:lnTo>
                  <a:pt x="48" y="717"/>
                </a:lnTo>
                <a:lnTo>
                  <a:pt x="49" y="717"/>
                </a:lnTo>
                <a:lnTo>
                  <a:pt x="49" y="716"/>
                </a:lnTo>
                <a:lnTo>
                  <a:pt x="49" y="715"/>
                </a:lnTo>
                <a:lnTo>
                  <a:pt x="49" y="714"/>
                </a:lnTo>
                <a:lnTo>
                  <a:pt x="50" y="714"/>
                </a:lnTo>
                <a:lnTo>
                  <a:pt x="51" y="714"/>
                </a:lnTo>
                <a:lnTo>
                  <a:pt x="52" y="714"/>
                </a:lnTo>
                <a:lnTo>
                  <a:pt x="52" y="715"/>
                </a:lnTo>
                <a:lnTo>
                  <a:pt x="53" y="715"/>
                </a:lnTo>
                <a:lnTo>
                  <a:pt x="54" y="715"/>
                </a:lnTo>
                <a:lnTo>
                  <a:pt x="55" y="714"/>
                </a:lnTo>
                <a:lnTo>
                  <a:pt x="55" y="715"/>
                </a:lnTo>
                <a:lnTo>
                  <a:pt x="56" y="716"/>
                </a:lnTo>
                <a:lnTo>
                  <a:pt x="57" y="716"/>
                </a:lnTo>
                <a:lnTo>
                  <a:pt x="57" y="715"/>
                </a:lnTo>
                <a:lnTo>
                  <a:pt x="58" y="715"/>
                </a:lnTo>
                <a:lnTo>
                  <a:pt x="58" y="714"/>
                </a:lnTo>
                <a:lnTo>
                  <a:pt x="59" y="714"/>
                </a:lnTo>
                <a:lnTo>
                  <a:pt x="59" y="715"/>
                </a:lnTo>
                <a:lnTo>
                  <a:pt x="60" y="715"/>
                </a:lnTo>
                <a:lnTo>
                  <a:pt x="61" y="715"/>
                </a:lnTo>
                <a:lnTo>
                  <a:pt x="62" y="714"/>
                </a:lnTo>
                <a:lnTo>
                  <a:pt x="63" y="714"/>
                </a:lnTo>
                <a:lnTo>
                  <a:pt x="64" y="714"/>
                </a:lnTo>
                <a:lnTo>
                  <a:pt x="65" y="714"/>
                </a:lnTo>
                <a:lnTo>
                  <a:pt x="65" y="715"/>
                </a:lnTo>
                <a:lnTo>
                  <a:pt x="66" y="715"/>
                </a:lnTo>
                <a:lnTo>
                  <a:pt x="67" y="715"/>
                </a:lnTo>
                <a:lnTo>
                  <a:pt x="67" y="716"/>
                </a:lnTo>
                <a:lnTo>
                  <a:pt x="67" y="717"/>
                </a:lnTo>
                <a:lnTo>
                  <a:pt x="66" y="717"/>
                </a:lnTo>
                <a:lnTo>
                  <a:pt x="65" y="717"/>
                </a:lnTo>
                <a:lnTo>
                  <a:pt x="65" y="718"/>
                </a:lnTo>
                <a:lnTo>
                  <a:pt x="64" y="719"/>
                </a:lnTo>
                <a:lnTo>
                  <a:pt x="65" y="719"/>
                </a:lnTo>
                <a:lnTo>
                  <a:pt x="66" y="719"/>
                </a:lnTo>
                <a:lnTo>
                  <a:pt x="67" y="719"/>
                </a:lnTo>
                <a:lnTo>
                  <a:pt x="67" y="718"/>
                </a:lnTo>
                <a:lnTo>
                  <a:pt x="68" y="718"/>
                </a:lnTo>
                <a:lnTo>
                  <a:pt x="69" y="718"/>
                </a:lnTo>
                <a:lnTo>
                  <a:pt x="68" y="719"/>
                </a:lnTo>
                <a:lnTo>
                  <a:pt x="68" y="720"/>
                </a:lnTo>
                <a:lnTo>
                  <a:pt x="69" y="720"/>
                </a:lnTo>
                <a:lnTo>
                  <a:pt x="69" y="721"/>
                </a:lnTo>
                <a:lnTo>
                  <a:pt x="70" y="721"/>
                </a:lnTo>
                <a:lnTo>
                  <a:pt x="71" y="721"/>
                </a:lnTo>
                <a:lnTo>
                  <a:pt x="72" y="722"/>
                </a:lnTo>
                <a:lnTo>
                  <a:pt x="73" y="722"/>
                </a:lnTo>
                <a:lnTo>
                  <a:pt x="74" y="722"/>
                </a:lnTo>
                <a:lnTo>
                  <a:pt x="75" y="721"/>
                </a:lnTo>
                <a:lnTo>
                  <a:pt x="75" y="720"/>
                </a:lnTo>
                <a:lnTo>
                  <a:pt x="76" y="720"/>
                </a:lnTo>
                <a:lnTo>
                  <a:pt x="77" y="720"/>
                </a:lnTo>
                <a:lnTo>
                  <a:pt x="78" y="720"/>
                </a:lnTo>
                <a:lnTo>
                  <a:pt x="79" y="719"/>
                </a:lnTo>
                <a:lnTo>
                  <a:pt x="79" y="718"/>
                </a:lnTo>
                <a:lnTo>
                  <a:pt x="80" y="717"/>
                </a:lnTo>
                <a:lnTo>
                  <a:pt x="81" y="717"/>
                </a:lnTo>
                <a:lnTo>
                  <a:pt x="82" y="716"/>
                </a:lnTo>
                <a:lnTo>
                  <a:pt x="83" y="716"/>
                </a:lnTo>
                <a:lnTo>
                  <a:pt x="83" y="715"/>
                </a:lnTo>
                <a:lnTo>
                  <a:pt x="84" y="715"/>
                </a:lnTo>
                <a:lnTo>
                  <a:pt x="85" y="715"/>
                </a:lnTo>
                <a:lnTo>
                  <a:pt x="86" y="715"/>
                </a:lnTo>
                <a:lnTo>
                  <a:pt x="87" y="715"/>
                </a:lnTo>
                <a:lnTo>
                  <a:pt x="86" y="716"/>
                </a:lnTo>
                <a:lnTo>
                  <a:pt x="87" y="716"/>
                </a:lnTo>
                <a:lnTo>
                  <a:pt x="88" y="716"/>
                </a:lnTo>
                <a:lnTo>
                  <a:pt x="88" y="717"/>
                </a:lnTo>
                <a:lnTo>
                  <a:pt x="89" y="717"/>
                </a:lnTo>
                <a:lnTo>
                  <a:pt x="90" y="717"/>
                </a:lnTo>
                <a:lnTo>
                  <a:pt x="91" y="716"/>
                </a:lnTo>
                <a:lnTo>
                  <a:pt x="91" y="715"/>
                </a:lnTo>
                <a:lnTo>
                  <a:pt x="92" y="716"/>
                </a:lnTo>
                <a:lnTo>
                  <a:pt x="92" y="715"/>
                </a:lnTo>
                <a:lnTo>
                  <a:pt x="93" y="715"/>
                </a:lnTo>
                <a:lnTo>
                  <a:pt x="93" y="714"/>
                </a:lnTo>
                <a:lnTo>
                  <a:pt x="94" y="713"/>
                </a:lnTo>
                <a:lnTo>
                  <a:pt x="95" y="713"/>
                </a:lnTo>
                <a:lnTo>
                  <a:pt x="95" y="714"/>
                </a:lnTo>
                <a:lnTo>
                  <a:pt x="96" y="714"/>
                </a:lnTo>
                <a:lnTo>
                  <a:pt x="97" y="713"/>
                </a:lnTo>
                <a:lnTo>
                  <a:pt x="98" y="713"/>
                </a:lnTo>
                <a:lnTo>
                  <a:pt x="99" y="713"/>
                </a:lnTo>
                <a:lnTo>
                  <a:pt x="100" y="713"/>
                </a:lnTo>
                <a:lnTo>
                  <a:pt x="100" y="714"/>
                </a:lnTo>
                <a:lnTo>
                  <a:pt x="101" y="714"/>
                </a:lnTo>
                <a:lnTo>
                  <a:pt x="101" y="717"/>
                </a:lnTo>
                <a:lnTo>
                  <a:pt x="101" y="718"/>
                </a:lnTo>
                <a:lnTo>
                  <a:pt x="101" y="719"/>
                </a:lnTo>
                <a:lnTo>
                  <a:pt x="101" y="720"/>
                </a:lnTo>
                <a:lnTo>
                  <a:pt x="101" y="721"/>
                </a:lnTo>
                <a:lnTo>
                  <a:pt x="101" y="722"/>
                </a:lnTo>
                <a:lnTo>
                  <a:pt x="102" y="723"/>
                </a:lnTo>
                <a:lnTo>
                  <a:pt x="103" y="724"/>
                </a:lnTo>
                <a:lnTo>
                  <a:pt x="103" y="725"/>
                </a:lnTo>
                <a:lnTo>
                  <a:pt x="103" y="724"/>
                </a:lnTo>
                <a:lnTo>
                  <a:pt x="104" y="724"/>
                </a:lnTo>
                <a:lnTo>
                  <a:pt x="105" y="723"/>
                </a:lnTo>
                <a:lnTo>
                  <a:pt x="106" y="723"/>
                </a:lnTo>
                <a:lnTo>
                  <a:pt x="107" y="724"/>
                </a:lnTo>
                <a:lnTo>
                  <a:pt x="107" y="725"/>
                </a:lnTo>
                <a:lnTo>
                  <a:pt x="107" y="726"/>
                </a:lnTo>
                <a:lnTo>
                  <a:pt x="108" y="726"/>
                </a:lnTo>
                <a:lnTo>
                  <a:pt x="109" y="726"/>
                </a:lnTo>
                <a:lnTo>
                  <a:pt x="110" y="726"/>
                </a:lnTo>
                <a:lnTo>
                  <a:pt x="111" y="725"/>
                </a:lnTo>
                <a:lnTo>
                  <a:pt x="112" y="724"/>
                </a:lnTo>
                <a:lnTo>
                  <a:pt x="112" y="723"/>
                </a:lnTo>
                <a:lnTo>
                  <a:pt x="113" y="722"/>
                </a:lnTo>
                <a:lnTo>
                  <a:pt x="112" y="721"/>
                </a:lnTo>
                <a:lnTo>
                  <a:pt x="112" y="720"/>
                </a:lnTo>
                <a:lnTo>
                  <a:pt x="111" y="719"/>
                </a:lnTo>
                <a:lnTo>
                  <a:pt x="111" y="718"/>
                </a:lnTo>
                <a:lnTo>
                  <a:pt x="112" y="718"/>
                </a:lnTo>
                <a:lnTo>
                  <a:pt x="113" y="718"/>
                </a:lnTo>
                <a:lnTo>
                  <a:pt x="114" y="718"/>
                </a:lnTo>
                <a:lnTo>
                  <a:pt x="114" y="719"/>
                </a:lnTo>
                <a:lnTo>
                  <a:pt x="115" y="718"/>
                </a:lnTo>
                <a:lnTo>
                  <a:pt x="114" y="718"/>
                </a:lnTo>
                <a:lnTo>
                  <a:pt x="114" y="717"/>
                </a:lnTo>
                <a:lnTo>
                  <a:pt x="115" y="716"/>
                </a:lnTo>
                <a:lnTo>
                  <a:pt x="115" y="714"/>
                </a:lnTo>
                <a:lnTo>
                  <a:pt x="115" y="713"/>
                </a:lnTo>
                <a:lnTo>
                  <a:pt x="115" y="712"/>
                </a:lnTo>
                <a:lnTo>
                  <a:pt x="114" y="712"/>
                </a:lnTo>
                <a:lnTo>
                  <a:pt x="114" y="711"/>
                </a:lnTo>
                <a:lnTo>
                  <a:pt x="113" y="711"/>
                </a:lnTo>
                <a:lnTo>
                  <a:pt x="113" y="710"/>
                </a:lnTo>
                <a:lnTo>
                  <a:pt x="112" y="709"/>
                </a:lnTo>
                <a:lnTo>
                  <a:pt x="111" y="709"/>
                </a:lnTo>
                <a:lnTo>
                  <a:pt x="111" y="708"/>
                </a:lnTo>
                <a:lnTo>
                  <a:pt x="112" y="708"/>
                </a:lnTo>
                <a:lnTo>
                  <a:pt x="112" y="707"/>
                </a:lnTo>
                <a:lnTo>
                  <a:pt x="111" y="706"/>
                </a:lnTo>
                <a:lnTo>
                  <a:pt x="110" y="706"/>
                </a:lnTo>
                <a:lnTo>
                  <a:pt x="109" y="704"/>
                </a:lnTo>
                <a:lnTo>
                  <a:pt x="109" y="703"/>
                </a:lnTo>
                <a:lnTo>
                  <a:pt x="108" y="703"/>
                </a:lnTo>
                <a:lnTo>
                  <a:pt x="108" y="702"/>
                </a:lnTo>
                <a:lnTo>
                  <a:pt x="107" y="702"/>
                </a:lnTo>
                <a:lnTo>
                  <a:pt x="106" y="702"/>
                </a:lnTo>
                <a:lnTo>
                  <a:pt x="105" y="702"/>
                </a:lnTo>
                <a:lnTo>
                  <a:pt x="104" y="701"/>
                </a:lnTo>
                <a:lnTo>
                  <a:pt x="104" y="700"/>
                </a:lnTo>
                <a:lnTo>
                  <a:pt x="104" y="699"/>
                </a:lnTo>
                <a:lnTo>
                  <a:pt x="105" y="699"/>
                </a:lnTo>
                <a:lnTo>
                  <a:pt x="105" y="698"/>
                </a:lnTo>
                <a:lnTo>
                  <a:pt x="105" y="697"/>
                </a:lnTo>
                <a:lnTo>
                  <a:pt x="104" y="697"/>
                </a:lnTo>
                <a:lnTo>
                  <a:pt x="104" y="696"/>
                </a:lnTo>
                <a:lnTo>
                  <a:pt x="104" y="694"/>
                </a:lnTo>
                <a:lnTo>
                  <a:pt x="104" y="693"/>
                </a:lnTo>
                <a:lnTo>
                  <a:pt x="104" y="692"/>
                </a:lnTo>
                <a:lnTo>
                  <a:pt x="103" y="692"/>
                </a:lnTo>
                <a:lnTo>
                  <a:pt x="102" y="692"/>
                </a:lnTo>
                <a:lnTo>
                  <a:pt x="102" y="690"/>
                </a:lnTo>
                <a:lnTo>
                  <a:pt x="102" y="689"/>
                </a:lnTo>
                <a:lnTo>
                  <a:pt x="102" y="688"/>
                </a:lnTo>
                <a:lnTo>
                  <a:pt x="102" y="687"/>
                </a:lnTo>
                <a:lnTo>
                  <a:pt x="103" y="687"/>
                </a:lnTo>
                <a:lnTo>
                  <a:pt x="104" y="687"/>
                </a:lnTo>
                <a:lnTo>
                  <a:pt x="105" y="686"/>
                </a:lnTo>
                <a:lnTo>
                  <a:pt x="106" y="685"/>
                </a:lnTo>
                <a:lnTo>
                  <a:pt x="106" y="684"/>
                </a:lnTo>
                <a:lnTo>
                  <a:pt x="105" y="684"/>
                </a:lnTo>
                <a:lnTo>
                  <a:pt x="104" y="683"/>
                </a:lnTo>
                <a:lnTo>
                  <a:pt x="103" y="682"/>
                </a:lnTo>
                <a:lnTo>
                  <a:pt x="102" y="681"/>
                </a:lnTo>
                <a:lnTo>
                  <a:pt x="101" y="681"/>
                </a:lnTo>
                <a:lnTo>
                  <a:pt x="102" y="681"/>
                </a:lnTo>
                <a:lnTo>
                  <a:pt x="101" y="683"/>
                </a:lnTo>
                <a:lnTo>
                  <a:pt x="101" y="682"/>
                </a:lnTo>
                <a:lnTo>
                  <a:pt x="98" y="682"/>
                </a:lnTo>
                <a:lnTo>
                  <a:pt x="97" y="681"/>
                </a:lnTo>
                <a:lnTo>
                  <a:pt x="98" y="680"/>
                </a:lnTo>
                <a:lnTo>
                  <a:pt x="97" y="679"/>
                </a:lnTo>
                <a:lnTo>
                  <a:pt x="97" y="678"/>
                </a:lnTo>
                <a:lnTo>
                  <a:pt x="96" y="678"/>
                </a:lnTo>
                <a:lnTo>
                  <a:pt x="97" y="678"/>
                </a:lnTo>
                <a:lnTo>
                  <a:pt x="97" y="677"/>
                </a:lnTo>
                <a:lnTo>
                  <a:pt x="98" y="677"/>
                </a:lnTo>
                <a:lnTo>
                  <a:pt x="99" y="676"/>
                </a:lnTo>
                <a:lnTo>
                  <a:pt x="99" y="675"/>
                </a:lnTo>
                <a:lnTo>
                  <a:pt x="100" y="675"/>
                </a:lnTo>
                <a:lnTo>
                  <a:pt x="101" y="674"/>
                </a:lnTo>
                <a:lnTo>
                  <a:pt x="100" y="673"/>
                </a:lnTo>
                <a:lnTo>
                  <a:pt x="101" y="673"/>
                </a:lnTo>
                <a:lnTo>
                  <a:pt x="101" y="672"/>
                </a:lnTo>
                <a:lnTo>
                  <a:pt x="102" y="672"/>
                </a:lnTo>
                <a:lnTo>
                  <a:pt x="103" y="672"/>
                </a:lnTo>
                <a:lnTo>
                  <a:pt x="103" y="671"/>
                </a:lnTo>
                <a:lnTo>
                  <a:pt x="103" y="670"/>
                </a:lnTo>
                <a:lnTo>
                  <a:pt x="103" y="668"/>
                </a:lnTo>
                <a:lnTo>
                  <a:pt x="104" y="668"/>
                </a:lnTo>
                <a:lnTo>
                  <a:pt x="104" y="667"/>
                </a:lnTo>
                <a:lnTo>
                  <a:pt x="104" y="666"/>
                </a:lnTo>
                <a:lnTo>
                  <a:pt x="103" y="665"/>
                </a:lnTo>
                <a:lnTo>
                  <a:pt x="103" y="663"/>
                </a:lnTo>
                <a:lnTo>
                  <a:pt x="104" y="663"/>
                </a:lnTo>
                <a:lnTo>
                  <a:pt x="105" y="662"/>
                </a:lnTo>
                <a:lnTo>
                  <a:pt x="105" y="661"/>
                </a:lnTo>
                <a:lnTo>
                  <a:pt x="105" y="660"/>
                </a:lnTo>
                <a:lnTo>
                  <a:pt x="106" y="660"/>
                </a:lnTo>
                <a:lnTo>
                  <a:pt x="106" y="659"/>
                </a:lnTo>
                <a:lnTo>
                  <a:pt x="107" y="659"/>
                </a:lnTo>
                <a:lnTo>
                  <a:pt x="107" y="658"/>
                </a:lnTo>
                <a:lnTo>
                  <a:pt x="107" y="657"/>
                </a:lnTo>
                <a:lnTo>
                  <a:pt x="106" y="656"/>
                </a:lnTo>
                <a:lnTo>
                  <a:pt x="106" y="655"/>
                </a:lnTo>
                <a:lnTo>
                  <a:pt x="106" y="654"/>
                </a:lnTo>
                <a:lnTo>
                  <a:pt x="107" y="654"/>
                </a:lnTo>
                <a:lnTo>
                  <a:pt x="107" y="653"/>
                </a:lnTo>
                <a:lnTo>
                  <a:pt x="108" y="654"/>
                </a:lnTo>
                <a:lnTo>
                  <a:pt x="109" y="654"/>
                </a:lnTo>
                <a:lnTo>
                  <a:pt x="110" y="654"/>
                </a:lnTo>
                <a:lnTo>
                  <a:pt x="110" y="653"/>
                </a:lnTo>
                <a:lnTo>
                  <a:pt x="111" y="653"/>
                </a:lnTo>
                <a:lnTo>
                  <a:pt x="111" y="654"/>
                </a:lnTo>
                <a:lnTo>
                  <a:pt x="112" y="654"/>
                </a:lnTo>
                <a:lnTo>
                  <a:pt x="113" y="652"/>
                </a:lnTo>
                <a:lnTo>
                  <a:pt x="114" y="651"/>
                </a:lnTo>
                <a:lnTo>
                  <a:pt x="115" y="650"/>
                </a:lnTo>
                <a:lnTo>
                  <a:pt x="115" y="649"/>
                </a:lnTo>
                <a:lnTo>
                  <a:pt x="115" y="648"/>
                </a:lnTo>
                <a:lnTo>
                  <a:pt x="114" y="648"/>
                </a:lnTo>
                <a:lnTo>
                  <a:pt x="114" y="646"/>
                </a:lnTo>
                <a:lnTo>
                  <a:pt x="113" y="646"/>
                </a:lnTo>
                <a:lnTo>
                  <a:pt x="113" y="645"/>
                </a:lnTo>
                <a:lnTo>
                  <a:pt x="112" y="644"/>
                </a:lnTo>
                <a:lnTo>
                  <a:pt x="113" y="644"/>
                </a:lnTo>
                <a:lnTo>
                  <a:pt x="113" y="643"/>
                </a:lnTo>
                <a:lnTo>
                  <a:pt x="112" y="643"/>
                </a:lnTo>
                <a:lnTo>
                  <a:pt x="112" y="640"/>
                </a:lnTo>
                <a:lnTo>
                  <a:pt x="111" y="639"/>
                </a:lnTo>
                <a:lnTo>
                  <a:pt x="110" y="638"/>
                </a:lnTo>
                <a:lnTo>
                  <a:pt x="110" y="637"/>
                </a:lnTo>
                <a:lnTo>
                  <a:pt x="109" y="636"/>
                </a:lnTo>
                <a:lnTo>
                  <a:pt x="108" y="637"/>
                </a:lnTo>
                <a:lnTo>
                  <a:pt x="108" y="638"/>
                </a:lnTo>
                <a:lnTo>
                  <a:pt x="107" y="638"/>
                </a:lnTo>
                <a:lnTo>
                  <a:pt x="106" y="638"/>
                </a:lnTo>
                <a:lnTo>
                  <a:pt x="105" y="637"/>
                </a:lnTo>
                <a:lnTo>
                  <a:pt x="105" y="636"/>
                </a:lnTo>
                <a:lnTo>
                  <a:pt x="106" y="636"/>
                </a:lnTo>
                <a:lnTo>
                  <a:pt x="106" y="635"/>
                </a:lnTo>
                <a:lnTo>
                  <a:pt x="107" y="635"/>
                </a:lnTo>
                <a:lnTo>
                  <a:pt x="107" y="634"/>
                </a:lnTo>
                <a:lnTo>
                  <a:pt x="107" y="633"/>
                </a:lnTo>
                <a:lnTo>
                  <a:pt x="108" y="633"/>
                </a:lnTo>
                <a:lnTo>
                  <a:pt x="109" y="632"/>
                </a:lnTo>
                <a:lnTo>
                  <a:pt x="109" y="631"/>
                </a:lnTo>
                <a:lnTo>
                  <a:pt x="109" y="632"/>
                </a:lnTo>
                <a:lnTo>
                  <a:pt x="110" y="632"/>
                </a:lnTo>
                <a:lnTo>
                  <a:pt x="110" y="633"/>
                </a:lnTo>
                <a:lnTo>
                  <a:pt x="112" y="633"/>
                </a:lnTo>
                <a:lnTo>
                  <a:pt x="113" y="633"/>
                </a:lnTo>
                <a:lnTo>
                  <a:pt x="114" y="633"/>
                </a:lnTo>
                <a:lnTo>
                  <a:pt x="114" y="634"/>
                </a:lnTo>
                <a:lnTo>
                  <a:pt x="115" y="634"/>
                </a:lnTo>
                <a:lnTo>
                  <a:pt x="115" y="635"/>
                </a:lnTo>
                <a:lnTo>
                  <a:pt x="115" y="636"/>
                </a:lnTo>
                <a:lnTo>
                  <a:pt x="115" y="637"/>
                </a:lnTo>
                <a:lnTo>
                  <a:pt x="116" y="637"/>
                </a:lnTo>
                <a:lnTo>
                  <a:pt x="116" y="636"/>
                </a:lnTo>
                <a:lnTo>
                  <a:pt x="117" y="636"/>
                </a:lnTo>
                <a:lnTo>
                  <a:pt x="119" y="635"/>
                </a:lnTo>
                <a:lnTo>
                  <a:pt x="119" y="636"/>
                </a:lnTo>
                <a:lnTo>
                  <a:pt x="120" y="636"/>
                </a:lnTo>
                <a:lnTo>
                  <a:pt x="121" y="637"/>
                </a:lnTo>
                <a:lnTo>
                  <a:pt x="122" y="637"/>
                </a:lnTo>
                <a:lnTo>
                  <a:pt x="123" y="637"/>
                </a:lnTo>
                <a:lnTo>
                  <a:pt x="124" y="637"/>
                </a:lnTo>
                <a:lnTo>
                  <a:pt x="125" y="637"/>
                </a:lnTo>
                <a:lnTo>
                  <a:pt x="125" y="636"/>
                </a:lnTo>
                <a:lnTo>
                  <a:pt x="125" y="635"/>
                </a:lnTo>
                <a:lnTo>
                  <a:pt x="126" y="634"/>
                </a:lnTo>
                <a:lnTo>
                  <a:pt x="127" y="634"/>
                </a:lnTo>
                <a:lnTo>
                  <a:pt x="127" y="633"/>
                </a:lnTo>
                <a:lnTo>
                  <a:pt x="128" y="633"/>
                </a:lnTo>
                <a:lnTo>
                  <a:pt x="127" y="633"/>
                </a:lnTo>
                <a:lnTo>
                  <a:pt x="127" y="632"/>
                </a:lnTo>
                <a:lnTo>
                  <a:pt x="127" y="631"/>
                </a:lnTo>
                <a:lnTo>
                  <a:pt x="127" y="630"/>
                </a:lnTo>
                <a:lnTo>
                  <a:pt x="127" y="629"/>
                </a:lnTo>
                <a:lnTo>
                  <a:pt x="127" y="628"/>
                </a:lnTo>
                <a:lnTo>
                  <a:pt x="126" y="628"/>
                </a:lnTo>
                <a:lnTo>
                  <a:pt x="126" y="627"/>
                </a:lnTo>
                <a:lnTo>
                  <a:pt x="126" y="626"/>
                </a:lnTo>
                <a:lnTo>
                  <a:pt x="128" y="625"/>
                </a:lnTo>
                <a:lnTo>
                  <a:pt x="129" y="625"/>
                </a:lnTo>
                <a:lnTo>
                  <a:pt x="129" y="624"/>
                </a:lnTo>
                <a:lnTo>
                  <a:pt x="129" y="623"/>
                </a:lnTo>
                <a:lnTo>
                  <a:pt x="128" y="622"/>
                </a:lnTo>
                <a:lnTo>
                  <a:pt x="127" y="622"/>
                </a:lnTo>
                <a:lnTo>
                  <a:pt x="127" y="623"/>
                </a:lnTo>
                <a:lnTo>
                  <a:pt x="127" y="622"/>
                </a:lnTo>
                <a:lnTo>
                  <a:pt x="126" y="622"/>
                </a:lnTo>
                <a:lnTo>
                  <a:pt x="125" y="622"/>
                </a:lnTo>
                <a:lnTo>
                  <a:pt x="125" y="621"/>
                </a:lnTo>
                <a:lnTo>
                  <a:pt x="124" y="621"/>
                </a:lnTo>
                <a:lnTo>
                  <a:pt x="123" y="621"/>
                </a:lnTo>
                <a:lnTo>
                  <a:pt x="122" y="621"/>
                </a:lnTo>
                <a:lnTo>
                  <a:pt x="122" y="620"/>
                </a:lnTo>
                <a:lnTo>
                  <a:pt x="121" y="620"/>
                </a:lnTo>
                <a:lnTo>
                  <a:pt x="120" y="620"/>
                </a:lnTo>
                <a:lnTo>
                  <a:pt x="121" y="619"/>
                </a:lnTo>
                <a:lnTo>
                  <a:pt x="120" y="619"/>
                </a:lnTo>
                <a:lnTo>
                  <a:pt x="119" y="618"/>
                </a:lnTo>
                <a:lnTo>
                  <a:pt x="119" y="617"/>
                </a:lnTo>
                <a:lnTo>
                  <a:pt x="119" y="616"/>
                </a:lnTo>
                <a:lnTo>
                  <a:pt x="118" y="614"/>
                </a:lnTo>
                <a:lnTo>
                  <a:pt x="119" y="614"/>
                </a:lnTo>
                <a:lnTo>
                  <a:pt x="119" y="613"/>
                </a:lnTo>
                <a:lnTo>
                  <a:pt x="118" y="613"/>
                </a:lnTo>
                <a:lnTo>
                  <a:pt x="117" y="613"/>
                </a:lnTo>
                <a:lnTo>
                  <a:pt x="116" y="613"/>
                </a:lnTo>
                <a:lnTo>
                  <a:pt x="116" y="612"/>
                </a:lnTo>
                <a:lnTo>
                  <a:pt x="117" y="612"/>
                </a:lnTo>
                <a:lnTo>
                  <a:pt x="117" y="611"/>
                </a:lnTo>
                <a:lnTo>
                  <a:pt x="116" y="611"/>
                </a:lnTo>
                <a:lnTo>
                  <a:pt x="115" y="611"/>
                </a:lnTo>
                <a:lnTo>
                  <a:pt x="115" y="610"/>
                </a:lnTo>
                <a:lnTo>
                  <a:pt x="114" y="610"/>
                </a:lnTo>
                <a:lnTo>
                  <a:pt x="113" y="610"/>
                </a:lnTo>
                <a:lnTo>
                  <a:pt x="114" y="610"/>
                </a:lnTo>
                <a:lnTo>
                  <a:pt x="114" y="609"/>
                </a:lnTo>
                <a:lnTo>
                  <a:pt x="113" y="609"/>
                </a:lnTo>
                <a:lnTo>
                  <a:pt x="112" y="608"/>
                </a:lnTo>
                <a:lnTo>
                  <a:pt x="111" y="608"/>
                </a:lnTo>
                <a:lnTo>
                  <a:pt x="111" y="609"/>
                </a:lnTo>
                <a:lnTo>
                  <a:pt x="110" y="609"/>
                </a:lnTo>
                <a:lnTo>
                  <a:pt x="110" y="608"/>
                </a:lnTo>
                <a:lnTo>
                  <a:pt x="109" y="608"/>
                </a:lnTo>
                <a:lnTo>
                  <a:pt x="108" y="608"/>
                </a:lnTo>
                <a:lnTo>
                  <a:pt x="107" y="607"/>
                </a:lnTo>
                <a:lnTo>
                  <a:pt x="107" y="606"/>
                </a:lnTo>
                <a:lnTo>
                  <a:pt x="106" y="606"/>
                </a:lnTo>
                <a:lnTo>
                  <a:pt x="105" y="605"/>
                </a:lnTo>
                <a:lnTo>
                  <a:pt x="105" y="604"/>
                </a:lnTo>
                <a:lnTo>
                  <a:pt x="104" y="604"/>
                </a:lnTo>
                <a:lnTo>
                  <a:pt x="104" y="605"/>
                </a:lnTo>
                <a:lnTo>
                  <a:pt x="103" y="604"/>
                </a:lnTo>
                <a:lnTo>
                  <a:pt x="102" y="603"/>
                </a:lnTo>
                <a:lnTo>
                  <a:pt x="101" y="603"/>
                </a:lnTo>
                <a:lnTo>
                  <a:pt x="101" y="604"/>
                </a:lnTo>
                <a:lnTo>
                  <a:pt x="100" y="604"/>
                </a:lnTo>
                <a:lnTo>
                  <a:pt x="99" y="604"/>
                </a:lnTo>
                <a:lnTo>
                  <a:pt x="98" y="604"/>
                </a:lnTo>
                <a:lnTo>
                  <a:pt x="97" y="604"/>
                </a:lnTo>
                <a:lnTo>
                  <a:pt x="96" y="604"/>
                </a:lnTo>
                <a:lnTo>
                  <a:pt x="96" y="605"/>
                </a:lnTo>
                <a:lnTo>
                  <a:pt x="96" y="606"/>
                </a:lnTo>
                <a:lnTo>
                  <a:pt x="95" y="606"/>
                </a:lnTo>
                <a:lnTo>
                  <a:pt x="94" y="606"/>
                </a:lnTo>
                <a:lnTo>
                  <a:pt x="94" y="605"/>
                </a:lnTo>
                <a:lnTo>
                  <a:pt x="93" y="605"/>
                </a:lnTo>
                <a:lnTo>
                  <a:pt x="92" y="606"/>
                </a:lnTo>
                <a:lnTo>
                  <a:pt x="91" y="605"/>
                </a:lnTo>
                <a:lnTo>
                  <a:pt x="90" y="605"/>
                </a:lnTo>
                <a:lnTo>
                  <a:pt x="89" y="605"/>
                </a:lnTo>
                <a:lnTo>
                  <a:pt x="88" y="605"/>
                </a:lnTo>
                <a:lnTo>
                  <a:pt x="89" y="605"/>
                </a:lnTo>
                <a:lnTo>
                  <a:pt x="89" y="604"/>
                </a:lnTo>
                <a:lnTo>
                  <a:pt x="90" y="603"/>
                </a:lnTo>
                <a:lnTo>
                  <a:pt x="90" y="602"/>
                </a:lnTo>
                <a:lnTo>
                  <a:pt x="89" y="602"/>
                </a:lnTo>
                <a:lnTo>
                  <a:pt x="89" y="601"/>
                </a:lnTo>
                <a:lnTo>
                  <a:pt x="89" y="600"/>
                </a:lnTo>
                <a:lnTo>
                  <a:pt x="90" y="600"/>
                </a:lnTo>
                <a:lnTo>
                  <a:pt x="89" y="600"/>
                </a:lnTo>
                <a:lnTo>
                  <a:pt x="89" y="599"/>
                </a:lnTo>
                <a:lnTo>
                  <a:pt x="88" y="598"/>
                </a:lnTo>
                <a:lnTo>
                  <a:pt x="87" y="598"/>
                </a:lnTo>
                <a:lnTo>
                  <a:pt x="86" y="598"/>
                </a:lnTo>
                <a:lnTo>
                  <a:pt x="86" y="597"/>
                </a:lnTo>
                <a:lnTo>
                  <a:pt x="87" y="597"/>
                </a:lnTo>
                <a:lnTo>
                  <a:pt x="88" y="596"/>
                </a:lnTo>
                <a:lnTo>
                  <a:pt x="89" y="596"/>
                </a:lnTo>
                <a:lnTo>
                  <a:pt x="90" y="595"/>
                </a:lnTo>
                <a:lnTo>
                  <a:pt x="91" y="594"/>
                </a:lnTo>
                <a:lnTo>
                  <a:pt x="91" y="593"/>
                </a:lnTo>
                <a:lnTo>
                  <a:pt x="92" y="593"/>
                </a:lnTo>
                <a:lnTo>
                  <a:pt x="92" y="594"/>
                </a:lnTo>
                <a:lnTo>
                  <a:pt x="93" y="593"/>
                </a:lnTo>
                <a:lnTo>
                  <a:pt x="93" y="592"/>
                </a:lnTo>
                <a:lnTo>
                  <a:pt x="94" y="592"/>
                </a:lnTo>
                <a:lnTo>
                  <a:pt x="94" y="593"/>
                </a:lnTo>
                <a:lnTo>
                  <a:pt x="95" y="592"/>
                </a:lnTo>
                <a:lnTo>
                  <a:pt x="95" y="591"/>
                </a:lnTo>
                <a:lnTo>
                  <a:pt x="96" y="591"/>
                </a:lnTo>
                <a:lnTo>
                  <a:pt x="97" y="591"/>
                </a:lnTo>
                <a:lnTo>
                  <a:pt x="98" y="590"/>
                </a:lnTo>
                <a:lnTo>
                  <a:pt x="97" y="590"/>
                </a:lnTo>
                <a:lnTo>
                  <a:pt x="98" y="589"/>
                </a:lnTo>
                <a:lnTo>
                  <a:pt x="100" y="591"/>
                </a:lnTo>
                <a:lnTo>
                  <a:pt x="101" y="591"/>
                </a:lnTo>
                <a:lnTo>
                  <a:pt x="102" y="591"/>
                </a:lnTo>
                <a:lnTo>
                  <a:pt x="103" y="590"/>
                </a:lnTo>
                <a:lnTo>
                  <a:pt x="103" y="589"/>
                </a:lnTo>
                <a:lnTo>
                  <a:pt x="102" y="588"/>
                </a:lnTo>
                <a:lnTo>
                  <a:pt x="101" y="588"/>
                </a:lnTo>
                <a:lnTo>
                  <a:pt x="101" y="587"/>
                </a:lnTo>
                <a:lnTo>
                  <a:pt x="101" y="586"/>
                </a:lnTo>
                <a:lnTo>
                  <a:pt x="101" y="585"/>
                </a:lnTo>
                <a:lnTo>
                  <a:pt x="101" y="584"/>
                </a:lnTo>
                <a:lnTo>
                  <a:pt x="102" y="582"/>
                </a:lnTo>
                <a:lnTo>
                  <a:pt x="102" y="581"/>
                </a:lnTo>
                <a:lnTo>
                  <a:pt x="103" y="582"/>
                </a:lnTo>
                <a:lnTo>
                  <a:pt x="102" y="582"/>
                </a:lnTo>
                <a:lnTo>
                  <a:pt x="103" y="582"/>
                </a:lnTo>
                <a:lnTo>
                  <a:pt x="104" y="582"/>
                </a:lnTo>
                <a:lnTo>
                  <a:pt x="104" y="581"/>
                </a:lnTo>
                <a:lnTo>
                  <a:pt x="105" y="581"/>
                </a:lnTo>
                <a:lnTo>
                  <a:pt x="105" y="580"/>
                </a:lnTo>
                <a:lnTo>
                  <a:pt x="106" y="580"/>
                </a:lnTo>
                <a:lnTo>
                  <a:pt x="106" y="579"/>
                </a:lnTo>
                <a:lnTo>
                  <a:pt x="106" y="578"/>
                </a:lnTo>
                <a:lnTo>
                  <a:pt x="107" y="578"/>
                </a:lnTo>
                <a:lnTo>
                  <a:pt x="108" y="578"/>
                </a:lnTo>
                <a:lnTo>
                  <a:pt x="109" y="578"/>
                </a:lnTo>
                <a:lnTo>
                  <a:pt x="109" y="577"/>
                </a:lnTo>
                <a:lnTo>
                  <a:pt x="110" y="577"/>
                </a:lnTo>
                <a:lnTo>
                  <a:pt x="111" y="578"/>
                </a:lnTo>
                <a:lnTo>
                  <a:pt x="111" y="577"/>
                </a:lnTo>
                <a:lnTo>
                  <a:pt x="111" y="576"/>
                </a:lnTo>
                <a:lnTo>
                  <a:pt x="112" y="576"/>
                </a:lnTo>
                <a:lnTo>
                  <a:pt x="112" y="575"/>
                </a:lnTo>
                <a:lnTo>
                  <a:pt x="113" y="576"/>
                </a:lnTo>
                <a:lnTo>
                  <a:pt x="113" y="575"/>
                </a:lnTo>
                <a:lnTo>
                  <a:pt x="114" y="575"/>
                </a:lnTo>
                <a:lnTo>
                  <a:pt x="114" y="574"/>
                </a:lnTo>
                <a:lnTo>
                  <a:pt x="114" y="573"/>
                </a:lnTo>
                <a:lnTo>
                  <a:pt x="114" y="572"/>
                </a:lnTo>
                <a:lnTo>
                  <a:pt x="113" y="572"/>
                </a:lnTo>
                <a:lnTo>
                  <a:pt x="113" y="571"/>
                </a:lnTo>
                <a:lnTo>
                  <a:pt x="113" y="570"/>
                </a:lnTo>
                <a:lnTo>
                  <a:pt x="112" y="570"/>
                </a:lnTo>
                <a:lnTo>
                  <a:pt x="112" y="569"/>
                </a:lnTo>
                <a:lnTo>
                  <a:pt x="111" y="569"/>
                </a:lnTo>
                <a:lnTo>
                  <a:pt x="111" y="568"/>
                </a:lnTo>
                <a:lnTo>
                  <a:pt x="112" y="568"/>
                </a:lnTo>
                <a:lnTo>
                  <a:pt x="112" y="567"/>
                </a:lnTo>
                <a:lnTo>
                  <a:pt x="113" y="567"/>
                </a:lnTo>
                <a:lnTo>
                  <a:pt x="112" y="567"/>
                </a:lnTo>
                <a:lnTo>
                  <a:pt x="112" y="566"/>
                </a:lnTo>
                <a:lnTo>
                  <a:pt x="112" y="565"/>
                </a:lnTo>
                <a:lnTo>
                  <a:pt x="112" y="564"/>
                </a:lnTo>
                <a:lnTo>
                  <a:pt x="111" y="564"/>
                </a:lnTo>
                <a:lnTo>
                  <a:pt x="111" y="563"/>
                </a:lnTo>
                <a:lnTo>
                  <a:pt x="110" y="562"/>
                </a:lnTo>
                <a:lnTo>
                  <a:pt x="109" y="562"/>
                </a:lnTo>
                <a:lnTo>
                  <a:pt x="108" y="561"/>
                </a:lnTo>
                <a:lnTo>
                  <a:pt x="107" y="560"/>
                </a:lnTo>
                <a:lnTo>
                  <a:pt x="107" y="559"/>
                </a:lnTo>
                <a:lnTo>
                  <a:pt x="108" y="558"/>
                </a:lnTo>
                <a:lnTo>
                  <a:pt x="108" y="557"/>
                </a:lnTo>
                <a:lnTo>
                  <a:pt x="107" y="557"/>
                </a:lnTo>
                <a:lnTo>
                  <a:pt x="107" y="556"/>
                </a:lnTo>
                <a:lnTo>
                  <a:pt x="106" y="556"/>
                </a:lnTo>
                <a:lnTo>
                  <a:pt x="106" y="555"/>
                </a:lnTo>
                <a:lnTo>
                  <a:pt x="105" y="555"/>
                </a:lnTo>
                <a:lnTo>
                  <a:pt x="105" y="554"/>
                </a:lnTo>
                <a:lnTo>
                  <a:pt x="105" y="553"/>
                </a:lnTo>
                <a:lnTo>
                  <a:pt x="105" y="552"/>
                </a:lnTo>
                <a:lnTo>
                  <a:pt x="105" y="551"/>
                </a:lnTo>
                <a:lnTo>
                  <a:pt x="105" y="550"/>
                </a:lnTo>
                <a:lnTo>
                  <a:pt x="104" y="550"/>
                </a:lnTo>
                <a:lnTo>
                  <a:pt x="105" y="549"/>
                </a:lnTo>
                <a:lnTo>
                  <a:pt x="106" y="549"/>
                </a:lnTo>
                <a:lnTo>
                  <a:pt x="106" y="548"/>
                </a:lnTo>
                <a:lnTo>
                  <a:pt x="105" y="547"/>
                </a:lnTo>
                <a:lnTo>
                  <a:pt x="106" y="546"/>
                </a:lnTo>
                <a:lnTo>
                  <a:pt x="106" y="545"/>
                </a:lnTo>
                <a:lnTo>
                  <a:pt x="105" y="545"/>
                </a:lnTo>
                <a:lnTo>
                  <a:pt x="106" y="543"/>
                </a:lnTo>
                <a:lnTo>
                  <a:pt x="107" y="544"/>
                </a:lnTo>
                <a:lnTo>
                  <a:pt x="108" y="544"/>
                </a:lnTo>
                <a:lnTo>
                  <a:pt x="109" y="544"/>
                </a:lnTo>
                <a:lnTo>
                  <a:pt x="109" y="543"/>
                </a:lnTo>
                <a:lnTo>
                  <a:pt x="109" y="542"/>
                </a:lnTo>
                <a:lnTo>
                  <a:pt x="110" y="541"/>
                </a:lnTo>
                <a:lnTo>
                  <a:pt x="110" y="540"/>
                </a:lnTo>
                <a:lnTo>
                  <a:pt x="111" y="539"/>
                </a:lnTo>
                <a:lnTo>
                  <a:pt x="111" y="538"/>
                </a:lnTo>
                <a:lnTo>
                  <a:pt x="110" y="538"/>
                </a:lnTo>
                <a:lnTo>
                  <a:pt x="111" y="537"/>
                </a:lnTo>
                <a:lnTo>
                  <a:pt x="112" y="537"/>
                </a:lnTo>
                <a:lnTo>
                  <a:pt x="113" y="537"/>
                </a:lnTo>
                <a:lnTo>
                  <a:pt x="113" y="538"/>
                </a:lnTo>
                <a:lnTo>
                  <a:pt x="114" y="538"/>
                </a:lnTo>
                <a:lnTo>
                  <a:pt x="114" y="537"/>
                </a:lnTo>
                <a:lnTo>
                  <a:pt x="115" y="537"/>
                </a:lnTo>
                <a:lnTo>
                  <a:pt x="116" y="537"/>
                </a:lnTo>
                <a:lnTo>
                  <a:pt x="117" y="538"/>
                </a:lnTo>
                <a:lnTo>
                  <a:pt x="118" y="538"/>
                </a:lnTo>
                <a:lnTo>
                  <a:pt x="118" y="539"/>
                </a:lnTo>
                <a:lnTo>
                  <a:pt x="119" y="539"/>
                </a:lnTo>
                <a:lnTo>
                  <a:pt x="121" y="539"/>
                </a:lnTo>
                <a:lnTo>
                  <a:pt x="121" y="538"/>
                </a:lnTo>
                <a:lnTo>
                  <a:pt x="122" y="538"/>
                </a:lnTo>
                <a:lnTo>
                  <a:pt x="123" y="539"/>
                </a:lnTo>
                <a:lnTo>
                  <a:pt x="124" y="538"/>
                </a:lnTo>
                <a:lnTo>
                  <a:pt x="125" y="538"/>
                </a:lnTo>
                <a:lnTo>
                  <a:pt x="126" y="538"/>
                </a:lnTo>
                <a:lnTo>
                  <a:pt x="127" y="538"/>
                </a:lnTo>
                <a:lnTo>
                  <a:pt x="128" y="538"/>
                </a:lnTo>
                <a:lnTo>
                  <a:pt x="128" y="537"/>
                </a:lnTo>
                <a:lnTo>
                  <a:pt x="129" y="536"/>
                </a:lnTo>
                <a:lnTo>
                  <a:pt x="129" y="535"/>
                </a:lnTo>
                <a:lnTo>
                  <a:pt x="131" y="535"/>
                </a:lnTo>
                <a:lnTo>
                  <a:pt x="131" y="536"/>
                </a:lnTo>
                <a:lnTo>
                  <a:pt x="132" y="536"/>
                </a:lnTo>
                <a:lnTo>
                  <a:pt x="134" y="536"/>
                </a:lnTo>
                <a:lnTo>
                  <a:pt x="135" y="537"/>
                </a:lnTo>
                <a:lnTo>
                  <a:pt x="136" y="537"/>
                </a:lnTo>
                <a:lnTo>
                  <a:pt x="137" y="537"/>
                </a:lnTo>
                <a:lnTo>
                  <a:pt x="139" y="537"/>
                </a:lnTo>
                <a:lnTo>
                  <a:pt x="139" y="538"/>
                </a:lnTo>
                <a:lnTo>
                  <a:pt x="140" y="538"/>
                </a:lnTo>
                <a:lnTo>
                  <a:pt x="142" y="538"/>
                </a:lnTo>
                <a:lnTo>
                  <a:pt x="143" y="537"/>
                </a:lnTo>
                <a:lnTo>
                  <a:pt x="144" y="536"/>
                </a:lnTo>
                <a:lnTo>
                  <a:pt x="146" y="536"/>
                </a:lnTo>
                <a:lnTo>
                  <a:pt x="147" y="536"/>
                </a:lnTo>
                <a:lnTo>
                  <a:pt x="148" y="536"/>
                </a:lnTo>
                <a:lnTo>
                  <a:pt x="149" y="537"/>
                </a:lnTo>
                <a:lnTo>
                  <a:pt x="149" y="538"/>
                </a:lnTo>
                <a:lnTo>
                  <a:pt x="150" y="538"/>
                </a:lnTo>
                <a:lnTo>
                  <a:pt x="151" y="538"/>
                </a:lnTo>
                <a:lnTo>
                  <a:pt x="152" y="538"/>
                </a:lnTo>
                <a:lnTo>
                  <a:pt x="153" y="538"/>
                </a:lnTo>
                <a:lnTo>
                  <a:pt x="153" y="539"/>
                </a:lnTo>
                <a:lnTo>
                  <a:pt x="155" y="540"/>
                </a:lnTo>
                <a:lnTo>
                  <a:pt x="156" y="540"/>
                </a:lnTo>
                <a:lnTo>
                  <a:pt x="156" y="539"/>
                </a:lnTo>
                <a:lnTo>
                  <a:pt x="157" y="539"/>
                </a:lnTo>
                <a:lnTo>
                  <a:pt x="158" y="539"/>
                </a:lnTo>
                <a:lnTo>
                  <a:pt x="157" y="539"/>
                </a:lnTo>
                <a:lnTo>
                  <a:pt x="157" y="540"/>
                </a:lnTo>
                <a:lnTo>
                  <a:pt x="158" y="540"/>
                </a:lnTo>
                <a:lnTo>
                  <a:pt x="159" y="541"/>
                </a:lnTo>
                <a:lnTo>
                  <a:pt x="160" y="543"/>
                </a:lnTo>
                <a:lnTo>
                  <a:pt x="160" y="544"/>
                </a:lnTo>
                <a:lnTo>
                  <a:pt x="161" y="544"/>
                </a:lnTo>
                <a:lnTo>
                  <a:pt x="162" y="544"/>
                </a:lnTo>
                <a:lnTo>
                  <a:pt x="162" y="543"/>
                </a:lnTo>
                <a:lnTo>
                  <a:pt x="163" y="542"/>
                </a:lnTo>
                <a:lnTo>
                  <a:pt x="164" y="543"/>
                </a:lnTo>
                <a:lnTo>
                  <a:pt x="164" y="544"/>
                </a:lnTo>
                <a:lnTo>
                  <a:pt x="165" y="544"/>
                </a:lnTo>
                <a:lnTo>
                  <a:pt x="165" y="545"/>
                </a:lnTo>
                <a:lnTo>
                  <a:pt x="166" y="545"/>
                </a:lnTo>
                <a:lnTo>
                  <a:pt x="167" y="545"/>
                </a:lnTo>
                <a:lnTo>
                  <a:pt x="168" y="545"/>
                </a:lnTo>
                <a:lnTo>
                  <a:pt x="168" y="546"/>
                </a:lnTo>
                <a:lnTo>
                  <a:pt x="169" y="547"/>
                </a:lnTo>
                <a:lnTo>
                  <a:pt x="169" y="548"/>
                </a:lnTo>
                <a:lnTo>
                  <a:pt x="169" y="549"/>
                </a:lnTo>
                <a:lnTo>
                  <a:pt x="168" y="549"/>
                </a:lnTo>
                <a:lnTo>
                  <a:pt x="168" y="550"/>
                </a:lnTo>
                <a:lnTo>
                  <a:pt x="168" y="551"/>
                </a:lnTo>
                <a:lnTo>
                  <a:pt x="169" y="551"/>
                </a:lnTo>
                <a:lnTo>
                  <a:pt x="169" y="552"/>
                </a:lnTo>
                <a:lnTo>
                  <a:pt x="170" y="553"/>
                </a:lnTo>
                <a:lnTo>
                  <a:pt x="171" y="553"/>
                </a:lnTo>
                <a:lnTo>
                  <a:pt x="171" y="554"/>
                </a:lnTo>
                <a:lnTo>
                  <a:pt x="172" y="554"/>
                </a:lnTo>
                <a:lnTo>
                  <a:pt x="173" y="554"/>
                </a:lnTo>
                <a:lnTo>
                  <a:pt x="174" y="554"/>
                </a:lnTo>
                <a:lnTo>
                  <a:pt x="174" y="555"/>
                </a:lnTo>
                <a:lnTo>
                  <a:pt x="175" y="555"/>
                </a:lnTo>
                <a:lnTo>
                  <a:pt x="176" y="555"/>
                </a:lnTo>
                <a:lnTo>
                  <a:pt x="177" y="555"/>
                </a:lnTo>
                <a:lnTo>
                  <a:pt x="177" y="556"/>
                </a:lnTo>
                <a:lnTo>
                  <a:pt x="178" y="557"/>
                </a:lnTo>
                <a:lnTo>
                  <a:pt x="178" y="558"/>
                </a:lnTo>
                <a:lnTo>
                  <a:pt x="178" y="559"/>
                </a:lnTo>
                <a:lnTo>
                  <a:pt x="178" y="560"/>
                </a:lnTo>
                <a:lnTo>
                  <a:pt x="178" y="561"/>
                </a:lnTo>
                <a:lnTo>
                  <a:pt x="179" y="561"/>
                </a:lnTo>
                <a:lnTo>
                  <a:pt x="179" y="562"/>
                </a:lnTo>
                <a:lnTo>
                  <a:pt x="180" y="561"/>
                </a:lnTo>
                <a:lnTo>
                  <a:pt x="181" y="561"/>
                </a:lnTo>
                <a:lnTo>
                  <a:pt x="181" y="562"/>
                </a:lnTo>
                <a:lnTo>
                  <a:pt x="182" y="562"/>
                </a:lnTo>
                <a:lnTo>
                  <a:pt x="183" y="561"/>
                </a:lnTo>
                <a:lnTo>
                  <a:pt x="184" y="561"/>
                </a:lnTo>
                <a:lnTo>
                  <a:pt x="185" y="562"/>
                </a:lnTo>
                <a:lnTo>
                  <a:pt x="185" y="561"/>
                </a:lnTo>
                <a:lnTo>
                  <a:pt x="186" y="560"/>
                </a:lnTo>
                <a:lnTo>
                  <a:pt x="186" y="559"/>
                </a:lnTo>
                <a:lnTo>
                  <a:pt x="186" y="558"/>
                </a:lnTo>
                <a:lnTo>
                  <a:pt x="187" y="558"/>
                </a:lnTo>
                <a:lnTo>
                  <a:pt x="187" y="559"/>
                </a:lnTo>
                <a:lnTo>
                  <a:pt x="188" y="559"/>
                </a:lnTo>
                <a:lnTo>
                  <a:pt x="188" y="558"/>
                </a:lnTo>
                <a:lnTo>
                  <a:pt x="188" y="557"/>
                </a:lnTo>
                <a:lnTo>
                  <a:pt x="189" y="557"/>
                </a:lnTo>
                <a:lnTo>
                  <a:pt x="189" y="556"/>
                </a:lnTo>
                <a:lnTo>
                  <a:pt x="189" y="555"/>
                </a:lnTo>
                <a:lnTo>
                  <a:pt x="189" y="554"/>
                </a:lnTo>
                <a:lnTo>
                  <a:pt x="190" y="554"/>
                </a:lnTo>
                <a:lnTo>
                  <a:pt x="190" y="555"/>
                </a:lnTo>
                <a:lnTo>
                  <a:pt x="191" y="555"/>
                </a:lnTo>
                <a:lnTo>
                  <a:pt x="192" y="555"/>
                </a:lnTo>
                <a:lnTo>
                  <a:pt x="193" y="555"/>
                </a:lnTo>
                <a:lnTo>
                  <a:pt x="195" y="555"/>
                </a:lnTo>
                <a:lnTo>
                  <a:pt x="196" y="556"/>
                </a:lnTo>
                <a:lnTo>
                  <a:pt x="197" y="557"/>
                </a:lnTo>
                <a:lnTo>
                  <a:pt x="197" y="558"/>
                </a:lnTo>
                <a:lnTo>
                  <a:pt x="197" y="557"/>
                </a:lnTo>
                <a:lnTo>
                  <a:pt x="198" y="556"/>
                </a:lnTo>
                <a:lnTo>
                  <a:pt x="199" y="556"/>
                </a:lnTo>
                <a:lnTo>
                  <a:pt x="200" y="555"/>
                </a:lnTo>
                <a:lnTo>
                  <a:pt x="200" y="556"/>
                </a:lnTo>
                <a:lnTo>
                  <a:pt x="201" y="556"/>
                </a:lnTo>
                <a:lnTo>
                  <a:pt x="201" y="555"/>
                </a:lnTo>
                <a:lnTo>
                  <a:pt x="202" y="555"/>
                </a:lnTo>
                <a:lnTo>
                  <a:pt x="203" y="556"/>
                </a:lnTo>
                <a:lnTo>
                  <a:pt x="204" y="557"/>
                </a:lnTo>
                <a:lnTo>
                  <a:pt x="205" y="557"/>
                </a:lnTo>
                <a:lnTo>
                  <a:pt x="206" y="558"/>
                </a:lnTo>
                <a:lnTo>
                  <a:pt x="207" y="558"/>
                </a:lnTo>
                <a:lnTo>
                  <a:pt x="208" y="558"/>
                </a:lnTo>
                <a:lnTo>
                  <a:pt x="209" y="557"/>
                </a:lnTo>
                <a:lnTo>
                  <a:pt x="210" y="558"/>
                </a:lnTo>
                <a:lnTo>
                  <a:pt x="211" y="559"/>
                </a:lnTo>
                <a:lnTo>
                  <a:pt x="212" y="558"/>
                </a:lnTo>
                <a:lnTo>
                  <a:pt x="214" y="558"/>
                </a:lnTo>
                <a:lnTo>
                  <a:pt x="214" y="557"/>
                </a:lnTo>
                <a:lnTo>
                  <a:pt x="214" y="556"/>
                </a:lnTo>
                <a:lnTo>
                  <a:pt x="215" y="556"/>
                </a:lnTo>
                <a:lnTo>
                  <a:pt x="216" y="555"/>
                </a:lnTo>
                <a:lnTo>
                  <a:pt x="216" y="554"/>
                </a:lnTo>
                <a:lnTo>
                  <a:pt x="217" y="554"/>
                </a:lnTo>
                <a:lnTo>
                  <a:pt x="217" y="553"/>
                </a:lnTo>
                <a:lnTo>
                  <a:pt x="218" y="552"/>
                </a:lnTo>
                <a:lnTo>
                  <a:pt x="219" y="551"/>
                </a:lnTo>
                <a:lnTo>
                  <a:pt x="220" y="552"/>
                </a:lnTo>
                <a:lnTo>
                  <a:pt x="221" y="552"/>
                </a:lnTo>
                <a:lnTo>
                  <a:pt x="221" y="553"/>
                </a:lnTo>
                <a:lnTo>
                  <a:pt x="222" y="553"/>
                </a:lnTo>
                <a:lnTo>
                  <a:pt x="222" y="552"/>
                </a:lnTo>
                <a:lnTo>
                  <a:pt x="223" y="552"/>
                </a:lnTo>
                <a:lnTo>
                  <a:pt x="223" y="551"/>
                </a:lnTo>
                <a:lnTo>
                  <a:pt x="224" y="552"/>
                </a:lnTo>
                <a:lnTo>
                  <a:pt x="225" y="552"/>
                </a:lnTo>
                <a:lnTo>
                  <a:pt x="225" y="553"/>
                </a:lnTo>
                <a:lnTo>
                  <a:pt x="225" y="554"/>
                </a:lnTo>
                <a:lnTo>
                  <a:pt x="225" y="555"/>
                </a:lnTo>
                <a:lnTo>
                  <a:pt x="225" y="556"/>
                </a:lnTo>
                <a:lnTo>
                  <a:pt x="225" y="557"/>
                </a:lnTo>
                <a:lnTo>
                  <a:pt x="224" y="557"/>
                </a:lnTo>
                <a:lnTo>
                  <a:pt x="225" y="557"/>
                </a:lnTo>
                <a:lnTo>
                  <a:pt x="226" y="557"/>
                </a:lnTo>
                <a:lnTo>
                  <a:pt x="226" y="556"/>
                </a:lnTo>
                <a:lnTo>
                  <a:pt x="226" y="555"/>
                </a:lnTo>
                <a:lnTo>
                  <a:pt x="227" y="555"/>
                </a:lnTo>
                <a:lnTo>
                  <a:pt x="227" y="556"/>
                </a:lnTo>
                <a:lnTo>
                  <a:pt x="228" y="555"/>
                </a:lnTo>
                <a:lnTo>
                  <a:pt x="228" y="554"/>
                </a:lnTo>
                <a:lnTo>
                  <a:pt x="229" y="554"/>
                </a:lnTo>
                <a:lnTo>
                  <a:pt x="230" y="553"/>
                </a:lnTo>
                <a:lnTo>
                  <a:pt x="232" y="553"/>
                </a:lnTo>
                <a:lnTo>
                  <a:pt x="233" y="553"/>
                </a:lnTo>
                <a:lnTo>
                  <a:pt x="233" y="552"/>
                </a:lnTo>
                <a:lnTo>
                  <a:pt x="234" y="552"/>
                </a:lnTo>
                <a:lnTo>
                  <a:pt x="234" y="553"/>
                </a:lnTo>
                <a:lnTo>
                  <a:pt x="235" y="553"/>
                </a:lnTo>
                <a:lnTo>
                  <a:pt x="236" y="553"/>
                </a:lnTo>
                <a:lnTo>
                  <a:pt x="237" y="553"/>
                </a:lnTo>
                <a:lnTo>
                  <a:pt x="237" y="552"/>
                </a:lnTo>
                <a:lnTo>
                  <a:pt x="238" y="552"/>
                </a:lnTo>
                <a:lnTo>
                  <a:pt x="240" y="552"/>
                </a:lnTo>
                <a:lnTo>
                  <a:pt x="241" y="553"/>
                </a:lnTo>
                <a:lnTo>
                  <a:pt x="242" y="553"/>
                </a:lnTo>
                <a:lnTo>
                  <a:pt x="242" y="552"/>
                </a:lnTo>
                <a:lnTo>
                  <a:pt x="243" y="552"/>
                </a:lnTo>
                <a:lnTo>
                  <a:pt x="243" y="553"/>
                </a:lnTo>
                <a:lnTo>
                  <a:pt x="243" y="552"/>
                </a:lnTo>
                <a:lnTo>
                  <a:pt x="243" y="551"/>
                </a:lnTo>
                <a:lnTo>
                  <a:pt x="244" y="551"/>
                </a:lnTo>
                <a:lnTo>
                  <a:pt x="245" y="550"/>
                </a:lnTo>
                <a:lnTo>
                  <a:pt x="245" y="551"/>
                </a:lnTo>
                <a:lnTo>
                  <a:pt x="245" y="550"/>
                </a:lnTo>
                <a:lnTo>
                  <a:pt x="246" y="550"/>
                </a:lnTo>
                <a:lnTo>
                  <a:pt x="247" y="550"/>
                </a:lnTo>
                <a:lnTo>
                  <a:pt x="248" y="550"/>
                </a:lnTo>
                <a:lnTo>
                  <a:pt x="249" y="549"/>
                </a:lnTo>
                <a:lnTo>
                  <a:pt x="249" y="548"/>
                </a:lnTo>
                <a:lnTo>
                  <a:pt x="249" y="547"/>
                </a:lnTo>
                <a:lnTo>
                  <a:pt x="248" y="548"/>
                </a:lnTo>
                <a:lnTo>
                  <a:pt x="247" y="547"/>
                </a:lnTo>
                <a:lnTo>
                  <a:pt x="247" y="546"/>
                </a:lnTo>
                <a:lnTo>
                  <a:pt x="247" y="545"/>
                </a:lnTo>
                <a:lnTo>
                  <a:pt x="248" y="545"/>
                </a:lnTo>
                <a:lnTo>
                  <a:pt x="247" y="545"/>
                </a:lnTo>
                <a:lnTo>
                  <a:pt x="246" y="545"/>
                </a:lnTo>
                <a:lnTo>
                  <a:pt x="245" y="545"/>
                </a:lnTo>
                <a:lnTo>
                  <a:pt x="244" y="545"/>
                </a:lnTo>
                <a:lnTo>
                  <a:pt x="244" y="544"/>
                </a:lnTo>
                <a:lnTo>
                  <a:pt x="243" y="543"/>
                </a:lnTo>
                <a:lnTo>
                  <a:pt x="241" y="541"/>
                </a:lnTo>
                <a:lnTo>
                  <a:pt x="240" y="540"/>
                </a:lnTo>
                <a:lnTo>
                  <a:pt x="239" y="539"/>
                </a:lnTo>
                <a:lnTo>
                  <a:pt x="238" y="539"/>
                </a:lnTo>
                <a:lnTo>
                  <a:pt x="238" y="538"/>
                </a:lnTo>
                <a:lnTo>
                  <a:pt x="239" y="538"/>
                </a:lnTo>
                <a:lnTo>
                  <a:pt x="239" y="537"/>
                </a:lnTo>
                <a:lnTo>
                  <a:pt x="238" y="536"/>
                </a:lnTo>
                <a:lnTo>
                  <a:pt x="236" y="535"/>
                </a:lnTo>
                <a:lnTo>
                  <a:pt x="235" y="535"/>
                </a:lnTo>
                <a:lnTo>
                  <a:pt x="235" y="534"/>
                </a:lnTo>
                <a:lnTo>
                  <a:pt x="234" y="534"/>
                </a:lnTo>
                <a:lnTo>
                  <a:pt x="235" y="533"/>
                </a:lnTo>
                <a:lnTo>
                  <a:pt x="235" y="532"/>
                </a:lnTo>
                <a:lnTo>
                  <a:pt x="235" y="530"/>
                </a:lnTo>
                <a:lnTo>
                  <a:pt x="234" y="530"/>
                </a:lnTo>
                <a:lnTo>
                  <a:pt x="234" y="529"/>
                </a:lnTo>
                <a:lnTo>
                  <a:pt x="234" y="527"/>
                </a:lnTo>
                <a:lnTo>
                  <a:pt x="234" y="526"/>
                </a:lnTo>
                <a:lnTo>
                  <a:pt x="233" y="525"/>
                </a:lnTo>
                <a:lnTo>
                  <a:pt x="232" y="525"/>
                </a:lnTo>
                <a:lnTo>
                  <a:pt x="232" y="524"/>
                </a:lnTo>
                <a:lnTo>
                  <a:pt x="231" y="524"/>
                </a:lnTo>
                <a:lnTo>
                  <a:pt x="231" y="523"/>
                </a:lnTo>
                <a:lnTo>
                  <a:pt x="231" y="522"/>
                </a:lnTo>
                <a:lnTo>
                  <a:pt x="231" y="521"/>
                </a:lnTo>
                <a:lnTo>
                  <a:pt x="229" y="522"/>
                </a:lnTo>
                <a:lnTo>
                  <a:pt x="229" y="521"/>
                </a:lnTo>
                <a:lnTo>
                  <a:pt x="228" y="521"/>
                </a:lnTo>
                <a:lnTo>
                  <a:pt x="228" y="520"/>
                </a:lnTo>
                <a:lnTo>
                  <a:pt x="228" y="519"/>
                </a:lnTo>
                <a:lnTo>
                  <a:pt x="227" y="519"/>
                </a:lnTo>
                <a:lnTo>
                  <a:pt x="227" y="518"/>
                </a:lnTo>
                <a:lnTo>
                  <a:pt x="228" y="518"/>
                </a:lnTo>
                <a:lnTo>
                  <a:pt x="228" y="517"/>
                </a:lnTo>
                <a:lnTo>
                  <a:pt x="229" y="517"/>
                </a:lnTo>
                <a:lnTo>
                  <a:pt x="230" y="517"/>
                </a:lnTo>
                <a:lnTo>
                  <a:pt x="231" y="517"/>
                </a:lnTo>
                <a:lnTo>
                  <a:pt x="232" y="518"/>
                </a:lnTo>
                <a:lnTo>
                  <a:pt x="232" y="517"/>
                </a:lnTo>
                <a:lnTo>
                  <a:pt x="233" y="517"/>
                </a:lnTo>
                <a:lnTo>
                  <a:pt x="233" y="518"/>
                </a:lnTo>
                <a:lnTo>
                  <a:pt x="234" y="519"/>
                </a:lnTo>
                <a:lnTo>
                  <a:pt x="234" y="518"/>
                </a:lnTo>
                <a:lnTo>
                  <a:pt x="235" y="518"/>
                </a:lnTo>
                <a:lnTo>
                  <a:pt x="234" y="518"/>
                </a:lnTo>
                <a:lnTo>
                  <a:pt x="234" y="517"/>
                </a:lnTo>
                <a:lnTo>
                  <a:pt x="233" y="517"/>
                </a:lnTo>
                <a:lnTo>
                  <a:pt x="234" y="516"/>
                </a:lnTo>
                <a:lnTo>
                  <a:pt x="234" y="517"/>
                </a:lnTo>
                <a:lnTo>
                  <a:pt x="235" y="517"/>
                </a:lnTo>
                <a:lnTo>
                  <a:pt x="235" y="516"/>
                </a:lnTo>
                <a:lnTo>
                  <a:pt x="234" y="516"/>
                </a:lnTo>
                <a:lnTo>
                  <a:pt x="234" y="515"/>
                </a:lnTo>
                <a:lnTo>
                  <a:pt x="235" y="515"/>
                </a:lnTo>
                <a:lnTo>
                  <a:pt x="235" y="516"/>
                </a:lnTo>
                <a:lnTo>
                  <a:pt x="236" y="516"/>
                </a:lnTo>
                <a:lnTo>
                  <a:pt x="237" y="515"/>
                </a:lnTo>
                <a:lnTo>
                  <a:pt x="237" y="514"/>
                </a:lnTo>
                <a:lnTo>
                  <a:pt x="236" y="514"/>
                </a:lnTo>
                <a:lnTo>
                  <a:pt x="236" y="515"/>
                </a:lnTo>
                <a:lnTo>
                  <a:pt x="236" y="514"/>
                </a:lnTo>
                <a:lnTo>
                  <a:pt x="236" y="513"/>
                </a:lnTo>
                <a:lnTo>
                  <a:pt x="237" y="513"/>
                </a:lnTo>
                <a:lnTo>
                  <a:pt x="237" y="512"/>
                </a:lnTo>
                <a:lnTo>
                  <a:pt x="236" y="512"/>
                </a:lnTo>
                <a:lnTo>
                  <a:pt x="235" y="512"/>
                </a:lnTo>
                <a:lnTo>
                  <a:pt x="234" y="512"/>
                </a:lnTo>
                <a:lnTo>
                  <a:pt x="234" y="513"/>
                </a:lnTo>
                <a:lnTo>
                  <a:pt x="233" y="513"/>
                </a:lnTo>
                <a:lnTo>
                  <a:pt x="233" y="512"/>
                </a:lnTo>
                <a:lnTo>
                  <a:pt x="234" y="511"/>
                </a:lnTo>
                <a:lnTo>
                  <a:pt x="235" y="511"/>
                </a:lnTo>
                <a:lnTo>
                  <a:pt x="236" y="510"/>
                </a:lnTo>
                <a:lnTo>
                  <a:pt x="237" y="510"/>
                </a:lnTo>
                <a:lnTo>
                  <a:pt x="238" y="511"/>
                </a:lnTo>
                <a:lnTo>
                  <a:pt x="239" y="511"/>
                </a:lnTo>
                <a:lnTo>
                  <a:pt x="240" y="511"/>
                </a:lnTo>
                <a:lnTo>
                  <a:pt x="240" y="512"/>
                </a:lnTo>
                <a:lnTo>
                  <a:pt x="241" y="512"/>
                </a:lnTo>
                <a:lnTo>
                  <a:pt x="242" y="512"/>
                </a:lnTo>
                <a:lnTo>
                  <a:pt x="242" y="513"/>
                </a:lnTo>
                <a:lnTo>
                  <a:pt x="243" y="514"/>
                </a:lnTo>
                <a:lnTo>
                  <a:pt x="243" y="513"/>
                </a:lnTo>
                <a:lnTo>
                  <a:pt x="244" y="513"/>
                </a:lnTo>
                <a:lnTo>
                  <a:pt x="244" y="514"/>
                </a:lnTo>
                <a:lnTo>
                  <a:pt x="245" y="515"/>
                </a:lnTo>
                <a:lnTo>
                  <a:pt x="246" y="515"/>
                </a:lnTo>
                <a:lnTo>
                  <a:pt x="247" y="515"/>
                </a:lnTo>
                <a:lnTo>
                  <a:pt x="248" y="515"/>
                </a:lnTo>
                <a:lnTo>
                  <a:pt x="249" y="516"/>
                </a:lnTo>
                <a:lnTo>
                  <a:pt x="249" y="517"/>
                </a:lnTo>
                <a:lnTo>
                  <a:pt x="250" y="517"/>
                </a:lnTo>
                <a:lnTo>
                  <a:pt x="251" y="516"/>
                </a:lnTo>
                <a:lnTo>
                  <a:pt x="253" y="516"/>
                </a:lnTo>
                <a:lnTo>
                  <a:pt x="254" y="516"/>
                </a:lnTo>
                <a:lnTo>
                  <a:pt x="254" y="517"/>
                </a:lnTo>
                <a:lnTo>
                  <a:pt x="255" y="517"/>
                </a:lnTo>
                <a:lnTo>
                  <a:pt x="256" y="517"/>
                </a:lnTo>
                <a:lnTo>
                  <a:pt x="256" y="518"/>
                </a:lnTo>
                <a:lnTo>
                  <a:pt x="257" y="518"/>
                </a:lnTo>
                <a:lnTo>
                  <a:pt x="257" y="517"/>
                </a:lnTo>
                <a:lnTo>
                  <a:pt x="257" y="516"/>
                </a:lnTo>
                <a:lnTo>
                  <a:pt x="257" y="515"/>
                </a:lnTo>
                <a:lnTo>
                  <a:pt x="258" y="516"/>
                </a:lnTo>
                <a:lnTo>
                  <a:pt x="259" y="515"/>
                </a:lnTo>
                <a:lnTo>
                  <a:pt x="259" y="516"/>
                </a:lnTo>
                <a:lnTo>
                  <a:pt x="260" y="516"/>
                </a:lnTo>
                <a:lnTo>
                  <a:pt x="259" y="517"/>
                </a:lnTo>
                <a:lnTo>
                  <a:pt x="259" y="518"/>
                </a:lnTo>
                <a:lnTo>
                  <a:pt x="260" y="519"/>
                </a:lnTo>
                <a:lnTo>
                  <a:pt x="261" y="518"/>
                </a:lnTo>
                <a:lnTo>
                  <a:pt x="262" y="518"/>
                </a:lnTo>
                <a:lnTo>
                  <a:pt x="263" y="518"/>
                </a:lnTo>
                <a:lnTo>
                  <a:pt x="264" y="518"/>
                </a:lnTo>
                <a:lnTo>
                  <a:pt x="265" y="518"/>
                </a:lnTo>
                <a:lnTo>
                  <a:pt x="266" y="518"/>
                </a:lnTo>
                <a:lnTo>
                  <a:pt x="267" y="518"/>
                </a:lnTo>
                <a:lnTo>
                  <a:pt x="267" y="517"/>
                </a:lnTo>
                <a:lnTo>
                  <a:pt x="268" y="517"/>
                </a:lnTo>
                <a:lnTo>
                  <a:pt x="269" y="517"/>
                </a:lnTo>
                <a:lnTo>
                  <a:pt x="270" y="517"/>
                </a:lnTo>
                <a:lnTo>
                  <a:pt x="271" y="516"/>
                </a:lnTo>
                <a:lnTo>
                  <a:pt x="272" y="516"/>
                </a:lnTo>
                <a:lnTo>
                  <a:pt x="272" y="515"/>
                </a:lnTo>
                <a:lnTo>
                  <a:pt x="273" y="515"/>
                </a:lnTo>
                <a:lnTo>
                  <a:pt x="274" y="515"/>
                </a:lnTo>
                <a:lnTo>
                  <a:pt x="274" y="514"/>
                </a:lnTo>
                <a:lnTo>
                  <a:pt x="275" y="514"/>
                </a:lnTo>
                <a:lnTo>
                  <a:pt x="276" y="514"/>
                </a:lnTo>
                <a:lnTo>
                  <a:pt x="277" y="514"/>
                </a:lnTo>
                <a:lnTo>
                  <a:pt x="278" y="513"/>
                </a:lnTo>
                <a:lnTo>
                  <a:pt x="279" y="513"/>
                </a:lnTo>
                <a:lnTo>
                  <a:pt x="279" y="514"/>
                </a:lnTo>
                <a:lnTo>
                  <a:pt x="280" y="513"/>
                </a:lnTo>
                <a:lnTo>
                  <a:pt x="280" y="512"/>
                </a:lnTo>
                <a:lnTo>
                  <a:pt x="281" y="512"/>
                </a:lnTo>
                <a:lnTo>
                  <a:pt x="282" y="511"/>
                </a:lnTo>
                <a:lnTo>
                  <a:pt x="282" y="512"/>
                </a:lnTo>
                <a:lnTo>
                  <a:pt x="283" y="512"/>
                </a:lnTo>
                <a:lnTo>
                  <a:pt x="284" y="512"/>
                </a:lnTo>
                <a:lnTo>
                  <a:pt x="285" y="512"/>
                </a:lnTo>
                <a:lnTo>
                  <a:pt x="286" y="512"/>
                </a:lnTo>
                <a:lnTo>
                  <a:pt x="287" y="512"/>
                </a:lnTo>
                <a:lnTo>
                  <a:pt x="287" y="513"/>
                </a:lnTo>
                <a:lnTo>
                  <a:pt x="288" y="513"/>
                </a:lnTo>
                <a:lnTo>
                  <a:pt x="288" y="514"/>
                </a:lnTo>
                <a:lnTo>
                  <a:pt x="288" y="515"/>
                </a:lnTo>
                <a:lnTo>
                  <a:pt x="289" y="516"/>
                </a:lnTo>
                <a:lnTo>
                  <a:pt x="290" y="517"/>
                </a:lnTo>
                <a:lnTo>
                  <a:pt x="291" y="517"/>
                </a:lnTo>
                <a:lnTo>
                  <a:pt x="291" y="516"/>
                </a:lnTo>
                <a:lnTo>
                  <a:pt x="290" y="516"/>
                </a:lnTo>
                <a:lnTo>
                  <a:pt x="291" y="516"/>
                </a:lnTo>
                <a:lnTo>
                  <a:pt x="291" y="515"/>
                </a:lnTo>
                <a:lnTo>
                  <a:pt x="292" y="515"/>
                </a:lnTo>
                <a:lnTo>
                  <a:pt x="292" y="516"/>
                </a:lnTo>
                <a:lnTo>
                  <a:pt x="293" y="516"/>
                </a:lnTo>
                <a:lnTo>
                  <a:pt x="295" y="515"/>
                </a:lnTo>
                <a:lnTo>
                  <a:pt x="296" y="515"/>
                </a:lnTo>
                <a:lnTo>
                  <a:pt x="296" y="514"/>
                </a:lnTo>
                <a:lnTo>
                  <a:pt x="296" y="513"/>
                </a:lnTo>
                <a:lnTo>
                  <a:pt x="296" y="512"/>
                </a:lnTo>
                <a:lnTo>
                  <a:pt x="296" y="513"/>
                </a:lnTo>
                <a:lnTo>
                  <a:pt x="297" y="513"/>
                </a:lnTo>
                <a:lnTo>
                  <a:pt x="298" y="513"/>
                </a:lnTo>
                <a:lnTo>
                  <a:pt x="299" y="513"/>
                </a:lnTo>
                <a:lnTo>
                  <a:pt x="299" y="512"/>
                </a:lnTo>
                <a:lnTo>
                  <a:pt x="300" y="512"/>
                </a:lnTo>
                <a:lnTo>
                  <a:pt x="301" y="512"/>
                </a:lnTo>
                <a:lnTo>
                  <a:pt x="301" y="513"/>
                </a:lnTo>
                <a:lnTo>
                  <a:pt x="301" y="514"/>
                </a:lnTo>
                <a:lnTo>
                  <a:pt x="302" y="514"/>
                </a:lnTo>
                <a:lnTo>
                  <a:pt x="303" y="513"/>
                </a:lnTo>
                <a:lnTo>
                  <a:pt x="304" y="513"/>
                </a:lnTo>
                <a:lnTo>
                  <a:pt x="305" y="513"/>
                </a:lnTo>
                <a:lnTo>
                  <a:pt x="305" y="514"/>
                </a:lnTo>
                <a:lnTo>
                  <a:pt x="306" y="514"/>
                </a:lnTo>
                <a:lnTo>
                  <a:pt x="305" y="514"/>
                </a:lnTo>
                <a:lnTo>
                  <a:pt x="306" y="514"/>
                </a:lnTo>
                <a:lnTo>
                  <a:pt x="307" y="515"/>
                </a:lnTo>
                <a:lnTo>
                  <a:pt x="308" y="515"/>
                </a:lnTo>
                <a:lnTo>
                  <a:pt x="308" y="514"/>
                </a:lnTo>
                <a:lnTo>
                  <a:pt x="309" y="515"/>
                </a:lnTo>
                <a:lnTo>
                  <a:pt x="310" y="515"/>
                </a:lnTo>
                <a:lnTo>
                  <a:pt x="311" y="515"/>
                </a:lnTo>
                <a:lnTo>
                  <a:pt x="312" y="515"/>
                </a:lnTo>
                <a:lnTo>
                  <a:pt x="313" y="515"/>
                </a:lnTo>
                <a:lnTo>
                  <a:pt x="314" y="515"/>
                </a:lnTo>
                <a:lnTo>
                  <a:pt x="314" y="514"/>
                </a:lnTo>
                <a:lnTo>
                  <a:pt x="315" y="514"/>
                </a:lnTo>
                <a:lnTo>
                  <a:pt x="316" y="514"/>
                </a:lnTo>
                <a:lnTo>
                  <a:pt x="318" y="513"/>
                </a:lnTo>
                <a:lnTo>
                  <a:pt x="319" y="513"/>
                </a:lnTo>
                <a:lnTo>
                  <a:pt x="320" y="512"/>
                </a:lnTo>
                <a:lnTo>
                  <a:pt x="321" y="511"/>
                </a:lnTo>
                <a:lnTo>
                  <a:pt x="321" y="512"/>
                </a:lnTo>
                <a:lnTo>
                  <a:pt x="323" y="512"/>
                </a:lnTo>
                <a:lnTo>
                  <a:pt x="323" y="513"/>
                </a:lnTo>
                <a:lnTo>
                  <a:pt x="325" y="513"/>
                </a:lnTo>
                <a:lnTo>
                  <a:pt x="325" y="512"/>
                </a:lnTo>
                <a:lnTo>
                  <a:pt x="325" y="511"/>
                </a:lnTo>
                <a:lnTo>
                  <a:pt x="326" y="511"/>
                </a:lnTo>
                <a:lnTo>
                  <a:pt x="327" y="511"/>
                </a:lnTo>
                <a:lnTo>
                  <a:pt x="327" y="510"/>
                </a:lnTo>
                <a:lnTo>
                  <a:pt x="328" y="510"/>
                </a:lnTo>
                <a:lnTo>
                  <a:pt x="328" y="509"/>
                </a:lnTo>
                <a:lnTo>
                  <a:pt x="329" y="509"/>
                </a:lnTo>
                <a:lnTo>
                  <a:pt x="329" y="508"/>
                </a:lnTo>
                <a:lnTo>
                  <a:pt x="328" y="508"/>
                </a:lnTo>
                <a:lnTo>
                  <a:pt x="328" y="507"/>
                </a:lnTo>
                <a:lnTo>
                  <a:pt x="328" y="506"/>
                </a:lnTo>
                <a:lnTo>
                  <a:pt x="328" y="505"/>
                </a:lnTo>
                <a:lnTo>
                  <a:pt x="328" y="504"/>
                </a:lnTo>
                <a:lnTo>
                  <a:pt x="329" y="503"/>
                </a:lnTo>
                <a:lnTo>
                  <a:pt x="329" y="502"/>
                </a:lnTo>
                <a:lnTo>
                  <a:pt x="329" y="501"/>
                </a:lnTo>
                <a:lnTo>
                  <a:pt x="330" y="501"/>
                </a:lnTo>
                <a:lnTo>
                  <a:pt x="331" y="500"/>
                </a:lnTo>
                <a:lnTo>
                  <a:pt x="331" y="499"/>
                </a:lnTo>
                <a:lnTo>
                  <a:pt x="331" y="498"/>
                </a:lnTo>
                <a:lnTo>
                  <a:pt x="330" y="498"/>
                </a:lnTo>
                <a:lnTo>
                  <a:pt x="330" y="497"/>
                </a:lnTo>
                <a:lnTo>
                  <a:pt x="330" y="496"/>
                </a:lnTo>
                <a:lnTo>
                  <a:pt x="330" y="494"/>
                </a:lnTo>
                <a:lnTo>
                  <a:pt x="329" y="494"/>
                </a:lnTo>
                <a:lnTo>
                  <a:pt x="329" y="492"/>
                </a:lnTo>
                <a:lnTo>
                  <a:pt x="329" y="490"/>
                </a:lnTo>
                <a:lnTo>
                  <a:pt x="328" y="490"/>
                </a:lnTo>
                <a:lnTo>
                  <a:pt x="328" y="489"/>
                </a:lnTo>
                <a:lnTo>
                  <a:pt x="328" y="488"/>
                </a:lnTo>
                <a:lnTo>
                  <a:pt x="327" y="488"/>
                </a:lnTo>
                <a:lnTo>
                  <a:pt x="327" y="487"/>
                </a:lnTo>
                <a:lnTo>
                  <a:pt x="328" y="486"/>
                </a:lnTo>
                <a:lnTo>
                  <a:pt x="329" y="486"/>
                </a:lnTo>
                <a:lnTo>
                  <a:pt x="329" y="485"/>
                </a:lnTo>
                <a:lnTo>
                  <a:pt x="329" y="484"/>
                </a:lnTo>
                <a:lnTo>
                  <a:pt x="329" y="483"/>
                </a:lnTo>
                <a:lnTo>
                  <a:pt x="329" y="482"/>
                </a:lnTo>
                <a:lnTo>
                  <a:pt x="329" y="481"/>
                </a:lnTo>
                <a:lnTo>
                  <a:pt x="328" y="480"/>
                </a:lnTo>
                <a:lnTo>
                  <a:pt x="327" y="480"/>
                </a:lnTo>
                <a:lnTo>
                  <a:pt x="326" y="479"/>
                </a:lnTo>
                <a:lnTo>
                  <a:pt x="325" y="479"/>
                </a:lnTo>
                <a:lnTo>
                  <a:pt x="325" y="478"/>
                </a:lnTo>
                <a:lnTo>
                  <a:pt x="324" y="478"/>
                </a:lnTo>
                <a:lnTo>
                  <a:pt x="323" y="477"/>
                </a:lnTo>
                <a:lnTo>
                  <a:pt x="323" y="476"/>
                </a:lnTo>
                <a:lnTo>
                  <a:pt x="322" y="476"/>
                </a:lnTo>
                <a:lnTo>
                  <a:pt x="321" y="476"/>
                </a:lnTo>
                <a:lnTo>
                  <a:pt x="321" y="475"/>
                </a:lnTo>
                <a:lnTo>
                  <a:pt x="320" y="475"/>
                </a:lnTo>
                <a:lnTo>
                  <a:pt x="320" y="474"/>
                </a:lnTo>
                <a:lnTo>
                  <a:pt x="320" y="473"/>
                </a:lnTo>
                <a:lnTo>
                  <a:pt x="320" y="472"/>
                </a:lnTo>
                <a:lnTo>
                  <a:pt x="319" y="471"/>
                </a:lnTo>
                <a:lnTo>
                  <a:pt x="319" y="470"/>
                </a:lnTo>
                <a:lnTo>
                  <a:pt x="318" y="470"/>
                </a:lnTo>
                <a:lnTo>
                  <a:pt x="319" y="468"/>
                </a:lnTo>
                <a:lnTo>
                  <a:pt x="320" y="466"/>
                </a:lnTo>
                <a:lnTo>
                  <a:pt x="319" y="466"/>
                </a:lnTo>
                <a:lnTo>
                  <a:pt x="318" y="465"/>
                </a:lnTo>
                <a:lnTo>
                  <a:pt x="318" y="464"/>
                </a:lnTo>
                <a:lnTo>
                  <a:pt x="319" y="464"/>
                </a:lnTo>
                <a:lnTo>
                  <a:pt x="319" y="463"/>
                </a:lnTo>
                <a:lnTo>
                  <a:pt x="319" y="462"/>
                </a:lnTo>
                <a:lnTo>
                  <a:pt x="318" y="462"/>
                </a:lnTo>
                <a:lnTo>
                  <a:pt x="318" y="461"/>
                </a:lnTo>
                <a:lnTo>
                  <a:pt x="319" y="461"/>
                </a:lnTo>
                <a:lnTo>
                  <a:pt x="320" y="460"/>
                </a:lnTo>
                <a:lnTo>
                  <a:pt x="320" y="458"/>
                </a:lnTo>
                <a:lnTo>
                  <a:pt x="319" y="457"/>
                </a:lnTo>
                <a:lnTo>
                  <a:pt x="319" y="456"/>
                </a:lnTo>
                <a:lnTo>
                  <a:pt x="319" y="455"/>
                </a:lnTo>
                <a:lnTo>
                  <a:pt x="320" y="454"/>
                </a:lnTo>
                <a:lnTo>
                  <a:pt x="319" y="454"/>
                </a:lnTo>
                <a:lnTo>
                  <a:pt x="319" y="453"/>
                </a:lnTo>
                <a:lnTo>
                  <a:pt x="319" y="452"/>
                </a:lnTo>
                <a:lnTo>
                  <a:pt x="319" y="449"/>
                </a:lnTo>
                <a:lnTo>
                  <a:pt x="319" y="448"/>
                </a:lnTo>
                <a:lnTo>
                  <a:pt x="318" y="447"/>
                </a:lnTo>
                <a:lnTo>
                  <a:pt x="318" y="446"/>
                </a:lnTo>
                <a:lnTo>
                  <a:pt x="317" y="446"/>
                </a:lnTo>
                <a:lnTo>
                  <a:pt x="317" y="445"/>
                </a:lnTo>
                <a:lnTo>
                  <a:pt x="317" y="444"/>
                </a:lnTo>
                <a:lnTo>
                  <a:pt x="316" y="444"/>
                </a:lnTo>
                <a:lnTo>
                  <a:pt x="316" y="443"/>
                </a:lnTo>
                <a:lnTo>
                  <a:pt x="317" y="442"/>
                </a:lnTo>
                <a:lnTo>
                  <a:pt x="317" y="441"/>
                </a:lnTo>
                <a:lnTo>
                  <a:pt x="319" y="439"/>
                </a:lnTo>
                <a:lnTo>
                  <a:pt x="320" y="439"/>
                </a:lnTo>
                <a:lnTo>
                  <a:pt x="321" y="439"/>
                </a:lnTo>
                <a:lnTo>
                  <a:pt x="323" y="438"/>
                </a:lnTo>
                <a:lnTo>
                  <a:pt x="323" y="437"/>
                </a:lnTo>
                <a:lnTo>
                  <a:pt x="323" y="436"/>
                </a:lnTo>
                <a:lnTo>
                  <a:pt x="324" y="435"/>
                </a:lnTo>
                <a:lnTo>
                  <a:pt x="325" y="435"/>
                </a:lnTo>
                <a:lnTo>
                  <a:pt x="325" y="434"/>
                </a:lnTo>
                <a:lnTo>
                  <a:pt x="326" y="435"/>
                </a:lnTo>
                <a:lnTo>
                  <a:pt x="327" y="435"/>
                </a:lnTo>
                <a:lnTo>
                  <a:pt x="328" y="435"/>
                </a:lnTo>
                <a:lnTo>
                  <a:pt x="329" y="435"/>
                </a:lnTo>
                <a:lnTo>
                  <a:pt x="330" y="436"/>
                </a:lnTo>
                <a:lnTo>
                  <a:pt x="331" y="435"/>
                </a:lnTo>
                <a:lnTo>
                  <a:pt x="330" y="435"/>
                </a:lnTo>
                <a:lnTo>
                  <a:pt x="331" y="435"/>
                </a:lnTo>
                <a:lnTo>
                  <a:pt x="331" y="434"/>
                </a:lnTo>
                <a:lnTo>
                  <a:pt x="331" y="435"/>
                </a:lnTo>
                <a:lnTo>
                  <a:pt x="332" y="435"/>
                </a:lnTo>
                <a:lnTo>
                  <a:pt x="333" y="434"/>
                </a:lnTo>
                <a:lnTo>
                  <a:pt x="333" y="433"/>
                </a:lnTo>
                <a:lnTo>
                  <a:pt x="333" y="432"/>
                </a:lnTo>
                <a:lnTo>
                  <a:pt x="333" y="431"/>
                </a:lnTo>
                <a:lnTo>
                  <a:pt x="333" y="430"/>
                </a:lnTo>
                <a:lnTo>
                  <a:pt x="333" y="429"/>
                </a:lnTo>
                <a:lnTo>
                  <a:pt x="334" y="429"/>
                </a:lnTo>
                <a:lnTo>
                  <a:pt x="334" y="428"/>
                </a:lnTo>
                <a:lnTo>
                  <a:pt x="335" y="428"/>
                </a:lnTo>
                <a:lnTo>
                  <a:pt x="335" y="427"/>
                </a:lnTo>
                <a:lnTo>
                  <a:pt x="336" y="426"/>
                </a:lnTo>
                <a:lnTo>
                  <a:pt x="336" y="425"/>
                </a:lnTo>
                <a:lnTo>
                  <a:pt x="336" y="424"/>
                </a:lnTo>
                <a:lnTo>
                  <a:pt x="335" y="423"/>
                </a:lnTo>
                <a:lnTo>
                  <a:pt x="335" y="422"/>
                </a:lnTo>
                <a:lnTo>
                  <a:pt x="336" y="418"/>
                </a:lnTo>
                <a:lnTo>
                  <a:pt x="337" y="418"/>
                </a:lnTo>
                <a:lnTo>
                  <a:pt x="337" y="417"/>
                </a:lnTo>
                <a:lnTo>
                  <a:pt x="337" y="416"/>
                </a:lnTo>
                <a:lnTo>
                  <a:pt x="338" y="415"/>
                </a:lnTo>
                <a:lnTo>
                  <a:pt x="338" y="414"/>
                </a:lnTo>
                <a:lnTo>
                  <a:pt x="337" y="414"/>
                </a:lnTo>
                <a:lnTo>
                  <a:pt x="338" y="412"/>
                </a:lnTo>
                <a:lnTo>
                  <a:pt x="339" y="412"/>
                </a:lnTo>
                <a:lnTo>
                  <a:pt x="339" y="411"/>
                </a:lnTo>
                <a:lnTo>
                  <a:pt x="339" y="410"/>
                </a:lnTo>
                <a:lnTo>
                  <a:pt x="337" y="409"/>
                </a:lnTo>
                <a:lnTo>
                  <a:pt x="336" y="406"/>
                </a:lnTo>
                <a:lnTo>
                  <a:pt x="334" y="404"/>
                </a:lnTo>
                <a:lnTo>
                  <a:pt x="333" y="403"/>
                </a:lnTo>
                <a:lnTo>
                  <a:pt x="333" y="402"/>
                </a:lnTo>
                <a:lnTo>
                  <a:pt x="332" y="399"/>
                </a:lnTo>
                <a:lnTo>
                  <a:pt x="332" y="397"/>
                </a:lnTo>
                <a:lnTo>
                  <a:pt x="333" y="396"/>
                </a:lnTo>
                <a:lnTo>
                  <a:pt x="333" y="395"/>
                </a:lnTo>
                <a:lnTo>
                  <a:pt x="332" y="393"/>
                </a:lnTo>
                <a:lnTo>
                  <a:pt x="331" y="391"/>
                </a:lnTo>
                <a:lnTo>
                  <a:pt x="331" y="390"/>
                </a:lnTo>
                <a:lnTo>
                  <a:pt x="331" y="385"/>
                </a:lnTo>
                <a:lnTo>
                  <a:pt x="332" y="382"/>
                </a:lnTo>
                <a:lnTo>
                  <a:pt x="331" y="380"/>
                </a:lnTo>
                <a:lnTo>
                  <a:pt x="330" y="378"/>
                </a:lnTo>
                <a:lnTo>
                  <a:pt x="329" y="376"/>
                </a:lnTo>
                <a:lnTo>
                  <a:pt x="328" y="376"/>
                </a:lnTo>
                <a:lnTo>
                  <a:pt x="327" y="377"/>
                </a:lnTo>
                <a:lnTo>
                  <a:pt x="325" y="377"/>
                </a:lnTo>
                <a:lnTo>
                  <a:pt x="324" y="376"/>
                </a:lnTo>
                <a:lnTo>
                  <a:pt x="323" y="376"/>
                </a:lnTo>
                <a:lnTo>
                  <a:pt x="321" y="374"/>
                </a:lnTo>
                <a:lnTo>
                  <a:pt x="319" y="373"/>
                </a:lnTo>
                <a:lnTo>
                  <a:pt x="318" y="372"/>
                </a:lnTo>
                <a:lnTo>
                  <a:pt x="318" y="371"/>
                </a:lnTo>
                <a:lnTo>
                  <a:pt x="317" y="371"/>
                </a:lnTo>
                <a:lnTo>
                  <a:pt x="317" y="372"/>
                </a:lnTo>
                <a:lnTo>
                  <a:pt x="317" y="373"/>
                </a:lnTo>
                <a:lnTo>
                  <a:pt x="317" y="374"/>
                </a:lnTo>
                <a:lnTo>
                  <a:pt x="318" y="374"/>
                </a:lnTo>
                <a:lnTo>
                  <a:pt x="318" y="375"/>
                </a:lnTo>
                <a:lnTo>
                  <a:pt x="317" y="376"/>
                </a:lnTo>
                <a:lnTo>
                  <a:pt x="316" y="377"/>
                </a:lnTo>
                <a:lnTo>
                  <a:pt x="316" y="378"/>
                </a:lnTo>
                <a:lnTo>
                  <a:pt x="314" y="378"/>
                </a:lnTo>
                <a:lnTo>
                  <a:pt x="310" y="376"/>
                </a:lnTo>
                <a:lnTo>
                  <a:pt x="306" y="375"/>
                </a:lnTo>
                <a:lnTo>
                  <a:pt x="306" y="374"/>
                </a:lnTo>
                <a:lnTo>
                  <a:pt x="306" y="373"/>
                </a:lnTo>
                <a:lnTo>
                  <a:pt x="306" y="371"/>
                </a:lnTo>
                <a:lnTo>
                  <a:pt x="305" y="369"/>
                </a:lnTo>
                <a:lnTo>
                  <a:pt x="304" y="367"/>
                </a:lnTo>
                <a:lnTo>
                  <a:pt x="303" y="367"/>
                </a:lnTo>
                <a:lnTo>
                  <a:pt x="302" y="365"/>
                </a:lnTo>
                <a:lnTo>
                  <a:pt x="301" y="363"/>
                </a:lnTo>
                <a:lnTo>
                  <a:pt x="301" y="362"/>
                </a:lnTo>
                <a:lnTo>
                  <a:pt x="298" y="362"/>
                </a:lnTo>
                <a:lnTo>
                  <a:pt x="295" y="360"/>
                </a:lnTo>
                <a:lnTo>
                  <a:pt x="295" y="361"/>
                </a:lnTo>
                <a:lnTo>
                  <a:pt x="295" y="362"/>
                </a:lnTo>
                <a:lnTo>
                  <a:pt x="294" y="362"/>
                </a:lnTo>
                <a:lnTo>
                  <a:pt x="292" y="360"/>
                </a:lnTo>
                <a:lnTo>
                  <a:pt x="291" y="361"/>
                </a:lnTo>
                <a:lnTo>
                  <a:pt x="291" y="362"/>
                </a:lnTo>
                <a:lnTo>
                  <a:pt x="291" y="363"/>
                </a:lnTo>
                <a:lnTo>
                  <a:pt x="290" y="362"/>
                </a:lnTo>
                <a:lnTo>
                  <a:pt x="290" y="360"/>
                </a:lnTo>
                <a:lnTo>
                  <a:pt x="289" y="360"/>
                </a:lnTo>
                <a:lnTo>
                  <a:pt x="287" y="360"/>
                </a:lnTo>
                <a:lnTo>
                  <a:pt x="286" y="360"/>
                </a:lnTo>
                <a:lnTo>
                  <a:pt x="286" y="359"/>
                </a:lnTo>
                <a:lnTo>
                  <a:pt x="285" y="357"/>
                </a:lnTo>
                <a:lnTo>
                  <a:pt x="286" y="356"/>
                </a:lnTo>
                <a:lnTo>
                  <a:pt x="287" y="353"/>
                </a:lnTo>
                <a:lnTo>
                  <a:pt x="286" y="353"/>
                </a:lnTo>
                <a:lnTo>
                  <a:pt x="285" y="353"/>
                </a:lnTo>
                <a:lnTo>
                  <a:pt x="283" y="355"/>
                </a:lnTo>
                <a:lnTo>
                  <a:pt x="283" y="356"/>
                </a:lnTo>
                <a:lnTo>
                  <a:pt x="283" y="357"/>
                </a:lnTo>
                <a:lnTo>
                  <a:pt x="283" y="358"/>
                </a:lnTo>
                <a:lnTo>
                  <a:pt x="282" y="359"/>
                </a:lnTo>
                <a:lnTo>
                  <a:pt x="282" y="360"/>
                </a:lnTo>
                <a:lnTo>
                  <a:pt x="280" y="361"/>
                </a:lnTo>
                <a:lnTo>
                  <a:pt x="279" y="361"/>
                </a:lnTo>
                <a:lnTo>
                  <a:pt x="278" y="361"/>
                </a:lnTo>
                <a:lnTo>
                  <a:pt x="278" y="360"/>
                </a:lnTo>
                <a:lnTo>
                  <a:pt x="278" y="359"/>
                </a:lnTo>
                <a:lnTo>
                  <a:pt x="278" y="358"/>
                </a:lnTo>
                <a:lnTo>
                  <a:pt x="276" y="357"/>
                </a:lnTo>
                <a:lnTo>
                  <a:pt x="274" y="358"/>
                </a:lnTo>
                <a:lnTo>
                  <a:pt x="274" y="359"/>
                </a:lnTo>
                <a:lnTo>
                  <a:pt x="274" y="358"/>
                </a:lnTo>
                <a:lnTo>
                  <a:pt x="273" y="358"/>
                </a:lnTo>
                <a:lnTo>
                  <a:pt x="273" y="357"/>
                </a:lnTo>
                <a:lnTo>
                  <a:pt x="274" y="356"/>
                </a:lnTo>
                <a:lnTo>
                  <a:pt x="273" y="355"/>
                </a:lnTo>
                <a:lnTo>
                  <a:pt x="272" y="355"/>
                </a:lnTo>
                <a:lnTo>
                  <a:pt x="271" y="356"/>
                </a:lnTo>
                <a:lnTo>
                  <a:pt x="270" y="357"/>
                </a:lnTo>
                <a:lnTo>
                  <a:pt x="268" y="356"/>
                </a:lnTo>
                <a:lnTo>
                  <a:pt x="267" y="354"/>
                </a:lnTo>
                <a:lnTo>
                  <a:pt x="265" y="353"/>
                </a:lnTo>
                <a:lnTo>
                  <a:pt x="265" y="352"/>
                </a:lnTo>
                <a:lnTo>
                  <a:pt x="264" y="352"/>
                </a:lnTo>
                <a:lnTo>
                  <a:pt x="264" y="353"/>
                </a:lnTo>
                <a:lnTo>
                  <a:pt x="264" y="352"/>
                </a:lnTo>
                <a:lnTo>
                  <a:pt x="264" y="351"/>
                </a:lnTo>
                <a:lnTo>
                  <a:pt x="265" y="351"/>
                </a:lnTo>
                <a:lnTo>
                  <a:pt x="266" y="351"/>
                </a:lnTo>
                <a:lnTo>
                  <a:pt x="266" y="349"/>
                </a:lnTo>
                <a:lnTo>
                  <a:pt x="266" y="348"/>
                </a:lnTo>
                <a:lnTo>
                  <a:pt x="265" y="347"/>
                </a:lnTo>
                <a:lnTo>
                  <a:pt x="264" y="347"/>
                </a:lnTo>
                <a:lnTo>
                  <a:pt x="263" y="347"/>
                </a:lnTo>
                <a:lnTo>
                  <a:pt x="262" y="348"/>
                </a:lnTo>
                <a:lnTo>
                  <a:pt x="263" y="349"/>
                </a:lnTo>
                <a:lnTo>
                  <a:pt x="262" y="350"/>
                </a:lnTo>
                <a:lnTo>
                  <a:pt x="261" y="350"/>
                </a:lnTo>
                <a:lnTo>
                  <a:pt x="261" y="349"/>
                </a:lnTo>
                <a:lnTo>
                  <a:pt x="260" y="349"/>
                </a:lnTo>
                <a:lnTo>
                  <a:pt x="259" y="349"/>
                </a:lnTo>
                <a:lnTo>
                  <a:pt x="258" y="350"/>
                </a:lnTo>
                <a:lnTo>
                  <a:pt x="257" y="350"/>
                </a:lnTo>
                <a:lnTo>
                  <a:pt x="257" y="348"/>
                </a:lnTo>
                <a:lnTo>
                  <a:pt x="258" y="347"/>
                </a:lnTo>
                <a:lnTo>
                  <a:pt x="258" y="344"/>
                </a:lnTo>
                <a:lnTo>
                  <a:pt x="257" y="343"/>
                </a:lnTo>
                <a:lnTo>
                  <a:pt x="256" y="343"/>
                </a:lnTo>
                <a:lnTo>
                  <a:pt x="256" y="342"/>
                </a:lnTo>
                <a:lnTo>
                  <a:pt x="255" y="341"/>
                </a:lnTo>
                <a:lnTo>
                  <a:pt x="254" y="340"/>
                </a:lnTo>
                <a:lnTo>
                  <a:pt x="254" y="339"/>
                </a:lnTo>
                <a:lnTo>
                  <a:pt x="253" y="339"/>
                </a:lnTo>
                <a:lnTo>
                  <a:pt x="252" y="339"/>
                </a:lnTo>
                <a:lnTo>
                  <a:pt x="251" y="339"/>
                </a:lnTo>
                <a:lnTo>
                  <a:pt x="250" y="337"/>
                </a:lnTo>
                <a:lnTo>
                  <a:pt x="249" y="336"/>
                </a:lnTo>
                <a:lnTo>
                  <a:pt x="248" y="336"/>
                </a:lnTo>
                <a:lnTo>
                  <a:pt x="247" y="336"/>
                </a:lnTo>
                <a:lnTo>
                  <a:pt x="247" y="335"/>
                </a:lnTo>
                <a:lnTo>
                  <a:pt x="246" y="335"/>
                </a:lnTo>
                <a:lnTo>
                  <a:pt x="246" y="334"/>
                </a:lnTo>
                <a:lnTo>
                  <a:pt x="245" y="335"/>
                </a:lnTo>
                <a:lnTo>
                  <a:pt x="243" y="335"/>
                </a:lnTo>
                <a:lnTo>
                  <a:pt x="240" y="334"/>
                </a:lnTo>
                <a:lnTo>
                  <a:pt x="240" y="333"/>
                </a:lnTo>
                <a:lnTo>
                  <a:pt x="239" y="333"/>
                </a:lnTo>
                <a:lnTo>
                  <a:pt x="239" y="334"/>
                </a:lnTo>
                <a:lnTo>
                  <a:pt x="238" y="332"/>
                </a:lnTo>
                <a:lnTo>
                  <a:pt x="237" y="331"/>
                </a:lnTo>
                <a:lnTo>
                  <a:pt x="236" y="331"/>
                </a:lnTo>
                <a:lnTo>
                  <a:pt x="235" y="331"/>
                </a:lnTo>
                <a:lnTo>
                  <a:pt x="235" y="332"/>
                </a:lnTo>
                <a:lnTo>
                  <a:pt x="234" y="332"/>
                </a:lnTo>
                <a:lnTo>
                  <a:pt x="233" y="332"/>
                </a:lnTo>
                <a:lnTo>
                  <a:pt x="232" y="332"/>
                </a:lnTo>
                <a:lnTo>
                  <a:pt x="231" y="331"/>
                </a:lnTo>
                <a:lnTo>
                  <a:pt x="231" y="330"/>
                </a:lnTo>
                <a:lnTo>
                  <a:pt x="230" y="329"/>
                </a:lnTo>
                <a:lnTo>
                  <a:pt x="229" y="329"/>
                </a:lnTo>
                <a:lnTo>
                  <a:pt x="228" y="329"/>
                </a:lnTo>
                <a:lnTo>
                  <a:pt x="227" y="330"/>
                </a:lnTo>
                <a:lnTo>
                  <a:pt x="226" y="330"/>
                </a:lnTo>
                <a:lnTo>
                  <a:pt x="225" y="331"/>
                </a:lnTo>
                <a:lnTo>
                  <a:pt x="225" y="330"/>
                </a:lnTo>
                <a:lnTo>
                  <a:pt x="222" y="330"/>
                </a:lnTo>
                <a:lnTo>
                  <a:pt x="222" y="329"/>
                </a:lnTo>
                <a:lnTo>
                  <a:pt x="221" y="328"/>
                </a:lnTo>
                <a:lnTo>
                  <a:pt x="220" y="328"/>
                </a:lnTo>
                <a:lnTo>
                  <a:pt x="219" y="328"/>
                </a:lnTo>
                <a:lnTo>
                  <a:pt x="219" y="329"/>
                </a:lnTo>
                <a:lnTo>
                  <a:pt x="218" y="329"/>
                </a:lnTo>
                <a:lnTo>
                  <a:pt x="217" y="329"/>
                </a:lnTo>
                <a:lnTo>
                  <a:pt x="216" y="328"/>
                </a:lnTo>
                <a:lnTo>
                  <a:pt x="216" y="329"/>
                </a:lnTo>
                <a:lnTo>
                  <a:pt x="216" y="330"/>
                </a:lnTo>
                <a:lnTo>
                  <a:pt x="215" y="330"/>
                </a:lnTo>
                <a:lnTo>
                  <a:pt x="215" y="329"/>
                </a:lnTo>
                <a:lnTo>
                  <a:pt x="214" y="328"/>
                </a:lnTo>
                <a:lnTo>
                  <a:pt x="215" y="327"/>
                </a:lnTo>
                <a:lnTo>
                  <a:pt x="215" y="328"/>
                </a:lnTo>
                <a:lnTo>
                  <a:pt x="215" y="327"/>
                </a:lnTo>
                <a:lnTo>
                  <a:pt x="214" y="327"/>
                </a:lnTo>
                <a:lnTo>
                  <a:pt x="214" y="326"/>
                </a:lnTo>
                <a:lnTo>
                  <a:pt x="215" y="326"/>
                </a:lnTo>
                <a:lnTo>
                  <a:pt x="215" y="325"/>
                </a:lnTo>
                <a:lnTo>
                  <a:pt x="214" y="324"/>
                </a:lnTo>
                <a:lnTo>
                  <a:pt x="213" y="323"/>
                </a:lnTo>
                <a:lnTo>
                  <a:pt x="212" y="323"/>
                </a:lnTo>
                <a:lnTo>
                  <a:pt x="212" y="322"/>
                </a:lnTo>
                <a:lnTo>
                  <a:pt x="210" y="321"/>
                </a:lnTo>
                <a:lnTo>
                  <a:pt x="210" y="320"/>
                </a:lnTo>
                <a:lnTo>
                  <a:pt x="210" y="319"/>
                </a:lnTo>
                <a:lnTo>
                  <a:pt x="209" y="319"/>
                </a:lnTo>
                <a:lnTo>
                  <a:pt x="208" y="320"/>
                </a:lnTo>
                <a:lnTo>
                  <a:pt x="207" y="320"/>
                </a:lnTo>
                <a:lnTo>
                  <a:pt x="206" y="321"/>
                </a:lnTo>
                <a:lnTo>
                  <a:pt x="205" y="322"/>
                </a:lnTo>
                <a:lnTo>
                  <a:pt x="205" y="320"/>
                </a:lnTo>
                <a:lnTo>
                  <a:pt x="204" y="320"/>
                </a:lnTo>
                <a:lnTo>
                  <a:pt x="203" y="320"/>
                </a:lnTo>
                <a:lnTo>
                  <a:pt x="203" y="321"/>
                </a:lnTo>
                <a:lnTo>
                  <a:pt x="202" y="320"/>
                </a:lnTo>
                <a:lnTo>
                  <a:pt x="200" y="320"/>
                </a:lnTo>
                <a:lnTo>
                  <a:pt x="198" y="320"/>
                </a:lnTo>
                <a:lnTo>
                  <a:pt x="197" y="320"/>
                </a:lnTo>
                <a:lnTo>
                  <a:pt x="196" y="320"/>
                </a:lnTo>
                <a:lnTo>
                  <a:pt x="196" y="319"/>
                </a:lnTo>
                <a:lnTo>
                  <a:pt x="195" y="319"/>
                </a:lnTo>
                <a:lnTo>
                  <a:pt x="194" y="318"/>
                </a:lnTo>
                <a:lnTo>
                  <a:pt x="194" y="317"/>
                </a:lnTo>
                <a:lnTo>
                  <a:pt x="193" y="318"/>
                </a:lnTo>
                <a:lnTo>
                  <a:pt x="192" y="319"/>
                </a:lnTo>
                <a:lnTo>
                  <a:pt x="191" y="319"/>
                </a:lnTo>
                <a:lnTo>
                  <a:pt x="191" y="318"/>
                </a:lnTo>
                <a:lnTo>
                  <a:pt x="190" y="317"/>
                </a:lnTo>
                <a:lnTo>
                  <a:pt x="190" y="316"/>
                </a:lnTo>
                <a:lnTo>
                  <a:pt x="191" y="315"/>
                </a:lnTo>
                <a:lnTo>
                  <a:pt x="190" y="312"/>
                </a:lnTo>
                <a:lnTo>
                  <a:pt x="189" y="312"/>
                </a:lnTo>
                <a:lnTo>
                  <a:pt x="189" y="311"/>
                </a:lnTo>
                <a:lnTo>
                  <a:pt x="189" y="310"/>
                </a:lnTo>
                <a:lnTo>
                  <a:pt x="189" y="308"/>
                </a:lnTo>
                <a:lnTo>
                  <a:pt x="189" y="307"/>
                </a:lnTo>
                <a:lnTo>
                  <a:pt x="189" y="306"/>
                </a:lnTo>
                <a:lnTo>
                  <a:pt x="188" y="306"/>
                </a:lnTo>
                <a:lnTo>
                  <a:pt x="188" y="305"/>
                </a:lnTo>
                <a:lnTo>
                  <a:pt x="188" y="304"/>
                </a:lnTo>
                <a:lnTo>
                  <a:pt x="187" y="304"/>
                </a:lnTo>
                <a:lnTo>
                  <a:pt x="188" y="304"/>
                </a:lnTo>
                <a:lnTo>
                  <a:pt x="188" y="303"/>
                </a:lnTo>
                <a:lnTo>
                  <a:pt x="188" y="302"/>
                </a:lnTo>
                <a:lnTo>
                  <a:pt x="188" y="301"/>
                </a:lnTo>
                <a:lnTo>
                  <a:pt x="188" y="300"/>
                </a:lnTo>
                <a:lnTo>
                  <a:pt x="187" y="298"/>
                </a:lnTo>
                <a:lnTo>
                  <a:pt x="187" y="297"/>
                </a:lnTo>
                <a:lnTo>
                  <a:pt x="188" y="297"/>
                </a:lnTo>
                <a:lnTo>
                  <a:pt x="188" y="296"/>
                </a:lnTo>
                <a:lnTo>
                  <a:pt x="187" y="296"/>
                </a:lnTo>
                <a:lnTo>
                  <a:pt x="188" y="295"/>
                </a:lnTo>
                <a:lnTo>
                  <a:pt x="187" y="294"/>
                </a:lnTo>
                <a:lnTo>
                  <a:pt x="188" y="293"/>
                </a:lnTo>
                <a:lnTo>
                  <a:pt x="190" y="296"/>
                </a:lnTo>
                <a:lnTo>
                  <a:pt x="191" y="297"/>
                </a:lnTo>
                <a:lnTo>
                  <a:pt x="192" y="294"/>
                </a:lnTo>
                <a:lnTo>
                  <a:pt x="193" y="294"/>
                </a:lnTo>
                <a:lnTo>
                  <a:pt x="193" y="293"/>
                </a:lnTo>
                <a:lnTo>
                  <a:pt x="193" y="292"/>
                </a:lnTo>
                <a:lnTo>
                  <a:pt x="194" y="292"/>
                </a:lnTo>
                <a:lnTo>
                  <a:pt x="194" y="291"/>
                </a:lnTo>
                <a:lnTo>
                  <a:pt x="194" y="290"/>
                </a:lnTo>
                <a:lnTo>
                  <a:pt x="194" y="289"/>
                </a:lnTo>
                <a:lnTo>
                  <a:pt x="194" y="288"/>
                </a:lnTo>
                <a:lnTo>
                  <a:pt x="193" y="287"/>
                </a:lnTo>
                <a:lnTo>
                  <a:pt x="192" y="286"/>
                </a:lnTo>
                <a:lnTo>
                  <a:pt x="192" y="285"/>
                </a:lnTo>
                <a:lnTo>
                  <a:pt x="190" y="284"/>
                </a:lnTo>
                <a:lnTo>
                  <a:pt x="189" y="283"/>
                </a:lnTo>
                <a:lnTo>
                  <a:pt x="188" y="282"/>
                </a:lnTo>
                <a:lnTo>
                  <a:pt x="187" y="282"/>
                </a:lnTo>
                <a:lnTo>
                  <a:pt x="186" y="282"/>
                </a:lnTo>
                <a:lnTo>
                  <a:pt x="186" y="281"/>
                </a:lnTo>
                <a:lnTo>
                  <a:pt x="188" y="280"/>
                </a:lnTo>
                <a:lnTo>
                  <a:pt x="189" y="281"/>
                </a:lnTo>
                <a:lnTo>
                  <a:pt x="191" y="281"/>
                </a:lnTo>
                <a:lnTo>
                  <a:pt x="191" y="279"/>
                </a:lnTo>
                <a:lnTo>
                  <a:pt x="191" y="278"/>
                </a:lnTo>
                <a:lnTo>
                  <a:pt x="190" y="277"/>
                </a:lnTo>
                <a:lnTo>
                  <a:pt x="189" y="276"/>
                </a:lnTo>
                <a:lnTo>
                  <a:pt x="188" y="274"/>
                </a:lnTo>
                <a:lnTo>
                  <a:pt x="187" y="273"/>
                </a:lnTo>
                <a:lnTo>
                  <a:pt x="186" y="272"/>
                </a:lnTo>
                <a:lnTo>
                  <a:pt x="186" y="271"/>
                </a:lnTo>
                <a:lnTo>
                  <a:pt x="185" y="269"/>
                </a:lnTo>
                <a:lnTo>
                  <a:pt x="186" y="268"/>
                </a:lnTo>
                <a:lnTo>
                  <a:pt x="186" y="267"/>
                </a:lnTo>
                <a:lnTo>
                  <a:pt x="186" y="264"/>
                </a:lnTo>
                <a:lnTo>
                  <a:pt x="186" y="263"/>
                </a:lnTo>
                <a:lnTo>
                  <a:pt x="186" y="262"/>
                </a:lnTo>
                <a:lnTo>
                  <a:pt x="187" y="261"/>
                </a:lnTo>
                <a:lnTo>
                  <a:pt x="187" y="262"/>
                </a:lnTo>
                <a:lnTo>
                  <a:pt x="187" y="261"/>
                </a:lnTo>
                <a:lnTo>
                  <a:pt x="188" y="261"/>
                </a:lnTo>
                <a:lnTo>
                  <a:pt x="188" y="259"/>
                </a:lnTo>
                <a:lnTo>
                  <a:pt x="188" y="258"/>
                </a:lnTo>
                <a:lnTo>
                  <a:pt x="188" y="257"/>
                </a:lnTo>
                <a:lnTo>
                  <a:pt x="188" y="255"/>
                </a:lnTo>
                <a:lnTo>
                  <a:pt x="189" y="255"/>
                </a:lnTo>
                <a:lnTo>
                  <a:pt x="189" y="253"/>
                </a:lnTo>
                <a:lnTo>
                  <a:pt x="188" y="252"/>
                </a:lnTo>
                <a:lnTo>
                  <a:pt x="189" y="251"/>
                </a:lnTo>
                <a:lnTo>
                  <a:pt x="189" y="250"/>
                </a:lnTo>
                <a:lnTo>
                  <a:pt x="191" y="249"/>
                </a:lnTo>
                <a:lnTo>
                  <a:pt x="192" y="249"/>
                </a:lnTo>
                <a:lnTo>
                  <a:pt x="192" y="250"/>
                </a:lnTo>
                <a:lnTo>
                  <a:pt x="193" y="250"/>
                </a:lnTo>
                <a:lnTo>
                  <a:pt x="193" y="249"/>
                </a:lnTo>
                <a:lnTo>
                  <a:pt x="193" y="248"/>
                </a:lnTo>
                <a:lnTo>
                  <a:pt x="195" y="247"/>
                </a:lnTo>
                <a:lnTo>
                  <a:pt x="196" y="245"/>
                </a:lnTo>
                <a:lnTo>
                  <a:pt x="197" y="242"/>
                </a:lnTo>
                <a:lnTo>
                  <a:pt x="197" y="241"/>
                </a:lnTo>
                <a:lnTo>
                  <a:pt x="198" y="240"/>
                </a:lnTo>
                <a:lnTo>
                  <a:pt x="198" y="239"/>
                </a:lnTo>
                <a:lnTo>
                  <a:pt x="197" y="239"/>
                </a:lnTo>
                <a:lnTo>
                  <a:pt x="195" y="239"/>
                </a:lnTo>
                <a:lnTo>
                  <a:pt x="193" y="239"/>
                </a:lnTo>
                <a:lnTo>
                  <a:pt x="192" y="237"/>
                </a:lnTo>
                <a:lnTo>
                  <a:pt x="191" y="236"/>
                </a:lnTo>
                <a:lnTo>
                  <a:pt x="192" y="236"/>
                </a:lnTo>
                <a:lnTo>
                  <a:pt x="193" y="236"/>
                </a:lnTo>
                <a:lnTo>
                  <a:pt x="195" y="236"/>
                </a:lnTo>
                <a:lnTo>
                  <a:pt x="197" y="236"/>
                </a:lnTo>
                <a:lnTo>
                  <a:pt x="197" y="235"/>
                </a:lnTo>
                <a:lnTo>
                  <a:pt x="197" y="234"/>
                </a:lnTo>
                <a:lnTo>
                  <a:pt x="199" y="233"/>
                </a:lnTo>
                <a:lnTo>
                  <a:pt x="200" y="231"/>
                </a:lnTo>
                <a:lnTo>
                  <a:pt x="203" y="231"/>
                </a:lnTo>
                <a:lnTo>
                  <a:pt x="203" y="229"/>
                </a:lnTo>
                <a:lnTo>
                  <a:pt x="199" y="229"/>
                </a:lnTo>
                <a:lnTo>
                  <a:pt x="199" y="228"/>
                </a:lnTo>
                <a:lnTo>
                  <a:pt x="199" y="227"/>
                </a:lnTo>
                <a:lnTo>
                  <a:pt x="199" y="226"/>
                </a:lnTo>
                <a:lnTo>
                  <a:pt x="201" y="226"/>
                </a:lnTo>
                <a:lnTo>
                  <a:pt x="202" y="227"/>
                </a:lnTo>
                <a:lnTo>
                  <a:pt x="202" y="228"/>
                </a:lnTo>
                <a:lnTo>
                  <a:pt x="203" y="228"/>
                </a:lnTo>
                <a:lnTo>
                  <a:pt x="204" y="227"/>
                </a:lnTo>
                <a:lnTo>
                  <a:pt x="205" y="227"/>
                </a:lnTo>
                <a:lnTo>
                  <a:pt x="208" y="227"/>
                </a:lnTo>
                <a:lnTo>
                  <a:pt x="208" y="226"/>
                </a:lnTo>
                <a:lnTo>
                  <a:pt x="208" y="225"/>
                </a:lnTo>
                <a:lnTo>
                  <a:pt x="209" y="223"/>
                </a:lnTo>
                <a:lnTo>
                  <a:pt x="211" y="222"/>
                </a:lnTo>
                <a:lnTo>
                  <a:pt x="212" y="221"/>
                </a:lnTo>
                <a:lnTo>
                  <a:pt x="211" y="220"/>
                </a:lnTo>
                <a:lnTo>
                  <a:pt x="211" y="218"/>
                </a:lnTo>
                <a:lnTo>
                  <a:pt x="215" y="215"/>
                </a:lnTo>
                <a:lnTo>
                  <a:pt x="216" y="217"/>
                </a:lnTo>
                <a:lnTo>
                  <a:pt x="218" y="217"/>
                </a:lnTo>
                <a:lnTo>
                  <a:pt x="218" y="216"/>
                </a:lnTo>
                <a:lnTo>
                  <a:pt x="220" y="216"/>
                </a:lnTo>
                <a:lnTo>
                  <a:pt x="221" y="215"/>
                </a:lnTo>
                <a:lnTo>
                  <a:pt x="220" y="215"/>
                </a:lnTo>
                <a:lnTo>
                  <a:pt x="219" y="214"/>
                </a:lnTo>
                <a:lnTo>
                  <a:pt x="220" y="214"/>
                </a:lnTo>
                <a:lnTo>
                  <a:pt x="220" y="213"/>
                </a:lnTo>
                <a:lnTo>
                  <a:pt x="220" y="214"/>
                </a:lnTo>
                <a:lnTo>
                  <a:pt x="221" y="215"/>
                </a:lnTo>
                <a:lnTo>
                  <a:pt x="222" y="215"/>
                </a:lnTo>
                <a:lnTo>
                  <a:pt x="223" y="216"/>
                </a:lnTo>
                <a:lnTo>
                  <a:pt x="223" y="217"/>
                </a:lnTo>
                <a:lnTo>
                  <a:pt x="225" y="217"/>
                </a:lnTo>
                <a:lnTo>
                  <a:pt x="225" y="215"/>
                </a:lnTo>
                <a:lnTo>
                  <a:pt x="226" y="213"/>
                </a:lnTo>
                <a:lnTo>
                  <a:pt x="228" y="213"/>
                </a:lnTo>
                <a:lnTo>
                  <a:pt x="227" y="212"/>
                </a:lnTo>
                <a:lnTo>
                  <a:pt x="227" y="210"/>
                </a:lnTo>
                <a:lnTo>
                  <a:pt x="227" y="209"/>
                </a:lnTo>
                <a:lnTo>
                  <a:pt x="228" y="209"/>
                </a:lnTo>
                <a:lnTo>
                  <a:pt x="229" y="209"/>
                </a:lnTo>
                <a:lnTo>
                  <a:pt x="229" y="207"/>
                </a:lnTo>
                <a:lnTo>
                  <a:pt x="227" y="206"/>
                </a:lnTo>
                <a:lnTo>
                  <a:pt x="230" y="204"/>
                </a:lnTo>
                <a:lnTo>
                  <a:pt x="231" y="203"/>
                </a:lnTo>
                <a:lnTo>
                  <a:pt x="232" y="203"/>
                </a:lnTo>
                <a:lnTo>
                  <a:pt x="231" y="204"/>
                </a:lnTo>
                <a:lnTo>
                  <a:pt x="233" y="205"/>
                </a:lnTo>
                <a:lnTo>
                  <a:pt x="235" y="207"/>
                </a:lnTo>
                <a:lnTo>
                  <a:pt x="237" y="208"/>
                </a:lnTo>
                <a:lnTo>
                  <a:pt x="238" y="208"/>
                </a:lnTo>
                <a:lnTo>
                  <a:pt x="240" y="209"/>
                </a:lnTo>
                <a:lnTo>
                  <a:pt x="241" y="209"/>
                </a:lnTo>
                <a:lnTo>
                  <a:pt x="243" y="209"/>
                </a:lnTo>
                <a:lnTo>
                  <a:pt x="244" y="210"/>
                </a:lnTo>
                <a:lnTo>
                  <a:pt x="245" y="209"/>
                </a:lnTo>
                <a:lnTo>
                  <a:pt x="246" y="209"/>
                </a:lnTo>
                <a:lnTo>
                  <a:pt x="246" y="210"/>
                </a:lnTo>
                <a:lnTo>
                  <a:pt x="247" y="210"/>
                </a:lnTo>
                <a:lnTo>
                  <a:pt x="248" y="211"/>
                </a:lnTo>
                <a:lnTo>
                  <a:pt x="252" y="212"/>
                </a:lnTo>
                <a:lnTo>
                  <a:pt x="253" y="212"/>
                </a:lnTo>
                <a:lnTo>
                  <a:pt x="255" y="212"/>
                </a:lnTo>
                <a:lnTo>
                  <a:pt x="256" y="213"/>
                </a:lnTo>
                <a:lnTo>
                  <a:pt x="257" y="214"/>
                </a:lnTo>
                <a:lnTo>
                  <a:pt x="262" y="215"/>
                </a:lnTo>
                <a:lnTo>
                  <a:pt x="262" y="217"/>
                </a:lnTo>
                <a:lnTo>
                  <a:pt x="263" y="220"/>
                </a:lnTo>
                <a:lnTo>
                  <a:pt x="263" y="221"/>
                </a:lnTo>
                <a:lnTo>
                  <a:pt x="264" y="221"/>
                </a:lnTo>
                <a:lnTo>
                  <a:pt x="265" y="221"/>
                </a:lnTo>
                <a:lnTo>
                  <a:pt x="265" y="222"/>
                </a:lnTo>
                <a:lnTo>
                  <a:pt x="266" y="226"/>
                </a:lnTo>
                <a:lnTo>
                  <a:pt x="266" y="227"/>
                </a:lnTo>
                <a:lnTo>
                  <a:pt x="265" y="229"/>
                </a:lnTo>
                <a:lnTo>
                  <a:pt x="265" y="230"/>
                </a:lnTo>
                <a:lnTo>
                  <a:pt x="266" y="231"/>
                </a:lnTo>
                <a:lnTo>
                  <a:pt x="267" y="231"/>
                </a:lnTo>
                <a:lnTo>
                  <a:pt x="270" y="231"/>
                </a:lnTo>
                <a:lnTo>
                  <a:pt x="272" y="232"/>
                </a:lnTo>
                <a:lnTo>
                  <a:pt x="273" y="232"/>
                </a:lnTo>
                <a:lnTo>
                  <a:pt x="275" y="232"/>
                </a:lnTo>
                <a:lnTo>
                  <a:pt x="277" y="233"/>
                </a:lnTo>
                <a:lnTo>
                  <a:pt x="277" y="234"/>
                </a:lnTo>
                <a:lnTo>
                  <a:pt x="278" y="235"/>
                </a:lnTo>
                <a:lnTo>
                  <a:pt x="279" y="235"/>
                </a:lnTo>
                <a:lnTo>
                  <a:pt x="280" y="234"/>
                </a:lnTo>
                <a:lnTo>
                  <a:pt x="283" y="233"/>
                </a:lnTo>
                <a:lnTo>
                  <a:pt x="285" y="232"/>
                </a:lnTo>
                <a:lnTo>
                  <a:pt x="285" y="231"/>
                </a:lnTo>
                <a:lnTo>
                  <a:pt x="286" y="230"/>
                </a:lnTo>
                <a:lnTo>
                  <a:pt x="289" y="229"/>
                </a:lnTo>
                <a:lnTo>
                  <a:pt x="292" y="229"/>
                </a:lnTo>
                <a:lnTo>
                  <a:pt x="294" y="230"/>
                </a:lnTo>
                <a:lnTo>
                  <a:pt x="295" y="230"/>
                </a:lnTo>
                <a:lnTo>
                  <a:pt x="295" y="232"/>
                </a:lnTo>
                <a:lnTo>
                  <a:pt x="296" y="233"/>
                </a:lnTo>
                <a:lnTo>
                  <a:pt x="297" y="233"/>
                </a:lnTo>
                <a:lnTo>
                  <a:pt x="298" y="233"/>
                </a:lnTo>
                <a:lnTo>
                  <a:pt x="299" y="233"/>
                </a:lnTo>
                <a:lnTo>
                  <a:pt x="300" y="233"/>
                </a:lnTo>
                <a:lnTo>
                  <a:pt x="303" y="232"/>
                </a:lnTo>
                <a:lnTo>
                  <a:pt x="306" y="232"/>
                </a:lnTo>
                <a:lnTo>
                  <a:pt x="308" y="231"/>
                </a:lnTo>
                <a:lnTo>
                  <a:pt x="309" y="231"/>
                </a:lnTo>
                <a:lnTo>
                  <a:pt x="310" y="231"/>
                </a:lnTo>
                <a:lnTo>
                  <a:pt x="310" y="230"/>
                </a:lnTo>
                <a:lnTo>
                  <a:pt x="311" y="230"/>
                </a:lnTo>
                <a:lnTo>
                  <a:pt x="312" y="229"/>
                </a:lnTo>
                <a:lnTo>
                  <a:pt x="314" y="228"/>
                </a:lnTo>
                <a:lnTo>
                  <a:pt x="315" y="228"/>
                </a:lnTo>
                <a:lnTo>
                  <a:pt x="320" y="226"/>
                </a:lnTo>
                <a:lnTo>
                  <a:pt x="321" y="226"/>
                </a:lnTo>
                <a:lnTo>
                  <a:pt x="321" y="227"/>
                </a:lnTo>
                <a:lnTo>
                  <a:pt x="322" y="227"/>
                </a:lnTo>
                <a:lnTo>
                  <a:pt x="323" y="227"/>
                </a:lnTo>
                <a:lnTo>
                  <a:pt x="324" y="228"/>
                </a:lnTo>
                <a:lnTo>
                  <a:pt x="325" y="229"/>
                </a:lnTo>
                <a:lnTo>
                  <a:pt x="326" y="230"/>
                </a:lnTo>
                <a:lnTo>
                  <a:pt x="327" y="230"/>
                </a:lnTo>
                <a:lnTo>
                  <a:pt x="328" y="230"/>
                </a:lnTo>
                <a:lnTo>
                  <a:pt x="331" y="231"/>
                </a:lnTo>
                <a:lnTo>
                  <a:pt x="333" y="230"/>
                </a:lnTo>
                <a:lnTo>
                  <a:pt x="336" y="229"/>
                </a:lnTo>
                <a:lnTo>
                  <a:pt x="338" y="229"/>
                </a:lnTo>
                <a:lnTo>
                  <a:pt x="338" y="228"/>
                </a:lnTo>
                <a:lnTo>
                  <a:pt x="339" y="227"/>
                </a:lnTo>
                <a:lnTo>
                  <a:pt x="340" y="227"/>
                </a:lnTo>
                <a:lnTo>
                  <a:pt x="341" y="227"/>
                </a:lnTo>
                <a:lnTo>
                  <a:pt x="343" y="227"/>
                </a:lnTo>
                <a:lnTo>
                  <a:pt x="344" y="228"/>
                </a:lnTo>
                <a:lnTo>
                  <a:pt x="345" y="228"/>
                </a:lnTo>
                <a:lnTo>
                  <a:pt x="345" y="227"/>
                </a:lnTo>
                <a:lnTo>
                  <a:pt x="346" y="227"/>
                </a:lnTo>
                <a:lnTo>
                  <a:pt x="347" y="225"/>
                </a:lnTo>
                <a:lnTo>
                  <a:pt x="347" y="224"/>
                </a:lnTo>
                <a:lnTo>
                  <a:pt x="347" y="223"/>
                </a:lnTo>
                <a:lnTo>
                  <a:pt x="347" y="222"/>
                </a:lnTo>
                <a:lnTo>
                  <a:pt x="346" y="221"/>
                </a:lnTo>
                <a:lnTo>
                  <a:pt x="346" y="219"/>
                </a:lnTo>
                <a:lnTo>
                  <a:pt x="346" y="218"/>
                </a:lnTo>
                <a:lnTo>
                  <a:pt x="346" y="217"/>
                </a:lnTo>
                <a:lnTo>
                  <a:pt x="347" y="216"/>
                </a:lnTo>
                <a:lnTo>
                  <a:pt x="348" y="216"/>
                </a:lnTo>
                <a:lnTo>
                  <a:pt x="348" y="215"/>
                </a:lnTo>
                <a:lnTo>
                  <a:pt x="348" y="214"/>
                </a:lnTo>
                <a:lnTo>
                  <a:pt x="348" y="212"/>
                </a:lnTo>
                <a:lnTo>
                  <a:pt x="347" y="209"/>
                </a:lnTo>
                <a:lnTo>
                  <a:pt x="347" y="206"/>
                </a:lnTo>
                <a:lnTo>
                  <a:pt x="347" y="203"/>
                </a:lnTo>
                <a:lnTo>
                  <a:pt x="348" y="199"/>
                </a:lnTo>
                <a:lnTo>
                  <a:pt x="348" y="198"/>
                </a:lnTo>
                <a:lnTo>
                  <a:pt x="348" y="196"/>
                </a:lnTo>
                <a:lnTo>
                  <a:pt x="350" y="192"/>
                </a:lnTo>
                <a:lnTo>
                  <a:pt x="351" y="192"/>
                </a:lnTo>
                <a:lnTo>
                  <a:pt x="351" y="191"/>
                </a:lnTo>
                <a:lnTo>
                  <a:pt x="351" y="188"/>
                </a:lnTo>
                <a:lnTo>
                  <a:pt x="350" y="187"/>
                </a:lnTo>
                <a:lnTo>
                  <a:pt x="349" y="186"/>
                </a:lnTo>
                <a:lnTo>
                  <a:pt x="347" y="184"/>
                </a:lnTo>
                <a:lnTo>
                  <a:pt x="348" y="183"/>
                </a:lnTo>
                <a:lnTo>
                  <a:pt x="352" y="183"/>
                </a:lnTo>
                <a:lnTo>
                  <a:pt x="352" y="184"/>
                </a:lnTo>
                <a:lnTo>
                  <a:pt x="356" y="186"/>
                </a:lnTo>
                <a:lnTo>
                  <a:pt x="357" y="190"/>
                </a:lnTo>
                <a:lnTo>
                  <a:pt x="357" y="191"/>
                </a:lnTo>
                <a:lnTo>
                  <a:pt x="358" y="192"/>
                </a:lnTo>
                <a:lnTo>
                  <a:pt x="358" y="193"/>
                </a:lnTo>
                <a:lnTo>
                  <a:pt x="360" y="196"/>
                </a:lnTo>
                <a:lnTo>
                  <a:pt x="361" y="198"/>
                </a:lnTo>
                <a:lnTo>
                  <a:pt x="362" y="199"/>
                </a:lnTo>
                <a:lnTo>
                  <a:pt x="363" y="199"/>
                </a:lnTo>
                <a:lnTo>
                  <a:pt x="366" y="198"/>
                </a:lnTo>
                <a:lnTo>
                  <a:pt x="367" y="196"/>
                </a:lnTo>
                <a:lnTo>
                  <a:pt x="367" y="195"/>
                </a:lnTo>
                <a:lnTo>
                  <a:pt x="367" y="194"/>
                </a:lnTo>
                <a:lnTo>
                  <a:pt x="369" y="193"/>
                </a:lnTo>
                <a:lnTo>
                  <a:pt x="371" y="192"/>
                </a:lnTo>
                <a:lnTo>
                  <a:pt x="372" y="191"/>
                </a:lnTo>
                <a:lnTo>
                  <a:pt x="373" y="189"/>
                </a:lnTo>
                <a:lnTo>
                  <a:pt x="376" y="187"/>
                </a:lnTo>
                <a:lnTo>
                  <a:pt x="376" y="186"/>
                </a:lnTo>
                <a:lnTo>
                  <a:pt x="376" y="185"/>
                </a:lnTo>
                <a:lnTo>
                  <a:pt x="375" y="184"/>
                </a:lnTo>
                <a:lnTo>
                  <a:pt x="374" y="183"/>
                </a:lnTo>
                <a:lnTo>
                  <a:pt x="374" y="182"/>
                </a:lnTo>
                <a:lnTo>
                  <a:pt x="375" y="181"/>
                </a:lnTo>
                <a:lnTo>
                  <a:pt x="375" y="180"/>
                </a:lnTo>
                <a:lnTo>
                  <a:pt x="376" y="179"/>
                </a:lnTo>
                <a:lnTo>
                  <a:pt x="376" y="178"/>
                </a:lnTo>
                <a:lnTo>
                  <a:pt x="371" y="175"/>
                </a:lnTo>
                <a:lnTo>
                  <a:pt x="369" y="173"/>
                </a:lnTo>
                <a:lnTo>
                  <a:pt x="367" y="171"/>
                </a:lnTo>
                <a:lnTo>
                  <a:pt x="365" y="170"/>
                </a:lnTo>
                <a:lnTo>
                  <a:pt x="364" y="170"/>
                </a:lnTo>
                <a:lnTo>
                  <a:pt x="364" y="169"/>
                </a:lnTo>
                <a:lnTo>
                  <a:pt x="363" y="168"/>
                </a:lnTo>
                <a:lnTo>
                  <a:pt x="363" y="164"/>
                </a:lnTo>
                <a:lnTo>
                  <a:pt x="364" y="163"/>
                </a:lnTo>
                <a:lnTo>
                  <a:pt x="365" y="162"/>
                </a:lnTo>
                <a:lnTo>
                  <a:pt x="365" y="161"/>
                </a:lnTo>
                <a:lnTo>
                  <a:pt x="366" y="160"/>
                </a:lnTo>
                <a:lnTo>
                  <a:pt x="366" y="159"/>
                </a:lnTo>
                <a:lnTo>
                  <a:pt x="366" y="158"/>
                </a:lnTo>
                <a:lnTo>
                  <a:pt x="366" y="156"/>
                </a:lnTo>
                <a:lnTo>
                  <a:pt x="366" y="155"/>
                </a:lnTo>
                <a:lnTo>
                  <a:pt x="366" y="154"/>
                </a:lnTo>
                <a:lnTo>
                  <a:pt x="367" y="154"/>
                </a:lnTo>
                <a:lnTo>
                  <a:pt x="367" y="153"/>
                </a:lnTo>
                <a:lnTo>
                  <a:pt x="368" y="153"/>
                </a:lnTo>
                <a:lnTo>
                  <a:pt x="370" y="146"/>
                </a:lnTo>
                <a:lnTo>
                  <a:pt x="371" y="146"/>
                </a:lnTo>
                <a:lnTo>
                  <a:pt x="372" y="146"/>
                </a:lnTo>
                <a:lnTo>
                  <a:pt x="372" y="145"/>
                </a:lnTo>
                <a:lnTo>
                  <a:pt x="373" y="145"/>
                </a:lnTo>
                <a:lnTo>
                  <a:pt x="376" y="142"/>
                </a:lnTo>
                <a:lnTo>
                  <a:pt x="375" y="140"/>
                </a:lnTo>
                <a:lnTo>
                  <a:pt x="375" y="139"/>
                </a:lnTo>
                <a:lnTo>
                  <a:pt x="375" y="138"/>
                </a:lnTo>
                <a:lnTo>
                  <a:pt x="374" y="138"/>
                </a:lnTo>
                <a:lnTo>
                  <a:pt x="379" y="135"/>
                </a:lnTo>
                <a:lnTo>
                  <a:pt x="381" y="133"/>
                </a:lnTo>
                <a:lnTo>
                  <a:pt x="382" y="133"/>
                </a:lnTo>
                <a:lnTo>
                  <a:pt x="383" y="132"/>
                </a:lnTo>
                <a:lnTo>
                  <a:pt x="385" y="129"/>
                </a:lnTo>
                <a:lnTo>
                  <a:pt x="388" y="127"/>
                </a:lnTo>
                <a:lnTo>
                  <a:pt x="391" y="122"/>
                </a:lnTo>
                <a:lnTo>
                  <a:pt x="394" y="119"/>
                </a:lnTo>
                <a:lnTo>
                  <a:pt x="395" y="117"/>
                </a:lnTo>
                <a:lnTo>
                  <a:pt x="396" y="117"/>
                </a:lnTo>
                <a:lnTo>
                  <a:pt x="397" y="116"/>
                </a:lnTo>
                <a:lnTo>
                  <a:pt x="398" y="115"/>
                </a:lnTo>
                <a:lnTo>
                  <a:pt x="399" y="115"/>
                </a:lnTo>
                <a:lnTo>
                  <a:pt x="400" y="115"/>
                </a:lnTo>
                <a:lnTo>
                  <a:pt x="402" y="116"/>
                </a:lnTo>
                <a:lnTo>
                  <a:pt x="403" y="116"/>
                </a:lnTo>
                <a:lnTo>
                  <a:pt x="404" y="116"/>
                </a:lnTo>
                <a:lnTo>
                  <a:pt x="405" y="115"/>
                </a:lnTo>
                <a:lnTo>
                  <a:pt x="406" y="114"/>
                </a:lnTo>
                <a:lnTo>
                  <a:pt x="404" y="111"/>
                </a:lnTo>
                <a:lnTo>
                  <a:pt x="403" y="110"/>
                </a:lnTo>
                <a:lnTo>
                  <a:pt x="403" y="109"/>
                </a:lnTo>
                <a:lnTo>
                  <a:pt x="404" y="107"/>
                </a:lnTo>
                <a:lnTo>
                  <a:pt x="405" y="107"/>
                </a:lnTo>
                <a:lnTo>
                  <a:pt x="405" y="106"/>
                </a:lnTo>
                <a:lnTo>
                  <a:pt x="406" y="106"/>
                </a:lnTo>
                <a:lnTo>
                  <a:pt x="407" y="105"/>
                </a:lnTo>
                <a:lnTo>
                  <a:pt x="408" y="105"/>
                </a:lnTo>
                <a:lnTo>
                  <a:pt x="409" y="104"/>
                </a:lnTo>
                <a:lnTo>
                  <a:pt x="411" y="102"/>
                </a:lnTo>
                <a:lnTo>
                  <a:pt x="413" y="100"/>
                </a:lnTo>
                <a:lnTo>
                  <a:pt x="417" y="96"/>
                </a:lnTo>
                <a:lnTo>
                  <a:pt x="418" y="96"/>
                </a:lnTo>
                <a:lnTo>
                  <a:pt x="420" y="93"/>
                </a:lnTo>
                <a:lnTo>
                  <a:pt x="423" y="90"/>
                </a:lnTo>
                <a:lnTo>
                  <a:pt x="424" y="90"/>
                </a:lnTo>
                <a:lnTo>
                  <a:pt x="426" y="92"/>
                </a:lnTo>
                <a:lnTo>
                  <a:pt x="427" y="93"/>
                </a:lnTo>
                <a:lnTo>
                  <a:pt x="428" y="93"/>
                </a:lnTo>
                <a:lnTo>
                  <a:pt x="429" y="93"/>
                </a:lnTo>
                <a:lnTo>
                  <a:pt x="432" y="90"/>
                </a:lnTo>
                <a:lnTo>
                  <a:pt x="434" y="87"/>
                </a:lnTo>
                <a:lnTo>
                  <a:pt x="436" y="87"/>
                </a:lnTo>
                <a:lnTo>
                  <a:pt x="438" y="84"/>
                </a:lnTo>
                <a:lnTo>
                  <a:pt x="440" y="81"/>
                </a:lnTo>
                <a:lnTo>
                  <a:pt x="441" y="79"/>
                </a:lnTo>
                <a:lnTo>
                  <a:pt x="442" y="78"/>
                </a:lnTo>
                <a:lnTo>
                  <a:pt x="442" y="74"/>
                </a:lnTo>
                <a:lnTo>
                  <a:pt x="443" y="70"/>
                </a:lnTo>
                <a:lnTo>
                  <a:pt x="444" y="68"/>
                </a:lnTo>
                <a:lnTo>
                  <a:pt x="446" y="68"/>
                </a:lnTo>
                <a:lnTo>
                  <a:pt x="449" y="65"/>
                </a:lnTo>
                <a:lnTo>
                  <a:pt x="449" y="64"/>
                </a:lnTo>
                <a:lnTo>
                  <a:pt x="451" y="63"/>
                </a:lnTo>
                <a:lnTo>
                  <a:pt x="451" y="62"/>
                </a:lnTo>
                <a:lnTo>
                  <a:pt x="452" y="62"/>
                </a:lnTo>
                <a:lnTo>
                  <a:pt x="456" y="61"/>
                </a:lnTo>
                <a:lnTo>
                  <a:pt x="457" y="61"/>
                </a:lnTo>
                <a:lnTo>
                  <a:pt x="458" y="60"/>
                </a:lnTo>
                <a:lnTo>
                  <a:pt x="459" y="59"/>
                </a:lnTo>
                <a:lnTo>
                  <a:pt x="460" y="59"/>
                </a:lnTo>
                <a:lnTo>
                  <a:pt x="461" y="59"/>
                </a:lnTo>
                <a:lnTo>
                  <a:pt x="462" y="59"/>
                </a:lnTo>
                <a:lnTo>
                  <a:pt x="463" y="59"/>
                </a:lnTo>
                <a:lnTo>
                  <a:pt x="464" y="59"/>
                </a:lnTo>
                <a:lnTo>
                  <a:pt x="464" y="58"/>
                </a:lnTo>
                <a:lnTo>
                  <a:pt x="465" y="58"/>
                </a:lnTo>
                <a:lnTo>
                  <a:pt x="466" y="57"/>
                </a:lnTo>
                <a:lnTo>
                  <a:pt x="466" y="56"/>
                </a:lnTo>
                <a:lnTo>
                  <a:pt x="465" y="55"/>
                </a:lnTo>
                <a:lnTo>
                  <a:pt x="465" y="54"/>
                </a:lnTo>
                <a:lnTo>
                  <a:pt x="465" y="53"/>
                </a:lnTo>
                <a:lnTo>
                  <a:pt x="468" y="50"/>
                </a:lnTo>
                <a:lnTo>
                  <a:pt x="469" y="49"/>
                </a:lnTo>
                <a:lnTo>
                  <a:pt x="470" y="49"/>
                </a:lnTo>
                <a:lnTo>
                  <a:pt x="470" y="48"/>
                </a:lnTo>
                <a:lnTo>
                  <a:pt x="471" y="48"/>
                </a:lnTo>
                <a:lnTo>
                  <a:pt x="471" y="47"/>
                </a:lnTo>
                <a:lnTo>
                  <a:pt x="466" y="44"/>
                </a:lnTo>
                <a:lnTo>
                  <a:pt x="465" y="43"/>
                </a:lnTo>
                <a:lnTo>
                  <a:pt x="463" y="42"/>
                </a:lnTo>
                <a:lnTo>
                  <a:pt x="462" y="42"/>
                </a:lnTo>
                <a:lnTo>
                  <a:pt x="462" y="41"/>
                </a:lnTo>
                <a:lnTo>
                  <a:pt x="462" y="40"/>
                </a:lnTo>
                <a:lnTo>
                  <a:pt x="463" y="38"/>
                </a:lnTo>
                <a:lnTo>
                  <a:pt x="465" y="38"/>
                </a:lnTo>
                <a:lnTo>
                  <a:pt x="467" y="40"/>
                </a:lnTo>
                <a:lnTo>
                  <a:pt x="468" y="41"/>
                </a:lnTo>
                <a:lnTo>
                  <a:pt x="469" y="42"/>
                </a:lnTo>
                <a:lnTo>
                  <a:pt x="470" y="43"/>
                </a:lnTo>
                <a:lnTo>
                  <a:pt x="471" y="45"/>
                </a:lnTo>
                <a:lnTo>
                  <a:pt x="473" y="45"/>
                </a:lnTo>
                <a:lnTo>
                  <a:pt x="474" y="45"/>
                </a:lnTo>
                <a:lnTo>
                  <a:pt x="475" y="45"/>
                </a:lnTo>
                <a:lnTo>
                  <a:pt x="479" y="44"/>
                </a:lnTo>
                <a:lnTo>
                  <a:pt x="480" y="44"/>
                </a:lnTo>
                <a:lnTo>
                  <a:pt x="480" y="43"/>
                </a:lnTo>
                <a:lnTo>
                  <a:pt x="484" y="43"/>
                </a:lnTo>
                <a:lnTo>
                  <a:pt x="484" y="42"/>
                </a:lnTo>
                <a:lnTo>
                  <a:pt x="485" y="41"/>
                </a:lnTo>
                <a:lnTo>
                  <a:pt x="486" y="41"/>
                </a:lnTo>
                <a:lnTo>
                  <a:pt x="486" y="40"/>
                </a:lnTo>
                <a:lnTo>
                  <a:pt x="487" y="40"/>
                </a:lnTo>
                <a:lnTo>
                  <a:pt x="490" y="39"/>
                </a:lnTo>
                <a:lnTo>
                  <a:pt x="495" y="37"/>
                </a:lnTo>
                <a:lnTo>
                  <a:pt x="496" y="36"/>
                </a:lnTo>
                <a:lnTo>
                  <a:pt x="497" y="36"/>
                </a:lnTo>
                <a:lnTo>
                  <a:pt x="498" y="36"/>
                </a:lnTo>
                <a:lnTo>
                  <a:pt x="497" y="36"/>
                </a:lnTo>
                <a:lnTo>
                  <a:pt x="497" y="35"/>
                </a:lnTo>
                <a:lnTo>
                  <a:pt x="497" y="34"/>
                </a:lnTo>
                <a:lnTo>
                  <a:pt x="496" y="32"/>
                </a:lnTo>
                <a:lnTo>
                  <a:pt x="496" y="31"/>
                </a:lnTo>
                <a:lnTo>
                  <a:pt x="495" y="30"/>
                </a:lnTo>
                <a:lnTo>
                  <a:pt x="494" y="28"/>
                </a:lnTo>
                <a:lnTo>
                  <a:pt x="494" y="27"/>
                </a:lnTo>
                <a:lnTo>
                  <a:pt x="494" y="26"/>
                </a:lnTo>
                <a:lnTo>
                  <a:pt x="493" y="26"/>
                </a:lnTo>
                <a:lnTo>
                  <a:pt x="493" y="25"/>
                </a:lnTo>
                <a:lnTo>
                  <a:pt x="493" y="24"/>
                </a:lnTo>
                <a:lnTo>
                  <a:pt x="492" y="24"/>
                </a:lnTo>
                <a:lnTo>
                  <a:pt x="491" y="24"/>
                </a:lnTo>
                <a:lnTo>
                  <a:pt x="490" y="24"/>
                </a:lnTo>
                <a:lnTo>
                  <a:pt x="489" y="23"/>
                </a:lnTo>
                <a:lnTo>
                  <a:pt x="489" y="21"/>
                </a:lnTo>
                <a:lnTo>
                  <a:pt x="488" y="20"/>
                </a:lnTo>
                <a:lnTo>
                  <a:pt x="488" y="19"/>
                </a:lnTo>
                <a:lnTo>
                  <a:pt x="489" y="17"/>
                </a:lnTo>
                <a:lnTo>
                  <a:pt x="489" y="16"/>
                </a:lnTo>
                <a:lnTo>
                  <a:pt x="490" y="16"/>
                </a:lnTo>
                <a:lnTo>
                  <a:pt x="491" y="16"/>
                </a:lnTo>
                <a:lnTo>
                  <a:pt x="496" y="18"/>
                </a:lnTo>
                <a:lnTo>
                  <a:pt x="498" y="17"/>
                </a:lnTo>
                <a:lnTo>
                  <a:pt x="499" y="18"/>
                </a:lnTo>
                <a:lnTo>
                  <a:pt x="500" y="18"/>
                </a:lnTo>
                <a:lnTo>
                  <a:pt x="500" y="19"/>
                </a:lnTo>
                <a:lnTo>
                  <a:pt x="504" y="19"/>
                </a:lnTo>
                <a:lnTo>
                  <a:pt x="504" y="20"/>
                </a:lnTo>
                <a:lnTo>
                  <a:pt x="504" y="22"/>
                </a:lnTo>
                <a:lnTo>
                  <a:pt x="503" y="22"/>
                </a:lnTo>
                <a:lnTo>
                  <a:pt x="504" y="22"/>
                </a:lnTo>
                <a:lnTo>
                  <a:pt x="505" y="23"/>
                </a:lnTo>
                <a:lnTo>
                  <a:pt x="506" y="24"/>
                </a:lnTo>
                <a:lnTo>
                  <a:pt x="506" y="25"/>
                </a:lnTo>
                <a:lnTo>
                  <a:pt x="508" y="26"/>
                </a:lnTo>
                <a:lnTo>
                  <a:pt x="509" y="28"/>
                </a:lnTo>
                <a:lnTo>
                  <a:pt x="510" y="29"/>
                </a:lnTo>
                <a:lnTo>
                  <a:pt x="511" y="29"/>
                </a:lnTo>
                <a:lnTo>
                  <a:pt x="513" y="30"/>
                </a:lnTo>
                <a:lnTo>
                  <a:pt x="514" y="31"/>
                </a:lnTo>
                <a:lnTo>
                  <a:pt x="515" y="32"/>
                </a:lnTo>
                <a:lnTo>
                  <a:pt x="516" y="33"/>
                </a:lnTo>
                <a:lnTo>
                  <a:pt x="517" y="33"/>
                </a:lnTo>
                <a:lnTo>
                  <a:pt x="518" y="32"/>
                </a:lnTo>
                <a:lnTo>
                  <a:pt x="520" y="30"/>
                </a:lnTo>
                <a:lnTo>
                  <a:pt x="520" y="29"/>
                </a:lnTo>
                <a:lnTo>
                  <a:pt x="519" y="29"/>
                </a:lnTo>
                <a:lnTo>
                  <a:pt x="519" y="28"/>
                </a:lnTo>
                <a:lnTo>
                  <a:pt x="519" y="27"/>
                </a:lnTo>
                <a:lnTo>
                  <a:pt x="520" y="25"/>
                </a:lnTo>
                <a:lnTo>
                  <a:pt x="521" y="25"/>
                </a:lnTo>
                <a:lnTo>
                  <a:pt x="522" y="24"/>
                </a:lnTo>
                <a:lnTo>
                  <a:pt x="522" y="25"/>
                </a:lnTo>
                <a:lnTo>
                  <a:pt x="523" y="25"/>
                </a:lnTo>
                <a:lnTo>
                  <a:pt x="524" y="25"/>
                </a:lnTo>
                <a:lnTo>
                  <a:pt x="525" y="26"/>
                </a:lnTo>
                <a:lnTo>
                  <a:pt x="526" y="27"/>
                </a:lnTo>
                <a:lnTo>
                  <a:pt x="527" y="27"/>
                </a:lnTo>
                <a:lnTo>
                  <a:pt x="528" y="27"/>
                </a:lnTo>
                <a:lnTo>
                  <a:pt x="529" y="26"/>
                </a:lnTo>
                <a:lnTo>
                  <a:pt x="529" y="25"/>
                </a:lnTo>
                <a:lnTo>
                  <a:pt x="529" y="24"/>
                </a:lnTo>
                <a:lnTo>
                  <a:pt x="530" y="24"/>
                </a:lnTo>
                <a:lnTo>
                  <a:pt x="532" y="25"/>
                </a:lnTo>
                <a:lnTo>
                  <a:pt x="532" y="26"/>
                </a:lnTo>
                <a:lnTo>
                  <a:pt x="534" y="28"/>
                </a:lnTo>
                <a:lnTo>
                  <a:pt x="535" y="31"/>
                </a:lnTo>
                <a:lnTo>
                  <a:pt x="535" y="32"/>
                </a:lnTo>
                <a:lnTo>
                  <a:pt x="535" y="33"/>
                </a:lnTo>
                <a:lnTo>
                  <a:pt x="536" y="35"/>
                </a:lnTo>
                <a:lnTo>
                  <a:pt x="538" y="36"/>
                </a:lnTo>
                <a:lnTo>
                  <a:pt x="538" y="37"/>
                </a:lnTo>
                <a:lnTo>
                  <a:pt x="540" y="38"/>
                </a:lnTo>
                <a:lnTo>
                  <a:pt x="541" y="38"/>
                </a:lnTo>
                <a:lnTo>
                  <a:pt x="542" y="38"/>
                </a:lnTo>
                <a:lnTo>
                  <a:pt x="547" y="38"/>
                </a:lnTo>
                <a:lnTo>
                  <a:pt x="549" y="38"/>
                </a:lnTo>
                <a:lnTo>
                  <a:pt x="550" y="37"/>
                </a:lnTo>
                <a:lnTo>
                  <a:pt x="552" y="34"/>
                </a:lnTo>
                <a:lnTo>
                  <a:pt x="553" y="28"/>
                </a:lnTo>
                <a:lnTo>
                  <a:pt x="553" y="27"/>
                </a:lnTo>
                <a:lnTo>
                  <a:pt x="556" y="25"/>
                </a:lnTo>
                <a:lnTo>
                  <a:pt x="557" y="24"/>
                </a:lnTo>
                <a:lnTo>
                  <a:pt x="558" y="23"/>
                </a:lnTo>
                <a:lnTo>
                  <a:pt x="558" y="22"/>
                </a:lnTo>
                <a:lnTo>
                  <a:pt x="558" y="21"/>
                </a:lnTo>
                <a:lnTo>
                  <a:pt x="559" y="21"/>
                </a:lnTo>
                <a:lnTo>
                  <a:pt x="560" y="20"/>
                </a:lnTo>
                <a:lnTo>
                  <a:pt x="562" y="18"/>
                </a:lnTo>
                <a:lnTo>
                  <a:pt x="562" y="17"/>
                </a:lnTo>
                <a:lnTo>
                  <a:pt x="564" y="15"/>
                </a:lnTo>
                <a:lnTo>
                  <a:pt x="566" y="12"/>
                </a:lnTo>
                <a:lnTo>
                  <a:pt x="566" y="11"/>
                </a:lnTo>
                <a:lnTo>
                  <a:pt x="568" y="9"/>
                </a:lnTo>
                <a:lnTo>
                  <a:pt x="570" y="9"/>
                </a:lnTo>
                <a:lnTo>
                  <a:pt x="571" y="9"/>
                </a:lnTo>
                <a:lnTo>
                  <a:pt x="572" y="9"/>
                </a:lnTo>
                <a:lnTo>
                  <a:pt x="576" y="8"/>
                </a:lnTo>
                <a:lnTo>
                  <a:pt x="579" y="6"/>
                </a:lnTo>
                <a:lnTo>
                  <a:pt x="580" y="5"/>
                </a:lnTo>
                <a:lnTo>
                  <a:pt x="584" y="3"/>
                </a:lnTo>
                <a:lnTo>
                  <a:pt x="586" y="4"/>
                </a:lnTo>
                <a:lnTo>
                  <a:pt x="589" y="4"/>
                </a:lnTo>
                <a:lnTo>
                  <a:pt x="591" y="3"/>
                </a:lnTo>
                <a:lnTo>
                  <a:pt x="592" y="3"/>
                </a:lnTo>
                <a:lnTo>
                  <a:pt x="593" y="2"/>
                </a:lnTo>
                <a:lnTo>
                  <a:pt x="593" y="1"/>
                </a:lnTo>
                <a:lnTo>
                  <a:pt x="594" y="0"/>
                </a:lnTo>
                <a:lnTo>
                  <a:pt x="595" y="0"/>
                </a:lnTo>
                <a:lnTo>
                  <a:pt x="596" y="2"/>
                </a:lnTo>
                <a:lnTo>
                  <a:pt x="597" y="2"/>
                </a:lnTo>
                <a:lnTo>
                  <a:pt x="597" y="3"/>
                </a:lnTo>
                <a:close/>
              </a:path>
            </a:pathLst>
          </a:custGeom>
          <a:solidFill>
            <a:srgbClr val="FFCD83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9" name=""/>
          <p:cNvSpPr/>
          <p:nvPr/>
        </p:nvSpPr>
        <p:spPr>
          <a:xfrm>
            <a:off x="7040520" y="14389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0" name=""/>
          <p:cNvSpPr/>
          <p:nvPr/>
        </p:nvSpPr>
        <p:spPr>
          <a:xfrm>
            <a:off x="7049520" y="143244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0" y="6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2"/>
                </a:lnTo>
                <a:lnTo>
                  <a:pt x="4" y="3"/>
                </a:lnTo>
                <a:lnTo>
                  <a:pt x="4" y="5"/>
                </a:lnTo>
                <a:lnTo>
                  <a:pt x="2" y="6"/>
                </a:lnTo>
                <a:lnTo>
                  <a:pt x="0" y="6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1" name=""/>
          <p:cNvSpPr/>
          <p:nvPr/>
        </p:nvSpPr>
        <p:spPr>
          <a:xfrm>
            <a:off x="7055280" y="14256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2" name=""/>
          <p:cNvSpPr/>
          <p:nvPr/>
        </p:nvSpPr>
        <p:spPr>
          <a:xfrm>
            <a:off x="7062120" y="142488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3" name=""/>
          <p:cNvSpPr/>
          <p:nvPr/>
        </p:nvSpPr>
        <p:spPr>
          <a:xfrm>
            <a:off x="7065360" y="141912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4" name=""/>
          <p:cNvSpPr/>
          <p:nvPr/>
        </p:nvSpPr>
        <p:spPr>
          <a:xfrm>
            <a:off x="6847200" y="1325160"/>
            <a:ext cx="299160" cy="168120"/>
          </a:xfrm>
          <a:custGeom>
            <a:avLst/>
            <a:gdLst/>
            <a:ahLst/>
            <a:rect l="0" t="0" r="r" b="b"/>
            <a:pathLst>
              <a:path w="831" h="467">
                <a:moveTo>
                  <a:pt x="319" y="2"/>
                </a:moveTo>
                <a:lnTo>
                  <a:pt x="320" y="2"/>
                </a:lnTo>
                <a:lnTo>
                  <a:pt x="321" y="1"/>
                </a:lnTo>
                <a:lnTo>
                  <a:pt x="321" y="2"/>
                </a:lnTo>
                <a:lnTo>
                  <a:pt x="322" y="2"/>
                </a:lnTo>
                <a:lnTo>
                  <a:pt x="322" y="3"/>
                </a:lnTo>
                <a:lnTo>
                  <a:pt x="322" y="4"/>
                </a:lnTo>
                <a:lnTo>
                  <a:pt x="323" y="4"/>
                </a:lnTo>
                <a:lnTo>
                  <a:pt x="323" y="3"/>
                </a:lnTo>
                <a:lnTo>
                  <a:pt x="324" y="3"/>
                </a:lnTo>
                <a:lnTo>
                  <a:pt x="325" y="4"/>
                </a:lnTo>
                <a:lnTo>
                  <a:pt x="327" y="4"/>
                </a:lnTo>
                <a:lnTo>
                  <a:pt x="327" y="5"/>
                </a:lnTo>
                <a:lnTo>
                  <a:pt x="328" y="5"/>
                </a:lnTo>
                <a:lnTo>
                  <a:pt x="329" y="6"/>
                </a:lnTo>
                <a:lnTo>
                  <a:pt x="330" y="6"/>
                </a:lnTo>
                <a:lnTo>
                  <a:pt x="330" y="7"/>
                </a:lnTo>
                <a:lnTo>
                  <a:pt x="330" y="8"/>
                </a:lnTo>
                <a:lnTo>
                  <a:pt x="331" y="8"/>
                </a:lnTo>
                <a:lnTo>
                  <a:pt x="331" y="9"/>
                </a:lnTo>
                <a:lnTo>
                  <a:pt x="332" y="9"/>
                </a:lnTo>
                <a:lnTo>
                  <a:pt x="332" y="10"/>
                </a:lnTo>
                <a:lnTo>
                  <a:pt x="333" y="11"/>
                </a:lnTo>
                <a:lnTo>
                  <a:pt x="334" y="10"/>
                </a:lnTo>
                <a:lnTo>
                  <a:pt x="334" y="9"/>
                </a:lnTo>
                <a:lnTo>
                  <a:pt x="335" y="9"/>
                </a:lnTo>
                <a:lnTo>
                  <a:pt x="336" y="10"/>
                </a:lnTo>
                <a:lnTo>
                  <a:pt x="339" y="11"/>
                </a:lnTo>
                <a:lnTo>
                  <a:pt x="339" y="12"/>
                </a:lnTo>
                <a:lnTo>
                  <a:pt x="340" y="12"/>
                </a:lnTo>
                <a:lnTo>
                  <a:pt x="341" y="12"/>
                </a:lnTo>
                <a:lnTo>
                  <a:pt x="341" y="13"/>
                </a:lnTo>
                <a:lnTo>
                  <a:pt x="342" y="13"/>
                </a:lnTo>
                <a:lnTo>
                  <a:pt x="343" y="14"/>
                </a:lnTo>
                <a:lnTo>
                  <a:pt x="343" y="15"/>
                </a:lnTo>
                <a:lnTo>
                  <a:pt x="342" y="15"/>
                </a:lnTo>
                <a:lnTo>
                  <a:pt x="342" y="17"/>
                </a:lnTo>
                <a:lnTo>
                  <a:pt x="343" y="17"/>
                </a:lnTo>
                <a:lnTo>
                  <a:pt x="345" y="16"/>
                </a:lnTo>
                <a:lnTo>
                  <a:pt x="346" y="16"/>
                </a:lnTo>
                <a:lnTo>
                  <a:pt x="348" y="16"/>
                </a:lnTo>
                <a:lnTo>
                  <a:pt x="349" y="16"/>
                </a:lnTo>
                <a:lnTo>
                  <a:pt x="350" y="16"/>
                </a:lnTo>
                <a:lnTo>
                  <a:pt x="351" y="16"/>
                </a:lnTo>
                <a:lnTo>
                  <a:pt x="351" y="17"/>
                </a:lnTo>
                <a:lnTo>
                  <a:pt x="352" y="17"/>
                </a:lnTo>
                <a:lnTo>
                  <a:pt x="353" y="17"/>
                </a:lnTo>
                <a:lnTo>
                  <a:pt x="355" y="17"/>
                </a:lnTo>
                <a:lnTo>
                  <a:pt x="356" y="17"/>
                </a:lnTo>
                <a:lnTo>
                  <a:pt x="358" y="17"/>
                </a:lnTo>
                <a:lnTo>
                  <a:pt x="359" y="17"/>
                </a:lnTo>
                <a:lnTo>
                  <a:pt x="359" y="18"/>
                </a:lnTo>
                <a:lnTo>
                  <a:pt x="360" y="18"/>
                </a:lnTo>
                <a:lnTo>
                  <a:pt x="361" y="18"/>
                </a:lnTo>
                <a:lnTo>
                  <a:pt x="362" y="18"/>
                </a:lnTo>
                <a:lnTo>
                  <a:pt x="362" y="19"/>
                </a:lnTo>
                <a:lnTo>
                  <a:pt x="363" y="19"/>
                </a:lnTo>
                <a:lnTo>
                  <a:pt x="364" y="19"/>
                </a:lnTo>
                <a:lnTo>
                  <a:pt x="364" y="18"/>
                </a:lnTo>
                <a:lnTo>
                  <a:pt x="365" y="19"/>
                </a:lnTo>
                <a:lnTo>
                  <a:pt x="366" y="19"/>
                </a:lnTo>
                <a:lnTo>
                  <a:pt x="366" y="20"/>
                </a:lnTo>
                <a:lnTo>
                  <a:pt x="367" y="20"/>
                </a:lnTo>
                <a:lnTo>
                  <a:pt x="367" y="19"/>
                </a:lnTo>
                <a:lnTo>
                  <a:pt x="368" y="19"/>
                </a:lnTo>
                <a:lnTo>
                  <a:pt x="369" y="19"/>
                </a:lnTo>
                <a:lnTo>
                  <a:pt x="369" y="20"/>
                </a:lnTo>
                <a:lnTo>
                  <a:pt x="368" y="20"/>
                </a:lnTo>
                <a:lnTo>
                  <a:pt x="368" y="21"/>
                </a:lnTo>
                <a:lnTo>
                  <a:pt x="370" y="21"/>
                </a:lnTo>
                <a:lnTo>
                  <a:pt x="371" y="20"/>
                </a:lnTo>
                <a:lnTo>
                  <a:pt x="371" y="21"/>
                </a:lnTo>
                <a:lnTo>
                  <a:pt x="371" y="23"/>
                </a:lnTo>
                <a:lnTo>
                  <a:pt x="371" y="24"/>
                </a:lnTo>
                <a:lnTo>
                  <a:pt x="372" y="24"/>
                </a:lnTo>
                <a:lnTo>
                  <a:pt x="372" y="23"/>
                </a:lnTo>
                <a:lnTo>
                  <a:pt x="371" y="22"/>
                </a:lnTo>
                <a:lnTo>
                  <a:pt x="371" y="21"/>
                </a:lnTo>
                <a:lnTo>
                  <a:pt x="379" y="21"/>
                </a:lnTo>
                <a:lnTo>
                  <a:pt x="378" y="23"/>
                </a:lnTo>
                <a:lnTo>
                  <a:pt x="377" y="24"/>
                </a:lnTo>
                <a:lnTo>
                  <a:pt x="378" y="24"/>
                </a:lnTo>
                <a:lnTo>
                  <a:pt x="378" y="25"/>
                </a:lnTo>
                <a:lnTo>
                  <a:pt x="378" y="23"/>
                </a:lnTo>
                <a:lnTo>
                  <a:pt x="379" y="23"/>
                </a:lnTo>
                <a:lnTo>
                  <a:pt x="379" y="22"/>
                </a:lnTo>
                <a:lnTo>
                  <a:pt x="380" y="21"/>
                </a:lnTo>
                <a:lnTo>
                  <a:pt x="381" y="21"/>
                </a:lnTo>
                <a:lnTo>
                  <a:pt x="382" y="21"/>
                </a:lnTo>
                <a:lnTo>
                  <a:pt x="383" y="22"/>
                </a:lnTo>
                <a:lnTo>
                  <a:pt x="385" y="22"/>
                </a:lnTo>
                <a:lnTo>
                  <a:pt x="387" y="22"/>
                </a:lnTo>
                <a:lnTo>
                  <a:pt x="388" y="23"/>
                </a:lnTo>
                <a:lnTo>
                  <a:pt x="388" y="25"/>
                </a:lnTo>
                <a:lnTo>
                  <a:pt x="389" y="25"/>
                </a:lnTo>
                <a:lnTo>
                  <a:pt x="389" y="27"/>
                </a:lnTo>
                <a:lnTo>
                  <a:pt x="390" y="28"/>
                </a:lnTo>
                <a:lnTo>
                  <a:pt x="391" y="29"/>
                </a:lnTo>
                <a:lnTo>
                  <a:pt x="391" y="28"/>
                </a:lnTo>
                <a:lnTo>
                  <a:pt x="392" y="28"/>
                </a:lnTo>
                <a:lnTo>
                  <a:pt x="393" y="27"/>
                </a:lnTo>
                <a:lnTo>
                  <a:pt x="394" y="28"/>
                </a:lnTo>
                <a:lnTo>
                  <a:pt x="395" y="28"/>
                </a:lnTo>
                <a:lnTo>
                  <a:pt x="396" y="28"/>
                </a:lnTo>
                <a:lnTo>
                  <a:pt x="397" y="28"/>
                </a:lnTo>
                <a:lnTo>
                  <a:pt x="398" y="28"/>
                </a:lnTo>
                <a:lnTo>
                  <a:pt x="399" y="29"/>
                </a:lnTo>
                <a:lnTo>
                  <a:pt x="400" y="28"/>
                </a:lnTo>
                <a:lnTo>
                  <a:pt x="399" y="28"/>
                </a:lnTo>
                <a:lnTo>
                  <a:pt x="398" y="28"/>
                </a:lnTo>
                <a:lnTo>
                  <a:pt x="398" y="26"/>
                </a:lnTo>
                <a:lnTo>
                  <a:pt x="398" y="25"/>
                </a:lnTo>
                <a:lnTo>
                  <a:pt x="399" y="24"/>
                </a:lnTo>
                <a:lnTo>
                  <a:pt x="398" y="24"/>
                </a:lnTo>
                <a:lnTo>
                  <a:pt x="399" y="23"/>
                </a:lnTo>
                <a:lnTo>
                  <a:pt x="400" y="23"/>
                </a:lnTo>
                <a:lnTo>
                  <a:pt x="400" y="24"/>
                </a:lnTo>
                <a:lnTo>
                  <a:pt x="402" y="24"/>
                </a:lnTo>
                <a:lnTo>
                  <a:pt x="402" y="23"/>
                </a:lnTo>
                <a:lnTo>
                  <a:pt x="403" y="23"/>
                </a:lnTo>
                <a:lnTo>
                  <a:pt x="403" y="22"/>
                </a:lnTo>
                <a:lnTo>
                  <a:pt x="403" y="21"/>
                </a:lnTo>
                <a:lnTo>
                  <a:pt x="402" y="21"/>
                </a:lnTo>
                <a:lnTo>
                  <a:pt x="402" y="20"/>
                </a:lnTo>
                <a:lnTo>
                  <a:pt x="404" y="20"/>
                </a:lnTo>
                <a:lnTo>
                  <a:pt x="404" y="19"/>
                </a:lnTo>
                <a:lnTo>
                  <a:pt x="405" y="19"/>
                </a:lnTo>
                <a:lnTo>
                  <a:pt x="406" y="19"/>
                </a:lnTo>
                <a:lnTo>
                  <a:pt x="406" y="21"/>
                </a:lnTo>
                <a:lnTo>
                  <a:pt x="407" y="21"/>
                </a:lnTo>
                <a:lnTo>
                  <a:pt x="408" y="21"/>
                </a:lnTo>
                <a:lnTo>
                  <a:pt x="409" y="21"/>
                </a:lnTo>
                <a:lnTo>
                  <a:pt x="408" y="21"/>
                </a:lnTo>
                <a:lnTo>
                  <a:pt x="408" y="22"/>
                </a:lnTo>
                <a:lnTo>
                  <a:pt x="409" y="22"/>
                </a:lnTo>
                <a:lnTo>
                  <a:pt x="409" y="21"/>
                </a:lnTo>
                <a:lnTo>
                  <a:pt x="410" y="21"/>
                </a:lnTo>
                <a:lnTo>
                  <a:pt x="410" y="22"/>
                </a:lnTo>
                <a:lnTo>
                  <a:pt x="410" y="23"/>
                </a:lnTo>
                <a:lnTo>
                  <a:pt x="411" y="23"/>
                </a:lnTo>
                <a:lnTo>
                  <a:pt x="411" y="24"/>
                </a:lnTo>
                <a:lnTo>
                  <a:pt x="412" y="24"/>
                </a:lnTo>
                <a:lnTo>
                  <a:pt x="413" y="24"/>
                </a:lnTo>
                <a:lnTo>
                  <a:pt x="414" y="24"/>
                </a:lnTo>
                <a:lnTo>
                  <a:pt x="415" y="24"/>
                </a:lnTo>
                <a:lnTo>
                  <a:pt x="416" y="24"/>
                </a:lnTo>
                <a:lnTo>
                  <a:pt x="417" y="24"/>
                </a:lnTo>
                <a:lnTo>
                  <a:pt x="418" y="24"/>
                </a:lnTo>
                <a:lnTo>
                  <a:pt x="419" y="24"/>
                </a:lnTo>
                <a:lnTo>
                  <a:pt x="420" y="23"/>
                </a:lnTo>
                <a:lnTo>
                  <a:pt x="420" y="21"/>
                </a:lnTo>
                <a:lnTo>
                  <a:pt x="420" y="20"/>
                </a:lnTo>
                <a:lnTo>
                  <a:pt x="419" y="20"/>
                </a:lnTo>
                <a:lnTo>
                  <a:pt x="419" y="19"/>
                </a:lnTo>
                <a:lnTo>
                  <a:pt x="420" y="19"/>
                </a:lnTo>
                <a:lnTo>
                  <a:pt x="420" y="18"/>
                </a:lnTo>
                <a:lnTo>
                  <a:pt x="420" y="16"/>
                </a:lnTo>
                <a:lnTo>
                  <a:pt x="422" y="16"/>
                </a:lnTo>
                <a:lnTo>
                  <a:pt x="424" y="16"/>
                </a:lnTo>
                <a:lnTo>
                  <a:pt x="424" y="17"/>
                </a:lnTo>
                <a:lnTo>
                  <a:pt x="424" y="19"/>
                </a:lnTo>
                <a:lnTo>
                  <a:pt x="425" y="19"/>
                </a:lnTo>
                <a:lnTo>
                  <a:pt x="427" y="19"/>
                </a:lnTo>
                <a:lnTo>
                  <a:pt x="428" y="19"/>
                </a:lnTo>
                <a:lnTo>
                  <a:pt x="429" y="17"/>
                </a:lnTo>
                <a:lnTo>
                  <a:pt x="429" y="18"/>
                </a:lnTo>
                <a:lnTo>
                  <a:pt x="435" y="22"/>
                </a:lnTo>
                <a:lnTo>
                  <a:pt x="436" y="23"/>
                </a:lnTo>
                <a:lnTo>
                  <a:pt x="435" y="23"/>
                </a:lnTo>
                <a:lnTo>
                  <a:pt x="434" y="24"/>
                </a:lnTo>
                <a:lnTo>
                  <a:pt x="433" y="24"/>
                </a:lnTo>
                <a:lnTo>
                  <a:pt x="434" y="24"/>
                </a:lnTo>
                <a:lnTo>
                  <a:pt x="435" y="24"/>
                </a:lnTo>
                <a:lnTo>
                  <a:pt x="436" y="24"/>
                </a:lnTo>
                <a:lnTo>
                  <a:pt x="437" y="24"/>
                </a:lnTo>
                <a:lnTo>
                  <a:pt x="437" y="26"/>
                </a:lnTo>
                <a:lnTo>
                  <a:pt x="437" y="27"/>
                </a:lnTo>
                <a:lnTo>
                  <a:pt x="437" y="28"/>
                </a:lnTo>
                <a:lnTo>
                  <a:pt x="438" y="28"/>
                </a:lnTo>
                <a:lnTo>
                  <a:pt x="438" y="29"/>
                </a:lnTo>
                <a:lnTo>
                  <a:pt x="438" y="30"/>
                </a:lnTo>
                <a:lnTo>
                  <a:pt x="439" y="30"/>
                </a:lnTo>
                <a:lnTo>
                  <a:pt x="438" y="30"/>
                </a:lnTo>
                <a:lnTo>
                  <a:pt x="437" y="30"/>
                </a:lnTo>
                <a:lnTo>
                  <a:pt x="437" y="31"/>
                </a:lnTo>
                <a:lnTo>
                  <a:pt x="437" y="32"/>
                </a:lnTo>
                <a:lnTo>
                  <a:pt x="437" y="33"/>
                </a:lnTo>
                <a:lnTo>
                  <a:pt x="438" y="34"/>
                </a:lnTo>
                <a:lnTo>
                  <a:pt x="439" y="35"/>
                </a:lnTo>
                <a:lnTo>
                  <a:pt x="439" y="36"/>
                </a:lnTo>
                <a:lnTo>
                  <a:pt x="440" y="36"/>
                </a:lnTo>
                <a:lnTo>
                  <a:pt x="441" y="39"/>
                </a:lnTo>
                <a:lnTo>
                  <a:pt x="444" y="39"/>
                </a:lnTo>
                <a:lnTo>
                  <a:pt x="445" y="40"/>
                </a:lnTo>
                <a:lnTo>
                  <a:pt x="447" y="41"/>
                </a:lnTo>
                <a:lnTo>
                  <a:pt x="447" y="42"/>
                </a:lnTo>
                <a:lnTo>
                  <a:pt x="448" y="42"/>
                </a:lnTo>
                <a:lnTo>
                  <a:pt x="449" y="43"/>
                </a:lnTo>
                <a:lnTo>
                  <a:pt x="450" y="44"/>
                </a:lnTo>
                <a:lnTo>
                  <a:pt x="450" y="47"/>
                </a:lnTo>
                <a:lnTo>
                  <a:pt x="451" y="51"/>
                </a:lnTo>
                <a:lnTo>
                  <a:pt x="450" y="52"/>
                </a:lnTo>
                <a:lnTo>
                  <a:pt x="449" y="53"/>
                </a:lnTo>
                <a:lnTo>
                  <a:pt x="448" y="53"/>
                </a:lnTo>
                <a:lnTo>
                  <a:pt x="448" y="54"/>
                </a:lnTo>
                <a:lnTo>
                  <a:pt x="448" y="55"/>
                </a:lnTo>
                <a:lnTo>
                  <a:pt x="449" y="55"/>
                </a:lnTo>
                <a:lnTo>
                  <a:pt x="450" y="55"/>
                </a:lnTo>
                <a:lnTo>
                  <a:pt x="450" y="56"/>
                </a:lnTo>
                <a:lnTo>
                  <a:pt x="451" y="57"/>
                </a:lnTo>
                <a:lnTo>
                  <a:pt x="450" y="58"/>
                </a:lnTo>
                <a:lnTo>
                  <a:pt x="449" y="59"/>
                </a:lnTo>
                <a:lnTo>
                  <a:pt x="449" y="60"/>
                </a:lnTo>
                <a:lnTo>
                  <a:pt x="450" y="60"/>
                </a:lnTo>
                <a:lnTo>
                  <a:pt x="450" y="59"/>
                </a:lnTo>
                <a:lnTo>
                  <a:pt x="453" y="60"/>
                </a:lnTo>
                <a:lnTo>
                  <a:pt x="453" y="59"/>
                </a:lnTo>
                <a:lnTo>
                  <a:pt x="454" y="59"/>
                </a:lnTo>
                <a:lnTo>
                  <a:pt x="457" y="59"/>
                </a:lnTo>
                <a:lnTo>
                  <a:pt x="457" y="60"/>
                </a:lnTo>
                <a:lnTo>
                  <a:pt x="458" y="61"/>
                </a:lnTo>
                <a:lnTo>
                  <a:pt x="459" y="61"/>
                </a:lnTo>
                <a:lnTo>
                  <a:pt x="459" y="60"/>
                </a:lnTo>
                <a:lnTo>
                  <a:pt x="459" y="59"/>
                </a:lnTo>
                <a:lnTo>
                  <a:pt x="460" y="59"/>
                </a:lnTo>
                <a:lnTo>
                  <a:pt x="461" y="58"/>
                </a:lnTo>
                <a:lnTo>
                  <a:pt x="461" y="57"/>
                </a:lnTo>
                <a:lnTo>
                  <a:pt x="462" y="57"/>
                </a:lnTo>
                <a:lnTo>
                  <a:pt x="463" y="59"/>
                </a:lnTo>
                <a:lnTo>
                  <a:pt x="464" y="60"/>
                </a:lnTo>
                <a:lnTo>
                  <a:pt x="465" y="59"/>
                </a:lnTo>
                <a:lnTo>
                  <a:pt x="466" y="59"/>
                </a:lnTo>
                <a:lnTo>
                  <a:pt x="466" y="58"/>
                </a:lnTo>
                <a:lnTo>
                  <a:pt x="467" y="58"/>
                </a:lnTo>
                <a:lnTo>
                  <a:pt x="468" y="58"/>
                </a:lnTo>
                <a:lnTo>
                  <a:pt x="469" y="58"/>
                </a:lnTo>
                <a:lnTo>
                  <a:pt x="470" y="58"/>
                </a:lnTo>
                <a:lnTo>
                  <a:pt x="469" y="57"/>
                </a:lnTo>
                <a:lnTo>
                  <a:pt x="470" y="57"/>
                </a:lnTo>
                <a:lnTo>
                  <a:pt x="471" y="57"/>
                </a:lnTo>
                <a:lnTo>
                  <a:pt x="471" y="58"/>
                </a:lnTo>
                <a:lnTo>
                  <a:pt x="472" y="58"/>
                </a:lnTo>
                <a:lnTo>
                  <a:pt x="471" y="59"/>
                </a:lnTo>
                <a:lnTo>
                  <a:pt x="472" y="59"/>
                </a:lnTo>
                <a:lnTo>
                  <a:pt x="472" y="60"/>
                </a:lnTo>
                <a:lnTo>
                  <a:pt x="470" y="61"/>
                </a:lnTo>
                <a:lnTo>
                  <a:pt x="469" y="61"/>
                </a:lnTo>
                <a:lnTo>
                  <a:pt x="468" y="61"/>
                </a:lnTo>
                <a:lnTo>
                  <a:pt x="468" y="62"/>
                </a:lnTo>
                <a:lnTo>
                  <a:pt x="467" y="62"/>
                </a:lnTo>
                <a:lnTo>
                  <a:pt x="466" y="63"/>
                </a:lnTo>
                <a:lnTo>
                  <a:pt x="465" y="63"/>
                </a:lnTo>
                <a:lnTo>
                  <a:pt x="464" y="63"/>
                </a:lnTo>
                <a:lnTo>
                  <a:pt x="464" y="62"/>
                </a:lnTo>
                <a:lnTo>
                  <a:pt x="463" y="62"/>
                </a:lnTo>
                <a:lnTo>
                  <a:pt x="462" y="62"/>
                </a:lnTo>
                <a:lnTo>
                  <a:pt x="461" y="62"/>
                </a:lnTo>
                <a:lnTo>
                  <a:pt x="460" y="62"/>
                </a:lnTo>
                <a:lnTo>
                  <a:pt x="459" y="63"/>
                </a:lnTo>
                <a:lnTo>
                  <a:pt x="461" y="64"/>
                </a:lnTo>
                <a:lnTo>
                  <a:pt x="462" y="65"/>
                </a:lnTo>
                <a:lnTo>
                  <a:pt x="463" y="67"/>
                </a:lnTo>
                <a:lnTo>
                  <a:pt x="464" y="67"/>
                </a:lnTo>
                <a:lnTo>
                  <a:pt x="466" y="69"/>
                </a:lnTo>
                <a:lnTo>
                  <a:pt x="468" y="70"/>
                </a:lnTo>
                <a:lnTo>
                  <a:pt x="469" y="71"/>
                </a:lnTo>
                <a:lnTo>
                  <a:pt x="469" y="72"/>
                </a:lnTo>
                <a:lnTo>
                  <a:pt x="464" y="68"/>
                </a:lnTo>
                <a:lnTo>
                  <a:pt x="461" y="66"/>
                </a:lnTo>
                <a:lnTo>
                  <a:pt x="463" y="68"/>
                </a:lnTo>
                <a:lnTo>
                  <a:pt x="466" y="71"/>
                </a:lnTo>
                <a:lnTo>
                  <a:pt x="468" y="74"/>
                </a:lnTo>
                <a:lnTo>
                  <a:pt x="467" y="74"/>
                </a:lnTo>
                <a:lnTo>
                  <a:pt x="466" y="74"/>
                </a:lnTo>
                <a:lnTo>
                  <a:pt x="465" y="71"/>
                </a:lnTo>
                <a:lnTo>
                  <a:pt x="464" y="70"/>
                </a:lnTo>
                <a:lnTo>
                  <a:pt x="461" y="68"/>
                </a:lnTo>
                <a:lnTo>
                  <a:pt x="460" y="67"/>
                </a:lnTo>
                <a:lnTo>
                  <a:pt x="459" y="67"/>
                </a:lnTo>
                <a:lnTo>
                  <a:pt x="457" y="67"/>
                </a:lnTo>
                <a:lnTo>
                  <a:pt x="454" y="67"/>
                </a:lnTo>
                <a:lnTo>
                  <a:pt x="453" y="67"/>
                </a:lnTo>
                <a:lnTo>
                  <a:pt x="452" y="68"/>
                </a:lnTo>
                <a:lnTo>
                  <a:pt x="451" y="68"/>
                </a:lnTo>
                <a:lnTo>
                  <a:pt x="450" y="68"/>
                </a:lnTo>
                <a:lnTo>
                  <a:pt x="449" y="67"/>
                </a:lnTo>
                <a:lnTo>
                  <a:pt x="447" y="66"/>
                </a:lnTo>
                <a:lnTo>
                  <a:pt x="446" y="66"/>
                </a:lnTo>
                <a:lnTo>
                  <a:pt x="445" y="66"/>
                </a:lnTo>
                <a:lnTo>
                  <a:pt x="443" y="66"/>
                </a:lnTo>
                <a:lnTo>
                  <a:pt x="443" y="67"/>
                </a:lnTo>
                <a:lnTo>
                  <a:pt x="443" y="68"/>
                </a:lnTo>
                <a:lnTo>
                  <a:pt x="444" y="69"/>
                </a:lnTo>
                <a:lnTo>
                  <a:pt x="444" y="70"/>
                </a:lnTo>
                <a:lnTo>
                  <a:pt x="444" y="71"/>
                </a:lnTo>
                <a:lnTo>
                  <a:pt x="443" y="73"/>
                </a:lnTo>
                <a:lnTo>
                  <a:pt x="442" y="73"/>
                </a:lnTo>
                <a:lnTo>
                  <a:pt x="442" y="74"/>
                </a:lnTo>
                <a:lnTo>
                  <a:pt x="441" y="74"/>
                </a:lnTo>
                <a:lnTo>
                  <a:pt x="441" y="75"/>
                </a:lnTo>
                <a:lnTo>
                  <a:pt x="440" y="75"/>
                </a:lnTo>
                <a:lnTo>
                  <a:pt x="440" y="76"/>
                </a:lnTo>
                <a:lnTo>
                  <a:pt x="438" y="77"/>
                </a:lnTo>
                <a:lnTo>
                  <a:pt x="438" y="78"/>
                </a:lnTo>
                <a:lnTo>
                  <a:pt x="437" y="79"/>
                </a:lnTo>
                <a:lnTo>
                  <a:pt x="436" y="79"/>
                </a:lnTo>
                <a:lnTo>
                  <a:pt x="436" y="81"/>
                </a:lnTo>
                <a:lnTo>
                  <a:pt x="435" y="82"/>
                </a:lnTo>
                <a:lnTo>
                  <a:pt x="436" y="82"/>
                </a:lnTo>
                <a:lnTo>
                  <a:pt x="435" y="82"/>
                </a:lnTo>
                <a:lnTo>
                  <a:pt x="435" y="83"/>
                </a:lnTo>
                <a:lnTo>
                  <a:pt x="433" y="86"/>
                </a:lnTo>
                <a:lnTo>
                  <a:pt x="433" y="87"/>
                </a:lnTo>
                <a:lnTo>
                  <a:pt x="433" y="88"/>
                </a:lnTo>
                <a:lnTo>
                  <a:pt x="432" y="89"/>
                </a:lnTo>
                <a:lnTo>
                  <a:pt x="431" y="89"/>
                </a:lnTo>
                <a:lnTo>
                  <a:pt x="431" y="90"/>
                </a:lnTo>
                <a:lnTo>
                  <a:pt x="430" y="90"/>
                </a:lnTo>
                <a:lnTo>
                  <a:pt x="429" y="90"/>
                </a:lnTo>
                <a:lnTo>
                  <a:pt x="430" y="90"/>
                </a:lnTo>
                <a:lnTo>
                  <a:pt x="431" y="91"/>
                </a:lnTo>
                <a:lnTo>
                  <a:pt x="431" y="92"/>
                </a:lnTo>
                <a:lnTo>
                  <a:pt x="432" y="94"/>
                </a:lnTo>
                <a:lnTo>
                  <a:pt x="433" y="95"/>
                </a:lnTo>
                <a:lnTo>
                  <a:pt x="433" y="96"/>
                </a:lnTo>
                <a:lnTo>
                  <a:pt x="433" y="97"/>
                </a:lnTo>
                <a:lnTo>
                  <a:pt x="432" y="98"/>
                </a:lnTo>
                <a:lnTo>
                  <a:pt x="432" y="99"/>
                </a:lnTo>
                <a:lnTo>
                  <a:pt x="432" y="100"/>
                </a:lnTo>
                <a:lnTo>
                  <a:pt x="432" y="101"/>
                </a:lnTo>
                <a:lnTo>
                  <a:pt x="431" y="101"/>
                </a:lnTo>
                <a:lnTo>
                  <a:pt x="431" y="102"/>
                </a:lnTo>
                <a:lnTo>
                  <a:pt x="432" y="106"/>
                </a:lnTo>
                <a:lnTo>
                  <a:pt x="432" y="107"/>
                </a:lnTo>
                <a:lnTo>
                  <a:pt x="433" y="108"/>
                </a:lnTo>
                <a:lnTo>
                  <a:pt x="434" y="108"/>
                </a:lnTo>
                <a:lnTo>
                  <a:pt x="434" y="110"/>
                </a:lnTo>
                <a:lnTo>
                  <a:pt x="433" y="110"/>
                </a:lnTo>
                <a:lnTo>
                  <a:pt x="432" y="110"/>
                </a:lnTo>
                <a:lnTo>
                  <a:pt x="431" y="110"/>
                </a:lnTo>
                <a:lnTo>
                  <a:pt x="429" y="109"/>
                </a:lnTo>
                <a:lnTo>
                  <a:pt x="428" y="108"/>
                </a:lnTo>
                <a:lnTo>
                  <a:pt x="428" y="110"/>
                </a:lnTo>
                <a:lnTo>
                  <a:pt x="428" y="109"/>
                </a:lnTo>
                <a:lnTo>
                  <a:pt x="429" y="109"/>
                </a:lnTo>
                <a:lnTo>
                  <a:pt x="429" y="110"/>
                </a:lnTo>
                <a:lnTo>
                  <a:pt x="429" y="111"/>
                </a:lnTo>
                <a:lnTo>
                  <a:pt x="429" y="112"/>
                </a:lnTo>
                <a:lnTo>
                  <a:pt x="428" y="112"/>
                </a:lnTo>
                <a:lnTo>
                  <a:pt x="427" y="112"/>
                </a:lnTo>
                <a:lnTo>
                  <a:pt x="427" y="113"/>
                </a:lnTo>
                <a:lnTo>
                  <a:pt x="427" y="114"/>
                </a:lnTo>
                <a:lnTo>
                  <a:pt x="428" y="114"/>
                </a:lnTo>
                <a:lnTo>
                  <a:pt x="428" y="113"/>
                </a:lnTo>
                <a:lnTo>
                  <a:pt x="429" y="112"/>
                </a:lnTo>
                <a:lnTo>
                  <a:pt x="430" y="112"/>
                </a:lnTo>
                <a:lnTo>
                  <a:pt x="431" y="112"/>
                </a:lnTo>
                <a:lnTo>
                  <a:pt x="432" y="112"/>
                </a:lnTo>
                <a:lnTo>
                  <a:pt x="433" y="112"/>
                </a:lnTo>
                <a:lnTo>
                  <a:pt x="434" y="112"/>
                </a:lnTo>
                <a:lnTo>
                  <a:pt x="435" y="112"/>
                </a:lnTo>
                <a:lnTo>
                  <a:pt x="435" y="114"/>
                </a:lnTo>
                <a:lnTo>
                  <a:pt x="436" y="116"/>
                </a:lnTo>
                <a:lnTo>
                  <a:pt x="437" y="117"/>
                </a:lnTo>
                <a:lnTo>
                  <a:pt x="437" y="118"/>
                </a:lnTo>
                <a:lnTo>
                  <a:pt x="437" y="119"/>
                </a:lnTo>
                <a:lnTo>
                  <a:pt x="437" y="120"/>
                </a:lnTo>
                <a:lnTo>
                  <a:pt x="438" y="120"/>
                </a:lnTo>
                <a:lnTo>
                  <a:pt x="439" y="120"/>
                </a:lnTo>
                <a:lnTo>
                  <a:pt x="440" y="120"/>
                </a:lnTo>
                <a:lnTo>
                  <a:pt x="440" y="121"/>
                </a:lnTo>
                <a:lnTo>
                  <a:pt x="444" y="121"/>
                </a:lnTo>
                <a:lnTo>
                  <a:pt x="445" y="122"/>
                </a:lnTo>
                <a:lnTo>
                  <a:pt x="445" y="123"/>
                </a:lnTo>
                <a:lnTo>
                  <a:pt x="446" y="123"/>
                </a:lnTo>
                <a:lnTo>
                  <a:pt x="446" y="124"/>
                </a:lnTo>
                <a:lnTo>
                  <a:pt x="447" y="125"/>
                </a:lnTo>
                <a:lnTo>
                  <a:pt x="448" y="125"/>
                </a:lnTo>
                <a:lnTo>
                  <a:pt x="449" y="126"/>
                </a:lnTo>
                <a:lnTo>
                  <a:pt x="451" y="128"/>
                </a:lnTo>
                <a:lnTo>
                  <a:pt x="452" y="127"/>
                </a:lnTo>
                <a:lnTo>
                  <a:pt x="453" y="127"/>
                </a:lnTo>
                <a:lnTo>
                  <a:pt x="454" y="128"/>
                </a:lnTo>
                <a:lnTo>
                  <a:pt x="455" y="125"/>
                </a:lnTo>
                <a:lnTo>
                  <a:pt x="456" y="125"/>
                </a:lnTo>
                <a:lnTo>
                  <a:pt x="457" y="126"/>
                </a:lnTo>
                <a:lnTo>
                  <a:pt x="458" y="126"/>
                </a:lnTo>
                <a:lnTo>
                  <a:pt x="460" y="126"/>
                </a:lnTo>
                <a:lnTo>
                  <a:pt x="460" y="130"/>
                </a:lnTo>
                <a:lnTo>
                  <a:pt x="462" y="130"/>
                </a:lnTo>
                <a:lnTo>
                  <a:pt x="462" y="128"/>
                </a:lnTo>
                <a:lnTo>
                  <a:pt x="462" y="127"/>
                </a:lnTo>
                <a:lnTo>
                  <a:pt x="462" y="126"/>
                </a:lnTo>
                <a:lnTo>
                  <a:pt x="464" y="127"/>
                </a:lnTo>
                <a:lnTo>
                  <a:pt x="466" y="128"/>
                </a:lnTo>
                <a:lnTo>
                  <a:pt x="467" y="129"/>
                </a:lnTo>
                <a:lnTo>
                  <a:pt x="469" y="128"/>
                </a:lnTo>
                <a:lnTo>
                  <a:pt x="470" y="128"/>
                </a:lnTo>
                <a:lnTo>
                  <a:pt x="471" y="130"/>
                </a:lnTo>
                <a:lnTo>
                  <a:pt x="470" y="131"/>
                </a:lnTo>
                <a:lnTo>
                  <a:pt x="470" y="133"/>
                </a:lnTo>
                <a:lnTo>
                  <a:pt x="471" y="134"/>
                </a:lnTo>
                <a:lnTo>
                  <a:pt x="471" y="135"/>
                </a:lnTo>
                <a:lnTo>
                  <a:pt x="467" y="142"/>
                </a:lnTo>
                <a:lnTo>
                  <a:pt x="468" y="142"/>
                </a:lnTo>
                <a:lnTo>
                  <a:pt x="469" y="142"/>
                </a:lnTo>
                <a:lnTo>
                  <a:pt x="469" y="141"/>
                </a:lnTo>
                <a:lnTo>
                  <a:pt x="470" y="141"/>
                </a:lnTo>
                <a:lnTo>
                  <a:pt x="470" y="142"/>
                </a:lnTo>
                <a:lnTo>
                  <a:pt x="471" y="142"/>
                </a:lnTo>
                <a:lnTo>
                  <a:pt x="471" y="141"/>
                </a:lnTo>
                <a:lnTo>
                  <a:pt x="472" y="141"/>
                </a:lnTo>
                <a:lnTo>
                  <a:pt x="472" y="140"/>
                </a:lnTo>
                <a:lnTo>
                  <a:pt x="473" y="141"/>
                </a:lnTo>
                <a:lnTo>
                  <a:pt x="474" y="141"/>
                </a:lnTo>
                <a:lnTo>
                  <a:pt x="474" y="143"/>
                </a:lnTo>
                <a:lnTo>
                  <a:pt x="475" y="144"/>
                </a:lnTo>
                <a:lnTo>
                  <a:pt x="475" y="145"/>
                </a:lnTo>
                <a:lnTo>
                  <a:pt x="476" y="145"/>
                </a:lnTo>
                <a:lnTo>
                  <a:pt x="476" y="144"/>
                </a:lnTo>
                <a:lnTo>
                  <a:pt x="476" y="143"/>
                </a:lnTo>
                <a:lnTo>
                  <a:pt x="476" y="142"/>
                </a:lnTo>
                <a:lnTo>
                  <a:pt x="476" y="141"/>
                </a:lnTo>
                <a:lnTo>
                  <a:pt x="477" y="141"/>
                </a:lnTo>
                <a:lnTo>
                  <a:pt x="478" y="141"/>
                </a:lnTo>
                <a:lnTo>
                  <a:pt x="479" y="140"/>
                </a:lnTo>
                <a:lnTo>
                  <a:pt x="479" y="139"/>
                </a:lnTo>
                <a:lnTo>
                  <a:pt x="480" y="139"/>
                </a:lnTo>
                <a:lnTo>
                  <a:pt x="481" y="139"/>
                </a:lnTo>
                <a:lnTo>
                  <a:pt x="481" y="138"/>
                </a:lnTo>
                <a:lnTo>
                  <a:pt x="482" y="138"/>
                </a:lnTo>
                <a:lnTo>
                  <a:pt x="487" y="139"/>
                </a:lnTo>
                <a:lnTo>
                  <a:pt x="490" y="139"/>
                </a:lnTo>
                <a:lnTo>
                  <a:pt x="490" y="140"/>
                </a:lnTo>
                <a:lnTo>
                  <a:pt x="490" y="141"/>
                </a:lnTo>
                <a:lnTo>
                  <a:pt x="491" y="142"/>
                </a:lnTo>
                <a:lnTo>
                  <a:pt x="492" y="142"/>
                </a:lnTo>
                <a:lnTo>
                  <a:pt x="492" y="141"/>
                </a:lnTo>
                <a:lnTo>
                  <a:pt x="493" y="141"/>
                </a:lnTo>
                <a:lnTo>
                  <a:pt x="493" y="139"/>
                </a:lnTo>
                <a:lnTo>
                  <a:pt x="494" y="139"/>
                </a:lnTo>
                <a:lnTo>
                  <a:pt x="494" y="138"/>
                </a:lnTo>
                <a:lnTo>
                  <a:pt x="499" y="138"/>
                </a:lnTo>
                <a:lnTo>
                  <a:pt x="499" y="140"/>
                </a:lnTo>
                <a:lnTo>
                  <a:pt x="499" y="142"/>
                </a:lnTo>
                <a:lnTo>
                  <a:pt x="499" y="143"/>
                </a:lnTo>
                <a:lnTo>
                  <a:pt x="499" y="144"/>
                </a:lnTo>
                <a:lnTo>
                  <a:pt x="499" y="145"/>
                </a:lnTo>
                <a:lnTo>
                  <a:pt x="499" y="146"/>
                </a:lnTo>
                <a:lnTo>
                  <a:pt x="499" y="147"/>
                </a:lnTo>
                <a:lnTo>
                  <a:pt x="500" y="147"/>
                </a:lnTo>
                <a:lnTo>
                  <a:pt x="501" y="147"/>
                </a:lnTo>
                <a:lnTo>
                  <a:pt x="501" y="146"/>
                </a:lnTo>
                <a:lnTo>
                  <a:pt x="500" y="146"/>
                </a:lnTo>
                <a:lnTo>
                  <a:pt x="500" y="145"/>
                </a:lnTo>
                <a:lnTo>
                  <a:pt x="500" y="144"/>
                </a:lnTo>
                <a:lnTo>
                  <a:pt x="501" y="144"/>
                </a:lnTo>
                <a:lnTo>
                  <a:pt x="501" y="143"/>
                </a:lnTo>
                <a:lnTo>
                  <a:pt x="502" y="142"/>
                </a:lnTo>
                <a:lnTo>
                  <a:pt x="502" y="141"/>
                </a:lnTo>
                <a:lnTo>
                  <a:pt x="502" y="140"/>
                </a:lnTo>
                <a:lnTo>
                  <a:pt x="503" y="140"/>
                </a:lnTo>
                <a:lnTo>
                  <a:pt x="504" y="140"/>
                </a:lnTo>
                <a:lnTo>
                  <a:pt x="504" y="139"/>
                </a:lnTo>
                <a:lnTo>
                  <a:pt x="503" y="138"/>
                </a:lnTo>
                <a:lnTo>
                  <a:pt x="506" y="137"/>
                </a:lnTo>
                <a:lnTo>
                  <a:pt x="507" y="137"/>
                </a:lnTo>
                <a:lnTo>
                  <a:pt x="507" y="136"/>
                </a:lnTo>
                <a:lnTo>
                  <a:pt x="507" y="137"/>
                </a:lnTo>
                <a:lnTo>
                  <a:pt x="512" y="137"/>
                </a:lnTo>
                <a:lnTo>
                  <a:pt x="512" y="138"/>
                </a:lnTo>
                <a:lnTo>
                  <a:pt x="512" y="139"/>
                </a:lnTo>
                <a:lnTo>
                  <a:pt x="516" y="139"/>
                </a:lnTo>
                <a:lnTo>
                  <a:pt x="515" y="137"/>
                </a:lnTo>
                <a:lnTo>
                  <a:pt x="515" y="136"/>
                </a:lnTo>
                <a:lnTo>
                  <a:pt x="517" y="136"/>
                </a:lnTo>
                <a:lnTo>
                  <a:pt x="518" y="137"/>
                </a:lnTo>
                <a:lnTo>
                  <a:pt x="518" y="138"/>
                </a:lnTo>
                <a:lnTo>
                  <a:pt x="519" y="138"/>
                </a:lnTo>
                <a:lnTo>
                  <a:pt x="520" y="138"/>
                </a:lnTo>
                <a:lnTo>
                  <a:pt x="520" y="136"/>
                </a:lnTo>
                <a:lnTo>
                  <a:pt x="521" y="136"/>
                </a:lnTo>
                <a:lnTo>
                  <a:pt x="521" y="135"/>
                </a:lnTo>
                <a:lnTo>
                  <a:pt x="523" y="134"/>
                </a:lnTo>
                <a:lnTo>
                  <a:pt x="523" y="133"/>
                </a:lnTo>
                <a:lnTo>
                  <a:pt x="524" y="132"/>
                </a:lnTo>
                <a:lnTo>
                  <a:pt x="525" y="131"/>
                </a:lnTo>
                <a:lnTo>
                  <a:pt x="526" y="130"/>
                </a:lnTo>
                <a:lnTo>
                  <a:pt x="526" y="131"/>
                </a:lnTo>
                <a:lnTo>
                  <a:pt x="527" y="130"/>
                </a:lnTo>
                <a:lnTo>
                  <a:pt x="528" y="130"/>
                </a:lnTo>
                <a:lnTo>
                  <a:pt x="530" y="129"/>
                </a:lnTo>
                <a:lnTo>
                  <a:pt x="530" y="128"/>
                </a:lnTo>
                <a:lnTo>
                  <a:pt x="529" y="127"/>
                </a:lnTo>
                <a:lnTo>
                  <a:pt x="530" y="128"/>
                </a:lnTo>
                <a:lnTo>
                  <a:pt x="531" y="126"/>
                </a:lnTo>
                <a:lnTo>
                  <a:pt x="532" y="126"/>
                </a:lnTo>
                <a:lnTo>
                  <a:pt x="533" y="126"/>
                </a:lnTo>
                <a:lnTo>
                  <a:pt x="533" y="125"/>
                </a:lnTo>
                <a:lnTo>
                  <a:pt x="534" y="125"/>
                </a:lnTo>
                <a:lnTo>
                  <a:pt x="534" y="124"/>
                </a:lnTo>
                <a:lnTo>
                  <a:pt x="535" y="124"/>
                </a:lnTo>
                <a:lnTo>
                  <a:pt x="535" y="122"/>
                </a:lnTo>
                <a:lnTo>
                  <a:pt x="534" y="122"/>
                </a:lnTo>
                <a:lnTo>
                  <a:pt x="534" y="121"/>
                </a:lnTo>
                <a:lnTo>
                  <a:pt x="536" y="122"/>
                </a:lnTo>
                <a:lnTo>
                  <a:pt x="536" y="121"/>
                </a:lnTo>
                <a:lnTo>
                  <a:pt x="536" y="120"/>
                </a:lnTo>
                <a:lnTo>
                  <a:pt x="535" y="119"/>
                </a:lnTo>
                <a:lnTo>
                  <a:pt x="535" y="118"/>
                </a:lnTo>
                <a:lnTo>
                  <a:pt x="535" y="117"/>
                </a:lnTo>
                <a:lnTo>
                  <a:pt x="535" y="118"/>
                </a:lnTo>
                <a:lnTo>
                  <a:pt x="536" y="118"/>
                </a:lnTo>
                <a:lnTo>
                  <a:pt x="537" y="118"/>
                </a:lnTo>
                <a:lnTo>
                  <a:pt x="536" y="118"/>
                </a:lnTo>
                <a:lnTo>
                  <a:pt x="536" y="117"/>
                </a:lnTo>
                <a:lnTo>
                  <a:pt x="537" y="117"/>
                </a:lnTo>
                <a:lnTo>
                  <a:pt x="536" y="116"/>
                </a:lnTo>
                <a:lnTo>
                  <a:pt x="535" y="116"/>
                </a:lnTo>
                <a:lnTo>
                  <a:pt x="534" y="115"/>
                </a:lnTo>
                <a:lnTo>
                  <a:pt x="534" y="114"/>
                </a:lnTo>
                <a:lnTo>
                  <a:pt x="534" y="113"/>
                </a:lnTo>
                <a:lnTo>
                  <a:pt x="533" y="113"/>
                </a:lnTo>
                <a:lnTo>
                  <a:pt x="533" y="114"/>
                </a:lnTo>
                <a:lnTo>
                  <a:pt x="532" y="114"/>
                </a:lnTo>
                <a:lnTo>
                  <a:pt x="531" y="114"/>
                </a:lnTo>
                <a:lnTo>
                  <a:pt x="530" y="113"/>
                </a:lnTo>
                <a:lnTo>
                  <a:pt x="531" y="113"/>
                </a:lnTo>
                <a:lnTo>
                  <a:pt x="530" y="112"/>
                </a:lnTo>
                <a:lnTo>
                  <a:pt x="529" y="112"/>
                </a:lnTo>
                <a:lnTo>
                  <a:pt x="530" y="111"/>
                </a:lnTo>
                <a:lnTo>
                  <a:pt x="530" y="110"/>
                </a:lnTo>
                <a:lnTo>
                  <a:pt x="530" y="109"/>
                </a:lnTo>
                <a:lnTo>
                  <a:pt x="530" y="108"/>
                </a:lnTo>
                <a:lnTo>
                  <a:pt x="531" y="108"/>
                </a:lnTo>
                <a:lnTo>
                  <a:pt x="532" y="108"/>
                </a:lnTo>
                <a:lnTo>
                  <a:pt x="533" y="108"/>
                </a:lnTo>
                <a:lnTo>
                  <a:pt x="534" y="108"/>
                </a:lnTo>
                <a:lnTo>
                  <a:pt x="537" y="107"/>
                </a:lnTo>
                <a:lnTo>
                  <a:pt x="539" y="107"/>
                </a:lnTo>
                <a:lnTo>
                  <a:pt x="540" y="107"/>
                </a:lnTo>
                <a:lnTo>
                  <a:pt x="541" y="106"/>
                </a:lnTo>
                <a:lnTo>
                  <a:pt x="541" y="105"/>
                </a:lnTo>
                <a:lnTo>
                  <a:pt x="540" y="105"/>
                </a:lnTo>
                <a:lnTo>
                  <a:pt x="540" y="104"/>
                </a:lnTo>
                <a:lnTo>
                  <a:pt x="540" y="103"/>
                </a:lnTo>
                <a:lnTo>
                  <a:pt x="542" y="103"/>
                </a:lnTo>
                <a:lnTo>
                  <a:pt x="541" y="103"/>
                </a:lnTo>
                <a:lnTo>
                  <a:pt x="542" y="103"/>
                </a:lnTo>
                <a:lnTo>
                  <a:pt x="544" y="103"/>
                </a:lnTo>
                <a:lnTo>
                  <a:pt x="546" y="103"/>
                </a:lnTo>
                <a:lnTo>
                  <a:pt x="547" y="103"/>
                </a:lnTo>
                <a:lnTo>
                  <a:pt x="547" y="102"/>
                </a:lnTo>
                <a:lnTo>
                  <a:pt x="548" y="102"/>
                </a:lnTo>
                <a:lnTo>
                  <a:pt x="548" y="101"/>
                </a:lnTo>
                <a:lnTo>
                  <a:pt x="551" y="101"/>
                </a:lnTo>
                <a:lnTo>
                  <a:pt x="553" y="101"/>
                </a:lnTo>
                <a:lnTo>
                  <a:pt x="554" y="100"/>
                </a:lnTo>
                <a:lnTo>
                  <a:pt x="555" y="100"/>
                </a:lnTo>
                <a:lnTo>
                  <a:pt x="556" y="100"/>
                </a:lnTo>
                <a:lnTo>
                  <a:pt x="556" y="99"/>
                </a:lnTo>
                <a:lnTo>
                  <a:pt x="556" y="98"/>
                </a:lnTo>
                <a:lnTo>
                  <a:pt x="557" y="98"/>
                </a:lnTo>
                <a:lnTo>
                  <a:pt x="558" y="98"/>
                </a:lnTo>
                <a:lnTo>
                  <a:pt x="559" y="97"/>
                </a:lnTo>
                <a:lnTo>
                  <a:pt x="560" y="97"/>
                </a:lnTo>
                <a:lnTo>
                  <a:pt x="562" y="96"/>
                </a:lnTo>
                <a:lnTo>
                  <a:pt x="563" y="96"/>
                </a:lnTo>
                <a:lnTo>
                  <a:pt x="564" y="95"/>
                </a:lnTo>
                <a:lnTo>
                  <a:pt x="567" y="92"/>
                </a:lnTo>
                <a:lnTo>
                  <a:pt x="569" y="90"/>
                </a:lnTo>
                <a:lnTo>
                  <a:pt x="570" y="89"/>
                </a:lnTo>
                <a:lnTo>
                  <a:pt x="571" y="88"/>
                </a:lnTo>
                <a:lnTo>
                  <a:pt x="572" y="87"/>
                </a:lnTo>
                <a:lnTo>
                  <a:pt x="572" y="86"/>
                </a:lnTo>
                <a:lnTo>
                  <a:pt x="572" y="85"/>
                </a:lnTo>
                <a:lnTo>
                  <a:pt x="569" y="82"/>
                </a:lnTo>
                <a:lnTo>
                  <a:pt x="568" y="82"/>
                </a:lnTo>
                <a:lnTo>
                  <a:pt x="569" y="82"/>
                </a:lnTo>
                <a:lnTo>
                  <a:pt x="570" y="81"/>
                </a:lnTo>
                <a:lnTo>
                  <a:pt x="571" y="80"/>
                </a:lnTo>
                <a:lnTo>
                  <a:pt x="572" y="79"/>
                </a:lnTo>
                <a:lnTo>
                  <a:pt x="573" y="79"/>
                </a:lnTo>
                <a:lnTo>
                  <a:pt x="579" y="79"/>
                </a:lnTo>
                <a:lnTo>
                  <a:pt x="579" y="78"/>
                </a:lnTo>
                <a:lnTo>
                  <a:pt x="580" y="77"/>
                </a:lnTo>
                <a:lnTo>
                  <a:pt x="580" y="76"/>
                </a:lnTo>
                <a:lnTo>
                  <a:pt x="581" y="76"/>
                </a:lnTo>
                <a:lnTo>
                  <a:pt x="581" y="75"/>
                </a:lnTo>
                <a:lnTo>
                  <a:pt x="580" y="75"/>
                </a:lnTo>
                <a:lnTo>
                  <a:pt x="579" y="74"/>
                </a:lnTo>
                <a:lnTo>
                  <a:pt x="579" y="73"/>
                </a:lnTo>
                <a:lnTo>
                  <a:pt x="578" y="74"/>
                </a:lnTo>
                <a:lnTo>
                  <a:pt x="579" y="76"/>
                </a:lnTo>
                <a:lnTo>
                  <a:pt x="577" y="76"/>
                </a:lnTo>
                <a:lnTo>
                  <a:pt x="576" y="75"/>
                </a:lnTo>
                <a:lnTo>
                  <a:pt x="577" y="74"/>
                </a:lnTo>
                <a:lnTo>
                  <a:pt x="578" y="74"/>
                </a:lnTo>
                <a:lnTo>
                  <a:pt x="579" y="73"/>
                </a:lnTo>
                <a:lnTo>
                  <a:pt x="579" y="72"/>
                </a:lnTo>
                <a:lnTo>
                  <a:pt x="577" y="73"/>
                </a:lnTo>
                <a:lnTo>
                  <a:pt x="576" y="73"/>
                </a:lnTo>
                <a:lnTo>
                  <a:pt x="577" y="73"/>
                </a:lnTo>
                <a:lnTo>
                  <a:pt x="576" y="74"/>
                </a:lnTo>
                <a:lnTo>
                  <a:pt x="575" y="73"/>
                </a:lnTo>
                <a:lnTo>
                  <a:pt x="574" y="72"/>
                </a:lnTo>
                <a:lnTo>
                  <a:pt x="574" y="73"/>
                </a:lnTo>
                <a:lnTo>
                  <a:pt x="573" y="73"/>
                </a:lnTo>
                <a:lnTo>
                  <a:pt x="572" y="73"/>
                </a:lnTo>
                <a:lnTo>
                  <a:pt x="571" y="72"/>
                </a:lnTo>
                <a:lnTo>
                  <a:pt x="570" y="72"/>
                </a:lnTo>
                <a:lnTo>
                  <a:pt x="569" y="71"/>
                </a:lnTo>
                <a:lnTo>
                  <a:pt x="570" y="71"/>
                </a:lnTo>
                <a:lnTo>
                  <a:pt x="571" y="71"/>
                </a:lnTo>
                <a:lnTo>
                  <a:pt x="572" y="71"/>
                </a:lnTo>
                <a:lnTo>
                  <a:pt x="579" y="71"/>
                </a:lnTo>
                <a:lnTo>
                  <a:pt x="580" y="71"/>
                </a:lnTo>
                <a:lnTo>
                  <a:pt x="581" y="70"/>
                </a:lnTo>
                <a:lnTo>
                  <a:pt x="582" y="70"/>
                </a:lnTo>
                <a:lnTo>
                  <a:pt x="583" y="70"/>
                </a:lnTo>
                <a:lnTo>
                  <a:pt x="584" y="70"/>
                </a:lnTo>
                <a:lnTo>
                  <a:pt x="585" y="70"/>
                </a:lnTo>
                <a:lnTo>
                  <a:pt x="586" y="69"/>
                </a:lnTo>
                <a:lnTo>
                  <a:pt x="587" y="69"/>
                </a:lnTo>
                <a:lnTo>
                  <a:pt x="588" y="68"/>
                </a:lnTo>
                <a:lnTo>
                  <a:pt x="589" y="68"/>
                </a:lnTo>
                <a:lnTo>
                  <a:pt x="590" y="67"/>
                </a:lnTo>
                <a:lnTo>
                  <a:pt x="591" y="66"/>
                </a:lnTo>
                <a:lnTo>
                  <a:pt x="592" y="65"/>
                </a:lnTo>
                <a:lnTo>
                  <a:pt x="593" y="64"/>
                </a:lnTo>
                <a:lnTo>
                  <a:pt x="594" y="63"/>
                </a:lnTo>
                <a:lnTo>
                  <a:pt x="595" y="63"/>
                </a:lnTo>
                <a:lnTo>
                  <a:pt x="596" y="63"/>
                </a:lnTo>
                <a:lnTo>
                  <a:pt x="597" y="64"/>
                </a:lnTo>
                <a:lnTo>
                  <a:pt x="599" y="64"/>
                </a:lnTo>
                <a:lnTo>
                  <a:pt x="601" y="63"/>
                </a:lnTo>
                <a:lnTo>
                  <a:pt x="602" y="63"/>
                </a:lnTo>
                <a:lnTo>
                  <a:pt x="603" y="63"/>
                </a:lnTo>
                <a:lnTo>
                  <a:pt x="604" y="63"/>
                </a:lnTo>
                <a:lnTo>
                  <a:pt x="605" y="63"/>
                </a:lnTo>
                <a:lnTo>
                  <a:pt x="606" y="63"/>
                </a:lnTo>
                <a:lnTo>
                  <a:pt x="607" y="62"/>
                </a:lnTo>
                <a:lnTo>
                  <a:pt x="608" y="62"/>
                </a:lnTo>
                <a:lnTo>
                  <a:pt x="609" y="62"/>
                </a:lnTo>
                <a:lnTo>
                  <a:pt x="610" y="61"/>
                </a:lnTo>
                <a:lnTo>
                  <a:pt x="612" y="59"/>
                </a:lnTo>
                <a:lnTo>
                  <a:pt x="613" y="60"/>
                </a:lnTo>
                <a:lnTo>
                  <a:pt x="614" y="60"/>
                </a:lnTo>
                <a:lnTo>
                  <a:pt x="615" y="59"/>
                </a:lnTo>
                <a:lnTo>
                  <a:pt x="616" y="58"/>
                </a:lnTo>
                <a:lnTo>
                  <a:pt x="616" y="59"/>
                </a:lnTo>
                <a:lnTo>
                  <a:pt x="617" y="59"/>
                </a:lnTo>
                <a:lnTo>
                  <a:pt x="617" y="58"/>
                </a:lnTo>
                <a:lnTo>
                  <a:pt x="618" y="58"/>
                </a:lnTo>
                <a:lnTo>
                  <a:pt x="619" y="57"/>
                </a:lnTo>
                <a:lnTo>
                  <a:pt x="621" y="55"/>
                </a:lnTo>
                <a:lnTo>
                  <a:pt x="622" y="55"/>
                </a:lnTo>
                <a:lnTo>
                  <a:pt x="623" y="54"/>
                </a:lnTo>
                <a:lnTo>
                  <a:pt x="624" y="54"/>
                </a:lnTo>
                <a:lnTo>
                  <a:pt x="625" y="54"/>
                </a:lnTo>
                <a:lnTo>
                  <a:pt x="626" y="54"/>
                </a:lnTo>
                <a:lnTo>
                  <a:pt x="627" y="55"/>
                </a:lnTo>
                <a:lnTo>
                  <a:pt x="627" y="54"/>
                </a:lnTo>
                <a:lnTo>
                  <a:pt x="628" y="54"/>
                </a:lnTo>
                <a:lnTo>
                  <a:pt x="629" y="54"/>
                </a:lnTo>
                <a:lnTo>
                  <a:pt x="630" y="55"/>
                </a:lnTo>
                <a:lnTo>
                  <a:pt x="631" y="55"/>
                </a:lnTo>
                <a:lnTo>
                  <a:pt x="632" y="56"/>
                </a:lnTo>
                <a:lnTo>
                  <a:pt x="633" y="56"/>
                </a:lnTo>
                <a:lnTo>
                  <a:pt x="634" y="56"/>
                </a:lnTo>
                <a:lnTo>
                  <a:pt x="635" y="55"/>
                </a:lnTo>
                <a:lnTo>
                  <a:pt x="636" y="55"/>
                </a:lnTo>
                <a:lnTo>
                  <a:pt x="636" y="54"/>
                </a:lnTo>
                <a:lnTo>
                  <a:pt x="637" y="54"/>
                </a:lnTo>
                <a:lnTo>
                  <a:pt x="639" y="54"/>
                </a:lnTo>
                <a:lnTo>
                  <a:pt x="640" y="54"/>
                </a:lnTo>
                <a:lnTo>
                  <a:pt x="641" y="54"/>
                </a:lnTo>
                <a:lnTo>
                  <a:pt x="642" y="54"/>
                </a:lnTo>
                <a:lnTo>
                  <a:pt x="642" y="55"/>
                </a:lnTo>
                <a:lnTo>
                  <a:pt x="643" y="55"/>
                </a:lnTo>
                <a:lnTo>
                  <a:pt x="644" y="55"/>
                </a:lnTo>
                <a:lnTo>
                  <a:pt x="645" y="55"/>
                </a:lnTo>
                <a:lnTo>
                  <a:pt x="645" y="56"/>
                </a:lnTo>
                <a:lnTo>
                  <a:pt x="646" y="56"/>
                </a:lnTo>
                <a:lnTo>
                  <a:pt x="646" y="57"/>
                </a:lnTo>
                <a:lnTo>
                  <a:pt x="645" y="57"/>
                </a:lnTo>
                <a:lnTo>
                  <a:pt x="644" y="58"/>
                </a:lnTo>
                <a:lnTo>
                  <a:pt x="644" y="59"/>
                </a:lnTo>
                <a:lnTo>
                  <a:pt x="645" y="59"/>
                </a:lnTo>
                <a:lnTo>
                  <a:pt x="645" y="60"/>
                </a:lnTo>
                <a:lnTo>
                  <a:pt x="646" y="61"/>
                </a:lnTo>
                <a:lnTo>
                  <a:pt x="647" y="62"/>
                </a:lnTo>
                <a:lnTo>
                  <a:pt x="648" y="62"/>
                </a:lnTo>
                <a:lnTo>
                  <a:pt x="650" y="63"/>
                </a:lnTo>
                <a:lnTo>
                  <a:pt x="651" y="63"/>
                </a:lnTo>
                <a:lnTo>
                  <a:pt x="652" y="63"/>
                </a:lnTo>
                <a:lnTo>
                  <a:pt x="652" y="64"/>
                </a:lnTo>
                <a:lnTo>
                  <a:pt x="652" y="65"/>
                </a:lnTo>
                <a:lnTo>
                  <a:pt x="653" y="66"/>
                </a:lnTo>
                <a:lnTo>
                  <a:pt x="653" y="67"/>
                </a:lnTo>
                <a:lnTo>
                  <a:pt x="654" y="67"/>
                </a:lnTo>
                <a:lnTo>
                  <a:pt x="654" y="68"/>
                </a:lnTo>
                <a:lnTo>
                  <a:pt x="655" y="68"/>
                </a:lnTo>
                <a:lnTo>
                  <a:pt x="657" y="68"/>
                </a:lnTo>
                <a:lnTo>
                  <a:pt x="657" y="69"/>
                </a:lnTo>
                <a:lnTo>
                  <a:pt x="658" y="69"/>
                </a:lnTo>
                <a:lnTo>
                  <a:pt x="658" y="68"/>
                </a:lnTo>
                <a:lnTo>
                  <a:pt x="659" y="68"/>
                </a:lnTo>
                <a:lnTo>
                  <a:pt x="660" y="68"/>
                </a:lnTo>
                <a:lnTo>
                  <a:pt x="663" y="68"/>
                </a:lnTo>
                <a:lnTo>
                  <a:pt x="664" y="68"/>
                </a:lnTo>
                <a:lnTo>
                  <a:pt x="666" y="68"/>
                </a:lnTo>
                <a:lnTo>
                  <a:pt x="667" y="69"/>
                </a:lnTo>
                <a:lnTo>
                  <a:pt x="668" y="69"/>
                </a:lnTo>
                <a:lnTo>
                  <a:pt x="668" y="70"/>
                </a:lnTo>
                <a:lnTo>
                  <a:pt x="667" y="70"/>
                </a:lnTo>
                <a:lnTo>
                  <a:pt x="666" y="70"/>
                </a:lnTo>
                <a:lnTo>
                  <a:pt x="666" y="71"/>
                </a:lnTo>
                <a:lnTo>
                  <a:pt x="666" y="72"/>
                </a:lnTo>
                <a:lnTo>
                  <a:pt x="665" y="73"/>
                </a:lnTo>
                <a:lnTo>
                  <a:pt x="665" y="74"/>
                </a:lnTo>
                <a:lnTo>
                  <a:pt x="666" y="74"/>
                </a:lnTo>
                <a:lnTo>
                  <a:pt x="667" y="74"/>
                </a:lnTo>
                <a:lnTo>
                  <a:pt x="667" y="75"/>
                </a:lnTo>
                <a:lnTo>
                  <a:pt x="668" y="75"/>
                </a:lnTo>
                <a:lnTo>
                  <a:pt x="668" y="76"/>
                </a:lnTo>
                <a:lnTo>
                  <a:pt x="667" y="76"/>
                </a:lnTo>
                <a:lnTo>
                  <a:pt x="667" y="77"/>
                </a:lnTo>
                <a:lnTo>
                  <a:pt x="666" y="77"/>
                </a:lnTo>
                <a:lnTo>
                  <a:pt x="667" y="78"/>
                </a:lnTo>
                <a:lnTo>
                  <a:pt x="667" y="79"/>
                </a:lnTo>
                <a:lnTo>
                  <a:pt x="666" y="79"/>
                </a:lnTo>
                <a:lnTo>
                  <a:pt x="666" y="80"/>
                </a:lnTo>
                <a:lnTo>
                  <a:pt x="667" y="81"/>
                </a:lnTo>
                <a:lnTo>
                  <a:pt x="667" y="82"/>
                </a:lnTo>
                <a:lnTo>
                  <a:pt x="668" y="82"/>
                </a:lnTo>
                <a:lnTo>
                  <a:pt x="669" y="82"/>
                </a:lnTo>
                <a:lnTo>
                  <a:pt x="670" y="83"/>
                </a:lnTo>
                <a:lnTo>
                  <a:pt x="671" y="83"/>
                </a:lnTo>
                <a:lnTo>
                  <a:pt x="672" y="83"/>
                </a:lnTo>
                <a:lnTo>
                  <a:pt x="673" y="84"/>
                </a:lnTo>
                <a:lnTo>
                  <a:pt x="674" y="84"/>
                </a:lnTo>
                <a:lnTo>
                  <a:pt x="677" y="84"/>
                </a:lnTo>
                <a:lnTo>
                  <a:pt x="679" y="84"/>
                </a:lnTo>
                <a:lnTo>
                  <a:pt x="681" y="84"/>
                </a:lnTo>
                <a:lnTo>
                  <a:pt x="684" y="84"/>
                </a:lnTo>
                <a:lnTo>
                  <a:pt x="685" y="84"/>
                </a:lnTo>
                <a:lnTo>
                  <a:pt x="685" y="83"/>
                </a:lnTo>
                <a:lnTo>
                  <a:pt x="687" y="83"/>
                </a:lnTo>
                <a:lnTo>
                  <a:pt x="688" y="83"/>
                </a:lnTo>
                <a:lnTo>
                  <a:pt x="689" y="82"/>
                </a:lnTo>
                <a:lnTo>
                  <a:pt x="690" y="81"/>
                </a:lnTo>
                <a:lnTo>
                  <a:pt x="690" y="80"/>
                </a:lnTo>
                <a:lnTo>
                  <a:pt x="690" y="79"/>
                </a:lnTo>
                <a:lnTo>
                  <a:pt x="689" y="78"/>
                </a:lnTo>
                <a:lnTo>
                  <a:pt x="688" y="78"/>
                </a:lnTo>
                <a:lnTo>
                  <a:pt x="688" y="77"/>
                </a:lnTo>
                <a:lnTo>
                  <a:pt x="689" y="78"/>
                </a:lnTo>
                <a:lnTo>
                  <a:pt x="691" y="79"/>
                </a:lnTo>
                <a:lnTo>
                  <a:pt x="692" y="79"/>
                </a:lnTo>
                <a:lnTo>
                  <a:pt x="692" y="78"/>
                </a:lnTo>
                <a:lnTo>
                  <a:pt x="692" y="79"/>
                </a:lnTo>
                <a:lnTo>
                  <a:pt x="693" y="79"/>
                </a:lnTo>
                <a:lnTo>
                  <a:pt x="693" y="80"/>
                </a:lnTo>
                <a:lnTo>
                  <a:pt x="694" y="80"/>
                </a:lnTo>
                <a:lnTo>
                  <a:pt x="695" y="80"/>
                </a:lnTo>
                <a:lnTo>
                  <a:pt x="695" y="81"/>
                </a:lnTo>
                <a:lnTo>
                  <a:pt x="696" y="81"/>
                </a:lnTo>
                <a:lnTo>
                  <a:pt x="697" y="81"/>
                </a:lnTo>
                <a:lnTo>
                  <a:pt x="697" y="82"/>
                </a:lnTo>
                <a:lnTo>
                  <a:pt x="695" y="82"/>
                </a:lnTo>
                <a:lnTo>
                  <a:pt x="694" y="82"/>
                </a:lnTo>
                <a:lnTo>
                  <a:pt x="693" y="81"/>
                </a:lnTo>
                <a:lnTo>
                  <a:pt x="692" y="82"/>
                </a:lnTo>
                <a:lnTo>
                  <a:pt x="691" y="82"/>
                </a:lnTo>
                <a:lnTo>
                  <a:pt x="692" y="83"/>
                </a:lnTo>
                <a:lnTo>
                  <a:pt x="692" y="84"/>
                </a:lnTo>
                <a:lnTo>
                  <a:pt x="693" y="84"/>
                </a:lnTo>
                <a:lnTo>
                  <a:pt x="693" y="85"/>
                </a:lnTo>
                <a:lnTo>
                  <a:pt x="691" y="85"/>
                </a:lnTo>
                <a:lnTo>
                  <a:pt x="691" y="86"/>
                </a:lnTo>
                <a:lnTo>
                  <a:pt x="692" y="87"/>
                </a:lnTo>
                <a:lnTo>
                  <a:pt x="692" y="88"/>
                </a:lnTo>
                <a:lnTo>
                  <a:pt x="693" y="88"/>
                </a:lnTo>
                <a:lnTo>
                  <a:pt x="694" y="88"/>
                </a:lnTo>
                <a:lnTo>
                  <a:pt x="695" y="88"/>
                </a:lnTo>
                <a:lnTo>
                  <a:pt x="695" y="89"/>
                </a:lnTo>
                <a:lnTo>
                  <a:pt x="696" y="89"/>
                </a:lnTo>
                <a:lnTo>
                  <a:pt x="697" y="89"/>
                </a:lnTo>
                <a:lnTo>
                  <a:pt x="697" y="90"/>
                </a:lnTo>
                <a:lnTo>
                  <a:pt x="698" y="90"/>
                </a:lnTo>
                <a:lnTo>
                  <a:pt x="698" y="91"/>
                </a:lnTo>
                <a:lnTo>
                  <a:pt x="699" y="91"/>
                </a:lnTo>
                <a:lnTo>
                  <a:pt x="699" y="92"/>
                </a:lnTo>
                <a:lnTo>
                  <a:pt x="698" y="93"/>
                </a:lnTo>
                <a:lnTo>
                  <a:pt x="699" y="94"/>
                </a:lnTo>
                <a:lnTo>
                  <a:pt x="700" y="95"/>
                </a:lnTo>
                <a:lnTo>
                  <a:pt x="700" y="96"/>
                </a:lnTo>
                <a:lnTo>
                  <a:pt x="701" y="97"/>
                </a:lnTo>
                <a:lnTo>
                  <a:pt x="702" y="97"/>
                </a:lnTo>
                <a:lnTo>
                  <a:pt x="703" y="98"/>
                </a:lnTo>
                <a:lnTo>
                  <a:pt x="704" y="98"/>
                </a:lnTo>
                <a:lnTo>
                  <a:pt x="705" y="99"/>
                </a:lnTo>
                <a:lnTo>
                  <a:pt x="706" y="99"/>
                </a:lnTo>
                <a:lnTo>
                  <a:pt x="706" y="98"/>
                </a:lnTo>
                <a:lnTo>
                  <a:pt x="707" y="98"/>
                </a:lnTo>
                <a:lnTo>
                  <a:pt x="708" y="99"/>
                </a:lnTo>
                <a:lnTo>
                  <a:pt x="709" y="99"/>
                </a:lnTo>
                <a:lnTo>
                  <a:pt x="709" y="100"/>
                </a:lnTo>
                <a:lnTo>
                  <a:pt x="710" y="100"/>
                </a:lnTo>
                <a:lnTo>
                  <a:pt x="711" y="100"/>
                </a:lnTo>
                <a:lnTo>
                  <a:pt x="712" y="100"/>
                </a:lnTo>
                <a:lnTo>
                  <a:pt x="715" y="100"/>
                </a:lnTo>
                <a:lnTo>
                  <a:pt x="715" y="101"/>
                </a:lnTo>
                <a:lnTo>
                  <a:pt x="716" y="101"/>
                </a:lnTo>
                <a:lnTo>
                  <a:pt x="716" y="100"/>
                </a:lnTo>
                <a:lnTo>
                  <a:pt x="716" y="99"/>
                </a:lnTo>
                <a:lnTo>
                  <a:pt x="719" y="98"/>
                </a:lnTo>
                <a:lnTo>
                  <a:pt x="719" y="99"/>
                </a:lnTo>
                <a:lnTo>
                  <a:pt x="719" y="100"/>
                </a:lnTo>
                <a:lnTo>
                  <a:pt x="720" y="100"/>
                </a:lnTo>
                <a:lnTo>
                  <a:pt x="720" y="99"/>
                </a:lnTo>
                <a:lnTo>
                  <a:pt x="720" y="98"/>
                </a:lnTo>
                <a:lnTo>
                  <a:pt x="720" y="97"/>
                </a:lnTo>
                <a:lnTo>
                  <a:pt x="721" y="98"/>
                </a:lnTo>
                <a:lnTo>
                  <a:pt x="722" y="98"/>
                </a:lnTo>
                <a:lnTo>
                  <a:pt x="724" y="98"/>
                </a:lnTo>
                <a:lnTo>
                  <a:pt x="725" y="98"/>
                </a:lnTo>
                <a:lnTo>
                  <a:pt x="726" y="98"/>
                </a:lnTo>
                <a:lnTo>
                  <a:pt x="728" y="98"/>
                </a:lnTo>
                <a:lnTo>
                  <a:pt x="729" y="98"/>
                </a:lnTo>
                <a:lnTo>
                  <a:pt x="730" y="99"/>
                </a:lnTo>
                <a:lnTo>
                  <a:pt x="731" y="99"/>
                </a:lnTo>
                <a:lnTo>
                  <a:pt x="731" y="100"/>
                </a:lnTo>
                <a:lnTo>
                  <a:pt x="732" y="101"/>
                </a:lnTo>
                <a:lnTo>
                  <a:pt x="732" y="102"/>
                </a:lnTo>
                <a:lnTo>
                  <a:pt x="733" y="102"/>
                </a:lnTo>
                <a:lnTo>
                  <a:pt x="732" y="101"/>
                </a:lnTo>
                <a:lnTo>
                  <a:pt x="732" y="100"/>
                </a:lnTo>
                <a:lnTo>
                  <a:pt x="731" y="100"/>
                </a:lnTo>
                <a:lnTo>
                  <a:pt x="731" y="99"/>
                </a:lnTo>
                <a:lnTo>
                  <a:pt x="732" y="99"/>
                </a:lnTo>
                <a:lnTo>
                  <a:pt x="732" y="98"/>
                </a:lnTo>
                <a:lnTo>
                  <a:pt x="733" y="98"/>
                </a:lnTo>
                <a:lnTo>
                  <a:pt x="736" y="98"/>
                </a:lnTo>
                <a:lnTo>
                  <a:pt x="739" y="98"/>
                </a:lnTo>
                <a:lnTo>
                  <a:pt x="740" y="98"/>
                </a:lnTo>
                <a:lnTo>
                  <a:pt x="741" y="98"/>
                </a:lnTo>
                <a:lnTo>
                  <a:pt x="742" y="98"/>
                </a:lnTo>
                <a:lnTo>
                  <a:pt x="744" y="97"/>
                </a:lnTo>
                <a:lnTo>
                  <a:pt x="745" y="97"/>
                </a:lnTo>
                <a:lnTo>
                  <a:pt x="747" y="97"/>
                </a:lnTo>
                <a:lnTo>
                  <a:pt x="748" y="97"/>
                </a:lnTo>
                <a:lnTo>
                  <a:pt x="749" y="97"/>
                </a:lnTo>
                <a:lnTo>
                  <a:pt x="750" y="97"/>
                </a:lnTo>
                <a:lnTo>
                  <a:pt x="751" y="96"/>
                </a:lnTo>
                <a:lnTo>
                  <a:pt x="752" y="96"/>
                </a:lnTo>
                <a:lnTo>
                  <a:pt x="753" y="96"/>
                </a:lnTo>
                <a:lnTo>
                  <a:pt x="753" y="97"/>
                </a:lnTo>
                <a:lnTo>
                  <a:pt x="752" y="97"/>
                </a:lnTo>
                <a:lnTo>
                  <a:pt x="753" y="98"/>
                </a:lnTo>
                <a:lnTo>
                  <a:pt x="753" y="99"/>
                </a:lnTo>
                <a:lnTo>
                  <a:pt x="753" y="100"/>
                </a:lnTo>
                <a:lnTo>
                  <a:pt x="754" y="100"/>
                </a:lnTo>
                <a:lnTo>
                  <a:pt x="754" y="99"/>
                </a:lnTo>
                <a:lnTo>
                  <a:pt x="753" y="98"/>
                </a:lnTo>
                <a:lnTo>
                  <a:pt x="753" y="97"/>
                </a:lnTo>
                <a:lnTo>
                  <a:pt x="754" y="97"/>
                </a:lnTo>
                <a:lnTo>
                  <a:pt x="754" y="96"/>
                </a:lnTo>
                <a:lnTo>
                  <a:pt x="753" y="96"/>
                </a:lnTo>
                <a:lnTo>
                  <a:pt x="753" y="95"/>
                </a:lnTo>
                <a:lnTo>
                  <a:pt x="754" y="95"/>
                </a:lnTo>
                <a:lnTo>
                  <a:pt x="755" y="95"/>
                </a:lnTo>
                <a:lnTo>
                  <a:pt x="756" y="94"/>
                </a:lnTo>
                <a:lnTo>
                  <a:pt x="757" y="94"/>
                </a:lnTo>
                <a:lnTo>
                  <a:pt x="757" y="93"/>
                </a:lnTo>
                <a:lnTo>
                  <a:pt x="758" y="93"/>
                </a:lnTo>
                <a:lnTo>
                  <a:pt x="758" y="92"/>
                </a:lnTo>
                <a:lnTo>
                  <a:pt x="759" y="92"/>
                </a:lnTo>
                <a:lnTo>
                  <a:pt x="759" y="91"/>
                </a:lnTo>
                <a:lnTo>
                  <a:pt x="759" y="90"/>
                </a:lnTo>
                <a:lnTo>
                  <a:pt x="758" y="90"/>
                </a:lnTo>
                <a:lnTo>
                  <a:pt x="759" y="90"/>
                </a:lnTo>
                <a:lnTo>
                  <a:pt x="760" y="90"/>
                </a:lnTo>
                <a:lnTo>
                  <a:pt x="761" y="90"/>
                </a:lnTo>
                <a:lnTo>
                  <a:pt x="762" y="89"/>
                </a:lnTo>
                <a:lnTo>
                  <a:pt x="762" y="88"/>
                </a:lnTo>
                <a:lnTo>
                  <a:pt x="763" y="88"/>
                </a:lnTo>
                <a:lnTo>
                  <a:pt x="763" y="89"/>
                </a:lnTo>
                <a:lnTo>
                  <a:pt x="764" y="89"/>
                </a:lnTo>
                <a:lnTo>
                  <a:pt x="765" y="89"/>
                </a:lnTo>
                <a:lnTo>
                  <a:pt x="765" y="88"/>
                </a:lnTo>
                <a:lnTo>
                  <a:pt x="765" y="87"/>
                </a:lnTo>
                <a:lnTo>
                  <a:pt x="764" y="86"/>
                </a:lnTo>
                <a:lnTo>
                  <a:pt x="764" y="85"/>
                </a:lnTo>
                <a:lnTo>
                  <a:pt x="765" y="86"/>
                </a:lnTo>
                <a:lnTo>
                  <a:pt x="765" y="87"/>
                </a:lnTo>
                <a:lnTo>
                  <a:pt x="766" y="87"/>
                </a:lnTo>
                <a:lnTo>
                  <a:pt x="767" y="88"/>
                </a:lnTo>
                <a:lnTo>
                  <a:pt x="768" y="88"/>
                </a:lnTo>
                <a:lnTo>
                  <a:pt x="770" y="87"/>
                </a:lnTo>
                <a:lnTo>
                  <a:pt x="770" y="86"/>
                </a:lnTo>
                <a:lnTo>
                  <a:pt x="769" y="86"/>
                </a:lnTo>
                <a:lnTo>
                  <a:pt x="769" y="85"/>
                </a:lnTo>
                <a:lnTo>
                  <a:pt x="770" y="85"/>
                </a:lnTo>
                <a:lnTo>
                  <a:pt x="770" y="86"/>
                </a:lnTo>
                <a:lnTo>
                  <a:pt x="772" y="86"/>
                </a:lnTo>
                <a:lnTo>
                  <a:pt x="772" y="87"/>
                </a:lnTo>
                <a:lnTo>
                  <a:pt x="771" y="87"/>
                </a:lnTo>
                <a:lnTo>
                  <a:pt x="771" y="88"/>
                </a:lnTo>
                <a:lnTo>
                  <a:pt x="772" y="88"/>
                </a:lnTo>
                <a:lnTo>
                  <a:pt x="773" y="88"/>
                </a:lnTo>
                <a:lnTo>
                  <a:pt x="774" y="89"/>
                </a:lnTo>
                <a:lnTo>
                  <a:pt x="773" y="90"/>
                </a:lnTo>
                <a:lnTo>
                  <a:pt x="774" y="90"/>
                </a:lnTo>
                <a:lnTo>
                  <a:pt x="774" y="91"/>
                </a:lnTo>
                <a:lnTo>
                  <a:pt x="773" y="91"/>
                </a:lnTo>
                <a:lnTo>
                  <a:pt x="772" y="91"/>
                </a:lnTo>
                <a:lnTo>
                  <a:pt x="772" y="92"/>
                </a:lnTo>
                <a:lnTo>
                  <a:pt x="771" y="92"/>
                </a:lnTo>
                <a:lnTo>
                  <a:pt x="771" y="91"/>
                </a:lnTo>
                <a:lnTo>
                  <a:pt x="770" y="92"/>
                </a:lnTo>
                <a:lnTo>
                  <a:pt x="770" y="93"/>
                </a:lnTo>
                <a:lnTo>
                  <a:pt x="771" y="94"/>
                </a:lnTo>
                <a:lnTo>
                  <a:pt x="772" y="94"/>
                </a:lnTo>
                <a:lnTo>
                  <a:pt x="772" y="95"/>
                </a:lnTo>
                <a:lnTo>
                  <a:pt x="771" y="96"/>
                </a:lnTo>
                <a:lnTo>
                  <a:pt x="772" y="97"/>
                </a:lnTo>
                <a:lnTo>
                  <a:pt x="772" y="98"/>
                </a:lnTo>
                <a:lnTo>
                  <a:pt x="773" y="99"/>
                </a:lnTo>
                <a:lnTo>
                  <a:pt x="774" y="100"/>
                </a:lnTo>
                <a:lnTo>
                  <a:pt x="774" y="101"/>
                </a:lnTo>
                <a:lnTo>
                  <a:pt x="775" y="102"/>
                </a:lnTo>
                <a:lnTo>
                  <a:pt x="776" y="102"/>
                </a:lnTo>
                <a:lnTo>
                  <a:pt x="777" y="101"/>
                </a:lnTo>
                <a:lnTo>
                  <a:pt x="777" y="100"/>
                </a:lnTo>
                <a:lnTo>
                  <a:pt x="777" y="99"/>
                </a:lnTo>
                <a:lnTo>
                  <a:pt x="778" y="99"/>
                </a:lnTo>
                <a:lnTo>
                  <a:pt x="780" y="99"/>
                </a:lnTo>
                <a:lnTo>
                  <a:pt x="780" y="98"/>
                </a:lnTo>
                <a:lnTo>
                  <a:pt x="781" y="98"/>
                </a:lnTo>
                <a:lnTo>
                  <a:pt x="782" y="98"/>
                </a:lnTo>
                <a:lnTo>
                  <a:pt x="783" y="98"/>
                </a:lnTo>
                <a:lnTo>
                  <a:pt x="784" y="98"/>
                </a:lnTo>
                <a:lnTo>
                  <a:pt x="785" y="98"/>
                </a:lnTo>
                <a:lnTo>
                  <a:pt x="786" y="98"/>
                </a:lnTo>
                <a:lnTo>
                  <a:pt x="786" y="99"/>
                </a:lnTo>
                <a:lnTo>
                  <a:pt x="787" y="100"/>
                </a:lnTo>
                <a:lnTo>
                  <a:pt x="786" y="100"/>
                </a:lnTo>
                <a:lnTo>
                  <a:pt x="785" y="100"/>
                </a:lnTo>
                <a:lnTo>
                  <a:pt x="785" y="101"/>
                </a:lnTo>
                <a:lnTo>
                  <a:pt x="786" y="102"/>
                </a:lnTo>
                <a:lnTo>
                  <a:pt x="787" y="102"/>
                </a:lnTo>
                <a:lnTo>
                  <a:pt x="789" y="103"/>
                </a:lnTo>
                <a:lnTo>
                  <a:pt x="790" y="103"/>
                </a:lnTo>
                <a:lnTo>
                  <a:pt x="791" y="104"/>
                </a:lnTo>
                <a:lnTo>
                  <a:pt x="792" y="104"/>
                </a:lnTo>
                <a:lnTo>
                  <a:pt x="793" y="104"/>
                </a:lnTo>
                <a:lnTo>
                  <a:pt x="794" y="104"/>
                </a:lnTo>
                <a:lnTo>
                  <a:pt x="795" y="104"/>
                </a:lnTo>
                <a:lnTo>
                  <a:pt x="795" y="103"/>
                </a:lnTo>
                <a:lnTo>
                  <a:pt x="797" y="103"/>
                </a:lnTo>
                <a:lnTo>
                  <a:pt x="798" y="104"/>
                </a:lnTo>
                <a:lnTo>
                  <a:pt x="801" y="104"/>
                </a:lnTo>
                <a:lnTo>
                  <a:pt x="802" y="104"/>
                </a:lnTo>
                <a:lnTo>
                  <a:pt x="804" y="103"/>
                </a:lnTo>
                <a:lnTo>
                  <a:pt x="806" y="102"/>
                </a:lnTo>
                <a:lnTo>
                  <a:pt x="807" y="102"/>
                </a:lnTo>
                <a:lnTo>
                  <a:pt x="808" y="102"/>
                </a:lnTo>
                <a:lnTo>
                  <a:pt x="807" y="102"/>
                </a:lnTo>
                <a:lnTo>
                  <a:pt x="807" y="103"/>
                </a:lnTo>
                <a:lnTo>
                  <a:pt x="808" y="104"/>
                </a:lnTo>
                <a:lnTo>
                  <a:pt x="807" y="104"/>
                </a:lnTo>
                <a:lnTo>
                  <a:pt x="807" y="105"/>
                </a:lnTo>
                <a:lnTo>
                  <a:pt x="808" y="105"/>
                </a:lnTo>
                <a:lnTo>
                  <a:pt x="808" y="107"/>
                </a:lnTo>
                <a:lnTo>
                  <a:pt x="807" y="107"/>
                </a:lnTo>
                <a:lnTo>
                  <a:pt x="808" y="107"/>
                </a:lnTo>
                <a:lnTo>
                  <a:pt x="809" y="107"/>
                </a:lnTo>
                <a:lnTo>
                  <a:pt x="809" y="106"/>
                </a:lnTo>
                <a:lnTo>
                  <a:pt x="809" y="105"/>
                </a:lnTo>
                <a:lnTo>
                  <a:pt x="809" y="104"/>
                </a:lnTo>
                <a:lnTo>
                  <a:pt x="809" y="105"/>
                </a:lnTo>
                <a:lnTo>
                  <a:pt x="810" y="105"/>
                </a:lnTo>
                <a:lnTo>
                  <a:pt x="811" y="105"/>
                </a:lnTo>
                <a:lnTo>
                  <a:pt x="812" y="105"/>
                </a:lnTo>
                <a:lnTo>
                  <a:pt x="813" y="105"/>
                </a:lnTo>
                <a:lnTo>
                  <a:pt x="815" y="105"/>
                </a:lnTo>
                <a:lnTo>
                  <a:pt x="817" y="105"/>
                </a:lnTo>
                <a:lnTo>
                  <a:pt x="818" y="105"/>
                </a:lnTo>
                <a:lnTo>
                  <a:pt x="819" y="104"/>
                </a:lnTo>
                <a:lnTo>
                  <a:pt x="819" y="103"/>
                </a:lnTo>
                <a:lnTo>
                  <a:pt x="820" y="103"/>
                </a:lnTo>
                <a:lnTo>
                  <a:pt x="821" y="103"/>
                </a:lnTo>
                <a:lnTo>
                  <a:pt x="823" y="103"/>
                </a:lnTo>
                <a:lnTo>
                  <a:pt x="823" y="102"/>
                </a:lnTo>
                <a:lnTo>
                  <a:pt x="824" y="102"/>
                </a:lnTo>
                <a:lnTo>
                  <a:pt x="824" y="103"/>
                </a:lnTo>
                <a:lnTo>
                  <a:pt x="825" y="103"/>
                </a:lnTo>
                <a:lnTo>
                  <a:pt x="825" y="102"/>
                </a:lnTo>
                <a:lnTo>
                  <a:pt x="826" y="102"/>
                </a:lnTo>
                <a:lnTo>
                  <a:pt x="826" y="103"/>
                </a:lnTo>
                <a:lnTo>
                  <a:pt x="826" y="104"/>
                </a:lnTo>
                <a:lnTo>
                  <a:pt x="827" y="104"/>
                </a:lnTo>
                <a:lnTo>
                  <a:pt x="828" y="104"/>
                </a:lnTo>
                <a:lnTo>
                  <a:pt x="828" y="103"/>
                </a:lnTo>
                <a:lnTo>
                  <a:pt x="827" y="102"/>
                </a:lnTo>
                <a:lnTo>
                  <a:pt x="828" y="102"/>
                </a:lnTo>
                <a:lnTo>
                  <a:pt x="829" y="103"/>
                </a:lnTo>
                <a:lnTo>
                  <a:pt x="830" y="104"/>
                </a:lnTo>
                <a:lnTo>
                  <a:pt x="830" y="105"/>
                </a:lnTo>
                <a:lnTo>
                  <a:pt x="831" y="105"/>
                </a:lnTo>
                <a:lnTo>
                  <a:pt x="831" y="106"/>
                </a:lnTo>
                <a:lnTo>
                  <a:pt x="830" y="106"/>
                </a:lnTo>
                <a:lnTo>
                  <a:pt x="829" y="107"/>
                </a:lnTo>
                <a:lnTo>
                  <a:pt x="829" y="108"/>
                </a:lnTo>
                <a:lnTo>
                  <a:pt x="828" y="107"/>
                </a:lnTo>
                <a:lnTo>
                  <a:pt x="828" y="106"/>
                </a:lnTo>
                <a:lnTo>
                  <a:pt x="827" y="106"/>
                </a:lnTo>
                <a:lnTo>
                  <a:pt x="826" y="106"/>
                </a:lnTo>
                <a:lnTo>
                  <a:pt x="825" y="106"/>
                </a:lnTo>
                <a:lnTo>
                  <a:pt x="824" y="107"/>
                </a:lnTo>
                <a:lnTo>
                  <a:pt x="823" y="107"/>
                </a:lnTo>
                <a:lnTo>
                  <a:pt x="822" y="107"/>
                </a:lnTo>
                <a:lnTo>
                  <a:pt x="821" y="108"/>
                </a:lnTo>
                <a:lnTo>
                  <a:pt x="820" y="108"/>
                </a:lnTo>
                <a:lnTo>
                  <a:pt x="819" y="109"/>
                </a:lnTo>
                <a:lnTo>
                  <a:pt x="819" y="110"/>
                </a:lnTo>
                <a:lnTo>
                  <a:pt x="818" y="111"/>
                </a:lnTo>
                <a:lnTo>
                  <a:pt x="818" y="112"/>
                </a:lnTo>
                <a:lnTo>
                  <a:pt x="818" y="113"/>
                </a:lnTo>
                <a:lnTo>
                  <a:pt x="819" y="113"/>
                </a:lnTo>
                <a:lnTo>
                  <a:pt x="819" y="114"/>
                </a:lnTo>
                <a:lnTo>
                  <a:pt x="819" y="115"/>
                </a:lnTo>
                <a:lnTo>
                  <a:pt x="818" y="116"/>
                </a:lnTo>
                <a:lnTo>
                  <a:pt x="817" y="116"/>
                </a:lnTo>
                <a:lnTo>
                  <a:pt x="817" y="115"/>
                </a:lnTo>
                <a:lnTo>
                  <a:pt x="816" y="115"/>
                </a:lnTo>
                <a:lnTo>
                  <a:pt x="815" y="115"/>
                </a:lnTo>
                <a:lnTo>
                  <a:pt x="816" y="116"/>
                </a:lnTo>
                <a:lnTo>
                  <a:pt x="817" y="116"/>
                </a:lnTo>
                <a:lnTo>
                  <a:pt x="817" y="117"/>
                </a:lnTo>
                <a:lnTo>
                  <a:pt x="816" y="118"/>
                </a:lnTo>
                <a:lnTo>
                  <a:pt x="816" y="119"/>
                </a:lnTo>
                <a:lnTo>
                  <a:pt x="817" y="119"/>
                </a:lnTo>
                <a:lnTo>
                  <a:pt x="816" y="119"/>
                </a:lnTo>
                <a:lnTo>
                  <a:pt x="816" y="118"/>
                </a:lnTo>
                <a:lnTo>
                  <a:pt x="815" y="118"/>
                </a:lnTo>
                <a:lnTo>
                  <a:pt x="815" y="119"/>
                </a:lnTo>
                <a:lnTo>
                  <a:pt x="815" y="120"/>
                </a:lnTo>
                <a:lnTo>
                  <a:pt x="816" y="120"/>
                </a:lnTo>
                <a:lnTo>
                  <a:pt x="817" y="120"/>
                </a:lnTo>
                <a:lnTo>
                  <a:pt x="816" y="121"/>
                </a:lnTo>
                <a:lnTo>
                  <a:pt x="816" y="122"/>
                </a:lnTo>
                <a:lnTo>
                  <a:pt x="817" y="122"/>
                </a:lnTo>
                <a:lnTo>
                  <a:pt x="818" y="122"/>
                </a:lnTo>
                <a:lnTo>
                  <a:pt x="818" y="123"/>
                </a:lnTo>
                <a:lnTo>
                  <a:pt x="819" y="124"/>
                </a:lnTo>
                <a:lnTo>
                  <a:pt x="819" y="125"/>
                </a:lnTo>
                <a:lnTo>
                  <a:pt x="819" y="126"/>
                </a:lnTo>
                <a:lnTo>
                  <a:pt x="820" y="127"/>
                </a:lnTo>
                <a:lnTo>
                  <a:pt x="821" y="127"/>
                </a:lnTo>
                <a:lnTo>
                  <a:pt x="821" y="128"/>
                </a:lnTo>
                <a:lnTo>
                  <a:pt x="822" y="128"/>
                </a:lnTo>
                <a:lnTo>
                  <a:pt x="822" y="129"/>
                </a:lnTo>
                <a:lnTo>
                  <a:pt x="821" y="129"/>
                </a:lnTo>
                <a:lnTo>
                  <a:pt x="820" y="130"/>
                </a:lnTo>
                <a:lnTo>
                  <a:pt x="818" y="130"/>
                </a:lnTo>
                <a:lnTo>
                  <a:pt x="816" y="131"/>
                </a:lnTo>
                <a:lnTo>
                  <a:pt x="816" y="132"/>
                </a:lnTo>
                <a:lnTo>
                  <a:pt x="816" y="133"/>
                </a:lnTo>
                <a:lnTo>
                  <a:pt x="817" y="133"/>
                </a:lnTo>
                <a:lnTo>
                  <a:pt x="818" y="133"/>
                </a:lnTo>
                <a:lnTo>
                  <a:pt x="818" y="135"/>
                </a:lnTo>
                <a:lnTo>
                  <a:pt x="817" y="135"/>
                </a:lnTo>
                <a:lnTo>
                  <a:pt x="816" y="135"/>
                </a:lnTo>
                <a:lnTo>
                  <a:pt x="815" y="135"/>
                </a:lnTo>
                <a:lnTo>
                  <a:pt x="814" y="134"/>
                </a:lnTo>
                <a:lnTo>
                  <a:pt x="813" y="134"/>
                </a:lnTo>
                <a:lnTo>
                  <a:pt x="812" y="134"/>
                </a:lnTo>
                <a:lnTo>
                  <a:pt x="811" y="134"/>
                </a:lnTo>
                <a:lnTo>
                  <a:pt x="810" y="134"/>
                </a:lnTo>
                <a:lnTo>
                  <a:pt x="809" y="134"/>
                </a:lnTo>
                <a:lnTo>
                  <a:pt x="808" y="134"/>
                </a:lnTo>
                <a:lnTo>
                  <a:pt x="808" y="135"/>
                </a:lnTo>
                <a:lnTo>
                  <a:pt x="807" y="136"/>
                </a:lnTo>
                <a:lnTo>
                  <a:pt x="806" y="138"/>
                </a:lnTo>
                <a:lnTo>
                  <a:pt x="806" y="139"/>
                </a:lnTo>
                <a:lnTo>
                  <a:pt x="805" y="139"/>
                </a:lnTo>
                <a:lnTo>
                  <a:pt x="804" y="139"/>
                </a:lnTo>
                <a:lnTo>
                  <a:pt x="804" y="140"/>
                </a:lnTo>
                <a:lnTo>
                  <a:pt x="805" y="140"/>
                </a:lnTo>
                <a:lnTo>
                  <a:pt x="805" y="141"/>
                </a:lnTo>
                <a:lnTo>
                  <a:pt x="806" y="141"/>
                </a:lnTo>
                <a:lnTo>
                  <a:pt x="806" y="142"/>
                </a:lnTo>
                <a:lnTo>
                  <a:pt x="805" y="142"/>
                </a:lnTo>
                <a:lnTo>
                  <a:pt x="806" y="143"/>
                </a:lnTo>
                <a:lnTo>
                  <a:pt x="806" y="144"/>
                </a:lnTo>
                <a:lnTo>
                  <a:pt x="806" y="145"/>
                </a:lnTo>
                <a:lnTo>
                  <a:pt x="806" y="146"/>
                </a:lnTo>
                <a:lnTo>
                  <a:pt x="803" y="146"/>
                </a:lnTo>
                <a:lnTo>
                  <a:pt x="802" y="148"/>
                </a:lnTo>
                <a:lnTo>
                  <a:pt x="802" y="149"/>
                </a:lnTo>
                <a:lnTo>
                  <a:pt x="803" y="150"/>
                </a:lnTo>
                <a:lnTo>
                  <a:pt x="804" y="150"/>
                </a:lnTo>
                <a:lnTo>
                  <a:pt x="804" y="149"/>
                </a:lnTo>
                <a:lnTo>
                  <a:pt x="805" y="149"/>
                </a:lnTo>
                <a:lnTo>
                  <a:pt x="806" y="149"/>
                </a:lnTo>
                <a:lnTo>
                  <a:pt x="807" y="149"/>
                </a:lnTo>
                <a:lnTo>
                  <a:pt x="808" y="150"/>
                </a:lnTo>
                <a:lnTo>
                  <a:pt x="809" y="150"/>
                </a:lnTo>
                <a:lnTo>
                  <a:pt x="810" y="150"/>
                </a:lnTo>
                <a:lnTo>
                  <a:pt x="811" y="150"/>
                </a:lnTo>
                <a:lnTo>
                  <a:pt x="811" y="149"/>
                </a:lnTo>
                <a:lnTo>
                  <a:pt x="813" y="149"/>
                </a:lnTo>
                <a:lnTo>
                  <a:pt x="816" y="148"/>
                </a:lnTo>
                <a:lnTo>
                  <a:pt x="817" y="148"/>
                </a:lnTo>
                <a:lnTo>
                  <a:pt x="816" y="148"/>
                </a:lnTo>
                <a:lnTo>
                  <a:pt x="815" y="148"/>
                </a:lnTo>
                <a:lnTo>
                  <a:pt x="815" y="149"/>
                </a:lnTo>
                <a:lnTo>
                  <a:pt x="814" y="149"/>
                </a:lnTo>
                <a:lnTo>
                  <a:pt x="814" y="150"/>
                </a:lnTo>
                <a:lnTo>
                  <a:pt x="813" y="150"/>
                </a:lnTo>
                <a:lnTo>
                  <a:pt x="813" y="152"/>
                </a:lnTo>
                <a:lnTo>
                  <a:pt x="813" y="153"/>
                </a:lnTo>
                <a:lnTo>
                  <a:pt x="813" y="154"/>
                </a:lnTo>
                <a:lnTo>
                  <a:pt x="813" y="155"/>
                </a:lnTo>
                <a:lnTo>
                  <a:pt x="814" y="155"/>
                </a:lnTo>
                <a:lnTo>
                  <a:pt x="814" y="156"/>
                </a:lnTo>
                <a:lnTo>
                  <a:pt x="813" y="156"/>
                </a:lnTo>
                <a:lnTo>
                  <a:pt x="813" y="157"/>
                </a:lnTo>
                <a:lnTo>
                  <a:pt x="812" y="157"/>
                </a:lnTo>
                <a:lnTo>
                  <a:pt x="812" y="158"/>
                </a:lnTo>
                <a:lnTo>
                  <a:pt x="812" y="159"/>
                </a:lnTo>
                <a:lnTo>
                  <a:pt x="812" y="160"/>
                </a:lnTo>
                <a:lnTo>
                  <a:pt x="812" y="161"/>
                </a:lnTo>
                <a:lnTo>
                  <a:pt x="813" y="161"/>
                </a:lnTo>
                <a:lnTo>
                  <a:pt x="813" y="162"/>
                </a:lnTo>
                <a:lnTo>
                  <a:pt x="812" y="163"/>
                </a:lnTo>
                <a:lnTo>
                  <a:pt x="812" y="164"/>
                </a:lnTo>
                <a:lnTo>
                  <a:pt x="811" y="165"/>
                </a:lnTo>
                <a:lnTo>
                  <a:pt x="810" y="165"/>
                </a:lnTo>
                <a:lnTo>
                  <a:pt x="809" y="165"/>
                </a:lnTo>
                <a:lnTo>
                  <a:pt x="809" y="166"/>
                </a:lnTo>
                <a:lnTo>
                  <a:pt x="809" y="165"/>
                </a:lnTo>
                <a:lnTo>
                  <a:pt x="808" y="165"/>
                </a:lnTo>
                <a:lnTo>
                  <a:pt x="809" y="165"/>
                </a:lnTo>
                <a:lnTo>
                  <a:pt x="810" y="163"/>
                </a:lnTo>
                <a:lnTo>
                  <a:pt x="810" y="162"/>
                </a:lnTo>
                <a:lnTo>
                  <a:pt x="810" y="161"/>
                </a:lnTo>
                <a:lnTo>
                  <a:pt x="809" y="161"/>
                </a:lnTo>
                <a:lnTo>
                  <a:pt x="808" y="161"/>
                </a:lnTo>
                <a:lnTo>
                  <a:pt x="807" y="161"/>
                </a:lnTo>
                <a:lnTo>
                  <a:pt x="807" y="162"/>
                </a:lnTo>
                <a:lnTo>
                  <a:pt x="806" y="162"/>
                </a:lnTo>
                <a:lnTo>
                  <a:pt x="806" y="161"/>
                </a:lnTo>
                <a:lnTo>
                  <a:pt x="805" y="161"/>
                </a:lnTo>
                <a:lnTo>
                  <a:pt x="805" y="162"/>
                </a:lnTo>
                <a:lnTo>
                  <a:pt x="804" y="162"/>
                </a:lnTo>
                <a:lnTo>
                  <a:pt x="803" y="162"/>
                </a:lnTo>
                <a:lnTo>
                  <a:pt x="802" y="162"/>
                </a:lnTo>
                <a:lnTo>
                  <a:pt x="801" y="162"/>
                </a:lnTo>
                <a:lnTo>
                  <a:pt x="801" y="163"/>
                </a:lnTo>
                <a:lnTo>
                  <a:pt x="800" y="164"/>
                </a:lnTo>
                <a:lnTo>
                  <a:pt x="801" y="165"/>
                </a:lnTo>
                <a:lnTo>
                  <a:pt x="802" y="165"/>
                </a:lnTo>
                <a:lnTo>
                  <a:pt x="802" y="166"/>
                </a:lnTo>
                <a:lnTo>
                  <a:pt x="803" y="166"/>
                </a:lnTo>
                <a:lnTo>
                  <a:pt x="803" y="165"/>
                </a:lnTo>
                <a:lnTo>
                  <a:pt x="803" y="167"/>
                </a:lnTo>
                <a:lnTo>
                  <a:pt x="803" y="168"/>
                </a:lnTo>
                <a:lnTo>
                  <a:pt x="803" y="167"/>
                </a:lnTo>
                <a:lnTo>
                  <a:pt x="802" y="168"/>
                </a:lnTo>
                <a:lnTo>
                  <a:pt x="801" y="169"/>
                </a:lnTo>
                <a:lnTo>
                  <a:pt x="800" y="169"/>
                </a:lnTo>
                <a:lnTo>
                  <a:pt x="799" y="169"/>
                </a:lnTo>
                <a:lnTo>
                  <a:pt x="798" y="168"/>
                </a:lnTo>
                <a:lnTo>
                  <a:pt x="797" y="169"/>
                </a:lnTo>
                <a:lnTo>
                  <a:pt x="796" y="169"/>
                </a:lnTo>
                <a:lnTo>
                  <a:pt x="796" y="170"/>
                </a:lnTo>
                <a:lnTo>
                  <a:pt x="796" y="171"/>
                </a:lnTo>
                <a:lnTo>
                  <a:pt x="797" y="171"/>
                </a:lnTo>
                <a:lnTo>
                  <a:pt x="796" y="171"/>
                </a:lnTo>
                <a:lnTo>
                  <a:pt x="795" y="172"/>
                </a:lnTo>
                <a:lnTo>
                  <a:pt x="794" y="172"/>
                </a:lnTo>
                <a:lnTo>
                  <a:pt x="793" y="172"/>
                </a:lnTo>
                <a:lnTo>
                  <a:pt x="793" y="173"/>
                </a:lnTo>
                <a:lnTo>
                  <a:pt x="792" y="173"/>
                </a:lnTo>
                <a:lnTo>
                  <a:pt x="793" y="172"/>
                </a:lnTo>
                <a:lnTo>
                  <a:pt x="792" y="172"/>
                </a:lnTo>
                <a:lnTo>
                  <a:pt x="791" y="172"/>
                </a:lnTo>
                <a:lnTo>
                  <a:pt x="791" y="173"/>
                </a:lnTo>
                <a:lnTo>
                  <a:pt x="790" y="173"/>
                </a:lnTo>
                <a:lnTo>
                  <a:pt x="789" y="172"/>
                </a:lnTo>
                <a:lnTo>
                  <a:pt x="788" y="172"/>
                </a:lnTo>
                <a:lnTo>
                  <a:pt x="787" y="172"/>
                </a:lnTo>
                <a:lnTo>
                  <a:pt x="786" y="172"/>
                </a:lnTo>
                <a:lnTo>
                  <a:pt x="785" y="171"/>
                </a:lnTo>
                <a:lnTo>
                  <a:pt x="785" y="172"/>
                </a:lnTo>
                <a:lnTo>
                  <a:pt x="784" y="172"/>
                </a:lnTo>
                <a:lnTo>
                  <a:pt x="783" y="172"/>
                </a:lnTo>
                <a:lnTo>
                  <a:pt x="782" y="172"/>
                </a:lnTo>
                <a:lnTo>
                  <a:pt x="782" y="171"/>
                </a:lnTo>
                <a:lnTo>
                  <a:pt x="781" y="171"/>
                </a:lnTo>
                <a:lnTo>
                  <a:pt x="780" y="170"/>
                </a:lnTo>
                <a:lnTo>
                  <a:pt x="779" y="170"/>
                </a:lnTo>
                <a:lnTo>
                  <a:pt x="779" y="171"/>
                </a:lnTo>
                <a:lnTo>
                  <a:pt x="778" y="171"/>
                </a:lnTo>
                <a:lnTo>
                  <a:pt x="777" y="171"/>
                </a:lnTo>
                <a:lnTo>
                  <a:pt x="776" y="171"/>
                </a:lnTo>
                <a:lnTo>
                  <a:pt x="777" y="170"/>
                </a:lnTo>
                <a:lnTo>
                  <a:pt x="777" y="169"/>
                </a:lnTo>
                <a:lnTo>
                  <a:pt x="777" y="170"/>
                </a:lnTo>
                <a:lnTo>
                  <a:pt x="778" y="169"/>
                </a:lnTo>
                <a:lnTo>
                  <a:pt x="777" y="168"/>
                </a:lnTo>
                <a:lnTo>
                  <a:pt x="776" y="167"/>
                </a:lnTo>
                <a:lnTo>
                  <a:pt x="776" y="166"/>
                </a:lnTo>
                <a:lnTo>
                  <a:pt x="777" y="165"/>
                </a:lnTo>
                <a:lnTo>
                  <a:pt x="778" y="165"/>
                </a:lnTo>
                <a:lnTo>
                  <a:pt x="778" y="164"/>
                </a:lnTo>
                <a:lnTo>
                  <a:pt x="777" y="164"/>
                </a:lnTo>
                <a:lnTo>
                  <a:pt x="778" y="164"/>
                </a:lnTo>
                <a:lnTo>
                  <a:pt x="779" y="164"/>
                </a:lnTo>
                <a:lnTo>
                  <a:pt x="780" y="164"/>
                </a:lnTo>
                <a:lnTo>
                  <a:pt x="781" y="164"/>
                </a:lnTo>
                <a:lnTo>
                  <a:pt x="782" y="164"/>
                </a:lnTo>
                <a:lnTo>
                  <a:pt x="783" y="164"/>
                </a:lnTo>
                <a:lnTo>
                  <a:pt x="784" y="164"/>
                </a:lnTo>
                <a:lnTo>
                  <a:pt x="783" y="164"/>
                </a:lnTo>
                <a:lnTo>
                  <a:pt x="782" y="164"/>
                </a:lnTo>
                <a:lnTo>
                  <a:pt x="781" y="163"/>
                </a:lnTo>
                <a:lnTo>
                  <a:pt x="780" y="163"/>
                </a:lnTo>
                <a:lnTo>
                  <a:pt x="778" y="163"/>
                </a:lnTo>
                <a:lnTo>
                  <a:pt x="777" y="163"/>
                </a:lnTo>
                <a:lnTo>
                  <a:pt x="777" y="162"/>
                </a:lnTo>
                <a:lnTo>
                  <a:pt x="777" y="163"/>
                </a:lnTo>
                <a:lnTo>
                  <a:pt x="776" y="163"/>
                </a:lnTo>
                <a:lnTo>
                  <a:pt x="775" y="163"/>
                </a:lnTo>
                <a:lnTo>
                  <a:pt x="774" y="163"/>
                </a:lnTo>
                <a:lnTo>
                  <a:pt x="774" y="162"/>
                </a:lnTo>
                <a:lnTo>
                  <a:pt x="774" y="161"/>
                </a:lnTo>
                <a:lnTo>
                  <a:pt x="774" y="160"/>
                </a:lnTo>
                <a:lnTo>
                  <a:pt x="773" y="160"/>
                </a:lnTo>
                <a:lnTo>
                  <a:pt x="773" y="161"/>
                </a:lnTo>
                <a:lnTo>
                  <a:pt x="773" y="160"/>
                </a:lnTo>
                <a:lnTo>
                  <a:pt x="772" y="160"/>
                </a:lnTo>
                <a:lnTo>
                  <a:pt x="772" y="159"/>
                </a:lnTo>
                <a:lnTo>
                  <a:pt x="773" y="159"/>
                </a:lnTo>
                <a:lnTo>
                  <a:pt x="773" y="158"/>
                </a:lnTo>
                <a:lnTo>
                  <a:pt x="774" y="157"/>
                </a:lnTo>
                <a:lnTo>
                  <a:pt x="775" y="156"/>
                </a:lnTo>
                <a:lnTo>
                  <a:pt x="775" y="155"/>
                </a:lnTo>
                <a:lnTo>
                  <a:pt x="775" y="154"/>
                </a:lnTo>
                <a:lnTo>
                  <a:pt x="775" y="153"/>
                </a:lnTo>
                <a:lnTo>
                  <a:pt x="776" y="152"/>
                </a:lnTo>
                <a:lnTo>
                  <a:pt x="778" y="152"/>
                </a:lnTo>
                <a:lnTo>
                  <a:pt x="778" y="151"/>
                </a:lnTo>
                <a:lnTo>
                  <a:pt x="778" y="150"/>
                </a:lnTo>
                <a:lnTo>
                  <a:pt x="779" y="150"/>
                </a:lnTo>
                <a:lnTo>
                  <a:pt x="780" y="149"/>
                </a:lnTo>
                <a:lnTo>
                  <a:pt x="781" y="149"/>
                </a:lnTo>
                <a:lnTo>
                  <a:pt x="781" y="148"/>
                </a:lnTo>
                <a:lnTo>
                  <a:pt x="780" y="149"/>
                </a:lnTo>
                <a:lnTo>
                  <a:pt x="779" y="149"/>
                </a:lnTo>
                <a:lnTo>
                  <a:pt x="779" y="150"/>
                </a:lnTo>
                <a:lnTo>
                  <a:pt x="779" y="149"/>
                </a:lnTo>
                <a:lnTo>
                  <a:pt x="778" y="148"/>
                </a:lnTo>
                <a:lnTo>
                  <a:pt x="778" y="147"/>
                </a:lnTo>
                <a:lnTo>
                  <a:pt x="777" y="147"/>
                </a:lnTo>
                <a:lnTo>
                  <a:pt x="778" y="148"/>
                </a:lnTo>
                <a:lnTo>
                  <a:pt x="778" y="149"/>
                </a:lnTo>
                <a:lnTo>
                  <a:pt x="778" y="150"/>
                </a:lnTo>
                <a:lnTo>
                  <a:pt x="777" y="150"/>
                </a:lnTo>
                <a:lnTo>
                  <a:pt x="777" y="151"/>
                </a:lnTo>
                <a:lnTo>
                  <a:pt x="776" y="151"/>
                </a:lnTo>
                <a:lnTo>
                  <a:pt x="775" y="151"/>
                </a:lnTo>
                <a:lnTo>
                  <a:pt x="774" y="152"/>
                </a:lnTo>
                <a:lnTo>
                  <a:pt x="773" y="153"/>
                </a:lnTo>
                <a:lnTo>
                  <a:pt x="773" y="154"/>
                </a:lnTo>
                <a:lnTo>
                  <a:pt x="773" y="155"/>
                </a:lnTo>
                <a:lnTo>
                  <a:pt x="773" y="156"/>
                </a:lnTo>
                <a:lnTo>
                  <a:pt x="772" y="158"/>
                </a:lnTo>
                <a:lnTo>
                  <a:pt x="772" y="159"/>
                </a:lnTo>
                <a:lnTo>
                  <a:pt x="771" y="159"/>
                </a:lnTo>
                <a:lnTo>
                  <a:pt x="771" y="158"/>
                </a:lnTo>
                <a:lnTo>
                  <a:pt x="770" y="158"/>
                </a:lnTo>
                <a:lnTo>
                  <a:pt x="769" y="158"/>
                </a:lnTo>
                <a:lnTo>
                  <a:pt x="768" y="158"/>
                </a:lnTo>
                <a:lnTo>
                  <a:pt x="767" y="159"/>
                </a:lnTo>
                <a:lnTo>
                  <a:pt x="766" y="160"/>
                </a:lnTo>
                <a:lnTo>
                  <a:pt x="766" y="161"/>
                </a:lnTo>
                <a:lnTo>
                  <a:pt x="767" y="162"/>
                </a:lnTo>
                <a:lnTo>
                  <a:pt x="766" y="162"/>
                </a:lnTo>
                <a:lnTo>
                  <a:pt x="765" y="162"/>
                </a:lnTo>
                <a:lnTo>
                  <a:pt x="764" y="163"/>
                </a:lnTo>
                <a:lnTo>
                  <a:pt x="763" y="163"/>
                </a:lnTo>
                <a:lnTo>
                  <a:pt x="762" y="163"/>
                </a:lnTo>
                <a:lnTo>
                  <a:pt x="762" y="164"/>
                </a:lnTo>
                <a:lnTo>
                  <a:pt x="761" y="164"/>
                </a:lnTo>
                <a:lnTo>
                  <a:pt x="760" y="164"/>
                </a:lnTo>
                <a:lnTo>
                  <a:pt x="760" y="163"/>
                </a:lnTo>
                <a:lnTo>
                  <a:pt x="760" y="162"/>
                </a:lnTo>
                <a:lnTo>
                  <a:pt x="760" y="160"/>
                </a:lnTo>
                <a:lnTo>
                  <a:pt x="760" y="159"/>
                </a:lnTo>
                <a:lnTo>
                  <a:pt x="759" y="159"/>
                </a:lnTo>
                <a:lnTo>
                  <a:pt x="759" y="158"/>
                </a:lnTo>
                <a:lnTo>
                  <a:pt x="759" y="157"/>
                </a:lnTo>
                <a:lnTo>
                  <a:pt x="758" y="157"/>
                </a:lnTo>
                <a:lnTo>
                  <a:pt x="758" y="156"/>
                </a:lnTo>
                <a:lnTo>
                  <a:pt x="757" y="156"/>
                </a:lnTo>
                <a:lnTo>
                  <a:pt x="757" y="155"/>
                </a:lnTo>
                <a:lnTo>
                  <a:pt x="757" y="154"/>
                </a:lnTo>
                <a:lnTo>
                  <a:pt x="757" y="155"/>
                </a:lnTo>
                <a:lnTo>
                  <a:pt x="756" y="156"/>
                </a:lnTo>
                <a:lnTo>
                  <a:pt x="757" y="156"/>
                </a:lnTo>
                <a:lnTo>
                  <a:pt x="757" y="157"/>
                </a:lnTo>
                <a:lnTo>
                  <a:pt x="755" y="157"/>
                </a:lnTo>
                <a:lnTo>
                  <a:pt x="754" y="157"/>
                </a:lnTo>
                <a:lnTo>
                  <a:pt x="754" y="156"/>
                </a:lnTo>
                <a:lnTo>
                  <a:pt x="753" y="156"/>
                </a:lnTo>
                <a:lnTo>
                  <a:pt x="752" y="155"/>
                </a:lnTo>
                <a:lnTo>
                  <a:pt x="752" y="154"/>
                </a:lnTo>
                <a:lnTo>
                  <a:pt x="751" y="154"/>
                </a:lnTo>
                <a:lnTo>
                  <a:pt x="751" y="155"/>
                </a:lnTo>
                <a:lnTo>
                  <a:pt x="751" y="156"/>
                </a:lnTo>
                <a:lnTo>
                  <a:pt x="752" y="156"/>
                </a:lnTo>
                <a:lnTo>
                  <a:pt x="753" y="156"/>
                </a:lnTo>
                <a:lnTo>
                  <a:pt x="754" y="157"/>
                </a:lnTo>
                <a:lnTo>
                  <a:pt x="753" y="157"/>
                </a:lnTo>
                <a:lnTo>
                  <a:pt x="754" y="158"/>
                </a:lnTo>
                <a:lnTo>
                  <a:pt x="754" y="159"/>
                </a:lnTo>
                <a:lnTo>
                  <a:pt x="753" y="159"/>
                </a:lnTo>
                <a:lnTo>
                  <a:pt x="752" y="160"/>
                </a:lnTo>
                <a:lnTo>
                  <a:pt x="751" y="160"/>
                </a:lnTo>
                <a:lnTo>
                  <a:pt x="749" y="160"/>
                </a:lnTo>
                <a:lnTo>
                  <a:pt x="748" y="161"/>
                </a:lnTo>
                <a:lnTo>
                  <a:pt x="747" y="161"/>
                </a:lnTo>
                <a:lnTo>
                  <a:pt x="746" y="161"/>
                </a:lnTo>
                <a:lnTo>
                  <a:pt x="746" y="162"/>
                </a:lnTo>
                <a:lnTo>
                  <a:pt x="745" y="162"/>
                </a:lnTo>
                <a:lnTo>
                  <a:pt x="743" y="162"/>
                </a:lnTo>
                <a:lnTo>
                  <a:pt x="743" y="163"/>
                </a:lnTo>
                <a:lnTo>
                  <a:pt x="742" y="163"/>
                </a:lnTo>
                <a:lnTo>
                  <a:pt x="741" y="163"/>
                </a:lnTo>
                <a:lnTo>
                  <a:pt x="741" y="164"/>
                </a:lnTo>
                <a:lnTo>
                  <a:pt x="739" y="164"/>
                </a:lnTo>
                <a:lnTo>
                  <a:pt x="738" y="164"/>
                </a:lnTo>
                <a:lnTo>
                  <a:pt x="737" y="165"/>
                </a:lnTo>
                <a:lnTo>
                  <a:pt x="736" y="165"/>
                </a:lnTo>
                <a:lnTo>
                  <a:pt x="735" y="166"/>
                </a:lnTo>
                <a:lnTo>
                  <a:pt x="733" y="166"/>
                </a:lnTo>
                <a:lnTo>
                  <a:pt x="732" y="167"/>
                </a:lnTo>
                <a:lnTo>
                  <a:pt x="731" y="168"/>
                </a:lnTo>
                <a:lnTo>
                  <a:pt x="731" y="169"/>
                </a:lnTo>
                <a:lnTo>
                  <a:pt x="730" y="170"/>
                </a:lnTo>
                <a:lnTo>
                  <a:pt x="731" y="170"/>
                </a:lnTo>
                <a:lnTo>
                  <a:pt x="731" y="171"/>
                </a:lnTo>
                <a:lnTo>
                  <a:pt x="731" y="172"/>
                </a:lnTo>
                <a:lnTo>
                  <a:pt x="731" y="171"/>
                </a:lnTo>
                <a:lnTo>
                  <a:pt x="729" y="172"/>
                </a:lnTo>
                <a:lnTo>
                  <a:pt x="728" y="173"/>
                </a:lnTo>
                <a:lnTo>
                  <a:pt x="727" y="173"/>
                </a:lnTo>
                <a:lnTo>
                  <a:pt x="726" y="173"/>
                </a:lnTo>
                <a:lnTo>
                  <a:pt x="725" y="174"/>
                </a:lnTo>
                <a:lnTo>
                  <a:pt x="724" y="174"/>
                </a:lnTo>
                <a:lnTo>
                  <a:pt x="723" y="174"/>
                </a:lnTo>
                <a:lnTo>
                  <a:pt x="722" y="174"/>
                </a:lnTo>
                <a:lnTo>
                  <a:pt x="721" y="174"/>
                </a:lnTo>
                <a:lnTo>
                  <a:pt x="719" y="175"/>
                </a:lnTo>
                <a:lnTo>
                  <a:pt x="718" y="176"/>
                </a:lnTo>
                <a:lnTo>
                  <a:pt x="718" y="175"/>
                </a:lnTo>
                <a:lnTo>
                  <a:pt x="718" y="174"/>
                </a:lnTo>
                <a:lnTo>
                  <a:pt x="719" y="174"/>
                </a:lnTo>
                <a:lnTo>
                  <a:pt x="720" y="173"/>
                </a:lnTo>
                <a:lnTo>
                  <a:pt x="719" y="173"/>
                </a:lnTo>
                <a:lnTo>
                  <a:pt x="718" y="173"/>
                </a:lnTo>
                <a:lnTo>
                  <a:pt x="717" y="174"/>
                </a:lnTo>
                <a:lnTo>
                  <a:pt x="717" y="175"/>
                </a:lnTo>
                <a:lnTo>
                  <a:pt x="717" y="179"/>
                </a:lnTo>
                <a:lnTo>
                  <a:pt x="718" y="179"/>
                </a:lnTo>
                <a:lnTo>
                  <a:pt x="718" y="180"/>
                </a:lnTo>
                <a:lnTo>
                  <a:pt x="717" y="180"/>
                </a:lnTo>
                <a:lnTo>
                  <a:pt x="717" y="181"/>
                </a:lnTo>
                <a:lnTo>
                  <a:pt x="718" y="181"/>
                </a:lnTo>
                <a:lnTo>
                  <a:pt x="719" y="182"/>
                </a:lnTo>
                <a:lnTo>
                  <a:pt x="719" y="183"/>
                </a:lnTo>
                <a:lnTo>
                  <a:pt x="719" y="184"/>
                </a:lnTo>
                <a:lnTo>
                  <a:pt x="720" y="184"/>
                </a:lnTo>
                <a:lnTo>
                  <a:pt x="719" y="184"/>
                </a:lnTo>
                <a:lnTo>
                  <a:pt x="718" y="184"/>
                </a:lnTo>
                <a:lnTo>
                  <a:pt x="717" y="184"/>
                </a:lnTo>
                <a:lnTo>
                  <a:pt x="716" y="184"/>
                </a:lnTo>
                <a:lnTo>
                  <a:pt x="715" y="183"/>
                </a:lnTo>
                <a:lnTo>
                  <a:pt x="715" y="182"/>
                </a:lnTo>
                <a:lnTo>
                  <a:pt x="715" y="181"/>
                </a:lnTo>
                <a:lnTo>
                  <a:pt x="714" y="181"/>
                </a:lnTo>
                <a:lnTo>
                  <a:pt x="713" y="181"/>
                </a:lnTo>
                <a:lnTo>
                  <a:pt x="713" y="182"/>
                </a:lnTo>
                <a:lnTo>
                  <a:pt x="713" y="181"/>
                </a:lnTo>
                <a:lnTo>
                  <a:pt x="712" y="181"/>
                </a:lnTo>
                <a:lnTo>
                  <a:pt x="713" y="181"/>
                </a:lnTo>
                <a:lnTo>
                  <a:pt x="712" y="181"/>
                </a:lnTo>
                <a:lnTo>
                  <a:pt x="711" y="181"/>
                </a:lnTo>
                <a:lnTo>
                  <a:pt x="710" y="181"/>
                </a:lnTo>
                <a:lnTo>
                  <a:pt x="711" y="182"/>
                </a:lnTo>
                <a:lnTo>
                  <a:pt x="712" y="183"/>
                </a:lnTo>
                <a:lnTo>
                  <a:pt x="712" y="184"/>
                </a:lnTo>
                <a:lnTo>
                  <a:pt x="711" y="185"/>
                </a:lnTo>
                <a:lnTo>
                  <a:pt x="710" y="185"/>
                </a:lnTo>
                <a:lnTo>
                  <a:pt x="709" y="184"/>
                </a:lnTo>
                <a:lnTo>
                  <a:pt x="709" y="182"/>
                </a:lnTo>
                <a:lnTo>
                  <a:pt x="708" y="182"/>
                </a:lnTo>
                <a:lnTo>
                  <a:pt x="707" y="182"/>
                </a:lnTo>
                <a:lnTo>
                  <a:pt x="707" y="181"/>
                </a:lnTo>
                <a:lnTo>
                  <a:pt x="706" y="181"/>
                </a:lnTo>
                <a:lnTo>
                  <a:pt x="705" y="181"/>
                </a:lnTo>
                <a:lnTo>
                  <a:pt x="705" y="180"/>
                </a:lnTo>
                <a:lnTo>
                  <a:pt x="704" y="180"/>
                </a:lnTo>
                <a:lnTo>
                  <a:pt x="703" y="180"/>
                </a:lnTo>
                <a:lnTo>
                  <a:pt x="702" y="179"/>
                </a:lnTo>
                <a:lnTo>
                  <a:pt x="704" y="178"/>
                </a:lnTo>
                <a:lnTo>
                  <a:pt x="705" y="177"/>
                </a:lnTo>
                <a:lnTo>
                  <a:pt x="706" y="177"/>
                </a:lnTo>
                <a:lnTo>
                  <a:pt x="707" y="177"/>
                </a:lnTo>
                <a:lnTo>
                  <a:pt x="707" y="176"/>
                </a:lnTo>
                <a:lnTo>
                  <a:pt x="708" y="176"/>
                </a:lnTo>
                <a:lnTo>
                  <a:pt x="709" y="176"/>
                </a:lnTo>
                <a:lnTo>
                  <a:pt x="710" y="176"/>
                </a:lnTo>
                <a:lnTo>
                  <a:pt x="709" y="175"/>
                </a:lnTo>
                <a:lnTo>
                  <a:pt x="710" y="175"/>
                </a:lnTo>
                <a:lnTo>
                  <a:pt x="711" y="174"/>
                </a:lnTo>
                <a:lnTo>
                  <a:pt x="712" y="174"/>
                </a:lnTo>
                <a:lnTo>
                  <a:pt x="712" y="173"/>
                </a:lnTo>
                <a:lnTo>
                  <a:pt x="712" y="172"/>
                </a:lnTo>
                <a:lnTo>
                  <a:pt x="714" y="171"/>
                </a:lnTo>
                <a:lnTo>
                  <a:pt x="715" y="171"/>
                </a:lnTo>
                <a:lnTo>
                  <a:pt x="716" y="171"/>
                </a:lnTo>
                <a:lnTo>
                  <a:pt x="715" y="171"/>
                </a:lnTo>
                <a:lnTo>
                  <a:pt x="715" y="170"/>
                </a:lnTo>
                <a:lnTo>
                  <a:pt x="714" y="170"/>
                </a:lnTo>
                <a:lnTo>
                  <a:pt x="714" y="171"/>
                </a:lnTo>
                <a:lnTo>
                  <a:pt x="712" y="171"/>
                </a:lnTo>
                <a:lnTo>
                  <a:pt x="710" y="172"/>
                </a:lnTo>
                <a:lnTo>
                  <a:pt x="711" y="172"/>
                </a:lnTo>
                <a:lnTo>
                  <a:pt x="709" y="173"/>
                </a:lnTo>
                <a:lnTo>
                  <a:pt x="708" y="173"/>
                </a:lnTo>
                <a:lnTo>
                  <a:pt x="708" y="174"/>
                </a:lnTo>
                <a:lnTo>
                  <a:pt x="707" y="174"/>
                </a:lnTo>
                <a:lnTo>
                  <a:pt x="706" y="175"/>
                </a:lnTo>
                <a:lnTo>
                  <a:pt x="706" y="176"/>
                </a:lnTo>
                <a:lnTo>
                  <a:pt x="705" y="176"/>
                </a:lnTo>
                <a:lnTo>
                  <a:pt x="704" y="176"/>
                </a:lnTo>
                <a:lnTo>
                  <a:pt x="704" y="177"/>
                </a:lnTo>
                <a:lnTo>
                  <a:pt x="703" y="177"/>
                </a:lnTo>
                <a:lnTo>
                  <a:pt x="703" y="176"/>
                </a:lnTo>
                <a:lnTo>
                  <a:pt x="703" y="174"/>
                </a:lnTo>
                <a:lnTo>
                  <a:pt x="702" y="174"/>
                </a:lnTo>
                <a:lnTo>
                  <a:pt x="701" y="174"/>
                </a:lnTo>
                <a:lnTo>
                  <a:pt x="701" y="175"/>
                </a:lnTo>
                <a:lnTo>
                  <a:pt x="702" y="176"/>
                </a:lnTo>
                <a:lnTo>
                  <a:pt x="702" y="177"/>
                </a:lnTo>
                <a:lnTo>
                  <a:pt x="701" y="177"/>
                </a:lnTo>
                <a:lnTo>
                  <a:pt x="701" y="178"/>
                </a:lnTo>
                <a:lnTo>
                  <a:pt x="701" y="179"/>
                </a:lnTo>
                <a:lnTo>
                  <a:pt x="702" y="180"/>
                </a:lnTo>
                <a:lnTo>
                  <a:pt x="701" y="180"/>
                </a:lnTo>
                <a:lnTo>
                  <a:pt x="700" y="180"/>
                </a:lnTo>
                <a:lnTo>
                  <a:pt x="699" y="181"/>
                </a:lnTo>
                <a:lnTo>
                  <a:pt x="700" y="181"/>
                </a:lnTo>
                <a:lnTo>
                  <a:pt x="700" y="182"/>
                </a:lnTo>
                <a:lnTo>
                  <a:pt x="698" y="182"/>
                </a:lnTo>
                <a:lnTo>
                  <a:pt x="697" y="182"/>
                </a:lnTo>
                <a:lnTo>
                  <a:pt x="696" y="182"/>
                </a:lnTo>
                <a:lnTo>
                  <a:pt x="696" y="181"/>
                </a:lnTo>
                <a:lnTo>
                  <a:pt x="695" y="181"/>
                </a:lnTo>
                <a:lnTo>
                  <a:pt x="694" y="182"/>
                </a:lnTo>
                <a:lnTo>
                  <a:pt x="693" y="183"/>
                </a:lnTo>
                <a:lnTo>
                  <a:pt x="692" y="184"/>
                </a:lnTo>
                <a:lnTo>
                  <a:pt x="691" y="184"/>
                </a:lnTo>
                <a:lnTo>
                  <a:pt x="691" y="185"/>
                </a:lnTo>
                <a:lnTo>
                  <a:pt x="691" y="186"/>
                </a:lnTo>
                <a:lnTo>
                  <a:pt x="692" y="186"/>
                </a:lnTo>
                <a:lnTo>
                  <a:pt x="692" y="187"/>
                </a:lnTo>
                <a:lnTo>
                  <a:pt x="692" y="186"/>
                </a:lnTo>
                <a:lnTo>
                  <a:pt x="693" y="186"/>
                </a:lnTo>
                <a:lnTo>
                  <a:pt x="693" y="187"/>
                </a:lnTo>
                <a:lnTo>
                  <a:pt x="694" y="187"/>
                </a:lnTo>
                <a:lnTo>
                  <a:pt x="693" y="188"/>
                </a:lnTo>
                <a:lnTo>
                  <a:pt x="691" y="188"/>
                </a:lnTo>
                <a:lnTo>
                  <a:pt x="691" y="187"/>
                </a:lnTo>
                <a:lnTo>
                  <a:pt x="690" y="187"/>
                </a:lnTo>
                <a:lnTo>
                  <a:pt x="690" y="186"/>
                </a:lnTo>
                <a:lnTo>
                  <a:pt x="689" y="186"/>
                </a:lnTo>
                <a:lnTo>
                  <a:pt x="687" y="186"/>
                </a:lnTo>
                <a:lnTo>
                  <a:pt x="686" y="187"/>
                </a:lnTo>
                <a:lnTo>
                  <a:pt x="685" y="187"/>
                </a:lnTo>
                <a:lnTo>
                  <a:pt x="684" y="187"/>
                </a:lnTo>
                <a:lnTo>
                  <a:pt x="683" y="187"/>
                </a:lnTo>
                <a:lnTo>
                  <a:pt x="681" y="187"/>
                </a:lnTo>
                <a:lnTo>
                  <a:pt x="681" y="188"/>
                </a:lnTo>
                <a:lnTo>
                  <a:pt x="679" y="188"/>
                </a:lnTo>
                <a:lnTo>
                  <a:pt x="678" y="189"/>
                </a:lnTo>
                <a:lnTo>
                  <a:pt x="677" y="192"/>
                </a:lnTo>
                <a:lnTo>
                  <a:pt x="677" y="191"/>
                </a:lnTo>
                <a:lnTo>
                  <a:pt x="677" y="190"/>
                </a:lnTo>
                <a:lnTo>
                  <a:pt x="677" y="189"/>
                </a:lnTo>
                <a:lnTo>
                  <a:pt x="676" y="189"/>
                </a:lnTo>
                <a:lnTo>
                  <a:pt x="675" y="189"/>
                </a:lnTo>
                <a:lnTo>
                  <a:pt x="673" y="190"/>
                </a:lnTo>
                <a:lnTo>
                  <a:pt x="672" y="190"/>
                </a:lnTo>
                <a:lnTo>
                  <a:pt x="671" y="191"/>
                </a:lnTo>
                <a:lnTo>
                  <a:pt x="670" y="191"/>
                </a:lnTo>
                <a:lnTo>
                  <a:pt x="669" y="192"/>
                </a:lnTo>
                <a:lnTo>
                  <a:pt x="668" y="192"/>
                </a:lnTo>
                <a:lnTo>
                  <a:pt x="667" y="193"/>
                </a:lnTo>
                <a:lnTo>
                  <a:pt x="665" y="194"/>
                </a:lnTo>
                <a:lnTo>
                  <a:pt x="664" y="195"/>
                </a:lnTo>
                <a:lnTo>
                  <a:pt x="663" y="195"/>
                </a:lnTo>
                <a:lnTo>
                  <a:pt x="663" y="196"/>
                </a:lnTo>
                <a:lnTo>
                  <a:pt x="662" y="197"/>
                </a:lnTo>
                <a:lnTo>
                  <a:pt x="661" y="197"/>
                </a:lnTo>
                <a:lnTo>
                  <a:pt x="661" y="198"/>
                </a:lnTo>
                <a:lnTo>
                  <a:pt x="660" y="198"/>
                </a:lnTo>
                <a:lnTo>
                  <a:pt x="659" y="198"/>
                </a:lnTo>
                <a:lnTo>
                  <a:pt x="658" y="198"/>
                </a:lnTo>
                <a:lnTo>
                  <a:pt x="658" y="199"/>
                </a:lnTo>
                <a:lnTo>
                  <a:pt x="657" y="199"/>
                </a:lnTo>
                <a:lnTo>
                  <a:pt x="657" y="198"/>
                </a:lnTo>
                <a:lnTo>
                  <a:pt x="657" y="197"/>
                </a:lnTo>
                <a:lnTo>
                  <a:pt x="657" y="196"/>
                </a:lnTo>
                <a:lnTo>
                  <a:pt x="657" y="197"/>
                </a:lnTo>
                <a:lnTo>
                  <a:pt x="656" y="199"/>
                </a:lnTo>
                <a:lnTo>
                  <a:pt x="656" y="201"/>
                </a:lnTo>
                <a:lnTo>
                  <a:pt x="656" y="202"/>
                </a:lnTo>
                <a:lnTo>
                  <a:pt x="655" y="202"/>
                </a:lnTo>
                <a:lnTo>
                  <a:pt x="654" y="203"/>
                </a:lnTo>
                <a:lnTo>
                  <a:pt x="653" y="203"/>
                </a:lnTo>
                <a:lnTo>
                  <a:pt x="651" y="202"/>
                </a:lnTo>
                <a:lnTo>
                  <a:pt x="651" y="203"/>
                </a:lnTo>
                <a:lnTo>
                  <a:pt x="650" y="203"/>
                </a:lnTo>
                <a:lnTo>
                  <a:pt x="649" y="203"/>
                </a:lnTo>
                <a:lnTo>
                  <a:pt x="648" y="203"/>
                </a:lnTo>
                <a:lnTo>
                  <a:pt x="648" y="202"/>
                </a:lnTo>
                <a:lnTo>
                  <a:pt x="647" y="202"/>
                </a:lnTo>
                <a:lnTo>
                  <a:pt x="647" y="203"/>
                </a:lnTo>
                <a:lnTo>
                  <a:pt x="646" y="203"/>
                </a:lnTo>
                <a:lnTo>
                  <a:pt x="646" y="202"/>
                </a:lnTo>
                <a:lnTo>
                  <a:pt x="645" y="202"/>
                </a:lnTo>
                <a:lnTo>
                  <a:pt x="644" y="202"/>
                </a:lnTo>
                <a:lnTo>
                  <a:pt x="644" y="200"/>
                </a:lnTo>
                <a:lnTo>
                  <a:pt x="645" y="199"/>
                </a:lnTo>
                <a:lnTo>
                  <a:pt x="645" y="198"/>
                </a:lnTo>
                <a:lnTo>
                  <a:pt x="646" y="197"/>
                </a:lnTo>
                <a:lnTo>
                  <a:pt x="645" y="198"/>
                </a:lnTo>
                <a:lnTo>
                  <a:pt x="644" y="198"/>
                </a:lnTo>
                <a:lnTo>
                  <a:pt x="644" y="199"/>
                </a:lnTo>
                <a:lnTo>
                  <a:pt x="643" y="197"/>
                </a:lnTo>
                <a:lnTo>
                  <a:pt x="642" y="197"/>
                </a:lnTo>
                <a:lnTo>
                  <a:pt x="641" y="197"/>
                </a:lnTo>
                <a:lnTo>
                  <a:pt x="641" y="196"/>
                </a:lnTo>
                <a:lnTo>
                  <a:pt x="641" y="195"/>
                </a:lnTo>
                <a:lnTo>
                  <a:pt x="641" y="193"/>
                </a:lnTo>
                <a:lnTo>
                  <a:pt x="641" y="194"/>
                </a:lnTo>
                <a:lnTo>
                  <a:pt x="641" y="195"/>
                </a:lnTo>
                <a:lnTo>
                  <a:pt x="641" y="196"/>
                </a:lnTo>
                <a:lnTo>
                  <a:pt x="641" y="197"/>
                </a:lnTo>
                <a:lnTo>
                  <a:pt x="640" y="198"/>
                </a:lnTo>
                <a:lnTo>
                  <a:pt x="640" y="197"/>
                </a:lnTo>
                <a:lnTo>
                  <a:pt x="639" y="196"/>
                </a:lnTo>
                <a:lnTo>
                  <a:pt x="639" y="195"/>
                </a:lnTo>
                <a:lnTo>
                  <a:pt x="638" y="194"/>
                </a:lnTo>
                <a:lnTo>
                  <a:pt x="637" y="194"/>
                </a:lnTo>
                <a:lnTo>
                  <a:pt x="638" y="196"/>
                </a:lnTo>
                <a:lnTo>
                  <a:pt x="638" y="197"/>
                </a:lnTo>
                <a:lnTo>
                  <a:pt x="637" y="197"/>
                </a:lnTo>
                <a:lnTo>
                  <a:pt x="637" y="198"/>
                </a:lnTo>
                <a:lnTo>
                  <a:pt x="635" y="198"/>
                </a:lnTo>
                <a:lnTo>
                  <a:pt x="635" y="199"/>
                </a:lnTo>
                <a:lnTo>
                  <a:pt x="634" y="199"/>
                </a:lnTo>
                <a:lnTo>
                  <a:pt x="633" y="199"/>
                </a:lnTo>
                <a:lnTo>
                  <a:pt x="633" y="200"/>
                </a:lnTo>
                <a:lnTo>
                  <a:pt x="632" y="200"/>
                </a:lnTo>
                <a:lnTo>
                  <a:pt x="631" y="199"/>
                </a:lnTo>
                <a:lnTo>
                  <a:pt x="631" y="198"/>
                </a:lnTo>
                <a:lnTo>
                  <a:pt x="630" y="198"/>
                </a:lnTo>
                <a:lnTo>
                  <a:pt x="629" y="197"/>
                </a:lnTo>
                <a:lnTo>
                  <a:pt x="629" y="198"/>
                </a:lnTo>
                <a:lnTo>
                  <a:pt x="630" y="198"/>
                </a:lnTo>
                <a:lnTo>
                  <a:pt x="630" y="199"/>
                </a:lnTo>
                <a:lnTo>
                  <a:pt x="631" y="200"/>
                </a:lnTo>
                <a:lnTo>
                  <a:pt x="632" y="200"/>
                </a:lnTo>
                <a:lnTo>
                  <a:pt x="632" y="201"/>
                </a:lnTo>
                <a:lnTo>
                  <a:pt x="631" y="201"/>
                </a:lnTo>
                <a:lnTo>
                  <a:pt x="631" y="202"/>
                </a:lnTo>
                <a:lnTo>
                  <a:pt x="630" y="202"/>
                </a:lnTo>
                <a:lnTo>
                  <a:pt x="628" y="202"/>
                </a:lnTo>
                <a:lnTo>
                  <a:pt x="627" y="202"/>
                </a:lnTo>
                <a:lnTo>
                  <a:pt x="628" y="202"/>
                </a:lnTo>
                <a:lnTo>
                  <a:pt x="629" y="202"/>
                </a:lnTo>
                <a:lnTo>
                  <a:pt x="630" y="202"/>
                </a:lnTo>
                <a:lnTo>
                  <a:pt x="631" y="202"/>
                </a:lnTo>
                <a:lnTo>
                  <a:pt x="632" y="202"/>
                </a:lnTo>
                <a:lnTo>
                  <a:pt x="633" y="201"/>
                </a:lnTo>
                <a:lnTo>
                  <a:pt x="635" y="200"/>
                </a:lnTo>
                <a:lnTo>
                  <a:pt x="636" y="199"/>
                </a:lnTo>
                <a:lnTo>
                  <a:pt x="637" y="200"/>
                </a:lnTo>
                <a:lnTo>
                  <a:pt x="638" y="200"/>
                </a:lnTo>
                <a:lnTo>
                  <a:pt x="639" y="200"/>
                </a:lnTo>
                <a:lnTo>
                  <a:pt x="639" y="201"/>
                </a:lnTo>
                <a:lnTo>
                  <a:pt x="639" y="202"/>
                </a:lnTo>
                <a:lnTo>
                  <a:pt x="640" y="203"/>
                </a:lnTo>
                <a:lnTo>
                  <a:pt x="640" y="204"/>
                </a:lnTo>
                <a:lnTo>
                  <a:pt x="641" y="204"/>
                </a:lnTo>
                <a:lnTo>
                  <a:pt x="641" y="205"/>
                </a:lnTo>
                <a:lnTo>
                  <a:pt x="642" y="205"/>
                </a:lnTo>
                <a:lnTo>
                  <a:pt x="643" y="204"/>
                </a:lnTo>
                <a:lnTo>
                  <a:pt x="644" y="204"/>
                </a:lnTo>
                <a:lnTo>
                  <a:pt x="644" y="205"/>
                </a:lnTo>
                <a:lnTo>
                  <a:pt x="645" y="205"/>
                </a:lnTo>
                <a:lnTo>
                  <a:pt x="647" y="205"/>
                </a:lnTo>
                <a:lnTo>
                  <a:pt x="649" y="206"/>
                </a:lnTo>
                <a:lnTo>
                  <a:pt x="649" y="207"/>
                </a:lnTo>
                <a:lnTo>
                  <a:pt x="649" y="208"/>
                </a:lnTo>
                <a:lnTo>
                  <a:pt x="648" y="209"/>
                </a:lnTo>
                <a:lnTo>
                  <a:pt x="647" y="210"/>
                </a:lnTo>
                <a:lnTo>
                  <a:pt x="647" y="211"/>
                </a:lnTo>
                <a:lnTo>
                  <a:pt x="647" y="213"/>
                </a:lnTo>
                <a:lnTo>
                  <a:pt x="646" y="213"/>
                </a:lnTo>
                <a:lnTo>
                  <a:pt x="646" y="214"/>
                </a:lnTo>
                <a:lnTo>
                  <a:pt x="647" y="215"/>
                </a:lnTo>
                <a:lnTo>
                  <a:pt x="648" y="215"/>
                </a:lnTo>
                <a:lnTo>
                  <a:pt x="648" y="216"/>
                </a:lnTo>
                <a:lnTo>
                  <a:pt x="647" y="216"/>
                </a:lnTo>
                <a:lnTo>
                  <a:pt x="646" y="217"/>
                </a:lnTo>
                <a:lnTo>
                  <a:pt x="646" y="218"/>
                </a:lnTo>
                <a:lnTo>
                  <a:pt x="645" y="218"/>
                </a:lnTo>
                <a:lnTo>
                  <a:pt x="644" y="218"/>
                </a:lnTo>
                <a:lnTo>
                  <a:pt x="642" y="218"/>
                </a:lnTo>
                <a:lnTo>
                  <a:pt x="641" y="219"/>
                </a:lnTo>
                <a:lnTo>
                  <a:pt x="642" y="220"/>
                </a:lnTo>
                <a:lnTo>
                  <a:pt x="642" y="221"/>
                </a:lnTo>
                <a:lnTo>
                  <a:pt x="643" y="222"/>
                </a:lnTo>
                <a:lnTo>
                  <a:pt x="642" y="223"/>
                </a:lnTo>
                <a:lnTo>
                  <a:pt x="641" y="223"/>
                </a:lnTo>
                <a:lnTo>
                  <a:pt x="641" y="224"/>
                </a:lnTo>
                <a:lnTo>
                  <a:pt x="640" y="224"/>
                </a:lnTo>
                <a:lnTo>
                  <a:pt x="640" y="225"/>
                </a:lnTo>
                <a:lnTo>
                  <a:pt x="639" y="226"/>
                </a:lnTo>
                <a:lnTo>
                  <a:pt x="640" y="226"/>
                </a:lnTo>
                <a:lnTo>
                  <a:pt x="640" y="227"/>
                </a:lnTo>
                <a:lnTo>
                  <a:pt x="639" y="227"/>
                </a:lnTo>
                <a:lnTo>
                  <a:pt x="639" y="228"/>
                </a:lnTo>
                <a:lnTo>
                  <a:pt x="638" y="228"/>
                </a:lnTo>
                <a:lnTo>
                  <a:pt x="638" y="227"/>
                </a:lnTo>
                <a:lnTo>
                  <a:pt x="637" y="227"/>
                </a:lnTo>
                <a:lnTo>
                  <a:pt x="636" y="227"/>
                </a:lnTo>
                <a:lnTo>
                  <a:pt x="636" y="226"/>
                </a:lnTo>
                <a:lnTo>
                  <a:pt x="636" y="225"/>
                </a:lnTo>
                <a:lnTo>
                  <a:pt x="636" y="224"/>
                </a:lnTo>
                <a:lnTo>
                  <a:pt x="637" y="224"/>
                </a:lnTo>
                <a:lnTo>
                  <a:pt x="637" y="223"/>
                </a:lnTo>
                <a:lnTo>
                  <a:pt x="637" y="222"/>
                </a:lnTo>
                <a:lnTo>
                  <a:pt x="636" y="221"/>
                </a:lnTo>
                <a:lnTo>
                  <a:pt x="635" y="220"/>
                </a:lnTo>
                <a:lnTo>
                  <a:pt x="635" y="219"/>
                </a:lnTo>
                <a:lnTo>
                  <a:pt x="635" y="218"/>
                </a:lnTo>
                <a:lnTo>
                  <a:pt x="635" y="217"/>
                </a:lnTo>
                <a:lnTo>
                  <a:pt x="634" y="217"/>
                </a:lnTo>
                <a:lnTo>
                  <a:pt x="633" y="216"/>
                </a:lnTo>
                <a:lnTo>
                  <a:pt x="632" y="216"/>
                </a:lnTo>
                <a:lnTo>
                  <a:pt x="630" y="217"/>
                </a:lnTo>
                <a:lnTo>
                  <a:pt x="626" y="217"/>
                </a:lnTo>
                <a:lnTo>
                  <a:pt x="625" y="217"/>
                </a:lnTo>
                <a:lnTo>
                  <a:pt x="625" y="218"/>
                </a:lnTo>
                <a:lnTo>
                  <a:pt x="626" y="218"/>
                </a:lnTo>
                <a:lnTo>
                  <a:pt x="626" y="219"/>
                </a:lnTo>
                <a:lnTo>
                  <a:pt x="626" y="220"/>
                </a:lnTo>
                <a:lnTo>
                  <a:pt x="625" y="220"/>
                </a:lnTo>
                <a:lnTo>
                  <a:pt x="624" y="220"/>
                </a:lnTo>
                <a:lnTo>
                  <a:pt x="623" y="220"/>
                </a:lnTo>
                <a:lnTo>
                  <a:pt x="622" y="221"/>
                </a:lnTo>
                <a:lnTo>
                  <a:pt x="622" y="222"/>
                </a:lnTo>
                <a:lnTo>
                  <a:pt x="623" y="222"/>
                </a:lnTo>
                <a:lnTo>
                  <a:pt x="622" y="222"/>
                </a:lnTo>
                <a:lnTo>
                  <a:pt x="622" y="223"/>
                </a:lnTo>
                <a:lnTo>
                  <a:pt x="622" y="222"/>
                </a:lnTo>
                <a:lnTo>
                  <a:pt x="621" y="222"/>
                </a:lnTo>
                <a:lnTo>
                  <a:pt x="621" y="223"/>
                </a:lnTo>
                <a:lnTo>
                  <a:pt x="620" y="224"/>
                </a:lnTo>
                <a:lnTo>
                  <a:pt x="619" y="225"/>
                </a:lnTo>
                <a:lnTo>
                  <a:pt x="619" y="226"/>
                </a:lnTo>
                <a:lnTo>
                  <a:pt x="619" y="227"/>
                </a:lnTo>
                <a:lnTo>
                  <a:pt x="619" y="228"/>
                </a:lnTo>
                <a:lnTo>
                  <a:pt x="620" y="229"/>
                </a:lnTo>
                <a:lnTo>
                  <a:pt x="621" y="229"/>
                </a:lnTo>
                <a:lnTo>
                  <a:pt x="622" y="229"/>
                </a:lnTo>
                <a:lnTo>
                  <a:pt x="622" y="230"/>
                </a:lnTo>
                <a:lnTo>
                  <a:pt x="623" y="231"/>
                </a:lnTo>
                <a:lnTo>
                  <a:pt x="624" y="232"/>
                </a:lnTo>
                <a:lnTo>
                  <a:pt x="623" y="233"/>
                </a:lnTo>
                <a:lnTo>
                  <a:pt x="622" y="233"/>
                </a:lnTo>
                <a:lnTo>
                  <a:pt x="622" y="232"/>
                </a:lnTo>
                <a:lnTo>
                  <a:pt x="620" y="232"/>
                </a:lnTo>
                <a:lnTo>
                  <a:pt x="619" y="233"/>
                </a:lnTo>
                <a:lnTo>
                  <a:pt x="618" y="233"/>
                </a:lnTo>
                <a:lnTo>
                  <a:pt x="618" y="232"/>
                </a:lnTo>
                <a:lnTo>
                  <a:pt x="617" y="232"/>
                </a:lnTo>
                <a:lnTo>
                  <a:pt x="616" y="232"/>
                </a:lnTo>
                <a:lnTo>
                  <a:pt x="615" y="232"/>
                </a:lnTo>
                <a:lnTo>
                  <a:pt x="616" y="233"/>
                </a:lnTo>
                <a:lnTo>
                  <a:pt x="615" y="233"/>
                </a:lnTo>
                <a:lnTo>
                  <a:pt x="615" y="234"/>
                </a:lnTo>
                <a:lnTo>
                  <a:pt x="616" y="234"/>
                </a:lnTo>
                <a:lnTo>
                  <a:pt x="616" y="235"/>
                </a:lnTo>
                <a:lnTo>
                  <a:pt x="616" y="236"/>
                </a:lnTo>
                <a:lnTo>
                  <a:pt x="615" y="237"/>
                </a:lnTo>
                <a:lnTo>
                  <a:pt x="614" y="238"/>
                </a:lnTo>
                <a:lnTo>
                  <a:pt x="615" y="238"/>
                </a:lnTo>
                <a:lnTo>
                  <a:pt x="615" y="239"/>
                </a:lnTo>
                <a:lnTo>
                  <a:pt x="615" y="240"/>
                </a:lnTo>
                <a:lnTo>
                  <a:pt x="616" y="240"/>
                </a:lnTo>
                <a:lnTo>
                  <a:pt x="617" y="239"/>
                </a:lnTo>
                <a:lnTo>
                  <a:pt x="618" y="239"/>
                </a:lnTo>
                <a:lnTo>
                  <a:pt x="618" y="241"/>
                </a:lnTo>
                <a:lnTo>
                  <a:pt x="618" y="242"/>
                </a:lnTo>
                <a:lnTo>
                  <a:pt x="618" y="243"/>
                </a:lnTo>
                <a:lnTo>
                  <a:pt x="617" y="243"/>
                </a:lnTo>
                <a:lnTo>
                  <a:pt x="617" y="244"/>
                </a:lnTo>
                <a:lnTo>
                  <a:pt x="618" y="245"/>
                </a:lnTo>
                <a:lnTo>
                  <a:pt x="618" y="246"/>
                </a:lnTo>
                <a:lnTo>
                  <a:pt x="619" y="246"/>
                </a:lnTo>
                <a:lnTo>
                  <a:pt x="619" y="247"/>
                </a:lnTo>
                <a:lnTo>
                  <a:pt x="619" y="248"/>
                </a:lnTo>
                <a:lnTo>
                  <a:pt x="619" y="249"/>
                </a:lnTo>
                <a:lnTo>
                  <a:pt x="619" y="248"/>
                </a:lnTo>
                <a:lnTo>
                  <a:pt x="618" y="249"/>
                </a:lnTo>
                <a:lnTo>
                  <a:pt x="618" y="250"/>
                </a:lnTo>
                <a:lnTo>
                  <a:pt x="619" y="250"/>
                </a:lnTo>
                <a:lnTo>
                  <a:pt x="619" y="251"/>
                </a:lnTo>
                <a:lnTo>
                  <a:pt x="619" y="253"/>
                </a:lnTo>
                <a:lnTo>
                  <a:pt x="619" y="254"/>
                </a:lnTo>
                <a:lnTo>
                  <a:pt x="620" y="254"/>
                </a:lnTo>
                <a:lnTo>
                  <a:pt x="620" y="255"/>
                </a:lnTo>
                <a:lnTo>
                  <a:pt x="620" y="256"/>
                </a:lnTo>
                <a:lnTo>
                  <a:pt x="621" y="256"/>
                </a:lnTo>
                <a:lnTo>
                  <a:pt x="622" y="256"/>
                </a:lnTo>
                <a:lnTo>
                  <a:pt x="621" y="256"/>
                </a:lnTo>
                <a:lnTo>
                  <a:pt x="621" y="257"/>
                </a:lnTo>
                <a:lnTo>
                  <a:pt x="620" y="257"/>
                </a:lnTo>
                <a:lnTo>
                  <a:pt x="619" y="257"/>
                </a:lnTo>
                <a:lnTo>
                  <a:pt x="618" y="257"/>
                </a:lnTo>
                <a:lnTo>
                  <a:pt x="618" y="256"/>
                </a:lnTo>
                <a:lnTo>
                  <a:pt x="617" y="256"/>
                </a:lnTo>
                <a:lnTo>
                  <a:pt x="616" y="256"/>
                </a:lnTo>
                <a:lnTo>
                  <a:pt x="615" y="257"/>
                </a:lnTo>
                <a:lnTo>
                  <a:pt x="614" y="258"/>
                </a:lnTo>
                <a:lnTo>
                  <a:pt x="613" y="258"/>
                </a:lnTo>
                <a:lnTo>
                  <a:pt x="612" y="257"/>
                </a:lnTo>
                <a:lnTo>
                  <a:pt x="611" y="257"/>
                </a:lnTo>
                <a:lnTo>
                  <a:pt x="610" y="258"/>
                </a:lnTo>
                <a:lnTo>
                  <a:pt x="610" y="259"/>
                </a:lnTo>
                <a:lnTo>
                  <a:pt x="610" y="260"/>
                </a:lnTo>
                <a:lnTo>
                  <a:pt x="609" y="260"/>
                </a:lnTo>
                <a:lnTo>
                  <a:pt x="608" y="260"/>
                </a:lnTo>
                <a:lnTo>
                  <a:pt x="608" y="259"/>
                </a:lnTo>
                <a:lnTo>
                  <a:pt x="608" y="258"/>
                </a:lnTo>
                <a:lnTo>
                  <a:pt x="606" y="258"/>
                </a:lnTo>
                <a:lnTo>
                  <a:pt x="606" y="259"/>
                </a:lnTo>
                <a:lnTo>
                  <a:pt x="604" y="258"/>
                </a:lnTo>
                <a:lnTo>
                  <a:pt x="603" y="259"/>
                </a:lnTo>
                <a:lnTo>
                  <a:pt x="603" y="260"/>
                </a:lnTo>
                <a:lnTo>
                  <a:pt x="603" y="259"/>
                </a:lnTo>
                <a:lnTo>
                  <a:pt x="604" y="260"/>
                </a:lnTo>
                <a:lnTo>
                  <a:pt x="604" y="261"/>
                </a:lnTo>
                <a:lnTo>
                  <a:pt x="603" y="261"/>
                </a:lnTo>
                <a:lnTo>
                  <a:pt x="602" y="261"/>
                </a:lnTo>
                <a:lnTo>
                  <a:pt x="601" y="260"/>
                </a:lnTo>
                <a:lnTo>
                  <a:pt x="601" y="261"/>
                </a:lnTo>
                <a:lnTo>
                  <a:pt x="600" y="261"/>
                </a:lnTo>
                <a:lnTo>
                  <a:pt x="599" y="261"/>
                </a:lnTo>
                <a:lnTo>
                  <a:pt x="598" y="261"/>
                </a:lnTo>
                <a:lnTo>
                  <a:pt x="597" y="261"/>
                </a:lnTo>
                <a:lnTo>
                  <a:pt x="596" y="261"/>
                </a:lnTo>
                <a:lnTo>
                  <a:pt x="595" y="262"/>
                </a:lnTo>
                <a:lnTo>
                  <a:pt x="594" y="262"/>
                </a:lnTo>
                <a:lnTo>
                  <a:pt x="594" y="263"/>
                </a:lnTo>
                <a:lnTo>
                  <a:pt x="593" y="264"/>
                </a:lnTo>
                <a:lnTo>
                  <a:pt x="592" y="264"/>
                </a:lnTo>
                <a:lnTo>
                  <a:pt x="591" y="265"/>
                </a:lnTo>
                <a:lnTo>
                  <a:pt x="590" y="265"/>
                </a:lnTo>
                <a:lnTo>
                  <a:pt x="589" y="265"/>
                </a:lnTo>
                <a:lnTo>
                  <a:pt x="589" y="266"/>
                </a:lnTo>
                <a:lnTo>
                  <a:pt x="588" y="266"/>
                </a:lnTo>
                <a:lnTo>
                  <a:pt x="588" y="265"/>
                </a:lnTo>
                <a:lnTo>
                  <a:pt x="587" y="265"/>
                </a:lnTo>
                <a:lnTo>
                  <a:pt x="585" y="266"/>
                </a:lnTo>
                <a:lnTo>
                  <a:pt x="584" y="266"/>
                </a:lnTo>
                <a:lnTo>
                  <a:pt x="583" y="266"/>
                </a:lnTo>
                <a:lnTo>
                  <a:pt x="582" y="265"/>
                </a:lnTo>
                <a:lnTo>
                  <a:pt x="581" y="266"/>
                </a:lnTo>
                <a:lnTo>
                  <a:pt x="580" y="265"/>
                </a:lnTo>
                <a:lnTo>
                  <a:pt x="579" y="265"/>
                </a:lnTo>
                <a:lnTo>
                  <a:pt x="579" y="266"/>
                </a:lnTo>
                <a:lnTo>
                  <a:pt x="577" y="266"/>
                </a:lnTo>
                <a:lnTo>
                  <a:pt x="577" y="265"/>
                </a:lnTo>
                <a:lnTo>
                  <a:pt x="578" y="264"/>
                </a:lnTo>
                <a:lnTo>
                  <a:pt x="579" y="263"/>
                </a:lnTo>
                <a:lnTo>
                  <a:pt x="580" y="262"/>
                </a:lnTo>
                <a:lnTo>
                  <a:pt x="579" y="262"/>
                </a:lnTo>
                <a:lnTo>
                  <a:pt x="580" y="261"/>
                </a:lnTo>
                <a:lnTo>
                  <a:pt x="581" y="261"/>
                </a:lnTo>
                <a:lnTo>
                  <a:pt x="581" y="260"/>
                </a:lnTo>
                <a:lnTo>
                  <a:pt x="580" y="261"/>
                </a:lnTo>
                <a:lnTo>
                  <a:pt x="579" y="261"/>
                </a:lnTo>
                <a:lnTo>
                  <a:pt x="579" y="260"/>
                </a:lnTo>
                <a:lnTo>
                  <a:pt x="580" y="260"/>
                </a:lnTo>
                <a:lnTo>
                  <a:pt x="579" y="259"/>
                </a:lnTo>
                <a:lnTo>
                  <a:pt x="580" y="259"/>
                </a:lnTo>
                <a:lnTo>
                  <a:pt x="581" y="259"/>
                </a:lnTo>
                <a:lnTo>
                  <a:pt x="581" y="258"/>
                </a:lnTo>
                <a:lnTo>
                  <a:pt x="581" y="257"/>
                </a:lnTo>
                <a:lnTo>
                  <a:pt x="582" y="257"/>
                </a:lnTo>
                <a:lnTo>
                  <a:pt x="582" y="256"/>
                </a:lnTo>
                <a:lnTo>
                  <a:pt x="582" y="254"/>
                </a:lnTo>
                <a:lnTo>
                  <a:pt x="583" y="253"/>
                </a:lnTo>
                <a:lnTo>
                  <a:pt x="584" y="254"/>
                </a:lnTo>
                <a:lnTo>
                  <a:pt x="585" y="254"/>
                </a:lnTo>
                <a:lnTo>
                  <a:pt x="586" y="254"/>
                </a:lnTo>
                <a:lnTo>
                  <a:pt x="585" y="254"/>
                </a:lnTo>
                <a:lnTo>
                  <a:pt x="584" y="253"/>
                </a:lnTo>
                <a:lnTo>
                  <a:pt x="584" y="252"/>
                </a:lnTo>
                <a:lnTo>
                  <a:pt x="584" y="251"/>
                </a:lnTo>
                <a:lnTo>
                  <a:pt x="585" y="251"/>
                </a:lnTo>
                <a:lnTo>
                  <a:pt x="585" y="249"/>
                </a:lnTo>
                <a:lnTo>
                  <a:pt x="584" y="248"/>
                </a:lnTo>
                <a:lnTo>
                  <a:pt x="583" y="248"/>
                </a:lnTo>
                <a:lnTo>
                  <a:pt x="582" y="247"/>
                </a:lnTo>
                <a:lnTo>
                  <a:pt x="582" y="246"/>
                </a:lnTo>
                <a:lnTo>
                  <a:pt x="581" y="245"/>
                </a:lnTo>
                <a:lnTo>
                  <a:pt x="580" y="244"/>
                </a:lnTo>
                <a:lnTo>
                  <a:pt x="580" y="243"/>
                </a:lnTo>
                <a:lnTo>
                  <a:pt x="580" y="242"/>
                </a:lnTo>
                <a:lnTo>
                  <a:pt x="580" y="241"/>
                </a:lnTo>
                <a:lnTo>
                  <a:pt x="579" y="241"/>
                </a:lnTo>
                <a:lnTo>
                  <a:pt x="579" y="242"/>
                </a:lnTo>
                <a:lnTo>
                  <a:pt x="578" y="242"/>
                </a:lnTo>
                <a:lnTo>
                  <a:pt x="578" y="243"/>
                </a:lnTo>
                <a:lnTo>
                  <a:pt x="578" y="244"/>
                </a:lnTo>
                <a:lnTo>
                  <a:pt x="577" y="245"/>
                </a:lnTo>
                <a:lnTo>
                  <a:pt x="577" y="246"/>
                </a:lnTo>
                <a:lnTo>
                  <a:pt x="576" y="245"/>
                </a:lnTo>
                <a:lnTo>
                  <a:pt x="576" y="246"/>
                </a:lnTo>
                <a:lnTo>
                  <a:pt x="577" y="247"/>
                </a:lnTo>
                <a:lnTo>
                  <a:pt x="577" y="248"/>
                </a:lnTo>
                <a:lnTo>
                  <a:pt x="578" y="248"/>
                </a:lnTo>
                <a:lnTo>
                  <a:pt x="579" y="248"/>
                </a:lnTo>
                <a:lnTo>
                  <a:pt x="579" y="249"/>
                </a:lnTo>
                <a:lnTo>
                  <a:pt x="579" y="250"/>
                </a:lnTo>
                <a:lnTo>
                  <a:pt x="578" y="250"/>
                </a:lnTo>
                <a:lnTo>
                  <a:pt x="575" y="250"/>
                </a:lnTo>
                <a:lnTo>
                  <a:pt x="574" y="251"/>
                </a:lnTo>
                <a:lnTo>
                  <a:pt x="574" y="250"/>
                </a:lnTo>
                <a:lnTo>
                  <a:pt x="574" y="249"/>
                </a:lnTo>
                <a:lnTo>
                  <a:pt x="574" y="248"/>
                </a:lnTo>
                <a:lnTo>
                  <a:pt x="573" y="248"/>
                </a:lnTo>
                <a:lnTo>
                  <a:pt x="572" y="248"/>
                </a:lnTo>
                <a:lnTo>
                  <a:pt x="571" y="248"/>
                </a:lnTo>
                <a:lnTo>
                  <a:pt x="571" y="249"/>
                </a:lnTo>
                <a:lnTo>
                  <a:pt x="571" y="250"/>
                </a:lnTo>
                <a:lnTo>
                  <a:pt x="570" y="249"/>
                </a:lnTo>
                <a:lnTo>
                  <a:pt x="570" y="248"/>
                </a:lnTo>
                <a:lnTo>
                  <a:pt x="570" y="247"/>
                </a:lnTo>
                <a:lnTo>
                  <a:pt x="570" y="246"/>
                </a:lnTo>
                <a:lnTo>
                  <a:pt x="569" y="246"/>
                </a:lnTo>
                <a:lnTo>
                  <a:pt x="568" y="247"/>
                </a:lnTo>
                <a:lnTo>
                  <a:pt x="566" y="247"/>
                </a:lnTo>
                <a:lnTo>
                  <a:pt x="565" y="248"/>
                </a:lnTo>
                <a:lnTo>
                  <a:pt x="564" y="249"/>
                </a:lnTo>
                <a:lnTo>
                  <a:pt x="563" y="249"/>
                </a:lnTo>
                <a:lnTo>
                  <a:pt x="563" y="250"/>
                </a:lnTo>
                <a:lnTo>
                  <a:pt x="561" y="250"/>
                </a:lnTo>
                <a:lnTo>
                  <a:pt x="561" y="251"/>
                </a:lnTo>
                <a:lnTo>
                  <a:pt x="560" y="250"/>
                </a:lnTo>
                <a:lnTo>
                  <a:pt x="559" y="250"/>
                </a:lnTo>
                <a:lnTo>
                  <a:pt x="559" y="249"/>
                </a:lnTo>
                <a:lnTo>
                  <a:pt x="560" y="249"/>
                </a:lnTo>
                <a:lnTo>
                  <a:pt x="559" y="249"/>
                </a:lnTo>
                <a:lnTo>
                  <a:pt x="558" y="249"/>
                </a:lnTo>
                <a:lnTo>
                  <a:pt x="558" y="250"/>
                </a:lnTo>
                <a:lnTo>
                  <a:pt x="559" y="250"/>
                </a:lnTo>
                <a:lnTo>
                  <a:pt x="560" y="250"/>
                </a:lnTo>
                <a:lnTo>
                  <a:pt x="560" y="251"/>
                </a:lnTo>
                <a:lnTo>
                  <a:pt x="560" y="252"/>
                </a:lnTo>
                <a:lnTo>
                  <a:pt x="560" y="253"/>
                </a:lnTo>
                <a:lnTo>
                  <a:pt x="560" y="254"/>
                </a:lnTo>
                <a:lnTo>
                  <a:pt x="560" y="255"/>
                </a:lnTo>
                <a:lnTo>
                  <a:pt x="559" y="256"/>
                </a:lnTo>
                <a:lnTo>
                  <a:pt x="558" y="256"/>
                </a:lnTo>
                <a:lnTo>
                  <a:pt x="557" y="257"/>
                </a:lnTo>
                <a:lnTo>
                  <a:pt x="556" y="257"/>
                </a:lnTo>
                <a:lnTo>
                  <a:pt x="555" y="256"/>
                </a:lnTo>
                <a:lnTo>
                  <a:pt x="555" y="257"/>
                </a:lnTo>
                <a:lnTo>
                  <a:pt x="556" y="257"/>
                </a:lnTo>
                <a:lnTo>
                  <a:pt x="557" y="257"/>
                </a:lnTo>
                <a:lnTo>
                  <a:pt x="558" y="258"/>
                </a:lnTo>
                <a:lnTo>
                  <a:pt x="558" y="259"/>
                </a:lnTo>
                <a:lnTo>
                  <a:pt x="558" y="260"/>
                </a:lnTo>
                <a:lnTo>
                  <a:pt x="559" y="261"/>
                </a:lnTo>
                <a:lnTo>
                  <a:pt x="560" y="261"/>
                </a:lnTo>
                <a:lnTo>
                  <a:pt x="561" y="261"/>
                </a:lnTo>
                <a:lnTo>
                  <a:pt x="562" y="261"/>
                </a:lnTo>
                <a:lnTo>
                  <a:pt x="562" y="262"/>
                </a:lnTo>
                <a:lnTo>
                  <a:pt x="563" y="263"/>
                </a:lnTo>
                <a:lnTo>
                  <a:pt x="563" y="262"/>
                </a:lnTo>
                <a:lnTo>
                  <a:pt x="564" y="263"/>
                </a:lnTo>
                <a:lnTo>
                  <a:pt x="564" y="264"/>
                </a:lnTo>
                <a:lnTo>
                  <a:pt x="565" y="264"/>
                </a:lnTo>
                <a:lnTo>
                  <a:pt x="566" y="265"/>
                </a:lnTo>
                <a:lnTo>
                  <a:pt x="571" y="265"/>
                </a:lnTo>
                <a:lnTo>
                  <a:pt x="572" y="265"/>
                </a:lnTo>
                <a:lnTo>
                  <a:pt x="572" y="266"/>
                </a:lnTo>
                <a:lnTo>
                  <a:pt x="571" y="266"/>
                </a:lnTo>
                <a:lnTo>
                  <a:pt x="571" y="267"/>
                </a:lnTo>
                <a:lnTo>
                  <a:pt x="571" y="266"/>
                </a:lnTo>
                <a:lnTo>
                  <a:pt x="570" y="266"/>
                </a:lnTo>
                <a:lnTo>
                  <a:pt x="570" y="267"/>
                </a:lnTo>
                <a:lnTo>
                  <a:pt x="570" y="268"/>
                </a:lnTo>
                <a:lnTo>
                  <a:pt x="571" y="268"/>
                </a:lnTo>
                <a:lnTo>
                  <a:pt x="571" y="269"/>
                </a:lnTo>
                <a:lnTo>
                  <a:pt x="570" y="269"/>
                </a:lnTo>
                <a:lnTo>
                  <a:pt x="569" y="270"/>
                </a:lnTo>
                <a:lnTo>
                  <a:pt x="567" y="273"/>
                </a:lnTo>
                <a:lnTo>
                  <a:pt x="566" y="273"/>
                </a:lnTo>
                <a:lnTo>
                  <a:pt x="567" y="273"/>
                </a:lnTo>
                <a:lnTo>
                  <a:pt x="566" y="273"/>
                </a:lnTo>
                <a:lnTo>
                  <a:pt x="567" y="274"/>
                </a:lnTo>
                <a:lnTo>
                  <a:pt x="568" y="274"/>
                </a:lnTo>
                <a:lnTo>
                  <a:pt x="569" y="273"/>
                </a:lnTo>
                <a:lnTo>
                  <a:pt x="572" y="270"/>
                </a:lnTo>
                <a:lnTo>
                  <a:pt x="572" y="271"/>
                </a:lnTo>
                <a:lnTo>
                  <a:pt x="573" y="271"/>
                </a:lnTo>
                <a:lnTo>
                  <a:pt x="573" y="273"/>
                </a:lnTo>
                <a:lnTo>
                  <a:pt x="572" y="273"/>
                </a:lnTo>
                <a:lnTo>
                  <a:pt x="572" y="275"/>
                </a:lnTo>
                <a:lnTo>
                  <a:pt x="572" y="276"/>
                </a:lnTo>
                <a:lnTo>
                  <a:pt x="573" y="276"/>
                </a:lnTo>
                <a:lnTo>
                  <a:pt x="574" y="274"/>
                </a:lnTo>
                <a:lnTo>
                  <a:pt x="574" y="273"/>
                </a:lnTo>
                <a:lnTo>
                  <a:pt x="574" y="274"/>
                </a:lnTo>
                <a:lnTo>
                  <a:pt x="575" y="274"/>
                </a:lnTo>
                <a:lnTo>
                  <a:pt x="576" y="275"/>
                </a:lnTo>
                <a:lnTo>
                  <a:pt x="576" y="274"/>
                </a:lnTo>
                <a:lnTo>
                  <a:pt x="576" y="271"/>
                </a:lnTo>
                <a:lnTo>
                  <a:pt x="577" y="270"/>
                </a:lnTo>
                <a:lnTo>
                  <a:pt x="579" y="271"/>
                </a:lnTo>
                <a:lnTo>
                  <a:pt x="579" y="273"/>
                </a:lnTo>
                <a:lnTo>
                  <a:pt x="578" y="274"/>
                </a:lnTo>
                <a:lnTo>
                  <a:pt x="578" y="275"/>
                </a:lnTo>
                <a:lnTo>
                  <a:pt x="578" y="276"/>
                </a:lnTo>
                <a:lnTo>
                  <a:pt x="577" y="276"/>
                </a:lnTo>
                <a:lnTo>
                  <a:pt x="577" y="277"/>
                </a:lnTo>
                <a:lnTo>
                  <a:pt x="576" y="277"/>
                </a:lnTo>
                <a:lnTo>
                  <a:pt x="575" y="277"/>
                </a:lnTo>
                <a:lnTo>
                  <a:pt x="574" y="277"/>
                </a:lnTo>
                <a:lnTo>
                  <a:pt x="573" y="277"/>
                </a:lnTo>
                <a:lnTo>
                  <a:pt x="570" y="281"/>
                </a:lnTo>
                <a:lnTo>
                  <a:pt x="569" y="281"/>
                </a:lnTo>
                <a:lnTo>
                  <a:pt x="568" y="282"/>
                </a:lnTo>
                <a:lnTo>
                  <a:pt x="568" y="283"/>
                </a:lnTo>
                <a:lnTo>
                  <a:pt x="567" y="283"/>
                </a:lnTo>
                <a:lnTo>
                  <a:pt x="567" y="284"/>
                </a:lnTo>
                <a:lnTo>
                  <a:pt x="567" y="285"/>
                </a:lnTo>
                <a:lnTo>
                  <a:pt x="566" y="286"/>
                </a:lnTo>
                <a:lnTo>
                  <a:pt x="565" y="286"/>
                </a:lnTo>
                <a:lnTo>
                  <a:pt x="564" y="286"/>
                </a:lnTo>
                <a:lnTo>
                  <a:pt x="564" y="285"/>
                </a:lnTo>
                <a:lnTo>
                  <a:pt x="565" y="284"/>
                </a:lnTo>
                <a:lnTo>
                  <a:pt x="566" y="284"/>
                </a:lnTo>
                <a:lnTo>
                  <a:pt x="566" y="283"/>
                </a:lnTo>
                <a:lnTo>
                  <a:pt x="567" y="282"/>
                </a:lnTo>
                <a:lnTo>
                  <a:pt x="567" y="281"/>
                </a:lnTo>
                <a:lnTo>
                  <a:pt x="568" y="281"/>
                </a:lnTo>
                <a:lnTo>
                  <a:pt x="569" y="281"/>
                </a:lnTo>
                <a:lnTo>
                  <a:pt x="569" y="280"/>
                </a:lnTo>
                <a:lnTo>
                  <a:pt x="568" y="279"/>
                </a:lnTo>
                <a:lnTo>
                  <a:pt x="567" y="280"/>
                </a:lnTo>
                <a:lnTo>
                  <a:pt x="566" y="280"/>
                </a:lnTo>
                <a:lnTo>
                  <a:pt x="565" y="281"/>
                </a:lnTo>
                <a:lnTo>
                  <a:pt x="564" y="281"/>
                </a:lnTo>
                <a:lnTo>
                  <a:pt x="564" y="282"/>
                </a:lnTo>
                <a:lnTo>
                  <a:pt x="563" y="282"/>
                </a:lnTo>
                <a:lnTo>
                  <a:pt x="563" y="283"/>
                </a:lnTo>
                <a:lnTo>
                  <a:pt x="563" y="284"/>
                </a:lnTo>
                <a:lnTo>
                  <a:pt x="562" y="284"/>
                </a:lnTo>
                <a:lnTo>
                  <a:pt x="561" y="284"/>
                </a:lnTo>
                <a:lnTo>
                  <a:pt x="561" y="283"/>
                </a:lnTo>
                <a:lnTo>
                  <a:pt x="560" y="283"/>
                </a:lnTo>
                <a:lnTo>
                  <a:pt x="561" y="284"/>
                </a:lnTo>
                <a:lnTo>
                  <a:pt x="560" y="284"/>
                </a:lnTo>
                <a:lnTo>
                  <a:pt x="560" y="283"/>
                </a:lnTo>
                <a:lnTo>
                  <a:pt x="559" y="283"/>
                </a:lnTo>
                <a:lnTo>
                  <a:pt x="559" y="284"/>
                </a:lnTo>
                <a:lnTo>
                  <a:pt x="558" y="284"/>
                </a:lnTo>
                <a:lnTo>
                  <a:pt x="558" y="285"/>
                </a:lnTo>
                <a:lnTo>
                  <a:pt x="557" y="285"/>
                </a:lnTo>
                <a:lnTo>
                  <a:pt x="556" y="286"/>
                </a:lnTo>
                <a:lnTo>
                  <a:pt x="556" y="287"/>
                </a:lnTo>
                <a:lnTo>
                  <a:pt x="555" y="287"/>
                </a:lnTo>
                <a:lnTo>
                  <a:pt x="555" y="286"/>
                </a:lnTo>
                <a:lnTo>
                  <a:pt x="554" y="286"/>
                </a:lnTo>
                <a:lnTo>
                  <a:pt x="554" y="287"/>
                </a:lnTo>
                <a:lnTo>
                  <a:pt x="553" y="287"/>
                </a:lnTo>
                <a:lnTo>
                  <a:pt x="553" y="288"/>
                </a:lnTo>
                <a:lnTo>
                  <a:pt x="552" y="289"/>
                </a:lnTo>
                <a:lnTo>
                  <a:pt x="552" y="290"/>
                </a:lnTo>
                <a:lnTo>
                  <a:pt x="551" y="290"/>
                </a:lnTo>
                <a:lnTo>
                  <a:pt x="551" y="291"/>
                </a:lnTo>
                <a:lnTo>
                  <a:pt x="551" y="292"/>
                </a:lnTo>
                <a:lnTo>
                  <a:pt x="550" y="293"/>
                </a:lnTo>
                <a:lnTo>
                  <a:pt x="550" y="294"/>
                </a:lnTo>
                <a:lnTo>
                  <a:pt x="549" y="295"/>
                </a:lnTo>
                <a:lnTo>
                  <a:pt x="549" y="296"/>
                </a:lnTo>
                <a:lnTo>
                  <a:pt x="550" y="297"/>
                </a:lnTo>
                <a:lnTo>
                  <a:pt x="551" y="298"/>
                </a:lnTo>
                <a:lnTo>
                  <a:pt x="551" y="299"/>
                </a:lnTo>
                <a:lnTo>
                  <a:pt x="551" y="300"/>
                </a:lnTo>
                <a:lnTo>
                  <a:pt x="550" y="300"/>
                </a:lnTo>
                <a:lnTo>
                  <a:pt x="550" y="301"/>
                </a:lnTo>
                <a:lnTo>
                  <a:pt x="549" y="302"/>
                </a:lnTo>
                <a:lnTo>
                  <a:pt x="549" y="303"/>
                </a:lnTo>
                <a:lnTo>
                  <a:pt x="548" y="304"/>
                </a:lnTo>
                <a:lnTo>
                  <a:pt x="549" y="305"/>
                </a:lnTo>
                <a:lnTo>
                  <a:pt x="548" y="305"/>
                </a:lnTo>
                <a:lnTo>
                  <a:pt x="548" y="306"/>
                </a:lnTo>
                <a:lnTo>
                  <a:pt x="548" y="307"/>
                </a:lnTo>
                <a:lnTo>
                  <a:pt x="547" y="307"/>
                </a:lnTo>
                <a:lnTo>
                  <a:pt x="547" y="306"/>
                </a:lnTo>
                <a:lnTo>
                  <a:pt x="546" y="306"/>
                </a:lnTo>
                <a:lnTo>
                  <a:pt x="545" y="306"/>
                </a:lnTo>
                <a:lnTo>
                  <a:pt x="545" y="305"/>
                </a:lnTo>
                <a:lnTo>
                  <a:pt x="544" y="304"/>
                </a:lnTo>
                <a:lnTo>
                  <a:pt x="543" y="304"/>
                </a:lnTo>
                <a:lnTo>
                  <a:pt x="543" y="305"/>
                </a:lnTo>
                <a:lnTo>
                  <a:pt x="543" y="304"/>
                </a:lnTo>
                <a:lnTo>
                  <a:pt x="543" y="303"/>
                </a:lnTo>
                <a:lnTo>
                  <a:pt x="542" y="301"/>
                </a:lnTo>
                <a:lnTo>
                  <a:pt x="541" y="301"/>
                </a:lnTo>
                <a:lnTo>
                  <a:pt x="540" y="301"/>
                </a:lnTo>
                <a:lnTo>
                  <a:pt x="539" y="301"/>
                </a:lnTo>
                <a:lnTo>
                  <a:pt x="538" y="301"/>
                </a:lnTo>
                <a:lnTo>
                  <a:pt x="538" y="302"/>
                </a:lnTo>
                <a:lnTo>
                  <a:pt x="537" y="302"/>
                </a:lnTo>
                <a:lnTo>
                  <a:pt x="537" y="303"/>
                </a:lnTo>
                <a:lnTo>
                  <a:pt x="537" y="304"/>
                </a:lnTo>
                <a:lnTo>
                  <a:pt x="537" y="305"/>
                </a:lnTo>
                <a:lnTo>
                  <a:pt x="538" y="305"/>
                </a:lnTo>
                <a:lnTo>
                  <a:pt x="539" y="306"/>
                </a:lnTo>
                <a:lnTo>
                  <a:pt x="541" y="306"/>
                </a:lnTo>
                <a:lnTo>
                  <a:pt x="541" y="307"/>
                </a:lnTo>
                <a:lnTo>
                  <a:pt x="540" y="308"/>
                </a:lnTo>
                <a:lnTo>
                  <a:pt x="539" y="308"/>
                </a:lnTo>
                <a:lnTo>
                  <a:pt x="538" y="309"/>
                </a:lnTo>
                <a:lnTo>
                  <a:pt x="537" y="310"/>
                </a:lnTo>
                <a:lnTo>
                  <a:pt x="537" y="311"/>
                </a:lnTo>
                <a:lnTo>
                  <a:pt x="537" y="312"/>
                </a:lnTo>
                <a:lnTo>
                  <a:pt x="537" y="314"/>
                </a:lnTo>
                <a:lnTo>
                  <a:pt x="538" y="315"/>
                </a:lnTo>
                <a:lnTo>
                  <a:pt x="538" y="317"/>
                </a:lnTo>
                <a:lnTo>
                  <a:pt x="537" y="317"/>
                </a:lnTo>
                <a:lnTo>
                  <a:pt x="537" y="316"/>
                </a:lnTo>
                <a:lnTo>
                  <a:pt x="536" y="317"/>
                </a:lnTo>
                <a:lnTo>
                  <a:pt x="535" y="317"/>
                </a:lnTo>
                <a:lnTo>
                  <a:pt x="534" y="318"/>
                </a:lnTo>
                <a:lnTo>
                  <a:pt x="533" y="319"/>
                </a:lnTo>
                <a:lnTo>
                  <a:pt x="533" y="320"/>
                </a:lnTo>
                <a:lnTo>
                  <a:pt x="532" y="319"/>
                </a:lnTo>
                <a:lnTo>
                  <a:pt x="532" y="318"/>
                </a:lnTo>
                <a:lnTo>
                  <a:pt x="531" y="318"/>
                </a:lnTo>
                <a:lnTo>
                  <a:pt x="532" y="318"/>
                </a:lnTo>
                <a:lnTo>
                  <a:pt x="532" y="317"/>
                </a:lnTo>
                <a:lnTo>
                  <a:pt x="531" y="317"/>
                </a:lnTo>
                <a:lnTo>
                  <a:pt x="530" y="317"/>
                </a:lnTo>
                <a:lnTo>
                  <a:pt x="529" y="318"/>
                </a:lnTo>
                <a:lnTo>
                  <a:pt x="529" y="317"/>
                </a:lnTo>
                <a:lnTo>
                  <a:pt x="529" y="316"/>
                </a:lnTo>
                <a:lnTo>
                  <a:pt x="527" y="315"/>
                </a:lnTo>
                <a:lnTo>
                  <a:pt x="527" y="316"/>
                </a:lnTo>
                <a:lnTo>
                  <a:pt x="526" y="316"/>
                </a:lnTo>
                <a:lnTo>
                  <a:pt x="526" y="317"/>
                </a:lnTo>
                <a:lnTo>
                  <a:pt x="525" y="317"/>
                </a:lnTo>
                <a:lnTo>
                  <a:pt x="524" y="318"/>
                </a:lnTo>
                <a:lnTo>
                  <a:pt x="525" y="318"/>
                </a:lnTo>
                <a:lnTo>
                  <a:pt x="524" y="318"/>
                </a:lnTo>
                <a:lnTo>
                  <a:pt x="524" y="319"/>
                </a:lnTo>
                <a:lnTo>
                  <a:pt x="524" y="320"/>
                </a:lnTo>
                <a:lnTo>
                  <a:pt x="525" y="319"/>
                </a:lnTo>
                <a:lnTo>
                  <a:pt x="526" y="320"/>
                </a:lnTo>
                <a:lnTo>
                  <a:pt x="524" y="321"/>
                </a:lnTo>
                <a:lnTo>
                  <a:pt x="524" y="322"/>
                </a:lnTo>
                <a:lnTo>
                  <a:pt x="525" y="323"/>
                </a:lnTo>
                <a:lnTo>
                  <a:pt x="524" y="324"/>
                </a:lnTo>
                <a:lnTo>
                  <a:pt x="523" y="323"/>
                </a:lnTo>
                <a:lnTo>
                  <a:pt x="522" y="323"/>
                </a:lnTo>
                <a:lnTo>
                  <a:pt x="521" y="323"/>
                </a:lnTo>
                <a:lnTo>
                  <a:pt x="521" y="322"/>
                </a:lnTo>
                <a:lnTo>
                  <a:pt x="520" y="322"/>
                </a:lnTo>
                <a:lnTo>
                  <a:pt x="520" y="319"/>
                </a:lnTo>
                <a:lnTo>
                  <a:pt x="520" y="318"/>
                </a:lnTo>
                <a:lnTo>
                  <a:pt x="519" y="317"/>
                </a:lnTo>
                <a:lnTo>
                  <a:pt x="519" y="316"/>
                </a:lnTo>
                <a:lnTo>
                  <a:pt x="519" y="317"/>
                </a:lnTo>
                <a:lnTo>
                  <a:pt x="519" y="318"/>
                </a:lnTo>
                <a:lnTo>
                  <a:pt x="518" y="318"/>
                </a:lnTo>
                <a:lnTo>
                  <a:pt x="517" y="318"/>
                </a:lnTo>
                <a:lnTo>
                  <a:pt x="516" y="319"/>
                </a:lnTo>
                <a:lnTo>
                  <a:pt x="514" y="320"/>
                </a:lnTo>
                <a:lnTo>
                  <a:pt x="513" y="321"/>
                </a:lnTo>
                <a:lnTo>
                  <a:pt x="513" y="322"/>
                </a:lnTo>
                <a:lnTo>
                  <a:pt x="512" y="322"/>
                </a:lnTo>
                <a:lnTo>
                  <a:pt x="511" y="322"/>
                </a:lnTo>
                <a:lnTo>
                  <a:pt x="511" y="321"/>
                </a:lnTo>
                <a:lnTo>
                  <a:pt x="510" y="321"/>
                </a:lnTo>
                <a:lnTo>
                  <a:pt x="510" y="320"/>
                </a:lnTo>
                <a:lnTo>
                  <a:pt x="509" y="319"/>
                </a:lnTo>
                <a:lnTo>
                  <a:pt x="509" y="320"/>
                </a:lnTo>
                <a:lnTo>
                  <a:pt x="510" y="320"/>
                </a:lnTo>
                <a:lnTo>
                  <a:pt x="510" y="321"/>
                </a:lnTo>
                <a:lnTo>
                  <a:pt x="510" y="322"/>
                </a:lnTo>
                <a:lnTo>
                  <a:pt x="509" y="322"/>
                </a:lnTo>
                <a:lnTo>
                  <a:pt x="510" y="323"/>
                </a:lnTo>
                <a:lnTo>
                  <a:pt x="511" y="323"/>
                </a:lnTo>
                <a:lnTo>
                  <a:pt x="511" y="324"/>
                </a:lnTo>
                <a:lnTo>
                  <a:pt x="510" y="325"/>
                </a:lnTo>
                <a:lnTo>
                  <a:pt x="510" y="324"/>
                </a:lnTo>
                <a:lnTo>
                  <a:pt x="509" y="324"/>
                </a:lnTo>
                <a:lnTo>
                  <a:pt x="509" y="325"/>
                </a:lnTo>
                <a:lnTo>
                  <a:pt x="508" y="325"/>
                </a:lnTo>
                <a:lnTo>
                  <a:pt x="507" y="325"/>
                </a:lnTo>
                <a:lnTo>
                  <a:pt x="507" y="326"/>
                </a:lnTo>
                <a:lnTo>
                  <a:pt x="508" y="326"/>
                </a:lnTo>
                <a:lnTo>
                  <a:pt x="509" y="326"/>
                </a:lnTo>
                <a:lnTo>
                  <a:pt x="508" y="327"/>
                </a:lnTo>
                <a:lnTo>
                  <a:pt x="508" y="328"/>
                </a:lnTo>
                <a:lnTo>
                  <a:pt x="507" y="330"/>
                </a:lnTo>
                <a:lnTo>
                  <a:pt x="507" y="331"/>
                </a:lnTo>
                <a:lnTo>
                  <a:pt x="507" y="332"/>
                </a:lnTo>
                <a:lnTo>
                  <a:pt x="506" y="332"/>
                </a:lnTo>
                <a:lnTo>
                  <a:pt x="506" y="334"/>
                </a:lnTo>
                <a:lnTo>
                  <a:pt x="505" y="334"/>
                </a:lnTo>
                <a:lnTo>
                  <a:pt x="505" y="335"/>
                </a:lnTo>
                <a:lnTo>
                  <a:pt x="505" y="336"/>
                </a:lnTo>
                <a:lnTo>
                  <a:pt x="505" y="337"/>
                </a:lnTo>
                <a:lnTo>
                  <a:pt x="504" y="337"/>
                </a:lnTo>
                <a:lnTo>
                  <a:pt x="503" y="338"/>
                </a:lnTo>
                <a:lnTo>
                  <a:pt x="502" y="338"/>
                </a:lnTo>
                <a:lnTo>
                  <a:pt x="502" y="339"/>
                </a:lnTo>
                <a:lnTo>
                  <a:pt x="502" y="340"/>
                </a:lnTo>
                <a:lnTo>
                  <a:pt x="502" y="341"/>
                </a:lnTo>
                <a:lnTo>
                  <a:pt x="501" y="341"/>
                </a:lnTo>
                <a:lnTo>
                  <a:pt x="501" y="342"/>
                </a:lnTo>
                <a:lnTo>
                  <a:pt x="501" y="343"/>
                </a:lnTo>
                <a:lnTo>
                  <a:pt x="501" y="344"/>
                </a:lnTo>
                <a:lnTo>
                  <a:pt x="500" y="344"/>
                </a:lnTo>
                <a:lnTo>
                  <a:pt x="500" y="345"/>
                </a:lnTo>
                <a:lnTo>
                  <a:pt x="501" y="345"/>
                </a:lnTo>
                <a:lnTo>
                  <a:pt x="500" y="346"/>
                </a:lnTo>
                <a:lnTo>
                  <a:pt x="501" y="348"/>
                </a:lnTo>
                <a:lnTo>
                  <a:pt x="500" y="349"/>
                </a:lnTo>
                <a:lnTo>
                  <a:pt x="499" y="350"/>
                </a:lnTo>
                <a:lnTo>
                  <a:pt x="499" y="349"/>
                </a:lnTo>
                <a:lnTo>
                  <a:pt x="499" y="348"/>
                </a:lnTo>
                <a:lnTo>
                  <a:pt x="500" y="348"/>
                </a:lnTo>
                <a:lnTo>
                  <a:pt x="499" y="348"/>
                </a:lnTo>
                <a:lnTo>
                  <a:pt x="498" y="348"/>
                </a:lnTo>
                <a:lnTo>
                  <a:pt x="498" y="353"/>
                </a:lnTo>
                <a:lnTo>
                  <a:pt x="497" y="353"/>
                </a:lnTo>
                <a:lnTo>
                  <a:pt x="497" y="356"/>
                </a:lnTo>
                <a:lnTo>
                  <a:pt x="496" y="356"/>
                </a:lnTo>
                <a:lnTo>
                  <a:pt x="496" y="352"/>
                </a:lnTo>
                <a:lnTo>
                  <a:pt x="494" y="352"/>
                </a:lnTo>
                <a:lnTo>
                  <a:pt x="493" y="353"/>
                </a:lnTo>
                <a:lnTo>
                  <a:pt x="491" y="354"/>
                </a:lnTo>
                <a:lnTo>
                  <a:pt x="491" y="353"/>
                </a:lnTo>
                <a:lnTo>
                  <a:pt x="491" y="354"/>
                </a:lnTo>
                <a:lnTo>
                  <a:pt x="492" y="354"/>
                </a:lnTo>
                <a:lnTo>
                  <a:pt x="491" y="355"/>
                </a:lnTo>
                <a:lnTo>
                  <a:pt x="490" y="354"/>
                </a:lnTo>
                <a:lnTo>
                  <a:pt x="490" y="355"/>
                </a:lnTo>
                <a:lnTo>
                  <a:pt x="489" y="355"/>
                </a:lnTo>
                <a:lnTo>
                  <a:pt x="489" y="356"/>
                </a:lnTo>
                <a:lnTo>
                  <a:pt x="489" y="357"/>
                </a:lnTo>
                <a:lnTo>
                  <a:pt x="488" y="357"/>
                </a:lnTo>
                <a:lnTo>
                  <a:pt x="488" y="356"/>
                </a:lnTo>
                <a:lnTo>
                  <a:pt x="487" y="356"/>
                </a:lnTo>
                <a:lnTo>
                  <a:pt x="488" y="357"/>
                </a:lnTo>
                <a:lnTo>
                  <a:pt x="488" y="358"/>
                </a:lnTo>
                <a:lnTo>
                  <a:pt x="487" y="359"/>
                </a:lnTo>
                <a:lnTo>
                  <a:pt x="487" y="358"/>
                </a:lnTo>
                <a:lnTo>
                  <a:pt x="486" y="359"/>
                </a:lnTo>
                <a:lnTo>
                  <a:pt x="484" y="360"/>
                </a:lnTo>
                <a:lnTo>
                  <a:pt x="483" y="360"/>
                </a:lnTo>
                <a:lnTo>
                  <a:pt x="483" y="361"/>
                </a:lnTo>
                <a:lnTo>
                  <a:pt x="483" y="362"/>
                </a:lnTo>
                <a:lnTo>
                  <a:pt x="483" y="363"/>
                </a:lnTo>
                <a:lnTo>
                  <a:pt x="483" y="364"/>
                </a:lnTo>
                <a:lnTo>
                  <a:pt x="482" y="366"/>
                </a:lnTo>
                <a:lnTo>
                  <a:pt x="482" y="367"/>
                </a:lnTo>
                <a:lnTo>
                  <a:pt x="481" y="368"/>
                </a:lnTo>
                <a:lnTo>
                  <a:pt x="481" y="369"/>
                </a:lnTo>
                <a:lnTo>
                  <a:pt x="481" y="371"/>
                </a:lnTo>
                <a:lnTo>
                  <a:pt x="481" y="372"/>
                </a:lnTo>
                <a:lnTo>
                  <a:pt x="481" y="373"/>
                </a:lnTo>
                <a:lnTo>
                  <a:pt x="480" y="374"/>
                </a:lnTo>
                <a:lnTo>
                  <a:pt x="480" y="375"/>
                </a:lnTo>
                <a:lnTo>
                  <a:pt x="480" y="376"/>
                </a:lnTo>
                <a:lnTo>
                  <a:pt x="480" y="377"/>
                </a:lnTo>
                <a:lnTo>
                  <a:pt x="481" y="377"/>
                </a:lnTo>
                <a:lnTo>
                  <a:pt x="482" y="377"/>
                </a:lnTo>
                <a:lnTo>
                  <a:pt x="481" y="378"/>
                </a:lnTo>
                <a:lnTo>
                  <a:pt x="481" y="379"/>
                </a:lnTo>
                <a:lnTo>
                  <a:pt x="481" y="380"/>
                </a:lnTo>
                <a:lnTo>
                  <a:pt x="480" y="379"/>
                </a:lnTo>
                <a:lnTo>
                  <a:pt x="480" y="380"/>
                </a:lnTo>
                <a:lnTo>
                  <a:pt x="481" y="380"/>
                </a:lnTo>
                <a:lnTo>
                  <a:pt x="481" y="381"/>
                </a:lnTo>
                <a:lnTo>
                  <a:pt x="482" y="381"/>
                </a:lnTo>
                <a:lnTo>
                  <a:pt x="480" y="382"/>
                </a:lnTo>
                <a:lnTo>
                  <a:pt x="480" y="381"/>
                </a:lnTo>
                <a:lnTo>
                  <a:pt x="479" y="382"/>
                </a:lnTo>
                <a:lnTo>
                  <a:pt x="479" y="383"/>
                </a:lnTo>
                <a:lnTo>
                  <a:pt x="477" y="383"/>
                </a:lnTo>
                <a:lnTo>
                  <a:pt x="477" y="382"/>
                </a:lnTo>
                <a:lnTo>
                  <a:pt x="478" y="382"/>
                </a:lnTo>
                <a:lnTo>
                  <a:pt x="478" y="381"/>
                </a:lnTo>
                <a:lnTo>
                  <a:pt x="477" y="381"/>
                </a:lnTo>
                <a:lnTo>
                  <a:pt x="477" y="382"/>
                </a:lnTo>
                <a:lnTo>
                  <a:pt x="476" y="382"/>
                </a:lnTo>
                <a:lnTo>
                  <a:pt x="475" y="382"/>
                </a:lnTo>
                <a:lnTo>
                  <a:pt x="474" y="382"/>
                </a:lnTo>
                <a:lnTo>
                  <a:pt x="472" y="383"/>
                </a:lnTo>
                <a:lnTo>
                  <a:pt x="472" y="382"/>
                </a:lnTo>
                <a:lnTo>
                  <a:pt x="471" y="381"/>
                </a:lnTo>
                <a:lnTo>
                  <a:pt x="471" y="380"/>
                </a:lnTo>
                <a:lnTo>
                  <a:pt x="471" y="379"/>
                </a:lnTo>
                <a:lnTo>
                  <a:pt x="470" y="379"/>
                </a:lnTo>
                <a:lnTo>
                  <a:pt x="469" y="379"/>
                </a:lnTo>
                <a:lnTo>
                  <a:pt x="468" y="379"/>
                </a:lnTo>
                <a:lnTo>
                  <a:pt x="468" y="378"/>
                </a:lnTo>
                <a:lnTo>
                  <a:pt x="467" y="378"/>
                </a:lnTo>
                <a:lnTo>
                  <a:pt x="466" y="378"/>
                </a:lnTo>
                <a:lnTo>
                  <a:pt x="466" y="377"/>
                </a:lnTo>
                <a:lnTo>
                  <a:pt x="465" y="377"/>
                </a:lnTo>
                <a:lnTo>
                  <a:pt x="465" y="378"/>
                </a:lnTo>
                <a:lnTo>
                  <a:pt x="464" y="379"/>
                </a:lnTo>
                <a:lnTo>
                  <a:pt x="463" y="380"/>
                </a:lnTo>
                <a:lnTo>
                  <a:pt x="462" y="380"/>
                </a:lnTo>
                <a:lnTo>
                  <a:pt x="461" y="379"/>
                </a:lnTo>
                <a:lnTo>
                  <a:pt x="460" y="379"/>
                </a:lnTo>
                <a:lnTo>
                  <a:pt x="458" y="380"/>
                </a:lnTo>
                <a:lnTo>
                  <a:pt x="457" y="380"/>
                </a:lnTo>
                <a:lnTo>
                  <a:pt x="457" y="381"/>
                </a:lnTo>
                <a:lnTo>
                  <a:pt x="456" y="380"/>
                </a:lnTo>
                <a:lnTo>
                  <a:pt x="455" y="381"/>
                </a:lnTo>
                <a:lnTo>
                  <a:pt x="454" y="381"/>
                </a:lnTo>
                <a:lnTo>
                  <a:pt x="454" y="382"/>
                </a:lnTo>
                <a:lnTo>
                  <a:pt x="454" y="383"/>
                </a:lnTo>
                <a:lnTo>
                  <a:pt x="453" y="384"/>
                </a:lnTo>
                <a:lnTo>
                  <a:pt x="453" y="385"/>
                </a:lnTo>
                <a:lnTo>
                  <a:pt x="453" y="386"/>
                </a:lnTo>
                <a:lnTo>
                  <a:pt x="452" y="386"/>
                </a:lnTo>
                <a:lnTo>
                  <a:pt x="451" y="386"/>
                </a:lnTo>
                <a:lnTo>
                  <a:pt x="450" y="386"/>
                </a:lnTo>
                <a:lnTo>
                  <a:pt x="448" y="386"/>
                </a:lnTo>
                <a:lnTo>
                  <a:pt x="447" y="386"/>
                </a:lnTo>
                <a:lnTo>
                  <a:pt x="445" y="387"/>
                </a:lnTo>
                <a:lnTo>
                  <a:pt x="444" y="386"/>
                </a:lnTo>
                <a:lnTo>
                  <a:pt x="443" y="386"/>
                </a:lnTo>
                <a:lnTo>
                  <a:pt x="441" y="386"/>
                </a:lnTo>
                <a:lnTo>
                  <a:pt x="439" y="387"/>
                </a:lnTo>
                <a:lnTo>
                  <a:pt x="438" y="387"/>
                </a:lnTo>
                <a:lnTo>
                  <a:pt x="436" y="387"/>
                </a:lnTo>
                <a:lnTo>
                  <a:pt x="435" y="387"/>
                </a:lnTo>
                <a:lnTo>
                  <a:pt x="434" y="387"/>
                </a:lnTo>
                <a:lnTo>
                  <a:pt x="432" y="386"/>
                </a:lnTo>
                <a:lnTo>
                  <a:pt x="431" y="387"/>
                </a:lnTo>
                <a:lnTo>
                  <a:pt x="430" y="387"/>
                </a:lnTo>
                <a:lnTo>
                  <a:pt x="428" y="388"/>
                </a:lnTo>
                <a:lnTo>
                  <a:pt x="428" y="389"/>
                </a:lnTo>
                <a:lnTo>
                  <a:pt x="427" y="388"/>
                </a:lnTo>
                <a:lnTo>
                  <a:pt x="426" y="389"/>
                </a:lnTo>
                <a:lnTo>
                  <a:pt x="425" y="390"/>
                </a:lnTo>
                <a:lnTo>
                  <a:pt x="426" y="392"/>
                </a:lnTo>
                <a:lnTo>
                  <a:pt x="426" y="393"/>
                </a:lnTo>
                <a:lnTo>
                  <a:pt x="426" y="394"/>
                </a:lnTo>
                <a:lnTo>
                  <a:pt x="425" y="396"/>
                </a:lnTo>
                <a:lnTo>
                  <a:pt x="425" y="397"/>
                </a:lnTo>
                <a:lnTo>
                  <a:pt x="426" y="398"/>
                </a:lnTo>
                <a:lnTo>
                  <a:pt x="426" y="399"/>
                </a:lnTo>
                <a:lnTo>
                  <a:pt x="425" y="399"/>
                </a:lnTo>
                <a:lnTo>
                  <a:pt x="425" y="400"/>
                </a:lnTo>
                <a:lnTo>
                  <a:pt x="425" y="401"/>
                </a:lnTo>
                <a:lnTo>
                  <a:pt x="424" y="401"/>
                </a:lnTo>
                <a:lnTo>
                  <a:pt x="421" y="403"/>
                </a:lnTo>
                <a:lnTo>
                  <a:pt x="421" y="404"/>
                </a:lnTo>
                <a:lnTo>
                  <a:pt x="421" y="405"/>
                </a:lnTo>
                <a:lnTo>
                  <a:pt x="421" y="406"/>
                </a:lnTo>
                <a:lnTo>
                  <a:pt x="420" y="406"/>
                </a:lnTo>
                <a:lnTo>
                  <a:pt x="419" y="407"/>
                </a:lnTo>
                <a:lnTo>
                  <a:pt x="419" y="408"/>
                </a:lnTo>
                <a:lnTo>
                  <a:pt x="420" y="410"/>
                </a:lnTo>
                <a:lnTo>
                  <a:pt x="419" y="411"/>
                </a:lnTo>
                <a:lnTo>
                  <a:pt x="418" y="411"/>
                </a:lnTo>
                <a:lnTo>
                  <a:pt x="417" y="410"/>
                </a:lnTo>
                <a:lnTo>
                  <a:pt x="418" y="411"/>
                </a:lnTo>
                <a:lnTo>
                  <a:pt x="417" y="411"/>
                </a:lnTo>
                <a:lnTo>
                  <a:pt x="416" y="411"/>
                </a:lnTo>
                <a:lnTo>
                  <a:pt x="415" y="410"/>
                </a:lnTo>
                <a:lnTo>
                  <a:pt x="415" y="411"/>
                </a:lnTo>
                <a:lnTo>
                  <a:pt x="415" y="412"/>
                </a:lnTo>
                <a:lnTo>
                  <a:pt x="417" y="412"/>
                </a:lnTo>
                <a:lnTo>
                  <a:pt x="418" y="413"/>
                </a:lnTo>
                <a:lnTo>
                  <a:pt x="417" y="414"/>
                </a:lnTo>
                <a:lnTo>
                  <a:pt x="416" y="416"/>
                </a:lnTo>
                <a:lnTo>
                  <a:pt x="416" y="417"/>
                </a:lnTo>
                <a:lnTo>
                  <a:pt x="414" y="418"/>
                </a:lnTo>
                <a:lnTo>
                  <a:pt x="413" y="418"/>
                </a:lnTo>
                <a:lnTo>
                  <a:pt x="413" y="417"/>
                </a:lnTo>
                <a:lnTo>
                  <a:pt x="412" y="417"/>
                </a:lnTo>
                <a:lnTo>
                  <a:pt x="412" y="418"/>
                </a:lnTo>
                <a:lnTo>
                  <a:pt x="411" y="418"/>
                </a:lnTo>
                <a:lnTo>
                  <a:pt x="412" y="418"/>
                </a:lnTo>
                <a:lnTo>
                  <a:pt x="412" y="419"/>
                </a:lnTo>
                <a:lnTo>
                  <a:pt x="413" y="419"/>
                </a:lnTo>
                <a:lnTo>
                  <a:pt x="413" y="420"/>
                </a:lnTo>
                <a:lnTo>
                  <a:pt x="412" y="420"/>
                </a:lnTo>
                <a:lnTo>
                  <a:pt x="411" y="420"/>
                </a:lnTo>
                <a:lnTo>
                  <a:pt x="410" y="421"/>
                </a:lnTo>
                <a:lnTo>
                  <a:pt x="409" y="422"/>
                </a:lnTo>
                <a:lnTo>
                  <a:pt x="410" y="423"/>
                </a:lnTo>
                <a:lnTo>
                  <a:pt x="411" y="423"/>
                </a:lnTo>
                <a:lnTo>
                  <a:pt x="412" y="424"/>
                </a:lnTo>
                <a:lnTo>
                  <a:pt x="413" y="424"/>
                </a:lnTo>
                <a:lnTo>
                  <a:pt x="414" y="423"/>
                </a:lnTo>
                <a:lnTo>
                  <a:pt x="415" y="423"/>
                </a:lnTo>
                <a:lnTo>
                  <a:pt x="416" y="424"/>
                </a:lnTo>
                <a:lnTo>
                  <a:pt x="416" y="425"/>
                </a:lnTo>
                <a:lnTo>
                  <a:pt x="416" y="426"/>
                </a:lnTo>
                <a:lnTo>
                  <a:pt x="416" y="427"/>
                </a:lnTo>
                <a:lnTo>
                  <a:pt x="415" y="427"/>
                </a:lnTo>
                <a:lnTo>
                  <a:pt x="414" y="428"/>
                </a:lnTo>
                <a:lnTo>
                  <a:pt x="413" y="429"/>
                </a:lnTo>
                <a:lnTo>
                  <a:pt x="412" y="429"/>
                </a:lnTo>
                <a:lnTo>
                  <a:pt x="411" y="429"/>
                </a:lnTo>
                <a:lnTo>
                  <a:pt x="410" y="429"/>
                </a:lnTo>
                <a:lnTo>
                  <a:pt x="409" y="429"/>
                </a:lnTo>
                <a:lnTo>
                  <a:pt x="409" y="430"/>
                </a:lnTo>
                <a:lnTo>
                  <a:pt x="408" y="430"/>
                </a:lnTo>
                <a:lnTo>
                  <a:pt x="407" y="431"/>
                </a:lnTo>
                <a:lnTo>
                  <a:pt x="406" y="431"/>
                </a:lnTo>
                <a:lnTo>
                  <a:pt x="406" y="430"/>
                </a:lnTo>
                <a:lnTo>
                  <a:pt x="406" y="429"/>
                </a:lnTo>
                <a:lnTo>
                  <a:pt x="403" y="429"/>
                </a:lnTo>
                <a:lnTo>
                  <a:pt x="402" y="429"/>
                </a:lnTo>
                <a:lnTo>
                  <a:pt x="402" y="430"/>
                </a:lnTo>
                <a:lnTo>
                  <a:pt x="401" y="430"/>
                </a:lnTo>
                <a:lnTo>
                  <a:pt x="400" y="429"/>
                </a:lnTo>
                <a:lnTo>
                  <a:pt x="399" y="429"/>
                </a:lnTo>
                <a:lnTo>
                  <a:pt x="399" y="430"/>
                </a:lnTo>
                <a:lnTo>
                  <a:pt x="398" y="430"/>
                </a:lnTo>
                <a:lnTo>
                  <a:pt x="398" y="429"/>
                </a:lnTo>
                <a:lnTo>
                  <a:pt x="398" y="428"/>
                </a:lnTo>
                <a:lnTo>
                  <a:pt x="399" y="427"/>
                </a:lnTo>
                <a:lnTo>
                  <a:pt x="398" y="427"/>
                </a:lnTo>
                <a:lnTo>
                  <a:pt x="397" y="426"/>
                </a:lnTo>
                <a:lnTo>
                  <a:pt x="397" y="427"/>
                </a:lnTo>
                <a:lnTo>
                  <a:pt x="395" y="427"/>
                </a:lnTo>
                <a:lnTo>
                  <a:pt x="393" y="427"/>
                </a:lnTo>
                <a:lnTo>
                  <a:pt x="392" y="426"/>
                </a:lnTo>
                <a:lnTo>
                  <a:pt x="391" y="427"/>
                </a:lnTo>
                <a:lnTo>
                  <a:pt x="390" y="427"/>
                </a:lnTo>
                <a:lnTo>
                  <a:pt x="390" y="428"/>
                </a:lnTo>
                <a:lnTo>
                  <a:pt x="391" y="429"/>
                </a:lnTo>
                <a:lnTo>
                  <a:pt x="391" y="430"/>
                </a:lnTo>
                <a:lnTo>
                  <a:pt x="390" y="430"/>
                </a:lnTo>
                <a:lnTo>
                  <a:pt x="389" y="430"/>
                </a:lnTo>
                <a:lnTo>
                  <a:pt x="388" y="430"/>
                </a:lnTo>
                <a:lnTo>
                  <a:pt x="388" y="431"/>
                </a:lnTo>
                <a:lnTo>
                  <a:pt x="388" y="432"/>
                </a:lnTo>
                <a:lnTo>
                  <a:pt x="387" y="432"/>
                </a:lnTo>
                <a:lnTo>
                  <a:pt x="387" y="433"/>
                </a:lnTo>
                <a:lnTo>
                  <a:pt x="386" y="433"/>
                </a:lnTo>
                <a:lnTo>
                  <a:pt x="385" y="432"/>
                </a:lnTo>
                <a:lnTo>
                  <a:pt x="385" y="431"/>
                </a:lnTo>
                <a:lnTo>
                  <a:pt x="384" y="431"/>
                </a:lnTo>
                <a:lnTo>
                  <a:pt x="384" y="432"/>
                </a:lnTo>
                <a:lnTo>
                  <a:pt x="383" y="433"/>
                </a:lnTo>
                <a:lnTo>
                  <a:pt x="383" y="434"/>
                </a:lnTo>
                <a:lnTo>
                  <a:pt x="384" y="434"/>
                </a:lnTo>
                <a:lnTo>
                  <a:pt x="384" y="435"/>
                </a:lnTo>
                <a:lnTo>
                  <a:pt x="385" y="435"/>
                </a:lnTo>
                <a:lnTo>
                  <a:pt x="385" y="436"/>
                </a:lnTo>
                <a:lnTo>
                  <a:pt x="385" y="438"/>
                </a:lnTo>
                <a:lnTo>
                  <a:pt x="384" y="438"/>
                </a:lnTo>
                <a:lnTo>
                  <a:pt x="382" y="438"/>
                </a:lnTo>
                <a:lnTo>
                  <a:pt x="381" y="438"/>
                </a:lnTo>
                <a:lnTo>
                  <a:pt x="381" y="437"/>
                </a:lnTo>
                <a:lnTo>
                  <a:pt x="380" y="438"/>
                </a:lnTo>
                <a:lnTo>
                  <a:pt x="380" y="439"/>
                </a:lnTo>
                <a:lnTo>
                  <a:pt x="379" y="439"/>
                </a:lnTo>
                <a:lnTo>
                  <a:pt x="379" y="440"/>
                </a:lnTo>
                <a:lnTo>
                  <a:pt x="379" y="441"/>
                </a:lnTo>
                <a:lnTo>
                  <a:pt x="380" y="441"/>
                </a:lnTo>
                <a:lnTo>
                  <a:pt x="380" y="442"/>
                </a:lnTo>
                <a:lnTo>
                  <a:pt x="379" y="443"/>
                </a:lnTo>
                <a:lnTo>
                  <a:pt x="380" y="444"/>
                </a:lnTo>
                <a:lnTo>
                  <a:pt x="380" y="446"/>
                </a:lnTo>
                <a:lnTo>
                  <a:pt x="381" y="449"/>
                </a:lnTo>
                <a:lnTo>
                  <a:pt x="381" y="450"/>
                </a:lnTo>
                <a:lnTo>
                  <a:pt x="381" y="451"/>
                </a:lnTo>
                <a:lnTo>
                  <a:pt x="380" y="453"/>
                </a:lnTo>
                <a:lnTo>
                  <a:pt x="379" y="454"/>
                </a:lnTo>
                <a:lnTo>
                  <a:pt x="378" y="455"/>
                </a:lnTo>
                <a:lnTo>
                  <a:pt x="378" y="456"/>
                </a:lnTo>
                <a:lnTo>
                  <a:pt x="378" y="458"/>
                </a:lnTo>
                <a:lnTo>
                  <a:pt x="378" y="459"/>
                </a:lnTo>
                <a:lnTo>
                  <a:pt x="378" y="460"/>
                </a:lnTo>
                <a:lnTo>
                  <a:pt x="377" y="460"/>
                </a:lnTo>
                <a:lnTo>
                  <a:pt x="377" y="461"/>
                </a:lnTo>
                <a:lnTo>
                  <a:pt x="376" y="461"/>
                </a:lnTo>
                <a:lnTo>
                  <a:pt x="375" y="461"/>
                </a:lnTo>
                <a:lnTo>
                  <a:pt x="375" y="462"/>
                </a:lnTo>
                <a:lnTo>
                  <a:pt x="374" y="462"/>
                </a:lnTo>
                <a:lnTo>
                  <a:pt x="373" y="462"/>
                </a:lnTo>
                <a:lnTo>
                  <a:pt x="372" y="462"/>
                </a:lnTo>
                <a:lnTo>
                  <a:pt x="371" y="462"/>
                </a:lnTo>
                <a:lnTo>
                  <a:pt x="369" y="462"/>
                </a:lnTo>
                <a:lnTo>
                  <a:pt x="368" y="461"/>
                </a:lnTo>
                <a:lnTo>
                  <a:pt x="366" y="461"/>
                </a:lnTo>
                <a:lnTo>
                  <a:pt x="365" y="462"/>
                </a:lnTo>
                <a:lnTo>
                  <a:pt x="365" y="463"/>
                </a:lnTo>
                <a:lnTo>
                  <a:pt x="363" y="464"/>
                </a:lnTo>
                <a:lnTo>
                  <a:pt x="361" y="463"/>
                </a:lnTo>
                <a:lnTo>
                  <a:pt x="360" y="464"/>
                </a:lnTo>
                <a:lnTo>
                  <a:pt x="359" y="464"/>
                </a:lnTo>
                <a:lnTo>
                  <a:pt x="358" y="464"/>
                </a:lnTo>
                <a:lnTo>
                  <a:pt x="358" y="463"/>
                </a:lnTo>
                <a:lnTo>
                  <a:pt x="358" y="464"/>
                </a:lnTo>
                <a:lnTo>
                  <a:pt x="357" y="465"/>
                </a:lnTo>
                <a:lnTo>
                  <a:pt x="357" y="467"/>
                </a:lnTo>
                <a:lnTo>
                  <a:pt x="358" y="467"/>
                </a:lnTo>
                <a:lnTo>
                  <a:pt x="357" y="467"/>
                </a:lnTo>
                <a:lnTo>
                  <a:pt x="356" y="467"/>
                </a:lnTo>
                <a:lnTo>
                  <a:pt x="355" y="466"/>
                </a:lnTo>
                <a:lnTo>
                  <a:pt x="354" y="466"/>
                </a:lnTo>
                <a:lnTo>
                  <a:pt x="353" y="467"/>
                </a:lnTo>
                <a:lnTo>
                  <a:pt x="353" y="466"/>
                </a:lnTo>
                <a:lnTo>
                  <a:pt x="353" y="465"/>
                </a:lnTo>
                <a:lnTo>
                  <a:pt x="353" y="464"/>
                </a:lnTo>
                <a:lnTo>
                  <a:pt x="353" y="463"/>
                </a:lnTo>
                <a:lnTo>
                  <a:pt x="353" y="462"/>
                </a:lnTo>
                <a:lnTo>
                  <a:pt x="354" y="460"/>
                </a:lnTo>
                <a:lnTo>
                  <a:pt x="354" y="459"/>
                </a:lnTo>
                <a:lnTo>
                  <a:pt x="354" y="458"/>
                </a:lnTo>
                <a:lnTo>
                  <a:pt x="353" y="458"/>
                </a:lnTo>
                <a:lnTo>
                  <a:pt x="353" y="457"/>
                </a:lnTo>
                <a:lnTo>
                  <a:pt x="352" y="457"/>
                </a:lnTo>
                <a:lnTo>
                  <a:pt x="351" y="456"/>
                </a:lnTo>
                <a:lnTo>
                  <a:pt x="350" y="456"/>
                </a:lnTo>
                <a:lnTo>
                  <a:pt x="350" y="455"/>
                </a:lnTo>
                <a:lnTo>
                  <a:pt x="349" y="455"/>
                </a:lnTo>
                <a:lnTo>
                  <a:pt x="349" y="454"/>
                </a:lnTo>
                <a:lnTo>
                  <a:pt x="348" y="454"/>
                </a:lnTo>
                <a:lnTo>
                  <a:pt x="349" y="452"/>
                </a:lnTo>
                <a:lnTo>
                  <a:pt x="351" y="452"/>
                </a:lnTo>
                <a:lnTo>
                  <a:pt x="352" y="452"/>
                </a:lnTo>
                <a:lnTo>
                  <a:pt x="352" y="451"/>
                </a:lnTo>
                <a:lnTo>
                  <a:pt x="353" y="451"/>
                </a:lnTo>
                <a:lnTo>
                  <a:pt x="353" y="450"/>
                </a:lnTo>
                <a:lnTo>
                  <a:pt x="352" y="450"/>
                </a:lnTo>
                <a:lnTo>
                  <a:pt x="352" y="449"/>
                </a:lnTo>
                <a:lnTo>
                  <a:pt x="353" y="448"/>
                </a:lnTo>
                <a:lnTo>
                  <a:pt x="354" y="448"/>
                </a:lnTo>
                <a:lnTo>
                  <a:pt x="354" y="447"/>
                </a:lnTo>
                <a:lnTo>
                  <a:pt x="355" y="447"/>
                </a:lnTo>
                <a:lnTo>
                  <a:pt x="353" y="446"/>
                </a:lnTo>
                <a:lnTo>
                  <a:pt x="352" y="446"/>
                </a:lnTo>
                <a:lnTo>
                  <a:pt x="351" y="446"/>
                </a:lnTo>
                <a:lnTo>
                  <a:pt x="350" y="446"/>
                </a:lnTo>
                <a:lnTo>
                  <a:pt x="349" y="445"/>
                </a:lnTo>
                <a:lnTo>
                  <a:pt x="348" y="445"/>
                </a:lnTo>
                <a:lnTo>
                  <a:pt x="347" y="446"/>
                </a:lnTo>
                <a:lnTo>
                  <a:pt x="347" y="445"/>
                </a:lnTo>
                <a:lnTo>
                  <a:pt x="346" y="445"/>
                </a:lnTo>
                <a:lnTo>
                  <a:pt x="345" y="445"/>
                </a:lnTo>
                <a:lnTo>
                  <a:pt x="343" y="444"/>
                </a:lnTo>
                <a:lnTo>
                  <a:pt x="343" y="443"/>
                </a:lnTo>
                <a:lnTo>
                  <a:pt x="343" y="442"/>
                </a:lnTo>
                <a:lnTo>
                  <a:pt x="344" y="442"/>
                </a:lnTo>
                <a:lnTo>
                  <a:pt x="345" y="442"/>
                </a:lnTo>
                <a:lnTo>
                  <a:pt x="345" y="441"/>
                </a:lnTo>
                <a:lnTo>
                  <a:pt x="346" y="440"/>
                </a:lnTo>
                <a:lnTo>
                  <a:pt x="347" y="439"/>
                </a:lnTo>
                <a:lnTo>
                  <a:pt x="347" y="438"/>
                </a:lnTo>
                <a:lnTo>
                  <a:pt x="346" y="437"/>
                </a:lnTo>
                <a:lnTo>
                  <a:pt x="345" y="437"/>
                </a:lnTo>
                <a:lnTo>
                  <a:pt x="345" y="436"/>
                </a:lnTo>
                <a:lnTo>
                  <a:pt x="345" y="435"/>
                </a:lnTo>
                <a:lnTo>
                  <a:pt x="345" y="434"/>
                </a:lnTo>
                <a:lnTo>
                  <a:pt x="344" y="434"/>
                </a:lnTo>
                <a:lnTo>
                  <a:pt x="343" y="434"/>
                </a:lnTo>
                <a:lnTo>
                  <a:pt x="342" y="433"/>
                </a:lnTo>
                <a:lnTo>
                  <a:pt x="341" y="434"/>
                </a:lnTo>
                <a:lnTo>
                  <a:pt x="340" y="434"/>
                </a:lnTo>
                <a:lnTo>
                  <a:pt x="339" y="434"/>
                </a:lnTo>
                <a:lnTo>
                  <a:pt x="338" y="433"/>
                </a:lnTo>
                <a:lnTo>
                  <a:pt x="337" y="434"/>
                </a:lnTo>
                <a:lnTo>
                  <a:pt x="336" y="434"/>
                </a:lnTo>
                <a:lnTo>
                  <a:pt x="335" y="434"/>
                </a:lnTo>
                <a:lnTo>
                  <a:pt x="334" y="433"/>
                </a:lnTo>
                <a:lnTo>
                  <a:pt x="334" y="432"/>
                </a:lnTo>
                <a:lnTo>
                  <a:pt x="332" y="432"/>
                </a:lnTo>
                <a:lnTo>
                  <a:pt x="331" y="431"/>
                </a:lnTo>
                <a:lnTo>
                  <a:pt x="330" y="431"/>
                </a:lnTo>
                <a:lnTo>
                  <a:pt x="329" y="431"/>
                </a:lnTo>
                <a:lnTo>
                  <a:pt x="329" y="432"/>
                </a:lnTo>
                <a:lnTo>
                  <a:pt x="328" y="433"/>
                </a:lnTo>
                <a:lnTo>
                  <a:pt x="327" y="433"/>
                </a:lnTo>
                <a:lnTo>
                  <a:pt x="326" y="432"/>
                </a:lnTo>
                <a:lnTo>
                  <a:pt x="325" y="432"/>
                </a:lnTo>
                <a:lnTo>
                  <a:pt x="325" y="433"/>
                </a:lnTo>
                <a:lnTo>
                  <a:pt x="325" y="434"/>
                </a:lnTo>
                <a:lnTo>
                  <a:pt x="325" y="435"/>
                </a:lnTo>
                <a:lnTo>
                  <a:pt x="323" y="435"/>
                </a:lnTo>
                <a:lnTo>
                  <a:pt x="322" y="434"/>
                </a:lnTo>
                <a:lnTo>
                  <a:pt x="321" y="434"/>
                </a:lnTo>
                <a:lnTo>
                  <a:pt x="320" y="435"/>
                </a:lnTo>
                <a:lnTo>
                  <a:pt x="319" y="435"/>
                </a:lnTo>
                <a:lnTo>
                  <a:pt x="319" y="434"/>
                </a:lnTo>
                <a:lnTo>
                  <a:pt x="318" y="434"/>
                </a:lnTo>
                <a:lnTo>
                  <a:pt x="317" y="434"/>
                </a:lnTo>
                <a:lnTo>
                  <a:pt x="316" y="434"/>
                </a:lnTo>
                <a:lnTo>
                  <a:pt x="315" y="435"/>
                </a:lnTo>
                <a:lnTo>
                  <a:pt x="314" y="435"/>
                </a:lnTo>
                <a:lnTo>
                  <a:pt x="314" y="434"/>
                </a:lnTo>
                <a:lnTo>
                  <a:pt x="313" y="434"/>
                </a:lnTo>
                <a:lnTo>
                  <a:pt x="313" y="435"/>
                </a:lnTo>
                <a:lnTo>
                  <a:pt x="313" y="436"/>
                </a:lnTo>
                <a:lnTo>
                  <a:pt x="313" y="437"/>
                </a:lnTo>
                <a:lnTo>
                  <a:pt x="314" y="437"/>
                </a:lnTo>
                <a:lnTo>
                  <a:pt x="314" y="438"/>
                </a:lnTo>
                <a:lnTo>
                  <a:pt x="313" y="438"/>
                </a:lnTo>
                <a:lnTo>
                  <a:pt x="313" y="440"/>
                </a:lnTo>
                <a:lnTo>
                  <a:pt x="313" y="441"/>
                </a:lnTo>
                <a:lnTo>
                  <a:pt x="313" y="442"/>
                </a:lnTo>
                <a:lnTo>
                  <a:pt x="313" y="443"/>
                </a:lnTo>
                <a:lnTo>
                  <a:pt x="313" y="444"/>
                </a:lnTo>
                <a:lnTo>
                  <a:pt x="313" y="445"/>
                </a:lnTo>
                <a:lnTo>
                  <a:pt x="313" y="446"/>
                </a:lnTo>
                <a:lnTo>
                  <a:pt x="313" y="447"/>
                </a:lnTo>
                <a:lnTo>
                  <a:pt x="313" y="448"/>
                </a:lnTo>
                <a:lnTo>
                  <a:pt x="314" y="449"/>
                </a:lnTo>
                <a:lnTo>
                  <a:pt x="313" y="450"/>
                </a:lnTo>
                <a:lnTo>
                  <a:pt x="312" y="449"/>
                </a:lnTo>
                <a:lnTo>
                  <a:pt x="311" y="449"/>
                </a:lnTo>
                <a:lnTo>
                  <a:pt x="309" y="448"/>
                </a:lnTo>
                <a:lnTo>
                  <a:pt x="305" y="447"/>
                </a:lnTo>
                <a:lnTo>
                  <a:pt x="303" y="447"/>
                </a:lnTo>
                <a:lnTo>
                  <a:pt x="302" y="447"/>
                </a:lnTo>
                <a:lnTo>
                  <a:pt x="301" y="447"/>
                </a:lnTo>
                <a:lnTo>
                  <a:pt x="301" y="448"/>
                </a:lnTo>
                <a:lnTo>
                  <a:pt x="301" y="449"/>
                </a:lnTo>
                <a:lnTo>
                  <a:pt x="300" y="450"/>
                </a:lnTo>
                <a:lnTo>
                  <a:pt x="300" y="451"/>
                </a:lnTo>
                <a:lnTo>
                  <a:pt x="299" y="451"/>
                </a:lnTo>
                <a:lnTo>
                  <a:pt x="299" y="452"/>
                </a:lnTo>
                <a:lnTo>
                  <a:pt x="298" y="452"/>
                </a:lnTo>
                <a:lnTo>
                  <a:pt x="298" y="453"/>
                </a:lnTo>
                <a:lnTo>
                  <a:pt x="297" y="453"/>
                </a:lnTo>
                <a:lnTo>
                  <a:pt x="297" y="452"/>
                </a:lnTo>
                <a:lnTo>
                  <a:pt x="296" y="453"/>
                </a:lnTo>
                <a:lnTo>
                  <a:pt x="295" y="454"/>
                </a:lnTo>
                <a:lnTo>
                  <a:pt x="295" y="453"/>
                </a:lnTo>
                <a:lnTo>
                  <a:pt x="294" y="453"/>
                </a:lnTo>
                <a:lnTo>
                  <a:pt x="293" y="454"/>
                </a:lnTo>
                <a:lnTo>
                  <a:pt x="293" y="455"/>
                </a:lnTo>
                <a:lnTo>
                  <a:pt x="292" y="456"/>
                </a:lnTo>
                <a:lnTo>
                  <a:pt x="292" y="457"/>
                </a:lnTo>
                <a:lnTo>
                  <a:pt x="291" y="457"/>
                </a:lnTo>
                <a:lnTo>
                  <a:pt x="290" y="457"/>
                </a:lnTo>
                <a:lnTo>
                  <a:pt x="289" y="457"/>
                </a:lnTo>
                <a:lnTo>
                  <a:pt x="288" y="456"/>
                </a:lnTo>
                <a:lnTo>
                  <a:pt x="287" y="455"/>
                </a:lnTo>
                <a:lnTo>
                  <a:pt x="287" y="456"/>
                </a:lnTo>
                <a:lnTo>
                  <a:pt x="286" y="456"/>
                </a:lnTo>
                <a:lnTo>
                  <a:pt x="285" y="456"/>
                </a:lnTo>
                <a:lnTo>
                  <a:pt x="284" y="456"/>
                </a:lnTo>
                <a:lnTo>
                  <a:pt x="283" y="455"/>
                </a:lnTo>
                <a:lnTo>
                  <a:pt x="282" y="456"/>
                </a:lnTo>
                <a:lnTo>
                  <a:pt x="281" y="456"/>
                </a:lnTo>
                <a:lnTo>
                  <a:pt x="281" y="455"/>
                </a:lnTo>
                <a:lnTo>
                  <a:pt x="281" y="454"/>
                </a:lnTo>
                <a:lnTo>
                  <a:pt x="280" y="454"/>
                </a:lnTo>
                <a:lnTo>
                  <a:pt x="279" y="454"/>
                </a:lnTo>
                <a:lnTo>
                  <a:pt x="278" y="453"/>
                </a:lnTo>
                <a:lnTo>
                  <a:pt x="278" y="452"/>
                </a:lnTo>
                <a:lnTo>
                  <a:pt x="276" y="450"/>
                </a:lnTo>
                <a:lnTo>
                  <a:pt x="276" y="449"/>
                </a:lnTo>
                <a:lnTo>
                  <a:pt x="275" y="449"/>
                </a:lnTo>
                <a:lnTo>
                  <a:pt x="275" y="450"/>
                </a:lnTo>
                <a:lnTo>
                  <a:pt x="274" y="450"/>
                </a:lnTo>
                <a:lnTo>
                  <a:pt x="274" y="449"/>
                </a:lnTo>
                <a:lnTo>
                  <a:pt x="274" y="448"/>
                </a:lnTo>
                <a:lnTo>
                  <a:pt x="275" y="448"/>
                </a:lnTo>
                <a:lnTo>
                  <a:pt x="274" y="447"/>
                </a:lnTo>
                <a:lnTo>
                  <a:pt x="273" y="447"/>
                </a:lnTo>
                <a:lnTo>
                  <a:pt x="272" y="448"/>
                </a:lnTo>
                <a:lnTo>
                  <a:pt x="272" y="447"/>
                </a:lnTo>
                <a:lnTo>
                  <a:pt x="272" y="446"/>
                </a:lnTo>
                <a:lnTo>
                  <a:pt x="272" y="444"/>
                </a:lnTo>
                <a:lnTo>
                  <a:pt x="271" y="443"/>
                </a:lnTo>
                <a:lnTo>
                  <a:pt x="269" y="442"/>
                </a:lnTo>
                <a:lnTo>
                  <a:pt x="268" y="443"/>
                </a:lnTo>
                <a:lnTo>
                  <a:pt x="267" y="442"/>
                </a:lnTo>
                <a:lnTo>
                  <a:pt x="266" y="442"/>
                </a:lnTo>
                <a:lnTo>
                  <a:pt x="265" y="442"/>
                </a:lnTo>
                <a:lnTo>
                  <a:pt x="265" y="443"/>
                </a:lnTo>
                <a:lnTo>
                  <a:pt x="264" y="443"/>
                </a:lnTo>
                <a:lnTo>
                  <a:pt x="264" y="444"/>
                </a:lnTo>
                <a:lnTo>
                  <a:pt x="263" y="443"/>
                </a:lnTo>
                <a:lnTo>
                  <a:pt x="263" y="444"/>
                </a:lnTo>
                <a:lnTo>
                  <a:pt x="264" y="444"/>
                </a:lnTo>
                <a:lnTo>
                  <a:pt x="264" y="445"/>
                </a:lnTo>
                <a:lnTo>
                  <a:pt x="263" y="445"/>
                </a:lnTo>
                <a:lnTo>
                  <a:pt x="262" y="445"/>
                </a:lnTo>
                <a:lnTo>
                  <a:pt x="262" y="446"/>
                </a:lnTo>
                <a:lnTo>
                  <a:pt x="261" y="445"/>
                </a:lnTo>
                <a:lnTo>
                  <a:pt x="262" y="444"/>
                </a:lnTo>
                <a:lnTo>
                  <a:pt x="262" y="443"/>
                </a:lnTo>
                <a:lnTo>
                  <a:pt x="261" y="444"/>
                </a:lnTo>
                <a:lnTo>
                  <a:pt x="260" y="445"/>
                </a:lnTo>
                <a:lnTo>
                  <a:pt x="260" y="444"/>
                </a:lnTo>
                <a:lnTo>
                  <a:pt x="259" y="445"/>
                </a:lnTo>
                <a:lnTo>
                  <a:pt x="258" y="445"/>
                </a:lnTo>
                <a:lnTo>
                  <a:pt x="258" y="446"/>
                </a:lnTo>
                <a:lnTo>
                  <a:pt x="259" y="446"/>
                </a:lnTo>
                <a:lnTo>
                  <a:pt x="260" y="446"/>
                </a:lnTo>
                <a:lnTo>
                  <a:pt x="261" y="446"/>
                </a:lnTo>
                <a:lnTo>
                  <a:pt x="261" y="447"/>
                </a:lnTo>
                <a:lnTo>
                  <a:pt x="261" y="448"/>
                </a:lnTo>
                <a:lnTo>
                  <a:pt x="260" y="448"/>
                </a:lnTo>
                <a:lnTo>
                  <a:pt x="258" y="448"/>
                </a:lnTo>
                <a:lnTo>
                  <a:pt x="258" y="449"/>
                </a:lnTo>
                <a:lnTo>
                  <a:pt x="258" y="450"/>
                </a:lnTo>
                <a:lnTo>
                  <a:pt x="258" y="451"/>
                </a:lnTo>
                <a:lnTo>
                  <a:pt x="258" y="452"/>
                </a:lnTo>
                <a:lnTo>
                  <a:pt x="257" y="452"/>
                </a:lnTo>
                <a:lnTo>
                  <a:pt x="257" y="453"/>
                </a:lnTo>
                <a:lnTo>
                  <a:pt x="257" y="454"/>
                </a:lnTo>
                <a:lnTo>
                  <a:pt x="258" y="455"/>
                </a:lnTo>
                <a:lnTo>
                  <a:pt x="257" y="455"/>
                </a:lnTo>
                <a:lnTo>
                  <a:pt x="257" y="456"/>
                </a:lnTo>
                <a:lnTo>
                  <a:pt x="257" y="457"/>
                </a:lnTo>
                <a:lnTo>
                  <a:pt x="256" y="458"/>
                </a:lnTo>
                <a:lnTo>
                  <a:pt x="255" y="459"/>
                </a:lnTo>
                <a:lnTo>
                  <a:pt x="254" y="459"/>
                </a:lnTo>
                <a:lnTo>
                  <a:pt x="255" y="459"/>
                </a:lnTo>
                <a:lnTo>
                  <a:pt x="255" y="458"/>
                </a:lnTo>
                <a:lnTo>
                  <a:pt x="254" y="458"/>
                </a:lnTo>
                <a:lnTo>
                  <a:pt x="253" y="458"/>
                </a:lnTo>
                <a:lnTo>
                  <a:pt x="252" y="460"/>
                </a:lnTo>
                <a:lnTo>
                  <a:pt x="251" y="460"/>
                </a:lnTo>
                <a:lnTo>
                  <a:pt x="250" y="460"/>
                </a:lnTo>
                <a:lnTo>
                  <a:pt x="249" y="460"/>
                </a:lnTo>
                <a:lnTo>
                  <a:pt x="248" y="460"/>
                </a:lnTo>
                <a:lnTo>
                  <a:pt x="247" y="460"/>
                </a:lnTo>
                <a:lnTo>
                  <a:pt x="247" y="461"/>
                </a:lnTo>
                <a:lnTo>
                  <a:pt x="247" y="460"/>
                </a:lnTo>
                <a:lnTo>
                  <a:pt x="247" y="459"/>
                </a:lnTo>
                <a:lnTo>
                  <a:pt x="246" y="458"/>
                </a:lnTo>
                <a:lnTo>
                  <a:pt x="246" y="457"/>
                </a:lnTo>
                <a:lnTo>
                  <a:pt x="246" y="456"/>
                </a:lnTo>
                <a:lnTo>
                  <a:pt x="246" y="455"/>
                </a:lnTo>
                <a:lnTo>
                  <a:pt x="246" y="454"/>
                </a:lnTo>
                <a:lnTo>
                  <a:pt x="245" y="453"/>
                </a:lnTo>
                <a:lnTo>
                  <a:pt x="245" y="452"/>
                </a:lnTo>
                <a:lnTo>
                  <a:pt x="245" y="451"/>
                </a:lnTo>
                <a:lnTo>
                  <a:pt x="244" y="450"/>
                </a:lnTo>
                <a:lnTo>
                  <a:pt x="244" y="449"/>
                </a:lnTo>
                <a:lnTo>
                  <a:pt x="244" y="448"/>
                </a:lnTo>
                <a:lnTo>
                  <a:pt x="244" y="447"/>
                </a:lnTo>
                <a:lnTo>
                  <a:pt x="245" y="447"/>
                </a:lnTo>
                <a:lnTo>
                  <a:pt x="245" y="446"/>
                </a:lnTo>
                <a:lnTo>
                  <a:pt x="245" y="445"/>
                </a:lnTo>
                <a:lnTo>
                  <a:pt x="245" y="444"/>
                </a:lnTo>
                <a:lnTo>
                  <a:pt x="244" y="443"/>
                </a:lnTo>
                <a:lnTo>
                  <a:pt x="243" y="442"/>
                </a:lnTo>
                <a:lnTo>
                  <a:pt x="243" y="441"/>
                </a:lnTo>
                <a:lnTo>
                  <a:pt x="243" y="440"/>
                </a:lnTo>
                <a:lnTo>
                  <a:pt x="242" y="440"/>
                </a:lnTo>
                <a:lnTo>
                  <a:pt x="242" y="439"/>
                </a:lnTo>
                <a:lnTo>
                  <a:pt x="242" y="438"/>
                </a:lnTo>
                <a:lnTo>
                  <a:pt x="242" y="437"/>
                </a:lnTo>
                <a:lnTo>
                  <a:pt x="241" y="437"/>
                </a:lnTo>
                <a:lnTo>
                  <a:pt x="241" y="435"/>
                </a:lnTo>
                <a:lnTo>
                  <a:pt x="240" y="435"/>
                </a:lnTo>
                <a:lnTo>
                  <a:pt x="239" y="435"/>
                </a:lnTo>
                <a:lnTo>
                  <a:pt x="238" y="435"/>
                </a:lnTo>
                <a:lnTo>
                  <a:pt x="238" y="436"/>
                </a:lnTo>
                <a:lnTo>
                  <a:pt x="237" y="436"/>
                </a:lnTo>
                <a:lnTo>
                  <a:pt x="237" y="435"/>
                </a:lnTo>
                <a:lnTo>
                  <a:pt x="237" y="434"/>
                </a:lnTo>
                <a:lnTo>
                  <a:pt x="238" y="434"/>
                </a:lnTo>
                <a:lnTo>
                  <a:pt x="239" y="433"/>
                </a:lnTo>
                <a:lnTo>
                  <a:pt x="238" y="433"/>
                </a:lnTo>
                <a:lnTo>
                  <a:pt x="237" y="433"/>
                </a:lnTo>
                <a:lnTo>
                  <a:pt x="235" y="433"/>
                </a:lnTo>
                <a:lnTo>
                  <a:pt x="236" y="433"/>
                </a:lnTo>
                <a:lnTo>
                  <a:pt x="237" y="432"/>
                </a:lnTo>
                <a:lnTo>
                  <a:pt x="238" y="432"/>
                </a:lnTo>
                <a:lnTo>
                  <a:pt x="239" y="432"/>
                </a:lnTo>
                <a:lnTo>
                  <a:pt x="238" y="431"/>
                </a:lnTo>
                <a:lnTo>
                  <a:pt x="237" y="431"/>
                </a:lnTo>
                <a:lnTo>
                  <a:pt x="236" y="431"/>
                </a:lnTo>
                <a:lnTo>
                  <a:pt x="236" y="430"/>
                </a:lnTo>
                <a:lnTo>
                  <a:pt x="237" y="430"/>
                </a:lnTo>
                <a:lnTo>
                  <a:pt x="237" y="429"/>
                </a:lnTo>
                <a:lnTo>
                  <a:pt x="238" y="429"/>
                </a:lnTo>
                <a:lnTo>
                  <a:pt x="237" y="428"/>
                </a:lnTo>
                <a:lnTo>
                  <a:pt x="236" y="427"/>
                </a:lnTo>
                <a:lnTo>
                  <a:pt x="236" y="426"/>
                </a:lnTo>
                <a:lnTo>
                  <a:pt x="235" y="425"/>
                </a:lnTo>
                <a:lnTo>
                  <a:pt x="234" y="425"/>
                </a:lnTo>
                <a:lnTo>
                  <a:pt x="234" y="424"/>
                </a:lnTo>
                <a:lnTo>
                  <a:pt x="233" y="424"/>
                </a:lnTo>
                <a:lnTo>
                  <a:pt x="232" y="423"/>
                </a:lnTo>
                <a:lnTo>
                  <a:pt x="232" y="422"/>
                </a:lnTo>
                <a:lnTo>
                  <a:pt x="232" y="421"/>
                </a:lnTo>
                <a:lnTo>
                  <a:pt x="231" y="421"/>
                </a:lnTo>
                <a:lnTo>
                  <a:pt x="231" y="420"/>
                </a:lnTo>
                <a:lnTo>
                  <a:pt x="230" y="420"/>
                </a:lnTo>
                <a:lnTo>
                  <a:pt x="230" y="421"/>
                </a:lnTo>
                <a:lnTo>
                  <a:pt x="229" y="421"/>
                </a:lnTo>
                <a:lnTo>
                  <a:pt x="227" y="421"/>
                </a:lnTo>
                <a:lnTo>
                  <a:pt x="227" y="420"/>
                </a:lnTo>
                <a:lnTo>
                  <a:pt x="227" y="419"/>
                </a:lnTo>
                <a:lnTo>
                  <a:pt x="226" y="419"/>
                </a:lnTo>
                <a:lnTo>
                  <a:pt x="224" y="417"/>
                </a:lnTo>
                <a:lnTo>
                  <a:pt x="224" y="416"/>
                </a:lnTo>
                <a:lnTo>
                  <a:pt x="224" y="415"/>
                </a:lnTo>
                <a:lnTo>
                  <a:pt x="225" y="415"/>
                </a:lnTo>
                <a:lnTo>
                  <a:pt x="226" y="415"/>
                </a:lnTo>
                <a:lnTo>
                  <a:pt x="227" y="415"/>
                </a:lnTo>
                <a:lnTo>
                  <a:pt x="227" y="416"/>
                </a:lnTo>
                <a:lnTo>
                  <a:pt x="228" y="416"/>
                </a:lnTo>
                <a:lnTo>
                  <a:pt x="227" y="415"/>
                </a:lnTo>
                <a:lnTo>
                  <a:pt x="226" y="413"/>
                </a:lnTo>
                <a:lnTo>
                  <a:pt x="226" y="412"/>
                </a:lnTo>
                <a:lnTo>
                  <a:pt x="226" y="411"/>
                </a:lnTo>
                <a:lnTo>
                  <a:pt x="225" y="411"/>
                </a:lnTo>
                <a:lnTo>
                  <a:pt x="224" y="411"/>
                </a:lnTo>
                <a:lnTo>
                  <a:pt x="222" y="411"/>
                </a:lnTo>
                <a:lnTo>
                  <a:pt x="222" y="410"/>
                </a:lnTo>
                <a:lnTo>
                  <a:pt x="223" y="409"/>
                </a:lnTo>
                <a:lnTo>
                  <a:pt x="224" y="409"/>
                </a:lnTo>
                <a:lnTo>
                  <a:pt x="225" y="409"/>
                </a:lnTo>
                <a:lnTo>
                  <a:pt x="226" y="409"/>
                </a:lnTo>
                <a:lnTo>
                  <a:pt x="226" y="408"/>
                </a:lnTo>
                <a:lnTo>
                  <a:pt x="225" y="408"/>
                </a:lnTo>
                <a:lnTo>
                  <a:pt x="224" y="408"/>
                </a:lnTo>
                <a:lnTo>
                  <a:pt x="223" y="408"/>
                </a:lnTo>
                <a:lnTo>
                  <a:pt x="223" y="407"/>
                </a:lnTo>
                <a:lnTo>
                  <a:pt x="222" y="408"/>
                </a:lnTo>
                <a:lnTo>
                  <a:pt x="221" y="408"/>
                </a:lnTo>
                <a:lnTo>
                  <a:pt x="221" y="405"/>
                </a:lnTo>
                <a:lnTo>
                  <a:pt x="222" y="405"/>
                </a:lnTo>
                <a:lnTo>
                  <a:pt x="222" y="404"/>
                </a:lnTo>
                <a:lnTo>
                  <a:pt x="221" y="404"/>
                </a:lnTo>
                <a:lnTo>
                  <a:pt x="220" y="403"/>
                </a:lnTo>
                <a:lnTo>
                  <a:pt x="220" y="404"/>
                </a:lnTo>
                <a:lnTo>
                  <a:pt x="219" y="404"/>
                </a:lnTo>
                <a:lnTo>
                  <a:pt x="218" y="404"/>
                </a:lnTo>
                <a:lnTo>
                  <a:pt x="218" y="403"/>
                </a:lnTo>
                <a:lnTo>
                  <a:pt x="219" y="403"/>
                </a:lnTo>
                <a:lnTo>
                  <a:pt x="218" y="402"/>
                </a:lnTo>
                <a:lnTo>
                  <a:pt x="214" y="400"/>
                </a:lnTo>
                <a:lnTo>
                  <a:pt x="213" y="399"/>
                </a:lnTo>
                <a:lnTo>
                  <a:pt x="212" y="398"/>
                </a:lnTo>
                <a:lnTo>
                  <a:pt x="212" y="399"/>
                </a:lnTo>
                <a:lnTo>
                  <a:pt x="212" y="400"/>
                </a:lnTo>
                <a:lnTo>
                  <a:pt x="213" y="400"/>
                </a:lnTo>
                <a:lnTo>
                  <a:pt x="213" y="401"/>
                </a:lnTo>
                <a:lnTo>
                  <a:pt x="213" y="400"/>
                </a:lnTo>
                <a:lnTo>
                  <a:pt x="214" y="400"/>
                </a:lnTo>
                <a:lnTo>
                  <a:pt x="215" y="401"/>
                </a:lnTo>
                <a:lnTo>
                  <a:pt x="215" y="402"/>
                </a:lnTo>
                <a:lnTo>
                  <a:pt x="214" y="402"/>
                </a:lnTo>
                <a:lnTo>
                  <a:pt x="213" y="402"/>
                </a:lnTo>
                <a:lnTo>
                  <a:pt x="212" y="401"/>
                </a:lnTo>
                <a:lnTo>
                  <a:pt x="212" y="400"/>
                </a:lnTo>
                <a:lnTo>
                  <a:pt x="212" y="398"/>
                </a:lnTo>
                <a:lnTo>
                  <a:pt x="209" y="397"/>
                </a:lnTo>
                <a:lnTo>
                  <a:pt x="209" y="396"/>
                </a:lnTo>
                <a:lnTo>
                  <a:pt x="209" y="397"/>
                </a:lnTo>
                <a:lnTo>
                  <a:pt x="209" y="400"/>
                </a:lnTo>
                <a:lnTo>
                  <a:pt x="209" y="401"/>
                </a:lnTo>
                <a:lnTo>
                  <a:pt x="210" y="401"/>
                </a:lnTo>
                <a:lnTo>
                  <a:pt x="208" y="401"/>
                </a:lnTo>
                <a:lnTo>
                  <a:pt x="208" y="400"/>
                </a:lnTo>
                <a:lnTo>
                  <a:pt x="209" y="400"/>
                </a:lnTo>
                <a:lnTo>
                  <a:pt x="209" y="398"/>
                </a:lnTo>
                <a:lnTo>
                  <a:pt x="209" y="396"/>
                </a:lnTo>
                <a:lnTo>
                  <a:pt x="208" y="396"/>
                </a:lnTo>
                <a:lnTo>
                  <a:pt x="207" y="395"/>
                </a:lnTo>
                <a:lnTo>
                  <a:pt x="207" y="396"/>
                </a:lnTo>
                <a:lnTo>
                  <a:pt x="206" y="397"/>
                </a:lnTo>
                <a:lnTo>
                  <a:pt x="207" y="399"/>
                </a:lnTo>
                <a:lnTo>
                  <a:pt x="207" y="400"/>
                </a:lnTo>
                <a:lnTo>
                  <a:pt x="207" y="401"/>
                </a:lnTo>
                <a:lnTo>
                  <a:pt x="207" y="402"/>
                </a:lnTo>
                <a:lnTo>
                  <a:pt x="206" y="402"/>
                </a:lnTo>
                <a:lnTo>
                  <a:pt x="205" y="402"/>
                </a:lnTo>
                <a:lnTo>
                  <a:pt x="205" y="403"/>
                </a:lnTo>
                <a:lnTo>
                  <a:pt x="204" y="403"/>
                </a:lnTo>
                <a:lnTo>
                  <a:pt x="204" y="404"/>
                </a:lnTo>
                <a:lnTo>
                  <a:pt x="203" y="403"/>
                </a:lnTo>
                <a:lnTo>
                  <a:pt x="204" y="403"/>
                </a:lnTo>
                <a:lnTo>
                  <a:pt x="204" y="402"/>
                </a:lnTo>
                <a:lnTo>
                  <a:pt x="203" y="402"/>
                </a:lnTo>
                <a:lnTo>
                  <a:pt x="202" y="402"/>
                </a:lnTo>
                <a:lnTo>
                  <a:pt x="201" y="402"/>
                </a:lnTo>
                <a:lnTo>
                  <a:pt x="201" y="401"/>
                </a:lnTo>
                <a:lnTo>
                  <a:pt x="200" y="401"/>
                </a:lnTo>
                <a:lnTo>
                  <a:pt x="199" y="401"/>
                </a:lnTo>
                <a:lnTo>
                  <a:pt x="199" y="400"/>
                </a:lnTo>
                <a:lnTo>
                  <a:pt x="198" y="400"/>
                </a:lnTo>
                <a:lnTo>
                  <a:pt x="197" y="400"/>
                </a:lnTo>
                <a:lnTo>
                  <a:pt x="196" y="400"/>
                </a:lnTo>
                <a:lnTo>
                  <a:pt x="195" y="400"/>
                </a:lnTo>
                <a:lnTo>
                  <a:pt x="194" y="400"/>
                </a:lnTo>
                <a:lnTo>
                  <a:pt x="193" y="401"/>
                </a:lnTo>
                <a:lnTo>
                  <a:pt x="192" y="401"/>
                </a:lnTo>
                <a:lnTo>
                  <a:pt x="192" y="400"/>
                </a:lnTo>
                <a:lnTo>
                  <a:pt x="191" y="400"/>
                </a:lnTo>
                <a:lnTo>
                  <a:pt x="190" y="400"/>
                </a:lnTo>
                <a:lnTo>
                  <a:pt x="189" y="400"/>
                </a:lnTo>
                <a:lnTo>
                  <a:pt x="190" y="400"/>
                </a:lnTo>
                <a:lnTo>
                  <a:pt x="189" y="401"/>
                </a:lnTo>
                <a:lnTo>
                  <a:pt x="189" y="402"/>
                </a:lnTo>
                <a:lnTo>
                  <a:pt x="188" y="402"/>
                </a:lnTo>
                <a:lnTo>
                  <a:pt x="187" y="402"/>
                </a:lnTo>
                <a:lnTo>
                  <a:pt x="185" y="403"/>
                </a:lnTo>
                <a:lnTo>
                  <a:pt x="183" y="403"/>
                </a:lnTo>
                <a:lnTo>
                  <a:pt x="182" y="403"/>
                </a:lnTo>
                <a:lnTo>
                  <a:pt x="181" y="404"/>
                </a:lnTo>
                <a:lnTo>
                  <a:pt x="180" y="404"/>
                </a:lnTo>
                <a:lnTo>
                  <a:pt x="179" y="404"/>
                </a:lnTo>
                <a:lnTo>
                  <a:pt x="178" y="403"/>
                </a:lnTo>
                <a:lnTo>
                  <a:pt x="177" y="404"/>
                </a:lnTo>
                <a:lnTo>
                  <a:pt x="175" y="405"/>
                </a:lnTo>
                <a:lnTo>
                  <a:pt x="174" y="405"/>
                </a:lnTo>
                <a:lnTo>
                  <a:pt x="173" y="404"/>
                </a:lnTo>
                <a:lnTo>
                  <a:pt x="172" y="404"/>
                </a:lnTo>
                <a:lnTo>
                  <a:pt x="172" y="405"/>
                </a:lnTo>
                <a:lnTo>
                  <a:pt x="171" y="405"/>
                </a:lnTo>
                <a:lnTo>
                  <a:pt x="171" y="406"/>
                </a:lnTo>
                <a:lnTo>
                  <a:pt x="170" y="406"/>
                </a:lnTo>
                <a:lnTo>
                  <a:pt x="170" y="407"/>
                </a:lnTo>
                <a:lnTo>
                  <a:pt x="169" y="407"/>
                </a:lnTo>
                <a:lnTo>
                  <a:pt x="169" y="408"/>
                </a:lnTo>
                <a:lnTo>
                  <a:pt x="168" y="408"/>
                </a:lnTo>
                <a:lnTo>
                  <a:pt x="168" y="409"/>
                </a:lnTo>
                <a:lnTo>
                  <a:pt x="168" y="410"/>
                </a:lnTo>
                <a:lnTo>
                  <a:pt x="167" y="410"/>
                </a:lnTo>
                <a:lnTo>
                  <a:pt x="168" y="410"/>
                </a:lnTo>
                <a:lnTo>
                  <a:pt x="168" y="411"/>
                </a:lnTo>
                <a:lnTo>
                  <a:pt x="167" y="412"/>
                </a:lnTo>
                <a:lnTo>
                  <a:pt x="167" y="413"/>
                </a:lnTo>
                <a:lnTo>
                  <a:pt x="167" y="414"/>
                </a:lnTo>
                <a:lnTo>
                  <a:pt x="168" y="414"/>
                </a:lnTo>
                <a:lnTo>
                  <a:pt x="167" y="415"/>
                </a:lnTo>
                <a:lnTo>
                  <a:pt x="166" y="415"/>
                </a:lnTo>
                <a:lnTo>
                  <a:pt x="166" y="416"/>
                </a:lnTo>
                <a:lnTo>
                  <a:pt x="167" y="417"/>
                </a:lnTo>
                <a:lnTo>
                  <a:pt x="167" y="418"/>
                </a:lnTo>
                <a:lnTo>
                  <a:pt x="167" y="420"/>
                </a:lnTo>
                <a:lnTo>
                  <a:pt x="166" y="421"/>
                </a:lnTo>
                <a:lnTo>
                  <a:pt x="166" y="422"/>
                </a:lnTo>
                <a:lnTo>
                  <a:pt x="164" y="422"/>
                </a:lnTo>
                <a:lnTo>
                  <a:pt x="163" y="422"/>
                </a:lnTo>
                <a:lnTo>
                  <a:pt x="163" y="423"/>
                </a:lnTo>
                <a:lnTo>
                  <a:pt x="162" y="423"/>
                </a:lnTo>
                <a:lnTo>
                  <a:pt x="162" y="424"/>
                </a:lnTo>
                <a:lnTo>
                  <a:pt x="163" y="425"/>
                </a:lnTo>
                <a:lnTo>
                  <a:pt x="163" y="426"/>
                </a:lnTo>
                <a:lnTo>
                  <a:pt x="162" y="426"/>
                </a:lnTo>
                <a:lnTo>
                  <a:pt x="163" y="427"/>
                </a:lnTo>
                <a:lnTo>
                  <a:pt x="164" y="427"/>
                </a:lnTo>
                <a:lnTo>
                  <a:pt x="164" y="426"/>
                </a:lnTo>
                <a:lnTo>
                  <a:pt x="165" y="426"/>
                </a:lnTo>
                <a:lnTo>
                  <a:pt x="166" y="428"/>
                </a:lnTo>
                <a:lnTo>
                  <a:pt x="166" y="429"/>
                </a:lnTo>
                <a:lnTo>
                  <a:pt x="165" y="429"/>
                </a:lnTo>
                <a:lnTo>
                  <a:pt x="164" y="431"/>
                </a:lnTo>
                <a:lnTo>
                  <a:pt x="165" y="432"/>
                </a:lnTo>
                <a:lnTo>
                  <a:pt x="164" y="433"/>
                </a:lnTo>
                <a:lnTo>
                  <a:pt x="164" y="434"/>
                </a:lnTo>
                <a:lnTo>
                  <a:pt x="163" y="434"/>
                </a:lnTo>
                <a:lnTo>
                  <a:pt x="163" y="435"/>
                </a:lnTo>
                <a:lnTo>
                  <a:pt x="164" y="435"/>
                </a:lnTo>
                <a:lnTo>
                  <a:pt x="164" y="436"/>
                </a:lnTo>
                <a:lnTo>
                  <a:pt x="163" y="436"/>
                </a:lnTo>
                <a:lnTo>
                  <a:pt x="163" y="437"/>
                </a:lnTo>
                <a:lnTo>
                  <a:pt x="161" y="438"/>
                </a:lnTo>
                <a:lnTo>
                  <a:pt x="160" y="438"/>
                </a:lnTo>
                <a:lnTo>
                  <a:pt x="159" y="439"/>
                </a:lnTo>
                <a:lnTo>
                  <a:pt x="159" y="440"/>
                </a:lnTo>
                <a:lnTo>
                  <a:pt x="158" y="440"/>
                </a:lnTo>
                <a:lnTo>
                  <a:pt x="158" y="441"/>
                </a:lnTo>
                <a:lnTo>
                  <a:pt x="157" y="441"/>
                </a:lnTo>
                <a:lnTo>
                  <a:pt x="157" y="440"/>
                </a:lnTo>
                <a:lnTo>
                  <a:pt x="156" y="440"/>
                </a:lnTo>
                <a:lnTo>
                  <a:pt x="155" y="440"/>
                </a:lnTo>
                <a:lnTo>
                  <a:pt x="154" y="440"/>
                </a:lnTo>
                <a:lnTo>
                  <a:pt x="154" y="441"/>
                </a:lnTo>
                <a:lnTo>
                  <a:pt x="154" y="442"/>
                </a:lnTo>
                <a:lnTo>
                  <a:pt x="153" y="443"/>
                </a:lnTo>
                <a:lnTo>
                  <a:pt x="152" y="443"/>
                </a:lnTo>
                <a:lnTo>
                  <a:pt x="152" y="444"/>
                </a:lnTo>
                <a:lnTo>
                  <a:pt x="151" y="444"/>
                </a:lnTo>
                <a:lnTo>
                  <a:pt x="151" y="445"/>
                </a:lnTo>
                <a:lnTo>
                  <a:pt x="151" y="446"/>
                </a:lnTo>
                <a:lnTo>
                  <a:pt x="150" y="446"/>
                </a:lnTo>
                <a:lnTo>
                  <a:pt x="149" y="446"/>
                </a:lnTo>
                <a:lnTo>
                  <a:pt x="148" y="445"/>
                </a:lnTo>
                <a:lnTo>
                  <a:pt x="148" y="444"/>
                </a:lnTo>
                <a:lnTo>
                  <a:pt x="147" y="443"/>
                </a:lnTo>
                <a:lnTo>
                  <a:pt x="146" y="443"/>
                </a:lnTo>
                <a:lnTo>
                  <a:pt x="145" y="443"/>
                </a:lnTo>
                <a:lnTo>
                  <a:pt x="145" y="444"/>
                </a:lnTo>
                <a:lnTo>
                  <a:pt x="144" y="444"/>
                </a:lnTo>
                <a:lnTo>
                  <a:pt x="142" y="445"/>
                </a:lnTo>
                <a:lnTo>
                  <a:pt x="141" y="445"/>
                </a:lnTo>
                <a:lnTo>
                  <a:pt x="140" y="446"/>
                </a:lnTo>
                <a:lnTo>
                  <a:pt x="140" y="445"/>
                </a:lnTo>
                <a:lnTo>
                  <a:pt x="139" y="445"/>
                </a:lnTo>
                <a:lnTo>
                  <a:pt x="138" y="444"/>
                </a:lnTo>
                <a:lnTo>
                  <a:pt x="138" y="443"/>
                </a:lnTo>
                <a:lnTo>
                  <a:pt x="137" y="442"/>
                </a:lnTo>
                <a:lnTo>
                  <a:pt x="136" y="441"/>
                </a:lnTo>
                <a:lnTo>
                  <a:pt x="135" y="441"/>
                </a:lnTo>
                <a:lnTo>
                  <a:pt x="134" y="441"/>
                </a:lnTo>
                <a:lnTo>
                  <a:pt x="130" y="441"/>
                </a:lnTo>
                <a:lnTo>
                  <a:pt x="129" y="441"/>
                </a:lnTo>
                <a:lnTo>
                  <a:pt x="126" y="439"/>
                </a:lnTo>
                <a:lnTo>
                  <a:pt x="125" y="439"/>
                </a:lnTo>
                <a:lnTo>
                  <a:pt x="124" y="438"/>
                </a:lnTo>
                <a:lnTo>
                  <a:pt x="124" y="439"/>
                </a:lnTo>
                <a:lnTo>
                  <a:pt x="123" y="439"/>
                </a:lnTo>
                <a:lnTo>
                  <a:pt x="123" y="440"/>
                </a:lnTo>
                <a:lnTo>
                  <a:pt x="123" y="441"/>
                </a:lnTo>
                <a:lnTo>
                  <a:pt x="123" y="442"/>
                </a:lnTo>
                <a:lnTo>
                  <a:pt x="122" y="442"/>
                </a:lnTo>
                <a:lnTo>
                  <a:pt x="122" y="443"/>
                </a:lnTo>
                <a:lnTo>
                  <a:pt x="121" y="443"/>
                </a:lnTo>
                <a:lnTo>
                  <a:pt x="120" y="443"/>
                </a:lnTo>
                <a:lnTo>
                  <a:pt x="118" y="443"/>
                </a:lnTo>
                <a:lnTo>
                  <a:pt x="117" y="443"/>
                </a:lnTo>
                <a:lnTo>
                  <a:pt x="116" y="443"/>
                </a:lnTo>
                <a:lnTo>
                  <a:pt x="113" y="444"/>
                </a:lnTo>
                <a:lnTo>
                  <a:pt x="111" y="444"/>
                </a:lnTo>
                <a:lnTo>
                  <a:pt x="108" y="445"/>
                </a:lnTo>
                <a:lnTo>
                  <a:pt x="107" y="445"/>
                </a:lnTo>
                <a:lnTo>
                  <a:pt x="106" y="445"/>
                </a:lnTo>
                <a:lnTo>
                  <a:pt x="105" y="445"/>
                </a:lnTo>
                <a:lnTo>
                  <a:pt x="105" y="444"/>
                </a:lnTo>
                <a:lnTo>
                  <a:pt x="104" y="444"/>
                </a:lnTo>
                <a:lnTo>
                  <a:pt x="103" y="444"/>
                </a:lnTo>
                <a:lnTo>
                  <a:pt x="103" y="443"/>
                </a:lnTo>
                <a:lnTo>
                  <a:pt x="102" y="443"/>
                </a:lnTo>
                <a:lnTo>
                  <a:pt x="101" y="442"/>
                </a:lnTo>
                <a:lnTo>
                  <a:pt x="100" y="442"/>
                </a:lnTo>
                <a:lnTo>
                  <a:pt x="99" y="442"/>
                </a:lnTo>
                <a:lnTo>
                  <a:pt x="98" y="442"/>
                </a:lnTo>
                <a:lnTo>
                  <a:pt x="97" y="441"/>
                </a:lnTo>
                <a:lnTo>
                  <a:pt x="95" y="441"/>
                </a:lnTo>
                <a:lnTo>
                  <a:pt x="94" y="441"/>
                </a:lnTo>
                <a:lnTo>
                  <a:pt x="94" y="440"/>
                </a:lnTo>
                <a:lnTo>
                  <a:pt x="93" y="440"/>
                </a:lnTo>
                <a:lnTo>
                  <a:pt x="92" y="440"/>
                </a:lnTo>
                <a:lnTo>
                  <a:pt x="92" y="441"/>
                </a:lnTo>
                <a:lnTo>
                  <a:pt x="92" y="443"/>
                </a:lnTo>
                <a:lnTo>
                  <a:pt x="92" y="444"/>
                </a:lnTo>
                <a:lnTo>
                  <a:pt x="91" y="445"/>
                </a:lnTo>
                <a:lnTo>
                  <a:pt x="91" y="446"/>
                </a:lnTo>
                <a:lnTo>
                  <a:pt x="89" y="445"/>
                </a:lnTo>
                <a:lnTo>
                  <a:pt x="88" y="445"/>
                </a:lnTo>
                <a:lnTo>
                  <a:pt x="87" y="444"/>
                </a:lnTo>
                <a:lnTo>
                  <a:pt x="86" y="444"/>
                </a:lnTo>
                <a:lnTo>
                  <a:pt x="85" y="443"/>
                </a:lnTo>
                <a:lnTo>
                  <a:pt x="84" y="443"/>
                </a:lnTo>
                <a:lnTo>
                  <a:pt x="84" y="444"/>
                </a:lnTo>
                <a:lnTo>
                  <a:pt x="81" y="444"/>
                </a:lnTo>
                <a:lnTo>
                  <a:pt x="80" y="444"/>
                </a:lnTo>
                <a:lnTo>
                  <a:pt x="79" y="444"/>
                </a:lnTo>
                <a:lnTo>
                  <a:pt x="77" y="444"/>
                </a:lnTo>
                <a:lnTo>
                  <a:pt x="77" y="443"/>
                </a:lnTo>
                <a:lnTo>
                  <a:pt x="76" y="443"/>
                </a:lnTo>
                <a:lnTo>
                  <a:pt x="75" y="443"/>
                </a:lnTo>
                <a:lnTo>
                  <a:pt x="74" y="443"/>
                </a:lnTo>
                <a:lnTo>
                  <a:pt x="73" y="442"/>
                </a:lnTo>
                <a:lnTo>
                  <a:pt x="72" y="441"/>
                </a:lnTo>
                <a:lnTo>
                  <a:pt x="72" y="440"/>
                </a:lnTo>
                <a:lnTo>
                  <a:pt x="71" y="440"/>
                </a:lnTo>
                <a:lnTo>
                  <a:pt x="70" y="438"/>
                </a:lnTo>
                <a:lnTo>
                  <a:pt x="70" y="437"/>
                </a:lnTo>
                <a:lnTo>
                  <a:pt x="69" y="437"/>
                </a:lnTo>
                <a:lnTo>
                  <a:pt x="69" y="436"/>
                </a:lnTo>
                <a:lnTo>
                  <a:pt x="68" y="436"/>
                </a:lnTo>
                <a:lnTo>
                  <a:pt x="67" y="436"/>
                </a:lnTo>
                <a:lnTo>
                  <a:pt x="68" y="436"/>
                </a:lnTo>
                <a:lnTo>
                  <a:pt x="68" y="435"/>
                </a:lnTo>
                <a:lnTo>
                  <a:pt x="68" y="433"/>
                </a:lnTo>
                <a:lnTo>
                  <a:pt x="67" y="433"/>
                </a:lnTo>
                <a:lnTo>
                  <a:pt x="67" y="434"/>
                </a:lnTo>
                <a:lnTo>
                  <a:pt x="66" y="433"/>
                </a:lnTo>
                <a:lnTo>
                  <a:pt x="66" y="432"/>
                </a:lnTo>
                <a:lnTo>
                  <a:pt x="67" y="431"/>
                </a:lnTo>
                <a:lnTo>
                  <a:pt x="67" y="429"/>
                </a:lnTo>
                <a:lnTo>
                  <a:pt x="66" y="427"/>
                </a:lnTo>
                <a:lnTo>
                  <a:pt x="66" y="426"/>
                </a:lnTo>
                <a:lnTo>
                  <a:pt x="65" y="426"/>
                </a:lnTo>
                <a:lnTo>
                  <a:pt x="64" y="426"/>
                </a:lnTo>
                <a:lnTo>
                  <a:pt x="64" y="425"/>
                </a:lnTo>
                <a:lnTo>
                  <a:pt x="64" y="424"/>
                </a:lnTo>
                <a:lnTo>
                  <a:pt x="65" y="424"/>
                </a:lnTo>
                <a:lnTo>
                  <a:pt x="66" y="424"/>
                </a:lnTo>
                <a:lnTo>
                  <a:pt x="67" y="423"/>
                </a:lnTo>
                <a:lnTo>
                  <a:pt x="66" y="422"/>
                </a:lnTo>
                <a:lnTo>
                  <a:pt x="65" y="420"/>
                </a:lnTo>
                <a:lnTo>
                  <a:pt x="65" y="419"/>
                </a:lnTo>
                <a:lnTo>
                  <a:pt x="64" y="418"/>
                </a:lnTo>
                <a:lnTo>
                  <a:pt x="64" y="417"/>
                </a:lnTo>
                <a:lnTo>
                  <a:pt x="64" y="416"/>
                </a:lnTo>
                <a:lnTo>
                  <a:pt x="63" y="415"/>
                </a:lnTo>
                <a:lnTo>
                  <a:pt x="62" y="414"/>
                </a:lnTo>
                <a:lnTo>
                  <a:pt x="61" y="413"/>
                </a:lnTo>
                <a:lnTo>
                  <a:pt x="59" y="413"/>
                </a:lnTo>
                <a:lnTo>
                  <a:pt x="58" y="413"/>
                </a:lnTo>
                <a:lnTo>
                  <a:pt x="57" y="412"/>
                </a:lnTo>
                <a:lnTo>
                  <a:pt x="56" y="412"/>
                </a:lnTo>
                <a:lnTo>
                  <a:pt x="55" y="411"/>
                </a:lnTo>
                <a:lnTo>
                  <a:pt x="54" y="410"/>
                </a:lnTo>
                <a:lnTo>
                  <a:pt x="53" y="410"/>
                </a:lnTo>
                <a:lnTo>
                  <a:pt x="53" y="409"/>
                </a:lnTo>
                <a:lnTo>
                  <a:pt x="52" y="409"/>
                </a:lnTo>
                <a:lnTo>
                  <a:pt x="51" y="409"/>
                </a:lnTo>
                <a:lnTo>
                  <a:pt x="50" y="409"/>
                </a:lnTo>
                <a:lnTo>
                  <a:pt x="50" y="410"/>
                </a:lnTo>
                <a:lnTo>
                  <a:pt x="50" y="411"/>
                </a:lnTo>
                <a:lnTo>
                  <a:pt x="49" y="412"/>
                </a:lnTo>
                <a:lnTo>
                  <a:pt x="49" y="411"/>
                </a:lnTo>
                <a:lnTo>
                  <a:pt x="49" y="410"/>
                </a:lnTo>
                <a:lnTo>
                  <a:pt x="48" y="410"/>
                </a:lnTo>
                <a:lnTo>
                  <a:pt x="47" y="410"/>
                </a:lnTo>
                <a:lnTo>
                  <a:pt x="46" y="412"/>
                </a:lnTo>
                <a:lnTo>
                  <a:pt x="45" y="411"/>
                </a:lnTo>
                <a:lnTo>
                  <a:pt x="45" y="410"/>
                </a:lnTo>
                <a:lnTo>
                  <a:pt x="45" y="409"/>
                </a:lnTo>
                <a:lnTo>
                  <a:pt x="44" y="408"/>
                </a:lnTo>
                <a:lnTo>
                  <a:pt x="44" y="407"/>
                </a:lnTo>
                <a:lnTo>
                  <a:pt x="44" y="406"/>
                </a:lnTo>
                <a:lnTo>
                  <a:pt x="44" y="405"/>
                </a:lnTo>
                <a:lnTo>
                  <a:pt x="44" y="406"/>
                </a:lnTo>
                <a:lnTo>
                  <a:pt x="45" y="406"/>
                </a:lnTo>
                <a:lnTo>
                  <a:pt x="45" y="405"/>
                </a:lnTo>
                <a:lnTo>
                  <a:pt x="46" y="404"/>
                </a:lnTo>
                <a:lnTo>
                  <a:pt x="46" y="403"/>
                </a:lnTo>
                <a:lnTo>
                  <a:pt x="44" y="402"/>
                </a:lnTo>
                <a:lnTo>
                  <a:pt x="43" y="403"/>
                </a:lnTo>
                <a:lnTo>
                  <a:pt x="42" y="403"/>
                </a:lnTo>
                <a:lnTo>
                  <a:pt x="42" y="404"/>
                </a:lnTo>
                <a:lnTo>
                  <a:pt x="41" y="404"/>
                </a:lnTo>
                <a:lnTo>
                  <a:pt x="39" y="403"/>
                </a:lnTo>
                <a:lnTo>
                  <a:pt x="39" y="402"/>
                </a:lnTo>
                <a:lnTo>
                  <a:pt x="39" y="401"/>
                </a:lnTo>
                <a:lnTo>
                  <a:pt x="40" y="401"/>
                </a:lnTo>
                <a:lnTo>
                  <a:pt x="41" y="401"/>
                </a:lnTo>
                <a:lnTo>
                  <a:pt x="41" y="399"/>
                </a:lnTo>
                <a:lnTo>
                  <a:pt x="42" y="400"/>
                </a:lnTo>
                <a:lnTo>
                  <a:pt x="42" y="399"/>
                </a:lnTo>
                <a:lnTo>
                  <a:pt x="43" y="398"/>
                </a:lnTo>
                <a:lnTo>
                  <a:pt x="41" y="397"/>
                </a:lnTo>
                <a:lnTo>
                  <a:pt x="41" y="398"/>
                </a:lnTo>
                <a:lnTo>
                  <a:pt x="40" y="398"/>
                </a:lnTo>
                <a:lnTo>
                  <a:pt x="39" y="398"/>
                </a:lnTo>
                <a:lnTo>
                  <a:pt x="39" y="397"/>
                </a:lnTo>
                <a:lnTo>
                  <a:pt x="37" y="397"/>
                </a:lnTo>
                <a:lnTo>
                  <a:pt x="36" y="398"/>
                </a:lnTo>
                <a:lnTo>
                  <a:pt x="36" y="397"/>
                </a:lnTo>
                <a:lnTo>
                  <a:pt x="35" y="396"/>
                </a:lnTo>
                <a:lnTo>
                  <a:pt x="34" y="395"/>
                </a:lnTo>
                <a:lnTo>
                  <a:pt x="33" y="395"/>
                </a:lnTo>
                <a:lnTo>
                  <a:pt x="33" y="394"/>
                </a:lnTo>
                <a:lnTo>
                  <a:pt x="33" y="393"/>
                </a:lnTo>
                <a:lnTo>
                  <a:pt x="33" y="392"/>
                </a:lnTo>
                <a:lnTo>
                  <a:pt x="32" y="392"/>
                </a:lnTo>
                <a:lnTo>
                  <a:pt x="31" y="392"/>
                </a:lnTo>
                <a:lnTo>
                  <a:pt x="31" y="393"/>
                </a:lnTo>
                <a:lnTo>
                  <a:pt x="30" y="393"/>
                </a:lnTo>
                <a:lnTo>
                  <a:pt x="29" y="393"/>
                </a:lnTo>
                <a:lnTo>
                  <a:pt x="26" y="393"/>
                </a:lnTo>
                <a:lnTo>
                  <a:pt x="25" y="394"/>
                </a:lnTo>
                <a:lnTo>
                  <a:pt x="24" y="395"/>
                </a:lnTo>
                <a:lnTo>
                  <a:pt x="23" y="395"/>
                </a:lnTo>
                <a:lnTo>
                  <a:pt x="23" y="396"/>
                </a:lnTo>
                <a:lnTo>
                  <a:pt x="22" y="396"/>
                </a:lnTo>
                <a:lnTo>
                  <a:pt x="21" y="396"/>
                </a:lnTo>
                <a:lnTo>
                  <a:pt x="21" y="395"/>
                </a:lnTo>
                <a:lnTo>
                  <a:pt x="20" y="395"/>
                </a:lnTo>
                <a:lnTo>
                  <a:pt x="20" y="394"/>
                </a:lnTo>
                <a:lnTo>
                  <a:pt x="19" y="394"/>
                </a:lnTo>
                <a:lnTo>
                  <a:pt x="18" y="394"/>
                </a:lnTo>
                <a:lnTo>
                  <a:pt x="17" y="394"/>
                </a:lnTo>
                <a:lnTo>
                  <a:pt x="16" y="393"/>
                </a:lnTo>
                <a:lnTo>
                  <a:pt x="15" y="393"/>
                </a:lnTo>
                <a:lnTo>
                  <a:pt x="14" y="393"/>
                </a:lnTo>
                <a:lnTo>
                  <a:pt x="13" y="394"/>
                </a:lnTo>
                <a:lnTo>
                  <a:pt x="12" y="395"/>
                </a:lnTo>
                <a:lnTo>
                  <a:pt x="12" y="396"/>
                </a:lnTo>
                <a:lnTo>
                  <a:pt x="10" y="396"/>
                </a:lnTo>
                <a:lnTo>
                  <a:pt x="9" y="395"/>
                </a:lnTo>
                <a:lnTo>
                  <a:pt x="9" y="394"/>
                </a:lnTo>
                <a:lnTo>
                  <a:pt x="7" y="393"/>
                </a:lnTo>
                <a:lnTo>
                  <a:pt x="6" y="392"/>
                </a:lnTo>
                <a:lnTo>
                  <a:pt x="7" y="391"/>
                </a:lnTo>
                <a:lnTo>
                  <a:pt x="7" y="390"/>
                </a:lnTo>
                <a:lnTo>
                  <a:pt x="6" y="390"/>
                </a:lnTo>
                <a:lnTo>
                  <a:pt x="5" y="390"/>
                </a:lnTo>
                <a:lnTo>
                  <a:pt x="5" y="392"/>
                </a:lnTo>
                <a:lnTo>
                  <a:pt x="4" y="392"/>
                </a:lnTo>
                <a:lnTo>
                  <a:pt x="3" y="392"/>
                </a:lnTo>
                <a:lnTo>
                  <a:pt x="1" y="391"/>
                </a:lnTo>
                <a:lnTo>
                  <a:pt x="0" y="391"/>
                </a:lnTo>
                <a:lnTo>
                  <a:pt x="1" y="391"/>
                </a:lnTo>
                <a:lnTo>
                  <a:pt x="2" y="390"/>
                </a:lnTo>
                <a:lnTo>
                  <a:pt x="3" y="390"/>
                </a:lnTo>
                <a:lnTo>
                  <a:pt x="3" y="389"/>
                </a:lnTo>
                <a:lnTo>
                  <a:pt x="4" y="389"/>
                </a:lnTo>
                <a:lnTo>
                  <a:pt x="4" y="388"/>
                </a:lnTo>
                <a:lnTo>
                  <a:pt x="3" y="387"/>
                </a:lnTo>
                <a:lnTo>
                  <a:pt x="2" y="388"/>
                </a:lnTo>
                <a:lnTo>
                  <a:pt x="2" y="387"/>
                </a:lnTo>
                <a:lnTo>
                  <a:pt x="1" y="387"/>
                </a:lnTo>
                <a:lnTo>
                  <a:pt x="0" y="387"/>
                </a:lnTo>
                <a:lnTo>
                  <a:pt x="0" y="386"/>
                </a:lnTo>
                <a:lnTo>
                  <a:pt x="0" y="384"/>
                </a:lnTo>
                <a:lnTo>
                  <a:pt x="0" y="383"/>
                </a:lnTo>
                <a:lnTo>
                  <a:pt x="1" y="383"/>
                </a:lnTo>
                <a:lnTo>
                  <a:pt x="2" y="383"/>
                </a:lnTo>
                <a:lnTo>
                  <a:pt x="3" y="383"/>
                </a:lnTo>
                <a:lnTo>
                  <a:pt x="5" y="383"/>
                </a:lnTo>
                <a:lnTo>
                  <a:pt x="5" y="382"/>
                </a:lnTo>
                <a:lnTo>
                  <a:pt x="6" y="382"/>
                </a:lnTo>
                <a:lnTo>
                  <a:pt x="7" y="381"/>
                </a:lnTo>
                <a:lnTo>
                  <a:pt x="7" y="380"/>
                </a:lnTo>
                <a:lnTo>
                  <a:pt x="7" y="379"/>
                </a:lnTo>
                <a:lnTo>
                  <a:pt x="6" y="377"/>
                </a:lnTo>
                <a:lnTo>
                  <a:pt x="4" y="375"/>
                </a:lnTo>
                <a:lnTo>
                  <a:pt x="3" y="374"/>
                </a:lnTo>
                <a:lnTo>
                  <a:pt x="3" y="373"/>
                </a:lnTo>
                <a:lnTo>
                  <a:pt x="3" y="372"/>
                </a:lnTo>
                <a:lnTo>
                  <a:pt x="4" y="372"/>
                </a:lnTo>
                <a:lnTo>
                  <a:pt x="4" y="371"/>
                </a:lnTo>
                <a:lnTo>
                  <a:pt x="5" y="371"/>
                </a:lnTo>
                <a:lnTo>
                  <a:pt x="5" y="370"/>
                </a:lnTo>
                <a:lnTo>
                  <a:pt x="6" y="370"/>
                </a:lnTo>
                <a:lnTo>
                  <a:pt x="7" y="370"/>
                </a:lnTo>
                <a:lnTo>
                  <a:pt x="8" y="369"/>
                </a:lnTo>
                <a:lnTo>
                  <a:pt x="12" y="369"/>
                </a:lnTo>
                <a:lnTo>
                  <a:pt x="12" y="367"/>
                </a:lnTo>
                <a:lnTo>
                  <a:pt x="12" y="366"/>
                </a:lnTo>
                <a:lnTo>
                  <a:pt x="12" y="365"/>
                </a:lnTo>
                <a:lnTo>
                  <a:pt x="12" y="364"/>
                </a:lnTo>
                <a:lnTo>
                  <a:pt x="12" y="363"/>
                </a:lnTo>
                <a:lnTo>
                  <a:pt x="13" y="362"/>
                </a:lnTo>
                <a:lnTo>
                  <a:pt x="14" y="362"/>
                </a:lnTo>
                <a:lnTo>
                  <a:pt x="15" y="360"/>
                </a:lnTo>
                <a:lnTo>
                  <a:pt x="16" y="360"/>
                </a:lnTo>
                <a:lnTo>
                  <a:pt x="16" y="358"/>
                </a:lnTo>
                <a:lnTo>
                  <a:pt x="17" y="358"/>
                </a:lnTo>
                <a:lnTo>
                  <a:pt x="18" y="357"/>
                </a:lnTo>
                <a:lnTo>
                  <a:pt x="18" y="356"/>
                </a:lnTo>
                <a:lnTo>
                  <a:pt x="19" y="355"/>
                </a:lnTo>
                <a:lnTo>
                  <a:pt x="20" y="355"/>
                </a:lnTo>
                <a:lnTo>
                  <a:pt x="20" y="354"/>
                </a:lnTo>
                <a:lnTo>
                  <a:pt x="21" y="353"/>
                </a:lnTo>
                <a:lnTo>
                  <a:pt x="21" y="354"/>
                </a:lnTo>
                <a:lnTo>
                  <a:pt x="22" y="354"/>
                </a:lnTo>
                <a:lnTo>
                  <a:pt x="21" y="353"/>
                </a:lnTo>
                <a:lnTo>
                  <a:pt x="21" y="352"/>
                </a:lnTo>
                <a:lnTo>
                  <a:pt x="21" y="351"/>
                </a:lnTo>
                <a:lnTo>
                  <a:pt x="21" y="350"/>
                </a:lnTo>
                <a:lnTo>
                  <a:pt x="21" y="349"/>
                </a:lnTo>
                <a:lnTo>
                  <a:pt x="21" y="348"/>
                </a:lnTo>
                <a:lnTo>
                  <a:pt x="22" y="348"/>
                </a:lnTo>
                <a:lnTo>
                  <a:pt x="27" y="348"/>
                </a:lnTo>
                <a:lnTo>
                  <a:pt x="27" y="347"/>
                </a:lnTo>
                <a:lnTo>
                  <a:pt x="28" y="346"/>
                </a:lnTo>
                <a:lnTo>
                  <a:pt x="28" y="345"/>
                </a:lnTo>
                <a:lnTo>
                  <a:pt x="28" y="344"/>
                </a:lnTo>
                <a:lnTo>
                  <a:pt x="28" y="343"/>
                </a:lnTo>
                <a:lnTo>
                  <a:pt x="29" y="343"/>
                </a:lnTo>
                <a:lnTo>
                  <a:pt x="29" y="344"/>
                </a:lnTo>
                <a:lnTo>
                  <a:pt x="30" y="344"/>
                </a:lnTo>
                <a:lnTo>
                  <a:pt x="31" y="344"/>
                </a:lnTo>
                <a:lnTo>
                  <a:pt x="31" y="345"/>
                </a:lnTo>
                <a:lnTo>
                  <a:pt x="32" y="344"/>
                </a:lnTo>
                <a:lnTo>
                  <a:pt x="32" y="343"/>
                </a:lnTo>
                <a:lnTo>
                  <a:pt x="33" y="342"/>
                </a:lnTo>
                <a:lnTo>
                  <a:pt x="34" y="342"/>
                </a:lnTo>
                <a:lnTo>
                  <a:pt x="35" y="342"/>
                </a:lnTo>
                <a:lnTo>
                  <a:pt x="36" y="342"/>
                </a:lnTo>
                <a:lnTo>
                  <a:pt x="37" y="342"/>
                </a:lnTo>
                <a:lnTo>
                  <a:pt x="38" y="342"/>
                </a:lnTo>
                <a:lnTo>
                  <a:pt x="39" y="343"/>
                </a:lnTo>
                <a:lnTo>
                  <a:pt x="40" y="343"/>
                </a:lnTo>
                <a:lnTo>
                  <a:pt x="40" y="342"/>
                </a:lnTo>
                <a:lnTo>
                  <a:pt x="41" y="342"/>
                </a:lnTo>
                <a:lnTo>
                  <a:pt x="42" y="342"/>
                </a:lnTo>
                <a:lnTo>
                  <a:pt x="43" y="342"/>
                </a:lnTo>
                <a:lnTo>
                  <a:pt x="45" y="342"/>
                </a:lnTo>
                <a:lnTo>
                  <a:pt x="46" y="340"/>
                </a:lnTo>
                <a:lnTo>
                  <a:pt x="47" y="339"/>
                </a:lnTo>
                <a:lnTo>
                  <a:pt x="48" y="339"/>
                </a:lnTo>
                <a:lnTo>
                  <a:pt x="48" y="338"/>
                </a:lnTo>
                <a:lnTo>
                  <a:pt x="48" y="337"/>
                </a:lnTo>
                <a:lnTo>
                  <a:pt x="49" y="337"/>
                </a:lnTo>
                <a:lnTo>
                  <a:pt x="51" y="337"/>
                </a:lnTo>
                <a:lnTo>
                  <a:pt x="51" y="336"/>
                </a:lnTo>
                <a:lnTo>
                  <a:pt x="52" y="336"/>
                </a:lnTo>
                <a:lnTo>
                  <a:pt x="53" y="336"/>
                </a:lnTo>
                <a:lnTo>
                  <a:pt x="53" y="335"/>
                </a:lnTo>
                <a:lnTo>
                  <a:pt x="54" y="335"/>
                </a:lnTo>
                <a:lnTo>
                  <a:pt x="55" y="334"/>
                </a:lnTo>
                <a:lnTo>
                  <a:pt x="56" y="334"/>
                </a:lnTo>
                <a:lnTo>
                  <a:pt x="57" y="334"/>
                </a:lnTo>
                <a:lnTo>
                  <a:pt x="57" y="333"/>
                </a:lnTo>
                <a:lnTo>
                  <a:pt x="57" y="332"/>
                </a:lnTo>
                <a:lnTo>
                  <a:pt x="56" y="331"/>
                </a:lnTo>
                <a:lnTo>
                  <a:pt x="56" y="330"/>
                </a:lnTo>
                <a:lnTo>
                  <a:pt x="56" y="329"/>
                </a:lnTo>
                <a:lnTo>
                  <a:pt x="56" y="328"/>
                </a:lnTo>
                <a:lnTo>
                  <a:pt x="55" y="327"/>
                </a:lnTo>
                <a:lnTo>
                  <a:pt x="56" y="327"/>
                </a:lnTo>
                <a:lnTo>
                  <a:pt x="57" y="326"/>
                </a:lnTo>
                <a:lnTo>
                  <a:pt x="58" y="325"/>
                </a:lnTo>
                <a:lnTo>
                  <a:pt x="59" y="325"/>
                </a:lnTo>
                <a:lnTo>
                  <a:pt x="60" y="324"/>
                </a:lnTo>
                <a:lnTo>
                  <a:pt x="60" y="323"/>
                </a:lnTo>
                <a:lnTo>
                  <a:pt x="61" y="322"/>
                </a:lnTo>
                <a:lnTo>
                  <a:pt x="62" y="322"/>
                </a:lnTo>
                <a:lnTo>
                  <a:pt x="62" y="321"/>
                </a:lnTo>
                <a:lnTo>
                  <a:pt x="62" y="320"/>
                </a:lnTo>
                <a:lnTo>
                  <a:pt x="62" y="319"/>
                </a:lnTo>
                <a:lnTo>
                  <a:pt x="63" y="318"/>
                </a:lnTo>
                <a:lnTo>
                  <a:pt x="64" y="318"/>
                </a:lnTo>
                <a:lnTo>
                  <a:pt x="64" y="317"/>
                </a:lnTo>
                <a:lnTo>
                  <a:pt x="65" y="315"/>
                </a:lnTo>
                <a:lnTo>
                  <a:pt x="66" y="315"/>
                </a:lnTo>
                <a:lnTo>
                  <a:pt x="65" y="315"/>
                </a:lnTo>
                <a:lnTo>
                  <a:pt x="64" y="314"/>
                </a:lnTo>
                <a:lnTo>
                  <a:pt x="66" y="314"/>
                </a:lnTo>
                <a:lnTo>
                  <a:pt x="67" y="314"/>
                </a:lnTo>
                <a:lnTo>
                  <a:pt x="68" y="314"/>
                </a:lnTo>
                <a:lnTo>
                  <a:pt x="68" y="313"/>
                </a:lnTo>
                <a:lnTo>
                  <a:pt x="68" y="312"/>
                </a:lnTo>
                <a:lnTo>
                  <a:pt x="70" y="310"/>
                </a:lnTo>
                <a:lnTo>
                  <a:pt x="70" y="309"/>
                </a:lnTo>
                <a:lnTo>
                  <a:pt x="71" y="308"/>
                </a:lnTo>
                <a:lnTo>
                  <a:pt x="72" y="307"/>
                </a:lnTo>
                <a:lnTo>
                  <a:pt x="73" y="307"/>
                </a:lnTo>
                <a:lnTo>
                  <a:pt x="73" y="306"/>
                </a:lnTo>
                <a:lnTo>
                  <a:pt x="75" y="305"/>
                </a:lnTo>
                <a:lnTo>
                  <a:pt x="76" y="305"/>
                </a:lnTo>
                <a:lnTo>
                  <a:pt x="77" y="305"/>
                </a:lnTo>
                <a:lnTo>
                  <a:pt x="78" y="305"/>
                </a:lnTo>
                <a:lnTo>
                  <a:pt x="80" y="305"/>
                </a:lnTo>
                <a:lnTo>
                  <a:pt x="81" y="305"/>
                </a:lnTo>
                <a:lnTo>
                  <a:pt x="81" y="306"/>
                </a:lnTo>
                <a:lnTo>
                  <a:pt x="81" y="305"/>
                </a:lnTo>
                <a:lnTo>
                  <a:pt x="83" y="305"/>
                </a:lnTo>
                <a:lnTo>
                  <a:pt x="85" y="304"/>
                </a:lnTo>
                <a:lnTo>
                  <a:pt x="87" y="304"/>
                </a:lnTo>
                <a:lnTo>
                  <a:pt x="88" y="303"/>
                </a:lnTo>
                <a:lnTo>
                  <a:pt x="89" y="303"/>
                </a:lnTo>
                <a:lnTo>
                  <a:pt x="90" y="303"/>
                </a:lnTo>
                <a:lnTo>
                  <a:pt x="91" y="303"/>
                </a:lnTo>
                <a:lnTo>
                  <a:pt x="92" y="303"/>
                </a:lnTo>
                <a:lnTo>
                  <a:pt x="92" y="301"/>
                </a:lnTo>
                <a:lnTo>
                  <a:pt x="92" y="299"/>
                </a:lnTo>
                <a:lnTo>
                  <a:pt x="92" y="298"/>
                </a:lnTo>
                <a:lnTo>
                  <a:pt x="93" y="298"/>
                </a:lnTo>
                <a:lnTo>
                  <a:pt x="93" y="297"/>
                </a:lnTo>
                <a:lnTo>
                  <a:pt x="93" y="296"/>
                </a:lnTo>
                <a:lnTo>
                  <a:pt x="94" y="297"/>
                </a:lnTo>
                <a:lnTo>
                  <a:pt x="95" y="297"/>
                </a:lnTo>
                <a:lnTo>
                  <a:pt x="96" y="295"/>
                </a:lnTo>
                <a:lnTo>
                  <a:pt x="96" y="294"/>
                </a:lnTo>
                <a:lnTo>
                  <a:pt x="96" y="293"/>
                </a:lnTo>
                <a:lnTo>
                  <a:pt x="97" y="293"/>
                </a:lnTo>
                <a:lnTo>
                  <a:pt x="98" y="293"/>
                </a:lnTo>
                <a:lnTo>
                  <a:pt x="99" y="293"/>
                </a:lnTo>
                <a:lnTo>
                  <a:pt x="100" y="292"/>
                </a:lnTo>
                <a:lnTo>
                  <a:pt x="100" y="291"/>
                </a:lnTo>
                <a:lnTo>
                  <a:pt x="104" y="291"/>
                </a:lnTo>
                <a:lnTo>
                  <a:pt x="104" y="292"/>
                </a:lnTo>
                <a:lnTo>
                  <a:pt x="105" y="292"/>
                </a:lnTo>
                <a:lnTo>
                  <a:pt x="105" y="291"/>
                </a:lnTo>
                <a:lnTo>
                  <a:pt x="106" y="291"/>
                </a:lnTo>
                <a:lnTo>
                  <a:pt x="107" y="291"/>
                </a:lnTo>
                <a:lnTo>
                  <a:pt x="108" y="291"/>
                </a:lnTo>
                <a:lnTo>
                  <a:pt x="107" y="290"/>
                </a:lnTo>
                <a:lnTo>
                  <a:pt x="110" y="290"/>
                </a:lnTo>
                <a:lnTo>
                  <a:pt x="110" y="289"/>
                </a:lnTo>
                <a:lnTo>
                  <a:pt x="111" y="288"/>
                </a:lnTo>
                <a:lnTo>
                  <a:pt x="111" y="289"/>
                </a:lnTo>
                <a:lnTo>
                  <a:pt x="111" y="290"/>
                </a:lnTo>
                <a:lnTo>
                  <a:pt x="111" y="289"/>
                </a:lnTo>
                <a:lnTo>
                  <a:pt x="112" y="288"/>
                </a:lnTo>
                <a:lnTo>
                  <a:pt x="112" y="286"/>
                </a:lnTo>
                <a:lnTo>
                  <a:pt x="112" y="285"/>
                </a:lnTo>
                <a:lnTo>
                  <a:pt x="113" y="285"/>
                </a:lnTo>
                <a:lnTo>
                  <a:pt x="112" y="284"/>
                </a:lnTo>
                <a:lnTo>
                  <a:pt x="111" y="284"/>
                </a:lnTo>
                <a:lnTo>
                  <a:pt x="111" y="283"/>
                </a:lnTo>
                <a:lnTo>
                  <a:pt x="112" y="283"/>
                </a:lnTo>
                <a:lnTo>
                  <a:pt x="112" y="282"/>
                </a:lnTo>
                <a:lnTo>
                  <a:pt x="114" y="282"/>
                </a:lnTo>
                <a:lnTo>
                  <a:pt x="115" y="282"/>
                </a:lnTo>
                <a:lnTo>
                  <a:pt x="115" y="281"/>
                </a:lnTo>
                <a:lnTo>
                  <a:pt x="115" y="280"/>
                </a:lnTo>
                <a:lnTo>
                  <a:pt x="114" y="280"/>
                </a:lnTo>
                <a:lnTo>
                  <a:pt x="115" y="279"/>
                </a:lnTo>
                <a:lnTo>
                  <a:pt x="115" y="278"/>
                </a:lnTo>
                <a:lnTo>
                  <a:pt x="118" y="277"/>
                </a:lnTo>
                <a:lnTo>
                  <a:pt x="119" y="277"/>
                </a:lnTo>
                <a:lnTo>
                  <a:pt x="121" y="277"/>
                </a:lnTo>
                <a:lnTo>
                  <a:pt x="122" y="277"/>
                </a:lnTo>
                <a:lnTo>
                  <a:pt x="125" y="277"/>
                </a:lnTo>
                <a:lnTo>
                  <a:pt x="126" y="277"/>
                </a:lnTo>
                <a:lnTo>
                  <a:pt x="127" y="277"/>
                </a:lnTo>
                <a:lnTo>
                  <a:pt x="128" y="277"/>
                </a:lnTo>
                <a:lnTo>
                  <a:pt x="129" y="277"/>
                </a:lnTo>
                <a:lnTo>
                  <a:pt x="129" y="276"/>
                </a:lnTo>
                <a:lnTo>
                  <a:pt x="130" y="276"/>
                </a:lnTo>
                <a:lnTo>
                  <a:pt x="130" y="275"/>
                </a:lnTo>
                <a:lnTo>
                  <a:pt x="130" y="273"/>
                </a:lnTo>
                <a:lnTo>
                  <a:pt x="130" y="270"/>
                </a:lnTo>
                <a:lnTo>
                  <a:pt x="131" y="269"/>
                </a:lnTo>
                <a:lnTo>
                  <a:pt x="132" y="269"/>
                </a:lnTo>
                <a:lnTo>
                  <a:pt x="133" y="267"/>
                </a:lnTo>
                <a:lnTo>
                  <a:pt x="133" y="266"/>
                </a:lnTo>
                <a:lnTo>
                  <a:pt x="132" y="266"/>
                </a:lnTo>
                <a:lnTo>
                  <a:pt x="133" y="266"/>
                </a:lnTo>
                <a:lnTo>
                  <a:pt x="134" y="265"/>
                </a:lnTo>
                <a:lnTo>
                  <a:pt x="133" y="265"/>
                </a:lnTo>
                <a:lnTo>
                  <a:pt x="133" y="264"/>
                </a:lnTo>
                <a:lnTo>
                  <a:pt x="134" y="264"/>
                </a:lnTo>
                <a:lnTo>
                  <a:pt x="133" y="264"/>
                </a:lnTo>
                <a:lnTo>
                  <a:pt x="133" y="263"/>
                </a:lnTo>
                <a:lnTo>
                  <a:pt x="134" y="263"/>
                </a:lnTo>
                <a:lnTo>
                  <a:pt x="134" y="261"/>
                </a:lnTo>
                <a:lnTo>
                  <a:pt x="135" y="261"/>
                </a:lnTo>
                <a:lnTo>
                  <a:pt x="135" y="260"/>
                </a:lnTo>
                <a:lnTo>
                  <a:pt x="135" y="259"/>
                </a:lnTo>
                <a:lnTo>
                  <a:pt x="134" y="259"/>
                </a:lnTo>
                <a:lnTo>
                  <a:pt x="133" y="259"/>
                </a:lnTo>
                <a:lnTo>
                  <a:pt x="132" y="259"/>
                </a:lnTo>
                <a:lnTo>
                  <a:pt x="131" y="259"/>
                </a:lnTo>
                <a:lnTo>
                  <a:pt x="131" y="260"/>
                </a:lnTo>
                <a:lnTo>
                  <a:pt x="130" y="260"/>
                </a:lnTo>
                <a:lnTo>
                  <a:pt x="129" y="261"/>
                </a:lnTo>
                <a:lnTo>
                  <a:pt x="129" y="262"/>
                </a:lnTo>
                <a:lnTo>
                  <a:pt x="128" y="262"/>
                </a:lnTo>
                <a:lnTo>
                  <a:pt x="128" y="263"/>
                </a:lnTo>
                <a:lnTo>
                  <a:pt x="127" y="263"/>
                </a:lnTo>
                <a:lnTo>
                  <a:pt x="127" y="264"/>
                </a:lnTo>
                <a:lnTo>
                  <a:pt x="126" y="265"/>
                </a:lnTo>
                <a:lnTo>
                  <a:pt x="125" y="265"/>
                </a:lnTo>
                <a:lnTo>
                  <a:pt x="124" y="266"/>
                </a:lnTo>
                <a:lnTo>
                  <a:pt x="123" y="267"/>
                </a:lnTo>
                <a:lnTo>
                  <a:pt x="122" y="267"/>
                </a:lnTo>
                <a:lnTo>
                  <a:pt x="121" y="267"/>
                </a:lnTo>
                <a:lnTo>
                  <a:pt x="120" y="267"/>
                </a:lnTo>
                <a:lnTo>
                  <a:pt x="119" y="267"/>
                </a:lnTo>
                <a:lnTo>
                  <a:pt x="118" y="268"/>
                </a:lnTo>
                <a:lnTo>
                  <a:pt x="117" y="269"/>
                </a:lnTo>
                <a:lnTo>
                  <a:pt x="116" y="269"/>
                </a:lnTo>
                <a:lnTo>
                  <a:pt x="116" y="270"/>
                </a:lnTo>
                <a:lnTo>
                  <a:pt x="115" y="269"/>
                </a:lnTo>
                <a:lnTo>
                  <a:pt x="114" y="269"/>
                </a:lnTo>
                <a:lnTo>
                  <a:pt x="113" y="269"/>
                </a:lnTo>
                <a:lnTo>
                  <a:pt x="112" y="269"/>
                </a:lnTo>
                <a:lnTo>
                  <a:pt x="112" y="270"/>
                </a:lnTo>
                <a:lnTo>
                  <a:pt x="111" y="270"/>
                </a:lnTo>
                <a:lnTo>
                  <a:pt x="110" y="270"/>
                </a:lnTo>
                <a:lnTo>
                  <a:pt x="110" y="271"/>
                </a:lnTo>
                <a:lnTo>
                  <a:pt x="110" y="273"/>
                </a:lnTo>
                <a:lnTo>
                  <a:pt x="109" y="273"/>
                </a:lnTo>
                <a:lnTo>
                  <a:pt x="108" y="273"/>
                </a:lnTo>
                <a:lnTo>
                  <a:pt x="108" y="271"/>
                </a:lnTo>
                <a:lnTo>
                  <a:pt x="107" y="270"/>
                </a:lnTo>
                <a:lnTo>
                  <a:pt x="107" y="271"/>
                </a:lnTo>
                <a:lnTo>
                  <a:pt x="106" y="271"/>
                </a:lnTo>
                <a:lnTo>
                  <a:pt x="105" y="271"/>
                </a:lnTo>
                <a:lnTo>
                  <a:pt x="103" y="271"/>
                </a:lnTo>
                <a:lnTo>
                  <a:pt x="103" y="273"/>
                </a:lnTo>
                <a:lnTo>
                  <a:pt x="102" y="273"/>
                </a:lnTo>
                <a:lnTo>
                  <a:pt x="101" y="274"/>
                </a:lnTo>
                <a:lnTo>
                  <a:pt x="101" y="275"/>
                </a:lnTo>
                <a:lnTo>
                  <a:pt x="101" y="276"/>
                </a:lnTo>
                <a:lnTo>
                  <a:pt x="100" y="276"/>
                </a:lnTo>
                <a:lnTo>
                  <a:pt x="99" y="277"/>
                </a:lnTo>
                <a:lnTo>
                  <a:pt x="97" y="277"/>
                </a:lnTo>
                <a:lnTo>
                  <a:pt x="96" y="277"/>
                </a:lnTo>
                <a:lnTo>
                  <a:pt x="95" y="277"/>
                </a:lnTo>
                <a:lnTo>
                  <a:pt x="94" y="277"/>
                </a:lnTo>
                <a:lnTo>
                  <a:pt x="93" y="277"/>
                </a:lnTo>
                <a:lnTo>
                  <a:pt x="92" y="277"/>
                </a:lnTo>
                <a:lnTo>
                  <a:pt x="92" y="278"/>
                </a:lnTo>
                <a:lnTo>
                  <a:pt x="91" y="279"/>
                </a:lnTo>
                <a:lnTo>
                  <a:pt x="91" y="280"/>
                </a:lnTo>
                <a:lnTo>
                  <a:pt x="90" y="281"/>
                </a:lnTo>
                <a:lnTo>
                  <a:pt x="89" y="281"/>
                </a:lnTo>
                <a:lnTo>
                  <a:pt x="88" y="281"/>
                </a:lnTo>
                <a:lnTo>
                  <a:pt x="88" y="282"/>
                </a:lnTo>
                <a:lnTo>
                  <a:pt x="87" y="282"/>
                </a:lnTo>
                <a:lnTo>
                  <a:pt x="87" y="283"/>
                </a:lnTo>
                <a:lnTo>
                  <a:pt x="84" y="282"/>
                </a:lnTo>
                <a:lnTo>
                  <a:pt x="83" y="282"/>
                </a:lnTo>
                <a:lnTo>
                  <a:pt x="82" y="282"/>
                </a:lnTo>
                <a:lnTo>
                  <a:pt x="81" y="282"/>
                </a:lnTo>
                <a:lnTo>
                  <a:pt x="80" y="283"/>
                </a:lnTo>
                <a:lnTo>
                  <a:pt x="79" y="284"/>
                </a:lnTo>
                <a:lnTo>
                  <a:pt x="78" y="284"/>
                </a:lnTo>
                <a:lnTo>
                  <a:pt x="78" y="285"/>
                </a:lnTo>
                <a:lnTo>
                  <a:pt x="76" y="286"/>
                </a:lnTo>
                <a:lnTo>
                  <a:pt x="74" y="286"/>
                </a:lnTo>
                <a:lnTo>
                  <a:pt x="72" y="286"/>
                </a:lnTo>
                <a:lnTo>
                  <a:pt x="71" y="287"/>
                </a:lnTo>
                <a:lnTo>
                  <a:pt x="70" y="287"/>
                </a:lnTo>
                <a:lnTo>
                  <a:pt x="70" y="288"/>
                </a:lnTo>
                <a:lnTo>
                  <a:pt x="69" y="288"/>
                </a:lnTo>
                <a:lnTo>
                  <a:pt x="69" y="289"/>
                </a:lnTo>
                <a:lnTo>
                  <a:pt x="68" y="289"/>
                </a:lnTo>
                <a:lnTo>
                  <a:pt x="67" y="289"/>
                </a:lnTo>
                <a:lnTo>
                  <a:pt x="66" y="289"/>
                </a:lnTo>
                <a:lnTo>
                  <a:pt x="66" y="290"/>
                </a:lnTo>
                <a:lnTo>
                  <a:pt x="64" y="293"/>
                </a:lnTo>
                <a:lnTo>
                  <a:pt x="62" y="295"/>
                </a:lnTo>
                <a:lnTo>
                  <a:pt x="62" y="296"/>
                </a:lnTo>
                <a:lnTo>
                  <a:pt x="61" y="296"/>
                </a:lnTo>
                <a:lnTo>
                  <a:pt x="61" y="297"/>
                </a:lnTo>
                <a:lnTo>
                  <a:pt x="60" y="297"/>
                </a:lnTo>
                <a:lnTo>
                  <a:pt x="59" y="297"/>
                </a:lnTo>
                <a:lnTo>
                  <a:pt x="58" y="298"/>
                </a:lnTo>
                <a:lnTo>
                  <a:pt x="58" y="299"/>
                </a:lnTo>
                <a:lnTo>
                  <a:pt x="57" y="299"/>
                </a:lnTo>
                <a:lnTo>
                  <a:pt x="56" y="299"/>
                </a:lnTo>
                <a:lnTo>
                  <a:pt x="56" y="298"/>
                </a:lnTo>
                <a:lnTo>
                  <a:pt x="55" y="298"/>
                </a:lnTo>
                <a:lnTo>
                  <a:pt x="54" y="298"/>
                </a:lnTo>
                <a:lnTo>
                  <a:pt x="54" y="297"/>
                </a:lnTo>
                <a:lnTo>
                  <a:pt x="54" y="296"/>
                </a:lnTo>
                <a:lnTo>
                  <a:pt x="54" y="295"/>
                </a:lnTo>
                <a:lnTo>
                  <a:pt x="55" y="295"/>
                </a:lnTo>
                <a:lnTo>
                  <a:pt x="55" y="294"/>
                </a:lnTo>
                <a:lnTo>
                  <a:pt x="55" y="293"/>
                </a:lnTo>
                <a:lnTo>
                  <a:pt x="55" y="292"/>
                </a:lnTo>
                <a:lnTo>
                  <a:pt x="56" y="291"/>
                </a:lnTo>
                <a:lnTo>
                  <a:pt x="56" y="290"/>
                </a:lnTo>
                <a:lnTo>
                  <a:pt x="55" y="289"/>
                </a:lnTo>
                <a:lnTo>
                  <a:pt x="56" y="289"/>
                </a:lnTo>
                <a:lnTo>
                  <a:pt x="57" y="289"/>
                </a:lnTo>
                <a:lnTo>
                  <a:pt x="57" y="287"/>
                </a:lnTo>
                <a:lnTo>
                  <a:pt x="58" y="285"/>
                </a:lnTo>
                <a:lnTo>
                  <a:pt x="57" y="282"/>
                </a:lnTo>
                <a:lnTo>
                  <a:pt x="57" y="281"/>
                </a:lnTo>
                <a:lnTo>
                  <a:pt x="56" y="280"/>
                </a:lnTo>
                <a:lnTo>
                  <a:pt x="56" y="279"/>
                </a:lnTo>
                <a:lnTo>
                  <a:pt x="57" y="279"/>
                </a:lnTo>
                <a:lnTo>
                  <a:pt x="57" y="278"/>
                </a:lnTo>
                <a:lnTo>
                  <a:pt x="56" y="277"/>
                </a:lnTo>
                <a:lnTo>
                  <a:pt x="57" y="276"/>
                </a:lnTo>
                <a:lnTo>
                  <a:pt x="59" y="276"/>
                </a:lnTo>
                <a:lnTo>
                  <a:pt x="60" y="276"/>
                </a:lnTo>
                <a:lnTo>
                  <a:pt x="61" y="275"/>
                </a:lnTo>
                <a:lnTo>
                  <a:pt x="61" y="274"/>
                </a:lnTo>
                <a:lnTo>
                  <a:pt x="62" y="274"/>
                </a:lnTo>
                <a:lnTo>
                  <a:pt x="62" y="273"/>
                </a:lnTo>
                <a:lnTo>
                  <a:pt x="63" y="273"/>
                </a:lnTo>
                <a:lnTo>
                  <a:pt x="64" y="271"/>
                </a:lnTo>
                <a:lnTo>
                  <a:pt x="65" y="273"/>
                </a:lnTo>
                <a:lnTo>
                  <a:pt x="65" y="271"/>
                </a:lnTo>
                <a:lnTo>
                  <a:pt x="66" y="271"/>
                </a:lnTo>
                <a:lnTo>
                  <a:pt x="66" y="269"/>
                </a:lnTo>
                <a:lnTo>
                  <a:pt x="66" y="267"/>
                </a:lnTo>
                <a:lnTo>
                  <a:pt x="66" y="265"/>
                </a:lnTo>
                <a:lnTo>
                  <a:pt x="66" y="264"/>
                </a:lnTo>
                <a:lnTo>
                  <a:pt x="67" y="264"/>
                </a:lnTo>
                <a:lnTo>
                  <a:pt x="67" y="263"/>
                </a:lnTo>
                <a:lnTo>
                  <a:pt x="68" y="261"/>
                </a:lnTo>
                <a:lnTo>
                  <a:pt x="69" y="261"/>
                </a:lnTo>
                <a:lnTo>
                  <a:pt x="69" y="260"/>
                </a:lnTo>
                <a:lnTo>
                  <a:pt x="69" y="259"/>
                </a:lnTo>
                <a:lnTo>
                  <a:pt x="70" y="258"/>
                </a:lnTo>
                <a:lnTo>
                  <a:pt x="70" y="257"/>
                </a:lnTo>
                <a:lnTo>
                  <a:pt x="70" y="256"/>
                </a:lnTo>
                <a:lnTo>
                  <a:pt x="70" y="255"/>
                </a:lnTo>
                <a:lnTo>
                  <a:pt x="70" y="254"/>
                </a:lnTo>
                <a:lnTo>
                  <a:pt x="70" y="253"/>
                </a:lnTo>
                <a:lnTo>
                  <a:pt x="69" y="253"/>
                </a:lnTo>
                <a:lnTo>
                  <a:pt x="69" y="252"/>
                </a:lnTo>
                <a:lnTo>
                  <a:pt x="70" y="252"/>
                </a:lnTo>
                <a:lnTo>
                  <a:pt x="70" y="251"/>
                </a:lnTo>
                <a:lnTo>
                  <a:pt x="69" y="251"/>
                </a:lnTo>
                <a:lnTo>
                  <a:pt x="69" y="250"/>
                </a:lnTo>
                <a:lnTo>
                  <a:pt x="69" y="249"/>
                </a:lnTo>
                <a:lnTo>
                  <a:pt x="70" y="248"/>
                </a:lnTo>
                <a:lnTo>
                  <a:pt x="69" y="247"/>
                </a:lnTo>
                <a:lnTo>
                  <a:pt x="69" y="246"/>
                </a:lnTo>
                <a:lnTo>
                  <a:pt x="69" y="245"/>
                </a:lnTo>
                <a:lnTo>
                  <a:pt x="69" y="244"/>
                </a:lnTo>
                <a:lnTo>
                  <a:pt x="69" y="243"/>
                </a:lnTo>
                <a:lnTo>
                  <a:pt x="68" y="242"/>
                </a:lnTo>
                <a:lnTo>
                  <a:pt x="68" y="241"/>
                </a:lnTo>
                <a:lnTo>
                  <a:pt x="68" y="240"/>
                </a:lnTo>
                <a:lnTo>
                  <a:pt x="68" y="239"/>
                </a:lnTo>
                <a:lnTo>
                  <a:pt x="67" y="239"/>
                </a:lnTo>
                <a:lnTo>
                  <a:pt x="66" y="239"/>
                </a:lnTo>
                <a:lnTo>
                  <a:pt x="65" y="239"/>
                </a:lnTo>
                <a:lnTo>
                  <a:pt x="64" y="239"/>
                </a:lnTo>
                <a:lnTo>
                  <a:pt x="64" y="238"/>
                </a:lnTo>
                <a:lnTo>
                  <a:pt x="63" y="238"/>
                </a:lnTo>
                <a:lnTo>
                  <a:pt x="63" y="237"/>
                </a:lnTo>
                <a:lnTo>
                  <a:pt x="64" y="236"/>
                </a:lnTo>
                <a:lnTo>
                  <a:pt x="63" y="236"/>
                </a:lnTo>
                <a:lnTo>
                  <a:pt x="63" y="235"/>
                </a:lnTo>
                <a:lnTo>
                  <a:pt x="63" y="234"/>
                </a:lnTo>
                <a:lnTo>
                  <a:pt x="64" y="234"/>
                </a:lnTo>
                <a:lnTo>
                  <a:pt x="63" y="233"/>
                </a:lnTo>
                <a:lnTo>
                  <a:pt x="62" y="233"/>
                </a:lnTo>
                <a:lnTo>
                  <a:pt x="62" y="234"/>
                </a:lnTo>
                <a:lnTo>
                  <a:pt x="61" y="234"/>
                </a:lnTo>
                <a:lnTo>
                  <a:pt x="60" y="234"/>
                </a:lnTo>
                <a:lnTo>
                  <a:pt x="59" y="234"/>
                </a:lnTo>
                <a:lnTo>
                  <a:pt x="58" y="235"/>
                </a:lnTo>
                <a:lnTo>
                  <a:pt x="57" y="236"/>
                </a:lnTo>
                <a:lnTo>
                  <a:pt x="57" y="235"/>
                </a:lnTo>
                <a:lnTo>
                  <a:pt x="56" y="235"/>
                </a:lnTo>
                <a:lnTo>
                  <a:pt x="56" y="234"/>
                </a:lnTo>
                <a:lnTo>
                  <a:pt x="57" y="234"/>
                </a:lnTo>
                <a:lnTo>
                  <a:pt x="58" y="233"/>
                </a:lnTo>
                <a:lnTo>
                  <a:pt x="58" y="231"/>
                </a:lnTo>
                <a:lnTo>
                  <a:pt x="57" y="230"/>
                </a:lnTo>
                <a:lnTo>
                  <a:pt x="56" y="230"/>
                </a:lnTo>
                <a:lnTo>
                  <a:pt x="55" y="230"/>
                </a:lnTo>
                <a:lnTo>
                  <a:pt x="56" y="229"/>
                </a:lnTo>
                <a:lnTo>
                  <a:pt x="55" y="229"/>
                </a:lnTo>
                <a:lnTo>
                  <a:pt x="55" y="228"/>
                </a:lnTo>
                <a:lnTo>
                  <a:pt x="55" y="227"/>
                </a:lnTo>
                <a:lnTo>
                  <a:pt x="55" y="226"/>
                </a:lnTo>
                <a:lnTo>
                  <a:pt x="55" y="225"/>
                </a:lnTo>
                <a:lnTo>
                  <a:pt x="53" y="225"/>
                </a:lnTo>
                <a:lnTo>
                  <a:pt x="54" y="225"/>
                </a:lnTo>
                <a:lnTo>
                  <a:pt x="54" y="224"/>
                </a:lnTo>
                <a:lnTo>
                  <a:pt x="53" y="224"/>
                </a:lnTo>
                <a:lnTo>
                  <a:pt x="52" y="224"/>
                </a:lnTo>
                <a:lnTo>
                  <a:pt x="52" y="223"/>
                </a:lnTo>
                <a:lnTo>
                  <a:pt x="51" y="223"/>
                </a:lnTo>
                <a:lnTo>
                  <a:pt x="50" y="223"/>
                </a:lnTo>
                <a:lnTo>
                  <a:pt x="50" y="222"/>
                </a:lnTo>
                <a:lnTo>
                  <a:pt x="51" y="222"/>
                </a:lnTo>
                <a:lnTo>
                  <a:pt x="51" y="221"/>
                </a:lnTo>
                <a:lnTo>
                  <a:pt x="52" y="221"/>
                </a:lnTo>
                <a:lnTo>
                  <a:pt x="52" y="220"/>
                </a:lnTo>
                <a:lnTo>
                  <a:pt x="52" y="221"/>
                </a:lnTo>
                <a:lnTo>
                  <a:pt x="52" y="220"/>
                </a:lnTo>
                <a:lnTo>
                  <a:pt x="53" y="219"/>
                </a:lnTo>
                <a:lnTo>
                  <a:pt x="53" y="218"/>
                </a:lnTo>
                <a:lnTo>
                  <a:pt x="52" y="218"/>
                </a:lnTo>
                <a:lnTo>
                  <a:pt x="51" y="217"/>
                </a:lnTo>
                <a:lnTo>
                  <a:pt x="50" y="217"/>
                </a:lnTo>
                <a:lnTo>
                  <a:pt x="49" y="216"/>
                </a:lnTo>
                <a:lnTo>
                  <a:pt x="50" y="216"/>
                </a:lnTo>
                <a:lnTo>
                  <a:pt x="50" y="215"/>
                </a:lnTo>
                <a:lnTo>
                  <a:pt x="49" y="215"/>
                </a:lnTo>
                <a:lnTo>
                  <a:pt x="49" y="214"/>
                </a:lnTo>
                <a:lnTo>
                  <a:pt x="49" y="213"/>
                </a:lnTo>
                <a:lnTo>
                  <a:pt x="50" y="212"/>
                </a:lnTo>
                <a:lnTo>
                  <a:pt x="50" y="211"/>
                </a:lnTo>
                <a:lnTo>
                  <a:pt x="51" y="210"/>
                </a:lnTo>
                <a:lnTo>
                  <a:pt x="51" y="209"/>
                </a:lnTo>
                <a:lnTo>
                  <a:pt x="52" y="209"/>
                </a:lnTo>
                <a:lnTo>
                  <a:pt x="52" y="208"/>
                </a:lnTo>
                <a:lnTo>
                  <a:pt x="53" y="208"/>
                </a:lnTo>
                <a:lnTo>
                  <a:pt x="53" y="207"/>
                </a:lnTo>
                <a:lnTo>
                  <a:pt x="54" y="207"/>
                </a:lnTo>
                <a:lnTo>
                  <a:pt x="54" y="206"/>
                </a:lnTo>
                <a:lnTo>
                  <a:pt x="54" y="205"/>
                </a:lnTo>
                <a:lnTo>
                  <a:pt x="54" y="204"/>
                </a:lnTo>
                <a:lnTo>
                  <a:pt x="54" y="203"/>
                </a:lnTo>
                <a:lnTo>
                  <a:pt x="54" y="202"/>
                </a:lnTo>
                <a:lnTo>
                  <a:pt x="55" y="202"/>
                </a:lnTo>
                <a:lnTo>
                  <a:pt x="55" y="201"/>
                </a:lnTo>
                <a:lnTo>
                  <a:pt x="55" y="200"/>
                </a:lnTo>
                <a:lnTo>
                  <a:pt x="56" y="200"/>
                </a:lnTo>
                <a:lnTo>
                  <a:pt x="56" y="199"/>
                </a:lnTo>
                <a:lnTo>
                  <a:pt x="55" y="199"/>
                </a:lnTo>
                <a:lnTo>
                  <a:pt x="56" y="199"/>
                </a:lnTo>
                <a:lnTo>
                  <a:pt x="56" y="198"/>
                </a:lnTo>
                <a:lnTo>
                  <a:pt x="56" y="197"/>
                </a:lnTo>
                <a:lnTo>
                  <a:pt x="57" y="197"/>
                </a:lnTo>
                <a:lnTo>
                  <a:pt x="57" y="198"/>
                </a:lnTo>
                <a:lnTo>
                  <a:pt x="59" y="197"/>
                </a:lnTo>
                <a:lnTo>
                  <a:pt x="60" y="195"/>
                </a:lnTo>
                <a:lnTo>
                  <a:pt x="60" y="194"/>
                </a:lnTo>
                <a:lnTo>
                  <a:pt x="60" y="193"/>
                </a:lnTo>
                <a:lnTo>
                  <a:pt x="61" y="193"/>
                </a:lnTo>
                <a:lnTo>
                  <a:pt x="62" y="193"/>
                </a:lnTo>
                <a:lnTo>
                  <a:pt x="62" y="192"/>
                </a:lnTo>
                <a:lnTo>
                  <a:pt x="63" y="191"/>
                </a:lnTo>
                <a:lnTo>
                  <a:pt x="63" y="190"/>
                </a:lnTo>
                <a:lnTo>
                  <a:pt x="64" y="190"/>
                </a:lnTo>
                <a:lnTo>
                  <a:pt x="65" y="190"/>
                </a:lnTo>
                <a:lnTo>
                  <a:pt x="66" y="189"/>
                </a:lnTo>
                <a:lnTo>
                  <a:pt x="66" y="188"/>
                </a:lnTo>
                <a:lnTo>
                  <a:pt x="66" y="187"/>
                </a:lnTo>
                <a:lnTo>
                  <a:pt x="67" y="186"/>
                </a:lnTo>
                <a:lnTo>
                  <a:pt x="67" y="185"/>
                </a:lnTo>
                <a:lnTo>
                  <a:pt x="68" y="185"/>
                </a:lnTo>
                <a:lnTo>
                  <a:pt x="68" y="184"/>
                </a:lnTo>
                <a:lnTo>
                  <a:pt x="69" y="183"/>
                </a:lnTo>
                <a:lnTo>
                  <a:pt x="69" y="182"/>
                </a:lnTo>
                <a:lnTo>
                  <a:pt x="70" y="181"/>
                </a:lnTo>
                <a:lnTo>
                  <a:pt x="71" y="181"/>
                </a:lnTo>
                <a:lnTo>
                  <a:pt x="73" y="181"/>
                </a:lnTo>
                <a:lnTo>
                  <a:pt x="74" y="181"/>
                </a:lnTo>
                <a:lnTo>
                  <a:pt x="74" y="180"/>
                </a:lnTo>
                <a:lnTo>
                  <a:pt x="75" y="180"/>
                </a:lnTo>
                <a:lnTo>
                  <a:pt x="76" y="180"/>
                </a:lnTo>
                <a:lnTo>
                  <a:pt x="77" y="179"/>
                </a:lnTo>
                <a:lnTo>
                  <a:pt x="78" y="180"/>
                </a:lnTo>
                <a:lnTo>
                  <a:pt x="80" y="180"/>
                </a:lnTo>
                <a:lnTo>
                  <a:pt x="80" y="179"/>
                </a:lnTo>
                <a:lnTo>
                  <a:pt x="81" y="179"/>
                </a:lnTo>
                <a:lnTo>
                  <a:pt x="82" y="179"/>
                </a:lnTo>
                <a:lnTo>
                  <a:pt x="82" y="178"/>
                </a:lnTo>
                <a:lnTo>
                  <a:pt x="84" y="178"/>
                </a:lnTo>
                <a:lnTo>
                  <a:pt x="84" y="177"/>
                </a:lnTo>
                <a:lnTo>
                  <a:pt x="85" y="177"/>
                </a:lnTo>
                <a:lnTo>
                  <a:pt x="86" y="177"/>
                </a:lnTo>
                <a:lnTo>
                  <a:pt x="87" y="176"/>
                </a:lnTo>
                <a:lnTo>
                  <a:pt x="88" y="176"/>
                </a:lnTo>
                <a:lnTo>
                  <a:pt x="88" y="175"/>
                </a:lnTo>
                <a:lnTo>
                  <a:pt x="89" y="175"/>
                </a:lnTo>
                <a:lnTo>
                  <a:pt x="90" y="175"/>
                </a:lnTo>
                <a:lnTo>
                  <a:pt x="90" y="176"/>
                </a:lnTo>
                <a:lnTo>
                  <a:pt x="91" y="175"/>
                </a:lnTo>
                <a:lnTo>
                  <a:pt x="92" y="174"/>
                </a:lnTo>
                <a:lnTo>
                  <a:pt x="92" y="173"/>
                </a:lnTo>
                <a:lnTo>
                  <a:pt x="92" y="172"/>
                </a:lnTo>
                <a:lnTo>
                  <a:pt x="92" y="171"/>
                </a:lnTo>
                <a:lnTo>
                  <a:pt x="93" y="169"/>
                </a:lnTo>
                <a:lnTo>
                  <a:pt x="93" y="168"/>
                </a:lnTo>
                <a:lnTo>
                  <a:pt x="94" y="168"/>
                </a:lnTo>
                <a:lnTo>
                  <a:pt x="94" y="167"/>
                </a:lnTo>
                <a:lnTo>
                  <a:pt x="95" y="166"/>
                </a:lnTo>
                <a:lnTo>
                  <a:pt x="96" y="165"/>
                </a:lnTo>
                <a:lnTo>
                  <a:pt x="97" y="165"/>
                </a:lnTo>
                <a:lnTo>
                  <a:pt x="97" y="164"/>
                </a:lnTo>
                <a:lnTo>
                  <a:pt x="98" y="164"/>
                </a:lnTo>
                <a:lnTo>
                  <a:pt x="99" y="164"/>
                </a:lnTo>
                <a:lnTo>
                  <a:pt x="100" y="163"/>
                </a:lnTo>
                <a:lnTo>
                  <a:pt x="100" y="162"/>
                </a:lnTo>
                <a:lnTo>
                  <a:pt x="99" y="162"/>
                </a:lnTo>
                <a:lnTo>
                  <a:pt x="99" y="161"/>
                </a:lnTo>
                <a:lnTo>
                  <a:pt x="100" y="161"/>
                </a:lnTo>
                <a:lnTo>
                  <a:pt x="99" y="161"/>
                </a:lnTo>
                <a:lnTo>
                  <a:pt x="99" y="160"/>
                </a:lnTo>
                <a:lnTo>
                  <a:pt x="100" y="160"/>
                </a:lnTo>
                <a:lnTo>
                  <a:pt x="101" y="160"/>
                </a:lnTo>
                <a:lnTo>
                  <a:pt x="101" y="159"/>
                </a:lnTo>
                <a:lnTo>
                  <a:pt x="102" y="159"/>
                </a:lnTo>
                <a:lnTo>
                  <a:pt x="102" y="158"/>
                </a:lnTo>
                <a:lnTo>
                  <a:pt x="103" y="157"/>
                </a:lnTo>
                <a:lnTo>
                  <a:pt x="103" y="156"/>
                </a:lnTo>
                <a:lnTo>
                  <a:pt x="102" y="156"/>
                </a:lnTo>
                <a:lnTo>
                  <a:pt x="102" y="155"/>
                </a:lnTo>
                <a:lnTo>
                  <a:pt x="101" y="154"/>
                </a:lnTo>
                <a:lnTo>
                  <a:pt x="102" y="152"/>
                </a:lnTo>
                <a:lnTo>
                  <a:pt x="103" y="152"/>
                </a:lnTo>
                <a:lnTo>
                  <a:pt x="104" y="152"/>
                </a:lnTo>
                <a:lnTo>
                  <a:pt x="104" y="151"/>
                </a:lnTo>
                <a:lnTo>
                  <a:pt x="105" y="151"/>
                </a:lnTo>
                <a:lnTo>
                  <a:pt x="105" y="150"/>
                </a:lnTo>
                <a:lnTo>
                  <a:pt x="104" y="149"/>
                </a:lnTo>
                <a:lnTo>
                  <a:pt x="105" y="149"/>
                </a:lnTo>
                <a:lnTo>
                  <a:pt x="106" y="149"/>
                </a:lnTo>
                <a:lnTo>
                  <a:pt x="107" y="148"/>
                </a:lnTo>
                <a:lnTo>
                  <a:pt x="107" y="147"/>
                </a:lnTo>
                <a:lnTo>
                  <a:pt x="108" y="146"/>
                </a:lnTo>
                <a:lnTo>
                  <a:pt x="109" y="146"/>
                </a:lnTo>
                <a:lnTo>
                  <a:pt x="109" y="145"/>
                </a:lnTo>
                <a:lnTo>
                  <a:pt x="110" y="144"/>
                </a:lnTo>
                <a:lnTo>
                  <a:pt x="110" y="143"/>
                </a:lnTo>
                <a:lnTo>
                  <a:pt x="111" y="143"/>
                </a:lnTo>
                <a:lnTo>
                  <a:pt x="111" y="142"/>
                </a:lnTo>
                <a:lnTo>
                  <a:pt x="111" y="141"/>
                </a:lnTo>
                <a:lnTo>
                  <a:pt x="111" y="140"/>
                </a:lnTo>
                <a:lnTo>
                  <a:pt x="112" y="140"/>
                </a:lnTo>
                <a:lnTo>
                  <a:pt x="112" y="139"/>
                </a:lnTo>
                <a:lnTo>
                  <a:pt x="112" y="138"/>
                </a:lnTo>
                <a:lnTo>
                  <a:pt x="112" y="137"/>
                </a:lnTo>
                <a:lnTo>
                  <a:pt x="112" y="136"/>
                </a:lnTo>
                <a:lnTo>
                  <a:pt x="112" y="135"/>
                </a:lnTo>
                <a:lnTo>
                  <a:pt x="112" y="134"/>
                </a:lnTo>
                <a:lnTo>
                  <a:pt x="113" y="134"/>
                </a:lnTo>
                <a:lnTo>
                  <a:pt x="113" y="133"/>
                </a:lnTo>
                <a:lnTo>
                  <a:pt x="114" y="133"/>
                </a:lnTo>
                <a:lnTo>
                  <a:pt x="115" y="132"/>
                </a:lnTo>
                <a:lnTo>
                  <a:pt x="115" y="131"/>
                </a:lnTo>
                <a:lnTo>
                  <a:pt x="114" y="131"/>
                </a:lnTo>
                <a:lnTo>
                  <a:pt x="114" y="130"/>
                </a:lnTo>
                <a:lnTo>
                  <a:pt x="115" y="129"/>
                </a:lnTo>
                <a:lnTo>
                  <a:pt x="115" y="128"/>
                </a:lnTo>
                <a:lnTo>
                  <a:pt x="116" y="127"/>
                </a:lnTo>
                <a:lnTo>
                  <a:pt x="117" y="127"/>
                </a:lnTo>
                <a:lnTo>
                  <a:pt x="117" y="126"/>
                </a:lnTo>
                <a:lnTo>
                  <a:pt x="118" y="126"/>
                </a:lnTo>
                <a:lnTo>
                  <a:pt x="119" y="126"/>
                </a:lnTo>
                <a:lnTo>
                  <a:pt x="120" y="126"/>
                </a:lnTo>
                <a:lnTo>
                  <a:pt x="120" y="125"/>
                </a:lnTo>
                <a:lnTo>
                  <a:pt x="121" y="125"/>
                </a:lnTo>
                <a:lnTo>
                  <a:pt x="121" y="124"/>
                </a:lnTo>
                <a:lnTo>
                  <a:pt x="121" y="123"/>
                </a:lnTo>
                <a:lnTo>
                  <a:pt x="121" y="122"/>
                </a:lnTo>
                <a:lnTo>
                  <a:pt x="122" y="122"/>
                </a:lnTo>
                <a:lnTo>
                  <a:pt x="122" y="120"/>
                </a:lnTo>
                <a:lnTo>
                  <a:pt x="121" y="119"/>
                </a:lnTo>
                <a:lnTo>
                  <a:pt x="121" y="118"/>
                </a:lnTo>
                <a:lnTo>
                  <a:pt x="122" y="118"/>
                </a:lnTo>
                <a:lnTo>
                  <a:pt x="122" y="117"/>
                </a:lnTo>
                <a:lnTo>
                  <a:pt x="122" y="116"/>
                </a:lnTo>
                <a:lnTo>
                  <a:pt x="123" y="115"/>
                </a:lnTo>
                <a:lnTo>
                  <a:pt x="123" y="114"/>
                </a:lnTo>
                <a:lnTo>
                  <a:pt x="122" y="113"/>
                </a:lnTo>
                <a:lnTo>
                  <a:pt x="122" y="112"/>
                </a:lnTo>
                <a:lnTo>
                  <a:pt x="123" y="112"/>
                </a:lnTo>
                <a:lnTo>
                  <a:pt x="124" y="112"/>
                </a:lnTo>
                <a:lnTo>
                  <a:pt x="125" y="112"/>
                </a:lnTo>
                <a:lnTo>
                  <a:pt x="126" y="111"/>
                </a:lnTo>
                <a:lnTo>
                  <a:pt x="127" y="111"/>
                </a:lnTo>
                <a:lnTo>
                  <a:pt x="127" y="110"/>
                </a:lnTo>
                <a:lnTo>
                  <a:pt x="128" y="110"/>
                </a:lnTo>
                <a:lnTo>
                  <a:pt x="129" y="110"/>
                </a:lnTo>
                <a:lnTo>
                  <a:pt x="130" y="110"/>
                </a:lnTo>
                <a:lnTo>
                  <a:pt x="130" y="109"/>
                </a:lnTo>
                <a:lnTo>
                  <a:pt x="131" y="109"/>
                </a:lnTo>
                <a:lnTo>
                  <a:pt x="132" y="109"/>
                </a:lnTo>
                <a:lnTo>
                  <a:pt x="133" y="108"/>
                </a:lnTo>
                <a:lnTo>
                  <a:pt x="135" y="109"/>
                </a:lnTo>
                <a:lnTo>
                  <a:pt x="136" y="109"/>
                </a:lnTo>
                <a:lnTo>
                  <a:pt x="136" y="108"/>
                </a:lnTo>
                <a:lnTo>
                  <a:pt x="137" y="108"/>
                </a:lnTo>
                <a:lnTo>
                  <a:pt x="138" y="108"/>
                </a:lnTo>
                <a:lnTo>
                  <a:pt x="139" y="108"/>
                </a:lnTo>
                <a:lnTo>
                  <a:pt x="140" y="108"/>
                </a:lnTo>
                <a:lnTo>
                  <a:pt x="141" y="107"/>
                </a:lnTo>
                <a:lnTo>
                  <a:pt x="142" y="107"/>
                </a:lnTo>
                <a:lnTo>
                  <a:pt x="143" y="108"/>
                </a:lnTo>
                <a:lnTo>
                  <a:pt x="144" y="109"/>
                </a:lnTo>
                <a:lnTo>
                  <a:pt x="145" y="109"/>
                </a:lnTo>
                <a:lnTo>
                  <a:pt x="146" y="109"/>
                </a:lnTo>
                <a:lnTo>
                  <a:pt x="147" y="109"/>
                </a:lnTo>
                <a:lnTo>
                  <a:pt x="148" y="109"/>
                </a:lnTo>
                <a:lnTo>
                  <a:pt x="148" y="110"/>
                </a:lnTo>
                <a:lnTo>
                  <a:pt x="149" y="110"/>
                </a:lnTo>
                <a:lnTo>
                  <a:pt x="149" y="109"/>
                </a:lnTo>
                <a:lnTo>
                  <a:pt x="150" y="109"/>
                </a:lnTo>
                <a:lnTo>
                  <a:pt x="151" y="108"/>
                </a:lnTo>
                <a:lnTo>
                  <a:pt x="151" y="107"/>
                </a:lnTo>
                <a:lnTo>
                  <a:pt x="152" y="107"/>
                </a:lnTo>
                <a:lnTo>
                  <a:pt x="152" y="106"/>
                </a:lnTo>
                <a:lnTo>
                  <a:pt x="153" y="106"/>
                </a:lnTo>
                <a:lnTo>
                  <a:pt x="153" y="105"/>
                </a:lnTo>
                <a:lnTo>
                  <a:pt x="154" y="105"/>
                </a:lnTo>
                <a:lnTo>
                  <a:pt x="154" y="104"/>
                </a:lnTo>
                <a:lnTo>
                  <a:pt x="153" y="104"/>
                </a:lnTo>
                <a:lnTo>
                  <a:pt x="153" y="103"/>
                </a:lnTo>
                <a:lnTo>
                  <a:pt x="152" y="103"/>
                </a:lnTo>
                <a:lnTo>
                  <a:pt x="152" y="102"/>
                </a:lnTo>
                <a:lnTo>
                  <a:pt x="153" y="102"/>
                </a:lnTo>
                <a:lnTo>
                  <a:pt x="153" y="101"/>
                </a:lnTo>
                <a:lnTo>
                  <a:pt x="152" y="101"/>
                </a:lnTo>
                <a:lnTo>
                  <a:pt x="152" y="102"/>
                </a:lnTo>
                <a:lnTo>
                  <a:pt x="151" y="102"/>
                </a:lnTo>
                <a:lnTo>
                  <a:pt x="150" y="102"/>
                </a:lnTo>
                <a:lnTo>
                  <a:pt x="149" y="102"/>
                </a:lnTo>
                <a:lnTo>
                  <a:pt x="148" y="102"/>
                </a:lnTo>
                <a:lnTo>
                  <a:pt x="148" y="101"/>
                </a:lnTo>
                <a:lnTo>
                  <a:pt x="149" y="100"/>
                </a:lnTo>
                <a:lnTo>
                  <a:pt x="150" y="100"/>
                </a:lnTo>
                <a:lnTo>
                  <a:pt x="150" y="99"/>
                </a:lnTo>
                <a:lnTo>
                  <a:pt x="150" y="98"/>
                </a:lnTo>
                <a:lnTo>
                  <a:pt x="149" y="98"/>
                </a:lnTo>
                <a:lnTo>
                  <a:pt x="148" y="98"/>
                </a:lnTo>
                <a:lnTo>
                  <a:pt x="148" y="97"/>
                </a:lnTo>
                <a:lnTo>
                  <a:pt x="148" y="96"/>
                </a:lnTo>
                <a:lnTo>
                  <a:pt x="149" y="96"/>
                </a:lnTo>
                <a:lnTo>
                  <a:pt x="149" y="95"/>
                </a:lnTo>
                <a:lnTo>
                  <a:pt x="149" y="94"/>
                </a:lnTo>
                <a:lnTo>
                  <a:pt x="150" y="94"/>
                </a:lnTo>
                <a:lnTo>
                  <a:pt x="151" y="95"/>
                </a:lnTo>
                <a:lnTo>
                  <a:pt x="152" y="96"/>
                </a:lnTo>
                <a:lnTo>
                  <a:pt x="153" y="97"/>
                </a:lnTo>
                <a:lnTo>
                  <a:pt x="154" y="97"/>
                </a:lnTo>
                <a:lnTo>
                  <a:pt x="153" y="96"/>
                </a:lnTo>
                <a:lnTo>
                  <a:pt x="154" y="95"/>
                </a:lnTo>
                <a:lnTo>
                  <a:pt x="155" y="95"/>
                </a:lnTo>
                <a:lnTo>
                  <a:pt x="154" y="95"/>
                </a:lnTo>
                <a:lnTo>
                  <a:pt x="154" y="94"/>
                </a:lnTo>
                <a:lnTo>
                  <a:pt x="155" y="94"/>
                </a:lnTo>
                <a:lnTo>
                  <a:pt x="155" y="93"/>
                </a:lnTo>
                <a:lnTo>
                  <a:pt x="154" y="94"/>
                </a:lnTo>
                <a:lnTo>
                  <a:pt x="154" y="93"/>
                </a:lnTo>
                <a:lnTo>
                  <a:pt x="155" y="92"/>
                </a:lnTo>
                <a:lnTo>
                  <a:pt x="154" y="92"/>
                </a:lnTo>
                <a:lnTo>
                  <a:pt x="154" y="91"/>
                </a:lnTo>
                <a:lnTo>
                  <a:pt x="153" y="91"/>
                </a:lnTo>
                <a:lnTo>
                  <a:pt x="153" y="90"/>
                </a:lnTo>
                <a:lnTo>
                  <a:pt x="154" y="90"/>
                </a:lnTo>
                <a:lnTo>
                  <a:pt x="155" y="90"/>
                </a:lnTo>
                <a:lnTo>
                  <a:pt x="154" y="90"/>
                </a:lnTo>
                <a:lnTo>
                  <a:pt x="154" y="89"/>
                </a:lnTo>
                <a:lnTo>
                  <a:pt x="155" y="89"/>
                </a:lnTo>
                <a:lnTo>
                  <a:pt x="155" y="88"/>
                </a:lnTo>
                <a:lnTo>
                  <a:pt x="155" y="87"/>
                </a:lnTo>
                <a:lnTo>
                  <a:pt x="155" y="86"/>
                </a:lnTo>
                <a:lnTo>
                  <a:pt x="156" y="86"/>
                </a:lnTo>
                <a:lnTo>
                  <a:pt x="156" y="85"/>
                </a:lnTo>
                <a:lnTo>
                  <a:pt x="157" y="85"/>
                </a:lnTo>
                <a:lnTo>
                  <a:pt x="158" y="85"/>
                </a:lnTo>
                <a:lnTo>
                  <a:pt x="159" y="85"/>
                </a:lnTo>
                <a:lnTo>
                  <a:pt x="159" y="84"/>
                </a:lnTo>
                <a:lnTo>
                  <a:pt x="158" y="84"/>
                </a:lnTo>
                <a:lnTo>
                  <a:pt x="159" y="83"/>
                </a:lnTo>
                <a:lnTo>
                  <a:pt x="160" y="83"/>
                </a:lnTo>
                <a:lnTo>
                  <a:pt x="160" y="84"/>
                </a:lnTo>
                <a:lnTo>
                  <a:pt x="161" y="85"/>
                </a:lnTo>
                <a:lnTo>
                  <a:pt x="160" y="85"/>
                </a:lnTo>
                <a:lnTo>
                  <a:pt x="161" y="85"/>
                </a:lnTo>
                <a:lnTo>
                  <a:pt x="162" y="85"/>
                </a:lnTo>
                <a:lnTo>
                  <a:pt x="163" y="85"/>
                </a:lnTo>
                <a:lnTo>
                  <a:pt x="164" y="86"/>
                </a:lnTo>
                <a:lnTo>
                  <a:pt x="164" y="87"/>
                </a:lnTo>
                <a:lnTo>
                  <a:pt x="164" y="88"/>
                </a:lnTo>
                <a:lnTo>
                  <a:pt x="163" y="89"/>
                </a:lnTo>
                <a:lnTo>
                  <a:pt x="163" y="90"/>
                </a:lnTo>
                <a:lnTo>
                  <a:pt x="164" y="90"/>
                </a:lnTo>
                <a:lnTo>
                  <a:pt x="164" y="91"/>
                </a:lnTo>
                <a:lnTo>
                  <a:pt x="164" y="90"/>
                </a:lnTo>
                <a:lnTo>
                  <a:pt x="165" y="90"/>
                </a:lnTo>
                <a:lnTo>
                  <a:pt x="165" y="91"/>
                </a:lnTo>
                <a:lnTo>
                  <a:pt x="165" y="92"/>
                </a:lnTo>
                <a:lnTo>
                  <a:pt x="166" y="92"/>
                </a:lnTo>
                <a:lnTo>
                  <a:pt x="167" y="92"/>
                </a:lnTo>
                <a:lnTo>
                  <a:pt x="167" y="93"/>
                </a:lnTo>
                <a:lnTo>
                  <a:pt x="168" y="93"/>
                </a:lnTo>
                <a:lnTo>
                  <a:pt x="168" y="94"/>
                </a:lnTo>
                <a:lnTo>
                  <a:pt x="167" y="94"/>
                </a:lnTo>
                <a:lnTo>
                  <a:pt x="169" y="96"/>
                </a:lnTo>
                <a:lnTo>
                  <a:pt x="170" y="96"/>
                </a:lnTo>
                <a:lnTo>
                  <a:pt x="171" y="96"/>
                </a:lnTo>
                <a:lnTo>
                  <a:pt x="171" y="93"/>
                </a:lnTo>
                <a:lnTo>
                  <a:pt x="172" y="92"/>
                </a:lnTo>
                <a:lnTo>
                  <a:pt x="173" y="91"/>
                </a:lnTo>
                <a:lnTo>
                  <a:pt x="175" y="91"/>
                </a:lnTo>
                <a:lnTo>
                  <a:pt x="175" y="90"/>
                </a:lnTo>
                <a:lnTo>
                  <a:pt x="176" y="90"/>
                </a:lnTo>
                <a:lnTo>
                  <a:pt x="176" y="89"/>
                </a:lnTo>
                <a:lnTo>
                  <a:pt x="177" y="89"/>
                </a:lnTo>
                <a:lnTo>
                  <a:pt x="177" y="88"/>
                </a:lnTo>
                <a:lnTo>
                  <a:pt x="178" y="88"/>
                </a:lnTo>
                <a:lnTo>
                  <a:pt x="178" y="87"/>
                </a:lnTo>
                <a:lnTo>
                  <a:pt x="179" y="86"/>
                </a:lnTo>
                <a:lnTo>
                  <a:pt x="180" y="85"/>
                </a:lnTo>
                <a:lnTo>
                  <a:pt x="181" y="85"/>
                </a:lnTo>
                <a:lnTo>
                  <a:pt x="182" y="84"/>
                </a:lnTo>
                <a:lnTo>
                  <a:pt x="182" y="83"/>
                </a:lnTo>
                <a:lnTo>
                  <a:pt x="183" y="83"/>
                </a:lnTo>
                <a:lnTo>
                  <a:pt x="183" y="82"/>
                </a:lnTo>
                <a:lnTo>
                  <a:pt x="184" y="82"/>
                </a:lnTo>
                <a:lnTo>
                  <a:pt x="184" y="81"/>
                </a:lnTo>
                <a:lnTo>
                  <a:pt x="185" y="80"/>
                </a:lnTo>
                <a:lnTo>
                  <a:pt x="187" y="79"/>
                </a:lnTo>
                <a:lnTo>
                  <a:pt x="188" y="78"/>
                </a:lnTo>
                <a:lnTo>
                  <a:pt x="189" y="77"/>
                </a:lnTo>
                <a:lnTo>
                  <a:pt x="190" y="76"/>
                </a:lnTo>
                <a:lnTo>
                  <a:pt x="190" y="75"/>
                </a:lnTo>
                <a:lnTo>
                  <a:pt x="191" y="74"/>
                </a:lnTo>
                <a:lnTo>
                  <a:pt x="192" y="73"/>
                </a:lnTo>
                <a:lnTo>
                  <a:pt x="191" y="72"/>
                </a:lnTo>
                <a:lnTo>
                  <a:pt x="192" y="71"/>
                </a:lnTo>
                <a:lnTo>
                  <a:pt x="192" y="72"/>
                </a:lnTo>
                <a:lnTo>
                  <a:pt x="193" y="72"/>
                </a:lnTo>
                <a:lnTo>
                  <a:pt x="194" y="71"/>
                </a:lnTo>
                <a:lnTo>
                  <a:pt x="194" y="70"/>
                </a:lnTo>
                <a:lnTo>
                  <a:pt x="195" y="69"/>
                </a:lnTo>
                <a:lnTo>
                  <a:pt x="195" y="67"/>
                </a:lnTo>
                <a:lnTo>
                  <a:pt x="195" y="66"/>
                </a:lnTo>
                <a:lnTo>
                  <a:pt x="196" y="66"/>
                </a:lnTo>
                <a:lnTo>
                  <a:pt x="197" y="66"/>
                </a:lnTo>
                <a:lnTo>
                  <a:pt x="198" y="66"/>
                </a:lnTo>
                <a:lnTo>
                  <a:pt x="198" y="65"/>
                </a:lnTo>
                <a:lnTo>
                  <a:pt x="198" y="64"/>
                </a:lnTo>
                <a:lnTo>
                  <a:pt x="199" y="64"/>
                </a:lnTo>
                <a:lnTo>
                  <a:pt x="199" y="65"/>
                </a:lnTo>
                <a:lnTo>
                  <a:pt x="198" y="65"/>
                </a:lnTo>
                <a:lnTo>
                  <a:pt x="199" y="65"/>
                </a:lnTo>
                <a:lnTo>
                  <a:pt x="200" y="65"/>
                </a:lnTo>
                <a:lnTo>
                  <a:pt x="200" y="64"/>
                </a:lnTo>
                <a:lnTo>
                  <a:pt x="201" y="64"/>
                </a:lnTo>
                <a:lnTo>
                  <a:pt x="200" y="64"/>
                </a:lnTo>
                <a:lnTo>
                  <a:pt x="200" y="63"/>
                </a:lnTo>
                <a:lnTo>
                  <a:pt x="200" y="62"/>
                </a:lnTo>
                <a:lnTo>
                  <a:pt x="200" y="61"/>
                </a:lnTo>
                <a:lnTo>
                  <a:pt x="201" y="61"/>
                </a:lnTo>
                <a:lnTo>
                  <a:pt x="201" y="62"/>
                </a:lnTo>
                <a:lnTo>
                  <a:pt x="202" y="62"/>
                </a:lnTo>
                <a:lnTo>
                  <a:pt x="203" y="62"/>
                </a:lnTo>
                <a:lnTo>
                  <a:pt x="204" y="61"/>
                </a:lnTo>
                <a:lnTo>
                  <a:pt x="204" y="59"/>
                </a:lnTo>
                <a:lnTo>
                  <a:pt x="204" y="58"/>
                </a:lnTo>
                <a:lnTo>
                  <a:pt x="204" y="57"/>
                </a:lnTo>
                <a:lnTo>
                  <a:pt x="205" y="56"/>
                </a:lnTo>
                <a:lnTo>
                  <a:pt x="206" y="55"/>
                </a:lnTo>
                <a:lnTo>
                  <a:pt x="207" y="54"/>
                </a:lnTo>
                <a:lnTo>
                  <a:pt x="207" y="53"/>
                </a:lnTo>
                <a:lnTo>
                  <a:pt x="207" y="52"/>
                </a:lnTo>
                <a:lnTo>
                  <a:pt x="208" y="52"/>
                </a:lnTo>
                <a:lnTo>
                  <a:pt x="209" y="52"/>
                </a:lnTo>
                <a:lnTo>
                  <a:pt x="209" y="51"/>
                </a:lnTo>
                <a:lnTo>
                  <a:pt x="210" y="52"/>
                </a:lnTo>
                <a:lnTo>
                  <a:pt x="211" y="52"/>
                </a:lnTo>
                <a:lnTo>
                  <a:pt x="212" y="53"/>
                </a:lnTo>
                <a:lnTo>
                  <a:pt x="214" y="53"/>
                </a:lnTo>
                <a:lnTo>
                  <a:pt x="217" y="52"/>
                </a:lnTo>
                <a:lnTo>
                  <a:pt x="218" y="52"/>
                </a:lnTo>
                <a:lnTo>
                  <a:pt x="220" y="52"/>
                </a:lnTo>
                <a:lnTo>
                  <a:pt x="221" y="52"/>
                </a:lnTo>
                <a:lnTo>
                  <a:pt x="223" y="52"/>
                </a:lnTo>
                <a:lnTo>
                  <a:pt x="223" y="53"/>
                </a:lnTo>
                <a:lnTo>
                  <a:pt x="224" y="53"/>
                </a:lnTo>
                <a:lnTo>
                  <a:pt x="225" y="53"/>
                </a:lnTo>
                <a:lnTo>
                  <a:pt x="225" y="52"/>
                </a:lnTo>
                <a:lnTo>
                  <a:pt x="227" y="52"/>
                </a:lnTo>
                <a:lnTo>
                  <a:pt x="228" y="53"/>
                </a:lnTo>
                <a:lnTo>
                  <a:pt x="230" y="53"/>
                </a:lnTo>
                <a:lnTo>
                  <a:pt x="232" y="53"/>
                </a:lnTo>
                <a:lnTo>
                  <a:pt x="233" y="53"/>
                </a:lnTo>
                <a:lnTo>
                  <a:pt x="234" y="52"/>
                </a:lnTo>
                <a:lnTo>
                  <a:pt x="235" y="52"/>
                </a:lnTo>
                <a:lnTo>
                  <a:pt x="236" y="52"/>
                </a:lnTo>
                <a:lnTo>
                  <a:pt x="237" y="52"/>
                </a:lnTo>
                <a:lnTo>
                  <a:pt x="238" y="51"/>
                </a:lnTo>
                <a:lnTo>
                  <a:pt x="239" y="51"/>
                </a:lnTo>
                <a:lnTo>
                  <a:pt x="240" y="52"/>
                </a:lnTo>
                <a:lnTo>
                  <a:pt x="241" y="52"/>
                </a:lnTo>
                <a:lnTo>
                  <a:pt x="244" y="52"/>
                </a:lnTo>
                <a:lnTo>
                  <a:pt x="245" y="53"/>
                </a:lnTo>
                <a:lnTo>
                  <a:pt x="247" y="53"/>
                </a:lnTo>
                <a:lnTo>
                  <a:pt x="247" y="52"/>
                </a:lnTo>
                <a:lnTo>
                  <a:pt x="248" y="52"/>
                </a:lnTo>
                <a:lnTo>
                  <a:pt x="249" y="51"/>
                </a:lnTo>
                <a:lnTo>
                  <a:pt x="250" y="52"/>
                </a:lnTo>
                <a:lnTo>
                  <a:pt x="251" y="52"/>
                </a:lnTo>
                <a:lnTo>
                  <a:pt x="254" y="52"/>
                </a:lnTo>
                <a:lnTo>
                  <a:pt x="255" y="52"/>
                </a:lnTo>
                <a:lnTo>
                  <a:pt x="256" y="53"/>
                </a:lnTo>
                <a:lnTo>
                  <a:pt x="257" y="53"/>
                </a:lnTo>
                <a:lnTo>
                  <a:pt x="258" y="53"/>
                </a:lnTo>
                <a:lnTo>
                  <a:pt x="259" y="52"/>
                </a:lnTo>
                <a:lnTo>
                  <a:pt x="260" y="52"/>
                </a:lnTo>
                <a:lnTo>
                  <a:pt x="261" y="51"/>
                </a:lnTo>
                <a:lnTo>
                  <a:pt x="262" y="51"/>
                </a:lnTo>
                <a:lnTo>
                  <a:pt x="263" y="50"/>
                </a:lnTo>
                <a:lnTo>
                  <a:pt x="265" y="50"/>
                </a:lnTo>
                <a:lnTo>
                  <a:pt x="266" y="50"/>
                </a:lnTo>
                <a:lnTo>
                  <a:pt x="267" y="50"/>
                </a:lnTo>
                <a:lnTo>
                  <a:pt x="267" y="51"/>
                </a:lnTo>
                <a:lnTo>
                  <a:pt x="268" y="51"/>
                </a:lnTo>
                <a:lnTo>
                  <a:pt x="269" y="51"/>
                </a:lnTo>
                <a:lnTo>
                  <a:pt x="270" y="51"/>
                </a:lnTo>
                <a:lnTo>
                  <a:pt x="272" y="52"/>
                </a:lnTo>
                <a:lnTo>
                  <a:pt x="273" y="52"/>
                </a:lnTo>
                <a:lnTo>
                  <a:pt x="274" y="52"/>
                </a:lnTo>
                <a:lnTo>
                  <a:pt x="275" y="51"/>
                </a:lnTo>
                <a:lnTo>
                  <a:pt x="276" y="51"/>
                </a:lnTo>
                <a:lnTo>
                  <a:pt x="279" y="46"/>
                </a:lnTo>
                <a:lnTo>
                  <a:pt x="279" y="45"/>
                </a:lnTo>
                <a:lnTo>
                  <a:pt x="280" y="43"/>
                </a:lnTo>
                <a:lnTo>
                  <a:pt x="281" y="42"/>
                </a:lnTo>
                <a:lnTo>
                  <a:pt x="282" y="42"/>
                </a:lnTo>
                <a:lnTo>
                  <a:pt x="282" y="41"/>
                </a:lnTo>
                <a:lnTo>
                  <a:pt x="283" y="41"/>
                </a:lnTo>
                <a:lnTo>
                  <a:pt x="283" y="40"/>
                </a:lnTo>
                <a:lnTo>
                  <a:pt x="284" y="39"/>
                </a:lnTo>
                <a:lnTo>
                  <a:pt x="284" y="38"/>
                </a:lnTo>
                <a:lnTo>
                  <a:pt x="284" y="36"/>
                </a:lnTo>
                <a:lnTo>
                  <a:pt x="285" y="35"/>
                </a:lnTo>
                <a:lnTo>
                  <a:pt x="285" y="34"/>
                </a:lnTo>
                <a:lnTo>
                  <a:pt x="285" y="33"/>
                </a:lnTo>
                <a:lnTo>
                  <a:pt x="286" y="32"/>
                </a:lnTo>
                <a:lnTo>
                  <a:pt x="287" y="32"/>
                </a:lnTo>
                <a:lnTo>
                  <a:pt x="287" y="31"/>
                </a:lnTo>
                <a:lnTo>
                  <a:pt x="287" y="30"/>
                </a:lnTo>
                <a:lnTo>
                  <a:pt x="288" y="29"/>
                </a:lnTo>
                <a:lnTo>
                  <a:pt x="288" y="28"/>
                </a:lnTo>
                <a:lnTo>
                  <a:pt x="288" y="27"/>
                </a:lnTo>
                <a:lnTo>
                  <a:pt x="289" y="27"/>
                </a:lnTo>
                <a:lnTo>
                  <a:pt x="289" y="26"/>
                </a:lnTo>
                <a:lnTo>
                  <a:pt x="290" y="26"/>
                </a:lnTo>
                <a:lnTo>
                  <a:pt x="291" y="25"/>
                </a:lnTo>
                <a:lnTo>
                  <a:pt x="292" y="25"/>
                </a:lnTo>
                <a:lnTo>
                  <a:pt x="293" y="25"/>
                </a:lnTo>
                <a:lnTo>
                  <a:pt x="294" y="25"/>
                </a:lnTo>
                <a:lnTo>
                  <a:pt x="295" y="25"/>
                </a:lnTo>
                <a:lnTo>
                  <a:pt x="296" y="25"/>
                </a:lnTo>
                <a:lnTo>
                  <a:pt x="297" y="25"/>
                </a:lnTo>
                <a:lnTo>
                  <a:pt x="298" y="25"/>
                </a:lnTo>
                <a:lnTo>
                  <a:pt x="299" y="25"/>
                </a:lnTo>
                <a:lnTo>
                  <a:pt x="300" y="25"/>
                </a:lnTo>
                <a:lnTo>
                  <a:pt x="300" y="24"/>
                </a:lnTo>
                <a:lnTo>
                  <a:pt x="301" y="24"/>
                </a:lnTo>
                <a:lnTo>
                  <a:pt x="302" y="24"/>
                </a:lnTo>
                <a:lnTo>
                  <a:pt x="303" y="24"/>
                </a:lnTo>
                <a:lnTo>
                  <a:pt x="304" y="24"/>
                </a:lnTo>
                <a:lnTo>
                  <a:pt x="305" y="23"/>
                </a:lnTo>
                <a:lnTo>
                  <a:pt x="306" y="23"/>
                </a:lnTo>
                <a:lnTo>
                  <a:pt x="306" y="22"/>
                </a:lnTo>
                <a:lnTo>
                  <a:pt x="306" y="21"/>
                </a:lnTo>
                <a:lnTo>
                  <a:pt x="306" y="20"/>
                </a:lnTo>
                <a:lnTo>
                  <a:pt x="307" y="20"/>
                </a:lnTo>
                <a:lnTo>
                  <a:pt x="308" y="19"/>
                </a:lnTo>
                <a:lnTo>
                  <a:pt x="309" y="18"/>
                </a:lnTo>
                <a:lnTo>
                  <a:pt x="310" y="18"/>
                </a:lnTo>
                <a:lnTo>
                  <a:pt x="311" y="17"/>
                </a:lnTo>
                <a:lnTo>
                  <a:pt x="310" y="16"/>
                </a:lnTo>
                <a:lnTo>
                  <a:pt x="310" y="15"/>
                </a:lnTo>
                <a:lnTo>
                  <a:pt x="310" y="14"/>
                </a:lnTo>
                <a:lnTo>
                  <a:pt x="311" y="14"/>
                </a:lnTo>
                <a:lnTo>
                  <a:pt x="311" y="13"/>
                </a:lnTo>
                <a:lnTo>
                  <a:pt x="312" y="13"/>
                </a:lnTo>
                <a:lnTo>
                  <a:pt x="313" y="13"/>
                </a:lnTo>
                <a:lnTo>
                  <a:pt x="314" y="13"/>
                </a:lnTo>
                <a:lnTo>
                  <a:pt x="314" y="12"/>
                </a:lnTo>
                <a:lnTo>
                  <a:pt x="313" y="12"/>
                </a:lnTo>
                <a:lnTo>
                  <a:pt x="312" y="12"/>
                </a:lnTo>
                <a:lnTo>
                  <a:pt x="313" y="11"/>
                </a:lnTo>
                <a:lnTo>
                  <a:pt x="313" y="10"/>
                </a:lnTo>
                <a:lnTo>
                  <a:pt x="313" y="9"/>
                </a:lnTo>
                <a:lnTo>
                  <a:pt x="314" y="8"/>
                </a:lnTo>
                <a:lnTo>
                  <a:pt x="314" y="7"/>
                </a:lnTo>
                <a:lnTo>
                  <a:pt x="314" y="6"/>
                </a:lnTo>
                <a:lnTo>
                  <a:pt x="315" y="6"/>
                </a:lnTo>
                <a:lnTo>
                  <a:pt x="315" y="5"/>
                </a:lnTo>
                <a:lnTo>
                  <a:pt x="315" y="4"/>
                </a:lnTo>
                <a:lnTo>
                  <a:pt x="313" y="2"/>
                </a:lnTo>
                <a:lnTo>
                  <a:pt x="314" y="0"/>
                </a:lnTo>
                <a:lnTo>
                  <a:pt x="315" y="0"/>
                </a:lnTo>
                <a:lnTo>
                  <a:pt x="316" y="1"/>
                </a:lnTo>
                <a:lnTo>
                  <a:pt x="316" y="2"/>
                </a:lnTo>
                <a:lnTo>
                  <a:pt x="317" y="2"/>
                </a:lnTo>
                <a:lnTo>
                  <a:pt x="318" y="2"/>
                </a:lnTo>
                <a:lnTo>
                  <a:pt x="319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5" name=""/>
          <p:cNvSpPr/>
          <p:nvPr/>
        </p:nvSpPr>
        <p:spPr>
          <a:xfrm>
            <a:off x="7036560" y="1366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6" name=""/>
          <p:cNvSpPr/>
          <p:nvPr/>
        </p:nvSpPr>
        <p:spPr>
          <a:xfrm>
            <a:off x="7059960" y="1346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2"/>
                </a:moveTo>
                <a:lnTo>
                  <a:pt x="3" y="4"/>
                </a:lnTo>
                <a:lnTo>
                  <a:pt x="1" y="4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7" name=""/>
          <p:cNvSpPr/>
          <p:nvPr/>
        </p:nvSpPr>
        <p:spPr>
          <a:xfrm>
            <a:off x="7013880" y="13464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8" name=""/>
          <p:cNvSpPr/>
          <p:nvPr/>
        </p:nvSpPr>
        <p:spPr>
          <a:xfrm>
            <a:off x="7014960" y="1344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9" name=""/>
          <p:cNvSpPr/>
          <p:nvPr/>
        </p:nvSpPr>
        <p:spPr>
          <a:xfrm>
            <a:off x="7068960" y="133920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3" y="5"/>
                </a:move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0" name=""/>
          <p:cNvSpPr/>
          <p:nvPr/>
        </p:nvSpPr>
        <p:spPr>
          <a:xfrm>
            <a:off x="7069320" y="1337400"/>
            <a:ext cx="3600" cy="4680"/>
          </a:xfrm>
          <a:custGeom>
            <a:avLst/>
            <a:gdLst/>
            <a:ahLst/>
            <a:rect l="0" t="0" r="r" b="b"/>
            <a:pathLst>
              <a:path w="10" h="13">
                <a:moveTo>
                  <a:pt x="5" y="4"/>
                </a:moveTo>
                <a:lnTo>
                  <a:pt x="5" y="5"/>
                </a:lnTo>
                <a:lnTo>
                  <a:pt x="6" y="5"/>
                </a:lnTo>
                <a:lnTo>
                  <a:pt x="8" y="5"/>
                </a:lnTo>
                <a:lnTo>
                  <a:pt x="10" y="8"/>
                </a:lnTo>
                <a:lnTo>
                  <a:pt x="10" y="10"/>
                </a:lnTo>
                <a:lnTo>
                  <a:pt x="9" y="10"/>
                </a:lnTo>
                <a:lnTo>
                  <a:pt x="9" y="11"/>
                </a:lnTo>
                <a:lnTo>
                  <a:pt x="9" y="12"/>
                </a:lnTo>
                <a:lnTo>
                  <a:pt x="10" y="12"/>
                </a:lnTo>
                <a:lnTo>
                  <a:pt x="10" y="13"/>
                </a:lnTo>
                <a:lnTo>
                  <a:pt x="9" y="13"/>
                </a:lnTo>
                <a:lnTo>
                  <a:pt x="8" y="13"/>
                </a:lnTo>
                <a:lnTo>
                  <a:pt x="6" y="12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5" y="8"/>
                </a:lnTo>
                <a:lnTo>
                  <a:pt x="5" y="7"/>
                </a:lnTo>
                <a:lnTo>
                  <a:pt x="4" y="7"/>
                </a:lnTo>
                <a:lnTo>
                  <a:pt x="4" y="6"/>
                </a:lnTo>
                <a:lnTo>
                  <a:pt x="5" y="6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3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1"/>
                </a:lnTo>
                <a:lnTo>
                  <a:pt x="5" y="2"/>
                </a:lnTo>
                <a:lnTo>
                  <a:pt x="5" y="3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1" name=""/>
          <p:cNvSpPr/>
          <p:nvPr/>
        </p:nvSpPr>
        <p:spPr>
          <a:xfrm>
            <a:off x="7066080" y="133776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4" y="1"/>
                </a:move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5" y="5"/>
                </a:lnTo>
                <a:lnTo>
                  <a:pt x="4" y="6"/>
                </a:lnTo>
                <a:lnTo>
                  <a:pt x="2" y="6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2" name=""/>
          <p:cNvSpPr/>
          <p:nvPr/>
        </p:nvSpPr>
        <p:spPr>
          <a:xfrm>
            <a:off x="7067880" y="133812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3" name=""/>
          <p:cNvSpPr/>
          <p:nvPr/>
        </p:nvSpPr>
        <p:spPr>
          <a:xfrm>
            <a:off x="7067520" y="1330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4" name=""/>
          <p:cNvSpPr/>
          <p:nvPr/>
        </p:nvSpPr>
        <p:spPr>
          <a:xfrm>
            <a:off x="7072560" y="14130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5" name=""/>
          <p:cNvSpPr/>
          <p:nvPr/>
        </p:nvSpPr>
        <p:spPr>
          <a:xfrm>
            <a:off x="7078320" y="14050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6" name=""/>
          <p:cNvSpPr/>
          <p:nvPr/>
        </p:nvSpPr>
        <p:spPr>
          <a:xfrm>
            <a:off x="7079400" y="140472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4" y="2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4" y="0"/>
                </a:lnTo>
                <a:lnTo>
                  <a:pt x="5" y="2"/>
                </a:lnTo>
                <a:lnTo>
                  <a:pt x="4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7" name=""/>
          <p:cNvSpPr/>
          <p:nvPr/>
        </p:nvSpPr>
        <p:spPr>
          <a:xfrm>
            <a:off x="7104600" y="139176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3"/>
                </a:moveTo>
                <a:lnTo>
                  <a:pt x="2" y="3"/>
                </a:lnTo>
                <a:lnTo>
                  <a:pt x="2" y="0"/>
                </a:lnTo>
                <a:lnTo>
                  <a:pt x="4" y="2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8" name=""/>
          <p:cNvSpPr/>
          <p:nvPr/>
        </p:nvSpPr>
        <p:spPr>
          <a:xfrm>
            <a:off x="7128720" y="13906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9" name=""/>
          <p:cNvSpPr/>
          <p:nvPr/>
        </p:nvSpPr>
        <p:spPr>
          <a:xfrm>
            <a:off x="7103160" y="135936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5" y="5"/>
                </a:moveTo>
                <a:lnTo>
                  <a:pt x="4" y="5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5" y="3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8" y="1"/>
                </a:lnTo>
                <a:lnTo>
                  <a:pt x="8" y="3"/>
                </a:lnTo>
                <a:lnTo>
                  <a:pt x="6" y="3"/>
                </a:lnTo>
                <a:lnTo>
                  <a:pt x="6" y="4"/>
                </a:lnTo>
                <a:lnTo>
                  <a:pt x="5" y="5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0" name=""/>
          <p:cNvSpPr/>
          <p:nvPr/>
        </p:nvSpPr>
        <p:spPr>
          <a:xfrm>
            <a:off x="7125840" y="135792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2" y="2"/>
                </a:move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3" y="3"/>
                </a:lnTo>
                <a:lnTo>
                  <a:pt x="5" y="3"/>
                </a:lnTo>
                <a:lnTo>
                  <a:pt x="5" y="5"/>
                </a:ln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2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1" name=""/>
          <p:cNvSpPr/>
          <p:nvPr/>
        </p:nvSpPr>
        <p:spPr>
          <a:xfrm>
            <a:off x="7100640" y="13557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2" name=""/>
          <p:cNvSpPr/>
          <p:nvPr/>
        </p:nvSpPr>
        <p:spPr>
          <a:xfrm>
            <a:off x="7078680" y="1335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3" name=""/>
          <p:cNvSpPr/>
          <p:nvPr/>
        </p:nvSpPr>
        <p:spPr>
          <a:xfrm>
            <a:off x="7071480" y="132840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4" y="5"/>
                </a:moveTo>
                <a:lnTo>
                  <a:pt x="5" y="5"/>
                </a:lnTo>
                <a:lnTo>
                  <a:pt x="6" y="6"/>
                </a:lnTo>
                <a:lnTo>
                  <a:pt x="5" y="7"/>
                </a:lnTo>
                <a:lnTo>
                  <a:pt x="4" y="7"/>
                </a:lnTo>
                <a:lnTo>
                  <a:pt x="4" y="6"/>
                </a:lnTo>
                <a:lnTo>
                  <a:pt x="2" y="6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lnTo>
                  <a:pt x="2" y="4"/>
                </a:lnTo>
                <a:lnTo>
                  <a:pt x="1" y="4"/>
                </a:lnTo>
                <a:lnTo>
                  <a:pt x="2" y="4"/>
                </a:lnTo>
                <a:lnTo>
                  <a:pt x="2" y="5"/>
                </a:lnTo>
                <a:lnTo>
                  <a:pt x="4" y="5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4" name=""/>
          <p:cNvSpPr/>
          <p:nvPr/>
        </p:nvSpPr>
        <p:spPr>
          <a:xfrm>
            <a:off x="7073640" y="132336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3" y="4"/>
                </a:moveTo>
                <a:lnTo>
                  <a:pt x="2" y="4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0"/>
                </a:lnTo>
                <a:lnTo>
                  <a:pt x="6" y="2"/>
                </a:lnTo>
                <a:lnTo>
                  <a:pt x="6" y="3"/>
                </a:lnTo>
                <a:lnTo>
                  <a:pt x="5" y="4"/>
                </a:lnTo>
                <a:lnTo>
                  <a:pt x="3" y="4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5" name=""/>
          <p:cNvSpPr/>
          <p:nvPr/>
        </p:nvSpPr>
        <p:spPr>
          <a:xfrm>
            <a:off x="7075440" y="132192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2"/>
                </a:move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6" name=""/>
          <p:cNvSpPr/>
          <p:nvPr/>
        </p:nvSpPr>
        <p:spPr>
          <a:xfrm>
            <a:off x="7077240" y="1321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2"/>
                </a:move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7" name=""/>
          <p:cNvSpPr/>
          <p:nvPr/>
        </p:nvSpPr>
        <p:spPr>
          <a:xfrm>
            <a:off x="7077600" y="13201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4" y="1"/>
                </a:moveTo>
                <a:lnTo>
                  <a:pt x="4" y="3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FAFDC9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8" name=""/>
          <p:cNvSpPr/>
          <p:nvPr/>
        </p:nvSpPr>
        <p:spPr>
          <a:xfrm>
            <a:off x="7075800" y="1600560"/>
            <a:ext cx="46080" cy="51120"/>
          </a:xfrm>
          <a:custGeom>
            <a:avLst/>
            <a:gdLst/>
            <a:ahLst/>
            <a:rect l="0" t="0" r="r" b="b"/>
            <a:pathLst>
              <a:path w="128" h="142">
                <a:moveTo>
                  <a:pt x="65" y="14"/>
                </a:moveTo>
                <a:lnTo>
                  <a:pt x="66" y="14"/>
                </a:lnTo>
                <a:lnTo>
                  <a:pt x="67" y="14"/>
                </a:lnTo>
                <a:lnTo>
                  <a:pt x="68" y="14"/>
                </a:lnTo>
                <a:lnTo>
                  <a:pt x="69" y="14"/>
                </a:lnTo>
                <a:lnTo>
                  <a:pt x="70" y="15"/>
                </a:lnTo>
                <a:lnTo>
                  <a:pt x="71" y="15"/>
                </a:lnTo>
                <a:lnTo>
                  <a:pt x="72" y="16"/>
                </a:lnTo>
                <a:lnTo>
                  <a:pt x="73" y="16"/>
                </a:lnTo>
                <a:lnTo>
                  <a:pt x="74" y="17"/>
                </a:lnTo>
                <a:lnTo>
                  <a:pt x="75" y="18"/>
                </a:lnTo>
                <a:lnTo>
                  <a:pt x="76" y="18"/>
                </a:lnTo>
                <a:lnTo>
                  <a:pt x="77" y="19"/>
                </a:lnTo>
                <a:lnTo>
                  <a:pt x="78" y="19"/>
                </a:lnTo>
                <a:lnTo>
                  <a:pt x="79" y="19"/>
                </a:lnTo>
                <a:lnTo>
                  <a:pt x="79" y="20"/>
                </a:lnTo>
                <a:lnTo>
                  <a:pt x="80" y="20"/>
                </a:lnTo>
                <a:lnTo>
                  <a:pt x="80" y="19"/>
                </a:lnTo>
                <a:lnTo>
                  <a:pt x="81" y="20"/>
                </a:lnTo>
                <a:lnTo>
                  <a:pt x="82" y="21"/>
                </a:lnTo>
                <a:lnTo>
                  <a:pt x="83" y="21"/>
                </a:lnTo>
                <a:lnTo>
                  <a:pt x="84" y="21"/>
                </a:lnTo>
                <a:lnTo>
                  <a:pt x="85" y="21"/>
                </a:lnTo>
                <a:lnTo>
                  <a:pt x="87" y="22"/>
                </a:lnTo>
                <a:lnTo>
                  <a:pt x="88" y="22"/>
                </a:lnTo>
                <a:lnTo>
                  <a:pt x="89" y="23"/>
                </a:lnTo>
                <a:lnTo>
                  <a:pt x="92" y="24"/>
                </a:lnTo>
                <a:lnTo>
                  <a:pt x="93" y="24"/>
                </a:lnTo>
                <a:lnTo>
                  <a:pt x="95" y="25"/>
                </a:lnTo>
                <a:lnTo>
                  <a:pt x="96" y="25"/>
                </a:lnTo>
                <a:lnTo>
                  <a:pt x="99" y="26"/>
                </a:lnTo>
                <a:lnTo>
                  <a:pt x="100" y="26"/>
                </a:lnTo>
                <a:lnTo>
                  <a:pt x="102" y="27"/>
                </a:lnTo>
                <a:lnTo>
                  <a:pt x="103" y="27"/>
                </a:lnTo>
                <a:lnTo>
                  <a:pt x="105" y="28"/>
                </a:lnTo>
                <a:lnTo>
                  <a:pt x="106" y="28"/>
                </a:lnTo>
                <a:lnTo>
                  <a:pt x="108" y="28"/>
                </a:lnTo>
                <a:lnTo>
                  <a:pt x="109" y="28"/>
                </a:lnTo>
                <a:lnTo>
                  <a:pt x="109" y="31"/>
                </a:lnTo>
                <a:lnTo>
                  <a:pt x="109" y="34"/>
                </a:lnTo>
                <a:lnTo>
                  <a:pt x="110" y="34"/>
                </a:lnTo>
                <a:lnTo>
                  <a:pt x="112" y="35"/>
                </a:lnTo>
                <a:lnTo>
                  <a:pt x="113" y="35"/>
                </a:lnTo>
                <a:lnTo>
                  <a:pt x="118" y="39"/>
                </a:lnTo>
                <a:lnTo>
                  <a:pt x="119" y="40"/>
                </a:lnTo>
                <a:lnTo>
                  <a:pt x="120" y="41"/>
                </a:lnTo>
                <a:lnTo>
                  <a:pt x="121" y="43"/>
                </a:lnTo>
                <a:lnTo>
                  <a:pt x="121" y="45"/>
                </a:lnTo>
                <a:lnTo>
                  <a:pt x="121" y="46"/>
                </a:lnTo>
                <a:lnTo>
                  <a:pt x="120" y="47"/>
                </a:lnTo>
                <a:lnTo>
                  <a:pt x="120" y="48"/>
                </a:lnTo>
                <a:lnTo>
                  <a:pt x="119" y="48"/>
                </a:lnTo>
                <a:lnTo>
                  <a:pt x="118" y="48"/>
                </a:lnTo>
                <a:lnTo>
                  <a:pt x="114" y="50"/>
                </a:lnTo>
                <a:lnTo>
                  <a:pt x="110" y="52"/>
                </a:lnTo>
                <a:lnTo>
                  <a:pt x="109" y="61"/>
                </a:lnTo>
                <a:lnTo>
                  <a:pt x="113" y="63"/>
                </a:lnTo>
                <a:lnTo>
                  <a:pt x="112" y="66"/>
                </a:lnTo>
                <a:lnTo>
                  <a:pt x="114" y="66"/>
                </a:lnTo>
                <a:lnTo>
                  <a:pt x="120" y="67"/>
                </a:lnTo>
                <a:lnTo>
                  <a:pt x="128" y="68"/>
                </a:lnTo>
                <a:lnTo>
                  <a:pt x="127" y="71"/>
                </a:lnTo>
                <a:lnTo>
                  <a:pt x="124" y="70"/>
                </a:lnTo>
                <a:lnTo>
                  <a:pt x="120" y="69"/>
                </a:lnTo>
                <a:lnTo>
                  <a:pt x="119" y="69"/>
                </a:lnTo>
                <a:lnTo>
                  <a:pt x="117" y="69"/>
                </a:lnTo>
                <a:lnTo>
                  <a:pt x="111" y="69"/>
                </a:lnTo>
                <a:lnTo>
                  <a:pt x="110" y="69"/>
                </a:lnTo>
                <a:lnTo>
                  <a:pt x="107" y="69"/>
                </a:lnTo>
                <a:lnTo>
                  <a:pt x="106" y="69"/>
                </a:lnTo>
                <a:lnTo>
                  <a:pt x="106" y="71"/>
                </a:lnTo>
                <a:lnTo>
                  <a:pt x="106" y="73"/>
                </a:lnTo>
                <a:lnTo>
                  <a:pt x="106" y="75"/>
                </a:lnTo>
                <a:lnTo>
                  <a:pt x="105" y="76"/>
                </a:lnTo>
                <a:lnTo>
                  <a:pt x="105" y="77"/>
                </a:lnTo>
                <a:lnTo>
                  <a:pt x="104" y="77"/>
                </a:lnTo>
                <a:lnTo>
                  <a:pt x="103" y="77"/>
                </a:lnTo>
                <a:lnTo>
                  <a:pt x="103" y="76"/>
                </a:lnTo>
                <a:lnTo>
                  <a:pt x="102" y="76"/>
                </a:lnTo>
                <a:lnTo>
                  <a:pt x="101" y="77"/>
                </a:lnTo>
                <a:lnTo>
                  <a:pt x="100" y="77"/>
                </a:lnTo>
                <a:lnTo>
                  <a:pt x="98" y="78"/>
                </a:lnTo>
                <a:lnTo>
                  <a:pt x="98" y="79"/>
                </a:lnTo>
                <a:lnTo>
                  <a:pt x="100" y="81"/>
                </a:lnTo>
                <a:lnTo>
                  <a:pt x="103" y="84"/>
                </a:lnTo>
                <a:lnTo>
                  <a:pt x="105" y="85"/>
                </a:lnTo>
                <a:lnTo>
                  <a:pt x="109" y="88"/>
                </a:lnTo>
                <a:lnTo>
                  <a:pt x="109" y="89"/>
                </a:lnTo>
                <a:lnTo>
                  <a:pt x="107" y="91"/>
                </a:lnTo>
                <a:lnTo>
                  <a:pt x="108" y="91"/>
                </a:lnTo>
                <a:lnTo>
                  <a:pt x="111" y="96"/>
                </a:lnTo>
                <a:lnTo>
                  <a:pt x="111" y="95"/>
                </a:lnTo>
                <a:lnTo>
                  <a:pt x="115" y="103"/>
                </a:lnTo>
                <a:lnTo>
                  <a:pt x="115" y="105"/>
                </a:lnTo>
                <a:lnTo>
                  <a:pt x="116" y="105"/>
                </a:lnTo>
                <a:lnTo>
                  <a:pt x="119" y="115"/>
                </a:lnTo>
                <a:lnTo>
                  <a:pt x="119" y="119"/>
                </a:lnTo>
                <a:lnTo>
                  <a:pt x="118" y="120"/>
                </a:lnTo>
                <a:lnTo>
                  <a:pt x="117" y="121"/>
                </a:lnTo>
                <a:lnTo>
                  <a:pt x="113" y="122"/>
                </a:lnTo>
                <a:lnTo>
                  <a:pt x="110" y="123"/>
                </a:lnTo>
                <a:lnTo>
                  <a:pt x="110" y="124"/>
                </a:lnTo>
                <a:lnTo>
                  <a:pt x="109" y="123"/>
                </a:lnTo>
                <a:lnTo>
                  <a:pt x="106" y="123"/>
                </a:lnTo>
                <a:lnTo>
                  <a:pt x="105" y="124"/>
                </a:lnTo>
                <a:lnTo>
                  <a:pt x="103" y="124"/>
                </a:lnTo>
                <a:lnTo>
                  <a:pt x="101" y="124"/>
                </a:lnTo>
                <a:lnTo>
                  <a:pt x="99" y="123"/>
                </a:lnTo>
                <a:lnTo>
                  <a:pt x="97" y="124"/>
                </a:lnTo>
                <a:lnTo>
                  <a:pt x="97" y="123"/>
                </a:lnTo>
                <a:lnTo>
                  <a:pt x="95" y="123"/>
                </a:lnTo>
                <a:lnTo>
                  <a:pt x="92" y="123"/>
                </a:lnTo>
                <a:lnTo>
                  <a:pt x="91" y="123"/>
                </a:lnTo>
                <a:lnTo>
                  <a:pt x="91" y="124"/>
                </a:lnTo>
                <a:lnTo>
                  <a:pt x="89" y="124"/>
                </a:lnTo>
                <a:lnTo>
                  <a:pt x="87" y="124"/>
                </a:lnTo>
                <a:lnTo>
                  <a:pt x="86" y="124"/>
                </a:lnTo>
                <a:lnTo>
                  <a:pt x="84" y="124"/>
                </a:lnTo>
                <a:lnTo>
                  <a:pt x="83" y="124"/>
                </a:lnTo>
                <a:lnTo>
                  <a:pt x="82" y="125"/>
                </a:lnTo>
                <a:lnTo>
                  <a:pt x="79" y="126"/>
                </a:lnTo>
                <a:lnTo>
                  <a:pt x="77" y="127"/>
                </a:lnTo>
                <a:lnTo>
                  <a:pt x="73" y="128"/>
                </a:lnTo>
                <a:lnTo>
                  <a:pt x="73" y="127"/>
                </a:lnTo>
                <a:lnTo>
                  <a:pt x="72" y="127"/>
                </a:lnTo>
                <a:lnTo>
                  <a:pt x="70" y="128"/>
                </a:lnTo>
                <a:lnTo>
                  <a:pt x="71" y="128"/>
                </a:lnTo>
                <a:lnTo>
                  <a:pt x="71" y="129"/>
                </a:lnTo>
                <a:lnTo>
                  <a:pt x="69" y="129"/>
                </a:lnTo>
                <a:lnTo>
                  <a:pt x="68" y="130"/>
                </a:lnTo>
                <a:lnTo>
                  <a:pt x="67" y="131"/>
                </a:lnTo>
                <a:lnTo>
                  <a:pt x="65" y="131"/>
                </a:lnTo>
                <a:lnTo>
                  <a:pt x="61" y="133"/>
                </a:lnTo>
                <a:lnTo>
                  <a:pt x="59" y="134"/>
                </a:lnTo>
                <a:lnTo>
                  <a:pt x="58" y="135"/>
                </a:lnTo>
                <a:lnTo>
                  <a:pt x="57" y="136"/>
                </a:lnTo>
                <a:lnTo>
                  <a:pt x="56" y="136"/>
                </a:lnTo>
                <a:lnTo>
                  <a:pt x="54" y="139"/>
                </a:lnTo>
                <a:lnTo>
                  <a:pt x="53" y="140"/>
                </a:lnTo>
                <a:lnTo>
                  <a:pt x="52" y="141"/>
                </a:lnTo>
                <a:lnTo>
                  <a:pt x="52" y="140"/>
                </a:lnTo>
                <a:lnTo>
                  <a:pt x="51" y="141"/>
                </a:lnTo>
                <a:lnTo>
                  <a:pt x="50" y="141"/>
                </a:lnTo>
                <a:lnTo>
                  <a:pt x="49" y="142"/>
                </a:lnTo>
                <a:lnTo>
                  <a:pt x="48" y="141"/>
                </a:lnTo>
                <a:lnTo>
                  <a:pt x="47" y="141"/>
                </a:lnTo>
                <a:lnTo>
                  <a:pt x="45" y="142"/>
                </a:lnTo>
                <a:lnTo>
                  <a:pt x="44" y="142"/>
                </a:lnTo>
                <a:lnTo>
                  <a:pt x="44" y="141"/>
                </a:lnTo>
                <a:lnTo>
                  <a:pt x="44" y="140"/>
                </a:lnTo>
                <a:lnTo>
                  <a:pt x="43" y="140"/>
                </a:lnTo>
                <a:lnTo>
                  <a:pt x="44" y="139"/>
                </a:lnTo>
                <a:lnTo>
                  <a:pt x="44" y="138"/>
                </a:lnTo>
                <a:lnTo>
                  <a:pt x="44" y="137"/>
                </a:lnTo>
                <a:lnTo>
                  <a:pt x="43" y="137"/>
                </a:lnTo>
                <a:lnTo>
                  <a:pt x="43" y="136"/>
                </a:lnTo>
                <a:lnTo>
                  <a:pt x="42" y="136"/>
                </a:lnTo>
                <a:lnTo>
                  <a:pt x="42" y="135"/>
                </a:lnTo>
                <a:lnTo>
                  <a:pt x="41" y="135"/>
                </a:lnTo>
                <a:lnTo>
                  <a:pt x="40" y="134"/>
                </a:lnTo>
                <a:lnTo>
                  <a:pt x="40" y="133"/>
                </a:lnTo>
                <a:lnTo>
                  <a:pt x="39" y="132"/>
                </a:lnTo>
                <a:lnTo>
                  <a:pt x="39" y="131"/>
                </a:lnTo>
                <a:lnTo>
                  <a:pt x="38" y="131"/>
                </a:lnTo>
                <a:lnTo>
                  <a:pt x="37" y="131"/>
                </a:lnTo>
                <a:lnTo>
                  <a:pt x="36" y="131"/>
                </a:lnTo>
                <a:lnTo>
                  <a:pt x="36" y="132"/>
                </a:lnTo>
                <a:lnTo>
                  <a:pt x="37" y="132"/>
                </a:lnTo>
                <a:lnTo>
                  <a:pt x="36" y="132"/>
                </a:lnTo>
                <a:lnTo>
                  <a:pt x="36" y="131"/>
                </a:lnTo>
                <a:lnTo>
                  <a:pt x="35" y="131"/>
                </a:lnTo>
                <a:lnTo>
                  <a:pt x="35" y="132"/>
                </a:lnTo>
                <a:lnTo>
                  <a:pt x="34" y="132"/>
                </a:lnTo>
                <a:lnTo>
                  <a:pt x="33" y="132"/>
                </a:lnTo>
                <a:lnTo>
                  <a:pt x="32" y="132"/>
                </a:lnTo>
                <a:lnTo>
                  <a:pt x="31" y="132"/>
                </a:lnTo>
                <a:lnTo>
                  <a:pt x="31" y="131"/>
                </a:lnTo>
                <a:lnTo>
                  <a:pt x="30" y="131"/>
                </a:lnTo>
                <a:lnTo>
                  <a:pt x="30" y="132"/>
                </a:lnTo>
                <a:lnTo>
                  <a:pt x="29" y="132"/>
                </a:lnTo>
                <a:lnTo>
                  <a:pt x="29" y="131"/>
                </a:lnTo>
                <a:lnTo>
                  <a:pt x="29" y="130"/>
                </a:lnTo>
                <a:lnTo>
                  <a:pt x="29" y="129"/>
                </a:lnTo>
                <a:lnTo>
                  <a:pt x="29" y="128"/>
                </a:lnTo>
                <a:lnTo>
                  <a:pt x="29" y="127"/>
                </a:lnTo>
                <a:lnTo>
                  <a:pt x="30" y="126"/>
                </a:lnTo>
                <a:lnTo>
                  <a:pt x="30" y="125"/>
                </a:lnTo>
                <a:lnTo>
                  <a:pt x="29" y="125"/>
                </a:lnTo>
                <a:lnTo>
                  <a:pt x="28" y="125"/>
                </a:lnTo>
                <a:lnTo>
                  <a:pt x="28" y="124"/>
                </a:lnTo>
                <a:lnTo>
                  <a:pt x="28" y="123"/>
                </a:lnTo>
                <a:lnTo>
                  <a:pt x="27" y="123"/>
                </a:lnTo>
                <a:lnTo>
                  <a:pt x="26" y="123"/>
                </a:lnTo>
                <a:lnTo>
                  <a:pt x="26" y="122"/>
                </a:lnTo>
                <a:lnTo>
                  <a:pt x="25" y="123"/>
                </a:lnTo>
                <a:lnTo>
                  <a:pt x="24" y="123"/>
                </a:lnTo>
                <a:lnTo>
                  <a:pt x="22" y="123"/>
                </a:lnTo>
                <a:lnTo>
                  <a:pt x="22" y="124"/>
                </a:lnTo>
                <a:lnTo>
                  <a:pt x="21" y="125"/>
                </a:lnTo>
                <a:lnTo>
                  <a:pt x="20" y="125"/>
                </a:lnTo>
                <a:lnTo>
                  <a:pt x="21" y="126"/>
                </a:lnTo>
                <a:lnTo>
                  <a:pt x="20" y="126"/>
                </a:lnTo>
                <a:lnTo>
                  <a:pt x="19" y="126"/>
                </a:lnTo>
                <a:lnTo>
                  <a:pt x="19" y="127"/>
                </a:lnTo>
                <a:lnTo>
                  <a:pt x="20" y="127"/>
                </a:lnTo>
                <a:lnTo>
                  <a:pt x="19" y="127"/>
                </a:lnTo>
                <a:lnTo>
                  <a:pt x="19" y="126"/>
                </a:lnTo>
                <a:lnTo>
                  <a:pt x="18" y="125"/>
                </a:lnTo>
                <a:lnTo>
                  <a:pt x="17" y="125"/>
                </a:lnTo>
                <a:lnTo>
                  <a:pt x="16" y="125"/>
                </a:lnTo>
                <a:lnTo>
                  <a:pt x="16" y="126"/>
                </a:lnTo>
                <a:lnTo>
                  <a:pt x="15" y="126"/>
                </a:lnTo>
                <a:lnTo>
                  <a:pt x="14" y="126"/>
                </a:lnTo>
                <a:lnTo>
                  <a:pt x="14" y="125"/>
                </a:lnTo>
                <a:lnTo>
                  <a:pt x="14" y="124"/>
                </a:lnTo>
                <a:lnTo>
                  <a:pt x="15" y="124"/>
                </a:lnTo>
                <a:lnTo>
                  <a:pt x="16" y="124"/>
                </a:lnTo>
                <a:lnTo>
                  <a:pt x="16" y="123"/>
                </a:lnTo>
                <a:lnTo>
                  <a:pt x="17" y="123"/>
                </a:lnTo>
                <a:lnTo>
                  <a:pt x="17" y="122"/>
                </a:lnTo>
                <a:lnTo>
                  <a:pt x="17" y="121"/>
                </a:lnTo>
                <a:lnTo>
                  <a:pt x="18" y="120"/>
                </a:lnTo>
                <a:lnTo>
                  <a:pt x="17" y="119"/>
                </a:lnTo>
                <a:lnTo>
                  <a:pt x="16" y="119"/>
                </a:lnTo>
                <a:lnTo>
                  <a:pt x="17" y="119"/>
                </a:lnTo>
                <a:lnTo>
                  <a:pt x="16" y="119"/>
                </a:lnTo>
                <a:lnTo>
                  <a:pt x="16" y="118"/>
                </a:lnTo>
                <a:lnTo>
                  <a:pt x="15" y="118"/>
                </a:lnTo>
                <a:lnTo>
                  <a:pt x="14" y="117"/>
                </a:lnTo>
                <a:lnTo>
                  <a:pt x="15" y="117"/>
                </a:lnTo>
                <a:lnTo>
                  <a:pt x="15" y="116"/>
                </a:lnTo>
                <a:lnTo>
                  <a:pt x="16" y="116"/>
                </a:lnTo>
                <a:lnTo>
                  <a:pt x="15" y="116"/>
                </a:lnTo>
                <a:lnTo>
                  <a:pt x="15" y="115"/>
                </a:lnTo>
                <a:lnTo>
                  <a:pt x="15" y="112"/>
                </a:lnTo>
                <a:lnTo>
                  <a:pt x="16" y="112"/>
                </a:lnTo>
                <a:lnTo>
                  <a:pt x="15" y="112"/>
                </a:lnTo>
                <a:lnTo>
                  <a:pt x="15" y="111"/>
                </a:lnTo>
                <a:lnTo>
                  <a:pt x="15" y="110"/>
                </a:lnTo>
                <a:lnTo>
                  <a:pt x="15" y="109"/>
                </a:lnTo>
                <a:lnTo>
                  <a:pt x="15" y="108"/>
                </a:lnTo>
                <a:lnTo>
                  <a:pt x="16" y="108"/>
                </a:lnTo>
                <a:lnTo>
                  <a:pt x="15" y="107"/>
                </a:lnTo>
                <a:lnTo>
                  <a:pt x="15" y="106"/>
                </a:lnTo>
                <a:lnTo>
                  <a:pt x="15" y="105"/>
                </a:lnTo>
                <a:lnTo>
                  <a:pt x="15" y="103"/>
                </a:lnTo>
                <a:lnTo>
                  <a:pt x="14" y="103"/>
                </a:lnTo>
                <a:lnTo>
                  <a:pt x="14" y="102"/>
                </a:lnTo>
                <a:lnTo>
                  <a:pt x="12" y="102"/>
                </a:lnTo>
                <a:lnTo>
                  <a:pt x="11" y="102"/>
                </a:lnTo>
                <a:lnTo>
                  <a:pt x="11" y="101"/>
                </a:lnTo>
                <a:lnTo>
                  <a:pt x="11" y="100"/>
                </a:lnTo>
                <a:lnTo>
                  <a:pt x="10" y="100"/>
                </a:lnTo>
                <a:lnTo>
                  <a:pt x="10" y="101"/>
                </a:lnTo>
                <a:lnTo>
                  <a:pt x="10" y="102"/>
                </a:lnTo>
                <a:lnTo>
                  <a:pt x="9" y="102"/>
                </a:lnTo>
                <a:lnTo>
                  <a:pt x="9" y="103"/>
                </a:lnTo>
                <a:lnTo>
                  <a:pt x="8" y="103"/>
                </a:lnTo>
                <a:lnTo>
                  <a:pt x="7" y="103"/>
                </a:lnTo>
                <a:lnTo>
                  <a:pt x="6" y="103"/>
                </a:lnTo>
                <a:lnTo>
                  <a:pt x="6" y="102"/>
                </a:lnTo>
                <a:lnTo>
                  <a:pt x="5" y="102"/>
                </a:lnTo>
                <a:lnTo>
                  <a:pt x="5" y="100"/>
                </a:lnTo>
                <a:lnTo>
                  <a:pt x="5" y="99"/>
                </a:lnTo>
                <a:lnTo>
                  <a:pt x="4" y="98"/>
                </a:lnTo>
                <a:lnTo>
                  <a:pt x="4" y="97"/>
                </a:lnTo>
                <a:lnTo>
                  <a:pt x="5" y="96"/>
                </a:lnTo>
                <a:lnTo>
                  <a:pt x="5" y="95"/>
                </a:lnTo>
                <a:lnTo>
                  <a:pt x="5" y="94"/>
                </a:lnTo>
                <a:lnTo>
                  <a:pt x="5" y="93"/>
                </a:lnTo>
                <a:lnTo>
                  <a:pt x="4" y="93"/>
                </a:lnTo>
                <a:lnTo>
                  <a:pt x="3" y="93"/>
                </a:lnTo>
                <a:lnTo>
                  <a:pt x="3" y="92"/>
                </a:lnTo>
                <a:lnTo>
                  <a:pt x="2" y="92"/>
                </a:lnTo>
                <a:lnTo>
                  <a:pt x="1" y="92"/>
                </a:lnTo>
                <a:lnTo>
                  <a:pt x="0" y="92"/>
                </a:lnTo>
                <a:lnTo>
                  <a:pt x="0" y="91"/>
                </a:lnTo>
                <a:lnTo>
                  <a:pt x="1" y="91"/>
                </a:lnTo>
                <a:lnTo>
                  <a:pt x="1" y="90"/>
                </a:lnTo>
                <a:lnTo>
                  <a:pt x="2" y="90"/>
                </a:lnTo>
                <a:lnTo>
                  <a:pt x="2" y="89"/>
                </a:lnTo>
                <a:lnTo>
                  <a:pt x="3" y="88"/>
                </a:lnTo>
                <a:lnTo>
                  <a:pt x="4" y="88"/>
                </a:lnTo>
                <a:lnTo>
                  <a:pt x="5" y="88"/>
                </a:lnTo>
                <a:lnTo>
                  <a:pt x="6" y="88"/>
                </a:lnTo>
                <a:lnTo>
                  <a:pt x="7" y="88"/>
                </a:lnTo>
                <a:lnTo>
                  <a:pt x="8" y="87"/>
                </a:lnTo>
                <a:lnTo>
                  <a:pt x="9" y="87"/>
                </a:lnTo>
                <a:lnTo>
                  <a:pt x="10" y="88"/>
                </a:lnTo>
                <a:lnTo>
                  <a:pt x="11" y="88"/>
                </a:lnTo>
                <a:lnTo>
                  <a:pt x="12" y="88"/>
                </a:lnTo>
                <a:lnTo>
                  <a:pt x="13" y="88"/>
                </a:lnTo>
                <a:lnTo>
                  <a:pt x="14" y="88"/>
                </a:lnTo>
                <a:lnTo>
                  <a:pt x="15" y="88"/>
                </a:lnTo>
                <a:lnTo>
                  <a:pt x="16" y="88"/>
                </a:lnTo>
                <a:lnTo>
                  <a:pt x="17" y="88"/>
                </a:lnTo>
                <a:lnTo>
                  <a:pt x="18" y="88"/>
                </a:lnTo>
                <a:lnTo>
                  <a:pt x="18" y="87"/>
                </a:lnTo>
                <a:lnTo>
                  <a:pt x="19" y="87"/>
                </a:lnTo>
                <a:lnTo>
                  <a:pt x="19" y="88"/>
                </a:lnTo>
                <a:lnTo>
                  <a:pt x="20" y="88"/>
                </a:lnTo>
                <a:lnTo>
                  <a:pt x="20" y="87"/>
                </a:lnTo>
                <a:lnTo>
                  <a:pt x="20" y="86"/>
                </a:lnTo>
                <a:lnTo>
                  <a:pt x="21" y="86"/>
                </a:lnTo>
                <a:lnTo>
                  <a:pt x="22" y="86"/>
                </a:lnTo>
                <a:lnTo>
                  <a:pt x="23" y="86"/>
                </a:lnTo>
                <a:lnTo>
                  <a:pt x="23" y="85"/>
                </a:lnTo>
                <a:lnTo>
                  <a:pt x="24" y="85"/>
                </a:lnTo>
                <a:lnTo>
                  <a:pt x="23" y="84"/>
                </a:lnTo>
                <a:lnTo>
                  <a:pt x="23" y="83"/>
                </a:lnTo>
                <a:lnTo>
                  <a:pt x="23" y="82"/>
                </a:lnTo>
                <a:lnTo>
                  <a:pt x="23" y="81"/>
                </a:lnTo>
                <a:lnTo>
                  <a:pt x="22" y="80"/>
                </a:lnTo>
                <a:lnTo>
                  <a:pt x="22" y="78"/>
                </a:lnTo>
                <a:lnTo>
                  <a:pt x="22" y="77"/>
                </a:lnTo>
                <a:lnTo>
                  <a:pt x="22" y="76"/>
                </a:lnTo>
                <a:lnTo>
                  <a:pt x="22" y="75"/>
                </a:lnTo>
                <a:lnTo>
                  <a:pt x="22" y="74"/>
                </a:lnTo>
                <a:lnTo>
                  <a:pt x="22" y="72"/>
                </a:lnTo>
                <a:lnTo>
                  <a:pt x="23" y="72"/>
                </a:lnTo>
                <a:lnTo>
                  <a:pt x="24" y="72"/>
                </a:lnTo>
                <a:lnTo>
                  <a:pt x="24" y="71"/>
                </a:lnTo>
                <a:lnTo>
                  <a:pt x="24" y="70"/>
                </a:lnTo>
                <a:lnTo>
                  <a:pt x="25" y="69"/>
                </a:lnTo>
                <a:lnTo>
                  <a:pt x="25" y="70"/>
                </a:lnTo>
                <a:lnTo>
                  <a:pt x="26" y="71"/>
                </a:lnTo>
                <a:lnTo>
                  <a:pt x="27" y="71"/>
                </a:lnTo>
                <a:lnTo>
                  <a:pt x="27" y="70"/>
                </a:lnTo>
                <a:lnTo>
                  <a:pt x="28" y="70"/>
                </a:lnTo>
                <a:lnTo>
                  <a:pt x="29" y="70"/>
                </a:lnTo>
                <a:lnTo>
                  <a:pt x="29" y="71"/>
                </a:lnTo>
                <a:lnTo>
                  <a:pt x="30" y="71"/>
                </a:lnTo>
                <a:lnTo>
                  <a:pt x="31" y="71"/>
                </a:lnTo>
                <a:lnTo>
                  <a:pt x="32" y="71"/>
                </a:lnTo>
                <a:lnTo>
                  <a:pt x="32" y="70"/>
                </a:lnTo>
                <a:lnTo>
                  <a:pt x="31" y="69"/>
                </a:lnTo>
                <a:lnTo>
                  <a:pt x="31" y="68"/>
                </a:lnTo>
                <a:lnTo>
                  <a:pt x="30" y="67"/>
                </a:lnTo>
                <a:lnTo>
                  <a:pt x="30" y="68"/>
                </a:lnTo>
                <a:lnTo>
                  <a:pt x="29" y="68"/>
                </a:lnTo>
                <a:lnTo>
                  <a:pt x="29" y="67"/>
                </a:lnTo>
                <a:lnTo>
                  <a:pt x="29" y="66"/>
                </a:lnTo>
                <a:lnTo>
                  <a:pt x="29" y="65"/>
                </a:lnTo>
                <a:lnTo>
                  <a:pt x="30" y="65"/>
                </a:lnTo>
                <a:lnTo>
                  <a:pt x="29" y="65"/>
                </a:lnTo>
                <a:lnTo>
                  <a:pt x="29" y="64"/>
                </a:lnTo>
                <a:lnTo>
                  <a:pt x="29" y="63"/>
                </a:lnTo>
                <a:lnTo>
                  <a:pt x="28" y="63"/>
                </a:lnTo>
                <a:lnTo>
                  <a:pt x="28" y="62"/>
                </a:lnTo>
                <a:lnTo>
                  <a:pt x="27" y="62"/>
                </a:lnTo>
                <a:lnTo>
                  <a:pt x="27" y="61"/>
                </a:lnTo>
                <a:lnTo>
                  <a:pt x="27" y="60"/>
                </a:lnTo>
                <a:lnTo>
                  <a:pt x="27" y="61"/>
                </a:lnTo>
                <a:lnTo>
                  <a:pt x="28" y="60"/>
                </a:lnTo>
                <a:lnTo>
                  <a:pt x="27" y="60"/>
                </a:lnTo>
                <a:lnTo>
                  <a:pt x="27" y="59"/>
                </a:lnTo>
                <a:lnTo>
                  <a:pt x="28" y="59"/>
                </a:lnTo>
                <a:lnTo>
                  <a:pt x="29" y="59"/>
                </a:lnTo>
                <a:lnTo>
                  <a:pt x="30" y="59"/>
                </a:lnTo>
                <a:lnTo>
                  <a:pt x="31" y="58"/>
                </a:lnTo>
                <a:lnTo>
                  <a:pt x="31" y="57"/>
                </a:lnTo>
                <a:lnTo>
                  <a:pt x="31" y="56"/>
                </a:lnTo>
                <a:lnTo>
                  <a:pt x="32" y="56"/>
                </a:lnTo>
                <a:lnTo>
                  <a:pt x="32" y="55"/>
                </a:lnTo>
                <a:lnTo>
                  <a:pt x="31" y="55"/>
                </a:lnTo>
                <a:lnTo>
                  <a:pt x="31" y="54"/>
                </a:lnTo>
                <a:lnTo>
                  <a:pt x="32" y="53"/>
                </a:lnTo>
                <a:lnTo>
                  <a:pt x="33" y="53"/>
                </a:lnTo>
                <a:lnTo>
                  <a:pt x="32" y="53"/>
                </a:lnTo>
                <a:lnTo>
                  <a:pt x="32" y="52"/>
                </a:lnTo>
                <a:lnTo>
                  <a:pt x="31" y="52"/>
                </a:lnTo>
                <a:lnTo>
                  <a:pt x="31" y="51"/>
                </a:lnTo>
                <a:lnTo>
                  <a:pt x="32" y="50"/>
                </a:lnTo>
                <a:lnTo>
                  <a:pt x="33" y="50"/>
                </a:lnTo>
                <a:lnTo>
                  <a:pt x="34" y="50"/>
                </a:lnTo>
                <a:lnTo>
                  <a:pt x="35" y="50"/>
                </a:lnTo>
                <a:lnTo>
                  <a:pt x="35" y="49"/>
                </a:lnTo>
                <a:lnTo>
                  <a:pt x="36" y="48"/>
                </a:lnTo>
                <a:lnTo>
                  <a:pt x="37" y="48"/>
                </a:lnTo>
                <a:lnTo>
                  <a:pt x="37" y="47"/>
                </a:lnTo>
                <a:lnTo>
                  <a:pt x="38" y="47"/>
                </a:lnTo>
                <a:lnTo>
                  <a:pt x="39" y="47"/>
                </a:lnTo>
                <a:lnTo>
                  <a:pt x="40" y="47"/>
                </a:lnTo>
                <a:lnTo>
                  <a:pt x="39" y="47"/>
                </a:lnTo>
                <a:lnTo>
                  <a:pt x="39" y="46"/>
                </a:lnTo>
                <a:lnTo>
                  <a:pt x="40" y="46"/>
                </a:lnTo>
                <a:lnTo>
                  <a:pt x="40" y="45"/>
                </a:lnTo>
                <a:lnTo>
                  <a:pt x="41" y="45"/>
                </a:lnTo>
                <a:lnTo>
                  <a:pt x="41" y="46"/>
                </a:lnTo>
                <a:lnTo>
                  <a:pt x="41" y="47"/>
                </a:lnTo>
                <a:lnTo>
                  <a:pt x="43" y="47"/>
                </a:lnTo>
                <a:lnTo>
                  <a:pt x="44" y="46"/>
                </a:lnTo>
                <a:lnTo>
                  <a:pt x="45" y="46"/>
                </a:lnTo>
                <a:lnTo>
                  <a:pt x="46" y="46"/>
                </a:lnTo>
                <a:lnTo>
                  <a:pt x="47" y="45"/>
                </a:lnTo>
                <a:lnTo>
                  <a:pt x="47" y="44"/>
                </a:lnTo>
                <a:lnTo>
                  <a:pt x="48" y="44"/>
                </a:lnTo>
                <a:lnTo>
                  <a:pt x="49" y="44"/>
                </a:lnTo>
                <a:lnTo>
                  <a:pt x="50" y="44"/>
                </a:lnTo>
                <a:lnTo>
                  <a:pt x="52" y="43"/>
                </a:lnTo>
                <a:lnTo>
                  <a:pt x="52" y="42"/>
                </a:lnTo>
                <a:lnTo>
                  <a:pt x="53" y="41"/>
                </a:lnTo>
                <a:lnTo>
                  <a:pt x="54" y="41"/>
                </a:lnTo>
                <a:lnTo>
                  <a:pt x="55" y="40"/>
                </a:lnTo>
                <a:lnTo>
                  <a:pt x="56" y="39"/>
                </a:lnTo>
                <a:lnTo>
                  <a:pt x="55" y="38"/>
                </a:lnTo>
                <a:lnTo>
                  <a:pt x="52" y="36"/>
                </a:lnTo>
                <a:lnTo>
                  <a:pt x="51" y="36"/>
                </a:lnTo>
                <a:lnTo>
                  <a:pt x="51" y="35"/>
                </a:lnTo>
                <a:lnTo>
                  <a:pt x="50" y="35"/>
                </a:lnTo>
                <a:lnTo>
                  <a:pt x="49" y="34"/>
                </a:ln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6" y="31"/>
                </a:lnTo>
                <a:lnTo>
                  <a:pt x="46" y="30"/>
                </a:lnTo>
                <a:lnTo>
                  <a:pt x="45" y="29"/>
                </a:lnTo>
                <a:lnTo>
                  <a:pt x="44" y="27"/>
                </a:lnTo>
                <a:lnTo>
                  <a:pt x="43" y="27"/>
                </a:lnTo>
                <a:lnTo>
                  <a:pt x="42" y="26"/>
                </a:lnTo>
                <a:lnTo>
                  <a:pt x="41" y="25"/>
                </a:lnTo>
                <a:lnTo>
                  <a:pt x="40" y="24"/>
                </a:lnTo>
                <a:lnTo>
                  <a:pt x="39" y="23"/>
                </a:lnTo>
                <a:lnTo>
                  <a:pt x="38" y="22"/>
                </a:lnTo>
                <a:lnTo>
                  <a:pt x="37" y="22"/>
                </a:lnTo>
                <a:lnTo>
                  <a:pt x="36" y="21"/>
                </a:lnTo>
                <a:lnTo>
                  <a:pt x="35" y="21"/>
                </a:lnTo>
                <a:lnTo>
                  <a:pt x="35" y="20"/>
                </a:lnTo>
                <a:lnTo>
                  <a:pt x="34" y="20"/>
                </a:lnTo>
                <a:lnTo>
                  <a:pt x="34" y="19"/>
                </a:lnTo>
                <a:lnTo>
                  <a:pt x="33" y="19"/>
                </a:lnTo>
                <a:lnTo>
                  <a:pt x="32" y="18"/>
                </a:lnTo>
                <a:lnTo>
                  <a:pt x="31" y="17"/>
                </a:lnTo>
                <a:lnTo>
                  <a:pt x="30" y="16"/>
                </a:lnTo>
                <a:lnTo>
                  <a:pt x="29" y="16"/>
                </a:lnTo>
                <a:lnTo>
                  <a:pt x="28" y="14"/>
                </a:lnTo>
                <a:lnTo>
                  <a:pt x="27" y="14"/>
                </a:lnTo>
                <a:lnTo>
                  <a:pt x="27" y="13"/>
                </a:lnTo>
                <a:lnTo>
                  <a:pt x="26" y="13"/>
                </a:lnTo>
                <a:lnTo>
                  <a:pt x="27" y="13"/>
                </a:lnTo>
                <a:lnTo>
                  <a:pt x="27" y="12"/>
                </a:lnTo>
                <a:lnTo>
                  <a:pt x="29" y="11"/>
                </a:lnTo>
                <a:lnTo>
                  <a:pt x="30" y="10"/>
                </a:lnTo>
                <a:lnTo>
                  <a:pt x="31" y="10"/>
                </a:lnTo>
                <a:lnTo>
                  <a:pt x="32" y="9"/>
                </a:lnTo>
                <a:lnTo>
                  <a:pt x="33" y="8"/>
                </a:lnTo>
                <a:lnTo>
                  <a:pt x="34" y="6"/>
                </a:lnTo>
                <a:lnTo>
                  <a:pt x="35" y="6"/>
                </a:lnTo>
                <a:lnTo>
                  <a:pt x="36" y="5"/>
                </a:lnTo>
                <a:lnTo>
                  <a:pt x="37" y="5"/>
                </a:lnTo>
                <a:lnTo>
                  <a:pt x="37" y="4"/>
                </a:lnTo>
                <a:lnTo>
                  <a:pt x="39" y="3"/>
                </a:lnTo>
                <a:lnTo>
                  <a:pt x="41" y="2"/>
                </a:lnTo>
                <a:lnTo>
                  <a:pt x="42" y="2"/>
                </a:lnTo>
                <a:lnTo>
                  <a:pt x="45" y="1"/>
                </a:lnTo>
                <a:lnTo>
                  <a:pt x="45" y="0"/>
                </a:lnTo>
                <a:lnTo>
                  <a:pt x="46" y="0"/>
                </a:lnTo>
                <a:lnTo>
                  <a:pt x="48" y="0"/>
                </a:lnTo>
                <a:lnTo>
                  <a:pt x="49" y="1"/>
                </a:lnTo>
                <a:lnTo>
                  <a:pt x="50" y="1"/>
                </a:lnTo>
                <a:lnTo>
                  <a:pt x="51" y="1"/>
                </a:lnTo>
                <a:lnTo>
                  <a:pt x="53" y="2"/>
                </a:lnTo>
                <a:lnTo>
                  <a:pt x="54" y="3"/>
                </a:lnTo>
                <a:lnTo>
                  <a:pt x="55" y="3"/>
                </a:lnTo>
                <a:lnTo>
                  <a:pt x="56" y="5"/>
                </a:lnTo>
                <a:lnTo>
                  <a:pt x="57" y="5"/>
                </a:lnTo>
                <a:lnTo>
                  <a:pt x="57" y="6"/>
                </a:lnTo>
                <a:lnTo>
                  <a:pt x="58" y="7"/>
                </a:lnTo>
                <a:lnTo>
                  <a:pt x="58" y="8"/>
                </a:lnTo>
                <a:lnTo>
                  <a:pt x="59" y="8"/>
                </a:lnTo>
                <a:lnTo>
                  <a:pt x="59" y="9"/>
                </a:lnTo>
                <a:lnTo>
                  <a:pt x="59" y="10"/>
                </a:lnTo>
                <a:lnTo>
                  <a:pt x="60" y="11"/>
                </a:lnTo>
                <a:lnTo>
                  <a:pt x="60" y="12"/>
                </a:lnTo>
                <a:lnTo>
                  <a:pt x="61" y="12"/>
                </a:lnTo>
                <a:lnTo>
                  <a:pt x="62" y="13"/>
                </a:lnTo>
                <a:lnTo>
                  <a:pt x="63" y="13"/>
                </a:lnTo>
                <a:lnTo>
                  <a:pt x="65" y="13"/>
                </a:lnTo>
                <a:lnTo>
                  <a:pt x="65" y="14"/>
                </a:lnTo>
                <a:close/>
              </a:path>
            </a:pathLst>
          </a:custGeom>
          <a:solidFill>
            <a:srgbClr val="E0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9" name=""/>
          <p:cNvSpPr/>
          <p:nvPr/>
        </p:nvSpPr>
        <p:spPr>
          <a:xfrm>
            <a:off x="6673680" y="1219320"/>
            <a:ext cx="164520" cy="264960"/>
          </a:xfrm>
          <a:custGeom>
            <a:avLst/>
            <a:gdLst/>
            <a:ahLst/>
            <a:rect l="0" t="0" r="r" b="b"/>
            <a:pathLst>
              <a:path w="457" h="736">
                <a:moveTo>
                  <a:pt x="412" y="1"/>
                </a:moveTo>
                <a:lnTo>
                  <a:pt x="412" y="2"/>
                </a:lnTo>
                <a:lnTo>
                  <a:pt x="413" y="2"/>
                </a:lnTo>
                <a:lnTo>
                  <a:pt x="413" y="3"/>
                </a:lnTo>
                <a:lnTo>
                  <a:pt x="414" y="3"/>
                </a:lnTo>
                <a:lnTo>
                  <a:pt x="414" y="4"/>
                </a:lnTo>
                <a:lnTo>
                  <a:pt x="414" y="5"/>
                </a:lnTo>
                <a:lnTo>
                  <a:pt x="415" y="5"/>
                </a:lnTo>
                <a:lnTo>
                  <a:pt x="415" y="6"/>
                </a:lnTo>
                <a:lnTo>
                  <a:pt x="415" y="7"/>
                </a:lnTo>
                <a:lnTo>
                  <a:pt x="416" y="8"/>
                </a:lnTo>
                <a:lnTo>
                  <a:pt x="417" y="10"/>
                </a:lnTo>
                <a:lnTo>
                  <a:pt x="418" y="11"/>
                </a:lnTo>
                <a:lnTo>
                  <a:pt x="419" y="12"/>
                </a:lnTo>
                <a:lnTo>
                  <a:pt x="419" y="13"/>
                </a:lnTo>
                <a:lnTo>
                  <a:pt x="419" y="14"/>
                </a:lnTo>
                <a:lnTo>
                  <a:pt x="420" y="15"/>
                </a:lnTo>
                <a:lnTo>
                  <a:pt x="420" y="16"/>
                </a:lnTo>
                <a:lnTo>
                  <a:pt x="421" y="16"/>
                </a:lnTo>
                <a:lnTo>
                  <a:pt x="423" y="16"/>
                </a:lnTo>
                <a:lnTo>
                  <a:pt x="424" y="16"/>
                </a:lnTo>
                <a:lnTo>
                  <a:pt x="425" y="16"/>
                </a:lnTo>
                <a:lnTo>
                  <a:pt x="426" y="17"/>
                </a:lnTo>
                <a:lnTo>
                  <a:pt x="427" y="18"/>
                </a:lnTo>
                <a:lnTo>
                  <a:pt x="427" y="19"/>
                </a:lnTo>
                <a:lnTo>
                  <a:pt x="426" y="19"/>
                </a:lnTo>
                <a:lnTo>
                  <a:pt x="426" y="20"/>
                </a:lnTo>
                <a:lnTo>
                  <a:pt x="426" y="22"/>
                </a:lnTo>
                <a:lnTo>
                  <a:pt x="426" y="23"/>
                </a:lnTo>
                <a:lnTo>
                  <a:pt x="427" y="23"/>
                </a:lnTo>
                <a:lnTo>
                  <a:pt x="428" y="23"/>
                </a:lnTo>
                <a:lnTo>
                  <a:pt x="428" y="24"/>
                </a:lnTo>
                <a:lnTo>
                  <a:pt x="428" y="25"/>
                </a:lnTo>
                <a:lnTo>
                  <a:pt x="427" y="25"/>
                </a:lnTo>
                <a:lnTo>
                  <a:pt x="427" y="26"/>
                </a:lnTo>
                <a:lnTo>
                  <a:pt x="427" y="28"/>
                </a:lnTo>
                <a:lnTo>
                  <a:pt x="426" y="29"/>
                </a:lnTo>
                <a:lnTo>
                  <a:pt x="426" y="30"/>
                </a:lnTo>
                <a:lnTo>
                  <a:pt x="425" y="32"/>
                </a:lnTo>
                <a:lnTo>
                  <a:pt x="425" y="33"/>
                </a:lnTo>
                <a:lnTo>
                  <a:pt x="425" y="34"/>
                </a:lnTo>
                <a:lnTo>
                  <a:pt x="426" y="34"/>
                </a:lnTo>
                <a:lnTo>
                  <a:pt x="427" y="34"/>
                </a:lnTo>
                <a:lnTo>
                  <a:pt x="427" y="35"/>
                </a:lnTo>
                <a:lnTo>
                  <a:pt x="428" y="35"/>
                </a:lnTo>
                <a:lnTo>
                  <a:pt x="428" y="36"/>
                </a:lnTo>
                <a:lnTo>
                  <a:pt x="428" y="37"/>
                </a:lnTo>
                <a:lnTo>
                  <a:pt x="427" y="37"/>
                </a:lnTo>
                <a:lnTo>
                  <a:pt x="427" y="38"/>
                </a:lnTo>
                <a:lnTo>
                  <a:pt x="427" y="39"/>
                </a:lnTo>
                <a:lnTo>
                  <a:pt x="428" y="39"/>
                </a:lnTo>
                <a:lnTo>
                  <a:pt x="428" y="40"/>
                </a:lnTo>
                <a:lnTo>
                  <a:pt x="428" y="41"/>
                </a:lnTo>
                <a:lnTo>
                  <a:pt x="428" y="42"/>
                </a:lnTo>
                <a:lnTo>
                  <a:pt x="429" y="42"/>
                </a:lnTo>
                <a:lnTo>
                  <a:pt x="429" y="44"/>
                </a:lnTo>
                <a:lnTo>
                  <a:pt x="429" y="45"/>
                </a:lnTo>
                <a:lnTo>
                  <a:pt x="430" y="45"/>
                </a:lnTo>
                <a:lnTo>
                  <a:pt x="433" y="45"/>
                </a:lnTo>
                <a:lnTo>
                  <a:pt x="434" y="45"/>
                </a:lnTo>
                <a:lnTo>
                  <a:pt x="435" y="45"/>
                </a:lnTo>
                <a:lnTo>
                  <a:pt x="436" y="45"/>
                </a:lnTo>
                <a:lnTo>
                  <a:pt x="437" y="45"/>
                </a:lnTo>
                <a:lnTo>
                  <a:pt x="437" y="46"/>
                </a:lnTo>
                <a:lnTo>
                  <a:pt x="438" y="47"/>
                </a:lnTo>
                <a:lnTo>
                  <a:pt x="439" y="47"/>
                </a:lnTo>
                <a:lnTo>
                  <a:pt x="439" y="46"/>
                </a:lnTo>
                <a:lnTo>
                  <a:pt x="440" y="46"/>
                </a:lnTo>
                <a:lnTo>
                  <a:pt x="441" y="45"/>
                </a:lnTo>
                <a:lnTo>
                  <a:pt x="442" y="45"/>
                </a:lnTo>
                <a:lnTo>
                  <a:pt x="443" y="45"/>
                </a:lnTo>
                <a:lnTo>
                  <a:pt x="443" y="44"/>
                </a:lnTo>
                <a:lnTo>
                  <a:pt x="444" y="44"/>
                </a:lnTo>
                <a:lnTo>
                  <a:pt x="445" y="45"/>
                </a:lnTo>
                <a:lnTo>
                  <a:pt x="446" y="46"/>
                </a:lnTo>
                <a:lnTo>
                  <a:pt x="446" y="47"/>
                </a:lnTo>
                <a:lnTo>
                  <a:pt x="447" y="48"/>
                </a:lnTo>
                <a:lnTo>
                  <a:pt x="449" y="47"/>
                </a:lnTo>
                <a:lnTo>
                  <a:pt x="450" y="46"/>
                </a:lnTo>
                <a:lnTo>
                  <a:pt x="451" y="46"/>
                </a:lnTo>
                <a:lnTo>
                  <a:pt x="451" y="47"/>
                </a:lnTo>
                <a:lnTo>
                  <a:pt x="452" y="47"/>
                </a:lnTo>
                <a:lnTo>
                  <a:pt x="453" y="48"/>
                </a:lnTo>
                <a:lnTo>
                  <a:pt x="452" y="49"/>
                </a:lnTo>
                <a:lnTo>
                  <a:pt x="452" y="50"/>
                </a:lnTo>
                <a:lnTo>
                  <a:pt x="452" y="51"/>
                </a:lnTo>
                <a:lnTo>
                  <a:pt x="452" y="52"/>
                </a:lnTo>
                <a:lnTo>
                  <a:pt x="451" y="52"/>
                </a:lnTo>
                <a:lnTo>
                  <a:pt x="451" y="53"/>
                </a:lnTo>
                <a:lnTo>
                  <a:pt x="450" y="53"/>
                </a:lnTo>
                <a:lnTo>
                  <a:pt x="449" y="54"/>
                </a:lnTo>
                <a:lnTo>
                  <a:pt x="449" y="55"/>
                </a:lnTo>
                <a:lnTo>
                  <a:pt x="449" y="56"/>
                </a:lnTo>
                <a:lnTo>
                  <a:pt x="448" y="56"/>
                </a:lnTo>
                <a:lnTo>
                  <a:pt x="447" y="57"/>
                </a:lnTo>
                <a:lnTo>
                  <a:pt x="446" y="57"/>
                </a:lnTo>
                <a:lnTo>
                  <a:pt x="445" y="58"/>
                </a:lnTo>
                <a:lnTo>
                  <a:pt x="443" y="58"/>
                </a:lnTo>
                <a:lnTo>
                  <a:pt x="441" y="59"/>
                </a:lnTo>
                <a:lnTo>
                  <a:pt x="440" y="60"/>
                </a:lnTo>
                <a:lnTo>
                  <a:pt x="438" y="60"/>
                </a:lnTo>
                <a:lnTo>
                  <a:pt x="437" y="60"/>
                </a:lnTo>
                <a:lnTo>
                  <a:pt x="436" y="59"/>
                </a:lnTo>
                <a:lnTo>
                  <a:pt x="435" y="59"/>
                </a:lnTo>
                <a:lnTo>
                  <a:pt x="434" y="59"/>
                </a:lnTo>
                <a:lnTo>
                  <a:pt x="433" y="59"/>
                </a:lnTo>
                <a:lnTo>
                  <a:pt x="433" y="60"/>
                </a:lnTo>
                <a:lnTo>
                  <a:pt x="432" y="60"/>
                </a:lnTo>
                <a:lnTo>
                  <a:pt x="431" y="60"/>
                </a:lnTo>
                <a:lnTo>
                  <a:pt x="430" y="60"/>
                </a:lnTo>
                <a:lnTo>
                  <a:pt x="429" y="61"/>
                </a:lnTo>
                <a:lnTo>
                  <a:pt x="428" y="61"/>
                </a:lnTo>
                <a:lnTo>
                  <a:pt x="427" y="61"/>
                </a:lnTo>
                <a:lnTo>
                  <a:pt x="427" y="62"/>
                </a:lnTo>
                <a:lnTo>
                  <a:pt x="426" y="62"/>
                </a:lnTo>
                <a:lnTo>
                  <a:pt x="425" y="62"/>
                </a:lnTo>
                <a:lnTo>
                  <a:pt x="425" y="61"/>
                </a:lnTo>
                <a:lnTo>
                  <a:pt x="424" y="60"/>
                </a:lnTo>
                <a:lnTo>
                  <a:pt x="424" y="61"/>
                </a:lnTo>
                <a:lnTo>
                  <a:pt x="423" y="61"/>
                </a:lnTo>
                <a:lnTo>
                  <a:pt x="423" y="62"/>
                </a:lnTo>
                <a:lnTo>
                  <a:pt x="422" y="63"/>
                </a:lnTo>
                <a:lnTo>
                  <a:pt x="421" y="63"/>
                </a:lnTo>
                <a:lnTo>
                  <a:pt x="421" y="64"/>
                </a:lnTo>
                <a:lnTo>
                  <a:pt x="422" y="65"/>
                </a:lnTo>
                <a:lnTo>
                  <a:pt x="421" y="65"/>
                </a:lnTo>
                <a:lnTo>
                  <a:pt x="420" y="65"/>
                </a:lnTo>
                <a:lnTo>
                  <a:pt x="419" y="65"/>
                </a:lnTo>
                <a:lnTo>
                  <a:pt x="419" y="66"/>
                </a:lnTo>
                <a:lnTo>
                  <a:pt x="420" y="66"/>
                </a:lnTo>
                <a:lnTo>
                  <a:pt x="419" y="66"/>
                </a:lnTo>
                <a:lnTo>
                  <a:pt x="418" y="66"/>
                </a:lnTo>
                <a:lnTo>
                  <a:pt x="417" y="66"/>
                </a:lnTo>
                <a:lnTo>
                  <a:pt x="415" y="66"/>
                </a:lnTo>
                <a:lnTo>
                  <a:pt x="414" y="66"/>
                </a:lnTo>
                <a:lnTo>
                  <a:pt x="414" y="67"/>
                </a:lnTo>
                <a:lnTo>
                  <a:pt x="413" y="67"/>
                </a:lnTo>
                <a:lnTo>
                  <a:pt x="413" y="68"/>
                </a:lnTo>
                <a:lnTo>
                  <a:pt x="412" y="68"/>
                </a:lnTo>
                <a:lnTo>
                  <a:pt x="411" y="68"/>
                </a:lnTo>
                <a:lnTo>
                  <a:pt x="410" y="67"/>
                </a:lnTo>
                <a:lnTo>
                  <a:pt x="410" y="66"/>
                </a:lnTo>
                <a:lnTo>
                  <a:pt x="408" y="65"/>
                </a:lnTo>
                <a:lnTo>
                  <a:pt x="407" y="65"/>
                </a:lnTo>
                <a:lnTo>
                  <a:pt x="407" y="66"/>
                </a:lnTo>
                <a:lnTo>
                  <a:pt x="406" y="66"/>
                </a:lnTo>
                <a:lnTo>
                  <a:pt x="404" y="66"/>
                </a:lnTo>
                <a:lnTo>
                  <a:pt x="404" y="67"/>
                </a:lnTo>
                <a:lnTo>
                  <a:pt x="404" y="68"/>
                </a:lnTo>
                <a:lnTo>
                  <a:pt x="405" y="70"/>
                </a:lnTo>
                <a:lnTo>
                  <a:pt x="405" y="71"/>
                </a:lnTo>
                <a:lnTo>
                  <a:pt x="405" y="72"/>
                </a:lnTo>
                <a:lnTo>
                  <a:pt x="406" y="73"/>
                </a:lnTo>
                <a:lnTo>
                  <a:pt x="406" y="74"/>
                </a:lnTo>
                <a:lnTo>
                  <a:pt x="407" y="75"/>
                </a:lnTo>
                <a:lnTo>
                  <a:pt x="407" y="76"/>
                </a:lnTo>
                <a:lnTo>
                  <a:pt x="407" y="77"/>
                </a:lnTo>
                <a:lnTo>
                  <a:pt x="407" y="78"/>
                </a:lnTo>
                <a:lnTo>
                  <a:pt x="406" y="78"/>
                </a:lnTo>
                <a:lnTo>
                  <a:pt x="406" y="80"/>
                </a:lnTo>
                <a:lnTo>
                  <a:pt x="405" y="80"/>
                </a:lnTo>
                <a:lnTo>
                  <a:pt x="404" y="80"/>
                </a:lnTo>
                <a:lnTo>
                  <a:pt x="403" y="81"/>
                </a:lnTo>
                <a:lnTo>
                  <a:pt x="402" y="82"/>
                </a:lnTo>
                <a:lnTo>
                  <a:pt x="401" y="82"/>
                </a:lnTo>
                <a:lnTo>
                  <a:pt x="400" y="81"/>
                </a:lnTo>
                <a:lnTo>
                  <a:pt x="400" y="80"/>
                </a:lnTo>
                <a:lnTo>
                  <a:pt x="400" y="79"/>
                </a:lnTo>
                <a:lnTo>
                  <a:pt x="400" y="78"/>
                </a:lnTo>
                <a:lnTo>
                  <a:pt x="399" y="78"/>
                </a:lnTo>
                <a:lnTo>
                  <a:pt x="399" y="77"/>
                </a:lnTo>
                <a:lnTo>
                  <a:pt x="399" y="76"/>
                </a:lnTo>
                <a:lnTo>
                  <a:pt x="398" y="76"/>
                </a:lnTo>
                <a:lnTo>
                  <a:pt x="397" y="76"/>
                </a:lnTo>
                <a:lnTo>
                  <a:pt x="396" y="75"/>
                </a:lnTo>
                <a:lnTo>
                  <a:pt x="395" y="75"/>
                </a:lnTo>
                <a:lnTo>
                  <a:pt x="394" y="76"/>
                </a:lnTo>
                <a:lnTo>
                  <a:pt x="394" y="77"/>
                </a:lnTo>
                <a:lnTo>
                  <a:pt x="394" y="78"/>
                </a:lnTo>
                <a:lnTo>
                  <a:pt x="395" y="78"/>
                </a:lnTo>
                <a:lnTo>
                  <a:pt x="395" y="80"/>
                </a:lnTo>
                <a:lnTo>
                  <a:pt x="394" y="81"/>
                </a:lnTo>
                <a:lnTo>
                  <a:pt x="394" y="82"/>
                </a:lnTo>
                <a:lnTo>
                  <a:pt x="394" y="83"/>
                </a:lnTo>
                <a:lnTo>
                  <a:pt x="393" y="83"/>
                </a:lnTo>
                <a:lnTo>
                  <a:pt x="393" y="84"/>
                </a:lnTo>
                <a:lnTo>
                  <a:pt x="392" y="85"/>
                </a:lnTo>
                <a:lnTo>
                  <a:pt x="390" y="86"/>
                </a:lnTo>
                <a:lnTo>
                  <a:pt x="389" y="86"/>
                </a:lnTo>
                <a:lnTo>
                  <a:pt x="388" y="86"/>
                </a:lnTo>
                <a:lnTo>
                  <a:pt x="387" y="87"/>
                </a:lnTo>
                <a:lnTo>
                  <a:pt x="387" y="88"/>
                </a:lnTo>
                <a:lnTo>
                  <a:pt x="388" y="88"/>
                </a:lnTo>
                <a:lnTo>
                  <a:pt x="389" y="88"/>
                </a:lnTo>
                <a:lnTo>
                  <a:pt x="390" y="88"/>
                </a:lnTo>
                <a:lnTo>
                  <a:pt x="391" y="88"/>
                </a:lnTo>
                <a:lnTo>
                  <a:pt x="392" y="88"/>
                </a:lnTo>
                <a:lnTo>
                  <a:pt x="393" y="88"/>
                </a:lnTo>
                <a:lnTo>
                  <a:pt x="396" y="89"/>
                </a:lnTo>
                <a:lnTo>
                  <a:pt x="397" y="90"/>
                </a:lnTo>
                <a:lnTo>
                  <a:pt x="397" y="89"/>
                </a:lnTo>
                <a:lnTo>
                  <a:pt x="397" y="90"/>
                </a:lnTo>
                <a:lnTo>
                  <a:pt x="398" y="90"/>
                </a:lnTo>
                <a:lnTo>
                  <a:pt x="399" y="90"/>
                </a:lnTo>
                <a:lnTo>
                  <a:pt x="400" y="90"/>
                </a:lnTo>
                <a:lnTo>
                  <a:pt x="400" y="91"/>
                </a:lnTo>
                <a:lnTo>
                  <a:pt x="400" y="92"/>
                </a:lnTo>
                <a:lnTo>
                  <a:pt x="400" y="93"/>
                </a:lnTo>
                <a:lnTo>
                  <a:pt x="400" y="94"/>
                </a:lnTo>
                <a:lnTo>
                  <a:pt x="400" y="95"/>
                </a:lnTo>
                <a:lnTo>
                  <a:pt x="401" y="95"/>
                </a:lnTo>
                <a:lnTo>
                  <a:pt x="401" y="96"/>
                </a:lnTo>
                <a:lnTo>
                  <a:pt x="401" y="97"/>
                </a:lnTo>
                <a:lnTo>
                  <a:pt x="401" y="98"/>
                </a:lnTo>
                <a:lnTo>
                  <a:pt x="402" y="99"/>
                </a:lnTo>
                <a:lnTo>
                  <a:pt x="402" y="98"/>
                </a:lnTo>
                <a:lnTo>
                  <a:pt x="403" y="98"/>
                </a:lnTo>
                <a:lnTo>
                  <a:pt x="404" y="98"/>
                </a:lnTo>
                <a:lnTo>
                  <a:pt x="405" y="98"/>
                </a:lnTo>
                <a:lnTo>
                  <a:pt x="405" y="99"/>
                </a:lnTo>
                <a:lnTo>
                  <a:pt x="406" y="99"/>
                </a:lnTo>
                <a:lnTo>
                  <a:pt x="407" y="99"/>
                </a:lnTo>
                <a:lnTo>
                  <a:pt x="408" y="99"/>
                </a:lnTo>
                <a:lnTo>
                  <a:pt x="409" y="99"/>
                </a:lnTo>
                <a:lnTo>
                  <a:pt x="409" y="100"/>
                </a:lnTo>
                <a:lnTo>
                  <a:pt x="410" y="100"/>
                </a:lnTo>
                <a:lnTo>
                  <a:pt x="411" y="100"/>
                </a:lnTo>
                <a:lnTo>
                  <a:pt x="412" y="100"/>
                </a:lnTo>
                <a:lnTo>
                  <a:pt x="412" y="101"/>
                </a:lnTo>
                <a:lnTo>
                  <a:pt x="413" y="101"/>
                </a:lnTo>
                <a:lnTo>
                  <a:pt x="414" y="101"/>
                </a:lnTo>
                <a:lnTo>
                  <a:pt x="414" y="100"/>
                </a:lnTo>
                <a:lnTo>
                  <a:pt x="415" y="100"/>
                </a:lnTo>
                <a:lnTo>
                  <a:pt x="415" y="101"/>
                </a:lnTo>
                <a:lnTo>
                  <a:pt x="416" y="101"/>
                </a:lnTo>
                <a:lnTo>
                  <a:pt x="416" y="100"/>
                </a:lnTo>
                <a:lnTo>
                  <a:pt x="417" y="100"/>
                </a:lnTo>
                <a:lnTo>
                  <a:pt x="418" y="100"/>
                </a:lnTo>
                <a:lnTo>
                  <a:pt x="418" y="99"/>
                </a:lnTo>
                <a:lnTo>
                  <a:pt x="419" y="99"/>
                </a:lnTo>
                <a:lnTo>
                  <a:pt x="419" y="98"/>
                </a:lnTo>
                <a:lnTo>
                  <a:pt x="419" y="99"/>
                </a:lnTo>
                <a:lnTo>
                  <a:pt x="419" y="98"/>
                </a:lnTo>
                <a:lnTo>
                  <a:pt x="419" y="99"/>
                </a:lnTo>
                <a:lnTo>
                  <a:pt x="420" y="99"/>
                </a:lnTo>
                <a:lnTo>
                  <a:pt x="421" y="100"/>
                </a:lnTo>
                <a:lnTo>
                  <a:pt x="421" y="101"/>
                </a:lnTo>
                <a:lnTo>
                  <a:pt x="420" y="101"/>
                </a:lnTo>
                <a:lnTo>
                  <a:pt x="419" y="102"/>
                </a:lnTo>
                <a:lnTo>
                  <a:pt x="418" y="102"/>
                </a:lnTo>
                <a:lnTo>
                  <a:pt x="418" y="103"/>
                </a:lnTo>
                <a:lnTo>
                  <a:pt x="418" y="104"/>
                </a:lnTo>
                <a:lnTo>
                  <a:pt x="419" y="105"/>
                </a:lnTo>
                <a:lnTo>
                  <a:pt x="420" y="105"/>
                </a:lnTo>
                <a:lnTo>
                  <a:pt x="420" y="106"/>
                </a:lnTo>
                <a:lnTo>
                  <a:pt x="421" y="106"/>
                </a:lnTo>
                <a:lnTo>
                  <a:pt x="420" y="106"/>
                </a:lnTo>
                <a:lnTo>
                  <a:pt x="421" y="105"/>
                </a:lnTo>
                <a:lnTo>
                  <a:pt x="422" y="105"/>
                </a:lnTo>
                <a:lnTo>
                  <a:pt x="423" y="105"/>
                </a:lnTo>
                <a:lnTo>
                  <a:pt x="424" y="105"/>
                </a:lnTo>
                <a:lnTo>
                  <a:pt x="424" y="104"/>
                </a:lnTo>
                <a:lnTo>
                  <a:pt x="425" y="104"/>
                </a:lnTo>
                <a:lnTo>
                  <a:pt x="426" y="104"/>
                </a:lnTo>
                <a:lnTo>
                  <a:pt x="427" y="104"/>
                </a:lnTo>
                <a:lnTo>
                  <a:pt x="427" y="106"/>
                </a:lnTo>
                <a:lnTo>
                  <a:pt x="428" y="105"/>
                </a:lnTo>
                <a:lnTo>
                  <a:pt x="429" y="105"/>
                </a:lnTo>
                <a:lnTo>
                  <a:pt x="430" y="105"/>
                </a:lnTo>
                <a:lnTo>
                  <a:pt x="431" y="105"/>
                </a:lnTo>
                <a:lnTo>
                  <a:pt x="432" y="105"/>
                </a:lnTo>
                <a:lnTo>
                  <a:pt x="434" y="105"/>
                </a:lnTo>
                <a:lnTo>
                  <a:pt x="435" y="105"/>
                </a:lnTo>
                <a:lnTo>
                  <a:pt x="436" y="105"/>
                </a:lnTo>
                <a:lnTo>
                  <a:pt x="436" y="104"/>
                </a:lnTo>
                <a:lnTo>
                  <a:pt x="437" y="104"/>
                </a:lnTo>
                <a:lnTo>
                  <a:pt x="438" y="104"/>
                </a:lnTo>
                <a:lnTo>
                  <a:pt x="438" y="105"/>
                </a:lnTo>
                <a:lnTo>
                  <a:pt x="438" y="104"/>
                </a:lnTo>
                <a:lnTo>
                  <a:pt x="438" y="105"/>
                </a:lnTo>
                <a:lnTo>
                  <a:pt x="439" y="105"/>
                </a:lnTo>
                <a:lnTo>
                  <a:pt x="439" y="107"/>
                </a:lnTo>
                <a:lnTo>
                  <a:pt x="439" y="108"/>
                </a:lnTo>
                <a:lnTo>
                  <a:pt x="440" y="108"/>
                </a:lnTo>
                <a:lnTo>
                  <a:pt x="440" y="109"/>
                </a:lnTo>
                <a:lnTo>
                  <a:pt x="439" y="109"/>
                </a:lnTo>
                <a:lnTo>
                  <a:pt x="439" y="110"/>
                </a:lnTo>
                <a:lnTo>
                  <a:pt x="438" y="110"/>
                </a:lnTo>
                <a:lnTo>
                  <a:pt x="438" y="111"/>
                </a:lnTo>
                <a:lnTo>
                  <a:pt x="439" y="111"/>
                </a:lnTo>
                <a:lnTo>
                  <a:pt x="439" y="112"/>
                </a:lnTo>
                <a:lnTo>
                  <a:pt x="439" y="113"/>
                </a:lnTo>
                <a:lnTo>
                  <a:pt x="440" y="114"/>
                </a:lnTo>
                <a:lnTo>
                  <a:pt x="440" y="115"/>
                </a:lnTo>
                <a:lnTo>
                  <a:pt x="441" y="115"/>
                </a:lnTo>
                <a:lnTo>
                  <a:pt x="441" y="116"/>
                </a:lnTo>
                <a:lnTo>
                  <a:pt x="440" y="116"/>
                </a:lnTo>
                <a:lnTo>
                  <a:pt x="440" y="117"/>
                </a:lnTo>
                <a:lnTo>
                  <a:pt x="440" y="118"/>
                </a:lnTo>
                <a:lnTo>
                  <a:pt x="440" y="119"/>
                </a:lnTo>
                <a:lnTo>
                  <a:pt x="440" y="120"/>
                </a:lnTo>
                <a:lnTo>
                  <a:pt x="439" y="120"/>
                </a:lnTo>
                <a:lnTo>
                  <a:pt x="440" y="120"/>
                </a:lnTo>
                <a:lnTo>
                  <a:pt x="440" y="121"/>
                </a:lnTo>
                <a:lnTo>
                  <a:pt x="440" y="122"/>
                </a:lnTo>
                <a:lnTo>
                  <a:pt x="440" y="123"/>
                </a:lnTo>
                <a:lnTo>
                  <a:pt x="439" y="123"/>
                </a:lnTo>
                <a:lnTo>
                  <a:pt x="439" y="124"/>
                </a:lnTo>
                <a:lnTo>
                  <a:pt x="439" y="125"/>
                </a:lnTo>
                <a:lnTo>
                  <a:pt x="439" y="126"/>
                </a:lnTo>
                <a:lnTo>
                  <a:pt x="439" y="128"/>
                </a:lnTo>
                <a:lnTo>
                  <a:pt x="439" y="129"/>
                </a:lnTo>
                <a:lnTo>
                  <a:pt x="439" y="130"/>
                </a:lnTo>
                <a:lnTo>
                  <a:pt x="439" y="131"/>
                </a:lnTo>
                <a:lnTo>
                  <a:pt x="440" y="131"/>
                </a:lnTo>
                <a:lnTo>
                  <a:pt x="440" y="132"/>
                </a:lnTo>
                <a:lnTo>
                  <a:pt x="441" y="132"/>
                </a:lnTo>
                <a:lnTo>
                  <a:pt x="441" y="133"/>
                </a:lnTo>
                <a:lnTo>
                  <a:pt x="442" y="134"/>
                </a:lnTo>
                <a:lnTo>
                  <a:pt x="442" y="135"/>
                </a:lnTo>
                <a:lnTo>
                  <a:pt x="443" y="135"/>
                </a:lnTo>
                <a:lnTo>
                  <a:pt x="443" y="136"/>
                </a:lnTo>
                <a:lnTo>
                  <a:pt x="444" y="135"/>
                </a:lnTo>
                <a:lnTo>
                  <a:pt x="445" y="135"/>
                </a:lnTo>
                <a:lnTo>
                  <a:pt x="446" y="135"/>
                </a:lnTo>
                <a:lnTo>
                  <a:pt x="447" y="135"/>
                </a:lnTo>
                <a:lnTo>
                  <a:pt x="448" y="136"/>
                </a:lnTo>
                <a:lnTo>
                  <a:pt x="449" y="136"/>
                </a:lnTo>
                <a:lnTo>
                  <a:pt x="450" y="136"/>
                </a:lnTo>
                <a:lnTo>
                  <a:pt x="450" y="137"/>
                </a:lnTo>
                <a:lnTo>
                  <a:pt x="450" y="138"/>
                </a:lnTo>
                <a:lnTo>
                  <a:pt x="451" y="141"/>
                </a:lnTo>
                <a:lnTo>
                  <a:pt x="452" y="141"/>
                </a:lnTo>
                <a:lnTo>
                  <a:pt x="453" y="141"/>
                </a:lnTo>
                <a:lnTo>
                  <a:pt x="453" y="140"/>
                </a:lnTo>
                <a:lnTo>
                  <a:pt x="454" y="139"/>
                </a:lnTo>
                <a:lnTo>
                  <a:pt x="456" y="138"/>
                </a:lnTo>
                <a:lnTo>
                  <a:pt x="456" y="139"/>
                </a:lnTo>
                <a:lnTo>
                  <a:pt x="457" y="139"/>
                </a:lnTo>
                <a:lnTo>
                  <a:pt x="457" y="140"/>
                </a:lnTo>
                <a:lnTo>
                  <a:pt x="456" y="140"/>
                </a:lnTo>
                <a:lnTo>
                  <a:pt x="456" y="141"/>
                </a:lnTo>
                <a:lnTo>
                  <a:pt x="456" y="142"/>
                </a:lnTo>
                <a:lnTo>
                  <a:pt x="455" y="142"/>
                </a:lnTo>
                <a:lnTo>
                  <a:pt x="456" y="142"/>
                </a:lnTo>
                <a:lnTo>
                  <a:pt x="456" y="143"/>
                </a:lnTo>
                <a:lnTo>
                  <a:pt x="455" y="145"/>
                </a:lnTo>
                <a:lnTo>
                  <a:pt x="454" y="145"/>
                </a:lnTo>
                <a:lnTo>
                  <a:pt x="454" y="146"/>
                </a:lnTo>
                <a:lnTo>
                  <a:pt x="453" y="147"/>
                </a:lnTo>
                <a:lnTo>
                  <a:pt x="453" y="148"/>
                </a:lnTo>
                <a:lnTo>
                  <a:pt x="454" y="148"/>
                </a:lnTo>
                <a:lnTo>
                  <a:pt x="453" y="149"/>
                </a:lnTo>
                <a:lnTo>
                  <a:pt x="453" y="150"/>
                </a:lnTo>
                <a:lnTo>
                  <a:pt x="452" y="150"/>
                </a:lnTo>
                <a:lnTo>
                  <a:pt x="451" y="150"/>
                </a:lnTo>
                <a:lnTo>
                  <a:pt x="451" y="151"/>
                </a:lnTo>
                <a:lnTo>
                  <a:pt x="450" y="151"/>
                </a:lnTo>
                <a:lnTo>
                  <a:pt x="450" y="152"/>
                </a:lnTo>
                <a:lnTo>
                  <a:pt x="450" y="153"/>
                </a:lnTo>
                <a:lnTo>
                  <a:pt x="450" y="154"/>
                </a:lnTo>
                <a:lnTo>
                  <a:pt x="449" y="155"/>
                </a:lnTo>
                <a:lnTo>
                  <a:pt x="449" y="156"/>
                </a:lnTo>
                <a:lnTo>
                  <a:pt x="449" y="157"/>
                </a:lnTo>
                <a:lnTo>
                  <a:pt x="448" y="157"/>
                </a:lnTo>
                <a:lnTo>
                  <a:pt x="447" y="158"/>
                </a:lnTo>
                <a:lnTo>
                  <a:pt x="447" y="159"/>
                </a:lnTo>
                <a:lnTo>
                  <a:pt x="447" y="160"/>
                </a:lnTo>
                <a:lnTo>
                  <a:pt x="447" y="161"/>
                </a:lnTo>
                <a:lnTo>
                  <a:pt x="447" y="162"/>
                </a:lnTo>
                <a:lnTo>
                  <a:pt x="446" y="163"/>
                </a:lnTo>
                <a:lnTo>
                  <a:pt x="446" y="164"/>
                </a:lnTo>
                <a:lnTo>
                  <a:pt x="447" y="164"/>
                </a:lnTo>
                <a:lnTo>
                  <a:pt x="446" y="164"/>
                </a:lnTo>
                <a:lnTo>
                  <a:pt x="446" y="165"/>
                </a:lnTo>
                <a:lnTo>
                  <a:pt x="446" y="166"/>
                </a:lnTo>
                <a:lnTo>
                  <a:pt x="447" y="166"/>
                </a:lnTo>
                <a:lnTo>
                  <a:pt x="447" y="167"/>
                </a:lnTo>
                <a:lnTo>
                  <a:pt x="446" y="168"/>
                </a:lnTo>
                <a:lnTo>
                  <a:pt x="446" y="169"/>
                </a:lnTo>
                <a:lnTo>
                  <a:pt x="445" y="169"/>
                </a:lnTo>
                <a:lnTo>
                  <a:pt x="444" y="169"/>
                </a:lnTo>
                <a:lnTo>
                  <a:pt x="444" y="170"/>
                </a:lnTo>
                <a:lnTo>
                  <a:pt x="443" y="170"/>
                </a:lnTo>
                <a:lnTo>
                  <a:pt x="442" y="171"/>
                </a:lnTo>
                <a:lnTo>
                  <a:pt x="442" y="172"/>
                </a:lnTo>
                <a:lnTo>
                  <a:pt x="442" y="173"/>
                </a:lnTo>
                <a:lnTo>
                  <a:pt x="442" y="174"/>
                </a:lnTo>
                <a:lnTo>
                  <a:pt x="442" y="175"/>
                </a:lnTo>
                <a:lnTo>
                  <a:pt x="442" y="176"/>
                </a:lnTo>
                <a:lnTo>
                  <a:pt x="443" y="177"/>
                </a:lnTo>
                <a:lnTo>
                  <a:pt x="442" y="178"/>
                </a:lnTo>
                <a:lnTo>
                  <a:pt x="441" y="178"/>
                </a:lnTo>
                <a:lnTo>
                  <a:pt x="441" y="179"/>
                </a:lnTo>
                <a:lnTo>
                  <a:pt x="441" y="180"/>
                </a:lnTo>
                <a:lnTo>
                  <a:pt x="442" y="180"/>
                </a:lnTo>
                <a:lnTo>
                  <a:pt x="443" y="181"/>
                </a:lnTo>
                <a:lnTo>
                  <a:pt x="444" y="181"/>
                </a:lnTo>
                <a:lnTo>
                  <a:pt x="445" y="181"/>
                </a:lnTo>
                <a:lnTo>
                  <a:pt x="446" y="181"/>
                </a:lnTo>
                <a:lnTo>
                  <a:pt x="447" y="182"/>
                </a:lnTo>
                <a:lnTo>
                  <a:pt x="447" y="183"/>
                </a:lnTo>
                <a:lnTo>
                  <a:pt x="446" y="183"/>
                </a:lnTo>
                <a:lnTo>
                  <a:pt x="446" y="184"/>
                </a:lnTo>
                <a:lnTo>
                  <a:pt x="447" y="184"/>
                </a:lnTo>
                <a:lnTo>
                  <a:pt x="446" y="184"/>
                </a:lnTo>
                <a:lnTo>
                  <a:pt x="446" y="185"/>
                </a:lnTo>
                <a:lnTo>
                  <a:pt x="446" y="186"/>
                </a:lnTo>
                <a:lnTo>
                  <a:pt x="445" y="185"/>
                </a:lnTo>
                <a:lnTo>
                  <a:pt x="444" y="185"/>
                </a:lnTo>
                <a:lnTo>
                  <a:pt x="443" y="186"/>
                </a:lnTo>
                <a:lnTo>
                  <a:pt x="444" y="186"/>
                </a:lnTo>
                <a:lnTo>
                  <a:pt x="444" y="187"/>
                </a:lnTo>
                <a:lnTo>
                  <a:pt x="443" y="187"/>
                </a:lnTo>
                <a:lnTo>
                  <a:pt x="442" y="187"/>
                </a:lnTo>
                <a:lnTo>
                  <a:pt x="441" y="188"/>
                </a:lnTo>
                <a:lnTo>
                  <a:pt x="441" y="187"/>
                </a:lnTo>
                <a:lnTo>
                  <a:pt x="440" y="187"/>
                </a:lnTo>
                <a:lnTo>
                  <a:pt x="439" y="187"/>
                </a:lnTo>
                <a:lnTo>
                  <a:pt x="438" y="187"/>
                </a:lnTo>
                <a:lnTo>
                  <a:pt x="437" y="187"/>
                </a:lnTo>
                <a:lnTo>
                  <a:pt x="437" y="188"/>
                </a:lnTo>
                <a:lnTo>
                  <a:pt x="436" y="189"/>
                </a:lnTo>
                <a:lnTo>
                  <a:pt x="436" y="190"/>
                </a:lnTo>
                <a:lnTo>
                  <a:pt x="437" y="190"/>
                </a:lnTo>
                <a:lnTo>
                  <a:pt x="436" y="190"/>
                </a:lnTo>
                <a:lnTo>
                  <a:pt x="435" y="191"/>
                </a:lnTo>
                <a:lnTo>
                  <a:pt x="435" y="192"/>
                </a:lnTo>
                <a:lnTo>
                  <a:pt x="435" y="193"/>
                </a:lnTo>
                <a:lnTo>
                  <a:pt x="436" y="193"/>
                </a:lnTo>
                <a:lnTo>
                  <a:pt x="436" y="194"/>
                </a:lnTo>
                <a:lnTo>
                  <a:pt x="436" y="195"/>
                </a:lnTo>
                <a:lnTo>
                  <a:pt x="435" y="196"/>
                </a:lnTo>
                <a:lnTo>
                  <a:pt x="435" y="197"/>
                </a:lnTo>
                <a:lnTo>
                  <a:pt x="434" y="199"/>
                </a:lnTo>
                <a:lnTo>
                  <a:pt x="433" y="199"/>
                </a:lnTo>
                <a:lnTo>
                  <a:pt x="432" y="199"/>
                </a:lnTo>
                <a:lnTo>
                  <a:pt x="431" y="199"/>
                </a:lnTo>
                <a:lnTo>
                  <a:pt x="430" y="199"/>
                </a:lnTo>
                <a:lnTo>
                  <a:pt x="429" y="199"/>
                </a:lnTo>
                <a:lnTo>
                  <a:pt x="428" y="199"/>
                </a:lnTo>
                <a:lnTo>
                  <a:pt x="427" y="199"/>
                </a:lnTo>
                <a:lnTo>
                  <a:pt x="426" y="199"/>
                </a:lnTo>
                <a:lnTo>
                  <a:pt x="425" y="199"/>
                </a:lnTo>
                <a:lnTo>
                  <a:pt x="424" y="199"/>
                </a:lnTo>
                <a:lnTo>
                  <a:pt x="423" y="199"/>
                </a:lnTo>
                <a:lnTo>
                  <a:pt x="423" y="200"/>
                </a:lnTo>
                <a:lnTo>
                  <a:pt x="422" y="200"/>
                </a:lnTo>
                <a:lnTo>
                  <a:pt x="421" y="200"/>
                </a:lnTo>
                <a:lnTo>
                  <a:pt x="420" y="200"/>
                </a:lnTo>
                <a:lnTo>
                  <a:pt x="419" y="200"/>
                </a:lnTo>
                <a:lnTo>
                  <a:pt x="419" y="201"/>
                </a:lnTo>
                <a:lnTo>
                  <a:pt x="419" y="202"/>
                </a:lnTo>
                <a:lnTo>
                  <a:pt x="418" y="202"/>
                </a:lnTo>
                <a:lnTo>
                  <a:pt x="417" y="202"/>
                </a:lnTo>
                <a:lnTo>
                  <a:pt x="416" y="202"/>
                </a:lnTo>
                <a:lnTo>
                  <a:pt x="415" y="201"/>
                </a:lnTo>
                <a:lnTo>
                  <a:pt x="415" y="200"/>
                </a:lnTo>
                <a:lnTo>
                  <a:pt x="414" y="200"/>
                </a:lnTo>
                <a:lnTo>
                  <a:pt x="414" y="201"/>
                </a:lnTo>
                <a:lnTo>
                  <a:pt x="414" y="202"/>
                </a:lnTo>
                <a:lnTo>
                  <a:pt x="413" y="202"/>
                </a:lnTo>
                <a:lnTo>
                  <a:pt x="412" y="202"/>
                </a:lnTo>
                <a:lnTo>
                  <a:pt x="411" y="202"/>
                </a:lnTo>
                <a:lnTo>
                  <a:pt x="410" y="202"/>
                </a:lnTo>
                <a:lnTo>
                  <a:pt x="409" y="201"/>
                </a:lnTo>
                <a:lnTo>
                  <a:pt x="408" y="200"/>
                </a:lnTo>
                <a:lnTo>
                  <a:pt x="408" y="199"/>
                </a:lnTo>
                <a:lnTo>
                  <a:pt x="407" y="198"/>
                </a:lnTo>
                <a:lnTo>
                  <a:pt x="406" y="197"/>
                </a:lnTo>
                <a:lnTo>
                  <a:pt x="405" y="197"/>
                </a:lnTo>
                <a:lnTo>
                  <a:pt x="404" y="197"/>
                </a:lnTo>
                <a:lnTo>
                  <a:pt x="403" y="197"/>
                </a:lnTo>
                <a:lnTo>
                  <a:pt x="404" y="197"/>
                </a:lnTo>
                <a:lnTo>
                  <a:pt x="404" y="196"/>
                </a:lnTo>
                <a:lnTo>
                  <a:pt x="403" y="195"/>
                </a:lnTo>
                <a:lnTo>
                  <a:pt x="402" y="194"/>
                </a:lnTo>
                <a:lnTo>
                  <a:pt x="402" y="193"/>
                </a:lnTo>
                <a:lnTo>
                  <a:pt x="402" y="192"/>
                </a:lnTo>
                <a:lnTo>
                  <a:pt x="401" y="192"/>
                </a:lnTo>
                <a:lnTo>
                  <a:pt x="401" y="193"/>
                </a:lnTo>
                <a:lnTo>
                  <a:pt x="400" y="193"/>
                </a:lnTo>
                <a:lnTo>
                  <a:pt x="398" y="193"/>
                </a:lnTo>
                <a:lnTo>
                  <a:pt x="398" y="194"/>
                </a:lnTo>
                <a:lnTo>
                  <a:pt x="397" y="194"/>
                </a:lnTo>
                <a:lnTo>
                  <a:pt x="397" y="195"/>
                </a:lnTo>
                <a:lnTo>
                  <a:pt x="396" y="195"/>
                </a:lnTo>
                <a:lnTo>
                  <a:pt x="396" y="196"/>
                </a:lnTo>
                <a:lnTo>
                  <a:pt x="396" y="197"/>
                </a:lnTo>
                <a:lnTo>
                  <a:pt x="395" y="197"/>
                </a:lnTo>
                <a:lnTo>
                  <a:pt x="394" y="197"/>
                </a:lnTo>
                <a:lnTo>
                  <a:pt x="394" y="196"/>
                </a:lnTo>
                <a:lnTo>
                  <a:pt x="393" y="196"/>
                </a:lnTo>
                <a:lnTo>
                  <a:pt x="391" y="197"/>
                </a:lnTo>
                <a:lnTo>
                  <a:pt x="390" y="198"/>
                </a:lnTo>
                <a:lnTo>
                  <a:pt x="390" y="199"/>
                </a:lnTo>
                <a:lnTo>
                  <a:pt x="390" y="200"/>
                </a:lnTo>
                <a:lnTo>
                  <a:pt x="389" y="200"/>
                </a:lnTo>
                <a:lnTo>
                  <a:pt x="388" y="200"/>
                </a:lnTo>
                <a:lnTo>
                  <a:pt x="387" y="200"/>
                </a:lnTo>
                <a:lnTo>
                  <a:pt x="386" y="200"/>
                </a:lnTo>
                <a:lnTo>
                  <a:pt x="385" y="200"/>
                </a:lnTo>
                <a:lnTo>
                  <a:pt x="384" y="201"/>
                </a:lnTo>
                <a:lnTo>
                  <a:pt x="383" y="203"/>
                </a:lnTo>
                <a:lnTo>
                  <a:pt x="381" y="205"/>
                </a:lnTo>
                <a:lnTo>
                  <a:pt x="380" y="205"/>
                </a:lnTo>
                <a:lnTo>
                  <a:pt x="378" y="206"/>
                </a:lnTo>
                <a:lnTo>
                  <a:pt x="378" y="207"/>
                </a:lnTo>
                <a:lnTo>
                  <a:pt x="377" y="208"/>
                </a:lnTo>
                <a:lnTo>
                  <a:pt x="377" y="209"/>
                </a:lnTo>
                <a:lnTo>
                  <a:pt x="375" y="209"/>
                </a:lnTo>
                <a:lnTo>
                  <a:pt x="374" y="209"/>
                </a:lnTo>
                <a:lnTo>
                  <a:pt x="373" y="209"/>
                </a:lnTo>
                <a:lnTo>
                  <a:pt x="372" y="211"/>
                </a:lnTo>
                <a:lnTo>
                  <a:pt x="372" y="212"/>
                </a:lnTo>
                <a:lnTo>
                  <a:pt x="372" y="213"/>
                </a:lnTo>
                <a:lnTo>
                  <a:pt x="372" y="215"/>
                </a:lnTo>
                <a:lnTo>
                  <a:pt x="373" y="216"/>
                </a:lnTo>
                <a:lnTo>
                  <a:pt x="373" y="219"/>
                </a:lnTo>
                <a:lnTo>
                  <a:pt x="373" y="221"/>
                </a:lnTo>
                <a:lnTo>
                  <a:pt x="374" y="223"/>
                </a:lnTo>
                <a:lnTo>
                  <a:pt x="375" y="223"/>
                </a:lnTo>
                <a:lnTo>
                  <a:pt x="375" y="224"/>
                </a:lnTo>
                <a:lnTo>
                  <a:pt x="376" y="224"/>
                </a:lnTo>
                <a:lnTo>
                  <a:pt x="376" y="225"/>
                </a:lnTo>
                <a:lnTo>
                  <a:pt x="376" y="226"/>
                </a:lnTo>
                <a:lnTo>
                  <a:pt x="377" y="226"/>
                </a:lnTo>
                <a:lnTo>
                  <a:pt x="378" y="227"/>
                </a:lnTo>
                <a:lnTo>
                  <a:pt x="379" y="227"/>
                </a:lnTo>
                <a:lnTo>
                  <a:pt x="380" y="227"/>
                </a:lnTo>
                <a:lnTo>
                  <a:pt x="381" y="227"/>
                </a:lnTo>
                <a:lnTo>
                  <a:pt x="381" y="228"/>
                </a:lnTo>
                <a:lnTo>
                  <a:pt x="382" y="230"/>
                </a:lnTo>
                <a:lnTo>
                  <a:pt x="381" y="231"/>
                </a:lnTo>
                <a:lnTo>
                  <a:pt x="380" y="231"/>
                </a:lnTo>
                <a:lnTo>
                  <a:pt x="380" y="232"/>
                </a:lnTo>
                <a:lnTo>
                  <a:pt x="379" y="233"/>
                </a:lnTo>
                <a:lnTo>
                  <a:pt x="379" y="234"/>
                </a:lnTo>
                <a:lnTo>
                  <a:pt x="379" y="235"/>
                </a:lnTo>
                <a:lnTo>
                  <a:pt x="379" y="236"/>
                </a:lnTo>
                <a:lnTo>
                  <a:pt x="379" y="237"/>
                </a:lnTo>
                <a:lnTo>
                  <a:pt x="377" y="237"/>
                </a:lnTo>
                <a:lnTo>
                  <a:pt x="377" y="236"/>
                </a:lnTo>
                <a:lnTo>
                  <a:pt x="376" y="236"/>
                </a:lnTo>
                <a:lnTo>
                  <a:pt x="375" y="237"/>
                </a:lnTo>
                <a:lnTo>
                  <a:pt x="373" y="240"/>
                </a:lnTo>
                <a:lnTo>
                  <a:pt x="373" y="242"/>
                </a:lnTo>
                <a:lnTo>
                  <a:pt x="372" y="243"/>
                </a:lnTo>
                <a:lnTo>
                  <a:pt x="371" y="244"/>
                </a:lnTo>
                <a:lnTo>
                  <a:pt x="370" y="244"/>
                </a:lnTo>
                <a:lnTo>
                  <a:pt x="369" y="243"/>
                </a:lnTo>
                <a:lnTo>
                  <a:pt x="368" y="242"/>
                </a:lnTo>
                <a:lnTo>
                  <a:pt x="367" y="242"/>
                </a:lnTo>
                <a:lnTo>
                  <a:pt x="366" y="242"/>
                </a:lnTo>
                <a:lnTo>
                  <a:pt x="366" y="244"/>
                </a:lnTo>
                <a:lnTo>
                  <a:pt x="367" y="246"/>
                </a:lnTo>
                <a:lnTo>
                  <a:pt x="367" y="247"/>
                </a:lnTo>
                <a:lnTo>
                  <a:pt x="367" y="248"/>
                </a:lnTo>
                <a:lnTo>
                  <a:pt x="366" y="249"/>
                </a:lnTo>
                <a:lnTo>
                  <a:pt x="365" y="250"/>
                </a:lnTo>
                <a:lnTo>
                  <a:pt x="364" y="250"/>
                </a:lnTo>
                <a:lnTo>
                  <a:pt x="362" y="250"/>
                </a:lnTo>
                <a:lnTo>
                  <a:pt x="361" y="250"/>
                </a:lnTo>
                <a:lnTo>
                  <a:pt x="358" y="249"/>
                </a:lnTo>
                <a:lnTo>
                  <a:pt x="357" y="250"/>
                </a:lnTo>
                <a:lnTo>
                  <a:pt x="356" y="251"/>
                </a:lnTo>
                <a:lnTo>
                  <a:pt x="355" y="252"/>
                </a:lnTo>
                <a:lnTo>
                  <a:pt x="355" y="254"/>
                </a:lnTo>
                <a:lnTo>
                  <a:pt x="355" y="255"/>
                </a:lnTo>
                <a:lnTo>
                  <a:pt x="356" y="255"/>
                </a:lnTo>
                <a:lnTo>
                  <a:pt x="356" y="256"/>
                </a:lnTo>
                <a:lnTo>
                  <a:pt x="354" y="258"/>
                </a:lnTo>
                <a:lnTo>
                  <a:pt x="353" y="259"/>
                </a:lnTo>
                <a:lnTo>
                  <a:pt x="351" y="260"/>
                </a:lnTo>
                <a:lnTo>
                  <a:pt x="350" y="261"/>
                </a:lnTo>
                <a:lnTo>
                  <a:pt x="350" y="262"/>
                </a:lnTo>
                <a:lnTo>
                  <a:pt x="350" y="263"/>
                </a:lnTo>
                <a:lnTo>
                  <a:pt x="351" y="264"/>
                </a:lnTo>
                <a:lnTo>
                  <a:pt x="350" y="265"/>
                </a:lnTo>
                <a:lnTo>
                  <a:pt x="349" y="266"/>
                </a:lnTo>
                <a:lnTo>
                  <a:pt x="350" y="267"/>
                </a:lnTo>
                <a:lnTo>
                  <a:pt x="350" y="268"/>
                </a:lnTo>
                <a:lnTo>
                  <a:pt x="350" y="269"/>
                </a:lnTo>
                <a:lnTo>
                  <a:pt x="350" y="270"/>
                </a:lnTo>
                <a:lnTo>
                  <a:pt x="351" y="270"/>
                </a:lnTo>
                <a:lnTo>
                  <a:pt x="352" y="270"/>
                </a:lnTo>
                <a:lnTo>
                  <a:pt x="352" y="271"/>
                </a:lnTo>
                <a:lnTo>
                  <a:pt x="353" y="271"/>
                </a:lnTo>
                <a:lnTo>
                  <a:pt x="353" y="272"/>
                </a:lnTo>
                <a:lnTo>
                  <a:pt x="354" y="272"/>
                </a:lnTo>
                <a:lnTo>
                  <a:pt x="354" y="273"/>
                </a:lnTo>
                <a:lnTo>
                  <a:pt x="353" y="273"/>
                </a:lnTo>
                <a:lnTo>
                  <a:pt x="352" y="273"/>
                </a:lnTo>
                <a:lnTo>
                  <a:pt x="351" y="274"/>
                </a:lnTo>
                <a:lnTo>
                  <a:pt x="351" y="275"/>
                </a:lnTo>
                <a:lnTo>
                  <a:pt x="351" y="277"/>
                </a:lnTo>
                <a:lnTo>
                  <a:pt x="350" y="277"/>
                </a:lnTo>
                <a:lnTo>
                  <a:pt x="349" y="277"/>
                </a:lnTo>
                <a:lnTo>
                  <a:pt x="349" y="276"/>
                </a:lnTo>
                <a:lnTo>
                  <a:pt x="348" y="277"/>
                </a:lnTo>
                <a:lnTo>
                  <a:pt x="347" y="282"/>
                </a:lnTo>
                <a:lnTo>
                  <a:pt x="347" y="283"/>
                </a:lnTo>
                <a:lnTo>
                  <a:pt x="348" y="284"/>
                </a:lnTo>
                <a:lnTo>
                  <a:pt x="348" y="285"/>
                </a:lnTo>
                <a:lnTo>
                  <a:pt x="349" y="285"/>
                </a:lnTo>
                <a:lnTo>
                  <a:pt x="350" y="286"/>
                </a:lnTo>
                <a:lnTo>
                  <a:pt x="351" y="287"/>
                </a:lnTo>
                <a:lnTo>
                  <a:pt x="351" y="288"/>
                </a:lnTo>
                <a:lnTo>
                  <a:pt x="350" y="288"/>
                </a:lnTo>
                <a:lnTo>
                  <a:pt x="350" y="289"/>
                </a:lnTo>
                <a:lnTo>
                  <a:pt x="349" y="290"/>
                </a:lnTo>
                <a:lnTo>
                  <a:pt x="348" y="293"/>
                </a:lnTo>
                <a:lnTo>
                  <a:pt x="349" y="296"/>
                </a:lnTo>
                <a:lnTo>
                  <a:pt x="349" y="297"/>
                </a:lnTo>
                <a:lnTo>
                  <a:pt x="351" y="299"/>
                </a:lnTo>
                <a:lnTo>
                  <a:pt x="352" y="299"/>
                </a:lnTo>
                <a:lnTo>
                  <a:pt x="353" y="299"/>
                </a:lnTo>
                <a:lnTo>
                  <a:pt x="354" y="299"/>
                </a:lnTo>
                <a:lnTo>
                  <a:pt x="357" y="300"/>
                </a:lnTo>
                <a:lnTo>
                  <a:pt x="360" y="299"/>
                </a:lnTo>
                <a:lnTo>
                  <a:pt x="360" y="300"/>
                </a:lnTo>
                <a:lnTo>
                  <a:pt x="361" y="301"/>
                </a:lnTo>
                <a:lnTo>
                  <a:pt x="362" y="302"/>
                </a:lnTo>
                <a:lnTo>
                  <a:pt x="364" y="303"/>
                </a:lnTo>
                <a:lnTo>
                  <a:pt x="366" y="303"/>
                </a:lnTo>
                <a:lnTo>
                  <a:pt x="367" y="303"/>
                </a:lnTo>
                <a:lnTo>
                  <a:pt x="368" y="304"/>
                </a:lnTo>
                <a:lnTo>
                  <a:pt x="371" y="307"/>
                </a:lnTo>
                <a:lnTo>
                  <a:pt x="374" y="308"/>
                </a:lnTo>
                <a:lnTo>
                  <a:pt x="375" y="308"/>
                </a:lnTo>
                <a:lnTo>
                  <a:pt x="376" y="308"/>
                </a:lnTo>
                <a:lnTo>
                  <a:pt x="377" y="308"/>
                </a:lnTo>
                <a:lnTo>
                  <a:pt x="378" y="307"/>
                </a:lnTo>
                <a:lnTo>
                  <a:pt x="379" y="307"/>
                </a:lnTo>
                <a:lnTo>
                  <a:pt x="379" y="308"/>
                </a:lnTo>
                <a:lnTo>
                  <a:pt x="380" y="308"/>
                </a:lnTo>
                <a:lnTo>
                  <a:pt x="379" y="308"/>
                </a:lnTo>
                <a:lnTo>
                  <a:pt x="378" y="310"/>
                </a:lnTo>
                <a:lnTo>
                  <a:pt x="378" y="312"/>
                </a:lnTo>
                <a:lnTo>
                  <a:pt x="377" y="312"/>
                </a:lnTo>
                <a:lnTo>
                  <a:pt x="377" y="313"/>
                </a:lnTo>
                <a:lnTo>
                  <a:pt x="377" y="314"/>
                </a:lnTo>
                <a:lnTo>
                  <a:pt x="378" y="314"/>
                </a:lnTo>
                <a:lnTo>
                  <a:pt x="378" y="315"/>
                </a:lnTo>
                <a:lnTo>
                  <a:pt x="379" y="316"/>
                </a:lnTo>
                <a:lnTo>
                  <a:pt x="382" y="318"/>
                </a:lnTo>
                <a:lnTo>
                  <a:pt x="384" y="321"/>
                </a:lnTo>
                <a:lnTo>
                  <a:pt x="384" y="326"/>
                </a:lnTo>
                <a:lnTo>
                  <a:pt x="383" y="327"/>
                </a:lnTo>
                <a:lnTo>
                  <a:pt x="383" y="328"/>
                </a:lnTo>
                <a:lnTo>
                  <a:pt x="383" y="329"/>
                </a:lnTo>
                <a:lnTo>
                  <a:pt x="384" y="329"/>
                </a:lnTo>
                <a:lnTo>
                  <a:pt x="385" y="328"/>
                </a:lnTo>
                <a:lnTo>
                  <a:pt x="385" y="329"/>
                </a:lnTo>
                <a:lnTo>
                  <a:pt x="386" y="329"/>
                </a:lnTo>
                <a:lnTo>
                  <a:pt x="389" y="333"/>
                </a:lnTo>
                <a:lnTo>
                  <a:pt x="389" y="334"/>
                </a:lnTo>
                <a:lnTo>
                  <a:pt x="390" y="337"/>
                </a:lnTo>
                <a:lnTo>
                  <a:pt x="391" y="337"/>
                </a:lnTo>
                <a:lnTo>
                  <a:pt x="392" y="337"/>
                </a:lnTo>
                <a:lnTo>
                  <a:pt x="394" y="342"/>
                </a:lnTo>
                <a:lnTo>
                  <a:pt x="394" y="344"/>
                </a:lnTo>
                <a:lnTo>
                  <a:pt x="393" y="345"/>
                </a:lnTo>
                <a:lnTo>
                  <a:pt x="393" y="348"/>
                </a:lnTo>
                <a:lnTo>
                  <a:pt x="394" y="349"/>
                </a:lnTo>
                <a:lnTo>
                  <a:pt x="396" y="349"/>
                </a:lnTo>
                <a:lnTo>
                  <a:pt x="397" y="349"/>
                </a:lnTo>
                <a:lnTo>
                  <a:pt x="398" y="350"/>
                </a:lnTo>
                <a:lnTo>
                  <a:pt x="398" y="351"/>
                </a:lnTo>
                <a:lnTo>
                  <a:pt x="399" y="351"/>
                </a:lnTo>
                <a:lnTo>
                  <a:pt x="399" y="352"/>
                </a:lnTo>
                <a:lnTo>
                  <a:pt x="400" y="352"/>
                </a:lnTo>
                <a:lnTo>
                  <a:pt x="400" y="353"/>
                </a:lnTo>
                <a:lnTo>
                  <a:pt x="401" y="353"/>
                </a:lnTo>
                <a:lnTo>
                  <a:pt x="401" y="354"/>
                </a:lnTo>
                <a:lnTo>
                  <a:pt x="401" y="355"/>
                </a:lnTo>
                <a:lnTo>
                  <a:pt x="401" y="356"/>
                </a:lnTo>
                <a:lnTo>
                  <a:pt x="401" y="357"/>
                </a:lnTo>
                <a:lnTo>
                  <a:pt x="400" y="358"/>
                </a:lnTo>
                <a:lnTo>
                  <a:pt x="399" y="358"/>
                </a:lnTo>
                <a:lnTo>
                  <a:pt x="398" y="358"/>
                </a:lnTo>
                <a:lnTo>
                  <a:pt x="397" y="358"/>
                </a:lnTo>
                <a:lnTo>
                  <a:pt x="396" y="361"/>
                </a:lnTo>
                <a:lnTo>
                  <a:pt x="396" y="362"/>
                </a:lnTo>
                <a:lnTo>
                  <a:pt x="397" y="362"/>
                </a:lnTo>
                <a:lnTo>
                  <a:pt x="398" y="361"/>
                </a:lnTo>
                <a:lnTo>
                  <a:pt x="399" y="361"/>
                </a:lnTo>
                <a:lnTo>
                  <a:pt x="400" y="361"/>
                </a:lnTo>
                <a:lnTo>
                  <a:pt x="400" y="362"/>
                </a:lnTo>
                <a:lnTo>
                  <a:pt x="401" y="361"/>
                </a:lnTo>
                <a:lnTo>
                  <a:pt x="400" y="361"/>
                </a:lnTo>
                <a:lnTo>
                  <a:pt x="400" y="360"/>
                </a:lnTo>
                <a:lnTo>
                  <a:pt x="401" y="360"/>
                </a:lnTo>
                <a:lnTo>
                  <a:pt x="402" y="360"/>
                </a:lnTo>
                <a:lnTo>
                  <a:pt x="403" y="360"/>
                </a:lnTo>
                <a:lnTo>
                  <a:pt x="403" y="361"/>
                </a:lnTo>
                <a:lnTo>
                  <a:pt x="404" y="361"/>
                </a:lnTo>
                <a:lnTo>
                  <a:pt x="406" y="361"/>
                </a:lnTo>
                <a:lnTo>
                  <a:pt x="406" y="362"/>
                </a:lnTo>
                <a:lnTo>
                  <a:pt x="407" y="362"/>
                </a:lnTo>
                <a:lnTo>
                  <a:pt x="407" y="361"/>
                </a:lnTo>
                <a:lnTo>
                  <a:pt x="408" y="361"/>
                </a:lnTo>
                <a:lnTo>
                  <a:pt x="408" y="362"/>
                </a:lnTo>
                <a:lnTo>
                  <a:pt x="409" y="362"/>
                </a:lnTo>
                <a:lnTo>
                  <a:pt x="409" y="363"/>
                </a:lnTo>
                <a:lnTo>
                  <a:pt x="410" y="364"/>
                </a:lnTo>
                <a:lnTo>
                  <a:pt x="411" y="364"/>
                </a:lnTo>
                <a:lnTo>
                  <a:pt x="411" y="365"/>
                </a:lnTo>
                <a:lnTo>
                  <a:pt x="411" y="366"/>
                </a:lnTo>
                <a:lnTo>
                  <a:pt x="411" y="367"/>
                </a:lnTo>
                <a:lnTo>
                  <a:pt x="411" y="368"/>
                </a:lnTo>
                <a:lnTo>
                  <a:pt x="411" y="369"/>
                </a:lnTo>
                <a:lnTo>
                  <a:pt x="411" y="370"/>
                </a:lnTo>
                <a:lnTo>
                  <a:pt x="410" y="370"/>
                </a:lnTo>
                <a:lnTo>
                  <a:pt x="409" y="371"/>
                </a:lnTo>
                <a:lnTo>
                  <a:pt x="409" y="372"/>
                </a:lnTo>
                <a:lnTo>
                  <a:pt x="408" y="373"/>
                </a:lnTo>
                <a:lnTo>
                  <a:pt x="409" y="373"/>
                </a:lnTo>
                <a:lnTo>
                  <a:pt x="410" y="374"/>
                </a:lnTo>
                <a:lnTo>
                  <a:pt x="410" y="375"/>
                </a:lnTo>
                <a:lnTo>
                  <a:pt x="410" y="376"/>
                </a:lnTo>
                <a:lnTo>
                  <a:pt x="409" y="377"/>
                </a:lnTo>
                <a:lnTo>
                  <a:pt x="408" y="377"/>
                </a:lnTo>
                <a:lnTo>
                  <a:pt x="408" y="378"/>
                </a:lnTo>
                <a:lnTo>
                  <a:pt x="408" y="379"/>
                </a:lnTo>
                <a:lnTo>
                  <a:pt x="407" y="379"/>
                </a:lnTo>
                <a:lnTo>
                  <a:pt x="407" y="380"/>
                </a:lnTo>
                <a:lnTo>
                  <a:pt x="407" y="381"/>
                </a:lnTo>
                <a:lnTo>
                  <a:pt x="407" y="382"/>
                </a:lnTo>
                <a:lnTo>
                  <a:pt x="406" y="382"/>
                </a:lnTo>
                <a:lnTo>
                  <a:pt x="405" y="382"/>
                </a:lnTo>
                <a:lnTo>
                  <a:pt x="405" y="383"/>
                </a:lnTo>
                <a:lnTo>
                  <a:pt x="405" y="384"/>
                </a:lnTo>
                <a:lnTo>
                  <a:pt x="404" y="385"/>
                </a:lnTo>
                <a:lnTo>
                  <a:pt x="404" y="386"/>
                </a:lnTo>
                <a:lnTo>
                  <a:pt x="404" y="385"/>
                </a:lnTo>
                <a:lnTo>
                  <a:pt x="403" y="385"/>
                </a:lnTo>
                <a:lnTo>
                  <a:pt x="403" y="386"/>
                </a:lnTo>
                <a:lnTo>
                  <a:pt x="402" y="387"/>
                </a:lnTo>
                <a:lnTo>
                  <a:pt x="402" y="388"/>
                </a:lnTo>
                <a:lnTo>
                  <a:pt x="401" y="389"/>
                </a:lnTo>
                <a:lnTo>
                  <a:pt x="400" y="389"/>
                </a:lnTo>
                <a:lnTo>
                  <a:pt x="400" y="390"/>
                </a:lnTo>
                <a:lnTo>
                  <a:pt x="400" y="391"/>
                </a:lnTo>
                <a:lnTo>
                  <a:pt x="400" y="393"/>
                </a:lnTo>
                <a:lnTo>
                  <a:pt x="400" y="394"/>
                </a:lnTo>
                <a:lnTo>
                  <a:pt x="399" y="395"/>
                </a:lnTo>
                <a:lnTo>
                  <a:pt x="398" y="396"/>
                </a:lnTo>
                <a:lnTo>
                  <a:pt x="398" y="397"/>
                </a:lnTo>
                <a:lnTo>
                  <a:pt x="397" y="397"/>
                </a:lnTo>
                <a:lnTo>
                  <a:pt x="397" y="396"/>
                </a:lnTo>
                <a:lnTo>
                  <a:pt x="396" y="397"/>
                </a:lnTo>
                <a:lnTo>
                  <a:pt x="394" y="398"/>
                </a:lnTo>
                <a:lnTo>
                  <a:pt x="394" y="399"/>
                </a:lnTo>
                <a:lnTo>
                  <a:pt x="393" y="400"/>
                </a:lnTo>
                <a:lnTo>
                  <a:pt x="393" y="401"/>
                </a:lnTo>
                <a:lnTo>
                  <a:pt x="392" y="401"/>
                </a:lnTo>
                <a:lnTo>
                  <a:pt x="392" y="402"/>
                </a:lnTo>
                <a:lnTo>
                  <a:pt x="392" y="403"/>
                </a:lnTo>
                <a:lnTo>
                  <a:pt x="392" y="405"/>
                </a:lnTo>
                <a:lnTo>
                  <a:pt x="392" y="406"/>
                </a:lnTo>
                <a:lnTo>
                  <a:pt x="391" y="406"/>
                </a:lnTo>
                <a:lnTo>
                  <a:pt x="389" y="405"/>
                </a:lnTo>
                <a:lnTo>
                  <a:pt x="389" y="406"/>
                </a:lnTo>
                <a:lnTo>
                  <a:pt x="388" y="406"/>
                </a:lnTo>
                <a:lnTo>
                  <a:pt x="388" y="407"/>
                </a:lnTo>
                <a:lnTo>
                  <a:pt x="387" y="408"/>
                </a:lnTo>
                <a:lnTo>
                  <a:pt x="387" y="409"/>
                </a:lnTo>
                <a:lnTo>
                  <a:pt x="386" y="409"/>
                </a:lnTo>
                <a:lnTo>
                  <a:pt x="386" y="410"/>
                </a:lnTo>
                <a:lnTo>
                  <a:pt x="386" y="414"/>
                </a:lnTo>
                <a:lnTo>
                  <a:pt x="385" y="414"/>
                </a:lnTo>
                <a:lnTo>
                  <a:pt x="384" y="416"/>
                </a:lnTo>
                <a:lnTo>
                  <a:pt x="385" y="416"/>
                </a:lnTo>
                <a:lnTo>
                  <a:pt x="384" y="417"/>
                </a:lnTo>
                <a:lnTo>
                  <a:pt x="383" y="420"/>
                </a:lnTo>
                <a:lnTo>
                  <a:pt x="381" y="422"/>
                </a:lnTo>
                <a:lnTo>
                  <a:pt x="379" y="424"/>
                </a:lnTo>
                <a:lnTo>
                  <a:pt x="379" y="425"/>
                </a:lnTo>
                <a:lnTo>
                  <a:pt x="379" y="426"/>
                </a:lnTo>
                <a:lnTo>
                  <a:pt x="378" y="426"/>
                </a:lnTo>
                <a:lnTo>
                  <a:pt x="377" y="427"/>
                </a:lnTo>
                <a:lnTo>
                  <a:pt x="376" y="427"/>
                </a:lnTo>
                <a:lnTo>
                  <a:pt x="376" y="428"/>
                </a:lnTo>
                <a:lnTo>
                  <a:pt x="375" y="428"/>
                </a:lnTo>
                <a:lnTo>
                  <a:pt x="374" y="428"/>
                </a:lnTo>
                <a:lnTo>
                  <a:pt x="373" y="428"/>
                </a:lnTo>
                <a:lnTo>
                  <a:pt x="373" y="429"/>
                </a:lnTo>
                <a:lnTo>
                  <a:pt x="373" y="430"/>
                </a:lnTo>
                <a:lnTo>
                  <a:pt x="373" y="431"/>
                </a:lnTo>
                <a:lnTo>
                  <a:pt x="373" y="432"/>
                </a:lnTo>
                <a:lnTo>
                  <a:pt x="373" y="434"/>
                </a:lnTo>
                <a:lnTo>
                  <a:pt x="373" y="435"/>
                </a:lnTo>
                <a:lnTo>
                  <a:pt x="372" y="435"/>
                </a:lnTo>
                <a:lnTo>
                  <a:pt x="372" y="436"/>
                </a:lnTo>
                <a:lnTo>
                  <a:pt x="372" y="437"/>
                </a:lnTo>
                <a:lnTo>
                  <a:pt x="371" y="438"/>
                </a:lnTo>
                <a:lnTo>
                  <a:pt x="372" y="438"/>
                </a:lnTo>
                <a:lnTo>
                  <a:pt x="373" y="440"/>
                </a:lnTo>
                <a:lnTo>
                  <a:pt x="374" y="440"/>
                </a:lnTo>
                <a:lnTo>
                  <a:pt x="375" y="441"/>
                </a:lnTo>
                <a:lnTo>
                  <a:pt x="375" y="442"/>
                </a:lnTo>
                <a:lnTo>
                  <a:pt x="374" y="442"/>
                </a:lnTo>
                <a:lnTo>
                  <a:pt x="374" y="443"/>
                </a:lnTo>
                <a:lnTo>
                  <a:pt x="373" y="443"/>
                </a:lnTo>
                <a:lnTo>
                  <a:pt x="372" y="445"/>
                </a:lnTo>
                <a:lnTo>
                  <a:pt x="373" y="446"/>
                </a:lnTo>
                <a:lnTo>
                  <a:pt x="374" y="446"/>
                </a:lnTo>
                <a:lnTo>
                  <a:pt x="374" y="447"/>
                </a:lnTo>
                <a:lnTo>
                  <a:pt x="375" y="447"/>
                </a:lnTo>
                <a:lnTo>
                  <a:pt x="375" y="448"/>
                </a:lnTo>
                <a:lnTo>
                  <a:pt x="374" y="449"/>
                </a:lnTo>
                <a:lnTo>
                  <a:pt x="372" y="451"/>
                </a:lnTo>
                <a:lnTo>
                  <a:pt x="372" y="452"/>
                </a:lnTo>
                <a:lnTo>
                  <a:pt x="371" y="452"/>
                </a:lnTo>
                <a:lnTo>
                  <a:pt x="372" y="454"/>
                </a:lnTo>
                <a:lnTo>
                  <a:pt x="372" y="455"/>
                </a:lnTo>
                <a:lnTo>
                  <a:pt x="374" y="457"/>
                </a:lnTo>
                <a:lnTo>
                  <a:pt x="375" y="460"/>
                </a:lnTo>
                <a:lnTo>
                  <a:pt x="376" y="461"/>
                </a:lnTo>
                <a:lnTo>
                  <a:pt x="375" y="461"/>
                </a:lnTo>
                <a:lnTo>
                  <a:pt x="375" y="462"/>
                </a:lnTo>
                <a:lnTo>
                  <a:pt x="374" y="462"/>
                </a:lnTo>
                <a:lnTo>
                  <a:pt x="371" y="463"/>
                </a:lnTo>
                <a:lnTo>
                  <a:pt x="371" y="464"/>
                </a:lnTo>
                <a:lnTo>
                  <a:pt x="371" y="465"/>
                </a:lnTo>
                <a:lnTo>
                  <a:pt x="370" y="465"/>
                </a:lnTo>
                <a:lnTo>
                  <a:pt x="369" y="465"/>
                </a:lnTo>
                <a:lnTo>
                  <a:pt x="368" y="463"/>
                </a:lnTo>
                <a:lnTo>
                  <a:pt x="369" y="463"/>
                </a:lnTo>
                <a:lnTo>
                  <a:pt x="369" y="462"/>
                </a:lnTo>
                <a:lnTo>
                  <a:pt x="369" y="461"/>
                </a:lnTo>
                <a:lnTo>
                  <a:pt x="368" y="461"/>
                </a:lnTo>
                <a:lnTo>
                  <a:pt x="366" y="460"/>
                </a:lnTo>
                <a:lnTo>
                  <a:pt x="365" y="460"/>
                </a:lnTo>
                <a:lnTo>
                  <a:pt x="364" y="461"/>
                </a:lnTo>
                <a:lnTo>
                  <a:pt x="364" y="462"/>
                </a:lnTo>
                <a:lnTo>
                  <a:pt x="363" y="464"/>
                </a:lnTo>
                <a:lnTo>
                  <a:pt x="363" y="465"/>
                </a:lnTo>
                <a:lnTo>
                  <a:pt x="363" y="467"/>
                </a:lnTo>
                <a:lnTo>
                  <a:pt x="363" y="468"/>
                </a:lnTo>
                <a:lnTo>
                  <a:pt x="362" y="470"/>
                </a:lnTo>
                <a:lnTo>
                  <a:pt x="363" y="471"/>
                </a:lnTo>
                <a:lnTo>
                  <a:pt x="362" y="472"/>
                </a:lnTo>
                <a:lnTo>
                  <a:pt x="361" y="472"/>
                </a:lnTo>
                <a:lnTo>
                  <a:pt x="359" y="473"/>
                </a:lnTo>
                <a:lnTo>
                  <a:pt x="356" y="476"/>
                </a:lnTo>
                <a:lnTo>
                  <a:pt x="355" y="476"/>
                </a:lnTo>
                <a:lnTo>
                  <a:pt x="354" y="476"/>
                </a:lnTo>
                <a:lnTo>
                  <a:pt x="353" y="476"/>
                </a:lnTo>
                <a:lnTo>
                  <a:pt x="352" y="476"/>
                </a:lnTo>
                <a:lnTo>
                  <a:pt x="352" y="475"/>
                </a:lnTo>
                <a:lnTo>
                  <a:pt x="348" y="476"/>
                </a:lnTo>
                <a:lnTo>
                  <a:pt x="348" y="477"/>
                </a:lnTo>
                <a:lnTo>
                  <a:pt x="349" y="477"/>
                </a:lnTo>
                <a:lnTo>
                  <a:pt x="349" y="478"/>
                </a:lnTo>
                <a:lnTo>
                  <a:pt x="348" y="478"/>
                </a:lnTo>
                <a:lnTo>
                  <a:pt x="347" y="479"/>
                </a:lnTo>
                <a:lnTo>
                  <a:pt x="346" y="479"/>
                </a:lnTo>
                <a:lnTo>
                  <a:pt x="344" y="478"/>
                </a:lnTo>
                <a:lnTo>
                  <a:pt x="343" y="478"/>
                </a:lnTo>
                <a:lnTo>
                  <a:pt x="342" y="478"/>
                </a:lnTo>
                <a:lnTo>
                  <a:pt x="341" y="478"/>
                </a:lnTo>
                <a:lnTo>
                  <a:pt x="340" y="480"/>
                </a:lnTo>
                <a:lnTo>
                  <a:pt x="339" y="481"/>
                </a:lnTo>
                <a:lnTo>
                  <a:pt x="340" y="482"/>
                </a:lnTo>
                <a:lnTo>
                  <a:pt x="341" y="482"/>
                </a:lnTo>
                <a:lnTo>
                  <a:pt x="342" y="482"/>
                </a:lnTo>
                <a:lnTo>
                  <a:pt x="343" y="481"/>
                </a:lnTo>
                <a:lnTo>
                  <a:pt x="344" y="481"/>
                </a:lnTo>
                <a:lnTo>
                  <a:pt x="346" y="483"/>
                </a:lnTo>
                <a:lnTo>
                  <a:pt x="344" y="484"/>
                </a:lnTo>
                <a:lnTo>
                  <a:pt x="343" y="485"/>
                </a:lnTo>
                <a:lnTo>
                  <a:pt x="343" y="486"/>
                </a:lnTo>
                <a:lnTo>
                  <a:pt x="342" y="486"/>
                </a:lnTo>
                <a:lnTo>
                  <a:pt x="341" y="487"/>
                </a:lnTo>
                <a:lnTo>
                  <a:pt x="341" y="488"/>
                </a:lnTo>
                <a:lnTo>
                  <a:pt x="341" y="489"/>
                </a:lnTo>
                <a:lnTo>
                  <a:pt x="341" y="490"/>
                </a:lnTo>
                <a:lnTo>
                  <a:pt x="342" y="490"/>
                </a:lnTo>
                <a:lnTo>
                  <a:pt x="347" y="492"/>
                </a:lnTo>
                <a:lnTo>
                  <a:pt x="349" y="492"/>
                </a:lnTo>
                <a:lnTo>
                  <a:pt x="350" y="492"/>
                </a:lnTo>
                <a:lnTo>
                  <a:pt x="349" y="492"/>
                </a:lnTo>
                <a:lnTo>
                  <a:pt x="349" y="493"/>
                </a:lnTo>
                <a:lnTo>
                  <a:pt x="349" y="494"/>
                </a:lnTo>
                <a:lnTo>
                  <a:pt x="348" y="495"/>
                </a:lnTo>
                <a:lnTo>
                  <a:pt x="349" y="496"/>
                </a:lnTo>
                <a:lnTo>
                  <a:pt x="350" y="496"/>
                </a:lnTo>
                <a:lnTo>
                  <a:pt x="353" y="499"/>
                </a:lnTo>
                <a:lnTo>
                  <a:pt x="354" y="499"/>
                </a:lnTo>
                <a:lnTo>
                  <a:pt x="354" y="500"/>
                </a:lnTo>
                <a:lnTo>
                  <a:pt x="354" y="501"/>
                </a:lnTo>
                <a:lnTo>
                  <a:pt x="353" y="501"/>
                </a:lnTo>
                <a:lnTo>
                  <a:pt x="353" y="502"/>
                </a:lnTo>
                <a:lnTo>
                  <a:pt x="352" y="502"/>
                </a:lnTo>
                <a:lnTo>
                  <a:pt x="352" y="501"/>
                </a:lnTo>
                <a:lnTo>
                  <a:pt x="351" y="501"/>
                </a:lnTo>
                <a:lnTo>
                  <a:pt x="349" y="501"/>
                </a:lnTo>
                <a:lnTo>
                  <a:pt x="349" y="502"/>
                </a:lnTo>
                <a:lnTo>
                  <a:pt x="350" y="503"/>
                </a:lnTo>
                <a:lnTo>
                  <a:pt x="351" y="503"/>
                </a:lnTo>
                <a:lnTo>
                  <a:pt x="350" y="505"/>
                </a:lnTo>
                <a:lnTo>
                  <a:pt x="350" y="507"/>
                </a:lnTo>
                <a:lnTo>
                  <a:pt x="351" y="508"/>
                </a:lnTo>
                <a:lnTo>
                  <a:pt x="353" y="508"/>
                </a:lnTo>
                <a:lnTo>
                  <a:pt x="353" y="509"/>
                </a:lnTo>
                <a:lnTo>
                  <a:pt x="353" y="510"/>
                </a:lnTo>
                <a:lnTo>
                  <a:pt x="353" y="512"/>
                </a:lnTo>
                <a:lnTo>
                  <a:pt x="354" y="512"/>
                </a:lnTo>
                <a:lnTo>
                  <a:pt x="356" y="511"/>
                </a:lnTo>
                <a:lnTo>
                  <a:pt x="357" y="511"/>
                </a:lnTo>
                <a:lnTo>
                  <a:pt x="358" y="511"/>
                </a:lnTo>
                <a:lnTo>
                  <a:pt x="358" y="512"/>
                </a:lnTo>
                <a:lnTo>
                  <a:pt x="359" y="513"/>
                </a:lnTo>
                <a:lnTo>
                  <a:pt x="360" y="514"/>
                </a:lnTo>
                <a:lnTo>
                  <a:pt x="361" y="515"/>
                </a:lnTo>
                <a:lnTo>
                  <a:pt x="363" y="516"/>
                </a:lnTo>
                <a:lnTo>
                  <a:pt x="364" y="516"/>
                </a:lnTo>
                <a:lnTo>
                  <a:pt x="365" y="515"/>
                </a:lnTo>
                <a:lnTo>
                  <a:pt x="366" y="515"/>
                </a:lnTo>
                <a:lnTo>
                  <a:pt x="366" y="516"/>
                </a:lnTo>
                <a:lnTo>
                  <a:pt x="367" y="517"/>
                </a:lnTo>
                <a:lnTo>
                  <a:pt x="368" y="519"/>
                </a:lnTo>
                <a:lnTo>
                  <a:pt x="368" y="521"/>
                </a:lnTo>
                <a:lnTo>
                  <a:pt x="370" y="521"/>
                </a:lnTo>
                <a:lnTo>
                  <a:pt x="370" y="522"/>
                </a:lnTo>
                <a:lnTo>
                  <a:pt x="369" y="522"/>
                </a:lnTo>
                <a:lnTo>
                  <a:pt x="369" y="523"/>
                </a:lnTo>
                <a:lnTo>
                  <a:pt x="370" y="524"/>
                </a:lnTo>
                <a:lnTo>
                  <a:pt x="370" y="523"/>
                </a:lnTo>
                <a:lnTo>
                  <a:pt x="370" y="524"/>
                </a:lnTo>
                <a:lnTo>
                  <a:pt x="369" y="524"/>
                </a:lnTo>
                <a:lnTo>
                  <a:pt x="368" y="526"/>
                </a:lnTo>
                <a:lnTo>
                  <a:pt x="369" y="527"/>
                </a:lnTo>
                <a:lnTo>
                  <a:pt x="370" y="528"/>
                </a:lnTo>
                <a:lnTo>
                  <a:pt x="369" y="528"/>
                </a:lnTo>
                <a:lnTo>
                  <a:pt x="368" y="530"/>
                </a:lnTo>
                <a:lnTo>
                  <a:pt x="367" y="530"/>
                </a:lnTo>
                <a:lnTo>
                  <a:pt x="366" y="530"/>
                </a:lnTo>
                <a:lnTo>
                  <a:pt x="366" y="531"/>
                </a:lnTo>
                <a:lnTo>
                  <a:pt x="367" y="533"/>
                </a:lnTo>
                <a:lnTo>
                  <a:pt x="367" y="534"/>
                </a:lnTo>
                <a:lnTo>
                  <a:pt x="367" y="535"/>
                </a:lnTo>
                <a:lnTo>
                  <a:pt x="366" y="535"/>
                </a:lnTo>
                <a:lnTo>
                  <a:pt x="365" y="535"/>
                </a:lnTo>
                <a:lnTo>
                  <a:pt x="365" y="536"/>
                </a:lnTo>
                <a:lnTo>
                  <a:pt x="365" y="537"/>
                </a:lnTo>
                <a:lnTo>
                  <a:pt x="365" y="539"/>
                </a:lnTo>
                <a:lnTo>
                  <a:pt x="364" y="540"/>
                </a:lnTo>
                <a:lnTo>
                  <a:pt x="365" y="540"/>
                </a:lnTo>
                <a:lnTo>
                  <a:pt x="365" y="541"/>
                </a:lnTo>
                <a:lnTo>
                  <a:pt x="366" y="542"/>
                </a:lnTo>
                <a:lnTo>
                  <a:pt x="365" y="542"/>
                </a:lnTo>
                <a:lnTo>
                  <a:pt x="364" y="543"/>
                </a:lnTo>
                <a:lnTo>
                  <a:pt x="365" y="543"/>
                </a:lnTo>
                <a:lnTo>
                  <a:pt x="365" y="544"/>
                </a:lnTo>
                <a:lnTo>
                  <a:pt x="365" y="545"/>
                </a:lnTo>
                <a:lnTo>
                  <a:pt x="364" y="545"/>
                </a:lnTo>
                <a:lnTo>
                  <a:pt x="363" y="545"/>
                </a:lnTo>
                <a:lnTo>
                  <a:pt x="361" y="545"/>
                </a:lnTo>
                <a:lnTo>
                  <a:pt x="360" y="545"/>
                </a:lnTo>
                <a:lnTo>
                  <a:pt x="360" y="546"/>
                </a:lnTo>
                <a:lnTo>
                  <a:pt x="361" y="546"/>
                </a:lnTo>
                <a:lnTo>
                  <a:pt x="361" y="547"/>
                </a:lnTo>
                <a:lnTo>
                  <a:pt x="362" y="547"/>
                </a:lnTo>
                <a:lnTo>
                  <a:pt x="363" y="547"/>
                </a:lnTo>
                <a:lnTo>
                  <a:pt x="365" y="548"/>
                </a:lnTo>
                <a:lnTo>
                  <a:pt x="366" y="548"/>
                </a:lnTo>
                <a:lnTo>
                  <a:pt x="366" y="549"/>
                </a:lnTo>
                <a:lnTo>
                  <a:pt x="367" y="550"/>
                </a:lnTo>
                <a:lnTo>
                  <a:pt x="367" y="551"/>
                </a:lnTo>
                <a:lnTo>
                  <a:pt x="366" y="551"/>
                </a:lnTo>
                <a:lnTo>
                  <a:pt x="365" y="551"/>
                </a:lnTo>
                <a:lnTo>
                  <a:pt x="363" y="551"/>
                </a:lnTo>
                <a:lnTo>
                  <a:pt x="362" y="552"/>
                </a:lnTo>
                <a:lnTo>
                  <a:pt x="362" y="553"/>
                </a:lnTo>
                <a:lnTo>
                  <a:pt x="363" y="555"/>
                </a:lnTo>
                <a:lnTo>
                  <a:pt x="364" y="557"/>
                </a:lnTo>
                <a:lnTo>
                  <a:pt x="364" y="559"/>
                </a:lnTo>
                <a:lnTo>
                  <a:pt x="364" y="560"/>
                </a:lnTo>
                <a:lnTo>
                  <a:pt x="363" y="560"/>
                </a:lnTo>
                <a:lnTo>
                  <a:pt x="362" y="560"/>
                </a:lnTo>
                <a:lnTo>
                  <a:pt x="361" y="561"/>
                </a:lnTo>
                <a:lnTo>
                  <a:pt x="361" y="562"/>
                </a:lnTo>
                <a:lnTo>
                  <a:pt x="361" y="563"/>
                </a:lnTo>
                <a:lnTo>
                  <a:pt x="362" y="563"/>
                </a:lnTo>
                <a:lnTo>
                  <a:pt x="363" y="563"/>
                </a:lnTo>
                <a:lnTo>
                  <a:pt x="365" y="563"/>
                </a:lnTo>
                <a:lnTo>
                  <a:pt x="366" y="563"/>
                </a:lnTo>
                <a:lnTo>
                  <a:pt x="366" y="564"/>
                </a:lnTo>
                <a:lnTo>
                  <a:pt x="365" y="565"/>
                </a:lnTo>
                <a:lnTo>
                  <a:pt x="365" y="566"/>
                </a:lnTo>
                <a:lnTo>
                  <a:pt x="365" y="567"/>
                </a:lnTo>
                <a:lnTo>
                  <a:pt x="366" y="567"/>
                </a:lnTo>
                <a:lnTo>
                  <a:pt x="365" y="567"/>
                </a:lnTo>
                <a:lnTo>
                  <a:pt x="364" y="568"/>
                </a:lnTo>
                <a:lnTo>
                  <a:pt x="363" y="568"/>
                </a:lnTo>
                <a:lnTo>
                  <a:pt x="362" y="568"/>
                </a:lnTo>
                <a:lnTo>
                  <a:pt x="361" y="568"/>
                </a:lnTo>
                <a:lnTo>
                  <a:pt x="361" y="567"/>
                </a:lnTo>
                <a:lnTo>
                  <a:pt x="360" y="567"/>
                </a:lnTo>
                <a:lnTo>
                  <a:pt x="359" y="567"/>
                </a:lnTo>
                <a:lnTo>
                  <a:pt x="359" y="568"/>
                </a:lnTo>
                <a:lnTo>
                  <a:pt x="358" y="568"/>
                </a:lnTo>
                <a:lnTo>
                  <a:pt x="358" y="569"/>
                </a:lnTo>
                <a:lnTo>
                  <a:pt x="359" y="569"/>
                </a:lnTo>
                <a:lnTo>
                  <a:pt x="359" y="570"/>
                </a:lnTo>
                <a:lnTo>
                  <a:pt x="360" y="570"/>
                </a:lnTo>
                <a:lnTo>
                  <a:pt x="360" y="571"/>
                </a:lnTo>
                <a:lnTo>
                  <a:pt x="360" y="572"/>
                </a:lnTo>
                <a:lnTo>
                  <a:pt x="361" y="573"/>
                </a:lnTo>
                <a:lnTo>
                  <a:pt x="361" y="574"/>
                </a:lnTo>
                <a:lnTo>
                  <a:pt x="360" y="574"/>
                </a:lnTo>
                <a:lnTo>
                  <a:pt x="360" y="575"/>
                </a:lnTo>
                <a:lnTo>
                  <a:pt x="359" y="575"/>
                </a:lnTo>
                <a:lnTo>
                  <a:pt x="360" y="576"/>
                </a:lnTo>
                <a:lnTo>
                  <a:pt x="360" y="577"/>
                </a:lnTo>
                <a:lnTo>
                  <a:pt x="360" y="578"/>
                </a:lnTo>
                <a:lnTo>
                  <a:pt x="360" y="579"/>
                </a:lnTo>
                <a:lnTo>
                  <a:pt x="360" y="580"/>
                </a:lnTo>
                <a:lnTo>
                  <a:pt x="359" y="580"/>
                </a:lnTo>
                <a:lnTo>
                  <a:pt x="359" y="581"/>
                </a:lnTo>
                <a:lnTo>
                  <a:pt x="358" y="582"/>
                </a:lnTo>
                <a:lnTo>
                  <a:pt x="359" y="583"/>
                </a:lnTo>
                <a:lnTo>
                  <a:pt x="360" y="584"/>
                </a:lnTo>
                <a:lnTo>
                  <a:pt x="360" y="583"/>
                </a:lnTo>
                <a:lnTo>
                  <a:pt x="361" y="584"/>
                </a:lnTo>
                <a:lnTo>
                  <a:pt x="361" y="585"/>
                </a:lnTo>
                <a:lnTo>
                  <a:pt x="361" y="586"/>
                </a:lnTo>
                <a:lnTo>
                  <a:pt x="360" y="587"/>
                </a:lnTo>
                <a:lnTo>
                  <a:pt x="359" y="587"/>
                </a:lnTo>
                <a:lnTo>
                  <a:pt x="358" y="586"/>
                </a:lnTo>
                <a:lnTo>
                  <a:pt x="357" y="586"/>
                </a:lnTo>
                <a:lnTo>
                  <a:pt x="357" y="587"/>
                </a:lnTo>
                <a:lnTo>
                  <a:pt x="356" y="587"/>
                </a:lnTo>
                <a:lnTo>
                  <a:pt x="355" y="587"/>
                </a:lnTo>
                <a:lnTo>
                  <a:pt x="354" y="587"/>
                </a:lnTo>
                <a:lnTo>
                  <a:pt x="353" y="587"/>
                </a:lnTo>
                <a:lnTo>
                  <a:pt x="353" y="588"/>
                </a:lnTo>
                <a:lnTo>
                  <a:pt x="354" y="588"/>
                </a:lnTo>
                <a:lnTo>
                  <a:pt x="354" y="589"/>
                </a:lnTo>
                <a:lnTo>
                  <a:pt x="353" y="589"/>
                </a:lnTo>
                <a:lnTo>
                  <a:pt x="354" y="589"/>
                </a:lnTo>
                <a:lnTo>
                  <a:pt x="354" y="590"/>
                </a:lnTo>
                <a:lnTo>
                  <a:pt x="355" y="590"/>
                </a:lnTo>
                <a:lnTo>
                  <a:pt x="355" y="591"/>
                </a:lnTo>
                <a:lnTo>
                  <a:pt x="354" y="591"/>
                </a:lnTo>
                <a:lnTo>
                  <a:pt x="353" y="591"/>
                </a:lnTo>
                <a:lnTo>
                  <a:pt x="353" y="592"/>
                </a:lnTo>
                <a:lnTo>
                  <a:pt x="354" y="592"/>
                </a:lnTo>
                <a:lnTo>
                  <a:pt x="355" y="593"/>
                </a:lnTo>
                <a:lnTo>
                  <a:pt x="355" y="594"/>
                </a:lnTo>
                <a:lnTo>
                  <a:pt x="355" y="595"/>
                </a:lnTo>
                <a:lnTo>
                  <a:pt x="354" y="595"/>
                </a:lnTo>
                <a:lnTo>
                  <a:pt x="354" y="596"/>
                </a:lnTo>
                <a:lnTo>
                  <a:pt x="354" y="597"/>
                </a:lnTo>
                <a:lnTo>
                  <a:pt x="354" y="598"/>
                </a:lnTo>
                <a:lnTo>
                  <a:pt x="355" y="599"/>
                </a:lnTo>
                <a:lnTo>
                  <a:pt x="355" y="600"/>
                </a:lnTo>
                <a:lnTo>
                  <a:pt x="355" y="601"/>
                </a:lnTo>
                <a:lnTo>
                  <a:pt x="355" y="602"/>
                </a:lnTo>
                <a:lnTo>
                  <a:pt x="354" y="602"/>
                </a:lnTo>
                <a:lnTo>
                  <a:pt x="354" y="603"/>
                </a:lnTo>
                <a:lnTo>
                  <a:pt x="356" y="604"/>
                </a:lnTo>
                <a:lnTo>
                  <a:pt x="357" y="605"/>
                </a:lnTo>
                <a:lnTo>
                  <a:pt x="357" y="606"/>
                </a:lnTo>
                <a:lnTo>
                  <a:pt x="357" y="607"/>
                </a:lnTo>
                <a:lnTo>
                  <a:pt x="357" y="608"/>
                </a:lnTo>
                <a:lnTo>
                  <a:pt x="357" y="609"/>
                </a:lnTo>
                <a:lnTo>
                  <a:pt x="357" y="610"/>
                </a:lnTo>
                <a:lnTo>
                  <a:pt x="356" y="610"/>
                </a:lnTo>
                <a:lnTo>
                  <a:pt x="355" y="610"/>
                </a:lnTo>
                <a:lnTo>
                  <a:pt x="354" y="610"/>
                </a:lnTo>
                <a:lnTo>
                  <a:pt x="353" y="610"/>
                </a:lnTo>
                <a:lnTo>
                  <a:pt x="352" y="610"/>
                </a:lnTo>
                <a:lnTo>
                  <a:pt x="352" y="609"/>
                </a:lnTo>
                <a:lnTo>
                  <a:pt x="351" y="609"/>
                </a:lnTo>
                <a:lnTo>
                  <a:pt x="350" y="608"/>
                </a:lnTo>
                <a:lnTo>
                  <a:pt x="350" y="607"/>
                </a:lnTo>
                <a:lnTo>
                  <a:pt x="349" y="608"/>
                </a:lnTo>
                <a:lnTo>
                  <a:pt x="349" y="609"/>
                </a:lnTo>
                <a:lnTo>
                  <a:pt x="350" y="609"/>
                </a:lnTo>
                <a:lnTo>
                  <a:pt x="350" y="610"/>
                </a:lnTo>
                <a:lnTo>
                  <a:pt x="349" y="610"/>
                </a:lnTo>
                <a:lnTo>
                  <a:pt x="350" y="611"/>
                </a:lnTo>
                <a:lnTo>
                  <a:pt x="350" y="612"/>
                </a:lnTo>
                <a:lnTo>
                  <a:pt x="349" y="612"/>
                </a:lnTo>
                <a:lnTo>
                  <a:pt x="349" y="613"/>
                </a:lnTo>
                <a:lnTo>
                  <a:pt x="349" y="614"/>
                </a:lnTo>
                <a:lnTo>
                  <a:pt x="348" y="615"/>
                </a:lnTo>
                <a:lnTo>
                  <a:pt x="347" y="615"/>
                </a:lnTo>
                <a:lnTo>
                  <a:pt x="347" y="616"/>
                </a:lnTo>
                <a:lnTo>
                  <a:pt x="346" y="616"/>
                </a:lnTo>
                <a:lnTo>
                  <a:pt x="346" y="617"/>
                </a:lnTo>
                <a:lnTo>
                  <a:pt x="344" y="617"/>
                </a:lnTo>
                <a:lnTo>
                  <a:pt x="344" y="618"/>
                </a:lnTo>
                <a:lnTo>
                  <a:pt x="344" y="619"/>
                </a:lnTo>
                <a:lnTo>
                  <a:pt x="343" y="620"/>
                </a:lnTo>
                <a:lnTo>
                  <a:pt x="343" y="621"/>
                </a:lnTo>
                <a:lnTo>
                  <a:pt x="343" y="622"/>
                </a:lnTo>
                <a:lnTo>
                  <a:pt x="344" y="623"/>
                </a:lnTo>
                <a:lnTo>
                  <a:pt x="344" y="624"/>
                </a:lnTo>
                <a:lnTo>
                  <a:pt x="343" y="624"/>
                </a:lnTo>
                <a:lnTo>
                  <a:pt x="342" y="624"/>
                </a:lnTo>
                <a:lnTo>
                  <a:pt x="342" y="623"/>
                </a:lnTo>
                <a:lnTo>
                  <a:pt x="341" y="623"/>
                </a:lnTo>
                <a:lnTo>
                  <a:pt x="341" y="624"/>
                </a:lnTo>
                <a:lnTo>
                  <a:pt x="341" y="625"/>
                </a:lnTo>
                <a:lnTo>
                  <a:pt x="340" y="625"/>
                </a:lnTo>
                <a:lnTo>
                  <a:pt x="340" y="624"/>
                </a:lnTo>
                <a:lnTo>
                  <a:pt x="339" y="624"/>
                </a:lnTo>
                <a:lnTo>
                  <a:pt x="338" y="625"/>
                </a:lnTo>
                <a:lnTo>
                  <a:pt x="337" y="625"/>
                </a:lnTo>
                <a:lnTo>
                  <a:pt x="335" y="625"/>
                </a:lnTo>
                <a:lnTo>
                  <a:pt x="334" y="625"/>
                </a:lnTo>
                <a:lnTo>
                  <a:pt x="333" y="624"/>
                </a:lnTo>
                <a:lnTo>
                  <a:pt x="333" y="625"/>
                </a:lnTo>
                <a:lnTo>
                  <a:pt x="332" y="625"/>
                </a:lnTo>
                <a:lnTo>
                  <a:pt x="331" y="625"/>
                </a:lnTo>
                <a:lnTo>
                  <a:pt x="331" y="626"/>
                </a:lnTo>
                <a:lnTo>
                  <a:pt x="331" y="627"/>
                </a:lnTo>
                <a:lnTo>
                  <a:pt x="330" y="628"/>
                </a:lnTo>
                <a:lnTo>
                  <a:pt x="329" y="628"/>
                </a:lnTo>
                <a:lnTo>
                  <a:pt x="328" y="629"/>
                </a:lnTo>
                <a:lnTo>
                  <a:pt x="327" y="629"/>
                </a:lnTo>
                <a:lnTo>
                  <a:pt x="328" y="629"/>
                </a:lnTo>
                <a:lnTo>
                  <a:pt x="328" y="630"/>
                </a:lnTo>
                <a:lnTo>
                  <a:pt x="327" y="630"/>
                </a:lnTo>
                <a:lnTo>
                  <a:pt x="326" y="630"/>
                </a:lnTo>
                <a:lnTo>
                  <a:pt x="325" y="630"/>
                </a:lnTo>
                <a:lnTo>
                  <a:pt x="325" y="629"/>
                </a:lnTo>
                <a:lnTo>
                  <a:pt x="324" y="629"/>
                </a:lnTo>
                <a:lnTo>
                  <a:pt x="324" y="628"/>
                </a:lnTo>
                <a:lnTo>
                  <a:pt x="323" y="628"/>
                </a:lnTo>
                <a:lnTo>
                  <a:pt x="322" y="629"/>
                </a:lnTo>
                <a:lnTo>
                  <a:pt x="321" y="630"/>
                </a:lnTo>
                <a:lnTo>
                  <a:pt x="323" y="630"/>
                </a:lnTo>
                <a:lnTo>
                  <a:pt x="324" y="630"/>
                </a:lnTo>
                <a:lnTo>
                  <a:pt x="324" y="631"/>
                </a:lnTo>
                <a:lnTo>
                  <a:pt x="325" y="631"/>
                </a:lnTo>
                <a:lnTo>
                  <a:pt x="324" y="632"/>
                </a:lnTo>
                <a:lnTo>
                  <a:pt x="324" y="631"/>
                </a:lnTo>
                <a:lnTo>
                  <a:pt x="323" y="631"/>
                </a:lnTo>
                <a:lnTo>
                  <a:pt x="323" y="630"/>
                </a:lnTo>
                <a:lnTo>
                  <a:pt x="323" y="631"/>
                </a:lnTo>
                <a:lnTo>
                  <a:pt x="323" y="632"/>
                </a:lnTo>
                <a:lnTo>
                  <a:pt x="322" y="632"/>
                </a:lnTo>
                <a:lnTo>
                  <a:pt x="322" y="633"/>
                </a:lnTo>
                <a:lnTo>
                  <a:pt x="322" y="634"/>
                </a:lnTo>
                <a:lnTo>
                  <a:pt x="323" y="634"/>
                </a:lnTo>
                <a:lnTo>
                  <a:pt x="323" y="635"/>
                </a:lnTo>
                <a:lnTo>
                  <a:pt x="322" y="635"/>
                </a:lnTo>
                <a:lnTo>
                  <a:pt x="321" y="634"/>
                </a:lnTo>
                <a:lnTo>
                  <a:pt x="320" y="634"/>
                </a:lnTo>
                <a:lnTo>
                  <a:pt x="319" y="633"/>
                </a:lnTo>
                <a:lnTo>
                  <a:pt x="318" y="633"/>
                </a:lnTo>
                <a:lnTo>
                  <a:pt x="317" y="633"/>
                </a:lnTo>
                <a:lnTo>
                  <a:pt x="317" y="632"/>
                </a:lnTo>
                <a:lnTo>
                  <a:pt x="316" y="632"/>
                </a:lnTo>
                <a:lnTo>
                  <a:pt x="316" y="631"/>
                </a:lnTo>
                <a:lnTo>
                  <a:pt x="315" y="632"/>
                </a:lnTo>
                <a:lnTo>
                  <a:pt x="314" y="632"/>
                </a:lnTo>
                <a:lnTo>
                  <a:pt x="313" y="632"/>
                </a:lnTo>
                <a:lnTo>
                  <a:pt x="312" y="632"/>
                </a:lnTo>
                <a:lnTo>
                  <a:pt x="311" y="632"/>
                </a:lnTo>
                <a:lnTo>
                  <a:pt x="310" y="633"/>
                </a:lnTo>
                <a:lnTo>
                  <a:pt x="311" y="633"/>
                </a:lnTo>
                <a:lnTo>
                  <a:pt x="311" y="634"/>
                </a:lnTo>
                <a:lnTo>
                  <a:pt x="310" y="635"/>
                </a:lnTo>
                <a:lnTo>
                  <a:pt x="310" y="636"/>
                </a:lnTo>
                <a:lnTo>
                  <a:pt x="310" y="637"/>
                </a:lnTo>
                <a:lnTo>
                  <a:pt x="310" y="636"/>
                </a:lnTo>
                <a:lnTo>
                  <a:pt x="309" y="636"/>
                </a:lnTo>
                <a:lnTo>
                  <a:pt x="308" y="636"/>
                </a:lnTo>
                <a:lnTo>
                  <a:pt x="308" y="637"/>
                </a:lnTo>
                <a:lnTo>
                  <a:pt x="308" y="638"/>
                </a:lnTo>
                <a:lnTo>
                  <a:pt x="309" y="638"/>
                </a:lnTo>
                <a:lnTo>
                  <a:pt x="309" y="639"/>
                </a:lnTo>
                <a:lnTo>
                  <a:pt x="308" y="639"/>
                </a:lnTo>
                <a:lnTo>
                  <a:pt x="308" y="640"/>
                </a:lnTo>
                <a:lnTo>
                  <a:pt x="307" y="640"/>
                </a:lnTo>
                <a:lnTo>
                  <a:pt x="307" y="641"/>
                </a:lnTo>
                <a:lnTo>
                  <a:pt x="306" y="641"/>
                </a:lnTo>
                <a:lnTo>
                  <a:pt x="306" y="642"/>
                </a:lnTo>
                <a:lnTo>
                  <a:pt x="306" y="643"/>
                </a:lnTo>
                <a:lnTo>
                  <a:pt x="306" y="644"/>
                </a:lnTo>
                <a:lnTo>
                  <a:pt x="305" y="644"/>
                </a:lnTo>
                <a:lnTo>
                  <a:pt x="305" y="645"/>
                </a:lnTo>
                <a:lnTo>
                  <a:pt x="305" y="646"/>
                </a:lnTo>
                <a:lnTo>
                  <a:pt x="304" y="646"/>
                </a:lnTo>
                <a:lnTo>
                  <a:pt x="303" y="646"/>
                </a:lnTo>
                <a:lnTo>
                  <a:pt x="302" y="645"/>
                </a:lnTo>
                <a:lnTo>
                  <a:pt x="301" y="645"/>
                </a:lnTo>
                <a:lnTo>
                  <a:pt x="300" y="645"/>
                </a:lnTo>
                <a:lnTo>
                  <a:pt x="299" y="645"/>
                </a:lnTo>
                <a:lnTo>
                  <a:pt x="298" y="644"/>
                </a:lnTo>
                <a:lnTo>
                  <a:pt x="298" y="643"/>
                </a:lnTo>
                <a:lnTo>
                  <a:pt x="297" y="644"/>
                </a:lnTo>
                <a:lnTo>
                  <a:pt x="296" y="643"/>
                </a:lnTo>
                <a:lnTo>
                  <a:pt x="295" y="643"/>
                </a:lnTo>
                <a:lnTo>
                  <a:pt x="294" y="643"/>
                </a:lnTo>
                <a:lnTo>
                  <a:pt x="293" y="643"/>
                </a:lnTo>
                <a:lnTo>
                  <a:pt x="292" y="642"/>
                </a:lnTo>
                <a:lnTo>
                  <a:pt x="292" y="643"/>
                </a:lnTo>
                <a:lnTo>
                  <a:pt x="291" y="643"/>
                </a:lnTo>
                <a:lnTo>
                  <a:pt x="291" y="642"/>
                </a:lnTo>
                <a:lnTo>
                  <a:pt x="290" y="642"/>
                </a:lnTo>
                <a:lnTo>
                  <a:pt x="290" y="643"/>
                </a:lnTo>
                <a:lnTo>
                  <a:pt x="289" y="643"/>
                </a:lnTo>
                <a:lnTo>
                  <a:pt x="290" y="643"/>
                </a:lnTo>
                <a:lnTo>
                  <a:pt x="290" y="644"/>
                </a:lnTo>
                <a:lnTo>
                  <a:pt x="289" y="645"/>
                </a:lnTo>
                <a:lnTo>
                  <a:pt x="289" y="646"/>
                </a:lnTo>
                <a:lnTo>
                  <a:pt x="289" y="648"/>
                </a:lnTo>
                <a:lnTo>
                  <a:pt x="289" y="649"/>
                </a:lnTo>
                <a:lnTo>
                  <a:pt x="290" y="650"/>
                </a:lnTo>
                <a:lnTo>
                  <a:pt x="289" y="651"/>
                </a:lnTo>
                <a:lnTo>
                  <a:pt x="289" y="652"/>
                </a:lnTo>
                <a:lnTo>
                  <a:pt x="288" y="651"/>
                </a:lnTo>
                <a:lnTo>
                  <a:pt x="287" y="651"/>
                </a:lnTo>
                <a:lnTo>
                  <a:pt x="287" y="650"/>
                </a:lnTo>
                <a:lnTo>
                  <a:pt x="287" y="651"/>
                </a:lnTo>
                <a:lnTo>
                  <a:pt x="286" y="651"/>
                </a:lnTo>
                <a:lnTo>
                  <a:pt x="285" y="651"/>
                </a:lnTo>
                <a:lnTo>
                  <a:pt x="285" y="652"/>
                </a:lnTo>
                <a:lnTo>
                  <a:pt x="284" y="652"/>
                </a:lnTo>
                <a:lnTo>
                  <a:pt x="284" y="653"/>
                </a:lnTo>
                <a:lnTo>
                  <a:pt x="284" y="654"/>
                </a:lnTo>
                <a:lnTo>
                  <a:pt x="283" y="655"/>
                </a:lnTo>
                <a:lnTo>
                  <a:pt x="283" y="657"/>
                </a:lnTo>
                <a:lnTo>
                  <a:pt x="282" y="657"/>
                </a:lnTo>
                <a:lnTo>
                  <a:pt x="281" y="657"/>
                </a:lnTo>
                <a:lnTo>
                  <a:pt x="278" y="658"/>
                </a:lnTo>
                <a:lnTo>
                  <a:pt x="277" y="657"/>
                </a:lnTo>
                <a:lnTo>
                  <a:pt x="276" y="657"/>
                </a:lnTo>
                <a:lnTo>
                  <a:pt x="275" y="657"/>
                </a:lnTo>
                <a:lnTo>
                  <a:pt x="275" y="655"/>
                </a:lnTo>
                <a:lnTo>
                  <a:pt x="273" y="655"/>
                </a:lnTo>
                <a:lnTo>
                  <a:pt x="272" y="655"/>
                </a:lnTo>
                <a:lnTo>
                  <a:pt x="271" y="655"/>
                </a:lnTo>
                <a:lnTo>
                  <a:pt x="271" y="657"/>
                </a:lnTo>
                <a:lnTo>
                  <a:pt x="271" y="658"/>
                </a:lnTo>
                <a:lnTo>
                  <a:pt x="270" y="658"/>
                </a:lnTo>
                <a:lnTo>
                  <a:pt x="269" y="658"/>
                </a:lnTo>
                <a:lnTo>
                  <a:pt x="269" y="657"/>
                </a:lnTo>
                <a:lnTo>
                  <a:pt x="268" y="657"/>
                </a:lnTo>
                <a:lnTo>
                  <a:pt x="267" y="658"/>
                </a:lnTo>
                <a:lnTo>
                  <a:pt x="267" y="659"/>
                </a:lnTo>
                <a:lnTo>
                  <a:pt x="268" y="659"/>
                </a:lnTo>
                <a:lnTo>
                  <a:pt x="267" y="660"/>
                </a:lnTo>
                <a:lnTo>
                  <a:pt x="267" y="661"/>
                </a:lnTo>
                <a:lnTo>
                  <a:pt x="266" y="661"/>
                </a:lnTo>
                <a:lnTo>
                  <a:pt x="266" y="662"/>
                </a:lnTo>
                <a:lnTo>
                  <a:pt x="265" y="662"/>
                </a:lnTo>
                <a:lnTo>
                  <a:pt x="264" y="662"/>
                </a:lnTo>
                <a:lnTo>
                  <a:pt x="263" y="662"/>
                </a:lnTo>
                <a:lnTo>
                  <a:pt x="263" y="661"/>
                </a:lnTo>
                <a:lnTo>
                  <a:pt x="262" y="661"/>
                </a:lnTo>
                <a:lnTo>
                  <a:pt x="262" y="662"/>
                </a:lnTo>
                <a:lnTo>
                  <a:pt x="261" y="662"/>
                </a:lnTo>
                <a:lnTo>
                  <a:pt x="261" y="663"/>
                </a:lnTo>
                <a:lnTo>
                  <a:pt x="260" y="664"/>
                </a:lnTo>
                <a:lnTo>
                  <a:pt x="259" y="663"/>
                </a:lnTo>
                <a:lnTo>
                  <a:pt x="259" y="662"/>
                </a:lnTo>
                <a:lnTo>
                  <a:pt x="259" y="661"/>
                </a:lnTo>
                <a:lnTo>
                  <a:pt x="260" y="661"/>
                </a:lnTo>
                <a:lnTo>
                  <a:pt x="259" y="661"/>
                </a:lnTo>
                <a:lnTo>
                  <a:pt x="259" y="660"/>
                </a:lnTo>
                <a:lnTo>
                  <a:pt x="258" y="660"/>
                </a:lnTo>
                <a:lnTo>
                  <a:pt x="257" y="660"/>
                </a:lnTo>
                <a:lnTo>
                  <a:pt x="257" y="659"/>
                </a:lnTo>
                <a:lnTo>
                  <a:pt x="255" y="658"/>
                </a:lnTo>
                <a:lnTo>
                  <a:pt x="255" y="657"/>
                </a:lnTo>
                <a:lnTo>
                  <a:pt x="254" y="657"/>
                </a:lnTo>
                <a:lnTo>
                  <a:pt x="254" y="655"/>
                </a:lnTo>
                <a:lnTo>
                  <a:pt x="253" y="655"/>
                </a:lnTo>
                <a:lnTo>
                  <a:pt x="252" y="654"/>
                </a:lnTo>
                <a:lnTo>
                  <a:pt x="252" y="653"/>
                </a:lnTo>
                <a:lnTo>
                  <a:pt x="251" y="653"/>
                </a:lnTo>
                <a:lnTo>
                  <a:pt x="251" y="654"/>
                </a:lnTo>
                <a:lnTo>
                  <a:pt x="252" y="654"/>
                </a:lnTo>
                <a:lnTo>
                  <a:pt x="251" y="654"/>
                </a:lnTo>
                <a:lnTo>
                  <a:pt x="251" y="655"/>
                </a:lnTo>
                <a:lnTo>
                  <a:pt x="250" y="655"/>
                </a:lnTo>
                <a:lnTo>
                  <a:pt x="250" y="657"/>
                </a:lnTo>
                <a:lnTo>
                  <a:pt x="251" y="657"/>
                </a:lnTo>
                <a:lnTo>
                  <a:pt x="252" y="658"/>
                </a:lnTo>
                <a:lnTo>
                  <a:pt x="253" y="658"/>
                </a:lnTo>
                <a:lnTo>
                  <a:pt x="252" y="659"/>
                </a:lnTo>
                <a:lnTo>
                  <a:pt x="251" y="659"/>
                </a:lnTo>
                <a:lnTo>
                  <a:pt x="251" y="660"/>
                </a:lnTo>
                <a:lnTo>
                  <a:pt x="250" y="660"/>
                </a:lnTo>
                <a:lnTo>
                  <a:pt x="249" y="660"/>
                </a:lnTo>
                <a:lnTo>
                  <a:pt x="248" y="660"/>
                </a:lnTo>
                <a:lnTo>
                  <a:pt x="246" y="660"/>
                </a:lnTo>
                <a:lnTo>
                  <a:pt x="245" y="660"/>
                </a:lnTo>
                <a:lnTo>
                  <a:pt x="245" y="661"/>
                </a:lnTo>
                <a:lnTo>
                  <a:pt x="244" y="661"/>
                </a:lnTo>
                <a:lnTo>
                  <a:pt x="243" y="661"/>
                </a:lnTo>
                <a:lnTo>
                  <a:pt x="243" y="660"/>
                </a:lnTo>
                <a:lnTo>
                  <a:pt x="242" y="660"/>
                </a:lnTo>
                <a:lnTo>
                  <a:pt x="241" y="660"/>
                </a:lnTo>
                <a:lnTo>
                  <a:pt x="240" y="660"/>
                </a:lnTo>
                <a:lnTo>
                  <a:pt x="238" y="660"/>
                </a:lnTo>
                <a:lnTo>
                  <a:pt x="237" y="659"/>
                </a:lnTo>
                <a:lnTo>
                  <a:pt x="236" y="659"/>
                </a:lnTo>
                <a:lnTo>
                  <a:pt x="236" y="660"/>
                </a:lnTo>
                <a:lnTo>
                  <a:pt x="235" y="659"/>
                </a:lnTo>
                <a:lnTo>
                  <a:pt x="234" y="659"/>
                </a:lnTo>
                <a:lnTo>
                  <a:pt x="233" y="659"/>
                </a:lnTo>
                <a:lnTo>
                  <a:pt x="233" y="658"/>
                </a:lnTo>
                <a:lnTo>
                  <a:pt x="231" y="658"/>
                </a:lnTo>
                <a:lnTo>
                  <a:pt x="229" y="658"/>
                </a:lnTo>
                <a:lnTo>
                  <a:pt x="228" y="658"/>
                </a:lnTo>
                <a:lnTo>
                  <a:pt x="227" y="658"/>
                </a:lnTo>
                <a:lnTo>
                  <a:pt x="226" y="658"/>
                </a:lnTo>
                <a:lnTo>
                  <a:pt x="226" y="659"/>
                </a:lnTo>
                <a:lnTo>
                  <a:pt x="224" y="660"/>
                </a:lnTo>
                <a:lnTo>
                  <a:pt x="222" y="660"/>
                </a:lnTo>
                <a:lnTo>
                  <a:pt x="221" y="660"/>
                </a:lnTo>
                <a:lnTo>
                  <a:pt x="220" y="660"/>
                </a:lnTo>
                <a:lnTo>
                  <a:pt x="218" y="660"/>
                </a:lnTo>
                <a:lnTo>
                  <a:pt x="217" y="660"/>
                </a:lnTo>
                <a:lnTo>
                  <a:pt x="216" y="661"/>
                </a:lnTo>
                <a:lnTo>
                  <a:pt x="216" y="660"/>
                </a:lnTo>
                <a:lnTo>
                  <a:pt x="215" y="660"/>
                </a:lnTo>
                <a:lnTo>
                  <a:pt x="216" y="660"/>
                </a:lnTo>
                <a:lnTo>
                  <a:pt x="216" y="659"/>
                </a:lnTo>
                <a:lnTo>
                  <a:pt x="217" y="658"/>
                </a:lnTo>
                <a:lnTo>
                  <a:pt x="217" y="657"/>
                </a:lnTo>
                <a:lnTo>
                  <a:pt x="217" y="655"/>
                </a:lnTo>
                <a:lnTo>
                  <a:pt x="216" y="657"/>
                </a:lnTo>
                <a:lnTo>
                  <a:pt x="215" y="657"/>
                </a:lnTo>
                <a:lnTo>
                  <a:pt x="214" y="657"/>
                </a:lnTo>
                <a:lnTo>
                  <a:pt x="213" y="657"/>
                </a:lnTo>
                <a:lnTo>
                  <a:pt x="212" y="658"/>
                </a:lnTo>
                <a:lnTo>
                  <a:pt x="211" y="658"/>
                </a:lnTo>
                <a:lnTo>
                  <a:pt x="208" y="658"/>
                </a:lnTo>
                <a:lnTo>
                  <a:pt x="208" y="657"/>
                </a:lnTo>
                <a:lnTo>
                  <a:pt x="207" y="657"/>
                </a:lnTo>
                <a:lnTo>
                  <a:pt x="207" y="655"/>
                </a:lnTo>
                <a:lnTo>
                  <a:pt x="206" y="655"/>
                </a:lnTo>
                <a:lnTo>
                  <a:pt x="204" y="654"/>
                </a:lnTo>
                <a:lnTo>
                  <a:pt x="203" y="654"/>
                </a:lnTo>
                <a:lnTo>
                  <a:pt x="202" y="654"/>
                </a:lnTo>
                <a:lnTo>
                  <a:pt x="201" y="653"/>
                </a:lnTo>
                <a:lnTo>
                  <a:pt x="200" y="653"/>
                </a:lnTo>
                <a:lnTo>
                  <a:pt x="199" y="653"/>
                </a:lnTo>
                <a:lnTo>
                  <a:pt x="198" y="654"/>
                </a:lnTo>
                <a:lnTo>
                  <a:pt x="197" y="654"/>
                </a:lnTo>
                <a:lnTo>
                  <a:pt x="197" y="653"/>
                </a:lnTo>
                <a:lnTo>
                  <a:pt x="196" y="653"/>
                </a:lnTo>
                <a:lnTo>
                  <a:pt x="195" y="652"/>
                </a:lnTo>
                <a:lnTo>
                  <a:pt x="193" y="653"/>
                </a:lnTo>
                <a:lnTo>
                  <a:pt x="192" y="652"/>
                </a:lnTo>
                <a:lnTo>
                  <a:pt x="191" y="652"/>
                </a:lnTo>
                <a:lnTo>
                  <a:pt x="191" y="653"/>
                </a:lnTo>
                <a:lnTo>
                  <a:pt x="192" y="655"/>
                </a:lnTo>
                <a:lnTo>
                  <a:pt x="193" y="655"/>
                </a:lnTo>
                <a:lnTo>
                  <a:pt x="193" y="657"/>
                </a:lnTo>
                <a:lnTo>
                  <a:pt x="194" y="658"/>
                </a:lnTo>
                <a:lnTo>
                  <a:pt x="194" y="660"/>
                </a:lnTo>
                <a:lnTo>
                  <a:pt x="193" y="661"/>
                </a:lnTo>
                <a:lnTo>
                  <a:pt x="192" y="661"/>
                </a:lnTo>
                <a:lnTo>
                  <a:pt x="192" y="662"/>
                </a:lnTo>
                <a:lnTo>
                  <a:pt x="190" y="662"/>
                </a:lnTo>
                <a:lnTo>
                  <a:pt x="190" y="663"/>
                </a:lnTo>
                <a:lnTo>
                  <a:pt x="190" y="664"/>
                </a:lnTo>
                <a:lnTo>
                  <a:pt x="191" y="666"/>
                </a:lnTo>
                <a:lnTo>
                  <a:pt x="192" y="666"/>
                </a:lnTo>
                <a:lnTo>
                  <a:pt x="192" y="667"/>
                </a:lnTo>
                <a:lnTo>
                  <a:pt x="192" y="668"/>
                </a:lnTo>
                <a:lnTo>
                  <a:pt x="192" y="669"/>
                </a:lnTo>
                <a:lnTo>
                  <a:pt x="192" y="670"/>
                </a:lnTo>
                <a:lnTo>
                  <a:pt x="192" y="671"/>
                </a:lnTo>
                <a:lnTo>
                  <a:pt x="192" y="672"/>
                </a:lnTo>
                <a:lnTo>
                  <a:pt x="192" y="673"/>
                </a:lnTo>
                <a:lnTo>
                  <a:pt x="192" y="674"/>
                </a:lnTo>
                <a:lnTo>
                  <a:pt x="191" y="674"/>
                </a:lnTo>
                <a:lnTo>
                  <a:pt x="191" y="675"/>
                </a:lnTo>
                <a:lnTo>
                  <a:pt x="191" y="676"/>
                </a:lnTo>
                <a:lnTo>
                  <a:pt x="192" y="676"/>
                </a:lnTo>
                <a:lnTo>
                  <a:pt x="192" y="677"/>
                </a:lnTo>
                <a:lnTo>
                  <a:pt x="192" y="678"/>
                </a:lnTo>
                <a:lnTo>
                  <a:pt x="192" y="679"/>
                </a:lnTo>
                <a:lnTo>
                  <a:pt x="192" y="680"/>
                </a:lnTo>
                <a:lnTo>
                  <a:pt x="191" y="681"/>
                </a:lnTo>
                <a:lnTo>
                  <a:pt x="190" y="681"/>
                </a:lnTo>
                <a:lnTo>
                  <a:pt x="189" y="681"/>
                </a:lnTo>
                <a:lnTo>
                  <a:pt x="189" y="680"/>
                </a:lnTo>
                <a:lnTo>
                  <a:pt x="188" y="680"/>
                </a:lnTo>
                <a:lnTo>
                  <a:pt x="188" y="679"/>
                </a:lnTo>
                <a:lnTo>
                  <a:pt x="188" y="678"/>
                </a:lnTo>
                <a:lnTo>
                  <a:pt x="187" y="678"/>
                </a:lnTo>
                <a:lnTo>
                  <a:pt x="186" y="679"/>
                </a:lnTo>
                <a:lnTo>
                  <a:pt x="185" y="679"/>
                </a:lnTo>
                <a:lnTo>
                  <a:pt x="185" y="678"/>
                </a:lnTo>
                <a:lnTo>
                  <a:pt x="184" y="678"/>
                </a:lnTo>
                <a:lnTo>
                  <a:pt x="183" y="678"/>
                </a:lnTo>
                <a:lnTo>
                  <a:pt x="182" y="678"/>
                </a:lnTo>
                <a:lnTo>
                  <a:pt x="182" y="677"/>
                </a:lnTo>
                <a:lnTo>
                  <a:pt x="181" y="677"/>
                </a:lnTo>
                <a:lnTo>
                  <a:pt x="180" y="677"/>
                </a:lnTo>
                <a:lnTo>
                  <a:pt x="179" y="677"/>
                </a:lnTo>
                <a:lnTo>
                  <a:pt x="178" y="677"/>
                </a:lnTo>
                <a:lnTo>
                  <a:pt x="177" y="677"/>
                </a:lnTo>
                <a:lnTo>
                  <a:pt x="177" y="678"/>
                </a:lnTo>
                <a:lnTo>
                  <a:pt x="176" y="678"/>
                </a:lnTo>
                <a:lnTo>
                  <a:pt x="176" y="677"/>
                </a:lnTo>
                <a:lnTo>
                  <a:pt x="175" y="677"/>
                </a:lnTo>
                <a:lnTo>
                  <a:pt x="174" y="677"/>
                </a:lnTo>
                <a:lnTo>
                  <a:pt x="174" y="678"/>
                </a:lnTo>
                <a:lnTo>
                  <a:pt x="173" y="678"/>
                </a:lnTo>
                <a:lnTo>
                  <a:pt x="172" y="678"/>
                </a:lnTo>
                <a:lnTo>
                  <a:pt x="172" y="677"/>
                </a:lnTo>
                <a:lnTo>
                  <a:pt x="171" y="677"/>
                </a:lnTo>
                <a:lnTo>
                  <a:pt x="170" y="678"/>
                </a:lnTo>
                <a:lnTo>
                  <a:pt x="169" y="678"/>
                </a:lnTo>
                <a:lnTo>
                  <a:pt x="168" y="678"/>
                </a:lnTo>
                <a:lnTo>
                  <a:pt x="166" y="678"/>
                </a:lnTo>
                <a:lnTo>
                  <a:pt x="165" y="679"/>
                </a:lnTo>
                <a:lnTo>
                  <a:pt x="165" y="680"/>
                </a:lnTo>
                <a:lnTo>
                  <a:pt x="166" y="680"/>
                </a:lnTo>
                <a:lnTo>
                  <a:pt x="166" y="681"/>
                </a:lnTo>
                <a:lnTo>
                  <a:pt x="165" y="681"/>
                </a:lnTo>
                <a:lnTo>
                  <a:pt x="165" y="682"/>
                </a:lnTo>
                <a:lnTo>
                  <a:pt x="165" y="683"/>
                </a:lnTo>
                <a:lnTo>
                  <a:pt x="164" y="683"/>
                </a:lnTo>
                <a:lnTo>
                  <a:pt x="163" y="683"/>
                </a:lnTo>
                <a:lnTo>
                  <a:pt x="162" y="683"/>
                </a:lnTo>
                <a:lnTo>
                  <a:pt x="162" y="684"/>
                </a:lnTo>
                <a:lnTo>
                  <a:pt x="161" y="685"/>
                </a:lnTo>
                <a:lnTo>
                  <a:pt x="161" y="684"/>
                </a:lnTo>
                <a:lnTo>
                  <a:pt x="159" y="684"/>
                </a:lnTo>
                <a:lnTo>
                  <a:pt x="159" y="685"/>
                </a:lnTo>
                <a:lnTo>
                  <a:pt x="158" y="685"/>
                </a:lnTo>
                <a:lnTo>
                  <a:pt x="158" y="686"/>
                </a:lnTo>
                <a:lnTo>
                  <a:pt x="156" y="686"/>
                </a:lnTo>
                <a:lnTo>
                  <a:pt x="155" y="686"/>
                </a:lnTo>
                <a:lnTo>
                  <a:pt x="154" y="687"/>
                </a:lnTo>
                <a:lnTo>
                  <a:pt x="153" y="687"/>
                </a:lnTo>
                <a:lnTo>
                  <a:pt x="152" y="688"/>
                </a:lnTo>
                <a:lnTo>
                  <a:pt x="151" y="688"/>
                </a:lnTo>
                <a:lnTo>
                  <a:pt x="150" y="688"/>
                </a:lnTo>
                <a:lnTo>
                  <a:pt x="150" y="689"/>
                </a:lnTo>
                <a:lnTo>
                  <a:pt x="151" y="689"/>
                </a:lnTo>
                <a:lnTo>
                  <a:pt x="151" y="690"/>
                </a:lnTo>
                <a:lnTo>
                  <a:pt x="152" y="692"/>
                </a:lnTo>
                <a:lnTo>
                  <a:pt x="151" y="693"/>
                </a:lnTo>
                <a:lnTo>
                  <a:pt x="150" y="694"/>
                </a:lnTo>
                <a:lnTo>
                  <a:pt x="148" y="694"/>
                </a:lnTo>
                <a:lnTo>
                  <a:pt x="148" y="695"/>
                </a:lnTo>
                <a:lnTo>
                  <a:pt x="147" y="695"/>
                </a:lnTo>
                <a:lnTo>
                  <a:pt x="146" y="696"/>
                </a:lnTo>
                <a:lnTo>
                  <a:pt x="146" y="697"/>
                </a:lnTo>
                <a:lnTo>
                  <a:pt x="146" y="698"/>
                </a:lnTo>
                <a:lnTo>
                  <a:pt x="145" y="699"/>
                </a:lnTo>
                <a:lnTo>
                  <a:pt x="144" y="699"/>
                </a:lnTo>
                <a:lnTo>
                  <a:pt x="143" y="700"/>
                </a:lnTo>
                <a:lnTo>
                  <a:pt x="142" y="701"/>
                </a:lnTo>
                <a:lnTo>
                  <a:pt x="142" y="702"/>
                </a:lnTo>
                <a:lnTo>
                  <a:pt x="142" y="703"/>
                </a:lnTo>
                <a:lnTo>
                  <a:pt x="142" y="704"/>
                </a:lnTo>
                <a:lnTo>
                  <a:pt x="140" y="705"/>
                </a:lnTo>
                <a:lnTo>
                  <a:pt x="139" y="705"/>
                </a:lnTo>
                <a:lnTo>
                  <a:pt x="139" y="704"/>
                </a:lnTo>
                <a:lnTo>
                  <a:pt x="138" y="704"/>
                </a:lnTo>
                <a:lnTo>
                  <a:pt x="137" y="704"/>
                </a:lnTo>
                <a:lnTo>
                  <a:pt x="136" y="704"/>
                </a:lnTo>
                <a:lnTo>
                  <a:pt x="135" y="704"/>
                </a:lnTo>
                <a:lnTo>
                  <a:pt x="135" y="705"/>
                </a:lnTo>
                <a:lnTo>
                  <a:pt x="134" y="706"/>
                </a:lnTo>
                <a:lnTo>
                  <a:pt x="133" y="706"/>
                </a:lnTo>
                <a:lnTo>
                  <a:pt x="133" y="707"/>
                </a:lnTo>
                <a:lnTo>
                  <a:pt x="132" y="707"/>
                </a:lnTo>
                <a:lnTo>
                  <a:pt x="131" y="707"/>
                </a:lnTo>
                <a:lnTo>
                  <a:pt x="129" y="707"/>
                </a:lnTo>
                <a:lnTo>
                  <a:pt x="128" y="707"/>
                </a:lnTo>
                <a:lnTo>
                  <a:pt x="128" y="706"/>
                </a:lnTo>
                <a:lnTo>
                  <a:pt x="127" y="706"/>
                </a:lnTo>
                <a:lnTo>
                  <a:pt x="126" y="706"/>
                </a:lnTo>
                <a:lnTo>
                  <a:pt x="126" y="707"/>
                </a:lnTo>
                <a:lnTo>
                  <a:pt x="125" y="707"/>
                </a:lnTo>
                <a:lnTo>
                  <a:pt x="124" y="707"/>
                </a:lnTo>
                <a:lnTo>
                  <a:pt x="123" y="707"/>
                </a:lnTo>
                <a:lnTo>
                  <a:pt x="123" y="708"/>
                </a:lnTo>
                <a:lnTo>
                  <a:pt x="122" y="708"/>
                </a:lnTo>
                <a:lnTo>
                  <a:pt x="122" y="709"/>
                </a:lnTo>
                <a:lnTo>
                  <a:pt x="121" y="709"/>
                </a:lnTo>
                <a:lnTo>
                  <a:pt x="121" y="708"/>
                </a:lnTo>
                <a:lnTo>
                  <a:pt x="119" y="708"/>
                </a:lnTo>
                <a:lnTo>
                  <a:pt x="118" y="708"/>
                </a:lnTo>
                <a:lnTo>
                  <a:pt x="117" y="707"/>
                </a:lnTo>
                <a:lnTo>
                  <a:pt x="116" y="707"/>
                </a:lnTo>
                <a:lnTo>
                  <a:pt x="115" y="707"/>
                </a:lnTo>
                <a:lnTo>
                  <a:pt x="115" y="708"/>
                </a:lnTo>
                <a:lnTo>
                  <a:pt x="114" y="708"/>
                </a:lnTo>
                <a:lnTo>
                  <a:pt x="113" y="708"/>
                </a:lnTo>
                <a:lnTo>
                  <a:pt x="112" y="709"/>
                </a:lnTo>
                <a:lnTo>
                  <a:pt x="111" y="709"/>
                </a:lnTo>
                <a:lnTo>
                  <a:pt x="111" y="710"/>
                </a:lnTo>
                <a:lnTo>
                  <a:pt x="110" y="709"/>
                </a:lnTo>
                <a:lnTo>
                  <a:pt x="109" y="709"/>
                </a:lnTo>
                <a:lnTo>
                  <a:pt x="109" y="708"/>
                </a:lnTo>
                <a:lnTo>
                  <a:pt x="108" y="708"/>
                </a:lnTo>
                <a:lnTo>
                  <a:pt x="107" y="708"/>
                </a:lnTo>
                <a:lnTo>
                  <a:pt x="107" y="709"/>
                </a:lnTo>
                <a:lnTo>
                  <a:pt x="106" y="709"/>
                </a:lnTo>
                <a:lnTo>
                  <a:pt x="106" y="710"/>
                </a:lnTo>
                <a:lnTo>
                  <a:pt x="106" y="711"/>
                </a:lnTo>
                <a:lnTo>
                  <a:pt x="105" y="711"/>
                </a:lnTo>
                <a:lnTo>
                  <a:pt x="105" y="712"/>
                </a:lnTo>
                <a:lnTo>
                  <a:pt x="104" y="712"/>
                </a:lnTo>
                <a:lnTo>
                  <a:pt x="103" y="711"/>
                </a:lnTo>
                <a:lnTo>
                  <a:pt x="102" y="710"/>
                </a:lnTo>
                <a:lnTo>
                  <a:pt x="99" y="710"/>
                </a:lnTo>
                <a:lnTo>
                  <a:pt x="98" y="709"/>
                </a:lnTo>
                <a:lnTo>
                  <a:pt x="97" y="709"/>
                </a:lnTo>
                <a:lnTo>
                  <a:pt x="96" y="709"/>
                </a:lnTo>
                <a:lnTo>
                  <a:pt x="95" y="711"/>
                </a:lnTo>
                <a:lnTo>
                  <a:pt x="94" y="712"/>
                </a:lnTo>
                <a:lnTo>
                  <a:pt x="94" y="713"/>
                </a:lnTo>
                <a:lnTo>
                  <a:pt x="94" y="714"/>
                </a:lnTo>
                <a:lnTo>
                  <a:pt x="93" y="715"/>
                </a:lnTo>
                <a:lnTo>
                  <a:pt x="92" y="715"/>
                </a:lnTo>
                <a:lnTo>
                  <a:pt x="92" y="716"/>
                </a:lnTo>
                <a:lnTo>
                  <a:pt x="91" y="716"/>
                </a:lnTo>
                <a:lnTo>
                  <a:pt x="90" y="716"/>
                </a:lnTo>
                <a:lnTo>
                  <a:pt x="89" y="716"/>
                </a:lnTo>
                <a:lnTo>
                  <a:pt x="88" y="716"/>
                </a:lnTo>
                <a:lnTo>
                  <a:pt x="87" y="716"/>
                </a:lnTo>
                <a:lnTo>
                  <a:pt x="86" y="716"/>
                </a:lnTo>
                <a:lnTo>
                  <a:pt x="85" y="717"/>
                </a:lnTo>
                <a:lnTo>
                  <a:pt x="84" y="718"/>
                </a:lnTo>
                <a:lnTo>
                  <a:pt x="83" y="718"/>
                </a:lnTo>
                <a:lnTo>
                  <a:pt x="82" y="719"/>
                </a:lnTo>
                <a:lnTo>
                  <a:pt x="81" y="719"/>
                </a:lnTo>
                <a:lnTo>
                  <a:pt x="80" y="720"/>
                </a:lnTo>
                <a:lnTo>
                  <a:pt x="79" y="721"/>
                </a:lnTo>
                <a:lnTo>
                  <a:pt x="78" y="721"/>
                </a:lnTo>
                <a:lnTo>
                  <a:pt x="78" y="722"/>
                </a:lnTo>
                <a:lnTo>
                  <a:pt x="77" y="722"/>
                </a:lnTo>
                <a:lnTo>
                  <a:pt x="76" y="722"/>
                </a:lnTo>
                <a:lnTo>
                  <a:pt x="76" y="721"/>
                </a:lnTo>
                <a:lnTo>
                  <a:pt x="76" y="720"/>
                </a:lnTo>
                <a:lnTo>
                  <a:pt x="75" y="719"/>
                </a:lnTo>
                <a:lnTo>
                  <a:pt x="73" y="719"/>
                </a:lnTo>
                <a:lnTo>
                  <a:pt x="72" y="719"/>
                </a:lnTo>
                <a:lnTo>
                  <a:pt x="72" y="720"/>
                </a:lnTo>
                <a:lnTo>
                  <a:pt x="72" y="721"/>
                </a:lnTo>
                <a:lnTo>
                  <a:pt x="71" y="721"/>
                </a:lnTo>
                <a:lnTo>
                  <a:pt x="71" y="722"/>
                </a:lnTo>
                <a:lnTo>
                  <a:pt x="71" y="723"/>
                </a:lnTo>
                <a:lnTo>
                  <a:pt x="71" y="724"/>
                </a:lnTo>
                <a:lnTo>
                  <a:pt x="71" y="725"/>
                </a:lnTo>
                <a:lnTo>
                  <a:pt x="70" y="725"/>
                </a:lnTo>
                <a:lnTo>
                  <a:pt x="70" y="726"/>
                </a:lnTo>
                <a:lnTo>
                  <a:pt x="70" y="727"/>
                </a:lnTo>
                <a:lnTo>
                  <a:pt x="69" y="728"/>
                </a:lnTo>
                <a:lnTo>
                  <a:pt x="68" y="729"/>
                </a:lnTo>
                <a:lnTo>
                  <a:pt x="67" y="730"/>
                </a:lnTo>
                <a:lnTo>
                  <a:pt x="65" y="730"/>
                </a:lnTo>
                <a:lnTo>
                  <a:pt x="64" y="730"/>
                </a:lnTo>
                <a:lnTo>
                  <a:pt x="64" y="731"/>
                </a:lnTo>
                <a:lnTo>
                  <a:pt x="63" y="732"/>
                </a:lnTo>
                <a:lnTo>
                  <a:pt x="62" y="732"/>
                </a:lnTo>
                <a:lnTo>
                  <a:pt x="61" y="732"/>
                </a:lnTo>
                <a:lnTo>
                  <a:pt x="60" y="731"/>
                </a:lnTo>
                <a:lnTo>
                  <a:pt x="60" y="730"/>
                </a:lnTo>
                <a:lnTo>
                  <a:pt x="59" y="729"/>
                </a:lnTo>
                <a:lnTo>
                  <a:pt x="59" y="728"/>
                </a:lnTo>
                <a:lnTo>
                  <a:pt x="57" y="728"/>
                </a:lnTo>
                <a:lnTo>
                  <a:pt x="55" y="728"/>
                </a:lnTo>
                <a:lnTo>
                  <a:pt x="54" y="728"/>
                </a:lnTo>
                <a:lnTo>
                  <a:pt x="54" y="729"/>
                </a:lnTo>
                <a:lnTo>
                  <a:pt x="53" y="729"/>
                </a:lnTo>
                <a:lnTo>
                  <a:pt x="53" y="730"/>
                </a:lnTo>
                <a:lnTo>
                  <a:pt x="52" y="730"/>
                </a:lnTo>
                <a:lnTo>
                  <a:pt x="52" y="731"/>
                </a:lnTo>
                <a:lnTo>
                  <a:pt x="51" y="731"/>
                </a:lnTo>
                <a:lnTo>
                  <a:pt x="51" y="732"/>
                </a:lnTo>
                <a:lnTo>
                  <a:pt x="50" y="732"/>
                </a:lnTo>
                <a:lnTo>
                  <a:pt x="50" y="733"/>
                </a:lnTo>
                <a:lnTo>
                  <a:pt x="50" y="734"/>
                </a:lnTo>
                <a:lnTo>
                  <a:pt x="49" y="734"/>
                </a:lnTo>
                <a:lnTo>
                  <a:pt x="49" y="733"/>
                </a:lnTo>
                <a:lnTo>
                  <a:pt x="48" y="733"/>
                </a:lnTo>
                <a:lnTo>
                  <a:pt x="47" y="733"/>
                </a:lnTo>
                <a:lnTo>
                  <a:pt x="47" y="734"/>
                </a:lnTo>
                <a:lnTo>
                  <a:pt x="47" y="735"/>
                </a:lnTo>
                <a:lnTo>
                  <a:pt x="46" y="735"/>
                </a:lnTo>
                <a:lnTo>
                  <a:pt x="45" y="735"/>
                </a:lnTo>
                <a:lnTo>
                  <a:pt x="45" y="736"/>
                </a:lnTo>
                <a:lnTo>
                  <a:pt x="45" y="735"/>
                </a:lnTo>
                <a:lnTo>
                  <a:pt x="44" y="735"/>
                </a:lnTo>
                <a:lnTo>
                  <a:pt x="43" y="735"/>
                </a:lnTo>
                <a:lnTo>
                  <a:pt x="43" y="734"/>
                </a:lnTo>
                <a:lnTo>
                  <a:pt x="42" y="734"/>
                </a:lnTo>
                <a:lnTo>
                  <a:pt x="41" y="734"/>
                </a:lnTo>
                <a:lnTo>
                  <a:pt x="41" y="733"/>
                </a:lnTo>
                <a:lnTo>
                  <a:pt x="40" y="733"/>
                </a:lnTo>
                <a:lnTo>
                  <a:pt x="39" y="733"/>
                </a:lnTo>
                <a:lnTo>
                  <a:pt x="38" y="733"/>
                </a:lnTo>
                <a:lnTo>
                  <a:pt x="38" y="734"/>
                </a:lnTo>
                <a:lnTo>
                  <a:pt x="37" y="734"/>
                </a:lnTo>
                <a:lnTo>
                  <a:pt x="37" y="735"/>
                </a:lnTo>
                <a:lnTo>
                  <a:pt x="36" y="735"/>
                </a:lnTo>
                <a:lnTo>
                  <a:pt x="35" y="735"/>
                </a:lnTo>
                <a:lnTo>
                  <a:pt x="34" y="735"/>
                </a:lnTo>
                <a:lnTo>
                  <a:pt x="34" y="736"/>
                </a:lnTo>
                <a:lnTo>
                  <a:pt x="33" y="736"/>
                </a:lnTo>
                <a:lnTo>
                  <a:pt x="32" y="736"/>
                </a:lnTo>
                <a:lnTo>
                  <a:pt x="31" y="736"/>
                </a:lnTo>
                <a:lnTo>
                  <a:pt x="30" y="736"/>
                </a:lnTo>
                <a:lnTo>
                  <a:pt x="30" y="735"/>
                </a:lnTo>
                <a:lnTo>
                  <a:pt x="29" y="735"/>
                </a:lnTo>
                <a:lnTo>
                  <a:pt x="29" y="734"/>
                </a:lnTo>
                <a:lnTo>
                  <a:pt x="28" y="734"/>
                </a:lnTo>
                <a:lnTo>
                  <a:pt x="27" y="734"/>
                </a:lnTo>
                <a:lnTo>
                  <a:pt x="27" y="733"/>
                </a:lnTo>
                <a:lnTo>
                  <a:pt x="26" y="733"/>
                </a:lnTo>
                <a:lnTo>
                  <a:pt x="26" y="732"/>
                </a:lnTo>
                <a:lnTo>
                  <a:pt x="25" y="732"/>
                </a:lnTo>
                <a:lnTo>
                  <a:pt x="24" y="732"/>
                </a:lnTo>
                <a:lnTo>
                  <a:pt x="24" y="733"/>
                </a:lnTo>
                <a:lnTo>
                  <a:pt x="23" y="733"/>
                </a:lnTo>
                <a:lnTo>
                  <a:pt x="22" y="734"/>
                </a:lnTo>
                <a:lnTo>
                  <a:pt x="21" y="735"/>
                </a:lnTo>
                <a:lnTo>
                  <a:pt x="20" y="735"/>
                </a:lnTo>
                <a:lnTo>
                  <a:pt x="18" y="735"/>
                </a:lnTo>
                <a:lnTo>
                  <a:pt x="17" y="735"/>
                </a:lnTo>
                <a:lnTo>
                  <a:pt x="16" y="735"/>
                </a:lnTo>
                <a:lnTo>
                  <a:pt x="16" y="734"/>
                </a:lnTo>
                <a:lnTo>
                  <a:pt x="15" y="734"/>
                </a:lnTo>
                <a:lnTo>
                  <a:pt x="14" y="734"/>
                </a:lnTo>
                <a:lnTo>
                  <a:pt x="13" y="734"/>
                </a:lnTo>
                <a:lnTo>
                  <a:pt x="13" y="733"/>
                </a:lnTo>
                <a:lnTo>
                  <a:pt x="9" y="733"/>
                </a:lnTo>
                <a:lnTo>
                  <a:pt x="7" y="733"/>
                </a:lnTo>
                <a:lnTo>
                  <a:pt x="6" y="733"/>
                </a:lnTo>
                <a:lnTo>
                  <a:pt x="5" y="733"/>
                </a:lnTo>
                <a:lnTo>
                  <a:pt x="5" y="732"/>
                </a:lnTo>
                <a:lnTo>
                  <a:pt x="4" y="732"/>
                </a:lnTo>
                <a:lnTo>
                  <a:pt x="3" y="732"/>
                </a:lnTo>
                <a:lnTo>
                  <a:pt x="3" y="731"/>
                </a:lnTo>
                <a:lnTo>
                  <a:pt x="2" y="731"/>
                </a:lnTo>
                <a:lnTo>
                  <a:pt x="2" y="730"/>
                </a:lnTo>
                <a:lnTo>
                  <a:pt x="1" y="730"/>
                </a:lnTo>
                <a:lnTo>
                  <a:pt x="1" y="729"/>
                </a:lnTo>
                <a:lnTo>
                  <a:pt x="1" y="728"/>
                </a:lnTo>
                <a:lnTo>
                  <a:pt x="0" y="728"/>
                </a:lnTo>
                <a:lnTo>
                  <a:pt x="0" y="727"/>
                </a:lnTo>
                <a:lnTo>
                  <a:pt x="0" y="726"/>
                </a:lnTo>
                <a:lnTo>
                  <a:pt x="1" y="726"/>
                </a:lnTo>
                <a:lnTo>
                  <a:pt x="0" y="726"/>
                </a:lnTo>
                <a:lnTo>
                  <a:pt x="0" y="725"/>
                </a:lnTo>
                <a:lnTo>
                  <a:pt x="1" y="725"/>
                </a:lnTo>
                <a:lnTo>
                  <a:pt x="1" y="724"/>
                </a:lnTo>
                <a:lnTo>
                  <a:pt x="1" y="723"/>
                </a:lnTo>
                <a:lnTo>
                  <a:pt x="1" y="722"/>
                </a:lnTo>
                <a:lnTo>
                  <a:pt x="1" y="721"/>
                </a:lnTo>
                <a:lnTo>
                  <a:pt x="2" y="721"/>
                </a:lnTo>
                <a:lnTo>
                  <a:pt x="2" y="720"/>
                </a:lnTo>
                <a:lnTo>
                  <a:pt x="2" y="719"/>
                </a:lnTo>
                <a:lnTo>
                  <a:pt x="2" y="718"/>
                </a:lnTo>
                <a:lnTo>
                  <a:pt x="2" y="717"/>
                </a:lnTo>
                <a:lnTo>
                  <a:pt x="2" y="714"/>
                </a:lnTo>
                <a:lnTo>
                  <a:pt x="2" y="713"/>
                </a:lnTo>
                <a:lnTo>
                  <a:pt x="2" y="712"/>
                </a:lnTo>
                <a:lnTo>
                  <a:pt x="2" y="710"/>
                </a:lnTo>
                <a:lnTo>
                  <a:pt x="1" y="709"/>
                </a:lnTo>
                <a:lnTo>
                  <a:pt x="1" y="708"/>
                </a:lnTo>
                <a:lnTo>
                  <a:pt x="1" y="707"/>
                </a:lnTo>
                <a:lnTo>
                  <a:pt x="1" y="706"/>
                </a:lnTo>
                <a:lnTo>
                  <a:pt x="1" y="705"/>
                </a:lnTo>
                <a:lnTo>
                  <a:pt x="1" y="704"/>
                </a:lnTo>
                <a:lnTo>
                  <a:pt x="1" y="703"/>
                </a:lnTo>
                <a:lnTo>
                  <a:pt x="1" y="702"/>
                </a:lnTo>
                <a:lnTo>
                  <a:pt x="0" y="702"/>
                </a:lnTo>
                <a:lnTo>
                  <a:pt x="0" y="701"/>
                </a:lnTo>
                <a:lnTo>
                  <a:pt x="0" y="700"/>
                </a:lnTo>
                <a:lnTo>
                  <a:pt x="0" y="699"/>
                </a:lnTo>
                <a:lnTo>
                  <a:pt x="0" y="698"/>
                </a:lnTo>
                <a:lnTo>
                  <a:pt x="0" y="697"/>
                </a:lnTo>
                <a:lnTo>
                  <a:pt x="0" y="695"/>
                </a:lnTo>
                <a:lnTo>
                  <a:pt x="0" y="694"/>
                </a:lnTo>
                <a:lnTo>
                  <a:pt x="1" y="694"/>
                </a:lnTo>
                <a:lnTo>
                  <a:pt x="1" y="693"/>
                </a:lnTo>
                <a:lnTo>
                  <a:pt x="2" y="693"/>
                </a:lnTo>
                <a:lnTo>
                  <a:pt x="2" y="692"/>
                </a:lnTo>
                <a:lnTo>
                  <a:pt x="3" y="692"/>
                </a:lnTo>
                <a:lnTo>
                  <a:pt x="4" y="691"/>
                </a:lnTo>
                <a:lnTo>
                  <a:pt x="4" y="690"/>
                </a:lnTo>
                <a:lnTo>
                  <a:pt x="4" y="689"/>
                </a:lnTo>
                <a:lnTo>
                  <a:pt x="5" y="689"/>
                </a:lnTo>
                <a:lnTo>
                  <a:pt x="5" y="688"/>
                </a:lnTo>
                <a:lnTo>
                  <a:pt x="6" y="688"/>
                </a:lnTo>
                <a:lnTo>
                  <a:pt x="7" y="688"/>
                </a:lnTo>
                <a:lnTo>
                  <a:pt x="7" y="687"/>
                </a:lnTo>
                <a:lnTo>
                  <a:pt x="7" y="686"/>
                </a:lnTo>
                <a:lnTo>
                  <a:pt x="7" y="685"/>
                </a:lnTo>
                <a:lnTo>
                  <a:pt x="7" y="684"/>
                </a:lnTo>
                <a:lnTo>
                  <a:pt x="8" y="684"/>
                </a:lnTo>
                <a:lnTo>
                  <a:pt x="8" y="683"/>
                </a:lnTo>
                <a:lnTo>
                  <a:pt x="9" y="683"/>
                </a:lnTo>
                <a:lnTo>
                  <a:pt x="10" y="682"/>
                </a:lnTo>
                <a:lnTo>
                  <a:pt x="11" y="681"/>
                </a:lnTo>
                <a:lnTo>
                  <a:pt x="11" y="680"/>
                </a:lnTo>
                <a:lnTo>
                  <a:pt x="11" y="679"/>
                </a:lnTo>
                <a:lnTo>
                  <a:pt x="11" y="678"/>
                </a:lnTo>
                <a:lnTo>
                  <a:pt x="10" y="678"/>
                </a:lnTo>
                <a:lnTo>
                  <a:pt x="10" y="677"/>
                </a:lnTo>
                <a:lnTo>
                  <a:pt x="9" y="677"/>
                </a:lnTo>
                <a:lnTo>
                  <a:pt x="10" y="677"/>
                </a:lnTo>
                <a:lnTo>
                  <a:pt x="10" y="676"/>
                </a:lnTo>
                <a:lnTo>
                  <a:pt x="11" y="676"/>
                </a:lnTo>
                <a:lnTo>
                  <a:pt x="12" y="676"/>
                </a:lnTo>
                <a:lnTo>
                  <a:pt x="12" y="675"/>
                </a:lnTo>
                <a:lnTo>
                  <a:pt x="13" y="675"/>
                </a:lnTo>
                <a:lnTo>
                  <a:pt x="13" y="674"/>
                </a:lnTo>
                <a:lnTo>
                  <a:pt x="13" y="673"/>
                </a:lnTo>
                <a:lnTo>
                  <a:pt x="14" y="672"/>
                </a:lnTo>
                <a:lnTo>
                  <a:pt x="14" y="671"/>
                </a:lnTo>
                <a:lnTo>
                  <a:pt x="14" y="670"/>
                </a:lnTo>
                <a:lnTo>
                  <a:pt x="15" y="670"/>
                </a:lnTo>
                <a:lnTo>
                  <a:pt x="14" y="669"/>
                </a:lnTo>
                <a:lnTo>
                  <a:pt x="14" y="668"/>
                </a:lnTo>
                <a:lnTo>
                  <a:pt x="13" y="668"/>
                </a:lnTo>
                <a:lnTo>
                  <a:pt x="13" y="667"/>
                </a:lnTo>
                <a:lnTo>
                  <a:pt x="13" y="666"/>
                </a:lnTo>
                <a:lnTo>
                  <a:pt x="13" y="664"/>
                </a:lnTo>
                <a:lnTo>
                  <a:pt x="13" y="663"/>
                </a:lnTo>
                <a:lnTo>
                  <a:pt x="13" y="662"/>
                </a:lnTo>
                <a:lnTo>
                  <a:pt x="14" y="661"/>
                </a:lnTo>
                <a:lnTo>
                  <a:pt x="14" y="660"/>
                </a:lnTo>
                <a:lnTo>
                  <a:pt x="14" y="659"/>
                </a:lnTo>
                <a:lnTo>
                  <a:pt x="14" y="658"/>
                </a:lnTo>
                <a:lnTo>
                  <a:pt x="14" y="657"/>
                </a:lnTo>
                <a:lnTo>
                  <a:pt x="14" y="655"/>
                </a:lnTo>
                <a:lnTo>
                  <a:pt x="15" y="654"/>
                </a:lnTo>
                <a:lnTo>
                  <a:pt x="15" y="653"/>
                </a:lnTo>
                <a:lnTo>
                  <a:pt x="15" y="652"/>
                </a:lnTo>
                <a:lnTo>
                  <a:pt x="16" y="652"/>
                </a:lnTo>
                <a:lnTo>
                  <a:pt x="17" y="652"/>
                </a:lnTo>
                <a:lnTo>
                  <a:pt x="18" y="651"/>
                </a:lnTo>
                <a:lnTo>
                  <a:pt x="18" y="650"/>
                </a:lnTo>
                <a:lnTo>
                  <a:pt x="18" y="649"/>
                </a:lnTo>
                <a:lnTo>
                  <a:pt x="19" y="649"/>
                </a:lnTo>
                <a:lnTo>
                  <a:pt x="19" y="648"/>
                </a:lnTo>
                <a:lnTo>
                  <a:pt x="18" y="648"/>
                </a:lnTo>
                <a:lnTo>
                  <a:pt x="19" y="647"/>
                </a:lnTo>
                <a:lnTo>
                  <a:pt x="19" y="645"/>
                </a:lnTo>
                <a:lnTo>
                  <a:pt x="19" y="644"/>
                </a:lnTo>
                <a:lnTo>
                  <a:pt x="20" y="644"/>
                </a:lnTo>
                <a:lnTo>
                  <a:pt x="20" y="643"/>
                </a:lnTo>
                <a:lnTo>
                  <a:pt x="21" y="642"/>
                </a:lnTo>
                <a:lnTo>
                  <a:pt x="21" y="641"/>
                </a:lnTo>
                <a:lnTo>
                  <a:pt x="22" y="640"/>
                </a:lnTo>
                <a:lnTo>
                  <a:pt x="22" y="639"/>
                </a:lnTo>
                <a:lnTo>
                  <a:pt x="23" y="638"/>
                </a:lnTo>
                <a:lnTo>
                  <a:pt x="24" y="638"/>
                </a:lnTo>
                <a:lnTo>
                  <a:pt x="25" y="637"/>
                </a:lnTo>
                <a:lnTo>
                  <a:pt x="25" y="636"/>
                </a:lnTo>
                <a:lnTo>
                  <a:pt x="25" y="635"/>
                </a:lnTo>
                <a:lnTo>
                  <a:pt x="26" y="634"/>
                </a:lnTo>
                <a:lnTo>
                  <a:pt x="27" y="634"/>
                </a:lnTo>
                <a:lnTo>
                  <a:pt x="28" y="634"/>
                </a:lnTo>
                <a:lnTo>
                  <a:pt x="28" y="633"/>
                </a:lnTo>
                <a:lnTo>
                  <a:pt x="29" y="633"/>
                </a:lnTo>
                <a:lnTo>
                  <a:pt x="30" y="631"/>
                </a:lnTo>
                <a:lnTo>
                  <a:pt x="31" y="631"/>
                </a:lnTo>
                <a:lnTo>
                  <a:pt x="31" y="630"/>
                </a:lnTo>
                <a:lnTo>
                  <a:pt x="32" y="630"/>
                </a:lnTo>
                <a:lnTo>
                  <a:pt x="32" y="629"/>
                </a:lnTo>
                <a:lnTo>
                  <a:pt x="32" y="628"/>
                </a:lnTo>
                <a:lnTo>
                  <a:pt x="33" y="627"/>
                </a:lnTo>
                <a:lnTo>
                  <a:pt x="33" y="625"/>
                </a:lnTo>
                <a:lnTo>
                  <a:pt x="34" y="624"/>
                </a:lnTo>
                <a:lnTo>
                  <a:pt x="34" y="623"/>
                </a:lnTo>
                <a:lnTo>
                  <a:pt x="34" y="622"/>
                </a:lnTo>
                <a:lnTo>
                  <a:pt x="35" y="622"/>
                </a:lnTo>
                <a:lnTo>
                  <a:pt x="35" y="621"/>
                </a:lnTo>
                <a:lnTo>
                  <a:pt x="35" y="620"/>
                </a:lnTo>
                <a:lnTo>
                  <a:pt x="36" y="619"/>
                </a:lnTo>
                <a:lnTo>
                  <a:pt x="37" y="619"/>
                </a:lnTo>
                <a:lnTo>
                  <a:pt x="37" y="618"/>
                </a:lnTo>
                <a:lnTo>
                  <a:pt x="38" y="617"/>
                </a:lnTo>
                <a:lnTo>
                  <a:pt x="39" y="617"/>
                </a:lnTo>
                <a:lnTo>
                  <a:pt x="40" y="615"/>
                </a:lnTo>
                <a:lnTo>
                  <a:pt x="40" y="614"/>
                </a:lnTo>
                <a:lnTo>
                  <a:pt x="39" y="614"/>
                </a:lnTo>
                <a:lnTo>
                  <a:pt x="39" y="613"/>
                </a:lnTo>
                <a:lnTo>
                  <a:pt x="40" y="612"/>
                </a:lnTo>
                <a:lnTo>
                  <a:pt x="40" y="611"/>
                </a:lnTo>
                <a:lnTo>
                  <a:pt x="40" y="609"/>
                </a:lnTo>
                <a:lnTo>
                  <a:pt x="40" y="608"/>
                </a:lnTo>
                <a:lnTo>
                  <a:pt x="39" y="608"/>
                </a:lnTo>
                <a:lnTo>
                  <a:pt x="39" y="607"/>
                </a:lnTo>
                <a:lnTo>
                  <a:pt x="38" y="607"/>
                </a:lnTo>
                <a:lnTo>
                  <a:pt x="38" y="606"/>
                </a:lnTo>
                <a:lnTo>
                  <a:pt x="37" y="606"/>
                </a:lnTo>
                <a:lnTo>
                  <a:pt x="37" y="604"/>
                </a:lnTo>
                <a:lnTo>
                  <a:pt x="37" y="603"/>
                </a:lnTo>
                <a:lnTo>
                  <a:pt x="36" y="603"/>
                </a:lnTo>
                <a:lnTo>
                  <a:pt x="36" y="602"/>
                </a:lnTo>
                <a:lnTo>
                  <a:pt x="36" y="601"/>
                </a:lnTo>
                <a:lnTo>
                  <a:pt x="36" y="599"/>
                </a:lnTo>
                <a:lnTo>
                  <a:pt x="36" y="598"/>
                </a:lnTo>
                <a:lnTo>
                  <a:pt x="36" y="597"/>
                </a:lnTo>
                <a:lnTo>
                  <a:pt x="36" y="596"/>
                </a:lnTo>
                <a:lnTo>
                  <a:pt x="36" y="595"/>
                </a:lnTo>
                <a:lnTo>
                  <a:pt x="36" y="594"/>
                </a:lnTo>
                <a:lnTo>
                  <a:pt x="35" y="594"/>
                </a:lnTo>
                <a:lnTo>
                  <a:pt x="35" y="593"/>
                </a:lnTo>
                <a:lnTo>
                  <a:pt x="35" y="592"/>
                </a:lnTo>
                <a:lnTo>
                  <a:pt x="34" y="592"/>
                </a:lnTo>
                <a:lnTo>
                  <a:pt x="34" y="591"/>
                </a:lnTo>
                <a:lnTo>
                  <a:pt x="35" y="591"/>
                </a:lnTo>
                <a:lnTo>
                  <a:pt x="35" y="590"/>
                </a:lnTo>
                <a:lnTo>
                  <a:pt x="34" y="587"/>
                </a:lnTo>
                <a:lnTo>
                  <a:pt x="34" y="586"/>
                </a:lnTo>
                <a:lnTo>
                  <a:pt x="33" y="586"/>
                </a:lnTo>
                <a:lnTo>
                  <a:pt x="33" y="585"/>
                </a:lnTo>
                <a:lnTo>
                  <a:pt x="33" y="583"/>
                </a:lnTo>
                <a:lnTo>
                  <a:pt x="33" y="581"/>
                </a:lnTo>
                <a:lnTo>
                  <a:pt x="32" y="581"/>
                </a:lnTo>
                <a:lnTo>
                  <a:pt x="31" y="581"/>
                </a:lnTo>
                <a:lnTo>
                  <a:pt x="30" y="581"/>
                </a:lnTo>
                <a:lnTo>
                  <a:pt x="29" y="581"/>
                </a:lnTo>
                <a:lnTo>
                  <a:pt x="29" y="580"/>
                </a:lnTo>
                <a:lnTo>
                  <a:pt x="29" y="579"/>
                </a:lnTo>
                <a:lnTo>
                  <a:pt x="29" y="578"/>
                </a:lnTo>
                <a:lnTo>
                  <a:pt x="29" y="577"/>
                </a:lnTo>
                <a:lnTo>
                  <a:pt x="29" y="576"/>
                </a:lnTo>
                <a:lnTo>
                  <a:pt x="29" y="575"/>
                </a:lnTo>
                <a:lnTo>
                  <a:pt x="29" y="574"/>
                </a:lnTo>
                <a:lnTo>
                  <a:pt x="28" y="574"/>
                </a:lnTo>
                <a:lnTo>
                  <a:pt x="28" y="573"/>
                </a:lnTo>
                <a:lnTo>
                  <a:pt x="28" y="572"/>
                </a:lnTo>
                <a:lnTo>
                  <a:pt x="29" y="572"/>
                </a:lnTo>
                <a:lnTo>
                  <a:pt x="29" y="571"/>
                </a:lnTo>
                <a:lnTo>
                  <a:pt x="29" y="570"/>
                </a:lnTo>
                <a:lnTo>
                  <a:pt x="29" y="569"/>
                </a:lnTo>
                <a:lnTo>
                  <a:pt x="28" y="569"/>
                </a:lnTo>
                <a:lnTo>
                  <a:pt x="28" y="568"/>
                </a:lnTo>
                <a:lnTo>
                  <a:pt x="27" y="568"/>
                </a:lnTo>
                <a:lnTo>
                  <a:pt x="27" y="567"/>
                </a:lnTo>
                <a:lnTo>
                  <a:pt x="27" y="566"/>
                </a:lnTo>
                <a:lnTo>
                  <a:pt x="28" y="566"/>
                </a:lnTo>
                <a:lnTo>
                  <a:pt x="28" y="565"/>
                </a:lnTo>
                <a:lnTo>
                  <a:pt x="27" y="565"/>
                </a:lnTo>
                <a:lnTo>
                  <a:pt x="27" y="564"/>
                </a:lnTo>
                <a:lnTo>
                  <a:pt x="27" y="562"/>
                </a:lnTo>
                <a:lnTo>
                  <a:pt x="27" y="561"/>
                </a:lnTo>
                <a:lnTo>
                  <a:pt x="26" y="561"/>
                </a:lnTo>
                <a:lnTo>
                  <a:pt x="26" y="560"/>
                </a:lnTo>
                <a:lnTo>
                  <a:pt x="26" y="559"/>
                </a:lnTo>
                <a:lnTo>
                  <a:pt x="25" y="559"/>
                </a:lnTo>
                <a:lnTo>
                  <a:pt x="25" y="558"/>
                </a:lnTo>
                <a:lnTo>
                  <a:pt x="24" y="558"/>
                </a:lnTo>
                <a:lnTo>
                  <a:pt x="24" y="557"/>
                </a:lnTo>
                <a:lnTo>
                  <a:pt x="24" y="556"/>
                </a:lnTo>
                <a:lnTo>
                  <a:pt x="25" y="556"/>
                </a:lnTo>
                <a:lnTo>
                  <a:pt x="25" y="555"/>
                </a:lnTo>
                <a:lnTo>
                  <a:pt x="24" y="555"/>
                </a:lnTo>
                <a:lnTo>
                  <a:pt x="24" y="554"/>
                </a:lnTo>
                <a:lnTo>
                  <a:pt x="23" y="553"/>
                </a:lnTo>
                <a:lnTo>
                  <a:pt x="23" y="552"/>
                </a:lnTo>
                <a:lnTo>
                  <a:pt x="23" y="551"/>
                </a:lnTo>
                <a:lnTo>
                  <a:pt x="22" y="550"/>
                </a:lnTo>
                <a:lnTo>
                  <a:pt x="22" y="549"/>
                </a:lnTo>
                <a:lnTo>
                  <a:pt x="22" y="548"/>
                </a:lnTo>
                <a:lnTo>
                  <a:pt x="22" y="547"/>
                </a:lnTo>
                <a:lnTo>
                  <a:pt x="22" y="546"/>
                </a:lnTo>
                <a:lnTo>
                  <a:pt x="22" y="545"/>
                </a:lnTo>
                <a:lnTo>
                  <a:pt x="23" y="544"/>
                </a:lnTo>
                <a:lnTo>
                  <a:pt x="23" y="543"/>
                </a:lnTo>
                <a:lnTo>
                  <a:pt x="23" y="542"/>
                </a:lnTo>
                <a:lnTo>
                  <a:pt x="23" y="541"/>
                </a:lnTo>
                <a:lnTo>
                  <a:pt x="23" y="540"/>
                </a:lnTo>
                <a:lnTo>
                  <a:pt x="23" y="539"/>
                </a:lnTo>
                <a:lnTo>
                  <a:pt x="24" y="538"/>
                </a:lnTo>
                <a:lnTo>
                  <a:pt x="25" y="537"/>
                </a:lnTo>
                <a:lnTo>
                  <a:pt x="25" y="536"/>
                </a:lnTo>
                <a:lnTo>
                  <a:pt x="25" y="535"/>
                </a:lnTo>
                <a:lnTo>
                  <a:pt x="25" y="534"/>
                </a:lnTo>
                <a:lnTo>
                  <a:pt x="25" y="533"/>
                </a:lnTo>
                <a:lnTo>
                  <a:pt x="24" y="532"/>
                </a:lnTo>
                <a:lnTo>
                  <a:pt x="24" y="531"/>
                </a:lnTo>
                <a:lnTo>
                  <a:pt x="25" y="530"/>
                </a:lnTo>
                <a:lnTo>
                  <a:pt x="25" y="529"/>
                </a:lnTo>
                <a:lnTo>
                  <a:pt x="24" y="528"/>
                </a:lnTo>
                <a:lnTo>
                  <a:pt x="24" y="527"/>
                </a:lnTo>
                <a:lnTo>
                  <a:pt x="23" y="527"/>
                </a:lnTo>
                <a:lnTo>
                  <a:pt x="23" y="526"/>
                </a:lnTo>
                <a:lnTo>
                  <a:pt x="24" y="526"/>
                </a:lnTo>
                <a:lnTo>
                  <a:pt x="24" y="525"/>
                </a:lnTo>
                <a:lnTo>
                  <a:pt x="24" y="524"/>
                </a:lnTo>
                <a:lnTo>
                  <a:pt x="24" y="523"/>
                </a:lnTo>
                <a:lnTo>
                  <a:pt x="24" y="522"/>
                </a:lnTo>
                <a:lnTo>
                  <a:pt x="25" y="522"/>
                </a:lnTo>
                <a:lnTo>
                  <a:pt x="25" y="521"/>
                </a:lnTo>
                <a:lnTo>
                  <a:pt x="26" y="520"/>
                </a:lnTo>
                <a:lnTo>
                  <a:pt x="26" y="519"/>
                </a:lnTo>
                <a:lnTo>
                  <a:pt x="26" y="518"/>
                </a:lnTo>
                <a:lnTo>
                  <a:pt x="27" y="517"/>
                </a:lnTo>
                <a:lnTo>
                  <a:pt x="27" y="516"/>
                </a:lnTo>
                <a:lnTo>
                  <a:pt x="27" y="515"/>
                </a:lnTo>
                <a:lnTo>
                  <a:pt x="26" y="515"/>
                </a:lnTo>
                <a:lnTo>
                  <a:pt x="26" y="514"/>
                </a:lnTo>
                <a:lnTo>
                  <a:pt x="25" y="514"/>
                </a:lnTo>
                <a:lnTo>
                  <a:pt x="25" y="513"/>
                </a:lnTo>
                <a:lnTo>
                  <a:pt x="25" y="512"/>
                </a:lnTo>
                <a:lnTo>
                  <a:pt x="25" y="511"/>
                </a:lnTo>
                <a:lnTo>
                  <a:pt x="26" y="511"/>
                </a:lnTo>
                <a:lnTo>
                  <a:pt x="26" y="510"/>
                </a:lnTo>
                <a:lnTo>
                  <a:pt x="27" y="510"/>
                </a:lnTo>
                <a:lnTo>
                  <a:pt x="28" y="509"/>
                </a:lnTo>
                <a:lnTo>
                  <a:pt x="28" y="508"/>
                </a:lnTo>
                <a:lnTo>
                  <a:pt x="28" y="507"/>
                </a:lnTo>
                <a:lnTo>
                  <a:pt x="28" y="506"/>
                </a:lnTo>
                <a:lnTo>
                  <a:pt x="28" y="505"/>
                </a:lnTo>
                <a:lnTo>
                  <a:pt x="28" y="504"/>
                </a:lnTo>
                <a:lnTo>
                  <a:pt x="28" y="503"/>
                </a:lnTo>
                <a:lnTo>
                  <a:pt x="28" y="502"/>
                </a:lnTo>
                <a:lnTo>
                  <a:pt x="27" y="502"/>
                </a:lnTo>
                <a:lnTo>
                  <a:pt x="27" y="501"/>
                </a:lnTo>
                <a:lnTo>
                  <a:pt x="27" y="500"/>
                </a:lnTo>
                <a:lnTo>
                  <a:pt x="26" y="500"/>
                </a:lnTo>
                <a:lnTo>
                  <a:pt x="26" y="499"/>
                </a:lnTo>
                <a:lnTo>
                  <a:pt x="27" y="499"/>
                </a:lnTo>
                <a:lnTo>
                  <a:pt x="27" y="498"/>
                </a:lnTo>
                <a:lnTo>
                  <a:pt x="27" y="497"/>
                </a:lnTo>
                <a:lnTo>
                  <a:pt x="27" y="496"/>
                </a:lnTo>
                <a:lnTo>
                  <a:pt x="26" y="496"/>
                </a:lnTo>
                <a:lnTo>
                  <a:pt x="25" y="496"/>
                </a:lnTo>
                <a:lnTo>
                  <a:pt x="25" y="495"/>
                </a:lnTo>
                <a:lnTo>
                  <a:pt x="24" y="494"/>
                </a:lnTo>
                <a:lnTo>
                  <a:pt x="23" y="492"/>
                </a:lnTo>
                <a:lnTo>
                  <a:pt x="22" y="492"/>
                </a:lnTo>
                <a:lnTo>
                  <a:pt x="21" y="491"/>
                </a:lnTo>
                <a:lnTo>
                  <a:pt x="21" y="490"/>
                </a:lnTo>
                <a:lnTo>
                  <a:pt x="21" y="489"/>
                </a:lnTo>
                <a:lnTo>
                  <a:pt x="20" y="488"/>
                </a:lnTo>
                <a:lnTo>
                  <a:pt x="20" y="487"/>
                </a:lnTo>
                <a:lnTo>
                  <a:pt x="19" y="487"/>
                </a:lnTo>
                <a:lnTo>
                  <a:pt x="18" y="487"/>
                </a:lnTo>
                <a:lnTo>
                  <a:pt x="18" y="486"/>
                </a:lnTo>
                <a:lnTo>
                  <a:pt x="17" y="486"/>
                </a:lnTo>
                <a:lnTo>
                  <a:pt x="17" y="485"/>
                </a:lnTo>
                <a:lnTo>
                  <a:pt x="16" y="485"/>
                </a:lnTo>
                <a:lnTo>
                  <a:pt x="16" y="484"/>
                </a:lnTo>
                <a:lnTo>
                  <a:pt x="17" y="484"/>
                </a:lnTo>
                <a:lnTo>
                  <a:pt x="17" y="483"/>
                </a:lnTo>
                <a:lnTo>
                  <a:pt x="18" y="483"/>
                </a:lnTo>
                <a:lnTo>
                  <a:pt x="19" y="483"/>
                </a:lnTo>
                <a:lnTo>
                  <a:pt x="19" y="484"/>
                </a:lnTo>
                <a:lnTo>
                  <a:pt x="19" y="485"/>
                </a:lnTo>
                <a:lnTo>
                  <a:pt x="20" y="485"/>
                </a:lnTo>
                <a:lnTo>
                  <a:pt x="21" y="485"/>
                </a:lnTo>
                <a:lnTo>
                  <a:pt x="21" y="484"/>
                </a:lnTo>
                <a:lnTo>
                  <a:pt x="21" y="483"/>
                </a:lnTo>
                <a:lnTo>
                  <a:pt x="21" y="482"/>
                </a:lnTo>
                <a:lnTo>
                  <a:pt x="21" y="481"/>
                </a:lnTo>
                <a:lnTo>
                  <a:pt x="22" y="480"/>
                </a:lnTo>
                <a:lnTo>
                  <a:pt x="23" y="479"/>
                </a:lnTo>
                <a:lnTo>
                  <a:pt x="23" y="478"/>
                </a:lnTo>
                <a:lnTo>
                  <a:pt x="22" y="478"/>
                </a:lnTo>
                <a:lnTo>
                  <a:pt x="21" y="478"/>
                </a:lnTo>
                <a:lnTo>
                  <a:pt x="21" y="479"/>
                </a:lnTo>
                <a:lnTo>
                  <a:pt x="20" y="480"/>
                </a:lnTo>
                <a:lnTo>
                  <a:pt x="19" y="480"/>
                </a:lnTo>
                <a:lnTo>
                  <a:pt x="19" y="479"/>
                </a:lnTo>
                <a:lnTo>
                  <a:pt x="19" y="478"/>
                </a:lnTo>
                <a:lnTo>
                  <a:pt x="20" y="478"/>
                </a:lnTo>
                <a:lnTo>
                  <a:pt x="21" y="477"/>
                </a:lnTo>
                <a:lnTo>
                  <a:pt x="20" y="477"/>
                </a:lnTo>
                <a:lnTo>
                  <a:pt x="20" y="476"/>
                </a:lnTo>
                <a:lnTo>
                  <a:pt x="19" y="475"/>
                </a:lnTo>
                <a:lnTo>
                  <a:pt x="18" y="475"/>
                </a:lnTo>
                <a:lnTo>
                  <a:pt x="17" y="475"/>
                </a:lnTo>
                <a:lnTo>
                  <a:pt x="16" y="475"/>
                </a:lnTo>
                <a:lnTo>
                  <a:pt x="15" y="474"/>
                </a:lnTo>
                <a:lnTo>
                  <a:pt x="16" y="474"/>
                </a:lnTo>
                <a:lnTo>
                  <a:pt x="17" y="474"/>
                </a:lnTo>
                <a:lnTo>
                  <a:pt x="18" y="474"/>
                </a:lnTo>
                <a:lnTo>
                  <a:pt x="18" y="473"/>
                </a:lnTo>
                <a:lnTo>
                  <a:pt x="19" y="471"/>
                </a:lnTo>
                <a:lnTo>
                  <a:pt x="19" y="470"/>
                </a:lnTo>
                <a:lnTo>
                  <a:pt x="20" y="470"/>
                </a:lnTo>
                <a:lnTo>
                  <a:pt x="20" y="469"/>
                </a:lnTo>
                <a:lnTo>
                  <a:pt x="20" y="468"/>
                </a:lnTo>
                <a:lnTo>
                  <a:pt x="19" y="468"/>
                </a:lnTo>
                <a:lnTo>
                  <a:pt x="18" y="468"/>
                </a:lnTo>
                <a:lnTo>
                  <a:pt x="18" y="467"/>
                </a:lnTo>
                <a:lnTo>
                  <a:pt x="19" y="467"/>
                </a:lnTo>
                <a:lnTo>
                  <a:pt x="19" y="466"/>
                </a:lnTo>
                <a:lnTo>
                  <a:pt x="20" y="466"/>
                </a:lnTo>
                <a:lnTo>
                  <a:pt x="20" y="465"/>
                </a:lnTo>
                <a:lnTo>
                  <a:pt x="20" y="464"/>
                </a:lnTo>
                <a:lnTo>
                  <a:pt x="19" y="464"/>
                </a:lnTo>
                <a:lnTo>
                  <a:pt x="19" y="463"/>
                </a:lnTo>
                <a:lnTo>
                  <a:pt x="18" y="463"/>
                </a:lnTo>
                <a:lnTo>
                  <a:pt x="18" y="462"/>
                </a:lnTo>
                <a:lnTo>
                  <a:pt x="16" y="462"/>
                </a:lnTo>
                <a:lnTo>
                  <a:pt x="15" y="462"/>
                </a:lnTo>
                <a:lnTo>
                  <a:pt x="14" y="461"/>
                </a:lnTo>
                <a:lnTo>
                  <a:pt x="15" y="461"/>
                </a:lnTo>
                <a:lnTo>
                  <a:pt x="16" y="461"/>
                </a:lnTo>
                <a:lnTo>
                  <a:pt x="17" y="460"/>
                </a:lnTo>
                <a:lnTo>
                  <a:pt x="18" y="460"/>
                </a:lnTo>
                <a:lnTo>
                  <a:pt x="18" y="459"/>
                </a:lnTo>
                <a:lnTo>
                  <a:pt x="18" y="458"/>
                </a:lnTo>
                <a:lnTo>
                  <a:pt x="18" y="456"/>
                </a:lnTo>
                <a:lnTo>
                  <a:pt x="19" y="455"/>
                </a:lnTo>
                <a:lnTo>
                  <a:pt x="19" y="454"/>
                </a:lnTo>
                <a:lnTo>
                  <a:pt x="20" y="453"/>
                </a:lnTo>
                <a:lnTo>
                  <a:pt x="20" y="451"/>
                </a:lnTo>
                <a:lnTo>
                  <a:pt x="19" y="450"/>
                </a:lnTo>
                <a:lnTo>
                  <a:pt x="19" y="449"/>
                </a:lnTo>
                <a:lnTo>
                  <a:pt x="18" y="449"/>
                </a:lnTo>
                <a:lnTo>
                  <a:pt x="18" y="448"/>
                </a:lnTo>
                <a:lnTo>
                  <a:pt x="17" y="448"/>
                </a:lnTo>
                <a:lnTo>
                  <a:pt x="16" y="447"/>
                </a:lnTo>
                <a:lnTo>
                  <a:pt x="15" y="446"/>
                </a:lnTo>
                <a:lnTo>
                  <a:pt x="15" y="445"/>
                </a:lnTo>
                <a:lnTo>
                  <a:pt x="15" y="444"/>
                </a:lnTo>
                <a:lnTo>
                  <a:pt x="16" y="444"/>
                </a:lnTo>
                <a:lnTo>
                  <a:pt x="17" y="444"/>
                </a:lnTo>
                <a:lnTo>
                  <a:pt x="18" y="444"/>
                </a:lnTo>
                <a:lnTo>
                  <a:pt x="18" y="445"/>
                </a:lnTo>
                <a:lnTo>
                  <a:pt x="19" y="445"/>
                </a:lnTo>
                <a:lnTo>
                  <a:pt x="20" y="446"/>
                </a:lnTo>
                <a:lnTo>
                  <a:pt x="21" y="446"/>
                </a:lnTo>
                <a:lnTo>
                  <a:pt x="22" y="446"/>
                </a:lnTo>
                <a:lnTo>
                  <a:pt x="22" y="445"/>
                </a:lnTo>
                <a:lnTo>
                  <a:pt x="22" y="444"/>
                </a:lnTo>
                <a:lnTo>
                  <a:pt x="21" y="444"/>
                </a:lnTo>
                <a:lnTo>
                  <a:pt x="20" y="444"/>
                </a:lnTo>
                <a:lnTo>
                  <a:pt x="19" y="444"/>
                </a:lnTo>
                <a:lnTo>
                  <a:pt x="19" y="443"/>
                </a:lnTo>
                <a:lnTo>
                  <a:pt x="19" y="442"/>
                </a:lnTo>
                <a:lnTo>
                  <a:pt x="20" y="442"/>
                </a:lnTo>
                <a:lnTo>
                  <a:pt x="21" y="442"/>
                </a:lnTo>
                <a:lnTo>
                  <a:pt x="23" y="442"/>
                </a:lnTo>
                <a:lnTo>
                  <a:pt x="24" y="442"/>
                </a:lnTo>
                <a:lnTo>
                  <a:pt x="24" y="441"/>
                </a:lnTo>
                <a:lnTo>
                  <a:pt x="24" y="440"/>
                </a:lnTo>
                <a:lnTo>
                  <a:pt x="25" y="440"/>
                </a:lnTo>
                <a:lnTo>
                  <a:pt x="25" y="439"/>
                </a:lnTo>
                <a:lnTo>
                  <a:pt x="26" y="438"/>
                </a:lnTo>
                <a:lnTo>
                  <a:pt x="27" y="437"/>
                </a:lnTo>
                <a:lnTo>
                  <a:pt x="28" y="436"/>
                </a:lnTo>
                <a:lnTo>
                  <a:pt x="28" y="435"/>
                </a:lnTo>
                <a:lnTo>
                  <a:pt x="29" y="435"/>
                </a:lnTo>
                <a:lnTo>
                  <a:pt x="30" y="434"/>
                </a:lnTo>
                <a:lnTo>
                  <a:pt x="31" y="434"/>
                </a:lnTo>
                <a:lnTo>
                  <a:pt x="31" y="433"/>
                </a:lnTo>
                <a:lnTo>
                  <a:pt x="32" y="433"/>
                </a:lnTo>
                <a:lnTo>
                  <a:pt x="31" y="433"/>
                </a:lnTo>
                <a:lnTo>
                  <a:pt x="31" y="432"/>
                </a:lnTo>
                <a:lnTo>
                  <a:pt x="31" y="431"/>
                </a:lnTo>
                <a:lnTo>
                  <a:pt x="31" y="430"/>
                </a:lnTo>
                <a:lnTo>
                  <a:pt x="32" y="430"/>
                </a:lnTo>
                <a:lnTo>
                  <a:pt x="32" y="429"/>
                </a:lnTo>
                <a:lnTo>
                  <a:pt x="33" y="429"/>
                </a:lnTo>
                <a:lnTo>
                  <a:pt x="34" y="428"/>
                </a:lnTo>
                <a:lnTo>
                  <a:pt x="34" y="427"/>
                </a:lnTo>
                <a:lnTo>
                  <a:pt x="35" y="427"/>
                </a:lnTo>
                <a:lnTo>
                  <a:pt x="36" y="426"/>
                </a:lnTo>
                <a:lnTo>
                  <a:pt x="36" y="425"/>
                </a:lnTo>
                <a:lnTo>
                  <a:pt x="37" y="425"/>
                </a:lnTo>
                <a:lnTo>
                  <a:pt x="37" y="424"/>
                </a:lnTo>
                <a:lnTo>
                  <a:pt x="38" y="423"/>
                </a:lnTo>
                <a:lnTo>
                  <a:pt x="39" y="422"/>
                </a:lnTo>
                <a:lnTo>
                  <a:pt x="40" y="421"/>
                </a:lnTo>
                <a:lnTo>
                  <a:pt x="41" y="420"/>
                </a:lnTo>
                <a:lnTo>
                  <a:pt x="41" y="419"/>
                </a:lnTo>
                <a:lnTo>
                  <a:pt x="42" y="419"/>
                </a:lnTo>
                <a:lnTo>
                  <a:pt x="42" y="418"/>
                </a:lnTo>
                <a:lnTo>
                  <a:pt x="42" y="417"/>
                </a:lnTo>
                <a:lnTo>
                  <a:pt x="43" y="417"/>
                </a:lnTo>
                <a:lnTo>
                  <a:pt x="44" y="416"/>
                </a:lnTo>
                <a:lnTo>
                  <a:pt x="44" y="415"/>
                </a:lnTo>
                <a:lnTo>
                  <a:pt x="44" y="414"/>
                </a:lnTo>
                <a:lnTo>
                  <a:pt x="45" y="413"/>
                </a:lnTo>
                <a:lnTo>
                  <a:pt x="46" y="413"/>
                </a:lnTo>
                <a:lnTo>
                  <a:pt x="47" y="413"/>
                </a:lnTo>
                <a:lnTo>
                  <a:pt x="48" y="413"/>
                </a:lnTo>
                <a:lnTo>
                  <a:pt x="48" y="412"/>
                </a:lnTo>
                <a:lnTo>
                  <a:pt x="48" y="411"/>
                </a:lnTo>
                <a:lnTo>
                  <a:pt x="47" y="411"/>
                </a:lnTo>
                <a:lnTo>
                  <a:pt x="47" y="410"/>
                </a:lnTo>
                <a:lnTo>
                  <a:pt x="46" y="410"/>
                </a:lnTo>
                <a:lnTo>
                  <a:pt x="46" y="409"/>
                </a:lnTo>
                <a:lnTo>
                  <a:pt x="47" y="409"/>
                </a:lnTo>
                <a:lnTo>
                  <a:pt x="47" y="408"/>
                </a:lnTo>
                <a:lnTo>
                  <a:pt x="48" y="408"/>
                </a:lnTo>
                <a:lnTo>
                  <a:pt x="49" y="407"/>
                </a:lnTo>
                <a:lnTo>
                  <a:pt x="49" y="406"/>
                </a:lnTo>
                <a:lnTo>
                  <a:pt x="49" y="405"/>
                </a:lnTo>
                <a:lnTo>
                  <a:pt x="48" y="405"/>
                </a:lnTo>
                <a:lnTo>
                  <a:pt x="48" y="404"/>
                </a:lnTo>
                <a:lnTo>
                  <a:pt x="47" y="404"/>
                </a:lnTo>
                <a:lnTo>
                  <a:pt x="45" y="404"/>
                </a:lnTo>
                <a:lnTo>
                  <a:pt x="44" y="404"/>
                </a:lnTo>
                <a:lnTo>
                  <a:pt x="43" y="404"/>
                </a:lnTo>
                <a:lnTo>
                  <a:pt x="42" y="404"/>
                </a:lnTo>
                <a:lnTo>
                  <a:pt x="42" y="403"/>
                </a:lnTo>
                <a:lnTo>
                  <a:pt x="42" y="402"/>
                </a:lnTo>
                <a:lnTo>
                  <a:pt x="41" y="402"/>
                </a:lnTo>
                <a:lnTo>
                  <a:pt x="41" y="401"/>
                </a:lnTo>
                <a:lnTo>
                  <a:pt x="41" y="400"/>
                </a:lnTo>
                <a:lnTo>
                  <a:pt x="41" y="399"/>
                </a:lnTo>
                <a:lnTo>
                  <a:pt x="42" y="399"/>
                </a:lnTo>
                <a:lnTo>
                  <a:pt x="42" y="396"/>
                </a:lnTo>
                <a:lnTo>
                  <a:pt x="43" y="395"/>
                </a:lnTo>
                <a:lnTo>
                  <a:pt x="43" y="394"/>
                </a:lnTo>
                <a:lnTo>
                  <a:pt x="45" y="394"/>
                </a:lnTo>
                <a:lnTo>
                  <a:pt x="47" y="394"/>
                </a:lnTo>
                <a:lnTo>
                  <a:pt x="48" y="394"/>
                </a:lnTo>
                <a:lnTo>
                  <a:pt x="51" y="393"/>
                </a:lnTo>
                <a:lnTo>
                  <a:pt x="52" y="393"/>
                </a:lnTo>
                <a:lnTo>
                  <a:pt x="53" y="393"/>
                </a:lnTo>
                <a:lnTo>
                  <a:pt x="54" y="393"/>
                </a:lnTo>
                <a:lnTo>
                  <a:pt x="54" y="392"/>
                </a:lnTo>
                <a:lnTo>
                  <a:pt x="55" y="391"/>
                </a:lnTo>
                <a:lnTo>
                  <a:pt x="55" y="390"/>
                </a:lnTo>
                <a:lnTo>
                  <a:pt x="55" y="389"/>
                </a:lnTo>
                <a:lnTo>
                  <a:pt x="55" y="388"/>
                </a:lnTo>
                <a:lnTo>
                  <a:pt x="55" y="387"/>
                </a:lnTo>
                <a:lnTo>
                  <a:pt x="55" y="386"/>
                </a:lnTo>
                <a:lnTo>
                  <a:pt x="56" y="385"/>
                </a:lnTo>
                <a:lnTo>
                  <a:pt x="56" y="384"/>
                </a:lnTo>
                <a:lnTo>
                  <a:pt x="56" y="383"/>
                </a:lnTo>
                <a:lnTo>
                  <a:pt x="56" y="382"/>
                </a:lnTo>
                <a:lnTo>
                  <a:pt x="57" y="382"/>
                </a:lnTo>
                <a:lnTo>
                  <a:pt x="58" y="381"/>
                </a:lnTo>
                <a:lnTo>
                  <a:pt x="59" y="380"/>
                </a:lnTo>
                <a:lnTo>
                  <a:pt x="58" y="379"/>
                </a:lnTo>
                <a:lnTo>
                  <a:pt x="58" y="378"/>
                </a:lnTo>
                <a:lnTo>
                  <a:pt x="57" y="378"/>
                </a:lnTo>
                <a:lnTo>
                  <a:pt x="57" y="377"/>
                </a:lnTo>
                <a:lnTo>
                  <a:pt x="57" y="376"/>
                </a:lnTo>
                <a:lnTo>
                  <a:pt x="56" y="376"/>
                </a:lnTo>
                <a:lnTo>
                  <a:pt x="56" y="375"/>
                </a:lnTo>
                <a:lnTo>
                  <a:pt x="56" y="373"/>
                </a:lnTo>
                <a:lnTo>
                  <a:pt x="56" y="372"/>
                </a:lnTo>
                <a:lnTo>
                  <a:pt x="55" y="372"/>
                </a:lnTo>
                <a:lnTo>
                  <a:pt x="55" y="371"/>
                </a:lnTo>
                <a:lnTo>
                  <a:pt x="55" y="370"/>
                </a:lnTo>
                <a:lnTo>
                  <a:pt x="56" y="370"/>
                </a:lnTo>
                <a:lnTo>
                  <a:pt x="58" y="370"/>
                </a:lnTo>
                <a:lnTo>
                  <a:pt x="58" y="369"/>
                </a:lnTo>
                <a:lnTo>
                  <a:pt x="59" y="369"/>
                </a:lnTo>
                <a:lnTo>
                  <a:pt x="59" y="368"/>
                </a:lnTo>
                <a:lnTo>
                  <a:pt x="58" y="367"/>
                </a:lnTo>
                <a:lnTo>
                  <a:pt x="57" y="366"/>
                </a:lnTo>
                <a:lnTo>
                  <a:pt x="56" y="365"/>
                </a:lnTo>
                <a:lnTo>
                  <a:pt x="55" y="365"/>
                </a:lnTo>
                <a:lnTo>
                  <a:pt x="54" y="365"/>
                </a:lnTo>
                <a:lnTo>
                  <a:pt x="53" y="365"/>
                </a:lnTo>
                <a:lnTo>
                  <a:pt x="53" y="364"/>
                </a:lnTo>
                <a:lnTo>
                  <a:pt x="52" y="364"/>
                </a:lnTo>
                <a:lnTo>
                  <a:pt x="51" y="364"/>
                </a:lnTo>
                <a:lnTo>
                  <a:pt x="50" y="364"/>
                </a:lnTo>
                <a:lnTo>
                  <a:pt x="50" y="363"/>
                </a:lnTo>
                <a:lnTo>
                  <a:pt x="49" y="362"/>
                </a:lnTo>
                <a:lnTo>
                  <a:pt x="49" y="361"/>
                </a:lnTo>
                <a:lnTo>
                  <a:pt x="49" y="360"/>
                </a:lnTo>
                <a:lnTo>
                  <a:pt x="50" y="360"/>
                </a:lnTo>
                <a:lnTo>
                  <a:pt x="51" y="360"/>
                </a:lnTo>
                <a:lnTo>
                  <a:pt x="52" y="360"/>
                </a:lnTo>
                <a:lnTo>
                  <a:pt x="54" y="359"/>
                </a:lnTo>
                <a:lnTo>
                  <a:pt x="55" y="359"/>
                </a:lnTo>
                <a:lnTo>
                  <a:pt x="55" y="358"/>
                </a:lnTo>
                <a:lnTo>
                  <a:pt x="55" y="357"/>
                </a:lnTo>
                <a:lnTo>
                  <a:pt x="55" y="356"/>
                </a:lnTo>
                <a:lnTo>
                  <a:pt x="54" y="356"/>
                </a:lnTo>
                <a:lnTo>
                  <a:pt x="53" y="355"/>
                </a:lnTo>
                <a:lnTo>
                  <a:pt x="51" y="354"/>
                </a:lnTo>
                <a:lnTo>
                  <a:pt x="49" y="353"/>
                </a:lnTo>
                <a:lnTo>
                  <a:pt x="48" y="353"/>
                </a:lnTo>
                <a:lnTo>
                  <a:pt x="47" y="353"/>
                </a:lnTo>
                <a:lnTo>
                  <a:pt x="46" y="352"/>
                </a:lnTo>
                <a:lnTo>
                  <a:pt x="45" y="352"/>
                </a:lnTo>
                <a:lnTo>
                  <a:pt x="45" y="351"/>
                </a:lnTo>
                <a:lnTo>
                  <a:pt x="45" y="350"/>
                </a:lnTo>
                <a:lnTo>
                  <a:pt x="44" y="348"/>
                </a:lnTo>
                <a:lnTo>
                  <a:pt x="43" y="346"/>
                </a:lnTo>
                <a:lnTo>
                  <a:pt x="41" y="343"/>
                </a:lnTo>
                <a:lnTo>
                  <a:pt x="41" y="342"/>
                </a:lnTo>
                <a:lnTo>
                  <a:pt x="40" y="341"/>
                </a:lnTo>
                <a:lnTo>
                  <a:pt x="38" y="337"/>
                </a:lnTo>
                <a:lnTo>
                  <a:pt x="37" y="336"/>
                </a:lnTo>
                <a:lnTo>
                  <a:pt x="36" y="336"/>
                </a:lnTo>
                <a:lnTo>
                  <a:pt x="34" y="334"/>
                </a:lnTo>
                <a:lnTo>
                  <a:pt x="33" y="334"/>
                </a:lnTo>
                <a:lnTo>
                  <a:pt x="32" y="334"/>
                </a:lnTo>
                <a:lnTo>
                  <a:pt x="31" y="334"/>
                </a:lnTo>
                <a:lnTo>
                  <a:pt x="31" y="333"/>
                </a:lnTo>
                <a:lnTo>
                  <a:pt x="30" y="333"/>
                </a:lnTo>
                <a:lnTo>
                  <a:pt x="30" y="332"/>
                </a:lnTo>
                <a:lnTo>
                  <a:pt x="29" y="332"/>
                </a:lnTo>
                <a:lnTo>
                  <a:pt x="29" y="331"/>
                </a:lnTo>
                <a:lnTo>
                  <a:pt x="30" y="330"/>
                </a:lnTo>
                <a:lnTo>
                  <a:pt x="30" y="329"/>
                </a:lnTo>
                <a:lnTo>
                  <a:pt x="31" y="329"/>
                </a:lnTo>
                <a:lnTo>
                  <a:pt x="31" y="328"/>
                </a:lnTo>
                <a:lnTo>
                  <a:pt x="30" y="327"/>
                </a:lnTo>
                <a:lnTo>
                  <a:pt x="30" y="326"/>
                </a:lnTo>
                <a:lnTo>
                  <a:pt x="29" y="326"/>
                </a:lnTo>
                <a:lnTo>
                  <a:pt x="28" y="326"/>
                </a:lnTo>
                <a:lnTo>
                  <a:pt x="28" y="325"/>
                </a:lnTo>
                <a:lnTo>
                  <a:pt x="28" y="324"/>
                </a:lnTo>
                <a:lnTo>
                  <a:pt x="28" y="322"/>
                </a:lnTo>
                <a:lnTo>
                  <a:pt x="28" y="321"/>
                </a:lnTo>
                <a:lnTo>
                  <a:pt x="29" y="321"/>
                </a:lnTo>
                <a:lnTo>
                  <a:pt x="29" y="320"/>
                </a:lnTo>
                <a:lnTo>
                  <a:pt x="29" y="319"/>
                </a:lnTo>
                <a:lnTo>
                  <a:pt x="28" y="318"/>
                </a:lnTo>
                <a:lnTo>
                  <a:pt x="28" y="317"/>
                </a:lnTo>
                <a:lnTo>
                  <a:pt x="28" y="316"/>
                </a:lnTo>
                <a:lnTo>
                  <a:pt x="28" y="315"/>
                </a:lnTo>
                <a:lnTo>
                  <a:pt x="29" y="315"/>
                </a:lnTo>
                <a:lnTo>
                  <a:pt x="29" y="314"/>
                </a:lnTo>
                <a:lnTo>
                  <a:pt x="30" y="314"/>
                </a:lnTo>
                <a:lnTo>
                  <a:pt x="30" y="313"/>
                </a:lnTo>
                <a:lnTo>
                  <a:pt x="30" y="312"/>
                </a:lnTo>
                <a:lnTo>
                  <a:pt x="29" y="311"/>
                </a:lnTo>
                <a:lnTo>
                  <a:pt x="29" y="310"/>
                </a:lnTo>
                <a:lnTo>
                  <a:pt x="28" y="309"/>
                </a:lnTo>
                <a:lnTo>
                  <a:pt x="28" y="308"/>
                </a:lnTo>
                <a:lnTo>
                  <a:pt x="28" y="305"/>
                </a:lnTo>
                <a:lnTo>
                  <a:pt x="29" y="305"/>
                </a:lnTo>
                <a:lnTo>
                  <a:pt x="29" y="304"/>
                </a:lnTo>
                <a:lnTo>
                  <a:pt x="30" y="303"/>
                </a:lnTo>
                <a:lnTo>
                  <a:pt x="30" y="302"/>
                </a:lnTo>
                <a:lnTo>
                  <a:pt x="31" y="302"/>
                </a:lnTo>
                <a:lnTo>
                  <a:pt x="32" y="302"/>
                </a:lnTo>
                <a:lnTo>
                  <a:pt x="33" y="302"/>
                </a:lnTo>
                <a:lnTo>
                  <a:pt x="34" y="302"/>
                </a:lnTo>
                <a:lnTo>
                  <a:pt x="35" y="302"/>
                </a:lnTo>
                <a:lnTo>
                  <a:pt x="35" y="301"/>
                </a:lnTo>
                <a:lnTo>
                  <a:pt x="35" y="300"/>
                </a:lnTo>
                <a:lnTo>
                  <a:pt x="35" y="299"/>
                </a:lnTo>
                <a:lnTo>
                  <a:pt x="35" y="298"/>
                </a:lnTo>
                <a:lnTo>
                  <a:pt x="35" y="297"/>
                </a:lnTo>
                <a:lnTo>
                  <a:pt x="35" y="296"/>
                </a:lnTo>
                <a:lnTo>
                  <a:pt x="35" y="295"/>
                </a:lnTo>
                <a:lnTo>
                  <a:pt x="35" y="293"/>
                </a:lnTo>
                <a:lnTo>
                  <a:pt x="36" y="293"/>
                </a:lnTo>
                <a:lnTo>
                  <a:pt x="36" y="292"/>
                </a:lnTo>
                <a:lnTo>
                  <a:pt x="36" y="291"/>
                </a:lnTo>
                <a:lnTo>
                  <a:pt x="37" y="291"/>
                </a:lnTo>
                <a:lnTo>
                  <a:pt x="37" y="290"/>
                </a:lnTo>
                <a:lnTo>
                  <a:pt x="38" y="290"/>
                </a:lnTo>
                <a:lnTo>
                  <a:pt x="39" y="291"/>
                </a:lnTo>
                <a:lnTo>
                  <a:pt x="40" y="291"/>
                </a:lnTo>
                <a:lnTo>
                  <a:pt x="41" y="291"/>
                </a:lnTo>
                <a:lnTo>
                  <a:pt x="42" y="291"/>
                </a:lnTo>
                <a:lnTo>
                  <a:pt x="43" y="291"/>
                </a:lnTo>
                <a:lnTo>
                  <a:pt x="44" y="291"/>
                </a:lnTo>
                <a:lnTo>
                  <a:pt x="45" y="290"/>
                </a:lnTo>
                <a:lnTo>
                  <a:pt x="46" y="290"/>
                </a:lnTo>
                <a:lnTo>
                  <a:pt x="46" y="289"/>
                </a:lnTo>
                <a:lnTo>
                  <a:pt x="47" y="289"/>
                </a:lnTo>
                <a:lnTo>
                  <a:pt x="47" y="288"/>
                </a:lnTo>
                <a:lnTo>
                  <a:pt x="48" y="287"/>
                </a:lnTo>
                <a:lnTo>
                  <a:pt x="48" y="286"/>
                </a:lnTo>
                <a:lnTo>
                  <a:pt x="49" y="286"/>
                </a:lnTo>
                <a:lnTo>
                  <a:pt x="51" y="285"/>
                </a:lnTo>
                <a:lnTo>
                  <a:pt x="52" y="285"/>
                </a:lnTo>
                <a:lnTo>
                  <a:pt x="52" y="284"/>
                </a:lnTo>
                <a:lnTo>
                  <a:pt x="53" y="284"/>
                </a:lnTo>
                <a:lnTo>
                  <a:pt x="54" y="284"/>
                </a:lnTo>
                <a:lnTo>
                  <a:pt x="54" y="283"/>
                </a:lnTo>
                <a:lnTo>
                  <a:pt x="54" y="282"/>
                </a:lnTo>
                <a:lnTo>
                  <a:pt x="55" y="281"/>
                </a:lnTo>
                <a:lnTo>
                  <a:pt x="55" y="280"/>
                </a:lnTo>
                <a:lnTo>
                  <a:pt x="56" y="277"/>
                </a:lnTo>
                <a:lnTo>
                  <a:pt x="57" y="274"/>
                </a:lnTo>
                <a:lnTo>
                  <a:pt x="58" y="274"/>
                </a:lnTo>
                <a:lnTo>
                  <a:pt x="58" y="273"/>
                </a:lnTo>
                <a:lnTo>
                  <a:pt x="59" y="273"/>
                </a:lnTo>
                <a:lnTo>
                  <a:pt x="60" y="273"/>
                </a:lnTo>
                <a:lnTo>
                  <a:pt x="61" y="273"/>
                </a:lnTo>
                <a:lnTo>
                  <a:pt x="61" y="274"/>
                </a:lnTo>
                <a:lnTo>
                  <a:pt x="62" y="274"/>
                </a:lnTo>
                <a:lnTo>
                  <a:pt x="63" y="274"/>
                </a:lnTo>
                <a:lnTo>
                  <a:pt x="63" y="275"/>
                </a:lnTo>
                <a:lnTo>
                  <a:pt x="64" y="275"/>
                </a:lnTo>
                <a:lnTo>
                  <a:pt x="66" y="274"/>
                </a:lnTo>
                <a:lnTo>
                  <a:pt x="67" y="273"/>
                </a:lnTo>
                <a:lnTo>
                  <a:pt x="67" y="272"/>
                </a:lnTo>
                <a:lnTo>
                  <a:pt x="67" y="271"/>
                </a:lnTo>
                <a:lnTo>
                  <a:pt x="67" y="270"/>
                </a:lnTo>
                <a:lnTo>
                  <a:pt x="67" y="268"/>
                </a:lnTo>
                <a:lnTo>
                  <a:pt x="67" y="267"/>
                </a:lnTo>
                <a:lnTo>
                  <a:pt x="67" y="266"/>
                </a:lnTo>
                <a:lnTo>
                  <a:pt x="68" y="266"/>
                </a:lnTo>
                <a:lnTo>
                  <a:pt x="70" y="266"/>
                </a:lnTo>
                <a:lnTo>
                  <a:pt x="70" y="265"/>
                </a:lnTo>
                <a:lnTo>
                  <a:pt x="71" y="265"/>
                </a:lnTo>
                <a:lnTo>
                  <a:pt x="71" y="264"/>
                </a:lnTo>
                <a:lnTo>
                  <a:pt x="71" y="263"/>
                </a:lnTo>
                <a:lnTo>
                  <a:pt x="71" y="262"/>
                </a:lnTo>
                <a:lnTo>
                  <a:pt x="71" y="261"/>
                </a:lnTo>
                <a:lnTo>
                  <a:pt x="71" y="260"/>
                </a:lnTo>
                <a:lnTo>
                  <a:pt x="71" y="259"/>
                </a:lnTo>
                <a:lnTo>
                  <a:pt x="72" y="259"/>
                </a:lnTo>
                <a:lnTo>
                  <a:pt x="72" y="258"/>
                </a:lnTo>
                <a:lnTo>
                  <a:pt x="71" y="258"/>
                </a:lnTo>
                <a:lnTo>
                  <a:pt x="70" y="258"/>
                </a:lnTo>
                <a:lnTo>
                  <a:pt x="70" y="257"/>
                </a:lnTo>
                <a:lnTo>
                  <a:pt x="69" y="257"/>
                </a:lnTo>
                <a:lnTo>
                  <a:pt x="69" y="256"/>
                </a:lnTo>
                <a:lnTo>
                  <a:pt x="68" y="254"/>
                </a:lnTo>
                <a:lnTo>
                  <a:pt x="67" y="254"/>
                </a:lnTo>
                <a:lnTo>
                  <a:pt x="67" y="253"/>
                </a:lnTo>
                <a:lnTo>
                  <a:pt x="68" y="253"/>
                </a:lnTo>
                <a:lnTo>
                  <a:pt x="68" y="252"/>
                </a:lnTo>
                <a:lnTo>
                  <a:pt x="68" y="251"/>
                </a:lnTo>
                <a:lnTo>
                  <a:pt x="69" y="251"/>
                </a:lnTo>
                <a:lnTo>
                  <a:pt x="69" y="250"/>
                </a:lnTo>
                <a:lnTo>
                  <a:pt x="69" y="249"/>
                </a:lnTo>
                <a:lnTo>
                  <a:pt x="69" y="248"/>
                </a:lnTo>
                <a:lnTo>
                  <a:pt x="70" y="248"/>
                </a:lnTo>
                <a:lnTo>
                  <a:pt x="71" y="248"/>
                </a:lnTo>
                <a:lnTo>
                  <a:pt x="71" y="247"/>
                </a:lnTo>
                <a:lnTo>
                  <a:pt x="71" y="246"/>
                </a:lnTo>
                <a:lnTo>
                  <a:pt x="71" y="245"/>
                </a:lnTo>
                <a:lnTo>
                  <a:pt x="71" y="244"/>
                </a:lnTo>
                <a:lnTo>
                  <a:pt x="71" y="243"/>
                </a:lnTo>
                <a:lnTo>
                  <a:pt x="72" y="243"/>
                </a:lnTo>
                <a:lnTo>
                  <a:pt x="73" y="242"/>
                </a:lnTo>
                <a:lnTo>
                  <a:pt x="74" y="241"/>
                </a:lnTo>
                <a:lnTo>
                  <a:pt x="74" y="240"/>
                </a:lnTo>
                <a:lnTo>
                  <a:pt x="75" y="240"/>
                </a:lnTo>
                <a:lnTo>
                  <a:pt x="75" y="239"/>
                </a:lnTo>
                <a:lnTo>
                  <a:pt x="76" y="239"/>
                </a:lnTo>
                <a:lnTo>
                  <a:pt x="77" y="237"/>
                </a:lnTo>
                <a:lnTo>
                  <a:pt x="76" y="237"/>
                </a:lnTo>
                <a:lnTo>
                  <a:pt x="76" y="236"/>
                </a:lnTo>
                <a:lnTo>
                  <a:pt x="76" y="235"/>
                </a:lnTo>
                <a:lnTo>
                  <a:pt x="76" y="234"/>
                </a:lnTo>
                <a:lnTo>
                  <a:pt x="77" y="234"/>
                </a:lnTo>
                <a:lnTo>
                  <a:pt x="78" y="234"/>
                </a:lnTo>
                <a:lnTo>
                  <a:pt x="78" y="233"/>
                </a:lnTo>
                <a:lnTo>
                  <a:pt x="79" y="233"/>
                </a:lnTo>
                <a:lnTo>
                  <a:pt x="79" y="232"/>
                </a:lnTo>
                <a:lnTo>
                  <a:pt x="79" y="231"/>
                </a:lnTo>
                <a:lnTo>
                  <a:pt x="79" y="230"/>
                </a:lnTo>
                <a:lnTo>
                  <a:pt x="80" y="229"/>
                </a:lnTo>
                <a:lnTo>
                  <a:pt x="80" y="228"/>
                </a:lnTo>
                <a:lnTo>
                  <a:pt x="81" y="228"/>
                </a:lnTo>
                <a:lnTo>
                  <a:pt x="81" y="227"/>
                </a:lnTo>
                <a:lnTo>
                  <a:pt x="81" y="226"/>
                </a:lnTo>
                <a:lnTo>
                  <a:pt x="81" y="225"/>
                </a:lnTo>
                <a:lnTo>
                  <a:pt x="80" y="225"/>
                </a:lnTo>
                <a:lnTo>
                  <a:pt x="80" y="224"/>
                </a:lnTo>
                <a:lnTo>
                  <a:pt x="80" y="223"/>
                </a:lnTo>
                <a:lnTo>
                  <a:pt x="81" y="223"/>
                </a:lnTo>
                <a:lnTo>
                  <a:pt x="82" y="222"/>
                </a:lnTo>
                <a:lnTo>
                  <a:pt x="82" y="221"/>
                </a:lnTo>
                <a:lnTo>
                  <a:pt x="82" y="220"/>
                </a:lnTo>
                <a:lnTo>
                  <a:pt x="81" y="218"/>
                </a:lnTo>
                <a:lnTo>
                  <a:pt x="81" y="217"/>
                </a:lnTo>
                <a:lnTo>
                  <a:pt x="82" y="217"/>
                </a:lnTo>
                <a:lnTo>
                  <a:pt x="81" y="216"/>
                </a:lnTo>
                <a:lnTo>
                  <a:pt x="80" y="213"/>
                </a:lnTo>
                <a:lnTo>
                  <a:pt x="79" y="213"/>
                </a:lnTo>
                <a:lnTo>
                  <a:pt x="79" y="212"/>
                </a:lnTo>
                <a:lnTo>
                  <a:pt x="78" y="212"/>
                </a:lnTo>
                <a:lnTo>
                  <a:pt x="78" y="211"/>
                </a:lnTo>
                <a:lnTo>
                  <a:pt x="79" y="210"/>
                </a:lnTo>
                <a:lnTo>
                  <a:pt x="79" y="209"/>
                </a:lnTo>
                <a:lnTo>
                  <a:pt x="80" y="209"/>
                </a:lnTo>
                <a:lnTo>
                  <a:pt x="80" y="208"/>
                </a:lnTo>
                <a:lnTo>
                  <a:pt x="83" y="206"/>
                </a:lnTo>
                <a:lnTo>
                  <a:pt x="84" y="206"/>
                </a:lnTo>
                <a:lnTo>
                  <a:pt x="86" y="206"/>
                </a:lnTo>
                <a:lnTo>
                  <a:pt x="86" y="205"/>
                </a:lnTo>
                <a:lnTo>
                  <a:pt x="88" y="205"/>
                </a:lnTo>
                <a:lnTo>
                  <a:pt x="89" y="205"/>
                </a:lnTo>
                <a:lnTo>
                  <a:pt x="90" y="205"/>
                </a:lnTo>
                <a:lnTo>
                  <a:pt x="90" y="204"/>
                </a:lnTo>
                <a:lnTo>
                  <a:pt x="91" y="204"/>
                </a:lnTo>
                <a:lnTo>
                  <a:pt x="91" y="203"/>
                </a:lnTo>
                <a:lnTo>
                  <a:pt x="92" y="203"/>
                </a:lnTo>
                <a:lnTo>
                  <a:pt x="93" y="203"/>
                </a:lnTo>
                <a:lnTo>
                  <a:pt x="95" y="200"/>
                </a:lnTo>
                <a:lnTo>
                  <a:pt x="95" y="199"/>
                </a:lnTo>
                <a:lnTo>
                  <a:pt x="96" y="199"/>
                </a:lnTo>
                <a:lnTo>
                  <a:pt x="96" y="197"/>
                </a:lnTo>
                <a:lnTo>
                  <a:pt x="95" y="197"/>
                </a:lnTo>
                <a:lnTo>
                  <a:pt x="95" y="196"/>
                </a:lnTo>
                <a:lnTo>
                  <a:pt x="96" y="196"/>
                </a:lnTo>
                <a:lnTo>
                  <a:pt x="97" y="196"/>
                </a:lnTo>
                <a:lnTo>
                  <a:pt x="97" y="195"/>
                </a:lnTo>
                <a:lnTo>
                  <a:pt x="98" y="194"/>
                </a:lnTo>
                <a:lnTo>
                  <a:pt x="98" y="193"/>
                </a:lnTo>
                <a:lnTo>
                  <a:pt x="99" y="192"/>
                </a:lnTo>
                <a:lnTo>
                  <a:pt x="99" y="191"/>
                </a:lnTo>
                <a:lnTo>
                  <a:pt x="98" y="191"/>
                </a:lnTo>
                <a:lnTo>
                  <a:pt x="98" y="190"/>
                </a:lnTo>
                <a:lnTo>
                  <a:pt x="97" y="190"/>
                </a:lnTo>
                <a:lnTo>
                  <a:pt x="97" y="189"/>
                </a:lnTo>
                <a:lnTo>
                  <a:pt x="98" y="189"/>
                </a:lnTo>
                <a:lnTo>
                  <a:pt x="98" y="188"/>
                </a:lnTo>
                <a:lnTo>
                  <a:pt x="99" y="187"/>
                </a:lnTo>
                <a:lnTo>
                  <a:pt x="100" y="186"/>
                </a:lnTo>
                <a:lnTo>
                  <a:pt x="100" y="185"/>
                </a:lnTo>
                <a:lnTo>
                  <a:pt x="101" y="184"/>
                </a:lnTo>
                <a:lnTo>
                  <a:pt x="101" y="183"/>
                </a:lnTo>
                <a:lnTo>
                  <a:pt x="101" y="182"/>
                </a:lnTo>
                <a:lnTo>
                  <a:pt x="102" y="181"/>
                </a:lnTo>
                <a:lnTo>
                  <a:pt x="103" y="180"/>
                </a:lnTo>
                <a:lnTo>
                  <a:pt x="103" y="179"/>
                </a:lnTo>
                <a:lnTo>
                  <a:pt x="103" y="178"/>
                </a:lnTo>
                <a:lnTo>
                  <a:pt x="103" y="177"/>
                </a:lnTo>
                <a:lnTo>
                  <a:pt x="103" y="176"/>
                </a:lnTo>
                <a:lnTo>
                  <a:pt x="104" y="174"/>
                </a:lnTo>
                <a:lnTo>
                  <a:pt x="105" y="174"/>
                </a:lnTo>
                <a:lnTo>
                  <a:pt x="105" y="173"/>
                </a:lnTo>
                <a:lnTo>
                  <a:pt x="106" y="172"/>
                </a:lnTo>
                <a:lnTo>
                  <a:pt x="105" y="172"/>
                </a:lnTo>
                <a:lnTo>
                  <a:pt x="104" y="172"/>
                </a:lnTo>
                <a:lnTo>
                  <a:pt x="103" y="172"/>
                </a:lnTo>
                <a:lnTo>
                  <a:pt x="102" y="172"/>
                </a:lnTo>
                <a:lnTo>
                  <a:pt x="101" y="171"/>
                </a:lnTo>
                <a:lnTo>
                  <a:pt x="100" y="170"/>
                </a:lnTo>
                <a:lnTo>
                  <a:pt x="99" y="169"/>
                </a:lnTo>
                <a:lnTo>
                  <a:pt x="99" y="168"/>
                </a:lnTo>
                <a:lnTo>
                  <a:pt x="100" y="168"/>
                </a:lnTo>
                <a:lnTo>
                  <a:pt x="101" y="167"/>
                </a:lnTo>
                <a:lnTo>
                  <a:pt x="100" y="166"/>
                </a:lnTo>
                <a:lnTo>
                  <a:pt x="99" y="166"/>
                </a:lnTo>
                <a:lnTo>
                  <a:pt x="99" y="167"/>
                </a:lnTo>
                <a:lnTo>
                  <a:pt x="98" y="167"/>
                </a:lnTo>
                <a:lnTo>
                  <a:pt x="98" y="168"/>
                </a:lnTo>
                <a:lnTo>
                  <a:pt x="97" y="168"/>
                </a:lnTo>
                <a:lnTo>
                  <a:pt x="96" y="167"/>
                </a:lnTo>
                <a:lnTo>
                  <a:pt x="97" y="166"/>
                </a:lnTo>
                <a:lnTo>
                  <a:pt x="97" y="165"/>
                </a:lnTo>
                <a:lnTo>
                  <a:pt x="97" y="164"/>
                </a:lnTo>
                <a:lnTo>
                  <a:pt x="96" y="164"/>
                </a:lnTo>
                <a:lnTo>
                  <a:pt x="95" y="164"/>
                </a:lnTo>
                <a:lnTo>
                  <a:pt x="94" y="164"/>
                </a:lnTo>
                <a:lnTo>
                  <a:pt x="93" y="164"/>
                </a:lnTo>
                <a:lnTo>
                  <a:pt x="92" y="164"/>
                </a:lnTo>
                <a:lnTo>
                  <a:pt x="92" y="163"/>
                </a:lnTo>
                <a:lnTo>
                  <a:pt x="93" y="163"/>
                </a:lnTo>
                <a:lnTo>
                  <a:pt x="94" y="162"/>
                </a:lnTo>
                <a:lnTo>
                  <a:pt x="95" y="160"/>
                </a:lnTo>
                <a:lnTo>
                  <a:pt x="95" y="159"/>
                </a:lnTo>
                <a:lnTo>
                  <a:pt x="96" y="159"/>
                </a:lnTo>
                <a:lnTo>
                  <a:pt x="96" y="158"/>
                </a:lnTo>
                <a:lnTo>
                  <a:pt x="97" y="158"/>
                </a:lnTo>
                <a:lnTo>
                  <a:pt x="98" y="158"/>
                </a:lnTo>
                <a:lnTo>
                  <a:pt x="98" y="157"/>
                </a:lnTo>
                <a:lnTo>
                  <a:pt x="99" y="157"/>
                </a:lnTo>
                <a:lnTo>
                  <a:pt x="99" y="158"/>
                </a:lnTo>
                <a:lnTo>
                  <a:pt x="100" y="158"/>
                </a:lnTo>
                <a:lnTo>
                  <a:pt x="101" y="158"/>
                </a:lnTo>
                <a:lnTo>
                  <a:pt x="102" y="158"/>
                </a:lnTo>
                <a:lnTo>
                  <a:pt x="102" y="157"/>
                </a:lnTo>
                <a:lnTo>
                  <a:pt x="103" y="157"/>
                </a:lnTo>
                <a:lnTo>
                  <a:pt x="104" y="157"/>
                </a:lnTo>
                <a:lnTo>
                  <a:pt x="105" y="157"/>
                </a:lnTo>
                <a:lnTo>
                  <a:pt x="106" y="157"/>
                </a:lnTo>
                <a:lnTo>
                  <a:pt x="107" y="157"/>
                </a:lnTo>
                <a:lnTo>
                  <a:pt x="108" y="157"/>
                </a:lnTo>
                <a:lnTo>
                  <a:pt x="109" y="157"/>
                </a:lnTo>
                <a:lnTo>
                  <a:pt x="109" y="158"/>
                </a:lnTo>
                <a:lnTo>
                  <a:pt x="110" y="158"/>
                </a:lnTo>
                <a:lnTo>
                  <a:pt x="111" y="158"/>
                </a:lnTo>
                <a:lnTo>
                  <a:pt x="112" y="158"/>
                </a:lnTo>
                <a:lnTo>
                  <a:pt x="113" y="158"/>
                </a:lnTo>
                <a:lnTo>
                  <a:pt x="114" y="158"/>
                </a:lnTo>
                <a:lnTo>
                  <a:pt x="115" y="158"/>
                </a:lnTo>
                <a:lnTo>
                  <a:pt x="116" y="158"/>
                </a:lnTo>
                <a:lnTo>
                  <a:pt x="116" y="157"/>
                </a:lnTo>
                <a:lnTo>
                  <a:pt x="117" y="157"/>
                </a:lnTo>
                <a:lnTo>
                  <a:pt x="118" y="157"/>
                </a:lnTo>
                <a:lnTo>
                  <a:pt x="118" y="156"/>
                </a:lnTo>
                <a:lnTo>
                  <a:pt x="118" y="155"/>
                </a:lnTo>
                <a:lnTo>
                  <a:pt x="118" y="152"/>
                </a:lnTo>
                <a:lnTo>
                  <a:pt x="119" y="151"/>
                </a:lnTo>
                <a:lnTo>
                  <a:pt x="120" y="150"/>
                </a:lnTo>
                <a:lnTo>
                  <a:pt x="121" y="150"/>
                </a:lnTo>
                <a:lnTo>
                  <a:pt x="121" y="149"/>
                </a:lnTo>
                <a:lnTo>
                  <a:pt x="122" y="149"/>
                </a:lnTo>
                <a:lnTo>
                  <a:pt x="123" y="148"/>
                </a:lnTo>
                <a:lnTo>
                  <a:pt x="124" y="148"/>
                </a:lnTo>
                <a:lnTo>
                  <a:pt x="125" y="148"/>
                </a:lnTo>
                <a:lnTo>
                  <a:pt x="126" y="148"/>
                </a:lnTo>
                <a:lnTo>
                  <a:pt x="126" y="147"/>
                </a:lnTo>
                <a:lnTo>
                  <a:pt x="126" y="146"/>
                </a:lnTo>
                <a:lnTo>
                  <a:pt x="126" y="145"/>
                </a:lnTo>
                <a:lnTo>
                  <a:pt x="125" y="145"/>
                </a:lnTo>
                <a:lnTo>
                  <a:pt x="125" y="144"/>
                </a:lnTo>
                <a:lnTo>
                  <a:pt x="125" y="143"/>
                </a:lnTo>
                <a:lnTo>
                  <a:pt x="125" y="142"/>
                </a:lnTo>
                <a:lnTo>
                  <a:pt x="126" y="138"/>
                </a:lnTo>
                <a:lnTo>
                  <a:pt x="127" y="137"/>
                </a:lnTo>
                <a:lnTo>
                  <a:pt x="126" y="136"/>
                </a:lnTo>
                <a:lnTo>
                  <a:pt x="126" y="135"/>
                </a:lnTo>
                <a:lnTo>
                  <a:pt x="125" y="135"/>
                </a:lnTo>
                <a:lnTo>
                  <a:pt x="125" y="134"/>
                </a:lnTo>
                <a:lnTo>
                  <a:pt x="126" y="134"/>
                </a:lnTo>
                <a:lnTo>
                  <a:pt x="127" y="134"/>
                </a:lnTo>
                <a:lnTo>
                  <a:pt x="128" y="135"/>
                </a:lnTo>
                <a:lnTo>
                  <a:pt x="128" y="136"/>
                </a:lnTo>
                <a:lnTo>
                  <a:pt x="129" y="136"/>
                </a:lnTo>
                <a:lnTo>
                  <a:pt x="129" y="135"/>
                </a:lnTo>
                <a:lnTo>
                  <a:pt x="129" y="134"/>
                </a:lnTo>
                <a:lnTo>
                  <a:pt x="129" y="133"/>
                </a:lnTo>
                <a:lnTo>
                  <a:pt x="128" y="133"/>
                </a:lnTo>
                <a:lnTo>
                  <a:pt x="127" y="133"/>
                </a:lnTo>
                <a:lnTo>
                  <a:pt x="126" y="132"/>
                </a:lnTo>
                <a:lnTo>
                  <a:pt x="126" y="131"/>
                </a:lnTo>
                <a:lnTo>
                  <a:pt x="127" y="131"/>
                </a:lnTo>
                <a:lnTo>
                  <a:pt x="128" y="131"/>
                </a:lnTo>
                <a:lnTo>
                  <a:pt x="129" y="131"/>
                </a:lnTo>
                <a:lnTo>
                  <a:pt x="130" y="130"/>
                </a:lnTo>
                <a:lnTo>
                  <a:pt x="131" y="130"/>
                </a:lnTo>
                <a:lnTo>
                  <a:pt x="132" y="129"/>
                </a:lnTo>
                <a:lnTo>
                  <a:pt x="133" y="129"/>
                </a:lnTo>
                <a:lnTo>
                  <a:pt x="135" y="129"/>
                </a:lnTo>
                <a:lnTo>
                  <a:pt x="136" y="129"/>
                </a:lnTo>
                <a:lnTo>
                  <a:pt x="136" y="130"/>
                </a:lnTo>
                <a:lnTo>
                  <a:pt x="137" y="130"/>
                </a:lnTo>
                <a:lnTo>
                  <a:pt x="141" y="131"/>
                </a:lnTo>
                <a:lnTo>
                  <a:pt x="142" y="131"/>
                </a:lnTo>
                <a:lnTo>
                  <a:pt x="143" y="132"/>
                </a:lnTo>
                <a:lnTo>
                  <a:pt x="145" y="133"/>
                </a:lnTo>
                <a:lnTo>
                  <a:pt x="146" y="133"/>
                </a:lnTo>
                <a:lnTo>
                  <a:pt x="146" y="132"/>
                </a:lnTo>
                <a:lnTo>
                  <a:pt x="147" y="132"/>
                </a:lnTo>
                <a:lnTo>
                  <a:pt x="147" y="131"/>
                </a:lnTo>
                <a:lnTo>
                  <a:pt x="148" y="131"/>
                </a:lnTo>
                <a:lnTo>
                  <a:pt x="149" y="132"/>
                </a:lnTo>
                <a:lnTo>
                  <a:pt x="150" y="132"/>
                </a:lnTo>
                <a:lnTo>
                  <a:pt x="152" y="133"/>
                </a:lnTo>
                <a:lnTo>
                  <a:pt x="153" y="133"/>
                </a:lnTo>
                <a:lnTo>
                  <a:pt x="154" y="133"/>
                </a:lnTo>
                <a:lnTo>
                  <a:pt x="155" y="134"/>
                </a:lnTo>
                <a:lnTo>
                  <a:pt x="155" y="135"/>
                </a:lnTo>
                <a:lnTo>
                  <a:pt x="155" y="136"/>
                </a:lnTo>
                <a:lnTo>
                  <a:pt x="156" y="136"/>
                </a:lnTo>
                <a:lnTo>
                  <a:pt x="159" y="137"/>
                </a:lnTo>
                <a:lnTo>
                  <a:pt x="162" y="138"/>
                </a:lnTo>
                <a:lnTo>
                  <a:pt x="163" y="138"/>
                </a:lnTo>
                <a:lnTo>
                  <a:pt x="165" y="136"/>
                </a:lnTo>
                <a:lnTo>
                  <a:pt x="166" y="136"/>
                </a:lnTo>
                <a:lnTo>
                  <a:pt x="167" y="135"/>
                </a:lnTo>
                <a:lnTo>
                  <a:pt x="168" y="134"/>
                </a:lnTo>
                <a:lnTo>
                  <a:pt x="169" y="134"/>
                </a:lnTo>
                <a:lnTo>
                  <a:pt x="170" y="135"/>
                </a:lnTo>
                <a:lnTo>
                  <a:pt x="172" y="136"/>
                </a:lnTo>
                <a:lnTo>
                  <a:pt x="173" y="136"/>
                </a:lnTo>
                <a:lnTo>
                  <a:pt x="173" y="135"/>
                </a:lnTo>
                <a:lnTo>
                  <a:pt x="175" y="134"/>
                </a:lnTo>
                <a:lnTo>
                  <a:pt x="176" y="134"/>
                </a:lnTo>
                <a:lnTo>
                  <a:pt x="177" y="135"/>
                </a:lnTo>
                <a:lnTo>
                  <a:pt x="178" y="135"/>
                </a:lnTo>
                <a:lnTo>
                  <a:pt x="179" y="134"/>
                </a:lnTo>
                <a:lnTo>
                  <a:pt x="178" y="132"/>
                </a:lnTo>
                <a:lnTo>
                  <a:pt x="179" y="131"/>
                </a:lnTo>
                <a:lnTo>
                  <a:pt x="178" y="130"/>
                </a:lnTo>
                <a:lnTo>
                  <a:pt x="177" y="129"/>
                </a:lnTo>
                <a:lnTo>
                  <a:pt x="177" y="128"/>
                </a:lnTo>
                <a:lnTo>
                  <a:pt x="178" y="128"/>
                </a:lnTo>
                <a:lnTo>
                  <a:pt x="180" y="126"/>
                </a:lnTo>
                <a:lnTo>
                  <a:pt x="181" y="126"/>
                </a:lnTo>
                <a:lnTo>
                  <a:pt x="181" y="125"/>
                </a:lnTo>
                <a:lnTo>
                  <a:pt x="182" y="123"/>
                </a:lnTo>
                <a:lnTo>
                  <a:pt x="182" y="122"/>
                </a:lnTo>
                <a:lnTo>
                  <a:pt x="182" y="118"/>
                </a:lnTo>
                <a:lnTo>
                  <a:pt x="182" y="114"/>
                </a:lnTo>
                <a:lnTo>
                  <a:pt x="182" y="113"/>
                </a:lnTo>
                <a:lnTo>
                  <a:pt x="183" y="113"/>
                </a:lnTo>
                <a:lnTo>
                  <a:pt x="184" y="111"/>
                </a:lnTo>
                <a:lnTo>
                  <a:pt x="186" y="110"/>
                </a:lnTo>
                <a:lnTo>
                  <a:pt x="188" y="108"/>
                </a:lnTo>
                <a:lnTo>
                  <a:pt x="188" y="107"/>
                </a:lnTo>
                <a:lnTo>
                  <a:pt x="189" y="107"/>
                </a:lnTo>
                <a:lnTo>
                  <a:pt x="189" y="106"/>
                </a:lnTo>
                <a:lnTo>
                  <a:pt x="190" y="103"/>
                </a:lnTo>
                <a:lnTo>
                  <a:pt x="190" y="102"/>
                </a:lnTo>
                <a:lnTo>
                  <a:pt x="191" y="100"/>
                </a:lnTo>
                <a:lnTo>
                  <a:pt x="192" y="100"/>
                </a:lnTo>
                <a:lnTo>
                  <a:pt x="193" y="99"/>
                </a:lnTo>
                <a:lnTo>
                  <a:pt x="194" y="98"/>
                </a:lnTo>
                <a:lnTo>
                  <a:pt x="194" y="97"/>
                </a:lnTo>
                <a:lnTo>
                  <a:pt x="194" y="96"/>
                </a:lnTo>
                <a:lnTo>
                  <a:pt x="195" y="95"/>
                </a:lnTo>
                <a:lnTo>
                  <a:pt x="196" y="94"/>
                </a:lnTo>
                <a:lnTo>
                  <a:pt x="197" y="92"/>
                </a:lnTo>
                <a:lnTo>
                  <a:pt x="198" y="91"/>
                </a:lnTo>
                <a:lnTo>
                  <a:pt x="198" y="90"/>
                </a:lnTo>
                <a:lnTo>
                  <a:pt x="199" y="90"/>
                </a:lnTo>
                <a:lnTo>
                  <a:pt x="199" y="89"/>
                </a:lnTo>
                <a:lnTo>
                  <a:pt x="199" y="88"/>
                </a:lnTo>
                <a:lnTo>
                  <a:pt x="200" y="88"/>
                </a:lnTo>
                <a:lnTo>
                  <a:pt x="200" y="87"/>
                </a:lnTo>
                <a:lnTo>
                  <a:pt x="200" y="86"/>
                </a:lnTo>
                <a:lnTo>
                  <a:pt x="200" y="85"/>
                </a:lnTo>
                <a:lnTo>
                  <a:pt x="201" y="85"/>
                </a:lnTo>
                <a:lnTo>
                  <a:pt x="202" y="84"/>
                </a:lnTo>
                <a:lnTo>
                  <a:pt x="203" y="83"/>
                </a:lnTo>
                <a:lnTo>
                  <a:pt x="204" y="83"/>
                </a:lnTo>
                <a:lnTo>
                  <a:pt x="204" y="82"/>
                </a:lnTo>
                <a:lnTo>
                  <a:pt x="204" y="81"/>
                </a:lnTo>
                <a:lnTo>
                  <a:pt x="205" y="81"/>
                </a:lnTo>
                <a:lnTo>
                  <a:pt x="204" y="81"/>
                </a:lnTo>
                <a:lnTo>
                  <a:pt x="204" y="79"/>
                </a:lnTo>
                <a:lnTo>
                  <a:pt x="205" y="79"/>
                </a:lnTo>
                <a:lnTo>
                  <a:pt x="205" y="78"/>
                </a:lnTo>
                <a:lnTo>
                  <a:pt x="206" y="77"/>
                </a:lnTo>
                <a:lnTo>
                  <a:pt x="207" y="76"/>
                </a:lnTo>
                <a:lnTo>
                  <a:pt x="208" y="75"/>
                </a:lnTo>
                <a:lnTo>
                  <a:pt x="208" y="74"/>
                </a:lnTo>
                <a:lnTo>
                  <a:pt x="209" y="74"/>
                </a:lnTo>
                <a:lnTo>
                  <a:pt x="209" y="73"/>
                </a:lnTo>
                <a:lnTo>
                  <a:pt x="210" y="73"/>
                </a:lnTo>
                <a:lnTo>
                  <a:pt x="210" y="72"/>
                </a:lnTo>
                <a:lnTo>
                  <a:pt x="209" y="72"/>
                </a:lnTo>
                <a:lnTo>
                  <a:pt x="209" y="71"/>
                </a:lnTo>
                <a:lnTo>
                  <a:pt x="209" y="70"/>
                </a:lnTo>
                <a:lnTo>
                  <a:pt x="210" y="69"/>
                </a:lnTo>
                <a:lnTo>
                  <a:pt x="210" y="68"/>
                </a:lnTo>
                <a:lnTo>
                  <a:pt x="211" y="68"/>
                </a:lnTo>
                <a:lnTo>
                  <a:pt x="211" y="67"/>
                </a:lnTo>
                <a:lnTo>
                  <a:pt x="212" y="67"/>
                </a:lnTo>
                <a:lnTo>
                  <a:pt x="213" y="66"/>
                </a:lnTo>
                <a:lnTo>
                  <a:pt x="214" y="66"/>
                </a:lnTo>
                <a:lnTo>
                  <a:pt x="214" y="65"/>
                </a:lnTo>
                <a:lnTo>
                  <a:pt x="215" y="65"/>
                </a:lnTo>
                <a:lnTo>
                  <a:pt x="217" y="63"/>
                </a:lnTo>
                <a:lnTo>
                  <a:pt x="216" y="62"/>
                </a:lnTo>
                <a:lnTo>
                  <a:pt x="217" y="60"/>
                </a:lnTo>
                <a:lnTo>
                  <a:pt x="218" y="58"/>
                </a:lnTo>
                <a:lnTo>
                  <a:pt x="219" y="58"/>
                </a:lnTo>
                <a:lnTo>
                  <a:pt x="220" y="58"/>
                </a:lnTo>
                <a:lnTo>
                  <a:pt x="221" y="58"/>
                </a:lnTo>
                <a:lnTo>
                  <a:pt x="222" y="58"/>
                </a:lnTo>
                <a:lnTo>
                  <a:pt x="223" y="58"/>
                </a:lnTo>
                <a:lnTo>
                  <a:pt x="226" y="56"/>
                </a:lnTo>
                <a:lnTo>
                  <a:pt x="228" y="55"/>
                </a:lnTo>
                <a:lnTo>
                  <a:pt x="229" y="53"/>
                </a:lnTo>
                <a:lnTo>
                  <a:pt x="233" y="53"/>
                </a:lnTo>
                <a:lnTo>
                  <a:pt x="234" y="53"/>
                </a:lnTo>
                <a:lnTo>
                  <a:pt x="238" y="55"/>
                </a:lnTo>
                <a:lnTo>
                  <a:pt x="241" y="57"/>
                </a:lnTo>
                <a:lnTo>
                  <a:pt x="242" y="57"/>
                </a:lnTo>
                <a:lnTo>
                  <a:pt x="242" y="58"/>
                </a:lnTo>
                <a:lnTo>
                  <a:pt x="244" y="58"/>
                </a:lnTo>
                <a:lnTo>
                  <a:pt x="245" y="58"/>
                </a:lnTo>
                <a:lnTo>
                  <a:pt x="246" y="58"/>
                </a:lnTo>
                <a:lnTo>
                  <a:pt x="249" y="59"/>
                </a:lnTo>
                <a:lnTo>
                  <a:pt x="251" y="60"/>
                </a:lnTo>
                <a:lnTo>
                  <a:pt x="252" y="61"/>
                </a:lnTo>
                <a:lnTo>
                  <a:pt x="254" y="62"/>
                </a:lnTo>
                <a:lnTo>
                  <a:pt x="255" y="63"/>
                </a:lnTo>
                <a:lnTo>
                  <a:pt x="257" y="65"/>
                </a:lnTo>
                <a:lnTo>
                  <a:pt x="258" y="66"/>
                </a:lnTo>
                <a:lnTo>
                  <a:pt x="260" y="67"/>
                </a:lnTo>
                <a:lnTo>
                  <a:pt x="262" y="69"/>
                </a:lnTo>
                <a:lnTo>
                  <a:pt x="264" y="69"/>
                </a:lnTo>
                <a:lnTo>
                  <a:pt x="266" y="69"/>
                </a:lnTo>
                <a:lnTo>
                  <a:pt x="268" y="67"/>
                </a:lnTo>
                <a:lnTo>
                  <a:pt x="269" y="67"/>
                </a:lnTo>
                <a:lnTo>
                  <a:pt x="270" y="66"/>
                </a:lnTo>
                <a:lnTo>
                  <a:pt x="272" y="66"/>
                </a:lnTo>
                <a:lnTo>
                  <a:pt x="272" y="65"/>
                </a:lnTo>
                <a:lnTo>
                  <a:pt x="274" y="65"/>
                </a:lnTo>
                <a:lnTo>
                  <a:pt x="275" y="65"/>
                </a:lnTo>
                <a:lnTo>
                  <a:pt x="275" y="64"/>
                </a:lnTo>
                <a:lnTo>
                  <a:pt x="276" y="63"/>
                </a:lnTo>
                <a:lnTo>
                  <a:pt x="276" y="62"/>
                </a:lnTo>
                <a:lnTo>
                  <a:pt x="276" y="61"/>
                </a:lnTo>
                <a:lnTo>
                  <a:pt x="277" y="61"/>
                </a:lnTo>
                <a:lnTo>
                  <a:pt x="277" y="60"/>
                </a:lnTo>
                <a:lnTo>
                  <a:pt x="277" y="59"/>
                </a:lnTo>
                <a:lnTo>
                  <a:pt x="278" y="57"/>
                </a:lnTo>
                <a:lnTo>
                  <a:pt x="278" y="56"/>
                </a:lnTo>
                <a:lnTo>
                  <a:pt x="278" y="55"/>
                </a:lnTo>
                <a:lnTo>
                  <a:pt x="279" y="55"/>
                </a:lnTo>
                <a:lnTo>
                  <a:pt x="279" y="54"/>
                </a:lnTo>
                <a:lnTo>
                  <a:pt x="279" y="53"/>
                </a:lnTo>
                <a:lnTo>
                  <a:pt x="280" y="52"/>
                </a:lnTo>
                <a:lnTo>
                  <a:pt x="280" y="51"/>
                </a:lnTo>
                <a:lnTo>
                  <a:pt x="280" y="50"/>
                </a:lnTo>
                <a:lnTo>
                  <a:pt x="280" y="49"/>
                </a:lnTo>
                <a:lnTo>
                  <a:pt x="281" y="49"/>
                </a:lnTo>
                <a:lnTo>
                  <a:pt x="282" y="49"/>
                </a:lnTo>
                <a:lnTo>
                  <a:pt x="283" y="48"/>
                </a:lnTo>
                <a:lnTo>
                  <a:pt x="284" y="48"/>
                </a:lnTo>
                <a:lnTo>
                  <a:pt x="285" y="48"/>
                </a:lnTo>
                <a:lnTo>
                  <a:pt x="286" y="48"/>
                </a:lnTo>
                <a:lnTo>
                  <a:pt x="287" y="47"/>
                </a:lnTo>
                <a:lnTo>
                  <a:pt x="288" y="47"/>
                </a:lnTo>
                <a:lnTo>
                  <a:pt x="289" y="46"/>
                </a:lnTo>
                <a:lnTo>
                  <a:pt x="290" y="46"/>
                </a:lnTo>
                <a:lnTo>
                  <a:pt x="291" y="46"/>
                </a:lnTo>
                <a:lnTo>
                  <a:pt x="292" y="45"/>
                </a:lnTo>
                <a:lnTo>
                  <a:pt x="293" y="45"/>
                </a:lnTo>
                <a:lnTo>
                  <a:pt x="294" y="45"/>
                </a:lnTo>
                <a:lnTo>
                  <a:pt x="296" y="45"/>
                </a:lnTo>
                <a:lnTo>
                  <a:pt x="297" y="45"/>
                </a:lnTo>
                <a:lnTo>
                  <a:pt x="297" y="44"/>
                </a:lnTo>
                <a:lnTo>
                  <a:pt x="298" y="44"/>
                </a:lnTo>
                <a:lnTo>
                  <a:pt x="299" y="44"/>
                </a:lnTo>
                <a:lnTo>
                  <a:pt x="300" y="44"/>
                </a:lnTo>
                <a:lnTo>
                  <a:pt x="302" y="44"/>
                </a:lnTo>
                <a:lnTo>
                  <a:pt x="303" y="44"/>
                </a:lnTo>
                <a:lnTo>
                  <a:pt x="304" y="44"/>
                </a:lnTo>
                <a:lnTo>
                  <a:pt x="305" y="43"/>
                </a:lnTo>
                <a:lnTo>
                  <a:pt x="306" y="43"/>
                </a:lnTo>
                <a:lnTo>
                  <a:pt x="306" y="42"/>
                </a:lnTo>
                <a:lnTo>
                  <a:pt x="307" y="42"/>
                </a:lnTo>
                <a:lnTo>
                  <a:pt x="308" y="42"/>
                </a:lnTo>
                <a:lnTo>
                  <a:pt x="309" y="42"/>
                </a:lnTo>
                <a:lnTo>
                  <a:pt x="309" y="41"/>
                </a:lnTo>
                <a:lnTo>
                  <a:pt x="310" y="41"/>
                </a:lnTo>
                <a:lnTo>
                  <a:pt x="312" y="41"/>
                </a:lnTo>
                <a:lnTo>
                  <a:pt x="314" y="41"/>
                </a:lnTo>
                <a:lnTo>
                  <a:pt x="315" y="41"/>
                </a:lnTo>
                <a:lnTo>
                  <a:pt x="315" y="40"/>
                </a:lnTo>
                <a:lnTo>
                  <a:pt x="316" y="40"/>
                </a:lnTo>
                <a:lnTo>
                  <a:pt x="317" y="40"/>
                </a:lnTo>
                <a:lnTo>
                  <a:pt x="317" y="39"/>
                </a:lnTo>
                <a:lnTo>
                  <a:pt x="318" y="39"/>
                </a:lnTo>
                <a:lnTo>
                  <a:pt x="318" y="40"/>
                </a:lnTo>
                <a:lnTo>
                  <a:pt x="318" y="41"/>
                </a:lnTo>
                <a:lnTo>
                  <a:pt x="319" y="42"/>
                </a:lnTo>
                <a:lnTo>
                  <a:pt x="320" y="42"/>
                </a:lnTo>
                <a:lnTo>
                  <a:pt x="320" y="43"/>
                </a:lnTo>
                <a:lnTo>
                  <a:pt x="321" y="44"/>
                </a:lnTo>
                <a:lnTo>
                  <a:pt x="321" y="45"/>
                </a:lnTo>
                <a:lnTo>
                  <a:pt x="321" y="46"/>
                </a:lnTo>
                <a:lnTo>
                  <a:pt x="322" y="47"/>
                </a:lnTo>
                <a:lnTo>
                  <a:pt x="322" y="48"/>
                </a:lnTo>
                <a:lnTo>
                  <a:pt x="322" y="49"/>
                </a:lnTo>
                <a:lnTo>
                  <a:pt x="323" y="49"/>
                </a:lnTo>
                <a:lnTo>
                  <a:pt x="323" y="50"/>
                </a:lnTo>
                <a:lnTo>
                  <a:pt x="324" y="50"/>
                </a:lnTo>
                <a:lnTo>
                  <a:pt x="325" y="50"/>
                </a:lnTo>
                <a:lnTo>
                  <a:pt x="325" y="51"/>
                </a:lnTo>
                <a:lnTo>
                  <a:pt x="326" y="51"/>
                </a:lnTo>
                <a:lnTo>
                  <a:pt x="326" y="50"/>
                </a:lnTo>
                <a:lnTo>
                  <a:pt x="327" y="50"/>
                </a:lnTo>
                <a:lnTo>
                  <a:pt x="328" y="51"/>
                </a:lnTo>
                <a:lnTo>
                  <a:pt x="329" y="51"/>
                </a:lnTo>
                <a:lnTo>
                  <a:pt x="332" y="51"/>
                </a:lnTo>
                <a:lnTo>
                  <a:pt x="333" y="51"/>
                </a:lnTo>
                <a:lnTo>
                  <a:pt x="334" y="50"/>
                </a:lnTo>
                <a:lnTo>
                  <a:pt x="335" y="50"/>
                </a:lnTo>
                <a:lnTo>
                  <a:pt x="336" y="50"/>
                </a:lnTo>
                <a:lnTo>
                  <a:pt x="337" y="50"/>
                </a:lnTo>
                <a:lnTo>
                  <a:pt x="338" y="50"/>
                </a:lnTo>
                <a:lnTo>
                  <a:pt x="339" y="49"/>
                </a:lnTo>
                <a:lnTo>
                  <a:pt x="340" y="49"/>
                </a:lnTo>
                <a:lnTo>
                  <a:pt x="341" y="49"/>
                </a:lnTo>
                <a:lnTo>
                  <a:pt x="342" y="49"/>
                </a:lnTo>
                <a:lnTo>
                  <a:pt x="343" y="49"/>
                </a:lnTo>
                <a:lnTo>
                  <a:pt x="344" y="48"/>
                </a:lnTo>
                <a:lnTo>
                  <a:pt x="346" y="48"/>
                </a:lnTo>
                <a:lnTo>
                  <a:pt x="347" y="48"/>
                </a:lnTo>
                <a:lnTo>
                  <a:pt x="347" y="49"/>
                </a:lnTo>
                <a:lnTo>
                  <a:pt x="348" y="49"/>
                </a:lnTo>
                <a:lnTo>
                  <a:pt x="348" y="48"/>
                </a:lnTo>
                <a:lnTo>
                  <a:pt x="349" y="48"/>
                </a:lnTo>
                <a:lnTo>
                  <a:pt x="350" y="48"/>
                </a:lnTo>
                <a:lnTo>
                  <a:pt x="350" y="47"/>
                </a:lnTo>
                <a:lnTo>
                  <a:pt x="351" y="47"/>
                </a:lnTo>
                <a:lnTo>
                  <a:pt x="352" y="47"/>
                </a:lnTo>
                <a:lnTo>
                  <a:pt x="352" y="46"/>
                </a:lnTo>
                <a:lnTo>
                  <a:pt x="353" y="46"/>
                </a:lnTo>
                <a:lnTo>
                  <a:pt x="353" y="45"/>
                </a:lnTo>
                <a:lnTo>
                  <a:pt x="354" y="44"/>
                </a:lnTo>
                <a:lnTo>
                  <a:pt x="355" y="44"/>
                </a:lnTo>
                <a:lnTo>
                  <a:pt x="355" y="43"/>
                </a:lnTo>
                <a:lnTo>
                  <a:pt x="356" y="43"/>
                </a:lnTo>
                <a:lnTo>
                  <a:pt x="356" y="42"/>
                </a:lnTo>
                <a:lnTo>
                  <a:pt x="357" y="42"/>
                </a:lnTo>
                <a:lnTo>
                  <a:pt x="358" y="41"/>
                </a:lnTo>
                <a:lnTo>
                  <a:pt x="358" y="40"/>
                </a:lnTo>
                <a:lnTo>
                  <a:pt x="359" y="40"/>
                </a:lnTo>
                <a:lnTo>
                  <a:pt x="360" y="40"/>
                </a:lnTo>
                <a:lnTo>
                  <a:pt x="361" y="39"/>
                </a:lnTo>
                <a:lnTo>
                  <a:pt x="362" y="38"/>
                </a:lnTo>
                <a:lnTo>
                  <a:pt x="363" y="37"/>
                </a:lnTo>
                <a:lnTo>
                  <a:pt x="363" y="36"/>
                </a:lnTo>
                <a:lnTo>
                  <a:pt x="363" y="35"/>
                </a:lnTo>
                <a:lnTo>
                  <a:pt x="364" y="35"/>
                </a:lnTo>
                <a:lnTo>
                  <a:pt x="365" y="35"/>
                </a:lnTo>
                <a:lnTo>
                  <a:pt x="367" y="34"/>
                </a:lnTo>
                <a:lnTo>
                  <a:pt x="369" y="33"/>
                </a:lnTo>
                <a:lnTo>
                  <a:pt x="370" y="33"/>
                </a:lnTo>
                <a:lnTo>
                  <a:pt x="371" y="33"/>
                </a:lnTo>
                <a:lnTo>
                  <a:pt x="372" y="32"/>
                </a:lnTo>
                <a:lnTo>
                  <a:pt x="372" y="31"/>
                </a:lnTo>
                <a:lnTo>
                  <a:pt x="373" y="30"/>
                </a:lnTo>
                <a:lnTo>
                  <a:pt x="374" y="30"/>
                </a:lnTo>
                <a:lnTo>
                  <a:pt x="375" y="29"/>
                </a:lnTo>
                <a:lnTo>
                  <a:pt x="375" y="27"/>
                </a:lnTo>
                <a:lnTo>
                  <a:pt x="376" y="27"/>
                </a:lnTo>
                <a:lnTo>
                  <a:pt x="377" y="28"/>
                </a:lnTo>
                <a:lnTo>
                  <a:pt x="378" y="29"/>
                </a:lnTo>
                <a:lnTo>
                  <a:pt x="379" y="29"/>
                </a:lnTo>
                <a:lnTo>
                  <a:pt x="379" y="30"/>
                </a:lnTo>
                <a:lnTo>
                  <a:pt x="379" y="31"/>
                </a:lnTo>
                <a:lnTo>
                  <a:pt x="380" y="31"/>
                </a:lnTo>
                <a:lnTo>
                  <a:pt x="380" y="32"/>
                </a:lnTo>
                <a:lnTo>
                  <a:pt x="382" y="33"/>
                </a:lnTo>
                <a:lnTo>
                  <a:pt x="382" y="34"/>
                </a:lnTo>
                <a:lnTo>
                  <a:pt x="383" y="34"/>
                </a:lnTo>
                <a:lnTo>
                  <a:pt x="383" y="35"/>
                </a:lnTo>
                <a:lnTo>
                  <a:pt x="384" y="35"/>
                </a:lnTo>
                <a:lnTo>
                  <a:pt x="386" y="33"/>
                </a:lnTo>
                <a:lnTo>
                  <a:pt x="387" y="33"/>
                </a:lnTo>
                <a:lnTo>
                  <a:pt x="387" y="32"/>
                </a:lnTo>
                <a:lnTo>
                  <a:pt x="386" y="32"/>
                </a:lnTo>
                <a:lnTo>
                  <a:pt x="387" y="31"/>
                </a:lnTo>
                <a:lnTo>
                  <a:pt x="388" y="30"/>
                </a:lnTo>
                <a:lnTo>
                  <a:pt x="389" y="30"/>
                </a:lnTo>
                <a:lnTo>
                  <a:pt x="391" y="29"/>
                </a:lnTo>
                <a:lnTo>
                  <a:pt x="391" y="28"/>
                </a:lnTo>
                <a:lnTo>
                  <a:pt x="391" y="27"/>
                </a:lnTo>
                <a:lnTo>
                  <a:pt x="392" y="27"/>
                </a:lnTo>
                <a:lnTo>
                  <a:pt x="392" y="26"/>
                </a:lnTo>
                <a:lnTo>
                  <a:pt x="393" y="26"/>
                </a:lnTo>
                <a:lnTo>
                  <a:pt x="394" y="26"/>
                </a:lnTo>
                <a:lnTo>
                  <a:pt x="395" y="26"/>
                </a:lnTo>
                <a:lnTo>
                  <a:pt x="397" y="26"/>
                </a:lnTo>
                <a:lnTo>
                  <a:pt x="398" y="26"/>
                </a:lnTo>
                <a:lnTo>
                  <a:pt x="398" y="27"/>
                </a:lnTo>
                <a:lnTo>
                  <a:pt x="399" y="27"/>
                </a:lnTo>
                <a:lnTo>
                  <a:pt x="399" y="26"/>
                </a:lnTo>
                <a:lnTo>
                  <a:pt x="400" y="26"/>
                </a:lnTo>
                <a:lnTo>
                  <a:pt x="402" y="25"/>
                </a:lnTo>
                <a:lnTo>
                  <a:pt x="405" y="24"/>
                </a:lnTo>
                <a:lnTo>
                  <a:pt x="406" y="22"/>
                </a:lnTo>
                <a:lnTo>
                  <a:pt x="405" y="22"/>
                </a:lnTo>
                <a:lnTo>
                  <a:pt x="405" y="21"/>
                </a:lnTo>
                <a:lnTo>
                  <a:pt x="405" y="19"/>
                </a:lnTo>
                <a:lnTo>
                  <a:pt x="404" y="19"/>
                </a:lnTo>
                <a:lnTo>
                  <a:pt x="403" y="18"/>
                </a:lnTo>
                <a:lnTo>
                  <a:pt x="402" y="17"/>
                </a:lnTo>
                <a:lnTo>
                  <a:pt x="402" y="16"/>
                </a:lnTo>
                <a:lnTo>
                  <a:pt x="401" y="16"/>
                </a:lnTo>
                <a:lnTo>
                  <a:pt x="402" y="14"/>
                </a:lnTo>
                <a:lnTo>
                  <a:pt x="403" y="13"/>
                </a:lnTo>
                <a:lnTo>
                  <a:pt x="404" y="13"/>
                </a:lnTo>
                <a:lnTo>
                  <a:pt x="404" y="12"/>
                </a:lnTo>
                <a:lnTo>
                  <a:pt x="404" y="11"/>
                </a:lnTo>
                <a:lnTo>
                  <a:pt x="404" y="10"/>
                </a:lnTo>
                <a:lnTo>
                  <a:pt x="404" y="9"/>
                </a:lnTo>
                <a:lnTo>
                  <a:pt x="404" y="8"/>
                </a:lnTo>
                <a:lnTo>
                  <a:pt x="404" y="7"/>
                </a:lnTo>
                <a:lnTo>
                  <a:pt x="404" y="6"/>
                </a:lnTo>
                <a:lnTo>
                  <a:pt x="404" y="5"/>
                </a:lnTo>
                <a:lnTo>
                  <a:pt x="403" y="5"/>
                </a:lnTo>
                <a:lnTo>
                  <a:pt x="403" y="4"/>
                </a:lnTo>
                <a:lnTo>
                  <a:pt x="403" y="3"/>
                </a:lnTo>
                <a:lnTo>
                  <a:pt x="403" y="2"/>
                </a:lnTo>
                <a:lnTo>
                  <a:pt x="404" y="2"/>
                </a:lnTo>
                <a:lnTo>
                  <a:pt x="404" y="1"/>
                </a:lnTo>
                <a:lnTo>
                  <a:pt x="405" y="1"/>
                </a:lnTo>
                <a:lnTo>
                  <a:pt x="406" y="1"/>
                </a:lnTo>
                <a:lnTo>
                  <a:pt x="407" y="0"/>
                </a:lnTo>
                <a:lnTo>
                  <a:pt x="408" y="0"/>
                </a:lnTo>
                <a:lnTo>
                  <a:pt x="408" y="1"/>
                </a:lnTo>
                <a:lnTo>
                  <a:pt x="409" y="1"/>
                </a:lnTo>
                <a:lnTo>
                  <a:pt x="410" y="0"/>
                </a:lnTo>
                <a:lnTo>
                  <a:pt x="411" y="0"/>
                </a:lnTo>
                <a:lnTo>
                  <a:pt x="412" y="1"/>
                </a:lnTo>
                <a:close/>
              </a:path>
            </a:pathLst>
          </a:custGeom>
          <a:solidFill>
            <a:srgbClr val="5E8AC0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0" name=""/>
          <p:cNvSpPr/>
          <p:nvPr/>
        </p:nvSpPr>
        <p:spPr>
          <a:xfrm>
            <a:off x="6185880" y="1495440"/>
            <a:ext cx="424080" cy="356040"/>
          </a:xfrm>
          <a:custGeom>
            <a:avLst/>
            <a:gdLst/>
            <a:ahLst/>
            <a:rect l="0" t="0" r="r" b="b"/>
            <a:pathLst>
              <a:path w="1178" h="989">
                <a:moveTo>
                  <a:pt x="590" y="5"/>
                </a:moveTo>
                <a:lnTo>
                  <a:pt x="590" y="6"/>
                </a:lnTo>
                <a:lnTo>
                  <a:pt x="590" y="7"/>
                </a:lnTo>
                <a:lnTo>
                  <a:pt x="591" y="8"/>
                </a:lnTo>
                <a:lnTo>
                  <a:pt x="591" y="9"/>
                </a:lnTo>
                <a:lnTo>
                  <a:pt x="591" y="12"/>
                </a:lnTo>
                <a:lnTo>
                  <a:pt x="591" y="13"/>
                </a:lnTo>
                <a:lnTo>
                  <a:pt x="591" y="14"/>
                </a:lnTo>
                <a:lnTo>
                  <a:pt x="592" y="14"/>
                </a:lnTo>
                <a:lnTo>
                  <a:pt x="593" y="15"/>
                </a:lnTo>
                <a:lnTo>
                  <a:pt x="594" y="15"/>
                </a:lnTo>
                <a:lnTo>
                  <a:pt x="594" y="16"/>
                </a:lnTo>
                <a:lnTo>
                  <a:pt x="595" y="16"/>
                </a:lnTo>
                <a:lnTo>
                  <a:pt x="596" y="16"/>
                </a:lnTo>
                <a:lnTo>
                  <a:pt x="596" y="15"/>
                </a:lnTo>
                <a:lnTo>
                  <a:pt x="597" y="15"/>
                </a:lnTo>
                <a:lnTo>
                  <a:pt x="598" y="16"/>
                </a:lnTo>
                <a:lnTo>
                  <a:pt x="599" y="16"/>
                </a:lnTo>
                <a:lnTo>
                  <a:pt x="599" y="15"/>
                </a:lnTo>
                <a:lnTo>
                  <a:pt x="599" y="14"/>
                </a:lnTo>
                <a:lnTo>
                  <a:pt x="600" y="15"/>
                </a:lnTo>
                <a:lnTo>
                  <a:pt x="601" y="15"/>
                </a:lnTo>
                <a:lnTo>
                  <a:pt x="601" y="16"/>
                </a:lnTo>
                <a:lnTo>
                  <a:pt x="603" y="16"/>
                </a:lnTo>
                <a:lnTo>
                  <a:pt x="604" y="16"/>
                </a:lnTo>
                <a:lnTo>
                  <a:pt x="604" y="17"/>
                </a:lnTo>
                <a:lnTo>
                  <a:pt x="605" y="17"/>
                </a:lnTo>
                <a:lnTo>
                  <a:pt x="606" y="17"/>
                </a:lnTo>
                <a:lnTo>
                  <a:pt x="607" y="18"/>
                </a:lnTo>
                <a:lnTo>
                  <a:pt x="607" y="19"/>
                </a:lnTo>
                <a:lnTo>
                  <a:pt x="607" y="20"/>
                </a:lnTo>
                <a:lnTo>
                  <a:pt x="607" y="21"/>
                </a:lnTo>
                <a:lnTo>
                  <a:pt x="607" y="22"/>
                </a:lnTo>
                <a:lnTo>
                  <a:pt x="608" y="22"/>
                </a:lnTo>
                <a:lnTo>
                  <a:pt x="608" y="23"/>
                </a:lnTo>
                <a:lnTo>
                  <a:pt x="607" y="23"/>
                </a:lnTo>
                <a:lnTo>
                  <a:pt x="607" y="24"/>
                </a:lnTo>
                <a:lnTo>
                  <a:pt x="607" y="25"/>
                </a:lnTo>
                <a:lnTo>
                  <a:pt x="608" y="26"/>
                </a:lnTo>
                <a:lnTo>
                  <a:pt x="609" y="25"/>
                </a:lnTo>
                <a:lnTo>
                  <a:pt x="610" y="25"/>
                </a:lnTo>
                <a:lnTo>
                  <a:pt x="610" y="26"/>
                </a:lnTo>
                <a:lnTo>
                  <a:pt x="611" y="27"/>
                </a:lnTo>
                <a:lnTo>
                  <a:pt x="612" y="27"/>
                </a:lnTo>
                <a:lnTo>
                  <a:pt x="612" y="28"/>
                </a:lnTo>
                <a:lnTo>
                  <a:pt x="613" y="28"/>
                </a:lnTo>
                <a:lnTo>
                  <a:pt x="613" y="29"/>
                </a:lnTo>
                <a:lnTo>
                  <a:pt x="612" y="29"/>
                </a:lnTo>
                <a:lnTo>
                  <a:pt x="612" y="28"/>
                </a:lnTo>
                <a:lnTo>
                  <a:pt x="612" y="29"/>
                </a:lnTo>
                <a:lnTo>
                  <a:pt x="612" y="30"/>
                </a:lnTo>
                <a:lnTo>
                  <a:pt x="611" y="30"/>
                </a:lnTo>
                <a:lnTo>
                  <a:pt x="610" y="30"/>
                </a:lnTo>
                <a:lnTo>
                  <a:pt x="609" y="31"/>
                </a:lnTo>
                <a:lnTo>
                  <a:pt x="609" y="30"/>
                </a:lnTo>
                <a:lnTo>
                  <a:pt x="608" y="30"/>
                </a:lnTo>
                <a:lnTo>
                  <a:pt x="607" y="31"/>
                </a:lnTo>
                <a:lnTo>
                  <a:pt x="607" y="32"/>
                </a:lnTo>
                <a:lnTo>
                  <a:pt x="607" y="33"/>
                </a:lnTo>
                <a:lnTo>
                  <a:pt x="607" y="34"/>
                </a:lnTo>
                <a:lnTo>
                  <a:pt x="608" y="33"/>
                </a:lnTo>
                <a:lnTo>
                  <a:pt x="609" y="33"/>
                </a:lnTo>
                <a:lnTo>
                  <a:pt x="609" y="34"/>
                </a:lnTo>
                <a:lnTo>
                  <a:pt x="610" y="34"/>
                </a:lnTo>
                <a:lnTo>
                  <a:pt x="610" y="35"/>
                </a:lnTo>
                <a:lnTo>
                  <a:pt x="610" y="36"/>
                </a:lnTo>
                <a:lnTo>
                  <a:pt x="611" y="37"/>
                </a:lnTo>
                <a:lnTo>
                  <a:pt x="610" y="38"/>
                </a:lnTo>
                <a:lnTo>
                  <a:pt x="610" y="39"/>
                </a:lnTo>
                <a:lnTo>
                  <a:pt x="609" y="39"/>
                </a:lnTo>
                <a:lnTo>
                  <a:pt x="609" y="40"/>
                </a:lnTo>
                <a:lnTo>
                  <a:pt x="609" y="41"/>
                </a:lnTo>
                <a:lnTo>
                  <a:pt x="608" y="41"/>
                </a:lnTo>
                <a:lnTo>
                  <a:pt x="607" y="41"/>
                </a:lnTo>
                <a:lnTo>
                  <a:pt x="607" y="42"/>
                </a:lnTo>
                <a:lnTo>
                  <a:pt x="607" y="43"/>
                </a:lnTo>
                <a:lnTo>
                  <a:pt x="607" y="44"/>
                </a:lnTo>
                <a:lnTo>
                  <a:pt x="607" y="45"/>
                </a:lnTo>
                <a:lnTo>
                  <a:pt x="607" y="46"/>
                </a:lnTo>
                <a:lnTo>
                  <a:pt x="608" y="46"/>
                </a:lnTo>
                <a:lnTo>
                  <a:pt x="609" y="46"/>
                </a:lnTo>
                <a:lnTo>
                  <a:pt x="609" y="47"/>
                </a:lnTo>
                <a:lnTo>
                  <a:pt x="610" y="47"/>
                </a:lnTo>
                <a:lnTo>
                  <a:pt x="610" y="46"/>
                </a:lnTo>
                <a:lnTo>
                  <a:pt x="611" y="46"/>
                </a:lnTo>
                <a:lnTo>
                  <a:pt x="612" y="46"/>
                </a:lnTo>
                <a:lnTo>
                  <a:pt x="612" y="47"/>
                </a:lnTo>
                <a:lnTo>
                  <a:pt x="613" y="48"/>
                </a:lnTo>
                <a:lnTo>
                  <a:pt x="613" y="49"/>
                </a:lnTo>
                <a:lnTo>
                  <a:pt x="614" y="49"/>
                </a:lnTo>
                <a:lnTo>
                  <a:pt x="614" y="50"/>
                </a:lnTo>
                <a:lnTo>
                  <a:pt x="613" y="50"/>
                </a:lnTo>
                <a:lnTo>
                  <a:pt x="613" y="51"/>
                </a:lnTo>
                <a:lnTo>
                  <a:pt x="612" y="52"/>
                </a:lnTo>
                <a:lnTo>
                  <a:pt x="612" y="53"/>
                </a:lnTo>
                <a:lnTo>
                  <a:pt x="611" y="53"/>
                </a:lnTo>
                <a:lnTo>
                  <a:pt x="611" y="54"/>
                </a:lnTo>
                <a:lnTo>
                  <a:pt x="611" y="55"/>
                </a:lnTo>
                <a:lnTo>
                  <a:pt x="612" y="55"/>
                </a:lnTo>
                <a:lnTo>
                  <a:pt x="611" y="56"/>
                </a:lnTo>
                <a:lnTo>
                  <a:pt x="611" y="57"/>
                </a:lnTo>
                <a:lnTo>
                  <a:pt x="610" y="58"/>
                </a:lnTo>
                <a:lnTo>
                  <a:pt x="610" y="59"/>
                </a:lnTo>
                <a:lnTo>
                  <a:pt x="610" y="60"/>
                </a:lnTo>
                <a:lnTo>
                  <a:pt x="611" y="61"/>
                </a:lnTo>
                <a:lnTo>
                  <a:pt x="612" y="61"/>
                </a:lnTo>
                <a:lnTo>
                  <a:pt x="613" y="62"/>
                </a:lnTo>
                <a:lnTo>
                  <a:pt x="613" y="61"/>
                </a:lnTo>
                <a:lnTo>
                  <a:pt x="614" y="61"/>
                </a:lnTo>
                <a:lnTo>
                  <a:pt x="614" y="62"/>
                </a:lnTo>
                <a:lnTo>
                  <a:pt x="615" y="62"/>
                </a:lnTo>
                <a:lnTo>
                  <a:pt x="616" y="63"/>
                </a:lnTo>
                <a:lnTo>
                  <a:pt x="617" y="63"/>
                </a:lnTo>
                <a:lnTo>
                  <a:pt x="618" y="62"/>
                </a:lnTo>
                <a:lnTo>
                  <a:pt x="619" y="61"/>
                </a:lnTo>
                <a:lnTo>
                  <a:pt x="620" y="60"/>
                </a:lnTo>
                <a:lnTo>
                  <a:pt x="621" y="60"/>
                </a:lnTo>
                <a:lnTo>
                  <a:pt x="622" y="60"/>
                </a:lnTo>
                <a:lnTo>
                  <a:pt x="623" y="60"/>
                </a:lnTo>
                <a:lnTo>
                  <a:pt x="623" y="61"/>
                </a:lnTo>
                <a:lnTo>
                  <a:pt x="624" y="61"/>
                </a:lnTo>
                <a:lnTo>
                  <a:pt x="624" y="62"/>
                </a:lnTo>
                <a:lnTo>
                  <a:pt x="624" y="63"/>
                </a:lnTo>
                <a:lnTo>
                  <a:pt x="624" y="64"/>
                </a:lnTo>
                <a:lnTo>
                  <a:pt x="623" y="64"/>
                </a:lnTo>
                <a:lnTo>
                  <a:pt x="623" y="65"/>
                </a:lnTo>
                <a:lnTo>
                  <a:pt x="624" y="65"/>
                </a:lnTo>
                <a:lnTo>
                  <a:pt x="625" y="66"/>
                </a:lnTo>
                <a:lnTo>
                  <a:pt x="626" y="66"/>
                </a:lnTo>
                <a:lnTo>
                  <a:pt x="627" y="68"/>
                </a:lnTo>
                <a:lnTo>
                  <a:pt x="628" y="68"/>
                </a:lnTo>
                <a:lnTo>
                  <a:pt x="629" y="69"/>
                </a:lnTo>
                <a:lnTo>
                  <a:pt x="630" y="69"/>
                </a:lnTo>
                <a:lnTo>
                  <a:pt x="631" y="68"/>
                </a:lnTo>
                <a:lnTo>
                  <a:pt x="632" y="68"/>
                </a:lnTo>
                <a:lnTo>
                  <a:pt x="633" y="68"/>
                </a:lnTo>
                <a:lnTo>
                  <a:pt x="634" y="68"/>
                </a:lnTo>
                <a:lnTo>
                  <a:pt x="635" y="67"/>
                </a:lnTo>
                <a:lnTo>
                  <a:pt x="635" y="68"/>
                </a:lnTo>
                <a:lnTo>
                  <a:pt x="637" y="68"/>
                </a:lnTo>
                <a:lnTo>
                  <a:pt x="638" y="68"/>
                </a:lnTo>
                <a:lnTo>
                  <a:pt x="639" y="68"/>
                </a:lnTo>
                <a:lnTo>
                  <a:pt x="640" y="68"/>
                </a:lnTo>
                <a:lnTo>
                  <a:pt x="641" y="67"/>
                </a:lnTo>
                <a:lnTo>
                  <a:pt x="640" y="66"/>
                </a:lnTo>
                <a:lnTo>
                  <a:pt x="640" y="65"/>
                </a:lnTo>
                <a:lnTo>
                  <a:pt x="641" y="65"/>
                </a:lnTo>
                <a:lnTo>
                  <a:pt x="641" y="64"/>
                </a:lnTo>
                <a:lnTo>
                  <a:pt x="642" y="64"/>
                </a:lnTo>
                <a:lnTo>
                  <a:pt x="643" y="63"/>
                </a:lnTo>
                <a:lnTo>
                  <a:pt x="643" y="62"/>
                </a:lnTo>
                <a:lnTo>
                  <a:pt x="644" y="60"/>
                </a:lnTo>
                <a:lnTo>
                  <a:pt x="645" y="60"/>
                </a:lnTo>
                <a:lnTo>
                  <a:pt x="645" y="61"/>
                </a:lnTo>
                <a:lnTo>
                  <a:pt x="646" y="61"/>
                </a:lnTo>
                <a:lnTo>
                  <a:pt x="647" y="61"/>
                </a:lnTo>
                <a:lnTo>
                  <a:pt x="647" y="60"/>
                </a:lnTo>
                <a:lnTo>
                  <a:pt x="648" y="60"/>
                </a:lnTo>
                <a:lnTo>
                  <a:pt x="649" y="60"/>
                </a:lnTo>
                <a:lnTo>
                  <a:pt x="649" y="61"/>
                </a:lnTo>
                <a:lnTo>
                  <a:pt x="650" y="62"/>
                </a:lnTo>
                <a:lnTo>
                  <a:pt x="650" y="63"/>
                </a:lnTo>
                <a:lnTo>
                  <a:pt x="650" y="64"/>
                </a:lnTo>
                <a:lnTo>
                  <a:pt x="651" y="65"/>
                </a:lnTo>
                <a:lnTo>
                  <a:pt x="651" y="66"/>
                </a:lnTo>
                <a:lnTo>
                  <a:pt x="650" y="66"/>
                </a:lnTo>
                <a:lnTo>
                  <a:pt x="650" y="67"/>
                </a:lnTo>
                <a:lnTo>
                  <a:pt x="651" y="67"/>
                </a:lnTo>
                <a:lnTo>
                  <a:pt x="650" y="67"/>
                </a:lnTo>
                <a:lnTo>
                  <a:pt x="650" y="68"/>
                </a:lnTo>
                <a:lnTo>
                  <a:pt x="650" y="67"/>
                </a:lnTo>
                <a:lnTo>
                  <a:pt x="650" y="68"/>
                </a:lnTo>
                <a:lnTo>
                  <a:pt x="651" y="68"/>
                </a:lnTo>
                <a:lnTo>
                  <a:pt x="652" y="69"/>
                </a:lnTo>
                <a:lnTo>
                  <a:pt x="652" y="70"/>
                </a:lnTo>
                <a:lnTo>
                  <a:pt x="651" y="71"/>
                </a:lnTo>
                <a:lnTo>
                  <a:pt x="651" y="72"/>
                </a:lnTo>
                <a:lnTo>
                  <a:pt x="650" y="73"/>
                </a:lnTo>
                <a:lnTo>
                  <a:pt x="650" y="74"/>
                </a:lnTo>
                <a:lnTo>
                  <a:pt x="649" y="75"/>
                </a:lnTo>
                <a:lnTo>
                  <a:pt x="649" y="76"/>
                </a:lnTo>
                <a:lnTo>
                  <a:pt x="650" y="76"/>
                </a:lnTo>
                <a:lnTo>
                  <a:pt x="651" y="77"/>
                </a:lnTo>
                <a:lnTo>
                  <a:pt x="652" y="77"/>
                </a:lnTo>
                <a:lnTo>
                  <a:pt x="652" y="76"/>
                </a:lnTo>
                <a:lnTo>
                  <a:pt x="653" y="75"/>
                </a:lnTo>
                <a:lnTo>
                  <a:pt x="653" y="74"/>
                </a:lnTo>
                <a:lnTo>
                  <a:pt x="654" y="73"/>
                </a:lnTo>
                <a:lnTo>
                  <a:pt x="655" y="73"/>
                </a:lnTo>
                <a:lnTo>
                  <a:pt x="655" y="72"/>
                </a:lnTo>
                <a:lnTo>
                  <a:pt x="656" y="72"/>
                </a:lnTo>
                <a:lnTo>
                  <a:pt x="656" y="71"/>
                </a:lnTo>
                <a:lnTo>
                  <a:pt x="656" y="70"/>
                </a:lnTo>
                <a:lnTo>
                  <a:pt x="657" y="70"/>
                </a:lnTo>
                <a:lnTo>
                  <a:pt x="657" y="71"/>
                </a:lnTo>
                <a:lnTo>
                  <a:pt x="657" y="72"/>
                </a:lnTo>
                <a:lnTo>
                  <a:pt x="658" y="72"/>
                </a:lnTo>
                <a:lnTo>
                  <a:pt x="659" y="72"/>
                </a:lnTo>
                <a:lnTo>
                  <a:pt x="659" y="71"/>
                </a:lnTo>
                <a:lnTo>
                  <a:pt x="660" y="70"/>
                </a:lnTo>
                <a:lnTo>
                  <a:pt x="661" y="71"/>
                </a:lnTo>
                <a:lnTo>
                  <a:pt x="660" y="72"/>
                </a:lnTo>
                <a:lnTo>
                  <a:pt x="661" y="73"/>
                </a:lnTo>
                <a:lnTo>
                  <a:pt x="662" y="73"/>
                </a:lnTo>
                <a:lnTo>
                  <a:pt x="662" y="72"/>
                </a:lnTo>
                <a:lnTo>
                  <a:pt x="662" y="71"/>
                </a:lnTo>
                <a:lnTo>
                  <a:pt x="663" y="71"/>
                </a:lnTo>
                <a:lnTo>
                  <a:pt x="663" y="72"/>
                </a:lnTo>
                <a:lnTo>
                  <a:pt x="664" y="71"/>
                </a:lnTo>
                <a:lnTo>
                  <a:pt x="664" y="72"/>
                </a:lnTo>
                <a:lnTo>
                  <a:pt x="664" y="73"/>
                </a:lnTo>
                <a:lnTo>
                  <a:pt x="663" y="73"/>
                </a:lnTo>
                <a:lnTo>
                  <a:pt x="662" y="74"/>
                </a:lnTo>
                <a:lnTo>
                  <a:pt x="663" y="74"/>
                </a:lnTo>
                <a:lnTo>
                  <a:pt x="664" y="74"/>
                </a:lnTo>
                <a:lnTo>
                  <a:pt x="664" y="75"/>
                </a:lnTo>
                <a:lnTo>
                  <a:pt x="665" y="75"/>
                </a:lnTo>
                <a:lnTo>
                  <a:pt x="666" y="75"/>
                </a:lnTo>
                <a:lnTo>
                  <a:pt x="666" y="74"/>
                </a:lnTo>
                <a:lnTo>
                  <a:pt x="667" y="74"/>
                </a:lnTo>
                <a:lnTo>
                  <a:pt x="667" y="75"/>
                </a:lnTo>
                <a:lnTo>
                  <a:pt x="668" y="75"/>
                </a:lnTo>
                <a:lnTo>
                  <a:pt x="669" y="75"/>
                </a:lnTo>
                <a:lnTo>
                  <a:pt x="669" y="76"/>
                </a:lnTo>
                <a:lnTo>
                  <a:pt x="670" y="76"/>
                </a:lnTo>
                <a:lnTo>
                  <a:pt x="671" y="76"/>
                </a:lnTo>
                <a:lnTo>
                  <a:pt x="671" y="77"/>
                </a:lnTo>
                <a:lnTo>
                  <a:pt x="672" y="77"/>
                </a:lnTo>
                <a:lnTo>
                  <a:pt x="673" y="77"/>
                </a:lnTo>
                <a:lnTo>
                  <a:pt x="674" y="78"/>
                </a:lnTo>
                <a:lnTo>
                  <a:pt x="674" y="79"/>
                </a:lnTo>
                <a:lnTo>
                  <a:pt x="675" y="79"/>
                </a:lnTo>
                <a:lnTo>
                  <a:pt x="675" y="78"/>
                </a:lnTo>
                <a:lnTo>
                  <a:pt x="676" y="78"/>
                </a:lnTo>
                <a:lnTo>
                  <a:pt x="677" y="78"/>
                </a:lnTo>
                <a:lnTo>
                  <a:pt x="678" y="78"/>
                </a:lnTo>
                <a:lnTo>
                  <a:pt x="679" y="78"/>
                </a:lnTo>
                <a:lnTo>
                  <a:pt x="679" y="77"/>
                </a:lnTo>
                <a:lnTo>
                  <a:pt x="680" y="76"/>
                </a:lnTo>
                <a:lnTo>
                  <a:pt x="682" y="76"/>
                </a:lnTo>
                <a:lnTo>
                  <a:pt x="683" y="76"/>
                </a:lnTo>
                <a:lnTo>
                  <a:pt x="684" y="76"/>
                </a:lnTo>
                <a:lnTo>
                  <a:pt x="684" y="75"/>
                </a:lnTo>
                <a:lnTo>
                  <a:pt x="685" y="75"/>
                </a:lnTo>
                <a:lnTo>
                  <a:pt x="686" y="75"/>
                </a:lnTo>
                <a:lnTo>
                  <a:pt x="686" y="76"/>
                </a:lnTo>
                <a:lnTo>
                  <a:pt x="687" y="76"/>
                </a:lnTo>
                <a:lnTo>
                  <a:pt x="690" y="76"/>
                </a:lnTo>
                <a:lnTo>
                  <a:pt x="691" y="76"/>
                </a:lnTo>
                <a:lnTo>
                  <a:pt x="692" y="76"/>
                </a:lnTo>
                <a:lnTo>
                  <a:pt x="694" y="77"/>
                </a:lnTo>
                <a:lnTo>
                  <a:pt x="696" y="77"/>
                </a:lnTo>
                <a:lnTo>
                  <a:pt x="697" y="77"/>
                </a:lnTo>
                <a:lnTo>
                  <a:pt x="698" y="76"/>
                </a:lnTo>
                <a:lnTo>
                  <a:pt x="699" y="76"/>
                </a:lnTo>
                <a:lnTo>
                  <a:pt x="700" y="76"/>
                </a:lnTo>
                <a:lnTo>
                  <a:pt x="701" y="76"/>
                </a:lnTo>
                <a:lnTo>
                  <a:pt x="702" y="76"/>
                </a:lnTo>
                <a:lnTo>
                  <a:pt x="702" y="75"/>
                </a:lnTo>
                <a:lnTo>
                  <a:pt x="703" y="75"/>
                </a:lnTo>
                <a:lnTo>
                  <a:pt x="704" y="75"/>
                </a:lnTo>
                <a:lnTo>
                  <a:pt x="704" y="76"/>
                </a:lnTo>
                <a:lnTo>
                  <a:pt x="706" y="76"/>
                </a:lnTo>
                <a:lnTo>
                  <a:pt x="707" y="77"/>
                </a:lnTo>
                <a:lnTo>
                  <a:pt x="708" y="77"/>
                </a:lnTo>
                <a:lnTo>
                  <a:pt x="709" y="77"/>
                </a:lnTo>
                <a:lnTo>
                  <a:pt x="710" y="78"/>
                </a:lnTo>
                <a:lnTo>
                  <a:pt x="711" y="78"/>
                </a:lnTo>
                <a:lnTo>
                  <a:pt x="711" y="79"/>
                </a:lnTo>
                <a:lnTo>
                  <a:pt x="712" y="80"/>
                </a:lnTo>
                <a:lnTo>
                  <a:pt x="713" y="81"/>
                </a:lnTo>
                <a:lnTo>
                  <a:pt x="714" y="82"/>
                </a:lnTo>
                <a:lnTo>
                  <a:pt x="715" y="83"/>
                </a:lnTo>
                <a:lnTo>
                  <a:pt x="716" y="84"/>
                </a:lnTo>
                <a:lnTo>
                  <a:pt x="717" y="84"/>
                </a:lnTo>
                <a:lnTo>
                  <a:pt x="718" y="86"/>
                </a:lnTo>
                <a:lnTo>
                  <a:pt x="718" y="87"/>
                </a:lnTo>
                <a:lnTo>
                  <a:pt x="718" y="88"/>
                </a:lnTo>
                <a:lnTo>
                  <a:pt x="718" y="89"/>
                </a:lnTo>
                <a:lnTo>
                  <a:pt x="717" y="89"/>
                </a:lnTo>
                <a:lnTo>
                  <a:pt x="717" y="90"/>
                </a:lnTo>
                <a:lnTo>
                  <a:pt x="717" y="91"/>
                </a:lnTo>
                <a:lnTo>
                  <a:pt x="716" y="91"/>
                </a:lnTo>
                <a:lnTo>
                  <a:pt x="716" y="92"/>
                </a:lnTo>
                <a:lnTo>
                  <a:pt x="716" y="93"/>
                </a:lnTo>
                <a:lnTo>
                  <a:pt x="716" y="95"/>
                </a:lnTo>
                <a:lnTo>
                  <a:pt x="717" y="96"/>
                </a:lnTo>
                <a:lnTo>
                  <a:pt x="718" y="96"/>
                </a:lnTo>
                <a:lnTo>
                  <a:pt x="718" y="97"/>
                </a:lnTo>
                <a:lnTo>
                  <a:pt x="717" y="98"/>
                </a:lnTo>
                <a:lnTo>
                  <a:pt x="718" y="98"/>
                </a:lnTo>
                <a:lnTo>
                  <a:pt x="718" y="99"/>
                </a:lnTo>
                <a:lnTo>
                  <a:pt x="718" y="100"/>
                </a:lnTo>
                <a:lnTo>
                  <a:pt x="718" y="101"/>
                </a:lnTo>
                <a:lnTo>
                  <a:pt x="719" y="102"/>
                </a:lnTo>
                <a:lnTo>
                  <a:pt x="719" y="103"/>
                </a:lnTo>
                <a:lnTo>
                  <a:pt x="720" y="103"/>
                </a:lnTo>
                <a:lnTo>
                  <a:pt x="721" y="103"/>
                </a:lnTo>
                <a:lnTo>
                  <a:pt x="722" y="103"/>
                </a:lnTo>
                <a:lnTo>
                  <a:pt x="722" y="104"/>
                </a:lnTo>
                <a:lnTo>
                  <a:pt x="722" y="106"/>
                </a:lnTo>
                <a:lnTo>
                  <a:pt x="722" y="107"/>
                </a:lnTo>
                <a:lnTo>
                  <a:pt x="722" y="109"/>
                </a:lnTo>
                <a:lnTo>
                  <a:pt x="723" y="109"/>
                </a:lnTo>
                <a:lnTo>
                  <a:pt x="724" y="109"/>
                </a:lnTo>
                <a:lnTo>
                  <a:pt x="725" y="108"/>
                </a:lnTo>
                <a:lnTo>
                  <a:pt x="726" y="109"/>
                </a:lnTo>
                <a:lnTo>
                  <a:pt x="727" y="110"/>
                </a:lnTo>
                <a:lnTo>
                  <a:pt x="728" y="111"/>
                </a:lnTo>
                <a:lnTo>
                  <a:pt x="728" y="112"/>
                </a:lnTo>
                <a:lnTo>
                  <a:pt x="729" y="113"/>
                </a:lnTo>
                <a:lnTo>
                  <a:pt x="729" y="115"/>
                </a:lnTo>
                <a:lnTo>
                  <a:pt x="730" y="115"/>
                </a:lnTo>
                <a:lnTo>
                  <a:pt x="730" y="116"/>
                </a:lnTo>
                <a:lnTo>
                  <a:pt x="730" y="117"/>
                </a:lnTo>
                <a:lnTo>
                  <a:pt x="730" y="118"/>
                </a:lnTo>
                <a:lnTo>
                  <a:pt x="731" y="118"/>
                </a:lnTo>
                <a:lnTo>
                  <a:pt x="731" y="117"/>
                </a:lnTo>
                <a:lnTo>
                  <a:pt x="732" y="117"/>
                </a:lnTo>
                <a:lnTo>
                  <a:pt x="733" y="117"/>
                </a:lnTo>
                <a:lnTo>
                  <a:pt x="733" y="118"/>
                </a:lnTo>
                <a:lnTo>
                  <a:pt x="734" y="118"/>
                </a:lnTo>
                <a:lnTo>
                  <a:pt x="735" y="117"/>
                </a:lnTo>
                <a:lnTo>
                  <a:pt x="736" y="117"/>
                </a:lnTo>
                <a:lnTo>
                  <a:pt x="737" y="116"/>
                </a:lnTo>
                <a:lnTo>
                  <a:pt x="738" y="116"/>
                </a:lnTo>
                <a:lnTo>
                  <a:pt x="739" y="116"/>
                </a:lnTo>
                <a:lnTo>
                  <a:pt x="740" y="117"/>
                </a:lnTo>
                <a:lnTo>
                  <a:pt x="741" y="117"/>
                </a:lnTo>
                <a:lnTo>
                  <a:pt x="742" y="117"/>
                </a:lnTo>
                <a:lnTo>
                  <a:pt x="742" y="118"/>
                </a:lnTo>
                <a:lnTo>
                  <a:pt x="743" y="118"/>
                </a:lnTo>
                <a:lnTo>
                  <a:pt x="744" y="118"/>
                </a:lnTo>
                <a:lnTo>
                  <a:pt x="745" y="118"/>
                </a:lnTo>
                <a:lnTo>
                  <a:pt x="745" y="119"/>
                </a:lnTo>
                <a:lnTo>
                  <a:pt x="744" y="119"/>
                </a:lnTo>
                <a:lnTo>
                  <a:pt x="743" y="119"/>
                </a:lnTo>
                <a:lnTo>
                  <a:pt x="742" y="119"/>
                </a:lnTo>
                <a:lnTo>
                  <a:pt x="742" y="120"/>
                </a:lnTo>
                <a:lnTo>
                  <a:pt x="741" y="120"/>
                </a:lnTo>
                <a:lnTo>
                  <a:pt x="741" y="121"/>
                </a:lnTo>
                <a:lnTo>
                  <a:pt x="741" y="122"/>
                </a:lnTo>
                <a:lnTo>
                  <a:pt x="740" y="122"/>
                </a:lnTo>
                <a:lnTo>
                  <a:pt x="738" y="121"/>
                </a:lnTo>
                <a:lnTo>
                  <a:pt x="736" y="121"/>
                </a:lnTo>
                <a:lnTo>
                  <a:pt x="735" y="121"/>
                </a:lnTo>
                <a:lnTo>
                  <a:pt x="735" y="120"/>
                </a:lnTo>
                <a:lnTo>
                  <a:pt x="734" y="120"/>
                </a:lnTo>
                <a:lnTo>
                  <a:pt x="733" y="120"/>
                </a:lnTo>
                <a:lnTo>
                  <a:pt x="732" y="121"/>
                </a:lnTo>
                <a:lnTo>
                  <a:pt x="731" y="121"/>
                </a:lnTo>
                <a:lnTo>
                  <a:pt x="732" y="122"/>
                </a:lnTo>
                <a:lnTo>
                  <a:pt x="732" y="123"/>
                </a:lnTo>
                <a:lnTo>
                  <a:pt x="733" y="124"/>
                </a:lnTo>
                <a:lnTo>
                  <a:pt x="733" y="125"/>
                </a:lnTo>
                <a:lnTo>
                  <a:pt x="733" y="126"/>
                </a:lnTo>
                <a:lnTo>
                  <a:pt x="734" y="127"/>
                </a:lnTo>
                <a:lnTo>
                  <a:pt x="734" y="128"/>
                </a:lnTo>
                <a:lnTo>
                  <a:pt x="734" y="129"/>
                </a:lnTo>
                <a:lnTo>
                  <a:pt x="733" y="130"/>
                </a:lnTo>
                <a:lnTo>
                  <a:pt x="733" y="131"/>
                </a:lnTo>
                <a:lnTo>
                  <a:pt x="734" y="131"/>
                </a:lnTo>
                <a:lnTo>
                  <a:pt x="734" y="132"/>
                </a:lnTo>
                <a:lnTo>
                  <a:pt x="735" y="133"/>
                </a:lnTo>
                <a:lnTo>
                  <a:pt x="735" y="134"/>
                </a:lnTo>
                <a:lnTo>
                  <a:pt x="736" y="134"/>
                </a:lnTo>
                <a:lnTo>
                  <a:pt x="736" y="135"/>
                </a:lnTo>
                <a:lnTo>
                  <a:pt x="736" y="136"/>
                </a:lnTo>
                <a:lnTo>
                  <a:pt x="736" y="137"/>
                </a:lnTo>
                <a:lnTo>
                  <a:pt x="737" y="138"/>
                </a:lnTo>
                <a:lnTo>
                  <a:pt x="737" y="139"/>
                </a:lnTo>
                <a:lnTo>
                  <a:pt x="737" y="140"/>
                </a:lnTo>
                <a:lnTo>
                  <a:pt x="737" y="141"/>
                </a:lnTo>
                <a:lnTo>
                  <a:pt x="738" y="141"/>
                </a:lnTo>
                <a:lnTo>
                  <a:pt x="738" y="142"/>
                </a:lnTo>
                <a:lnTo>
                  <a:pt x="738" y="143"/>
                </a:lnTo>
                <a:lnTo>
                  <a:pt x="739" y="144"/>
                </a:lnTo>
                <a:lnTo>
                  <a:pt x="740" y="144"/>
                </a:lnTo>
                <a:lnTo>
                  <a:pt x="739" y="144"/>
                </a:lnTo>
                <a:lnTo>
                  <a:pt x="739" y="145"/>
                </a:lnTo>
                <a:lnTo>
                  <a:pt x="738" y="145"/>
                </a:lnTo>
                <a:lnTo>
                  <a:pt x="737" y="145"/>
                </a:lnTo>
                <a:lnTo>
                  <a:pt x="737" y="146"/>
                </a:lnTo>
                <a:lnTo>
                  <a:pt x="737" y="147"/>
                </a:lnTo>
                <a:lnTo>
                  <a:pt x="736" y="147"/>
                </a:lnTo>
                <a:lnTo>
                  <a:pt x="737" y="147"/>
                </a:lnTo>
                <a:lnTo>
                  <a:pt x="738" y="147"/>
                </a:lnTo>
                <a:lnTo>
                  <a:pt x="738" y="148"/>
                </a:lnTo>
                <a:lnTo>
                  <a:pt x="738" y="147"/>
                </a:lnTo>
                <a:lnTo>
                  <a:pt x="737" y="147"/>
                </a:lnTo>
                <a:lnTo>
                  <a:pt x="737" y="148"/>
                </a:lnTo>
                <a:lnTo>
                  <a:pt x="737" y="149"/>
                </a:lnTo>
                <a:lnTo>
                  <a:pt x="736" y="150"/>
                </a:lnTo>
                <a:lnTo>
                  <a:pt x="736" y="151"/>
                </a:lnTo>
                <a:lnTo>
                  <a:pt x="735" y="151"/>
                </a:lnTo>
                <a:lnTo>
                  <a:pt x="734" y="152"/>
                </a:lnTo>
                <a:lnTo>
                  <a:pt x="735" y="152"/>
                </a:lnTo>
                <a:lnTo>
                  <a:pt x="736" y="153"/>
                </a:lnTo>
                <a:lnTo>
                  <a:pt x="737" y="153"/>
                </a:lnTo>
                <a:lnTo>
                  <a:pt x="738" y="154"/>
                </a:lnTo>
                <a:lnTo>
                  <a:pt x="739" y="154"/>
                </a:lnTo>
                <a:lnTo>
                  <a:pt x="739" y="153"/>
                </a:lnTo>
                <a:lnTo>
                  <a:pt x="740" y="153"/>
                </a:lnTo>
                <a:lnTo>
                  <a:pt x="741" y="153"/>
                </a:lnTo>
                <a:lnTo>
                  <a:pt x="742" y="153"/>
                </a:lnTo>
                <a:lnTo>
                  <a:pt x="743" y="153"/>
                </a:lnTo>
                <a:lnTo>
                  <a:pt x="744" y="154"/>
                </a:lnTo>
                <a:lnTo>
                  <a:pt x="744" y="155"/>
                </a:lnTo>
                <a:lnTo>
                  <a:pt x="744" y="156"/>
                </a:lnTo>
                <a:lnTo>
                  <a:pt x="743" y="156"/>
                </a:lnTo>
                <a:lnTo>
                  <a:pt x="742" y="157"/>
                </a:lnTo>
                <a:lnTo>
                  <a:pt x="741" y="157"/>
                </a:lnTo>
                <a:lnTo>
                  <a:pt x="740" y="157"/>
                </a:lnTo>
                <a:lnTo>
                  <a:pt x="740" y="158"/>
                </a:lnTo>
                <a:lnTo>
                  <a:pt x="739" y="158"/>
                </a:lnTo>
                <a:lnTo>
                  <a:pt x="739" y="159"/>
                </a:lnTo>
                <a:lnTo>
                  <a:pt x="739" y="160"/>
                </a:lnTo>
                <a:lnTo>
                  <a:pt x="739" y="161"/>
                </a:lnTo>
                <a:lnTo>
                  <a:pt x="739" y="162"/>
                </a:lnTo>
                <a:lnTo>
                  <a:pt x="738" y="163"/>
                </a:lnTo>
                <a:lnTo>
                  <a:pt x="738" y="164"/>
                </a:lnTo>
                <a:lnTo>
                  <a:pt x="737" y="164"/>
                </a:lnTo>
                <a:lnTo>
                  <a:pt x="736" y="164"/>
                </a:lnTo>
                <a:lnTo>
                  <a:pt x="735" y="164"/>
                </a:lnTo>
                <a:lnTo>
                  <a:pt x="734" y="163"/>
                </a:lnTo>
                <a:lnTo>
                  <a:pt x="733" y="163"/>
                </a:lnTo>
                <a:lnTo>
                  <a:pt x="733" y="164"/>
                </a:lnTo>
                <a:lnTo>
                  <a:pt x="732" y="164"/>
                </a:lnTo>
                <a:lnTo>
                  <a:pt x="732" y="163"/>
                </a:lnTo>
                <a:lnTo>
                  <a:pt x="731" y="163"/>
                </a:lnTo>
                <a:lnTo>
                  <a:pt x="730" y="164"/>
                </a:lnTo>
                <a:lnTo>
                  <a:pt x="729" y="164"/>
                </a:lnTo>
                <a:lnTo>
                  <a:pt x="729" y="165"/>
                </a:lnTo>
                <a:lnTo>
                  <a:pt x="729" y="166"/>
                </a:lnTo>
                <a:lnTo>
                  <a:pt x="729" y="167"/>
                </a:lnTo>
                <a:lnTo>
                  <a:pt x="729" y="168"/>
                </a:lnTo>
                <a:lnTo>
                  <a:pt x="729" y="169"/>
                </a:lnTo>
                <a:lnTo>
                  <a:pt x="728" y="169"/>
                </a:lnTo>
                <a:lnTo>
                  <a:pt x="728" y="170"/>
                </a:lnTo>
                <a:lnTo>
                  <a:pt x="728" y="171"/>
                </a:lnTo>
                <a:lnTo>
                  <a:pt x="729" y="171"/>
                </a:lnTo>
                <a:lnTo>
                  <a:pt x="729" y="172"/>
                </a:lnTo>
                <a:lnTo>
                  <a:pt x="730" y="173"/>
                </a:lnTo>
                <a:lnTo>
                  <a:pt x="730" y="174"/>
                </a:lnTo>
                <a:lnTo>
                  <a:pt x="730" y="175"/>
                </a:lnTo>
                <a:lnTo>
                  <a:pt x="730" y="177"/>
                </a:lnTo>
                <a:lnTo>
                  <a:pt x="731" y="177"/>
                </a:lnTo>
                <a:lnTo>
                  <a:pt x="731" y="178"/>
                </a:lnTo>
                <a:lnTo>
                  <a:pt x="732" y="178"/>
                </a:lnTo>
                <a:lnTo>
                  <a:pt x="734" y="178"/>
                </a:lnTo>
                <a:lnTo>
                  <a:pt x="737" y="178"/>
                </a:lnTo>
                <a:lnTo>
                  <a:pt x="738" y="179"/>
                </a:lnTo>
                <a:lnTo>
                  <a:pt x="738" y="180"/>
                </a:lnTo>
                <a:lnTo>
                  <a:pt x="739" y="181"/>
                </a:lnTo>
                <a:lnTo>
                  <a:pt x="740" y="181"/>
                </a:lnTo>
                <a:lnTo>
                  <a:pt x="741" y="182"/>
                </a:lnTo>
                <a:lnTo>
                  <a:pt x="741" y="183"/>
                </a:lnTo>
                <a:lnTo>
                  <a:pt x="742" y="183"/>
                </a:lnTo>
                <a:lnTo>
                  <a:pt x="743" y="183"/>
                </a:lnTo>
                <a:lnTo>
                  <a:pt x="744" y="184"/>
                </a:lnTo>
                <a:lnTo>
                  <a:pt x="744" y="185"/>
                </a:lnTo>
                <a:lnTo>
                  <a:pt x="745" y="185"/>
                </a:lnTo>
                <a:lnTo>
                  <a:pt x="746" y="185"/>
                </a:lnTo>
                <a:lnTo>
                  <a:pt x="746" y="186"/>
                </a:lnTo>
                <a:lnTo>
                  <a:pt x="747" y="186"/>
                </a:lnTo>
                <a:lnTo>
                  <a:pt x="747" y="187"/>
                </a:lnTo>
                <a:lnTo>
                  <a:pt x="748" y="187"/>
                </a:lnTo>
                <a:lnTo>
                  <a:pt x="749" y="187"/>
                </a:lnTo>
                <a:lnTo>
                  <a:pt x="750" y="187"/>
                </a:lnTo>
                <a:lnTo>
                  <a:pt x="751" y="186"/>
                </a:lnTo>
                <a:lnTo>
                  <a:pt x="752" y="186"/>
                </a:lnTo>
                <a:lnTo>
                  <a:pt x="753" y="186"/>
                </a:lnTo>
                <a:lnTo>
                  <a:pt x="753" y="187"/>
                </a:lnTo>
                <a:lnTo>
                  <a:pt x="754" y="188"/>
                </a:lnTo>
                <a:lnTo>
                  <a:pt x="754" y="189"/>
                </a:lnTo>
                <a:lnTo>
                  <a:pt x="755" y="190"/>
                </a:lnTo>
                <a:lnTo>
                  <a:pt x="756" y="190"/>
                </a:lnTo>
                <a:lnTo>
                  <a:pt x="757" y="190"/>
                </a:lnTo>
                <a:lnTo>
                  <a:pt x="757" y="189"/>
                </a:lnTo>
                <a:lnTo>
                  <a:pt x="759" y="189"/>
                </a:lnTo>
                <a:lnTo>
                  <a:pt x="760" y="190"/>
                </a:lnTo>
                <a:lnTo>
                  <a:pt x="761" y="190"/>
                </a:lnTo>
                <a:lnTo>
                  <a:pt x="760" y="191"/>
                </a:lnTo>
                <a:lnTo>
                  <a:pt x="761" y="192"/>
                </a:lnTo>
                <a:lnTo>
                  <a:pt x="761" y="193"/>
                </a:lnTo>
                <a:lnTo>
                  <a:pt x="762" y="194"/>
                </a:lnTo>
                <a:lnTo>
                  <a:pt x="763" y="194"/>
                </a:lnTo>
                <a:lnTo>
                  <a:pt x="764" y="194"/>
                </a:lnTo>
                <a:lnTo>
                  <a:pt x="764" y="195"/>
                </a:lnTo>
                <a:lnTo>
                  <a:pt x="764" y="196"/>
                </a:lnTo>
                <a:lnTo>
                  <a:pt x="765" y="196"/>
                </a:lnTo>
                <a:lnTo>
                  <a:pt x="766" y="196"/>
                </a:lnTo>
                <a:lnTo>
                  <a:pt x="766" y="197"/>
                </a:lnTo>
                <a:lnTo>
                  <a:pt x="767" y="197"/>
                </a:lnTo>
                <a:lnTo>
                  <a:pt x="767" y="198"/>
                </a:lnTo>
                <a:lnTo>
                  <a:pt x="768" y="197"/>
                </a:lnTo>
                <a:lnTo>
                  <a:pt x="769" y="198"/>
                </a:lnTo>
                <a:lnTo>
                  <a:pt x="770" y="197"/>
                </a:lnTo>
                <a:lnTo>
                  <a:pt x="771" y="197"/>
                </a:lnTo>
                <a:lnTo>
                  <a:pt x="773" y="196"/>
                </a:lnTo>
                <a:lnTo>
                  <a:pt x="773" y="197"/>
                </a:lnTo>
                <a:lnTo>
                  <a:pt x="774" y="198"/>
                </a:lnTo>
                <a:lnTo>
                  <a:pt x="775" y="198"/>
                </a:lnTo>
                <a:lnTo>
                  <a:pt x="775" y="199"/>
                </a:lnTo>
                <a:lnTo>
                  <a:pt x="776" y="200"/>
                </a:lnTo>
                <a:lnTo>
                  <a:pt x="777" y="200"/>
                </a:lnTo>
                <a:lnTo>
                  <a:pt x="777" y="201"/>
                </a:lnTo>
                <a:lnTo>
                  <a:pt x="778" y="201"/>
                </a:lnTo>
                <a:lnTo>
                  <a:pt x="778" y="200"/>
                </a:lnTo>
                <a:lnTo>
                  <a:pt x="779" y="200"/>
                </a:lnTo>
                <a:lnTo>
                  <a:pt x="780" y="200"/>
                </a:lnTo>
                <a:lnTo>
                  <a:pt x="781" y="200"/>
                </a:lnTo>
                <a:lnTo>
                  <a:pt x="783" y="200"/>
                </a:lnTo>
                <a:lnTo>
                  <a:pt x="783" y="199"/>
                </a:lnTo>
                <a:lnTo>
                  <a:pt x="784" y="199"/>
                </a:lnTo>
                <a:lnTo>
                  <a:pt x="785" y="199"/>
                </a:lnTo>
                <a:lnTo>
                  <a:pt x="785" y="198"/>
                </a:lnTo>
                <a:lnTo>
                  <a:pt x="785" y="197"/>
                </a:lnTo>
                <a:lnTo>
                  <a:pt x="786" y="197"/>
                </a:lnTo>
                <a:lnTo>
                  <a:pt x="788" y="198"/>
                </a:lnTo>
                <a:lnTo>
                  <a:pt x="788" y="199"/>
                </a:lnTo>
                <a:lnTo>
                  <a:pt x="789" y="199"/>
                </a:lnTo>
                <a:lnTo>
                  <a:pt x="789" y="200"/>
                </a:lnTo>
                <a:lnTo>
                  <a:pt x="789" y="201"/>
                </a:lnTo>
                <a:lnTo>
                  <a:pt x="790" y="201"/>
                </a:lnTo>
                <a:lnTo>
                  <a:pt x="791" y="202"/>
                </a:lnTo>
                <a:lnTo>
                  <a:pt x="791" y="203"/>
                </a:lnTo>
                <a:lnTo>
                  <a:pt x="791" y="204"/>
                </a:lnTo>
                <a:lnTo>
                  <a:pt x="792" y="205"/>
                </a:lnTo>
                <a:lnTo>
                  <a:pt x="795" y="205"/>
                </a:lnTo>
                <a:lnTo>
                  <a:pt x="796" y="204"/>
                </a:lnTo>
                <a:lnTo>
                  <a:pt x="797" y="204"/>
                </a:lnTo>
                <a:lnTo>
                  <a:pt x="797" y="203"/>
                </a:lnTo>
                <a:lnTo>
                  <a:pt x="798" y="203"/>
                </a:lnTo>
                <a:lnTo>
                  <a:pt x="798" y="202"/>
                </a:lnTo>
                <a:lnTo>
                  <a:pt x="799" y="203"/>
                </a:lnTo>
                <a:lnTo>
                  <a:pt x="799" y="202"/>
                </a:lnTo>
                <a:lnTo>
                  <a:pt x="800" y="202"/>
                </a:lnTo>
                <a:lnTo>
                  <a:pt x="801" y="202"/>
                </a:lnTo>
                <a:lnTo>
                  <a:pt x="801" y="201"/>
                </a:lnTo>
                <a:lnTo>
                  <a:pt x="802" y="201"/>
                </a:lnTo>
                <a:lnTo>
                  <a:pt x="803" y="201"/>
                </a:lnTo>
                <a:lnTo>
                  <a:pt x="804" y="200"/>
                </a:lnTo>
                <a:lnTo>
                  <a:pt x="805" y="200"/>
                </a:lnTo>
                <a:lnTo>
                  <a:pt x="805" y="201"/>
                </a:lnTo>
                <a:lnTo>
                  <a:pt x="806" y="200"/>
                </a:lnTo>
                <a:lnTo>
                  <a:pt x="807" y="200"/>
                </a:lnTo>
                <a:lnTo>
                  <a:pt x="807" y="199"/>
                </a:lnTo>
                <a:lnTo>
                  <a:pt x="808" y="199"/>
                </a:lnTo>
                <a:lnTo>
                  <a:pt x="809" y="199"/>
                </a:lnTo>
                <a:lnTo>
                  <a:pt x="809" y="200"/>
                </a:lnTo>
                <a:lnTo>
                  <a:pt x="810" y="199"/>
                </a:lnTo>
                <a:lnTo>
                  <a:pt x="811" y="200"/>
                </a:lnTo>
                <a:lnTo>
                  <a:pt x="812" y="200"/>
                </a:lnTo>
                <a:lnTo>
                  <a:pt x="813" y="201"/>
                </a:lnTo>
                <a:lnTo>
                  <a:pt x="814" y="203"/>
                </a:lnTo>
                <a:lnTo>
                  <a:pt x="815" y="204"/>
                </a:lnTo>
                <a:lnTo>
                  <a:pt x="816" y="205"/>
                </a:lnTo>
                <a:lnTo>
                  <a:pt x="816" y="206"/>
                </a:lnTo>
                <a:lnTo>
                  <a:pt x="817" y="205"/>
                </a:lnTo>
                <a:lnTo>
                  <a:pt x="819" y="205"/>
                </a:lnTo>
                <a:lnTo>
                  <a:pt x="819" y="204"/>
                </a:lnTo>
                <a:lnTo>
                  <a:pt x="820" y="204"/>
                </a:lnTo>
                <a:lnTo>
                  <a:pt x="822" y="204"/>
                </a:lnTo>
                <a:lnTo>
                  <a:pt x="822" y="203"/>
                </a:lnTo>
                <a:lnTo>
                  <a:pt x="823" y="203"/>
                </a:lnTo>
                <a:lnTo>
                  <a:pt x="824" y="203"/>
                </a:lnTo>
                <a:lnTo>
                  <a:pt x="824" y="202"/>
                </a:lnTo>
                <a:lnTo>
                  <a:pt x="825" y="202"/>
                </a:lnTo>
                <a:lnTo>
                  <a:pt x="826" y="202"/>
                </a:lnTo>
                <a:lnTo>
                  <a:pt x="827" y="201"/>
                </a:lnTo>
                <a:lnTo>
                  <a:pt x="827" y="200"/>
                </a:lnTo>
                <a:lnTo>
                  <a:pt x="827" y="199"/>
                </a:lnTo>
                <a:lnTo>
                  <a:pt x="827" y="198"/>
                </a:lnTo>
                <a:lnTo>
                  <a:pt x="827" y="197"/>
                </a:lnTo>
                <a:lnTo>
                  <a:pt x="828" y="197"/>
                </a:lnTo>
                <a:lnTo>
                  <a:pt x="829" y="197"/>
                </a:lnTo>
                <a:lnTo>
                  <a:pt x="830" y="197"/>
                </a:lnTo>
                <a:lnTo>
                  <a:pt x="831" y="197"/>
                </a:lnTo>
                <a:lnTo>
                  <a:pt x="831" y="198"/>
                </a:lnTo>
                <a:lnTo>
                  <a:pt x="832" y="199"/>
                </a:lnTo>
                <a:lnTo>
                  <a:pt x="833" y="199"/>
                </a:lnTo>
                <a:lnTo>
                  <a:pt x="833" y="198"/>
                </a:lnTo>
                <a:lnTo>
                  <a:pt x="834" y="198"/>
                </a:lnTo>
                <a:lnTo>
                  <a:pt x="835" y="198"/>
                </a:lnTo>
                <a:lnTo>
                  <a:pt x="836" y="198"/>
                </a:lnTo>
                <a:lnTo>
                  <a:pt x="836" y="197"/>
                </a:lnTo>
                <a:lnTo>
                  <a:pt x="837" y="196"/>
                </a:lnTo>
                <a:lnTo>
                  <a:pt x="838" y="196"/>
                </a:lnTo>
                <a:lnTo>
                  <a:pt x="838" y="197"/>
                </a:lnTo>
                <a:lnTo>
                  <a:pt x="838" y="196"/>
                </a:lnTo>
                <a:lnTo>
                  <a:pt x="839" y="196"/>
                </a:lnTo>
                <a:lnTo>
                  <a:pt x="839" y="195"/>
                </a:lnTo>
                <a:lnTo>
                  <a:pt x="840" y="195"/>
                </a:lnTo>
                <a:lnTo>
                  <a:pt x="840" y="196"/>
                </a:lnTo>
                <a:lnTo>
                  <a:pt x="840" y="195"/>
                </a:lnTo>
                <a:lnTo>
                  <a:pt x="841" y="195"/>
                </a:lnTo>
                <a:lnTo>
                  <a:pt x="841" y="194"/>
                </a:lnTo>
                <a:lnTo>
                  <a:pt x="842" y="193"/>
                </a:lnTo>
                <a:lnTo>
                  <a:pt x="843" y="192"/>
                </a:lnTo>
                <a:lnTo>
                  <a:pt x="844" y="192"/>
                </a:lnTo>
                <a:lnTo>
                  <a:pt x="846" y="191"/>
                </a:lnTo>
                <a:lnTo>
                  <a:pt x="847" y="191"/>
                </a:lnTo>
                <a:lnTo>
                  <a:pt x="848" y="190"/>
                </a:lnTo>
                <a:lnTo>
                  <a:pt x="849" y="189"/>
                </a:lnTo>
                <a:lnTo>
                  <a:pt x="850" y="189"/>
                </a:lnTo>
                <a:lnTo>
                  <a:pt x="851" y="189"/>
                </a:lnTo>
                <a:lnTo>
                  <a:pt x="852" y="189"/>
                </a:lnTo>
                <a:lnTo>
                  <a:pt x="852" y="188"/>
                </a:lnTo>
                <a:lnTo>
                  <a:pt x="852" y="187"/>
                </a:lnTo>
                <a:lnTo>
                  <a:pt x="853" y="187"/>
                </a:lnTo>
                <a:lnTo>
                  <a:pt x="852" y="186"/>
                </a:lnTo>
                <a:lnTo>
                  <a:pt x="852" y="185"/>
                </a:lnTo>
                <a:lnTo>
                  <a:pt x="851" y="186"/>
                </a:lnTo>
                <a:lnTo>
                  <a:pt x="851" y="185"/>
                </a:lnTo>
                <a:lnTo>
                  <a:pt x="851" y="184"/>
                </a:lnTo>
                <a:lnTo>
                  <a:pt x="850" y="184"/>
                </a:lnTo>
                <a:lnTo>
                  <a:pt x="850" y="185"/>
                </a:lnTo>
                <a:lnTo>
                  <a:pt x="849" y="184"/>
                </a:lnTo>
                <a:lnTo>
                  <a:pt x="849" y="183"/>
                </a:lnTo>
                <a:lnTo>
                  <a:pt x="849" y="182"/>
                </a:lnTo>
                <a:lnTo>
                  <a:pt x="848" y="181"/>
                </a:lnTo>
                <a:lnTo>
                  <a:pt x="848" y="179"/>
                </a:lnTo>
                <a:lnTo>
                  <a:pt x="847" y="179"/>
                </a:lnTo>
                <a:lnTo>
                  <a:pt x="847" y="178"/>
                </a:lnTo>
                <a:lnTo>
                  <a:pt x="846" y="178"/>
                </a:lnTo>
                <a:lnTo>
                  <a:pt x="846" y="177"/>
                </a:lnTo>
                <a:lnTo>
                  <a:pt x="846" y="176"/>
                </a:lnTo>
                <a:lnTo>
                  <a:pt x="846" y="175"/>
                </a:lnTo>
                <a:lnTo>
                  <a:pt x="845" y="175"/>
                </a:lnTo>
                <a:lnTo>
                  <a:pt x="846" y="175"/>
                </a:lnTo>
                <a:lnTo>
                  <a:pt x="846" y="174"/>
                </a:lnTo>
                <a:lnTo>
                  <a:pt x="846" y="173"/>
                </a:lnTo>
                <a:lnTo>
                  <a:pt x="845" y="172"/>
                </a:lnTo>
                <a:lnTo>
                  <a:pt x="846" y="171"/>
                </a:lnTo>
                <a:lnTo>
                  <a:pt x="847" y="171"/>
                </a:lnTo>
                <a:lnTo>
                  <a:pt x="848" y="170"/>
                </a:lnTo>
                <a:lnTo>
                  <a:pt x="848" y="169"/>
                </a:lnTo>
                <a:lnTo>
                  <a:pt x="848" y="168"/>
                </a:lnTo>
                <a:lnTo>
                  <a:pt x="848" y="167"/>
                </a:lnTo>
                <a:lnTo>
                  <a:pt x="849" y="166"/>
                </a:lnTo>
                <a:lnTo>
                  <a:pt x="849" y="165"/>
                </a:lnTo>
                <a:lnTo>
                  <a:pt x="850" y="165"/>
                </a:lnTo>
                <a:lnTo>
                  <a:pt x="851" y="165"/>
                </a:lnTo>
                <a:lnTo>
                  <a:pt x="852" y="165"/>
                </a:lnTo>
                <a:lnTo>
                  <a:pt x="853" y="166"/>
                </a:lnTo>
                <a:lnTo>
                  <a:pt x="855" y="167"/>
                </a:lnTo>
                <a:lnTo>
                  <a:pt x="856" y="167"/>
                </a:lnTo>
                <a:lnTo>
                  <a:pt x="857" y="168"/>
                </a:lnTo>
                <a:lnTo>
                  <a:pt x="856" y="168"/>
                </a:lnTo>
                <a:lnTo>
                  <a:pt x="856" y="169"/>
                </a:lnTo>
                <a:lnTo>
                  <a:pt x="856" y="170"/>
                </a:lnTo>
                <a:lnTo>
                  <a:pt x="856" y="171"/>
                </a:lnTo>
                <a:lnTo>
                  <a:pt x="856" y="172"/>
                </a:lnTo>
                <a:lnTo>
                  <a:pt x="857" y="173"/>
                </a:lnTo>
                <a:lnTo>
                  <a:pt x="857" y="174"/>
                </a:lnTo>
                <a:lnTo>
                  <a:pt x="858" y="174"/>
                </a:lnTo>
                <a:lnTo>
                  <a:pt x="859" y="175"/>
                </a:lnTo>
                <a:lnTo>
                  <a:pt x="859" y="177"/>
                </a:lnTo>
                <a:lnTo>
                  <a:pt x="860" y="178"/>
                </a:lnTo>
                <a:lnTo>
                  <a:pt x="860" y="179"/>
                </a:lnTo>
                <a:lnTo>
                  <a:pt x="860" y="180"/>
                </a:lnTo>
                <a:lnTo>
                  <a:pt x="860" y="181"/>
                </a:lnTo>
                <a:lnTo>
                  <a:pt x="861" y="182"/>
                </a:lnTo>
                <a:lnTo>
                  <a:pt x="862" y="182"/>
                </a:lnTo>
                <a:lnTo>
                  <a:pt x="863" y="182"/>
                </a:lnTo>
                <a:lnTo>
                  <a:pt x="863" y="183"/>
                </a:lnTo>
                <a:lnTo>
                  <a:pt x="863" y="184"/>
                </a:lnTo>
                <a:lnTo>
                  <a:pt x="863" y="185"/>
                </a:lnTo>
                <a:lnTo>
                  <a:pt x="864" y="185"/>
                </a:lnTo>
                <a:lnTo>
                  <a:pt x="864" y="186"/>
                </a:lnTo>
                <a:lnTo>
                  <a:pt x="863" y="187"/>
                </a:lnTo>
                <a:lnTo>
                  <a:pt x="863" y="189"/>
                </a:lnTo>
                <a:lnTo>
                  <a:pt x="864" y="190"/>
                </a:lnTo>
                <a:lnTo>
                  <a:pt x="865" y="190"/>
                </a:lnTo>
                <a:lnTo>
                  <a:pt x="866" y="189"/>
                </a:lnTo>
                <a:lnTo>
                  <a:pt x="866" y="190"/>
                </a:lnTo>
                <a:lnTo>
                  <a:pt x="866" y="191"/>
                </a:lnTo>
                <a:lnTo>
                  <a:pt x="866" y="192"/>
                </a:lnTo>
                <a:lnTo>
                  <a:pt x="867" y="193"/>
                </a:lnTo>
                <a:lnTo>
                  <a:pt x="869" y="193"/>
                </a:lnTo>
                <a:lnTo>
                  <a:pt x="870" y="193"/>
                </a:lnTo>
                <a:lnTo>
                  <a:pt x="871" y="192"/>
                </a:lnTo>
                <a:lnTo>
                  <a:pt x="872" y="192"/>
                </a:lnTo>
                <a:lnTo>
                  <a:pt x="872" y="191"/>
                </a:lnTo>
                <a:lnTo>
                  <a:pt x="873" y="191"/>
                </a:lnTo>
                <a:lnTo>
                  <a:pt x="874" y="191"/>
                </a:lnTo>
                <a:lnTo>
                  <a:pt x="874" y="190"/>
                </a:lnTo>
                <a:lnTo>
                  <a:pt x="875" y="190"/>
                </a:lnTo>
                <a:lnTo>
                  <a:pt x="876" y="189"/>
                </a:lnTo>
                <a:lnTo>
                  <a:pt x="877" y="188"/>
                </a:lnTo>
                <a:lnTo>
                  <a:pt x="878" y="188"/>
                </a:lnTo>
                <a:lnTo>
                  <a:pt x="878" y="187"/>
                </a:lnTo>
                <a:lnTo>
                  <a:pt x="879" y="187"/>
                </a:lnTo>
                <a:lnTo>
                  <a:pt x="880" y="186"/>
                </a:lnTo>
                <a:lnTo>
                  <a:pt x="881" y="186"/>
                </a:lnTo>
                <a:lnTo>
                  <a:pt x="882" y="187"/>
                </a:lnTo>
                <a:lnTo>
                  <a:pt x="882" y="186"/>
                </a:lnTo>
                <a:lnTo>
                  <a:pt x="883" y="185"/>
                </a:lnTo>
                <a:lnTo>
                  <a:pt x="884" y="185"/>
                </a:lnTo>
                <a:lnTo>
                  <a:pt x="884" y="186"/>
                </a:lnTo>
                <a:lnTo>
                  <a:pt x="884" y="185"/>
                </a:lnTo>
                <a:lnTo>
                  <a:pt x="885" y="185"/>
                </a:lnTo>
                <a:lnTo>
                  <a:pt x="886" y="186"/>
                </a:lnTo>
                <a:lnTo>
                  <a:pt x="886" y="187"/>
                </a:lnTo>
                <a:lnTo>
                  <a:pt x="887" y="187"/>
                </a:lnTo>
                <a:lnTo>
                  <a:pt x="888" y="187"/>
                </a:lnTo>
                <a:lnTo>
                  <a:pt x="888" y="186"/>
                </a:lnTo>
                <a:lnTo>
                  <a:pt x="889" y="185"/>
                </a:lnTo>
                <a:lnTo>
                  <a:pt x="890" y="185"/>
                </a:lnTo>
                <a:lnTo>
                  <a:pt x="890" y="184"/>
                </a:lnTo>
                <a:lnTo>
                  <a:pt x="891" y="185"/>
                </a:lnTo>
                <a:lnTo>
                  <a:pt x="891" y="183"/>
                </a:lnTo>
                <a:lnTo>
                  <a:pt x="890" y="182"/>
                </a:lnTo>
                <a:lnTo>
                  <a:pt x="891" y="181"/>
                </a:lnTo>
                <a:lnTo>
                  <a:pt x="891" y="180"/>
                </a:lnTo>
                <a:lnTo>
                  <a:pt x="891" y="179"/>
                </a:lnTo>
                <a:lnTo>
                  <a:pt x="891" y="178"/>
                </a:lnTo>
                <a:lnTo>
                  <a:pt x="892" y="178"/>
                </a:lnTo>
                <a:lnTo>
                  <a:pt x="893" y="179"/>
                </a:lnTo>
                <a:lnTo>
                  <a:pt x="894" y="179"/>
                </a:lnTo>
                <a:lnTo>
                  <a:pt x="894" y="178"/>
                </a:lnTo>
                <a:lnTo>
                  <a:pt x="895" y="178"/>
                </a:lnTo>
                <a:lnTo>
                  <a:pt x="896" y="178"/>
                </a:lnTo>
                <a:lnTo>
                  <a:pt x="897" y="177"/>
                </a:lnTo>
                <a:lnTo>
                  <a:pt x="898" y="177"/>
                </a:lnTo>
                <a:lnTo>
                  <a:pt x="900" y="177"/>
                </a:lnTo>
                <a:lnTo>
                  <a:pt x="901" y="178"/>
                </a:lnTo>
                <a:lnTo>
                  <a:pt x="902" y="178"/>
                </a:lnTo>
                <a:lnTo>
                  <a:pt x="903" y="178"/>
                </a:lnTo>
                <a:lnTo>
                  <a:pt x="904" y="177"/>
                </a:lnTo>
                <a:lnTo>
                  <a:pt x="905" y="177"/>
                </a:lnTo>
                <a:lnTo>
                  <a:pt x="905" y="176"/>
                </a:lnTo>
                <a:lnTo>
                  <a:pt x="906" y="175"/>
                </a:lnTo>
                <a:lnTo>
                  <a:pt x="906" y="176"/>
                </a:lnTo>
                <a:lnTo>
                  <a:pt x="907" y="176"/>
                </a:lnTo>
                <a:lnTo>
                  <a:pt x="908" y="176"/>
                </a:lnTo>
                <a:lnTo>
                  <a:pt x="908" y="177"/>
                </a:lnTo>
                <a:lnTo>
                  <a:pt x="909" y="178"/>
                </a:lnTo>
                <a:lnTo>
                  <a:pt x="910" y="178"/>
                </a:lnTo>
                <a:lnTo>
                  <a:pt x="911" y="178"/>
                </a:lnTo>
                <a:lnTo>
                  <a:pt x="911" y="177"/>
                </a:lnTo>
                <a:lnTo>
                  <a:pt x="911" y="176"/>
                </a:lnTo>
                <a:lnTo>
                  <a:pt x="912" y="175"/>
                </a:lnTo>
                <a:lnTo>
                  <a:pt x="912" y="174"/>
                </a:lnTo>
                <a:lnTo>
                  <a:pt x="913" y="174"/>
                </a:lnTo>
                <a:lnTo>
                  <a:pt x="913" y="175"/>
                </a:lnTo>
                <a:lnTo>
                  <a:pt x="914" y="174"/>
                </a:lnTo>
                <a:lnTo>
                  <a:pt x="914" y="173"/>
                </a:lnTo>
                <a:lnTo>
                  <a:pt x="914" y="174"/>
                </a:lnTo>
                <a:lnTo>
                  <a:pt x="915" y="174"/>
                </a:lnTo>
                <a:lnTo>
                  <a:pt x="915" y="175"/>
                </a:lnTo>
                <a:lnTo>
                  <a:pt x="915" y="176"/>
                </a:lnTo>
                <a:lnTo>
                  <a:pt x="916" y="177"/>
                </a:lnTo>
                <a:lnTo>
                  <a:pt x="917" y="178"/>
                </a:lnTo>
                <a:lnTo>
                  <a:pt x="918" y="178"/>
                </a:lnTo>
                <a:lnTo>
                  <a:pt x="919" y="178"/>
                </a:lnTo>
                <a:lnTo>
                  <a:pt x="919" y="179"/>
                </a:lnTo>
                <a:lnTo>
                  <a:pt x="919" y="180"/>
                </a:lnTo>
                <a:lnTo>
                  <a:pt x="920" y="180"/>
                </a:lnTo>
                <a:lnTo>
                  <a:pt x="920" y="181"/>
                </a:lnTo>
                <a:lnTo>
                  <a:pt x="920" y="182"/>
                </a:lnTo>
                <a:lnTo>
                  <a:pt x="919" y="182"/>
                </a:lnTo>
                <a:lnTo>
                  <a:pt x="918" y="183"/>
                </a:lnTo>
                <a:lnTo>
                  <a:pt x="917" y="183"/>
                </a:lnTo>
                <a:lnTo>
                  <a:pt x="916" y="183"/>
                </a:lnTo>
                <a:lnTo>
                  <a:pt x="916" y="184"/>
                </a:lnTo>
                <a:lnTo>
                  <a:pt x="916" y="185"/>
                </a:lnTo>
                <a:lnTo>
                  <a:pt x="917" y="185"/>
                </a:lnTo>
                <a:lnTo>
                  <a:pt x="917" y="186"/>
                </a:lnTo>
                <a:lnTo>
                  <a:pt x="917" y="187"/>
                </a:lnTo>
                <a:lnTo>
                  <a:pt x="918" y="187"/>
                </a:lnTo>
                <a:lnTo>
                  <a:pt x="919" y="188"/>
                </a:lnTo>
                <a:lnTo>
                  <a:pt x="919" y="189"/>
                </a:lnTo>
                <a:lnTo>
                  <a:pt x="920" y="189"/>
                </a:lnTo>
                <a:lnTo>
                  <a:pt x="921" y="189"/>
                </a:lnTo>
                <a:lnTo>
                  <a:pt x="921" y="190"/>
                </a:lnTo>
                <a:lnTo>
                  <a:pt x="921" y="191"/>
                </a:lnTo>
                <a:lnTo>
                  <a:pt x="922" y="191"/>
                </a:lnTo>
                <a:lnTo>
                  <a:pt x="922" y="190"/>
                </a:lnTo>
                <a:lnTo>
                  <a:pt x="923" y="190"/>
                </a:lnTo>
                <a:lnTo>
                  <a:pt x="923" y="191"/>
                </a:lnTo>
                <a:lnTo>
                  <a:pt x="924" y="191"/>
                </a:lnTo>
                <a:lnTo>
                  <a:pt x="925" y="191"/>
                </a:lnTo>
                <a:lnTo>
                  <a:pt x="925" y="192"/>
                </a:lnTo>
                <a:lnTo>
                  <a:pt x="926" y="193"/>
                </a:lnTo>
                <a:lnTo>
                  <a:pt x="927" y="192"/>
                </a:lnTo>
                <a:lnTo>
                  <a:pt x="928" y="192"/>
                </a:lnTo>
                <a:lnTo>
                  <a:pt x="928" y="193"/>
                </a:lnTo>
                <a:lnTo>
                  <a:pt x="928" y="194"/>
                </a:lnTo>
                <a:lnTo>
                  <a:pt x="929" y="194"/>
                </a:lnTo>
                <a:lnTo>
                  <a:pt x="930" y="194"/>
                </a:lnTo>
                <a:lnTo>
                  <a:pt x="931" y="194"/>
                </a:lnTo>
                <a:lnTo>
                  <a:pt x="931" y="193"/>
                </a:lnTo>
                <a:lnTo>
                  <a:pt x="932" y="193"/>
                </a:lnTo>
                <a:lnTo>
                  <a:pt x="933" y="194"/>
                </a:lnTo>
                <a:lnTo>
                  <a:pt x="934" y="194"/>
                </a:lnTo>
                <a:lnTo>
                  <a:pt x="935" y="194"/>
                </a:lnTo>
                <a:lnTo>
                  <a:pt x="936" y="193"/>
                </a:lnTo>
                <a:lnTo>
                  <a:pt x="936" y="194"/>
                </a:lnTo>
                <a:lnTo>
                  <a:pt x="937" y="194"/>
                </a:lnTo>
                <a:lnTo>
                  <a:pt x="937" y="195"/>
                </a:lnTo>
                <a:lnTo>
                  <a:pt x="938" y="196"/>
                </a:lnTo>
                <a:lnTo>
                  <a:pt x="938" y="197"/>
                </a:lnTo>
                <a:lnTo>
                  <a:pt x="940" y="197"/>
                </a:lnTo>
                <a:lnTo>
                  <a:pt x="940" y="196"/>
                </a:lnTo>
                <a:lnTo>
                  <a:pt x="941" y="196"/>
                </a:lnTo>
                <a:lnTo>
                  <a:pt x="942" y="196"/>
                </a:lnTo>
                <a:lnTo>
                  <a:pt x="942" y="197"/>
                </a:lnTo>
                <a:lnTo>
                  <a:pt x="943" y="197"/>
                </a:lnTo>
                <a:lnTo>
                  <a:pt x="943" y="196"/>
                </a:lnTo>
                <a:lnTo>
                  <a:pt x="944" y="196"/>
                </a:lnTo>
                <a:lnTo>
                  <a:pt x="945" y="196"/>
                </a:lnTo>
                <a:lnTo>
                  <a:pt x="946" y="197"/>
                </a:lnTo>
                <a:lnTo>
                  <a:pt x="947" y="197"/>
                </a:lnTo>
                <a:lnTo>
                  <a:pt x="948" y="198"/>
                </a:lnTo>
                <a:lnTo>
                  <a:pt x="949" y="199"/>
                </a:lnTo>
                <a:lnTo>
                  <a:pt x="950" y="199"/>
                </a:lnTo>
                <a:lnTo>
                  <a:pt x="950" y="200"/>
                </a:lnTo>
                <a:lnTo>
                  <a:pt x="950" y="201"/>
                </a:lnTo>
                <a:lnTo>
                  <a:pt x="951" y="202"/>
                </a:lnTo>
                <a:lnTo>
                  <a:pt x="951" y="203"/>
                </a:lnTo>
                <a:lnTo>
                  <a:pt x="952" y="203"/>
                </a:lnTo>
                <a:lnTo>
                  <a:pt x="953" y="203"/>
                </a:lnTo>
                <a:lnTo>
                  <a:pt x="954" y="203"/>
                </a:lnTo>
                <a:lnTo>
                  <a:pt x="955" y="202"/>
                </a:lnTo>
                <a:lnTo>
                  <a:pt x="956" y="201"/>
                </a:lnTo>
                <a:lnTo>
                  <a:pt x="957" y="200"/>
                </a:lnTo>
                <a:lnTo>
                  <a:pt x="957" y="199"/>
                </a:lnTo>
                <a:lnTo>
                  <a:pt x="958" y="198"/>
                </a:lnTo>
                <a:lnTo>
                  <a:pt x="958" y="199"/>
                </a:lnTo>
                <a:lnTo>
                  <a:pt x="959" y="199"/>
                </a:lnTo>
                <a:lnTo>
                  <a:pt x="961" y="199"/>
                </a:lnTo>
                <a:lnTo>
                  <a:pt x="962" y="199"/>
                </a:lnTo>
                <a:lnTo>
                  <a:pt x="962" y="198"/>
                </a:lnTo>
                <a:lnTo>
                  <a:pt x="963" y="198"/>
                </a:lnTo>
                <a:lnTo>
                  <a:pt x="964" y="197"/>
                </a:lnTo>
                <a:lnTo>
                  <a:pt x="965" y="197"/>
                </a:lnTo>
                <a:lnTo>
                  <a:pt x="966" y="197"/>
                </a:lnTo>
                <a:lnTo>
                  <a:pt x="966" y="196"/>
                </a:lnTo>
                <a:lnTo>
                  <a:pt x="967" y="196"/>
                </a:lnTo>
                <a:lnTo>
                  <a:pt x="968" y="196"/>
                </a:lnTo>
                <a:lnTo>
                  <a:pt x="968" y="197"/>
                </a:lnTo>
                <a:lnTo>
                  <a:pt x="969" y="197"/>
                </a:lnTo>
                <a:lnTo>
                  <a:pt x="969" y="196"/>
                </a:lnTo>
                <a:lnTo>
                  <a:pt x="970" y="196"/>
                </a:lnTo>
                <a:lnTo>
                  <a:pt x="970" y="195"/>
                </a:lnTo>
                <a:lnTo>
                  <a:pt x="971" y="195"/>
                </a:lnTo>
                <a:lnTo>
                  <a:pt x="971" y="194"/>
                </a:lnTo>
                <a:lnTo>
                  <a:pt x="972" y="194"/>
                </a:lnTo>
                <a:lnTo>
                  <a:pt x="973" y="195"/>
                </a:lnTo>
                <a:lnTo>
                  <a:pt x="974" y="195"/>
                </a:lnTo>
                <a:lnTo>
                  <a:pt x="976" y="195"/>
                </a:lnTo>
                <a:lnTo>
                  <a:pt x="977" y="195"/>
                </a:lnTo>
                <a:lnTo>
                  <a:pt x="977" y="194"/>
                </a:lnTo>
                <a:lnTo>
                  <a:pt x="977" y="195"/>
                </a:lnTo>
                <a:lnTo>
                  <a:pt x="978" y="195"/>
                </a:lnTo>
                <a:lnTo>
                  <a:pt x="979" y="194"/>
                </a:lnTo>
                <a:lnTo>
                  <a:pt x="980" y="193"/>
                </a:lnTo>
                <a:lnTo>
                  <a:pt x="981" y="193"/>
                </a:lnTo>
                <a:lnTo>
                  <a:pt x="981" y="192"/>
                </a:lnTo>
                <a:lnTo>
                  <a:pt x="982" y="192"/>
                </a:lnTo>
                <a:lnTo>
                  <a:pt x="984" y="191"/>
                </a:lnTo>
                <a:lnTo>
                  <a:pt x="984" y="190"/>
                </a:lnTo>
                <a:lnTo>
                  <a:pt x="985" y="190"/>
                </a:lnTo>
                <a:lnTo>
                  <a:pt x="985" y="189"/>
                </a:lnTo>
                <a:lnTo>
                  <a:pt x="986" y="189"/>
                </a:lnTo>
                <a:lnTo>
                  <a:pt x="986" y="188"/>
                </a:lnTo>
                <a:lnTo>
                  <a:pt x="987" y="189"/>
                </a:lnTo>
                <a:lnTo>
                  <a:pt x="988" y="189"/>
                </a:lnTo>
                <a:lnTo>
                  <a:pt x="990" y="189"/>
                </a:lnTo>
                <a:lnTo>
                  <a:pt x="991" y="189"/>
                </a:lnTo>
                <a:lnTo>
                  <a:pt x="992" y="189"/>
                </a:lnTo>
                <a:lnTo>
                  <a:pt x="992" y="190"/>
                </a:lnTo>
                <a:lnTo>
                  <a:pt x="992" y="191"/>
                </a:lnTo>
                <a:lnTo>
                  <a:pt x="992" y="192"/>
                </a:lnTo>
                <a:lnTo>
                  <a:pt x="991" y="192"/>
                </a:lnTo>
                <a:lnTo>
                  <a:pt x="992" y="193"/>
                </a:lnTo>
                <a:lnTo>
                  <a:pt x="993" y="193"/>
                </a:lnTo>
                <a:lnTo>
                  <a:pt x="993" y="192"/>
                </a:lnTo>
                <a:lnTo>
                  <a:pt x="995" y="192"/>
                </a:lnTo>
                <a:lnTo>
                  <a:pt x="996" y="192"/>
                </a:lnTo>
                <a:lnTo>
                  <a:pt x="996" y="193"/>
                </a:lnTo>
                <a:lnTo>
                  <a:pt x="996" y="192"/>
                </a:lnTo>
                <a:lnTo>
                  <a:pt x="998" y="192"/>
                </a:lnTo>
                <a:lnTo>
                  <a:pt x="998" y="191"/>
                </a:lnTo>
                <a:lnTo>
                  <a:pt x="999" y="190"/>
                </a:lnTo>
                <a:lnTo>
                  <a:pt x="1000" y="190"/>
                </a:lnTo>
                <a:lnTo>
                  <a:pt x="1001" y="190"/>
                </a:lnTo>
                <a:lnTo>
                  <a:pt x="1002" y="190"/>
                </a:lnTo>
                <a:lnTo>
                  <a:pt x="1002" y="191"/>
                </a:lnTo>
                <a:lnTo>
                  <a:pt x="1003" y="191"/>
                </a:lnTo>
                <a:lnTo>
                  <a:pt x="1004" y="190"/>
                </a:lnTo>
                <a:lnTo>
                  <a:pt x="1004" y="191"/>
                </a:lnTo>
                <a:lnTo>
                  <a:pt x="1005" y="191"/>
                </a:lnTo>
                <a:lnTo>
                  <a:pt x="1005" y="192"/>
                </a:lnTo>
                <a:lnTo>
                  <a:pt x="1006" y="193"/>
                </a:lnTo>
                <a:lnTo>
                  <a:pt x="1008" y="192"/>
                </a:lnTo>
                <a:lnTo>
                  <a:pt x="1009" y="192"/>
                </a:lnTo>
                <a:lnTo>
                  <a:pt x="1009" y="191"/>
                </a:lnTo>
                <a:lnTo>
                  <a:pt x="1011" y="191"/>
                </a:lnTo>
                <a:lnTo>
                  <a:pt x="1012" y="191"/>
                </a:lnTo>
                <a:lnTo>
                  <a:pt x="1012" y="192"/>
                </a:lnTo>
                <a:lnTo>
                  <a:pt x="1013" y="192"/>
                </a:lnTo>
                <a:lnTo>
                  <a:pt x="1013" y="191"/>
                </a:lnTo>
                <a:lnTo>
                  <a:pt x="1015" y="191"/>
                </a:lnTo>
                <a:lnTo>
                  <a:pt x="1015" y="190"/>
                </a:lnTo>
                <a:lnTo>
                  <a:pt x="1016" y="190"/>
                </a:lnTo>
                <a:lnTo>
                  <a:pt x="1016" y="191"/>
                </a:lnTo>
                <a:lnTo>
                  <a:pt x="1018" y="191"/>
                </a:lnTo>
                <a:lnTo>
                  <a:pt x="1018" y="192"/>
                </a:lnTo>
                <a:lnTo>
                  <a:pt x="1019" y="192"/>
                </a:lnTo>
                <a:lnTo>
                  <a:pt x="1020" y="191"/>
                </a:lnTo>
                <a:lnTo>
                  <a:pt x="1021" y="192"/>
                </a:lnTo>
                <a:lnTo>
                  <a:pt x="1022" y="192"/>
                </a:lnTo>
                <a:lnTo>
                  <a:pt x="1022" y="193"/>
                </a:lnTo>
                <a:lnTo>
                  <a:pt x="1022" y="194"/>
                </a:lnTo>
                <a:lnTo>
                  <a:pt x="1021" y="194"/>
                </a:lnTo>
                <a:lnTo>
                  <a:pt x="1021" y="195"/>
                </a:lnTo>
                <a:lnTo>
                  <a:pt x="1021" y="196"/>
                </a:lnTo>
                <a:lnTo>
                  <a:pt x="1021" y="197"/>
                </a:lnTo>
                <a:lnTo>
                  <a:pt x="1022" y="197"/>
                </a:lnTo>
                <a:lnTo>
                  <a:pt x="1023" y="197"/>
                </a:lnTo>
                <a:lnTo>
                  <a:pt x="1024" y="197"/>
                </a:lnTo>
                <a:lnTo>
                  <a:pt x="1025" y="198"/>
                </a:lnTo>
                <a:lnTo>
                  <a:pt x="1025" y="199"/>
                </a:lnTo>
                <a:lnTo>
                  <a:pt x="1025" y="200"/>
                </a:lnTo>
                <a:lnTo>
                  <a:pt x="1024" y="200"/>
                </a:lnTo>
                <a:lnTo>
                  <a:pt x="1024" y="201"/>
                </a:lnTo>
                <a:lnTo>
                  <a:pt x="1024" y="202"/>
                </a:lnTo>
                <a:lnTo>
                  <a:pt x="1025" y="203"/>
                </a:lnTo>
                <a:lnTo>
                  <a:pt x="1025" y="204"/>
                </a:lnTo>
                <a:lnTo>
                  <a:pt x="1025" y="205"/>
                </a:lnTo>
                <a:lnTo>
                  <a:pt x="1026" y="206"/>
                </a:lnTo>
                <a:lnTo>
                  <a:pt x="1025" y="206"/>
                </a:lnTo>
                <a:lnTo>
                  <a:pt x="1025" y="207"/>
                </a:lnTo>
                <a:lnTo>
                  <a:pt x="1025" y="208"/>
                </a:lnTo>
                <a:lnTo>
                  <a:pt x="1024" y="208"/>
                </a:lnTo>
                <a:lnTo>
                  <a:pt x="1024" y="209"/>
                </a:lnTo>
                <a:lnTo>
                  <a:pt x="1024" y="210"/>
                </a:lnTo>
                <a:lnTo>
                  <a:pt x="1024" y="211"/>
                </a:lnTo>
                <a:lnTo>
                  <a:pt x="1023" y="212"/>
                </a:lnTo>
                <a:lnTo>
                  <a:pt x="1022" y="213"/>
                </a:lnTo>
                <a:lnTo>
                  <a:pt x="1023" y="213"/>
                </a:lnTo>
                <a:lnTo>
                  <a:pt x="1023" y="214"/>
                </a:lnTo>
                <a:lnTo>
                  <a:pt x="1024" y="214"/>
                </a:lnTo>
                <a:lnTo>
                  <a:pt x="1025" y="215"/>
                </a:lnTo>
                <a:lnTo>
                  <a:pt x="1026" y="215"/>
                </a:lnTo>
                <a:lnTo>
                  <a:pt x="1027" y="216"/>
                </a:lnTo>
                <a:lnTo>
                  <a:pt x="1026" y="216"/>
                </a:lnTo>
                <a:lnTo>
                  <a:pt x="1026" y="217"/>
                </a:lnTo>
                <a:lnTo>
                  <a:pt x="1027" y="217"/>
                </a:lnTo>
                <a:lnTo>
                  <a:pt x="1027" y="218"/>
                </a:lnTo>
                <a:lnTo>
                  <a:pt x="1027" y="217"/>
                </a:lnTo>
                <a:lnTo>
                  <a:pt x="1028" y="218"/>
                </a:lnTo>
                <a:lnTo>
                  <a:pt x="1027" y="218"/>
                </a:lnTo>
                <a:lnTo>
                  <a:pt x="1027" y="219"/>
                </a:lnTo>
                <a:lnTo>
                  <a:pt x="1028" y="219"/>
                </a:lnTo>
                <a:lnTo>
                  <a:pt x="1028" y="220"/>
                </a:lnTo>
                <a:lnTo>
                  <a:pt x="1028" y="219"/>
                </a:lnTo>
                <a:lnTo>
                  <a:pt x="1029" y="219"/>
                </a:lnTo>
                <a:lnTo>
                  <a:pt x="1030" y="220"/>
                </a:lnTo>
                <a:lnTo>
                  <a:pt x="1032" y="220"/>
                </a:lnTo>
                <a:lnTo>
                  <a:pt x="1033" y="219"/>
                </a:lnTo>
                <a:lnTo>
                  <a:pt x="1033" y="220"/>
                </a:lnTo>
                <a:lnTo>
                  <a:pt x="1034" y="221"/>
                </a:lnTo>
                <a:lnTo>
                  <a:pt x="1035" y="221"/>
                </a:lnTo>
                <a:lnTo>
                  <a:pt x="1036" y="222"/>
                </a:lnTo>
                <a:lnTo>
                  <a:pt x="1035" y="222"/>
                </a:lnTo>
                <a:lnTo>
                  <a:pt x="1035" y="223"/>
                </a:lnTo>
                <a:lnTo>
                  <a:pt x="1036" y="224"/>
                </a:lnTo>
                <a:lnTo>
                  <a:pt x="1037" y="225"/>
                </a:lnTo>
                <a:lnTo>
                  <a:pt x="1038" y="225"/>
                </a:lnTo>
                <a:lnTo>
                  <a:pt x="1039" y="225"/>
                </a:lnTo>
                <a:lnTo>
                  <a:pt x="1039" y="226"/>
                </a:lnTo>
                <a:lnTo>
                  <a:pt x="1040" y="227"/>
                </a:lnTo>
                <a:lnTo>
                  <a:pt x="1040" y="228"/>
                </a:lnTo>
                <a:lnTo>
                  <a:pt x="1041" y="227"/>
                </a:lnTo>
                <a:lnTo>
                  <a:pt x="1042" y="228"/>
                </a:lnTo>
                <a:lnTo>
                  <a:pt x="1043" y="228"/>
                </a:lnTo>
                <a:lnTo>
                  <a:pt x="1043" y="227"/>
                </a:lnTo>
                <a:lnTo>
                  <a:pt x="1042" y="226"/>
                </a:lnTo>
                <a:lnTo>
                  <a:pt x="1043" y="226"/>
                </a:lnTo>
                <a:lnTo>
                  <a:pt x="1044" y="226"/>
                </a:lnTo>
                <a:lnTo>
                  <a:pt x="1044" y="225"/>
                </a:lnTo>
                <a:lnTo>
                  <a:pt x="1044" y="224"/>
                </a:lnTo>
                <a:lnTo>
                  <a:pt x="1044" y="223"/>
                </a:lnTo>
                <a:lnTo>
                  <a:pt x="1045" y="223"/>
                </a:lnTo>
                <a:lnTo>
                  <a:pt x="1045" y="222"/>
                </a:lnTo>
                <a:lnTo>
                  <a:pt x="1044" y="222"/>
                </a:lnTo>
                <a:lnTo>
                  <a:pt x="1044" y="221"/>
                </a:lnTo>
                <a:lnTo>
                  <a:pt x="1045" y="221"/>
                </a:lnTo>
                <a:lnTo>
                  <a:pt x="1046" y="220"/>
                </a:lnTo>
                <a:lnTo>
                  <a:pt x="1046" y="219"/>
                </a:lnTo>
                <a:lnTo>
                  <a:pt x="1046" y="218"/>
                </a:lnTo>
                <a:lnTo>
                  <a:pt x="1047" y="217"/>
                </a:lnTo>
                <a:lnTo>
                  <a:pt x="1048" y="217"/>
                </a:lnTo>
                <a:lnTo>
                  <a:pt x="1050" y="216"/>
                </a:lnTo>
                <a:lnTo>
                  <a:pt x="1051" y="216"/>
                </a:lnTo>
                <a:lnTo>
                  <a:pt x="1051" y="215"/>
                </a:lnTo>
                <a:lnTo>
                  <a:pt x="1052" y="215"/>
                </a:lnTo>
                <a:lnTo>
                  <a:pt x="1053" y="214"/>
                </a:lnTo>
                <a:lnTo>
                  <a:pt x="1053" y="213"/>
                </a:lnTo>
                <a:lnTo>
                  <a:pt x="1054" y="213"/>
                </a:lnTo>
                <a:lnTo>
                  <a:pt x="1054" y="212"/>
                </a:lnTo>
                <a:lnTo>
                  <a:pt x="1054" y="211"/>
                </a:lnTo>
                <a:lnTo>
                  <a:pt x="1055" y="212"/>
                </a:lnTo>
                <a:lnTo>
                  <a:pt x="1056" y="212"/>
                </a:lnTo>
                <a:lnTo>
                  <a:pt x="1057" y="212"/>
                </a:lnTo>
                <a:lnTo>
                  <a:pt x="1059" y="213"/>
                </a:lnTo>
                <a:lnTo>
                  <a:pt x="1060" y="213"/>
                </a:lnTo>
                <a:lnTo>
                  <a:pt x="1060" y="212"/>
                </a:lnTo>
                <a:lnTo>
                  <a:pt x="1060" y="213"/>
                </a:lnTo>
                <a:lnTo>
                  <a:pt x="1060" y="215"/>
                </a:lnTo>
                <a:lnTo>
                  <a:pt x="1060" y="216"/>
                </a:lnTo>
                <a:lnTo>
                  <a:pt x="1060" y="217"/>
                </a:lnTo>
                <a:lnTo>
                  <a:pt x="1060" y="218"/>
                </a:lnTo>
                <a:lnTo>
                  <a:pt x="1060" y="220"/>
                </a:lnTo>
                <a:lnTo>
                  <a:pt x="1062" y="221"/>
                </a:lnTo>
                <a:lnTo>
                  <a:pt x="1063" y="221"/>
                </a:lnTo>
                <a:lnTo>
                  <a:pt x="1064" y="222"/>
                </a:lnTo>
                <a:lnTo>
                  <a:pt x="1064" y="223"/>
                </a:lnTo>
                <a:lnTo>
                  <a:pt x="1064" y="224"/>
                </a:lnTo>
                <a:lnTo>
                  <a:pt x="1063" y="225"/>
                </a:lnTo>
                <a:lnTo>
                  <a:pt x="1063" y="226"/>
                </a:lnTo>
                <a:lnTo>
                  <a:pt x="1064" y="226"/>
                </a:lnTo>
                <a:lnTo>
                  <a:pt x="1064" y="227"/>
                </a:lnTo>
                <a:lnTo>
                  <a:pt x="1065" y="227"/>
                </a:lnTo>
                <a:lnTo>
                  <a:pt x="1065" y="226"/>
                </a:lnTo>
                <a:lnTo>
                  <a:pt x="1066" y="226"/>
                </a:lnTo>
                <a:lnTo>
                  <a:pt x="1067" y="226"/>
                </a:lnTo>
                <a:lnTo>
                  <a:pt x="1067" y="227"/>
                </a:lnTo>
                <a:lnTo>
                  <a:pt x="1068" y="228"/>
                </a:lnTo>
                <a:lnTo>
                  <a:pt x="1068" y="229"/>
                </a:lnTo>
                <a:lnTo>
                  <a:pt x="1069" y="229"/>
                </a:lnTo>
                <a:lnTo>
                  <a:pt x="1069" y="230"/>
                </a:lnTo>
                <a:lnTo>
                  <a:pt x="1070" y="230"/>
                </a:lnTo>
                <a:lnTo>
                  <a:pt x="1071" y="231"/>
                </a:lnTo>
                <a:lnTo>
                  <a:pt x="1072" y="231"/>
                </a:lnTo>
                <a:lnTo>
                  <a:pt x="1073" y="230"/>
                </a:lnTo>
                <a:lnTo>
                  <a:pt x="1074" y="230"/>
                </a:lnTo>
                <a:lnTo>
                  <a:pt x="1075" y="229"/>
                </a:lnTo>
                <a:lnTo>
                  <a:pt x="1076" y="229"/>
                </a:lnTo>
                <a:lnTo>
                  <a:pt x="1077" y="228"/>
                </a:lnTo>
                <a:lnTo>
                  <a:pt x="1078" y="228"/>
                </a:lnTo>
                <a:lnTo>
                  <a:pt x="1079" y="227"/>
                </a:lnTo>
                <a:lnTo>
                  <a:pt x="1080" y="227"/>
                </a:lnTo>
                <a:lnTo>
                  <a:pt x="1080" y="228"/>
                </a:lnTo>
                <a:lnTo>
                  <a:pt x="1081" y="228"/>
                </a:lnTo>
                <a:lnTo>
                  <a:pt x="1082" y="228"/>
                </a:lnTo>
                <a:lnTo>
                  <a:pt x="1083" y="228"/>
                </a:lnTo>
                <a:lnTo>
                  <a:pt x="1084" y="227"/>
                </a:lnTo>
                <a:lnTo>
                  <a:pt x="1084" y="228"/>
                </a:lnTo>
                <a:lnTo>
                  <a:pt x="1085" y="228"/>
                </a:lnTo>
                <a:lnTo>
                  <a:pt x="1086" y="229"/>
                </a:lnTo>
                <a:lnTo>
                  <a:pt x="1087" y="229"/>
                </a:lnTo>
                <a:lnTo>
                  <a:pt x="1087" y="230"/>
                </a:lnTo>
                <a:lnTo>
                  <a:pt x="1088" y="230"/>
                </a:lnTo>
                <a:lnTo>
                  <a:pt x="1088" y="231"/>
                </a:lnTo>
                <a:lnTo>
                  <a:pt x="1089" y="232"/>
                </a:lnTo>
                <a:lnTo>
                  <a:pt x="1089" y="233"/>
                </a:lnTo>
                <a:lnTo>
                  <a:pt x="1088" y="233"/>
                </a:lnTo>
                <a:lnTo>
                  <a:pt x="1089" y="234"/>
                </a:lnTo>
                <a:lnTo>
                  <a:pt x="1089" y="236"/>
                </a:lnTo>
                <a:lnTo>
                  <a:pt x="1090" y="237"/>
                </a:lnTo>
                <a:lnTo>
                  <a:pt x="1091" y="237"/>
                </a:lnTo>
                <a:lnTo>
                  <a:pt x="1092" y="237"/>
                </a:lnTo>
                <a:lnTo>
                  <a:pt x="1093" y="237"/>
                </a:lnTo>
                <a:lnTo>
                  <a:pt x="1094" y="237"/>
                </a:lnTo>
                <a:lnTo>
                  <a:pt x="1095" y="236"/>
                </a:lnTo>
                <a:lnTo>
                  <a:pt x="1095" y="237"/>
                </a:lnTo>
                <a:lnTo>
                  <a:pt x="1095" y="238"/>
                </a:lnTo>
                <a:lnTo>
                  <a:pt x="1096" y="238"/>
                </a:lnTo>
                <a:lnTo>
                  <a:pt x="1096" y="239"/>
                </a:lnTo>
                <a:lnTo>
                  <a:pt x="1097" y="240"/>
                </a:lnTo>
                <a:lnTo>
                  <a:pt x="1097" y="241"/>
                </a:lnTo>
                <a:lnTo>
                  <a:pt x="1098" y="242"/>
                </a:lnTo>
                <a:lnTo>
                  <a:pt x="1098" y="243"/>
                </a:lnTo>
                <a:lnTo>
                  <a:pt x="1099" y="243"/>
                </a:lnTo>
                <a:lnTo>
                  <a:pt x="1099" y="244"/>
                </a:lnTo>
                <a:lnTo>
                  <a:pt x="1100" y="244"/>
                </a:lnTo>
                <a:lnTo>
                  <a:pt x="1100" y="245"/>
                </a:lnTo>
                <a:lnTo>
                  <a:pt x="1101" y="246"/>
                </a:lnTo>
                <a:lnTo>
                  <a:pt x="1101" y="247"/>
                </a:lnTo>
                <a:lnTo>
                  <a:pt x="1102" y="248"/>
                </a:lnTo>
                <a:lnTo>
                  <a:pt x="1102" y="249"/>
                </a:lnTo>
                <a:lnTo>
                  <a:pt x="1103" y="249"/>
                </a:lnTo>
                <a:lnTo>
                  <a:pt x="1103" y="250"/>
                </a:lnTo>
                <a:lnTo>
                  <a:pt x="1104" y="250"/>
                </a:lnTo>
                <a:lnTo>
                  <a:pt x="1104" y="251"/>
                </a:lnTo>
                <a:lnTo>
                  <a:pt x="1105" y="251"/>
                </a:lnTo>
                <a:lnTo>
                  <a:pt x="1106" y="252"/>
                </a:lnTo>
                <a:lnTo>
                  <a:pt x="1107" y="252"/>
                </a:lnTo>
                <a:lnTo>
                  <a:pt x="1108" y="253"/>
                </a:lnTo>
                <a:lnTo>
                  <a:pt x="1109" y="251"/>
                </a:lnTo>
                <a:lnTo>
                  <a:pt x="1111" y="252"/>
                </a:lnTo>
                <a:lnTo>
                  <a:pt x="1112" y="253"/>
                </a:lnTo>
                <a:lnTo>
                  <a:pt x="1113" y="253"/>
                </a:lnTo>
                <a:lnTo>
                  <a:pt x="1114" y="254"/>
                </a:lnTo>
                <a:lnTo>
                  <a:pt x="1114" y="255"/>
                </a:lnTo>
                <a:lnTo>
                  <a:pt x="1116" y="257"/>
                </a:lnTo>
                <a:lnTo>
                  <a:pt x="1117" y="257"/>
                </a:lnTo>
                <a:lnTo>
                  <a:pt x="1118" y="259"/>
                </a:lnTo>
                <a:lnTo>
                  <a:pt x="1119" y="259"/>
                </a:lnTo>
                <a:lnTo>
                  <a:pt x="1120" y="259"/>
                </a:lnTo>
                <a:lnTo>
                  <a:pt x="1121" y="258"/>
                </a:lnTo>
                <a:lnTo>
                  <a:pt x="1121" y="257"/>
                </a:lnTo>
                <a:lnTo>
                  <a:pt x="1122" y="257"/>
                </a:lnTo>
                <a:lnTo>
                  <a:pt x="1123" y="256"/>
                </a:lnTo>
                <a:lnTo>
                  <a:pt x="1123" y="255"/>
                </a:lnTo>
                <a:lnTo>
                  <a:pt x="1123" y="254"/>
                </a:lnTo>
                <a:lnTo>
                  <a:pt x="1123" y="253"/>
                </a:lnTo>
                <a:lnTo>
                  <a:pt x="1123" y="252"/>
                </a:lnTo>
                <a:lnTo>
                  <a:pt x="1123" y="251"/>
                </a:lnTo>
                <a:lnTo>
                  <a:pt x="1124" y="250"/>
                </a:lnTo>
                <a:lnTo>
                  <a:pt x="1125" y="251"/>
                </a:lnTo>
                <a:lnTo>
                  <a:pt x="1126" y="251"/>
                </a:lnTo>
                <a:lnTo>
                  <a:pt x="1127" y="251"/>
                </a:lnTo>
                <a:lnTo>
                  <a:pt x="1127" y="250"/>
                </a:lnTo>
                <a:lnTo>
                  <a:pt x="1128" y="250"/>
                </a:lnTo>
                <a:lnTo>
                  <a:pt x="1128" y="249"/>
                </a:lnTo>
                <a:lnTo>
                  <a:pt x="1129" y="249"/>
                </a:lnTo>
                <a:lnTo>
                  <a:pt x="1130" y="249"/>
                </a:lnTo>
                <a:lnTo>
                  <a:pt x="1131" y="249"/>
                </a:lnTo>
                <a:lnTo>
                  <a:pt x="1132" y="250"/>
                </a:lnTo>
                <a:lnTo>
                  <a:pt x="1133" y="250"/>
                </a:lnTo>
                <a:lnTo>
                  <a:pt x="1134" y="250"/>
                </a:lnTo>
                <a:lnTo>
                  <a:pt x="1134" y="251"/>
                </a:lnTo>
                <a:lnTo>
                  <a:pt x="1136" y="251"/>
                </a:lnTo>
                <a:lnTo>
                  <a:pt x="1136" y="250"/>
                </a:lnTo>
                <a:lnTo>
                  <a:pt x="1137" y="249"/>
                </a:lnTo>
                <a:lnTo>
                  <a:pt x="1137" y="248"/>
                </a:lnTo>
                <a:lnTo>
                  <a:pt x="1138" y="248"/>
                </a:lnTo>
                <a:lnTo>
                  <a:pt x="1138" y="249"/>
                </a:lnTo>
                <a:lnTo>
                  <a:pt x="1139" y="249"/>
                </a:lnTo>
                <a:lnTo>
                  <a:pt x="1139" y="250"/>
                </a:lnTo>
                <a:lnTo>
                  <a:pt x="1140" y="250"/>
                </a:lnTo>
                <a:lnTo>
                  <a:pt x="1141" y="250"/>
                </a:lnTo>
                <a:lnTo>
                  <a:pt x="1141" y="249"/>
                </a:lnTo>
                <a:lnTo>
                  <a:pt x="1141" y="248"/>
                </a:lnTo>
                <a:lnTo>
                  <a:pt x="1142" y="248"/>
                </a:lnTo>
                <a:lnTo>
                  <a:pt x="1143" y="248"/>
                </a:lnTo>
                <a:lnTo>
                  <a:pt x="1143" y="247"/>
                </a:lnTo>
                <a:lnTo>
                  <a:pt x="1143" y="246"/>
                </a:lnTo>
                <a:lnTo>
                  <a:pt x="1144" y="246"/>
                </a:lnTo>
                <a:lnTo>
                  <a:pt x="1145" y="245"/>
                </a:lnTo>
                <a:lnTo>
                  <a:pt x="1146" y="244"/>
                </a:lnTo>
                <a:lnTo>
                  <a:pt x="1147" y="244"/>
                </a:lnTo>
                <a:lnTo>
                  <a:pt x="1148" y="245"/>
                </a:lnTo>
                <a:lnTo>
                  <a:pt x="1148" y="246"/>
                </a:lnTo>
                <a:lnTo>
                  <a:pt x="1149" y="246"/>
                </a:lnTo>
                <a:lnTo>
                  <a:pt x="1150" y="246"/>
                </a:lnTo>
                <a:lnTo>
                  <a:pt x="1151" y="247"/>
                </a:lnTo>
                <a:lnTo>
                  <a:pt x="1152" y="248"/>
                </a:lnTo>
                <a:lnTo>
                  <a:pt x="1153" y="248"/>
                </a:lnTo>
                <a:lnTo>
                  <a:pt x="1153" y="249"/>
                </a:lnTo>
                <a:lnTo>
                  <a:pt x="1156" y="249"/>
                </a:lnTo>
                <a:lnTo>
                  <a:pt x="1156" y="248"/>
                </a:lnTo>
                <a:lnTo>
                  <a:pt x="1157" y="248"/>
                </a:lnTo>
                <a:lnTo>
                  <a:pt x="1158" y="246"/>
                </a:lnTo>
                <a:lnTo>
                  <a:pt x="1159" y="246"/>
                </a:lnTo>
                <a:lnTo>
                  <a:pt x="1160" y="246"/>
                </a:lnTo>
                <a:lnTo>
                  <a:pt x="1161" y="246"/>
                </a:lnTo>
                <a:lnTo>
                  <a:pt x="1162" y="246"/>
                </a:lnTo>
                <a:lnTo>
                  <a:pt x="1162" y="245"/>
                </a:lnTo>
                <a:lnTo>
                  <a:pt x="1163" y="245"/>
                </a:lnTo>
                <a:lnTo>
                  <a:pt x="1163" y="246"/>
                </a:lnTo>
                <a:lnTo>
                  <a:pt x="1164" y="246"/>
                </a:lnTo>
                <a:lnTo>
                  <a:pt x="1165" y="246"/>
                </a:lnTo>
                <a:lnTo>
                  <a:pt x="1165" y="245"/>
                </a:lnTo>
                <a:lnTo>
                  <a:pt x="1166" y="245"/>
                </a:lnTo>
                <a:lnTo>
                  <a:pt x="1167" y="245"/>
                </a:lnTo>
                <a:lnTo>
                  <a:pt x="1168" y="246"/>
                </a:lnTo>
                <a:lnTo>
                  <a:pt x="1169" y="245"/>
                </a:lnTo>
                <a:lnTo>
                  <a:pt x="1170" y="245"/>
                </a:lnTo>
                <a:lnTo>
                  <a:pt x="1170" y="244"/>
                </a:lnTo>
                <a:lnTo>
                  <a:pt x="1171" y="245"/>
                </a:lnTo>
                <a:lnTo>
                  <a:pt x="1172" y="245"/>
                </a:lnTo>
                <a:lnTo>
                  <a:pt x="1172" y="246"/>
                </a:lnTo>
                <a:lnTo>
                  <a:pt x="1172" y="247"/>
                </a:lnTo>
                <a:lnTo>
                  <a:pt x="1173" y="247"/>
                </a:lnTo>
                <a:lnTo>
                  <a:pt x="1174" y="247"/>
                </a:lnTo>
                <a:lnTo>
                  <a:pt x="1174" y="248"/>
                </a:lnTo>
                <a:lnTo>
                  <a:pt x="1174" y="249"/>
                </a:lnTo>
                <a:lnTo>
                  <a:pt x="1175" y="249"/>
                </a:lnTo>
                <a:lnTo>
                  <a:pt x="1175" y="251"/>
                </a:lnTo>
                <a:lnTo>
                  <a:pt x="1174" y="251"/>
                </a:lnTo>
                <a:lnTo>
                  <a:pt x="1174" y="252"/>
                </a:lnTo>
                <a:lnTo>
                  <a:pt x="1174" y="253"/>
                </a:lnTo>
                <a:lnTo>
                  <a:pt x="1173" y="253"/>
                </a:lnTo>
                <a:lnTo>
                  <a:pt x="1173" y="254"/>
                </a:lnTo>
                <a:lnTo>
                  <a:pt x="1172" y="254"/>
                </a:lnTo>
                <a:lnTo>
                  <a:pt x="1172" y="255"/>
                </a:lnTo>
                <a:lnTo>
                  <a:pt x="1171" y="255"/>
                </a:lnTo>
                <a:lnTo>
                  <a:pt x="1170" y="255"/>
                </a:lnTo>
                <a:lnTo>
                  <a:pt x="1169" y="255"/>
                </a:lnTo>
                <a:lnTo>
                  <a:pt x="1168" y="254"/>
                </a:lnTo>
                <a:lnTo>
                  <a:pt x="1167" y="254"/>
                </a:lnTo>
                <a:lnTo>
                  <a:pt x="1166" y="254"/>
                </a:lnTo>
                <a:lnTo>
                  <a:pt x="1165" y="254"/>
                </a:lnTo>
                <a:lnTo>
                  <a:pt x="1164" y="254"/>
                </a:lnTo>
                <a:lnTo>
                  <a:pt x="1164" y="253"/>
                </a:lnTo>
                <a:lnTo>
                  <a:pt x="1163" y="253"/>
                </a:lnTo>
                <a:lnTo>
                  <a:pt x="1163" y="254"/>
                </a:lnTo>
                <a:lnTo>
                  <a:pt x="1161" y="255"/>
                </a:lnTo>
                <a:lnTo>
                  <a:pt x="1160" y="256"/>
                </a:lnTo>
                <a:lnTo>
                  <a:pt x="1161" y="257"/>
                </a:lnTo>
                <a:lnTo>
                  <a:pt x="1162" y="258"/>
                </a:lnTo>
                <a:lnTo>
                  <a:pt x="1161" y="258"/>
                </a:lnTo>
                <a:lnTo>
                  <a:pt x="1163" y="259"/>
                </a:lnTo>
                <a:lnTo>
                  <a:pt x="1164" y="260"/>
                </a:lnTo>
                <a:lnTo>
                  <a:pt x="1164" y="261"/>
                </a:lnTo>
                <a:lnTo>
                  <a:pt x="1165" y="262"/>
                </a:lnTo>
                <a:lnTo>
                  <a:pt x="1165" y="263"/>
                </a:lnTo>
                <a:lnTo>
                  <a:pt x="1166" y="263"/>
                </a:lnTo>
                <a:lnTo>
                  <a:pt x="1166" y="264"/>
                </a:lnTo>
                <a:lnTo>
                  <a:pt x="1167" y="265"/>
                </a:lnTo>
                <a:lnTo>
                  <a:pt x="1167" y="266"/>
                </a:lnTo>
                <a:lnTo>
                  <a:pt x="1168" y="266"/>
                </a:lnTo>
                <a:lnTo>
                  <a:pt x="1168" y="268"/>
                </a:lnTo>
                <a:lnTo>
                  <a:pt x="1167" y="269"/>
                </a:lnTo>
                <a:lnTo>
                  <a:pt x="1166" y="269"/>
                </a:lnTo>
                <a:lnTo>
                  <a:pt x="1165" y="269"/>
                </a:lnTo>
                <a:lnTo>
                  <a:pt x="1164" y="268"/>
                </a:lnTo>
                <a:lnTo>
                  <a:pt x="1164" y="269"/>
                </a:lnTo>
                <a:lnTo>
                  <a:pt x="1163" y="269"/>
                </a:lnTo>
                <a:lnTo>
                  <a:pt x="1163" y="268"/>
                </a:lnTo>
                <a:lnTo>
                  <a:pt x="1162" y="268"/>
                </a:lnTo>
                <a:lnTo>
                  <a:pt x="1161" y="268"/>
                </a:lnTo>
                <a:lnTo>
                  <a:pt x="1160" y="267"/>
                </a:lnTo>
                <a:lnTo>
                  <a:pt x="1159" y="268"/>
                </a:lnTo>
                <a:lnTo>
                  <a:pt x="1158" y="268"/>
                </a:lnTo>
                <a:lnTo>
                  <a:pt x="1157" y="269"/>
                </a:lnTo>
                <a:lnTo>
                  <a:pt x="1157" y="270"/>
                </a:lnTo>
                <a:lnTo>
                  <a:pt x="1158" y="270"/>
                </a:lnTo>
                <a:lnTo>
                  <a:pt x="1158" y="271"/>
                </a:lnTo>
                <a:lnTo>
                  <a:pt x="1159" y="271"/>
                </a:lnTo>
                <a:lnTo>
                  <a:pt x="1159" y="272"/>
                </a:lnTo>
                <a:lnTo>
                  <a:pt x="1159" y="273"/>
                </a:lnTo>
                <a:lnTo>
                  <a:pt x="1158" y="273"/>
                </a:lnTo>
                <a:lnTo>
                  <a:pt x="1157" y="273"/>
                </a:lnTo>
                <a:lnTo>
                  <a:pt x="1155" y="275"/>
                </a:lnTo>
                <a:lnTo>
                  <a:pt x="1156" y="275"/>
                </a:lnTo>
                <a:lnTo>
                  <a:pt x="1157" y="276"/>
                </a:lnTo>
                <a:lnTo>
                  <a:pt x="1158" y="276"/>
                </a:lnTo>
                <a:lnTo>
                  <a:pt x="1158" y="277"/>
                </a:lnTo>
                <a:lnTo>
                  <a:pt x="1159" y="277"/>
                </a:lnTo>
                <a:lnTo>
                  <a:pt x="1160" y="278"/>
                </a:lnTo>
                <a:lnTo>
                  <a:pt x="1159" y="279"/>
                </a:lnTo>
                <a:lnTo>
                  <a:pt x="1158" y="279"/>
                </a:lnTo>
                <a:lnTo>
                  <a:pt x="1158" y="280"/>
                </a:lnTo>
                <a:lnTo>
                  <a:pt x="1157" y="279"/>
                </a:lnTo>
                <a:lnTo>
                  <a:pt x="1156" y="279"/>
                </a:lnTo>
                <a:lnTo>
                  <a:pt x="1155" y="279"/>
                </a:lnTo>
                <a:lnTo>
                  <a:pt x="1155" y="278"/>
                </a:lnTo>
                <a:lnTo>
                  <a:pt x="1154" y="278"/>
                </a:lnTo>
                <a:lnTo>
                  <a:pt x="1154" y="277"/>
                </a:lnTo>
                <a:lnTo>
                  <a:pt x="1153" y="277"/>
                </a:lnTo>
                <a:lnTo>
                  <a:pt x="1152" y="278"/>
                </a:lnTo>
                <a:lnTo>
                  <a:pt x="1151" y="278"/>
                </a:lnTo>
                <a:lnTo>
                  <a:pt x="1151" y="279"/>
                </a:lnTo>
                <a:lnTo>
                  <a:pt x="1150" y="279"/>
                </a:lnTo>
                <a:lnTo>
                  <a:pt x="1149" y="279"/>
                </a:lnTo>
                <a:lnTo>
                  <a:pt x="1148" y="280"/>
                </a:lnTo>
                <a:lnTo>
                  <a:pt x="1148" y="281"/>
                </a:lnTo>
                <a:lnTo>
                  <a:pt x="1149" y="281"/>
                </a:lnTo>
                <a:lnTo>
                  <a:pt x="1150" y="282"/>
                </a:lnTo>
                <a:lnTo>
                  <a:pt x="1151" y="284"/>
                </a:lnTo>
                <a:lnTo>
                  <a:pt x="1151" y="285"/>
                </a:lnTo>
                <a:lnTo>
                  <a:pt x="1151" y="286"/>
                </a:lnTo>
                <a:lnTo>
                  <a:pt x="1151" y="287"/>
                </a:lnTo>
                <a:lnTo>
                  <a:pt x="1152" y="287"/>
                </a:lnTo>
                <a:lnTo>
                  <a:pt x="1153" y="289"/>
                </a:lnTo>
                <a:lnTo>
                  <a:pt x="1154" y="290"/>
                </a:lnTo>
                <a:lnTo>
                  <a:pt x="1154" y="291"/>
                </a:lnTo>
                <a:lnTo>
                  <a:pt x="1155" y="291"/>
                </a:lnTo>
                <a:lnTo>
                  <a:pt x="1155" y="292"/>
                </a:lnTo>
                <a:lnTo>
                  <a:pt x="1156" y="293"/>
                </a:lnTo>
                <a:lnTo>
                  <a:pt x="1156" y="294"/>
                </a:lnTo>
                <a:lnTo>
                  <a:pt x="1157" y="294"/>
                </a:lnTo>
                <a:lnTo>
                  <a:pt x="1158" y="295"/>
                </a:lnTo>
                <a:lnTo>
                  <a:pt x="1159" y="295"/>
                </a:lnTo>
                <a:lnTo>
                  <a:pt x="1160" y="295"/>
                </a:lnTo>
                <a:lnTo>
                  <a:pt x="1161" y="295"/>
                </a:lnTo>
                <a:lnTo>
                  <a:pt x="1162" y="296"/>
                </a:lnTo>
                <a:lnTo>
                  <a:pt x="1162" y="297"/>
                </a:lnTo>
                <a:lnTo>
                  <a:pt x="1162" y="298"/>
                </a:lnTo>
                <a:lnTo>
                  <a:pt x="1163" y="299"/>
                </a:lnTo>
                <a:lnTo>
                  <a:pt x="1164" y="300"/>
                </a:lnTo>
                <a:lnTo>
                  <a:pt x="1165" y="300"/>
                </a:lnTo>
                <a:lnTo>
                  <a:pt x="1166" y="300"/>
                </a:lnTo>
                <a:lnTo>
                  <a:pt x="1167" y="300"/>
                </a:lnTo>
                <a:lnTo>
                  <a:pt x="1168" y="300"/>
                </a:lnTo>
                <a:lnTo>
                  <a:pt x="1169" y="300"/>
                </a:lnTo>
                <a:lnTo>
                  <a:pt x="1170" y="300"/>
                </a:lnTo>
                <a:lnTo>
                  <a:pt x="1170" y="301"/>
                </a:lnTo>
                <a:lnTo>
                  <a:pt x="1169" y="303"/>
                </a:lnTo>
                <a:lnTo>
                  <a:pt x="1168" y="303"/>
                </a:lnTo>
                <a:lnTo>
                  <a:pt x="1169" y="303"/>
                </a:lnTo>
                <a:lnTo>
                  <a:pt x="1169" y="304"/>
                </a:lnTo>
                <a:lnTo>
                  <a:pt x="1170" y="304"/>
                </a:lnTo>
                <a:lnTo>
                  <a:pt x="1171" y="304"/>
                </a:lnTo>
                <a:lnTo>
                  <a:pt x="1172" y="304"/>
                </a:lnTo>
                <a:lnTo>
                  <a:pt x="1172" y="305"/>
                </a:lnTo>
                <a:lnTo>
                  <a:pt x="1173" y="305"/>
                </a:lnTo>
                <a:lnTo>
                  <a:pt x="1174" y="305"/>
                </a:lnTo>
                <a:lnTo>
                  <a:pt x="1175" y="306"/>
                </a:lnTo>
                <a:lnTo>
                  <a:pt x="1177" y="307"/>
                </a:lnTo>
                <a:lnTo>
                  <a:pt x="1176" y="307"/>
                </a:lnTo>
                <a:lnTo>
                  <a:pt x="1176" y="308"/>
                </a:lnTo>
                <a:lnTo>
                  <a:pt x="1174" y="309"/>
                </a:lnTo>
                <a:lnTo>
                  <a:pt x="1174" y="310"/>
                </a:lnTo>
                <a:lnTo>
                  <a:pt x="1175" y="310"/>
                </a:lnTo>
                <a:lnTo>
                  <a:pt x="1176" y="310"/>
                </a:lnTo>
                <a:lnTo>
                  <a:pt x="1176" y="312"/>
                </a:lnTo>
                <a:lnTo>
                  <a:pt x="1176" y="313"/>
                </a:lnTo>
                <a:lnTo>
                  <a:pt x="1175" y="314"/>
                </a:lnTo>
                <a:lnTo>
                  <a:pt x="1176" y="315"/>
                </a:lnTo>
                <a:lnTo>
                  <a:pt x="1177" y="316"/>
                </a:lnTo>
                <a:lnTo>
                  <a:pt x="1178" y="317"/>
                </a:lnTo>
                <a:lnTo>
                  <a:pt x="1178" y="318"/>
                </a:lnTo>
                <a:lnTo>
                  <a:pt x="1178" y="317"/>
                </a:lnTo>
                <a:lnTo>
                  <a:pt x="1177" y="317"/>
                </a:lnTo>
                <a:lnTo>
                  <a:pt x="1176" y="318"/>
                </a:lnTo>
                <a:lnTo>
                  <a:pt x="1176" y="317"/>
                </a:lnTo>
                <a:lnTo>
                  <a:pt x="1176" y="318"/>
                </a:lnTo>
                <a:lnTo>
                  <a:pt x="1175" y="318"/>
                </a:lnTo>
                <a:lnTo>
                  <a:pt x="1175" y="319"/>
                </a:lnTo>
                <a:lnTo>
                  <a:pt x="1174" y="319"/>
                </a:lnTo>
                <a:lnTo>
                  <a:pt x="1173" y="319"/>
                </a:lnTo>
                <a:lnTo>
                  <a:pt x="1173" y="320"/>
                </a:lnTo>
                <a:lnTo>
                  <a:pt x="1172" y="321"/>
                </a:lnTo>
                <a:lnTo>
                  <a:pt x="1171" y="321"/>
                </a:lnTo>
                <a:lnTo>
                  <a:pt x="1170" y="321"/>
                </a:lnTo>
                <a:lnTo>
                  <a:pt x="1170" y="322"/>
                </a:lnTo>
                <a:lnTo>
                  <a:pt x="1170" y="323"/>
                </a:lnTo>
                <a:lnTo>
                  <a:pt x="1169" y="323"/>
                </a:lnTo>
                <a:lnTo>
                  <a:pt x="1169" y="322"/>
                </a:lnTo>
                <a:lnTo>
                  <a:pt x="1168" y="322"/>
                </a:lnTo>
                <a:lnTo>
                  <a:pt x="1168" y="321"/>
                </a:lnTo>
                <a:lnTo>
                  <a:pt x="1167" y="322"/>
                </a:lnTo>
                <a:lnTo>
                  <a:pt x="1166" y="322"/>
                </a:lnTo>
                <a:lnTo>
                  <a:pt x="1166" y="323"/>
                </a:lnTo>
                <a:lnTo>
                  <a:pt x="1165" y="323"/>
                </a:lnTo>
                <a:lnTo>
                  <a:pt x="1165" y="324"/>
                </a:lnTo>
                <a:lnTo>
                  <a:pt x="1164" y="324"/>
                </a:lnTo>
                <a:lnTo>
                  <a:pt x="1164" y="325"/>
                </a:lnTo>
                <a:lnTo>
                  <a:pt x="1163" y="325"/>
                </a:lnTo>
                <a:lnTo>
                  <a:pt x="1162" y="326"/>
                </a:lnTo>
                <a:lnTo>
                  <a:pt x="1162" y="327"/>
                </a:lnTo>
                <a:lnTo>
                  <a:pt x="1162" y="328"/>
                </a:lnTo>
                <a:lnTo>
                  <a:pt x="1161" y="329"/>
                </a:lnTo>
                <a:lnTo>
                  <a:pt x="1162" y="330"/>
                </a:lnTo>
                <a:lnTo>
                  <a:pt x="1162" y="332"/>
                </a:lnTo>
                <a:lnTo>
                  <a:pt x="1161" y="332"/>
                </a:lnTo>
                <a:lnTo>
                  <a:pt x="1160" y="332"/>
                </a:lnTo>
                <a:lnTo>
                  <a:pt x="1159" y="332"/>
                </a:lnTo>
                <a:lnTo>
                  <a:pt x="1158" y="332"/>
                </a:lnTo>
                <a:lnTo>
                  <a:pt x="1157" y="333"/>
                </a:lnTo>
                <a:lnTo>
                  <a:pt x="1157" y="334"/>
                </a:lnTo>
                <a:lnTo>
                  <a:pt x="1158" y="335"/>
                </a:lnTo>
                <a:lnTo>
                  <a:pt x="1157" y="335"/>
                </a:lnTo>
                <a:lnTo>
                  <a:pt x="1157" y="336"/>
                </a:lnTo>
                <a:lnTo>
                  <a:pt x="1156" y="336"/>
                </a:lnTo>
                <a:lnTo>
                  <a:pt x="1155" y="337"/>
                </a:lnTo>
                <a:lnTo>
                  <a:pt x="1154" y="337"/>
                </a:lnTo>
                <a:lnTo>
                  <a:pt x="1152" y="337"/>
                </a:lnTo>
                <a:lnTo>
                  <a:pt x="1151" y="337"/>
                </a:lnTo>
                <a:lnTo>
                  <a:pt x="1151" y="336"/>
                </a:lnTo>
                <a:lnTo>
                  <a:pt x="1151" y="337"/>
                </a:lnTo>
                <a:lnTo>
                  <a:pt x="1150" y="337"/>
                </a:lnTo>
                <a:lnTo>
                  <a:pt x="1149" y="337"/>
                </a:lnTo>
                <a:lnTo>
                  <a:pt x="1148" y="337"/>
                </a:lnTo>
                <a:lnTo>
                  <a:pt x="1148" y="338"/>
                </a:lnTo>
                <a:lnTo>
                  <a:pt x="1147" y="338"/>
                </a:lnTo>
                <a:lnTo>
                  <a:pt x="1147" y="337"/>
                </a:lnTo>
                <a:lnTo>
                  <a:pt x="1146" y="337"/>
                </a:lnTo>
                <a:lnTo>
                  <a:pt x="1146" y="336"/>
                </a:lnTo>
                <a:lnTo>
                  <a:pt x="1145" y="337"/>
                </a:lnTo>
                <a:lnTo>
                  <a:pt x="1144" y="337"/>
                </a:lnTo>
                <a:lnTo>
                  <a:pt x="1144" y="338"/>
                </a:lnTo>
                <a:lnTo>
                  <a:pt x="1143" y="338"/>
                </a:lnTo>
                <a:lnTo>
                  <a:pt x="1142" y="338"/>
                </a:lnTo>
                <a:lnTo>
                  <a:pt x="1141" y="338"/>
                </a:lnTo>
                <a:lnTo>
                  <a:pt x="1141" y="339"/>
                </a:lnTo>
                <a:lnTo>
                  <a:pt x="1141" y="340"/>
                </a:lnTo>
                <a:lnTo>
                  <a:pt x="1141" y="341"/>
                </a:lnTo>
                <a:lnTo>
                  <a:pt x="1142" y="342"/>
                </a:lnTo>
                <a:lnTo>
                  <a:pt x="1143" y="342"/>
                </a:lnTo>
                <a:lnTo>
                  <a:pt x="1143" y="341"/>
                </a:lnTo>
                <a:lnTo>
                  <a:pt x="1144" y="341"/>
                </a:lnTo>
                <a:lnTo>
                  <a:pt x="1144" y="342"/>
                </a:lnTo>
                <a:lnTo>
                  <a:pt x="1145" y="342"/>
                </a:lnTo>
                <a:lnTo>
                  <a:pt x="1145" y="343"/>
                </a:lnTo>
                <a:lnTo>
                  <a:pt x="1144" y="343"/>
                </a:lnTo>
                <a:lnTo>
                  <a:pt x="1144" y="344"/>
                </a:lnTo>
                <a:lnTo>
                  <a:pt x="1143" y="345"/>
                </a:lnTo>
                <a:lnTo>
                  <a:pt x="1144" y="346"/>
                </a:lnTo>
                <a:lnTo>
                  <a:pt x="1143" y="348"/>
                </a:lnTo>
                <a:lnTo>
                  <a:pt x="1143" y="349"/>
                </a:lnTo>
                <a:lnTo>
                  <a:pt x="1143" y="350"/>
                </a:lnTo>
                <a:lnTo>
                  <a:pt x="1142" y="350"/>
                </a:lnTo>
                <a:lnTo>
                  <a:pt x="1141" y="350"/>
                </a:lnTo>
                <a:lnTo>
                  <a:pt x="1140" y="350"/>
                </a:lnTo>
                <a:lnTo>
                  <a:pt x="1139" y="351"/>
                </a:lnTo>
                <a:lnTo>
                  <a:pt x="1139" y="352"/>
                </a:lnTo>
                <a:lnTo>
                  <a:pt x="1138" y="352"/>
                </a:lnTo>
                <a:lnTo>
                  <a:pt x="1137" y="352"/>
                </a:lnTo>
                <a:lnTo>
                  <a:pt x="1137" y="353"/>
                </a:lnTo>
                <a:lnTo>
                  <a:pt x="1138" y="353"/>
                </a:lnTo>
                <a:lnTo>
                  <a:pt x="1138" y="354"/>
                </a:lnTo>
                <a:lnTo>
                  <a:pt x="1137" y="354"/>
                </a:lnTo>
                <a:lnTo>
                  <a:pt x="1138" y="354"/>
                </a:lnTo>
                <a:lnTo>
                  <a:pt x="1139" y="354"/>
                </a:lnTo>
                <a:lnTo>
                  <a:pt x="1139" y="355"/>
                </a:lnTo>
                <a:lnTo>
                  <a:pt x="1140" y="355"/>
                </a:lnTo>
                <a:lnTo>
                  <a:pt x="1140" y="356"/>
                </a:lnTo>
                <a:lnTo>
                  <a:pt x="1140" y="357"/>
                </a:lnTo>
                <a:lnTo>
                  <a:pt x="1140" y="358"/>
                </a:lnTo>
                <a:lnTo>
                  <a:pt x="1139" y="358"/>
                </a:lnTo>
                <a:lnTo>
                  <a:pt x="1138" y="359"/>
                </a:lnTo>
                <a:lnTo>
                  <a:pt x="1138" y="360"/>
                </a:lnTo>
                <a:lnTo>
                  <a:pt x="1137" y="360"/>
                </a:lnTo>
                <a:lnTo>
                  <a:pt x="1136" y="361"/>
                </a:lnTo>
                <a:lnTo>
                  <a:pt x="1135" y="361"/>
                </a:lnTo>
                <a:lnTo>
                  <a:pt x="1134" y="362"/>
                </a:lnTo>
                <a:lnTo>
                  <a:pt x="1132" y="363"/>
                </a:lnTo>
                <a:lnTo>
                  <a:pt x="1131" y="364"/>
                </a:lnTo>
                <a:lnTo>
                  <a:pt x="1131" y="365"/>
                </a:lnTo>
                <a:lnTo>
                  <a:pt x="1130" y="365"/>
                </a:lnTo>
                <a:lnTo>
                  <a:pt x="1130" y="366"/>
                </a:lnTo>
                <a:lnTo>
                  <a:pt x="1129" y="366"/>
                </a:lnTo>
                <a:lnTo>
                  <a:pt x="1128" y="366"/>
                </a:lnTo>
                <a:lnTo>
                  <a:pt x="1127" y="366"/>
                </a:lnTo>
                <a:lnTo>
                  <a:pt x="1127" y="367"/>
                </a:lnTo>
                <a:lnTo>
                  <a:pt x="1126" y="367"/>
                </a:lnTo>
                <a:lnTo>
                  <a:pt x="1124" y="367"/>
                </a:lnTo>
                <a:lnTo>
                  <a:pt x="1123" y="368"/>
                </a:lnTo>
                <a:lnTo>
                  <a:pt x="1124" y="368"/>
                </a:lnTo>
                <a:lnTo>
                  <a:pt x="1124" y="369"/>
                </a:lnTo>
                <a:lnTo>
                  <a:pt x="1124" y="370"/>
                </a:lnTo>
                <a:lnTo>
                  <a:pt x="1124" y="371"/>
                </a:lnTo>
                <a:lnTo>
                  <a:pt x="1125" y="371"/>
                </a:lnTo>
                <a:lnTo>
                  <a:pt x="1126" y="371"/>
                </a:lnTo>
                <a:lnTo>
                  <a:pt x="1126" y="370"/>
                </a:lnTo>
                <a:lnTo>
                  <a:pt x="1127" y="370"/>
                </a:lnTo>
                <a:lnTo>
                  <a:pt x="1128" y="370"/>
                </a:lnTo>
                <a:lnTo>
                  <a:pt x="1128" y="369"/>
                </a:lnTo>
                <a:lnTo>
                  <a:pt x="1129" y="369"/>
                </a:lnTo>
                <a:lnTo>
                  <a:pt x="1129" y="370"/>
                </a:lnTo>
                <a:lnTo>
                  <a:pt x="1128" y="370"/>
                </a:lnTo>
                <a:lnTo>
                  <a:pt x="1128" y="371"/>
                </a:lnTo>
                <a:lnTo>
                  <a:pt x="1129" y="371"/>
                </a:lnTo>
                <a:lnTo>
                  <a:pt x="1130" y="371"/>
                </a:lnTo>
                <a:lnTo>
                  <a:pt x="1130" y="373"/>
                </a:lnTo>
                <a:lnTo>
                  <a:pt x="1131" y="374"/>
                </a:lnTo>
                <a:lnTo>
                  <a:pt x="1129" y="375"/>
                </a:lnTo>
                <a:lnTo>
                  <a:pt x="1128" y="376"/>
                </a:lnTo>
                <a:lnTo>
                  <a:pt x="1128" y="377"/>
                </a:lnTo>
                <a:lnTo>
                  <a:pt x="1128" y="376"/>
                </a:lnTo>
                <a:lnTo>
                  <a:pt x="1128" y="377"/>
                </a:lnTo>
                <a:lnTo>
                  <a:pt x="1127" y="378"/>
                </a:lnTo>
                <a:lnTo>
                  <a:pt x="1127" y="379"/>
                </a:lnTo>
                <a:lnTo>
                  <a:pt x="1127" y="380"/>
                </a:lnTo>
                <a:lnTo>
                  <a:pt x="1126" y="380"/>
                </a:lnTo>
                <a:lnTo>
                  <a:pt x="1125" y="380"/>
                </a:lnTo>
                <a:lnTo>
                  <a:pt x="1124" y="381"/>
                </a:lnTo>
                <a:lnTo>
                  <a:pt x="1124" y="382"/>
                </a:lnTo>
                <a:lnTo>
                  <a:pt x="1124" y="383"/>
                </a:lnTo>
                <a:lnTo>
                  <a:pt x="1123" y="383"/>
                </a:lnTo>
                <a:lnTo>
                  <a:pt x="1123" y="384"/>
                </a:lnTo>
                <a:lnTo>
                  <a:pt x="1122" y="384"/>
                </a:lnTo>
                <a:lnTo>
                  <a:pt x="1122" y="383"/>
                </a:lnTo>
                <a:lnTo>
                  <a:pt x="1122" y="384"/>
                </a:lnTo>
                <a:lnTo>
                  <a:pt x="1122" y="385"/>
                </a:lnTo>
                <a:lnTo>
                  <a:pt x="1122" y="386"/>
                </a:lnTo>
                <a:lnTo>
                  <a:pt x="1123" y="386"/>
                </a:lnTo>
                <a:lnTo>
                  <a:pt x="1123" y="388"/>
                </a:lnTo>
                <a:lnTo>
                  <a:pt x="1124" y="388"/>
                </a:lnTo>
                <a:lnTo>
                  <a:pt x="1124" y="389"/>
                </a:lnTo>
                <a:lnTo>
                  <a:pt x="1123" y="389"/>
                </a:lnTo>
                <a:lnTo>
                  <a:pt x="1123" y="390"/>
                </a:lnTo>
                <a:lnTo>
                  <a:pt x="1126" y="390"/>
                </a:lnTo>
                <a:lnTo>
                  <a:pt x="1127" y="390"/>
                </a:lnTo>
                <a:lnTo>
                  <a:pt x="1127" y="391"/>
                </a:lnTo>
                <a:lnTo>
                  <a:pt x="1126" y="392"/>
                </a:lnTo>
                <a:lnTo>
                  <a:pt x="1125" y="392"/>
                </a:lnTo>
                <a:lnTo>
                  <a:pt x="1125" y="393"/>
                </a:lnTo>
                <a:lnTo>
                  <a:pt x="1123" y="393"/>
                </a:lnTo>
                <a:lnTo>
                  <a:pt x="1123" y="394"/>
                </a:lnTo>
                <a:lnTo>
                  <a:pt x="1122" y="394"/>
                </a:lnTo>
                <a:lnTo>
                  <a:pt x="1121" y="394"/>
                </a:lnTo>
                <a:lnTo>
                  <a:pt x="1121" y="395"/>
                </a:lnTo>
                <a:lnTo>
                  <a:pt x="1120" y="396"/>
                </a:lnTo>
                <a:lnTo>
                  <a:pt x="1119" y="399"/>
                </a:lnTo>
                <a:lnTo>
                  <a:pt x="1118" y="399"/>
                </a:lnTo>
                <a:lnTo>
                  <a:pt x="1116" y="399"/>
                </a:lnTo>
                <a:lnTo>
                  <a:pt x="1115" y="398"/>
                </a:lnTo>
                <a:lnTo>
                  <a:pt x="1115" y="399"/>
                </a:lnTo>
                <a:lnTo>
                  <a:pt x="1114" y="401"/>
                </a:lnTo>
                <a:lnTo>
                  <a:pt x="1114" y="402"/>
                </a:lnTo>
                <a:lnTo>
                  <a:pt x="1114" y="403"/>
                </a:lnTo>
                <a:lnTo>
                  <a:pt x="1114" y="404"/>
                </a:lnTo>
                <a:lnTo>
                  <a:pt x="1114" y="405"/>
                </a:lnTo>
                <a:lnTo>
                  <a:pt x="1114" y="406"/>
                </a:lnTo>
                <a:lnTo>
                  <a:pt x="1116" y="407"/>
                </a:lnTo>
                <a:lnTo>
                  <a:pt x="1117" y="407"/>
                </a:lnTo>
                <a:lnTo>
                  <a:pt x="1119" y="408"/>
                </a:lnTo>
                <a:lnTo>
                  <a:pt x="1120" y="408"/>
                </a:lnTo>
                <a:lnTo>
                  <a:pt x="1120" y="409"/>
                </a:lnTo>
                <a:lnTo>
                  <a:pt x="1119" y="409"/>
                </a:lnTo>
                <a:lnTo>
                  <a:pt x="1118" y="410"/>
                </a:lnTo>
                <a:lnTo>
                  <a:pt x="1116" y="411"/>
                </a:lnTo>
                <a:lnTo>
                  <a:pt x="1116" y="412"/>
                </a:lnTo>
                <a:lnTo>
                  <a:pt x="1116" y="413"/>
                </a:lnTo>
                <a:lnTo>
                  <a:pt x="1115" y="413"/>
                </a:lnTo>
                <a:lnTo>
                  <a:pt x="1114" y="414"/>
                </a:lnTo>
                <a:lnTo>
                  <a:pt x="1113" y="414"/>
                </a:lnTo>
                <a:lnTo>
                  <a:pt x="1112" y="415"/>
                </a:lnTo>
                <a:lnTo>
                  <a:pt x="1111" y="416"/>
                </a:lnTo>
                <a:lnTo>
                  <a:pt x="1110" y="416"/>
                </a:lnTo>
                <a:lnTo>
                  <a:pt x="1110" y="417"/>
                </a:lnTo>
                <a:lnTo>
                  <a:pt x="1109" y="417"/>
                </a:lnTo>
                <a:lnTo>
                  <a:pt x="1109" y="418"/>
                </a:lnTo>
                <a:lnTo>
                  <a:pt x="1109" y="419"/>
                </a:lnTo>
                <a:lnTo>
                  <a:pt x="1108" y="419"/>
                </a:lnTo>
                <a:lnTo>
                  <a:pt x="1108" y="420"/>
                </a:lnTo>
                <a:lnTo>
                  <a:pt x="1107" y="420"/>
                </a:lnTo>
                <a:lnTo>
                  <a:pt x="1106" y="420"/>
                </a:lnTo>
                <a:lnTo>
                  <a:pt x="1106" y="421"/>
                </a:lnTo>
                <a:lnTo>
                  <a:pt x="1105" y="422"/>
                </a:lnTo>
                <a:lnTo>
                  <a:pt x="1104" y="422"/>
                </a:lnTo>
                <a:lnTo>
                  <a:pt x="1104" y="421"/>
                </a:lnTo>
                <a:lnTo>
                  <a:pt x="1102" y="421"/>
                </a:lnTo>
                <a:lnTo>
                  <a:pt x="1101" y="421"/>
                </a:lnTo>
                <a:lnTo>
                  <a:pt x="1101" y="420"/>
                </a:lnTo>
                <a:lnTo>
                  <a:pt x="1100" y="420"/>
                </a:lnTo>
                <a:lnTo>
                  <a:pt x="1099" y="419"/>
                </a:lnTo>
                <a:lnTo>
                  <a:pt x="1098" y="419"/>
                </a:lnTo>
                <a:lnTo>
                  <a:pt x="1097" y="419"/>
                </a:lnTo>
                <a:lnTo>
                  <a:pt x="1096" y="419"/>
                </a:lnTo>
                <a:lnTo>
                  <a:pt x="1096" y="418"/>
                </a:lnTo>
                <a:lnTo>
                  <a:pt x="1095" y="418"/>
                </a:lnTo>
                <a:lnTo>
                  <a:pt x="1095" y="417"/>
                </a:lnTo>
                <a:lnTo>
                  <a:pt x="1095" y="416"/>
                </a:lnTo>
                <a:lnTo>
                  <a:pt x="1095" y="415"/>
                </a:lnTo>
                <a:lnTo>
                  <a:pt x="1095" y="414"/>
                </a:lnTo>
                <a:lnTo>
                  <a:pt x="1095" y="413"/>
                </a:lnTo>
                <a:lnTo>
                  <a:pt x="1095" y="412"/>
                </a:lnTo>
                <a:lnTo>
                  <a:pt x="1094" y="412"/>
                </a:lnTo>
                <a:lnTo>
                  <a:pt x="1094" y="411"/>
                </a:lnTo>
                <a:lnTo>
                  <a:pt x="1093" y="411"/>
                </a:lnTo>
                <a:lnTo>
                  <a:pt x="1091" y="410"/>
                </a:lnTo>
                <a:lnTo>
                  <a:pt x="1091" y="411"/>
                </a:lnTo>
                <a:lnTo>
                  <a:pt x="1090" y="412"/>
                </a:lnTo>
                <a:lnTo>
                  <a:pt x="1090" y="413"/>
                </a:lnTo>
                <a:lnTo>
                  <a:pt x="1089" y="412"/>
                </a:lnTo>
                <a:lnTo>
                  <a:pt x="1088" y="412"/>
                </a:lnTo>
                <a:lnTo>
                  <a:pt x="1088" y="413"/>
                </a:lnTo>
                <a:lnTo>
                  <a:pt x="1087" y="413"/>
                </a:lnTo>
                <a:lnTo>
                  <a:pt x="1087" y="414"/>
                </a:lnTo>
                <a:lnTo>
                  <a:pt x="1086" y="415"/>
                </a:lnTo>
                <a:lnTo>
                  <a:pt x="1086" y="416"/>
                </a:lnTo>
                <a:lnTo>
                  <a:pt x="1085" y="417"/>
                </a:lnTo>
                <a:lnTo>
                  <a:pt x="1084" y="418"/>
                </a:lnTo>
                <a:lnTo>
                  <a:pt x="1083" y="419"/>
                </a:lnTo>
                <a:lnTo>
                  <a:pt x="1083" y="420"/>
                </a:lnTo>
                <a:lnTo>
                  <a:pt x="1082" y="419"/>
                </a:lnTo>
                <a:lnTo>
                  <a:pt x="1081" y="418"/>
                </a:lnTo>
                <a:lnTo>
                  <a:pt x="1080" y="417"/>
                </a:lnTo>
                <a:lnTo>
                  <a:pt x="1080" y="416"/>
                </a:lnTo>
                <a:lnTo>
                  <a:pt x="1079" y="416"/>
                </a:lnTo>
                <a:lnTo>
                  <a:pt x="1078" y="417"/>
                </a:lnTo>
                <a:lnTo>
                  <a:pt x="1078" y="416"/>
                </a:lnTo>
                <a:lnTo>
                  <a:pt x="1077" y="416"/>
                </a:lnTo>
                <a:lnTo>
                  <a:pt x="1076" y="415"/>
                </a:lnTo>
                <a:lnTo>
                  <a:pt x="1075" y="415"/>
                </a:lnTo>
                <a:lnTo>
                  <a:pt x="1074" y="415"/>
                </a:lnTo>
                <a:lnTo>
                  <a:pt x="1073" y="415"/>
                </a:lnTo>
                <a:lnTo>
                  <a:pt x="1072" y="415"/>
                </a:lnTo>
                <a:lnTo>
                  <a:pt x="1071" y="416"/>
                </a:lnTo>
                <a:lnTo>
                  <a:pt x="1070" y="415"/>
                </a:lnTo>
                <a:lnTo>
                  <a:pt x="1070" y="414"/>
                </a:lnTo>
                <a:lnTo>
                  <a:pt x="1069" y="415"/>
                </a:lnTo>
                <a:lnTo>
                  <a:pt x="1067" y="416"/>
                </a:lnTo>
                <a:lnTo>
                  <a:pt x="1067" y="417"/>
                </a:lnTo>
                <a:lnTo>
                  <a:pt x="1067" y="418"/>
                </a:lnTo>
                <a:lnTo>
                  <a:pt x="1067" y="419"/>
                </a:lnTo>
                <a:lnTo>
                  <a:pt x="1068" y="419"/>
                </a:lnTo>
                <a:lnTo>
                  <a:pt x="1068" y="420"/>
                </a:lnTo>
                <a:lnTo>
                  <a:pt x="1067" y="420"/>
                </a:lnTo>
                <a:lnTo>
                  <a:pt x="1067" y="421"/>
                </a:lnTo>
                <a:lnTo>
                  <a:pt x="1066" y="421"/>
                </a:lnTo>
                <a:lnTo>
                  <a:pt x="1066" y="422"/>
                </a:lnTo>
                <a:lnTo>
                  <a:pt x="1065" y="423"/>
                </a:lnTo>
                <a:lnTo>
                  <a:pt x="1064" y="423"/>
                </a:lnTo>
                <a:lnTo>
                  <a:pt x="1065" y="424"/>
                </a:lnTo>
                <a:lnTo>
                  <a:pt x="1064" y="424"/>
                </a:lnTo>
                <a:lnTo>
                  <a:pt x="1063" y="424"/>
                </a:lnTo>
                <a:lnTo>
                  <a:pt x="1062" y="424"/>
                </a:lnTo>
                <a:lnTo>
                  <a:pt x="1062" y="425"/>
                </a:lnTo>
                <a:lnTo>
                  <a:pt x="1062" y="426"/>
                </a:lnTo>
                <a:lnTo>
                  <a:pt x="1063" y="427"/>
                </a:lnTo>
                <a:lnTo>
                  <a:pt x="1062" y="427"/>
                </a:lnTo>
                <a:lnTo>
                  <a:pt x="1060" y="427"/>
                </a:lnTo>
                <a:lnTo>
                  <a:pt x="1059" y="427"/>
                </a:lnTo>
                <a:lnTo>
                  <a:pt x="1059" y="428"/>
                </a:lnTo>
                <a:lnTo>
                  <a:pt x="1060" y="430"/>
                </a:lnTo>
                <a:lnTo>
                  <a:pt x="1060" y="431"/>
                </a:lnTo>
                <a:lnTo>
                  <a:pt x="1062" y="431"/>
                </a:lnTo>
                <a:lnTo>
                  <a:pt x="1063" y="431"/>
                </a:lnTo>
                <a:lnTo>
                  <a:pt x="1064" y="433"/>
                </a:lnTo>
                <a:lnTo>
                  <a:pt x="1064" y="434"/>
                </a:lnTo>
                <a:lnTo>
                  <a:pt x="1064" y="435"/>
                </a:lnTo>
                <a:lnTo>
                  <a:pt x="1065" y="437"/>
                </a:lnTo>
                <a:lnTo>
                  <a:pt x="1066" y="437"/>
                </a:lnTo>
                <a:lnTo>
                  <a:pt x="1067" y="437"/>
                </a:lnTo>
                <a:lnTo>
                  <a:pt x="1068" y="437"/>
                </a:lnTo>
                <a:lnTo>
                  <a:pt x="1069" y="439"/>
                </a:lnTo>
                <a:lnTo>
                  <a:pt x="1070" y="439"/>
                </a:lnTo>
                <a:lnTo>
                  <a:pt x="1070" y="440"/>
                </a:lnTo>
                <a:lnTo>
                  <a:pt x="1069" y="440"/>
                </a:lnTo>
                <a:lnTo>
                  <a:pt x="1068" y="442"/>
                </a:lnTo>
                <a:lnTo>
                  <a:pt x="1068" y="443"/>
                </a:lnTo>
                <a:lnTo>
                  <a:pt x="1067" y="443"/>
                </a:lnTo>
                <a:lnTo>
                  <a:pt x="1067" y="444"/>
                </a:lnTo>
                <a:lnTo>
                  <a:pt x="1067" y="445"/>
                </a:lnTo>
                <a:lnTo>
                  <a:pt x="1066" y="445"/>
                </a:lnTo>
                <a:lnTo>
                  <a:pt x="1066" y="446"/>
                </a:lnTo>
                <a:lnTo>
                  <a:pt x="1065" y="446"/>
                </a:lnTo>
                <a:lnTo>
                  <a:pt x="1065" y="447"/>
                </a:lnTo>
                <a:lnTo>
                  <a:pt x="1064" y="448"/>
                </a:lnTo>
                <a:lnTo>
                  <a:pt x="1062" y="450"/>
                </a:lnTo>
                <a:lnTo>
                  <a:pt x="1060" y="451"/>
                </a:lnTo>
                <a:lnTo>
                  <a:pt x="1060" y="452"/>
                </a:lnTo>
                <a:lnTo>
                  <a:pt x="1062" y="452"/>
                </a:lnTo>
                <a:lnTo>
                  <a:pt x="1062" y="453"/>
                </a:lnTo>
                <a:lnTo>
                  <a:pt x="1060" y="454"/>
                </a:lnTo>
                <a:lnTo>
                  <a:pt x="1059" y="455"/>
                </a:lnTo>
                <a:lnTo>
                  <a:pt x="1058" y="455"/>
                </a:lnTo>
                <a:lnTo>
                  <a:pt x="1058" y="454"/>
                </a:lnTo>
                <a:lnTo>
                  <a:pt x="1057" y="454"/>
                </a:lnTo>
                <a:lnTo>
                  <a:pt x="1057" y="455"/>
                </a:lnTo>
                <a:lnTo>
                  <a:pt x="1057" y="456"/>
                </a:lnTo>
                <a:lnTo>
                  <a:pt x="1056" y="456"/>
                </a:lnTo>
                <a:lnTo>
                  <a:pt x="1056" y="457"/>
                </a:lnTo>
                <a:lnTo>
                  <a:pt x="1055" y="458"/>
                </a:lnTo>
                <a:lnTo>
                  <a:pt x="1055" y="459"/>
                </a:lnTo>
                <a:lnTo>
                  <a:pt x="1054" y="460"/>
                </a:lnTo>
                <a:lnTo>
                  <a:pt x="1053" y="461"/>
                </a:lnTo>
                <a:lnTo>
                  <a:pt x="1052" y="462"/>
                </a:lnTo>
                <a:lnTo>
                  <a:pt x="1051" y="466"/>
                </a:lnTo>
                <a:lnTo>
                  <a:pt x="1051" y="467"/>
                </a:lnTo>
                <a:lnTo>
                  <a:pt x="1051" y="468"/>
                </a:lnTo>
                <a:lnTo>
                  <a:pt x="1050" y="469"/>
                </a:lnTo>
                <a:lnTo>
                  <a:pt x="1050" y="471"/>
                </a:lnTo>
                <a:lnTo>
                  <a:pt x="1050" y="472"/>
                </a:lnTo>
                <a:lnTo>
                  <a:pt x="1049" y="472"/>
                </a:lnTo>
                <a:lnTo>
                  <a:pt x="1048" y="474"/>
                </a:lnTo>
                <a:lnTo>
                  <a:pt x="1047" y="474"/>
                </a:lnTo>
                <a:lnTo>
                  <a:pt x="1046" y="474"/>
                </a:lnTo>
                <a:lnTo>
                  <a:pt x="1046" y="475"/>
                </a:lnTo>
                <a:lnTo>
                  <a:pt x="1045" y="476"/>
                </a:lnTo>
                <a:lnTo>
                  <a:pt x="1045" y="477"/>
                </a:lnTo>
                <a:lnTo>
                  <a:pt x="1044" y="477"/>
                </a:lnTo>
                <a:lnTo>
                  <a:pt x="1044" y="478"/>
                </a:lnTo>
                <a:lnTo>
                  <a:pt x="1044" y="479"/>
                </a:lnTo>
                <a:lnTo>
                  <a:pt x="1043" y="480"/>
                </a:lnTo>
                <a:lnTo>
                  <a:pt x="1043" y="481"/>
                </a:lnTo>
                <a:lnTo>
                  <a:pt x="1043" y="482"/>
                </a:lnTo>
                <a:lnTo>
                  <a:pt x="1042" y="482"/>
                </a:lnTo>
                <a:lnTo>
                  <a:pt x="1042" y="483"/>
                </a:lnTo>
                <a:lnTo>
                  <a:pt x="1042" y="484"/>
                </a:lnTo>
                <a:lnTo>
                  <a:pt x="1042" y="485"/>
                </a:lnTo>
                <a:lnTo>
                  <a:pt x="1040" y="488"/>
                </a:lnTo>
                <a:lnTo>
                  <a:pt x="1039" y="490"/>
                </a:lnTo>
                <a:lnTo>
                  <a:pt x="1038" y="490"/>
                </a:lnTo>
                <a:lnTo>
                  <a:pt x="1038" y="491"/>
                </a:lnTo>
                <a:lnTo>
                  <a:pt x="1036" y="493"/>
                </a:lnTo>
                <a:lnTo>
                  <a:pt x="1036" y="494"/>
                </a:lnTo>
                <a:lnTo>
                  <a:pt x="1035" y="494"/>
                </a:lnTo>
                <a:lnTo>
                  <a:pt x="1034" y="495"/>
                </a:lnTo>
                <a:lnTo>
                  <a:pt x="1033" y="496"/>
                </a:lnTo>
                <a:lnTo>
                  <a:pt x="1030" y="499"/>
                </a:lnTo>
                <a:lnTo>
                  <a:pt x="1030" y="500"/>
                </a:lnTo>
                <a:lnTo>
                  <a:pt x="1029" y="501"/>
                </a:lnTo>
                <a:lnTo>
                  <a:pt x="1029" y="502"/>
                </a:lnTo>
                <a:lnTo>
                  <a:pt x="1028" y="502"/>
                </a:lnTo>
                <a:lnTo>
                  <a:pt x="1027" y="503"/>
                </a:lnTo>
                <a:lnTo>
                  <a:pt x="1027" y="502"/>
                </a:lnTo>
                <a:lnTo>
                  <a:pt x="1026" y="502"/>
                </a:lnTo>
                <a:lnTo>
                  <a:pt x="1026" y="503"/>
                </a:lnTo>
                <a:lnTo>
                  <a:pt x="1026" y="504"/>
                </a:lnTo>
                <a:lnTo>
                  <a:pt x="1026" y="505"/>
                </a:lnTo>
                <a:lnTo>
                  <a:pt x="1025" y="505"/>
                </a:lnTo>
                <a:lnTo>
                  <a:pt x="1024" y="505"/>
                </a:lnTo>
                <a:lnTo>
                  <a:pt x="1023" y="505"/>
                </a:lnTo>
                <a:lnTo>
                  <a:pt x="1022" y="507"/>
                </a:lnTo>
                <a:lnTo>
                  <a:pt x="1022" y="508"/>
                </a:lnTo>
                <a:lnTo>
                  <a:pt x="1023" y="508"/>
                </a:lnTo>
                <a:lnTo>
                  <a:pt x="1023" y="509"/>
                </a:lnTo>
                <a:lnTo>
                  <a:pt x="1024" y="509"/>
                </a:lnTo>
                <a:lnTo>
                  <a:pt x="1023" y="510"/>
                </a:lnTo>
                <a:lnTo>
                  <a:pt x="1022" y="511"/>
                </a:lnTo>
                <a:lnTo>
                  <a:pt x="1021" y="511"/>
                </a:lnTo>
                <a:lnTo>
                  <a:pt x="1020" y="511"/>
                </a:lnTo>
                <a:lnTo>
                  <a:pt x="1020" y="510"/>
                </a:lnTo>
                <a:lnTo>
                  <a:pt x="1019" y="510"/>
                </a:lnTo>
                <a:lnTo>
                  <a:pt x="1019" y="511"/>
                </a:lnTo>
                <a:lnTo>
                  <a:pt x="1018" y="511"/>
                </a:lnTo>
                <a:lnTo>
                  <a:pt x="1019" y="512"/>
                </a:lnTo>
                <a:lnTo>
                  <a:pt x="1018" y="513"/>
                </a:lnTo>
                <a:lnTo>
                  <a:pt x="1017" y="512"/>
                </a:lnTo>
                <a:lnTo>
                  <a:pt x="1017" y="511"/>
                </a:lnTo>
                <a:lnTo>
                  <a:pt x="1016" y="511"/>
                </a:lnTo>
                <a:lnTo>
                  <a:pt x="1016" y="510"/>
                </a:lnTo>
                <a:lnTo>
                  <a:pt x="1015" y="510"/>
                </a:lnTo>
                <a:lnTo>
                  <a:pt x="1014" y="510"/>
                </a:lnTo>
                <a:lnTo>
                  <a:pt x="1014" y="509"/>
                </a:lnTo>
                <a:lnTo>
                  <a:pt x="1014" y="508"/>
                </a:lnTo>
                <a:lnTo>
                  <a:pt x="1013" y="507"/>
                </a:lnTo>
                <a:lnTo>
                  <a:pt x="1013" y="506"/>
                </a:lnTo>
                <a:lnTo>
                  <a:pt x="1012" y="506"/>
                </a:lnTo>
                <a:lnTo>
                  <a:pt x="1011" y="507"/>
                </a:lnTo>
                <a:lnTo>
                  <a:pt x="1011" y="508"/>
                </a:lnTo>
                <a:lnTo>
                  <a:pt x="1010" y="508"/>
                </a:lnTo>
                <a:lnTo>
                  <a:pt x="1010" y="509"/>
                </a:lnTo>
                <a:lnTo>
                  <a:pt x="1010" y="510"/>
                </a:lnTo>
                <a:lnTo>
                  <a:pt x="1009" y="511"/>
                </a:lnTo>
                <a:lnTo>
                  <a:pt x="1009" y="512"/>
                </a:lnTo>
                <a:lnTo>
                  <a:pt x="1008" y="512"/>
                </a:lnTo>
                <a:lnTo>
                  <a:pt x="1007" y="512"/>
                </a:lnTo>
                <a:lnTo>
                  <a:pt x="1006" y="513"/>
                </a:lnTo>
                <a:lnTo>
                  <a:pt x="1006" y="514"/>
                </a:lnTo>
                <a:lnTo>
                  <a:pt x="1005" y="514"/>
                </a:lnTo>
                <a:lnTo>
                  <a:pt x="1005" y="513"/>
                </a:lnTo>
                <a:lnTo>
                  <a:pt x="1004" y="513"/>
                </a:lnTo>
                <a:lnTo>
                  <a:pt x="1003" y="513"/>
                </a:lnTo>
                <a:lnTo>
                  <a:pt x="1003" y="512"/>
                </a:lnTo>
                <a:lnTo>
                  <a:pt x="1002" y="513"/>
                </a:lnTo>
                <a:lnTo>
                  <a:pt x="1000" y="513"/>
                </a:lnTo>
                <a:lnTo>
                  <a:pt x="999" y="512"/>
                </a:lnTo>
                <a:lnTo>
                  <a:pt x="999" y="511"/>
                </a:lnTo>
                <a:lnTo>
                  <a:pt x="998" y="511"/>
                </a:lnTo>
                <a:lnTo>
                  <a:pt x="998" y="510"/>
                </a:lnTo>
                <a:lnTo>
                  <a:pt x="997" y="511"/>
                </a:lnTo>
                <a:lnTo>
                  <a:pt x="997" y="512"/>
                </a:lnTo>
                <a:lnTo>
                  <a:pt x="996" y="513"/>
                </a:lnTo>
                <a:lnTo>
                  <a:pt x="994" y="513"/>
                </a:lnTo>
                <a:lnTo>
                  <a:pt x="993" y="514"/>
                </a:lnTo>
                <a:lnTo>
                  <a:pt x="992" y="514"/>
                </a:lnTo>
                <a:lnTo>
                  <a:pt x="991" y="515"/>
                </a:lnTo>
                <a:lnTo>
                  <a:pt x="990" y="514"/>
                </a:lnTo>
                <a:lnTo>
                  <a:pt x="989" y="514"/>
                </a:lnTo>
                <a:lnTo>
                  <a:pt x="988" y="514"/>
                </a:lnTo>
                <a:lnTo>
                  <a:pt x="988" y="513"/>
                </a:lnTo>
                <a:lnTo>
                  <a:pt x="987" y="513"/>
                </a:lnTo>
                <a:lnTo>
                  <a:pt x="986" y="513"/>
                </a:lnTo>
                <a:lnTo>
                  <a:pt x="986" y="512"/>
                </a:lnTo>
                <a:lnTo>
                  <a:pt x="986" y="511"/>
                </a:lnTo>
                <a:lnTo>
                  <a:pt x="986" y="510"/>
                </a:lnTo>
                <a:lnTo>
                  <a:pt x="984" y="508"/>
                </a:lnTo>
                <a:lnTo>
                  <a:pt x="983" y="508"/>
                </a:lnTo>
                <a:lnTo>
                  <a:pt x="983" y="507"/>
                </a:lnTo>
                <a:lnTo>
                  <a:pt x="983" y="506"/>
                </a:lnTo>
                <a:lnTo>
                  <a:pt x="983" y="505"/>
                </a:lnTo>
                <a:lnTo>
                  <a:pt x="983" y="503"/>
                </a:lnTo>
                <a:lnTo>
                  <a:pt x="982" y="502"/>
                </a:lnTo>
                <a:lnTo>
                  <a:pt x="982" y="501"/>
                </a:lnTo>
                <a:lnTo>
                  <a:pt x="982" y="502"/>
                </a:lnTo>
                <a:lnTo>
                  <a:pt x="981" y="502"/>
                </a:lnTo>
                <a:lnTo>
                  <a:pt x="980" y="502"/>
                </a:lnTo>
                <a:lnTo>
                  <a:pt x="980" y="501"/>
                </a:lnTo>
                <a:lnTo>
                  <a:pt x="980" y="499"/>
                </a:lnTo>
                <a:lnTo>
                  <a:pt x="981" y="498"/>
                </a:lnTo>
                <a:lnTo>
                  <a:pt x="981" y="497"/>
                </a:lnTo>
                <a:lnTo>
                  <a:pt x="980" y="497"/>
                </a:lnTo>
                <a:lnTo>
                  <a:pt x="980" y="498"/>
                </a:lnTo>
                <a:lnTo>
                  <a:pt x="979" y="498"/>
                </a:lnTo>
                <a:lnTo>
                  <a:pt x="979" y="497"/>
                </a:lnTo>
                <a:lnTo>
                  <a:pt x="979" y="496"/>
                </a:lnTo>
                <a:lnTo>
                  <a:pt x="978" y="495"/>
                </a:lnTo>
                <a:lnTo>
                  <a:pt x="977" y="495"/>
                </a:lnTo>
                <a:lnTo>
                  <a:pt x="977" y="494"/>
                </a:lnTo>
                <a:lnTo>
                  <a:pt x="978" y="494"/>
                </a:lnTo>
                <a:lnTo>
                  <a:pt x="976" y="493"/>
                </a:lnTo>
                <a:lnTo>
                  <a:pt x="975" y="493"/>
                </a:lnTo>
                <a:lnTo>
                  <a:pt x="975" y="492"/>
                </a:lnTo>
                <a:lnTo>
                  <a:pt x="975" y="491"/>
                </a:lnTo>
                <a:lnTo>
                  <a:pt x="976" y="491"/>
                </a:lnTo>
                <a:lnTo>
                  <a:pt x="976" y="490"/>
                </a:lnTo>
                <a:lnTo>
                  <a:pt x="975" y="490"/>
                </a:lnTo>
                <a:lnTo>
                  <a:pt x="975" y="489"/>
                </a:lnTo>
                <a:lnTo>
                  <a:pt x="974" y="489"/>
                </a:lnTo>
                <a:lnTo>
                  <a:pt x="973" y="489"/>
                </a:lnTo>
                <a:lnTo>
                  <a:pt x="974" y="489"/>
                </a:lnTo>
                <a:lnTo>
                  <a:pt x="974" y="488"/>
                </a:lnTo>
                <a:lnTo>
                  <a:pt x="975" y="488"/>
                </a:lnTo>
                <a:lnTo>
                  <a:pt x="976" y="487"/>
                </a:lnTo>
                <a:lnTo>
                  <a:pt x="977" y="487"/>
                </a:lnTo>
                <a:lnTo>
                  <a:pt x="977" y="486"/>
                </a:lnTo>
                <a:lnTo>
                  <a:pt x="976" y="485"/>
                </a:lnTo>
                <a:lnTo>
                  <a:pt x="975" y="485"/>
                </a:lnTo>
                <a:lnTo>
                  <a:pt x="975" y="484"/>
                </a:lnTo>
                <a:lnTo>
                  <a:pt x="975" y="483"/>
                </a:lnTo>
                <a:lnTo>
                  <a:pt x="975" y="482"/>
                </a:lnTo>
                <a:lnTo>
                  <a:pt x="974" y="481"/>
                </a:lnTo>
                <a:lnTo>
                  <a:pt x="973" y="482"/>
                </a:lnTo>
                <a:lnTo>
                  <a:pt x="972" y="482"/>
                </a:lnTo>
                <a:lnTo>
                  <a:pt x="972" y="481"/>
                </a:lnTo>
                <a:lnTo>
                  <a:pt x="971" y="481"/>
                </a:lnTo>
                <a:lnTo>
                  <a:pt x="971" y="480"/>
                </a:lnTo>
                <a:lnTo>
                  <a:pt x="970" y="480"/>
                </a:lnTo>
                <a:lnTo>
                  <a:pt x="969" y="479"/>
                </a:lnTo>
                <a:lnTo>
                  <a:pt x="968" y="479"/>
                </a:lnTo>
                <a:lnTo>
                  <a:pt x="967" y="479"/>
                </a:lnTo>
                <a:lnTo>
                  <a:pt x="967" y="480"/>
                </a:lnTo>
                <a:lnTo>
                  <a:pt x="967" y="481"/>
                </a:lnTo>
                <a:lnTo>
                  <a:pt x="966" y="481"/>
                </a:lnTo>
                <a:lnTo>
                  <a:pt x="965" y="481"/>
                </a:lnTo>
                <a:lnTo>
                  <a:pt x="965" y="480"/>
                </a:lnTo>
                <a:lnTo>
                  <a:pt x="964" y="481"/>
                </a:lnTo>
                <a:lnTo>
                  <a:pt x="963" y="481"/>
                </a:lnTo>
                <a:lnTo>
                  <a:pt x="963" y="482"/>
                </a:lnTo>
                <a:lnTo>
                  <a:pt x="962" y="482"/>
                </a:lnTo>
                <a:lnTo>
                  <a:pt x="962" y="481"/>
                </a:lnTo>
                <a:lnTo>
                  <a:pt x="961" y="481"/>
                </a:lnTo>
                <a:lnTo>
                  <a:pt x="960" y="480"/>
                </a:lnTo>
                <a:lnTo>
                  <a:pt x="959" y="480"/>
                </a:lnTo>
                <a:lnTo>
                  <a:pt x="959" y="481"/>
                </a:lnTo>
                <a:lnTo>
                  <a:pt x="958" y="481"/>
                </a:lnTo>
                <a:lnTo>
                  <a:pt x="958" y="480"/>
                </a:lnTo>
                <a:lnTo>
                  <a:pt x="957" y="480"/>
                </a:lnTo>
                <a:lnTo>
                  <a:pt x="957" y="481"/>
                </a:lnTo>
                <a:lnTo>
                  <a:pt x="957" y="480"/>
                </a:lnTo>
                <a:lnTo>
                  <a:pt x="956" y="479"/>
                </a:lnTo>
                <a:lnTo>
                  <a:pt x="956" y="480"/>
                </a:lnTo>
                <a:lnTo>
                  <a:pt x="955" y="480"/>
                </a:lnTo>
                <a:lnTo>
                  <a:pt x="956" y="480"/>
                </a:lnTo>
                <a:lnTo>
                  <a:pt x="956" y="481"/>
                </a:lnTo>
                <a:lnTo>
                  <a:pt x="956" y="482"/>
                </a:lnTo>
                <a:lnTo>
                  <a:pt x="955" y="482"/>
                </a:lnTo>
                <a:lnTo>
                  <a:pt x="955" y="481"/>
                </a:lnTo>
                <a:lnTo>
                  <a:pt x="954" y="482"/>
                </a:lnTo>
                <a:lnTo>
                  <a:pt x="955" y="482"/>
                </a:lnTo>
                <a:lnTo>
                  <a:pt x="955" y="483"/>
                </a:lnTo>
                <a:lnTo>
                  <a:pt x="954" y="483"/>
                </a:lnTo>
                <a:lnTo>
                  <a:pt x="953" y="483"/>
                </a:lnTo>
                <a:lnTo>
                  <a:pt x="952" y="483"/>
                </a:lnTo>
                <a:lnTo>
                  <a:pt x="952" y="484"/>
                </a:lnTo>
                <a:lnTo>
                  <a:pt x="953" y="484"/>
                </a:lnTo>
                <a:lnTo>
                  <a:pt x="954" y="485"/>
                </a:lnTo>
                <a:lnTo>
                  <a:pt x="955" y="485"/>
                </a:lnTo>
                <a:lnTo>
                  <a:pt x="955" y="486"/>
                </a:lnTo>
                <a:lnTo>
                  <a:pt x="954" y="486"/>
                </a:lnTo>
                <a:lnTo>
                  <a:pt x="953" y="487"/>
                </a:lnTo>
                <a:lnTo>
                  <a:pt x="952" y="487"/>
                </a:lnTo>
                <a:lnTo>
                  <a:pt x="952" y="488"/>
                </a:lnTo>
                <a:lnTo>
                  <a:pt x="951" y="487"/>
                </a:lnTo>
                <a:lnTo>
                  <a:pt x="951" y="486"/>
                </a:lnTo>
                <a:lnTo>
                  <a:pt x="950" y="486"/>
                </a:lnTo>
                <a:lnTo>
                  <a:pt x="950" y="487"/>
                </a:lnTo>
                <a:lnTo>
                  <a:pt x="950" y="486"/>
                </a:lnTo>
                <a:lnTo>
                  <a:pt x="950" y="487"/>
                </a:lnTo>
                <a:lnTo>
                  <a:pt x="951" y="487"/>
                </a:lnTo>
                <a:lnTo>
                  <a:pt x="950" y="487"/>
                </a:lnTo>
                <a:lnTo>
                  <a:pt x="949" y="487"/>
                </a:lnTo>
                <a:lnTo>
                  <a:pt x="948" y="487"/>
                </a:lnTo>
                <a:lnTo>
                  <a:pt x="947" y="487"/>
                </a:lnTo>
                <a:lnTo>
                  <a:pt x="946" y="488"/>
                </a:lnTo>
                <a:lnTo>
                  <a:pt x="945" y="488"/>
                </a:lnTo>
                <a:lnTo>
                  <a:pt x="945" y="489"/>
                </a:lnTo>
                <a:lnTo>
                  <a:pt x="945" y="490"/>
                </a:lnTo>
                <a:lnTo>
                  <a:pt x="944" y="490"/>
                </a:lnTo>
                <a:lnTo>
                  <a:pt x="944" y="489"/>
                </a:lnTo>
                <a:lnTo>
                  <a:pt x="943" y="489"/>
                </a:lnTo>
                <a:lnTo>
                  <a:pt x="943" y="488"/>
                </a:lnTo>
                <a:lnTo>
                  <a:pt x="942" y="488"/>
                </a:lnTo>
                <a:lnTo>
                  <a:pt x="941" y="488"/>
                </a:lnTo>
                <a:lnTo>
                  <a:pt x="941" y="489"/>
                </a:lnTo>
                <a:lnTo>
                  <a:pt x="942" y="489"/>
                </a:lnTo>
                <a:lnTo>
                  <a:pt x="942" y="490"/>
                </a:lnTo>
                <a:lnTo>
                  <a:pt x="941" y="490"/>
                </a:lnTo>
                <a:lnTo>
                  <a:pt x="940" y="490"/>
                </a:lnTo>
                <a:lnTo>
                  <a:pt x="940" y="491"/>
                </a:lnTo>
                <a:lnTo>
                  <a:pt x="940" y="492"/>
                </a:lnTo>
                <a:lnTo>
                  <a:pt x="939" y="493"/>
                </a:lnTo>
                <a:lnTo>
                  <a:pt x="939" y="492"/>
                </a:lnTo>
                <a:lnTo>
                  <a:pt x="939" y="491"/>
                </a:lnTo>
                <a:lnTo>
                  <a:pt x="938" y="491"/>
                </a:lnTo>
                <a:lnTo>
                  <a:pt x="937" y="491"/>
                </a:lnTo>
                <a:lnTo>
                  <a:pt x="938" y="492"/>
                </a:lnTo>
                <a:lnTo>
                  <a:pt x="938" y="494"/>
                </a:lnTo>
                <a:lnTo>
                  <a:pt x="937" y="494"/>
                </a:lnTo>
                <a:lnTo>
                  <a:pt x="937" y="493"/>
                </a:lnTo>
                <a:lnTo>
                  <a:pt x="936" y="493"/>
                </a:lnTo>
                <a:lnTo>
                  <a:pt x="935" y="493"/>
                </a:lnTo>
                <a:lnTo>
                  <a:pt x="935" y="494"/>
                </a:lnTo>
                <a:lnTo>
                  <a:pt x="936" y="494"/>
                </a:lnTo>
                <a:lnTo>
                  <a:pt x="935" y="495"/>
                </a:lnTo>
                <a:lnTo>
                  <a:pt x="934" y="494"/>
                </a:lnTo>
                <a:lnTo>
                  <a:pt x="934" y="493"/>
                </a:lnTo>
                <a:lnTo>
                  <a:pt x="935" y="493"/>
                </a:lnTo>
                <a:lnTo>
                  <a:pt x="935" y="492"/>
                </a:lnTo>
                <a:lnTo>
                  <a:pt x="934" y="491"/>
                </a:lnTo>
                <a:lnTo>
                  <a:pt x="933" y="491"/>
                </a:lnTo>
                <a:lnTo>
                  <a:pt x="933" y="492"/>
                </a:lnTo>
                <a:lnTo>
                  <a:pt x="932" y="492"/>
                </a:lnTo>
                <a:lnTo>
                  <a:pt x="931" y="492"/>
                </a:lnTo>
                <a:lnTo>
                  <a:pt x="930" y="491"/>
                </a:lnTo>
                <a:lnTo>
                  <a:pt x="930" y="490"/>
                </a:lnTo>
                <a:lnTo>
                  <a:pt x="931" y="489"/>
                </a:lnTo>
                <a:lnTo>
                  <a:pt x="931" y="488"/>
                </a:lnTo>
                <a:lnTo>
                  <a:pt x="930" y="489"/>
                </a:lnTo>
                <a:lnTo>
                  <a:pt x="929" y="489"/>
                </a:lnTo>
                <a:lnTo>
                  <a:pt x="928" y="489"/>
                </a:lnTo>
                <a:lnTo>
                  <a:pt x="929" y="488"/>
                </a:lnTo>
                <a:lnTo>
                  <a:pt x="928" y="488"/>
                </a:lnTo>
                <a:lnTo>
                  <a:pt x="928" y="487"/>
                </a:lnTo>
                <a:lnTo>
                  <a:pt x="927" y="487"/>
                </a:lnTo>
                <a:lnTo>
                  <a:pt x="927" y="486"/>
                </a:lnTo>
                <a:lnTo>
                  <a:pt x="928" y="486"/>
                </a:lnTo>
                <a:lnTo>
                  <a:pt x="928" y="485"/>
                </a:lnTo>
                <a:lnTo>
                  <a:pt x="928" y="484"/>
                </a:lnTo>
                <a:lnTo>
                  <a:pt x="928" y="483"/>
                </a:lnTo>
                <a:lnTo>
                  <a:pt x="928" y="482"/>
                </a:lnTo>
                <a:lnTo>
                  <a:pt x="928" y="481"/>
                </a:lnTo>
                <a:lnTo>
                  <a:pt x="927" y="480"/>
                </a:lnTo>
                <a:lnTo>
                  <a:pt x="927" y="479"/>
                </a:lnTo>
                <a:lnTo>
                  <a:pt x="926" y="479"/>
                </a:lnTo>
                <a:lnTo>
                  <a:pt x="924" y="479"/>
                </a:lnTo>
                <a:lnTo>
                  <a:pt x="923" y="479"/>
                </a:lnTo>
                <a:lnTo>
                  <a:pt x="924" y="479"/>
                </a:lnTo>
                <a:lnTo>
                  <a:pt x="924" y="478"/>
                </a:lnTo>
                <a:lnTo>
                  <a:pt x="923" y="478"/>
                </a:lnTo>
                <a:lnTo>
                  <a:pt x="922" y="478"/>
                </a:lnTo>
                <a:lnTo>
                  <a:pt x="923" y="478"/>
                </a:lnTo>
                <a:lnTo>
                  <a:pt x="923" y="479"/>
                </a:lnTo>
                <a:lnTo>
                  <a:pt x="924" y="479"/>
                </a:lnTo>
                <a:lnTo>
                  <a:pt x="924" y="480"/>
                </a:lnTo>
                <a:lnTo>
                  <a:pt x="923" y="480"/>
                </a:lnTo>
                <a:lnTo>
                  <a:pt x="922" y="480"/>
                </a:lnTo>
                <a:lnTo>
                  <a:pt x="922" y="479"/>
                </a:lnTo>
                <a:lnTo>
                  <a:pt x="923" y="479"/>
                </a:lnTo>
                <a:lnTo>
                  <a:pt x="922" y="479"/>
                </a:lnTo>
                <a:lnTo>
                  <a:pt x="921" y="479"/>
                </a:lnTo>
                <a:lnTo>
                  <a:pt x="920" y="479"/>
                </a:lnTo>
                <a:lnTo>
                  <a:pt x="920" y="478"/>
                </a:lnTo>
                <a:lnTo>
                  <a:pt x="919" y="478"/>
                </a:lnTo>
                <a:lnTo>
                  <a:pt x="919" y="477"/>
                </a:lnTo>
                <a:lnTo>
                  <a:pt x="919" y="476"/>
                </a:lnTo>
                <a:lnTo>
                  <a:pt x="919" y="475"/>
                </a:lnTo>
                <a:lnTo>
                  <a:pt x="918" y="475"/>
                </a:lnTo>
                <a:lnTo>
                  <a:pt x="918" y="476"/>
                </a:lnTo>
                <a:lnTo>
                  <a:pt x="917" y="476"/>
                </a:lnTo>
                <a:lnTo>
                  <a:pt x="916" y="476"/>
                </a:lnTo>
                <a:lnTo>
                  <a:pt x="916" y="475"/>
                </a:lnTo>
                <a:lnTo>
                  <a:pt x="915" y="475"/>
                </a:lnTo>
                <a:lnTo>
                  <a:pt x="914" y="474"/>
                </a:lnTo>
                <a:lnTo>
                  <a:pt x="914" y="473"/>
                </a:lnTo>
                <a:lnTo>
                  <a:pt x="913" y="472"/>
                </a:lnTo>
                <a:lnTo>
                  <a:pt x="912" y="472"/>
                </a:lnTo>
                <a:lnTo>
                  <a:pt x="910" y="472"/>
                </a:lnTo>
                <a:lnTo>
                  <a:pt x="910" y="471"/>
                </a:lnTo>
                <a:lnTo>
                  <a:pt x="909" y="471"/>
                </a:lnTo>
                <a:lnTo>
                  <a:pt x="909" y="472"/>
                </a:lnTo>
                <a:lnTo>
                  <a:pt x="909" y="473"/>
                </a:lnTo>
                <a:lnTo>
                  <a:pt x="909" y="472"/>
                </a:lnTo>
                <a:lnTo>
                  <a:pt x="909" y="473"/>
                </a:lnTo>
                <a:lnTo>
                  <a:pt x="908" y="473"/>
                </a:lnTo>
                <a:lnTo>
                  <a:pt x="908" y="472"/>
                </a:lnTo>
                <a:lnTo>
                  <a:pt x="908" y="471"/>
                </a:lnTo>
                <a:lnTo>
                  <a:pt x="909" y="471"/>
                </a:lnTo>
                <a:lnTo>
                  <a:pt x="908" y="471"/>
                </a:lnTo>
                <a:lnTo>
                  <a:pt x="908" y="472"/>
                </a:lnTo>
                <a:lnTo>
                  <a:pt x="908" y="471"/>
                </a:lnTo>
                <a:lnTo>
                  <a:pt x="908" y="472"/>
                </a:lnTo>
                <a:lnTo>
                  <a:pt x="907" y="472"/>
                </a:lnTo>
                <a:lnTo>
                  <a:pt x="906" y="472"/>
                </a:lnTo>
                <a:lnTo>
                  <a:pt x="906" y="471"/>
                </a:lnTo>
                <a:lnTo>
                  <a:pt x="905" y="471"/>
                </a:lnTo>
                <a:lnTo>
                  <a:pt x="905" y="472"/>
                </a:lnTo>
                <a:lnTo>
                  <a:pt x="904" y="472"/>
                </a:lnTo>
                <a:lnTo>
                  <a:pt x="903" y="472"/>
                </a:lnTo>
                <a:lnTo>
                  <a:pt x="903" y="471"/>
                </a:lnTo>
                <a:lnTo>
                  <a:pt x="902" y="470"/>
                </a:lnTo>
                <a:lnTo>
                  <a:pt x="901" y="470"/>
                </a:lnTo>
                <a:lnTo>
                  <a:pt x="901" y="469"/>
                </a:lnTo>
                <a:lnTo>
                  <a:pt x="900" y="469"/>
                </a:lnTo>
                <a:lnTo>
                  <a:pt x="900" y="470"/>
                </a:lnTo>
                <a:lnTo>
                  <a:pt x="899" y="470"/>
                </a:lnTo>
                <a:lnTo>
                  <a:pt x="899" y="469"/>
                </a:lnTo>
                <a:lnTo>
                  <a:pt x="900" y="468"/>
                </a:lnTo>
                <a:lnTo>
                  <a:pt x="899" y="468"/>
                </a:lnTo>
                <a:lnTo>
                  <a:pt x="898" y="467"/>
                </a:lnTo>
                <a:lnTo>
                  <a:pt x="897" y="468"/>
                </a:lnTo>
                <a:lnTo>
                  <a:pt x="898" y="468"/>
                </a:lnTo>
                <a:lnTo>
                  <a:pt x="898" y="469"/>
                </a:lnTo>
                <a:lnTo>
                  <a:pt x="898" y="470"/>
                </a:lnTo>
                <a:lnTo>
                  <a:pt x="897" y="470"/>
                </a:lnTo>
                <a:lnTo>
                  <a:pt x="896" y="470"/>
                </a:lnTo>
                <a:lnTo>
                  <a:pt x="896" y="469"/>
                </a:lnTo>
                <a:lnTo>
                  <a:pt x="896" y="468"/>
                </a:lnTo>
                <a:lnTo>
                  <a:pt x="895" y="467"/>
                </a:lnTo>
                <a:lnTo>
                  <a:pt x="894" y="468"/>
                </a:lnTo>
                <a:lnTo>
                  <a:pt x="894" y="469"/>
                </a:lnTo>
                <a:lnTo>
                  <a:pt x="894" y="470"/>
                </a:lnTo>
                <a:lnTo>
                  <a:pt x="893" y="470"/>
                </a:lnTo>
                <a:lnTo>
                  <a:pt x="893" y="469"/>
                </a:lnTo>
                <a:lnTo>
                  <a:pt x="893" y="468"/>
                </a:lnTo>
                <a:lnTo>
                  <a:pt x="892" y="468"/>
                </a:lnTo>
                <a:lnTo>
                  <a:pt x="893" y="468"/>
                </a:lnTo>
                <a:lnTo>
                  <a:pt x="893" y="467"/>
                </a:lnTo>
                <a:lnTo>
                  <a:pt x="892" y="467"/>
                </a:lnTo>
                <a:lnTo>
                  <a:pt x="892" y="466"/>
                </a:lnTo>
                <a:lnTo>
                  <a:pt x="892" y="465"/>
                </a:lnTo>
                <a:lnTo>
                  <a:pt x="891" y="464"/>
                </a:lnTo>
                <a:lnTo>
                  <a:pt x="890" y="464"/>
                </a:lnTo>
                <a:lnTo>
                  <a:pt x="889" y="465"/>
                </a:lnTo>
                <a:lnTo>
                  <a:pt x="888" y="465"/>
                </a:lnTo>
                <a:lnTo>
                  <a:pt x="887" y="465"/>
                </a:lnTo>
                <a:lnTo>
                  <a:pt x="887" y="466"/>
                </a:lnTo>
                <a:lnTo>
                  <a:pt x="888" y="466"/>
                </a:lnTo>
                <a:lnTo>
                  <a:pt x="888" y="467"/>
                </a:lnTo>
                <a:lnTo>
                  <a:pt x="887" y="468"/>
                </a:lnTo>
                <a:lnTo>
                  <a:pt x="886" y="468"/>
                </a:lnTo>
                <a:lnTo>
                  <a:pt x="885" y="468"/>
                </a:lnTo>
                <a:lnTo>
                  <a:pt x="885" y="469"/>
                </a:lnTo>
                <a:lnTo>
                  <a:pt x="885" y="470"/>
                </a:lnTo>
                <a:lnTo>
                  <a:pt x="884" y="470"/>
                </a:lnTo>
                <a:lnTo>
                  <a:pt x="885" y="471"/>
                </a:lnTo>
                <a:lnTo>
                  <a:pt x="885" y="472"/>
                </a:lnTo>
                <a:lnTo>
                  <a:pt x="884" y="473"/>
                </a:lnTo>
                <a:lnTo>
                  <a:pt x="883" y="473"/>
                </a:lnTo>
                <a:lnTo>
                  <a:pt x="883" y="474"/>
                </a:lnTo>
                <a:lnTo>
                  <a:pt x="884" y="474"/>
                </a:lnTo>
                <a:lnTo>
                  <a:pt x="884" y="475"/>
                </a:lnTo>
                <a:lnTo>
                  <a:pt x="883" y="476"/>
                </a:lnTo>
                <a:lnTo>
                  <a:pt x="882" y="476"/>
                </a:lnTo>
                <a:lnTo>
                  <a:pt x="881" y="476"/>
                </a:lnTo>
                <a:lnTo>
                  <a:pt x="881" y="477"/>
                </a:lnTo>
                <a:lnTo>
                  <a:pt x="882" y="478"/>
                </a:lnTo>
                <a:lnTo>
                  <a:pt x="881" y="478"/>
                </a:lnTo>
                <a:lnTo>
                  <a:pt x="881" y="479"/>
                </a:lnTo>
                <a:lnTo>
                  <a:pt x="881" y="478"/>
                </a:lnTo>
                <a:lnTo>
                  <a:pt x="880" y="478"/>
                </a:lnTo>
                <a:lnTo>
                  <a:pt x="879" y="478"/>
                </a:lnTo>
                <a:lnTo>
                  <a:pt x="879" y="479"/>
                </a:lnTo>
                <a:lnTo>
                  <a:pt x="879" y="480"/>
                </a:lnTo>
                <a:lnTo>
                  <a:pt x="879" y="481"/>
                </a:lnTo>
                <a:lnTo>
                  <a:pt x="879" y="482"/>
                </a:lnTo>
                <a:lnTo>
                  <a:pt x="880" y="483"/>
                </a:lnTo>
                <a:lnTo>
                  <a:pt x="880" y="484"/>
                </a:lnTo>
                <a:lnTo>
                  <a:pt x="880" y="483"/>
                </a:lnTo>
                <a:lnTo>
                  <a:pt x="881" y="483"/>
                </a:lnTo>
                <a:lnTo>
                  <a:pt x="882" y="483"/>
                </a:lnTo>
                <a:lnTo>
                  <a:pt x="882" y="484"/>
                </a:lnTo>
                <a:lnTo>
                  <a:pt x="881" y="484"/>
                </a:lnTo>
                <a:lnTo>
                  <a:pt x="881" y="485"/>
                </a:lnTo>
                <a:lnTo>
                  <a:pt x="880" y="485"/>
                </a:lnTo>
                <a:lnTo>
                  <a:pt x="880" y="486"/>
                </a:lnTo>
                <a:lnTo>
                  <a:pt x="881" y="486"/>
                </a:lnTo>
                <a:lnTo>
                  <a:pt x="880" y="486"/>
                </a:lnTo>
                <a:lnTo>
                  <a:pt x="879" y="486"/>
                </a:lnTo>
                <a:lnTo>
                  <a:pt x="878" y="486"/>
                </a:lnTo>
                <a:lnTo>
                  <a:pt x="877" y="486"/>
                </a:lnTo>
                <a:lnTo>
                  <a:pt x="876" y="486"/>
                </a:lnTo>
                <a:lnTo>
                  <a:pt x="875" y="486"/>
                </a:lnTo>
                <a:lnTo>
                  <a:pt x="875" y="485"/>
                </a:lnTo>
                <a:lnTo>
                  <a:pt x="874" y="485"/>
                </a:lnTo>
                <a:lnTo>
                  <a:pt x="873" y="485"/>
                </a:lnTo>
                <a:lnTo>
                  <a:pt x="873" y="484"/>
                </a:lnTo>
                <a:lnTo>
                  <a:pt x="872" y="484"/>
                </a:lnTo>
                <a:lnTo>
                  <a:pt x="870" y="483"/>
                </a:lnTo>
                <a:lnTo>
                  <a:pt x="870" y="484"/>
                </a:lnTo>
                <a:lnTo>
                  <a:pt x="869" y="486"/>
                </a:lnTo>
                <a:lnTo>
                  <a:pt x="869" y="487"/>
                </a:lnTo>
                <a:lnTo>
                  <a:pt x="870" y="487"/>
                </a:lnTo>
                <a:lnTo>
                  <a:pt x="870" y="488"/>
                </a:lnTo>
                <a:lnTo>
                  <a:pt x="869" y="488"/>
                </a:lnTo>
                <a:lnTo>
                  <a:pt x="871" y="490"/>
                </a:lnTo>
                <a:lnTo>
                  <a:pt x="873" y="490"/>
                </a:lnTo>
                <a:lnTo>
                  <a:pt x="874" y="491"/>
                </a:lnTo>
                <a:lnTo>
                  <a:pt x="874" y="492"/>
                </a:lnTo>
                <a:lnTo>
                  <a:pt x="873" y="492"/>
                </a:lnTo>
                <a:lnTo>
                  <a:pt x="872" y="491"/>
                </a:lnTo>
                <a:lnTo>
                  <a:pt x="872" y="492"/>
                </a:lnTo>
                <a:lnTo>
                  <a:pt x="872" y="493"/>
                </a:lnTo>
                <a:lnTo>
                  <a:pt x="872" y="494"/>
                </a:lnTo>
                <a:lnTo>
                  <a:pt x="871" y="494"/>
                </a:lnTo>
                <a:lnTo>
                  <a:pt x="870" y="494"/>
                </a:lnTo>
                <a:lnTo>
                  <a:pt x="869" y="494"/>
                </a:lnTo>
                <a:lnTo>
                  <a:pt x="869" y="495"/>
                </a:lnTo>
                <a:lnTo>
                  <a:pt x="868" y="495"/>
                </a:lnTo>
                <a:lnTo>
                  <a:pt x="867" y="495"/>
                </a:lnTo>
                <a:lnTo>
                  <a:pt x="867" y="494"/>
                </a:lnTo>
                <a:lnTo>
                  <a:pt x="866" y="494"/>
                </a:lnTo>
                <a:lnTo>
                  <a:pt x="866" y="495"/>
                </a:lnTo>
                <a:lnTo>
                  <a:pt x="866" y="496"/>
                </a:lnTo>
                <a:lnTo>
                  <a:pt x="865" y="496"/>
                </a:lnTo>
                <a:lnTo>
                  <a:pt x="865" y="495"/>
                </a:lnTo>
                <a:lnTo>
                  <a:pt x="864" y="495"/>
                </a:lnTo>
                <a:lnTo>
                  <a:pt x="865" y="495"/>
                </a:lnTo>
                <a:lnTo>
                  <a:pt x="864" y="495"/>
                </a:lnTo>
                <a:lnTo>
                  <a:pt x="864" y="494"/>
                </a:lnTo>
                <a:lnTo>
                  <a:pt x="863" y="494"/>
                </a:lnTo>
                <a:lnTo>
                  <a:pt x="863" y="495"/>
                </a:lnTo>
                <a:lnTo>
                  <a:pt x="862" y="495"/>
                </a:lnTo>
                <a:lnTo>
                  <a:pt x="862" y="496"/>
                </a:lnTo>
                <a:lnTo>
                  <a:pt x="861" y="496"/>
                </a:lnTo>
                <a:lnTo>
                  <a:pt x="861" y="497"/>
                </a:lnTo>
                <a:lnTo>
                  <a:pt x="861" y="498"/>
                </a:lnTo>
                <a:lnTo>
                  <a:pt x="862" y="499"/>
                </a:lnTo>
                <a:lnTo>
                  <a:pt x="863" y="499"/>
                </a:lnTo>
                <a:lnTo>
                  <a:pt x="863" y="498"/>
                </a:lnTo>
                <a:lnTo>
                  <a:pt x="864" y="498"/>
                </a:lnTo>
                <a:lnTo>
                  <a:pt x="864" y="497"/>
                </a:lnTo>
                <a:lnTo>
                  <a:pt x="865" y="497"/>
                </a:lnTo>
                <a:lnTo>
                  <a:pt x="866" y="497"/>
                </a:lnTo>
                <a:lnTo>
                  <a:pt x="867" y="498"/>
                </a:lnTo>
                <a:lnTo>
                  <a:pt x="867" y="499"/>
                </a:lnTo>
                <a:lnTo>
                  <a:pt x="866" y="499"/>
                </a:lnTo>
                <a:lnTo>
                  <a:pt x="865" y="500"/>
                </a:lnTo>
                <a:lnTo>
                  <a:pt x="865" y="501"/>
                </a:lnTo>
                <a:lnTo>
                  <a:pt x="865" y="502"/>
                </a:lnTo>
                <a:lnTo>
                  <a:pt x="865" y="501"/>
                </a:lnTo>
                <a:lnTo>
                  <a:pt x="865" y="502"/>
                </a:lnTo>
                <a:lnTo>
                  <a:pt x="866" y="502"/>
                </a:lnTo>
                <a:lnTo>
                  <a:pt x="866" y="503"/>
                </a:lnTo>
                <a:lnTo>
                  <a:pt x="867" y="503"/>
                </a:lnTo>
                <a:lnTo>
                  <a:pt x="868" y="503"/>
                </a:lnTo>
                <a:lnTo>
                  <a:pt x="869" y="503"/>
                </a:lnTo>
                <a:lnTo>
                  <a:pt x="870" y="504"/>
                </a:lnTo>
                <a:lnTo>
                  <a:pt x="871" y="504"/>
                </a:lnTo>
                <a:lnTo>
                  <a:pt x="872" y="504"/>
                </a:lnTo>
                <a:lnTo>
                  <a:pt x="872" y="505"/>
                </a:lnTo>
                <a:lnTo>
                  <a:pt x="871" y="505"/>
                </a:lnTo>
                <a:lnTo>
                  <a:pt x="871" y="507"/>
                </a:lnTo>
                <a:lnTo>
                  <a:pt x="872" y="508"/>
                </a:lnTo>
                <a:lnTo>
                  <a:pt x="874" y="508"/>
                </a:lnTo>
                <a:lnTo>
                  <a:pt x="875" y="508"/>
                </a:lnTo>
                <a:lnTo>
                  <a:pt x="875" y="509"/>
                </a:lnTo>
                <a:lnTo>
                  <a:pt x="876" y="509"/>
                </a:lnTo>
                <a:lnTo>
                  <a:pt x="875" y="509"/>
                </a:lnTo>
                <a:lnTo>
                  <a:pt x="875" y="510"/>
                </a:lnTo>
                <a:lnTo>
                  <a:pt x="876" y="511"/>
                </a:lnTo>
                <a:lnTo>
                  <a:pt x="877" y="511"/>
                </a:lnTo>
                <a:lnTo>
                  <a:pt x="877" y="512"/>
                </a:lnTo>
                <a:lnTo>
                  <a:pt x="879" y="512"/>
                </a:lnTo>
                <a:lnTo>
                  <a:pt x="880" y="512"/>
                </a:lnTo>
                <a:lnTo>
                  <a:pt x="880" y="511"/>
                </a:lnTo>
                <a:lnTo>
                  <a:pt x="880" y="512"/>
                </a:lnTo>
                <a:lnTo>
                  <a:pt x="881" y="512"/>
                </a:lnTo>
                <a:lnTo>
                  <a:pt x="881" y="513"/>
                </a:lnTo>
                <a:lnTo>
                  <a:pt x="882" y="513"/>
                </a:lnTo>
                <a:lnTo>
                  <a:pt x="882" y="512"/>
                </a:lnTo>
                <a:lnTo>
                  <a:pt x="883" y="512"/>
                </a:lnTo>
                <a:lnTo>
                  <a:pt x="884" y="514"/>
                </a:lnTo>
                <a:lnTo>
                  <a:pt x="884" y="515"/>
                </a:lnTo>
                <a:lnTo>
                  <a:pt x="883" y="516"/>
                </a:lnTo>
                <a:lnTo>
                  <a:pt x="882" y="516"/>
                </a:lnTo>
                <a:lnTo>
                  <a:pt x="881" y="517"/>
                </a:lnTo>
                <a:lnTo>
                  <a:pt x="880" y="518"/>
                </a:lnTo>
                <a:lnTo>
                  <a:pt x="880" y="519"/>
                </a:lnTo>
                <a:lnTo>
                  <a:pt x="881" y="520"/>
                </a:lnTo>
                <a:lnTo>
                  <a:pt x="881" y="521"/>
                </a:lnTo>
                <a:lnTo>
                  <a:pt x="881" y="522"/>
                </a:lnTo>
                <a:lnTo>
                  <a:pt x="880" y="523"/>
                </a:lnTo>
                <a:lnTo>
                  <a:pt x="880" y="524"/>
                </a:lnTo>
                <a:lnTo>
                  <a:pt x="879" y="525"/>
                </a:lnTo>
                <a:lnTo>
                  <a:pt x="878" y="525"/>
                </a:lnTo>
                <a:lnTo>
                  <a:pt x="878" y="526"/>
                </a:lnTo>
                <a:lnTo>
                  <a:pt x="879" y="526"/>
                </a:lnTo>
                <a:lnTo>
                  <a:pt x="879" y="527"/>
                </a:lnTo>
                <a:lnTo>
                  <a:pt x="880" y="527"/>
                </a:lnTo>
                <a:lnTo>
                  <a:pt x="880" y="528"/>
                </a:lnTo>
                <a:lnTo>
                  <a:pt x="879" y="528"/>
                </a:lnTo>
                <a:lnTo>
                  <a:pt x="880" y="529"/>
                </a:lnTo>
                <a:lnTo>
                  <a:pt x="881" y="529"/>
                </a:lnTo>
                <a:lnTo>
                  <a:pt x="881" y="530"/>
                </a:lnTo>
                <a:lnTo>
                  <a:pt x="882" y="530"/>
                </a:lnTo>
                <a:lnTo>
                  <a:pt x="881" y="531"/>
                </a:lnTo>
                <a:lnTo>
                  <a:pt x="881" y="532"/>
                </a:lnTo>
                <a:lnTo>
                  <a:pt x="881" y="533"/>
                </a:lnTo>
                <a:lnTo>
                  <a:pt x="882" y="533"/>
                </a:lnTo>
                <a:lnTo>
                  <a:pt x="881" y="533"/>
                </a:lnTo>
                <a:lnTo>
                  <a:pt x="880" y="533"/>
                </a:lnTo>
                <a:lnTo>
                  <a:pt x="880" y="534"/>
                </a:lnTo>
                <a:lnTo>
                  <a:pt x="880" y="535"/>
                </a:lnTo>
                <a:lnTo>
                  <a:pt x="879" y="535"/>
                </a:lnTo>
                <a:lnTo>
                  <a:pt x="878" y="535"/>
                </a:lnTo>
                <a:lnTo>
                  <a:pt x="877" y="535"/>
                </a:lnTo>
                <a:lnTo>
                  <a:pt x="877" y="534"/>
                </a:lnTo>
                <a:lnTo>
                  <a:pt x="876" y="534"/>
                </a:lnTo>
                <a:lnTo>
                  <a:pt x="875" y="534"/>
                </a:lnTo>
                <a:lnTo>
                  <a:pt x="875" y="535"/>
                </a:lnTo>
                <a:lnTo>
                  <a:pt x="874" y="535"/>
                </a:lnTo>
                <a:lnTo>
                  <a:pt x="873" y="535"/>
                </a:lnTo>
                <a:lnTo>
                  <a:pt x="872" y="536"/>
                </a:lnTo>
                <a:lnTo>
                  <a:pt x="870" y="536"/>
                </a:lnTo>
                <a:lnTo>
                  <a:pt x="869" y="535"/>
                </a:lnTo>
                <a:lnTo>
                  <a:pt x="870" y="535"/>
                </a:lnTo>
                <a:lnTo>
                  <a:pt x="869" y="535"/>
                </a:lnTo>
                <a:lnTo>
                  <a:pt x="869" y="536"/>
                </a:lnTo>
                <a:lnTo>
                  <a:pt x="868" y="536"/>
                </a:lnTo>
                <a:lnTo>
                  <a:pt x="868" y="537"/>
                </a:lnTo>
                <a:lnTo>
                  <a:pt x="868" y="538"/>
                </a:lnTo>
                <a:lnTo>
                  <a:pt x="867" y="538"/>
                </a:lnTo>
                <a:lnTo>
                  <a:pt x="866" y="538"/>
                </a:lnTo>
                <a:lnTo>
                  <a:pt x="866" y="537"/>
                </a:lnTo>
                <a:lnTo>
                  <a:pt x="865" y="538"/>
                </a:lnTo>
                <a:lnTo>
                  <a:pt x="866" y="538"/>
                </a:lnTo>
                <a:lnTo>
                  <a:pt x="866" y="539"/>
                </a:lnTo>
                <a:lnTo>
                  <a:pt x="866" y="540"/>
                </a:lnTo>
                <a:lnTo>
                  <a:pt x="865" y="540"/>
                </a:lnTo>
                <a:lnTo>
                  <a:pt x="865" y="541"/>
                </a:lnTo>
                <a:lnTo>
                  <a:pt x="865" y="542"/>
                </a:lnTo>
                <a:lnTo>
                  <a:pt x="866" y="542"/>
                </a:lnTo>
                <a:lnTo>
                  <a:pt x="865" y="543"/>
                </a:lnTo>
                <a:lnTo>
                  <a:pt x="865" y="544"/>
                </a:lnTo>
                <a:lnTo>
                  <a:pt x="864" y="544"/>
                </a:lnTo>
                <a:lnTo>
                  <a:pt x="864" y="545"/>
                </a:lnTo>
                <a:lnTo>
                  <a:pt x="865" y="545"/>
                </a:lnTo>
                <a:lnTo>
                  <a:pt x="865" y="547"/>
                </a:lnTo>
                <a:lnTo>
                  <a:pt x="864" y="547"/>
                </a:lnTo>
                <a:lnTo>
                  <a:pt x="864" y="548"/>
                </a:lnTo>
                <a:lnTo>
                  <a:pt x="864" y="549"/>
                </a:lnTo>
                <a:lnTo>
                  <a:pt x="863" y="549"/>
                </a:lnTo>
                <a:lnTo>
                  <a:pt x="863" y="548"/>
                </a:lnTo>
                <a:lnTo>
                  <a:pt x="862" y="548"/>
                </a:lnTo>
                <a:lnTo>
                  <a:pt x="861" y="548"/>
                </a:lnTo>
                <a:lnTo>
                  <a:pt x="861" y="549"/>
                </a:lnTo>
                <a:lnTo>
                  <a:pt x="862" y="549"/>
                </a:lnTo>
                <a:lnTo>
                  <a:pt x="862" y="550"/>
                </a:lnTo>
                <a:lnTo>
                  <a:pt x="861" y="550"/>
                </a:lnTo>
                <a:lnTo>
                  <a:pt x="860" y="551"/>
                </a:lnTo>
                <a:lnTo>
                  <a:pt x="860" y="552"/>
                </a:lnTo>
                <a:lnTo>
                  <a:pt x="861" y="552"/>
                </a:lnTo>
                <a:lnTo>
                  <a:pt x="861" y="553"/>
                </a:lnTo>
                <a:lnTo>
                  <a:pt x="860" y="553"/>
                </a:lnTo>
                <a:lnTo>
                  <a:pt x="860" y="552"/>
                </a:lnTo>
                <a:lnTo>
                  <a:pt x="859" y="552"/>
                </a:lnTo>
                <a:lnTo>
                  <a:pt x="858" y="552"/>
                </a:lnTo>
                <a:lnTo>
                  <a:pt x="857" y="551"/>
                </a:lnTo>
                <a:lnTo>
                  <a:pt x="856" y="550"/>
                </a:lnTo>
                <a:lnTo>
                  <a:pt x="855" y="550"/>
                </a:lnTo>
                <a:lnTo>
                  <a:pt x="854" y="551"/>
                </a:lnTo>
                <a:lnTo>
                  <a:pt x="854" y="552"/>
                </a:lnTo>
                <a:lnTo>
                  <a:pt x="854" y="553"/>
                </a:lnTo>
                <a:lnTo>
                  <a:pt x="855" y="554"/>
                </a:lnTo>
                <a:lnTo>
                  <a:pt x="855" y="555"/>
                </a:lnTo>
                <a:lnTo>
                  <a:pt x="854" y="555"/>
                </a:lnTo>
                <a:lnTo>
                  <a:pt x="853" y="555"/>
                </a:lnTo>
                <a:lnTo>
                  <a:pt x="851" y="555"/>
                </a:lnTo>
                <a:lnTo>
                  <a:pt x="850" y="555"/>
                </a:lnTo>
                <a:lnTo>
                  <a:pt x="849" y="554"/>
                </a:lnTo>
                <a:lnTo>
                  <a:pt x="848" y="554"/>
                </a:lnTo>
                <a:lnTo>
                  <a:pt x="847" y="555"/>
                </a:lnTo>
                <a:lnTo>
                  <a:pt x="846" y="556"/>
                </a:lnTo>
                <a:lnTo>
                  <a:pt x="846" y="555"/>
                </a:lnTo>
                <a:lnTo>
                  <a:pt x="845" y="555"/>
                </a:lnTo>
                <a:lnTo>
                  <a:pt x="845" y="556"/>
                </a:lnTo>
                <a:lnTo>
                  <a:pt x="845" y="557"/>
                </a:lnTo>
                <a:lnTo>
                  <a:pt x="846" y="558"/>
                </a:lnTo>
                <a:lnTo>
                  <a:pt x="845" y="558"/>
                </a:lnTo>
                <a:lnTo>
                  <a:pt x="844" y="559"/>
                </a:lnTo>
                <a:lnTo>
                  <a:pt x="844" y="560"/>
                </a:lnTo>
                <a:lnTo>
                  <a:pt x="844" y="561"/>
                </a:lnTo>
                <a:lnTo>
                  <a:pt x="844" y="562"/>
                </a:lnTo>
                <a:lnTo>
                  <a:pt x="843" y="562"/>
                </a:lnTo>
                <a:lnTo>
                  <a:pt x="843" y="561"/>
                </a:lnTo>
                <a:lnTo>
                  <a:pt x="842" y="561"/>
                </a:lnTo>
                <a:lnTo>
                  <a:pt x="841" y="562"/>
                </a:lnTo>
                <a:lnTo>
                  <a:pt x="840" y="563"/>
                </a:lnTo>
                <a:lnTo>
                  <a:pt x="840" y="564"/>
                </a:lnTo>
                <a:lnTo>
                  <a:pt x="840" y="565"/>
                </a:lnTo>
                <a:lnTo>
                  <a:pt x="838" y="565"/>
                </a:lnTo>
                <a:lnTo>
                  <a:pt x="838" y="564"/>
                </a:lnTo>
                <a:lnTo>
                  <a:pt x="839" y="564"/>
                </a:lnTo>
                <a:lnTo>
                  <a:pt x="839" y="563"/>
                </a:lnTo>
                <a:lnTo>
                  <a:pt x="838" y="563"/>
                </a:lnTo>
                <a:lnTo>
                  <a:pt x="837" y="565"/>
                </a:lnTo>
                <a:lnTo>
                  <a:pt x="837" y="566"/>
                </a:lnTo>
                <a:lnTo>
                  <a:pt x="838" y="566"/>
                </a:lnTo>
                <a:lnTo>
                  <a:pt x="838" y="567"/>
                </a:lnTo>
                <a:lnTo>
                  <a:pt x="837" y="567"/>
                </a:lnTo>
                <a:lnTo>
                  <a:pt x="836" y="567"/>
                </a:lnTo>
                <a:lnTo>
                  <a:pt x="836" y="568"/>
                </a:lnTo>
                <a:lnTo>
                  <a:pt x="835" y="569"/>
                </a:lnTo>
                <a:lnTo>
                  <a:pt x="835" y="570"/>
                </a:lnTo>
                <a:lnTo>
                  <a:pt x="835" y="572"/>
                </a:lnTo>
                <a:lnTo>
                  <a:pt x="836" y="572"/>
                </a:lnTo>
                <a:lnTo>
                  <a:pt x="836" y="573"/>
                </a:lnTo>
                <a:lnTo>
                  <a:pt x="837" y="573"/>
                </a:lnTo>
                <a:lnTo>
                  <a:pt x="837" y="574"/>
                </a:lnTo>
                <a:lnTo>
                  <a:pt x="838" y="574"/>
                </a:lnTo>
                <a:lnTo>
                  <a:pt x="838" y="575"/>
                </a:lnTo>
                <a:lnTo>
                  <a:pt x="838" y="576"/>
                </a:lnTo>
                <a:lnTo>
                  <a:pt x="838" y="577"/>
                </a:lnTo>
                <a:lnTo>
                  <a:pt x="838" y="578"/>
                </a:lnTo>
                <a:lnTo>
                  <a:pt x="838" y="579"/>
                </a:lnTo>
                <a:lnTo>
                  <a:pt x="839" y="579"/>
                </a:lnTo>
                <a:lnTo>
                  <a:pt x="839" y="580"/>
                </a:lnTo>
                <a:lnTo>
                  <a:pt x="840" y="580"/>
                </a:lnTo>
                <a:lnTo>
                  <a:pt x="840" y="581"/>
                </a:lnTo>
                <a:lnTo>
                  <a:pt x="840" y="582"/>
                </a:lnTo>
                <a:lnTo>
                  <a:pt x="839" y="582"/>
                </a:lnTo>
                <a:lnTo>
                  <a:pt x="838" y="582"/>
                </a:lnTo>
                <a:lnTo>
                  <a:pt x="839" y="583"/>
                </a:lnTo>
                <a:lnTo>
                  <a:pt x="840" y="583"/>
                </a:lnTo>
                <a:lnTo>
                  <a:pt x="840" y="582"/>
                </a:lnTo>
                <a:lnTo>
                  <a:pt x="841" y="582"/>
                </a:lnTo>
                <a:lnTo>
                  <a:pt x="842" y="583"/>
                </a:lnTo>
                <a:lnTo>
                  <a:pt x="842" y="582"/>
                </a:lnTo>
                <a:lnTo>
                  <a:pt x="842" y="581"/>
                </a:lnTo>
                <a:lnTo>
                  <a:pt x="843" y="581"/>
                </a:lnTo>
                <a:lnTo>
                  <a:pt x="844" y="581"/>
                </a:lnTo>
                <a:lnTo>
                  <a:pt x="845" y="581"/>
                </a:lnTo>
                <a:lnTo>
                  <a:pt x="845" y="582"/>
                </a:lnTo>
                <a:lnTo>
                  <a:pt x="846" y="583"/>
                </a:lnTo>
                <a:lnTo>
                  <a:pt x="846" y="584"/>
                </a:lnTo>
                <a:lnTo>
                  <a:pt x="845" y="584"/>
                </a:lnTo>
                <a:lnTo>
                  <a:pt x="845" y="585"/>
                </a:lnTo>
                <a:lnTo>
                  <a:pt x="844" y="585"/>
                </a:lnTo>
                <a:lnTo>
                  <a:pt x="843" y="586"/>
                </a:lnTo>
                <a:lnTo>
                  <a:pt x="844" y="586"/>
                </a:lnTo>
                <a:lnTo>
                  <a:pt x="845" y="586"/>
                </a:lnTo>
                <a:lnTo>
                  <a:pt x="845" y="585"/>
                </a:lnTo>
                <a:lnTo>
                  <a:pt x="846" y="585"/>
                </a:lnTo>
                <a:lnTo>
                  <a:pt x="848" y="586"/>
                </a:lnTo>
                <a:lnTo>
                  <a:pt x="849" y="586"/>
                </a:lnTo>
                <a:lnTo>
                  <a:pt x="850" y="587"/>
                </a:lnTo>
                <a:lnTo>
                  <a:pt x="851" y="588"/>
                </a:lnTo>
                <a:lnTo>
                  <a:pt x="851" y="589"/>
                </a:lnTo>
                <a:lnTo>
                  <a:pt x="851" y="590"/>
                </a:lnTo>
                <a:lnTo>
                  <a:pt x="850" y="590"/>
                </a:lnTo>
                <a:lnTo>
                  <a:pt x="850" y="591"/>
                </a:lnTo>
                <a:lnTo>
                  <a:pt x="851" y="592"/>
                </a:lnTo>
                <a:lnTo>
                  <a:pt x="850" y="592"/>
                </a:lnTo>
                <a:lnTo>
                  <a:pt x="850" y="593"/>
                </a:lnTo>
                <a:lnTo>
                  <a:pt x="849" y="593"/>
                </a:lnTo>
                <a:lnTo>
                  <a:pt x="848" y="594"/>
                </a:lnTo>
                <a:lnTo>
                  <a:pt x="848" y="595"/>
                </a:lnTo>
                <a:lnTo>
                  <a:pt x="849" y="596"/>
                </a:lnTo>
                <a:lnTo>
                  <a:pt x="849" y="598"/>
                </a:lnTo>
                <a:lnTo>
                  <a:pt x="848" y="598"/>
                </a:lnTo>
                <a:lnTo>
                  <a:pt x="848" y="599"/>
                </a:lnTo>
                <a:lnTo>
                  <a:pt x="849" y="599"/>
                </a:lnTo>
                <a:lnTo>
                  <a:pt x="849" y="598"/>
                </a:lnTo>
                <a:lnTo>
                  <a:pt x="850" y="598"/>
                </a:lnTo>
                <a:lnTo>
                  <a:pt x="851" y="598"/>
                </a:lnTo>
                <a:lnTo>
                  <a:pt x="852" y="597"/>
                </a:lnTo>
                <a:lnTo>
                  <a:pt x="852" y="596"/>
                </a:lnTo>
                <a:lnTo>
                  <a:pt x="852" y="597"/>
                </a:lnTo>
                <a:lnTo>
                  <a:pt x="853" y="597"/>
                </a:lnTo>
                <a:lnTo>
                  <a:pt x="853" y="598"/>
                </a:lnTo>
                <a:lnTo>
                  <a:pt x="853" y="601"/>
                </a:lnTo>
                <a:lnTo>
                  <a:pt x="853" y="602"/>
                </a:lnTo>
                <a:lnTo>
                  <a:pt x="854" y="602"/>
                </a:lnTo>
                <a:lnTo>
                  <a:pt x="854" y="603"/>
                </a:lnTo>
                <a:lnTo>
                  <a:pt x="855" y="603"/>
                </a:lnTo>
                <a:lnTo>
                  <a:pt x="856" y="603"/>
                </a:lnTo>
                <a:lnTo>
                  <a:pt x="856" y="602"/>
                </a:lnTo>
                <a:lnTo>
                  <a:pt x="857" y="602"/>
                </a:lnTo>
                <a:lnTo>
                  <a:pt x="858" y="602"/>
                </a:lnTo>
                <a:lnTo>
                  <a:pt x="858" y="603"/>
                </a:lnTo>
                <a:lnTo>
                  <a:pt x="858" y="604"/>
                </a:lnTo>
                <a:lnTo>
                  <a:pt x="859" y="604"/>
                </a:lnTo>
                <a:lnTo>
                  <a:pt x="860" y="604"/>
                </a:lnTo>
                <a:lnTo>
                  <a:pt x="860" y="603"/>
                </a:lnTo>
                <a:lnTo>
                  <a:pt x="861" y="603"/>
                </a:lnTo>
                <a:lnTo>
                  <a:pt x="863" y="603"/>
                </a:lnTo>
                <a:lnTo>
                  <a:pt x="864" y="603"/>
                </a:lnTo>
                <a:lnTo>
                  <a:pt x="865" y="603"/>
                </a:lnTo>
                <a:lnTo>
                  <a:pt x="867" y="603"/>
                </a:lnTo>
                <a:lnTo>
                  <a:pt x="868" y="603"/>
                </a:lnTo>
                <a:lnTo>
                  <a:pt x="869" y="603"/>
                </a:lnTo>
                <a:lnTo>
                  <a:pt x="868" y="605"/>
                </a:lnTo>
                <a:lnTo>
                  <a:pt x="869" y="605"/>
                </a:lnTo>
                <a:lnTo>
                  <a:pt x="869" y="604"/>
                </a:lnTo>
                <a:lnTo>
                  <a:pt x="869" y="603"/>
                </a:lnTo>
                <a:lnTo>
                  <a:pt x="870" y="603"/>
                </a:lnTo>
                <a:lnTo>
                  <a:pt x="871" y="602"/>
                </a:lnTo>
                <a:lnTo>
                  <a:pt x="872" y="603"/>
                </a:lnTo>
                <a:lnTo>
                  <a:pt x="872" y="604"/>
                </a:lnTo>
                <a:lnTo>
                  <a:pt x="871" y="604"/>
                </a:lnTo>
                <a:lnTo>
                  <a:pt x="872" y="605"/>
                </a:lnTo>
                <a:lnTo>
                  <a:pt x="873" y="606"/>
                </a:lnTo>
                <a:lnTo>
                  <a:pt x="874" y="606"/>
                </a:lnTo>
                <a:lnTo>
                  <a:pt x="875" y="606"/>
                </a:lnTo>
                <a:lnTo>
                  <a:pt x="875" y="605"/>
                </a:lnTo>
                <a:lnTo>
                  <a:pt x="875" y="604"/>
                </a:lnTo>
                <a:lnTo>
                  <a:pt x="874" y="604"/>
                </a:lnTo>
                <a:lnTo>
                  <a:pt x="874" y="603"/>
                </a:lnTo>
                <a:lnTo>
                  <a:pt x="875" y="603"/>
                </a:lnTo>
                <a:lnTo>
                  <a:pt x="876" y="603"/>
                </a:lnTo>
                <a:lnTo>
                  <a:pt x="876" y="602"/>
                </a:lnTo>
                <a:lnTo>
                  <a:pt x="877" y="601"/>
                </a:lnTo>
                <a:lnTo>
                  <a:pt x="878" y="600"/>
                </a:lnTo>
                <a:lnTo>
                  <a:pt x="879" y="600"/>
                </a:lnTo>
                <a:lnTo>
                  <a:pt x="880" y="600"/>
                </a:lnTo>
                <a:lnTo>
                  <a:pt x="880" y="601"/>
                </a:lnTo>
                <a:lnTo>
                  <a:pt x="879" y="601"/>
                </a:lnTo>
                <a:lnTo>
                  <a:pt x="878" y="601"/>
                </a:lnTo>
                <a:lnTo>
                  <a:pt x="877" y="602"/>
                </a:lnTo>
                <a:lnTo>
                  <a:pt x="877" y="603"/>
                </a:lnTo>
                <a:lnTo>
                  <a:pt x="877" y="604"/>
                </a:lnTo>
                <a:lnTo>
                  <a:pt x="878" y="604"/>
                </a:lnTo>
                <a:lnTo>
                  <a:pt x="878" y="605"/>
                </a:lnTo>
                <a:lnTo>
                  <a:pt x="878" y="606"/>
                </a:lnTo>
                <a:lnTo>
                  <a:pt x="878" y="607"/>
                </a:lnTo>
                <a:lnTo>
                  <a:pt x="879" y="607"/>
                </a:lnTo>
                <a:lnTo>
                  <a:pt x="879" y="608"/>
                </a:lnTo>
                <a:lnTo>
                  <a:pt x="878" y="609"/>
                </a:lnTo>
                <a:lnTo>
                  <a:pt x="879" y="609"/>
                </a:lnTo>
                <a:lnTo>
                  <a:pt x="879" y="610"/>
                </a:lnTo>
                <a:lnTo>
                  <a:pt x="879" y="611"/>
                </a:lnTo>
                <a:lnTo>
                  <a:pt x="880" y="611"/>
                </a:lnTo>
                <a:lnTo>
                  <a:pt x="880" y="612"/>
                </a:lnTo>
                <a:lnTo>
                  <a:pt x="880" y="613"/>
                </a:lnTo>
                <a:lnTo>
                  <a:pt x="880" y="614"/>
                </a:lnTo>
                <a:lnTo>
                  <a:pt x="880" y="613"/>
                </a:lnTo>
                <a:lnTo>
                  <a:pt x="879" y="614"/>
                </a:lnTo>
                <a:lnTo>
                  <a:pt x="879" y="615"/>
                </a:lnTo>
                <a:lnTo>
                  <a:pt x="880" y="615"/>
                </a:lnTo>
                <a:lnTo>
                  <a:pt x="881" y="617"/>
                </a:lnTo>
                <a:lnTo>
                  <a:pt x="881" y="618"/>
                </a:lnTo>
                <a:lnTo>
                  <a:pt x="881" y="619"/>
                </a:lnTo>
                <a:lnTo>
                  <a:pt x="881" y="620"/>
                </a:lnTo>
                <a:lnTo>
                  <a:pt x="882" y="620"/>
                </a:lnTo>
                <a:lnTo>
                  <a:pt x="883" y="619"/>
                </a:lnTo>
                <a:lnTo>
                  <a:pt x="883" y="620"/>
                </a:lnTo>
                <a:lnTo>
                  <a:pt x="884" y="620"/>
                </a:lnTo>
                <a:lnTo>
                  <a:pt x="883" y="620"/>
                </a:lnTo>
                <a:lnTo>
                  <a:pt x="883" y="621"/>
                </a:lnTo>
                <a:lnTo>
                  <a:pt x="882" y="621"/>
                </a:lnTo>
                <a:lnTo>
                  <a:pt x="882" y="620"/>
                </a:lnTo>
                <a:lnTo>
                  <a:pt x="881" y="622"/>
                </a:lnTo>
                <a:lnTo>
                  <a:pt x="881" y="623"/>
                </a:lnTo>
                <a:lnTo>
                  <a:pt x="881" y="624"/>
                </a:lnTo>
                <a:lnTo>
                  <a:pt x="882" y="624"/>
                </a:lnTo>
                <a:lnTo>
                  <a:pt x="882" y="625"/>
                </a:lnTo>
                <a:lnTo>
                  <a:pt x="882" y="626"/>
                </a:lnTo>
                <a:lnTo>
                  <a:pt x="883" y="627"/>
                </a:lnTo>
                <a:lnTo>
                  <a:pt x="884" y="627"/>
                </a:lnTo>
                <a:lnTo>
                  <a:pt x="884" y="628"/>
                </a:lnTo>
                <a:lnTo>
                  <a:pt x="884" y="629"/>
                </a:lnTo>
                <a:lnTo>
                  <a:pt x="883" y="630"/>
                </a:lnTo>
                <a:lnTo>
                  <a:pt x="882" y="631"/>
                </a:lnTo>
                <a:lnTo>
                  <a:pt x="883" y="632"/>
                </a:lnTo>
                <a:lnTo>
                  <a:pt x="884" y="633"/>
                </a:lnTo>
                <a:lnTo>
                  <a:pt x="884" y="634"/>
                </a:lnTo>
                <a:lnTo>
                  <a:pt x="885" y="634"/>
                </a:lnTo>
                <a:lnTo>
                  <a:pt x="885" y="635"/>
                </a:lnTo>
                <a:lnTo>
                  <a:pt x="884" y="635"/>
                </a:lnTo>
                <a:lnTo>
                  <a:pt x="884" y="637"/>
                </a:lnTo>
                <a:lnTo>
                  <a:pt x="885" y="638"/>
                </a:lnTo>
                <a:lnTo>
                  <a:pt x="886" y="638"/>
                </a:lnTo>
                <a:lnTo>
                  <a:pt x="887" y="638"/>
                </a:lnTo>
                <a:lnTo>
                  <a:pt x="888" y="640"/>
                </a:lnTo>
                <a:lnTo>
                  <a:pt x="888" y="641"/>
                </a:lnTo>
                <a:lnTo>
                  <a:pt x="889" y="641"/>
                </a:lnTo>
                <a:lnTo>
                  <a:pt x="889" y="642"/>
                </a:lnTo>
                <a:lnTo>
                  <a:pt x="888" y="642"/>
                </a:lnTo>
                <a:lnTo>
                  <a:pt x="888" y="643"/>
                </a:lnTo>
                <a:lnTo>
                  <a:pt x="888" y="644"/>
                </a:lnTo>
                <a:lnTo>
                  <a:pt x="889" y="644"/>
                </a:lnTo>
                <a:lnTo>
                  <a:pt x="889" y="643"/>
                </a:lnTo>
                <a:lnTo>
                  <a:pt x="891" y="643"/>
                </a:lnTo>
                <a:lnTo>
                  <a:pt x="891" y="642"/>
                </a:lnTo>
                <a:lnTo>
                  <a:pt x="892" y="642"/>
                </a:lnTo>
                <a:lnTo>
                  <a:pt x="892" y="643"/>
                </a:lnTo>
                <a:lnTo>
                  <a:pt x="893" y="643"/>
                </a:lnTo>
                <a:lnTo>
                  <a:pt x="893" y="644"/>
                </a:lnTo>
                <a:lnTo>
                  <a:pt x="894" y="644"/>
                </a:lnTo>
                <a:lnTo>
                  <a:pt x="895" y="644"/>
                </a:lnTo>
                <a:lnTo>
                  <a:pt x="896" y="644"/>
                </a:lnTo>
                <a:lnTo>
                  <a:pt x="896" y="643"/>
                </a:lnTo>
                <a:lnTo>
                  <a:pt x="897" y="644"/>
                </a:lnTo>
                <a:lnTo>
                  <a:pt x="898" y="644"/>
                </a:lnTo>
                <a:lnTo>
                  <a:pt x="898" y="645"/>
                </a:lnTo>
                <a:lnTo>
                  <a:pt x="898" y="646"/>
                </a:lnTo>
                <a:lnTo>
                  <a:pt x="897" y="646"/>
                </a:lnTo>
                <a:lnTo>
                  <a:pt x="898" y="647"/>
                </a:lnTo>
                <a:lnTo>
                  <a:pt x="899" y="647"/>
                </a:lnTo>
                <a:lnTo>
                  <a:pt x="900" y="647"/>
                </a:lnTo>
                <a:lnTo>
                  <a:pt x="899" y="647"/>
                </a:lnTo>
                <a:lnTo>
                  <a:pt x="900" y="648"/>
                </a:lnTo>
                <a:lnTo>
                  <a:pt x="901" y="647"/>
                </a:lnTo>
                <a:lnTo>
                  <a:pt x="900" y="646"/>
                </a:lnTo>
                <a:lnTo>
                  <a:pt x="900" y="645"/>
                </a:lnTo>
                <a:lnTo>
                  <a:pt x="901" y="644"/>
                </a:lnTo>
                <a:lnTo>
                  <a:pt x="902" y="644"/>
                </a:lnTo>
                <a:lnTo>
                  <a:pt x="902" y="643"/>
                </a:lnTo>
                <a:lnTo>
                  <a:pt x="903" y="643"/>
                </a:lnTo>
                <a:lnTo>
                  <a:pt x="904" y="643"/>
                </a:lnTo>
                <a:lnTo>
                  <a:pt x="905" y="642"/>
                </a:lnTo>
                <a:lnTo>
                  <a:pt x="905" y="641"/>
                </a:lnTo>
                <a:lnTo>
                  <a:pt x="906" y="641"/>
                </a:lnTo>
                <a:lnTo>
                  <a:pt x="906" y="640"/>
                </a:lnTo>
                <a:lnTo>
                  <a:pt x="907" y="640"/>
                </a:lnTo>
                <a:lnTo>
                  <a:pt x="908" y="640"/>
                </a:lnTo>
                <a:lnTo>
                  <a:pt x="908" y="639"/>
                </a:lnTo>
                <a:lnTo>
                  <a:pt x="907" y="639"/>
                </a:lnTo>
                <a:lnTo>
                  <a:pt x="908" y="638"/>
                </a:lnTo>
                <a:lnTo>
                  <a:pt x="909" y="639"/>
                </a:lnTo>
                <a:lnTo>
                  <a:pt x="910" y="639"/>
                </a:lnTo>
                <a:lnTo>
                  <a:pt x="910" y="640"/>
                </a:lnTo>
                <a:lnTo>
                  <a:pt x="911" y="641"/>
                </a:lnTo>
                <a:lnTo>
                  <a:pt x="912" y="642"/>
                </a:lnTo>
                <a:lnTo>
                  <a:pt x="913" y="641"/>
                </a:lnTo>
                <a:lnTo>
                  <a:pt x="914" y="641"/>
                </a:lnTo>
                <a:lnTo>
                  <a:pt x="914" y="642"/>
                </a:lnTo>
                <a:lnTo>
                  <a:pt x="914" y="643"/>
                </a:lnTo>
                <a:lnTo>
                  <a:pt x="913" y="643"/>
                </a:lnTo>
                <a:lnTo>
                  <a:pt x="913" y="644"/>
                </a:lnTo>
                <a:lnTo>
                  <a:pt x="914" y="644"/>
                </a:lnTo>
                <a:lnTo>
                  <a:pt x="914" y="645"/>
                </a:lnTo>
                <a:lnTo>
                  <a:pt x="914" y="646"/>
                </a:lnTo>
                <a:lnTo>
                  <a:pt x="913" y="646"/>
                </a:lnTo>
                <a:lnTo>
                  <a:pt x="915" y="647"/>
                </a:lnTo>
                <a:lnTo>
                  <a:pt x="916" y="646"/>
                </a:lnTo>
                <a:lnTo>
                  <a:pt x="917" y="645"/>
                </a:lnTo>
                <a:lnTo>
                  <a:pt x="917" y="646"/>
                </a:lnTo>
                <a:lnTo>
                  <a:pt x="919" y="647"/>
                </a:lnTo>
                <a:lnTo>
                  <a:pt x="919" y="648"/>
                </a:lnTo>
                <a:lnTo>
                  <a:pt x="920" y="648"/>
                </a:lnTo>
                <a:lnTo>
                  <a:pt x="921" y="648"/>
                </a:lnTo>
                <a:lnTo>
                  <a:pt x="922" y="647"/>
                </a:lnTo>
                <a:lnTo>
                  <a:pt x="924" y="647"/>
                </a:lnTo>
                <a:lnTo>
                  <a:pt x="925" y="647"/>
                </a:lnTo>
                <a:lnTo>
                  <a:pt x="927" y="647"/>
                </a:lnTo>
                <a:lnTo>
                  <a:pt x="927" y="646"/>
                </a:lnTo>
                <a:lnTo>
                  <a:pt x="928" y="646"/>
                </a:lnTo>
                <a:lnTo>
                  <a:pt x="928" y="645"/>
                </a:lnTo>
                <a:lnTo>
                  <a:pt x="928" y="646"/>
                </a:lnTo>
                <a:lnTo>
                  <a:pt x="929" y="646"/>
                </a:lnTo>
                <a:lnTo>
                  <a:pt x="930" y="647"/>
                </a:lnTo>
                <a:lnTo>
                  <a:pt x="931" y="647"/>
                </a:lnTo>
                <a:lnTo>
                  <a:pt x="931" y="648"/>
                </a:lnTo>
                <a:lnTo>
                  <a:pt x="932" y="648"/>
                </a:lnTo>
                <a:lnTo>
                  <a:pt x="932" y="649"/>
                </a:lnTo>
                <a:lnTo>
                  <a:pt x="933" y="649"/>
                </a:lnTo>
                <a:lnTo>
                  <a:pt x="934" y="650"/>
                </a:lnTo>
                <a:lnTo>
                  <a:pt x="934" y="651"/>
                </a:lnTo>
                <a:lnTo>
                  <a:pt x="935" y="651"/>
                </a:lnTo>
                <a:lnTo>
                  <a:pt x="935" y="652"/>
                </a:lnTo>
                <a:lnTo>
                  <a:pt x="936" y="652"/>
                </a:lnTo>
                <a:lnTo>
                  <a:pt x="937" y="653"/>
                </a:lnTo>
                <a:lnTo>
                  <a:pt x="937" y="654"/>
                </a:lnTo>
                <a:lnTo>
                  <a:pt x="937" y="655"/>
                </a:lnTo>
                <a:lnTo>
                  <a:pt x="936" y="655"/>
                </a:lnTo>
                <a:lnTo>
                  <a:pt x="936" y="656"/>
                </a:lnTo>
                <a:lnTo>
                  <a:pt x="936" y="658"/>
                </a:lnTo>
                <a:lnTo>
                  <a:pt x="935" y="659"/>
                </a:lnTo>
                <a:lnTo>
                  <a:pt x="935" y="660"/>
                </a:lnTo>
                <a:lnTo>
                  <a:pt x="936" y="660"/>
                </a:lnTo>
                <a:lnTo>
                  <a:pt x="936" y="661"/>
                </a:lnTo>
                <a:lnTo>
                  <a:pt x="937" y="661"/>
                </a:lnTo>
                <a:lnTo>
                  <a:pt x="937" y="662"/>
                </a:lnTo>
                <a:lnTo>
                  <a:pt x="939" y="663"/>
                </a:lnTo>
                <a:lnTo>
                  <a:pt x="939" y="664"/>
                </a:lnTo>
                <a:lnTo>
                  <a:pt x="938" y="664"/>
                </a:lnTo>
                <a:lnTo>
                  <a:pt x="938" y="665"/>
                </a:lnTo>
                <a:lnTo>
                  <a:pt x="938" y="667"/>
                </a:lnTo>
                <a:lnTo>
                  <a:pt x="939" y="667"/>
                </a:lnTo>
                <a:lnTo>
                  <a:pt x="939" y="668"/>
                </a:lnTo>
                <a:lnTo>
                  <a:pt x="940" y="668"/>
                </a:lnTo>
                <a:lnTo>
                  <a:pt x="940" y="669"/>
                </a:lnTo>
                <a:lnTo>
                  <a:pt x="939" y="669"/>
                </a:lnTo>
                <a:lnTo>
                  <a:pt x="940" y="670"/>
                </a:lnTo>
                <a:lnTo>
                  <a:pt x="941" y="670"/>
                </a:lnTo>
                <a:lnTo>
                  <a:pt x="942" y="671"/>
                </a:lnTo>
                <a:lnTo>
                  <a:pt x="941" y="672"/>
                </a:lnTo>
                <a:lnTo>
                  <a:pt x="942" y="675"/>
                </a:lnTo>
                <a:lnTo>
                  <a:pt x="943" y="675"/>
                </a:lnTo>
                <a:lnTo>
                  <a:pt x="943" y="676"/>
                </a:lnTo>
                <a:lnTo>
                  <a:pt x="942" y="676"/>
                </a:lnTo>
                <a:lnTo>
                  <a:pt x="942" y="677"/>
                </a:lnTo>
                <a:lnTo>
                  <a:pt x="942" y="678"/>
                </a:lnTo>
                <a:lnTo>
                  <a:pt x="942" y="679"/>
                </a:lnTo>
                <a:lnTo>
                  <a:pt x="943" y="679"/>
                </a:lnTo>
                <a:lnTo>
                  <a:pt x="944" y="679"/>
                </a:lnTo>
                <a:lnTo>
                  <a:pt x="944" y="680"/>
                </a:lnTo>
                <a:lnTo>
                  <a:pt x="944" y="681"/>
                </a:lnTo>
                <a:lnTo>
                  <a:pt x="943" y="681"/>
                </a:lnTo>
                <a:lnTo>
                  <a:pt x="943" y="682"/>
                </a:lnTo>
                <a:lnTo>
                  <a:pt x="944" y="682"/>
                </a:lnTo>
                <a:lnTo>
                  <a:pt x="944" y="683"/>
                </a:lnTo>
                <a:lnTo>
                  <a:pt x="945" y="683"/>
                </a:lnTo>
                <a:lnTo>
                  <a:pt x="945" y="684"/>
                </a:lnTo>
                <a:lnTo>
                  <a:pt x="946" y="685"/>
                </a:lnTo>
                <a:lnTo>
                  <a:pt x="946" y="686"/>
                </a:lnTo>
                <a:lnTo>
                  <a:pt x="946" y="688"/>
                </a:lnTo>
                <a:lnTo>
                  <a:pt x="945" y="689"/>
                </a:lnTo>
                <a:lnTo>
                  <a:pt x="944" y="689"/>
                </a:lnTo>
                <a:lnTo>
                  <a:pt x="945" y="689"/>
                </a:lnTo>
                <a:lnTo>
                  <a:pt x="945" y="691"/>
                </a:lnTo>
                <a:lnTo>
                  <a:pt x="945" y="692"/>
                </a:lnTo>
                <a:lnTo>
                  <a:pt x="946" y="692"/>
                </a:lnTo>
                <a:lnTo>
                  <a:pt x="946" y="691"/>
                </a:lnTo>
                <a:lnTo>
                  <a:pt x="947" y="691"/>
                </a:lnTo>
                <a:lnTo>
                  <a:pt x="947" y="692"/>
                </a:lnTo>
                <a:lnTo>
                  <a:pt x="948" y="693"/>
                </a:lnTo>
                <a:lnTo>
                  <a:pt x="949" y="692"/>
                </a:lnTo>
                <a:lnTo>
                  <a:pt x="949" y="693"/>
                </a:lnTo>
                <a:lnTo>
                  <a:pt x="949" y="695"/>
                </a:lnTo>
                <a:lnTo>
                  <a:pt x="949" y="696"/>
                </a:lnTo>
                <a:lnTo>
                  <a:pt x="949" y="697"/>
                </a:lnTo>
                <a:lnTo>
                  <a:pt x="949" y="698"/>
                </a:lnTo>
                <a:lnTo>
                  <a:pt x="948" y="698"/>
                </a:lnTo>
                <a:lnTo>
                  <a:pt x="947" y="698"/>
                </a:lnTo>
                <a:lnTo>
                  <a:pt x="946" y="698"/>
                </a:lnTo>
                <a:lnTo>
                  <a:pt x="944" y="698"/>
                </a:lnTo>
                <a:lnTo>
                  <a:pt x="944" y="697"/>
                </a:lnTo>
                <a:lnTo>
                  <a:pt x="943" y="696"/>
                </a:lnTo>
                <a:lnTo>
                  <a:pt x="942" y="695"/>
                </a:lnTo>
                <a:lnTo>
                  <a:pt x="941" y="695"/>
                </a:lnTo>
                <a:lnTo>
                  <a:pt x="941" y="694"/>
                </a:lnTo>
                <a:lnTo>
                  <a:pt x="941" y="693"/>
                </a:lnTo>
                <a:lnTo>
                  <a:pt x="941" y="692"/>
                </a:lnTo>
                <a:lnTo>
                  <a:pt x="940" y="691"/>
                </a:lnTo>
                <a:lnTo>
                  <a:pt x="939" y="691"/>
                </a:lnTo>
                <a:lnTo>
                  <a:pt x="939" y="692"/>
                </a:lnTo>
                <a:lnTo>
                  <a:pt x="938" y="692"/>
                </a:lnTo>
                <a:lnTo>
                  <a:pt x="938" y="691"/>
                </a:lnTo>
                <a:lnTo>
                  <a:pt x="937" y="690"/>
                </a:lnTo>
                <a:lnTo>
                  <a:pt x="936" y="690"/>
                </a:lnTo>
                <a:lnTo>
                  <a:pt x="935" y="689"/>
                </a:lnTo>
                <a:lnTo>
                  <a:pt x="934" y="689"/>
                </a:lnTo>
                <a:lnTo>
                  <a:pt x="934" y="688"/>
                </a:lnTo>
                <a:lnTo>
                  <a:pt x="933" y="688"/>
                </a:lnTo>
                <a:lnTo>
                  <a:pt x="933" y="687"/>
                </a:lnTo>
                <a:lnTo>
                  <a:pt x="932" y="687"/>
                </a:lnTo>
                <a:lnTo>
                  <a:pt x="931" y="687"/>
                </a:lnTo>
                <a:lnTo>
                  <a:pt x="930" y="687"/>
                </a:lnTo>
                <a:lnTo>
                  <a:pt x="929" y="686"/>
                </a:lnTo>
                <a:lnTo>
                  <a:pt x="929" y="685"/>
                </a:lnTo>
                <a:lnTo>
                  <a:pt x="929" y="684"/>
                </a:lnTo>
                <a:lnTo>
                  <a:pt x="929" y="683"/>
                </a:lnTo>
                <a:lnTo>
                  <a:pt x="928" y="682"/>
                </a:lnTo>
                <a:lnTo>
                  <a:pt x="927" y="682"/>
                </a:lnTo>
                <a:lnTo>
                  <a:pt x="927" y="681"/>
                </a:lnTo>
                <a:lnTo>
                  <a:pt x="927" y="680"/>
                </a:lnTo>
                <a:lnTo>
                  <a:pt x="927" y="679"/>
                </a:lnTo>
                <a:lnTo>
                  <a:pt x="926" y="679"/>
                </a:lnTo>
                <a:lnTo>
                  <a:pt x="925" y="679"/>
                </a:lnTo>
                <a:lnTo>
                  <a:pt x="924" y="678"/>
                </a:lnTo>
                <a:lnTo>
                  <a:pt x="923" y="678"/>
                </a:lnTo>
                <a:lnTo>
                  <a:pt x="922" y="679"/>
                </a:lnTo>
                <a:lnTo>
                  <a:pt x="923" y="679"/>
                </a:lnTo>
                <a:lnTo>
                  <a:pt x="922" y="680"/>
                </a:lnTo>
                <a:lnTo>
                  <a:pt x="921" y="680"/>
                </a:lnTo>
                <a:lnTo>
                  <a:pt x="920" y="679"/>
                </a:lnTo>
                <a:lnTo>
                  <a:pt x="920" y="678"/>
                </a:lnTo>
                <a:lnTo>
                  <a:pt x="920" y="677"/>
                </a:lnTo>
                <a:lnTo>
                  <a:pt x="919" y="677"/>
                </a:lnTo>
                <a:lnTo>
                  <a:pt x="918" y="676"/>
                </a:lnTo>
                <a:lnTo>
                  <a:pt x="919" y="676"/>
                </a:lnTo>
                <a:lnTo>
                  <a:pt x="919" y="675"/>
                </a:lnTo>
                <a:lnTo>
                  <a:pt x="918" y="674"/>
                </a:lnTo>
                <a:lnTo>
                  <a:pt x="918" y="673"/>
                </a:lnTo>
                <a:lnTo>
                  <a:pt x="917" y="673"/>
                </a:lnTo>
                <a:lnTo>
                  <a:pt x="916" y="673"/>
                </a:lnTo>
                <a:lnTo>
                  <a:pt x="915" y="673"/>
                </a:lnTo>
                <a:lnTo>
                  <a:pt x="914" y="672"/>
                </a:lnTo>
                <a:lnTo>
                  <a:pt x="914" y="673"/>
                </a:lnTo>
                <a:lnTo>
                  <a:pt x="913" y="673"/>
                </a:lnTo>
                <a:lnTo>
                  <a:pt x="913" y="672"/>
                </a:lnTo>
                <a:lnTo>
                  <a:pt x="913" y="671"/>
                </a:lnTo>
                <a:lnTo>
                  <a:pt x="912" y="671"/>
                </a:lnTo>
                <a:lnTo>
                  <a:pt x="912" y="670"/>
                </a:lnTo>
                <a:lnTo>
                  <a:pt x="912" y="669"/>
                </a:lnTo>
                <a:lnTo>
                  <a:pt x="912" y="668"/>
                </a:lnTo>
                <a:lnTo>
                  <a:pt x="911" y="668"/>
                </a:lnTo>
                <a:lnTo>
                  <a:pt x="911" y="667"/>
                </a:lnTo>
                <a:lnTo>
                  <a:pt x="910" y="667"/>
                </a:lnTo>
                <a:lnTo>
                  <a:pt x="910" y="666"/>
                </a:lnTo>
                <a:lnTo>
                  <a:pt x="909" y="666"/>
                </a:lnTo>
                <a:lnTo>
                  <a:pt x="908" y="667"/>
                </a:lnTo>
                <a:lnTo>
                  <a:pt x="907" y="666"/>
                </a:lnTo>
                <a:lnTo>
                  <a:pt x="907" y="665"/>
                </a:lnTo>
                <a:lnTo>
                  <a:pt x="906" y="664"/>
                </a:lnTo>
                <a:lnTo>
                  <a:pt x="906" y="666"/>
                </a:lnTo>
                <a:lnTo>
                  <a:pt x="906" y="667"/>
                </a:lnTo>
                <a:lnTo>
                  <a:pt x="905" y="669"/>
                </a:lnTo>
                <a:lnTo>
                  <a:pt x="905" y="670"/>
                </a:lnTo>
                <a:lnTo>
                  <a:pt x="904" y="670"/>
                </a:lnTo>
                <a:lnTo>
                  <a:pt x="903" y="670"/>
                </a:lnTo>
                <a:lnTo>
                  <a:pt x="903" y="671"/>
                </a:lnTo>
                <a:lnTo>
                  <a:pt x="902" y="671"/>
                </a:lnTo>
                <a:lnTo>
                  <a:pt x="902" y="672"/>
                </a:lnTo>
                <a:lnTo>
                  <a:pt x="903" y="673"/>
                </a:lnTo>
                <a:lnTo>
                  <a:pt x="903" y="674"/>
                </a:lnTo>
                <a:lnTo>
                  <a:pt x="902" y="674"/>
                </a:lnTo>
                <a:lnTo>
                  <a:pt x="900" y="675"/>
                </a:lnTo>
                <a:lnTo>
                  <a:pt x="899" y="675"/>
                </a:lnTo>
                <a:lnTo>
                  <a:pt x="898" y="675"/>
                </a:lnTo>
                <a:lnTo>
                  <a:pt x="898" y="677"/>
                </a:lnTo>
                <a:lnTo>
                  <a:pt x="898" y="678"/>
                </a:lnTo>
                <a:lnTo>
                  <a:pt x="898" y="679"/>
                </a:lnTo>
                <a:lnTo>
                  <a:pt x="898" y="681"/>
                </a:lnTo>
                <a:lnTo>
                  <a:pt x="899" y="681"/>
                </a:lnTo>
                <a:lnTo>
                  <a:pt x="899" y="682"/>
                </a:lnTo>
                <a:lnTo>
                  <a:pt x="900" y="682"/>
                </a:lnTo>
                <a:lnTo>
                  <a:pt x="900" y="683"/>
                </a:lnTo>
                <a:lnTo>
                  <a:pt x="899" y="683"/>
                </a:lnTo>
                <a:lnTo>
                  <a:pt x="898" y="684"/>
                </a:lnTo>
                <a:lnTo>
                  <a:pt x="897" y="684"/>
                </a:lnTo>
                <a:lnTo>
                  <a:pt x="896" y="684"/>
                </a:lnTo>
                <a:lnTo>
                  <a:pt x="896" y="683"/>
                </a:lnTo>
                <a:lnTo>
                  <a:pt x="895" y="683"/>
                </a:lnTo>
                <a:lnTo>
                  <a:pt x="895" y="684"/>
                </a:lnTo>
                <a:lnTo>
                  <a:pt x="894" y="683"/>
                </a:lnTo>
                <a:lnTo>
                  <a:pt x="893" y="683"/>
                </a:lnTo>
                <a:lnTo>
                  <a:pt x="892" y="684"/>
                </a:lnTo>
                <a:lnTo>
                  <a:pt x="892" y="683"/>
                </a:lnTo>
                <a:lnTo>
                  <a:pt x="891" y="683"/>
                </a:lnTo>
                <a:lnTo>
                  <a:pt x="890" y="683"/>
                </a:lnTo>
                <a:lnTo>
                  <a:pt x="890" y="684"/>
                </a:lnTo>
                <a:lnTo>
                  <a:pt x="889" y="684"/>
                </a:lnTo>
                <a:lnTo>
                  <a:pt x="888" y="683"/>
                </a:lnTo>
                <a:lnTo>
                  <a:pt x="887" y="682"/>
                </a:lnTo>
                <a:lnTo>
                  <a:pt x="887" y="683"/>
                </a:lnTo>
                <a:lnTo>
                  <a:pt x="886" y="683"/>
                </a:lnTo>
                <a:lnTo>
                  <a:pt x="886" y="684"/>
                </a:lnTo>
                <a:lnTo>
                  <a:pt x="885" y="684"/>
                </a:lnTo>
                <a:lnTo>
                  <a:pt x="885" y="685"/>
                </a:lnTo>
                <a:lnTo>
                  <a:pt x="884" y="685"/>
                </a:lnTo>
                <a:lnTo>
                  <a:pt x="884" y="684"/>
                </a:lnTo>
                <a:lnTo>
                  <a:pt x="884" y="683"/>
                </a:lnTo>
                <a:lnTo>
                  <a:pt x="883" y="682"/>
                </a:lnTo>
                <a:lnTo>
                  <a:pt x="882" y="682"/>
                </a:lnTo>
                <a:lnTo>
                  <a:pt x="882" y="683"/>
                </a:lnTo>
                <a:lnTo>
                  <a:pt x="881" y="683"/>
                </a:lnTo>
                <a:lnTo>
                  <a:pt x="881" y="684"/>
                </a:lnTo>
                <a:lnTo>
                  <a:pt x="880" y="684"/>
                </a:lnTo>
                <a:lnTo>
                  <a:pt x="880" y="685"/>
                </a:lnTo>
                <a:lnTo>
                  <a:pt x="879" y="685"/>
                </a:lnTo>
                <a:lnTo>
                  <a:pt x="878" y="685"/>
                </a:lnTo>
                <a:lnTo>
                  <a:pt x="878" y="684"/>
                </a:lnTo>
                <a:lnTo>
                  <a:pt x="878" y="685"/>
                </a:lnTo>
                <a:lnTo>
                  <a:pt x="877" y="685"/>
                </a:lnTo>
                <a:lnTo>
                  <a:pt x="877" y="686"/>
                </a:lnTo>
                <a:lnTo>
                  <a:pt x="877" y="687"/>
                </a:lnTo>
                <a:lnTo>
                  <a:pt x="877" y="688"/>
                </a:lnTo>
                <a:lnTo>
                  <a:pt x="876" y="688"/>
                </a:lnTo>
                <a:lnTo>
                  <a:pt x="876" y="689"/>
                </a:lnTo>
                <a:lnTo>
                  <a:pt x="876" y="690"/>
                </a:lnTo>
                <a:lnTo>
                  <a:pt x="876" y="691"/>
                </a:lnTo>
                <a:lnTo>
                  <a:pt x="875" y="691"/>
                </a:lnTo>
                <a:lnTo>
                  <a:pt x="874" y="692"/>
                </a:lnTo>
                <a:lnTo>
                  <a:pt x="875" y="692"/>
                </a:lnTo>
                <a:lnTo>
                  <a:pt x="874" y="693"/>
                </a:lnTo>
                <a:lnTo>
                  <a:pt x="873" y="693"/>
                </a:lnTo>
                <a:lnTo>
                  <a:pt x="872" y="693"/>
                </a:lnTo>
                <a:lnTo>
                  <a:pt x="871" y="693"/>
                </a:lnTo>
                <a:lnTo>
                  <a:pt x="870" y="693"/>
                </a:lnTo>
                <a:lnTo>
                  <a:pt x="870" y="694"/>
                </a:lnTo>
                <a:lnTo>
                  <a:pt x="870" y="695"/>
                </a:lnTo>
                <a:lnTo>
                  <a:pt x="870" y="696"/>
                </a:lnTo>
                <a:lnTo>
                  <a:pt x="870" y="697"/>
                </a:lnTo>
                <a:lnTo>
                  <a:pt x="869" y="697"/>
                </a:lnTo>
                <a:lnTo>
                  <a:pt x="869" y="698"/>
                </a:lnTo>
                <a:lnTo>
                  <a:pt x="868" y="699"/>
                </a:lnTo>
                <a:lnTo>
                  <a:pt x="869" y="699"/>
                </a:lnTo>
                <a:lnTo>
                  <a:pt x="869" y="700"/>
                </a:lnTo>
                <a:lnTo>
                  <a:pt x="869" y="701"/>
                </a:lnTo>
                <a:lnTo>
                  <a:pt x="869" y="702"/>
                </a:lnTo>
                <a:lnTo>
                  <a:pt x="868" y="702"/>
                </a:lnTo>
                <a:lnTo>
                  <a:pt x="869" y="703"/>
                </a:lnTo>
                <a:lnTo>
                  <a:pt x="870" y="703"/>
                </a:lnTo>
                <a:lnTo>
                  <a:pt x="871" y="704"/>
                </a:lnTo>
                <a:lnTo>
                  <a:pt x="871" y="703"/>
                </a:lnTo>
                <a:lnTo>
                  <a:pt x="872" y="703"/>
                </a:lnTo>
                <a:lnTo>
                  <a:pt x="872" y="704"/>
                </a:lnTo>
                <a:lnTo>
                  <a:pt x="872" y="705"/>
                </a:lnTo>
                <a:lnTo>
                  <a:pt x="873" y="706"/>
                </a:lnTo>
                <a:lnTo>
                  <a:pt x="872" y="706"/>
                </a:lnTo>
                <a:lnTo>
                  <a:pt x="872" y="707"/>
                </a:lnTo>
                <a:lnTo>
                  <a:pt x="872" y="708"/>
                </a:lnTo>
                <a:lnTo>
                  <a:pt x="873" y="709"/>
                </a:lnTo>
                <a:lnTo>
                  <a:pt x="873" y="710"/>
                </a:lnTo>
                <a:lnTo>
                  <a:pt x="873" y="711"/>
                </a:lnTo>
                <a:lnTo>
                  <a:pt x="873" y="712"/>
                </a:lnTo>
                <a:lnTo>
                  <a:pt x="873" y="713"/>
                </a:lnTo>
                <a:lnTo>
                  <a:pt x="873" y="714"/>
                </a:lnTo>
                <a:lnTo>
                  <a:pt x="873" y="715"/>
                </a:lnTo>
                <a:lnTo>
                  <a:pt x="872" y="716"/>
                </a:lnTo>
                <a:lnTo>
                  <a:pt x="871" y="717"/>
                </a:lnTo>
                <a:lnTo>
                  <a:pt x="872" y="718"/>
                </a:lnTo>
                <a:lnTo>
                  <a:pt x="872" y="719"/>
                </a:lnTo>
                <a:lnTo>
                  <a:pt x="872" y="718"/>
                </a:lnTo>
                <a:lnTo>
                  <a:pt x="873" y="717"/>
                </a:lnTo>
                <a:lnTo>
                  <a:pt x="873" y="718"/>
                </a:lnTo>
                <a:lnTo>
                  <a:pt x="874" y="718"/>
                </a:lnTo>
                <a:lnTo>
                  <a:pt x="875" y="718"/>
                </a:lnTo>
                <a:lnTo>
                  <a:pt x="875" y="719"/>
                </a:lnTo>
                <a:lnTo>
                  <a:pt x="876" y="719"/>
                </a:lnTo>
                <a:lnTo>
                  <a:pt x="876" y="720"/>
                </a:lnTo>
                <a:lnTo>
                  <a:pt x="877" y="721"/>
                </a:lnTo>
                <a:lnTo>
                  <a:pt x="878" y="722"/>
                </a:lnTo>
                <a:lnTo>
                  <a:pt x="880" y="722"/>
                </a:lnTo>
                <a:lnTo>
                  <a:pt x="881" y="723"/>
                </a:lnTo>
                <a:lnTo>
                  <a:pt x="882" y="723"/>
                </a:lnTo>
                <a:lnTo>
                  <a:pt x="882" y="722"/>
                </a:lnTo>
                <a:lnTo>
                  <a:pt x="882" y="721"/>
                </a:lnTo>
                <a:lnTo>
                  <a:pt x="882" y="720"/>
                </a:lnTo>
                <a:lnTo>
                  <a:pt x="882" y="719"/>
                </a:lnTo>
                <a:lnTo>
                  <a:pt x="883" y="718"/>
                </a:lnTo>
                <a:lnTo>
                  <a:pt x="884" y="718"/>
                </a:lnTo>
                <a:lnTo>
                  <a:pt x="886" y="718"/>
                </a:lnTo>
                <a:lnTo>
                  <a:pt x="885" y="717"/>
                </a:lnTo>
                <a:lnTo>
                  <a:pt x="885" y="716"/>
                </a:lnTo>
                <a:lnTo>
                  <a:pt x="886" y="715"/>
                </a:lnTo>
                <a:lnTo>
                  <a:pt x="887" y="715"/>
                </a:lnTo>
                <a:lnTo>
                  <a:pt x="888" y="716"/>
                </a:lnTo>
                <a:lnTo>
                  <a:pt x="888" y="717"/>
                </a:lnTo>
                <a:lnTo>
                  <a:pt x="888" y="718"/>
                </a:lnTo>
                <a:lnTo>
                  <a:pt x="889" y="718"/>
                </a:lnTo>
                <a:lnTo>
                  <a:pt x="889" y="719"/>
                </a:lnTo>
                <a:lnTo>
                  <a:pt x="890" y="719"/>
                </a:lnTo>
                <a:lnTo>
                  <a:pt x="890" y="718"/>
                </a:lnTo>
                <a:lnTo>
                  <a:pt x="891" y="719"/>
                </a:lnTo>
                <a:lnTo>
                  <a:pt x="891" y="720"/>
                </a:lnTo>
                <a:lnTo>
                  <a:pt x="892" y="721"/>
                </a:lnTo>
                <a:lnTo>
                  <a:pt x="892" y="722"/>
                </a:lnTo>
                <a:lnTo>
                  <a:pt x="893" y="724"/>
                </a:lnTo>
                <a:lnTo>
                  <a:pt x="894" y="725"/>
                </a:lnTo>
                <a:lnTo>
                  <a:pt x="895" y="725"/>
                </a:lnTo>
                <a:lnTo>
                  <a:pt x="896" y="725"/>
                </a:lnTo>
                <a:lnTo>
                  <a:pt x="896" y="726"/>
                </a:lnTo>
                <a:lnTo>
                  <a:pt x="897" y="726"/>
                </a:lnTo>
                <a:lnTo>
                  <a:pt x="898" y="727"/>
                </a:lnTo>
                <a:lnTo>
                  <a:pt x="898" y="728"/>
                </a:lnTo>
                <a:lnTo>
                  <a:pt x="897" y="729"/>
                </a:lnTo>
                <a:lnTo>
                  <a:pt x="897" y="730"/>
                </a:lnTo>
                <a:lnTo>
                  <a:pt x="897" y="731"/>
                </a:lnTo>
                <a:lnTo>
                  <a:pt x="896" y="731"/>
                </a:lnTo>
                <a:lnTo>
                  <a:pt x="896" y="732"/>
                </a:lnTo>
                <a:lnTo>
                  <a:pt x="895" y="734"/>
                </a:lnTo>
                <a:lnTo>
                  <a:pt x="895" y="735"/>
                </a:lnTo>
                <a:lnTo>
                  <a:pt x="895" y="736"/>
                </a:lnTo>
                <a:lnTo>
                  <a:pt x="895" y="737"/>
                </a:lnTo>
                <a:lnTo>
                  <a:pt x="896" y="738"/>
                </a:lnTo>
                <a:lnTo>
                  <a:pt x="897" y="738"/>
                </a:lnTo>
                <a:lnTo>
                  <a:pt x="897" y="739"/>
                </a:lnTo>
                <a:lnTo>
                  <a:pt x="897" y="740"/>
                </a:lnTo>
                <a:lnTo>
                  <a:pt x="896" y="740"/>
                </a:lnTo>
                <a:lnTo>
                  <a:pt x="897" y="740"/>
                </a:lnTo>
                <a:lnTo>
                  <a:pt x="897" y="741"/>
                </a:lnTo>
                <a:lnTo>
                  <a:pt x="898" y="741"/>
                </a:lnTo>
                <a:lnTo>
                  <a:pt x="899" y="741"/>
                </a:lnTo>
                <a:lnTo>
                  <a:pt x="899" y="740"/>
                </a:lnTo>
                <a:lnTo>
                  <a:pt x="900" y="740"/>
                </a:lnTo>
                <a:lnTo>
                  <a:pt x="901" y="739"/>
                </a:lnTo>
                <a:lnTo>
                  <a:pt x="902" y="739"/>
                </a:lnTo>
                <a:lnTo>
                  <a:pt x="903" y="739"/>
                </a:lnTo>
                <a:lnTo>
                  <a:pt x="903" y="738"/>
                </a:lnTo>
                <a:lnTo>
                  <a:pt x="905" y="738"/>
                </a:lnTo>
                <a:lnTo>
                  <a:pt x="905" y="739"/>
                </a:lnTo>
                <a:lnTo>
                  <a:pt x="906" y="739"/>
                </a:lnTo>
                <a:lnTo>
                  <a:pt x="906" y="740"/>
                </a:lnTo>
                <a:lnTo>
                  <a:pt x="907" y="740"/>
                </a:lnTo>
                <a:lnTo>
                  <a:pt x="907" y="741"/>
                </a:lnTo>
                <a:lnTo>
                  <a:pt x="907" y="742"/>
                </a:lnTo>
                <a:lnTo>
                  <a:pt x="908" y="742"/>
                </a:lnTo>
                <a:lnTo>
                  <a:pt x="908" y="741"/>
                </a:lnTo>
                <a:lnTo>
                  <a:pt x="909" y="741"/>
                </a:lnTo>
                <a:lnTo>
                  <a:pt x="910" y="741"/>
                </a:lnTo>
                <a:lnTo>
                  <a:pt x="911" y="741"/>
                </a:lnTo>
                <a:lnTo>
                  <a:pt x="912" y="741"/>
                </a:lnTo>
                <a:lnTo>
                  <a:pt x="912" y="742"/>
                </a:lnTo>
                <a:lnTo>
                  <a:pt x="913" y="742"/>
                </a:lnTo>
                <a:lnTo>
                  <a:pt x="913" y="741"/>
                </a:lnTo>
                <a:lnTo>
                  <a:pt x="913" y="740"/>
                </a:lnTo>
                <a:lnTo>
                  <a:pt x="912" y="740"/>
                </a:lnTo>
                <a:lnTo>
                  <a:pt x="912" y="739"/>
                </a:lnTo>
                <a:lnTo>
                  <a:pt x="913" y="739"/>
                </a:lnTo>
                <a:lnTo>
                  <a:pt x="914" y="739"/>
                </a:lnTo>
                <a:lnTo>
                  <a:pt x="916" y="738"/>
                </a:lnTo>
                <a:lnTo>
                  <a:pt x="917" y="738"/>
                </a:lnTo>
                <a:lnTo>
                  <a:pt x="917" y="737"/>
                </a:lnTo>
                <a:lnTo>
                  <a:pt x="919" y="736"/>
                </a:lnTo>
                <a:lnTo>
                  <a:pt x="920" y="736"/>
                </a:lnTo>
                <a:lnTo>
                  <a:pt x="921" y="736"/>
                </a:lnTo>
                <a:lnTo>
                  <a:pt x="922" y="735"/>
                </a:lnTo>
                <a:lnTo>
                  <a:pt x="923" y="735"/>
                </a:lnTo>
                <a:lnTo>
                  <a:pt x="923" y="736"/>
                </a:lnTo>
                <a:lnTo>
                  <a:pt x="924" y="736"/>
                </a:lnTo>
                <a:lnTo>
                  <a:pt x="925" y="736"/>
                </a:lnTo>
                <a:lnTo>
                  <a:pt x="926" y="737"/>
                </a:lnTo>
                <a:lnTo>
                  <a:pt x="927" y="737"/>
                </a:lnTo>
                <a:lnTo>
                  <a:pt x="928" y="737"/>
                </a:lnTo>
                <a:lnTo>
                  <a:pt x="928" y="738"/>
                </a:lnTo>
                <a:lnTo>
                  <a:pt x="929" y="738"/>
                </a:lnTo>
                <a:lnTo>
                  <a:pt x="929" y="739"/>
                </a:lnTo>
                <a:lnTo>
                  <a:pt x="930" y="739"/>
                </a:lnTo>
                <a:lnTo>
                  <a:pt x="931" y="739"/>
                </a:lnTo>
                <a:lnTo>
                  <a:pt x="931" y="740"/>
                </a:lnTo>
                <a:lnTo>
                  <a:pt x="932" y="741"/>
                </a:lnTo>
                <a:lnTo>
                  <a:pt x="933" y="741"/>
                </a:lnTo>
                <a:lnTo>
                  <a:pt x="933" y="742"/>
                </a:lnTo>
                <a:lnTo>
                  <a:pt x="933" y="743"/>
                </a:lnTo>
                <a:lnTo>
                  <a:pt x="934" y="743"/>
                </a:lnTo>
                <a:lnTo>
                  <a:pt x="935" y="744"/>
                </a:lnTo>
                <a:lnTo>
                  <a:pt x="936" y="744"/>
                </a:lnTo>
                <a:lnTo>
                  <a:pt x="936" y="745"/>
                </a:lnTo>
                <a:lnTo>
                  <a:pt x="937" y="746"/>
                </a:lnTo>
                <a:lnTo>
                  <a:pt x="937" y="747"/>
                </a:lnTo>
                <a:lnTo>
                  <a:pt x="938" y="747"/>
                </a:lnTo>
                <a:lnTo>
                  <a:pt x="938" y="748"/>
                </a:lnTo>
                <a:lnTo>
                  <a:pt x="937" y="748"/>
                </a:lnTo>
                <a:lnTo>
                  <a:pt x="937" y="749"/>
                </a:lnTo>
                <a:lnTo>
                  <a:pt x="937" y="750"/>
                </a:lnTo>
                <a:lnTo>
                  <a:pt x="936" y="750"/>
                </a:lnTo>
                <a:lnTo>
                  <a:pt x="936" y="751"/>
                </a:lnTo>
                <a:lnTo>
                  <a:pt x="935" y="751"/>
                </a:lnTo>
                <a:lnTo>
                  <a:pt x="935" y="752"/>
                </a:lnTo>
                <a:lnTo>
                  <a:pt x="935" y="753"/>
                </a:lnTo>
                <a:lnTo>
                  <a:pt x="935" y="754"/>
                </a:lnTo>
                <a:lnTo>
                  <a:pt x="936" y="754"/>
                </a:lnTo>
                <a:lnTo>
                  <a:pt x="936" y="755"/>
                </a:lnTo>
                <a:lnTo>
                  <a:pt x="937" y="754"/>
                </a:lnTo>
                <a:lnTo>
                  <a:pt x="937" y="755"/>
                </a:lnTo>
                <a:lnTo>
                  <a:pt x="938" y="755"/>
                </a:lnTo>
                <a:lnTo>
                  <a:pt x="939" y="755"/>
                </a:lnTo>
                <a:lnTo>
                  <a:pt x="939" y="754"/>
                </a:lnTo>
                <a:lnTo>
                  <a:pt x="939" y="755"/>
                </a:lnTo>
                <a:lnTo>
                  <a:pt x="940" y="755"/>
                </a:lnTo>
                <a:lnTo>
                  <a:pt x="941" y="755"/>
                </a:lnTo>
                <a:lnTo>
                  <a:pt x="941" y="756"/>
                </a:lnTo>
                <a:lnTo>
                  <a:pt x="942" y="757"/>
                </a:lnTo>
                <a:lnTo>
                  <a:pt x="942" y="758"/>
                </a:lnTo>
                <a:lnTo>
                  <a:pt x="943" y="758"/>
                </a:lnTo>
                <a:lnTo>
                  <a:pt x="943" y="759"/>
                </a:lnTo>
                <a:lnTo>
                  <a:pt x="943" y="760"/>
                </a:lnTo>
                <a:lnTo>
                  <a:pt x="944" y="760"/>
                </a:lnTo>
                <a:lnTo>
                  <a:pt x="944" y="761"/>
                </a:lnTo>
                <a:lnTo>
                  <a:pt x="943" y="761"/>
                </a:lnTo>
                <a:lnTo>
                  <a:pt x="943" y="762"/>
                </a:lnTo>
                <a:lnTo>
                  <a:pt x="943" y="763"/>
                </a:lnTo>
                <a:lnTo>
                  <a:pt x="942" y="763"/>
                </a:lnTo>
                <a:lnTo>
                  <a:pt x="942" y="764"/>
                </a:lnTo>
                <a:lnTo>
                  <a:pt x="942" y="765"/>
                </a:lnTo>
                <a:lnTo>
                  <a:pt x="942" y="766"/>
                </a:lnTo>
                <a:lnTo>
                  <a:pt x="941" y="766"/>
                </a:lnTo>
                <a:lnTo>
                  <a:pt x="941" y="767"/>
                </a:lnTo>
                <a:lnTo>
                  <a:pt x="942" y="767"/>
                </a:lnTo>
                <a:lnTo>
                  <a:pt x="943" y="767"/>
                </a:lnTo>
                <a:lnTo>
                  <a:pt x="943" y="768"/>
                </a:lnTo>
                <a:lnTo>
                  <a:pt x="944" y="767"/>
                </a:lnTo>
                <a:lnTo>
                  <a:pt x="944" y="768"/>
                </a:lnTo>
                <a:lnTo>
                  <a:pt x="944" y="769"/>
                </a:lnTo>
                <a:lnTo>
                  <a:pt x="944" y="770"/>
                </a:lnTo>
                <a:lnTo>
                  <a:pt x="945" y="770"/>
                </a:lnTo>
                <a:lnTo>
                  <a:pt x="945" y="771"/>
                </a:lnTo>
                <a:lnTo>
                  <a:pt x="945" y="772"/>
                </a:lnTo>
                <a:lnTo>
                  <a:pt x="944" y="773"/>
                </a:lnTo>
                <a:lnTo>
                  <a:pt x="944" y="774"/>
                </a:lnTo>
                <a:lnTo>
                  <a:pt x="943" y="774"/>
                </a:lnTo>
                <a:lnTo>
                  <a:pt x="943" y="775"/>
                </a:lnTo>
                <a:lnTo>
                  <a:pt x="943" y="776"/>
                </a:lnTo>
                <a:lnTo>
                  <a:pt x="944" y="776"/>
                </a:lnTo>
                <a:lnTo>
                  <a:pt x="945" y="776"/>
                </a:lnTo>
                <a:lnTo>
                  <a:pt x="946" y="776"/>
                </a:lnTo>
                <a:lnTo>
                  <a:pt x="946" y="777"/>
                </a:lnTo>
                <a:lnTo>
                  <a:pt x="945" y="777"/>
                </a:lnTo>
                <a:lnTo>
                  <a:pt x="944" y="778"/>
                </a:lnTo>
                <a:lnTo>
                  <a:pt x="943" y="778"/>
                </a:lnTo>
                <a:lnTo>
                  <a:pt x="942" y="778"/>
                </a:lnTo>
                <a:lnTo>
                  <a:pt x="941" y="779"/>
                </a:lnTo>
                <a:lnTo>
                  <a:pt x="940" y="780"/>
                </a:lnTo>
                <a:lnTo>
                  <a:pt x="938" y="781"/>
                </a:lnTo>
                <a:lnTo>
                  <a:pt x="937" y="781"/>
                </a:lnTo>
                <a:lnTo>
                  <a:pt x="936" y="782"/>
                </a:lnTo>
                <a:lnTo>
                  <a:pt x="936" y="783"/>
                </a:lnTo>
                <a:lnTo>
                  <a:pt x="935" y="783"/>
                </a:lnTo>
                <a:lnTo>
                  <a:pt x="934" y="783"/>
                </a:lnTo>
                <a:lnTo>
                  <a:pt x="933" y="783"/>
                </a:lnTo>
                <a:lnTo>
                  <a:pt x="933" y="784"/>
                </a:lnTo>
                <a:lnTo>
                  <a:pt x="932" y="783"/>
                </a:lnTo>
                <a:lnTo>
                  <a:pt x="931" y="784"/>
                </a:lnTo>
                <a:lnTo>
                  <a:pt x="930" y="785"/>
                </a:lnTo>
                <a:lnTo>
                  <a:pt x="930" y="784"/>
                </a:lnTo>
                <a:lnTo>
                  <a:pt x="929" y="784"/>
                </a:lnTo>
                <a:lnTo>
                  <a:pt x="928" y="784"/>
                </a:lnTo>
                <a:lnTo>
                  <a:pt x="928" y="783"/>
                </a:lnTo>
                <a:lnTo>
                  <a:pt x="928" y="784"/>
                </a:lnTo>
                <a:lnTo>
                  <a:pt x="927" y="784"/>
                </a:lnTo>
                <a:lnTo>
                  <a:pt x="926" y="783"/>
                </a:lnTo>
                <a:lnTo>
                  <a:pt x="925" y="782"/>
                </a:lnTo>
                <a:lnTo>
                  <a:pt x="923" y="782"/>
                </a:lnTo>
                <a:lnTo>
                  <a:pt x="922" y="782"/>
                </a:lnTo>
                <a:lnTo>
                  <a:pt x="921" y="782"/>
                </a:lnTo>
                <a:lnTo>
                  <a:pt x="920" y="782"/>
                </a:lnTo>
                <a:lnTo>
                  <a:pt x="919" y="782"/>
                </a:lnTo>
                <a:lnTo>
                  <a:pt x="918" y="782"/>
                </a:lnTo>
                <a:lnTo>
                  <a:pt x="917" y="782"/>
                </a:lnTo>
                <a:lnTo>
                  <a:pt x="916" y="782"/>
                </a:lnTo>
                <a:lnTo>
                  <a:pt x="916" y="783"/>
                </a:lnTo>
                <a:lnTo>
                  <a:pt x="915" y="784"/>
                </a:lnTo>
                <a:lnTo>
                  <a:pt x="914" y="784"/>
                </a:lnTo>
                <a:lnTo>
                  <a:pt x="913" y="785"/>
                </a:lnTo>
                <a:lnTo>
                  <a:pt x="912" y="785"/>
                </a:lnTo>
                <a:lnTo>
                  <a:pt x="911" y="786"/>
                </a:lnTo>
                <a:lnTo>
                  <a:pt x="911" y="785"/>
                </a:lnTo>
                <a:lnTo>
                  <a:pt x="910" y="785"/>
                </a:lnTo>
                <a:lnTo>
                  <a:pt x="909" y="785"/>
                </a:lnTo>
                <a:lnTo>
                  <a:pt x="908" y="785"/>
                </a:lnTo>
                <a:lnTo>
                  <a:pt x="907" y="786"/>
                </a:lnTo>
                <a:lnTo>
                  <a:pt x="906" y="786"/>
                </a:lnTo>
                <a:lnTo>
                  <a:pt x="904" y="787"/>
                </a:lnTo>
                <a:lnTo>
                  <a:pt x="903" y="787"/>
                </a:lnTo>
                <a:lnTo>
                  <a:pt x="902" y="787"/>
                </a:lnTo>
                <a:lnTo>
                  <a:pt x="902" y="788"/>
                </a:lnTo>
                <a:lnTo>
                  <a:pt x="902" y="787"/>
                </a:lnTo>
                <a:lnTo>
                  <a:pt x="902" y="786"/>
                </a:lnTo>
                <a:lnTo>
                  <a:pt x="901" y="785"/>
                </a:lnTo>
                <a:lnTo>
                  <a:pt x="901" y="786"/>
                </a:lnTo>
                <a:lnTo>
                  <a:pt x="900" y="786"/>
                </a:lnTo>
                <a:lnTo>
                  <a:pt x="898" y="787"/>
                </a:lnTo>
                <a:lnTo>
                  <a:pt x="897" y="787"/>
                </a:lnTo>
                <a:lnTo>
                  <a:pt x="897" y="786"/>
                </a:lnTo>
                <a:lnTo>
                  <a:pt x="896" y="787"/>
                </a:lnTo>
                <a:lnTo>
                  <a:pt x="896" y="788"/>
                </a:lnTo>
                <a:lnTo>
                  <a:pt x="895" y="789"/>
                </a:lnTo>
                <a:lnTo>
                  <a:pt x="894" y="790"/>
                </a:lnTo>
                <a:lnTo>
                  <a:pt x="893" y="790"/>
                </a:lnTo>
                <a:lnTo>
                  <a:pt x="892" y="790"/>
                </a:lnTo>
                <a:lnTo>
                  <a:pt x="890" y="790"/>
                </a:lnTo>
                <a:lnTo>
                  <a:pt x="889" y="789"/>
                </a:lnTo>
                <a:lnTo>
                  <a:pt x="888" y="789"/>
                </a:lnTo>
                <a:lnTo>
                  <a:pt x="887" y="789"/>
                </a:lnTo>
                <a:lnTo>
                  <a:pt x="886" y="789"/>
                </a:lnTo>
                <a:lnTo>
                  <a:pt x="885" y="789"/>
                </a:lnTo>
                <a:lnTo>
                  <a:pt x="884" y="789"/>
                </a:lnTo>
                <a:lnTo>
                  <a:pt x="883" y="790"/>
                </a:lnTo>
                <a:lnTo>
                  <a:pt x="882" y="790"/>
                </a:lnTo>
                <a:lnTo>
                  <a:pt x="881" y="790"/>
                </a:lnTo>
                <a:lnTo>
                  <a:pt x="880" y="790"/>
                </a:lnTo>
                <a:lnTo>
                  <a:pt x="880" y="791"/>
                </a:lnTo>
                <a:lnTo>
                  <a:pt x="880" y="792"/>
                </a:lnTo>
                <a:lnTo>
                  <a:pt x="880" y="793"/>
                </a:lnTo>
                <a:lnTo>
                  <a:pt x="878" y="794"/>
                </a:lnTo>
                <a:lnTo>
                  <a:pt x="876" y="794"/>
                </a:lnTo>
                <a:lnTo>
                  <a:pt x="876" y="793"/>
                </a:lnTo>
                <a:lnTo>
                  <a:pt x="875" y="793"/>
                </a:lnTo>
                <a:lnTo>
                  <a:pt x="874" y="793"/>
                </a:lnTo>
                <a:lnTo>
                  <a:pt x="873" y="794"/>
                </a:lnTo>
                <a:lnTo>
                  <a:pt x="873" y="795"/>
                </a:lnTo>
                <a:lnTo>
                  <a:pt x="872" y="795"/>
                </a:lnTo>
                <a:lnTo>
                  <a:pt x="872" y="796"/>
                </a:lnTo>
                <a:lnTo>
                  <a:pt x="871" y="796"/>
                </a:lnTo>
                <a:lnTo>
                  <a:pt x="870" y="796"/>
                </a:lnTo>
                <a:lnTo>
                  <a:pt x="870" y="795"/>
                </a:lnTo>
                <a:lnTo>
                  <a:pt x="870" y="794"/>
                </a:lnTo>
                <a:lnTo>
                  <a:pt x="870" y="793"/>
                </a:lnTo>
                <a:lnTo>
                  <a:pt x="869" y="793"/>
                </a:lnTo>
                <a:lnTo>
                  <a:pt x="869" y="792"/>
                </a:lnTo>
                <a:lnTo>
                  <a:pt x="868" y="792"/>
                </a:lnTo>
                <a:lnTo>
                  <a:pt x="868" y="791"/>
                </a:lnTo>
                <a:lnTo>
                  <a:pt x="868" y="790"/>
                </a:lnTo>
                <a:lnTo>
                  <a:pt x="868" y="789"/>
                </a:lnTo>
                <a:lnTo>
                  <a:pt x="867" y="789"/>
                </a:lnTo>
                <a:lnTo>
                  <a:pt x="866" y="789"/>
                </a:lnTo>
                <a:lnTo>
                  <a:pt x="865" y="788"/>
                </a:lnTo>
                <a:lnTo>
                  <a:pt x="863" y="789"/>
                </a:lnTo>
                <a:lnTo>
                  <a:pt x="863" y="788"/>
                </a:lnTo>
                <a:lnTo>
                  <a:pt x="862" y="788"/>
                </a:lnTo>
                <a:lnTo>
                  <a:pt x="862" y="787"/>
                </a:lnTo>
                <a:lnTo>
                  <a:pt x="862" y="786"/>
                </a:lnTo>
                <a:lnTo>
                  <a:pt x="861" y="786"/>
                </a:lnTo>
                <a:lnTo>
                  <a:pt x="861" y="785"/>
                </a:lnTo>
                <a:lnTo>
                  <a:pt x="860" y="784"/>
                </a:lnTo>
                <a:lnTo>
                  <a:pt x="859" y="784"/>
                </a:lnTo>
                <a:lnTo>
                  <a:pt x="859" y="783"/>
                </a:lnTo>
                <a:lnTo>
                  <a:pt x="858" y="783"/>
                </a:lnTo>
                <a:lnTo>
                  <a:pt x="857" y="783"/>
                </a:lnTo>
                <a:lnTo>
                  <a:pt x="856" y="783"/>
                </a:lnTo>
                <a:lnTo>
                  <a:pt x="856" y="782"/>
                </a:lnTo>
                <a:lnTo>
                  <a:pt x="854" y="782"/>
                </a:lnTo>
                <a:lnTo>
                  <a:pt x="853" y="782"/>
                </a:lnTo>
                <a:lnTo>
                  <a:pt x="853" y="783"/>
                </a:lnTo>
                <a:lnTo>
                  <a:pt x="852" y="783"/>
                </a:lnTo>
                <a:lnTo>
                  <a:pt x="852" y="782"/>
                </a:lnTo>
                <a:lnTo>
                  <a:pt x="850" y="782"/>
                </a:lnTo>
                <a:lnTo>
                  <a:pt x="850" y="783"/>
                </a:lnTo>
                <a:lnTo>
                  <a:pt x="849" y="783"/>
                </a:lnTo>
                <a:lnTo>
                  <a:pt x="847" y="783"/>
                </a:lnTo>
                <a:lnTo>
                  <a:pt x="846" y="783"/>
                </a:lnTo>
                <a:lnTo>
                  <a:pt x="846" y="784"/>
                </a:lnTo>
                <a:lnTo>
                  <a:pt x="846" y="785"/>
                </a:lnTo>
                <a:lnTo>
                  <a:pt x="845" y="785"/>
                </a:lnTo>
                <a:lnTo>
                  <a:pt x="845" y="784"/>
                </a:lnTo>
                <a:lnTo>
                  <a:pt x="844" y="784"/>
                </a:lnTo>
                <a:lnTo>
                  <a:pt x="843" y="785"/>
                </a:lnTo>
                <a:lnTo>
                  <a:pt x="842" y="785"/>
                </a:lnTo>
                <a:lnTo>
                  <a:pt x="841" y="786"/>
                </a:lnTo>
                <a:lnTo>
                  <a:pt x="841" y="787"/>
                </a:lnTo>
                <a:lnTo>
                  <a:pt x="840" y="787"/>
                </a:lnTo>
                <a:lnTo>
                  <a:pt x="839" y="788"/>
                </a:lnTo>
                <a:lnTo>
                  <a:pt x="838" y="788"/>
                </a:lnTo>
                <a:lnTo>
                  <a:pt x="838" y="789"/>
                </a:lnTo>
                <a:lnTo>
                  <a:pt x="837" y="790"/>
                </a:lnTo>
                <a:lnTo>
                  <a:pt x="836" y="790"/>
                </a:lnTo>
                <a:lnTo>
                  <a:pt x="835" y="790"/>
                </a:lnTo>
                <a:lnTo>
                  <a:pt x="835" y="789"/>
                </a:lnTo>
                <a:lnTo>
                  <a:pt x="835" y="788"/>
                </a:lnTo>
                <a:lnTo>
                  <a:pt x="835" y="787"/>
                </a:lnTo>
                <a:lnTo>
                  <a:pt x="834" y="786"/>
                </a:lnTo>
                <a:lnTo>
                  <a:pt x="835" y="786"/>
                </a:lnTo>
                <a:lnTo>
                  <a:pt x="835" y="785"/>
                </a:lnTo>
                <a:lnTo>
                  <a:pt x="835" y="784"/>
                </a:lnTo>
                <a:lnTo>
                  <a:pt x="835" y="783"/>
                </a:lnTo>
                <a:lnTo>
                  <a:pt x="835" y="782"/>
                </a:lnTo>
                <a:lnTo>
                  <a:pt x="834" y="782"/>
                </a:lnTo>
                <a:lnTo>
                  <a:pt x="833" y="781"/>
                </a:lnTo>
                <a:lnTo>
                  <a:pt x="833" y="780"/>
                </a:lnTo>
                <a:lnTo>
                  <a:pt x="834" y="779"/>
                </a:lnTo>
                <a:lnTo>
                  <a:pt x="834" y="780"/>
                </a:lnTo>
                <a:lnTo>
                  <a:pt x="834" y="779"/>
                </a:lnTo>
                <a:lnTo>
                  <a:pt x="835" y="779"/>
                </a:lnTo>
                <a:lnTo>
                  <a:pt x="835" y="778"/>
                </a:lnTo>
                <a:lnTo>
                  <a:pt x="836" y="778"/>
                </a:lnTo>
                <a:lnTo>
                  <a:pt x="837" y="778"/>
                </a:lnTo>
                <a:lnTo>
                  <a:pt x="838" y="778"/>
                </a:lnTo>
                <a:lnTo>
                  <a:pt x="838" y="777"/>
                </a:lnTo>
                <a:lnTo>
                  <a:pt x="837" y="777"/>
                </a:lnTo>
                <a:lnTo>
                  <a:pt x="836" y="777"/>
                </a:lnTo>
                <a:lnTo>
                  <a:pt x="834" y="777"/>
                </a:lnTo>
                <a:lnTo>
                  <a:pt x="833" y="777"/>
                </a:lnTo>
                <a:lnTo>
                  <a:pt x="832" y="777"/>
                </a:lnTo>
                <a:lnTo>
                  <a:pt x="832" y="776"/>
                </a:lnTo>
                <a:lnTo>
                  <a:pt x="831" y="776"/>
                </a:lnTo>
                <a:lnTo>
                  <a:pt x="830" y="776"/>
                </a:lnTo>
                <a:lnTo>
                  <a:pt x="829" y="776"/>
                </a:lnTo>
                <a:lnTo>
                  <a:pt x="830" y="775"/>
                </a:lnTo>
                <a:lnTo>
                  <a:pt x="831" y="774"/>
                </a:lnTo>
                <a:lnTo>
                  <a:pt x="830" y="773"/>
                </a:lnTo>
                <a:lnTo>
                  <a:pt x="830" y="772"/>
                </a:lnTo>
                <a:lnTo>
                  <a:pt x="830" y="771"/>
                </a:lnTo>
                <a:lnTo>
                  <a:pt x="830" y="770"/>
                </a:lnTo>
                <a:lnTo>
                  <a:pt x="830" y="769"/>
                </a:lnTo>
                <a:lnTo>
                  <a:pt x="829" y="768"/>
                </a:lnTo>
                <a:lnTo>
                  <a:pt x="829" y="767"/>
                </a:lnTo>
                <a:lnTo>
                  <a:pt x="830" y="767"/>
                </a:lnTo>
                <a:lnTo>
                  <a:pt x="830" y="766"/>
                </a:lnTo>
                <a:lnTo>
                  <a:pt x="831" y="766"/>
                </a:lnTo>
                <a:lnTo>
                  <a:pt x="832" y="766"/>
                </a:lnTo>
                <a:lnTo>
                  <a:pt x="833" y="766"/>
                </a:lnTo>
                <a:lnTo>
                  <a:pt x="833" y="765"/>
                </a:lnTo>
                <a:lnTo>
                  <a:pt x="834" y="764"/>
                </a:lnTo>
                <a:lnTo>
                  <a:pt x="834" y="763"/>
                </a:lnTo>
                <a:lnTo>
                  <a:pt x="834" y="762"/>
                </a:lnTo>
                <a:lnTo>
                  <a:pt x="834" y="761"/>
                </a:lnTo>
                <a:lnTo>
                  <a:pt x="834" y="760"/>
                </a:lnTo>
                <a:lnTo>
                  <a:pt x="834" y="759"/>
                </a:lnTo>
                <a:lnTo>
                  <a:pt x="833" y="758"/>
                </a:lnTo>
                <a:lnTo>
                  <a:pt x="833" y="757"/>
                </a:lnTo>
                <a:lnTo>
                  <a:pt x="833" y="756"/>
                </a:lnTo>
                <a:lnTo>
                  <a:pt x="833" y="755"/>
                </a:lnTo>
                <a:lnTo>
                  <a:pt x="832" y="755"/>
                </a:lnTo>
                <a:lnTo>
                  <a:pt x="831" y="755"/>
                </a:lnTo>
                <a:lnTo>
                  <a:pt x="830" y="755"/>
                </a:lnTo>
                <a:lnTo>
                  <a:pt x="830" y="754"/>
                </a:lnTo>
                <a:lnTo>
                  <a:pt x="830" y="755"/>
                </a:lnTo>
                <a:lnTo>
                  <a:pt x="829" y="755"/>
                </a:lnTo>
                <a:lnTo>
                  <a:pt x="828" y="755"/>
                </a:lnTo>
                <a:lnTo>
                  <a:pt x="828" y="756"/>
                </a:lnTo>
                <a:lnTo>
                  <a:pt x="827" y="756"/>
                </a:lnTo>
                <a:lnTo>
                  <a:pt x="826" y="756"/>
                </a:lnTo>
                <a:lnTo>
                  <a:pt x="825" y="756"/>
                </a:lnTo>
                <a:lnTo>
                  <a:pt x="824" y="756"/>
                </a:lnTo>
                <a:lnTo>
                  <a:pt x="823" y="756"/>
                </a:lnTo>
                <a:lnTo>
                  <a:pt x="823" y="755"/>
                </a:lnTo>
                <a:lnTo>
                  <a:pt x="823" y="754"/>
                </a:lnTo>
                <a:lnTo>
                  <a:pt x="822" y="754"/>
                </a:lnTo>
                <a:lnTo>
                  <a:pt x="822" y="753"/>
                </a:lnTo>
                <a:lnTo>
                  <a:pt x="822" y="752"/>
                </a:lnTo>
                <a:lnTo>
                  <a:pt x="822" y="751"/>
                </a:lnTo>
                <a:lnTo>
                  <a:pt x="823" y="751"/>
                </a:lnTo>
                <a:lnTo>
                  <a:pt x="824" y="750"/>
                </a:lnTo>
                <a:lnTo>
                  <a:pt x="824" y="749"/>
                </a:lnTo>
                <a:lnTo>
                  <a:pt x="824" y="748"/>
                </a:lnTo>
                <a:lnTo>
                  <a:pt x="823" y="748"/>
                </a:lnTo>
                <a:lnTo>
                  <a:pt x="823" y="747"/>
                </a:lnTo>
                <a:lnTo>
                  <a:pt x="822" y="747"/>
                </a:lnTo>
                <a:lnTo>
                  <a:pt x="821" y="747"/>
                </a:lnTo>
                <a:lnTo>
                  <a:pt x="820" y="747"/>
                </a:lnTo>
                <a:lnTo>
                  <a:pt x="818" y="747"/>
                </a:lnTo>
                <a:lnTo>
                  <a:pt x="817" y="747"/>
                </a:lnTo>
                <a:lnTo>
                  <a:pt x="816" y="746"/>
                </a:lnTo>
                <a:lnTo>
                  <a:pt x="815" y="746"/>
                </a:lnTo>
                <a:lnTo>
                  <a:pt x="815" y="745"/>
                </a:lnTo>
                <a:lnTo>
                  <a:pt x="814" y="745"/>
                </a:lnTo>
                <a:lnTo>
                  <a:pt x="813" y="745"/>
                </a:lnTo>
                <a:lnTo>
                  <a:pt x="812" y="745"/>
                </a:lnTo>
                <a:lnTo>
                  <a:pt x="812" y="744"/>
                </a:lnTo>
                <a:lnTo>
                  <a:pt x="812" y="745"/>
                </a:lnTo>
                <a:lnTo>
                  <a:pt x="811" y="745"/>
                </a:lnTo>
                <a:lnTo>
                  <a:pt x="811" y="744"/>
                </a:lnTo>
                <a:lnTo>
                  <a:pt x="811" y="743"/>
                </a:lnTo>
                <a:lnTo>
                  <a:pt x="810" y="743"/>
                </a:lnTo>
                <a:lnTo>
                  <a:pt x="809" y="743"/>
                </a:lnTo>
                <a:lnTo>
                  <a:pt x="809" y="744"/>
                </a:lnTo>
                <a:lnTo>
                  <a:pt x="809" y="745"/>
                </a:lnTo>
                <a:lnTo>
                  <a:pt x="808" y="746"/>
                </a:lnTo>
                <a:lnTo>
                  <a:pt x="807" y="746"/>
                </a:lnTo>
                <a:lnTo>
                  <a:pt x="806" y="746"/>
                </a:lnTo>
                <a:lnTo>
                  <a:pt x="806" y="747"/>
                </a:lnTo>
                <a:lnTo>
                  <a:pt x="805" y="747"/>
                </a:lnTo>
                <a:lnTo>
                  <a:pt x="805" y="748"/>
                </a:lnTo>
                <a:lnTo>
                  <a:pt x="804" y="748"/>
                </a:lnTo>
                <a:lnTo>
                  <a:pt x="804" y="747"/>
                </a:lnTo>
                <a:lnTo>
                  <a:pt x="803" y="747"/>
                </a:lnTo>
                <a:lnTo>
                  <a:pt x="803" y="748"/>
                </a:lnTo>
                <a:lnTo>
                  <a:pt x="802" y="748"/>
                </a:lnTo>
                <a:lnTo>
                  <a:pt x="802" y="749"/>
                </a:lnTo>
                <a:lnTo>
                  <a:pt x="802" y="750"/>
                </a:lnTo>
                <a:lnTo>
                  <a:pt x="802" y="751"/>
                </a:lnTo>
                <a:lnTo>
                  <a:pt x="801" y="751"/>
                </a:lnTo>
                <a:lnTo>
                  <a:pt x="802" y="752"/>
                </a:lnTo>
                <a:lnTo>
                  <a:pt x="802" y="753"/>
                </a:lnTo>
                <a:lnTo>
                  <a:pt x="801" y="753"/>
                </a:lnTo>
                <a:lnTo>
                  <a:pt x="801" y="754"/>
                </a:lnTo>
                <a:lnTo>
                  <a:pt x="800" y="754"/>
                </a:lnTo>
                <a:lnTo>
                  <a:pt x="800" y="755"/>
                </a:lnTo>
                <a:lnTo>
                  <a:pt x="799" y="755"/>
                </a:lnTo>
                <a:lnTo>
                  <a:pt x="799" y="756"/>
                </a:lnTo>
                <a:lnTo>
                  <a:pt x="799" y="757"/>
                </a:lnTo>
                <a:lnTo>
                  <a:pt x="799" y="758"/>
                </a:lnTo>
                <a:lnTo>
                  <a:pt x="798" y="758"/>
                </a:lnTo>
                <a:lnTo>
                  <a:pt x="798" y="757"/>
                </a:lnTo>
                <a:lnTo>
                  <a:pt x="797" y="757"/>
                </a:lnTo>
                <a:lnTo>
                  <a:pt x="796" y="758"/>
                </a:lnTo>
                <a:lnTo>
                  <a:pt x="796" y="759"/>
                </a:lnTo>
                <a:lnTo>
                  <a:pt x="795" y="759"/>
                </a:lnTo>
                <a:lnTo>
                  <a:pt x="794" y="759"/>
                </a:lnTo>
                <a:lnTo>
                  <a:pt x="794" y="760"/>
                </a:lnTo>
                <a:lnTo>
                  <a:pt x="794" y="761"/>
                </a:lnTo>
                <a:lnTo>
                  <a:pt x="795" y="761"/>
                </a:lnTo>
                <a:lnTo>
                  <a:pt x="796" y="761"/>
                </a:lnTo>
                <a:lnTo>
                  <a:pt x="796" y="762"/>
                </a:lnTo>
                <a:lnTo>
                  <a:pt x="796" y="763"/>
                </a:lnTo>
                <a:lnTo>
                  <a:pt x="795" y="763"/>
                </a:lnTo>
                <a:lnTo>
                  <a:pt x="794" y="763"/>
                </a:lnTo>
                <a:lnTo>
                  <a:pt x="793" y="763"/>
                </a:lnTo>
                <a:lnTo>
                  <a:pt x="792" y="764"/>
                </a:lnTo>
                <a:lnTo>
                  <a:pt x="793" y="764"/>
                </a:lnTo>
                <a:lnTo>
                  <a:pt x="792" y="765"/>
                </a:lnTo>
                <a:lnTo>
                  <a:pt x="793" y="766"/>
                </a:lnTo>
                <a:lnTo>
                  <a:pt x="792" y="766"/>
                </a:lnTo>
                <a:lnTo>
                  <a:pt x="791" y="766"/>
                </a:lnTo>
                <a:lnTo>
                  <a:pt x="791" y="767"/>
                </a:lnTo>
                <a:lnTo>
                  <a:pt x="790" y="767"/>
                </a:lnTo>
                <a:lnTo>
                  <a:pt x="789" y="767"/>
                </a:lnTo>
                <a:lnTo>
                  <a:pt x="788" y="767"/>
                </a:lnTo>
                <a:lnTo>
                  <a:pt x="787" y="767"/>
                </a:lnTo>
                <a:lnTo>
                  <a:pt x="786" y="767"/>
                </a:lnTo>
                <a:lnTo>
                  <a:pt x="785" y="767"/>
                </a:lnTo>
                <a:lnTo>
                  <a:pt x="784" y="767"/>
                </a:lnTo>
                <a:lnTo>
                  <a:pt x="783" y="767"/>
                </a:lnTo>
                <a:lnTo>
                  <a:pt x="782" y="768"/>
                </a:lnTo>
                <a:lnTo>
                  <a:pt x="781" y="768"/>
                </a:lnTo>
                <a:lnTo>
                  <a:pt x="780" y="769"/>
                </a:lnTo>
                <a:lnTo>
                  <a:pt x="779" y="769"/>
                </a:lnTo>
                <a:lnTo>
                  <a:pt x="778" y="769"/>
                </a:lnTo>
                <a:lnTo>
                  <a:pt x="778" y="768"/>
                </a:lnTo>
                <a:lnTo>
                  <a:pt x="778" y="767"/>
                </a:lnTo>
                <a:lnTo>
                  <a:pt x="777" y="767"/>
                </a:lnTo>
                <a:lnTo>
                  <a:pt x="776" y="767"/>
                </a:lnTo>
                <a:lnTo>
                  <a:pt x="775" y="768"/>
                </a:lnTo>
                <a:lnTo>
                  <a:pt x="774" y="768"/>
                </a:lnTo>
                <a:lnTo>
                  <a:pt x="773" y="769"/>
                </a:lnTo>
                <a:lnTo>
                  <a:pt x="772" y="769"/>
                </a:lnTo>
                <a:lnTo>
                  <a:pt x="771" y="769"/>
                </a:lnTo>
                <a:lnTo>
                  <a:pt x="770" y="770"/>
                </a:lnTo>
                <a:lnTo>
                  <a:pt x="769" y="770"/>
                </a:lnTo>
                <a:lnTo>
                  <a:pt x="769" y="771"/>
                </a:lnTo>
                <a:lnTo>
                  <a:pt x="768" y="771"/>
                </a:lnTo>
                <a:lnTo>
                  <a:pt x="768" y="772"/>
                </a:lnTo>
                <a:lnTo>
                  <a:pt x="767" y="772"/>
                </a:lnTo>
                <a:lnTo>
                  <a:pt x="766" y="772"/>
                </a:lnTo>
                <a:lnTo>
                  <a:pt x="766" y="773"/>
                </a:lnTo>
                <a:lnTo>
                  <a:pt x="765" y="773"/>
                </a:lnTo>
                <a:lnTo>
                  <a:pt x="765" y="772"/>
                </a:lnTo>
                <a:lnTo>
                  <a:pt x="764" y="772"/>
                </a:lnTo>
                <a:lnTo>
                  <a:pt x="763" y="772"/>
                </a:lnTo>
                <a:lnTo>
                  <a:pt x="762" y="773"/>
                </a:lnTo>
                <a:lnTo>
                  <a:pt x="761" y="773"/>
                </a:lnTo>
                <a:lnTo>
                  <a:pt x="761" y="774"/>
                </a:lnTo>
                <a:lnTo>
                  <a:pt x="760" y="774"/>
                </a:lnTo>
                <a:lnTo>
                  <a:pt x="759" y="774"/>
                </a:lnTo>
                <a:lnTo>
                  <a:pt x="759" y="773"/>
                </a:lnTo>
                <a:lnTo>
                  <a:pt x="758" y="773"/>
                </a:lnTo>
                <a:lnTo>
                  <a:pt x="758" y="771"/>
                </a:lnTo>
                <a:lnTo>
                  <a:pt x="757" y="770"/>
                </a:lnTo>
                <a:lnTo>
                  <a:pt x="756" y="770"/>
                </a:lnTo>
                <a:lnTo>
                  <a:pt x="756" y="769"/>
                </a:lnTo>
                <a:lnTo>
                  <a:pt x="755" y="769"/>
                </a:lnTo>
                <a:lnTo>
                  <a:pt x="754" y="768"/>
                </a:lnTo>
                <a:lnTo>
                  <a:pt x="754" y="769"/>
                </a:lnTo>
                <a:lnTo>
                  <a:pt x="754" y="770"/>
                </a:lnTo>
                <a:lnTo>
                  <a:pt x="753" y="770"/>
                </a:lnTo>
                <a:lnTo>
                  <a:pt x="752" y="769"/>
                </a:lnTo>
                <a:lnTo>
                  <a:pt x="752" y="768"/>
                </a:lnTo>
                <a:lnTo>
                  <a:pt x="751" y="768"/>
                </a:lnTo>
                <a:lnTo>
                  <a:pt x="751" y="767"/>
                </a:lnTo>
                <a:lnTo>
                  <a:pt x="750" y="767"/>
                </a:lnTo>
                <a:lnTo>
                  <a:pt x="749" y="767"/>
                </a:lnTo>
                <a:lnTo>
                  <a:pt x="749" y="766"/>
                </a:lnTo>
                <a:lnTo>
                  <a:pt x="748" y="766"/>
                </a:lnTo>
                <a:lnTo>
                  <a:pt x="748" y="765"/>
                </a:lnTo>
                <a:lnTo>
                  <a:pt x="747" y="765"/>
                </a:lnTo>
                <a:lnTo>
                  <a:pt x="747" y="764"/>
                </a:lnTo>
                <a:lnTo>
                  <a:pt x="746" y="764"/>
                </a:lnTo>
                <a:lnTo>
                  <a:pt x="745" y="764"/>
                </a:lnTo>
                <a:lnTo>
                  <a:pt x="746" y="763"/>
                </a:lnTo>
                <a:lnTo>
                  <a:pt x="745" y="763"/>
                </a:lnTo>
                <a:lnTo>
                  <a:pt x="744" y="763"/>
                </a:lnTo>
                <a:lnTo>
                  <a:pt x="744" y="762"/>
                </a:lnTo>
                <a:lnTo>
                  <a:pt x="743" y="762"/>
                </a:lnTo>
                <a:lnTo>
                  <a:pt x="743" y="761"/>
                </a:lnTo>
                <a:lnTo>
                  <a:pt x="742" y="761"/>
                </a:lnTo>
                <a:lnTo>
                  <a:pt x="741" y="761"/>
                </a:lnTo>
                <a:lnTo>
                  <a:pt x="741" y="760"/>
                </a:lnTo>
                <a:lnTo>
                  <a:pt x="740" y="759"/>
                </a:lnTo>
                <a:lnTo>
                  <a:pt x="740" y="758"/>
                </a:lnTo>
                <a:lnTo>
                  <a:pt x="739" y="758"/>
                </a:lnTo>
                <a:lnTo>
                  <a:pt x="739" y="757"/>
                </a:lnTo>
                <a:lnTo>
                  <a:pt x="738" y="756"/>
                </a:lnTo>
                <a:lnTo>
                  <a:pt x="739" y="756"/>
                </a:lnTo>
                <a:lnTo>
                  <a:pt x="738" y="755"/>
                </a:lnTo>
                <a:lnTo>
                  <a:pt x="738" y="754"/>
                </a:lnTo>
                <a:lnTo>
                  <a:pt x="737" y="753"/>
                </a:lnTo>
                <a:lnTo>
                  <a:pt x="736" y="753"/>
                </a:lnTo>
                <a:lnTo>
                  <a:pt x="735" y="752"/>
                </a:lnTo>
                <a:lnTo>
                  <a:pt x="734" y="752"/>
                </a:lnTo>
                <a:lnTo>
                  <a:pt x="733" y="752"/>
                </a:lnTo>
                <a:lnTo>
                  <a:pt x="733" y="751"/>
                </a:lnTo>
                <a:lnTo>
                  <a:pt x="732" y="751"/>
                </a:lnTo>
                <a:lnTo>
                  <a:pt x="731" y="750"/>
                </a:lnTo>
                <a:lnTo>
                  <a:pt x="731" y="749"/>
                </a:lnTo>
                <a:lnTo>
                  <a:pt x="732" y="749"/>
                </a:lnTo>
                <a:lnTo>
                  <a:pt x="732" y="748"/>
                </a:lnTo>
                <a:lnTo>
                  <a:pt x="733" y="748"/>
                </a:lnTo>
                <a:lnTo>
                  <a:pt x="733" y="749"/>
                </a:lnTo>
                <a:lnTo>
                  <a:pt x="734" y="749"/>
                </a:lnTo>
                <a:lnTo>
                  <a:pt x="735" y="748"/>
                </a:lnTo>
                <a:lnTo>
                  <a:pt x="737" y="749"/>
                </a:lnTo>
                <a:lnTo>
                  <a:pt x="738" y="749"/>
                </a:lnTo>
                <a:lnTo>
                  <a:pt x="739" y="749"/>
                </a:lnTo>
                <a:lnTo>
                  <a:pt x="739" y="748"/>
                </a:lnTo>
                <a:lnTo>
                  <a:pt x="740" y="748"/>
                </a:lnTo>
                <a:lnTo>
                  <a:pt x="741" y="748"/>
                </a:lnTo>
                <a:lnTo>
                  <a:pt x="741" y="747"/>
                </a:lnTo>
                <a:lnTo>
                  <a:pt x="741" y="746"/>
                </a:lnTo>
                <a:lnTo>
                  <a:pt x="741" y="745"/>
                </a:lnTo>
                <a:lnTo>
                  <a:pt x="741" y="744"/>
                </a:lnTo>
                <a:lnTo>
                  <a:pt x="742" y="744"/>
                </a:lnTo>
                <a:lnTo>
                  <a:pt x="743" y="744"/>
                </a:lnTo>
                <a:lnTo>
                  <a:pt x="744" y="743"/>
                </a:lnTo>
                <a:lnTo>
                  <a:pt x="745" y="742"/>
                </a:lnTo>
                <a:lnTo>
                  <a:pt x="745" y="741"/>
                </a:lnTo>
                <a:lnTo>
                  <a:pt x="746" y="742"/>
                </a:lnTo>
                <a:lnTo>
                  <a:pt x="746" y="741"/>
                </a:lnTo>
                <a:lnTo>
                  <a:pt x="747" y="741"/>
                </a:lnTo>
                <a:lnTo>
                  <a:pt x="747" y="739"/>
                </a:lnTo>
                <a:lnTo>
                  <a:pt x="746" y="739"/>
                </a:lnTo>
                <a:lnTo>
                  <a:pt x="746" y="738"/>
                </a:lnTo>
                <a:lnTo>
                  <a:pt x="746" y="737"/>
                </a:lnTo>
                <a:lnTo>
                  <a:pt x="747" y="736"/>
                </a:lnTo>
                <a:lnTo>
                  <a:pt x="747" y="735"/>
                </a:lnTo>
                <a:lnTo>
                  <a:pt x="748" y="735"/>
                </a:lnTo>
                <a:lnTo>
                  <a:pt x="747" y="735"/>
                </a:lnTo>
                <a:lnTo>
                  <a:pt x="747" y="734"/>
                </a:lnTo>
                <a:lnTo>
                  <a:pt x="746" y="734"/>
                </a:lnTo>
                <a:lnTo>
                  <a:pt x="746" y="735"/>
                </a:lnTo>
                <a:lnTo>
                  <a:pt x="745" y="735"/>
                </a:lnTo>
                <a:lnTo>
                  <a:pt x="744" y="735"/>
                </a:lnTo>
                <a:lnTo>
                  <a:pt x="743" y="735"/>
                </a:lnTo>
                <a:lnTo>
                  <a:pt x="742" y="734"/>
                </a:lnTo>
                <a:lnTo>
                  <a:pt x="742" y="733"/>
                </a:lnTo>
                <a:lnTo>
                  <a:pt x="742" y="732"/>
                </a:lnTo>
                <a:lnTo>
                  <a:pt x="741" y="732"/>
                </a:lnTo>
                <a:lnTo>
                  <a:pt x="741" y="731"/>
                </a:lnTo>
                <a:lnTo>
                  <a:pt x="742" y="731"/>
                </a:lnTo>
                <a:lnTo>
                  <a:pt x="743" y="731"/>
                </a:lnTo>
                <a:lnTo>
                  <a:pt x="743" y="730"/>
                </a:lnTo>
                <a:lnTo>
                  <a:pt x="744" y="730"/>
                </a:lnTo>
                <a:lnTo>
                  <a:pt x="745" y="730"/>
                </a:lnTo>
                <a:lnTo>
                  <a:pt x="746" y="730"/>
                </a:lnTo>
                <a:lnTo>
                  <a:pt x="746" y="729"/>
                </a:lnTo>
                <a:lnTo>
                  <a:pt x="747" y="729"/>
                </a:lnTo>
                <a:lnTo>
                  <a:pt x="747" y="728"/>
                </a:lnTo>
                <a:lnTo>
                  <a:pt x="747" y="727"/>
                </a:lnTo>
                <a:lnTo>
                  <a:pt x="748" y="727"/>
                </a:lnTo>
                <a:lnTo>
                  <a:pt x="748" y="726"/>
                </a:lnTo>
                <a:lnTo>
                  <a:pt x="747" y="725"/>
                </a:lnTo>
                <a:lnTo>
                  <a:pt x="746" y="725"/>
                </a:lnTo>
                <a:lnTo>
                  <a:pt x="746" y="724"/>
                </a:lnTo>
                <a:lnTo>
                  <a:pt x="746" y="723"/>
                </a:lnTo>
                <a:lnTo>
                  <a:pt x="745" y="722"/>
                </a:lnTo>
                <a:lnTo>
                  <a:pt x="744" y="723"/>
                </a:lnTo>
                <a:lnTo>
                  <a:pt x="743" y="723"/>
                </a:lnTo>
                <a:lnTo>
                  <a:pt x="742" y="723"/>
                </a:lnTo>
                <a:lnTo>
                  <a:pt x="742" y="722"/>
                </a:lnTo>
                <a:lnTo>
                  <a:pt x="741" y="721"/>
                </a:lnTo>
                <a:lnTo>
                  <a:pt x="740" y="720"/>
                </a:lnTo>
                <a:lnTo>
                  <a:pt x="740" y="719"/>
                </a:lnTo>
                <a:lnTo>
                  <a:pt x="740" y="717"/>
                </a:lnTo>
                <a:lnTo>
                  <a:pt x="740" y="716"/>
                </a:lnTo>
                <a:lnTo>
                  <a:pt x="739" y="716"/>
                </a:lnTo>
                <a:lnTo>
                  <a:pt x="738" y="715"/>
                </a:lnTo>
                <a:lnTo>
                  <a:pt x="737" y="715"/>
                </a:lnTo>
                <a:lnTo>
                  <a:pt x="736" y="715"/>
                </a:lnTo>
                <a:lnTo>
                  <a:pt x="735" y="715"/>
                </a:lnTo>
                <a:lnTo>
                  <a:pt x="735" y="716"/>
                </a:lnTo>
                <a:lnTo>
                  <a:pt x="734" y="716"/>
                </a:lnTo>
                <a:lnTo>
                  <a:pt x="733" y="717"/>
                </a:lnTo>
                <a:lnTo>
                  <a:pt x="733" y="718"/>
                </a:lnTo>
                <a:lnTo>
                  <a:pt x="732" y="718"/>
                </a:lnTo>
                <a:lnTo>
                  <a:pt x="732" y="719"/>
                </a:lnTo>
                <a:lnTo>
                  <a:pt x="731" y="719"/>
                </a:lnTo>
                <a:lnTo>
                  <a:pt x="730" y="718"/>
                </a:lnTo>
                <a:lnTo>
                  <a:pt x="729" y="718"/>
                </a:lnTo>
                <a:lnTo>
                  <a:pt x="730" y="718"/>
                </a:lnTo>
                <a:lnTo>
                  <a:pt x="731" y="717"/>
                </a:lnTo>
                <a:lnTo>
                  <a:pt x="731" y="716"/>
                </a:lnTo>
                <a:lnTo>
                  <a:pt x="730" y="716"/>
                </a:lnTo>
                <a:lnTo>
                  <a:pt x="729" y="715"/>
                </a:lnTo>
                <a:lnTo>
                  <a:pt x="729" y="714"/>
                </a:lnTo>
                <a:lnTo>
                  <a:pt x="728" y="713"/>
                </a:lnTo>
                <a:lnTo>
                  <a:pt x="728" y="712"/>
                </a:lnTo>
                <a:lnTo>
                  <a:pt x="728" y="711"/>
                </a:lnTo>
                <a:lnTo>
                  <a:pt x="728" y="710"/>
                </a:lnTo>
                <a:lnTo>
                  <a:pt x="727" y="710"/>
                </a:lnTo>
                <a:lnTo>
                  <a:pt x="728" y="710"/>
                </a:lnTo>
                <a:lnTo>
                  <a:pt x="728" y="709"/>
                </a:lnTo>
                <a:lnTo>
                  <a:pt x="728" y="708"/>
                </a:lnTo>
                <a:lnTo>
                  <a:pt x="727" y="708"/>
                </a:lnTo>
                <a:lnTo>
                  <a:pt x="726" y="708"/>
                </a:lnTo>
                <a:lnTo>
                  <a:pt x="726" y="707"/>
                </a:lnTo>
                <a:lnTo>
                  <a:pt x="726" y="706"/>
                </a:lnTo>
                <a:lnTo>
                  <a:pt x="727" y="706"/>
                </a:lnTo>
                <a:lnTo>
                  <a:pt x="727" y="705"/>
                </a:lnTo>
                <a:lnTo>
                  <a:pt x="727" y="704"/>
                </a:lnTo>
                <a:lnTo>
                  <a:pt x="727" y="703"/>
                </a:lnTo>
                <a:lnTo>
                  <a:pt x="727" y="702"/>
                </a:lnTo>
                <a:lnTo>
                  <a:pt x="726" y="702"/>
                </a:lnTo>
                <a:lnTo>
                  <a:pt x="726" y="701"/>
                </a:lnTo>
                <a:lnTo>
                  <a:pt x="727" y="700"/>
                </a:lnTo>
                <a:lnTo>
                  <a:pt x="728" y="699"/>
                </a:lnTo>
                <a:lnTo>
                  <a:pt x="727" y="699"/>
                </a:lnTo>
                <a:lnTo>
                  <a:pt x="727" y="698"/>
                </a:lnTo>
                <a:lnTo>
                  <a:pt x="727" y="697"/>
                </a:lnTo>
                <a:lnTo>
                  <a:pt x="727" y="696"/>
                </a:lnTo>
                <a:lnTo>
                  <a:pt x="727" y="695"/>
                </a:lnTo>
                <a:lnTo>
                  <a:pt x="726" y="695"/>
                </a:lnTo>
                <a:lnTo>
                  <a:pt x="726" y="694"/>
                </a:lnTo>
                <a:lnTo>
                  <a:pt x="725" y="694"/>
                </a:lnTo>
                <a:lnTo>
                  <a:pt x="725" y="692"/>
                </a:lnTo>
                <a:lnTo>
                  <a:pt x="726" y="692"/>
                </a:lnTo>
                <a:lnTo>
                  <a:pt x="727" y="691"/>
                </a:lnTo>
                <a:lnTo>
                  <a:pt x="728" y="691"/>
                </a:lnTo>
                <a:lnTo>
                  <a:pt x="729" y="692"/>
                </a:lnTo>
                <a:lnTo>
                  <a:pt x="730" y="692"/>
                </a:lnTo>
                <a:lnTo>
                  <a:pt x="730" y="691"/>
                </a:lnTo>
                <a:lnTo>
                  <a:pt x="731" y="691"/>
                </a:lnTo>
                <a:lnTo>
                  <a:pt x="732" y="691"/>
                </a:lnTo>
                <a:lnTo>
                  <a:pt x="733" y="691"/>
                </a:lnTo>
                <a:lnTo>
                  <a:pt x="733" y="690"/>
                </a:lnTo>
                <a:lnTo>
                  <a:pt x="733" y="689"/>
                </a:lnTo>
                <a:lnTo>
                  <a:pt x="734" y="689"/>
                </a:lnTo>
                <a:lnTo>
                  <a:pt x="734" y="688"/>
                </a:lnTo>
                <a:lnTo>
                  <a:pt x="735" y="688"/>
                </a:lnTo>
                <a:lnTo>
                  <a:pt x="735" y="689"/>
                </a:lnTo>
                <a:lnTo>
                  <a:pt x="736" y="689"/>
                </a:lnTo>
                <a:lnTo>
                  <a:pt x="737" y="689"/>
                </a:lnTo>
                <a:lnTo>
                  <a:pt x="737" y="687"/>
                </a:lnTo>
                <a:lnTo>
                  <a:pt x="738" y="686"/>
                </a:lnTo>
                <a:lnTo>
                  <a:pt x="738" y="685"/>
                </a:lnTo>
                <a:lnTo>
                  <a:pt x="739" y="684"/>
                </a:lnTo>
                <a:lnTo>
                  <a:pt x="740" y="684"/>
                </a:lnTo>
                <a:lnTo>
                  <a:pt x="741" y="684"/>
                </a:lnTo>
                <a:lnTo>
                  <a:pt x="742" y="684"/>
                </a:lnTo>
                <a:lnTo>
                  <a:pt x="743" y="684"/>
                </a:lnTo>
                <a:lnTo>
                  <a:pt x="743" y="683"/>
                </a:lnTo>
                <a:lnTo>
                  <a:pt x="743" y="682"/>
                </a:lnTo>
                <a:lnTo>
                  <a:pt x="743" y="681"/>
                </a:lnTo>
                <a:lnTo>
                  <a:pt x="744" y="681"/>
                </a:lnTo>
                <a:lnTo>
                  <a:pt x="744" y="680"/>
                </a:lnTo>
                <a:lnTo>
                  <a:pt x="743" y="680"/>
                </a:lnTo>
                <a:lnTo>
                  <a:pt x="743" y="679"/>
                </a:lnTo>
                <a:lnTo>
                  <a:pt x="742" y="679"/>
                </a:lnTo>
                <a:lnTo>
                  <a:pt x="741" y="679"/>
                </a:lnTo>
                <a:lnTo>
                  <a:pt x="740" y="679"/>
                </a:lnTo>
                <a:lnTo>
                  <a:pt x="740" y="678"/>
                </a:lnTo>
                <a:lnTo>
                  <a:pt x="739" y="678"/>
                </a:lnTo>
                <a:lnTo>
                  <a:pt x="738" y="678"/>
                </a:lnTo>
                <a:lnTo>
                  <a:pt x="737" y="678"/>
                </a:lnTo>
                <a:lnTo>
                  <a:pt x="736" y="678"/>
                </a:lnTo>
                <a:lnTo>
                  <a:pt x="735" y="679"/>
                </a:lnTo>
                <a:lnTo>
                  <a:pt x="734" y="679"/>
                </a:lnTo>
                <a:lnTo>
                  <a:pt x="734" y="680"/>
                </a:lnTo>
                <a:lnTo>
                  <a:pt x="734" y="681"/>
                </a:lnTo>
                <a:lnTo>
                  <a:pt x="733" y="681"/>
                </a:lnTo>
                <a:lnTo>
                  <a:pt x="732" y="682"/>
                </a:lnTo>
                <a:lnTo>
                  <a:pt x="731" y="682"/>
                </a:lnTo>
                <a:lnTo>
                  <a:pt x="731" y="681"/>
                </a:lnTo>
                <a:lnTo>
                  <a:pt x="731" y="680"/>
                </a:lnTo>
                <a:lnTo>
                  <a:pt x="731" y="679"/>
                </a:lnTo>
                <a:lnTo>
                  <a:pt x="729" y="679"/>
                </a:lnTo>
                <a:lnTo>
                  <a:pt x="729" y="680"/>
                </a:lnTo>
                <a:lnTo>
                  <a:pt x="728" y="680"/>
                </a:lnTo>
                <a:lnTo>
                  <a:pt x="728" y="679"/>
                </a:lnTo>
                <a:lnTo>
                  <a:pt x="727" y="679"/>
                </a:lnTo>
                <a:lnTo>
                  <a:pt x="727" y="678"/>
                </a:lnTo>
                <a:lnTo>
                  <a:pt x="726" y="677"/>
                </a:lnTo>
                <a:lnTo>
                  <a:pt x="725" y="676"/>
                </a:lnTo>
                <a:lnTo>
                  <a:pt x="725" y="677"/>
                </a:lnTo>
                <a:lnTo>
                  <a:pt x="725" y="678"/>
                </a:lnTo>
                <a:lnTo>
                  <a:pt x="724" y="679"/>
                </a:lnTo>
                <a:lnTo>
                  <a:pt x="723" y="679"/>
                </a:lnTo>
                <a:lnTo>
                  <a:pt x="722" y="679"/>
                </a:lnTo>
                <a:lnTo>
                  <a:pt x="721" y="679"/>
                </a:lnTo>
                <a:lnTo>
                  <a:pt x="720" y="679"/>
                </a:lnTo>
                <a:lnTo>
                  <a:pt x="719" y="679"/>
                </a:lnTo>
                <a:lnTo>
                  <a:pt x="718" y="679"/>
                </a:lnTo>
                <a:lnTo>
                  <a:pt x="718" y="678"/>
                </a:lnTo>
                <a:lnTo>
                  <a:pt x="717" y="678"/>
                </a:lnTo>
                <a:lnTo>
                  <a:pt x="717" y="679"/>
                </a:lnTo>
                <a:lnTo>
                  <a:pt x="716" y="679"/>
                </a:lnTo>
                <a:lnTo>
                  <a:pt x="715" y="679"/>
                </a:lnTo>
                <a:lnTo>
                  <a:pt x="714" y="679"/>
                </a:lnTo>
                <a:lnTo>
                  <a:pt x="713" y="679"/>
                </a:lnTo>
                <a:lnTo>
                  <a:pt x="712" y="679"/>
                </a:lnTo>
                <a:lnTo>
                  <a:pt x="712" y="680"/>
                </a:lnTo>
                <a:lnTo>
                  <a:pt x="711" y="680"/>
                </a:lnTo>
                <a:lnTo>
                  <a:pt x="711" y="681"/>
                </a:lnTo>
                <a:lnTo>
                  <a:pt x="711" y="682"/>
                </a:lnTo>
                <a:lnTo>
                  <a:pt x="710" y="682"/>
                </a:lnTo>
                <a:lnTo>
                  <a:pt x="710" y="683"/>
                </a:lnTo>
                <a:lnTo>
                  <a:pt x="709" y="683"/>
                </a:lnTo>
                <a:lnTo>
                  <a:pt x="708" y="683"/>
                </a:lnTo>
                <a:lnTo>
                  <a:pt x="708" y="682"/>
                </a:lnTo>
                <a:lnTo>
                  <a:pt x="707" y="681"/>
                </a:lnTo>
                <a:lnTo>
                  <a:pt x="706" y="681"/>
                </a:lnTo>
                <a:lnTo>
                  <a:pt x="706" y="680"/>
                </a:lnTo>
                <a:lnTo>
                  <a:pt x="705" y="680"/>
                </a:lnTo>
                <a:lnTo>
                  <a:pt x="704" y="680"/>
                </a:lnTo>
                <a:lnTo>
                  <a:pt x="704" y="681"/>
                </a:lnTo>
                <a:lnTo>
                  <a:pt x="703" y="681"/>
                </a:lnTo>
                <a:lnTo>
                  <a:pt x="702" y="681"/>
                </a:lnTo>
                <a:lnTo>
                  <a:pt x="701" y="681"/>
                </a:lnTo>
                <a:lnTo>
                  <a:pt x="700" y="681"/>
                </a:lnTo>
                <a:lnTo>
                  <a:pt x="700" y="682"/>
                </a:lnTo>
                <a:lnTo>
                  <a:pt x="699" y="682"/>
                </a:lnTo>
                <a:lnTo>
                  <a:pt x="698" y="682"/>
                </a:lnTo>
                <a:lnTo>
                  <a:pt x="697" y="682"/>
                </a:lnTo>
                <a:lnTo>
                  <a:pt x="696" y="683"/>
                </a:lnTo>
                <a:lnTo>
                  <a:pt x="695" y="683"/>
                </a:lnTo>
                <a:lnTo>
                  <a:pt x="694" y="683"/>
                </a:lnTo>
                <a:lnTo>
                  <a:pt x="693" y="683"/>
                </a:lnTo>
                <a:lnTo>
                  <a:pt x="693" y="682"/>
                </a:lnTo>
                <a:lnTo>
                  <a:pt x="693" y="681"/>
                </a:lnTo>
                <a:lnTo>
                  <a:pt x="692" y="681"/>
                </a:lnTo>
                <a:lnTo>
                  <a:pt x="692" y="680"/>
                </a:lnTo>
                <a:lnTo>
                  <a:pt x="691" y="680"/>
                </a:lnTo>
                <a:lnTo>
                  <a:pt x="690" y="680"/>
                </a:lnTo>
                <a:lnTo>
                  <a:pt x="689" y="680"/>
                </a:lnTo>
                <a:lnTo>
                  <a:pt x="689" y="681"/>
                </a:lnTo>
                <a:lnTo>
                  <a:pt x="687" y="681"/>
                </a:lnTo>
                <a:lnTo>
                  <a:pt x="686" y="681"/>
                </a:lnTo>
                <a:lnTo>
                  <a:pt x="686" y="680"/>
                </a:lnTo>
                <a:lnTo>
                  <a:pt x="686" y="679"/>
                </a:lnTo>
                <a:lnTo>
                  <a:pt x="686" y="678"/>
                </a:lnTo>
                <a:lnTo>
                  <a:pt x="686" y="677"/>
                </a:lnTo>
                <a:lnTo>
                  <a:pt x="685" y="676"/>
                </a:lnTo>
                <a:lnTo>
                  <a:pt x="685" y="675"/>
                </a:lnTo>
                <a:lnTo>
                  <a:pt x="684" y="675"/>
                </a:lnTo>
                <a:lnTo>
                  <a:pt x="683" y="676"/>
                </a:lnTo>
                <a:lnTo>
                  <a:pt x="683" y="677"/>
                </a:lnTo>
                <a:lnTo>
                  <a:pt x="683" y="678"/>
                </a:lnTo>
                <a:lnTo>
                  <a:pt x="682" y="678"/>
                </a:lnTo>
                <a:lnTo>
                  <a:pt x="683" y="678"/>
                </a:lnTo>
                <a:lnTo>
                  <a:pt x="683" y="679"/>
                </a:lnTo>
                <a:lnTo>
                  <a:pt x="683" y="680"/>
                </a:lnTo>
                <a:lnTo>
                  <a:pt x="682" y="680"/>
                </a:lnTo>
                <a:lnTo>
                  <a:pt x="682" y="681"/>
                </a:lnTo>
                <a:lnTo>
                  <a:pt x="682" y="682"/>
                </a:lnTo>
                <a:lnTo>
                  <a:pt x="682" y="683"/>
                </a:lnTo>
                <a:lnTo>
                  <a:pt x="682" y="684"/>
                </a:lnTo>
                <a:lnTo>
                  <a:pt x="682" y="685"/>
                </a:lnTo>
                <a:lnTo>
                  <a:pt x="682" y="686"/>
                </a:lnTo>
                <a:lnTo>
                  <a:pt x="681" y="686"/>
                </a:lnTo>
                <a:lnTo>
                  <a:pt x="681" y="687"/>
                </a:lnTo>
                <a:lnTo>
                  <a:pt x="680" y="687"/>
                </a:lnTo>
                <a:lnTo>
                  <a:pt x="679" y="688"/>
                </a:lnTo>
                <a:lnTo>
                  <a:pt x="678" y="688"/>
                </a:lnTo>
                <a:lnTo>
                  <a:pt x="678" y="689"/>
                </a:lnTo>
                <a:lnTo>
                  <a:pt x="679" y="690"/>
                </a:lnTo>
                <a:lnTo>
                  <a:pt x="679" y="691"/>
                </a:lnTo>
                <a:lnTo>
                  <a:pt x="678" y="691"/>
                </a:lnTo>
                <a:lnTo>
                  <a:pt x="678" y="692"/>
                </a:lnTo>
                <a:lnTo>
                  <a:pt x="677" y="692"/>
                </a:lnTo>
                <a:lnTo>
                  <a:pt x="676" y="692"/>
                </a:lnTo>
                <a:lnTo>
                  <a:pt x="676" y="693"/>
                </a:lnTo>
                <a:lnTo>
                  <a:pt x="677" y="694"/>
                </a:lnTo>
                <a:lnTo>
                  <a:pt x="678" y="695"/>
                </a:lnTo>
                <a:lnTo>
                  <a:pt x="679" y="695"/>
                </a:lnTo>
                <a:lnTo>
                  <a:pt x="679" y="696"/>
                </a:lnTo>
                <a:lnTo>
                  <a:pt x="680" y="697"/>
                </a:lnTo>
                <a:lnTo>
                  <a:pt x="680" y="698"/>
                </a:lnTo>
                <a:lnTo>
                  <a:pt x="681" y="699"/>
                </a:lnTo>
                <a:lnTo>
                  <a:pt x="681" y="700"/>
                </a:lnTo>
                <a:lnTo>
                  <a:pt x="681" y="701"/>
                </a:lnTo>
                <a:lnTo>
                  <a:pt x="681" y="702"/>
                </a:lnTo>
                <a:lnTo>
                  <a:pt x="681" y="703"/>
                </a:lnTo>
                <a:lnTo>
                  <a:pt x="682" y="704"/>
                </a:lnTo>
                <a:lnTo>
                  <a:pt x="682" y="705"/>
                </a:lnTo>
                <a:lnTo>
                  <a:pt x="683" y="705"/>
                </a:lnTo>
                <a:lnTo>
                  <a:pt x="683" y="706"/>
                </a:lnTo>
                <a:lnTo>
                  <a:pt x="683" y="707"/>
                </a:lnTo>
                <a:lnTo>
                  <a:pt x="684" y="707"/>
                </a:lnTo>
                <a:lnTo>
                  <a:pt x="684" y="708"/>
                </a:lnTo>
                <a:lnTo>
                  <a:pt x="685" y="709"/>
                </a:lnTo>
                <a:lnTo>
                  <a:pt x="685" y="710"/>
                </a:lnTo>
                <a:lnTo>
                  <a:pt x="684" y="710"/>
                </a:lnTo>
                <a:lnTo>
                  <a:pt x="684" y="711"/>
                </a:lnTo>
                <a:lnTo>
                  <a:pt x="684" y="712"/>
                </a:lnTo>
                <a:lnTo>
                  <a:pt x="684" y="713"/>
                </a:lnTo>
                <a:lnTo>
                  <a:pt x="684" y="714"/>
                </a:lnTo>
                <a:lnTo>
                  <a:pt x="685" y="714"/>
                </a:lnTo>
                <a:lnTo>
                  <a:pt x="685" y="715"/>
                </a:lnTo>
                <a:lnTo>
                  <a:pt x="686" y="716"/>
                </a:lnTo>
                <a:lnTo>
                  <a:pt x="686" y="717"/>
                </a:lnTo>
                <a:lnTo>
                  <a:pt x="686" y="718"/>
                </a:lnTo>
                <a:lnTo>
                  <a:pt x="686" y="719"/>
                </a:lnTo>
                <a:lnTo>
                  <a:pt x="685" y="719"/>
                </a:lnTo>
                <a:lnTo>
                  <a:pt x="685" y="720"/>
                </a:lnTo>
                <a:lnTo>
                  <a:pt x="684" y="720"/>
                </a:lnTo>
                <a:lnTo>
                  <a:pt x="683" y="721"/>
                </a:lnTo>
                <a:lnTo>
                  <a:pt x="681" y="721"/>
                </a:lnTo>
                <a:lnTo>
                  <a:pt x="680" y="723"/>
                </a:lnTo>
                <a:lnTo>
                  <a:pt x="680" y="724"/>
                </a:lnTo>
                <a:lnTo>
                  <a:pt x="679" y="724"/>
                </a:lnTo>
                <a:lnTo>
                  <a:pt x="678" y="724"/>
                </a:lnTo>
                <a:lnTo>
                  <a:pt x="677" y="724"/>
                </a:lnTo>
                <a:lnTo>
                  <a:pt x="677" y="725"/>
                </a:lnTo>
                <a:lnTo>
                  <a:pt x="676" y="725"/>
                </a:lnTo>
                <a:lnTo>
                  <a:pt x="676" y="726"/>
                </a:lnTo>
                <a:lnTo>
                  <a:pt x="676" y="727"/>
                </a:lnTo>
                <a:lnTo>
                  <a:pt x="675" y="727"/>
                </a:lnTo>
                <a:lnTo>
                  <a:pt x="674" y="727"/>
                </a:lnTo>
                <a:lnTo>
                  <a:pt x="673" y="727"/>
                </a:lnTo>
                <a:lnTo>
                  <a:pt x="672" y="727"/>
                </a:lnTo>
                <a:lnTo>
                  <a:pt x="671" y="727"/>
                </a:lnTo>
                <a:lnTo>
                  <a:pt x="671" y="728"/>
                </a:lnTo>
                <a:lnTo>
                  <a:pt x="671" y="729"/>
                </a:lnTo>
                <a:lnTo>
                  <a:pt x="671" y="730"/>
                </a:lnTo>
                <a:lnTo>
                  <a:pt x="670" y="730"/>
                </a:lnTo>
                <a:lnTo>
                  <a:pt x="670" y="731"/>
                </a:lnTo>
                <a:lnTo>
                  <a:pt x="669" y="732"/>
                </a:lnTo>
                <a:lnTo>
                  <a:pt x="668" y="732"/>
                </a:lnTo>
                <a:lnTo>
                  <a:pt x="668" y="731"/>
                </a:lnTo>
                <a:lnTo>
                  <a:pt x="667" y="731"/>
                </a:lnTo>
                <a:lnTo>
                  <a:pt x="667" y="730"/>
                </a:lnTo>
                <a:lnTo>
                  <a:pt x="667" y="729"/>
                </a:lnTo>
                <a:lnTo>
                  <a:pt x="667" y="728"/>
                </a:lnTo>
                <a:lnTo>
                  <a:pt x="667" y="727"/>
                </a:lnTo>
                <a:lnTo>
                  <a:pt x="666" y="727"/>
                </a:lnTo>
                <a:lnTo>
                  <a:pt x="665" y="727"/>
                </a:lnTo>
                <a:lnTo>
                  <a:pt x="665" y="726"/>
                </a:lnTo>
                <a:lnTo>
                  <a:pt x="664" y="726"/>
                </a:lnTo>
                <a:lnTo>
                  <a:pt x="663" y="725"/>
                </a:lnTo>
                <a:lnTo>
                  <a:pt x="662" y="724"/>
                </a:lnTo>
                <a:lnTo>
                  <a:pt x="661" y="724"/>
                </a:lnTo>
                <a:lnTo>
                  <a:pt x="660" y="724"/>
                </a:lnTo>
                <a:lnTo>
                  <a:pt x="659" y="725"/>
                </a:lnTo>
                <a:lnTo>
                  <a:pt x="659" y="726"/>
                </a:lnTo>
                <a:lnTo>
                  <a:pt x="658" y="727"/>
                </a:lnTo>
                <a:lnTo>
                  <a:pt x="657" y="727"/>
                </a:lnTo>
                <a:lnTo>
                  <a:pt x="656" y="727"/>
                </a:lnTo>
                <a:lnTo>
                  <a:pt x="655" y="727"/>
                </a:lnTo>
                <a:lnTo>
                  <a:pt x="654" y="727"/>
                </a:lnTo>
                <a:lnTo>
                  <a:pt x="654" y="728"/>
                </a:lnTo>
                <a:lnTo>
                  <a:pt x="654" y="729"/>
                </a:lnTo>
                <a:lnTo>
                  <a:pt x="653" y="729"/>
                </a:lnTo>
                <a:lnTo>
                  <a:pt x="653" y="730"/>
                </a:lnTo>
                <a:lnTo>
                  <a:pt x="653" y="732"/>
                </a:lnTo>
                <a:lnTo>
                  <a:pt x="652" y="732"/>
                </a:lnTo>
                <a:lnTo>
                  <a:pt x="652" y="733"/>
                </a:lnTo>
                <a:lnTo>
                  <a:pt x="651" y="733"/>
                </a:lnTo>
                <a:lnTo>
                  <a:pt x="651" y="734"/>
                </a:lnTo>
                <a:lnTo>
                  <a:pt x="651" y="735"/>
                </a:lnTo>
                <a:lnTo>
                  <a:pt x="650" y="735"/>
                </a:lnTo>
                <a:lnTo>
                  <a:pt x="649" y="736"/>
                </a:lnTo>
                <a:lnTo>
                  <a:pt x="648" y="736"/>
                </a:lnTo>
                <a:lnTo>
                  <a:pt x="648" y="737"/>
                </a:lnTo>
                <a:lnTo>
                  <a:pt x="647" y="737"/>
                </a:lnTo>
                <a:lnTo>
                  <a:pt x="647" y="738"/>
                </a:lnTo>
                <a:lnTo>
                  <a:pt x="646" y="738"/>
                </a:lnTo>
                <a:lnTo>
                  <a:pt x="645" y="739"/>
                </a:lnTo>
                <a:lnTo>
                  <a:pt x="644" y="740"/>
                </a:lnTo>
                <a:lnTo>
                  <a:pt x="643" y="741"/>
                </a:lnTo>
                <a:lnTo>
                  <a:pt x="642" y="741"/>
                </a:lnTo>
                <a:lnTo>
                  <a:pt x="642" y="740"/>
                </a:lnTo>
                <a:lnTo>
                  <a:pt x="642" y="741"/>
                </a:lnTo>
                <a:lnTo>
                  <a:pt x="641" y="741"/>
                </a:lnTo>
                <a:lnTo>
                  <a:pt x="641" y="742"/>
                </a:lnTo>
                <a:lnTo>
                  <a:pt x="642" y="743"/>
                </a:lnTo>
                <a:lnTo>
                  <a:pt x="642" y="745"/>
                </a:lnTo>
                <a:lnTo>
                  <a:pt x="641" y="746"/>
                </a:lnTo>
                <a:lnTo>
                  <a:pt x="640" y="746"/>
                </a:lnTo>
                <a:lnTo>
                  <a:pt x="640" y="747"/>
                </a:lnTo>
                <a:lnTo>
                  <a:pt x="639" y="748"/>
                </a:lnTo>
                <a:lnTo>
                  <a:pt x="639" y="749"/>
                </a:lnTo>
                <a:lnTo>
                  <a:pt x="639" y="750"/>
                </a:lnTo>
                <a:lnTo>
                  <a:pt x="640" y="750"/>
                </a:lnTo>
                <a:lnTo>
                  <a:pt x="640" y="751"/>
                </a:lnTo>
                <a:lnTo>
                  <a:pt x="641" y="752"/>
                </a:lnTo>
                <a:lnTo>
                  <a:pt x="642" y="752"/>
                </a:lnTo>
                <a:lnTo>
                  <a:pt x="642" y="753"/>
                </a:lnTo>
                <a:lnTo>
                  <a:pt x="643" y="753"/>
                </a:lnTo>
                <a:lnTo>
                  <a:pt x="643" y="752"/>
                </a:lnTo>
                <a:lnTo>
                  <a:pt x="643" y="751"/>
                </a:lnTo>
                <a:lnTo>
                  <a:pt x="644" y="751"/>
                </a:lnTo>
                <a:lnTo>
                  <a:pt x="645" y="751"/>
                </a:lnTo>
                <a:lnTo>
                  <a:pt x="646" y="752"/>
                </a:lnTo>
                <a:lnTo>
                  <a:pt x="646" y="754"/>
                </a:lnTo>
                <a:lnTo>
                  <a:pt x="646" y="755"/>
                </a:lnTo>
                <a:lnTo>
                  <a:pt x="646" y="756"/>
                </a:lnTo>
                <a:lnTo>
                  <a:pt x="646" y="757"/>
                </a:lnTo>
                <a:lnTo>
                  <a:pt x="647" y="757"/>
                </a:lnTo>
                <a:lnTo>
                  <a:pt x="647" y="758"/>
                </a:lnTo>
                <a:lnTo>
                  <a:pt x="648" y="759"/>
                </a:lnTo>
                <a:lnTo>
                  <a:pt x="651" y="759"/>
                </a:lnTo>
                <a:lnTo>
                  <a:pt x="652" y="758"/>
                </a:lnTo>
                <a:lnTo>
                  <a:pt x="653" y="758"/>
                </a:lnTo>
                <a:lnTo>
                  <a:pt x="653" y="759"/>
                </a:lnTo>
                <a:lnTo>
                  <a:pt x="653" y="760"/>
                </a:lnTo>
                <a:lnTo>
                  <a:pt x="652" y="761"/>
                </a:lnTo>
                <a:lnTo>
                  <a:pt x="651" y="761"/>
                </a:lnTo>
                <a:lnTo>
                  <a:pt x="650" y="762"/>
                </a:lnTo>
                <a:lnTo>
                  <a:pt x="649" y="762"/>
                </a:lnTo>
                <a:lnTo>
                  <a:pt x="649" y="763"/>
                </a:lnTo>
                <a:lnTo>
                  <a:pt x="649" y="764"/>
                </a:lnTo>
                <a:lnTo>
                  <a:pt x="648" y="764"/>
                </a:lnTo>
                <a:lnTo>
                  <a:pt x="648" y="765"/>
                </a:lnTo>
                <a:lnTo>
                  <a:pt x="647" y="765"/>
                </a:lnTo>
                <a:lnTo>
                  <a:pt x="647" y="766"/>
                </a:lnTo>
                <a:lnTo>
                  <a:pt x="647" y="767"/>
                </a:lnTo>
                <a:lnTo>
                  <a:pt x="647" y="769"/>
                </a:lnTo>
                <a:lnTo>
                  <a:pt x="647" y="770"/>
                </a:lnTo>
                <a:lnTo>
                  <a:pt x="647" y="771"/>
                </a:lnTo>
                <a:lnTo>
                  <a:pt x="647" y="773"/>
                </a:lnTo>
                <a:lnTo>
                  <a:pt x="647" y="774"/>
                </a:lnTo>
                <a:lnTo>
                  <a:pt x="648" y="774"/>
                </a:lnTo>
                <a:lnTo>
                  <a:pt x="647" y="777"/>
                </a:lnTo>
                <a:lnTo>
                  <a:pt x="647" y="778"/>
                </a:lnTo>
                <a:lnTo>
                  <a:pt x="646" y="779"/>
                </a:lnTo>
                <a:lnTo>
                  <a:pt x="645" y="780"/>
                </a:lnTo>
                <a:lnTo>
                  <a:pt x="644" y="781"/>
                </a:lnTo>
                <a:lnTo>
                  <a:pt x="643" y="781"/>
                </a:lnTo>
                <a:lnTo>
                  <a:pt x="642" y="782"/>
                </a:lnTo>
                <a:lnTo>
                  <a:pt x="642" y="783"/>
                </a:lnTo>
                <a:lnTo>
                  <a:pt x="642" y="784"/>
                </a:lnTo>
                <a:lnTo>
                  <a:pt x="641" y="784"/>
                </a:lnTo>
                <a:lnTo>
                  <a:pt x="640" y="785"/>
                </a:lnTo>
                <a:lnTo>
                  <a:pt x="639" y="785"/>
                </a:lnTo>
                <a:lnTo>
                  <a:pt x="639" y="786"/>
                </a:lnTo>
                <a:lnTo>
                  <a:pt x="638" y="786"/>
                </a:lnTo>
                <a:lnTo>
                  <a:pt x="636" y="788"/>
                </a:lnTo>
                <a:lnTo>
                  <a:pt x="636" y="789"/>
                </a:lnTo>
                <a:lnTo>
                  <a:pt x="636" y="790"/>
                </a:lnTo>
                <a:lnTo>
                  <a:pt x="635" y="790"/>
                </a:lnTo>
                <a:lnTo>
                  <a:pt x="634" y="790"/>
                </a:lnTo>
                <a:lnTo>
                  <a:pt x="633" y="790"/>
                </a:lnTo>
                <a:lnTo>
                  <a:pt x="633" y="791"/>
                </a:lnTo>
                <a:lnTo>
                  <a:pt x="632" y="791"/>
                </a:lnTo>
                <a:lnTo>
                  <a:pt x="632" y="792"/>
                </a:lnTo>
                <a:lnTo>
                  <a:pt x="631" y="792"/>
                </a:lnTo>
                <a:lnTo>
                  <a:pt x="631" y="793"/>
                </a:lnTo>
                <a:lnTo>
                  <a:pt x="630" y="794"/>
                </a:lnTo>
                <a:lnTo>
                  <a:pt x="629" y="794"/>
                </a:lnTo>
                <a:lnTo>
                  <a:pt x="629" y="795"/>
                </a:lnTo>
                <a:lnTo>
                  <a:pt x="628" y="795"/>
                </a:lnTo>
                <a:lnTo>
                  <a:pt x="627" y="796"/>
                </a:lnTo>
                <a:lnTo>
                  <a:pt x="625" y="798"/>
                </a:lnTo>
                <a:lnTo>
                  <a:pt x="625" y="799"/>
                </a:lnTo>
                <a:lnTo>
                  <a:pt x="624" y="799"/>
                </a:lnTo>
                <a:lnTo>
                  <a:pt x="623" y="799"/>
                </a:lnTo>
                <a:lnTo>
                  <a:pt x="623" y="800"/>
                </a:lnTo>
                <a:lnTo>
                  <a:pt x="624" y="801"/>
                </a:lnTo>
                <a:lnTo>
                  <a:pt x="625" y="802"/>
                </a:lnTo>
                <a:lnTo>
                  <a:pt x="625" y="803"/>
                </a:lnTo>
                <a:lnTo>
                  <a:pt x="626" y="803"/>
                </a:lnTo>
                <a:lnTo>
                  <a:pt x="625" y="804"/>
                </a:lnTo>
                <a:lnTo>
                  <a:pt x="625" y="805"/>
                </a:lnTo>
                <a:lnTo>
                  <a:pt x="625" y="806"/>
                </a:lnTo>
                <a:lnTo>
                  <a:pt x="625" y="807"/>
                </a:lnTo>
                <a:lnTo>
                  <a:pt x="624" y="807"/>
                </a:lnTo>
                <a:lnTo>
                  <a:pt x="624" y="808"/>
                </a:lnTo>
                <a:lnTo>
                  <a:pt x="623" y="807"/>
                </a:lnTo>
                <a:lnTo>
                  <a:pt x="622" y="807"/>
                </a:lnTo>
                <a:lnTo>
                  <a:pt x="621" y="807"/>
                </a:lnTo>
                <a:lnTo>
                  <a:pt x="620" y="807"/>
                </a:lnTo>
                <a:lnTo>
                  <a:pt x="619" y="806"/>
                </a:lnTo>
                <a:lnTo>
                  <a:pt x="619" y="807"/>
                </a:lnTo>
                <a:lnTo>
                  <a:pt x="618" y="807"/>
                </a:lnTo>
                <a:lnTo>
                  <a:pt x="617" y="807"/>
                </a:lnTo>
                <a:lnTo>
                  <a:pt x="617" y="808"/>
                </a:lnTo>
                <a:lnTo>
                  <a:pt x="617" y="809"/>
                </a:lnTo>
                <a:lnTo>
                  <a:pt x="617" y="810"/>
                </a:lnTo>
                <a:lnTo>
                  <a:pt x="616" y="810"/>
                </a:lnTo>
                <a:lnTo>
                  <a:pt x="616" y="811"/>
                </a:lnTo>
                <a:lnTo>
                  <a:pt x="615" y="812"/>
                </a:lnTo>
                <a:lnTo>
                  <a:pt x="614" y="812"/>
                </a:lnTo>
                <a:lnTo>
                  <a:pt x="613" y="813"/>
                </a:lnTo>
                <a:lnTo>
                  <a:pt x="613" y="814"/>
                </a:lnTo>
                <a:lnTo>
                  <a:pt x="613" y="815"/>
                </a:lnTo>
                <a:lnTo>
                  <a:pt x="613" y="816"/>
                </a:lnTo>
                <a:lnTo>
                  <a:pt x="612" y="816"/>
                </a:lnTo>
                <a:lnTo>
                  <a:pt x="611" y="817"/>
                </a:lnTo>
                <a:lnTo>
                  <a:pt x="610" y="819"/>
                </a:lnTo>
                <a:lnTo>
                  <a:pt x="609" y="821"/>
                </a:lnTo>
                <a:lnTo>
                  <a:pt x="609" y="822"/>
                </a:lnTo>
                <a:lnTo>
                  <a:pt x="609" y="823"/>
                </a:lnTo>
                <a:lnTo>
                  <a:pt x="609" y="824"/>
                </a:lnTo>
                <a:lnTo>
                  <a:pt x="609" y="825"/>
                </a:lnTo>
                <a:lnTo>
                  <a:pt x="608" y="825"/>
                </a:lnTo>
                <a:lnTo>
                  <a:pt x="607" y="825"/>
                </a:lnTo>
                <a:lnTo>
                  <a:pt x="606" y="826"/>
                </a:lnTo>
                <a:lnTo>
                  <a:pt x="606" y="827"/>
                </a:lnTo>
                <a:lnTo>
                  <a:pt x="605" y="827"/>
                </a:lnTo>
                <a:lnTo>
                  <a:pt x="604" y="827"/>
                </a:lnTo>
                <a:lnTo>
                  <a:pt x="603" y="827"/>
                </a:lnTo>
                <a:lnTo>
                  <a:pt x="602" y="827"/>
                </a:lnTo>
                <a:lnTo>
                  <a:pt x="602" y="826"/>
                </a:lnTo>
                <a:lnTo>
                  <a:pt x="601" y="826"/>
                </a:lnTo>
                <a:lnTo>
                  <a:pt x="600" y="826"/>
                </a:lnTo>
                <a:lnTo>
                  <a:pt x="599" y="826"/>
                </a:lnTo>
                <a:lnTo>
                  <a:pt x="599" y="827"/>
                </a:lnTo>
                <a:lnTo>
                  <a:pt x="598" y="828"/>
                </a:lnTo>
                <a:lnTo>
                  <a:pt x="597" y="829"/>
                </a:lnTo>
                <a:lnTo>
                  <a:pt x="596" y="829"/>
                </a:lnTo>
                <a:lnTo>
                  <a:pt x="595" y="829"/>
                </a:lnTo>
                <a:lnTo>
                  <a:pt x="595" y="830"/>
                </a:lnTo>
                <a:lnTo>
                  <a:pt x="594" y="830"/>
                </a:lnTo>
                <a:lnTo>
                  <a:pt x="593" y="830"/>
                </a:lnTo>
                <a:lnTo>
                  <a:pt x="593" y="831"/>
                </a:lnTo>
                <a:lnTo>
                  <a:pt x="592" y="831"/>
                </a:lnTo>
                <a:lnTo>
                  <a:pt x="592" y="830"/>
                </a:lnTo>
                <a:lnTo>
                  <a:pt x="591" y="829"/>
                </a:lnTo>
                <a:lnTo>
                  <a:pt x="590" y="828"/>
                </a:lnTo>
                <a:lnTo>
                  <a:pt x="590" y="827"/>
                </a:lnTo>
                <a:lnTo>
                  <a:pt x="590" y="826"/>
                </a:lnTo>
                <a:lnTo>
                  <a:pt x="589" y="826"/>
                </a:lnTo>
                <a:lnTo>
                  <a:pt x="589" y="825"/>
                </a:lnTo>
                <a:lnTo>
                  <a:pt x="588" y="825"/>
                </a:lnTo>
                <a:lnTo>
                  <a:pt x="588" y="826"/>
                </a:lnTo>
                <a:lnTo>
                  <a:pt x="588" y="827"/>
                </a:lnTo>
                <a:lnTo>
                  <a:pt x="588" y="828"/>
                </a:lnTo>
                <a:lnTo>
                  <a:pt x="587" y="828"/>
                </a:lnTo>
                <a:lnTo>
                  <a:pt x="587" y="829"/>
                </a:lnTo>
                <a:lnTo>
                  <a:pt x="586" y="830"/>
                </a:lnTo>
                <a:lnTo>
                  <a:pt x="586" y="831"/>
                </a:lnTo>
                <a:lnTo>
                  <a:pt x="585" y="832"/>
                </a:lnTo>
                <a:lnTo>
                  <a:pt x="585" y="833"/>
                </a:lnTo>
                <a:lnTo>
                  <a:pt x="584" y="834"/>
                </a:lnTo>
                <a:lnTo>
                  <a:pt x="584" y="835"/>
                </a:lnTo>
                <a:lnTo>
                  <a:pt x="584" y="836"/>
                </a:lnTo>
                <a:lnTo>
                  <a:pt x="584" y="837"/>
                </a:lnTo>
                <a:lnTo>
                  <a:pt x="583" y="837"/>
                </a:lnTo>
                <a:lnTo>
                  <a:pt x="583" y="838"/>
                </a:lnTo>
                <a:lnTo>
                  <a:pt x="582" y="839"/>
                </a:lnTo>
                <a:lnTo>
                  <a:pt x="582" y="840"/>
                </a:lnTo>
                <a:lnTo>
                  <a:pt x="582" y="841"/>
                </a:lnTo>
                <a:lnTo>
                  <a:pt x="582" y="842"/>
                </a:lnTo>
                <a:lnTo>
                  <a:pt x="582" y="844"/>
                </a:lnTo>
                <a:lnTo>
                  <a:pt x="582" y="845"/>
                </a:lnTo>
                <a:lnTo>
                  <a:pt x="583" y="846"/>
                </a:lnTo>
                <a:lnTo>
                  <a:pt x="584" y="846"/>
                </a:lnTo>
                <a:lnTo>
                  <a:pt x="584" y="847"/>
                </a:lnTo>
                <a:lnTo>
                  <a:pt x="584" y="848"/>
                </a:lnTo>
                <a:lnTo>
                  <a:pt x="584" y="849"/>
                </a:lnTo>
                <a:lnTo>
                  <a:pt x="584" y="851"/>
                </a:lnTo>
                <a:lnTo>
                  <a:pt x="584" y="852"/>
                </a:lnTo>
                <a:lnTo>
                  <a:pt x="584" y="853"/>
                </a:lnTo>
                <a:lnTo>
                  <a:pt x="585" y="853"/>
                </a:lnTo>
                <a:lnTo>
                  <a:pt x="584" y="854"/>
                </a:lnTo>
                <a:lnTo>
                  <a:pt x="584" y="855"/>
                </a:lnTo>
                <a:lnTo>
                  <a:pt x="585" y="856"/>
                </a:lnTo>
                <a:lnTo>
                  <a:pt x="585" y="858"/>
                </a:lnTo>
                <a:lnTo>
                  <a:pt x="585" y="859"/>
                </a:lnTo>
                <a:lnTo>
                  <a:pt x="585" y="860"/>
                </a:lnTo>
                <a:lnTo>
                  <a:pt x="585" y="861"/>
                </a:lnTo>
                <a:lnTo>
                  <a:pt x="584" y="862"/>
                </a:lnTo>
                <a:lnTo>
                  <a:pt x="584" y="863"/>
                </a:lnTo>
                <a:lnTo>
                  <a:pt x="584" y="864"/>
                </a:lnTo>
                <a:lnTo>
                  <a:pt x="583" y="864"/>
                </a:lnTo>
                <a:lnTo>
                  <a:pt x="583" y="866"/>
                </a:lnTo>
                <a:lnTo>
                  <a:pt x="583" y="867"/>
                </a:lnTo>
                <a:lnTo>
                  <a:pt x="582" y="867"/>
                </a:lnTo>
                <a:lnTo>
                  <a:pt x="582" y="868"/>
                </a:lnTo>
                <a:lnTo>
                  <a:pt x="581" y="870"/>
                </a:lnTo>
                <a:lnTo>
                  <a:pt x="581" y="871"/>
                </a:lnTo>
                <a:lnTo>
                  <a:pt x="581" y="872"/>
                </a:lnTo>
                <a:lnTo>
                  <a:pt x="582" y="873"/>
                </a:lnTo>
                <a:lnTo>
                  <a:pt x="583" y="874"/>
                </a:lnTo>
                <a:lnTo>
                  <a:pt x="583" y="877"/>
                </a:lnTo>
                <a:lnTo>
                  <a:pt x="583" y="878"/>
                </a:lnTo>
                <a:lnTo>
                  <a:pt x="583" y="879"/>
                </a:lnTo>
                <a:lnTo>
                  <a:pt x="583" y="880"/>
                </a:lnTo>
                <a:lnTo>
                  <a:pt x="582" y="880"/>
                </a:lnTo>
                <a:lnTo>
                  <a:pt x="582" y="881"/>
                </a:lnTo>
                <a:lnTo>
                  <a:pt x="583" y="882"/>
                </a:lnTo>
                <a:lnTo>
                  <a:pt x="583" y="883"/>
                </a:lnTo>
                <a:lnTo>
                  <a:pt x="583" y="884"/>
                </a:lnTo>
                <a:lnTo>
                  <a:pt x="583" y="885"/>
                </a:lnTo>
                <a:lnTo>
                  <a:pt x="584" y="886"/>
                </a:lnTo>
                <a:lnTo>
                  <a:pt x="585" y="887"/>
                </a:lnTo>
                <a:lnTo>
                  <a:pt x="586" y="889"/>
                </a:lnTo>
                <a:lnTo>
                  <a:pt x="587" y="890"/>
                </a:lnTo>
                <a:lnTo>
                  <a:pt x="588" y="891"/>
                </a:lnTo>
                <a:lnTo>
                  <a:pt x="588" y="892"/>
                </a:lnTo>
                <a:lnTo>
                  <a:pt x="589" y="893"/>
                </a:lnTo>
                <a:lnTo>
                  <a:pt x="589" y="894"/>
                </a:lnTo>
                <a:lnTo>
                  <a:pt x="590" y="894"/>
                </a:lnTo>
                <a:lnTo>
                  <a:pt x="591" y="894"/>
                </a:lnTo>
                <a:lnTo>
                  <a:pt x="591" y="895"/>
                </a:lnTo>
                <a:lnTo>
                  <a:pt x="591" y="896"/>
                </a:lnTo>
                <a:lnTo>
                  <a:pt x="591" y="897"/>
                </a:lnTo>
                <a:lnTo>
                  <a:pt x="592" y="897"/>
                </a:lnTo>
                <a:lnTo>
                  <a:pt x="592" y="898"/>
                </a:lnTo>
                <a:lnTo>
                  <a:pt x="592" y="899"/>
                </a:lnTo>
                <a:lnTo>
                  <a:pt x="592" y="900"/>
                </a:lnTo>
                <a:lnTo>
                  <a:pt x="592" y="901"/>
                </a:lnTo>
                <a:lnTo>
                  <a:pt x="593" y="901"/>
                </a:lnTo>
                <a:lnTo>
                  <a:pt x="593" y="902"/>
                </a:lnTo>
                <a:lnTo>
                  <a:pt x="592" y="903"/>
                </a:lnTo>
                <a:lnTo>
                  <a:pt x="593" y="903"/>
                </a:lnTo>
                <a:lnTo>
                  <a:pt x="593" y="904"/>
                </a:lnTo>
                <a:lnTo>
                  <a:pt x="593" y="905"/>
                </a:lnTo>
                <a:lnTo>
                  <a:pt x="593" y="906"/>
                </a:lnTo>
                <a:lnTo>
                  <a:pt x="594" y="906"/>
                </a:lnTo>
                <a:lnTo>
                  <a:pt x="594" y="907"/>
                </a:lnTo>
                <a:lnTo>
                  <a:pt x="594" y="908"/>
                </a:lnTo>
                <a:lnTo>
                  <a:pt x="595" y="909"/>
                </a:lnTo>
                <a:lnTo>
                  <a:pt x="595" y="910"/>
                </a:lnTo>
                <a:lnTo>
                  <a:pt x="595" y="911"/>
                </a:lnTo>
                <a:lnTo>
                  <a:pt x="595" y="913"/>
                </a:lnTo>
                <a:lnTo>
                  <a:pt x="595" y="914"/>
                </a:lnTo>
                <a:lnTo>
                  <a:pt x="596" y="914"/>
                </a:lnTo>
                <a:lnTo>
                  <a:pt x="597" y="915"/>
                </a:lnTo>
                <a:lnTo>
                  <a:pt x="597" y="916"/>
                </a:lnTo>
                <a:lnTo>
                  <a:pt x="597" y="917"/>
                </a:lnTo>
                <a:lnTo>
                  <a:pt x="597" y="918"/>
                </a:lnTo>
                <a:lnTo>
                  <a:pt x="597" y="919"/>
                </a:lnTo>
                <a:lnTo>
                  <a:pt x="597" y="920"/>
                </a:lnTo>
                <a:lnTo>
                  <a:pt x="597" y="921"/>
                </a:lnTo>
                <a:lnTo>
                  <a:pt x="597" y="922"/>
                </a:lnTo>
                <a:lnTo>
                  <a:pt x="597" y="923"/>
                </a:lnTo>
                <a:lnTo>
                  <a:pt x="596" y="923"/>
                </a:lnTo>
                <a:lnTo>
                  <a:pt x="596" y="924"/>
                </a:lnTo>
                <a:lnTo>
                  <a:pt x="597" y="924"/>
                </a:lnTo>
                <a:lnTo>
                  <a:pt x="597" y="926"/>
                </a:lnTo>
                <a:lnTo>
                  <a:pt x="597" y="927"/>
                </a:lnTo>
                <a:lnTo>
                  <a:pt x="598" y="927"/>
                </a:lnTo>
                <a:lnTo>
                  <a:pt x="598" y="928"/>
                </a:lnTo>
                <a:lnTo>
                  <a:pt x="599" y="928"/>
                </a:lnTo>
                <a:lnTo>
                  <a:pt x="600" y="928"/>
                </a:lnTo>
                <a:lnTo>
                  <a:pt x="600" y="929"/>
                </a:lnTo>
                <a:lnTo>
                  <a:pt x="600" y="930"/>
                </a:lnTo>
                <a:lnTo>
                  <a:pt x="600" y="932"/>
                </a:lnTo>
                <a:lnTo>
                  <a:pt x="599" y="933"/>
                </a:lnTo>
                <a:lnTo>
                  <a:pt x="598" y="934"/>
                </a:lnTo>
                <a:lnTo>
                  <a:pt x="598" y="935"/>
                </a:lnTo>
                <a:lnTo>
                  <a:pt x="598" y="936"/>
                </a:lnTo>
                <a:lnTo>
                  <a:pt x="597" y="936"/>
                </a:lnTo>
                <a:lnTo>
                  <a:pt x="596" y="936"/>
                </a:lnTo>
                <a:lnTo>
                  <a:pt x="595" y="936"/>
                </a:lnTo>
                <a:lnTo>
                  <a:pt x="594" y="936"/>
                </a:lnTo>
                <a:lnTo>
                  <a:pt x="593" y="936"/>
                </a:lnTo>
                <a:lnTo>
                  <a:pt x="593" y="937"/>
                </a:lnTo>
                <a:lnTo>
                  <a:pt x="593" y="938"/>
                </a:lnTo>
                <a:lnTo>
                  <a:pt x="594" y="939"/>
                </a:lnTo>
                <a:lnTo>
                  <a:pt x="594" y="941"/>
                </a:lnTo>
                <a:lnTo>
                  <a:pt x="593" y="942"/>
                </a:lnTo>
                <a:lnTo>
                  <a:pt x="593" y="943"/>
                </a:lnTo>
                <a:lnTo>
                  <a:pt x="593" y="944"/>
                </a:lnTo>
                <a:lnTo>
                  <a:pt x="593" y="945"/>
                </a:lnTo>
                <a:lnTo>
                  <a:pt x="593" y="946"/>
                </a:lnTo>
                <a:lnTo>
                  <a:pt x="593" y="947"/>
                </a:lnTo>
                <a:lnTo>
                  <a:pt x="593" y="948"/>
                </a:lnTo>
                <a:lnTo>
                  <a:pt x="593" y="949"/>
                </a:lnTo>
                <a:lnTo>
                  <a:pt x="594" y="949"/>
                </a:lnTo>
                <a:lnTo>
                  <a:pt x="594" y="950"/>
                </a:lnTo>
                <a:lnTo>
                  <a:pt x="593" y="950"/>
                </a:lnTo>
                <a:lnTo>
                  <a:pt x="593" y="951"/>
                </a:lnTo>
                <a:lnTo>
                  <a:pt x="593" y="952"/>
                </a:lnTo>
                <a:lnTo>
                  <a:pt x="593" y="953"/>
                </a:lnTo>
                <a:lnTo>
                  <a:pt x="592" y="953"/>
                </a:lnTo>
                <a:lnTo>
                  <a:pt x="591" y="953"/>
                </a:lnTo>
                <a:lnTo>
                  <a:pt x="590" y="953"/>
                </a:lnTo>
                <a:lnTo>
                  <a:pt x="588" y="953"/>
                </a:lnTo>
                <a:lnTo>
                  <a:pt x="588" y="954"/>
                </a:lnTo>
                <a:lnTo>
                  <a:pt x="587" y="954"/>
                </a:lnTo>
                <a:lnTo>
                  <a:pt x="586" y="954"/>
                </a:lnTo>
                <a:lnTo>
                  <a:pt x="586" y="953"/>
                </a:lnTo>
                <a:lnTo>
                  <a:pt x="585" y="953"/>
                </a:lnTo>
                <a:lnTo>
                  <a:pt x="584" y="953"/>
                </a:lnTo>
                <a:lnTo>
                  <a:pt x="584" y="954"/>
                </a:lnTo>
                <a:lnTo>
                  <a:pt x="583" y="954"/>
                </a:lnTo>
                <a:lnTo>
                  <a:pt x="583" y="953"/>
                </a:lnTo>
                <a:lnTo>
                  <a:pt x="582" y="953"/>
                </a:lnTo>
                <a:lnTo>
                  <a:pt x="582" y="952"/>
                </a:lnTo>
                <a:lnTo>
                  <a:pt x="583" y="951"/>
                </a:lnTo>
                <a:lnTo>
                  <a:pt x="582" y="951"/>
                </a:lnTo>
                <a:lnTo>
                  <a:pt x="582" y="950"/>
                </a:lnTo>
                <a:lnTo>
                  <a:pt x="581" y="950"/>
                </a:lnTo>
                <a:lnTo>
                  <a:pt x="581" y="951"/>
                </a:lnTo>
                <a:lnTo>
                  <a:pt x="581" y="952"/>
                </a:lnTo>
                <a:lnTo>
                  <a:pt x="580" y="953"/>
                </a:lnTo>
                <a:lnTo>
                  <a:pt x="580" y="954"/>
                </a:lnTo>
                <a:lnTo>
                  <a:pt x="579" y="955"/>
                </a:lnTo>
                <a:lnTo>
                  <a:pt x="578" y="956"/>
                </a:lnTo>
                <a:lnTo>
                  <a:pt x="577" y="956"/>
                </a:lnTo>
                <a:lnTo>
                  <a:pt x="577" y="957"/>
                </a:lnTo>
                <a:lnTo>
                  <a:pt x="576" y="958"/>
                </a:lnTo>
                <a:lnTo>
                  <a:pt x="574" y="958"/>
                </a:lnTo>
                <a:lnTo>
                  <a:pt x="573" y="958"/>
                </a:lnTo>
                <a:lnTo>
                  <a:pt x="572" y="958"/>
                </a:lnTo>
                <a:lnTo>
                  <a:pt x="571" y="958"/>
                </a:lnTo>
                <a:lnTo>
                  <a:pt x="571" y="959"/>
                </a:lnTo>
                <a:lnTo>
                  <a:pt x="570" y="960"/>
                </a:lnTo>
                <a:lnTo>
                  <a:pt x="569" y="961"/>
                </a:lnTo>
                <a:lnTo>
                  <a:pt x="568" y="961"/>
                </a:lnTo>
                <a:lnTo>
                  <a:pt x="567" y="962"/>
                </a:lnTo>
                <a:lnTo>
                  <a:pt x="567" y="963"/>
                </a:lnTo>
                <a:lnTo>
                  <a:pt x="566" y="963"/>
                </a:lnTo>
                <a:lnTo>
                  <a:pt x="566" y="964"/>
                </a:lnTo>
                <a:lnTo>
                  <a:pt x="565" y="964"/>
                </a:lnTo>
                <a:lnTo>
                  <a:pt x="565" y="965"/>
                </a:lnTo>
                <a:lnTo>
                  <a:pt x="565" y="966"/>
                </a:lnTo>
                <a:lnTo>
                  <a:pt x="565" y="967"/>
                </a:lnTo>
                <a:lnTo>
                  <a:pt x="565" y="968"/>
                </a:lnTo>
                <a:lnTo>
                  <a:pt x="564" y="969"/>
                </a:lnTo>
                <a:lnTo>
                  <a:pt x="563" y="969"/>
                </a:lnTo>
                <a:lnTo>
                  <a:pt x="562" y="968"/>
                </a:lnTo>
                <a:lnTo>
                  <a:pt x="562" y="969"/>
                </a:lnTo>
                <a:lnTo>
                  <a:pt x="561" y="969"/>
                </a:lnTo>
                <a:lnTo>
                  <a:pt x="560" y="970"/>
                </a:lnTo>
                <a:lnTo>
                  <a:pt x="559" y="969"/>
                </a:lnTo>
                <a:lnTo>
                  <a:pt x="558" y="968"/>
                </a:lnTo>
                <a:lnTo>
                  <a:pt x="558" y="967"/>
                </a:lnTo>
                <a:lnTo>
                  <a:pt x="557" y="967"/>
                </a:lnTo>
                <a:lnTo>
                  <a:pt x="556" y="966"/>
                </a:lnTo>
                <a:lnTo>
                  <a:pt x="554" y="965"/>
                </a:lnTo>
                <a:lnTo>
                  <a:pt x="553" y="965"/>
                </a:lnTo>
                <a:lnTo>
                  <a:pt x="552" y="965"/>
                </a:lnTo>
                <a:lnTo>
                  <a:pt x="552" y="964"/>
                </a:lnTo>
                <a:lnTo>
                  <a:pt x="552" y="963"/>
                </a:lnTo>
                <a:lnTo>
                  <a:pt x="553" y="963"/>
                </a:lnTo>
                <a:lnTo>
                  <a:pt x="553" y="962"/>
                </a:lnTo>
                <a:lnTo>
                  <a:pt x="553" y="961"/>
                </a:lnTo>
                <a:lnTo>
                  <a:pt x="553" y="960"/>
                </a:lnTo>
                <a:lnTo>
                  <a:pt x="555" y="958"/>
                </a:lnTo>
                <a:lnTo>
                  <a:pt x="556" y="958"/>
                </a:lnTo>
                <a:lnTo>
                  <a:pt x="556" y="957"/>
                </a:lnTo>
                <a:lnTo>
                  <a:pt x="556" y="956"/>
                </a:lnTo>
                <a:lnTo>
                  <a:pt x="555" y="954"/>
                </a:lnTo>
                <a:lnTo>
                  <a:pt x="554" y="953"/>
                </a:lnTo>
                <a:lnTo>
                  <a:pt x="553" y="953"/>
                </a:lnTo>
                <a:lnTo>
                  <a:pt x="551" y="952"/>
                </a:lnTo>
                <a:lnTo>
                  <a:pt x="550" y="952"/>
                </a:lnTo>
                <a:lnTo>
                  <a:pt x="550" y="951"/>
                </a:lnTo>
                <a:lnTo>
                  <a:pt x="549" y="951"/>
                </a:lnTo>
                <a:lnTo>
                  <a:pt x="547" y="951"/>
                </a:lnTo>
                <a:lnTo>
                  <a:pt x="546" y="951"/>
                </a:lnTo>
                <a:lnTo>
                  <a:pt x="546" y="953"/>
                </a:lnTo>
                <a:lnTo>
                  <a:pt x="546" y="954"/>
                </a:lnTo>
                <a:lnTo>
                  <a:pt x="545" y="954"/>
                </a:lnTo>
                <a:lnTo>
                  <a:pt x="542" y="955"/>
                </a:lnTo>
                <a:lnTo>
                  <a:pt x="541" y="955"/>
                </a:lnTo>
                <a:lnTo>
                  <a:pt x="539" y="956"/>
                </a:lnTo>
                <a:lnTo>
                  <a:pt x="537" y="957"/>
                </a:lnTo>
                <a:lnTo>
                  <a:pt x="536" y="958"/>
                </a:lnTo>
                <a:lnTo>
                  <a:pt x="535" y="958"/>
                </a:lnTo>
                <a:lnTo>
                  <a:pt x="534" y="958"/>
                </a:lnTo>
                <a:lnTo>
                  <a:pt x="533" y="958"/>
                </a:lnTo>
                <a:lnTo>
                  <a:pt x="530" y="958"/>
                </a:lnTo>
                <a:lnTo>
                  <a:pt x="530" y="959"/>
                </a:lnTo>
                <a:lnTo>
                  <a:pt x="529" y="960"/>
                </a:lnTo>
                <a:lnTo>
                  <a:pt x="529" y="961"/>
                </a:lnTo>
                <a:lnTo>
                  <a:pt x="528" y="961"/>
                </a:lnTo>
                <a:lnTo>
                  <a:pt x="528" y="962"/>
                </a:lnTo>
                <a:lnTo>
                  <a:pt x="527" y="963"/>
                </a:lnTo>
                <a:lnTo>
                  <a:pt x="526" y="964"/>
                </a:lnTo>
                <a:lnTo>
                  <a:pt x="526" y="965"/>
                </a:lnTo>
                <a:lnTo>
                  <a:pt x="525" y="965"/>
                </a:lnTo>
                <a:lnTo>
                  <a:pt x="524" y="966"/>
                </a:lnTo>
                <a:lnTo>
                  <a:pt x="523" y="966"/>
                </a:lnTo>
                <a:lnTo>
                  <a:pt x="522" y="966"/>
                </a:lnTo>
                <a:lnTo>
                  <a:pt x="522" y="967"/>
                </a:lnTo>
                <a:lnTo>
                  <a:pt x="521" y="967"/>
                </a:lnTo>
                <a:lnTo>
                  <a:pt x="520" y="967"/>
                </a:lnTo>
                <a:lnTo>
                  <a:pt x="519" y="968"/>
                </a:lnTo>
                <a:lnTo>
                  <a:pt x="517" y="968"/>
                </a:lnTo>
                <a:lnTo>
                  <a:pt x="516" y="968"/>
                </a:lnTo>
                <a:lnTo>
                  <a:pt x="515" y="968"/>
                </a:lnTo>
                <a:lnTo>
                  <a:pt x="515" y="969"/>
                </a:lnTo>
                <a:lnTo>
                  <a:pt x="515" y="971"/>
                </a:lnTo>
                <a:lnTo>
                  <a:pt x="514" y="972"/>
                </a:lnTo>
                <a:lnTo>
                  <a:pt x="513" y="973"/>
                </a:lnTo>
                <a:lnTo>
                  <a:pt x="512" y="973"/>
                </a:lnTo>
                <a:lnTo>
                  <a:pt x="512" y="974"/>
                </a:lnTo>
                <a:lnTo>
                  <a:pt x="510" y="975"/>
                </a:lnTo>
                <a:lnTo>
                  <a:pt x="509" y="975"/>
                </a:lnTo>
                <a:lnTo>
                  <a:pt x="508" y="975"/>
                </a:lnTo>
                <a:lnTo>
                  <a:pt x="507" y="977"/>
                </a:lnTo>
                <a:lnTo>
                  <a:pt x="507" y="978"/>
                </a:lnTo>
                <a:lnTo>
                  <a:pt x="506" y="979"/>
                </a:lnTo>
                <a:lnTo>
                  <a:pt x="505" y="980"/>
                </a:lnTo>
                <a:lnTo>
                  <a:pt x="505" y="981"/>
                </a:lnTo>
                <a:lnTo>
                  <a:pt x="504" y="981"/>
                </a:lnTo>
                <a:lnTo>
                  <a:pt x="503" y="981"/>
                </a:lnTo>
                <a:lnTo>
                  <a:pt x="503" y="982"/>
                </a:lnTo>
                <a:lnTo>
                  <a:pt x="503" y="984"/>
                </a:lnTo>
                <a:lnTo>
                  <a:pt x="502" y="984"/>
                </a:lnTo>
                <a:lnTo>
                  <a:pt x="501" y="984"/>
                </a:lnTo>
                <a:lnTo>
                  <a:pt x="501" y="985"/>
                </a:lnTo>
                <a:lnTo>
                  <a:pt x="500" y="986"/>
                </a:lnTo>
                <a:lnTo>
                  <a:pt x="499" y="986"/>
                </a:lnTo>
                <a:lnTo>
                  <a:pt x="499" y="987"/>
                </a:lnTo>
                <a:lnTo>
                  <a:pt x="499" y="986"/>
                </a:lnTo>
                <a:lnTo>
                  <a:pt x="498" y="986"/>
                </a:lnTo>
                <a:lnTo>
                  <a:pt x="497" y="986"/>
                </a:lnTo>
                <a:lnTo>
                  <a:pt x="496" y="986"/>
                </a:lnTo>
                <a:lnTo>
                  <a:pt x="493" y="985"/>
                </a:lnTo>
                <a:lnTo>
                  <a:pt x="492" y="984"/>
                </a:lnTo>
                <a:lnTo>
                  <a:pt x="492" y="983"/>
                </a:lnTo>
                <a:lnTo>
                  <a:pt x="491" y="983"/>
                </a:lnTo>
                <a:lnTo>
                  <a:pt x="491" y="982"/>
                </a:lnTo>
                <a:lnTo>
                  <a:pt x="491" y="983"/>
                </a:lnTo>
                <a:lnTo>
                  <a:pt x="489" y="983"/>
                </a:lnTo>
                <a:lnTo>
                  <a:pt x="488" y="983"/>
                </a:lnTo>
                <a:lnTo>
                  <a:pt x="488" y="984"/>
                </a:lnTo>
                <a:lnTo>
                  <a:pt x="487" y="984"/>
                </a:lnTo>
                <a:lnTo>
                  <a:pt x="485" y="984"/>
                </a:lnTo>
                <a:lnTo>
                  <a:pt x="484" y="984"/>
                </a:lnTo>
                <a:lnTo>
                  <a:pt x="483" y="982"/>
                </a:lnTo>
                <a:lnTo>
                  <a:pt x="482" y="982"/>
                </a:lnTo>
                <a:lnTo>
                  <a:pt x="480" y="981"/>
                </a:lnTo>
                <a:lnTo>
                  <a:pt x="479" y="982"/>
                </a:lnTo>
                <a:lnTo>
                  <a:pt x="478" y="982"/>
                </a:lnTo>
                <a:lnTo>
                  <a:pt x="477" y="984"/>
                </a:lnTo>
                <a:lnTo>
                  <a:pt x="476" y="985"/>
                </a:lnTo>
                <a:lnTo>
                  <a:pt x="475" y="986"/>
                </a:lnTo>
                <a:lnTo>
                  <a:pt x="475" y="987"/>
                </a:lnTo>
                <a:lnTo>
                  <a:pt x="475" y="988"/>
                </a:lnTo>
                <a:lnTo>
                  <a:pt x="474" y="988"/>
                </a:lnTo>
                <a:lnTo>
                  <a:pt x="473" y="988"/>
                </a:lnTo>
                <a:lnTo>
                  <a:pt x="472" y="988"/>
                </a:lnTo>
                <a:lnTo>
                  <a:pt x="472" y="989"/>
                </a:lnTo>
                <a:lnTo>
                  <a:pt x="471" y="988"/>
                </a:lnTo>
                <a:lnTo>
                  <a:pt x="471" y="987"/>
                </a:lnTo>
                <a:lnTo>
                  <a:pt x="472" y="987"/>
                </a:lnTo>
                <a:lnTo>
                  <a:pt x="472" y="986"/>
                </a:lnTo>
                <a:lnTo>
                  <a:pt x="472" y="984"/>
                </a:lnTo>
                <a:lnTo>
                  <a:pt x="471" y="984"/>
                </a:lnTo>
                <a:lnTo>
                  <a:pt x="470" y="984"/>
                </a:lnTo>
                <a:lnTo>
                  <a:pt x="470" y="983"/>
                </a:lnTo>
                <a:lnTo>
                  <a:pt x="469" y="982"/>
                </a:lnTo>
                <a:lnTo>
                  <a:pt x="468" y="981"/>
                </a:lnTo>
                <a:lnTo>
                  <a:pt x="468" y="977"/>
                </a:lnTo>
                <a:lnTo>
                  <a:pt x="468" y="976"/>
                </a:lnTo>
                <a:lnTo>
                  <a:pt x="469" y="976"/>
                </a:lnTo>
                <a:lnTo>
                  <a:pt x="469" y="975"/>
                </a:lnTo>
                <a:lnTo>
                  <a:pt x="469" y="974"/>
                </a:lnTo>
                <a:lnTo>
                  <a:pt x="469" y="975"/>
                </a:lnTo>
                <a:lnTo>
                  <a:pt x="468" y="974"/>
                </a:lnTo>
                <a:lnTo>
                  <a:pt x="466" y="973"/>
                </a:lnTo>
                <a:lnTo>
                  <a:pt x="465" y="973"/>
                </a:lnTo>
                <a:lnTo>
                  <a:pt x="464" y="972"/>
                </a:lnTo>
                <a:lnTo>
                  <a:pt x="463" y="970"/>
                </a:lnTo>
                <a:lnTo>
                  <a:pt x="462" y="968"/>
                </a:lnTo>
                <a:lnTo>
                  <a:pt x="461" y="968"/>
                </a:lnTo>
                <a:lnTo>
                  <a:pt x="460" y="967"/>
                </a:lnTo>
                <a:lnTo>
                  <a:pt x="459" y="967"/>
                </a:lnTo>
                <a:lnTo>
                  <a:pt x="458" y="967"/>
                </a:lnTo>
                <a:lnTo>
                  <a:pt x="457" y="967"/>
                </a:lnTo>
                <a:lnTo>
                  <a:pt x="457" y="966"/>
                </a:lnTo>
                <a:lnTo>
                  <a:pt x="457" y="965"/>
                </a:lnTo>
                <a:lnTo>
                  <a:pt x="456" y="965"/>
                </a:lnTo>
                <a:lnTo>
                  <a:pt x="455" y="966"/>
                </a:lnTo>
                <a:lnTo>
                  <a:pt x="454" y="967"/>
                </a:lnTo>
                <a:lnTo>
                  <a:pt x="453" y="966"/>
                </a:lnTo>
                <a:lnTo>
                  <a:pt x="452" y="966"/>
                </a:lnTo>
                <a:lnTo>
                  <a:pt x="451" y="967"/>
                </a:lnTo>
                <a:lnTo>
                  <a:pt x="450" y="967"/>
                </a:lnTo>
                <a:lnTo>
                  <a:pt x="449" y="966"/>
                </a:lnTo>
                <a:lnTo>
                  <a:pt x="449" y="965"/>
                </a:lnTo>
                <a:lnTo>
                  <a:pt x="448" y="965"/>
                </a:lnTo>
                <a:lnTo>
                  <a:pt x="449" y="965"/>
                </a:lnTo>
                <a:lnTo>
                  <a:pt x="449" y="964"/>
                </a:lnTo>
                <a:lnTo>
                  <a:pt x="448" y="963"/>
                </a:lnTo>
                <a:lnTo>
                  <a:pt x="447" y="963"/>
                </a:lnTo>
                <a:lnTo>
                  <a:pt x="447" y="962"/>
                </a:lnTo>
                <a:lnTo>
                  <a:pt x="447" y="961"/>
                </a:lnTo>
                <a:lnTo>
                  <a:pt x="446" y="961"/>
                </a:lnTo>
                <a:lnTo>
                  <a:pt x="445" y="961"/>
                </a:lnTo>
                <a:lnTo>
                  <a:pt x="445" y="960"/>
                </a:lnTo>
                <a:lnTo>
                  <a:pt x="446" y="960"/>
                </a:lnTo>
                <a:lnTo>
                  <a:pt x="446" y="958"/>
                </a:lnTo>
                <a:lnTo>
                  <a:pt x="448" y="957"/>
                </a:lnTo>
                <a:lnTo>
                  <a:pt x="449" y="956"/>
                </a:lnTo>
                <a:lnTo>
                  <a:pt x="450" y="956"/>
                </a:lnTo>
                <a:lnTo>
                  <a:pt x="450" y="957"/>
                </a:lnTo>
                <a:lnTo>
                  <a:pt x="451" y="957"/>
                </a:lnTo>
                <a:lnTo>
                  <a:pt x="452" y="958"/>
                </a:lnTo>
                <a:lnTo>
                  <a:pt x="453" y="958"/>
                </a:lnTo>
                <a:lnTo>
                  <a:pt x="453" y="957"/>
                </a:lnTo>
                <a:lnTo>
                  <a:pt x="452" y="957"/>
                </a:lnTo>
                <a:lnTo>
                  <a:pt x="452" y="956"/>
                </a:lnTo>
                <a:lnTo>
                  <a:pt x="451" y="956"/>
                </a:lnTo>
                <a:lnTo>
                  <a:pt x="451" y="955"/>
                </a:lnTo>
                <a:lnTo>
                  <a:pt x="452" y="955"/>
                </a:lnTo>
                <a:lnTo>
                  <a:pt x="453" y="954"/>
                </a:lnTo>
                <a:lnTo>
                  <a:pt x="453" y="953"/>
                </a:lnTo>
                <a:lnTo>
                  <a:pt x="453" y="952"/>
                </a:lnTo>
                <a:lnTo>
                  <a:pt x="452" y="952"/>
                </a:lnTo>
                <a:lnTo>
                  <a:pt x="451" y="951"/>
                </a:lnTo>
                <a:lnTo>
                  <a:pt x="450" y="951"/>
                </a:lnTo>
                <a:lnTo>
                  <a:pt x="450" y="950"/>
                </a:lnTo>
                <a:lnTo>
                  <a:pt x="450" y="949"/>
                </a:lnTo>
                <a:lnTo>
                  <a:pt x="451" y="948"/>
                </a:lnTo>
                <a:lnTo>
                  <a:pt x="451" y="947"/>
                </a:lnTo>
                <a:lnTo>
                  <a:pt x="450" y="947"/>
                </a:lnTo>
                <a:lnTo>
                  <a:pt x="448" y="945"/>
                </a:lnTo>
                <a:lnTo>
                  <a:pt x="447" y="944"/>
                </a:lnTo>
                <a:lnTo>
                  <a:pt x="445" y="943"/>
                </a:lnTo>
                <a:lnTo>
                  <a:pt x="445" y="942"/>
                </a:lnTo>
                <a:lnTo>
                  <a:pt x="444" y="941"/>
                </a:lnTo>
                <a:lnTo>
                  <a:pt x="443" y="940"/>
                </a:lnTo>
                <a:lnTo>
                  <a:pt x="442" y="940"/>
                </a:lnTo>
                <a:lnTo>
                  <a:pt x="442" y="939"/>
                </a:lnTo>
                <a:lnTo>
                  <a:pt x="441" y="939"/>
                </a:lnTo>
                <a:lnTo>
                  <a:pt x="441" y="938"/>
                </a:lnTo>
                <a:lnTo>
                  <a:pt x="439" y="938"/>
                </a:lnTo>
                <a:lnTo>
                  <a:pt x="438" y="936"/>
                </a:lnTo>
                <a:lnTo>
                  <a:pt x="437" y="935"/>
                </a:lnTo>
                <a:lnTo>
                  <a:pt x="436" y="935"/>
                </a:lnTo>
                <a:lnTo>
                  <a:pt x="435" y="935"/>
                </a:lnTo>
                <a:lnTo>
                  <a:pt x="433" y="935"/>
                </a:lnTo>
                <a:lnTo>
                  <a:pt x="432" y="935"/>
                </a:lnTo>
                <a:lnTo>
                  <a:pt x="430" y="933"/>
                </a:lnTo>
                <a:lnTo>
                  <a:pt x="430" y="932"/>
                </a:lnTo>
                <a:lnTo>
                  <a:pt x="430" y="931"/>
                </a:lnTo>
                <a:lnTo>
                  <a:pt x="431" y="931"/>
                </a:lnTo>
                <a:lnTo>
                  <a:pt x="430" y="930"/>
                </a:lnTo>
                <a:lnTo>
                  <a:pt x="429" y="930"/>
                </a:lnTo>
                <a:lnTo>
                  <a:pt x="428" y="931"/>
                </a:lnTo>
                <a:lnTo>
                  <a:pt x="428" y="930"/>
                </a:lnTo>
                <a:lnTo>
                  <a:pt x="427" y="929"/>
                </a:lnTo>
                <a:lnTo>
                  <a:pt x="428" y="929"/>
                </a:lnTo>
                <a:lnTo>
                  <a:pt x="428" y="928"/>
                </a:lnTo>
                <a:lnTo>
                  <a:pt x="427" y="928"/>
                </a:lnTo>
                <a:lnTo>
                  <a:pt x="427" y="929"/>
                </a:lnTo>
                <a:lnTo>
                  <a:pt x="426" y="929"/>
                </a:lnTo>
                <a:lnTo>
                  <a:pt x="426" y="930"/>
                </a:lnTo>
                <a:lnTo>
                  <a:pt x="426" y="929"/>
                </a:lnTo>
                <a:lnTo>
                  <a:pt x="425" y="929"/>
                </a:lnTo>
                <a:lnTo>
                  <a:pt x="426" y="929"/>
                </a:lnTo>
                <a:lnTo>
                  <a:pt x="426" y="928"/>
                </a:lnTo>
                <a:lnTo>
                  <a:pt x="425" y="927"/>
                </a:lnTo>
                <a:lnTo>
                  <a:pt x="426" y="925"/>
                </a:lnTo>
                <a:lnTo>
                  <a:pt x="425" y="923"/>
                </a:lnTo>
                <a:lnTo>
                  <a:pt x="425" y="922"/>
                </a:lnTo>
                <a:lnTo>
                  <a:pt x="426" y="922"/>
                </a:lnTo>
                <a:lnTo>
                  <a:pt x="427" y="922"/>
                </a:lnTo>
                <a:lnTo>
                  <a:pt x="428" y="922"/>
                </a:lnTo>
                <a:lnTo>
                  <a:pt x="429" y="922"/>
                </a:lnTo>
                <a:lnTo>
                  <a:pt x="430" y="922"/>
                </a:lnTo>
                <a:lnTo>
                  <a:pt x="431" y="922"/>
                </a:lnTo>
                <a:lnTo>
                  <a:pt x="432" y="922"/>
                </a:lnTo>
                <a:lnTo>
                  <a:pt x="432" y="921"/>
                </a:lnTo>
                <a:lnTo>
                  <a:pt x="433" y="921"/>
                </a:lnTo>
                <a:lnTo>
                  <a:pt x="433" y="920"/>
                </a:lnTo>
                <a:lnTo>
                  <a:pt x="433" y="919"/>
                </a:lnTo>
                <a:lnTo>
                  <a:pt x="432" y="918"/>
                </a:lnTo>
                <a:lnTo>
                  <a:pt x="432" y="917"/>
                </a:lnTo>
                <a:lnTo>
                  <a:pt x="433" y="916"/>
                </a:lnTo>
                <a:lnTo>
                  <a:pt x="434" y="914"/>
                </a:lnTo>
                <a:lnTo>
                  <a:pt x="434" y="913"/>
                </a:lnTo>
                <a:lnTo>
                  <a:pt x="433" y="913"/>
                </a:lnTo>
                <a:lnTo>
                  <a:pt x="433" y="912"/>
                </a:lnTo>
                <a:lnTo>
                  <a:pt x="432" y="912"/>
                </a:lnTo>
                <a:lnTo>
                  <a:pt x="432" y="911"/>
                </a:lnTo>
                <a:lnTo>
                  <a:pt x="431" y="911"/>
                </a:lnTo>
                <a:lnTo>
                  <a:pt x="432" y="910"/>
                </a:lnTo>
                <a:lnTo>
                  <a:pt x="433" y="909"/>
                </a:lnTo>
                <a:lnTo>
                  <a:pt x="433" y="908"/>
                </a:lnTo>
                <a:lnTo>
                  <a:pt x="434" y="908"/>
                </a:lnTo>
                <a:lnTo>
                  <a:pt x="435" y="907"/>
                </a:lnTo>
                <a:lnTo>
                  <a:pt x="436" y="907"/>
                </a:lnTo>
                <a:lnTo>
                  <a:pt x="436" y="906"/>
                </a:lnTo>
                <a:lnTo>
                  <a:pt x="436" y="905"/>
                </a:lnTo>
                <a:lnTo>
                  <a:pt x="435" y="905"/>
                </a:lnTo>
                <a:lnTo>
                  <a:pt x="436" y="904"/>
                </a:lnTo>
                <a:lnTo>
                  <a:pt x="437" y="904"/>
                </a:lnTo>
                <a:lnTo>
                  <a:pt x="438" y="903"/>
                </a:lnTo>
                <a:lnTo>
                  <a:pt x="438" y="902"/>
                </a:lnTo>
                <a:lnTo>
                  <a:pt x="437" y="902"/>
                </a:lnTo>
                <a:lnTo>
                  <a:pt x="436" y="902"/>
                </a:lnTo>
                <a:lnTo>
                  <a:pt x="435" y="902"/>
                </a:lnTo>
                <a:lnTo>
                  <a:pt x="435" y="901"/>
                </a:lnTo>
                <a:lnTo>
                  <a:pt x="433" y="900"/>
                </a:lnTo>
                <a:lnTo>
                  <a:pt x="432" y="900"/>
                </a:lnTo>
                <a:lnTo>
                  <a:pt x="431" y="901"/>
                </a:lnTo>
                <a:lnTo>
                  <a:pt x="431" y="902"/>
                </a:lnTo>
                <a:lnTo>
                  <a:pt x="431" y="903"/>
                </a:lnTo>
                <a:lnTo>
                  <a:pt x="432" y="904"/>
                </a:lnTo>
                <a:lnTo>
                  <a:pt x="432" y="905"/>
                </a:lnTo>
                <a:lnTo>
                  <a:pt x="432" y="907"/>
                </a:lnTo>
                <a:lnTo>
                  <a:pt x="431" y="907"/>
                </a:lnTo>
                <a:lnTo>
                  <a:pt x="430" y="906"/>
                </a:lnTo>
                <a:lnTo>
                  <a:pt x="429" y="906"/>
                </a:lnTo>
                <a:lnTo>
                  <a:pt x="428" y="906"/>
                </a:lnTo>
                <a:lnTo>
                  <a:pt x="428" y="907"/>
                </a:lnTo>
                <a:lnTo>
                  <a:pt x="428" y="908"/>
                </a:lnTo>
                <a:lnTo>
                  <a:pt x="425" y="908"/>
                </a:lnTo>
                <a:lnTo>
                  <a:pt x="425" y="907"/>
                </a:lnTo>
                <a:lnTo>
                  <a:pt x="425" y="906"/>
                </a:lnTo>
                <a:lnTo>
                  <a:pt x="425" y="905"/>
                </a:lnTo>
                <a:lnTo>
                  <a:pt x="425" y="904"/>
                </a:lnTo>
                <a:lnTo>
                  <a:pt x="424" y="904"/>
                </a:lnTo>
                <a:lnTo>
                  <a:pt x="423" y="904"/>
                </a:lnTo>
                <a:lnTo>
                  <a:pt x="423" y="903"/>
                </a:lnTo>
                <a:lnTo>
                  <a:pt x="422" y="903"/>
                </a:lnTo>
                <a:lnTo>
                  <a:pt x="422" y="902"/>
                </a:lnTo>
                <a:lnTo>
                  <a:pt x="422" y="903"/>
                </a:lnTo>
                <a:lnTo>
                  <a:pt x="421" y="903"/>
                </a:lnTo>
                <a:lnTo>
                  <a:pt x="421" y="902"/>
                </a:lnTo>
                <a:lnTo>
                  <a:pt x="422" y="902"/>
                </a:lnTo>
                <a:lnTo>
                  <a:pt x="422" y="901"/>
                </a:lnTo>
                <a:lnTo>
                  <a:pt x="423" y="901"/>
                </a:lnTo>
                <a:lnTo>
                  <a:pt x="423" y="900"/>
                </a:lnTo>
                <a:lnTo>
                  <a:pt x="424" y="900"/>
                </a:lnTo>
                <a:lnTo>
                  <a:pt x="424" y="899"/>
                </a:lnTo>
                <a:lnTo>
                  <a:pt x="423" y="899"/>
                </a:lnTo>
                <a:lnTo>
                  <a:pt x="423" y="898"/>
                </a:lnTo>
                <a:lnTo>
                  <a:pt x="424" y="898"/>
                </a:lnTo>
                <a:lnTo>
                  <a:pt x="424" y="897"/>
                </a:lnTo>
                <a:lnTo>
                  <a:pt x="425" y="895"/>
                </a:lnTo>
                <a:lnTo>
                  <a:pt x="426" y="894"/>
                </a:lnTo>
                <a:lnTo>
                  <a:pt x="426" y="893"/>
                </a:lnTo>
                <a:lnTo>
                  <a:pt x="425" y="893"/>
                </a:lnTo>
                <a:lnTo>
                  <a:pt x="425" y="892"/>
                </a:lnTo>
                <a:lnTo>
                  <a:pt x="424" y="892"/>
                </a:lnTo>
                <a:lnTo>
                  <a:pt x="423" y="891"/>
                </a:lnTo>
                <a:lnTo>
                  <a:pt x="422" y="889"/>
                </a:lnTo>
                <a:lnTo>
                  <a:pt x="422" y="888"/>
                </a:lnTo>
                <a:lnTo>
                  <a:pt x="421" y="888"/>
                </a:lnTo>
                <a:lnTo>
                  <a:pt x="420" y="888"/>
                </a:lnTo>
                <a:lnTo>
                  <a:pt x="419" y="888"/>
                </a:lnTo>
                <a:lnTo>
                  <a:pt x="418" y="888"/>
                </a:lnTo>
                <a:lnTo>
                  <a:pt x="417" y="888"/>
                </a:lnTo>
                <a:lnTo>
                  <a:pt x="417" y="887"/>
                </a:lnTo>
                <a:lnTo>
                  <a:pt x="417" y="886"/>
                </a:lnTo>
                <a:lnTo>
                  <a:pt x="416" y="886"/>
                </a:lnTo>
                <a:lnTo>
                  <a:pt x="416" y="887"/>
                </a:lnTo>
                <a:lnTo>
                  <a:pt x="415" y="887"/>
                </a:lnTo>
                <a:lnTo>
                  <a:pt x="414" y="887"/>
                </a:lnTo>
                <a:lnTo>
                  <a:pt x="413" y="887"/>
                </a:lnTo>
                <a:lnTo>
                  <a:pt x="413" y="886"/>
                </a:lnTo>
                <a:lnTo>
                  <a:pt x="413" y="887"/>
                </a:lnTo>
                <a:lnTo>
                  <a:pt x="413" y="886"/>
                </a:lnTo>
                <a:lnTo>
                  <a:pt x="412" y="886"/>
                </a:lnTo>
                <a:lnTo>
                  <a:pt x="411" y="886"/>
                </a:lnTo>
                <a:lnTo>
                  <a:pt x="411" y="885"/>
                </a:lnTo>
                <a:lnTo>
                  <a:pt x="411" y="884"/>
                </a:lnTo>
                <a:lnTo>
                  <a:pt x="410" y="884"/>
                </a:lnTo>
                <a:lnTo>
                  <a:pt x="410" y="883"/>
                </a:lnTo>
                <a:lnTo>
                  <a:pt x="411" y="883"/>
                </a:lnTo>
                <a:lnTo>
                  <a:pt x="411" y="882"/>
                </a:lnTo>
                <a:lnTo>
                  <a:pt x="411" y="881"/>
                </a:lnTo>
                <a:lnTo>
                  <a:pt x="412" y="881"/>
                </a:lnTo>
                <a:lnTo>
                  <a:pt x="412" y="880"/>
                </a:lnTo>
                <a:lnTo>
                  <a:pt x="411" y="880"/>
                </a:lnTo>
                <a:lnTo>
                  <a:pt x="410" y="880"/>
                </a:lnTo>
                <a:lnTo>
                  <a:pt x="409" y="880"/>
                </a:lnTo>
                <a:lnTo>
                  <a:pt x="408" y="880"/>
                </a:lnTo>
                <a:lnTo>
                  <a:pt x="407" y="880"/>
                </a:lnTo>
                <a:lnTo>
                  <a:pt x="407" y="877"/>
                </a:lnTo>
                <a:lnTo>
                  <a:pt x="408" y="877"/>
                </a:lnTo>
                <a:lnTo>
                  <a:pt x="408" y="876"/>
                </a:lnTo>
                <a:lnTo>
                  <a:pt x="407" y="876"/>
                </a:lnTo>
                <a:lnTo>
                  <a:pt x="406" y="876"/>
                </a:lnTo>
                <a:lnTo>
                  <a:pt x="406" y="875"/>
                </a:lnTo>
                <a:lnTo>
                  <a:pt x="406" y="876"/>
                </a:lnTo>
                <a:lnTo>
                  <a:pt x="405" y="876"/>
                </a:lnTo>
                <a:lnTo>
                  <a:pt x="404" y="875"/>
                </a:lnTo>
                <a:lnTo>
                  <a:pt x="403" y="875"/>
                </a:lnTo>
                <a:lnTo>
                  <a:pt x="403" y="874"/>
                </a:lnTo>
                <a:lnTo>
                  <a:pt x="402" y="874"/>
                </a:lnTo>
                <a:lnTo>
                  <a:pt x="401" y="874"/>
                </a:lnTo>
                <a:lnTo>
                  <a:pt x="401" y="873"/>
                </a:lnTo>
                <a:lnTo>
                  <a:pt x="400" y="873"/>
                </a:lnTo>
                <a:lnTo>
                  <a:pt x="398" y="872"/>
                </a:lnTo>
                <a:lnTo>
                  <a:pt x="398" y="870"/>
                </a:lnTo>
                <a:lnTo>
                  <a:pt x="399" y="870"/>
                </a:lnTo>
                <a:lnTo>
                  <a:pt x="399" y="869"/>
                </a:lnTo>
                <a:lnTo>
                  <a:pt x="399" y="868"/>
                </a:lnTo>
                <a:lnTo>
                  <a:pt x="399" y="867"/>
                </a:lnTo>
                <a:lnTo>
                  <a:pt x="399" y="866"/>
                </a:lnTo>
                <a:lnTo>
                  <a:pt x="400" y="865"/>
                </a:lnTo>
                <a:lnTo>
                  <a:pt x="400" y="864"/>
                </a:lnTo>
                <a:lnTo>
                  <a:pt x="400" y="863"/>
                </a:lnTo>
                <a:lnTo>
                  <a:pt x="399" y="862"/>
                </a:lnTo>
                <a:lnTo>
                  <a:pt x="400" y="860"/>
                </a:lnTo>
                <a:lnTo>
                  <a:pt x="400" y="859"/>
                </a:lnTo>
                <a:lnTo>
                  <a:pt x="400" y="858"/>
                </a:lnTo>
                <a:lnTo>
                  <a:pt x="401" y="856"/>
                </a:lnTo>
                <a:lnTo>
                  <a:pt x="402" y="854"/>
                </a:lnTo>
                <a:lnTo>
                  <a:pt x="402" y="852"/>
                </a:lnTo>
                <a:lnTo>
                  <a:pt x="401" y="851"/>
                </a:lnTo>
                <a:lnTo>
                  <a:pt x="399" y="851"/>
                </a:lnTo>
                <a:lnTo>
                  <a:pt x="399" y="850"/>
                </a:lnTo>
                <a:lnTo>
                  <a:pt x="398" y="850"/>
                </a:lnTo>
                <a:lnTo>
                  <a:pt x="396" y="850"/>
                </a:lnTo>
                <a:lnTo>
                  <a:pt x="395" y="850"/>
                </a:lnTo>
                <a:lnTo>
                  <a:pt x="394" y="850"/>
                </a:lnTo>
                <a:lnTo>
                  <a:pt x="393" y="851"/>
                </a:lnTo>
                <a:lnTo>
                  <a:pt x="392" y="851"/>
                </a:lnTo>
                <a:lnTo>
                  <a:pt x="392" y="852"/>
                </a:lnTo>
                <a:lnTo>
                  <a:pt x="390" y="851"/>
                </a:lnTo>
                <a:lnTo>
                  <a:pt x="390" y="850"/>
                </a:lnTo>
                <a:lnTo>
                  <a:pt x="390" y="849"/>
                </a:lnTo>
                <a:lnTo>
                  <a:pt x="389" y="849"/>
                </a:lnTo>
                <a:lnTo>
                  <a:pt x="388" y="848"/>
                </a:lnTo>
                <a:lnTo>
                  <a:pt x="388" y="847"/>
                </a:lnTo>
                <a:lnTo>
                  <a:pt x="388" y="846"/>
                </a:lnTo>
                <a:lnTo>
                  <a:pt x="388" y="845"/>
                </a:lnTo>
                <a:lnTo>
                  <a:pt x="387" y="844"/>
                </a:lnTo>
                <a:lnTo>
                  <a:pt x="386" y="842"/>
                </a:lnTo>
                <a:lnTo>
                  <a:pt x="387" y="842"/>
                </a:lnTo>
                <a:lnTo>
                  <a:pt x="387" y="841"/>
                </a:lnTo>
                <a:lnTo>
                  <a:pt x="387" y="839"/>
                </a:lnTo>
                <a:lnTo>
                  <a:pt x="386" y="838"/>
                </a:lnTo>
                <a:lnTo>
                  <a:pt x="385" y="838"/>
                </a:lnTo>
                <a:lnTo>
                  <a:pt x="385" y="837"/>
                </a:lnTo>
                <a:lnTo>
                  <a:pt x="385" y="836"/>
                </a:lnTo>
                <a:lnTo>
                  <a:pt x="386" y="835"/>
                </a:lnTo>
                <a:lnTo>
                  <a:pt x="386" y="834"/>
                </a:lnTo>
                <a:lnTo>
                  <a:pt x="386" y="833"/>
                </a:lnTo>
                <a:lnTo>
                  <a:pt x="385" y="833"/>
                </a:lnTo>
                <a:lnTo>
                  <a:pt x="384" y="833"/>
                </a:lnTo>
                <a:lnTo>
                  <a:pt x="383" y="832"/>
                </a:lnTo>
                <a:lnTo>
                  <a:pt x="383" y="831"/>
                </a:lnTo>
                <a:lnTo>
                  <a:pt x="383" y="830"/>
                </a:lnTo>
                <a:lnTo>
                  <a:pt x="382" y="829"/>
                </a:lnTo>
                <a:lnTo>
                  <a:pt x="380" y="827"/>
                </a:lnTo>
                <a:lnTo>
                  <a:pt x="378" y="823"/>
                </a:lnTo>
                <a:lnTo>
                  <a:pt x="379" y="823"/>
                </a:lnTo>
                <a:lnTo>
                  <a:pt x="379" y="822"/>
                </a:lnTo>
                <a:lnTo>
                  <a:pt x="379" y="821"/>
                </a:lnTo>
                <a:lnTo>
                  <a:pt x="378" y="820"/>
                </a:lnTo>
                <a:lnTo>
                  <a:pt x="377" y="819"/>
                </a:lnTo>
                <a:lnTo>
                  <a:pt x="376" y="818"/>
                </a:lnTo>
                <a:lnTo>
                  <a:pt x="375" y="818"/>
                </a:lnTo>
                <a:lnTo>
                  <a:pt x="375" y="819"/>
                </a:lnTo>
                <a:lnTo>
                  <a:pt x="374" y="820"/>
                </a:lnTo>
                <a:lnTo>
                  <a:pt x="373" y="820"/>
                </a:lnTo>
                <a:lnTo>
                  <a:pt x="374" y="817"/>
                </a:lnTo>
                <a:lnTo>
                  <a:pt x="374" y="816"/>
                </a:lnTo>
                <a:lnTo>
                  <a:pt x="374" y="815"/>
                </a:lnTo>
                <a:lnTo>
                  <a:pt x="375" y="813"/>
                </a:lnTo>
                <a:lnTo>
                  <a:pt x="374" y="812"/>
                </a:lnTo>
                <a:lnTo>
                  <a:pt x="374" y="811"/>
                </a:lnTo>
                <a:lnTo>
                  <a:pt x="373" y="811"/>
                </a:lnTo>
                <a:lnTo>
                  <a:pt x="372" y="808"/>
                </a:lnTo>
                <a:lnTo>
                  <a:pt x="371" y="807"/>
                </a:lnTo>
                <a:lnTo>
                  <a:pt x="371" y="806"/>
                </a:lnTo>
                <a:lnTo>
                  <a:pt x="369" y="803"/>
                </a:lnTo>
                <a:lnTo>
                  <a:pt x="368" y="803"/>
                </a:lnTo>
                <a:lnTo>
                  <a:pt x="368" y="802"/>
                </a:lnTo>
                <a:lnTo>
                  <a:pt x="369" y="801"/>
                </a:lnTo>
                <a:lnTo>
                  <a:pt x="369" y="800"/>
                </a:lnTo>
                <a:lnTo>
                  <a:pt x="368" y="800"/>
                </a:lnTo>
                <a:lnTo>
                  <a:pt x="367" y="800"/>
                </a:lnTo>
                <a:lnTo>
                  <a:pt x="367" y="801"/>
                </a:lnTo>
                <a:lnTo>
                  <a:pt x="366" y="802"/>
                </a:lnTo>
                <a:lnTo>
                  <a:pt x="366" y="801"/>
                </a:lnTo>
                <a:lnTo>
                  <a:pt x="366" y="800"/>
                </a:lnTo>
                <a:lnTo>
                  <a:pt x="367" y="799"/>
                </a:lnTo>
                <a:lnTo>
                  <a:pt x="367" y="798"/>
                </a:lnTo>
                <a:lnTo>
                  <a:pt x="368" y="798"/>
                </a:lnTo>
                <a:lnTo>
                  <a:pt x="368" y="797"/>
                </a:lnTo>
                <a:lnTo>
                  <a:pt x="366" y="797"/>
                </a:lnTo>
                <a:lnTo>
                  <a:pt x="366" y="796"/>
                </a:lnTo>
                <a:lnTo>
                  <a:pt x="367" y="795"/>
                </a:lnTo>
                <a:lnTo>
                  <a:pt x="368" y="795"/>
                </a:lnTo>
                <a:lnTo>
                  <a:pt x="368" y="794"/>
                </a:lnTo>
                <a:lnTo>
                  <a:pt x="367" y="794"/>
                </a:lnTo>
                <a:lnTo>
                  <a:pt x="367" y="793"/>
                </a:lnTo>
                <a:lnTo>
                  <a:pt x="366" y="793"/>
                </a:lnTo>
                <a:lnTo>
                  <a:pt x="364" y="793"/>
                </a:lnTo>
                <a:lnTo>
                  <a:pt x="363" y="793"/>
                </a:lnTo>
                <a:lnTo>
                  <a:pt x="362" y="793"/>
                </a:lnTo>
                <a:lnTo>
                  <a:pt x="361" y="793"/>
                </a:lnTo>
                <a:lnTo>
                  <a:pt x="361" y="792"/>
                </a:lnTo>
                <a:lnTo>
                  <a:pt x="361" y="791"/>
                </a:lnTo>
                <a:lnTo>
                  <a:pt x="360" y="789"/>
                </a:lnTo>
                <a:lnTo>
                  <a:pt x="360" y="787"/>
                </a:lnTo>
                <a:lnTo>
                  <a:pt x="360" y="786"/>
                </a:lnTo>
                <a:lnTo>
                  <a:pt x="360" y="785"/>
                </a:lnTo>
                <a:lnTo>
                  <a:pt x="358" y="783"/>
                </a:lnTo>
                <a:lnTo>
                  <a:pt x="357" y="782"/>
                </a:lnTo>
                <a:lnTo>
                  <a:pt x="356" y="782"/>
                </a:lnTo>
                <a:lnTo>
                  <a:pt x="355" y="781"/>
                </a:lnTo>
                <a:lnTo>
                  <a:pt x="354" y="780"/>
                </a:lnTo>
                <a:lnTo>
                  <a:pt x="353" y="779"/>
                </a:lnTo>
                <a:lnTo>
                  <a:pt x="352" y="778"/>
                </a:lnTo>
                <a:lnTo>
                  <a:pt x="352" y="777"/>
                </a:lnTo>
                <a:lnTo>
                  <a:pt x="353" y="776"/>
                </a:lnTo>
                <a:lnTo>
                  <a:pt x="353" y="775"/>
                </a:lnTo>
                <a:lnTo>
                  <a:pt x="353" y="774"/>
                </a:lnTo>
                <a:lnTo>
                  <a:pt x="354" y="774"/>
                </a:lnTo>
                <a:lnTo>
                  <a:pt x="354" y="773"/>
                </a:lnTo>
                <a:lnTo>
                  <a:pt x="354" y="772"/>
                </a:lnTo>
                <a:lnTo>
                  <a:pt x="353" y="772"/>
                </a:lnTo>
                <a:lnTo>
                  <a:pt x="353" y="771"/>
                </a:lnTo>
                <a:lnTo>
                  <a:pt x="352" y="771"/>
                </a:lnTo>
                <a:lnTo>
                  <a:pt x="352" y="770"/>
                </a:lnTo>
                <a:lnTo>
                  <a:pt x="353" y="769"/>
                </a:lnTo>
                <a:lnTo>
                  <a:pt x="353" y="768"/>
                </a:lnTo>
                <a:lnTo>
                  <a:pt x="352" y="768"/>
                </a:lnTo>
                <a:lnTo>
                  <a:pt x="351" y="767"/>
                </a:lnTo>
                <a:lnTo>
                  <a:pt x="351" y="766"/>
                </a:lnTo>
                <a:lnTo>
                  <a:pt x="350" y="764"/>
                </a:lnTo>
                <a:lnTo>
                  <a:pt x="349" y="765"/>
                </a:lnTo>
                <a:lnTo>
                  <a:pt x="348" y="765"/>
                </a:lnTo>
                <a:lnTo>
                  <a:pt x="348" y="766"/>
                </a:lnTo>
                <a:lnTo>
                  <a:pt x="347" y="766"/>
                </a:lnTo>
                <a:lnTo>
                  <a:pt x="346" y="765"/>
                </a:lnTo>
                <a:lnTo>
                  <a:pt x="345" y="765"/>
                </a:lnTo>
                <a:lnTo>
                  <a:pt x="345" y="766"/>
                </a:lnTo>
                <a:lnTo>
                  <a:pt x="345" y="767"/>
                </a:lnTo>
                <a:lnTo>
                  <a:pt x="344" y="767"/>
                </a:lnTo>
                <a:lnTo>
                  <a:pt x="344" y="768"/>
                </a:lnTo>
                <a:lnTo>
                  <a:pt x="343" y="770"/>
                </a:lnTo>
                <a:lnTo>
                  <a:pt x="343" y="771"/>
                </a:lnTo>
                <a:lnTo>
                  <a:pt x="343" y="772"/>
                </a:lnTo>
                <a:lnTo>
                  <a:pt x="342" y="772"/>
                </a:lnTo>
                <a:lnTo>
                  <a:pt x="342" y="773"/>
                </a:lnTo>
                <a:lnTo>
                  <a:pt x="341" y="773"/>
                </a:lnTo>
                <a:lnTo>
                  <a:pt x="340" y="774"/>
                </a:lnTo>
                <a:lnTo>
                  <a:pt x="339" y="775"/>
                </a:lnTo>
                <a:lnTo>
                  <a:pt x="337" y="776"/>
                </a:lnTo>
                <a:lnTo>
                  <a:pt x="337" y="777"/>
                </a:lnTo>
                <a:lnTo>
                  <a:pt x="336" y="778"/>
                </a:lnTo>
                <a:lnTo>
                  <a:pt x="336" y="777"/>
                </a:lnTo>
                <a:lnTo>
                  <a:pt x="335" y="777"/>
                </a:lnTo>
                <a:lnTo>
                  <a:pt x="335" y="776"/>
                </a:lnTo>
                <a:lnTo>
                  <a:pt x="334" y="776"/>
                </a:lnTo>
                <a:lnTo>
                  <a:pt x="333" y="777"/>
                </a:lnTo>
                <a:lnTo>
                  <a:pt x="332" y="776"/>
                </a:lnTo>
                <a:lnTo>
                  <a:pt x="332" y="773"/>
                </a:lnTo>
                <a:lnTo>
                  <a:pt x="331" y="773"/>
                </a:lnTo>
                <a:lnTo>
                  <a:pt x="331" y="774"/>
                </a:lnTo>
                <a:lnTo>
                  <a:pt x="330" y="773"/>
                </a:lnTo>
                <a:lnTo>
                  <a:pt x="329" y="773"/>
                </a:lnTo>
                <a:lnTo>
                  <a:pt x="329" y="772"/>
                </a:lnTo>
                <a:lnTo>
                  <a:pt x="328" y="772"/>
                </a:lnTo>
                <a:lnTo>
                  <a:pt x="326" y="771"/>
                </a:lnTo>
                <a:lnTo>
                  <a:pt x="325" y="771"/>
                </a:lnTo>
                <a:lnTo>
                  <a:pt x="324" y="771"/>
                </a:lnTo>
                <a:lnTo>
                  <a:pt x="324" y="772"/>
                </a:lnTo>
                <a:lnTo>
                  <a:pt x="324" y="773"/>
                </a:lnTo>
                <a:lnTo>
                  <a:pt x="323" y="774"/>
                </a:lnTo>
                <a:lnTo>
                  <a:pt x="322" y="774"/>
                </a:lnTo>
                <a:lnTo>
                  <a:pt x="322" y="775"/>
                </a:lnTo>
                <a:lnTo>
                  <a:pt x="322" y="776"/>
                </a:lnTo>
                <a:lnTo>
                  <a:pt x="322" y="777"/>
                </a:lnTo>
                <a:lnTo>
                  <a:pt x="321" y="779"/>
                </a:lnTo>
                <a:lnTo>
                  <a:pt x="320" y="781"/>
                </a:lnTo>
                <a:lnTo>
                  <a:pt x="319" y="781"/>
                </a:lnTo>
                <a:lnTo>
                  <a:pt x="319" y="782"/>
                </a:lnTo>
                <a:lnTo>
                  <a:pt x="318" y="782"/>
                </a:lnTo>
                <a:lnTo>
                  <a:pt x="318" y="783"/>
                </a:lnTo>
                <a:lnTo>
                  <a:pt x="318" y="785"/>
                </a:lnTo>
                <a:lnTo>
                  <a:pt x="318" y="784"/>
                </a:lnTo>
                <a:lnTo>
                  <a:pt x="317" y="784"/>
                </a:lnTo>
                <a:lnTo>
                  <a:pt x="316" y="784"/>
                </a:lnTo>
                <a:lnTo>
                  <a:pt x="315" y="784"/>
                </a:lnTo>
                <a:lnTo>
                  <a:pt x="315" y="786"/>
                </a:lnTo>
                <a:lnTo>
                  <a:pt x="315" y="787"/>
                </a:lnTo>
                <a:lnTo>
                  <a:pt x="314" y="787"/>
                </a:lnTo>
                <a:lnTo>
                  <a:pt x="314" y="788"/>
                </a:lnTo>
                <a:lnTo>
                  <a:pt x="313" y="788"/>
                </a:lnTo>
                <a:lnTo>
                  <a:pt x="313" y="789"/>
                </a:lnTo>
                <a:lnTo>
                  <a:pt x="312" y="789"/>
                </a:lnTo>
                <a:lnTo>
                  <a:pt x="312" y="788"/>
                </a:lnTo>
                <a:lnTo>
                  <a:pt x="311" y="788"/>
                </a:lnTo>
                <a:lnTo>
                  <a:pt x="310" y="787"/>
                </a:lnTo>
                <a:lnTo>
                  <a:pt x="311" y="786"/>
                </a:lnTo>
                <a:lnTo>
                  <a:pt x="311" y="785"/>
                </a:lnTo>
                <a:lnTo>
                  <a:pt x="311" y="783"/>
                </a:lnTo>
                <a:lnTo>
                  <a:pt x="311" y="781"/>
                </a:lnTo>
                <a:lnTo>
                  <a:pt x="311" y="780"/>
                </a:lnTo>
                <a:lnTo>
                  <a:pt x="310" y="780"/>
                </a:lnTo>
                <a:lnTo>
                  <a:pt x="309" y="780"/>
                </a:lnTo>
                <a:lnTo>
                  <a:pt x="309" y="779"/>
                </a:lnTo>
                <a:lnTo>
                  <a:pt x="309" y="778"/>
                </a:lnTo>
                <a:lnTo>
                  <a:pt x="309" y="777"/>
                </a:lnTo>
                <a:lnTo>
                  <a:pt x="310" y="777"/>
                </a:lnTo>
                <a:lnTo>
                  <a:pt x="311" y="775"/>
                </a:lnTo>
                <a:lnTo>
                  <a:pt x="311" y="774"/>
                </a:lnTo>
                <a:lnTo>
                  <a:pt x="310" y="774"/>
                </a:lnTo>
                <a:lnTo>
                  <a:pt x="310" y="773"/>
                </a:lnTo>
                <a:lnTo>
                  <a:pt x="311" y="773"/>
                </a:lnTo>
                <a:lnTo>
                  <a:pt x="311" y="772"/>
                </a:lnTo>
                <a:lnTo>
                  <a:pt x="310" y="771"/>
                </a:lnTo>
                <a:lnTo>
                  <a:pt x="309" y="771"/>
                </a:lnTo>
                <a:lnTo>
                  <a:pt x="308" y="771"/>
                </a:lnTo>
                <a:lnTo>
                  <a:pt x="307" y="771"/>
                </a:lnTo>
                <a:lnTo>
                  <a:pt x="306" y="771"/>
                </a:lnTo>
                <a:lnTo>
                  <a:pt x="304" y="771"/>
                </a:lnTo>
                <a:lnTo>
                  <a:pt x="303" y="771"/>
                </a:lnTo>
                <a:lnTo>
                  <a:pt x="303" y="770"/>
                </a:lnTo>
                <a:lnTo>
                  <a:pt x="302" y="770"/>
                </a:lnTo>
                <a:lnTo>
                  <a:pt x="301" y="770"/>
                </a:lnTo>
                <a:lnTo>
                  <a:pt x="300" y="770"/>
                </a:lnTo>
                <a:lnTo>
                  <a:pt x="300" y="769"/>
                </a:lnTo>
                <a:lnTo>
                  <a:pt x="298" y="767"/>
                </a:lnTo>
                <a:lnTo>
                  <a:pt x="297" y="767"/>
                </a:lnTo>
                <a:lnTo>
                  <a:pt x="297" y="768"/>
                </a:lnTo>
                <a:lnTo>
                  <a:pt x="296" y="768"/>
                </a:lnTo>
                <a:lnTo>
                  <a:pt x="296" y="767"/>
                </a:lnTo>
                <a:lnTo>
                  <a:pt x="297" y="766"/>
                </a:lnTo>
                <a:lnTo>
                  <a:pt x="298" y="764"/>
                </a:lnTo>
                <a:lnTo>
                  <a:pt x="299" y="763"/>
                </a:lnTo>
                <a:lnTo>
                  <a:pt x="299" y="762"/>
                </a:lnTo>
                <a:lnTo>
                  <a:pt x="298" y="761"/>
                </a:lnTo>
                <a:lnTo>
                  <a:pt x="298" y="760"/>
                </a:lnTo>
                <a:lnTo>
                  <a:pt x="297" y="760"/>
                </a:lnTo>
                <a:lnTo>
                  <a:pt x="296" y="759"/>
                </a:lnTo>
                <a:lnTo>
                  <a:pt x="294" y="757"/>
                </a:lnTo>
                <a:lnTo>
                  <a:pt x="294" y="756"/>
                </a:lnTo>
                <a:lnTo>
                  <a:pt x="293" y="756"/>
                </a:lnTo>
                <a:lnTo>
                  <a:pt x="292" y="754"/>
                </a:lnTo>
                <a:lnTo>
                  <a:pt x="291" y="753"/>
                </a:lnTo>
                <a:lnTo>
                  <a:pt x="288" y="752"/>
                </a:lnTo>
                <a:lnTo>
                  <a:pt x="288" y="751"/>
                </a:lnTo>
                <a:lnTo>
                  <a:pt x="287" y="750"/>
                </a:lnTo>
                <a:lnTo>
                  <a:pt x="287" y="749"/>
                </a:lnTo>
                <a:lnTo>
                  <a:pt x="286" y="749"/>
                </a:lnTo>
                <a:lnTo>
                  <a:pt x="286" y="748"/>
                </a:lnTo>
                <a:lnTo>
                  <a:pt x="285" y="747"/>
                </a:lnTo>
                <a:lnTo>
                  <a:pt x="285" y="746"/>
                </a:lnTo>
                <a:lnTo>
                  <a:pt x="285" y="745"/>
                </a:lnTo>
                <a:lnTo>
                  <a:pt x="284" y="743"/>
                </a:lnTo>
                <a:lnTo>
                  <a:pt x="284" y="742"/>
                </a:lnTo>
                <a:lnTo>
                  <a:pt x="283" y="741"/>
                </a:lnTo>
                <a:lnTo>
                  <a:pt x="283" y="740"/>
                </a:lnTo>
                <a:lnTo>
                  <a:pt x="282" y="739"/>
                </a:lnTo>
                <a:lnTo>
                  <a:pt x="281" y="738"/>
                </a:lnTo>
                <a:lnTo>
                  <a:pt x="281" y="736"/>
                </a:lnTo>
                <a:lnTo>
                  <a:pt x="281" y="735"/>
                </a:lnTo>
                <a:lnTo>
                  <a:pt x="282" y="733"/>
                </a:lnTo>
                <a:lnTo>
                  <a:pt x="284" y="733"/>
                </a:lnTo>
                <a:lnTo>
                  <a:pt x="285" y="732"/>
                </a:lnTo>
                <a:lnTo>
                  <a:pt x="286" y="732"/>
                </a:lnTo>
                <a:lnTo>
                  <a:pt x="287" y="733"/>
                </a:lnTo>
                <a:lnTo>
                  <a:pt x="288" y="734"/>
                </a:lnTo>
                <a:lnTo>
                  <a:pt x="288" y="733"/>
                </a:lnTo>
                <a:lnTo>
                  <a:pt x="289" y="732"/>
                </a:lnTo>
                <a:lnTo>
                  <a:pt x="289" y="731"/>
                </a:lnTo>
                <a:lnTo>
                  <a:pt x="290" y="731"/>
                </a:lnTo>
                <a:lnTo>
                  <a:pt x="291" y="731"/>
                </a:lnTo>
                <a:lnTo>
                  <a:pt x="292" y="731"/>
                </a:lnTo>
                <a:lnTo>
                  <a:pt x="293" y="731"/>
                </a:lnTo>
                <a:lnTo>
                  <a:pt x="294" y="731"/>
                </a:lnTo>
                <a:lnTo>
                  <a:pt x="295" y="731"/>
                </a:lnTo>
                <a:lnTo>
                  <a:pt x="296" y="729"/>
                </a:lnTo>
                <a:lnTo>
                  <a:pt x="296" y="728"/>
                </a:lnTo>
                <a:lnTo>
                  <a:pt x="296" y="727"/>
                </a:lnTo>
                <a:lnTo>
                  <a:pt x="297" y="726"/>
                </a:lnTo>
                <a:lnTo>
                  <a:pt x="298" y="725"/>
                </a:lnTo>
                <a:lnTo>
                  <a:pt x="298" y="724"/>
                </a:lnTo>
                <a:lnTo>
                  <a:pt x="296" y="723"/>
                </a:lnTo>
                <a:lnTo>
                  <a:pt x="296" y="722"/>
                </a:lnTo>
                <a:lnTo>
                  <a:pt x="295" y="723"/>
                </a:lnTo>
                <a:lnTo>
                  <a:pt x="295" y="722"/>
                </a:lnTo>
                <a:lnTo>
                  <a:pt x="294" y="721"/>
                </a:lnTo>
                <a:lnTo>
                  <a:pt x="294" y="720"/>
                </a:lnTo>
                <a:lnTo>
                  <a:pt x="295" y="720"/>
                </a:lnTo>
                <a:lnTo>
                  <a:pt x="296" y="720"/>
                </a:lnTo>
                <a:lnTo>
                  <a:pt x="296" y="718"/>
                </a:lnTo>
                <a:lnTo>
                  <a:pt x="297" y="717"/>
                </a:lnTo>
                <a:lnTo>
                  <a:pt x="296" y="716"/>
                </a:lnTo>
                <a:lnTo>
                  <a:pt x="295" y="716"/>
                </a:lnTo>
                <a:lnTo>
                  <a:pt x="294" y="715"/>
                </a:lnTo>
                <a:lnTo>
                  <a:pt x="293" y="713"/>
                </a:lnTo>
                <a:lnTo>
                  <a:pt x="291" y="713"/>
                </a:lnTo>
                <a:lnTo>
                  <a:pt x="289" y="712"/>
                </a:lnTo>
                <a:lnTo>
                  <a:pt x="286" y="711"/>
                </a:lnTo>
                <a:lnTo>
                  <a:pt x="285" y="711"/>
                </a:lnTo>
                <a:lnTo>
                  <a:pt x="284" y="710"/>
                </a:lnTo>
                <a:lnTo>
                  <a:pt x="285" y="709"/>
                </a:lnTo>
                <a:lnTo>
                  <a:pt x="285" y="707"/>
                </a:lnTo>
                <a:lnTo>
                  <a:pt x="286" y="705"/>
                </a:lnTo>
                <a:lnTo>
                  <a:pt x="286" y="704"/>
                </a:lnTo>
                <a:lnTo>
                  <a:pt x="285" y="704"/>
                </a:lnTo>
                <a:lnTo>
                  <a:pt x="285" y="703"/>
                </a:lnTo>
                <a:lnTo>
                  <a:pt x="285" y="702"/>
                </a:lnTo>
                <a:lnTo>
                  <a:pt x="283" y="702"/>
                </a:lnTo>
                <a:lnTo>
                  <a:pt x="282" y="701"/>
                </a:lnTo>
                <a:lnTo>
                  <a:pt x="280" y="700"/>
                </a:lnTo>
                <a:lnTo>
                  <a:pt x="279" y="700"/>
                </a:lnTo>
                <a:lnTo>
                  <a:pt x="278" y="699"/>
                </a:lnTo>
                <a:lnTo>
                  <a:pt x="277" y="698"/>
                </a:lnTo>
                <a:lnTo>
                  <a:pt x="277" y="695"/>
                </a:lnTo>
                <a:lnTo>
                  <a:pt x="277" y="694"/>
                </a:lnTo>
                <a:lnTo>
                  <a:pt x="277" y="692"/>
                </a:lnTo>
                <a:lnTo>
                  <a:pt x="276" y="691"/>
                </a:lnTo>
                <a:lnTo>
                  <a:pt x="276" y="692"/>
                </a:lnTo>
                <a:lnTo>
                  <a:pt x="275" y="692"/>
                </a:lnTo>
                <a:lnTo>
                  <a:pt x="275" y="691"/>
                </a:lnTo>
                <a:lnTo>
                  <a:pt x="275" y="690"/>
                </a:lnTo>
                <a:lnTo>
                  <a:pt x="274" y="688"/>
                </a:lnTo>
                <a:lnTo>
                  <a:pt x="273" y="687"/>
                </a:lnTo>
                <a:lnTo>
                  <a:pt x="273" y="686"/>
                </a:lnTo>
                <a:lnTo>
                  <a:pt x="272" y="685"/>
                </a:lnTo>
                <a:lnTo>
                  <a:pt x="271" y="685"/>
                </a:lnTo>
                <a:lnTo>
                  <a:pt x="270" y="684"/>
                </a:lnTo>
                <a:lnTo>
                  <a:pt x="269" y="683"/>
                </a:lnTo>
                <a:lnTo>
                  <a:pt x="266" y="683"/>
                </a:lnTo>
                <a:lnTo>
                  <a:pt x="266" y="682"/>
                </a:lnTo>
                <a:lnTo>
                  <a:pt x="265" y="682"/>
                </a:lnTo>
                <a:lnTo>
                  <a:pt x="265" y="681"/>
                </a:lnTo>
                <a:lnTo>
                  <a:pt x="265" y="680"/>
                </a:lnTo>
                <a:lnTo>
                  <a:pt x="264" y="679"/>
                </a:lnTo>
                <a:lnTo>
                  <a:pt x="263" y="679"/>
                </a:lnTo>
                <a:lnTo>
                  <a:pt x="263" y="680"/>
                </a:lnTo>
                <a:lnTo>
                  <a:pt x="262" y="680"/>
                </a:lnTo>
                <a:lnTo>
                  <a:pt x="261" y="680"/>
                </a:lnTo>
                <a:lnTo>
                  <a:pt x="261" y="678"/>
                </a:lnTo>
                <a:lnTo>
                  <a:pt x="261" y="677"/>
                </a:lnTo>
                <a:lnTo>
                  <a:pt x="262" y="677"/>
                </a:lnTo>
                <a:lnTo>
                  <a:pt x="261" y="676"/>
                </a:lnTo>
                <a:lnTo>
                  <a:pt x="261" y="675"/>
                </a:lnTo>
                <a:lnTo>
                  <a:pt x="260" y="675"/>
                </a:lnTo>
                <a:lnTo>
                  <a:pt x="258" y="673"/>
                </a:lnTo>
                <a:lnTo>
                  <a:pt x="257" y="672"/>
                </a:lnTo>
                <a:lnTo>
                  <a:pt x="255" y="672"/>
                </a:lnTo>
                <a:lnTo>
                  <a:pt x="253" y="672"/>
                </a:lnTo>
                <a:lnTo>
                  <a:pt x="253" y="671"/>
                </a:lnTo>
                <a:lnTo>
                  <a:pt x="250" y="669"/>
                </a:lnTo>
                <a:lnTo>
                  <a:pt x="250" y="668"/>
                </a:lnTo>
                <a:lnTo>
                  <a:pt x="251" y="667"/>
                </a:lnTo>
                <a:lnTo>
                  <a:pt x="250" y="666"/>
                </a:lnTo>
                <a:lnTo>
                  <a:pt x="249" y="665"/>
                </a:lnTo>
                <a:lnTo>
                  <a:pt x="249" y="663"/>
                </a:lnTo>
                <a:lnTo>
                  <a:pt x="250" y="661"/>
                </a:lnTo>
                <a:lnTo>
                  <a:pt x="250" y="658"/>
                </a:lnTo>
                <a:lnTo>
                  <a:pt x="249" y="656"/>
                </a:lnTo>
                <a:lnTo>
                  <a:pt x="249" y="655"/>
                </a:lnTo>
                <a:lnTo>
                  <a:pt x="249" y="654"/>
                </a:lnTo>
                <a:lnTo>
                  <a:pt x="248" y="655"/>
                </a:lnTo>
                <a:lnTo>
                  <a:pt x="248" y="656"/>
                </a:lnTo>
                <a:lnTo>
                  <a:pt x="247" y="656"/>
                </a:lnTo>
                <a:lnTo>
                  <a:pt x="246" y="657"/>
                </a:lnTo>
                <a:lnTo>
                  <a:pt x="246" y="658"/>
                </a:lnTo>
                <a:lnTo>
                  <a:pt x="245" y="658"/>
                </a:lnTo>
                <a:lnTo>
                  <a:pt x="243" y="658"/>
                </a:lnTo>
                <a:lnTo>
                  <a:pt x="242" y="658"/>
                </a:lnTo>
                <a:lnTo>
                  <a:pt x="239" y="658"/>
                </a:lnTo>
                <a:lnTo>
                  <a:pt x="239" y="659"/>
                </a:lnTo>
                <a:lnTo>
                  <a:pt x="239" y="660"/>
                </a:lnTo>
                <a:lnTo>
                  <a:pt x="238" y="661"/>
                </a:lnTo>
                <a:lnTo>
                  <a:pt x="237" y="662"/>
                </a:lnTo>
                <a:lnTo>
                  <a:pt x="237" y="663"/>
                </a:lnTo>
                <a:lnTo>
                  <a:pt x="237" y="665"/>
                </a:lnTo>
                <a:lnTo>
                  <a:pt x="238" y="666"/>
                </a:lnTo>
                <a:lnTo>
                  <a:pt x="238" y="667"/>
                </a:lnTo>
                <a:lnTo>
                  <a:pt x="237" y="667"/>
                </a:lnTo>
                <a:lnTo>
                  <a:pt x="237" y="668"/>
                </a:lnTo>
                <a:lnTo>
                  <a:pt x="234" y="670"/>
                </a:lnTo>
                <a:lnTo>
                  <a:pt x="233" y="670"/>
                </a:lnTo>
                <a:lnTo>
                  <a:pt x="232" y="670"/>
                </a:lnTo>
                <a:lnTo>
                  <a:pt x="231" y="671"/>
                </a:lnTo>
                <a:lnTo>
                  <a:pt x="231" y="672"/>
                </a:lnTo>
                <a:lnTo>
                  <a:pt x="231" y="673"/>
                </a:lnTo>
                <a:lnTo>
                  <a:pt x="230" y="673"/>
                </a:lnTo>
                <a:lnTo>
                  <a:pt x="229" y="674"/>
                </a:lnTo>
                <a:lnTo>
                  <a:pt x="230" y="674"/>
                </a:lnTo>
                <a:lnTo>
                  <a:pt x="230" y="675"/>
                </a:lnTo>
                <a:lnTo>
                  <a:pt x="231" y="676"/>
                </a:lnTo>
                <a:lnTo>
                  <a:pt x="230" y="678"/>
                </a:lnTo>
                <a:lnTo>
                  <a:pt x="230" y="680"/>
                </a:lnTo>
                <a:lnTo>
                  <a:pt x="229" y="681"/>
                </a:lnTo>
                <a:lnTo>
                  <a:pt x="228" y="682"/>
                </a:lnTo>
                <a:lnTo>
                  <a:pt x="227" y="681"/>
                </a:lnTo>
                <a:lnTo>
                  <a:pt x="226" y="681"/>
                </a:lnTo>
                <a:lnTo>
                  <a:pt x="226" y="682"/>
                </a:lnTo>
                <a:lnTo>
                  <a:pt x="225" y="682"/>
                </a:lnTo>
                <a:lnTo>
                  <a:pt x="226" y="683"/>
                </a:lnTo>
                <a:lnTo>
                  <a:pt x="225" y="684"/>
                </a:lnTo>
                <a:lnTo>
                  <a:pt x="224" y="684"/>
                </a:lnTo>
                <a:lnTo>
                  <a:pt x="224" y="685"/>
                </a:lnTo>
                <a:lnTo>
                  <a:pt x="223" y="686"/>
                </a:lnTo>
                <a:lnTo>
                  <a:pt x="222" y="686"/>
                </a:lnTo>
                <a:lnTo>
                  <a:pt x="222" y="687"/>
                </a:lnTo>
                <a:lnTo>
                  <a:pt x="222" y="688"/>
                </a:lnTo>
                <a:lnTo>
                  <a:pt x="222" y="689"/>
                </a:lnTo>
                <a:lnTo>
                  <a:pt x="222" y="690"/>
                </a:lnTo>
                <a:lnTo>
                  <a:pt x="221" y="689"/>
                </a:lnTo>
                <a:lnTo>
                  <a:pt x="220" y="689"/>
                </a:lnTo>
                <a:lnTo>
                  <a:pt x="218" y="689"/>
                </a:lnTo>
                <a:lnTo>
                  <a:pt x="216" y="689"/>
                </a:lnTo>
                <a:lnTo>
                  <a:pt x="216" y="690"/>
                </a:lnTo>
                <a:lnTo>
                  <a:pt x="216" y="691"/>
                </a:lnTo>
                <a:lnTo>
                  <a:pt x="216" y="692"/>
                </a:lnTo>
                <a:lnTo>
                  <a:pt x="215" y="692"/>
                </a:lnTo>
                <a:lnTo>
                  <a:pt x="215" y="695"/>
                </a:lnTo>
                <a:lnTo>
                  <a:pt x="215" y="696"/>
                </a:lnTo>
                <a:lnTo>
                  <a:pt x="215" y="697"/>
                </a:lnTo>
                <a:lnTo>
                  <a:pt x="216" y="697"/>
                </a:lnTo>
                <a:lnTo>
                  <a:pt x="217" y="698"/>
                </a:lnTo>
                <a:lnTo>
                  <a:pt x="217" y="699"/>
                </a:lnTo>
                <a:lnTo>
                  <a:pt x="217" y="700"/>
                </a:lnTo>
                <a:lnTo>
                  <a:pt x="218" y="701"/>
                </a:lnTo>
                <a:lnTo>
                  <a:pt x="217" y="702"/>
                </a:lnTo>
                <a:lnTo>
                  <a:pt x="216" y="702"/>
                </a:lnTo>
                <a:lnTo>
                  <a:pt x="216" y="703"/>
                </a:lnTo>
                <a:lnTo>
                  <a:pt x="216" y="704"/>
                </a:lnTo>
                <a:lnTo>
                  <a:pt x="217" y="705"/>
                </a:lnTo>
                <a:lnTo>
                  <a:pt x="218" y="705"/>
                </a:lnTo>
                <a:lnTo>
                  <a:pt x="219" y="705"/>
                </a:lnTo>
                <a:lnTo>
                  <a:pt x="219" y="706"/>
                </a:lnTo>
                <a:lnTo>
                  <a:pt x="219" y="707"/>
                </a:lnTo>
                <a:lnTo>
                  <a:pt x="219" y="709"/>
                </a:lnTo>
                <a:lnTo>
                  <a:pt x="218" y="709"/>
                </a:lnTo>
                <a:lnTo>
                  <a:pt x="218" y="710"/>
                </a:lnTo>
                <a:lnTo>
                  <a:pt x="218" y="711"/>
                </a:lnTo>
                <a:lnTo>
                  <a:pt x="217" y="712"/>
                </a:lnTo>
                <a:lnTo>
                  <a:pt x="216" y="713"/>
                </a:lnTo>
                <a:lnTo>
                  <a:pt x="216" y="715"/>
                </a:lnTo>
                <a:lnTo>
                  <a:pt x="216" y="716"/>
                </a:lnTo>
                <a:lnTo>
                  <a:pt x="216" y="717"/>
                </a:lnTo>
                <a:lnTo>
                  <a:pt x="215" y="717"/>
                </a:lnTo>
                <a:lnTo>
                  <a:pt x="216" y="719"/>
                </a:lnTo>
                <a:lnTo>
                  <a:pt x="216" y="720"/>
                </a:lnTo>
                <a:lnTo>
                  <a:pt x="217" y="720"/>
                </a:lnTo>
                <a:lnTo>
                  <a:pt x="217" y="721"/>
                </a:lnTo>
                <a:lnTo>
                  <a:pt x="217" y="722"/>
                </a:lnTo>
                <a:lnTo>
                  <a:pt x="217" y="723"/>
                </a:lnTo>
                <a:lnTo>
                  <a:pt x="217" y="724"/>
                </a:lnTo>
                <a:lnTo>
                  <a:pt x="216" y="724"/>
                </a:lnTo>
                <a:lnTo>
                  <a:pt x="215" y="726"/>
                </a:lnTo>
                <a:lnTo>
                  <a:pt x="215" y="727"/>
                </a:lnTo>
                <a:lnTo>
                  <a:pt x="214" y="729"/>
                </a:lnTo>
                <a:lnTo>
                  <a:pt x="214" y="730"/>
                </a:lnTo>
                <a:lnTo>
                  <a:pt x="214" y="731"/>
                </a:lnTo>
                <a:lnTo>
                  <a:pt x="214" y="733"/>
                </a:lnTo>
                <a:lnTo>
                  <a:pt x="214" y="734"/>
                </a:lnTo>
                <a:lnTo>
                  <a:pt x="216" y="736"/>
                </a:lnTo>
                <a:lnTo>
                  <a:pt x="216" y="737"/>
                </a:lnTo>
                <a:lnTo>
                  <a:pt x="215" y="737"/>
                </a:lnTo>
                <a:lnTo>
                  <a:pt x="215" y="736"/>
                </a:lnTo>
                <a:lnTo>
                  <a:pt x="215" y="735"/>
                </a:lnTo>
                <a:lnTo>
                  <a:pt x="213" y="734"/>
                </a:lnTo>
                <a:lnTo>
                  <a:pt x="212" y="733"/>
                </a:lnTo>
                <a:lnTo>
                  <a:pt x="211" y="733"/>
                </a:lnTo>
                <a:lnTo>
                  <a:pt x="210" y="732"/>
                </a:lnTo>
                <a:lnTo>
                  <a:pt x="210" y="731"/>
                </a:lnTo>
                <a:lnTo>
                  <a:pt x="209" y="730"/>
                </a:lnTo>
                <a:lnTo>
                  <a:pt x="208" y="730"/>
                </a:lnTo>
                <a:lnTo>
                  <a:pt x="207" y="729"/>
                </a:lnTo>
                <a:lnTo>
                  <a:pt x="206" y="728"/>
                </a:lnTo>
                <a:lnTo>
                  <a:pt x="206" y="727"/>
                </a:lnTo>
                <a:lnTo>
                  <a:pt x="206" y="726"/>
                </a:lnTo>
                <a:lnTo>
                  <a:pt x="205" y="724"/>
                </a:lnTo>
                <a:lnTo>
                  <a:pt x="204" y="724"/>
                </a:lnTo>
                <a:lnTo>
                  <a:pt x="203" y="724"/>
                </a:lnTo>
                <a:lnTo>
                  <a:pt x="203" y="723"/>
                </a:lnTo>
                <a:lnTo>
                  <a:pt x="204" y="723"/>
                </a:lnTo>
                <a:lnTo>
                  <a:pt x="204" y="721"/>
                </a:lnTo>
                <a:lnTo>
                  <a:pt x="204" y="720"/>
                </a:lnTo>
                <a:lnTo>
                  <a:pt x="203" y="720"/>
                </a:lnTo>
                <a:lnTo>
                  <a:pt x="202" y="719"/>
                </a:lnTo>
                <a:lnTo>
                  <a:pt x="201" y="719"/>
                </a:lnTo>
                <a:lnTo>
                  <a:pt x="200" y="719"/>
                </a:lnTo>
                <a:lnTo>
                  <a:pt x="200" y="718"/>
                </a:lnTo>
                <a:lnTo>
                  <a:pt x="199" y="717"/>
                </a:lnTo>
                <a:lnTo>
                  <a:pt x="198" y="717"/>
                </a:lnTo>
                <a:lnTo>
                  <a:pt x="198" y="715"/>
                </a:lnTo>
                <a:lnTo>
                  <a:pt x="198" y="713"/>
                </a:lnTo>
                <a:lnTo>
                  <a:pt x="197" y="713"/>
                </a:lnTo>
                <a:lnTo>
                  <a:pt x="196" y="713"/>
                </a:lnTo>
                <a:lnTo>
                  <a:pt x="195" y="712"/>
                </a:lnTo>
                <a:lnTo>
                  <a:pt x="195" y="710"/>
                </a:lnTo>
                <a:lnTo>
                  <a:pt x="193" y="708"/>
                </a:lnTo>
                <a:lnTo>
                  <a:pt x="192" y="708"/>
                </a:lnTo>
                <a:lnTo>
                  <a:pt x="192" y="707"/>
                </a:lnTo>
                <a:lnTo>
                  <a:pt x="192" y="706"/>
                </a:lnTo>
                <a:lnTo>
                  <a:pt x="192" y="705"/>
                </a:lnTo>
                <a:lnTo>
                  <a:pt x="191" y="705"/>
                </a:lnTo>
                <a:lnTo>
                  <a:pt x="191" y="704"/>
                </a:lnTo>
                <a:lnTo>
                  <a:pt x="192" y="703"/>
                </a:lnTo>
                <a:lnTo>
                  <a:pt x="193" y="703"/>
                </a:lnTo>
                <a:lnTo>
                  <a:pt x="193" y="702"/>
                </a:lnTo>
                <a:lnTo>
                  <a:pt x="193" y="701"/>
                </a:lnTo>
                <a:lnTo>
                  <a:pt x="193" y="699"/>
                </a:lnTo>
                <a:lnTo>
                  <a:pt x="193" y="698"/>
                </a:lnTo>
                <a:lnTo>
                  <a:pt x="194" y="696"/>
                </a:lnTo>
                <a:lnTo>
                  <a:pt x="193" y="695"/>
                </a:lnTo>
                <a:lnTo>
                  <a:pt x="192" y="693"/>
                </a:lnTo>
                <a:lnTo>
                  <a:pt x="192" y="690"/>
                </a:lnTo>
                <a:lnTo>
                  <a:pt x="192" y="689"/>
                </a:lnTo>
                <a:lnTo>
                  <a:pt x="191" y="689"/>
                </a:lnTo>
                <a:lnTo>
                  <a:pt x="191" y="688"/>
                </a:lnTo>
                <a:lnTo>
                  <a:pt x="192" y="687"/>
                </a:lnTo>
                <a:lnTo>
                  <a:pt x="192" y="686"/>
                </a:lnTo>
                <a:lnTo>
                  <a:pt x="192" y="685"/>
                </a:lnTo>
                <a:lnTo>
                  <a:pt x="193" y="685"/>
                </a:lnTo>
                <a:lnTo>
                  <a:pt x="192" y="684"/>
                </a:lnTo>
                <a:lnTo>
                  <a:pt x="191" y="684"/>
                </a:lnTo>
                <a:lnTo>
                  <a:pt x="191" y="683"/>
                </a:lnTo>
                <a:lnTo>
                  <a:pt x="192" y="683"/>
                </a:lnTo>
                <a:lnTo>
                  <a:pt x="192" y="682"/>
                </a:lnTo>
                <a:lnTo>
                  <a:pt x="191" y="682"/>
                </a:lnTo>
                <a:lnTo>
                  <a:pt x="191" y="681"/>
                </a:lnTo>
                <a:lnTo>
                  <a:pt x="190" y="681"/>
                </a:lnTo>
                <a:lnTo>
                  <a:pt x="191" y="680"/>
                </a:lnTo>
                <a:lnTo>
                  <a:pt x="191" y="679"/>
                </a:lnTo>
                <a:lnTo>
                  <a:pt x="190" y="679"/>
                </a:lnTo>
                <a:lnTo>
                  <a:pt x="189" y="679"/>
                </a:lnTo>
                <a:lnTo>
                  <a:pt x="189" y="678"/>
                </a:lnTo>
                <a:lnTo>
                  <a:pt x="189" y="677"/>
                </a:lnTo>
                <a:lnTo>
                  <a:pt x="189" y="676"/>
                </a:lnTo>
                <a:lnTo>
                  <a:pt x="188" y="676"/>
                </a:lnTo>
                <a:lnTo>
                  <a:pt x="188" y="675"/>
                </a:lnTo>
                <a:lnTo>
                  <a:pt x="188" y="674"/>
                </a:lnTo>
                <a:lnTo>
                  <a:pt x="188" y="673"/>
                </a:lnTo>
                <a:lnTo>
                  <a:pt x="187" y="672"/>
                </a:lnTo>
                <a:lnTo>
                  <a:pt x="187" y="671"/>
                </a:lnTo>
                <a:lnTo>
                  <a:pt x="187" y="670"/>
                </a:lnTo>
                <a:lnTo>
                  <a:pt x="187" y="669"/>
                </a:lnTo>
                <a:lnTo>
                  <a:pt x="188" y="668"/>
                </a:lnTo>
                <a:lnTo>
                  <a:pt x="187" y="668"/>
                </a:lnTo>
                <a:lnTo>
                  <a:pt x="187" y="666"/>
                </a:lnTo>
                <a:lnTo>
                  <a:pt x="186" y="665"/>
                </a:lnTo>
                <a:lnTo>
                  <a:pt x="185" y="664"/>
                </a:lnTo>
                <a:lnTo>
                  <a:pt x="185" y="663"/>
                </a:lnTo>
                <a:lnTo>
                  <a:pt x="186" y="662"/>
                </a:lnTo>
                <a:lnTo>
                  <a:pt x="185" y="661"/>
                </a:lnTo>
                <a:lnTo>
                  <a:pt x="185" y="660"/>
                </a:lnTo>
                <a:lnTo>
                  <a:pt x="184" y="658"/>
                </a:lnTo>
                <a:lnTo>
                  <a:pt x="184" y="657"/>
                </a:lnTo>
                <a:lnTo>
                  <a:pt x="185" y="655"/>
                </a:lnTo>
                <a:lnTo>
                  <a:pt x="184" y="655"/>
                </a:lnTo>
                <a:lnTo>
                  <a:pt x="185" y="653"/>
                </a:lnTo>
                <a:lnTo>
                  <a:pt x="185" y="652"/>
                </a:lnTo>
                <a:lnTo>
                  <a:pt x="185" y="651"/>
                </a:lnTo>
                <a:lnTo>
                  <a:pt x="186" y="651"/>
                </a:lnTo>
                <a:lnTo>
                  <a:pt x="186" y="650"/>
                </a:lnTo>
                <a:lnTo>
                  <a:pt x="185" y="650"/>
                </a:lnTo>
                <a:lnTo>
                  <a:pt x="185" y="649"/>
                </a:lnTo>
                <a:lnTo>
                  <a:pt x="186" y="649"/>
                </a:lnTo>
                <a:lnTo>
                  <a:pt x="187" y="649"/>
                </a:lnTo>
                <a:lnTo>
                  <a:pt x="187" y="648"/>
                </a:lnTo>
                <a:lnTo>
                  <a:pt x="187" y="647"/>
                </a:lnTo>
                <a:lnTo>
                  <a:pt x="187" y="646"/>
                </a:lnTo>
                <a:lnTo>
                  <a:pt x="187" y="644"/>
                </a:lnTo>
                <a:lnTo>
                  <a:pt x="187" y="643"/>
                </a:lnTo>
                <a:lnTo>
                  <a:pt x="187" y="642"/>
                </a:lnTo>
                <a:lnTo>
                  <a:pt x="187" y="641"/>
                </a:lnTo>
                <a:lnTo>
                  <a:pt x="186" y="641"/>
                </a:lnTo>
                <a:lnTo>
                  <a:pt x="187" y="640"/>
                </a:lnTo>
                <a:lnTo>
                  <a:pt x="187" y="639"/>
                </a:lnTo>
                <a:lnTo>
                  <a:pt x="187" y="638"/>
                </a:lnTo>
                <a:lnTo>
                  <a:pt x="186" y="636"/>
                </a:lnTo>
                <a:lnTo>
                  <a:pt x="187" y="635"/>
                </a:lnTo>
                <a:lnTo>
                  <a:pt x="187" y="634"/>
                </a:lnTo>
                <a:lnTo>
                  <a:pt x="186" y="633"/>
                </a:lnTo>
                <a:lnTo>
                  <a:pt x="186" y="632"/>
                </a:lnTo>
                <a:lnTo>
                  <a:pt x="186" y="629"/>
                </a:lnTo>
                <a:lnTo>
                  <a:pt x="185" y="627"/>
                </a:lnTo>
                <a:lnTo>
                  <a:pt x="186" y="625"/>
                </a:lnTo>
                <a:lnTo>
                  <a:pt x="186" y="624"/>
                </a:lnTo>
                <a:lnTo>
                  <a:pt x="185" y="623"/>
                </a:lnTo>
                <a:lnTo>
                  <a:pt x="185" y="621"/>
                </a:lnTo>
                <a:lnTo>
                  <a:pt x="185" y="620"/>
                </a:lnTo>
                <a:lnTo>
                  <a:pt x="185" y="619"/>
                </a:lnTo>
                <a:lnTo>
                  <a:pt x="185" y="618"/>
                </a:lnTo>
                <a:lnTo>
                  <a:pt x="185" y="615"/>
                </a:lnTo>
                <a:lnTo>
                  <a:pt x="185" y="613"/>
                </a:lnTo>
                <a:lnTo>
                  <a:pt x="186" y="612"/>
                </a:lnTo>
                <a:lnTo>
                  <a:pt x="186" y="611"/>
                </a:lnTo>
                <a:lnTo>
                  <a:pt x="185" y="611"/>
                </a:lnTo>
                <a:lnTo>
                  <a:pt x="185" y="610"/>
                </a:lnTo>
                <a:lnTo>
                  <a:pt x="185" y="609"/>
                </a:lnTo>
                <a:lnTo>
                  <a:pt x="186" y="609"/>
                </a:lnTo>
                <a:lnTo>
                  <a:pt x="186" y="607"/>
                </a:lnTo>
                <a:lnTo>
                  <a:pt x="185" y="607"/>
                </a:lnTo>
                <a:lnTo>
                  <a:pt x="185" y="606"/>
                </a:lnTo>
                <a:lnTo>
                  <a:pt x="184" y="606"/>
                </a:lnTo>
                <a:lnTo>
                  <a:pt x="183" y="604"/>
                </a:lnTo>
                <a:lnTo>
                  <a:pt x="183" y="603"/>
                </a:lnTo>
                <a:lnTo>
                  <a:pt x="182" y="601"/>
                </a:lnTo>
                <a:lnTo>
                  <a:pt x="181" y="600"/>
                </a:lnTo>
                <a:lnTo>
                  <a:pt x="180" y="600"/>
                </a:lnTo>
                <a:lnTo>
                  <a:pt x="181" y="598"/>
                </a:lnTo>
                <a:lnTo>
                  <a:pt x="181" y="597"/>
                </a:lnTo>
                <a:lnTo>
                  <a:pt x="181" y="596"/>
                </a:lnTo>
                <a:lnTo>
                  <a:pt x="180" y="591"/>
                </a:lnTo>
                <a:lnTo>
                  <a:pt x="180" y="590"/>
                </a:lnTo>
                <a:lnTo>
                  <a:pt x="180" y="589"/>
                </a:lnTo>
                <a:lnTo>
                  <a:pt x="180" y="587"/>
                </a:lnTo>
                <a:lnTo>
                  <a:pt x="179" y="586"/>
                </a:lnTo>
                <a:lnTo>
                  <a:pt x="180" y="586"/>
                </a:lnTo>
                <a:lnTo>
                  <a:pt x="180" y="585"/>
                </a:lnTo>
                <a:lnTo>
                  <a:pt x="180" y="584"/>
                </a:lnTo>
                <a:lnTo>
                  <a:pt x="180" y="583"/>
                </a:lnTo>
                <a:lnTo>
                  <a:pt x="180" y="582"/>
                </a:lnTo>
                <a:lnTo>
                  <a:pt x="179" y="582"/>
                </a:lnTo>
                <a:lnTo>
                  <a:pt x="179" y="581"/>
                </a:lnTo>
                <a:lnTo>
                  <a:pt x="180" y="580"/>
                </a:lnTo>
                <a:lnTo>
                  <a:pt x="180" y="579"/>
                </a:lnTo>
                <a:lnTo>
                  <a:pt x="180" y="578"/>
                </a:lnTo>
                <a:lnTo>
                  <a:pt x="179" y="578"/>
                </a:lnTo>
                <a:lnTo>
                  <a:pt x="179" y="577"/>
                </a:lnTo>
                <a:lnTo>
                  <a:pt x="179" y="576"/>
                </a:lnTo>
                <a:lnTo>
                  <a:pt x="178" y="573"/>
                </a:lnTo>
                <a:lnTo>
                  <a:pt x="179" y="571"/>
                </a:lnTo>
                <a:lnTo>
                  <a:pt x="179" y="569"/>
                </a:lnTo>
                <a:lnTo>
                  <a:pt x="178" y="568"/>
                </a:lnTo>
                <a:lnTo>
                  <a:pt x="178" y="567"/>
                </a:lnTo>
                <a:lnTo>
                  <a:pt x="177" y="566"/>
                </a:lnTo>
                <a:lnTo>
                  <a:pt x="177" y="565"/>
                </a:lnTo>
                <a:lnTo>
                  <a:pt x="176" y="565"/>
                </a:lnTo>
                <a:lnTo>
                  <a:pt x="176" y="564"/>
                </a:lnTo>
                <a:lnTo>
                  <a:pt x="175" y="563"/>
                </a:lnTo>
                <a:lnTo>
                  <a:pt x="175" y="562"/>
                </a:lnTo>
                <a:lnTo>
                  <a:pt x="175" y="561"/>
                </a:lnTo>
                <a:lnTo>
                  <a:pt x="174" y="560"/>
                </a:lnTo>
                <a:lnTo>
                  <a:pt x="174" y="559"/>
                </a:lnTo>
                <a:lnTo>
                  <a:pt x="173" y="559"/>
                </a:lnTo>
                <a:lnTo>
                  <a:pt x="173" y="558"/>
                </a:lnTo>
                <a:lnTo>
                  <a:pt x="173" y="557"/>
                </a:lnTo>
                <a:lnTo>
                  <a:pt x="172" y="557"/>
                </a:lnTo>
                <a:lnTo>
                  <a:pt x="173" y="555"/>
                </a:lnTo>
                <a:lnTo>
                  <a:pt x="173" y="554"/>
                </a:lnTo>
                <a:lnTo>
                  <a:pt x="173" y="553"/>
                </a:lnTo>
                <a:lnTo>
                  <a:pt x="173" y="552"/>
                </a:lnTo>
                <a:lnTo>
                  <a:pt x="173" y="549"/>
                </a:lnTo>
                <a:lnTo>
                  <a:pt x="173" y="548"/>
                </a:lnTo>
                <a:lnTo>
                  <a:pt x="174" y="548"/>
                </a:lnTo>
                <a:lnTo>
                  <a:pt x="174" y="547"/>
                </a:lnTo>
                <a:lnTo>
                  <a:pt x="174" y="546"/>
                </a:lnTo>
                <a:lnTo>
                  <a:pt x="175" y="543"/>
                </a:lnTo>
                <a:lnTo>
                  <a:pt x="175" y="542"/>
                </a:lnTo>
                <a:lnTo>
                  <a:pt x="175" y="541"/>
                </a:lnTo>
                <a:lnTo>
                  <a:pt x="175" y="540"/>
                </a:lnTo>
                <a:lnTo>
                  <a:pt x="175" y="539"/>
                </a:lnTo>
                <a:lnTo>
                  <a:pt x="175" y="538"/>
                </a:lnTo>
                <a:lnTo>
                  <a:pt x="175" y="537"/>
                </a:lnTo>
                <a:lnTo>
                  <a:pt x="176" y="537"/>
                </a:lnTo>
                <a:lnTo>
                  <a:pt x="176" y="536"/>
                </a:lnTo>
                <a:lnTo>
                  <a:pt x="176" y="535"/>
                </a:lnTo>
                <a:lnTo>
                  <a:pt x="176" y="534"/>
                </a:lnTo>
                <a:lnTo>
                  <a:pt x="177" y="534"/>
                </a:lnTo>
                <a:lnTo>
                  <a:pt x="177" y="533"/>
                </a:lnTo>
                <a:lnTo>
                  <a:pt x="177" y="532"/>
                </a:lnTo>
                <a:lnTo>
                  <a:pt x="178" y="531"/>
                </a:lnTo>
                <a:lnTo>
                  <a:pt x="178" y="530"/>
                </a:lnTo>
                <a:lnTo>
                  <a:pt x="179" y="530"/>
                </a:lnTo>
                <a:lnTo>
                  <a:pt x="179" y="529"/>
                </a:lnTo>
                <a:lnTo>
                  <a:pt x="179" y="528"/>
                </a:lnTo>
                <a:lnTo>
                  <a:pt x="179" y="527"/>
                </a:lnTo>
                <a:lnTo>
                  <a:pt x="179" y="526"/>
                </a:lnTo>
                <a:lnTo>
                  <a:pt x="180" y="526"/>
                </a:lnTo>
                <a:lnTo>
                  <a:pt x="180" y="525"/>
                </a:lnTo>
                <a:lnTo>
                  <a:pt x="181" y="525"/>
                </a:lnTo>
                <a:lnTo>
                  <a:pt x="180" y="525"/>
                </a:lnTo>
                <a:lnTo>
                  <a:pt x="180" y="524"/>
                </a:lnTo>
                <a:lnTo>
                  <a:pt x="179" y="524"/>
                </a:lnTo>
                <a:lnTo>
                  <a:pt x="179" y="523"/>
                </a:lnTo>
                <a:lnTo>
                  <a:pt x="179" y="522"/>
                </a:lnTo>
                <a:lnTo>
                  <a:pt x="178" y="517"/>
                </a:lnTo>
                <a:lnTo>
                  <a:pt x="178" y="516"/>
                </a:lnTo>
                <a:lnTo>
                  <a:pt x="178" y="512"/>
                </a:lnTo>
                <a:lnTo>
                  <a:pt x="177" y="511"/>
                </a:lnTo>
                <a:lnTo>
                  <a:pt x="177" y="510"/>
                </a:lnTo>
                <a:lnTo>
                  <a:pt x="178" y="509"/>
                </a:lnTo>
                <a:lnTo>
                  <a:pt x="178" y="507"/>
                </a:lnTo>
                <a:lnTo>
                  <a:pt x="178" y="506"/>
                </a:lnTo>
                <a:lnTo>
                  <a:pt x="177" y="506"/>
                </a:lnTo>
                <a:lnTo>
                  <a:pt x="177" y="505"/>
                </a:lnTo>
                <a:lnTo>
                  <a:pt x="176" y="504"/>
                </a:lnTo>
                <a:lnTo>
                  <a:pt x="175" y="503"/>
                </a:lnTo>
                <a:lnTo>
                  <a:pt x="175" y="502"/>
                </a:lnTo>
                <a:lnTo>
                  <a:pt x="174" y="502"/>
                </a:lnTo>
                <a:lnTo>
                  <a:pt x="174" y="501"/>
                </a:lnTo>
                <a:lnTo>
                  <a:pt x="175" y="500"/>
                </a:lnTo>
                <a:lnTo>
                  <a:pt x="175" y="499"/>
                </a:lnTo>
                <a:lnTo>
                  <a:pt x="174" y="499"/>
                </a:lnTo>
                <a:lnTo>
                  <a:pt x="173" y="498"/>
                </a:lnTo>
                <a:lnTo>
                  <a:pt x="172" y="498"/>
                </a:lnTo>
                <a:lnTo>
                  <a:pt x="172" y="497"/>
                </a:lnTo>
                <a:lnTo>
                  <a:pt x="172" y="496"/>
                </a:lnTo>
                <a:lnTo>
                  <a:pt x="172" y="495"/>
                </a:lnTo>
                <a:lnTo>
                  <a:pt x="171" y="495"/>
                </a:lnTo>
                <a:lnTo>
                  <a:pt x="171" y="494"/>
                </a:lnTo>
                <a:lnTo>
                  <a:pt x="172" y="494"/>
                </a:lnTo>
                <a:lnTo>
                  <a:pt x="172" y="493"/>
                </a:lnTo>
                <a:lnTo>
                  <a:pt x="173" y="492"/>
                </a:lnTo>
                <a:lnTo>
                  <a:pt x="173" y="491"/>
                </a:lnTo>
                <a:lnTo>
                  <a:pt x="172" y="491"/>
                </a:lnTo>
                <a:lnTo>
                  <a:pt x="171" y="489"/>
                </a:lnTo>
                <a:lnTo>
                  <a:pt x="170" y="486"/>
                </a:lnTo>
                <a:lnTo>
                  <a:pt x="170" y="485"/>
                </a:lnTo>
                <a:lnTo>
                  <a:pt x="171" y="485"/>
                </a:lnTo>
                <a:lnTo>
                  <a:pt x="171" y="484"/>
                </a:lnTo>
                <a:lnTo>
                  <a:pt x="172" y="484"/>
                </a:lnTo>
                <a:lnTo>
                  <a:pt x="172" y="483"/>
                </a:lnTo>
                <a:lnTo>
                  <a:pt x="172" y="482"/>
                </a:lnTo>
                <a:lnTo>
                  <a:pt x="171" y="482"/>
                </a:lnTo>
                <a:lnTo>
                  <a:pt x="171" y="481"/>
                </a:lnTo>
                <a:lnTo>
                  <a:pt x="171" y="480"/>
                </a:lnTo>
                <a:lnTo>
                  <a:pt x="171" y="478"/>
                </a:lnTo>
                <a:lnTo>
                  <a:pt x="170" y="477"/>
                </a:lnTo>
                <a:lnTo>
                  <a:pt x="170" y="476"/>
                </a:lnTo>
                <a:lnTo>
                  <a:pt x="170" y="475"/>
                </a:lnTo>
                <a:lnTo>
                  <a:pt x="171" y="475"/>
                </a:lnTo>
                <a:lnTo>
                  <a:pt x="171" y="474"/>
                </a:lnTo>
                <a:lnTo>
                  <a:pt x="170" y="474"/>
                </a:lnTo>
                <a:lnTo>
                  <a:pt x="170" y="473"/>
                </a:lnTo>
                <a:lnTo>
                  <a:pt x="170" y="472"/>
                </a:lnTo>
                <a:lnTo>
                  <a:pt x="170" y="471"/>
                </a:lnTo>
                <a:lnTo>
                  <a:pt x="171" y="471"/>
                </a:lnTo>
                <a:lnTo>
                  <a:pt x="171" y="470"/>
                </a:lnTo>
                <a:lnTo>
                  <a:pt x="171" y="469"/>
                </a:lnTo>
                <a:lnTo>
                  <a:pt x="170" y="468"/>
                </a:lnTo>
                <a:lnTo>
                  <a:pt x="169" y="466"/>
                </a:lnTo>
                <a:lnTo>
                  <a:pt x="169" y="465"/>
                </a:lnTo>
                <a:lnTo>
                  <a:pt x="170" y="465"/>
                </a:lnTo>
                <a:lnTo>
                  <a:pt x="170" y="463"/>
                </a:lnTo>
                <a:lnTo>
                  <a:pt x="169" y="462"/>
                </a:lnTo>
                <a:lnTo>
                  <a:pt x="168" y="459"/>
                </a:lnTo>
                <a:lnTo>
                  <a:pt x="167" y="458"/>
                </a:lnTo>
                <a:lnTo>
                  <a:pt x="168" y="457"/>
                </a:lnTo>
                <a:lnTo>
                  <a:pt x="167" y="456"/>
                </a:lnTo>
                <a:lnTo>
                  <a:pt x="167" y="455"/>
                </a:lnTo>
                <a:lnTo>
                  <a:pt x="166" y="455"/>
                </a:lnTo>
                <a:lnTo>
                  <a:pt x="166" y="454"/>
                </a:lnTo>
                <a:lnTo>
                  <a:pt x="166" y="453"/>
                </a:lnTo>
                <a:lnTo>
                  <a:pt x="166" y="452"/>
                </a:lnTo>
                <a:lnTo>
                  <a:pt x="167" y="452"/>
                </a:lnTo>
                <a:lnTo>
                  <a:pt x="167" y="451"/>
                </a:lnTo>
                <a:lnTo>
                  <a:pt x="166" y="450"/>
                </a:lnTo>
                <a:lnTo>
                  <a:pt x="166" y="449"/>
                </a:lnTo>
                <a:lnTo>
                  <a:pt x="166" y="448"/>
                </a:lnTo>
                <a:lnTo>
                  <a:pt x="167" y="447"/>
                </a:lnTo>
                <a:lnTo>
                  <a:pt x="167" y="446"/>
                </a:lnTo>
                <a:lnTo>
                  <a:pt x="167" y="445"/>
                </a:lnTo>
                <a:lnTo>
                  <a:pt x="166" y="445"/>
                </a:lnTo>
                <a:lnTo>
                  <a:pt x="165" y="444"/>
                </a:lnTo>
                <a:lnTo>
                  <a:pt x="165" y="443"/>
                </a:lnTo>
                <a:lnTo>
                  <a:pt x="165" y="442"/>
                </a:lnTo>
                <a:lnTo>
                  <a:pt x="165" y="440"/>
                </a:lnTo>
                <a:lnTo>
                  <a:pt x="164" y="439"/>
                </a:lnTo>
                <a:lnTo>
                  <a:pt x="164" y="438"/>
                </a:lnTo>
                <a:lnTo>
                  <a:pt x="164" y="437"/>
                </a:lnTo>
                <a:lnTo>
                  <a:pt x="164" y="435"/>
                </a:lnTo>
                <a:lnTo>
                  <a:pt x="163" y="434"/>
                </a:lnTo>
                <a:lnTo>
                  <a:pt x="164" y="433"/>
                </a:lnTo>
                <a:lnTo>
                  <a:pt x="165" y="433"/>
                </a:lnTo>
                <a:lnTo>
                  <a:pt x="165" y="432"/>
                </a:lnTo>
                <a:lnTo>
                  <a:pt x="166" y="432"/>
                </a:lnTo>
                <a:lnTo>
                  <a:pt x="167" y="432"/>
                </a:lnTo>
                <a:lnTo>
                  <a:pt x="167" y="431"/>
                </a:lnTo>
                <a:lnTo>
                  <a:pt x="167" y="430"/>
                </a:lnTo>
                <a:lnTo>
                  <a:pt x="168" y="430"/>
                </a:lnTo>
                <a:lnTo>
                  <a:pt x="169" y="430"/>
                </a:lnTo>
                <a:lnTo>
                  <a:pt x="169" y="429"/>
                </a:lnTo>
                <a:lnTo>
                  <a:pt x="170" y="429"/>
                </a:lnTo>
                <a:lnTo>
                  <a:pt x="169" y="428"/>
                </a:lnTo>
                <a:lnTo>
                  <a:pt x="169" y="427"/>
                </a:lnTo>
                <a:lnTo>
                  <a:pt x="169" y="426"/>
                </a:lnTo>
                <a:lnTo>
                  <a:pt x="169" y="425"/>
                </a:lnTo>
                <a:lnTo>
                  <a:pt x="168" y="425"/>
                </a:lnTo>
                <a:lnTo>
                  <a:pt x="166" y="424"/>
                </a:lnTo>
                <a:lnTo>
                  <a:pt x="164" y="423"/>
                </a:lnTo>
                <a:lnTo>
                  <a:pt x="163" y="423"/>
                </a:lnTo>
                <a:lnTo>
                  <a:pt x="163" y="422"/>
                </a:lnTo>
                <a:lnTo>
                  <a:pt x="162" y="421"/>
                </a:lnTo>
                <a:lnTo>
                  <a:pt x="161" y="421"/>
                </a:lnTo>
                <a:lnTo>
                  <a:pt x="161" y="420"/>
                </a:lnTo>
                <a:lnTo>
                  <a:pt x="161" y="419"/>
                </a:lnTo>
                <a:lnTo>
                  <a:pt x="161" y="418"/>
                </a:lnTo>
                <a:lnTo>
                  <a:pt x="160" y="418"/>
                </a:lnTo>
                <a:lnTo>
                  <a:pt x="159" y="418"/>
                </a:lnTo>
                <a:lnTo>
                  <a:pt x="158" y="417"/>
                </a:lnTo>
                <a:lnTo>
                  <a:pt x="158" y="416"/>
                </a:lnTo>
                <a:lnTo>
                  <a:pt x="158" y="415"/>
                </a:lnTo>
                <a:lnTo>
                  <a:pt x="157" y="415"/>
                </a:lnTo>
                <a:lnTo>
                  <a:pt x="156" y="414"/>
                </a:lnTo>
                <a:lnTo>
                  <a:pt x="154" y="412"/>
                </a:lnTo>
                <a:lnTo>
                  <a:pt x="153" y="412"/>
                </a:lnTo>
                <a:lnTo>
                  <a:pt x="152" y="412"/>
                </a:lnTo>
                <a:lnTo>
                  <a:pt x="152" y="411"/>
                </a:lnTo>
                <a:lnTo>
                  <a:pt x="150" y="410"/>
                </a:lnTo>
                <a:lnTo>
                  <a:pt x="150" y="409"/>
                </a:lnTo>
                <a:lnTo>
                  <a:pt x="150" y="408"/>
                </a:lnTo>
                <a:lnTo>
                  <a:pt x="150" y="406"/>
                </a:lnTo>
                <a:lnTo>
                  <a:pt x="151" y="405"/>
                </a:lnTo>
                <a:lnTo>
                  <a:pt x="151" y="404"/>
                </a:lnTo>
                <a:lnTo>
                  <a:pt x="152" y="403"/>
                </a:lnTo>
                <a:lnTo>
                  <a:pt x="152" y="402"/>
                </a:lnTo>
                <a:lnTo>
                  <a:pt x="152" y="401"/>
                </a:lnTo>
                <a:lnTo>
                  <a:pt x="153" y="400"/>
                </a:lnTo>
                <a:lnTo>
                  <a:pt x="153" y="399"/>
                </a:lnTo>
                <a:lnTo>
                  <a:pt x="153" y="398"/>
                </a:lnTo>
                <a:lnTo>
                  <a:pt x="152" y="396"/>
                </a:lnTo>
                <a:lnTo>
                  <a:pt x="152" y="395"/>
                </a:lnTo>
                <a:lnTo>
                  <a:pt x="151" y="395"/>
                </a:lnTo>
                <a:lnTo>
                  <a:pt x="150" y="393"/>
                </a:lnTo>
                <a:lnTo>
                  <a:pt x="149" y="393"/>
                </a:lnTo>
                <a:lnTo>
                  <a:pt x="148" y="393"/>
                </a:lnTo>
                <a:lnTo>
                  <a:pt x="146" y="391"/>
                </a:lnTo>
                <a:lnTo>
                  <a:pt x="145" y="390"/>
                </a:lnTo>
                <a:lnTo>
                  <a:pt x="146" y="390"/>
                </a:lnTo>
                <a:lnTo>
                  <a:pt x="146" y="389"/>
                </a:lnTo>
                <a:lnTo>
                  <a:pt x="145" y="389"/>
                </a:lnTo>
                <a:lnTo>
                  <a:pt x="143" y="388"/>
                </a:lnTo>
                <a:lnTo>
                  <a:pt x="143" y="387"/>
                </a:lnTo>
                <a:lnTo>
                  <a:pt x="143" y="383"/>
                </a:lnTo>
                <a:lnTo>
                  <a:pt x="142" y="382"/>
                </a:lnTo>
                <a:lnTo>
                  <a:pt x="141" y="381"/>
                </a:lnTo>
                <a:lnTo>
                  <a:pt x="140" y="380"/>
                </a:lnTo>
                <a:lnTo>
                  <a:pt x="139" y="379"/>
                </a:lnTo>
                <a:lnTo>
                  <a:pt x="139" y="378"/>
                </a:lnTo>
                <a:lnTo>
                  <a:pt x="138" y="378"/>
                </a:lnTo>
                <a:lnTo>
                  <a:pt x="136" y="377"/>
                </a:lnTo>
                <a:lnTo>
                  <a:pt x="136" y="376"/>
                </a:lnTo>
                <a:lnTo>
                  <a:pt x="135" y="376"/>
                </a:lnTo>
                <a:lnTo>
                  <a:pt x="134" y="376"/>
                </a:lnTo>
                <a:lnTo>
                  <a:pt x="133" y="376"/>
                </a:lnTo>
                <a:lnTo>
                  <a:pt x="133" y="375"/>
                </a:lnTo>
                <a:lnTo>
                  <a:pt x="132" y="375"/>
                </a:lnTo>
                <a:lnTo>
                  <a:pt x="131" y="374"/>
                </a:lnTo>
                <a:lnTo>
                  <a:pt x="132" y="374"/>
                </a:lnTo>
                <a:lnTo>
                  <a:pt x="133" y="374"/>
                </a:lnTo>
                <a:lnTo>
                  <a:pt x="133" y="373"/>
                </a:lnTo>
                <a:lnTo>
                  <a:pt x="134" y="372"/>
                </a:lnTo>
                <a:lnTo>
                  <a:pt x="134" y="371"/>
                </a:lnTo>
                <a:lnTo>
                  <a:pt x="133" y="370"/>
                </a:lnTo>
                <a:lnTo>
                  <a:pt x="132" y="370"/>
                </a:lnTo>
                <a:lnTo>
                  <a:pt x="132" y="369"/>
                </a:lnTo>
                <a:lnTo>
                  <a:pt x="132" y="366"/>
                </a:lnTo>
                <a:lnTo>
                  <a:pt x="132" y="365"/>
                </a:lnTo>
                <a:lnTo>
                  <a:pt x="132" y="364"/>
                </a:lnTo>
                <a:lnTo>
                  <a:pt x="133" y="362"/>
                </a:lnTo>
                <a:lnTo>
                  <a:pt x="133" y="360"/>
                </a:lnTo>
                <a:lnTo>
                  <a:pt x="134" y="359"/>
                </a:lnTo>
                <a:lnTo>
                  <a:pt x="134" y="358"/>
                </a:lnTo>
                <a:lnTo>
                  <a:pt x="135" y="358"/>
                </a:lnTo>
                <a:lnTo>
                  <a:pt x="135" y="357"/>
                </a:lnTo>
                <a:lnTo>
                  <a:pt x="136" y="357"/>
                </a:lnTo>
                <a:lnTo>
                  <a:pt x="137" y="357"/>
                </a:lnTo>
                <a:lnTo>
                  <a:pt x="138" y="357"/>
                </a:lnTo>
                <a:lnTo>
                  <a:pt x="140" y="357"/>
                </a:lnTo>
                <a:lnTo>
                  <a:pt x="141" y="357"/>
                </a:lnTo>
                <a:lnTo>
                  <a:pt x="142" y="359"/>
                </a:lnTo>
                <a:lnTo>
                  <a:pt x="143" y="361"/>
                </a:lnTo>
                <a:lnTo>
                  <a:pt x="145" y="362"/>
                </a:lnTo>
                <a:lnTo>
                  <a:pt x="145" y="363"/>
                </a:lnTo>
                <a:lnTo>
                  <a:pt x="146" y="364"/>
                </a:lnTo>
                <a:lnTo>
                  <a:pt x="146" y="365"/>
                </a:lnTo>
                <a:lnTo>
                  <a:pt x="147" y="366"/>
                </a:lnTo>
                <a:lnTo>
                  <a:pt x="148" y="366"/>
                </a:lnTo>
                <a:lnTo>
                  <a:pt x="149" y="367"/>
                </a:lnTo>
                <a:lnTo>
                  <a:pt x="150" y="367"/>
                </a:lnTo>
                <a:lnTo>
                  <a:pt x="150" y="366"/>
                </a:lnTo>
                <a:lnTo>
                  <a:pt x="151" y="366"/>
                </a:lnTo>
                <a:lnTo>
                  <a:pt x="152" y="365"/>
                </a:lnTo>
                <a:lnTo>
                  <a:pt x="152" y="364"/>
                </a:lnTo>
                <a:lnTo>
                  <a:pt x="153" y="364"/>
                </a:lnTo>
                <a:lnTo>
                  <a:pt x="153" y="363"/>
                </a:lnTo>
                <a:lnTo>
                  <a:pt x="153" y="361"/>
                </a:lnTo>
                <a:lnTo>
                  <a:pt x="153" y="360"/>
                </a:lnTo>
                <a:lnTo>
                  <a:pt x="154" y="360"/>
                </a:lnTo>
                <a:lnTo>
                  <a:pt x="154" y="359"/>
                </a:lnTo>
                <a:lnTo>
                  <a:pt x="155" y="359"/>
                </a:lnTo>
                <a:lnTo>
                  <a:pt x="156" y="358"/>
                </a:lnTo>
                <a:lnTo>
                  <a:pt x="156" y="357"/>
                </a:lnTo>
                <a:lnTo>
                  <a:pt x="157" y="357"/>
                </a:lnTo>
                <a:lnTo>
                  <a:pt x="158" y="357"/>
                </a:lnTo>
                <a:lnTo>
                  <a:pt x="159" y="356"/>
                </a:lnTo>
                <a:lnTo>
                  <a:pt x="159" y="355"/>
                </a:lnTo>
                <a:lnTo>
                  <a:pt x="160" y="354"/>
                </a:lnTo>
                <a:lnTo>
                  <a:pt x="161" y="353"/>
                </a:lnTo>
                <a:lnTo>
                  <a:pt x="161" y="352"/>
                </a:lnTo>
                <a:lnTo>
                  <a:pt x="161" y="351"/>
                </a:lnTo>
                <a:lnTo>
                  <a:pt x="160" y="351"/>
                </a:lnTo>
                <a:lnTo>
                  <a:pt x="160" y="350"/>
                </a:lnTo>
                <a:lnTo>
                  <a:pt x="159" y="349"/>
                </a:lnTo>
                <a:lnTo>
                  <a:pt x="158" y="349"/>
                </a:lnTo>
                <a:lnTo>
                  <a:pt x="158" y="348"/>
                </a:lnTo>
                <a:lnTo>
                  <a:pt x="157" y="348"/>
                </a:lnTo>
                <a:lnTo>
                  <a:pt x="157" y="347"/>
                </a:lnTo>
                <a:lnTo>
                  <a:pt x="157" y="346"/>
                </a:lnTo>
                <a:lnTo>
                  <a:pt x="156" y="345"/>
                </a:lnTo>
                <a:lnTo>
                  <a:pt x="155" y="345"/>
                </a:lnTo>
                <a:lnTo>
                  <a:pt x="154" y="344"/>
                </a:lnTo>
                <a:lnTo>
                  <a:pt x="152" y="342"/>
                </a:lnTo>
                <a:lnTo>
                  <a:pt x="152" y="341"/>
                </a:lnTo>
                <a:lnTo>
                  <a:pt x="151" y="340"/>
                </a:lnTo>
                <a:lnTo>
                  <a:pt x="148" y="339"/>
                </a:lnTo>
                <a:lnTo>
                  <a:pt x="147" y="338"/>
                </a:lnTo>
                <a:lnTo>
                  <a:pt x="146" y="338"/>
                </a:lnTo>
                <a:lnTo>
                  <a:pt x="143" y="335"/>
                </a:lnTo>
                <a:lnTo>
                  <a:pt x="142" y="334"/>
                </a:lnTo>
                <a:lnTo>
                  <a:pt x="141" y="334"/>
                </a:lnTo>
                <a:lnTo>
                  <a:pt x="141" y="333"/>
                </a:lnTo>
                <a:lnTo>
                  <a:pt x="141" y="332"/>
                </a:lnTo>
                <a:lnTo>
                  <a:pt x="140" y="331"/>
                </a:lnTo>
                <a:lnTo>
                  <a:pt x="138" y="329"/>
                </a:lnTo>
                <a:lnTo>
                  <a:pt x="137" y="329"/>
                </a:lnTo>
                <a:lnTo>
                  <a:pt x="137" y="328"/>
                </a:lnTo>
                <a:lnTo>
                  <a:pt x="136" y="328"/>
                </a:lnTo>
                <a:lnTo>
                  <a:pt x="135" y="327"/>
                </a:lnTo>
                <a:lnTo>
                  <a:pt x="135" y="326"/>
                </a:lnTo>
                <a:lnTo>
                  <a:pt x="134" y="326"/>
                </a:lnTo>
                <a:lnTo>
                  <a:pt x="134" y="327"/>
                </a:lnTo>
                <a:lnTo>
                  <a:pt x="133" y="326"/>
                </a:lnTo>
                <a:lnTo>
                  <a:pt x="132" y="324"/>
                </a:lnTo>
                <a:lnTo>
                  <a:pt x="131" y="324"/>
                </a:lnTo>
                <a:lnTo>
                  <a:pt x="131" y="323"/>
                </a:lnTo>
                <a:lnTo>
                  <a:pt x="130" y="322"/>
                </a:lnTo>
                <a:lnTo>
                  <a:pt x="130" y="321"/>
                </a:lnTo>
                <a:lnTo>
                  <a:pt x="129" y="321"/>
                </a:lnTo>
                <a:lnTo>
                  <a:pt x="128" y="320"/>
                </a:lnTo>
                <a:lnTo>
                  <a:pt x="127" y="319"/>
                </a:lnTo>
                <a:lnTo>
                  <a:pt x="126" y="319"/>
                </a:lnTo>
                <a:lnTo>
                  <a:pt x="126" y="318"/>
                </a:lnTo>
                <a:lnTo>
                  <a:pt x="127" y="317"/>
                </a:lnTo>
                <a:lnTo>
                  <a:pt x="127" y="316"/>
                </a:lnTo>
                <a:lnTo>
                  <a:pt x="126" y="316"/>
                </a:lnTo>
                <a:lnTo>
                  <a:pt x="126" y="315"/>
                </a:lnTo>
                <a:lnTo>
                  <a:pt x="127" y="315"/>
                </a:lnTo>
                <a:lnTo>
                  <a:pt x="126" y="314"/>
                </a:lnTo>
                <a:lnTo>
                  <a:pt x="125" y="313"/>
                </a:lnTo>
                <a:lnTo>
                  <a:pt x="126" y="312"/>
                </a:lnTo>
                <a:lnTo>
                  <a:pt x="126" y="311"/>
                </a:lnTo>
                <a:lnTo>
                  <a:pt x="125" y="311"/>
                </a:lnTo>
                <a:lnTo>
                  <a:pt x="125" y="312"/>
                </a:lnTo>
                <a:lnTo>
                  <a:pt x="123" y="312"/>
                </a:lnTo>
                <a:lnTo>
                  <a:pt x="123" y="311"/>
                </a:lnTo>
                <a:lnTo>
                  <a:pt x="122" y="309"/>
                </a:lnTo>
                <a:lnTo>
                  <a:pt x="121" y="307"/>
                </a:lnTo>
                <a:lnTo>
                  <a:pt x="120" y="305"/>
                </a:lnTo>
                <a:lnTo>
                  <a:pt x="118" y="304"/>
                </a:lnTo>
                <a:lnTo>
                  <a:pt x="117" y="304"/>
                </a:lnTo>
                <a:lnTo>
                  <a:pt x="116" y="303"/>
                </a:lnTo>
                <a:lnTo>
                  <a:pt x="116" y="302"/>
                </a:lnTo>
                <a:lnTo>
                  <a:pt x="117" y="302"/>
                </a:lnTo>
                <a:lnTo>
                  <a:pt x="116" y="301"/>
                </a:lnTo>
                <a:lnTo>
                  <a:pt x="115" y="301"/>
                </a:lnTo>
                <a:lnTo>
                  <a:pt x="114" y="300"/>
                </a:lnTo>
                <a:lnTo>
                  <a:pt x="114" y="299"/>
                </a:lnTo>
                <a:lnTo>
                  <a:pt x="115" y="298"/>
                </a:lnTo>
                <a:lnTo>
                  <a:pt x="113" y="298"/>
                </a:lnTo>
                <a:lnTo>
                  <a:pt x="112" y="298"/>
                </a:lnTo>
                <a:lnTo>
                  <a:pt x="112" y="296"/>
                </a:lnTo>
                <a:lnTo>
                  <a:pt x="113" y="295"/>
                </a:lnTo>
                <a:lnTo>
                  <a:pt x="112" y="294"/>
                </a:lnTo>
                <a:lnTo>
                  <a:pt x="112" y="293"/>
                </a:lnTo>
                <a:lnTo>
                  <a:pt x="112" y="292"/>
                </a:lnTo>
                <a:lnTo>
                  <a:pt x="111" y="291"/>
                </a:lnTo>
                <a:lnTo>
                  <a:pt x="110" y="290"/>
                </a:lnTo>
                <a:lnTo>
                  <a:pt x="111" y="287"/>
                </a:lnTo>
                <a:lnTo>
                  <a:pt x="113" y="287"/>
                </a:lnTo>
                <a:lnTo>
                  <a:pt x="114" y="286"/>
                </a:lnTo>
                <a:lnTo>
                  <a:pt x="114" y="285"/>
                </a:lnTo>
                <a:lnTo>
                  <a:pt x="114" y="284"/>
                </a:lnTo>
                <a:lnTo>
                  <a:pt x="113" y="284"/>
                </a:lnTo>
                <a:lnTo>
                  <a:pt x="113" y="283"/>
                </a:lnTo>
                <a:lnTo>
                  <a:pt x="113" y="282"/>
                </a:lnTo>
                <a:lnTo>
                  <a:pt x="114" y="282"/>
                </a:lnTo>
                <a:lnTo>
                  <a:pt x="114" y="281"/>
                </a:lnTo>
                <a:lnTo>
                  <a:pt x="114" y="280"/>
                </a:lnTo>
                <a:lnTo>
                  <a:pt x="113" y="279"/>
                </a:lnTo>
                <a:lnTo>
                  <a:pt x="114" y="279"/>
                </a:lnTo>
                <a:lnTo>
                  <a:pt x="114" y="278"/>
                </a:lnTo>
                <a:lnTo>
                  <a:pt x="113" y="277"/>
                </a:lnTo>
                <a:lnTo>
                  <a:pt x="114" y="277"/>
                </a:lnTo>
                <a:lnTo>
                  <a:pt x="114" y="276"/>
                </a:lnTo>
                <a:lnTo>
                  <a:pt x="113" y="275"/>
                </a:lnTo>
                <a:lnTo>
                  <a:pt x="112" y="275"/>
                </a:lnTo>
                <a:lnTo>
                  <a:pt x="112" y="274"/>
                </a:lnTo>
                <a:lnTo>
                  <a:pt x="111" y="274"/>
                </a:lnTo>
                <a:lnTo>
                  <a:pt x="110" y="273"/>
                </a:lnTo>
                <a:lnTo>
                  <a:pt x="110" y="272"/>
                </a:lnTo>
                <a:lnTo>
                  <a:pt x="111" y="272"/>
                </a:lnTo>
                <a:lnTo>
                  <a:pt x="111" y="271"/>
                </a:lnTo>
                <a:lnTo>
                  <a:pt x="110" y="271"/>
                </a:lnTo>
                <a:lnTo>
                  <a:pt x="110" y="270"/>
                </a:lnTo>
                <a:lnTo>
                  <a:pt x="109" y="270"/>
                </a:lnTo>
                <a:lnTo>
                  <a:pt x="108" y="269"/>
                </a:lnTo>
                <a:lnTo>
                  <a:pt x="107" y="268"/>
                </a:lnTo>
                <a:lnTo>
                  <a:pt x="106" y="267"/>
                </a:lnTo>
                <a:lnTo>
                  <a:pt x="106" y="266"/>
                </a:lnTo>
                <a:lnTo>
                  <a:pt x="105" y="266"/>
                </a:lnTo>
                <a:lnTo>
                  <a:pt x="104" y="266"/>
                </a:lnTo>
                <a:lnTo>
                  <a:pt x="105" y="266"/>
                </a:lnTo>
                <a:lnTo>
                  <a:pt x="105" y="265"/>
                </a:lnTo>
                <a:lnTo>
                  <a:pt x="104" y="265"/>
                </a:lnTo>
                <a:lnTo>
                  <a:pt x="103" y="264"/>
                </a:lnTo>
                <a:lnTo>
                  <a:pt x="102" y="263"/>
                </a:lnTo>
                <a:lnTo>
                  <a:pt x="101" y="263"/>
                </a:lnTo>
                <a:lnTo>
                  <a:pt x="101" y="262"/>
                </a:lnTo>
                <a:lnTo>
                  <a:pt x="100" y="262"/>
                </a:lnTo>
                <a:lnTo>
                  <a:pt x="100" y="260"/>
                </a:lnTo>
                <a:lnTo>
                  <a:pt x="99" y="260"/>
                </a:lnTo>
                <a:lnTo>
                  <a:pt x="99" y="259"/>
                </a:lnTo>
                <a:lnTo>
                  <a:pt x="99" y="258"/>
                </a:lnTo>
                <a:lnTo>
                  <a:pt x="98" y="258"/>
                </a:lnTo>
                <a:lnTo>
                  <a:pt x="98" y="257"/>
                </a:lnTo>
                <a:lnTo>
                  <a:pt x="98" y="256"/>
                </a:lnTo>
                <a:lnTo>
                  <a:pt x="97" y="256"/>
                </a:lnTo>
                <a:lnTo>
                  <a:pt x="97" y="255"/>
                </a:lnTo>
                <a:lnTo>
                  <a:pt x="97" y="254"/>
                </a:lnTo>
                <a:lnTo>
                  <a:pt x="96" y="253"/>
                </a:lnTo>
                <a:lnTo>
                  <a:pt x="96" y="252"/>
                </a:lnTo>
                <a:lnTo>
                  <a:pt x="95" y="251"/>
                </a:lnTo>
                <a:lnTo>
                  <a:pt x="94" y="251"/>
                </a:lnTo>
                <a:lnTo>
                  <a:pt x="94" y="250"/>
                </a:lnTo>
                <a:lnTo>
                  <a:pt x="93" y="249"/>
                </a:lnTo>
                <a:lnTo>
                  <a:pt x="92" y="249"/>
                </a:lnTo>
                <a:lnTo>
                  <a:pt x="91" y="249"/>
                </a:lnTo>
                <a:lnTo>
                  <a:pt x="91" y="248"/>
                </a:lnTo>
                <a:lnTo>
                  <a:pt x="92" y="248"/>
                </a:lnTo>
                <a:lnTo>
                  <a:pt x="92" y="247"/>
                </a:lnTo>
                <a:lnTo>
                  <a:pt x="91" y="247"/>
                </a:lnTo>
                <a:lnTo>
                  <a:pt x="91" y="246"/>
                </a:lnTo>
                <a:lnTo>
                  <a:pt x="92" y="246"/>
                </a:lnTo>
                <a:lnTo>
                  <a:pt x="92" y="245"/>
                </a:lnTo>
                <a:lnTo>
                  <a:pt x="92" y="244"/>
                </a:lnTo>
                <a:lnTo>
                  <a:pt x="91" y="243"/>
                </a:lnTo>
                <a:lnTo>
                  <a:pt x="90" y="239"/>
                </a:lnTo>
                <a:lnTo>
                  <a:pt x="90" y="238"/>
                </a:lnTo>
                <a:lnTo>
                  <a:pt x="91" y="237"/>
                </a:lnTo>
                <a:lnTo>
                  <a:pt x="91" y="236"/>
                </a:lnTo>
                <a:lnTo>
                  <a:pt x="90" y="235"/>
                </a:lnTo>
                <a:lnTo>
                  <a:pt x="89" y="235"/>
                </a:lnTo>
                <a:lnTo>
                  <a:pt x="89" y="234"/>
                </a:lnTo>
                <a:lnTo>
                  <a:pt x="88" y="234"/>
                </a:lnTo>
                <a:lnTo>
                  <a:pt x="87" y="233"/>
                </a:lnTo>
                <a:lnTo>
                  <a:pt x="86" y="232"/>
                </a:lnTo>
                <a:lnTo>
                  <a:pt x="85" y="232"/>
                </a:lnTo>
                <a:lnTo>
                  <a:pt x="84" y="232"/>
                </a:lnTo>
                <a:lnTo>
                  <a:pt x="83" y="232"/>
                </a:lnTo>
                <a:lnTo>
                  <a:pt x="83" y="231"/>
                </a:lnTo>
                <a:lnTo>
                  <a:pt x="83" y="230"/>
                </a:lnTo>
                <a:lnTo>
                  <a:pt x="82" y="230"/>
                </a:lnTo>
                <a:lnTo>
                  <a:pt x="81" y="230"/>
                </a:lnTo>
                <a:lnTo>
                  <a:pt x="82" y="229"/>
                </a:lnTo>
                <a:lnTo>
                  <a:pt x="81" y="229"/>
                </a:lnTo>
                <a:lnTo>
                  <a:pt x="80" y="230"/>
                </a:lnTo>
                <a:lnTo>
                  <a:pt x="79" y="230"/>
                </a:lnTo>
                <a:lnTo>
                  <a:pt x="79" y="229"/>
                </a:lnTo>
                <a:lnTo>
                  <a:pt x="78" y="229"/>
                </a:lnTo>
                <a:lnTo>
                  <a:pt x="78" y="228"/>
                </a:lnTo>
                <a:lnTo>
                  <a:pt x="78" y="229"/>
                </a:lnTo>
                <a:lnTo>
                  <a:pt x="77" y="229"/>
                </a:lnTo>
                <a:lnTo>
                  <a:pt x="76" y="229"/>
                </a:lnTo>
                <a:lnTo>
                  <a:pt x="76" y="228"/>
                </a:lnTo>
                <a:lnTo>
                  <a:pt x="76" y="227"/>
                </a:lnTo>
                <a:lnTo>
                  <a:pt x="75" y="227"/>
                </a:lnTo>
                <a:lnTo>
                  <a:pt x="74" y="227"/>
                </a:lnTo>
                <a:lnTo>
                  <a:pt x="74" y="226"/>
                </a:lnTo>
                <a:lnTo>
                  <a:pt x="74" y="225"/>
                </a:lnTo>
                <a:lnTo>
                  <a:pt x="73" y="225"/>
                </a:lnTo>
                <a:lnTo>
                  <a:pt x="72" y="226"/>
                </a:lnTo>
                <a:lnTo>
                  <a:pt x="72" y="225"/>
                </a:lnTo>
                <a:lnTo>
                  <a:pt x="71" y="224"/>
                </a:lnTo>
                <a:lnTo>
                  <a:pt x="71" y="223"/>
                </a:lnTo>
                <a:lnTo>
                  <a:pt x="70" y="223"/>
                </a:lnTo>
                <a:lnTo>
                  <a:pt x="69" y="223"/>
                </a:lnTo>
                <a:lnTo>
                  <a:pt x="68" y="222"/>
                </a:lnTo>
                <a:lnTo>
                  <a:pt x="67" y="221"/>
                </a:lnTo>
                <a:lnTo>
                  <a:pt x="66" y="221"/>
                </a:lnTo>
                <a:lnTo>
                  <a:pt x="65" y="221"/>
                </a:lnTo>
                <a:lnTo>
                  <a:pt x="65" y="220"/>
                </a:lnTo>
                <a:lnTo>
                  <a:pt x="64" y="221"/>
                </a:lnTo>
                <a:lnTo>
                  <a:pt x="63" y="221"/>
                </a:lnTo>
                <a:lnTo>
                  <a:pt x="63" y="220"/>
                </a:lnTo>
                <a:lnTo>
                  <a:pt x="62" y="220"/>
                </a:lnTo>
                <a:lnTo>
                  <a:pt x="62" y="219"/>
                </a:lnTo>
                <a:lnTo>
                  <a:pt x="61" y="219"/>
                </a:lnTo>
                <a:lnTo>
                  <a:pt x="60" y="219"/>
                </a:lnTo>
                <a:lnTo>
                  <a:pt x="60" y="218"/>
                </a:lnTo>
                <a:lnTo>
                  <a:pt x="60" y="219"/>
                </a:lnTo>
                <a:lnTo>
                  <a:pt x="59" y="219"/>
                </a:lnTo>
                <a:lnTo>
                  <a:pt x="59" y="218"/>
                </a:lnTo>
                <a:lnTo>
                  <a:pt x="58" y="218"/>
                </a:lnTo>
                <a:lnTo>
                  <a:pt x="57" y="218"/>
                </a:lnTo>
                <a:lnTo>
                  <a:pt x="56" y="218"/>
                </a:lnTo>
                <a:lnTo>
                  <a:pt x="56" y="219"/>
                </a:lnTo>
                <a:lnTo>
                  <a:pt x="55" y="218"/>
                </a:lnTo>
                <a:lnTo>
                  <a:pt x="54" y="218"/>
                </a:lnTo>
                <a:lnTo>
                  <a:pt x="53" y="218"/>
                </a:lnTo>
                <a:lnTo>
                  <a:pt x="53" y="217"/>
                </a:lnTo>
                <a:lnTo>
                  <a:pt x="52" y="217"/>
                </a:lnTo>
                <a:lnTo>
                  <a:pt x="51" y="216"/>
                </a:lnTo>
                <a:lnTo>
                  <a:pt x="50" y="217"/>
                </a:lnTo>
                <a:lnTo>
                  <a:pt x="49" y="217"/>
                </a:lnTo>
                <a:lnTo>
                  <a:pt x="48" y="217"/>
                </a:lnTo>
                <a:lnTo>
                  <a:pt x="47" y="216"/>
                </a:lnTo>
                <a:lnTo>
                  <a:pt x="47" y="215"/>
                </a:lnTo>
                <a:lnTo>
                  <a:pt x="47" y="214"/>
                </a:lnTo>
                <a:lnTo>
                  <a:pt x="46" y="214"/>
                </a:lnTo>
                <a:lnTo>
                  <a:pt x="46" y="215"/>
                </a:lnTo>
                <a:lnTo>
                  <a:pt x="45" y="214"/>
                </a:lnTo>
                <a:lnTo>
                  <a:pt x="45" y="215"/>
                </a:lnTo>
                <a:lnTo>
                  <a:pt x="44" y="215"/>
                </a:lnTo>
                <a:lnTo>
                  <a:pt x="44" y="214"/>
                </a:lnTo>
                <a:lnTo>
                  <a:pt x="43" y="213"/>
                </a:lnTo>
                <a:lnTo>
                  <a:pt x="42" y="213"/>
                </a:lnTo>
                <a:lnTo>
                  <a:pt x="41" y="214"/>
                </a:lnTo>
                <a:lnTo>
                  <a:pt x="40" y="214"/>
                </a:lnTo>
                <a:lnTo>
                  <a:pt x="40" y="213"/>
                </a:lnTo>
                <a:lnTo>
                  <a:pt x="39" y="213"/>
                </a:lnTo>
                <a:lnTo>
                  <a:pt x="37" y="213"/>
                </a:lnTo>
                <a:lnTo>
                  <a:pt x="36" y="213"/>
                </a:lnTo>
                <a:lnTo>
                  <a:pt x="36" y="212"/>
                </a:lnTo>
                <a:lnTo>
                  <a:pt x="35" y="211"/>
                </a:lnTo>
                <a:lnTo>
                  <a:pt x="34" y="211"/>
                </a:lnTo>
                <a:lnTo>
                  <a:pt x="33" y="211"/>
                </a:lnTo>
                <a:lnTo>
                  <a:pt x="33" y="210"/>
                </a:lnTo>
                <a:lnTo>
                  <a:pt x="32" y="209"/>
                </a:lnTo>
                <a:lnTo>
                  <a:pt x="31" y="209"/>
                </a:lnTo>
                <a:lnTo>
                  <a:pt x="31" y="208"/>
                </a:lnTo>
                <a:lnTo>
                  <a:pt x="30" y="208"/>
                </a:lnTo>
                <a:lnTo>
                  <a:pt x="29" y="208"/>
                </a:lnTo>
                <a:lnTo>
                  <a:pt x="29" y="207"/>
                </a:lnTo>
                <a:lnTo>
                  <a:pt x="28" y="207"/>
                </a:lnTo>
                <a:lnTo>
                  <a:pt x="28" y="206"/>
                </a:lnTo>
                <a:lnTo>
                  <a:pt x="27" y="205"/>
                </a:lnTo>
                <a:lnTo>
                  <a:pt x="27" y="203"/>
                </a:lnTo>
                <a:lnTo>
                  <a:pt x="26" y="203"/>
                </a:lnTo>
                <a:lnTo>
                  <a:pt x="25" y="203"/>
                </a:lnTo>
                <a:lnTo>
                  <a:pt x="25" y="204"/>
                </a:lnTo>
                <a:lnTo>
                  <a:pt x="24" y="203"/>
                </a:lnTo>
                <a:lnTo>
                  <a:pt x="23" y="203"/>
                </a:lnTo>
                <a:lnTo>
                  <a:pt x="22" y="202"/>
                </a:lnTo>
                <a:lnTo>
                  <a:pt x="21" y="203"/>
                </a:lnTo>
                <a:lnTo>
                  <a:pt x="20" y="202"/>
                </a:lnTo>
                <a:lnTo>
                  <a:pt x="20" y="201"/>
                </a:lnTo>
                <a:lnTo>
                  <a:pt x="19" y="201"/>
                </a:lnTo>
                <a:lnTo>
                  <a:pt x="19" y="200"/>
                </a:lnTo>
                <a:lnTo>
                  <a:pt x="18" y="201"/>
                </a:lnTo>
                <a:lnTo>
                  <a:pt x="17" y="200"/>
                </a:lnTo>
                <a:lnTo>
                  <a:pt x="17" y="199"/>
                </a:lnTo>
                <a:lnTo>
                  <a:pt x="16" y="199"/>
                </a:lnTo>
                <a:lnTo>
                  <a:pt x="15" y="199"/>
                </a:lnTo>
                <a:lnTo>
                  <a:pt x="14" y="199"/>
                </a:lnTo>
                <a:lnTo>
                  <a:pt x="13" y="198"/>
                </a:lnTo>
                <a:lnTo>
                  <a:pt x="13" y="197"/>
                </a:lnTo>
                <a:lnTo>
                  <a:pt x="12" y="197"/>
                </a:lnTo>
                <a:lnTo>
                  <a:pt x="12" y="196"/>
                </a:lnTo>
                <a:lnTo>
                  <a:pt x="11" y="196"/>
                </a:lnTo>
                <a:lnTo>
                  <a:pt x="10" y="194"/>
                </a:lnTo>
                <a:lnTo>
                  <a:pt x="9" y="194"/>
                </a:lnTo>
                <a:lnTo>
                  <a:pt x="9" y="193"/>
                </a:lnTo>
                <a:lnTo>
                  <a:pt x="8" y="193"/>
                </a:lnTo>
                <a:lnTo>
                  <a:pt x="8" y="192"/>
                </a:lnTo>
                <a:lnTo>
                  <a:pt x="8" y="191"/>
                </a:lnTo>
                <a:lnTo>
                  <a:pt x="8" y="190"/>
                </a:lnTo>
                <a:lnTo>
                  <a:pt x="7" y="189"/>
                </a:lnTo>
                <a:lnTo>
                  <a:pt x="6" y="188"/>
                </a:lnTo>
                <a:lnTo>
                  <a:pt x="5" y="186"/>
                </a:lnTo>
                <a:lnTo>
                  <a:pt x="5" y="185"/>
                </a:lnTo>
                <a:lnTo>
                  <a:pt x="4" y="184"/>
                </a:lnTo>
                <a:lnTo>
                  <a:pt x="4" y="183"/>
                </a:lnTo>
                <a:lnTo>
                  <a:pt x="3" y="182"/>
                </a:lnTo>
                <a:lnTo>
                  <a:pt x="3" y="180"/>
                </a:lnTo>
                <a:lnTo>
                  <a:pt x="3" y="179"/>
                </a:lnTo>
                <a:lnTo>
                  <a:pt x="3" y="178"/>
                </a:lnTo>
                <a:lnTo>
                  <a:pt x="4" y="178"/>
                </a:lnTo>
                <a:lnTo>
                  <a:pt x="4" y="177"/>
                </a:lnTo>
                <a:lnTo>
                  <a:pt x="4" y="176"/>
                </a:lnTo>
                <a:lnTo>
                  <a:pt x="4" y="175"/>
                </a:lnTo>
                <a:lnTo>
                  <a:pt x="3" y="174"/>
                </a:lnTo>
                <a:lnTo>
                  <a:pt x="4" y="174"/>
                </a:lnTo>
                <a:lnTo>
                  <a:pt x="4" y="173"/>
                </a:lnTo>
                <a:lnTo>
                  <a:pt x="3" y="173"/>
                </a:lnTo>
                <a:lnTo>
                  <a:pt x="2" y="173"/>
                </a:lnTo>
                <a:lnTo>
                  <a:pt x="2" y="172"/>
                </a:lnTo>
                <a:lnTo>
                  <a:pt x="3" y="172"/>
                </a:lnTo>
                <a:lnTo>
                  <a:pt x="3" y="171"/>
                </a:lnTo>
                <a:lnTo>
                  <a:pt x="2" y="171"/>
                </a:lnTo>
                <a:lnTo>
                  <a:pt x="1" y="171"/>
                </a:lnTo>
                <a:lnTo>
                  <a:pt x="0" y="171"/>
                </a:lnTo>
                <a:lnTo>
                  <a:pt x="0" y="170"/>
                </a:lnTo>
                <a:lnTo>
                  <a:pt x="0" y="169"/>
                </a:lnTo>
                <a:lnTo>
                  <a:pt x="1" y="168"/>
                </a:lnTo>
                <a:lnTo>
                  <a:pt x="1" y="167"/>
                </a:lnTo>
                <a:lnTo>
                  <a:pt x="1" y="166"/>
                </a:lnTo>
                <a:lnTo>
                  <a:pt x="2" y="166"/>
                </a:lnTo>
                <a:lnTo>
                  <a:pt x="1" y="165"/>
                </a:lnTo>
                <a:lnTo>
                  <a:pt x="1" y="164"/>
                </a:lnTo>
                <a:lnTo>
                  <a:pt x="1" y="163"/>
                </a:lnTo>
                <a:lnTo>
                  <a:pt x="2" y="163"/>
                </a:lnTo>
                <a:lnTo>
                  <a:pt x="2" y="162"/>
                </a:lnTo>
                <a:lnTo>
                  <a:pt x="3" y="162"/>
                </a:lnTo>
                <a:lnTo>
                  <a:pt x="3" y="163"/>
                </a:lnTo>
                <a:lnTo>
                  <a:pt x="4" y="163"/>
                </a:lnTo>
                <a:lnTo>
                  <a:pt x="4" y="162"/>
                </a:lnTo>
                <a:lnTo>
                  <a:pt x="5" y="162"/>
                </a:lnTo>
                <a:lnTo>
                  <a:pt x="6" y="162"/>
                </a:lnTo>
                <a:lnTo>
                  <a:pt x="6" y="161"/>
                </a:lnTo>
                <a:lnTo>
                  <a:pt x="7" y="161"/>
                </a:lnTo>
                <a:lnTo>
                  <a:pt x="8" y="161"/>
                </a:lnTo>
                <a:lnTo>
                  <a:pt x="9" y="160"/>
                </a:lnTo>
                <a:lnTo>
                  <a:pt x="10" y="160"/>
                </a:lnTo>
                <a:lnTo>
                  <a:pt x="11" y="160"/>
                </a:lnTo>
                <a:lnTo>
                  <a:pt x="11" y="161"/>
                </a:lnTo>
                <a:lnTo>
                  <a:pt x="12" y="161"/>
                </a:lnTo>
                <a:lnTo>
                  <a:pt x="12" y="160"/>
                </a:lnTo>
                <a:lnTo>
                  <a:pt x="13" y="159"/>
                </a:lnTo>
                <a:lnTo>
                  <a:pt x="14" y="159"/>
                </a:lnTo>
                <a:lnTo>
                  <a:pt x="14" y="160"/>
                </a:lnTo>
                <a:lnTo>
                  <a:pt x="16" y="160"/>
                </a:lnTo>
                <a:lnTo>
                  <a:pt x="17" y="159"/>
                </a:lnTo>
                <a:lnTo>
                  <a:pt x="18" y="159"/>
                </a:lnTo>
                <a:lnTo>
                  <a:pt x="18" y="158"/>
                </a:lnTo>
                <a:lnTo>
                  <a:pt x="17" y="158"/>
                </a:lnTo>
                <a:lnTo>
                  <a:pt x="16" y="156"/>
                </a:lnTo>
                <a:lnTo>
                  <a:pt x="15" y="155"/>
                </a:lnTo>
                <a:lnTo>
                  <a:pt x="16" y="155"/>
                </a:lnTo>
                <a:lnTo>
                  <a:pt x="17" y="155"/>
                </a:lnTo>
                <a:lnTo>
                  <a:pt x="18" y="155"/>
                </a:lnTo>
                <a:lnTo>
                  <a:pt x="18" y="154"/>
                </a:lnTo>
                <a:lnTo>
                  <a:pt x="19" y="154"/>
                </a:lnTo>
                <a:lnTo>
                  <a:pt x="20" y="153"/>
                </a:lnTo>
                <a:lnTo>
                  <a:pt x="20" y="152"/>
                </a:lnTo>
                <a:lnTo>
                  <a:pt x="20" y="151"/>
                </a:lnTo>
                <a:lnTo>
                  <a:pt x="20" y="150"/>
                </a:lnTo>
                <a:lnTo>
                  <a:pt x="19" y="150"/>
                </a:lnTo>
                <a:lnTo>
                  <a:pt x="19" y="149"/>
                </a:lnTo>
                <a:lnTo>
                  <a:pt x="19" y="148"/>
                </a:lnTo>
                <a:lnTo>
                  <a:pt x="17" y="146"/>
                </a:lnTo>
                <a:lnTo>
                  <a:pt x="16" y="146"/>
                </a:lnTo>
                <a:lnTo>
                  <a:pt x="15" y="145"/>
                </a:lnTo>
                <a:lnTo>
                  <a:pt x="14" y="145"/>
                </a:lnTo>
                <a:lnTo>
                  <a:pt x="14" y="144"/>
                </a:lnTo>
                <a:lnTo>
                  <a:pt x="15" y="143"/>
                </a:lnTo>
                <a:lnTo>
                  <a:pt x="15" y="142"/>
                </a:lnTo>
                <a:lnTo>
                  <a:pt x="16" y="141"/>
                </a:lnTo>
                <a:lnTo>
                  <a:pt x="15" y="141"/>
                </a:lnTo>
                <a:lnTo>
                  <a:pt x="15" y="140"/>
                </a:lnTo>
                <a:lnTo>
                  <a:pt x="14" y="140"/>
                </a:lnTo>
                <a:lnTo>
                  <a:pt x="14" y="139"/>
                </a:lnTo>
                <a:lnTo>
                  <a:pt x="14" y="138"/>
                </a:lnTo>
                <a:lnTo>
                  <a:pt x="14" y="137"/>
                </a:lnTo>
                <a:lnTo>
                  <a:pt x="16" y="137"/>
                </a:lnTo>
                <a:lnTo>
                  <a:pt x="16" y="136"/>
                </a:lnTo>
                <a:lnTo>
                  <a:pt x="17" y="135"/>
                </a:lnTo>
                <a:lnTo>
                  <a:pt x="18" y="135"/>
                </a:lnTo>
                <a:lnTo>
                  <a:pt x="18" y="134"/>
                </a:lnTo>
                <a:lnTo>
                  <a:pt x="19" y="133"/>
                </a:lnTo>
                <a:lnTo>
                  <a:pt x="20" y="133"/>
                </a:lnTo>
                <a:lnTo>
                  <a:pt x="21" y="133"/>
                </a:lnTo>
                <a:lnTo>
                  <a:pt x="21" y="132"/>
                </a:lnTo>
                <a:lnTo>
                  <a:pt x="22" y="132"/>
                </a:lnTo>
                <a:lnTo>
                  <a:pt x="23" y="131"/>
                </a:lnTo>
                <a:lnTo>
                  <a:pt x="24" y="131"/>
                </a:lnTo>
                <a:lnTo>
                  <a:pt x="24" y="130"/>
                </a:lnTo>
                <a:lnTo>
                  <a:pt x="25" y="128"/>
                </a:lnTo>
                <a:lnTo>
                  <a:pt x="25" y="127"/>
                </a:lnTo>
                <a:lnTo>
                  <a:pt x="26" y="127"/>
                </a:lnTo>
                <a:lnTo>
                  <a:pt x="27" y="126"/>
                </a:lnTo>
                <a:lnTo>
                  <a:pt x="27" y="124"/>
                </a:lnTo>
                <a:lnTo>
                  <a:pt x="27" y="123"/>
                </a:lnTo>
                <a:lnTo>
                  <a:pt x="27" y="122"/>
                </a:lnTo>
                <a:lnTo>
                  <a:pt x="28" y="122"/>
                </a:lnTo>
                <a:lnTo>
                  <a:pt x="28" y="121"/>
                </a:lnTo>
                <a:lnTo>
                  <a:pt x="28" y="119"/>
                </a:lnTo>
                <a:lnTo>
                  <a:pt x="28" y="118"/>
                </a:lnTo>
                <a:lnTo>
                  <a:pt x="28" y="117"/>
                </a:lnTo>
                <a:lnTo>
                  <a:pt x="29" y="117"/>
                </a:lnTo>
                <a:lnTo>
                  <a:pt x="30" y="116"/>
                </a:lnTo>
                <a:lnTo>
                  <a:pt x="31" y="116"/>
                </a:lnTo>
                <a:lnTo>
                  <a:pt x="33" y="117"/>
                </a:lnTo>
                <a:lnTo>
                  <a:pt x="33" y="116"/>
                </a:lnTo>
                <a:lnTo>
                  <a:pt x="34" y="116"/>
                </a:lnTo>
                <a:lnTo>
                  <a:pt x="34" y="117"/>
                </a:lnTo>
                <a:lnTo>
                  <a:pt x="34" y="116"/>
                </a:lnTo>
                <a:lnTo>
                  <a:pt x="35" y="116"/>
                </a:lnTo>
                <a:lnTo>
                  <a:pt x="34" y="116"/>
                </a:lnTo>
                <a:lnTo>
                  <a:pt x="34" y="115"/>
                </a:lnTo>
                <a:lnTo>
                  <a:pt x="34" y="114"/>
                </a:lnTo>
                <a:lnTo>
                  <a:pt x="35" y="114"/>
                </a:lnTo>
                <a:lnTo>
                  <a:pt x="36" y="114"/>
                </a:lnTo>
                <a:lnTo>
                  <a:pt x="37" y="114"/>
                </a:lnTo>
                <a:lnTo>
                  <a:pt x="37" y="113"/>
                </a:lnTo>
                <a:lnTo>
                  <a:pt x="39" y="111"/>
                </a:lnTo>
                <a:lnTo>
                  <a:pt x="40" y="111"/>
                </a:lnTo>
                <a:lnTo>
                  <a:pt x="41" y="111"/>
                </a:lnTo>
                <a:lnTo>
                  <a:pt x="41" y="110"/>
                </a:lnTo>
                <a:lnTo>
                  <a:pt x="42" y="110"/>
                </a:lnTo>
                <a:lnTo>
                  <a:pt x="42" y="109"/>
                </a:lnTo>
                <a:lnTo>
                  <a:pt x="43" y="109"/>
                </a:lnTo>
                <a:lnTo>
                  <a:pt x="43" y="108"/>
                </a:lnTo>
                <a:lnTo>
                  <a:pt x="42" y="108"/>
                </a:lnTo>
                <a:lnTo>
                  <a:pt x="41" y="108"/>
                </a:lnTo>
                <a:lnTo>
                  <a:pt x="40" y="108"/>
                </a:lnTo>
                <a:lnTo>
                  <a:pt x="40" y="107"/>
                </a:lnTo>
                <a:lnTo>
                  <a:pt x="39" y="107"/>
                </a:lnTo>
                <a:lnTo>
                  <a:pt x="38" y="107"/>
                </a:lnTo>
                <a:lnTo>
                  <a:pt x="38" y="106"/>
                </a:lnTo>
                <a:lnTo>
                  <a:pt x="37" y="106"/>
                </a:lnTo>
                <a:lnTo>
                  <a:pt x="36" y="106"/>
                </a:lnTo>
                <a:lnTo>
                  <a:pt x="35" y="106"/>
                </a:lnTo>
                <a:lnTo>
                  <a:pt x="35" y="105"/>
                </a:lnTo>
                <a:lnTo>
                  <a:pt x="34" y="106"/>
                </a:lnTo>
                <a:lnTo>
                  <a:pt x="34" y="105"/>
                </a:lnTo>
                <a:lnTo>
                  <a:pt x="34" y="104"/>
                </a:lnTo>
                <a:lnTo>
                  <a:pt x="33" y="104"/>
                </a:lnTo>
                <a:lnTo>
                  <a:pt x="31" y="104"/>
                </a:lnTo>
                <a:lnTo>
                  <a:pt x="30" y="103"/>
                </a:lnTo>
                <a:lnTo>
                  <a:pt x="29" y="103"/>
                </a:lnTo>
                <a:lnTo>
                  <a:pt x="29" y="102"/>
                </a:lnTo>
                <a:lnTo>
                  <a:pt x="28" y="102"/>
                </a:lnTo>
                <a:lnTo>
                  <a:pt x="27" y="103"/>
                </a:lnTo>
                <a:lnTo>
                  <a:pt x="26" y="103"/>
                </a:lnTo>
                <a:lnTo>
                  <a:pt x="26" y="102"/>
                </a:lnTo>
                <a:lnTo>
                  <a:pt x="25" y="102"/>
                </a:lnTo>
                <a:lnTo>
                  <a:pt x="24" y="101"/>
                </a:lnTo>
                <a:lnTo>
                  <a:pt x="23" y="101"/>
                </a:lnTo>
                <a:lnTo>
                  <a:pt x="23" y="102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lnTo>
                  <a:pt x="21" y="100"/>
                </a:lnTo>
                <a:lnTo>
                  <a:pt x="20" y="100"/>
                </a:lnTo>
                <a:lnTo>
                  <a:pt x="20" y="99"/>
                </a:lnTo>
                <a:lnTo>
                  <a:pt x="20" y="98"/>
                </a:lnTo>
                <a:lnTo>
                  <a:pt x="19" y="98"/>
                </a:lnTo>
                <a:lnTo>
                  <a:pt x="19" y="97"/>
                </a:lnTo>
                <a:lnTo>
                  <a:pt x="18" y="97"/>
                </a:lnTo>
                <a:lnTo>
                  <a:pt x="18" y="96"/>
                </a:lnTo>
                <a:lnTo>
                  <a:pt x="17" y="95"/>
                </a:lnTo>
                <a:lnTo>
                  <a:pt x="17" y="94"/>
                </a:lnTo>
                <a:lnTo>
                  <a:pt x="17" y="93"/>
                </a:lnTo>
                <a:lnTo>
                  <a:pt x="17" y="92"/>
                </a:lnTo>
                <a:lnTo>
                  <a:pt x="18" y="92"/>
                </a:lnTo>
                <a:lnTo>
                  <a:pt x="18" y="91"/>
                </a:lnTo>
                <a:lnTo>
                  <a:pt x="18" y="90"/>
                </a:lnTo>
                <a:lnTo>
                  <a:pt x="18" y="89"/>
                </a:lnTo>
                <a:lnTo>
                  <a:pt x="18" y="88"/>
                </a:lnTo>
                <a:lnTo>
                  <a:pt x="17" y="88"/>
                </a:lnTo>
                <a:lnTo>
                  <a:pt x="16" y="88"/>
                </a:lnTo>
                <a:lnTo>
                  <a:pt x="15" y="88"/>
                </a:lnTo>
                <a:lnTo>
                  <a:pt x="15" y="87"/>
                </a:lnTo>
                <a:lnTo>
                  <a:pt x="14" y="87"/>
                </a:lnTo>
                <a:lnTo>
                  <a:pt x="13" y="87"/>
                </a:lnTo>
                <a:lnTo>
                  <a:pt x="12" y="87"/>
                </a:lnTo>
                <a:lnTo>
                  <a:pt x="11" y="88"/>
                </a:lnTo>
                <a:lnTo>
                  <a:pt x="10" y="88"/>
                </a:lnTo>
                <a:lnTo>
                  <a:pt x="10" y="87"/>
                </a:lnTo>
                <a:lnTo>
                  <a:pt x="10" y="86"/>
                </a:lnTo>
                <a:lnTo>
                  <a:pt x="9" y="86"/>
                </a:lnTo>
                <a:lnTo>
                  <a:pt x="9" y="85"/>
                </a:lnTo>
                <a:lnTo>
                  <a:pt x="8" y="86"/>
                </a:lnTo>
                <a:lnTo>
                  <a:pt x="8" y="85"/>
                </a:lnTo>
                <a:lnTo>
                  <a:pt x="7" y="85"/>
                </a:lnTo>
                <a:lnTo>
                  <a:pt x="6" y="84"/>
                </a:lnTo>
                <a:lnTo>
                  <a:pt x="6" y="82"/>
                </a:lnTo>
                <a:lnTo>
                  <a:pt x="7" y="81"/>
                </a:lnTo>
                <a:lnTo>
                  <a:pt x="7" y="80"/>
                </a:lnTo>
                <a:lnTo>
                  <a:pt x="7" y="79"/>
                </a:lnTo>
                <a:lnTo>
                  <a:pt x="8" y="78"/>
                </a:lnTo>
                <a:lnTo>
                  <a:pt x="8" y="77"/>
                </a:lnTo>
                <a:lnTo>
                  <a:pt x="8" y="76"/>
                </a:lnTo>
                <a:lnTo>
                  <a:pt x="9" y="76"/>
                </a:lnTo>
                <a:lnTo>
                  <a:pt x="8" y="74"/>
                </a:lnTo>
                <a:lnTo>
                  <a:pt x="7" y="73"/>
                </a:lnTo>
                <a:lnTo>
                  <a:pt x="8" y="72"/>
                </a:lnTo>
                <a:lnTo>
                  <a:pt x="8" y="71"/>
                </a:lnTo>
                <a:lnTo>
                  <a:pt x="7" y="71"/>
                </a:lnTo>
                <a:lnTo>
                  <a:pt x="7" y="70"/>
                </a:lnTo>
                <a:lnTo>
                  <a:pt x="7" y="68"/>
                </a:lnTo>
                <a:lnTo>
                  <a:pt x="7" y="67"/>
                </a:lnTo>
                <a:lnTo>
                  <a:pt x="7" y="66"/>
                </a:lnTo>
                <a:lnTo>
                  <a:pt x="6" y="66"/>
                </a:lnTo>
                <a:lnTo>
                  <a:pt x="6" y="65"/>
                </a:lnTo>
                <a:lnTo>
                  <a:pt x="7" y="65"/>
                </a:lnTo>
                <a:lnTo>
                  <a:pt x="6" y="65"/>
                </a:lnTo>
                <a:lnTo>
                  <a:pt x="6" y="64"/>
                </a:lnTo>
                <a:lnTo>
                  <a:pt x="6" y="63"/>
                </a:lnTo>
                <a:lnTo>
                  <a:pt x="6" y="62"/>
                </a:lnTo>
                <a:lnTo>
                  <a:pt x="5" y="61"/>
                </a:lnTo>
                <a:lnTo>
                  <a:pt x="4" y="61"/>
                </a:lnTo>
                <a:lnTo>
                  <a:pt x="4" y="60"/>
                </a:lnTo>
                <a:lnTo>
                  <a:pt x="3" y="60"/>
                </a:lnTo>
                <a:lnTo>
                  <a:pt x="2" y="60"/>
                </a:lnTo>
                <a:lnTo>
                  <a:pt x="2" y="59"/>
                </a:lnTo>
                <a:lnTo>
                  <a:pt x="2" y="58"/>
                </a:lnTo>
                <a:lnTo>
                  <a:pt x="2" y="57"/>
                </a:lnTo>
                <a:lnTo>
                  <a:pt x="3" y="56"/>
                </a:lnTo>
                <a:lnTo>
                  <a:pt x="4" y="56"/>
                </a:lnTo>
                <a:lnTo>
                  <a:pt x="5" y="56"/>
                </a:lnTo>
                <a:lnTo>
                  <a:pt x="5" y="55"/>
                </a:lnTo>
                <a:lnTo>
                  <a:pt x="4" y="54"/>
                </a:lnTo>
                <a:lnTo>
                  <a:pt x="5" y="54"/>
                </a:lnTo>
                <a:lnTo>
                  <a:pt x="5" y="53"/>
                </a:lnTo>
                <a:lnTo>
                  <a:pt x="4" y="53"/>
                </a:lnTo>
                <a:lnTo>
                  <a:pt x="4" y="52"/>
                </a:lnTo>
                <a:lnTo>
                  <a:pt x="4" y="51"/>
                </a:lnTo>
                <a:lnTo>
                  <a:pt x="5" y="51"/>
                </a:lnTo>
                <a:lnTo>
                  <a:pt x="6" y="52"/>
                </a:lnTo>
                <a:lnTo>
                  <a:pt x="7" y="51"/>
                </a:lnTo>
                <a:lnTo>
                  <a:pt x="8" y="51"/>
                </a:lnTo>
                <a:lnTo>
                  <a:pt x="9" y="51"/>
                </a:lnTo>
                <a:lnTo>
                  <a:pt x="10" y="51"/>
                </a:lnTo>
                <a:lnTo>
                  <a:pt x="11" y="51"/>
                </a:lnTo>
                <a:lnTo>
                  <a:pt x="12" y="51"/>
                </a:lnTo>
                <a:lnTo>
                  <a:pt x="12" y="50"/>
                </a:lnTo>
                <a:lnTo>
                  <a:pt x="12" y="49"/>
                </a:lnTo>
                <a:lnTo>
                  <a:pt x="13" y="49"/>
                </a:lnTo>
                <a:lnTo>
                  <a:pt x="13" y="50"/>
                </a:lnTo>
                <a:lnTo>
                  <a:pt x="14" y="50"/>
                </a:lnTo>
                <a:lnTo>
                  <a:pt x="14" y="49"/>
                </a:lnTo>
                <a:lnTo>
                  <a:pt x="15" y="49"/>
                </a:lnTo>
                <a:lnTo>
                  <a:pt x="16" y="49"/>
                </a:lnTo>
                <a:lnTo>
                  <a:pt x="16" y="48"/>
                </a:lnTo>
                <a:lnTo>
                  <a:pt x="17" y="49"/>
                </a:lnTo>
                <a:lnTo>
                  <a:pt x="18" y="49"/>
                </a:lnTo>
                <a:lnTo>
                  <a:pt x="18" y="50"/>
                </a:lnTo>
                <a:lnTo>
                  <a:pt x="19" y="49"/>
                </a:lnTo>
                <a:lnTo>
                  <a:pt x="20" y="49"/>
                </a:lnTo>
                <a:lnTo>
                  <a:pt x="21" y="48"/>
                </a:lnTo>
                <a:lnTo>
                  <a:pt x="22" y="48"/>
                </a:lnTo>
                <a:lnTo>
                  <a:pt x="23" y="48"/>
                </a:lnTo>
                <a:lnTo>
                  <a:pt x="24" y="47"/>
                </a:lnTo>
                <a:lnTo>
                  <a:pt x="25" y="47"/>
                </a:lnTo>
                <a:lnTo>
                  <a:pt x="26" y="46"/>
                </a:lnTo>
                <a:lnTo>
                  <a:pt x="27" y="46"/>
                </a:lnTo>
                <a:lnTo>
                  <a:pt x="28" y="46"/>
                </a:lnTo>
                <a:lnTo>
                  <a:pt x="28" y="47"/>
                </a:lnTo>
                <a:lnTo>
                  <a:pt x="29" y="48"/>
                </a:lnTo>
                <a:lnTo>
                  <a:pt x="30" y="48"/>
                </a:lnTo>
                <a:lnTo>
                  <a:pt x="30" y="47"/>
                </a:lnTo>
                <a:lnTo>
                  <a:pt x="31" y="47"/>
                </a:lnTo>
                <a:lnTo>
                  <a:pt x="31" y="46"/>
                </a:lnTo>
                <a:lnTo>
                  <a:pt x="31" y="45"/>
                </a:lnTo>
                <a:lnTo>
                  <a:pt x="31" y="44"/>
                </a:lnTo>
                <a:lnTo>
                  <a:pt x="32" y="44"/>
                </a:lnTo>
                <a:lnTo>
                  <a:pt x="32" y="43"/>
                </a:lnTo>
                <a:lnTo>
                  <a:pt x="32" y="42"/>
                </a:lnTo>
                <a:lnTo>
                  <a:pt x="32" y="41"/>
                </a:lnTo>
                <a:lnTo>
                  <a:pt x="32" y="40"/>
                </a:lnTo>
                <a:lnTo>
                  <a:pt x="32" y="39"/>
                </a:lnTo>
                <a:lnTo>
                  <a:pt x="32" y="38"/>
                </a:lnTo>
                <a:lnTo>
                  <a:pt x="32" y="37"/>
                </a:lnTo>
                <a:lnTo>
                  <a:pt x="32" y="36"/>
                </a:lnTo>
                <a:lnTo>
                  <a:pt x="33" y="36"/>
                </a:lnTo>
                <a:lnTo>
                  <a:pt x="34" y="36"/>
                </a:lnTo>
                <a:lnTo>
                  <a:pt x="34" y="37"/>
                </a:lnTo>
                <a:lnTo>
                  <a:pt x="35" y="36"/>
                </a:lnTo>
                <a:lnTo>
                  <a:pt x="36" y="35"/>
                </a:lnTo>
                <a:lnTo>
                  <a:pt x="36" y="34"/>
                </a:lnTo>
                <a:lnTo>
                  <a:pt x="37" y="34"/>
                </a:lnTo>
                <a:lnTo>
                  <a:pt x="37" y="33"/>
                </a:lnTo>
                <a:lnTo>
                  <a:pt x="37" y="32"/>
                </a:lnTo>
                <a:lnTo>
                  <a:pt x="37" y="31"/>
                </a:lnTo>
                <a:lnTo>
                  <a:pt x="37" y="30"/>
                </a:lnTo>
                <a:lnTo>
                  <a:pt x="36" y="30"/>
                </a:lnTo>
                <a:lnTo>
                  <a:pt x="36" y="29"/>
                </a:lnTo>
                <a:lnTo>
                  <a:pt x="35" y="28"/>
                </a:lnTo>
                <a:lnTo>
                  <a:pt x="35" y="27"/>
                </a:lnTo>
                <a:lnTo>
                  <a:pt x="34" y="27"/>
                </a:lnTo>
                <a:lnTo>
                  <a:pt x="33" y="25"/>
                </a:lnTo>
                <a:lnTo>
                  <a:pt x="33" y="24"/>
                </a:lnTo>
                <a:lnTo>
                  <a:pt x="33" y="23"/>
                </a:lnTo>
                <a:lnTo>
                  <a:pt x="34" y="22"/>
                </a:lnTo>
                <a:lnTo>
                  <a:pt x="35" y="22"/>
                </a:lnTo>
                <a:lnTo>
                  <a:pt x="36" y="22"/>
                </a:lnTo>
                <a:lnTo>
                  <a:pt x="37" y="22"/>
                </a:lnTo>
                <a:lnTo>
                  <a:pt x="37" y="21"/>
                </a:lnTo>
                <a:lnTo>
                  <a:pt x="38" y="21"/>
                </a:lnTo>
                <a:lnTo>
                  <a:pt x="40" y="20"/>
                </a:lnTo>
                <a:lnTo>
                  <a:pt x="41" y="19"/>
                </a:lnTo>
                <a:lnTo>
                  <a:pt x="43" y="19"/>
                </a:lnTo>
                <a:lnTo>
                  <a:pt x="45" y="18"/>
                </a:lnTo>
                <a:lnTo>
                  <a:pt x="46" y="18"/>
                </a:lnTo>
                <a:lnTo>
                  <a:pt x="46" y="17"/>
                </a:lnTo>
                <a:lnTo>
                  <a:pt x="47" y="15"/>
                </a:lnTo>
                <a:lnTo>
                  <a:pt x="47" y="14"/>
                </a:lnTo>
                <a:lnTo>
                  <a:pt x="48" y="13"/>
                </a:lnTo>
                <a:lnTo>
                  <a:pt x="49" y="13"/>
                </a:lnTo>
                <a:lnTo>
                  <a:pt x="52" y="13"/>
                </a:lnTo>
                <a:lnTo>
                  <a:pt x="54" y="13"/>
                </a:lnTo>
                <a:lnTo>
                  <a:pt x="55" y="13"/>
                </a:lnTo>
                <a:lnTo>
                  <a:pt x="57" y="13"/>
                </a:lnTo>
                <a:lnTo>
                  <a:pt x="58" y="13"/>
                </a:lnTo>
                <a:lnTo>
                  <a:pt x="60" y="14"/>
                </a:lnTo>
                <a:lnTo>
                  <a:pt x="61" y="14"/>
                </a:lnTo>
                <a:lnTo>
                  <a:pt x="62" y="14"/>
                </a:lnTo>
                <a:lnTo>
                  <a:pt x="63" y="14"/>
                </a:lnTo>
                <a:lnTo>
                  <a:pt x="63" y="15"/>
                </a:lnTo>
                <a:lnTo>
                  <a:pt x="64" y="16"/>
                </a:lnTo>
                <a:lnTo>
                  <a:pt x="65" y="17"/>
                </a:lnTo>
                <a:lnTo>
                  <a:pt x="66" y="18"/>
                </a:lnTo>
                <a:lnTo>
                  <a:pt x="67" y="18"/>
                </a:lnTo>
                <a:lnTo>
                  <a:pt x="67" y="19"/>
                </a:lnTo>
                <a:lnTo>
                  <a:pt x="68" y="19"/>
                </a:lnTo>
                <a:lnTo>
                  <a:pt x="68" y="20"/>
                </a:lnTo>
                <a:lnTo>
                  <a:pt x="69" y="20"/>
                </a:lnTo>
                <a:lnTo>
                  <a:pt x="70" y="20"/>
                </a:lnTo>
                <a:lnTo>
                  <a:pt x="70" y="21"/>
                </a:lnTo>
                <a:lnTo>
                  <a:pt x="71" y="22"/>
                </a:lnTo>
                <a:lnTo>
                  <a:pt x="71" y="23"/>
                </a:lnTo>
                <a:lnTo>
                  <a:pt x="72" y="24"/>
                </a:lnTo>
                <a:lnTo>
                  <a:pt x="73" y="24"/>
                </a:lnTo>
                <a:lnTo>
                  <a:pt x="74" y="24"/>
                </a:lnTo>
                <a:lnTo>
                  <a:pt x="75" y="23"/>
                </a:lnTo>
                <a:lnTo>
                  <a:pt x="75" y="24"/>
                </a:lnTo>
                <a:lnTo>
                  <a:pt x="76" y="24"/>
                </a:lnTo>
                <a:lnTo>
                  <a:pt x="77" y="24"/>
                </a:lnTo>
                <a:lnTo>
                  <a:pt x="77" y="23"/>
                </a:lnTo>
                <a:lnTo>
                  <a:pt x="79" y="23"/>
                </a:lnTo>
                <a:lnTo>
                  <a:pt x="80" y="24"/>
                </a:lnTo>
                <a:lnTo>
                  <a:pt x="81" y="24"/>
                </a:lnTo>
                <a:lnTo>
                  <a:pt x="82" y="25"/>
                </a:lnTo>
                <a:lnTo>
                  <a:pt x="83" y="25"/>
                </a:lnTo>
                <a:lnTo>
                  <a:pt x="84" y="25"/>
                </a:lnTo>
                <a:lnTo>
                  <a:pt x="85" y="25"/>
                </a:lnTo>
                <a:lnTo>
                  <a:pt x="86" y="26"/>
                </a:lnTo>
                <a:lnTo>
                  <a:pt x="88" y="27"/>
                </a:lnTo>
                <a:lnTo>
                  <a:pt x="89" y="27"/>
                </a:lnTo>
                <a:lnTo>
                  <a:pt x="90" y="28"/>
                </a:lnTo>
                <a:lnTo>
                  <a:pt x="91" y="28"/>
                </a:lnTo>
                <a:lnTo>
                  <a:pt x="92" y="28"/>
                </a:lnTo>
                <a:lnTo>
                  <a:pt x="93" y="28"/>
                </a:lnTo>
                <a:lnTo>
                  <a:pt x="95" y="28"/>
                </a:lnTo>
                <a:lnTo>
                  <a:pt x="96" y="28"/>
                </a:lnTo>
                <a:lnTo>
                  <a:pt x="97" y="27"/>
                </a:lnTo>
                <a:lnTo>
                  <a:pt x="98" y="28"/>
                </a:lnTo>
                <a:lnTo>
                  <a:pt x="101" y="27"/>
                </a:lnTo>
                <a:lnTo>
                  <a:pt x="102" y="27"/>
                </a:lnTo>
                <a:lnTo>
                  <a:pt x="102" y="26"/>
                </a:lnTo>
                <a:lnTo>
                  <a:pt x="103" y="26"/>
                </a:lnTo>
                <a:lnTo>
                  <a:pt x="105" y="27"/>
                </a:lnTo>
                <a:lnTo>
                  <a:pt x="106" y="27"/>
                </a:lnTo>
                <a:lnTo>
                  <a:pt x="107" y="27"/>
                </a:lnTo>
                <a:lnTo>
                  <a:pt x="110" y="28"/>
                </a:lnTo>
                <a:lnTo>
                  <a:pt x="110" y="29"/>
                </a:lnTo>
                <a:lnTo>
                  <a:pt x="109" y="31"/>
                </a:lnTo>
                <a:lnTo>
                  <a:pt x="110" y="31"/>
                </a:lnTo>
                <a:lnTo>
                  <a:pt x="110" y="32"/>
                </a:lnTo>
                <a:lnTo>
                  <a:pt x="111" y="32"/>
                </a:lnTo>
                <a:lnTo>
                  <a:pt x="111" y="33"/>
                </a:lnTo>
                <a:lnTo>
                  <a:pt x="112" y="33"/>
                </a:lnTo>
                <a:lnTo>
                  <a:pt x="112" y="34"/>
                </a:lnTo>
                <a:lnTo>
                  <a:pt x="113" y="34"/>
                </a:lnTo>
                <a:lnTo>
                  <a:pt x="114" y="35"/>
                </a:lnTo>
                <a:lnTo>
                  <a:pt x="114" y="36"/>
                </a:lnTo>
                <a:lnTo>
                  <a:pt x="114" y="37"/>
                </a:lnTo>
                <a:lnTo>
                  <a:pt x="114" y="38"/>
                </a:lnTo>
                <a:lnTo>
                  <a:pt x="114" y="39"/>
                </a:lnTo>
                <a:lnTo>
                  <a:pt x="115" y="40"/>
                </a:lnTo>
                <a:lnTo>
                  <a:pt x="114" y="41"/>
                </a:lnTo>
                <a:lnTo>
                  <a:pt x="114" y="42"/>
                </a:lnTo>
                <a:lnTo>
                  <a:pt x="113" y="43"/>
                </a:lnTo>
                <a:lnTo>
                  <a:pt x="112" y="43"/>
                </a:lnTo>
                <a:lnTo>
                  <a:pt x="111" y="43"/>
                </a:lnTo>
                <a:lnTo>
                  <a:pt x="111" y="44"/>
                </a:lnTo>
                <a:lnTo>
                  <a:pt x="112" y="44"/>
                </a:lnTo>
                <a:lnTo>
                  <a:pt x="111" y="44"/>
                </a:lnTo>
                <a:lnTo>
                  <a:pt x="111" y="45"/>
                </a:lnTo>
                <a:lnTo>
                  <a:pt x="111" y="46"/>
                </a:lnTo>
                <a:lnTo>
                  <a:pt x="111" y="47"/>
                </a:lnTo>
                <a:lnTo>
                  <a:pt x="112" y="47"/>
                </a:lnTo>
                <a:lnTo>
                  <a:pt x="112" y="48"/>
                </a:lnTo>
                <a:lnTo>
                  <a:pt x="113" y="49"/>
                </a:lnTo>
                <a:lnTo>
                  <a:pt x="113" y="50"/>
                </a:lnTo>
                <a:lnTo>
                  <a:pt x="113" y="51"/>
                </a:lnTo>
                <a:lnTo>
                  <a:pt x="112" y="51"/>
                </a:lnTo>
                <a:lnTo>
                  <a:pt x="112" y="52"/>
                </a:lnTo>
                <a:lnTo>
                  <a:pt x="111" y="52"/>
                </a:lnTo>
                <a:lnTo>
                  <a:pt x="111" y="53"/>
                </a:lnTo>
                <a:lnTo>
                  <a:pt x="111" y="54"/>
                </a:lnTo>
                <a:lnTo>
                  <a:pt x="112" y="54"/>
                </a:lnTo>
                <a:lnTo>
                  <a:pt x="113" y="55"/>
                </a:lnTo>
                <a:lnTo>
                  <a:pt x="114" y="57"/>
                </a:lnTo>
                <a:lnTo>
                  <a:pt x="115" y="57"/>
                </a:lnTo>
                <a:lnTo>
                  <a:pt x="116" y="56"/>
                </a:lnTo>
                <a:lnTo>
                  <a:pt x="117" y="56"/>
                </a:lnTo>
                <a:lnTo>
                  <a:pt x="118" y="58"/>
                </a:lnTo>
                <a:lnTo>
                  <a:pt x="119" y="59"/>
                </a:lnTo>
                <a:lnTo>
                  <a:pt x="119" y="60"/>
                </a:lnTo>
                <a:lnTo>
                  <a:pt x="119" y="61"/>
                </a:lnTo>
                <a:lnTo>
                  <a:pt x="120" y="61"/>
                </a:lnTo>
                <a:lnTo>
                  <a:pt x="120" y="62"/>
                </a:lnTo>
                <a:lnTo>
                  <a:pt x="120" y="63"/>
                </a:lnTo>
                <a:lnTo>
                  <a:pt x="120" y="64"/>
                </a:lnTo>
                <a:lnTo>
                  <a:pt x="119" y="64"/>
                </a:lnTo>
                <a:lnTo>
                  <a:pt x="120" y="65"/>
                </a:lnTo>
                <a:lnTo>
                  <a:pt x="121" y="65"/>
                </a:lnTo>
                <a:lnTo>
                  <a:pt x="122" y="65"/>
                </a:lnTo>
                <a:lnTo>
                  <a:pt x="123" y="65"/>
                </a:lnTo>
                <a:lnTo>
                  <a:pt x="124" y="66"/>
                </a:lnTo>
                <a:lnTo>
                  <a:pt x="124" y="67"/>
                </a:lnTo>
                <a:lnTo>
                  <a:pt x="124" y="68"/>
                </a:lnTo>
                <a:lnTo>
                  <a:pt x="125" y="68"/>
                </a:lnTo>
                <a:lnTo>
                  <a:pt x="126" y="68"/>
                </a:lnTo>
                <a:lnTo>
                  <a:pt x="127" y="69"/>
                </a:lnTo>
                <a:lnTo>
                  <a:pt x="128" y="69"/>
                </a:lnTo>
                <a:lnTo>
                  <a:pt x="129" y="70"/>
                </a:lnTo>
                <a:lnTo>
                  <a:pt x="130" y="71"/>
                </a:lnTo>
                <a:lnTo>
                  <a:pt x="131" y="71"/>
                </a:lnTo>
                <a:lnTo>
                  <a:pt x="131" y="73"/>
                </a:lnTo>
                <a:lnTo>
                  <a:pt x="131" y="74"/>
                </a:lnTo>
                <a:lnTo>
                  <a:pt x="132" y="75"/>
                </a:lnTo>
                <a:lnTo>
                  <a:pt x="133" y="76"/>
                </a:lnTo>
                <a:lnTo>
                  <a:pt x="134" y="77"/>
                </a:lnTo>
                <a:lnTo>
                  <a:pt x="135" y="77"/>
                </a:lnTo>
                <a:lnTo>
                  <a:pt x="136" y="78"/>
                </a:lnTo>
                <a:lnTo>
                  <a:pt x="136" y="79"/>
                </a:lnTo>
                <a:lnTo>
                  <a:pt x="137" y="79"/>
                </a:lnTo>
                <a:lnTo>
                  <a:pt x="136" y="79"/>
                </a:lnTo>
                <a:lnTo>
                  <a:pt x="136" y="80"/>
                </a:lnTo>
                <a:lnTo>
                  <a:pt x="135" y="81"/>
                </a:lnTo>
                <a:lnTo>
                  <a:pt x="134" y="81"/>
                </a:lnTo>
                <a:lnTo>
                  <a:pt x="133" y="81"/>
                </a:lnTo>
                <a:lnTo>
                  <a:pt x="133" y="82"/>
                </a:lnTo>
                <a:lnTo>
                  <a:pt x="133" y="83"/>
                </a:lnTo>
                <a:lnTo>
                  <a:pt x="134" y="84"/>
                </a:lnTo>
                <a:lnTo>
                  <a:pt x="133" y="84"/>
                </a:lnTo>
                <a:lnTo>
                  <a:pt x="134" y="84"/>
                </a:lnTo>
                <a:lnTo>
                  <a:pt x="135" y="85"/>
                </a:lnTo>
                <a:lnTo>
                  <a:pt x="136" y="85"/>
                </a:lnTo>
                <a:lnTo>
                  <a:pt x="136" y="86"/>
                </a:lnTo>
                <a:lnTo>
                  <a:pt x="137" y="86"/>
                </a:lnTo>
                <a:lnTo>
                  <a:pt x="137" y="87"/>
                </a:lnTo>
                <a:lnTo>
                  <a:pt x="138" y="87"/>
                </a:lnTo>
                <a:lnTo>
                  <a:pt x="138" y="88"/>
                </a:lnTo>
                <a:lnTo>
                  <a:pt x="137" y="88"/>
                </a:lnTo>
                <a:lnTo>
                  <a:pt x="137" y="89"/>
                </a:lnTo>
                <a:lnTo>
                  <a:pt x="136" y="90"/>
                </a:lnTo>
                <a:lnTo>
                  <a:pt x="136" y="92"/>
                </a:lnTo>
                <a:lnTo>
                  <a:pt x="137" y="92"/>
                </a:lnTo>
                <a:lnTo>
                  <a:pt x="137" y="93"/>
                </a:lnTo>
                <a:lnTo>
                  <a:pt x="138" y="92"/>
                </a:lnTo>
                <a:lnTo>
                  <a:pt x="139" y="92"/>
                </a:lnTo>
                <a:lnTo>
                  <a:pt x="139" y="93"/>
                </a:lnTo>
                <a:lnTo>
                  <a:pt x="139" y="94"/>
                </a:lnTo>
                <a:lnTo>
                  <a:pt x="140" y="94"/>
                </a:lnTo>
                <a:lnTo>
                  <a:pt x="140" y="95"/>
                </a:lnTo>
                <a:lnTo>
                  <a:pt x="141" y="95"/>
                </a:lnTo>
                <a:lnTo>
                  <a:pt x="142" y="96"/>
                </a:lnTo>
                <a:lnTo>
                  <a:pt x="143" y="97"/>
                </a:lnTo>
                <a:lnTo>
                  <a:pt x="144" y="97"/>
                </a:lnTo>
                <a:lnTo>
                  <a:pt x="145" y="97"/>
                </a:lnTo>
                <a:lnTo>
                  <a:pt x="144" y="97"/>
                </a:lnTo>
                <a:lnTo>
                  <a:pt x="144" y="98"/>
                </a:lnTo>
                <a:lnTo>
                  <a:pt x="144" y="100"/>
                </a:lnTo>
                <a:lnTo>
                  <a:pt x="145" y="99"/>
                </a:lnTo>
                <a:lnTo>
                  <a:pt x="145" y="100"/>
                </a:lnTo>
                <a:lnTo>
                  <a:pt x="146" y="100"/>
                </a:lnTo>
                <a:lnTo>
                  <a:pt x="146" y="102"/>
                </a:lnTo>
                <a:lnTo>
                  <a:pt x="146" y="103"/>
                </a:lnTo>
                <a:lnTo>
                  <a:pt x="146" y="105"/>
                </a:lnTo>
                <a:lnTo>
                  <a:pt x="146" y="106"/>
                </a:lnTo>
                <a:lnTo>
                  <a:pt x="146" y="108"/>
                </a:lnTo>
                <a:lnTo>
                  <a:pt x="145" y="108"/>
                </a:lnTo>
                <a:lnTo>
                  <a:pt x="146" y="109"/>
                </a:lnTo>
                <a:lnTo>
                  <a:pt x="147" y="109"/>
                </a:lnTo>
                <a:lnTo>
                  <a:pt x="147" y="110"/>
                </a:lnTo>
                <a:lnTo>
                  <a:pt x="148" y="111"/>
                </a:lnTo>
                <a:lnTo>
                  <a:pt x="148" y="112"/>
                </a:lnTo>
                <a:lnTo>
                  <a:pt x="149" y="112"/>
                </a:lnTo>
                <a:lnTo>
                  <a:pt x="150" y="112"/>
                </a:lnTo>
                <a:lnTo>
                  <a:pt x="150" y="113"/>
                </a:lnTo>
                <a:lnTo>
                  <a:pt x="150" y="114"/>
                </a:lnTo>
                <a:lnTo>
                  <a:pt x="150" y="115"/>
                </a:lnTo>
                <a:lnTo>
                  <a:pt x="150" y="116"/>
                </a:lnTo>
                <a:lnTo>
                  <a:pt x="149" y="117"/>
                </a:lnTo>
                <a:lnTo>
                  <a:pt x="149" y="118"/>
                </a:lnTo>
                <a:lnTo>
                  <a:pt x="150" y="118"/>
                </a:lnTo>
                <a:lnTo>
                  <a:pt x="149" y="118"/>
                </a:lnTo>
                <a:lnTo>
                  <a:pt x="149" y="119"/>
                </a:lnTo>
                <a:lnTo>
                  <a:pt x="149" y="120"/>
                </a:lnTo>
                <a:lnTo>
                  <a:pt x="149" y="121"/>
                </a:lnTo>
                <a:lnTo>
                  <a:pt x="149" y="122"/>
                </a:lnTo>
                <a:lnTo>
                  <a:pt x="148" y="122"/>
                </a:lnTo>
                <a:lnTo>
                  <a:pt x="148" y="123"/>
                </a:lnTo>
                <a:lnTo>
                  <a:pt x="148" y="124"/>
                </a:lnTo>
                <a:lnTo>
                  <a:pt x="149" y="124"/>
                </a:lnTo>
                <a:lnTo>
                  <a:pt x="150" y="124"/>
                </a:lnTo>
                <a:lnTo>
                  <a:pt x="151" y="124"/>
                </a:lnTo>
                <a:lnTo>
                  <a:pt x="151" y="125"/>
                </a:lnTo>
                <a:lnTo>
                  <a:pt x="152" y="125"/>
                </a:lnTo>
                <a:lnTo>
                  <a:pt x="153" y="125"/>
                </a:lnTo>
                <a:lnTo>
                  <a:pt x="153" y="126"/>
                </a:lnTo>
                <a:lnTo>
                  <a:pt x="153" y="127"/>
                </a:lnTo>
                <a:lnTo>
                  <a:pt x="154" y="127"/>
                </a:lnTo>
                <a:lnTo>
                  <a:pt x="153" y="128"/>
                </a:lnTo>
                <a:lnTo>
                  <a:pt x="153" y="129"/>
                </a:lnTo>
                <a:lnTo>
                  <a:pt x="153" y="130"/>
                </a:lnTo>
                <a:lnTo>
                  <a:pt x="153" y="131"/>
                </a:lnTo>
                <a:lnTo>
                  <a:pt x="153" y="132"/>
                </a:lnTo>
                <a:lnTo>
                  <a:pt x="154" y="133"/>
                </a:lnTo>
                <a:lnTo>
                  <a:pt x="155" y="133"/>
                </a:lnTo>
                <a:lnTo>
                  <a:pt x="156" y="133"/>
                </a:lnTo>
                <a:lnTo>
                  <a:pt x="156" y="134"/>
                </a:lnTo>
                <a:lnTo>
                  <a:pt x="156" y="135"/>
                </a:lnTo>
                <a:lnTo>
                  <a:pt x="155" y="135"/>
                </a:lnTo>
                <a:lnTo>
                  <a:pt x="155" y="136"/>
                </a:lnTo>
                <a:lnTo>
                  <a:pt x="156" y="137"/>
                </a:lnTo>
                <a:lnTo>
                  <a:pt x="157" y="137"/>
                </a:lnTo>
                <a:lnTo>
                  <a:pt x="158" y="138"/>
                </a:lnTo>
                <a:lnTo>
                  <a:pt x="158" y="139"/>
                </a:lnTo>
                <a:lnTo>
                  <a:pt x="159" y="139"/>
                </a:lnTo>
                <a:lnTo>
                  <a:pt x="160" y="139"/>
                </a:lnTo>
                <a:lnTo>
                  <a:pt x="160" y="140"/>
                </a:lnTo>
                <a:lnTo>
                  <a:pt x="161" y="140"/>
                </a:lnTo>
                <a:lnTo>
                  <a:pt x="161" y="141"/>
                </a:lnTo>
                <a:lnTo>
                  <a:pt x="162" y="141"/>
                </a:lnTo>
                <a:lnTo>
                  <a:pt x="163" y="141"/>
                </a:lnTo>
                <a:lnTo>
                  <a:pt x="163" y="142"/>
                </a:lnTo>
                <a:lnTo>
                  <a:pt x="164" y="143"/>
                </a:lnTo>
                <a:lnTo>
                  <a:pt x="165" y="143"/>
                </a:lnTo>
                <a:lnTo>
                  <a:pt x="167" y="143"/>
                </a:lnTo>
                <a:lnTo>
                  <a:pt x="168" y="143"/>
                </a:lnTo>
                <a:lnTo>
                  <a:pt x="169" y="143"/>
                </a:lnTo>
                <a:lnTo>
                  <a:pt x="170" y="143"/>
                </a:lnTo>
                <a:lnTo>
                  <a:pt x="170" y="144"/>
                </a:lnTo>
                <a:lnTo>
                  <a:pt x="170" y="145"/>
                </a:lnTo>
                <a:lnTo>
                  <a:pt x="170" y="146"/>
                </a:lnTo>
                <a:lnTo>
                  <a:pt x="171" y="146"/>
                </a:lnTo>
                <a:lnTo>
                  <a:pt x="172" y="146"/>
                </a:lnTo>
                <a:lnTo>
                  <a:pt x="173" y="146"/>
                </a:lnTo>
                <a:lnTo>
                  <a:pt x="173" y="147"/>
                </a:lnTo>
                <a:lnTo>
                  <a:pt x="174" y="147"/>
                </a:lnTo>
                <a:lnTo>
                  <a:pt x="175" y="148"/>
                </a:lnTo>
                <a:lnTo>
                  <a:pt x="175" y="147"/>
                </a:lnTo>
                <a:lnTo>
                  <a:pt x="176" y="146"/>
                </a:lnTo>
                <a:lnTo>
                  <a:pt x="177" y="147"/>
                </a:lnTo>
                <a:lnTo>
                  <a:pt x="178" y="147"/>
                </a:lnTo>
                <a:lnTo>
                  <a:pt x="179" y="147"/>
                </a:lnTo>
                <a:lnTo>
                  <a:pt x="180" y="147"/>
                </a:lnTo>
                <a:lnTo>
                  <a:pt x="180" y="148"/>
                </a:lnTo>
                <a:lnTo>
                  <a:pt x="181" y="148"/>
                </a:lnTo>
                <a:lnTo>
                  <a:pt x="182" y="148"/>
                </a:lnTo>
                <a:lnTo>
                  <a:pt x="183" y="148"/>
                </a:lnTo>
                <a:lnTo>
                  <a:pt x="183" y="149"/>
                </a:lnTo>
                <a:lnTo>
                  <a:pt x="184" y="149"/>
                </a:lnTo>
                <a:lnTo>
                  <a:pt x="184" y="150"/>
                </a:lnTo>
                <a:lnTo>
                  <a:pt x="185" y="150"/>
                </a:lnTo>
                <a:lnTo>
                  <a:pt x="186" y="150"/>
                </a:lnTo>
                <a:lnTo>
                  <a:pt x="186" y="151"/>
                </a:lnTo>
                <a:lnTo>
                  <a:pt x="186" y="152"/>
                </a:lnTo>
                <a:lnTo>
                  <a:pt x="187" y="152"/>
                </a:lnTo>
                <a:lnTo>
                  <a:pt x="187" y="151"/>
                </a:lnTo>
                <a:lnTo>
                  <a:pt x="188" y="151"/>
                </a:lnTo>
                <a:lnTo>
                  <a:pt x="189" y="151"/>
                </a:lnTo>
                <a:lnTo>
                  <a:pt x="190" y="151"/>
                </a:lnTo>
                <a:lnTo>
                  <a:pt x="191" y="152"/>
                </a:lnTo>
                <a:lnTo>
                  <a:pt x="192" y="152"/>
                </a:lnTo>
                <a:lnTo>
                  <a:pt x="193" y="152"/>
                </a:lnTo>
                <a:lnTo>
                  <a:pt x="193" y="153"/>
                </a:lnTo>
                <a:lnTo>
                  <a:pt x="194" y="153"/>
                </a:lnTo>
                <a:lnTo>
                  <a:pt x="195" y="154"/>
                </a:lnTo>
                <a:lnTo>
                  <a:pt x="195" y="155"/>
                </a:lnTo>
                <a:lnTo>
                  <a:pt x="195" y="156"/>
                </a:lnTo>
                <a:lnTo>
                  <a:pt x="196" y="156"/>
                </a:lnTo>
                <a:lnTo>
                  <a:pt x="196" y="158"/>
                </a:lnTo>
                <a:lnTo>
                  <a:pt x="197" y="158"/>
                </a:lnTo>
                <a:lnTo>
                  <a:pt x="198" y="159"/>
                </a:lnTo>
                <a:lnTo>
                  <a:pt x="198" y="160"/>
                </a:lnTo>
                <a:lnTo>
                  <a:pt x="198" y="161"/>
                </a:lnTo>
                <a:lnTo>
                  <a:pt x="198" y="163"/>
                </a:lnTo>
                <a:lnTo>
                  <a:pt x="199" y="163"/>
                </a:lnTo>
                <a:lnTo>
                  <a:pt x="200" y="163"/>
                </a:lnTo>
                <a:lnTo>
                  <a:pt x="200" y="164"/>
                </a:lnTo>
                <a:lnTo>
                  <a:pt x="199" y="164"/>
                </a:lnTo>
                <a:lnTo>
                  <a:pt x="199" y="165"/>
                </a:lnTo>
                <a:lnTo>
                  <a:pt x="199" y="166"/>
                </a:lnTo>
                <a:lnTo>
                  <a:pt x="200" y="167"/>
                </a:lnTo>
                <a:lnTo>
                  <a:pt x="201" y="168"/>
                </a:lnTo>
                <a:lnTo>
                  <a:pt x="201" y="169"/>
                </a:lnTo>
                <a:lnTo>
                  <a:pt x="201" y="170"/>
                </a:lnTo>
                <a:lnTo>
                  <a:pt x="201" y="171"/>
                </a:lnTo>
                <a:lnTo>
                  <a:pt x="201" y="172"/>
                </a:lnTo>
                <a:lnTo>
                  <a:pt x="202" y="172"/>
                </a:lnTo>
                <a:lnTo>
                  <a:pt x="202" y="171"/>
                </a:lnTo>
                <a:lnTo>
                  <a:pt x="203" y="171"/>
                </a:lnTo>
                <a:lnTo>
                  <a:pt x="204" y="171"/>
                </a:lnTo>
                <a:lnTo>
                  <a:pt x="205" y="171"/>
                </a:lnTo>
                <a:lnTo>
                  <a:pt x="206" y="172"/>
                </a:lnTo>
                <a:lnTo>
                  <a:pt x="208" y="171"/>
                </a:lnTo>
                <a:lnTo>
                  <a:pt x="208" y="170"/>
                </a:lnTo>
                <a:lnTo>
                  <a:pt x="209" y="170"/>
                </a:lnTo>
                <a:lnTo>
                  <a:pt x="210" y="170"/>
                </a:lnTo>
                <a:lnTo>
                  <a:pt x="210" y="171"/>
                </a:lnTo>
                <a:lnTo>
                  <a:pt x="211" y="171"/>
                </a:lnTo>
                <a:lnTo>
                  <a:pt x="211" y="170"/>
                </a:lnTo>
                <a:lnTo>
                  <a:pt x="212" y="170"/>
                </a:lnTo>
                <a:lnTo>
                  <a:pt x="213" y="169"/>
                </a:lnTo>
                <a:lnTo>
                  <a:pt x="214" y="169"/>
                </a:lnTo>
                <a:lnTo>
                  <a:pt x="216" y="171"/>
                </a:lnTo>
                <a:lnTo>
                  <a:pt x="216" y="170"/>
                </a:lnTo>
                <a:lnTo>
                  <a:pt x="216" y="171"/>
                </a:lnTo>
                <a:lnTo>
                  <a:pt x="218" y="172"/>
                </a:lnTo>
                <a:lnTo>
                  <a:pt x="219" y="172"/>
                </a:lnTo>
                <a:lnTo>
                  <a:pt x="219" y="173"/>
                </a:lnTo>
                <a:lnTo>
                  <a:pt x="221" y="174"/>
                </a:lnTo>
                <a:lnTo>
                  <a:pt x="222" y="174"/>
                </a:lnTo>
                <a:lnTo>
                  <a:pt x="224" y="174"/>
                </a:lnTo>
                <a:lnTo>
                  <a:pt x="225" y="175"/>
                </a:lnTo>
                <a:lnTo>
                  <a:pt x="226" y="175"/>
                </a:lnTo>
                <a:lnTo>
                  <a:pt x="227" y="175"/>
                </a:lnTo>
                <a:lnTo>
                  <a:pt x="228" y="175"/>
                </a:lnTo>
                <a:lnTo>
                  <a:pt x="228" y="176"/>
                </a:lnTo>
                <a:lnTo>
                  <a:pt x="229" y="175"/>
                </a:lnTo>
                <a:lnTo>
                  <a:pt x="230" y="175"/>
                </a:lnTo>
                <a:lnTo>
                  <a:pt x="230" y="176"/>
                </a:lnTo>
                <a:lnTo>
                  <a:pt x="231" y="176"/>
                </a:lnTo>
                <a:lnTo>
                  <a:pt x="232" y="176"/>
                </a:lnTo>
                <a:lnTo>
                  <a:pt x="233" y="177"/>
                </a:lnTo>
                <a:lnTo>
                  <a:pt x="233" y="178"/>
                </a:lnTo>
                <a:lnTo>
                  <a:pt x="234" y="179"/>
                </a:lnTo>
                <a:lnTo>
                  <a:pt x="234" y="180"/>
                </a:lnTo>
                <a:lnTo>
                  <a:pt x="235" y="181"/>
                </a:lnTo>
                <a:lnTo>
                  <a:pt x="235" y="182"/>
                </a:lnTo>
                <a:lnTo>
                  <a:pt x="236" y="182"/>
                </a:lnTo>
                <a:lnTo>
                  <a:pt x="237" y="183"/>
                </a:lnTo>
                <a:lnTo>
                  <a:pt x="237" y="184"/>
                </a:lnTo>
                <a:lnTo>
                  <a:pt x="238" y="184"/>
                </a:lnTo>
                <a:lnTo>
                  <a:pt x="238" y="183"/>
                </a:lnTo>
                <a:lnTo>
                  <a:pt x="239" y="183"/>
                </a:lnTo>
                <a:lnTo>
                  <a:pt x="240" y="183"/>
                </a:lnTo>
                <a:lnTo>
                  <a:pt x="240" y="182"/>
                </a:lnTo>
                <a:lnTo>
                  <a:pt x="241" y="182"/>
                </a:lnTo>
                <a:lnTo>
                  <a:pt x="241" y="183"/>
                </a:lnTo>
                <a:lnTo>
                  <a:pt x="241" y="184"/>
                </a:lnTo>
                <a:lnTo>
                  <a:pt x="242" y="185"/>
                </a:lnTo>
                <a:lnTo>
                  <a:pt x="242" y="184"/>
                </a:lnTo>
                <a:lnTo>
                  <a:pt x="243" y="183"/>
                </a:lnTo>
                <a:lnTo>
                  <a:pt x="243" y="184"/>
                </a:lnTo>
                <a:lnTo>
                  <a:pt x="244" y="184"/>
                </a:lnTo>
                <a:lnTo>
                  <a:pt x="244" y="185"/>
                </a:lnTo>
                <a:lnTo>
                  <a:pt x="245" y="185"/>
                </a:lnTo>
                <a:lnTo>
                  <a:pt x="246" y="185"/>
                </a:lnTo>
                <a:lnTo>
                  <a:pt x="247" y="185"/>
                </a:lnTo>
                <a:lnTo>
                  <a:pt x="248" y="186"/>
                </a:lnTo>
                <a:lnTo>
                  <a:pt x="248" y="187"/>
                </a:lnTo>
                <a:lnTo>
                  <a:pt x="248" y="188"/>
                </a:lnTo>
                <a:lnTo>
                  <a:pt x="249" y="189"/>
                </a:lnTo>
                <a:lnTo>
                  <a:pt x="250" y="190"/>
                </a:lnTo>
                <a:lnTo>
                  <a:pt x="251" y="189"/>
                </a:lnTo>
                <a:lnTo>
                  <a:pt x="251" y="188"/>
                </a:lnTo>
                <a:lnTo>
                  <a:pt x="251" y="187"/>
                </a:lnTo>
                <a:lnTo>
                  <a:pt x="252" y="187"/>
                </a:lnTo>
                <a:lnTo>
                  <a:pt x="252" y="186"/>
                </a:lnTo>
                <a:lnTo>
                  <a:pt x="253" y="186"/>
                </a:lnTo>
                <a:lnTo>
                  <a:pt x="253" y="185"/>
                </a:lnTo>
                <a:lnTo>
                  <a:pt x="254" y="183"/>
                </a:lnTo>
                <a:lnTo>
                  <a:pt x="253" y="182"/>
                </a:lnTo>
                <a:lnTo>
                  <a:pt x="254" y="181"/>
                </a:lnTo>
                <a:lnTo>
                  <a:pt x="254" y="180"/>
                </a:lnTo>
                <a:lnTo>
                  <a:pt x="254" y="179"/>
                </a:lnTo>
                <a:lnTo>
                  <a:pt x="254" y="178"/>
                </a:lnTo>
                <a:lnTo>
                  <a:pt x="254" y="177"/>
                </a:lnTo>
                <a:lnTo>
                  <a:pt x="255" y="177"/>
                </a:lnTo>
                <a:lnTo>
                  <a:pt x="255" y="176"/>
                </a:lnTo>
                <a:lnTo>
                  <a:pt x="255" y="175"/>
                </a:lnTo>
                <a:lnTo>
                  <a:pt x="255" y="174"/>
                </a:lnTo>
                <a:lnTo>
                  <a:pt x="256" y="174"/>
                </a:lnTo>
                <a:lnTo>
                  <a:pt x="256" y="173"/>
                </a:lnTo>
                <a:lnTo>
                  <a:pt x="256" y="172"/>
                </a:lnTo>
                <a:lnTo>
                  <a:pt x="257" y="171"/>
                </a:lnTo>
                <a:lnTo>
                  <a:pt x="256" y="171"/>
                </a:lnTo>
                <a:lnTo>
                  <a:pt x="256" y="170"/>
                </a:lnTo>
                <a:lnTo>
                  <a:pt x="256" y="169"/>
                </a:lnTo>
                <a:lnTo>
                  <a:pt x="256" y="168"/>
                </a:lnTo>
                <a:lnTo>
                  <a:pt x="255" y="168"/>
                </a:lnTo>
                <a:lnTo>
                  <a:pt x="255" y="167"/>
                </a:lnTo>
                <a:lnTo>
                  <a:pt x="255" y="166"/>
                </a:lnTo>
                <a:lnTo>
                  <a:pt x="254" y="166"/>
                </a:lnTo>
                <a:lnTo>
                  <a:pt x="253" y="166"/>
                </a:lnTo>
                <a:lnTo>
                  <a:pt x="254" y="165"/>
                </a:lnTo>
                <a:lnTo>
                  <a:pt x="254" y="164"/>
                </a:lnTo>
                <a:lnTo>
                  <a:pt x="255" y="163"/>
                </a:lnTo>
                <a:lnTo>
                  <a:pt x="255" y="162"/>
                </a:lnTo>
                <a:lnTo>
                  <a:pt x="256" y="162"/>
                </a:lnTo>
                <a:lnTo>
                  <a:pt x="257" y="163"/>
                </a:lnTo>
                <a:lnTo>
                  <a:pt x="258" y="164"/>
                </a:lnTo>
                <a:lnTo>
                  <a:pt x="258" y="165"/>
                </a:lnTo>
                <a:lnTo>
                  <a:pt x="258" y="164"/>
                </a:lnTo>
                <a:lnTo>
                  <a:pt x="259" y="164"/>
                </a:lnTo>
                <a:lnTo>
                  <a:pt x="260" y="164"/>
                </a:lnTo>
                <a:lnTo>
                  <a:pt x="260" y="163"/>
                </a:lnTo>
                <a:lnTo>
                  <a:pt x="261" y="163"/>
                </a:lnTo>
                <a:lnTo>
                  <a:pt x="262" y="163"/>
                </a:lnTo>
                <a:lnTo>
                  <a:pt x="262" y="164"/>
                </a:lnTo>
                <a:lnTo>
                  <a:pt x="263" y="164"/>
                </a:lnTo>
                <a:lnTo>
                  <a:pt x="263" y="163"/>
                </a:lnTo>
                <a:lnTo>
                  <a:pt x="264" y="163"/>
                </a:lnTo>
                <a:lnTo>
                  <a:pt x="264" y="162"/>
                </a:lnTo>
                <a:lnTo>
                  <a:pt x="263" y="162"/>
                </a:lnTo>
                <a:lnTo>
                  <a:pt x="264" y="161"/>
                </a:lnTo>
                <a:lnTo>
                  <a:pt x="264" y="160"/>
                </a:lnTo>
                <a:lnTo>
                  <a:pt x="265" y="160"/>
                </a:lnTo>
                <a:lnTo>
                  <a:pt x="264" y="159"/>
                </a:lnTo>
                <a:lnTo>
                  <a:pt x="265" y="159"/>
                </a:lnTo>
                <a:lnTo>
                  <a:pt x="265" y="158"/>
                </a:lnTo>
                <a:lnTo>
                  <a:pt x="266" y="158"/>
                </a:lnTo>
                <a:lnTo>
                  <a:pt x="266" y="157"/>
                </a:lnTo>
                <a:lnTo>
                  <a:pt x="266" y="156"/>
                </a:lnTo>
                <a:lnTo>
                  <a:pt x="266" y="154"/>
                </a:lnTo>
                <a:lnTo>
                  <a:pt x="266" y="153"/>
                </a:lnTo>
                <a:lnTo>
                  <a:pt x="266" y="152"/>
                </a:lnTo>
                <a:lnTo>
                  <a:pt x="267" y="152"/>
                </a:lnTo>
                <a:lnTo>
                  <a:pt x="268" y="152"/>
                </a:lnTo>
                <a:lnTo>
                  <a:pt x="269" y="152"/>
                </a:lnTo>
                <a:lnTo>
                  <a:pt x="269" y="153"/>
                </a:lnTo>
                <a:lnTo>
                  <a:pt x="269" y="154"/>
                </a:lnTo>
                <a:lnTo>
                  <a:pt x="269" y="155"/>
                </a:lnTo>
                <a:lnTo>
                  <a:pt x="270" y="155"/>
                </a:lnTo>
                <a:lnTo>
                  <a:pt x="270" y="156"/>
                </a:lnTo>
                <a:lnTo>
                  <a:pt x="270" y="157"/>
                </a:lnTo>
                <a:lnTo>
                  <a:pt x="271" y="157"/>
                </a:lnTo>
                <a:lnTo>
                  <a:pt x="272" y="158"/>
                </a:lnTo>
                <a:lnTo>
                  <a:pt x="273" y="158"/>
                </a:lnTo>
                <a:lnTo>
                  <a:pt x="273" y="159"/>
                </a:lnTo>
                <a:lnTo>
                  <a:pt x="273" y="160"/>
                </a:lnTo>
                <a:lnTo>
                  <a:pt x="273" y="161"/>
                </a:lnTo>
                <a:lnTo>
                  <a:pt x="274" y="162"/>
                </a:lnTo>
                <a:lnTo>
                  <a:pt x="274" y="163"/>
                </a:lnTo>
                <a:lnTo>
                  <a:pt x="274" y="164"/>
                </a:lnTo>
                <a:lnTo>
                  <a:pt x="275" y="164"/>
                </a:lnTo>
                <a:lnTo>
                  <a:pt x="276" y="164"/>
                </a:lnTo>
                <a:lnTo>
                  <a:pt x="277" y="164"/>
                </a:lnTo>
                <a:lnTo>
                  <a:pt x="278" y="164"/>
                </a:lnTo>
                <a:lnTo>
                  <a:pt x="279" y="164"/>
                </a:lnTo>
                <a:lnTo>
                  <a:pt x="279" y="165"/>
                </a:lnTo>
                <a:lnTo>
                  <a:pt x="280" y="165"/>
                </a:lnTo>
                <a:lnTo>
                  <a:pt x="281" y="166"/>
                </a:lnTo>
                <a:lnTo>
                  <a:pt x="281" y="165"/>
                </a:lnTo>
                <a:lnTo>
                  <a:pt x="282" y="165"/>
                </a:lnTo>
                <a:lnTo>
                  <a:pt x="283" y="166"/>
                </a:lnTo>
                <a:lnTo>
                  <a:pt x="282" y="166"/>
                </a:lnTo>
                <a:lnTo>
                  <a:pt x="282" y="167"/>
                </a:lnTo>
                <a:lnTo>
                  <a:pt x="282" y="168"/>
                </a:lnTo>
                <a:lnTo>
                  <a:pt x="282" y="169"/>
                </a:lnTo>
                <a:lnTo>
                  <a:pt x="281" y="169"/>
                </a:lnTo>
                <a:lnTo>
                  <a:pt x="281" y="170"/>
                </a:lnTo>
                <a:lnTo>
                  <a:pt x="282" y="170"/>
                </a:lnTo>
                <a:lnTo>
                  <a:pt x="282" y="169"/>
                </a:lnTo>
                <a:lnTo>
                  <a:pt x="283" y="169"/>
                </a:lnTo>
                <a:lnTo>
                  <a:pt x="284" y="170"/>
                </a:lnTo>
                <a:lnTo>
                  <a:pt x="285" y="170"/>
                </a:lnTo>
                <a:lnTo>
                  <a:pt x="286" y="170"/>
                </a:lnTo>
                <a:lnTo>
                  <a:pt x="287" y="171"/>
                </a:lnTo>
                <a:lnTo>
                  <a:pt x="287" y="172"/>
                </a:lnTo>
                <a:lnTo>
                  <a:pt x="288" y="173"/>
                </a:lnTo>
                <a:lnTo>
                  <a:pt x="289" y="173"/>
                </a:lnTo>
                <a:lnTo>
                  <a:pt x="290" y="174"/>
                </a:lnTo>
                <a:lnTo>
                  <a:pt x="290" y="175"/>
                </a:lnTo>
                <a:lnTo>
                  <a:pt x="290" y="176"/>
                </a:lnTo>
                <a:lnTo>
                  <a:pt x="291" y="176"/>
                </a:lnTo>
                <a:lnTo>
                  <a:pt x="291" y="177"/>
                </a:lnTo>
                <a:lnTo>
                  <a:pt x="291" y="179"/>
                </a:lnTo>
                <a:lnTo>
                  <a:pt x="291" y="180"/>
                </a:lnTo>
                <a:lnTo>
                  <a:pt x="291" y="181"/>
                </a:lnTo>
                <a:lnTo>
                  <a:pt x="291" y="182"/>
                </a:lnTo>
                <a:lnTo>
                  <a:pt x="291" y="183"/>
                </a:lnTo>
                <a:lnTo>
                  <a:pt x="292" y="186"/>
                </a:lnTo>
                <a:lnTo>
                  <a:pt x="292" y="187"/>
                </a:lnTo>
                <a:lnTo>
                  <a:pt x="293" y="187"/>
                </a:lnTo>
                <a:lnTo>
                  <a:pt x="293" y="188"/>
                </a:lnTo>
                <a:lnTo>
                  <a:pt x="293" y="189"/>
                </a:lnTo>
                <a:lnTo>
                  <a:pt x="293" y="191"/>
                </a:lnTo>
                <a:lnTo>
                  <a:pt x="292" y="191"/>
                </a:lnTo>
                <a:lnTo>
                  <a:pt x="291" y="192"/>
                </a:lnTo>
                <a:lnTo>
                  <a:pt x="291" y="193"/>
                </a:lnTo>
                <a:lnTo>
                  <a:pt x="290" y="193"/>
                </a:lnTo>
                <a:lnTo>
                  <a:pt x="289" y="194"/>
                </a:lnTo>
                <a:lnTo>
                  <a:pt x="290" y="194"/>
                </a:lnTo>
                <a:lnTo>
                  <a:pt x="289" y="195"/>
                </a:lnTo>
                <a:lnTo>
                  <a:pt x="288" y="195"/>
                </a:lnTo>
                <a:lnTo>
                  <a:pt x="288" y="197"/>
                </a:lnTo>
                <a:lnTo>
                  <a:pt x="289" y="197"/>
                </a:lnTo>
                <a:lnTo>
                  <a:pt x="289" y="198"/>
                </a:lnTo>
                <a:lnTo>
                  <a:pt x="290" y="198"/>
                </a:lnTo>
                <a:lnTo>
                  <a:pt x="290" y="200"/>
                </a:lnTo>
                <a:lnTo>
                  <a:pt x="291" y="200"/>
                </a:lnTo>
                <a:lnTo>
                  <a:pt x="292" y="200"/>
                </a:lnTo>
                <a:lnTo>
                  <a:pt x="292" y="201"/>
                </a:lnTo>
                <a:lnTo>
                  <a:pt x="293" y="201"/>
                </a:lnTo>
                <a:lnTo>
                  <a:pt x="294" y="201"/>
                </a:lnTo>
                <a:lnTo>
                  <a:pt x="295" y="201"/>
                </a:lnTo>
                <a:lnTo>
                  <a:pt x="296" y="201"/>
                </a:lnTo>
                <a:lnTo>
                  <a:pt x="296" y="202"/>
                </a:lnTo>
                <a:lnTo>
                  <a:pt x="297" y="202"/>
                </a:lnTo>
                <a:lnTo>
                  <a:pt x="298" y="202"/>
                </a:lnTo>
                <a:lnTo>
                  <a:pt x="298" y="201"/>
                </a:lnTo>
                <a:lnTo>
                  <a:pt x="299" y="202"/>
                </a:lnTo>
                <a:lnTo>
                  <a:pt x="299" y="203"/>
                </a:lnTo>
                <a:lnTo>
                  <a:pt x="299" y="204"/>
                </a:lnTo>
                <a:lnTo>
                  <a:pt x="300" y="204"/>
                </a:lnTo>
                <a:lnTo>
                  <a:pt x="301" y="204"/>
                </a:lnTo>
                <a:lnTo>
                  <a:pt x="301" y="203"/>
                </a:lnTo>
                <a:lnTo>
                  <a:pt x="301" y="202"/>
                </a:lnTo>
                <a:lnTo>
                  <a:pt x="302" y="202"/>
                </a:lnTo>
                <a:lnTo>
                  <a:pt x="302" y="201"/>
                </a:lnTo>
                <a:lnTo>
                  <a:pt x="302" y="200"/>
                </a:lnTo>
                <a:lnTo>
                  <a:pt x="303" y="199"/>
                </a:lnTo>
                <a:lnTo>
                  <a:pt x="303" y="197"/>
                </a:lnTo>
                <a:lnTo>
                  <a:pt x="303" y="196"/>
                </a:lnTo>
                <a:lnTo>
                  <a:pt x="303" y="195"/>
                </a:lnTo>
                <a:lnTo>
                  <a:pt x="303" y="194"/>
                </a:lnTo>
                <a:lnTo>
                  <a:pt x="303" y="193"/>
                </a:lnTo>
                <a:lnTo>
                  <a:pt x="304" y="192"/>
                </a:lnTo>
                <a:lnTo>
                  <a:pt x="304" y="191"/>
                </a:lnTo>
                <a:lnTo>
                  <a:pt x="304" y="190"/>
                </a:lnTo>
                <a:lnTo>
                  <a:pt x="305" y="190"/>
                </a:lnTo>
                <a:lnTo>
                  <a:pt x="306" y="190"/>
                </a:lnTo>
                <a:lnTo>
                  <a:pt x="306" y="189"/>
                </a:lnTo>
                <a:lnTo>
                  <a:pt x="306" y="188"/>
                </a:lnTo>
                <a:lnTo>
                  <a:pt x="307" y="188"/>
                </a:lnTo>
                <a:lnTo>
                  <a:pt x="308" y="189"/>
                </a:lnTo>
                <a:lnTo>
                  <a:pt x="309" y="189"/>
                </a:lnTo>
                <a:lnTo>
                  <a:pt x="310" y="189"/>
                </a:lnTo>
                <a:lnTo>
                  <a:pt x="311" y="190"/>
                </a:lnTo>
                <a:lnTo>
                  <a:pt x="312" y="190"/>
                </a:lnTo>
                <a:lnTo>
                  <a:pt x="313" y="190"/>
                </a:lnTo>
                <a:lnTo>
                  <a:pt x="314" y="191"/>
                </a:lnTo>
                <a:lnTo>
                  <a:pt x="314" y="190"/>
                </a:lnTo>
                <a:lnTo>
                  <a:pt x="315" y="190"/>
                </a:lnTo>
                <a:lnTo>
                  <a:pt x="316" y="189"/>
                </a:lnTo>
                <a:lnTo>
                  <a:pt x="317" y="189"/>
                </a:lnTo>
                <a:lnTo>
                  <a:pt x="317" y="188"/>
                </a:lnTo>
                <a:lnTo>
                  <a:pt x="318" y="188"/>
                </a:lnTo>
                <a:lnTo>
                  <a:pt x="319" y="188"/>
                </a:lnTo>
                <a:lnTo>
                  <a:pt x="320" y="187"/>
                </a:lnTo>
                <a:lnTo>
                  <a:pt x="321" y="186"/>
                </a:lnTo>
                <a:lnTo>
                  <a:pt x="321" y="187"/>
                </a:lnTo>
                <a:lnTo>
                  <a:pt x="321" y="188"/>
                </a:lnTo>
                <a:lnTo>
                  <a:pt x="320" y="189"/>
                </a:lnTo>
                <a:lnTo>
                  <a:pt x="320" y="190"/>
                </a:lnTo>
                <a:lnTo>
                  <a:pt x="319" y="191"/>
                </a:lnTo>
                <a:lnTo>
                  <a:pt x="319" y="192"/>
                </a:lnTo>
                <a:lnTo>
                  <a:pt x="319" y="193"/>
                </a:lnTo>
                <a:lnTo>
                  <a:pt x="318" y="193"/>
                </a:lnTo>
                <a:lnTo>
                  <a:pt x="319" y="194"/>
                </a:lnTo>
                <a:lnTo>
                  <a:pt x="320" y="194"/>
                </a:lnTo>
                <a:lnTo>
                  <a:pt x="320" y="193"/>
                </a:lnTo>
                <a:lnTo>
                  <a:pt x="320" y="192"/>
                </a:lnTo>
                <a:lnTo>
                  <a:pt x="321" y="191"/>
                </a:lnTo>
                <a:lnTo>
                  <a:pt x="322" y="190"/>
                </a:lnTo>
                <a:lnTo>
                  <a:pt x="323" y="189"/>
                </a:lnTo>
                <a:lnTo>
                  <a:pt x="323" y="190"/>
                </a:lnTo>
                <a:lnTo>
                  <a:pt x="324" y="190"/>
                </a:lnTo>
                <a:lnTo>
                  <a:pt x="324" y="191"/>
                </a:lnTo>
                <a:lnTo>
                  <a:pt x="325" y="192"/>
                </a:lnTo>
                <a:lnTo>
                  <a:pt x="325" y="194"/>
                </a:lnTo>
                <a:lnTo>
                  <a:pt x="326" y="194"/>
                </a:lnTo>
                <a:lnTo>
                  <a:pt x="326" y="193"/>
                </a:lnTo>
                <a:lnTo>
                  <a:pt x="327" y="193"/>
                </a:lnTo>
                <a:lnTo>
                  <a:pt x="328" y="194"/>
                </a:lnTo>
                <a:lnTo>
                  <a:pt x="328" y="195"/>
                </a:lnTo>
                <a:lnTo>
                  <a:pt x="329" y="196"/>
                </a:lnTo>
                <a:lnTo>
                  <a:pt x="329" y="197"/>
                </a:lnTo>
                <a:lnTo>
                  <a:pt x="330" y="197"/>
                </a:lnTo>
                <a:lnTo>
                  <a:pt x="330" y="198"/>
                </a:lnTo>
                <a:lnTo>
                  <a:pt x="331" y="198"/>
                </a:lnTo>
                <a:lnTo>
                  <a:pt x="331" y="199"/>
                </a:lnTo>
                <a:lnTo>
                  <a:pt x="332" y="200"/>
                </a:lnTo>
                <a:lnTo>
                  <a:pt x="332" y="201"/>
                </a:lnTo>
                <a:lnTo>
                  <a:pt x="333" y="201"/>
                </a:lnTo>
                <a:lnTo>
                  <a:pt x="332" y="202"/>
                </a:lnTo>
                <a:lnTo>
                  <a:pt x="333" y="202"/>
                </a:lnTo>
                <a:lnTo>
                  <a:pt x="333" y="203"/>
                </a:lnTo>
                <a:lnTo>
                  <a:pt x="332" y="203"/>
                </a:lnTo>
                <a:lnTo>
                  <a:pt x="332" y="204"/>
                </a:lnTo>
                <a:lnTo>
                  <a:pt x="333" y="204"/>
                </a:lnTo>
                <a:lnTo>
                  <a:pt x="334" y="204"/>
                </a:lnTo>
                <a:lnTo>
                  <a:pt x="334" y="205"/>
                </a:lnTo>
                <a:lnTo>
                  <a:pt x="334" y="206"/>
                </a:lnTo>
                <a:lnTo>
                  <a:pt x="335" y="206"/>
                </a:lnTo>
                <a:lnTo>
                  <a:pt x="335" y="205"/>
                </a:lnTo>
                <a:lnTo>
                  <a:pt x="335" y="206"/>
                </a:lnTo>
                <a:lnTo>
                  <a:pt x="335" y="207"/>
                </a:lnTo>
                <a:lnTo>
                  <a:pt x="336" y="207"/>
                </a:lnTo>
                <a:lnTo>
                  <a:pt x="336" y="208"/>
                </a:lnTo>
                <a:lnTo>
                  <a:pt x="336" y="209"/>
                </a:lnTo>
                <a:lnTo>
                  <a:pt x="336" y="208"/>
                </a:lnTo>
                <a:lnTo>
                  <a:pt x="337" y="209"/>
                </a:lnTo>
                <a:lnTo>
                  <a:pt x="338" y="209"/>
                </a:lnTo>
                <a:lnTo>
                  <a:pt x="339" y="209"/>
                </a:lnTo>
                <a:lnTo>
                  <a:pt x="339" y="210"/>
                </a:lnTo>
                <a:lnTo>
                  <a:pt x="339" y="211"/>
                </a:lnTo>
                <a:lnTo>
                  <a:pt x="340" y="210"/>
                </a:lnTo>
                <a:lnTo>
                  <a:pt x="340" y="211"/>
                </a:lnTo>
                <a:lnTo>
                  <a:pt x="341" y="211"/>
                </a:lnTo>
                <a:lnTo>
                  <a:pt x="342" y="210"/>
                </a:lnTo>
                <a:lnTo>
                  <a:pt x="342" y="211"/>
                </a:lnTo>
                <a:lnTo>
                  <a:pt x="343" y="211"/>
                </a:lnTo>
                <a:lnTo>
                  <a:pt x="343" y="212"/>
                </a:lnTo>
                <a:lnTo>
                  <a:pt x="343" y="213"/>
                </a:lnTo>
                <a:lnTo>
                  <a:pt x="344" y="213"/>
                </a:lnTo>
                <a:lnTo>
                  <a:pt x="344" y="212"/>
                </a:lnTo>
                <a:lnTo>
                  <a:pt x="345" y="212"/>
                </a:lnTo>
                <a:lnTo>
                  <a:pt x="345" y="213"/>
                </a:lnTo>
                <a:lnTo>
                  <a:pt x="346" y="213"/>
                </a:lnTo>
                <a:lnTo>
                  <a:pt x="346" y="214"/>
                </a:lnTo>
                <a:lnTo>
                  <a:pt x="347" y="214"/>
                </a:lnTo>
                <a:lnTo>
                  <a:pt x="348" y="214"/>
                </a:lnTo>
                <a:lnTo>
                  <a:pt x="349" y="214"/>
                </a:lnTo>
                <a:lnTo>
                  <a:pt x="348" y="213"/>
                </a:lnTo>
                <a:lnTo>
                  <a:pt x="348" y="212"/>
                </a:lnTo>
                <a:lnTo>
                  <a:pt x="348" y="211"/>
                </a:lnTo>
                <a:lnTo>
                  <a:pt x="348" y="210"/>
                </a:lnTo>
                <a:lnTo>
                  <a:pt x="348" y="208"/>
                </a:lnTo>
                <a:lnTo>
                  <a:pt x="348" y="207"/>
                </a:lnTo>
                <a:lnTo>
                  <a:pt x="348" y="206"/>
                </a:lnTo>
                <a:lnTo>
                  <a:pt x="348" y="205"/>
                </a:lnTo>
                <a:lnTo>
                  <a:pt x="348" y="204"/>
                </a:lnTo>
                <a:lnTo>
                  <a:pt x="348" y="203"/>
                </a:lnTo>
                <a:lnTo>
                  <a:pt x="348" y="202"/>
                </a:lnTo>
                <a:lnTo>
                  <a:pt x="349" y="202"/>
                </a:lnTo>
                <a:lnTo>
                  <a:pt x="349" y="201"/>
                </a:lnTo>
                <a:lnTo>
                  <a:pt x="350" y="202"/>
                </a:lnTo>
                <a:lnTo>
                  <a:pt x="351" y="202"/>
                </a:lnTo>
                <a:lnTo>
                  <a:pt x="352" y="203"/>
                </a:lnTo>
                <a:lnTo>
                  <a:pt x="352" y="204"/>
                </a:lnTo>
                <a:lnTo>
                  <a:pt x="353" y="204"/>
                </a:lnTo>
                <a:lnTo>
                  <a:pt x="354" y="203"/>
                </a:lnTo>
                <a:lnTo>
                  <a:pt x="354" y="202"/>
                </a:lnTo>
                <a:lnTo>
                  <a:pt x="354" y="201"/>
                </a:lnTo>
                <a:lnTo>
                  <a:pt x="354" y="200"/>
                </a:lnTo>
                <a:lnTo>
                  <a:pt x="353" y="200"/>
                </a:lnTo>
                <a:lnTo>
                  <a:pt x="353" y="199"/>
                </a:lnTo>
                <a:lnTo>
                  <a:pt x="352" y="198"/>
                </a:lnTo>
                <a:lnTo>
                  <a:pt x="352" y="197"/>
                </a:lnTo>
                <a:lnTo>
                  <a:pt x="351" y="197"/>
                </a:lnTo>
                <a:lnTo>
                  <a:pt x="351" y="196"/>
                </a:lnTo>
                <a:lnTo>
                  <a:pt x="351" y="195"/>
                </a:lnTo>
                <a:lnTo>
                  <a:pt x="351" y="196"/>
                </a:lnTo>
                <a:lnTo>
                  <a:pt x="352" y="196"/>
                </a:lnTo>
                <a:lnTo>
                  <a:pt x="353" y="196"/>
                </a:lnTo>
                <a:lnTo>
                  <a:pt x="353" y="197"/>
                </a:lnTo>
                <a:lnTo>
                  <a:pt x="354" y="197"/>
                </a:lnTo>
                <a:lnTo>
                  <a:pt x="355" y="198"/>
                </a:lnTo>
                <a:lnTo>
                  <a:pt x="356" y="198"/>
                </a:lnTo>
                <a:lnTo>
                  <a:pt x="357" y="198"/>
                </a:lnTo>
                <a:lnTo>
                  <a:pt x="357" y="199"/>
                </a:lnTo>
                <a:lnTo>
                  <a:pt x="358" y="199"/>
                </a:lnTo>
                <a:lnTo>
                  <a:pt x="358" y="198"/>
                </a:lnTo>
                <a:lnTo>
                  <a:pt x="359" y="198"/>
                </a:lnTo>
                <a:lnTo>
                  <a:pt x="359" y="197"/>
                </a:lnTo>
                <a:lnTo>
                  <a:pt x="359" y="199"/>
                </a:lnTo>
                <a:lnTo>
                  <a:pt x="360" y="200"/>
                </a:lnTo>
                <a:lnTo>
                  <a:pt x="361" y="200"/>
                </a:lnTo>
                <a:lnTo>
                  <a:pt x="362" y="199"/>
                </a:lnTo>
                <a:lnTo>
                  <a:pt x="362" y="198"/>
                </a:lnTo>
                <a:lnTo>
                  <a:pt x="363" y="198"/>
                </a:lnTo>
                <a:lnTo>
                  <a:pt x="363" y="199"/>
                </a:lnTo>
                <a:lnTo>
                  <a:pt x="365" y="200"/>
                </a:lnTo>
                <a:lnTo>
                  <a:pt x="366" y="199"/>
                </a:lnTo>
                <a:lnTo>
                  <a:pt x="367" y="199"/>
                </a:lnTo>
                <a:lnTo>
                  <a:pt x="368" y="200"/>
                </a:lnTo>
                <a:lnTo>
                  <a:pt x="369" y="200"/>
                </a:lnTo>
                <a:lnTo>
                  <a:pt x="369" y="201"/>
                </a:lnTo>
                <a:lnTo>
                  <a:pt x="370" y="201"/>
                </a:lnTo>
                <a:lnTo>
                  <a:pt x="370" y="200"/>
                </a:lnTo>
                <a:lnTo>
                  <a:pt x="370" y="201"/>
                </a:lnTo>
                <a:lnTo>
                  <a:pt x="371" y="201"/>
                </a:lnTo>
                <a:lnTo>
                  <a:pt x="372" y="201"/>
                </a:lnTo>
                <a:lnTo>
                  <a:pt x="372" y="202"/>
                </a:lnTo>
                <a:lnTo>
                  <a:pt x="373" y="202"/>
                </a:lnTo>
                <a:lnTo>
                  <a:pt x="373" y="203"/>
                </a:lnTo>
                <a:lnTo>
                  <a:pt x="374" y="203"/>
                </a:lnTo>
                <a:lnTo>
                  <a:pt x="375" y="203"/>
                </a:lnTo>
                <a:lnTo>
                  <a:pt x="376" y="204"/>
                </a:lnTo>
                <a:lnTo>
                  <a:pt x="376" y="205"/>
                </a:lnTo>
                <a:lnTo>
                  <a:pt x="377" y="205"/>
                </a:lnTo>
                <a:lnTo>
                  <a:pt x="377" y="204"/>
                </a:lnTo>
                <a:lnTo>
                  <a:pt x="379" y="203"/>
                </a:lnTo>
                <a:lnTo>
                  <a:pt x="379" y="202"/>
                </a:lnTo>
                <a:lnTo>
                  <a:pt x="380" y="202"/>
                </a:lnTo>
                <a:lnTo>
                  <a:pt x="381" y="202"/>
                </a:lnTo>
                <a:lnTo>
                  <a:pt x="382" y="202"/>
                </a:lnTo>
                <a:lnTo>
                  <a:pt x="383" y="202"/>
                </a:lnTo>
                <a:lnTo>
                  <a:pt x="384" y="202"/>
                </a:lnTo>
                <a:lnTo>
                  <a:pt x="384" y="201"/>
                </a:lnTo>
                <a:lnTo>
                  <a:pt x="385" y="200"/>
                </a:lnTo>
                <a:lnTo>
                  <a:pt x="386" y="200"/>
                </a:lnTo>
                <a:lnTo>
                  <a:pt x="386" y="199"/>
                </a:lnTo>
                <a:lnTo>
                  <a:pt x="387" y="198"/>
                </a:lnTo>
                <a:lnTo>
                  <a:pt x="389" y="197"/>
                </a:lnTo>
                <a:lnTo>
                  <a:pt x="389" y="196"/>
                </a:lnTo>
                <a:lnTo>
                  <a:pt x="390" y="196"/>
                </a:lnTo>
                <a:lnTo>
                  <a:pt x="391" y="196"/>
                </a:lnTo>
                <a:lnTo>
                  <a:pt x="391" y="195"/>
                </a:lnTo>
                <a:lnTo>
                  <a:pt x="392" y="195"/>
                </a:lnTo>
                <a:lnTo>
                  <a:pt x="392" y="196"/>
                </a:lnTo>
                <a:lnTo>
                  <a:pt x="393" y="197"/>
                </a:lnTo>
                <a:lnTo>
                  <a:pt x="394" y="197"/>
                </a:lnTo>
                <a:lnTo>
                  <a:pt x="395" y="197"/>
                </a:lnTo>
                <a:lnTo>
                  <a:pt x="395" y="196"/>
                </a:lnTo>
                <a:lnTo>
                  <a:pt x="396" y="197"/>
                </a:lnTo>
                <a:lnTo>
                  <a:pt x="396" y="198"/>
                </a:lnTo>
                <a:lnTo>
                  <a:pt x="395" y="198"/>
                </a:lnTo>
                <a:lnTo>
                  <a:pt x="395" y="201"/>
                </a:lnTo>
                <a:lnTo>
                  <a:pt x="396" y="201"/>
                </a:lnTo>
                <a:lnTo>
                  <a:pt x="397" y="201"/>
                </a:lnTo>
                <a:lnTo>
                  <a:pt x="396" y="201"/>
                </a:lnTo>
                <a:lnTo>
                  <a:pt x="396" y="200"/>
                </a:lnTo>
                <a:lnTo>
                  <a:pt x="396" y="199"/>
                </a:lnTo>
                <a:lnTo>
                  <a:pt x="397" y="198"/>
                </a:lnTo>
                <a:lnTo>
                  <a:pt x="398" y="198"/>
                </a:lnTo>
                <a:lnTo>
                  <a:pt x="399" y="198"/>
                </a:lnTo>
                <a:lnTo>
                  <a:pt x="400" y="198"/>
                </a:lnTo>
                <a:lnTo>
                  <a:pt x="401" y="197"/>
                </a:lnTo>
                <a:lnTo>
                  <a:pt x="402" y="196"/>
                </a:lnTo>
                <a:lnTo>
                  <a:pt x="402" y="195"/>
                </a:lnTo>
                <a:lnTo>
                  <a:pt x="403" y="195"/>
                </a:lnTo>
                <a:lnTo>
                  <a:pt x="404" y="195"/>
                </a:lnTo>
                <a:lnTo>
                  <a:pt x="405" y="193"/>
                </a:lnTo>
                <a:lnTo>
                  <a:pt x="405" y="192"/>
                </a:lnTo>
                <a:lnTo>
                  <a:pt x="406" y="192"/>
                </a:lnTo>
                <a:lnTo>
                  <a:pt x="407" y="191"/>
                </a:lnTo>
                <a:lnTo>
                  <a:pt x="407" y="190"/>
                </a:lnTo>
                <a:lnTo>
                  <a:pt x="407" y="189"/>
                </a:lnTo>
                <a:lnTo>
                  <a:pt x="408" y="188"/>
                </a:lnTo>
                <a:lnTo>
                  <a:pt x="407" y="188"/>
                </a:lnTo>
                <a:lnTo>
                  <a:pt x="407" y="187"/>
                </a:lnTo>
                <a:lnTo>
                  <a:pt x="408" y="186"/>
                </a:lnTo>
                <a:lnTo>
                  <a:pt x="408" y="185"/>
                </a:lnTo>
                <a:lnTo>
                  <a:pt x="407" y="185"/>
                </a:lnTo>
                <a:lnTo>
                  <a:pt x="407" y="184"/>
                </a:lnTo>
                <a:lnTo>
                  <a:pt x="408" y="184"/>
                </a:lnTo>
                <a:lnTo>
                  <a:pt x="408" y="183"/>
                </a:lnTo>
                <a:lnTo>
                  <a:pt x="408" y="182"/>
                </a:lnTo>
                <a:lnTo>
                  <a:pt x="408" y="181"/>
                </a:lnTo>
                <a:lnTo>
                  <a:pt x="408" y="180"/>
                </a:lnTo>
                <a:lnTo>
                  <a:pt x="408" y="179"/>
                </a:lnTo>
                <a:lnTo>
                  <a:pt x="409" y="178"/>
                </a:lnTo>
                <a:lnTo>
                  <a:pt x="408" y="177"/>
                </a:lnTo>
                <a:lnTo>
                  <a:pt x="407" y="177"/>
                </a:lnTo>
                <a:lnTo>
                  <a:pt x="407" y="176"/>
                </a:lnTo>
                <a:lnTo>
                  <a:pt x="407" y="175"/>
                </a:lnTo>
                <a:lnTo>
                  <a:pt x="407" y="174"/>
                </a:lnTo>
                <a:lnTo>
                  <a:pt x="406" y="173"/>
                </a:lnTo>
                <a:lnTo>
                  <a:pt x="405" y="173"/>
                </a:lnTo>
                <a:lnTo>
                  <a:pt x="405" y="172"/>
                </a:lnTo>
                <a:lnTo>
                  <a:pt x="404" y="172"/>
                </a:lnTo>
                <a:lnTo>
                  <a:pt x="404" y="171"/>
                </a:lnTo>
                <a:lnTo>
                  <a:pt x="403" y="171"/>
                </a:lnTo>
                <a:lnTo>
                  <a:pt x="403" y="170"/>
                </a:lnTo>
                <a:lnTo>
                  <a:pt x="402" y="170"/>
                </a:lnTo>
                <a:lnTo>
                  <a:pt x="401" y="170"/>
                </a:lnTo>
                <a:lnTo>
                  <a:pt x="401" y="169"/>
                </a:lnTo>
                <a:lnTo>
                  <a:pt x="400" y="169"/>
                </a:lnTo>
                <a:lnTo>
                  <a:pt x="398" y="169"/>
                </a:lnTo>
                <a:lnTo>
                  <a:pt x="396" y="168"/>
                </a:lnTo>
                <a:lnTo>
                  <a:pt x="397" y="168"/>
                </a:lnTo>
                <a:lnTo>
                  <a:pt x="397" y="167"/>
                </a:lnTo>
                <a:lnTo>
                  <a:pt x="397" y="166"/>
                </a:lnTo>
                <a:lnTo>
                  <a:pt x="398" y="166"/>
                </a:lnTo>
                <a:lnTo>
                  <a:pt x="397" y="166"/>
                </a:lnTo>
                <a:lnTo>
                  <a:pt x="397" y="165"/>
                </a:lnTo>
                <a:lnTo>
                  <a:pt x="397" y="164"/>
                </a:lnTo>
                <a:lnTo>
                  <a:pt x="398" y="163"/>
                </a:lnTo>
                <a:lnTo>
                  <a:pt x="398" y="162"/>
                </a:lnTo>
                <a:lnTo>
                  <a:pt x="397" y="162"/>
                </a:lnTo>
                <a:lnTo>
                  <a:pt x="398" y="162"/>
                </a:lnTo>
                <a:lnTo>
                  <a:pt x="398" y="161"/>
                </a:lnTo>
                <a:lnTo>
                  <a:pt x="397" y="161"/>
                </a:lnTo>
                <a:lnTo>
                  <a:pt x="397" y="160"/>
                </a:lnTo>
                <a:lnTo>
                  <a:pt x="397" y="159"/>
                </a:lnTo>
                <a:lnTo>
                  <a:pt x="397" y="158"/>
                </a:lnTo>
                <a:lnTo>
                  <a:pt x="398" y="158"/>
                </a:lnTo>
                <a:lnTo>
                  <a:pt x="398" y="159"/>
                </a:lnTo>
                <a:lnTo>
                  <a:pt x="400" y="159"/>
                </a:lnTo>
                <a:lnTo>
                  <a:pt x="401" y="159"/>
                </a:lnTo>
                <a:lnTo>
                  <a:pt x="402" y="159"/>
                </a:lnTo>
                <a:lnTo>
                  <a:pt x="403" y="159"/>
                </a:lnTo>
                <a:lnTo>
                  <a:pt x="403" y="158"/>
                </a:lnTo>
                <a:lnTo>
                  <a:pt x="402" y="158"/>
                </a:lnTo>
                <a:lnTo>
                  <a:pt x="402" y="157"/>
                </a:lnTo>
                <a:lnTo>
                  <a:pt x="402" y="156"/>
                </a:lnTo>
                <a:lnTo>
                  <a:pt x="402" y="155"/>
                </a:lnTo>
                <a:lnTo>
                  <a:pt x="402" y="154"/>
                </a:lnTo>
                <a:lnTo>
                  <a:pt x="403" y="154"/>
                </a:lnTo>
                <a:lnTo>
                  <a:pt x="403" y="153"/>
                </a:lnTo>
                <a:lnTo>
                  <a:pt x="403" y="152"/>
                </a:lnTo>
                <a:lnTo>
                  <a:pt x="402" y="152"/>
                </a:lnTo>
                <a:lnTo>
                  <a:pt x="402" y="151"/>
                </a:lnTo>
                <a:lnTo>
                  <a:pt x="401" y="150"/>
                </a:lnTo>
                <a:lnTo>
                  <a:pt x="400" y="150"/>
                </a:lnTo>
                <a:lnTo>
                  <a:pt x="399" y="150"/>
                </a:lnTo>
                <a:lnTo>
                  <a:pt x="399" y="149"/>
                </a:lnTo>
                <a:lnTo>
                  <a:pt x="399" y="148"/>
                </a:lnTo>
                <a:lnTo>
                  <a:pt x="399" y="147"/>
                </a:lnTo>
                <a:lnTo>
                  <a:pt x="399" y="146"/>
                </a:lnTo>
                <a:lnTo>
                  <a:pt x="400" y="146"/>
                </a:lnTo>
                <a:lnTo>
                  <a:pt x="401" y="146"/>
                </a:lnTo>
                <a:lnTo>
                  <a:pt x="402" y="146"/>
                </a:lnTo>
                <a:lnTo>
                  <a:pt x="402" y="145"/>
                </a:lnTo>
                <a:lnTo>
                  <a:pt x="401" y="144"/>
                </a:lnTo>
                <a:lnTo>
                  <a:pt x="401" y="143"/>
                </a:lnTo>
                <a:lnTo>
                  <a:pt x="400" y="143"/>
                </a:lnTo>
                <a:lnTo>
                  <a:pt x="400" y="142"/>
                </a:lnTo>
                <a:lnTo>
                  <a:pt x="399" y="142"/>
                </a:lnTo>
                <a:lnTo>
                  <a:pt x="400" y="142"/>
                </a:lnTo>
                <a:lnTo>
                  <a:pt x="400" y="141"/>
                </a:lnTo>
                <a:lnTo>
                  <a:pt x="400" y="140"/>
                </a:lnTo>
                <a:lnTo>
                  <a:pt x="400" y="139"/>
                </a:lnTo>
                <a:lnTo>
                  <a:pt x="399" y="139"/>
                </a:lnTo>
                <a:lnTo>
                  <a:pt x="399" y="138"/>
                </a:lnTo>
                <a:lnTo>
                  <a:pt x="398" y="138"/>
                </a:lnTo>
                <a:lnTo>
                  <a:pt x="397" y="137"/>
                </a:lnTo>
                <a:lnTo>
                  <a:pt x="397" y="136"/>
                </a:lnTo>
                <a:lnTo>
                  <a:pt x="398" y="136"/>
                </a:lnTo>
                <a:lnTo>
                  <a:pt x="398" y="135"/>
                </a:lnTo>
                <a:lnTo>
                  <a:pt x="397" y="135"/>
                </a:lnTo>
                <a:lnTo>
                  <a:pt x="396" y="135"/>
                </a:lnTo>
                <a:lnTo>
                  <a:pt x="396" y="134"/>
                </a:lnTo>
                <a:lnTo>
                  <a:pt x="396" y="133"/>
                </a:lnTo>
                <a:lnTo>
                  <a:pt x="397" y="133"/>
                </a:lnTo>
                <a:lnTo>
                  <a:pt x="397" y="132"/>
                </a:lnTo>
                <a:lnTo>
                  <a:pt x="397" y="131"/>
                </a:lnTo>
                <a:lnTo>
                  <a:pt x="397" y="130"/>
                </a:lnTo>
                <a:lnTo>
                  <a:pt x="398" y="130"/>
                </a:lnTo>
                <a:lnTo>
                  <a:pt x="399" y="130"/>
                </a:lnTo>
                <a:lnTo>
                  <a:pt x="399" y="129"/>
                </a:lnTo>
                <a:lnTo>
                  <a:pt x="400" y="129"/>
                </a:lnTo>
                <a:lnTo>
                  <a:pt x="400" y="128"/>
                </a:lnTo>
                <a:lnTo>
                  <a:pt x="401" y="127"/>
                </a:lnTo>
                <a:lnTo>
                  <a:pt x="401" y="128"/>
                </a:lnTo>
                <a:lnTo>
                  <a:pt x="402" y="128"/>
                </a:lnTo>
                <a:lnTo>
                  <a:pt x="402" y="126"/>
                </a:lnTo>
                <a:lnTo>
                  <a:pt x="403" y="126"/>
                </a:lnTo>
                <a:lnTo>
                  <a:pt x="403" y="125"/>
                </a:lnTo>
                <a:lnTo>
                  <a:pt x="404" y="125"/>
                </a:lnTo>
                <a:lnTo>
                  <a:pt x="405" y="125"/>
                </a:lnTo>
                <a:lnTo>
                  <a:pt x="405" y="126"/>
                </a:lnTo>
                <a:lnTo>
                  <a:pt x="405" y="127"/>
                </a:lnTo>
                <a:lnTo>
                  <a:pt x="407" y="127"/>
                </a:lnTo>
                <a:lnTo>
                  <a:pt x="407" y="126"/>
                </a:lnTo>
                <a:lnTo>
                  <a:pt x="406" y="126"/>
                </a:lnTo>
                <a:lnTo>
                  <a:pt x="407" y="125"/>
                </a:lnTo>
                <a:lnTo>
                  <a:pt x="408" y="125"/>
                </a:lnTo>
                <a:lnTo>
                  <a:pt x="409" y="126"/>
                </a:lnTo>
                <a:lnTo>
                  <a:pt x="410" y="126"/>
                </a:lnTo>
                <a:lnTo>
                  <a:pt x="411" y="126"/>
                </a:lnTo>
                <a:lnTo>
                  <a:pt x="412" y="126"/>
                </a:lnTo>
                <a:lnTo>
                  <a:pt x="412" y="125"/>
                </a:lnTo>
                <a:lnTo>
                  <a:pt x="413" y="126"/>
                </a:lnTo>
                <a:lnTo>
                  <a:pt x="414" y="126"/>
                </a:lnTo>
                <a:lnTo>
                  <a:pt x="415" y="126"/>
                </a:lnTo>
                <a:lnTo>
                  <a:pt x="416" y="127"/>
                </a:lnTo>
                <a:lnTo>
                  <a:pt x="416" y="128"/>
                </a:lnTo>
                <a:lnTo>
                  <a:pt x="417" y="128"/>
                </a:lnTo>
                <a:lnTo>
                  <a:pt x="418" y="128"/>
                </a:lnTo>
                <a:lnTo>
                  <a:pt x="418" y="129"/>
                </a:lnTo>
                <a:lnTo>
                  <a:pt x="418" y="130"/>
                </a:lnTo>
                <a:lnTo>
                  <a:pt x="418" y="131"/>
                </a:lnTo>
                <a:lnTo>
                  <a:pt x="419" y="131"/>
                </a:lnTo>
                <a:lnTo>
                  <a:pt x="420" y="132"/>
                </a:lnTo>
                <a:lnTo>
                  <a:pt x="420" y="133"/>
                </a:lnTo>
                <a:lnTo>
                  <a:pt x="421" y="133"/>
                </a:lnTo>
                <a:lnTo>
                  <a:pt x="421" y="134"/>
                </a:lnTo>
                <a:lnTo>
                  <a:pt x="421" y="135"/>
                </a:lnTo>
                <a:lnTo>
                  <a:pt x="421" y="136"/>
                </a:lnTo>
                <a:lnTo>
                  <a:pt x="422" y="136"/>
                </a:lnTo>
                <a:lnTo>
                  <a:pt x="422" y="137"/>
                </a:lnTo>
                <a:lnTo>
                  <a:pt x="423" y="137"/>
                </a:lnTo>
                <a:lnTo>
                  <a:pt x="423" y="138"/>
                </a:lnTo>
                <a:lnTo>
                  <a:pt x="424" y="139"/>
                </a:lnTo>
                <a:lnTo>
                  <a:pt x="425" y="138"/>
                </a:lnTo>
                <a:lnTo>
                  <a:pt x="425" y="137"/>
                </a:lnTo>
                <a:lnTo>
                  <a:pt x="425" y="136"/>
                </a:lnTo>
                <a:lnTo>
                  <a:pt x="425" y="135"/>
                </a:lnTo>
                <a:lnTo>
                  <a:pt x="425" y="134"/>
                </a:lnTo>
                <a:lnTo>
                  <a:pt x="425" y="133"/>
                </a:lnTo>
                <a:lnTo>
                  <a:pt x="425" y="132"/>
                </a:lnTo>
                <a:lnTo>
                  <a:pt x="426" y="131"/>
                </a:lnTo>
                <a:lnTo>
                  <a:pt x="426" y="130"/>
                </a:lnTo>
                <a:lnTo>
                  <a:pt x="428" y="130"/>
                </a:lnTo>
                <a:lnTo>
                  <a:pt x="429" y="130"/>
                </a:lnTo>
                <a:lnTo>
                  <a:pt x="430" y="130"/>
                </a:lnTo>
                <a:lnTo>
                  <a:pt x="431" y="130"/>
                </a:lnTo>
                <a:lnTo>
                  <a:pt x="432" y="130"/>
                </a:lnTo>
                <a:lnTo>
                  <a:pt x="433" y="130"/>
                </a:lnTo>
                <a:lnTo>
                  <a:pt x="433" y="131"/>
                </a:lnTo>
                <a:lnTo>
                  <a:pt x="433" y="130"/>
                </a:lnTo>
                <a:lnTo>
                  <a:pt x="434" y="130"/>
                </a:lnTo>
                <a:lnTo>
                  <a:pt x="435" y="130"/>
                </a:lnTo>
                <a:lnTo>
                  <a:pt x="436" y="131"/>
                </a:lnTo>
                <a:lnTo>
                  <a:pt x="436" y="132"/>
                </a:lnTo>
                <a:lnTo>
                  <a:pt x="437" y="132"/>
                </a:lnTo>
                <a:lnTo>
                  <a:pt x="437" y="133"/>
                </a:lnTo>
                <a:lnTo>
                  <a:pt x="438" y="133"/>
                </a:lnTo>
                <a:lnTo>
                  <a:pt x="438" y="134"/>
                </a:lnTo>
                <a:lnTo>
                  <a:pt x="438" y="135"/>
                </a:lnTo>
                <a:lnTo>
                  <a:pt x="439" y="135"/>
                </a:lnTo>
                <a:lnTo>
                  <a:pt x="439" y="136"/>
                </a:lnTo>
                <a:lnTo>
                  <a:pt x="440" y="136"/>
                </a:lnTo>
                <a:lnTo>
                  <a:pt x="441" y="136"/>
                </a:lnTo>
                <a:lnTo>
                  <a:pt x="441" y="137"/>
                </a:lnTo>
                <a:lnTo>
                  <a:pt x="442" y="137"/>
                </a:lnTo>
                <a:lnTo>
                  <a:pt x="443" y="138"/>
                </a:lnTo>
                <a:lnTo>
                  <a:pt x="444" y="139"/>
                </a:lnTo>
                <a:lnTo>
                  <a:pt x="445" y="139"/>
                </a:lnTo>
                <a:lnTo>
                  <a:pt x="445" y="140"/>
                </a:lnTo>
                <a:lnTo>
                  <a:pt x="445" y="141"/>
                </a:lnTo>
                <a:lnTo>
                  <a:pt x="447" y="142"/>
                </a:lnTo>
                <a:lnTo>
                  <a:pt x="447" y="143"/>
                </a:lnTo>
                <a:lnTo>
                  <a:pt x="448" y="143"/>
                </a:lnTo>
                <a:lnTo>
                  <a:pt x="448" y="144"/>
                </a:lnTo>
                <a:lnTo>
                  <a:pt x="449" y="144"/>
                </a:lnTo>
                <a:lnTo>
                  <a:pt x="449" y="145"/>
                </a:lnTo>
                <a:lnTo>
                  <a:pt x="450" y="145"/>
                </a:lnTo>
                <a:lnTo>
                  <a:pt x="451" y="144"/>
                </a:lnTo>
                <a:lnTo>
                  <a:pt x="451" y="143"/>
                </a:lnTo>
                <a:lnTo>
                  <a:pt x="452" y="143"/>
                </a:lnTo>
                <a:lnTo>
                  <a:pt x="452" y="142"/>
                </a:lnTo>
                <a:lnTo>
                  <a:pt x="452" y="141"/>
                </a:lnTo>
                <a:lnTo>
                  <a:pt x="453" y="141"/>
                </a:lnTo>
                <a:lnTo>
                  <a:pt x="453" y="139"/>
                </a:lnTo>
                <a:lnTo>
                  <a:pt x="453" y="138"/>
                </a:lnTo>
                <a:lnTo>
                  <a:pt x="454" y="137"/>
                </a:lnTo>
                <a:lnTo>
                  <a:pt x="455" y="137"/>
                </a:lnTo>
                <a:lnTo>
                  <a:pt x="455" y="136"/>
                </a:lnTo>
                <a:lnTo>
                  <a:pt x="456" y="135"/>
                </a:lnTo>
                <a:lnTo>
                  <a:pt x="455" y="134"/>
                </a:lnTo>
                <a:lnTo>
                  <a:pt x="455" y="133"/>
                </a:lnTo>
                <a:lnTo>
                  <a:pt x="456" y="133"/>
                </a:lnTo>
                <a:lnTo>
                  <a:pt x="457" y="132"/>
                </a:lnTo>
                <a:lnTo>
                  <a:pt x="458" y="132"/>
                </a:lnTo>
                <a:lnTo>
                  <a:pt x="459" y="131"/>
                </a:lnTo>
                <a:lnTo>
                  <a:pt x="459" y="130"/>
                </a:lnTo>
                <a:lnTo>
                  <a:pt x="460" y="130"/>
                </a:lnTo>
                <a:lnTo>
                  <a:pt x="460" y="129"/>
                </a:lnTo>
                <a:lnTo>
                  <a:pt x="460" y="128"/>
                </a:lnTo>
                <a:lnTo>
                  <a:pt x="460" y="127"/>
                </a:lnTo>
                <a:lnTo>
                  <a:pt x="461" y="126"/>
                </a:lnTo>
                <a:lnTo>
                  <a:pt x="462" y="125"/>
                </a:lnTo>
                <a:lnTo>
                  <a:pt x="461" y="125"/>
                </a:lnTo>
                <a:lnTo>
                  <a:pt x="461" y="124"/>
                </a:lnTo>
                <a:lnTo>
                  <a:pt x="461" y="123"/>
                </a:lnTo>
                <a:lnTo>
                  <a:pt x="460" y="123"/>
                </a:lnTo>
                <a:lnTo>
                  <a:pt x="459" y="123"/>
                </a:lnTo>
                <a:lnTo>
                  <a:pt x="459" y="122"/>
                </a:lnTo>
                <a:lnTo>
                  <a:pt x="458" y="122"/>
                </a:lnTo>
                <a:lnTo>
                  <a:pt x="457" y="122"/>
                </a:lnTo>
                <a:lnTo>
                  <a:pt x="456" y="122"/>
                </a:lnTo>
                <a:lnTo>
                  <a:pt x="455" y="122"/>
                </a:lnTo>
                <a:lnTo>
                  <a:pt x="455" y="121"/>
                </a:lnTo>
                <a:lnTo>
                  <a:pt x="454" y="121"/>
                </a:lnTo>
                <a:lnTo>
                  <a:pt x="454" y="120"/>
                </a:lnTo>
                <a:lnTo>
                  <a:pt x="453" y="120"/>
                </a:lnTo>
                <a:lnTo>
                  <a:pt x="452" y="119"/>
                </a:lnTo>
                <a:lnTo>
                  <a:pt x="452" y="118"/>
                </a:lnTo>
                <a:lnTo>
                  <a:pt x="452" y="117"/>
                </a:lnTo>
                <a:lnTo>
                  <a:pt x="452" y="116"/>
                </a:lnTo>
                <a:lnTo>
                  <a:pt x="452" y="115"/>
                </a:lnTo>
                <a:lnTo>
                  <a:pt x="453" y="114"/>
                </a:lnTo>
                <a:lnTo>
                  <a:pt x="453" y="113"/>
                </a:lnTo>
                <a:lnTo>
                  <a:pt x="453" y="112"/>
                </a:lnTo>
                <a:lnTo>
                  <a:pt x="454" y="111"/>
                </a:lnTo>
                <a:lnTo>
                  <a:pt x="455" y="111"/>
                </a:lnTo>
                <a:lnTo>
                  <a:pt x="455" y="110"/>
                </a:lnTo>
                <a:lnTo>
                  <a:pt x="455" y="109"/>
                </a:lnTo>
                <a:lnTo>
                  <a:pt x="456" y="107"/>
                </a:lnTo>
                <a:lnTo>
                  <a:pt x="457" y="107"/>
                </a:lnTo>
                <a:lnTo>
                  <a:pt x="457" y="106"/>
                </a:lnTo>
                <a:lnTo>
                  <a:pt x="457" y="105"/>
                </a:lnTo>
                <a:lnTo>
                  <a:pt x="458" y="105"/>
                </a:lnTo>
                <a:lnTo>
                  <a:pt x="459" y="104"/>
                </a:lnTo>
                <a:lnTo>
                  <a:pt x="460" y="104"/>
                </a:lnTo>
                <a:lnTo>
                  <a:pt x="462" y="104"/>
                </a:lnTo>
                <a:lnTo>
                  <a:pt x="464" y="104"/>
                </a:lnTo>
                <a:lnTo>
                  <a:pt x="465" y="104"/>
                </a:lnTo>
                <a:lnTo>
                  <a:pt x="465" y="103"/>
                </a:lnTo>
                <a:lnTo>
                  <a:pt x="464" y="103"/>
                </a:lnTo>
                <a:lnTo>
                  <a:pt x="464" y="102"/>
                </a:lnTo>
                <a:lnTo>
                  <a:pt x="465" y="101"/>
                </a:lnTo>
                <a:lnTo>
                  <a:pt x="465" y="100"/>
                </a:lnTo>
                <a:lnTo>
                  <a:pt x="465" y="99"/>
                </a:lnTo>
                <a:lnTo>
                  <a:pt x="465" y="97"/>
                </a:lnTo>
                <a:lnTo>
                  <a:pt x="465" y="96"/>
                </a:lnTo>
                <a:lnTo>
                  <a:pt x="465" y="95"/>
                </a:lnTo>
                <a:lnTo>
                  <a:pt x="466" y="95"/>
                </a:lnTo>
                <a:lnTo>
                  <a:pt x="466" y="94"/>
                </a:lnTo>
                <a:lnTo>
                  <a:pt x="465" y="93"/>
                </a:lnTo>
                <a:lnTo>
                  <a:pt x="464" y="93"/>
                </a:lnTo>
                <a:lnTo>
                  <a:pt x="464" y="92"/>
                </a:lnTo>
                <a:lnTo>
                  <a:pt x="465" y="92"/>
                </a:lnTo>
                <a:lnTo>
                  <a:pt x="465" y="91"/>
                </a:lnTo>
                <a:lnTo>
                  <a:pt x="466" y="91"/>
                </a:lnTo>
                <a:lnTo>
                  <a:pt x="467" y="91"/>
                </a:lnTo>
                <a:lnTo>
                  <a:pt x="468" y="91"/>
                </a:lnTo>
                <a:lnTo>
                  <a:pt x="468" y="92"/>
                </a:lnTo>
                <a:lnTo>
                  <a:pt x="469" y="92"/>
                </a:lnTo>
                <a:lnTo>
                  <a:pt x="470" y="91"/>
                </a:lnTo>
                <a:lnTo>
                  <a:pt x="471" y="91"/>
                </a:lnTo>
                <a:lnTo>
                  <a:pt x="471" y="90"/>
                </a:lnTo>
                <a:lnTo>
                  <a:pt x="472" y="90"/>
                </a:lnTo>
                <a:lnTo>
                  <a:pt x="471" y="90"/>
                </a:lnTo>
                <a:lnTo>
                  <a:pt x="471" y="89"/>
                </a:lnTo>
                <a:lnTo>
                  <a:pt x="471" y="88"/>
                </a:lnTo>
                <a:lnTo>
                  <a:pt x="472" y="87"/>
                </a:lnTo>
                <a:lnTo>
                  <a:pt x="472" y="86"/>
                </a:lnTo>
                <a:lnTo>
                  <a:pt x="472" y="85"/>
                </a:lnTo>
                <a:lnTo>
                  <a:pt x="473" y="85"/>
                </a:lnTo>
                <a:lnTo>
                  <a:pt x="473" y="86"/>
                </a:lnTo>
                <a:lnTo>
                  <a:pt x="474" y="87"/>
                </a:lnTo>
                <a:lnTo>
                  <a:pt x="475" y="87"/>
                </a:lnTo>
                <a:lnTo>
                  <a:pt x="476" y="88"/>
                </a:lnTo>
                <a:lnTo>
                  <a:pt x="477" y="88"/>
                </a:lnTo>
                <a:lnTo>
                  <a:pt x="477" y="89"/>
                </a:lnTo>
                <a:lnTo>
                  <a:pt x="476" y="90"/>
                </a:lnTo>
                <a:lnTo>
                  <a:pt x="477" y="90"/>
                </a:lnTo>
                <a:lnTo>
                  <a:pt x="478" y="91"/>
                </a:lnTo>
                <a:lnTo>
                  <a:pt x="479" y="91"/>
                </a:lnTo>
                <a:lnTo>
                  <a:pt x="479" y="92"/>
                </a:lnTo>
                <a:lnTo>
                  <a:pt x="479" y="93"/>
                </a:lnTo>
                <a:lnTo>
                  <a:pt x="479" y="94"/>
                </a:lnTo>
                <a:lnTo>
                  <a:pt x="478" y="95"/>
                </a:lnTo>
                <a:lnTo>
                  <a:pt x="478" y="96"/>
                </a:lnTo>
                <a:lnTo>
                  <a:pt x="479" y="96"/>
                </a:lnTo>
                <a:lnTo>
                  <a:pt x="479" y="97"/>
                </a:lnTo>
                <a:lnTo>
                  <a:pt x="478" y="98"/>
                </a:lnTo>
                <a:lnTo>
                  <a:pt x="479" y="99"/>
                </a:lnTo>
                <a:lnTo>
                  <a:pt x="479" y="100"/>
                </a:lnTo>
                <a:lnTo>
                  <a:pt x="480" y="100"/>
                </a:lnTo>
                <a:lnTo>
                  <a:pt x="481" y="101"/>
                </a:lnTo>
                <a:lnTo>
                  <a:pt x="481" y="103"/>
                </a:lnTo>
                <a:lnTo>
                  <a:pt x="481" y="104"/>
                </a:lnTo>
                <a:lnTo>
                  <a:pt x="482" y="104"/>
                </a:lnTo>
                <a:lnTo>
                  <a:pt x="483" y="104"/>
                </a:lnTo>
                <a:lnTo>
                  <a:pt x="483" y="105"/>
                </a:lnTo>
                <a:lnTo>
                  <a:pt x="482" y="105"/>
                </a:lnTo>
                <a:lnTo>
                  <a:pt x="481" y="105"/>
                </a:lnTo>
                <a:lnTo>
                  <a:pt x="480" y="106"/>
                </a:lnTo>
                <a:lnTo>
                  <a:pt x="480" y="107"/>
                </a:lnTo>
                <a:lnTo>
                  <a:pt x="480" y="108"/>
                </a:lnTo>
                <a:lnTo>
                  <a:pt x="480" y="109"/>
                </a:lnTo>
                <a:lnTo>
                  <a:pt x="479" y="109"/>
                </a:lnTo>
                <a:lnTo>
                  <a:pt x="479" y="110"/>
                </a:lnTo>
                <a:lnTo>
                  <a:pt x="478" y="110"/>
                </a:lnTo>
                <a:lnTo>
                  <a:pt x="477" y="111"/>
                </a:lnTo>
                <a:lnTo>
                  <a:pt x="477" y="112"/>
                </a:lnTo>
                <a:lnTo>
                  <a:pt x="476" y="113"/>
                </a:lnTo>
                <a:lnTo>
                  <a:pt x="476" y="114"/>
                </a:lnTo>
                <a:lnTo>
                  <a:pt x="476" y="115"/>
                </a:lnTo>
                <a:lnTo>
                  <a:pt x="476" y="116"/>
                </a:lnTo>
                <a:lnTo>
                  <a:pt x="476" y="117"/>
                </a:lnTo>
                <a:lnTo>
                  <a:pt x="475" y="118"/>
                </a:lnTo>
                <a:lnTo>
                  <a:pt x="476" y="119"/>
                </a:lnTo>
                <a:lnTo>
                  <a:pt x="476" y="120"/>
                </a:lnTo>
                <a:lnTo>
                  <a:pt x="475" y="120"/>
                </a:lnTo>
                <a:lnTo>
                  <a:pt x="474" y="120"/>
                </a:lnTo>
                <a:lnTo>
                  <a:pt x="474" y="121"/>
                </a:lnTo>
                <a:lnTo>
                  <a:pt x="473" y="121"/>
                </a:lnTo>
                <a:lnTo>
                  <a:pt x="473" y="122"/>
                </a:lnTo>
                <a:lnTo>
                  <a:pt x="472" y="122"/>
                </a:lnTo>
                <a:lnTo>
                  <a:pt x="471" y="122"/>
                </a:lnTo>
                <a:lnTo>
                  <a:pt x="471" y="123"/>
                </a:lnTo>
                <a:lnTo>
                  <a:pt x="471" y="124"/>
                </a:lnTo>
                <a:lnTo>
                  <a:pt x="470" y="125"/>
                </a:lnTo>
                <a:lnTo>
                  <a:pt x="469" y="124"/>
                </a:lnTo>
                <a:lnTo>
                  <a:pt x="469" y="123"/>
                </a:lnTo>
                <a:lnTo>
                  <a:pt x="468" y="124"/>
                </a:lnTo>
                <a:lnTo>
                  <a:pt x="467" y="124"/>
                </a:lnTo>
                <a:lnTo>
                  <a:pt x="466" y="124"/>
                </a:lnTo>
                <a:lnTo>
                  <a:pt x="466" y="125"/>
                </a:lnTo>
                <a:lnTo>
                  <a:pt x="465" y="125"/>
                </a:lnTo>
                <a:lnTo>
                  <a:pt x="464" y="126"/>
                </a:lnTo>
                <a:lnTo>
                  <a:pt x="465" y="126"/>
                </a:lnTo>
                <a:lnTo>
                  <a:pt x="465" y="127"/>
                </a:lnTo>
                <a:lnTo>
                  <a:pt x="465" y="128"/>
                </a:lnTo>
                <a:lnTo>
                  <a:pt x="466" y="129"/>
                </a:lnTo>
                <a:lnTo>
                  <a:pt x="467" y="130"/>
                </a:lnTo>
                <a:lnTo>
                  <a:pt x="468" y="129"/>
                </a:lnTo>
                <a:lnTo>
                  <a:pt x="469" y="131"/>
                </a:lnTo>
                <a:lnTo>
                  <a:pt x="470" y="131"/>
                </a:lnTo>
                <a:lnTo>
                  <a:pt x="471" y="132"/>
                </a:lnTo>
                <a:lnTo>
                  <a:pt x="472" y="134"/>
                </a:lnTo>
                <a:lnTo>
                  <a:pt x="472" y="135"/>
                </a:lnTo>
                <a:lnTo>
                  <a:pt x="472" y="136"/>
                </a:lnTo>
                <a:lnTo>
                  <a:pt x="472" y="138"/>
                </a:lnTo>
                <a:lnTo>
                  <a:pt x="472" y="139"/>
                </a:lnTo>
                <a:lnTo>
                  <a:pt x="472" y="140"/>
                </a:lnTo>
                <a:lnTo>
                  <a:pt x="472" y="141"/>
                </a:lnTo>
                <a:lnTo>
                  <a:pt x="470" y="141"/>
                </a:lnTo>
                <a:lnTo>
                  <a:pt x="470" y="142"/>
                </a:lnTo>
                <a:lnTo>
                  <a:pt x="470" y="143"/>
                </a:lnTo>
                <a:lnTo>
                  <a:pt x="471" y="143"/>
                </a:lnTo>
                <a:lnTo>
                  <a:pt x="472" y="143"/>
                </a:lnTo>
                <a:lnTo>
                  <a:pt x="472" y="144"/>
                </a:lnTo>
                <a:lnTo>
                  <a:pt x="473" y="144"/>
                </a:lnTo>
                <a:lnTo>
                  <a:pt x="474" y="144"/>
                </a:lnTo>
                <a:lnTo>
                  <a:pt x="474" y="145"/>
                </a:lnTo>
                <a:lnTo>
                  <a:pt x="475" y="145"/>
                </a:lnTo>
                <a:lnTo>
                  <a:pt x="476" y="144"/>
                </a:lnTo>
                <a:lnTo>
                  <a:pt x="476" y="143"/>
                </a:lnTo>
                <a:lnTo>
                  <a:pt x="476" y="142"/>
                </a:lnTo>
                <a:lnTo>
                  <a:pt x="477" y="141"/>
                </a:lnTo>
                <a:lnTo>
                  <a:pt x="478" y="140"/>
                </a:lnTo>
                <a:lnTo>
                  <a:pt x="479" y="140"/>
                </a:lnTo>
                <a:lnTo>
                  <a:pt x="480" y="140"/>
                </a:lnTo>
                <a:lnTo>
                  <a:pt x="480" y="139"/>
                </a:lnTo>
                <a:lnTo>
                  <a:pt x="481" y="138"/>
                </a:lnTo>
                <a:lnTo>
                  <a:pt x="482" y="137"/>
                </a:lnTo>
                <a:lnTo>
                  <a:pt x="482" y="136"/>
                </a:lnTo>
                <a:lnTo>
                  <a:pt x="482" y="135"/>
                </a:lnTo>
                <a:lnTo>
                  <a:pt x="483" y="135"/>
                </a:lnTo>
                <a:lnTo>
                  <a:pt x="485" y="135"/>
                </a:lnTo>
                <a:lnTo>
                  <a:pt x="486" y="134"/>
                </a:lnTo>
                <a:lnTo>
                  <a:pt x="487" y="133"/>
                </a:lnTo>
                <a:lnTo>
                  <a:pt x="488" y="133"/>
                </a:lnTo>
                <a:lnTo>
                  <a:pt x="489" y="133"/>
                </a:lnTo>
                <a:lnTo>
                  <a:pt x="490" y="134"/>
                </a:lnTo>
                <a:lnTo>
                  <a:pt x="491" y="134"/>
                </a:lnTo>
                <a:lnTo>
                  <a:pt x="492" y="134"/>
                </a:lnTo>
                <a:lnTo>
                  <a:pt x="493" y="134"/>
                </a:lnTo>
                <a:lnTo>
                  <a:pt x="495" y="134"/>
                </a:lnTo>
                <a:lnTo>
                  <a:pt x="496" y="133"/>
                </a:lnTo>
                <a:lnTo>
                  <a:pt x="497" y="134"/>
                </a:lnTo>
                <a:lnTo>
                  <a:pt x="498" y="134"/>
                </a:lnTo>
                <a:lnTo>
                  <a:pt x="498" y="133"/>
                </a:lnTo>
                <a:lnTo>
                  <a:pt x="499" y="132"/>
                </a:lnTo>
                <a:lnTo>
                  <a:pt x="499" y="131"/>
                </a:lnTo>
                <a:lnTo>
                  <a:pt x="498" y="131"/>
                </a:lnTo>
                <a:lnTo>
                  <a:pt x="498" y="130"/>
                </a:lnTo>
                <a:lnTo>
                  <a:pt x="499" y="130"/>
                </a:lnTo>
                <a:lnTo>
                  <a:pt x="499" y="129"/>
                </a:lnTo>
                <a:lnTo>
                  <a:pt x="500" y="129"/>
                </a:lnTo>
                <a:lnTo>
                  <a:pt x="499" y="128"/>
                </a:lnTo>
                <a:lnTo>
                  <a:pt x="499" y="127"/>
                </a:lnTo>
                <a:lnTo>
                  <a:pt x="500" y="127"/>
                </a:lnTo>
                <a:lnTo>
                  <a:pt x="500" y="126"/>
                </a:lnTo>
                <a:lnTo>
                  <a:pt x="500" y="125"/>
                </a:lnTo>
                <a:lnTo>
                  <a:pt x="500" y="124"/>
                </a:lnTo>
                <a:lnTo>
                  <a:pt x="501" y="123"/>
                </a:lnTo>
                <a:lnTo>
                  <a:pt x="500" y="122"/>
                </a:lnTo>
                <a:lnTo>
                  <a:pt x="501" y="122"/>
                </a:lnTo>
                <a:lnTo>
                  <a:pt x="501" y="123"/>
                </a:lnTo>
                <a:lnTo>
                  <a:pt x="502" y="123"/>
                </a:lnTo>
                <a:lnTo>
                  <a:pt x="502" y="124"/>
                </a:lnTo>
                <a:lnTo>
                  <a:pt x="504" y="124"/>
                </a:lnTo>
                <a:lnTo>
                  <a:pt x="504" y="125"/>
                </a:lnTo>
                <a:lnTo>
                  <a:pt x="505" y="126"/>
                </a:lnTo>
                <a:lnTo>
                  <a:pt x="505" y="127"/>
                </a:lnTo>
                <a:lnTo>
                  <a:pt x="506" y="128"/>
                </a:lnTo>
                <a:lnTo>
                  <a:pt x="507" y="129"/>
                </a:lnTo>
                <a:lnTo>
                  <a:pt x="508" y="130"/>
                </a:lnTo>
                <a:lnTo>
                  <a:pt x="509" y="130"/>
                </a:lnTo>
                <a:lnTo>
                  <a:pt x="510" y="130"/>
                </a:lnTo>
                <a:lnTo>
                  <a:pt x="510" y="131"/>
                </a:lnTo>
                <a:lnTo>
                  <a:pt x="511" y="130"/>
                </a:lnTo>
                <a:lnTo>
                  <a:pt x="512" y="129"/>
                </a:lnTo>
                <a:lnTo>
                  <a:pt x="511" y="129"/>
                </a:lnTo>
                <a:lnTo>
                  <a:pt x="511" y="128"/>
                </a:lnTo>
                <a:lnTo>
                  <a:pt x="512" y="128"/>
                </a:lnTo>
                <a:lnTo>
                  <a:pt x="512" y="127"/>
                </a:lnTo>
                <a:lnTo>
                  <a:pt x="511" y="127"/>
                </a:lnTo>
                <a:lnTo>
                  <a:pt x="511" y="126"/>
                </a:lnTo>
                <a:lnTo>
                  <a:pt x="511" y="125"/>
                </a:lnTo>
                <a:lnTo>
                  <a:pt x="511" y="124"/>
                </a:lnTo>
                <a:lnTo>
                  <a:pt x="511" y="123"/>
                </a:lnTo>
                <a:lnTo>
                  <a:pt x="511" y="122"/>
                </a:lnTo>
                <a:lnTo>
                  <a:pt x="510" y="122"/>
                </a:lnTo>
                <a:lnTo>
                  <a:pt x="510" y="121"/>
                </a:lnTo>
                <a:lnTo>
                  <a:pt x="510" y="120"/>
                </a:lnTo>
                <a:lnTo>
                  <a:pt x="510" y="119"/>
                </a:lnTo>
                <a:lnTo>
                  <a:pt x="509" y="119"/>
                </a:lnTo>
                <a:lnTo>
                  <a:pt x="509" y="118"/>
                </a:lnTo>
                <a:lnTo>
                  <a:pt x="509" y="117"/>
                </a:lnTo>
                <a:lnTo>
                  <a:pt x="510" y="117"/>
                </a:lnTo>
                <a:lnTo>
                  <a:pt x="510" y="116"/>
                </a:lnTo>
                <a:lnTo>
                  <a:pt x="511" y="115"/>
                </a:lnTo>
                <a:lnTo>
                  <a:pt x="512" y="115"/>
                </a:lnTo>
                <a:lnTo>
                  <a:pt x="512" y="114"/>
                </a:lnTo>
                <a:lnTo>
                  <a:pt x="513" y="113"/>
                </a:lnTo>
                <a:lnTo>
                  <a:pt x="514" y="113"/>
                </a:lnTo>
                <a:lnTo>
                  <a:pt x="513" y="113"/>
                </a:lnTo>
                <a:lnTo>
                  <a:pt x="513" y="112"/>
                </a:lnTo>
                <a:lnTo>
                  <a:pt x="514" y="111"/>
                </a:lnTo>
                <a:lnTo>
                  <a:pt x="515" y="111"/>
                </a:lnTo>
                <a:lnTo>
                  <a:pt x="515" y="110"/>
                </a:lnTo>
                <a:lnTo>
                  <a:pt x="516" y="110"/>
                </a:lnTo>
                <a:lnTo>
                  <a:pt x="516" y="109"/>
                </a:lnTo>
                <a:lnTo>
                  <a:pt x="516" y="108"/>
                </a:lnTo>
                <a:lnTo>
                  <a:pt x="517" y="108"/>
                </a:lnTo>
                <a:lnTo>
                  <a:pt x="517" y="107"/>
                </a:lnTo>
                <a:lnTo>
                  <a:pt x="517" y="108"/>
                </a:lnTo>
                <a:lnTo>
                  <a:pt x="518" y="108"/>
                </a:lnTo>
                <a:lnTo>
                  <a:pt x="519" y="109"/>
                </a:lnTo>
                <a:lnTo>
                  <a:pt x="519" y="108"/>
                </a:lnTo>
                <a:lnTo>
                  <a:pt x="520" y="108"/>
                </a:lnTo>
                <a:lnTo>
                  <a:pt x="521" y="108"/>
                </a:lnTo>
                <a:lnTo>
                  <a:pt x="521" y="109"/>
                </a:lnTo>
                <a:lnTo>
                  <a:pt x="521" y="110"/>
                </a:lnTo>
                <a:lnTo>
                  <a:pt x="522" y="110"/>
                </a:lnTo>
                <a:lnTo>
                  <a:pt x="523" y="110"/>
                </a:lnTo>
                <a:lnTo>
                  <a:pt x="524" y="109"/>
                </a:lnTo>
                <a:lnTo>
                  <a:pt x="525" y="109"/>
                </a:lnTo>
                <a:lnTo>
                  <a:pt x="525" y="108"/>
                </a:lnTo>
                <a:lnTo>
                  <a:pt x="526" y="108"/>
                </a:lnTo>
                <a:lnTo>
                  <a:pt x="526" y="109"/>
                </a:lnTo>
                <a:lnTo>
                  <a:pt x="526" y="110"/>
                </a:lnTo>
                <a:lnTo>
                  <a:pt x="527" y="110"/>
                </a:lnTo>
                <a:lnTo>
                  <a:pt x="527" y="111"/>
                </a:lnTo>
                <a:lnTo>
                  <a:pt x="528" y="111"/>
                </a:lnTo>
                <a:lnTo>
                  <a:pt x="528" y="110"/>
                </a:lnTo>
                <a:lnTo>
                  <a:pt x="527" y="109"/>
                </a:lnTo>
                <a:lnTo>
                  <a:pt x="527" y="108"/>
                </a:lnTo>
                <a:lnTo>
                  <a:pt x="528" y="108"/>
                </a:lnTo>
                <a:lnTo>
                  <a:pt x="529" y="108"/>
                </a:lnTo>
                <a:lnTo>
                  <a:pt x="529" y="109"/>
                </a:lnTo>
                <a:lnTo>
                  <a:pt x="530" y="109"/>
                </a:lnTo>
                <a:lnTo>
                  <a:pt x="531" y="108"/>
                </a:lnTo>
                <a:lnTo>
                  <a:pt x="530" y="108"/>
                </a:lnTo>
                <a:lnTo>
                  <a:pt x="531" y="108"/>
                </a:lnTo>
                <a:lnTo>
                  <a:pt x="531" y="107"/>
                </a:lnTo>
                <a:lnTo>
                  <a:pt x="532" y="106"/>
                </a:lnTo>
                <a:lnTo>
                  <a:pt x="533" y="105"/>
                </a:lnTo>
                <a:lnTo>
                  <a:pt x="534" y="105"/>
                </a:lnTo>
                <a:lnTo>
                  <a:pt x="535" y="105"/>
                </a:lnTo>
                <a:lnTo>
                  <a:pt x="535" y="104"/>
                </a:lnTo>
                <a:lnTo>
                  <a:pt x="535" y="103"/>
                </a:lnTo>
                <a:lnTo>
                  <a:pt x="536" y="103"/>
                </a:lnTo>
                <a:lnTo>
                  <a:pt x="537" y="103"/>
                </a:lnTo>
                <a:lnTo>
                  <a:pt x="538" y="104"/>
                </a:lnTo>
                <a:lnTo>
                  <a:pt x="538" y="103"/>
                </a:lnTo>
                <a:lnTo>
                  <a:pt x="537" y="102"/>
                </a:lnTo>
                <a:lnTo>
                  <a:pt x="536" y="102"/>
                </a:lnTo>
                <a:lnTo>
                  <a:pt x="536" y="101"/>
                </a:lnTo>
                <a:lnTo>
                  <a:pt x="537" y="101"/>
                </a:lnTo>
                <a:lnTo>
                  <a:pt x="538" y="101"/>
                </a:lnTo>
                <a:lnTo>
                  <a:pt x="538" y="102"/>
                </a:lnTo>
                <a:lnTo>
                  <a:pt x="538" y="103"/>
                </a:lnTo>
                <a:lnTo>
                  <a:pt x="539" y="103"/>
                </a:lnTo>
                <a:lnTo>
                  <a:pt x="540" y="102"/>
                </a:lnTo>
                <a:lnTo>
                  <a:pt x="539" y="102"/>
                </a:lnTo>
                <a:lnTo>
                  <a:pt x="539" y="101"/>
                </a:lnTo>
                <a:lnTo>
                  <a:pt x="538" y="101"/>
                </a:lnTo>
                <a:lnTo>
                  <a:pt x="538" y="100"/>
                </a:lnTo>
                <a:lnTo>
                  <a:pt x="537" y="100"/>
                </a:lnTo>
                <a:lnTo>
                  <a:pt x="536" y="100"/>
                </a:lnTo>
                <a:lnTo>
                  <a:pt x="536" y="99"/>
                </a:lnTo>
                <a:lnTo>
                  <a:pt x="537" y="98"/>
                </a:lnTo>
                <a:lnTo>
                  <a:pt x="538" y="97"/>
                </a:lnTo>
                <a:lnTo>
                  <a:pt x="537" y="97"/>
                </a:lnTo>
                <a:lnTo>
                  <a:pt x="537" y="96"/>
                </a:lnTo>
                <a:lnTo>
                  <a:pt x="536" y="95"/>
                </a:lnTo>
                <a:lnTo>
                  <a:pt x="536" y="94"/>
                </a:lnTo>
                <a:lnTo>
                  <a:pt x="536" y="93"/>
                </a:lnTo>
                <a:lnTo>
                  <a:pt x="537" y="93"/>
                </a:lnTo>
                <a:lnTo>
                  <a:pt x="537" y="94"/>
                </a:lnTo>
                <a:lnTo>
                  <a:pt x="538" y="94"/>
                </a:lnTo>
                <a:lnTo>
                  <a:pt x="539" y="94"/>
                </a:lnTo>
                <a:lnTo>
                  <a:pt x="539" y="93"/>
                </a:lnTo>
                <a:lnTo>
                  <a:pt x="539" y="92"/>
                </a:lnTo>
                <a:lnTo>
                  <a:pt x="538" y="92"/>
                </a:lnTo>
                <a:lnTo>
                  <a:pt x="537" y="91"/>
                </a:lnTo>
                <a:lnTo>
                  <a:pt x="536" y="90"/>
                </a:lnTo>
                <a:lnTo>
                  <a:pt x="536" y="89"/>
                </a:lnTo>
                <a:lnTo>
                  <a:pt x="535" y="89"/>
                </a:lnTo>
                <a:lnTo>
                  <a:pt x="535" y="88"/>
                </a:lnTo>
                <a:lnTo>
                  <a:pt x="533" y="88"/>
                </a:lnTo>
                <a:lnTo>
                  <a:pt x="532" y="88"/>
                </a:lnTo>
                <a:lnTo>
                  <a:pt x="531" y="88"/>
                </a:lnTo>
                <a:lnTo>
                  <a:pt x="531" y="87"/>
                </a:lnTo>
                <a:lnTo>
                  <a:pt x="530" y="87"/>
                </a:lnTo>
                <a:lnTo>
                  <a:pt x="530" y="86"/>
                </a:lnTo>
                <a:lnTo>
                  <a:pt x="529" y="86"/>
                </a:lnTo>
                <a:lnTo>
                  <a:pt x="528" y="86"/>
                </a:lnTo>
                <a:lnTo>
                  <a:pt x="527" y="85"/>
                </a:lnTo>
                <a:lnTo>
                  <a:pt x="526" y="85"/>
                </a:lnTo>
                <a:lnTo>
                  <a:pt x="525" y="85"/>
                </a:lnTo>
                <a:lnTo>
                  <a:pt x="525" y="84"/>
                </a:lnTo>
                <a:lnTo>
                  <a:pt x="524" y="84"/>
                </a:lnTo>
                <a:lnTo>
                  <a:pt x="524" y="83"/>
                </a:lnTo>
                <a:lnTo>
                  <a:pt x="524" y="82"/>
                </a:lnTo>
                <a:lnTo>
                  <a:pt x="524" y="81"/>
                </a:lnTo>
                <a:lnTo>
                  <a:pt x="524" y="80"/>
                </a:lnTo>
                <a:lnTo>
                  <a:pt x="523" y="80"/>
                </a:lnTo>
                <a:lnTo>
                  <a:pt x="523" y="79"/>
                </a:lnTo>
                <a:lnTo>
                  <a:pt x="522" y="78"/>
                </a:lnTo>
                <a:lnTo>
                  <a:pt x="522" y="77"/>
                </a:lnTo>
                <a:lnTo>
                  <a:pt x="522" y="76"/>
                </a:lnTo>
                <a:lnTo>
                  <a:pt x="523" y="75"/>
                </a:lnTo>
                <a:lnTo>
                  <a:pt x="523" y="73"/>
                </a:lnTo>
                <a:lnTo>
                  <a:pt x="524" y="72"/>
                </a:lnTo>
                <a:lnTo>
                  <a:pt x="525" y="72"/>
                </a:lnTo>
                <a:lnTo>
                  <a:pt x="525" y="71"/>
                </a:lnTo>
                <a:lnTo>
                  <a:pt x="525" y="70"/>
                </a:lnTo>
                <a:lnTo>
                  <a:pt x="524" y="70"/>
                </a:lnTo>
                <a:lnTo>
                  <a:pt x="524" y="69"/>
                </a:lnTo>
                <a:lnTo>
                  <a:pt x="523" y="70"/>
                </a:lnTo>
                <a:lnTo>
                  <a:pt x="522" y="70"/>
                </a:lnTo>
                <a:lnTo>
                  <a:pt x="522" y="71"/>
                </a:lnTo>
                <a:lnTo>
                  <a:pt x="522" y="72"/>
                </a:lnTo>
                <a:lnTo>
                  <a:pt x="521" y="72"/>
                </a:lnTo>
                <a:lnTo>
                  <a:pt x="520" y="72"/>
                </a:lnTo>
                <a:lnTo>
                  <a:pt x="519" y="72"/>
                </a:lnTo>
                <a:lnTo>
                  <a:pt x="519" y="71"/>
                </a:lnTo>
                <a:lnTo>
                  <a:pt x="519" y="70"/>
                </a:lnTo>
                <a:lnTo>
                  <a:pt x="520" y="69"/>
                </a:lnTo>
                <a:lnTo>
                  <a:pt x="521" y="69"/>
                </a:lnTo>
                <a:lnTo>
                  <a:pt x="522" y="68"/>
                </a:lnTo>
                <a:lnTo>
                  <a:pt x="523" y="67"/>
                </a:lnTo>
                <a:lnTo>
                  <a:pt x="522" y="66"/>
                </a:lnTo>
                <a:lnTo>
                  <a:pt x="522" y="65"/>
                </a:lnTo>
                <a:lnTo>
                  <a:pt x="521" y="65"/>
                </a:lnTo>
                <a:lnTo>
                  <a:pt x="520" y="64"/>
                </a:lnTo>
                <a:lnTo>
                  <a:pt x="519" y="64"/>
                </a:lnTo>
                <a:lnTo>
                  <a:pt x="519" y="63"/>
                </a:lnTo>
                <a:lnTo>
                  <a:pt x="517" y="63"/>
                </a:lnTo>
                <a:lnTo>
                  <a:pt x="516" y="63"/>
                </a:lnTo>
                <a:lnTo>
                  <a:pt x="515" y="63"/>
                </a:lnTo>
                <a:lnTo>
                  <a:pt x="514" y="63"/>
                </a:lnTo>
                <a:lnTo>
                  <a:pt x="514" y="62"/>
                </a:lnTo>
                <a:lnTo>
                  <a:pt x="514" y="61"/>
                </a:lnTo>
                <a:lnTo>
                  <a:pt x="515" y="61"/>
                </a:lnTo>
                <a:lnTo>
                  <a:pt x="515" y="60"/>
                </a:lnTo>
                <a:lnTo>
                  <a:pt x="516" y="60"/>
                </a:lnTo>
                <a:lnTo>
                  <a:pt x="516" y="59"/>
                </a:lnTo>
                <a:lnTo>
                  <a:pt x="517" y="59"/>
                </a:lnTo>
                <a:lnTo>
                  <a:pt x="517" y="58"/>
                </a:lnTo>
                <a:lnTo>
                  <a:pt x="517" y="57"/>
                </a:lnTo>
                <a:lnTo>
                  <a:pt x="517" y="56"/>
                </a:lnTo>
                <a:lnTo>
                  <a:pt x="516" y="56"/>
                </a:lnTo>
                <a:lnTo>
                  <a:pt x="515" y="55"/>
                </a:lnTo>
                <a:lnTo>
                  <a:pt x="515" y="54"/>
                </a:lnTo>
                <a:lnTo>
                  <a:pt x="514" y="54"/>
                </a:lnTo>
                <a:lnTo>
                  <a:pt x="513" y="53"/>
                </a:lnTo>
                <a:lnTo>
                  <a:pt x="512" y="52"/>
                </a:lnTo>
                <a:lnTo>
                  <a:pt x="512" y="51"/>
                </a:lnTo>
                <a:lnTo>
                  <a:pt x="511" y="51"/>
                </a:lnTo>
                <a:lnTo>
                  <a:pt x="511" y="50"/>
                </a:lnTo>
                <a:lnTo>
                  <a:pt x="510" y="49"/>
                </a:lnTo>
                <a:lnTo>
                  <a:pt x="509" y="47"/>
                </a:lnTo>
                <a:lnTo>
                  <a:pt x="509" y="46"/>
                </a:lnTo>
                <a:lnTo>
                  <a:pt x="508" y="46"/>
                </a:lnTo>
                <a:lnTo>
                  <a:pt x="507" y="46"/>
                </a:lnTo>
                <a:lnTo>
                  <a:pt x="507" y="45"/>
                </a:lnTo>
                <a:lnTo>
                  <a:pt x="506" y="45"/>
                </a:lnTo>
                <a:lnTo>
                  <a:pt x="506" y="44"/>
                </a:lnTo>
                <a:lnTo>
                  <a:pt x="506" y="43"/>
                </a:lnTo>
                <a:lnTo>
                  <a:pt x="505" y="43"/>
                </a:lnTo>
                <a:lnTo>
                  <a:pt x="504" y="42"/>
                </a:lnTo>
                <a:lnTo>
                  <a:pt x="503" y="42"/>
                </a:lnTo>
                <a:lnTo>
                  <a:pt x="504" y="41"/>
                </a:lnTo>
                <a:lnTo>
                  <a:pt x="506" y="40"/>
                </a:lnTo>
                <a:lnTo>
                  <a:pt x="507" y="40"/>
                </a:lnTo>
                <a:lnTo>
                  <a:pt x="508" y="40"/>
                </a:lnTo>
                <a:lnTo>
                  <a:pt x="508" y="41"/>
                </a:lnTo>
                <a:lnTo>
                  <a:pt x="507" y="41"/>
                </a:lnTo>
                <a:lnTo>
                  <a:pt x="507" y="42"/>
                </a:lnTo>
                <a:lnTo>
                  <a:pt x="508" y="42"/>
                </a:lnTo>
                <a:lnTo>
                  <a:pt x="508" y="41"/>
                </a:lnTo>
                <a:lnTo>
                  <a:pt x="508" y="40"/>
                </a:lnTo>
                <a:lnTo>
                  <a:pt x="510" y="40"/>
                </a:lnTo>
                <a:lnTo>
                  <a:pt x="510" y="41"/>
                </a:lnTo>
                <a:lnTo>
                  <a:pt x="509" y="41"/>
                </a:lnTo>
                <a:lnTo>
                  <a:pt x="510" y="41"/>
                </a:lnTo>
                <a:lnTo>
                  <a:pt x="510" y="42"/>
                </a:lnTo>
                <a:lnTo>
                  <a:pt x="511" y="42"/>
                </a:lnTo>
                <a:lnTo>
                  <a:pt x="511" y="43"/>
                </a:lnTo>
                <a:lnTo>
                  <a:pt x="512" y="43"/>
                </a:lnTo>
                <a:lnTo>
                  <a:pt x="512" y="42"/>
                </a:lnTo>
                <a:lnTo>
                  <a:pt x="514" y="42"/>
                </a:lnTo>
                <a:lnTo>
                  <a:pt x="513" y="42"/>
                </a:lnTo>
                <a:lnTo>
                  <a:pt x="513" y="41"/>
                </a:lnTo>
                <a:lnTo>
                  <a:pt x="514" y="41"/>
                </a:lnTo>
                <a:lnTo>
                  <a:pt x="514" y="42"/>
                </a:lnTo>
                <a:lnTo>
                  <a:pt x="514" y="41"/>
                </a:lnTo>
                <a:lnTo>
                  <a:pt x="515" y="41"/>
                </a:lnTo>
                <a:lnTo>
                  <a:pt x="514" y="40"/>
                </a:lnTo>
                <a:lnTo>
                  <a:pt x="515" y="40"/>
                </a:lnTo>
                <a:lnTo>
                  <a:pt x="515" y="39"/>
                </a:lnTo>
                <a:lnTo>
                  <a:pt x="515" y="40"/>
                </a:lnTo>
                <a:lnTo>
                  <a:pt x="516" y="40"/>
                </a:lnTo>
                <a:lnTo>
                  <a:pt x="516" y="41"/>
                </a:lnTo>
                <a:lnTo>
                  <a:pt x="515" y="41"/>
                </a:lnTo>
                <a:lnTo>
                  <a:pt x="515" y="42"/>
                </a:lnTo>
                <a:lnTo>
                  <a:pt x="516" y="42"/>
                </a:lnTo>
                <a:lnTo>
                  <a:pt x="516" y="41"/>
                </a:lnTo>
                <a:lnTo>
                  <a:pt x="517" y="40"/>
                </a:lnTo>
                <a:lnTo>
                  <a:pt x="517" y="39"/>
                </a:lnTo>
                <a:lnTo>
                  <a:pt x="518" y="39"/>
                </a:lnTo>
                <a:lnTo>
                  <a:pt x="518" y="40"/>
                </a:lnTo>
                <a:lnTo>
                  <a:pt x="519" y="40"/>
                </a:lnTo>
                <a:lnTo>
                  <a:pt x="519" y="41"/>
                </a:lnTo>
                <a:lnTo>
                  <a:pt x="520" y="40"/>
                </a:lnTo>
                <a:lnTo>
                  <a:pt x="521" y="40"/>
                </a:lnTo>
                <a:lnTo>
                  <a:pt x="521" y="39"/>
                </a:lnTo>
                <a:lnTo>
                  <a:pt x="521" y="38"/>
                </a:lnTo>
                <a:lnTo>
                  <a:pt x="522" y="38"/>
                </a:lnTo>
                <a:lnTo>
                  <a:pt x="522" y="39"/>
                </a:lnTo>
                <a:lnTo>
                  <a:pt x="522" y="40"/>
                </a:lnTo>
                <a:lnTo>
                  <a:pt x="521" y="41"/>
                </a:lnTo>
                <a:lnTo>
                  <a:pt x="522" y="42"/>
                </a:lnTo>
                <a:lnTo>
                  <a:pt x="523" y="41"/>
                </a:lnTo>
                <a:lnTo>
                  <a:pt x="523" y="40"/>
                </a:lnTo>
                <a:lnTo>
                  <a:pt x="524" y="40"/>
                </a:lnTo>
                <a:lnTo>
                  <a:pt x="524" y="41"/>
                </a:lnTo>
                <a:lnTo>
                  <a:pt x="525" y="41"/>
                </a:lnTo>
                <a:lnTo>
                  <a:pt x="526" y="41"/>
                </a:lnTo>
                <a:lnTo>
                  <a:pt x="526" y="40"/>
                </a:lnTo>
                <a:lnTo>
                  <a:pt x="527" y="41"/>
                </a:lnTo>
                <a:lnTo>
                  <a:pt x="527" y="42"/>
                </a:lnTo>
                <a:lnTo>
                  <a:pt x="528" y="42"/>
                </a:lnTo>
                <a:lnTo>
                  <a:pt x="528" y="41"/>
                </a:lnTo>
                <a:lnTo>
                  <a:pt x="529" y="41"/>
                </a:lnTo>
                <a:lnTo>
                  <a:pt x="530" y="41"/>
                </a:lnTo>
                <a:lnTo>
                  <a:pt x="531" y="38"/>
                </a:lnTo>
                <a:lnTo>
                  <a:pt x="531" y="37"/>
                </a:lnTo>
                <a:lnTo>
                  <a:pt x="531" y="36"/>
                </a:lnTo>
                <a:lnTo>
                  <a:pt x="532" y="34"/>
                </a:lnTo>
                <a:lnTo>
                  <a:pt x="532" y="33"/>
                </a:lnTo>
                <a:lnTo>
                  <a:pt x="533" y="33"/>
                </a:lnTo>
                <a:lnTo>
                  <a:pt x="533" y="32"/>
                </a:lnTo>
                <a:lnTo>
                  <a:pt x="533" y="31"/>
                </a:lnTo>
                <a:lnTo>
                  <a:pt x="534" y="31"/>
                </a:lnTo>
                <a:lnTo>
                  <a:pt x="534" y="30"/>
                </a:lnTo>
                <a:lnTo>
                  <a:pt x="534" y="29"/>
                </a:lnTo>
                <a:lnTo>
                  <a:pt x="535" y="28"/>
                </a:lnTo>
                <a:lnTo>
                  <a:pt x="536" y="28"/>
                </a:lnTo>
                <a:lnTo>
                  <a:pt x="538" y="28"/>
                </a:lnTo>
                <a:lnTo>
                  <a:pt x="538" y="29"/>
                </a:lnTo>
                <a:lnTo>
                  <a:pt x="539" y="29"/>
                </a:lnTo>
                <a:lnTo>
                  <a:pt x="540" y="29"/>
                </a:lnTo>
                <a:lnTo>
                  <a:pt x="541" y="29"/>
                </a:lnTo>
                <a:lnTo>
                  <a:pt x="542" y="29"/>
                </a:lnTo>
                <a:lnTo>
                  <a:pt x="542" y="28"/>
                </a:lnTo>
                <a:lnTo>
                  <a:pt x="543" y="28"/>
                </a:lnTo>
                <a:lnTo>
                  <a:pt x="544" y="28"/>
                </a:lnTo>
                <a:lnTo>
                  <a:pt x="545" y="28"/>
                </a:lnTo>
                <a:lnTo>
                  <a:pt x="545" y="27"/>
                </a:lnTo>
                <a:lnTo>
                  <a:pt x="546" y="28"/>
                </a:lnTo>
                <a:lnTo>
                  <a:pt x="547" y="27"/>
                </a:lnTo>
                <a:lnTo>
                  <a:pt x="548" y="27"/>
                </a:lnTo>
                <a:lnTo>
                  <a:pt x="549" y="27"/>
                </a:lnTo>
                <a:lnTo>
                  <a:pt x="549" y="26"/>
                </a:lnTo>
                <a:lnTo>
                  <a:pt x="550" y="26"/>
                </a:lnTo>
                <a:lnTo>
                  <a:pt x="551" y="26"/>
                </a:lnTo>
                <a:lnTo>
                  <a:pt x="552" y="26"/>
                </a:lnTo>
                <a:lnTo>
                  <a:pt x="553" y="26"/>
                </a:lnTo>
                <a:lnTo>
                  <a:pt x="554" y="26"/>
                </a:lnTo>
                <a:lnTo>
                  <a:pt x="554" y="27"/>
                </a:lnTo>
                <a:lnTo>
                  <a:pt x="555" y="27"/>
                </a:lnTo>
                <a:lnTo>
                  <a:pt x="556" y="27"/>
                </a:lnTo>
                <a:lnTo>
                  <a:pt x="557" y="28"/>
                </a:lnTo>
                <a:lnTo>
                  <a:pt x="557" y="29"/>
                </a:lnTo>
                <a:lnTo>
                  <a:pt x="558" y="29"/>
                </a:lnTo>
                <a:lnTo>
                  <a:pt x="558" y="28"/>
                </a:lnTo>
                <a:lnTo>
                  <a:pt x="558" y="27"/>
                </a:lnTo>
                <a:lnTo>
                  <a:pt x="559" y="27"/>
                </a:lnTo>
                <a:lnTo>
                  <a:pt x="559" y="26"/>
                </a:lnTo>
                <a:lnTo>
                  <a:pt x="558" y="25"/>
                </a:lnTo>
                <a:lnTo>
                  <a:pt x="559" y="24"/>
                </a:lnTo>
                <a:lnTo>
                  <a:pt x="558" y="24"/>
                </a:lnTo>
                <a:lnTo>
                  <a:pt x="557" y="24"/>
                </a:lnTo>
                <a:lnTo>
                  <a:pt x="556" y="24"/>
                </a:lnTo>
                <a:lnTo>
                  <a:pt x="556" y="23"/>
                </a:lnTo>
                <a:lnTo>
                  <a:pt x="555" y="22"/>
                </a:lnTo>
                <a:lnTo>
                  <a:pt x="553" y="22"/>
                </a:lnTo>
                <a:lnTo>
                  <a:pt x="553" y="21"/>
                </a:lnTo>
                <a:lnTo>
                  <a:pt x="552" y="20"/>
                </a:lnTo>
                <a:lnTo>
                  <a:pt x="552" y="19"/>
                </a:lnTo>
                <a:lnTo>
                  <a:pt x="553" y="20"/>
                </a:lnTo>
                <a:lnTo>
                  <a:pt x="553" y="19"/>
                </a:lnTo>
                <a:lnTo>
                  <a:pt x="553" y="18"/>
                </a:lnTo>
                <a:lnTo>
                  <a:pt x="554" y="18"/>
                </a:lnTo>
                <a:lnTo>
                  <a:pt x="555" y="19"/>
                </a:lnTo>
                <a:lnTo>
                  <a:pt x="555" y="18"/>
                </a:lnTo>
                <a:lnTo>
                  <a:pt x="556" y="17"/>
                </a:lnTo>
                <a:lnTo>
                  <a:pt x="556" y="18"/>
                </a:lnTo>
                <a:lnTo>
                  <a:pt x="557" y="18"/>
                </a:lnTo>
                <a:lnTo>
                  <a:pt x="557" y="17"/>
                </a:lnTo>
                <a:lnTo>
                  <a:pt x="557" y="16"/>
                </a:lnTo>
                <a:lnTo>
                  <a:pt x="558" y="16"/>
                </a:lnTo>
                <a:lnTo>
                  <a:pt x="558" y="15"/>
                </a:lnTo>
                <a:lnTo>
                  <a:pt x="559" y="15"/>
                </a:lnTo>
                <a:lnTo>
                  <a:pt x="560" y="15"/>
                </a:lnTo>
                <a:lnTo>
                  <a:pt x="561" y="15"/>
                </a:lnTo>
                <a:lnTo>
                  <a:pt x="561" y="14"/>
                </a:lnTo>
                <a:lnTo>
                  <a:pt x="562" y="14"/>
                </a:lnTo>
                <a:lnTo>
                  <a:pt x="562" y="13"/>
                </a:lnTo>
                <a:lnTo>
                  <a:pt x="563" y="12"/>
                </a:lnTo>
                <a:lnTo>
                  <a:pt x="564" y="12"/>
                </a:lnTo>
                <a:lnTo>
                  <a:pt x="564" y="11"/>
                </a:lnTo>
                <a:lnTo>
                  <a:pt x="565" y="11"/>
                </a:lnTo>
                <a:lnTo>
                  <a:pt x="565" y="10"/>
                </a:lnTo>
                <a:lnTo>
                  <a:pt x="566" y="10"/>
                </a:lnTo>
                <a:lnTo>
                  <a:pt x="567" y="10"/>
                </a:lnTo>
                <a:lnTo>
                  <a:pt x="570" y="10"/>
                </a:lnTo>
                <a:lnTo>
                  <a:pt x="571" y="9"/>
                </a:lnTo>
                <a:lnTo>
                  <a:pt x="571" y="8"/>
                </a:lnTo>
                <a:lnTo>
                  <a:pt x="571" y="7"/>
                </a:lnTo>
                <a:lnTo>
                  <a:pt x="572" y="7"/>
                </a:lnTo>
                <a:lnTo>
                  <a:pt x="572" y="6"/>
                </a:lnTo>
                <a:lnTo>
                  <a:pt x="573" y="5"/>
                </a:lnTo>
                <a:lnTo>
                  <a:pt x="574" y="5"/>
                </a:lnTo>
                <a:lnTo>
                  <a:pt x="575" y="5"/>
                </a:lnTo>
                <a:lnTo>
                  <a:pt x="576" y="5"/>
                </a:lnTo>
                <a:lnTo>
                  <a:pt x="577" y="5"/>
                </a:lnTo>
                <a:lnTo>
                  <a:pt x="577" y="6"/>
                </a:lnTo>
                <a:lnTo>
                  <a:pt x="578" y="6"/>
                </a:lnTo>
                <a:lnTo>
                  <a:pt x="579" y="6"/>
                </a:lnTo>
                <a:lnTo>
                  <a:pt x="579" y="5"/>
                </a:lnTo>
                <a:lnTo>
                  <a:pt x="579" y="4"/>
                </a:lnTo>
                <a:lnTo>
                  <a:pt x="580" y="4"/>
                </a:lnTo>
                <a:lnTo>
                  <a:pt x="580" y="2"/>
                </a:lnTo>
                <a:lnTo>
                  <a:pt x="579" y="2"/>
                </a:lnTo>
                <a:lnTo>
                  <a:pt x="581" y="1"/>
                </a:lnTo>
                <a:lnTo>
                  <a:pt x="581" y="0"/>
                </a:lnTo>
                <a:lnTo>
                  <a:pt x="585" y="0"/>
                </a:lnTo>
                <a:lnTo>
                  <a:pt x="585" y="1"/>
                </a:lnTo>
                <a:lnTo>
                  <a:pt x="586" y="1"/>
                </a:lnTo>
                <a:lnTo>
                  <a:pt x="587" y="2"/>
                </a:lnTo>
                <a:lnTo>
                  <a:pt x="588" y="2"/>
                </a:lnTo>
                <a:lnTo>
                  <a:pt x="589" y="2"/>
                </a:lnTo>
                <a:lnTo>
                  <a:pt x="590" y="3"/>
                </a:lnTo>
                <a:lnTo>
                  <a:pt x="589" y="3"/>
                </a:lnTo>
                <a:lnTo>
                  <a:pt x="589" y="4"/>
                </a:lnTo>
                <a:lnTo>
                  <a:pt x="590" y="5"/>
                </a:lnTo>
                <a:close/>
              </a:path>
            </a:pathLst>
          </a:custGeom>
          <a:solidFill>
            <a:srgbClr val="6E9AC8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51" name=""/>
          <p:cNvSpPr/>
          <p:nvPr/>
        </p:nvSpPr>
        <p:spPr>
          <a:xfrm>
            <a:off x="7045560" y="19760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2"/>
                </a:move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2" name=""/>
          <p:cNvSpPr/>
          <p:nvPr/>
        </p:nvSpPr>
        <p:spPr>
          <a:xfrm>
            <a:off x="7021440" y="197244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4" y="4"/>
                </a:move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3" name=""/>
          <p:cNvSpPr/>
          <p:nvPr/>
        </p:nvSpPr>
        <p:spPr>
          <a:xfrm>
            <a:off x="7029000" y="19710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4" name=""/>
          <p:cNvSpPr/>
          <p:nvPr/>
        </p:nvSpPr>
        <p:spPr>
          <a:xfrm>
            <a:off x="7030800" y="19706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4" y="0"/>
                </a:moveTo>
                <a:lnTo>
                  <a:pt x="4" y="2"/>
                </a:lnTo>
                <a:lnTo>
                  <a:pt x="2" y="3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5" name=""/>
          <p:cNvSpPr/>
          <p:nvPr/>
        </p:nvSpPr>
        <p:spPr>
          <a:xfrm>
            <a:off x="7025040" y="19706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6" name=""/>
          <p:cNvSpPr/>
          <p:nvPr/>
        </p:nvSpPr>
        <p:spPr>
          <a:xfrm>
            <a:off x="7024680" y="1970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7" name=""/>
          <p:cNvSpPr/>
          <p:nvPr/>
        </p:nvSpPr>
        <p:spPr>
          <a:xfrm>
            <a:off x="7025400" y="19659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8" name=""/>
          <p:cNvSpPr/>
          <p:nvPr/>
        </p:nvSpPr>
        <p:spPr>
          <a:xfrm>
            <a:off x="7024320" y="196488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1" y="1"/>
                </a:moveTo>
                <a:lnTo>
                  <a:pt x="3" y="1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  <a:lnTo>
                  <a:pt x="0" y="7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9" name=""/>
          <p:cNvSpPr/>
          <p:nvPr/>
        </p:nvSpPr>
        <p:spPr>
          <a:xfrm>
            <a:off x="7017840" y="19645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0" name=""/>
          <p:cNvSpPr/>
          <p:nvPr/>
        </p:nvSpPr>
        <p:spPr>
          <a:xfrm>
            <a:off x="7025040" y="196056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4"/>
                </a:move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1" name=""/>
          <p:cNvSpPr/>
          <p:nvPr/>
        </p:nvSpPr>
        <p:spPr>
          <a:xfrm>
            <a:off x="7043760" y="1959480"/>
            <a:ext cx="3960" cy="3240"/>
          </a:xfrm>
          <a:custGeom>
            <a:avLst/>
            <a:gdLst/>
            <a:ahLst/>
            <a:rect l="0" t="0" r="r" b="b"/>
            <a:pathLst>
              <a:path w="11" h="9">
                <a:moveTo>
                  <a:pt x="10" y="2"/>
                </a:moveTo>
                <a:lnTo>
                  <a:pt x="9" y="2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6" y="5"/>
                </a:lnTo>
                <a:lnTo>
                  <a:pt x="7" y="5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lnTo>
                  <a:pt x="2" y="8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1" y="8"/>
                </a:lnTo>
                <a:lnTo>
                  <a:pt x="1" y="9"/>
                </a:lnTo>
                <a:lnTo>
                  <a:pt x="0" y="8"/>
                </a:lnTo>
                <a:lnTo>
                  <a:pt x="0" y="6"/>
                </a:lnTo>
                <a:lnTo>
                  <a:pt x="2" y="5"/>
                </a:lnTo>
                <a:lnTo>
                  <a:pt x="3" y="4"/>
                </a:lnTo>
                <a:lnTo>
                  <a:pt x="4" y="3"/>
                </a:lnTo>
                <a:lnTo>
                  <a:pt x="6" y="3"/>
                </a:lnTo>
                <a:lnTo>
                  <a:pt x="6" y="2"/>
                </a:lnTo>
                <a:lnTo>
                  <a:pt x="7" y="2"/>
                </a:lnTo>
                <a:lnTo>
                  <a:pt x="8" y="1"/>
                </a:lnTo>
                <a:lnTo>
                  <a:pt x="9" y="0"/>
                </a:lnTo>
                <a:lnTo>
                  <a:pt x="10" y="0"/>
                </a:lnTo>
                <a:lnTo>
                  <a:pt x="10" y="1"/>
                </a:lnTo>
                <a:lnTo>
                  <a:pt x="11" y="1"/>
                </a:lnTo>
                <a:lnTo>
                  <a:pt x="11" y="2"/>
                </a:lnTo>
                <a:lnTo>
                  <a:pt x="10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2" name=""/>
          <p:cNvSpPr/>
          <p:nvPr/>
        </p:nvSpPr>
        <p:spPr>
          <a:xfrm>
            <a:off x="7026120" y="1955880"/>
            <a:ext cx="6120" cy="4680"/>
          </a:xfrm>
          <a:custGeom>
            <a:avLst/>
            <a:gdLst/>
            <a:ahLst/>
            <a:rect l="0" t="0" r="r" b="b"/>
            <a:pathLst>
              <a:path w="17" h="13">
                <a:moveTo>
                  <a:pt x="14" y="1"/>
                </a:moveTo>
                <a:lnTo>
                  <a:pt x="13" y="1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6" y="2"/>
                </a:lnTo>
                <a:lnTo>
                  <a:pt x="16" y="3"/>
                </a:lnTo>
                <a:lnTo>
                  <a:pt x="16" y="4"/>
                </a:lnTo>
                <a:lnTo>
                  <a:pt x="16" y="5"/>
                </a:lnTo>
                <a:lnTo>
                  <a:pt x="17" y="5"/>
                </a:lnTo>
                <a:lnTo>
                  <a:pt x="17" y="6"/>
                </a:lnTo>
                <a:lnTo>
                  <a:pt x="17" y="7"/>
                </a:lnTo>
                <a:lnTo>
                  <a:pt x="16" y="7"/>
                </a:lnTo>
                <a:lnTo>
                  <a:pt x="15" y="7"/>
                </a:lnTo>
                <a:lnTo>
                  <a:pt x="15" y="6"/>
                </a:lnTo>
                <a:lnTo>
                  <a:pt x="16" y="6"/>
                </a:lnTo>
                <a:lnTo>
                  <a:pt x="15" y="6"/>
                </a:lnTo>
                <a:lnTo>
                  <a:pt x="14" y="6"/>
                </a:lnTo>
                <a:lnTo>
                  <a:pt x="12" y="6"/>
                </a:lnTo>
                <a:lnTo>
                  <a:pt x="11" y="7"/>
                </a:lnTo>
                <a:lnTo>
                  <a:pt x="11" y="8"/>
                </a:lnTo>
                <a:lnTo>
                  <a:pt x="10" y="8"/>
                </a:lnTo>
                <a:lnTo>
                  <a:pt x="9" y="8"/>
                </a:lnTo>
                <a:lnTo>
                  <a:pt x="9" y="10"/>
                </a:lnTo>
                <a:lnTo>
                  <a:pt x="8" y="10"/>
                </a:lnTo>
                <a:lnTo>
                  <a:pt x="8" y="11"/>
                </a:lnTo>
                <a:lnTo>
                  <a:pt x="9" y="11"/>
                </a:lnTo>
                <a:lnTo>
                  <a:pt x="9" y="12"/>
                </a:lnTo>
                <a:lnTo>
                  <a:pt x="8" y="12"/>
                </a:lnTo>
                <a:lnTo>
                  <a:pt x="8" y="13"/>
                </a:lnTo>
                <a:lnTo>
                  <a:pt x="9" y="13"/>
                </a:lnTo>
                <a:lnTo>
                  <a:pt x="8" y="13"/>
                </a:lnTo>
                <a:lnTo>
                  <a:pt x="7" y="12"/>
                </a:lnTo>
                <a:lnTo>
                  <a:pt x="7" y="13"/>
                </a:lnTo>
                <a:lnTo>
                  <a:pt x="5" y="13"/>
                </a:lnTo>
                <a:lnTo>
                  <a:pt x="4" y="13"/>
                </a:lnTo>
                <a:lnTo>
                  <a:pt x="4" y="12"/>
                </a:lnTo>
                <a:lnTo>
                  <a:pt x="4" y="11"/>
                </a:lnTo>
                <a:lnTo>
                  <a:pt x="3" y="11"/>
                </a:lnTo>
                <a:lnTo>
                  <a:pt x="2" y="11"/>
                </a:lnTo>
                <a:lnTo>
                  <a:pt x="2" y="10"/>
                </a:lnTo>
                <a:lnTo>
                  <a:pt x="1" y="10"/>
                </a:lnTo>
                <a:lnTo>
                  <a:pt x="1" y="8"/>
                </a:lnTo>
                <a:lnTo>
                  <a:pt x="1" y="10"/>
                </a:lnTo>
                <a:lnTo>
                  <a:pt x="0" y="8"/>
                </a:lnTo>
                <a:lnTo>
                  <a:pt x="1" y="8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2" y="10"/>
                </a:lnTo>
                <a:lnTo>
                  <a:pt x="2" y="11"/>
                </a:lnTo>
                <a:lnTo>
                  <a:pt x="3" y="11"/>
                </a:lnTo>
                <a:lnTo>
                  <a:pt x="3" y="10"/>
                </a:lnTo>
                <a:lnTo>
                  <a:pt x="4" y="10"/>
                </a:lnTo>
                <a:lnTo>
                  <a:pt x="4" y="11"/>
                </a:lnTo>
                <a:lnTo>
                  <a:pt x="4" y="12"/>
                </a:lnTo>
                <a:lnTo>
                  <a:pt x="4" y="11"/>
                </a:lnTo>
                <a:lnTo>
                  <a:pt x="5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7" y="11"/>
                </a:lnTo>
                <a:lnTo>
                  <a:pt x="7" y="10"/>
                </a:lnTo>
                <a:lnTo>
                  <a:pt x="8" y="10"/>
                </a:lnTo>
                <a:lnTo>
                  <a:pt x="7" y="10"/>
                </a:lnTo>
                <a:lnTo>
                  <a:pt x="7" y="8"/>
                </a:lnTo>
                <a:lnTo>
                  <a:pt x="8" y="8"/>
                </a:lnTo>
                <a:lnTo>
                  <a:pt x="8" y="7"/>
                </a:lnTo>
                <a:lnTo>
                  <a:pt x="7" y="7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4" y="7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5" y="3"/>
                </a:lnTo>
                <a:lnTo>
                  <a:pt x="5" y="4"/>
                </a:lnTo>
                <a:lnTo>
                  <a:pt x="7" y="4"/>
                </a:lnTo>
                <a:lnTo>
                  <a:pt x="8" y="4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0" y="1"/>
                </a:lnTo>
                <a:lnTo>
                  <a:pt x="10" y="2"/>
                </a:lnTo>
                <a:lnTo>
                  <a:pt x="10" y="4"/>
                </a:lnTo>
                <a:lnTo>
                  <a:pt x="11" y="3"/>
                </a:lnTo>
                <a:lnTo>
                  <a:pt x="11" y="2"/>
                </a:lnTo>
                <a:lnTo>
                  <a:pt x="12" y="1"/>
                </a:lnTo>
                <a:lnTo>
                  <a:pt x="12" y="2"/>
                </a:lnTo>
                <a:lnTo>
                  <a:pt x="12" y="3"/>
                </a:lnTo>
                <a:lnTo>
                  <a:pt x="12" y="2"/>
                </a:lnTo>
                <a:lnTo>
                  <a:pt x="12" y="1"/>
                </a:lnTo>
                <a:lnTo>
                  <a:pt x="13" y="1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3" name=""/>
          <p:cNvSpPr/>
          <p:nvPr/>
        </p:nvSpPr>
        <p:spPr>
          <a:xfrm>
            <a:off x="7023600" y="1954080"/>
            <a:ext cx="3240" cy="4320"/>
          </a:xfrm>
          <a:custGeom>
            <a:avLst/>
            <a:gdLst/>
            <a:ahLst/>
            <a:rect l="0" t="0" r="r" b="b"/>
            <a:pathLst>
              <a:path w="9" h="12">
                <a:moveTo>
                  <a:pt x="7" y="1"/>
                </a:moveTo>
                <a:lnTo>
                  <a:pt x="8" y="1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8" y="2"/>
                </a:lnTo>
                <a:lnTo>
                  <a:pt x="7" y="2"/>
                </a:lnTo>
                <a:lnTo>
                  <a:pt x="5" y="2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7" y="6"/>
                </a:lnTo>
                <a:lnTo>
                  <a:pt x="5" y="6"/>
                </a:lnTo>
                <a:lnTo>
                  <a:pt x="5" y="8"/>
                </a:lnTo>
                <a:lnTo>
                  <a:pt x="4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10"/>
                </a:lnTo>
                <a:lnTo>
                  <a:pt x="4" y="11"/>
                </a:lnTo>
                <a:lnTo>
                  <a:pt x="5" y="11"/>
                </a:lnTo>
                <a:lnTo>
                  <a:pt x="4" y="11"/>
                </a:lnTo>
                <a:lnTo>
                  <a:pt x="3" y="11"/>
                </a:lnTo>
                <a:lnTo>
                  <a:pt x="2" y="11"/>
                </a:lnTo>
                <a:lnTo>
                  <a:pt x="1" y="11"/>
                </a:lnTo>
                <a:lnTo>
                  <a:pt x="1" y="12"/>
                </a:lnTo>
                <a:lnTo>
                  <a:pt x="0" y="12"/>
                </a:lnTo>
                <a:lnTo>
                  <a:pt x="0" y="11"/>
                </a:lnTo>
                <a:lnTo>
                  <a:pt x="1" y="11"/>
                </a:lnTo>
                <a:lnTo>
                  <a:pt x="1" y="10"/>
                </a:lnTo>
                <a:lnTo>
                  <a:pt x="2" y="10"/>
                </a:lnTo>
                <a:lnTo>
                  <a:pt x="2" y="11"/>
                </a:lnTo>
                <a:lnTo>
                  <a:pt x="3" y="11"/>
                </a:lnTo>
                <a:lnTo>
                  <a:pt x="3" y="10"/>
                </a:lnTo>
                <a:lnTo>
                  <a:pt x="3" y="8"/>
                </a:lnTo>
                <a:lnTo>
                  <a:pt x="2" y="8"/>
                </a:lnTo>
                <a:lnTo>
                  <a:pt x="2" y="6"/>
                </a:lnTo>
                <a:lnTo>
                  <a:pt x="3" y="6"/>
                </a:lnTo>
                <a:lnTo>
                  <a:pt x="3" y="8"/>
                </a:lnTo>
                <a:lnTo>
                  <a:pt x="3" y="6"/>
                </a:lnTo>
                <a:lnTo>
                  <a:pt x="4" y="6"/>
                </a:lnTo>
                <a:lnTo>
                  <a:pt x="3" y="6"/>
                </a:lnTo>
                <a:lnTo>
                  <a:pt x="3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7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4" name=""/>
          <p:cNvSpPr/>
          <p:nvPr/>
        </p:nvSpPr>
        <p:spPr>
          <a:xfrm>
            <a:off x="7028280" y="19551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5" name=""/>
          <p:cNvSpPr/>
          <p:nvPr/>
        </p:nvSpPr>
        <p:spPr>
          <a:xfrm>
            <a:off x="7026480" y="1953000"/>
            <a:ext cx="2880" cy="2520"/>
          </a:xfrm>
          <a:custGeom>
            <a:avLst/>
            <a:gdLst/>
            <a:ahLst/>
            <a:rect l="0" t="0" r="r" b="b"/>
            <a:pathLst>
              <a:path w="8" h="7">
                <a:moveTo>
                  <a:pt x="6" y="1"/>
                </a:moveTo>
                <a:lnTo>
                  <a:pt x="7" y="1"/>
                </a:lnTo>
                <a:lnTo>
                  <a:pt x="7" y="3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lnTo>
                  <a:pt x="7" y="6"/>
                </a:lnTo>
                <a:lnTo>
                  <a:pt x="8" y="6"/>
                </a:ln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6" y="7"/>
                </a:lnTo>
                <a:lnTo>
                  <a:pt x="6" y="6"/>
                </a:lnTo>
                <a:lnTo>
                  <a:pt x="6" y="5"/>
                </a:lnTo>
                <a:lnTo>
                  <a:pt x="5" y="4"/>
                </a:lnTo>
                <a:lnTo>
                  <a:pt x="5" y="3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6" name=""/>
          <p:cNvSpPr/>
          <p:nvPr/>
        </p:nvSpPr>
        <p:spPr>
          <a:xfrm>
            <a:off x="7025040" y="19537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7" name=""/>
          <p:cNvSpPr/>
          <p:nvPr/>
        </p:nvSpPr>
        <p:spPr>
          <a:xfrm>
            <a:off x="7028280" y="1949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3"/>
                </a:move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8" name=""/>
          <p:cNvSpPr/>
          <p:nvPr/>
        </p:nvSpPr>
        <p:spPr>
          <a:xfrm>
            <a:off x="7104240" y="20271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9" name=""/>
          <p:cNvSpPr/>
          <p:nvPr/>
        </p:nvSpPr>
        <p:spPr>
          <a:xfrm>
            <a:off x="7100280" y="2021400"/>
            <a:ext cx="4320" cy="3960"/>
          </a:xfrm>
          <a:custGeom>
            <a:avLst/>
            <a:gdLst/>
            <a:ahLst/>
            <a:rect l="0" t="0" r="r" b="b"/>
            <a:pathLst>
              <a:path w="12" h="11">
                <a:moveTo>
                  <a:pt x="3" y="0"/>
                </a:move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1" y="7"/>
                </a:lnTo>
                <a:lnTo>
                  <a:pt x="12" y="7"/>
                </a:lnTo>
                <a:lnTo>
                  <a:pt x="12" y="8"/>
                </a:lnTo>
                <a:lnTo>
                  <a:pt x="12" y="9"/>
                </a:lnTo>
                <a:lnTo>
                  <a:pt x="11" y="9"/>
                </a:lnTo>
                <a:lnTo>
                  <a:pt x="11" y="11"/>
                </a:lnTo>
                <a:lnTo>
                  <a:pt x="10" y="11"/>
                </a:lnTo>
                <a:lnTo>
                  <a:pt x="9" y="11"/>
                </a:lnTo>
                <a:lnTo>
                  <a:pt x="9" y="9"/>
                </a:lnTo>
                <a:lnTo>
                  <a:pt x="8" y="9"/>
                </a:lnTo>
                <a:lnTo>
                  <a:pt x="8" y="8"/>
                </a:ln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3" y="2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0" name=""/>
          <p:cNvSpPr/>
          <p:nvPr/>
        </p:nvSpPr>
        <p:spPr>
          <a:xfrm>
            <a:off x="7057080" y="200988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0" y="5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1" name=""/>
          <p:cNvSpPr/>
          <p:nvPr/>
        </p:nvSpPr>
        <p:spPr>
          <a:xfrm>
            <a:off x="7053480" y="199872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2" y="1"/>
                </a:moveTo>
                <a:lnTo>
                  <a:pt x="3" y="2"/>
                </a:lnTo>
                <a:lnTo>
                  <a:pt x="3" y="4"/>
                </a:lnTo>
                <a:lnTo>
                  <a:pt x="4" y="5"/>
                </a:lnTo>
                <a:lnTo>
                  <a:pt x="6" y="6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4" y="6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2" name=""/>
          <p:cNvSpPr/>
          <p:nvPr/>
        </p:nvSpPr>
        <p:spPr>
          <a:xfrm>
            <a:off x="7100640" y="199692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3" name=""/>
          <p:cNvSpPr/>
          <p:nvPr/>
        </p:nvSpPr>
        <p:spPr>
          <a:xfrm>
            <a:off x="7099200" y="199584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4" y="0"/>
                </a:moveTo>
                <a:lnTo>
                  <a:pt x="5" y="0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5"/>
                </a:ln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4" name=""/>
          <p:cNvSpPr/>
          <p:nvPr/>
        </p:nvSpPr>
        <p:spPr>
          <a:xfrm>
            <a:off x="7047000" y="197100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0" y="1"/>
                </a:lnTo>
                <a:lnTo>
                  <a:pt x="0" y="3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5" name=""/>
          <p:cNvSpPr/>
          <p:nvPr/>
        </p:nvSpPr>
        <p:spPr>
          <a:xfrm>
            <a:off x="7049160" y="1959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6" name=""/>
          <p:cNvSpPr/>
          <p:nvPr/>
        </p:nvSpPr>
        <p:spPr>
          <a:xfrm>
            <a:off x="7044840" y="1883160"/>
            <a:ext cx="74880" cy="146520"/>
          </a:xfrm>
          <a:custGeom>
            <a:avLst/>
            <a:gdLst/>
            <a:ahLst/>
            <a:rect l="0" t="0" r="r" b="b"/>
            <a:pathLst>
              <a:path w="208" h="407">
                <a:moveTo>
                  <a:pt x="162" y="1"/>
                </a:moveTo>
                <a:lnTo>
                  <a:pt x="163" y="1"/>
                </a:lnTo>
                <a:lnTo>
                  <a:pt x="163" y="0"/>
                </a:lnTo>
                <a:lnTo>
                  <a:pt x="164" y="0"/>
                </a:lnTo>
                <a:lnTo>
                  <a:pt x="165" y="1"/>
                </a:lnTo>
                <a:lnTo>
                  <a:pt x="166" y="1"/>
                </a:lnTo>
                <a:lnTo>
                  <a:pt x="166" y="2"/>
                </a:lnTo>
                <a:lnTo>
                  <a:pt x="168" y="3"/>
                </a:lnTo>
                <a:lnTo>
                  <a:pt x="169" y="4"/>
                </a:lnTo>
                <a:lnTo>
                  <a:pt x="170" y="5"/>
                </a:lnTo>
                <a:lnTo>
                  <a:pt x="170" y="6"/>
                </a:lnTo>
                <a:lnTo>
                  <a:pt x="170" y="7"/>
                </a:lnTo>
                <a:lnTo>
                  <a:pt x="170" y="8"/>
                </a:lnTo>
                <a:lnTo>
                  <a:pt x="171" y="8"/>
                </a:lnTo>
                <a:lnTo>
                  <a:pt x="171" y="9"/>
                </a:lnTo>
                <a:lnTo>
                  <a:pt x="171" y="10"/>
                </a:lnTo>
                <a:lnTo>
                  <a:pt x="172" y="10"/>
                </a:lnTo>
                <a:lnTo>
                  <a:pt x="172" y="11"/>
                </a:lnTo>
                <a:lnTo>
                  <a:pt x="173" y="11"/>
                </a:lnTo>
                <a:lnTo>
                  <a:pt x="173" y="12"/>
                </a:lnTo>
                <a:lnTo>
                  <a:pt x="174" y="12"/>
                </a:lnTo>
                <a:lnTo>
                  <a:pt x="175" y="11"/>
                </a:lnTo>
                <a:lnTo>
                  <a:pt x="176" y="11"/>
                </a:lnTo>
                <a:lnTo>
                  <a:pt x="176" y="10"/>
                </a:lnTo>
                <a:lnTo>
                  <a:pt x="177" y="10"/>
                </a:lnTo>
                <a:lnTo>
                  <a:pt x="176" y="11"/>
                </a:lnTo>
                <a:lnTo>
                  <a:pt x="176" y="12"/>
                </a:lnTo>
                <a:lnTo>
                  <a:pt x="175" y="13"/>
                </a:lnTo>
                <a:lnTo>
                  <a:pt x="175" y="14"/>
                </a:lnTo>
                <a:lnTo>
                  <a:pt x="176" y="14"/>
                </a:lnTo>
                <a:lnTo>
                  <a:pt x="177" y="15"/>
                </a:lnTo>
                <a:lnTo>
                  <a:pt x="177" y="16"/>
                </a:lnTo>
                <a:lnTo>
                  <a:pt x="178" y="16"/>
                </a:lnTo>
                <a:lnTo>
                  <a:pt x="179" y="16"/>
                </a:lnTo>
                <a:lnTo>
                  <a:pt x="180" y="16"/>
                </a:lnTo>
                <a:lnTo>
                  <a:pt x="180" y="17"/>
                </a:lnTo>
                <a:lnTo>
                  <a:pt x="181" y="17"/>
                </a:lnTo>
                <a:lnTo>
                  <a:pt x="182" y="17"/>
                </a:lnTo>
                <a:lnTo>
                  <a:pt x="182" y="18"/>
                </a:lnTo>
                <a:lnTo>
                  <a:pt x="182" y="19"/>
                </a:lnTo>
                <a:lnTo>
                  <a:pt x="181" y="19"/>
                </a:lnTo>
                <a:lnTo>
                  <a:pt x="181" y="20"/>
                </a:lnTo>
                <a:lnTo>
                  <a:pt x="182" y="19"/>
                </a:lnTo>
                <a:lnTo>
                  <a:pt x="183" y="19"/>
                </a:lnTo>
                <a:lnTo>
                  <a:pt x="183" y="18"/>
                </a:lnTo>
                <a:lnTo>
                  <a:pt x="184" y="17"/>
                </a:lnTo>
                <a:lnTo>
                  <a:pt x="185" y="18"/>
                </a:lnTo>
                <a:lnTo>
                  <a:pt x="186" y="19"/>
                </a:lnTo>
                <a:lnTo>
                  <a:pt x="186" y="18"/>
                </a:lnTo>
                <a:lnTo>
                  <a:pt x="187" y="18"/>
                </a:lnTo>
                <a:lnTo>
                  <a:pt x="188" y="18"/>
                </a:lnTo>
                <a:lnTo>
                  <a:pt x="187" y="19"/>
                </a:lnTo>
                <a:lnTo>
                  <a:pt x="187" y="20"/>
                </a:lnTo>
                <a:lnTo>
                  <a:pt x="188" y="20"/>
                </a:lnTo>
                <a:lnTo>
                  <a:pt x="189" y="20"/>
                </a:lnTo>
                <a:lnTo>
                  <a:pt x="189" y="21"/>
                </a:lnTo>
                <a:lnTo>
                  <a:pt x="190" y="21"/>
                </a:lnTo>
                <a:lnTo>
                  <a:pt x="191" y="21"/>
                </a:lnTo>
                <a:lnTo>
                  <a:pt x="192" y="21"/>
                </a:lnTo>
                <a:lnTo>
                  <a:pt x="194" y="21"/>
                </a:lnTo>
                <a:lnTo>
                  <a:pt x="195" y="21"/>
                </a:lnTo>
                <a:lnTo>
                  <a:pt x="196" y="21"/>
                </a:lnTo>
                <a:lnTo>
                  <a:pt x="197" y="22"/>
                </a:lnTo>
                <a:lnTo>
                  <a:pt x="198" y="22"/>
                </a:lnTo>
                <a:lnTo>
                  <a:pt x="198" y="21"/>
                </a:lnTo>
                <a:lnTo>
                  <a:pt x="199" y="21"/>
                </a:lnTo>
                <a:lnTo>
                  <a:pt x="200" y="20"/>
                </a:lnTo>
                <a:lnTo>
                  <a:pt x="200" y="21"/>
                </a:lnTo>
                <a:lnTo>
                  <a:pt x="200" y="22"/>
                </a:lnTo>
                <a:lnTo>
                  <a:pt x="200" y="23"/>
                </a:lnTo>
                <a:lnTo>
                  <a:pt x="200" y="24"/>
                </a:lnTo>
                <a:lnTo>
                  <a:pt x="199" y="24"/>
                </a:lnTo>
                <a:lnTo>
                  <a:pt x="199" y="25"/>
                </a:lnTo>
                <a:lnTo>
                  <a:pt x="199" y="26"/>
                </a:lnTo>
                <a:lnTo>
                  <a:pt x="199" y="27"/>
                </a:lnTo>
                <a:lnTo>
                  <a:pt x="200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2" y="33"/>
                </a:lnTo>
                <a:lnTo>
                  <a:pt x="201" y="33"/>
                </a:lnTo>
                <a:lnTo>
                  <a:pt x="202" y="34"/>
                </a:lnTo>
                <a:lnTo>
                  <a:pt x="203" y="34"/>
                </a:lnTo>
                <a:lnTo>
                  <a:pt x="204" y="33"/>
                </a:lnTo>
                <a:lnTo>
                  <a:pt x="205" y="33"/>
                </a:lnTo>
                <a:lnTo>
                  <a:pt x="206" y="33"/>
                </a:lnTo>
                <a:lnTo>
                  <a:pt x="207" y="33"/>
                </a:lnTo>
                <a:lnTo>
                  <a:pt x="207" y="34"/>
                </a:lnTo>
                <a:lnTo>
                  <a:pt x="208" y="34"/>
                </a:lnTo>
                <a:lnTo>
                  <a:pt x="208" y="35"/>
                </a:lnTo>
                <a:lnTo>
                  <a:pt x="208" y="36"/>
                </a:lnTo>
                <a:lnTo>
                  <a:pt x="207" y="36"/>
                </a:lnTo>
                <a:lnTo>
                  <a:pt x="206" y="37"/>
                </a:lnTo>
                <a:lnTo>
                  <a:pt x="205" y="38"/>
                </a:lnTo>
                <a:lnTo>
                  <a:pt x="204" y="38"/>
                </a:lnTo>
                <a:lnTo>
                  <a:pt x="203" y="38"/>
                </a:lnTo>
                <a:lnTo>
                  <a:pt x="201" y="39"/>
                </a:lnTo>
                <a:lnTo>
                  <a:pt x="200" y="39"/>
                </a:lnTo>
                <a:lnTo>
                  <a:pt x="200" y="40"/>
                </a:lnTo>
                <a:lnTo>
                  <a:pt x="199" y="41"/>
                </a:lnTo>
                <a:lnTo>
                  <a:pt x="199" y="42"/>
                </a:lnTo>
                <a:lnTo>
                  <a:pt x="198" y="42"/>
                </a:lnTo>
                <a:lnTo>
                  <a:pt x="198" y="43"/>
                </a:lnTo>
                <a:lnTo>
                  <a:pt x="197" y="43"/>
                </a:lnTo>
                <a:lnTo>
                  <a:pt x="196" y="43"/>
                </a:lnTo>
                <a:lnTo>
                  <a:pt x="196" y="44"/>
                </a:lnTo>
                <a:lnTo>
                  <a:pt x="196" y="45"/>
                </a:lnTo>
                <a:lnTo>
                  <a:pt x="196" y="46"/>
                </a:lnTo>
                <a:lnTo>
                  <a:pt x="193" y="49"/>
                </a:lnTo>
                <a:lnTo>
                  <a:pt x="192" y="49"/>
                </a:lnTo>
                <a:lnTo>
                  <a:pt x="192" y="50"/>
                </a:lnTo>
                <a:lnTo>
                  <a:pt x="191" y="51"/>
                </a:lnTo>
                <a:lnTo>
                  <a:pt x="191" y="52"/>
                </a:lnTo>
                <a:lnTo>
                  <a:pt x="191" y="53"/>
                </a:lnTo>
                <a:lnTo>
                  <a:pt x="190" y="54"/>
                </a:lnTo>
                <a:lnTo>
                  <a:pt x="190" y="55"/>
                </a:lnTo>
                <a:lnTo>
                  <a:pt x="190" y="56"/>
                </a:lnTo>
                <a:lnTo>
                  <a:pt x="190" y="57"/>
                </a:lnTo>
                <a:lnTo>
                  <a:pt x="189" y="57"/>
                </a:lnTo>
                <a:lnTo>
                  <a:pt x="189" y="58"/>
                </a:lnTo>
                <a:lnTo>
                  <a:pt x="189" y="59"/>
                </a:lnTo>
                <a:lnTo>
                  <a:pt x="189" y="60"/>
                </a:lnTo>
                <a:lnTo>
                  <a:pt x="189" y="61"/>
                </a:lnTo>
                <a:lnTo>
                  <a:pt x="189" y="65"/>
                </a:lnTo>
                <a:lnTo>
                  <a:pt x="189" y="66"/>
                </a:lnTo>
                <a:lnTo>
                  <a:pt x="189" y="67"/>
                </a:lnTo>
                <a:lnTo>
                  <a:pt x="190" y="67"/>
                </a:lnTo>
                <a:lnTo>
                  <a:pt x="190" y="68"/>
                </a:lnTo>
                <a:lnTo>
                  <a:pt x="190" y="69"/>
                </a:lnTo>
                <a:lnTo>
                  <a:pt x="191" y="70"/>
                </a:lnTo>
                <a:lnTo>
                  <a:pt x="190" y="70"/>
                </a:lnTo>
                <a:lnTo>
                  <a:pt x="189" y="70"/>
                </a:lnTo>
                <a:lnTo>
                  <a:pt x="189" y="71"/>
                </a:lnTo>
                <a:lnTo>
                  <a:pt x="190" y="71"/>
                </a:lnTo>
                <a:lnTo>
                  <a:pt x="191" y="71"/>
                </a:lnTo>
                <a:lnTo>
                  <a:pt x="191" y="72"/>
                </a:lnTo>
                <a:lnTo>
                  <a:pt x="191" y="73"/>
                </a:lnTo>
                <a:lnTo>
                  <a:pt x="191" y="75"/>
                </a:lnTo>
                <a:lnTo>
                  <a:pt x="191" y="76"/>
                </a:lnTo>
                <a:lnTo>
                  <a:pt x="191" y="77"/>
                </a:lnTo>
                <a:lnTo>
                  <a:pt x="191" y="78"/>
                </a:lnTo>
                <a:lnTo>
                  <a:pt x="192" y="78"/>
                </a:lnTo>
                <a:lnTo>
                  <a:pt x="192" y="79"/>
                </a:lnTo>
                <a:lnTo>
                  <a:pt x="192" y="80"/>
                </a:lnTo>
                <a:lnTo>
                  <a:pt x="193" y="82"/>
                </a:lnTo>
                <a:lnTo>
                  <a:pt x="194" y="83"/>
                </a:lnTo>
                <a:lnTo>
                  <a:pt x="195" y="83"/>
                </a:lnTo>
                <a:lnTo>
                  <a:pt x="196" y="83"/>
                </a:lnTo>
                <a:lnTo>
                  <a:pt x="196" y="84"/>
                </a:lnTo>
                <a:lnTo>
                  <a:pt x="195" y="84"/>
                </a:lnTo>
                <a:lnTo>
                  <a:pt x="195" y="83"/>
                </a:lnTo>
                <a:lnTo>
                  <a:pt x="194" y="83"/>
                </a:lnTo>
                <a:lnTo>
                  <a:pt x="193" y="83"/>
                </a:lnTo>
                <a:lnTo>
                  <a:pt x="193" y="84"/>
                </a:lnTo>
                <a:lnTo>
                  <a:pt x="194" y="84"/>
                </a:lnTo>
                <a:lnTo>
                  <a:pt x="194" y="85"/>
                </a:lnTo>
                <a:lnTo>
                  <a:pt x="195" y="85"/>
                </a:lnTo>
                <a:lnTo>
                  <a:pt x="195" y="86"/>
                </a:lnTo>
                <a:lnTo>
                  <a:pt x="194" y="87"/>
                </a:lnTo>
                <a:lnTo>
                  <a:pt x="194" y="88"/>
                </a:lnTo>
                <a:lnTo>
                  <a:pt x="194" y="89"/>
                </a:lnTo>
                <a:lnTo>
                  <a:pt x="195" y="90"/>
                </a:lnTo>
                <a:lnTo>
                  <a:pt x="195" y="91"/>
                </a:lnTo>
                <a:lnTo>
                  <a:pt x="195" y="92"/>
                </a:lnTo>
                <a:lnTo>
                  <a:pt x="194" y="92"/>
                </a:lnTo>
                <a:lnTo>
                  <a:pt x="192" y="93"/>
                </a:lnTo>
                <a:lnTo>
                  <a:pt x="191" y="93"/>
                </a:lnTo>
                <a:lnTo>
                  <a:pt x="191" y="94"/>
                </a:lnTo>
                <a:lnTo>
                  <a:pt x="191" y="96"/>
                </a:lnTo>
                <a:lnTo>
                  <a:pt x="192" y="96"/>
                </a:lnTo>
                <a:lnTo>
                  <a:pt x="192" y="98"/>
                </a:lnTo>
                <a:lnTo>
                  <a:pt x="191" y="98"/>
                </a:lnTo>
                <a:lnTo>
                  <a:pt x="191" y="99"/>
                </a:lnTo>
                <a:lnTo>
                  <a:pt x="190" y="100"/>
                </a:lnTo>
                <a:lnTo>
                  <a:pt x="189" y="100"/>
                </a:lnTo>
                <a:lnTo>
                  <a:pt x="189" y="101"/>
                </a:lnTo>
                <a:lnTo>
                  <a:pt x="189" y="102"/>
                </a:lnTo>
                <a:lnTo>
                  <a:pt x="188" y="103"/>
                </a:lnTo>
                <a:lnTo>
                  <a:pt x="187" y="103"/>
                </a:lnTo>
                <a:lnTo>
                  <a:pt x="187" y="104"/>
                </a:lnTo>
                <a:lnTo>
                  <a:pt x="187" y="105"/>
                </a:lnTo>
                <a:lnTo>
                  <a:pt x="186" y="105"/>
                </a:lnTo>
                <a:lnTo>
                  <a:pt x="186" y="106"/>
                </a:lnTo>
                <a:lnTo>
                  <a:pt x="186" y="107"/>
                </a:lnTo>
                <a:lnTo>
                  <a:pt x="186" y="108"/>
                </a:lnTo>
                <a:lnTo>
                  <a:pt x="186" y="109"/>
                </a:lnTo>
                <a:lnTo>
                  <a:pt x="186" y="110"/>
                </a:lnTo>
                <a:lnTo>
                  <a:pt x="185" y="112"/>
                </a:lnTo>
                <a:lnTo>
                  <a:pt x="185" y="113"/>
                </a:lnTo>
                <a:lnTo>
                  <a:pt x="184" y="114"/>
                </a:lnTo>
                <a:lnTo>
                  <a:pt x="184" y="115"/>
                </a:lnTo>
                <a:lnTo>
                  <a:pt x="184" y="116"/>
                </a:lnTo>
                <a:lnTo>
                  <a:pt x="184" y="117"/>
                </a:lnTo>
                <a:lnTo>
                  <a:pt x="184" y="119"/>
                </a:lnTo>
                <a:lnTo>
                  <a:pt x="183" y="119"/>
                </a:lnTo>
                <a:lnTo>
                  <a:pt x="182" y="121"/>
                </a:lnTo>
                <a:lnTo>
                  <a:pt x="182" y="122"/>
                </a:lnTo>
                <a:lnTo>
                  <a:pt x="181" y="122"/>
                </a:lnTo>
                <a:lnTo>
                  <a:pt x="181" y="123"/>
                </a:lnTo>
                <a:lnTo>
                  <a:pt x="181" y="124"/>
                </a:lnTo>
                <a:lnTo>
                  <a:pt x="180" y="125"/>
                </a:lnTo>
                <a:lnTo>
                  <a:pt x="179" y="126"/>
                </a:lnTo>
                <a:lnTo>
                  <a:pt x="178" y="126"/>
                </a:lnTo>
                <a:lnTo>
                  <a:pt x="178" y="127"/>
                </a:lnTo>
                <a:lnTo>
                  <a:pt x="177" y="127"/>
                </a:lnTo>
                <a:lnTo>
                  <a:pt x="177" y="128"/>
                </a:lnTo>
                <a:lnTo>
                  <a:pt x="177" y="129"/>
                </a:lnTo>
                <a:lnTo>
                  <a:pt x="176" y="129"/>
                </a:lnTo>
                <a:lnTo>
                  <a:pt x="175" y="130"/>
                </a:lnTo>
                <a:lnTo>
                  <a:pt x="174" y="130"/>
                </a:lnTo>
                <a:lnTo>
                  <a:pt x="174" y="131"/>
                </a:lnTo>
                <a:lnTo>
                  <a:pt x="173" y="132"/>
                </a:lnTo>
                <a:lnTo>
                  <a:pt x="172" y="133"/>
                </a:lnTo>
                <a:lnTo>
                  <a:pt x="172" y="134"/>
                </a:lnTo>
                <a:lnTo>
                  <a:pt x="172" y="136"/>
                </a:lnTo>
                <a:lnTo>
                  <a:pt x="173" y="136"/>
                </a:lnTo>
                <a:lnTo>
                  <a:pt x="173" y="137"/>
                </a:lnTo>
                <a:lnTo>
                  <a:pt x="173" y="138"/>
                </a:lnTo>
                <a:lnTo>
                  <a:pt x="173" y="139"/>
                </a:lnTo>
                <a:lnTo>
                  <a:pt x="172" y="140"/>
                </a:lnTo>
                <a:lnTo>
                  <a:pt x="172" y="141"/>
                </a:lnTo>
                <a:lnTo>
                  <a:pt x="171" y="141"/>
                </a:lnTo>
                <a:lnTo>
                  <a:pt x="171" y="142"/>
                </a:lnTo>
                <a:lnTo>
                  <a:pt x="170" y="142"/>
                </a:lnTo>
                <a:lnTo>
                  <a:pt x="169" y="143"/>
                </a:lnTo>
                <a:lnTo>
                  <a:pt x="169" y="144"/>
                </a:lnTo>
                <a:lnTo>
                  <a:pt x="168" y="144"/>
                </a:lnTo>
                <a:lnTo>
                  <a:pt x="168" y="145"/>
                </a:lnTo>
                <a:lnTo>
                  <a:pt x="168" y="146"/>
                </a:lnTo>
                <a:lnTo>
                  <a:pt x="168" y="148"/>
                </a:lnTo>
                <a:lnTo>
                  <a:pt x="168" y="149"/>
                </a:lnTo>
                <a:lnTo>
                  <a:pt x="168" y="150"/>
                </a:lnTo>
                <a:lnTo>
                  <a:pt x="169" y="151"/>
                </a:lnTo>
                <a:lnTo>
                  <a:pt x="169" y="152"/>
                </a:lnTo>
                <a:lnTo>
                  <a:pt x="170" y="152"/>
                </a:lnTo>
                <a:lnTo>
                  <a:pt x="170" y="153"/>
                </a:lnTo>
                <a:lnTo>
                  <a:pt x="171" y="153"/>
                </a:lnTo>
                <a:lnTo>
                  <a:pt x="171" y="154"/>
                </a:lnTo>
                <a:lnTo>
                  <a:pt x="171" y="155"/>
                </a:lnTo>
                <a:lnTo>
                  <a:pt x="170" y="156"/>
                </a:lnTo>
                <a:lnTo>
                  <a:pt x="170" y="157"/>
                </a:lnTo>
                <a:lnTo>
                  <a:pt x="169" y="157"/>
                </a:lnTo>
                <a:lnTo>
                  <a:pt x="168" y="158"/>
                </a:lnTo>
                <a:lnTo>
                  <a:pt x="167" y="159"/>
                </a:lnTo>
                <a:lnTo>
                  <a:pt x="167" y="160"/>
                </a:lnTo>
                <a:lnTo>
                  <a:pt x="167" y="161"/>
                </a:lnTo>
                <a:lnTo>
                  <a:pt x="167" y="162"/>
                </a:lnTo>
                <a:lnTo>
                  <a:pt x="167" y="163"/>
                </a:lnTo>
                <a:lnTo>
                  <a:pt x="167" y="164"/>
                </a:lnTo>
                <a:lnTo>
                  <a:pt x="167" y="165"/>
                </a:lnTo>
                <a:lnTo>
                  <a:pt x="167" y="166"/>
                </a:lnTo>
                <a:lnTo>
                  <a:pt x="166" y="166"/>
                </a:lnTo>
                <a:lnTo>
                  <a:pt x="166" y="167"/>
                </a:lnTo>
                <a:lnTo>
                  <a:pt x="167" y="168"/>
                </a:lnTo>
                <a:lnTo>
                  <a:pt x="166" y="168"/>
                </a:lnTo>
                <a:lnTo>
                  <a:pt x="166" y="169"/>
                </a:lnTo>
                <a:lnTo>
                  <a:pt x="166" y="170"/>
                </a:lnTo>
                <a:lnTo>
                  <a:pt x="166" y="172"/>
                </a:lnTo>
                <a:lnTo>
                  <a:pt x="166" y="173"/>
                </a:lnTo>
                <a:lnTo>
                  <a:pt x="165" y="174"/>
                </a:lnTo>
                <a:lnTo>
                  <a:pt x="165" y="175"/>
                </a:lnTo>
                <a:lnTo>
                  <a:pt x="165" y="176"/>
                </a:lnTo>
                <a:lnTo>
                  <a:pt x="164" y="176"/>
                </a:lnTo>
                <a:lnTo>
                  <a:pt x="164" y="177"/>
                </a:lnTo>
                <a:lnTo>
                  <a:pt x="163" y="178"/>
                </a:lnTo>
                <a:lnTo>
                  <a:pt x="163" y="179"/>
                </a:lnTo>
                <a:lnTo>
                  <a:pt x="163" y="180"/>
                </a:lnTo>
                <a:lnTo>
                  <a:pt x="163" y="182"/>
                </a:lnTo>
                <a:lnTo>
                  <a:pt x="163" y="183"/>
                </a:lnTo>
                <a:lnTo>
                  <a:pt x="163" y="184"/>
                </a:lnTo>
                <a:lnTo>
                  <a:pt x="163" y="185"/>
                </a:lnTo>
                <a:lnTo>
                  <a:pt x="163" y="186"/>
                </a:lnTo>
                <a:lnTo>
                  <a:pt x="162" y="186"/>
                </a:lnTo>
                <a:lnTo>
                  <a:pt x="162" y="187"/>
                </a:lnTo>
                <a:lnTo>
                  <a:pt x="162" y="188"/>
                </a:lnTo>
                <a:lnTo>
                  <a:pt x="161" y="188"/>
                </a:lnTo>
                <a:lnTo>
                  <a:pt x="161" y="189"/>
                </a:lnTo>
                <a:lnTo>
                  <a:pt x="161" y="190"/>
                </a:lnTo>
                <a:lnTo>
                  <a:pt x="161" y="191"/>
                </a:lnTo>
                <a:lnTo>
                  <a:pt x="161" y="192"/>
                </a:lnTo>
                <a:lnTo>
                  <a:pt x="160" y="193"/>
                </a:lnTo>
                <a:lnTo>
                  <a:pt x="160" y="194"/>
                </a:lnTo>
                <a:lnTo>
                  <a:pt x="160" y="195"/>
                </a:lnTo>
                <a:lnTo>
                  <a:pt x="160" y="196"/>
                </a:lnTo>
                <a:lnTo>
                  <a:pt x="160" y="197"/>
                </a:lnTo>
                <a:lnTo>
                  <a:pt x="159" y="197"/>
                </a:lnTo>
                <a:lnTo>
                  <a:pt x="159" y="198"/>
                </a:lnTo>
                <a:lnTo>
                  <a:pt x="159" y="199"/>
                </a:lnTo>
                <a:lnTo>
                  <a:pt x="159" y="200"/>
                </a:lnTo>
                <a:lnTo>
                  <a:pt x="159" y="201"/>
                </a:lnTo>
                <a:lnTo>
                  <a:pt x="159" y="204"/>
                </a:lnTo>
                <a:lnTo>
                  <a:pt x="158" y="204"/>
                </a:lnTo>
                <a:lnTo>
                  <a:pt x="158" y="205"/>
                </a:lnTo>
                <a:lnTo>
                  <a:pt x="158" y="206"/>
                </a:lnTo>
                <a:lnTo>
                  <a:pt x="158" y="207"/>
                </a:lnTo>
                <a:lnTo>
                  <a:pt x="157" y="207"/>
                </a:lnTo>
                <a:lnTo>
                  <a:pt x="157" y="209"/>
                </a:lnTo>
                <a:lnTo>
                  <a:pt x="156" y="209"/>
                </a:lnTo>
                <a:lnTo>
                  <a:pt x="156" y="210"/>
                </a:lnTo>
                <a:lnTo>
                  <a:pt x="156" y="211"/>
                </a:lnTo>
                <a:lnTo>
                  <a:pt x="156" y="212"/>
                </a:lnTo>
                <a:lnTo>
                  <a:pt x="156" y="213"/>
                </a:lnTo>
                <a:lnTo>
                  <a:pt x="156" y="214"/>
                </a:lnTo>
                <a:lnTo>
                  <a:pt x="156" y="215"/>
                </a:lnTo>
                <a:lnTo>
                  <a:pt x="156" y="216"/>
                </a:lnTo>
                <a:lnTo>
                  <a:pt x="157" y="216"/>
                </a:lnTo>
                <a:lnTo>
                  <a:pt x="157" y="217"/>
                </a:lnTo>
                <a:lnTo>
                  <a:pt x="156" y="217"/>
                </a:lnTo>
                <a:lnTo>
                  <a:pt x="156" y="218"/>
                </a:lnTo>
                <a:lnTo>
                  <a:pt x="156" y="219"/>
                </a:lnTo>
                <a:lnTo>
                  <a:pt x="156" y="220"/>
                </a:lnTo>
                <a:lnTo>
                  <a:pt x="155" y="220"/>
                </a:lnTo>
                <a:lnTo>
                  <a:pt x="155" y="221"/>
                </a:lnTo>
                <a:lnTo>
                  <a:pt x="155" y="222"/>
                </a:lnTo>
                <a:lnTo>
                  <a:pt x="155" y="223"/>
                </a:lnTo>
                <a:lnTo>
                  <a:pt x="154" y="224"/>
                </a:lnTo>
                <a:lnTo>
                  <a:pt x="154" y="226"/>
                </a:lnTo>
                <a:lnTo>
                  <a:pt x="153" y="227"/>
                </a:lnTo>
                <a:lnTo>
                  <a:pt x="153" y="228"/>
                </a:lnTo>
                <a:lnTo>
                  <a:pt x="153" y="229"/>
                </a:lnTo>
                <a:lnTo>
                  <a:pt x="153" y="230"/>
                </a:lnTo>
                <a:lnTo>
                  <a:pt x="152" y="231"/>
                </a:lnTo>
                <a:lnTo>
                  <a:pt x="152" y="233"/>
                </a:lnTo>
                <a:lnTo>
                  <a:pt x="152" y="234"/>
                </a:lnTo>
                <a:lnTo>
                  <a:pt x="152" y="235"/>
                </a:lnTo>
                <a:lnTo>
                  <a:pt x="152" y="236"/>
                </a:lnTo>
                <a:lnTo>
                  <a:pt x="151" y="237"/>
                </a:lnTo>
                <a:lnTo>
                  <a:pt x="150" y="237"/>
                </a:lnTo>
                <a:lnTo>
                  <a:pt x="150" y="238"/>
                </a:lnTo>
                <a:lnTo>
                  <a:pt x="149" y="238"/>
                </a:lnTo>
                <a:lnTo>
                  <a:pt x="149" y="239"/>
                </a:lnTo>
                <a:lnTo>
                  <a:pt x="148" y="240"/>
                </a:lnTo>
                <a:lnTo>
                  <a:pt x="148" y="241"/>
                </a:lnTo>
                <a:lnTo>
                  <a:pt x="147" y="243"/>
                </a:lnTo>
                <a:lnTo>
                  <a:pt x="147" y="244"/>
                </a:lnTo>
                <a:lnTo>
                  <a:pt x="147" y="245"/>
                </a:lnTo>
                <a:lnTo>
                  <a:pt x="147" y="246"/>
                </a:lnTo>
                <a:lnTo>
                  <a:pt x="147" y="247"/>
                </a:lnTo>
                <a:lnTo>
                  <a:pt x="146" y="247"/>
                </a:lnTo>
                <a:lnTo>
                  <a:pt x="147" y="247"/>
                </a:lnTo>
                <a:lnTo>
                  <a:pt x="147" y="248"/>
                </a:lnTo>
                <a:lnTo>
                  <a:pt x="147" y="247"/>
                </a:lnTo>
                <a:lnTo>
                  <a:pt x="147" y="248"/>
                </a:lnTo>
                <a:lnTo>
                  <a:pt x="146" y="249"/>
                </a:lnTo>
                <a:lnTo>
                  <a:pt x="145" y="249"/>
                </a:lnTo>
                <a:lnTo>
                  <a:pt x="145" y="251"/>
                </a:lnTo>
                <a:lnTo>
                  <a:pt x="144" y="251"/>
                </a:lnTo>
                <a:lnTo>
                  <a:pt x="144" y="253"/>
                </a:lnTo>
                <a:lnTo>
                  <a:pt x="145" y="253"/>
                </a:lnTo>
                <a:lnTo>
                  <a:pt x="145" y="254"/>
                </a:lnTo>
                <a:lnTo>
                  <a:pt x="145" y="255"/>
                </a:lnTo>
                <a:lnTo>
                  <a:pt x="146" y="256"/>
                </a:lnTo>
                <a:lnTo>
                  <a:pt x="145" y="257"/>
                </a:lnTo>
                <a:lnTo>
                  <a:pt x="145" y="258"/>
                </a:lnTo>
                <a:lnTo>
                  <a:pt x="145" y="260"/>
                </a:lnTo>
                <a:lnTo>
                  <a:pt x="146" y="261"/>
                </a:lnTo>
                <a:lnTo>
                  <a:pt x="145" y="262"/>
                </a:lnTo>
                <a:lnTo>
                  <a:pt x="144" y="262"/>
                </a:lnTo>
                <a:lnTo>
                  <a:pt x="144" y="263"/>
                </a:lnTo>
                <a:lnTo>
                  <a:pt x="143" y="264"/>
                </a:lnTo>
                <a:lnTo>
                  <a:pt x="142" y="264"/>
                </a:lnTo>
                <a:lnTo>
                  <a:pt x="141" y="264"/>
                </a:lnTo>
                <a:lnTo>
                  <a:pt x="141" y="265"/>
                </a:lnTo>
                <a:lnTo>
                  <a:pt x="140" y="265"/>
                </a:lnTo>
                <a:lnTo>
                  <a:pt x="140" y="266"/>
                </a:lnTo>
                <a:lnTo>
                  <a:pt x="140" y="267"/>
                </a:lnTo>
                <a:lnTo>
                  <a:pt x="140" y="268"/>
                </a:lnTo>
                <a:lnTo>
                  <a:pt x="139" y="268"/>
                </a:lnTo>
                <a:lnTo>
                  <a:pt x="139" y="269"/>
                </a:lnTo>
                <a:lnTo>
                  <a:pt x="139" y="270"/>
                </a:lnTo>
                <a:lnTo>
                  <a:pt x="139" y="271"/>
                </a:lnTo>
                <a:lnTo>
                  <a:pt x="139" y="272"/>
                </a:lnTo>
                <a:lnTo>
                  <a:pt x="138" y="273"/>
                </a:lnTo>
                <a:lnTo>
                  <a:pt x="138" y="274"/>
                </a:lnTo>
                <a:lnTo>
                  <a:pt x="137" y="277"/>
                </a:lnTo>
                <a:lnTo>
                  <a:pt x="136" y="278"/>
                </a:lnTo>
                <a:lnTo>
                  <a:pt x="136" y="279"/>
                </a:lnTo>
                <a:lnTo>
                  <a:pt x="135" y="280"/>
                </a:lnTo>
                <a:lnTo>
                  <a:pt x="134" y="281"/>
                </a:lnTo>
                <a:lnTo>
                  <a:pt x="133" y="281"/>
                </a:lnTo>
                <a:lnTo>
                  <a:pt x="133" y="282"/>
                </a:lnTo>
                <a:lnTo>
                  <a:pt x="132" y="283"/>
                </a:lnTo>
                <a:lnTo>
                  <a:pt x="130" y="287"/>
                </a:lnTo>
                <a:lnTo>
                  <a:pt x="130" y="288"/>
                </a:lnTo>
                <a:lnTo>
                  <a:pt x="130" y="289"/>
                </a:lnTo>
                <a:lnTo>
                  <a:pt x="129" y="289"/>
                </a:lnTo>
                <a:lnTo>
                  <a:pt x="128" y="290"/>
                </a:lnTo>
                <a:lnTo>
                  <a:pt x="128" y="291"/>
                </a:lnTo>
                <a:lnTo>
                  <a:pt x="128" y="292"/>
                </a:lnTo>
                <a:lnTo>
                  <a:pt x="127" y="292"/>
                </a:lnTo>
                <a:lnTo>
                  <a:pt x="127" y="291"/>
                </a:lnTo>
                <a:lnTo>
                  <a:pt x="126" y="292"/>
                </a:lnTo>
                <a:lnTo>
                  <a:pt x="125" y="292"/>
                </a:lnTo>
                <a:lnTo>
                  <a:pt x="124" y="292"/>
                </a:lnTo>
                <a:lnTo>
                  <a:pt x="124" y="293"/>
                </a:lnTo>
                <a:lnTo>
                  <a:pt x="123" y="293"/>
                </a:lnTo>
                <a:lnTo>
                  <a:pt x="123" y="294"/>
                </a:lnTo>
                <a:lnTo>
                  <a:pt x="122" y="296"/>
                </a:lnTo>
                <a:lnTo>
                  <a:pt x="123" y="296"/>
                </a:lnTo>
                <a:lnTo>
                  <a:pt x="123" y="297"/>
                </a:lnTo>
                <a:lnTo>
                  <a:pt x="123" y="298"/>
                </a:lnTo>
                <a:lnTo>
                  <a:pt x="124" y="298"/>
                </a:lnTo>
                <a:lnTo>
                  <a:pt x="124" y="299"/>
                </a:lnTo>
                <a:lnTo>
                  <a:pt x="124" y="300"/>
                </a:lnTo>
                <a:lnTo>
                  <a:pt x="123" y="301"/>
                </a:lnTo>
                <a:lnTo>
                  <a:pt x="122" y="301"/>
                </a:lnTo>
                <a:lnTo>
                  <a:pt x="122" y="302"/>
                </a:lnTo>
                <a:lnTo>
                  <a:pt x="122" y="303"/>
                </a:lnTo>
                <a:lnTo>
                  <a:pt x="122" y="304"/>
                </a:lnTo>
                <a:lnTo>
                  <a:pt x="121" y="304"/>
                </a:lnTo>
                <a:lnTo>
                  <a:pt x="121" y="305"/>
                </a:lnTo>
                <a:lnTo>
                  <a:pt x="120" y="306"/>
                </a:lnTo>
                <a:lnTo>
                  <a:pt x="119" y="306"/>
                </a:lnTo>
                <a:lnTo>
                  <a:pt x="119" y="307"/>
                </a:lnTo>
                <a:lnTo>
                  <a:pt x="118" y="307"/>
                </a:lnTo>
                <a:lnTo>
                  <a:pt x="117" y="308"/>
                </a:lnTo>
                <a:lnTo>
                  <a:pt x="117" y="309"/>
                </a:lnTo>
                <a:lnTo>
                  <a:pt x="116" y="309"/>
                </a:lnTo>
                <a:lnTo>
                  <a:pt x="116" y="310"/>
                </a:lnTo>
                <a:lnTo>
                  <a:pt x="115" y="310"/>
                </a:lnTo>
                <a:lnTo>
                  <a:pt x="114" y="311"/>
                </a:lnTo>
                <a:lnTo>
                  <a:pt x="113" y="311"/>
                </a:lnTo>
                <a:lnTo>
                  <a:pt x="112" y="311"/>
                </a:lnTo>
                <a:lnTo>
                  <a:pt x="112" y="312"/>
                </a:lnTo>
                <a:lnTo>
                  <a:pt x="111" y="312"/>
                </a:lnTo>
                <a:lnTo>
                  <a:pt x="110" y="313"/>
                </a:lnTo>
                <a:lnTo>
                  <a:pt x="110" y="314"/>
                </a:lnTo>
                <a:lnTo>
                  <a:pt x="109" y="314"/>
                </a:lnTo>
                <a:lnTo>
                  <a:pt x="108" y="314"/>
                </a:lnTo>
                <a:lnTo>
                  <a:pt x="108" y="315"/>
                </a:lnTo>
                <a:lnTo>
                  <a:pt x="107" y="315"/>
                </a:lnTo>
                <a:lnTo>
                  <a:pt x="106" y="316"/>
                </a:lnTo>
                <a:lnTo>
                  <a:pt x="106" y="317"/>
                </a:lnTo>
                <a:lnTo>
                  <a:pt x="105" y="317"/>
                </a:lnTo>
                <a:lnTo>
                  <a:pt x="105" y="318"/>
                </a:lnTo>
                <a:lnTo>
                  <a:pt x="105" y="319"/>
                </a:lnTo>
                <a:lnTo>
                  <a:pt x="105" y="320"/>
                </a:lnTo>
                <a:lnTo>
                  <a:pt x="103" y="320"/>
                </a:lnTo>
                <a:lnTo>
                  <a:pt x="103" y="321"/>
                </a:lnTo>
                <a:lnTo>
                  <a:pt x="103" y="322"/>
                </a:lnTo>
                <a:lnTo>
                  <a:pt x="103" y="323"/>
                </a:lnTo>
                <a:lnTo>
                  <a:pt x="103" y="324"/>
                </a:lnTo>
                <a:lnTo>
                  <a:pt x="103" y="325"/>
                </a:lnTo>
                <a:lnTo>
                  <a:pt x="102" y="325"/>
                </a:lnTo>
                <a:lnTo>
                  <a:pt x="102" y="326"/>
                </a:lnTo>
                <a:lnTo>
                  <a:pt x="101" y="326"/>
                </a:lnTo>
                <a:lnTo>
                  <a:pt x="101" y="327"/>
                </a:lnTo>
                <a:lnTo>
                  <a:pt x="100" y="327"/>
                </a:lnTo>
                <a:lnTo>
                  <a:pt x="100" y="328"/>
                </a:lnTo>
                <a:lnTo>
                  <a:pt x="100" y="329"/>
                </a:lnTo>
                <a:lnTo>
                  <a:pt x="99" y="329"/>
                </a:lnTo>
                <a:lnTo>
                  <a:pt x="99" y="330"/>
                </a:lnTo>
                <a:lnTo>
                  <a:pt x="99" y="331"/>
                </a:lnTo>
                <a:lnTo>
                  <a:pt x="99" y="332"/>
                </a:lnTo>
                <a:lnTo>
                  <a:pt x="98" y="333"/>
                </a:lnTo>
                <a:lnTo>
                  <a:pt x="98" y="334"/>
                </a:lnTo>
                <a:lnTo>
                  <a:pt x="98" y="335"/>
                </a:lnTo>
                <a:lnTo>
                  <a:pt x="97" y="335"/>
                </a:lnTo>
                <a:lnTo>
                  <a:pt x="97" y="336"/>
                </a:lnTo>
                <a:lnTo>
                  <a:pt x="97" y="337"/>
                </a:lnTo>
                <a:lnTo>
                  <a:pt x="97" y="338"/>
                </a:lnTo>
                <a:lnTo>
                  <a:pt x="97" y="339"/>
                </a:lnTo>
                <a:lnTo>
                  <a:pt x="96" y="339"/>
                </a:lnTo>
                <a:lnTo>
                  <a:pt x="96" y="340"/>
                </a:lnTo>
                <a:lnTo>
                  <a:pt x="96" y="341"/>
                </a:lnTo>
                <a:lnTo>
                  <a:pt x="95" y="343"/>
                </a:lnTo>
                <a:lnTo>
                  <a:pt x="95" y="344"/>
                </a:lnTo>
                <a:lnTo>
                  <a:pt x="95" y="345"/>
                </a:lnTo>
                <a:lnTo>
                  <a:pt x="94" y="345"/>
                </a:lnTo>
                <a:lnTo>
                  <a:pt x="94" y="346"/>
                </a:lnTo>
                <a:lnTo>
                  <a:pt x="94" y="347"/>
                </a:lnTo>
                <a:lnTo>
                  <a:pt x="94" y="348"/>
                </a:lnTo>
                <a:lnTo>
                  <a:pt x="93" y="348"/>
                </a:lnTo>
                <a:lnTo>
                  <a:pt x="93" y="349"/>
                </a:lnTo>
                <a:lnTo>
                  <a:pt x="93" y="350"/>
                </a:lnTo>
                <a:lnTo>
                  <a:pt x="92" y="351"/>
                </a:lnTo>
                <a:lnTo>
                  <a:pt x="92" y="352"/>
                </a:lnTo>
                <a:lnTo>
                  <a:pt x="92" y="353"/>
                </a:lnTo>
                <a:lnTo>
                  <a:pt x="91" y="354"/>
                </a:lnTo>
                <a:lnTo>
                  <a:pt x="91" y="355"/>
                </a:lnTo>
                <a:lnTo>
                  <a:pt x="91" y="356"/>
                </a:lnTo>
                <a:lnTo>
                  <a:pt x="91" y="357"/>
                </a:lnTo>
                <a:lnTo>
                  <a:pt x="90" y="358"/>
                </a:lnTo>
                <a:lnTo>
                  <a:pt x="90" y="362"/>
                </a:lnTo>
                <a:lnTo>
                  <a:pt x="91" y="364"/>
                </a:lnTo>
                <a:lnTo>
                  <a:pt x="91" y="366"/>
                </a:lnTo>
                <a:lnTo>
                  <a:pt x="91" y="372"/>
                </a:lnTo>
                <a:lnTo>
                  <a:pt x="91" y="379"/>
                </a:lnTo>
                <a:lnTo>
                  <a:pt x="90" y="380"/>
                </a:lnTo>
                <a:lnTo>
                  <a:pt x="90" y="381"/>
                </a:lnTo>
                <a:lnTo>
                  <a:pt x="90" y="382"/>
                </a:lnTo>
                <a:lnTo>
                  <a:pt x="91" y="382"/>
                </a:lnTo>
                <a:lnTo>
                  <a:pt x="91" y="383"/>
                </a:lnTo>
                <a:lnTo>
                  <a:pt x="90" y="385"/>
                </a:lnTo>
                <a:lnTo>
                  <a:pt x="90" y="386"/>
                </a:lnTo>
                <a:lnTo>
                  <a:pt x="91" y="387"/>
                </a:lnTo>
                <a:lnTo>
                  <a:pt x="91" y="389"/>
                </a:lnTo>
                <a:lnTo>
                  <a:pt x="91" y="390"/>
                </a:lnTo>
                <a:lnTo>
                  <a:pt x="91" y="391"/>
                </a:lnTo>
                <a:lnTo>
                  <a:pt x="90" y="392"/>
                </a:lnTo>
                <a:lnTo>
                  <a:pt x="90" y="393"/>
                </a:lnTo>
                <a:lnTo>
                  <a:pt x="89" y="394"/>
                </a:lnTo>
                <a:lnTo>
                  <a:pt x="89" y="395"/>
                </a:lnTo>
                <a:lnTo>
                  <a:pt x="88" y="395"/>
                </a:lnTo>
                <a:lnTo>
                  <a:pt x="88" y="396"/>
                </a:lnTo>
                <a:lnTo>
                  <a:pt x="87" y="396"/>
                </a:lnTo>
                <a:lnTo>
                  <a:pt x="86" y="396"/>
                </a:lnTo>
                <a:lnTo>
                  <a:pt x="86" y="397"/>
                </a:lnTo>
                <a:lnTo>
                  <a:pt x="85" y="397"/>
                </a:lnTo>
                <a:lnTo>
                  <a:pt x="85" y="398"/>
                </a:lnTo>
                <a:lnTo>
                  <a:pt x="86" y="398"/>
                </a:lnTo>
                <a:lnTo>
                  <a:pt x="85" y="398"/>
                </a:lnTo>
                <a:lnTo>
                  <a:pt x="85" y="399"/>
                </a:lnTo>
                <a:lnTo>
                  <a:pt x="85" y="400"/>
                </a:lnTo>
                <a:lnTo>
                  <a:pt x="85" y="401"/>
                </a:lnTo>
                <a:lnTo>
                  <a:pt x="86" y="403"/>
                </a:lnTo>
                <a:lnTo>
                  <a:pt x="87" y="404"/>
                </a:lnTo>
                <a:lnTo>
                  <a:pt x="87" y="405"/>
                </a:lnTo>
                <a:lnTo>
                  <a:pt x="87" y="406"/>
                </a:lnTo>
                <a:lnTo>
                  <a:pt x="88" y="407"/>
                </a:lnTo>
                <a:lnTo>
                  <a:pt x="87" y="407"/>
                </a:lnTo>
                <a:lnTo>
                  <a:pt x="86" y="407"/>
                </a:lnTo>
                <a:lnTo>
                  <a:pt x="86" y="406"/>
                </a:lnTo>
                <a:lnTo>
                  <a:pt x="86" y="405"/>
                </a:lnTo>
                <a:lnTo>
                  <a:pt x="85" y="405"/>
                </a:lnTo>
                <a:lnTo>
                  <a:pt x="84" y="405"/>
                </a:lnTo>
                <a:lnTo>
                  <a:pt x="84" y="404"/>
                </a:lnTo>
                <a:lnTo>
                  <a:pt x="83" y="403"/>
                </a:lnTo>
                <a:lnTo>
                  <a:pt x="82" y="403"/>
                </a:lnTo>
                <a:lnTo>
                  <a:pt x="81" y="403"/>
                </a:lnTo>
                <a:lnTo>
                  <a:pt x="79" y="402"/>
                </a:lnTo>
                <a:lnTo>
                  <a:pt x="78" y="401"/>
                </a:lnTo>
                <a:lnTo>
                  <a:pt x="78" y="400"/>
                </a:lnTo>
                <a:lnTo>
                  <a:pt x="77" y="400"/>
                </a:lnTo>
                <a:lnTo>
                  <a:pt x="76" y="400"/>
                </a:lnTo>
                <a:lnTo>
                  <a:pt x="75" y="401"/>
                </a:lnTo>
                <a:lnTo>
                  <a:pt x="75" y="402"/>
                </a:lnTo>
                <a:lnTo>
                  <a:pt x="75" y="403"/>
                </a:lnTo>
                <a:lnTo>
                  <a:pt x="75" y="404"/>
                </a:lnTo>
                <a:lnTo>
                  <a:pt x="74" y="405"/>
                </a:lnTo>
                <a:lnTo>
                  <a:pt x="73" y="405"/>
                </a:lnTo>
                <a:lnTo>
                  <a:pt x="72" y="404"/>
                </a:lnTo>
                <a:lnTo>
                  <a:pt x="72" y="403"/>
                </a:lnTo>
                <a:lnTo>
                  <a:pt x="71" y="402"/>
                </a:lnTo>
                <a:lnTo>
                  <a:pt x="72" y="402"/>
                </a:lnTo>
                <a:lnTo>
                  <a:pt x="72" y="401"/>
                </a:lnTo>
                <a:lnTo>
                  <a:pt x="72" y="399"/>
                </a:lnTo>
                <a:lnTo>
                  <a:pt x="72" y="398"/>
                </a:lnTo>
                <a:lnTo>
                  <a:pt x="72" y="397"/>
                </a:lnTo>
                <a:lnTo>
                  <a:pt x="70" y="395"/>
                </a:lnTo>
                <a:lnTo>
                  <a:pt x="70" y="394"/>
                </a:lnTo>
                <a:lnTo>
                  <a:pt x="69" y="394"/>
                </a:lnTo>
                <a:lnTo>
                  <a:pt x="69" y="393"/>
                </a:lnTo>
                <a:lnTo>
                  <a:pt x="69" y="392"/>
                </a:lnTo>
                <a:lnTo>
                  <a:pt x="69" y="391"/>
                </a:lnTo>
                <a:lnTo>
                  <a:pt x="70" y="390"/>
                </a:lnTo>
                <a:lnTo>
                  <a:pt x="70" y="389"/>
                </a:lnTo>
                <a:lnTo>
                  <a:pt x="70" y="388"/>
                </a:lnTo>
                <a:lnTo>
                  <a:pt x="70" y="389"/>
                </a:lnTo>
                <a:lnTo>
                  <a:pt x="71" y="389"/>
                </a:lnTo>
                <a:lnTo>
                  <a:pt x="71" y="388"/>
                </a:lnTo>
                <a:lnTo>
                  <a:pt x="71" y="387"/>
                </a:lnTo>
                <a:lnTo>
                  <a:pt x="71" y="386"/>
                </a:lnTo>
                <a:lnTo>
                  <a:pt x="70" y="385"/>
                </a:lnTo>
                <a:lnTo>
                  <a:pt x="71" y="385"/>
                </a:lnTo>
                <a:lnTo>
                  <a:pt x="72" y="384"/>
                </a:lnTo>
                <a:lnTo>
                  <a:pt x="72" y="383"/>
                </a:lnTo>
                <a:lnTo>
                  <a:pt x="72" y="382"/>
                </a:lnTo>
                <a:lnTo>
                  <a:pt x="71" y="381"/>
                </a:lnTo>
                <a:lnTo>
                  <a:pt x="71" y="380"/>
                </a:lnTo>
                <a:lnTo>
                  <a:pt x="69" y="372"/>
                </a:lnTo>
                <a:lnTo>
                  <a:pt x="69" y="371"/>
                </a:lnTo>
                <a:lnTo>
                  <a:pt x="69" y="370"/>
                </a:lnTo>
                <a:lnTo>
                  <a:pt x="68" y="369"/>
                </a:lnTo>
                <a:lnTo>
                  <a:pt x="68" y="368"/>
                </a:lnTo>
                <a:lnTo>
                  <a:pt x="67" y="367"/>
                </a:lnTo>
                <a:lnTo>
                  <a:pt x="67" y="366"/>
                </a:lnTo>
                <a:lnTo>
                  <a:pt x="66" y="366"/>
                </a:lnTo>
                <a:lnTo>
                  <a:pt x="66" y="365"/>
                </a:lnTo>
                <a:lnTo>
                  <a:pt x="65" y="365"/>
                </a:lnTo>
                <a:lnTo>
                  <a:pt x="65" y="364"/>
                </a:lnTo>
                <a:lnTo>
                  <a:pt x="65" y="363"/>
                </a:lnTo>
                <a:lnTo>
                  <a:pt x="65" y="362"/>
                </a:lnTo>
                <a:lnTo>
                  <a:pt x="65" y="361"/>
                </a:lnTo>
                <a:lnTo>
                  <a:pt x="64" y="360"/>
                </a:lnTo>
                <a:lnTo>
                  <a:pt x="64" y="359"/>
                </a:lnTo>
                <a:lnTo>
                  <a:pt x="64" y="358"/>
                </a:lnTo>
                <a:lnTo>
                  <a:pt x="63" y="357"/>
                </a:lnTo>
                <a:lnTo>
                  <a:pt x="62" y="356"/>
                </a:lnTo>
                <a:lnTo>
                  <a:pt x="61" y="356"/>
                </a:lnTo>
                <a:lnTo>
                  <a:pt x="61" y="355"/>
                </a:lnTo>
                <a:lnTo>
                  <a:pt x="60" y="354"/>
                </a:lnTo>
                <a:lnTo>
                  <a:pt x="60" y="353"/>
                </a:lnTo>
                <a:lnTo>
                  <a:pt x="60" y="352"/>
                </a:lnTo>
                <a:lnTo>
                  <a:pt x="59" y="352"/>
                </a:lnTo>
                <a:lnTo>
                  <a:pt x="59" y="351"/>
                </a:lnTo>
                <a:lnTo>
                  <a:pt x="58" y="350"/>
                </a:lnTo>
                <a:lnTo>
                  <a:pt x="57" y="350"/>
                </a:lnTo>
                <a:lnTo>
                  <a:pt x="56" y="349"/>
                </a:lnTo>
                <a:lnTo>
                  <a:pt x="55" y="349"/>
                </a:lnTo>
                <a:lnTo>
                  <a:pt x="54" y="348"/>
                </a:lnTo>
                <a:lnTo>
                  <a:pt x="53" y="347"/>
                </a:lnTo>
                <a:lnTo>
                  <a:pt x="52" y="346"/>
                </a:lnTo>
                <a:lnTo>
                  <a:pt x="51" y="346"/>
                </a:lnTo>
                <a:lnTo>
                  <a:pt x="50" y="346"/>
                </a:lnTo>
                <a:lnTo>
                  <a:pt x="50" y="345"/>
                </a:lnTo>
                <a:lnTo>
                  <a:pt x="49" y="345"/>
                </a:lnTo>
                <a:lnTo>
                  <a:pt x="48" y="344"/>
                </a:lnTo>
                <a:lnTo>
                  <a:pt x="47" y="344"/>
                </a:lnTo>
                <a:lnTo>
                  <a:pt x="47" y="343"/>
                </a:lnTo>
                <a:lnTo>
                  <a:pt x="46" y="343"/>
                </a:lnTo>
                <a:lnTo>
                  <a:pt x="45" y="342"/>
                </a:lnTo>
                <a:lnTo>
                  <a:pt x="44" y="342"/>
                </a:lnTo>
                <a:lnTo>
                  <a:pt x="44" y="341"/>
                </a:lnTo>
                <a:lnTo>
                  <a:pt x="43" y="340"/>
                </a:lnTo>
                <a:lnTo>
                  <a:pt x="43" y="339"/>
                </a:lnTo>
                <a:lnTo>
                  <a:pt x="42" y="339"/>
                </a:lnTo>
                <a:lnTo>
                  <a:pt x="42" y="338"/>
                </a:lnTo>
                <a:lnTo>
                  <a:pt x="41" y="338"/>
                </a:lnTo>
                <a:lnTo>
                  <a:pt x="40" y="338"/>
                </a:lnTo>
                <a:lnTo>
                  <a:pt x="39" y="338"/>
                </a:lnTo>
                <a:lnTo>
                  <a:pt x="38" y="338"/>
                </a:lnTo>
                <a:lnTo>
                  <a:pt x="38" y="337"/>
                </a:lnTo>
                <a:lnTo>
                  <a:pt x="37" y="337"/>
                </a:lnTo>
                <a:lnTo>
                  <a:pt x="37" y="336"/>
                </a:lnTo>
                <a:lnTo>
                  <a:pt x="35" y="335"/>
                </a:lnTo>
                <a:lnTo>
                  <a:pt x="34" y="334"/>
                </a:lnTo>
                <a:lnTo>
                  <a:pt x="33" y="333"/>
                </a:lnTo>
                <a:lnTo>
                  <a:pt x="32" y="333"/>
                </a:lnTo>
                <a:lnTo>
                  <a:pt x="31" y="332"/>
                </a:lnTo>
                <a:lnTo>
                  <a:pt x="31" y="331"/>
                </a:lnTo>
                <a:lnTo>
                  <a:pt x="30" y="330"/>
                </a:lnTo>
                <a:lnTo>
                  <a:pt x="30" y="329"/>
                </a:lnTo>
                <a:lnTo>
                  <a:pt x="31" y="329"/>
                </a:lnTo>
                <a:lnTo>
                  <a:pt x="31" y="330"/>
                </a:lnTo>
                <a:lnTo>
                  <a:pt x="31" y="331"/>
                </a:lnTo>
                <a:lnTo>
                  <a:pt x="32" y="331"/>
                </a:lnTo>
                <a:lnTo>
                  <a:pt x="33" y="331"/>
                </a:lnTo>
                <a:lnTo>
                  <a:pt x="33" y="330"/>
                </a:lnTo>
                <a:lnTo>
                  <a:pt x="32" y="330"/>
                </a:lnTo>
                <a:lnTo>
                  <a:pt x="32" y="329"/>
                </a:lnTo>
                <a:lnTo>
                  <a:pt x="31" y="329"/>
                </a:lnTo>
                <a:lnTo>
                  <a:pt x="30" y="329"/>
                </a:lnTo>
                <a:lnTo>
                  <a:pt x="30" y="328"/>
                </a:lnTo>
                <a:lnTo>
                  <a:pt x="29" y="327"/>
                </a:lnTo>
                <a:lnTo>
                  <a:pt x="29" y="326"/>
                </a:lnTo>
                <a:lnTo>
                  <a:pt x="28" y="326"/>
                </a:lnTo>
                <a:lnTo>
                  <a:pt x="28" y="325"/>
                </a:lnTo>
                <a:lnTo>
                  <a:pt x="27" y="324"/>
                </a:lnTo>
                <a:lnTo>
                  <a:pt x="27" y="323"/>
                </a:lnTo>
                <a:lnTo>
                  <a:pt x="26" y="323"/>
                </a:lnTo>
                <a:lnTo>
                  <a:pt x="26" y="322"/>
                </a:lnTo>
                <a:lnTo>
                  <a:pt x="27" y="323"/>
                </a:lnTo>
                <a:lnTo>
                  <a:pt x="28" y="322"/>
                </a:lnTo>
                <a:lnTo>
                  <a:pt x="27" y="322"/>
                </a:lnTo>
                <a:lnTo>
                  <a:pt x="27" y="321"/>
                </a:lnTo>
                <a:lnTo>
                  <a:pt x="27" y="322"/>
                </a:lnTo>
                <a:lnTo>
                  <a:pt x="26" y="321"/>
                </a:lnTo>
                <a:lnTo>
                  <a:pt x="25" y="321"/>
                </a:lnTo>
                <a:lnTo>
                  <a:pt x="24" y="320"/>
                </a:lnTo>
                <a:lnTo>
                  <a:pt x="24" y="319"/>
                </a:lnTo>
                <a:lnTo>
                  <a:pt x="23" y="318"/>
                </a:lnTo>
                <a:lnTo>
                  <a:pt x="23" y="317"/>
                </a:lnTo>
                <a:lnTo>
                  <a:pt x="23" y="316"/>
                </a:lnTo>
                <a:lnTo>
                  <a:pt x="24" y="315"/>
                </a:lnTo>
                <a:lnTo>
                  <a:pt x="25" y="315"/>
                </a:lnTo>
                <a:lnTo>
                  <a:pt x="26" y="313"/>
                </a:lnTo>
                <a:lnTo>
                  <a:pt x="26" y="312"/>
                </a:lnTo>
                <a:lnTo>
                  <a:pt x="26" y="311"/>
                </a:lnTo>
                <a:lnTo>
                  <a:pt x="25" y="311"/>
                </a:lnTo>
                <a:lnTo>
                  <a:pt x="25" y="310"/>
                </a:lnTo>
                <a:lnTo>
                  <a:pt x="25" y="311"/>
                </a:lnTo>
                <a:lnTo>
                  <a:pt x="24" y="311"/>
                </a:lnTo>
                <a:lnTo>
                  <a:pt x="24" y="310"/>
                </a:lnTo>
                <a:lnTo>
                  <a:pt x="24" y="309"/>
                </a:lnTo>
                <a:lnTo>
                  <a:pt x="23" y="309"/>
                </a:lnTo>
                <a:lnTo>
                  <a:pt x="23" y="308"/>
                </a:lnTo>
                <a:lnTo>
                  <a:pt x="22" y="307"/>
                </a:lnTo>
                <a:lnTo>
                  <a:pt x="22" y="306"/>
                </a:lnTo>
                <a:lnTo>
                  <a:pt x="22" y="305"/>
                </a:lnTo>
                <a:lnTo>
                  <a:pt x="21" y="304"/>
                </a:lnTo>
                <a:lnTo>
                  <a:pt x="21" y="302"/>
                </a:lnTo>
                <a:lnTo>
                  <a:pt x="20" y="301"/>
                </a:lnTo>
                <a:lnTo>
                  <a:pt x="20" y="300"/>
                </a:lnTo>
                <a:lnTo>
                  <a:pt x="19" y="299"/>
                </a:lnTo>
                <a:lnTo>
                  <a:pt x="18" y="299"/>
                </a:lnTo>
                <a:lnTo>
                  <a:pt x="18" y="298"/>
                </a:lnTo>
                <a:lnTo>
                  <a:pt x="19" y="298"/>
                </a:lnTo>
                <a:lnTo>
                  <a:pt x="19" y="297"/>
                </a:lnTo>
                <a:lnTo>
                  <a:pt x="18" y="297"/>
                </a:lnTo>
                <a:lnTo>
                  <a:pt x="18" y="296"/>
                </a:lnTo>
                <a:lnTo>
                  <a:pt x="18" y="294"/>
                </a:lnTo>
                <a:lnTo>
                  <a:pt x="17" y="294"/>
                </a:lnTo>
                <a:lnTo>
                  <a:pt x="17" y="293"/>
                </a:lnTo>
                <a:lnTo>
                  <a:pt x="17" y="292"/>
                </a:lnTo>
                <a:lnTo>
                  <a:pt x="17" y="291"/>
                </a:lnTo>
                <a:lnTo>
                  <a:pt x="16" y="290"/>
                </a:lnTo>
                <a:lnTo>
                  <a:pt x="16" y="289"/>
                </a:lnTo>
                <a:lnTo>
                  <a:pt x="16" y="288"/>
                </a:lnTo>
                <a:lnTo>
                  <a:pt x="15" y="287"/>
                </a:lnTo>
                <a:lnTo>
                  <a:pt x="15" y="286"/>
                </a:lnTo>
                <a:lnTo>
                  <a:pt x="15" y="285"/>
                </a:lnTo>
                <a:lnTo>
                  <a:pt x="15" y="284"/>
                </a:lnTo>
                <a:lnTo>
                  <a:pt x="15" y="283"/>
                </a:lnTo>
                <a:lnTo>
                  <a:pt x="15" y="282"/>
                </a:lnTo>
                <a:lnTo>
                  <a:pt x="14" y="280"/>
                </a:lnTo>
                <a:lnTo>
                  <a:pt x="14" y="279"/>
                </a:lnTo>
                <a:lnTo>
                  <a:pt x="13" y="279"/>
                </a:lnTo>
                <a:lnTo>
                  <a:pt x="13" y="278"/>
                </a:lnTo>
                <a:lnTo>
                  <a:pt x="12" y="277"/>
                </a:lnTo>
                <a:lnTo>
                  <a:pt x="12" y="276"/>
                </a:lnTo>
                <a:lnTo>
                  <a:pt x="11" y="276"/>
                </a:lnTo>
                <a:lnTo>
                  <a:pt x="10" y="275"/>
                </a:lnTo>
                <a:lnTo>
                  <a:pt x="9" y="274"/>
                </a:lnTo>
                <a:lnTo>
                  <a:pt x="8" y="274"/>
                </a:lnTo>
                <a:lnTo>
                  <a:pt x="8" y="273"/>
                </a:lnTo>
                <a:lnTo>
                  <a:pt x="7" y="272"/>
                </a:lnTo>
                <a:lnTo>
                  <a:pt x="6" y="272"/>
                </a:lnTo>
                <a:lnTo>
                  <a:pt x="5" y="271"/>
                </a:lnTo>
                <a:lnTo>
                  <a:pt x="4" y="271"/>
                </a:lnTo>
                <a:lnTo>
                  <a:pt x="4" y="270"/>
                </a:lnTo>
                <a:lnTo>
                  <a:pt x="4" y="269"/>
                </a:lnTo>
                <a:lnTo>
                  <a:pt x="3" y="270"/>
                </a:lnTo>
                <a:lnTo>
                  <a:pt x="2" y="269"/>
                </a:lnTo>
                <a:lnTo>
                  <a:pt x="1" y="269"/>
                </a:lnTo>
                <a:lnTo>
                  <a:pt x="1" y="268"/>
                </a:lnTo>
                <a:lnTo>
                  <a:pt x="1" y="267"/>
                </a:lnTo>
                <a:lnTo>
                  <a:pt x="1" y="266"/>
                </a:lnTo>
                <a:lnTo>
                  <a:pt x="1" y="265"/>
                </a:lnTo>
                <a:lnTo>
                  <a:pt x="0" y="265"/>
                </a:lnTo>
                <a:lnTo>
                  <a:pt x="0" y="263"/>
                </a:lnTo>
                <a:lnTo>
                  <a:pt x="1" y="263"/>
                </a:lnTo>
                <a:lnTo>
                  <a:pt x="1" y="262"/>
                </a:lnTo>
                <a:lnTo>
                  <a:pt x="2" y="262"/>
                </a:lnTo>
                <a:lnTo>
                  <a:pt x="1" y="262"/>
                </a:lnTo>
                <a:lnTo>
                  <a:pt x="1" y="263"/>
                </a:lnTo>
                <a:lnTo>
                  <a:pt x="2" y="262"/>
                </a:lnTo>
                <a:lnTo>
                  <a:pt x="4" y="261"/>
                </a:lnTo>
                <a:lnTo>
                  <a:pt x="6" y="261"/>
                </a:lnTo>
                <a:lnTo>
                  <a:pt x="6" y="260"/>
                </a:lnTo>
                <a:lnTo>
                  <a:pt x="6" y="259"/>
                </a:lnTo>
                <a:lnTo>
                  <a:pt x="5" y="259"/>
                </a:lnTo>
                <a:lnTo>
                  <a:pt x="5" y="255"/>
                </a:lnTo>
                <a:lnTo>
                  <a:pt x="4" y="255"/>
                </a:lnTo>
                <a:lnTo>
                  <a:pt x="4" y="254"/>
                </a:lnTo>
                <a:lnTo>
                  <a:pt x="4" y="253"/>
                </a:lnTo>
                <a:lnTo>
                  <a:pt x="5" y="253"/>
                </a:lnTo>
                <a:lnTo>
                  <a:pt x="5" y="252"/>
                </a:lnTo>
                <a:lnTo>
                  <a:pt x="5" y="251"/>
                </a:lnTo>
                <a:lnTo>
                  <a:pt x="6" y="251"/>
                </a:lnTo>
                <a:lnTo>
                  <a:pt x="6" y="249"/>
                </a:lnTo>
                <a:lnTo>
                  <a:pt x="5" y="249"/>
                </a:lnTo>
                <a:lnTo>
                  <a:pt x="5" y="248"/>
                </a:lnTo>
                <a:lnTo>
                  <a:pt x="6" y="248"/>
                </a:lnTo>
                <a:lnTo>
                  <a:pt x="5" y="248"/>
                </a:lnTo>
                <a:lnTo>
                  <a:pt x="5" y="247"/>
                </a:lnTo>
                <a:lnTo>
                  <a:pt x="6" y="247"/>
                </a:lnTo>
                <a:lnTo>
                  <a:pt x="6" y="248"/>
                </a:lnTo>
                <a:lnTo>
                  <a:pt x="6" y="249"/>
                </a:lnTo>
                <a:lnTo>
                  <a:pt x="7" y="249"/>
                </a:lnTo>
                <a:lnTo>
                  <a:pt x="7" y="248"/>
                </a:lnTo>
                <a:lnTo>
                  <a:pt x="7" y="247"/>
                </a:lnTo>
                <a:lnTo>
                  <a:pt x="7" y="246"/>
                </a:lnTo>
                <a:lnTo>
                  <a:pt x="7" y="245"/>
                </a:lnTo>
                <a:lnTo>
                  <a:pt x="8" y="245"/>
                </a:lnTo>
                <a:lnTo>
                  <a:pt x="8" y="244"/>
                </a:lnTo>
                <a:lnTo>
                  <a:pt x="8" y="243"/>
                </a:lnTo>
                <a:lnTo>
                  <a:pt x="9" y="243"/>
                </a:lnTo>
                <a:lnTo>
                  <a:pt x="9" y="242"/>
                </a:lnTo>
                <a:lnTo>
                  <a:pt x="8" y="242"/>
                </a:lnTo>
                <a:lnTo>
                  <a:pt x="8" y="243"/>
                </a:lnTo>
                <a:lnTo>
                  <a:pt x="7" y="243"/>
                </a:lnTo>
                <a:lnTo>
                  <a:pt x="7" y="242"/>
                </a:lnTo>
                <a:lnTo>
                  <a:pt x="7" y="240"/>
                </a:lnTo>
                <a:lnTo>
                  <a:pt x="7" y="239"/>
                </a:lnTo>
                <a:lnTo>
                  <a:pt x="8" y="239"/>
                </a:lnTo>
                <a:lnTo>
                  <a:pt x="8" y="240"/>
                </a:lnTo>
                <a:lnTo>
                  <a:pt x="9" y="240"/>
                </a:lnTo>
                <a:lnTo>
                  <a:pt x="9" y="239"/>
                </a:lnTo>
                <a:lnTo>
                  <a:pt x="8" y="239"/>
                </a:lnTo>
                <a:lnTo>
                  <a:pt x="8" y="238"/>
                </a:lnTo>
                <a:lnTo>
                  <a:pt x="9" y="237"/>
                </a:lnTo>
                <a:lnTo>
                  <a:pt x="9" y="236"/>
                </a:lnTo>
                <a:lnTo>
                  <a:pt x="10" y="236"/>
                </a:lnTo>
                <a:lnTo>
                  <a:pt x="10" y="235"/>
                </a:lnTo>
                <a:lnTo>
                  <a:pt x="10" y="234"/>
                </a:lnTo>
                <a:lnTo>
                  <a:pt x="9" y="234"/>
                </a:lnTo>
                <a:lnTo>
                  <a:pt x="9" y="233"/>
                </a:lnTo>
                <a:lnTo>
                  <a:pt x="10" y="233"/>
                </a:lnTo>
                <a:lnTo>
                  <a:pt x="10" y="232"/>
                </a:lnTo>
                <a:lnTo>
                  <a:pt x="10" y="231"/>
                </a:lnTo>
                <a:lnTo>
                  <a:pt x="11" y="231"/>
                </a:lnTo>
                <a:lnTo>
                  <a:pt x="11" y="230"/>
                </a:lnTo>
                <a:lnTo>
                  <a:pt x="11" y="231"/>
                </a:lnTo>
                <a:lnTo>
                  <a:pt x="10" y="232"/>
                </a:lnTo>
                <a:lnTo>
                  <a:pt x="11" y="232"/>
                </a:lnTo>
                <a:lnTo>
                  <a:pt x="11" y="231"/>
                </a:lnTo>
                <a:lnTo>
                  <a:pt x="12" y="231"/>
                </a:lnTo>
                <a:lnTo>
                  <a:pt x="12" y="232"/>
                </a:lnTo>
                <a:lnTo>
                  <a:pt x="13" y="232"/>
                </a:lnTo>
                <a:lnTo>
                  <a:pt x="13" y="231"/>
                </a:lnTo>
                <a:lnTo>
                  <a:pt x="13" y="230"/>
                </a:lnTo>
                <a:lnTo>
                  <a:pt x="12" y="230"/>
                </a:lnTo>
                <a:lnTo>
                  <a:pt x="11" y="230"/>
                </a:lnTo>
                <a:lnTo>
                  <a:pt x="11" y="229"/>
                </a:lnTo>
                <a:lnTo>
                  <a:pt x="10" y="229"/>
                </a:lnTo>
                <a:lnTo>
                  <a:pt x="13" y="229"/>
                </a:lnTo>
                <a:lnTo>
                  <a:pt x="14" y="228"/>
                </a:lnTo>
                <a:lnTo>
                  <a:pt x="14" y="227"/>
                </a:lnTo>
                <a:lnTo>
                  <a:pt x="14" y="226"/>
                </a:lnTo>
                <a:lnTo>
                  <a:pt x="13" y="226"/>
                </a:lnTo>
                <a:lnTo>
                  <a:pt x="13" y="227"/>
                </a:lnTo>
                <a:lnTo>
                  <a:pt x="12" y="226"/>
                </a:lnTo>
                <a:lnTo>
                  <a:pt x="12" y="225"/>
                </a:lnTo>
                <a:lnTo>
                  <a:pt x="12" y="224"/>
                </a:lnTo>
                <a:lnTo>
                  <a:pt x="13" y="224"/>
                </a:lnTo>
                <a:lnTo>
                  <a:pt x="12" y="224"/>
                </a:lnTo>
                <a:lnTo>
                  <a:pt x="12" y="223"/>
                </a:lnTo>
                <a:lnTo>
                  <a:pt x="12" y="222"/>
                </a:lnTo>
                <a:lnTo>
                  <a:pt x="13" y="222"/>
                </a:lnTo>
                <a:lnTo>
                  <a:pt x="13" y="221"/>
                </a:lnTo>
                <a:lnTo>
                  <a:pt x="12" y="221"/>
                </a:lnTo>
                <a:lnTo>
                  <a:pt x="11" y="221"/>
                </a:lnTo>
                <a:lnTo>
                  <a:pt x="11" y="220"/>
                </a:lnTo>
                <a:lnTo>
                  <a:pt x="12" y="220"/>
                </a:lnTo>
                <a:lnTo>
                  <a:pt x="12" y="219"/>
                </a:lnTo>
                <a:lnTo>
                  <a:pt x="12" y="218"/>
                </a:lnTo>
                <a:lnTo>
                  <a:pt x="13" y="217"/>
                </a:lnTo>
                <a:lnTo>
                  <a:pt x="13" y="216"/>
                </a:lnTo>
                <a:lnTo>
                  <a:pt x="11" y="216"/>
                </a:lnTo>
                <a:lnTo>
                  <a:pt x="10" y="216"/>
                </a:lnTo>
                <a:lnTo>
                  <a:pt x="9" y="216"/>
                </a:lnTo>
                <a:lnTo>
                  <a:pt x="9" y="213"/>
                </a:lnTo>
                <a:lnTo>
                  <a:pt x="10" y="213"/>
                </a:lnTo>
                <a:lnTo>
                  <a:pt x="12" y="213"/>
                </a:lnTo>
                <a:lnTo>
                  <a:pt x="13" y="213"/>
                </a:lnTo>
                <a:lnTo>
                  <a:pt x="13" y="212"/>
                </a:lnTo>
                <a:lnTo>
                  <a:pt x="13" y="211"/>
                </a:lnTo>
                <a:lnTo>
                  <a:pt x="12" y="211"/>
                </a:lnTo>
                <a:lnTo>
                  <a:pt x="12" y="210"/>
                </a:lnTo>
                <a:lnTo>
                  <a:pt x="11" y="210"/>
                </a:lnTo>
                <a:lnTo>
                  <a:pt x="11" y="209"/>
                </a:lnTo>
                <a:lnTo>
                  <a:pt x="11" y="208"/>
                </a:lnTo>
                <a:lnTo>
                  <a:pt x="12" y="207"/>
                </a:lnTo>
                <a:lnTo>
                  <a:pt x="12" y="206"/>
                </a:lnTo>
                <a:lnTo>
                  <a:pt x="12" y="204"/>
                </a:lnTo>
                <a:lnTo>
                  <a:pt x="12" y="203"/>
                </a:lnTo>
                <a:lnTo>
                  <a:pt x="12" y="202"/>
                </a:lnTo>
                <a:lnTo>
                  <a:pt x="11" y="201"/>
                </a:lnTo>
                <a:lnTo>
                  <a:pt x="12" y="200"/>
                </a:lnTo>
                <a:lnTo>
                  <a:pt x="12" y="199"/>
                </a:lnTo>
                <a:lnTo>
                  <a:pt x="12" y="198"/>
                </a:lnTo>
                <a:lnTo>
                  <a:pt x="12" y="197"/>
                </a:lnTo>
                <a:lnTo>
                  <a:pt x="12" y="196"/>
                </a:lnTo>
                <a:lnTo>
                  <a:pt x="13" y="196"/>
                </a:lnTo>
                <a:lnTo>
                  <a:pt x="13" y="195"/>
                </a:lnTo>
                <a:lnTo>
                  <a:pt x="13" y="194"/>
                </a:lnTo>
                <a:lnTo>
                  <a:pt x="14" y="193"/>
                </a:lnTo>
                <a:lnTo>
                  <a:pt x="14" y="192"/>
                </a:lnTo>
                <a:lnTo>
                  <a:pt x="15" y="192"/>
                </a:lnTo>
                <a:lnTo>
                  <a:pt x="15" y="191"/>
                </a:lnTo>
                <a:lnTo>
                  <a:pt x="16" y="191"/>
                </a:lnTo>
                <a:lnTo>
                  <a:pt x="15" y="191"/>
                </a:lnTo>
                <a:lnTo>
                  <a:pt x="14" y="190"/>
                </a:lnTo>
                <a:lnTo>
                  <a:pt x="15" y="189"/>
                </a:lnTo>
                <a:lnTo>
                  <a:pt x="15" y="188"/>
                </a:lnTo>
                <a:lnTo>
                  <a:pt x="15" y="187"/>
                </a:lnTo>
                <a:lnTo>
                  <a:pt x="15" y="186"/>
                </a:lnTo>
                <a:lnTo>
                  <a:pt x="16" y="185"/>
                </a:lnTo>
                <a:lnTo>
                  <a:pt x="16" y="184"/>
                </a:lnTo>
                <a:lnTo>
                  <a:pt x="18" y="184"/>
                </a:lnTo>
                <a:lnTo>
                  <a:pt x="18" y="183"/>
                </a:lnTo>
                <a:lnTo>
                  <a:pt x="19" y="181"/>
                </a:lnTo>
                <a:lnTo>
                  <a:pt x="19" y="180"/>
                </a:lnTo>
                <a:lnTo>
                  <a:pt x="20" y="180"/>
                </a:lnTo>
                <a:lnTo>
                  <a:pt x="19" y="180"/>
                </a:lnTo>
                <a:lnTo>
                  <a:pt x="18" y="181"/>
                </a:lnTo>
                <a:lnTo>
                  <a:pt x="18" y="182"/>
                </a:lnTo>
                <a:lnTo>
                  <a:pt x="17" y="183"/>
                </a:lnTo>
                <a:lnTo>
                  <a:pt x="17" y="184"/>
                </a:lnTo>
                <a:lnTo>
                  <a:pt x="16" y="184"/>
                </a:lnTo>
                <a:lnTo>
                  <a:pt x="15" y="184"/>
                </a:lnTo>
                <a:lnTo>
                  <a:pt x="14" y="184"/>
                </a:lnTo>
                <a:lnTo>
                  <a:pt x="14" y="183"/>
                </a:lnTo>
                <a:lnTo>
                  <a:pt x="15" y="182"/>
                </a:lnTo>
                <a:lnTo>
                  <a:pt x="15" y="181"/>
                </a:lnTo>
                <a:lnTo>
                  <a:pt x="16" y="180"/>
                </a:lnTo>
                <a:lnTo>
                  <a:pt x="16" y="179"/>
                </a:lnTo>
                <a:lnTo>
                  <a:pt x="15" y="179"/>
                </a:lnTo>
                <a:lnTo>
                  <a:pt x="16" y="179"/>
                </a:lnTo>
                <a:lnTo>
                  <a:pt x="16" y="178"/>
                </a:lnTo>
                <a:lnTo>
                  <a:pt x="17" y="178"/>
                </a:lnTo>
                <a:lnTo>
                  <a:pt x="17" y="177"/>
                </a:lnTo>
                <a:lnTo>
                  <a:pt x="18" y="177"/>
                </a:lnTo>
                <a:lnTo>
                  <a:pt x="19" y="177"/>
                </a:lnTo>
                <a:lnTo>
                  <a:pt x="20" y="177"/>
                </a:lnTo>
                <a:lnTo>
                  <a:pt x="20" y="176"/>
                </a:lnTo>
                <a:lnTo>
                  <a:pt x="20" y="175"/>
                </a:lnTo>
                <a:lnTo>
                  <a:pt x="21" y="175"/>
                </a:lnTo>
                <a:lnTo>
                  <a:pt x="22" y="176"/>
                </a:lnTo>
                <a:lnTo>
                  <a:pt x="23" y="176"/>
                </a:lnTo>
                <a:lnTo>
                  <a:pt x="23" y="175"/>
                </a:lnTo>
                <a:lnTo>
                  <a:pt x="24" y="175"/>
                </a:lnTo>
                <a:lnTo>
                  <a:pt x="25" y="174"/>
                </a:lnTo>
                <a:lnTo>
                  <a:pt x="24" y="174"/>
                </a:lnTo>
                <a:lnTo>
                  <a:pt x="23" y="173"/>
                </a:lnTo>
                <a:lnTo>
                  <a:pt x="23" y="172"/>
                </a:lnTo>
                <a:lnTo>
                  <a:pt x="24" y="172"/>
                </a:lnTo>
                <a:lnTo>
                  <a:pt x="24" y="171"/>
                </a:lnTo>
                <a:lnTo>
                  <a:pt x="25" y="171"/>
                </a:lnTo>
                <a:lnTo>
                  <a:pt x="26" y="171"/>
                </a:lnTo>
                <a:lnTo>
                  <a:pt x="27" y="170"/>
                </a:lnTo>
                <a:lnTo>
                  <a:pt x="27" y="169"/>
                </a:lnTo>
                <a:lnTo>
                  <a:pt x="28" y="169"/>
                </a:lnTo>
                <a:lnTo>
                  <a:pt x="28" y="168"/>
                </a:lnTo>
                <a:lnTo>
                  <a:pt x="28" y="167"/>
                </a:lnTo>
                <a:lnTo>
                  <a:pt x="29" y="166"/>
                </a:lnTo>
                <a:lnTo>
                  <a:pt x="29" y="165"/>
                </a:lnTo>
                <a:lnTo>
                  <a:pt x="29" y="164"/>
                </a:lnTo>
                <a:lnTo>
                  <a:pt x="30" y="164"/>
                </a:lnTo>
                <a:lnTo>
                  <a:pt x="30" y="163"/>
                </a:lnTo>
                <a:lnTo>
                  <a:pt x="29" y="163"/>
                </a:lnTo>
                <a:lnTo>
                  <a:pt x="29" y="162"/>
                </a:lnTo>
                <a:lnTo>
                  <a:pt x="30" y="159"/>
                </a:lnTo>
                <a:lnTo>
                  <a:pt x="31" y="159"/>
                </a:lnTo>
                <a:lnTo>
                  <a:pt x="31" y="158"/>
                </a:lnTo>
                <a:lnTo>
                  <a:pt x="31" y="157"/>
                </a:lnTo>
                <a:lnTo>
                  <a:pt x="32" y="156"/>
                </a:lnTo>
                <a:lnTo>
                  <a:pt x="33" y="156"/>
                </a:lnTo>
                <a:lnTo>
                  <a:pt x="33" y="155"/>
                </a:lnTo>
                <a:lnTo>
                  <a:pt x="34" y="155"/>
                </a:lnTo>
                <a:lnTo>
                  <a:pt x="34" y="154"/>
                </a:lnTo>
                <a:lnTo>
                  <a:pt x="34" y="153"/>
                </a:lnTo>
                <a:lnTo>
                  <a:pt x="35" y="152"/>
                </a:lnTo>
                <a:lnTo>
                  <a:pt x="35" y="151"/>
                </a:lnTo>
                <a:lnTo>
                  <a:pt x="36" y="151"/>
                </a:lnTo>
                <a:lnTo>
                  <a:pt x="36" y="150"/>
                </a:lnTo>
                <a:lnTo>
                  <a:pt x="37" y="150"/>
                </a:lnTo>
                <a:lnTo>
                  <a:pt x="38" y="150"/>
                </a:lnTo>
                <a:lnTo>
                  <a:pt x="38" y="149"/>
                </a:lnTo>
                <a:lnTo>
                  <a:pt x="39" y="149"/>
                </a:lnTo>
                <a:lnTo>
                  <a:pt x="40" y="149"/>
                </a:lnTo>
                <a:lnTo>
                  <a:pt x="39" y="148"/>
                </a:lnTo>
                <a:lnTo>
                  <a:pt x="40" y="148"/>
                </a:lnTo>
                <a:lnTo>
                  <a:pt x="40" y="147"/>
                </a:lnTo>
                <a:lnTo>
                  <a:pt x="40" y="146"/>
                </a:lnTo>
                <a:lnTo>
                  <a:pt x="41" y="146"/>
                </a:lnTo>
                <a:lnTo>
                  <a:pt x="41" y="145"/>
                </a:lnTo>
                <a:lnTo>
                  <a:pt x="42" y="145"/>
                </a:lnTo>
                <a:lnTo>
                  <a:pt x="42" y="144"/>
                </a:lnTo>
                <a:lnTo>
                  <a:pt x="42" y="143"/>
                </a:lnTo>
                <a:lnTo>
                  <a:pt x="42" y="142"/>
                </a:lnTo>
                <a:lnTo>
                  <a:pt x="43" y="141"/>
                </a:lnTo>
                <a:lnTo>
                  <a:pt x="43" y="140"/>
                </a:lnTo>
                <a:lnTo>
                  <a:pt x="41" y="140"/>
                </a:lnTo>
                <a:lnTo>
                  <a:pt x="41" y="141"/>
                </a:lnTo>
                <a:lnTo>
                  <a:pt x="40" y="143"/>
                </a:lnTo>
                <a:lnTo>
                  <a:pt x="39" y="143"/>
                </a:lnTo>
                <a:lnTo>
                  <a:pt x="39" y="144"/>
                </a:lnTo>
                <a:lnTo>
                  <a:pt x="38" y="144"/>
                </a:lnTo>
                <a:lnTo>
                  <a:pt x="37" y="144"/>
                </a:lnTo>
                <a:lnTo>
                  <a:pt x="39" y="140"/>
                </a:lnTo>
                <a:lnTo>
                  <a:pt x="40" y="140"/>
                </a:lnTo>
                <a:lnTo>
                  <a:pt x="41" y="140"/>
                </a:lnTo>
                <a:lnTo>
                  <a:pt x="41" y="139"/>
                </a:lnTo>
                <a:lnTo>
                  <a:pt x="41" y="138"/>
                </a:lnTo>
                <a:lnTo>
                  <a:pt x="41" y="137"/>
                </a:lnTo>
                <a:lnTo>
                  <a:pt x="42" y="137"/>
                </a:lnTo>
                <a:lnTo>
                  <a:pt x="42" y="136"/>
                </a:lnTo>
                <a:lnTo>
                  <a:pt x="45" y="136"/>
                </a:lnTo>
                <a:lnTo>
                  <a:pt x="46" y="136"/>
                </a:lnTo>
                <a:lnTo>
                  <a:pt x="46" y="135"/>
                </a:lnTo>
                <a:lnTo>
                  <a:pt x="45" y="135"/>
                </a:lnTo>
                <a:lnTo>
                  <a:pt x="46" y="135"/>
                </a:lnTo>
                <a:lnTo>
                  <a:pt x="46" y="134"/>
                </a:lnTo>
                <a:lnTo>
                  <a:pt x="47" y="133"/>
                </a:lnTo>
                <a:lnTo>
                  <a:pt x="47" y="132"/>
                </a:lnTo>
                <a:lnTo>
                  <a:pt x="48" y="132"/>
                </a:lnTo>
                <a:lnTo>
                  <a:pt x="48" y="131"/>
                </a:lnTo>
                <a:lnTo>
                  <a:pt x="47" y="131"/>
                </a:lnTo>
                <a:lnTo>
                  <a:pt x="47" y="130"/>
                </a:lnTo>
                <a:lnTo>
                  <a:pt x="46" y="130"/>
                </a:lnTo>
                <a:lnTo>
                  <a:pt x="46" y="129"/>
                </a:lnTo>
                <a:lnTo>
                  <a:pt x="46" y="128"/>
                </a:lnTo>
                <a:lnTo>
                  <a:pt x="47" y="128"/>
                </a:lnTo>
                <a:lnTo>
                  <a:pt x="47" y="127"/>
                </a:lnTo>
                <a:lnTo>
                  <a:pt x="48" y="125"/>
                </a:lnTo>
                <a:lnTo>
                  <a:pt x="48" y="124"/>
                </a:lnTo>
                <a:lnTo>
                  <a:pt x="49" y="123"/>
                </a:lnTo>
                <a:lnTo>
                  <a:pt x="50" y="122"/>
                </a:lnTo>
                <a:lnTo>
                  <a:pt x="50" y="121"/>
                </a:lnTo>
                <a:lnTo>
                  <a:pt x="50" y="122"/>
                </a:lnTo>
                <a:lnTo>
                  <a:pt x="50" y="123"/>
                </a:lnTo>
                <a:lnTo>
                  <a:pt x="50" y="124"/>
                </a:lnTo>
                <a:lnTo>
                  <a:pt x="50" y="125"/>
                </a:lnTo>
                <a:lnTo>
                  <a:pt x="49" y="125"/>
                </a:lnTo>
                <a:lnTo>
                  <a:pt x="49" y="126"/>
                </a:lnTo>
                <a:lnTo>
                  <a:pt x="49" y="125"/>
                </a:lnTo>
                <a:lnTo>
                  <a:pt x="48" y="125"/>
                </a:lnTo>
                <a:lnTo>
                  <a:pt x="48" y="126"/>
                </a:lnTo>
                <a:lnTo>
                  <a:pt x="48" y="127"/>
                </a:lnTo>
                <a:lnTo>
                  <a:pt x="47" y="129"/>
                </a:lnTo>
                <a:lnTo>
                  <a:pt x="48" y="129"/>
                </a:lnTo>
                <a:lnTo>
                  <a:pt x="48" y="128"/>
                </a:lnTo>
                <a:lnTo>
                  <a:pt x="48" y="127"/>
                </a:lnTo>
                <a:lnTo>
                  <a:pt x="49" y="127"/>
                </a:lnTo>
                <a:lnTo>
                  <a:pt x="49" y="128"/>
                </a:lnTo>
                <a:lnTo>
                  <a:pt x="50" y="128"/>
                </a:lnTo>
                <a:lnTo>
                  <a:pt x="50" y="127"/>
                </a:lnTo>
                <a:lnTo>
                  <a:pt x="49" y="127"/>
                </a:lnTo>
                <a:lnTo>
                  <a:pt x="49" y="126"/>
                </a:lnTo>
                <a:lnTo>
                  <a:pt x="50" y="125"/>
                </a:lnTo>
                <a:lnTo>
                  <a:pt x="51" y="122"/>
                </a:lnTo>
                <a:lnTo>
                  <a:pt x="52" y="123"/>
                </a:lnTo>
                <a:lnTo>
                  <a:pt x="51" y="124"/>
                </a:lnTo>
                <a:lnTo>
                  <a:pt x="52" y="124"/>
                </a:lnTo>
                <a:lnTo>
                  <a:pt x="52" y="123"/>
                </a:lnTo>
                <a:lnTo>
                  <a:pt x="52" y="122"/>
                </a:lnTo>
                <a:lnTo>
                  <a:pt x="52" y="121"/>
                </a:lnTo>
                <a:lnTo>
                  <a:pt x="53" y="121"/>
                </a:lnTo>
                <a:lnTo>
                  <a:pt x="52" y="121"/>
                </a:lnTo>
                <a:lnTo>
                  <a:pt x="51" y="121"/>
                </a:lnTo>
                <a:lnTo>
                  <a:pt x="51" y="120"/>
                </a:lnTo>
                <a:lnTo>
                  <a:pt x="52" y="119"/>
                </a:lnTo>
                <a:lnTo>
                  <a:pt x="52" y="118"/>
                </a:lnTo>
                <a:lnTo>
                  <a:pt x="53" y="118"/>
                </a:lnTo>
                <a:lnTo>
                  <a:pt x="53" y="119"/>
                </a:lnTo>
                <a:lnTo>
                  <a:pt x="54" y="119"/>
                </a:lnTo>
                <a:lnTo>
                  <a:pt x="55" y="118"/>
                </a:lnTo>
                <a:lnTo>
                  <a:pt x="55" y="117"/>
                </a:lnTo>
                <a:lnTo>
                  <a:pt x="55" y="116"/>
                </a:lnTo>
                <a:lnTo>
                  <a:pt x="55" y="115"/>
                </a:lnTo>
                <a:lnTo>
                  <a:pt x="56" y="114"/>
                </a:lnTo>
                <a:lnTo>
                  <a:pt x="56" y="113"/>
                </a:lnTo>
                <a:lnTo>
                  <a:pt x="57" y="112"/>
                </a:lnTo>
                <a:lnTo>
                  <a:pt x="58" y="112"/>
                </a:lnTo>
                <a:lnTo>
                  <a:pt x="58" y="111"/>
                </a:lnTo>
                <a:lnTo>
                  <a:pt x="58" y="110"/>
                </a:lnTo>
                <a:lnTo>
                  <a:pt x="58" y="109"/>
                </a:lnTo>
                <a:lnTo>
                  <a:pt x="59" y="109"/>
                </a:lnTo>
                <a:lnTo>
                  <a:pt x="59" y="108"/>
                </a:lnTo>
                <a:lnTo>
                  <a:pt x="60" y="107"/>
                </a:lnTo>
                <a:lnTo>
                  <a:pt x="60" y="105"/>
                </a:lnTo>
                <a:lnTo>
                  <a:pt x="61" y="105"/>
                </a:lnTo>
                <a:lnTo>
                  <a:pt x="62" y="103"/>
                </a:lnTo>
                <a:lnTo>
                  <a:pt x="62" y="102"/>
                </a:lnTo>
                <a:lnTo>
                  <a:pt x="63" y="102"/>
                </a:lnTo>
                <a:lnTo>
                  <a:pt x="65" y="101"/>
                </a:lnTo>
                <a:lnTo>
                  <a:pt x="65" y="100"/>
                </a:lnTo>
                <a:lnTo>
                  <a:pt x="67" y="97"/>
                </a:lnTo>
                <a:lnTo>
                  <a:pt x="67" y="96"/>
                </a:lnTo>
                <a:lnTo>
                  <a:pt x="68" y="95"/>
                </a:lnTo>
                <a:lnTo>
                  <a:pt x="69" y="93"/>
                </a:lnTo>
                <a:lnTo>
                  <a:pt x="69" y="92"/>
                </a:lnTo>
                <a:lnTo>
                  <a:pt x="70" y="90"/>
                </a:lnTo>
                <a:lnTo>
                  <a:pt x="70" y="89"/>
                </a:lnTo>
                <a:lnTo>
                  <a:pt x="71" y="88"/>
                </a:lnTo>
                <a:lnTo>
                  <a:pt x="71" y="87"/>
                </a:lnTo>
                <a:lnTo>
                  <a:pt x="72" y="85"/>
                </a:lnTo>
                <a:lnTo>
                  <a:pt x="72" y="84"/>
                </a:lnTo>
                <a:lnTo>
                  <a:pt x="73" y="83"/>
                </a:lnTo>
                <a:lnTo>
                  <a:pt x="74" y="82"/>
                </a:lnTo>
                <a:lnTo>
                  <a:pt x="76" y="82"/>
                </a:lnTo>
                <a:lnTo>
                  <a:pt x="77" y="82"/>
                </a:lnTo>
                <a:lnTo>
                  <a:pt x="77" y="83"/>
                </a:lnTo>
                <a:lnTo>
                  <a:pt x="78" y="83"/>
                </a:lnTo>
                <a:lnTo>
                  <a:pt x="78" y="82"/>
                </a:lnTo>
                <a:lnTo>
                  <a:pt x="77" y="82"/>
                </a:lnTo>
                <a:lnTo>
                  <a:pt x="77" y="81"/>
                </a:lnTo>
                <a:lnTo>
                  <a:pt x="76" y="81"/>
                </a:lnTo>
                <a:lnTo>
                  <a:pt x="77" y="80"/>
                </a:lnTo>
                <a:lnTo>
                  <a:pt x="77" y="79"/>
                </a:lnTo>
                <a:lnTo>
                  <a:pt x="77" y="78"/>
                </a:lnTo>
                <a:lnTo>
                  <a:pt x="78" y="77"/>
                </a:lnTo>
                <a:lnTo>
                  <a:pt x="79" y="77"/>
                </a:lnTo>
                <a:lnTo>
                  <a:pt x="79" y="76"/>
                </a:lnTo>
                <a:lnTo>
                  <a:pt x="80" y="76"/>
                </a:lnTo>
                <a:lnTo>
                  <a:pt x="81" y="76"/>
                </a:lnTo>
                <a:lnTo>
                  <a:pt x="82" y="76"/>
                </a:lnTo>
                <a:lnTo>
                  <a:pt x="82" y="75"/>
                </a:lnTo>
                <a:lnTo>
                  <a:pt x="83" y="75"/>
                </a:lnTo>
                <a:lnTo>
                  <a:pt x="84" y="75"/>
                </a:lnTo>
                <a:lnTo>
                  <a:pt x="84" y="74"/>
                </a:lnTo>
                <a:lnTo>
                  <a:pt x="85" y="73"/>
                </a:lnTo>
                <a:lnTo>
                  <a:pt x="86" y="73"/>
                </a:lnTo>
                <a:lnTo>
                  <a:pt x="87" y="72"/>
                </a:lnTo>
                <a:lnTo>
                  <a:pt x="87" y="71"/>
                </a:lnTo>
                <a:lnTo>
                  <a:pt x="87" y="70"/>
                </a:lnTo>
                <a:lnTo>
                  <a:pt x="88" y="70"/>
                </a:lnTo>
                <a:lnTo>
                  <a:pt x="88" y="69"/>
                </a:lnTo>
                <a:lnTo>
                  <a:pt x="89" y="68"/>
                </a:lnTo>
                <a:lnTo>
                  <a:pt x="89" y="67"/>
                </a:lnTo>
                <a:lnTo>
                  <a:pt x="90" y="67"/>
                </a:lnTo>
                <a:lnTo>
                  <a:pt x="91" y="66"/>
                </a:lnTo>
                <a:lnTo>
                  <a:pt x="92" y="66"/>
                </a:lnTo>
                <a:lnTo>
                  <a:pt x="92" y="65"/>
                </a:lnTo>
                <a:lnTo>
                  <a:pt x="92" y="64"/>
                </a:lnTo>
                <a:lnTo>
                  <a:pt x="93" y="64"/>
                </a:lnTo>
                <a:lnTo>
                  <a:pt x="93" y="63"/>
                </a:lnTo>
                <a:lnTo>
                  <a:pt x="93" y="62"/>
                </a:lnTo>
                <a:lnTo>
                  <a:pt x="93" y="60"/>
                </a:lnTo>
                <a:lnTo>
                  <a:pt x="92" y="59"/>
                </a:lnTo>
                <a:lnTo>
                  <a:pt x="93" y="59"/>
                </a:lnTo>
                <a:lnTo>
                  <a:pt x="92" y="59"/>
                </a:lnTo>
                <a:lnTo>
                  <a:pt x="92" y="58"/>
                </a:lnTo>
                <a:lnTo>
                  <a:pt x="92" y="56"/>
                </a:lnTo>
                <a:lnTo>
                  <a:pt x="93" y="56"/>
                </a:lnTo>
                <a:lnTo>
                  <a:pt x="93" y="55"/>
                </a:lnTo>
                <a:lnTo>
                  <a:pt x="94" y="55"/>
                </a:lnTo>
                <a:lnTo>
                  <a:pt x="94" y="54"/>
                </a:lnTo>
                <a:lnTo>
                  <a:pt x="95" y="54"/>
                </a:lnTo>
                <a:lnTo>
                  <a:pt x="95" y="55"/>
                </a:lnTo>
                <a:lnTo>
                  <a:pt x="96" y="55"/>
                </a:lnTo>
                <a:lnTo>
                  <a:pt x="96" y="54"/>
                </a:lnTo>
                <a:lnTo>
                  <a:pt x="95" y="53"/>
                </a:lnTo>
                <a:lnTo>
                  <a:pt x="95" y="52"/>
                </a:lnTo>
                <a:lnTo>
                  <a:pt x="96" y="52"/>
                </a:lnTo>
                <a:lnTo>
                  <a:pt x="96" y="51"/>
                </a:lnTo>
                <a:lnTo>
                  <a:pt x="97" y="51"/>
                </a:lnTo>
                <a:lnTo>
                  <a:pt x="97" y="50"/>
                </a:lnTo>
                <a:lnTo>
                  <a:pt x="97" y="49"/>
                </a:lnTo>
                <a:lnTo>
                  <a:pt x="98" y="48"/>
                </a:lnTo>
                <a:lnTo>
                  <a:pt x="98" y="47"/>
                </a:lnTo>
                <a:lnTo>
                  <a:pt x="99" y="46"/>
                </a:lnTo>
                <a:lnTo>
                  <a:pt x="99" y="45"/>
                </a:lnTo>
                <a:lnTo>
                  <a:pt x="100" y="43"/>
                </a:lnTo>
                <a:lnTo>
                  <a:pt x="101" y="43"/>
                </a:lnTo>
                <a:lnTo>
                  <a:pt x="101" y="42"/>
                </a:lnTo>
                <a:lnTo>
                  <a:pt x="102" y="41"/>
                </a:lnTo>
                <a:lnTo>
                  <a:pt x="102" y="40"/>
                </a:lnTo>
                <a:lnTo>
                  <a:pt x="103" y="40"/>
                </a:lnTo>
                <a:lnTo>
                  <a:pt x="103" y="39"/>
                </a:lnTo>
                <a:lnTo>
                  <a:pt x="105" y="39"/>
                </a:lnTo>
                <a:lnTo>
                  <a:pt x="105" y="38"/>
                </a:lnTo>
                <a:lnTo>
                  <a:pt x="103" y="37"/>
                </a:lnTo>
                <a:lnTo>
                  <a:pt x="105" y="36"/>
                </a:lnTo>
                <a:lnTo>
                  <a:pt x="105" y="35"/>
                </a:lnTo>
                <a:lnTo>
                  <a:pt x="106" y="34"/>
                </a:lnTo>
                <a:lnTo>
                  <a:pt x="107" y="34"/>
                </a:lnTo>
                <a:lnTo>
                  <a:pt x="107" y="33"/>
                </a:lnTo>
                <a:lnTo>
                  <a:pt x="108" y="32"/>
                </a:lnTo>
                <a:lnTo>
                  <a:pt x="108" y="31"/>
                </a:lnTo>
                <a:lnTo>
                  <a:pt x="109" y="31"/>
                </a:lnTo>
                <a:lnTo>
                  <a:pt x="110" y="31"/>
                </a:lnTo>
                <a:lnTo>
                  <a:pt x="111" y="30"/>
                </a:lnTo>
                <a:lnTo>
                  <a:pt x="112" y="30"/>
                </a:lnTo>
                <a:lnTo>
                  <a:pt x="112" y="29"/>
                </a:lnTo>
                <a:lnTo>
                  <a:pt x="113" y="28"/>
                </a:lnTo>
                <a:lnTo>
                  <a:pt x="114" y="28"/>
                </a:lnTo>
                <a:lnTo>
                  <a:pt x="115" y="27"/>
                </a:lnTo>
                <a:lnTo>
                  <a:pt x="116" y="27"/>
                </a:lnTo>
                <a:lnTo>
                  <a:pt x="117" y="27"/>
                </a:lnTo>
                <a:lnTo>
                  <a:pt x="118" y="27"/>
                </a:lnTo>
                <a:lnTo>
                  <a:pt x="119" y="27"/>
                </a:lnTo>
                <a:lnTo>
                  <a:pt x="119" y="26"/>
                </a:lnTo>
                <a:lnTo>
                  <a:pt x="120" y="26"/>
                </a:lnTo>
                <a:lnTo>
                  <a:pt x="121" y="26"/>
                </a:lnTo>
                <a:lnTo>
                  <a:pt x="122" y="25"/>
                </a:lnTo>
                <a:lnTo>
                  <a:pt x="123" y="24"/>
                </a:lnTo>
                <a:lnTo>
                  <a:pt x="124" y="24"/>
                </a:lnTo>
                <a:lnTo>
                  <a:pt x="125" y="23"/>
                </a:lnTo>
                <a:lnTo>
                  <a:pt x="126" y="23"/>
                </a:lnTo>
                <a:lnTo>
                  <a:pt x="127" y="23"/>
                </a:lnTo>
                <a:lnTo>
                  <a:pt x="127" y="22"/>
                </a:lnTo>
                <a:lnTo>
                  <a:pt x="128" y="22"/>
                </a:lnTo>
                <a:lnTo>
                  <a:pt x="129" y="22"/>
                </a:lnTo>
                <a:lnTo>
                  <a:pt x="130" y="21"/>
                </a:lnTo>
                <a:lnTo>
                  <a:pt x="131" y="21"/>
                </a:lnTo>
                <a:lnTo>
                  <a:pt x="131" y="22"/>
                </a:lnTo>
                <a:lnTo>
                  <a:pt x="132" y="22"/>
                </a:lnTo>
                <a:lnTo>
                  <a:pt x="133" y="22"/>
                </a:lnTo>
                <a:lnTo>
                  <a:pt x="134" y="22"/>
                </a:lnTo>
                <a:lnTo>
                  <a:pt x="134" y="21"/>
                </a:lnTo>
                <a:lnTo>
                  <a:pt x="135" y="21"/>
                </a:lnTo>
                <a:lnTo>
                  <a:pt x="136" y="21"/>
                </a:lnTo>
                <a:lnTo>
                  <a:pt x="137" y="21"/>
                </a:lnTo>
                <a:lnTo>
                  <a:pt x="138" y="21"/>
                </a:lnTo>
                <a:lnTo>
                  <a:pt x="139" y="20"/>
                </a:lnTo>
                <a:lnTo>
                  <a:pt x="140" y="20"/>
                </a:lnTo>
                <a:lnTo>
                  <a:pt x="141" y="20"/>
                </a:lnTo>
                <a:lnTo>
                  <a:pt x="142" y="20"/>
                </a:lnTo>
                <a:lnTo>
                  <a:pt x="142" y="19"/>
                </a:lnTo>
                <a:lnTo>
                  <a:pt x="144" y="18"/>
                </a:lnTo>
                <a:lnTo>
                  <a:pt x="144" y="17"/>
                </a:lnTo>
                <a:lnTo>
                  <a:pt x="145" y="16"/>
                </a:lnTo>
                <a:lnTo>
                  <a:pt x="145" y="17"/>
                </a:lnTo>
                <a:lnTo>
                  <a:pt x="146" y="16"/>
                </a:lnTo>
                <a:lnTo>
                  <a:pt x="147" y="16"/>
                </a:lnTo>
                <a:lnTo>
                  <a:pt x="148" y="16"/>
                </a:lnTo>
                <a:lnTo>
                  <a:pt x="148" y="17"/>
                </a:lnTo>
                <a:lnTo>
                  <a:pt x="149" y="17"/>
                </a:lnTo>
                <a:lnTo>
                  <a:pt x="149" y="18"/>
                </a:lnTo>
                <a:lnTo>
                  <a:pt x="150" y="18"/>
                </a:lnTo>
                <a:lnTo>
                  <a:pt x="150" y="19"/>
                </a:lnTo>
                <a:lnTo>
                  <a:pt x="150" y="20"/>
                </a:lnTo>
                <a:lnTo>
                  <a:pt x="151" y="21"/>
                </a:lnTo>
                <a:lnTo>
                  <a:pt x="151" y="20"/>
                </a:lnTo>
                <a:lnTo>
                  <a:pt x="151" y="19"/>
                </a:lnTo>
                <a:lnTo>
                  <a:pt x="151" y="18"/>
                </a:lnTo>
                <a:lnTo>
                  <a:pt x="150" y="17"/>
                </a:lnTo>
                <a:lnTo>
                  <a:pt x="150" y="16"/>
                </a:lnTo>
                <a:lnTo>
                  <a:pt x="149" y="16"/>
                </a:lnTo>
                <a:lnTo>
                  <a:pt x="149" y="15"/>
                </a:lnTo>
                <a:lnTo>
                  <a:pt x="148" y="15"/>
                </a:lnTo>
                <a:lnTo>
                  <a:pt x="147" y="14"/>
                </a:lnTo>
                <a:lnTo>
                  <a:pt x="146" y="14"/>
                </a:lnTo>
                <a:lnTo>
                  <a:pt x="146" y="13"/>
                </a:lnTo>
                <a:lnTo>
                  <a:pt x="147" y="13"/>
                </a:lnTo>
                <a:lnTo>
                  <a:pt x="147" y="12"/>
                </a:lnTo>
                <a:lnTo>
                  <a:pt x="148" y="11"/>
                </a:lnTo>
                <a:lnTo>
                  <a:pt x="148" y="10"/>
                </a:lnTo>
                <a:lnTo>
                  <a:pt x="149" y="10"/>
                </a:lnTo>
                <a:lnTo>
                  <a:pt x="149" y="9"/>
                </a:lnTo>
                <a:lnTo>
                  <a:pt x="150" y="8"/>
                </a:lnTo>
                <a:lnTo>
                  <a:pt x="150" y="7"/>
                </a:lnTo>
                <a:lnTo>
                  <a:pt x="150" y="6"/>
                </a:lnTo>
                <a:lnTo>
                  <a:pt x="151" y="6"/>
                </a:lnTo>
                <a:lnTo>
                  <a:pt x="152" y="6"/>
                </a:lnTo>
                <a:lnTo>
                  <a:pt x="153" y="6"/>
                </a:lnTo>
                <a:lnTo>
                  <a:pt x="153" y="5"/>
                </a:lnTo>
                <a:lnTo>
                  <a:pt x="153" y="4"/>
                </a:lnTo>
                <a:lnTo>
                  <a:pt x="154" y="4"/>
                </a:lnTo>
                <a:lnTo>
                  <a:pt x="154" y="3"/>
                </a:lnTo>
                <a:lnTo>
                  <a:pt x="155" y="3"/>
                </a:lnTo>
                <a:lnTo>
                  <a:pt x="156" y="3"/>
                </a:lnTo>
                <a:lnTo>
                  <a:pt x="156" y="2"/>
                </a:lnTo>
                <a:lnTo>
                  <a:pt x="157" y="2"/>
                </a:lnTo>
                <a:lnTo>
                  <a:pt x="156" y="2"/>
                </a:lnTo>
                <a:lnTo>
                  <a:pt x="156" y="1"/>
                </a:lnTo>
                <a:lnTo>
                  <a:pt x="157" y="1"/>
                </a:lnTo>
                <a:lnTo>
                  <a:pt x="157" y="2"/>
                </a:lnTo>
                <a:lnTo>
                  <a:pt x="158" y="2"/>
                </a:lnTo>
                <a:lnTo>
                  <a:pt x="159" y="2"/>
                </a:lnTo>
                <a:lnTo>
                  <a:pt x="159" y="1"/>
                </a:lnTo>
                <a:lnTo>
                  <a:pt x="159" y="0"/>
                </a:lnTo>
                <a:lnTo>
                  <a:pt x="160" y="0"/>
                </a:lnTo>
                <a:lnTo>
                  <a:pt x="160" y="1"/>
                </a:lnTo>
                <a:lnTo>
                  <a:pt x="161" y="1"/>
                </a:lnTo>
                <a:lnTo>
                  <a:pt x="162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7" name=""/>
          <p:cNvSpPr/>
          <p:nvPr/>
        </p:nvSpPr>
        <p:spPr>
          <a:xfrm>
            <a:off x="7048800" y="195264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0" y="5"/>
                </a:move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0" y="5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8" name=""/>
          <p:cNvSpPr/>
          <p:nvPr/>
        </p:nvSpPr>
        <p:spPr>
          <a:xfrm>
            <a:off x="7049520" y="195048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2"/>
                </a:moveTo>
                <a:lnTo>
                  <a:pt x="2" y="3"/>
                </a:lnTo>
                <a:lnTo>
                  <a:pt x="0" y="3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9" name=""/>
          <p:cNvSpPr/>
          <p:nvPr/>
        </p:nvSpPr>
        <p:spPr>
          <a:xfrm>
            <a:off x="7052400" y="194580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0" name=""/>
          <p:cNvSpPr/>
          <p:nvPr/>
        </p:nvSpPr>
        <p:spPr>
          <a:xfrm>
            <a:off x="7057440" y="1935360"/>
            <a:ext cx="2520" cy="1440"/>
          </a:xfrm>
          <a:custGeom>
            <a:avLst/>
            <a:gdLst/>
            <a:ahLst/>
            <a:rect l="0" t="0" r="r" b="b"/>
            <a:pathLst>
              <a:path w="7" h="4">
                <a:moveTo>
                  <a:pt x="0" y="4"/>
                </a:moveTo>
                <a:lnTo>
                  <a:pt x="1" y="0"/>
                </a:lnTo>
                <a:lnTo>
                  <a:pt x="2" y="0"/>
                </a:lnTo>
                <a:lnTo>
                  <a:pt x="7" y="0"/>
                </a:lnTo>
                <a:lnTo>
                  <a:pt x="6" y="1"/>
                </a:lnTo>
                <a:lnTo>
                  <a:pt x="6" y="3"/>
                </a:lnTo>
                <a:lnTo>
                  <a:pt x="5" y="4"/>
                </a:lnTo>
                <a:lnTo>
                  <a:pt x="0" y="4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1" name=""/>
          <p:cNvSpPr/>
          <p:nvPr/>
        </p:nvSpPr>
        <p:spPr>
          <a:xfrm>
            <a:off x="7117200" y="19026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DED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2" name=""/>
          <p:cNvSpPr/>
          <p:nvPr/>
        </p:nvSpPr>
        <p:spPr>
          <a:xfrm>
            <a:off x="7117200" y="190260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3" name=""/>
          <p:cNvSpPr/>
          <p:nvPr/>
        </p:nvSpPr>
        <p:spPr>
          <a:xfrm>
            <a:off x="7110360" y="188892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3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4" name=""/>
          <p:cNvSpPr/>
          <p:nvPr/>
        </p:nvSpPr>
        <p:spPr>
          <a:xfrm>
            <a:off x="7176600" y="18626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4"/>
                </a:move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5" name=""/>
          <p:cNvSpPr/>
          <p:nvPr/>
        </p:nvSpPr>
        <p:spPr>
          <a:xfrm>
            <a:off x="7183440" y="1855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6" name=""/>
          <p:cNvSpPr/>
          <p:nvPr/>
        </p:nvSpPr>
        <p:spPr>
          <a:xfrm>
            <a:off x="6918840" y="1240200"/>
            <a:ext cx="51480" cy="73440"/>
          </a:xfrm>
          <a:custGeom>
            <a:avLst/>
            <a:gdLst/>
            <a:ahLst/>
            <a:rect l="0" t="0" r="r" b="b"/>
            <a:pathLst>
              <a:path w="143" h="204">
                <a:moveTo>
                  <a:pt x="79" y="1"/>
                </a:moveTo>
                <a:lnTo>
                  <a:pt x="80" y="1"/>
                </a:lnTo>
                <a:lnTo>
                  <a:pt x="81" y="2"/>
                </a:lnTo>
                <a:lnTo>
                  <a:pt x="82" y="2"/>
                </a:lnTo>
                <a:lnTo>
                  <a:pt x="83" y="3"/>
                </a:lnTo>
                <a:lnTo>
                  <a:pt x="84" y="3"/>
                </a:lnTo>
                <a:lnTo>
                  <a:pt x="85" y="3"/>
                </a:lnTo>
                <a:lnTo>
                  <a:pt x="87" y="3"/>
                </a:lnTo>
                <a:lnTo>
                  <a:pt x="88" y="3"/>
                </a:lnTo>
                <a:lnTo>
                  <a:pt x="89" y="3"/>
                </a:lnTo>
                <a:lnTo>
                  <a:pt x="91" y="3"/>
                </a:lnTo>
                <a:lnTo>
                  <a:pt x="91" y="4"/>
                </a:lnTo>
                <a:lnTo>
                  <a:pt x="92" y="4"/>
                </a:lnTo>
                <a:lnTo>
                  <a:pt x="92" y="5"/>
                </a:lnTo>
                <a:lnTo>
                  <a:pt x="91" y="5"/>
                </a:lnTo>
                <a:lnTo>
                  <a:pt x="91" y="6"/>
                </a:lnTo>
                <a:lnTo>
                  <a:pt x="92" y="7"/>
                </a:lnTo>
                <a:lnTo>
                  <a:pt x="92" y="8"/>
                </a:lnTo>
                <a:lnTo>
                  <a:pt x="92" y="9"/>
                </a:lnTo>
                <a:lnTo>
                  <a:pt x="93" y="10"/>
                </a:lnTo>
                <a:lnTo>
                  <a:pt x="94" y="10"/>
                </a:lnTo>
                <a:lnTo>
                  <a:pt x="95" y="10"/>
                </a:lnTo>
                <a:lnTo>
                  <a:pt x="95" y="11"/>
                </a:lnTo>
                <a:lnTo>
                  <a:pt x="96" y="11"/>
                </a:lnTo>
                <a:lnTo>
                  <a:pt x="97" y="12"/>
                </a:lnTo>
                <a:lnTo>
                  <a:pt x="98" y="13"/>
                </a:lnTo>
                <a:lnTo>
                  <a:pt x="98" y="14"/>
                </a:lnTo>
                <a:lnTo>
                  <a:pt x="98" y="15"/>
                </a:lnTo>
                <a:lnTo>
                  <a:pt x="99" y="15"/>
                </a:lnTo>
                <a:lnTo>
                  <a:pt x="100" y="15"/>
                </a:lnTo>
                <a:lnTo>
                  <a:pt x="100" y="16"/>
                </a:lnTo>
                <a:lnTo>
                  <a:pt x="100" y="17"/>
                </a:lnTo>
                <a:lnTo>
                  <a:pt x="100" y="18"/>
                </a:lnTo>
                <a:lnTo>
                  <a:pt x="100" y="19"/>
                </a:lnTo>
                <a:lnTo>
                  <a:pt x="99" y="19"/>
                </a:lnTo>
                <a:lnTo>
                  <a:pt x="100" y="19"/>
                </a:lnTo>
                <a:lnTo>
                  <a:pt x="100" y="20"/>
                </a:lnTo>
                <a:lnTo>
                  <a:pt x="101" y="19"/>
                </a:lnTo>
                <a:lnTo>
                  <a:pt x="102" y="19"/>
                </a:lnTo>
                <a:lnTo>
                  <a:pt x="102" y="20"/>
                </a:lnTo>
                <a:lnTo>
                  <a:pt x="102" y="21"/>
                </a:lnTo>
                <a:lnTo>
                  <a:pt x="103" y="21"/>
                </a:lnTo>
                <a:lnTo>
                  <a:pt x="104" y="21"/>
                </a:lnTo>
                <a:lnTo>
                  <a:pt x="104" y="20"/>
                </a:lnTo>
                <a:lnTo>
                  <a:pt x="104" y="19"/>
                </a:lnTo>
                <a:lnTo>
                  <a:pt x="105" y="19"/>
                </a:lnTo>
                <a:lnTo>
                  <a:pt x="106" y="19"/>
                </a:lnTo>
                <a:lnTo>
                  <a:pt x="106" y="20"/>
                </a:lnTo>
                <a:lnTo>
                  <a:pt x="106" y="21"/>
                </a:lnTo>
                <a:lnTo>
                  <a:pt x="109" y="21"/>
                </a:lnTo>
                <a:lnTo>
                  <a:pt x="110" y="21"/>
                </a:lnTo>
                <a:lnTo>
                  <a:pt x="111" y="21"/>
                </a:lnTo>
                <a:lnTo>
                  <a:pt x="111" y="22"/>
                </a:lnTo>
                <a:lnTo>
                  <a:pt x="111" y="23"/>
                </a:lnTo>
                <a:lnTo>
                  <a:pt x="112" y="23"/>
                </a:lnTo>
                <a:lnTo>
                  <a:pt x="113" y="24"/>
                </a:lnTo>
                <a:lnTo>
                  <a:pt x="112" y="25"/>
                </a:lnTo>
                <a:lnTo>
                  <a:pt x="111" y="25"/>
                </a:lnTo>
                <a:lnTo>
                  <a:pt x="110" y="25"/>
                </a:lnTo>
                <a:lnTo>
                  <a:pt x="110" y="26"/>
                </a:lnTo>
                <a:lnTo>
                  <a:pt x="110" y="27"/>
                </a:lnTo>
                <a:lnTo>
                  <a:pt x="110" y="29"/>
                </a:lnTo>
                <a:lnTo>
                  <a:pt x="111" y="29"/>
                </a:lnTo>
                <a:lnTo>
                  <a:pt x="111" y="28"/>
                </a:lnTo>
                <a:lnTo>
                  <a:pt x="112" y="28"/>
                </a:lnTo>
                <a:lnTo>
                  <a:pt x="114" y="28"/>
                </a:lnTo>
                <a:lnTo>
                  <a:pt x="114" y="29"/>
                </a:lnTo>
                <a:lnTo>
                  <a:pt x="115" y="29"/>
                </a:lnTo>
                <a:lnTo>
                  <a:pt x="115" y="30"/>
                </a:lnTo>
                <a:lnTo>
                  <a:pt x="115" y="31"/>
                </a:lnTo>
                <a:lnTo>
                  <a:pt x="115" y="32"/>
                </a:lnTo>
                <a:lnTo>
                  <a:pt x="114" y="32"/>
                </a:lnTo>
                <a:lnTo>
                  <a:pt x="114" y="33"/>
                </a:lnTo>
                <a:lnTo>
                  <a:pt x="114" y="34"/>
                </a:lnTo>
                <a:lnTo>
                  <a:pt x="114" y="35"/>
                </a:lnTo>
                <a:lnTo>
                  <a:pt x="113" y="34"/>
                </a:lnTo>
                <a:lnTo>
                  <a:pt x="112" y="34"/>
                </a:lnTo>
                <a:lnTo>
                  <a:pt x="111" y="34"/>
                </a:lnTo>
                <a:lnTo>
                  <a:pt x="111" y="35"/>
                </a:lnTo>
                <a:lnTo>
                  <a:pt x="110" y="35"/>
                </a:lnTo>
                <a:lnTo>
                  <a:pt x="110" y="34"/>
                </a:lnTo>
                <a:lnTo>
                  <a:pt x="109" y="34"/>
                </a:lnTo>
                <a:lnTo>
                  <a:pt x="108" y="34"/>
                </a:lnTo>
                <a:lnTo>
                  <a:pt x="107" y="33"/>
                </a:lnTo>
                <a:lnTo>
                  <a:pt x="106" y="32"/>
                </a:lnTo>
                <a:lnTo>
                  <a:pt x="105" y="32"/>
                </a:lnTo>
                <a:lnTo>
                  <a:pt x="104" y="32"/>
                </a:lnTo>
                <a:lnTo>
                  <a:pt x="104" y="33"/>
                </a:lnTo>
                <a:lnTo>
                  <a:pt x="103" y="33"/>
                </a:lnTo>
                <a:lnTo>
                  <a:pt x="103" y="34"/>
                </a:lnTo>
                <a:lnTo>
                  <a:pt x="102" y="35"/>
                </a:lnTo>
                <a:lnTo>
                  <a:pt x="101" y="34"/>
                </a:lnTo>
                <a:lnTo>
                  <a:pt x="100" y="34"/>
                </a:lnTo>
                <a:lnTo>
                  <a:pt x="99" y="34"/>
                </a:lnTo>
                <a:lnTo>
                  <a:pt x="98" y="34"/>
                </a:lnTo>
                <a:lnTo>
                  <a:pt x="97" y="34"/>
                </a:lnTo>
                <a:lnTo>
                  <a:pt x="96" y="34"/>
                </a:lnTo>
                <a:lnTo>
                  <a:pt x="96" y="33"/>
                </a:lnTo>
                <a:lnTo>
                  <a:pt x="95" y="33"/>
                </a:lnTo>
                <a:lnTo>
                  <a:pt x="95" y="32"/>
                </a:lnTo>
                <a:lnTo>
                  <a:pt x="95" y="31"/>
                </a:lnTo>
                <a:lnTo>
                  <a:pt x="94" y="31"/>
                </a:lnTo>
                <a:lnTo>
                  <a:pt x="93" y="31"/>
                </a:lnTo>
                <a:lnTo>
                  <a:pt x="92" y="31"/>
                </a:lnTo>
                <a:lnTo>
                  <a:pt x="91" y="31"/>
                </a:lnTo>
                <a:lnTo>
                  <a:pt x="91" y="32"/>
                </a:lnTo>
                <a:lnTo>
                  <a:pt x="91" y="31"/>
                </a:lnTo>
                <a:lnTo>
                  <a:pt x="90" y="31"/>
                </a:lnTo>
                <a:lnTo>
                  <a:pt x="89" y="31"/>
                </a:lnTo>
                <a:lnTo>
                  <a:pt x="88" y="31"/>
                </a:lnTo>
                <a:lnTo>
                  <a:pt x="88" y="32"/>
                </a:lnTo>
                <a:lnTo>
                  <a:pt x="89" y="33"/>
                </a:lnTo>
                <a:lnTo>
                  <a:pt x="89" y="34"/>
                </a:lnTo>
                <a:lnTo>
                  <a:pt x="88" y="34"/>
                </a:lnTo>
                <a:lnTo>
                  <a:pt x="88" y="35"/>
                </a:lnTo>
                <a:lnTo>
                  <a:pt x="88" y="36"/>
                </a:lnTo>
                <a:lnTo>
                  <a:pt x="87" y="36"/>
                </a:lnTo>
                <a:lnTo>
                  <a:pt x="87" y="37"/>
                </a:lnTo>
                <a:lnTo>
                  <a:pt x="86" y="37"/>
                </a:lnTo>
                <a:lnTo>
                  <a:pt x="85" y="37"/>
                </a:lnTo>
                <a:lnTo>
                  <a:pt x="85" y="38"/>
                </a:lnTo>
                <a:lnTo>
                  <a:pt x="86" y="39"/>
                </a:lnTo>
                <a:lnTo>
                  <a:pt x="87" y="39"/>
                </a:lnTo>
                <a:lnTo>
                  <a:pt x="86" y="40"/>
                </a:lnTo>
                <a:lnTo>
                  <a:pt x="85" y="40"/>
                </a:lnTo>
                <a:lnTo>
                  <a:pt x="85" y="41"/>
                </a:lnTo>
                <a:lnTo>
                  <a:pt x="85" y="40"/>
                </a:lnTo>
                <a:lnTo>
                  <a:pt x="85" y="41"/>
                </a:lnTo>
                <a:lnTo>
                  <a:pt x="85" y="42"/>
                </a:lnTo>
                <a:lnTo>
                  <a:pt x="85" y="41"/>
                </a:lnTo>
                <a:lnTo>
                  <a:pt x="85" y="42"/>
                </a:lnTo>
                <a:lnTo>
                  <a:pt x="84" y="42"/>
                </a:lnTo>
                <a:lnTo>
                  <a:pt x="85" y="42"/>
                </a:lnTo>
                <a:lnTo>
                  <a:pt x="85" y="43"/>
                </a:lnTo>
                <a:lnTo>
                  <a:pt x="86" y="43"/>
                </a:lnTo>
                <a:lnTo>
                  <a:pt x="86" y="44"/>
                </a:lnTo>
                <a:lnTo>
                  <a:pt x="86" y="46"/>
                </a:lnTo>
                <a:lnTo>
                  <a:pt x="87" y="46"/>
                </a:lnTo>
                <a:lnTo>
                  <a:pt x="88" y="48"/>
                </a:lnTo>
                <a:lnTo>
                  <a:pt x="89" y="49"/>
                </a:lnTo>
                <a:lnTo>
                  <a:pt x="88" y="50"/>
                </a:lnTo>
                <a:lnTo>
                  <a:pt x="89" y="51"/>
                </a:lnTo>
                <a:lnTo>
                  <a:pt x="89" y="52"/>
                </a:lnTo>
                <a:lnTo>
                  <a:pt x="90" y="53"/>
                </a:lnTo>
                <a:lnTo>
                  <a:pt x="90" y="54"/>
                </a:lnTo>
                <a:lnTo>
                  <a:pt x="90" y="55"/>
                </a:lnTo>
                <a:lnTo>
                  <a:pt x="90" y="56"/>
                </a:lnTo>
                <a:lnTo>
                  <a:pt x="89" y="57"/>
                </a:lnTo>
                <a:lnTo>
                  <a:pt x="89" y="58"/>
                </a:lnTo>
                <a:lnTo>
                  <a:pt x="90" y="58"/>
                </a:lnTo>
                <a:lnTo>
                  <a:pt x="89" y="59"/>
                </a:lnTo>
                <a:lnTo>
                  <a:pt x="88" y="59"/>
                </a:lnTo>
                <a:lnTo>
                  <a:pt x="89" y="59"/>
                </a:lnTo>
                <a:lnTo>
                  <a:pt x="89" y="60"/>
                </a:lnTo>
                <a:lnTo>
                  <a:pt x="89" y="59"/>
                </a:lnTo>
                <a:lnTo>
                  <a:pt x="90" y="59"/>
                </a:lnTo>
                <a:lnTo>
                  <a:pt x="90" y="60"/>
                </a:lnTo>
                <a:lnTo>
                  <a:pt x="91" y="60"/>
                </a:lnTo>
                <a:lnTo>
                  <a:pt x="92" y="60"/>
                </a:lnTo>
                <a:lnTo>
                  <a:pt x="92" y="61"/>
                </a:lnTo>
                <a:lnTo>
                  <a:pt x="93" y="61"/>
                </a:lnTo>
                <a:lnTo>
                  <a:pt x="94" y="61"/>
                </a:lnTo>
                <a:lnTo>
                  <a:pt x="94" y="62"/>
                </a:lnTo>
                <a:lnTo>
                  <a:pt x="93" y="62"/>
                </a:lnTo>
                <a:lnTo>
                  <a:pt x="93" y="63"/>
                </a:lnTo>
                <a:lnTo>
                  <a:pt x="92" y="63"/>
                </a:lnTo>
                <a:lnTo>
                  <a:pt x="92" y="64"/>
                </a:lnTo>
                <a:lnTo>
                  <a:pt x="93" y="64"/>
                </a:lnTo>
                <a:lnTo>
                  <a:pt x="94" y="64"/>
                </a:lnTo>
                <a:lnTo>
                  <a:pt x="94" y="65"/>
                </a:lnTo>
                <a:lnTo>
                  <a:pt x="95" y="66"/>
                </a:lnTo>
                <a:lnTo>
                  <a:pt x="96" y="66"/>
                </a:lnTo>
                <a:lnTo>
                  <a:pt x="97" y="66"/>
                </a:lnTo>
                <a:lnTo>
                  <a:pt x="98" y="66"/>
                </a:lnTo>
                <a:lnTo>
                  <a:pt x="98" y="67"/>
                </a:lnTo>
                <a:lnTo>
                  <a:pt x="99" y="67"/>
                </a:lnTo>
                <a:lnTo>
                  <a:pt x="99" y="66"/>
                </a:lnTo>
                <a:lnTo>
                  <a:pt x="100" y="66"/>
                </a:lnTo>
                <a:lnTo>
                  <a:pt x="100" y="67"/>
                </a:lnTo>
                <a:lnTo>
                  <a:pt x="99" y="67"/>
                </a:lnTo>
                <a:lnTo>
                  <a:pt x="99" y="68"/>
                </a:lnTo>
                <a:lnTo>
                  <a:pt x="100" y="68"/>
                </a:lnTo>
                <a:lnTo>
                  <a:pt x="100" y="69"/>
                </a:lnTo>
                <a:lnTo>
                  <a:pt x="101" y="69"/>
                </a:lnTo>
                <a:lnTo>
                  <a:pt x="101" y="70"/>
                </a:lnTo>
                <a:lnTo>
                  <a:pt x="100" y="70"/>
                </a:lnTo>
                <a:lnTo>
                  <a:pt x="101" y="70"/>
                </a:lnTo>
                <a:lnTo>
                  <a:pt x="101" y="71"/>
                </a:lnTo>
                <a:lnTo>
                  <a:pt x="101" y="70"/>
                </a:lnTo>
                <a:lnTo>
                  <a:pt x="102" y="70"/>
                </a:lnTo>
                <a:lnTo>
                  <a:pt x="102" y="71"/>
                </a:lnTo>
                <a:lnTo>
                  <a:pt x="101" y="72"/>
                </a:lnTo>
                <a:lnTo>
                  <a:pt x="102" y="73"/>
                </a:lnTo>
                <a:lnTo>
                  <a:pt x="101" y="73"/>
                </a:lnTo>
                <a:lnTo>
                  <a:pt x="101" y="74"/>
                </a:lnTo>
                <a:lnTo>
                  <a:pt x="100" y="74"/>
                </a:lnTo>
                <a:lnTo>
                  <a:pt x="100" y="75"/>
                </a:lnTo>
                <a:lnTo>
                  <a:pt x="99" y="75"/>
                </a:lnTo>
                <a:lnTo>
                  <a:pt x="99" y="76"/>
                </a:lnTo>
                <a:lnTo>
                  <a:pt x="99" y="77"/>
                </a:lnTo>
                <a:lnTo>
                  <a:pt x="98" y="77"/>
                </a:lnTo>
                <a:lnTo>
                  <a:pt x="98" y="78"/>
                </a:lnTo>
                <a:lnTo>
                  <a:pt x="97" y="78"/>
                </a:lnTo>
                <a:lnTo>
                  <a:pt x="97" y="79"/>
                </a:lnTo>
                <a:lnTo>
                  <a:pt x="98" y="79"/>
                </a:lnTo>
                <a:lnTo>
                  <a:pt x="98" y="78"/>
                </a:lnTo>
                <a:lnTo>
                  <a:pt x="99" y="78"/>
                </a:lnTo>
                <a:lnTo>
                  <a:pt x="98" y="79"/>
                </a:lnTo>
                <a:lnTo>
                  <a:pt x="99" y="79"/>
                </a:lnTo>
                <a:lnTo>
                  <a:pt x="100" y="79"/>
                </a:lnTo>
                <a:lnTo>
                  <a:pt x="100" y="80"/>
                </a:lnTo>
                <a:lnTo>
                  <a:pt x="100" y="81"/>
                </a:lnTo>
                <a:lnTo>
                  <a:pt x="101" y="81"/>
                </a:lnTo>
                <a:lnTo>
                  <a:pt x="102" y="81"/>
                </a:lnTo>
                <a:lnTo>
                  <a:pt x="102" y="80"/>
                </a:lnTo>
                <a:lnTo>
                  <a:pt x="103" y="80"/>
                </a:lnTo>
                <a:lnTo>
                  <a:pt x="104" y="80"/>
                </a:lnTo>
                <a:lnTo>
                  <a:pt x="104" y="81"/>
                </a:lnTo>
                <a:lnTo>
                  <a:pt x="105" y="81"/>
                </a:lnTo>
                <a:lnTo>
                  <a:pt x="106" y="81"/>
                </a:lnTo>
                <a:lnTo>
                  <a:pt x="106" y="82"/>
                </a:lnTo>
                <a:lnTo>
                  <a:pt x="105" y="83"/>
                </a:lnTo>
                <a:lnTo>
                  <a:pt x="104" y="82"/>
                </a:lnTo>
                <a:lnTo>
                  <a:pt x="104" y="83"/>
                </a:lnTo>
                <a:lnTo>
                  <a:pt x="105" y="84"/>
                </a:lnTo>
                <a:lnTo>
                  <a:pt x="106" y="84"/>
                </a:lnTo>
                <a:lnTo>
                  <a:pt x="105" y="84"/>
                </a:lnTo>
                <a:lnTo>
                  <a:pt x="106" y="84"/>
                </a:lnTo>
                <a:lnTo>
                  <a:pt x="106" y="85"/>
                </a:lnTo>
                <a:lnTo>
                  <a:pt x="106" y="86"/>
                </a:lnTo>
                <a:lnTo>
                  <a:pt x="107" y="87"/>
                </a:lnTo>
                <a:lnTo>
                  <a:pt x="107" y="86"/>
                </a:lnTo>
                <a:lnTo>
                  <a:pt x="108" y="86"/>
                </a:lnTo>
                <a:lnTo>
                  <a:pt x="109" y="86"/>
                </a:lnTo>
                <a:lnTo>
                  <a:pt x="109" y="85"/>
                </a:lnTo>
                <a:lnTo>
                  <a:pt x="110" y="85"/>
                </a:lnTo>
                <a:lnTo>
                  <a:pt x="110" y="84"/>
                </a:lnTo>
                <a:lnTo>
                  <a:pt x="109" y="84"/>
                </a:lnTo>
                <a:lnTo>
                  <a:pt x="109" y="83"/>
                </a:lnTo>
                <a:lnTo>
                  <a:pt x="109" y="82"/>
                </a:lnTo>
                <a:lnTo>
                  <a:pt x="109" y="81"/>
                </a:lnTo>
                <a:lnTo>
                  <a:pt x="110" y="81"/>
                </a:lnTo>
                <a:lnTo>
                  <a:pt x="111" y="81"/>
                </a:lnTo>
                <a:lnTo>
                  <a:pt x="111" y="80"/>
                </a:lnTo>
                <a:lnTo>
                  <a:pt x="110" y="79"/>
                </a:lnTo>
                <a:lnTo>
                  <a:pt x="110" y="80"/>
                </a:lnTo>
                <a:lnTo>
                  <a:pt x="111" y="79"/>
                </a:lnTo>
                <a:lnTo>
                  <a:pt x="112" y="79"/>
                </a:lnTo>
                <a:lnTo>
                  <a:pt x="113" y="79"/>
                </a:lnTo>
                <a:lnTo>
                  <a:pt x="114" y="79"/>
                </a:lnTo>
                <a:lnTo>
                  <a:pt x="115" y="79"/>
                </a:lnTo>
                <a:lnTo>
                  <a:pt x="115" y="78"/>
                </a:lnTo>
                <a:lnTo>
                  <a:pt x="116" y="78"/>
                </a:lnTo>
                <a:lnTo>
                  <a:pt x="117" y="79"/>
                </a:lnTo>
                <a:lnTo>
                  <a:pt x="118" y="79"/>
                </a:lnTo>
                <a:lnTo>
                  <a:pt x="118" y="80"/>
                </a:lnTo>
                <a:lnTo>
                  <a:pt x="119" y="80"/>
                </a:lnTo>
                <a:lnTo>
                  <a:pt x="120" y="80"/>
                </a:lnTo>
                <a:lnTo>
                  <a:pt x="121" y="79"/>
                </a:lnTo>
                <a:lnTo>
                  <a:pt x="121" y="80"/>
                </a:lnTo>
                <a:lnTo>
                  <a:pt x="121" y="79"/>
                </a:lnTo>
                <a:lnTo>
                  <a:pt x="122" y="79"/>
                </a:lnTo>
                <a:lnTo>
                  <a:pt x="123" y="78"/>
                </a:lnTo>
                <a:lnTo>
                  <a:pt x="123" y="79"/>
                </a:lnTo>
                <a:lnTo>
                  <a:pt x="124" y="79"/>
                </a:lnTo>
                <a:lnTo>
                  <a:pt x="124" y="80"/>
                </a:lnTo>
                <a:lnTo>
                  <a:pt x="125" y="80"/>
                </a:lnTo>
                <a:lnTo>
                  <a:pt x="126" y="80"/>
                </a:lnTo>
                <a:lnTo>
                  <a:pt x="127" y="80"/>
                </a:lnTo>
                <a:lnTo>
                  <a:pt x="128" y="80"/>
                </a:lnTo>
                <a:lnTo>
                  <a:pt x="128" y="81"/>
                </a:lnTo>
                <a:lnTo>
                  <a:pt x="129" y="81"/>
                </a:lnTo>
                <a:lnTo>
                  <a:pt x="130" y="81"/>
                </a:lnTo>
                <a:lnTo>
                  <a:pt x="129" y="82"/>
                </a:lnTo>
                <a:lnTo>
                  <a:pt x="129" y="83"/>
                </a:lnTo>
                <a:lnTo>
                  <a:pt x="128" y="84"/>
                </a:lnTo>
                <a:lnTo>
                  <a:pt x="128" y="85"/>
                </a:lnTo>
                <a:lnTo>
                  <a:pt x="127" y="85"/>
                </a:lnTo>
                <a:lnTo>
                  <a:pt x="127" y="86"/>
                </a:lnTo>
                <a:lnTo>
                  <a:pt x="127" y="87"/>
                </a:lnTo>
                <a:lnTo>
                  <a:pt x="127" y="88"/>
                </a:lnTo>
                <a:lnTo>
                  <a:pt x="128" y="88"/>
                </a:lnTo>
                <a:lnTo>
                  <a:pt x="127" y="88"/>
                </a:lnTo>
                <a:lnTo>
                  <a:pt x="127" y="89"/>
                </a:lnTo>
                <a:lnTo>
                  <a:pt x="126" y="89"/>
                </a:lnTo>
                <a:lnTo>
                  <a:pt x="126" y="91"/>
                </a:lnTo>
                <a:lnTo>
                  <a:pt x="126" y="93"/>
                </a:lnTo>
                <a:lnTo>
                  <a:pt x="125" y="93"/>
                </a:lnTo>
                <a:lnTo>
                  <a:pt x="126" y="93"/>
                </a:lnTo>
                <a:lnTo>
                  <a:pt x="126" y="94"/>
                </a:lnTo>
                <a:lnTo>
                  <a:pt x="126" y="95"/>
                </a:lnTo>
                <a:lnTo>
                  <a:pt x="125" y="95"/>
                </a:lnTo>
                <a:lnTo>
                  <a:pt x="124" y="95"/>
                </a:lnTo>
                <a:lnTo>
                  <a:pt x="123" y="97"/>
                </a:lnTo>
                <a:lnTo>
                  <a:pt x="123" y="102"/>
                </a:lnTo>
                <a:lnTo>
                  <a:pt x="121" y="102"/>
                </a:lnTo>
                <a:lnTo>
                  <a:pt x="121" y="103"/>
                </a:lnTo>
                <a:lnTo>
                  <a:pt x="122" y="103"/>
                </a:lnTo>
                <a:lnTo>
                  <a:pt x="122" y="104"/>
                </a:lnTo>
                <a:lnTo>
                  <a:pt x="122" y="105"/>
                </a:lnTo>
                <a:lnTo>
                  <a:pt x="123" y="106"/>
                </a:lnTo>
                <a:lnTo>
                  <a:pt x="122" y="106"/>
                </a:lnTo>
                <a:lnTo>
                  <a:pt x="121" y="105"/>
                </a:lnTo>
                <a:lnTo>
                  <a:pt x="121" y="106"/>
                </a:lnTo>
                <a:lnTo>
                  <a:pt x="120" y="106"/>
                </a:lnTo>
                <a:lnTo>
                  <a:pt x="119" y="106"/>
                </a:lnTo>
                <a:lnTo>
                  <a:pt x="117" y="106"/>
                </a:lnTo>
                <a:lnTo>
                  <a:pt x="116" y="106"/>
                </a:lnTo>
                <a:lnTo>
                  <a:pt x="116" y="107"/>
                </a:lnTo>
                <a:lnTo>
                  <a:pt x="116" y="108"/>
                </a:lnTo>
                <a:lnTo>
                  <a:pt x="116" y="109"/>
                </a:lnTo>
                <a:lnTo>
                  <a:pt x="117" y="109"/>
                </a:lnTo>
                <a:lnTo>
                  <a:pt x="118" y="109"/>
                </a:lnTo>
                <a:lnTo>
                  <a:pt x="118" y="108"/>
                </a:lnTo>
                <a:lnTo>
                  <a:pt x="119" y="108"/>
                </a:lnTo>
                <a:lnTo>
                  <a:pt x="119" y="109"/>
                </a:lnTo>
                <a:lnTo>
                  <a:pt x="120" y="109"/>
                </a:lnTo>
                <a:lnTo>
                  <a:pt x="121" y="108"/>
                </a:lnTo>
                <a:lnTo>
                  <a:pt x="121" y="107"/>
                </a:lnTo>
                <a:lnTo>
                  <a:pt x="122" y="107"/>
                </a:lnTo>
                <a:lnTo>
                  <a:pt x="122" y="108"/>
                </a:lnTo>
                <a:lnTo>
                  <a:pt x="121" y="109"/>
                </a:lnTo>
                <a:lnTo>
                  <a:pt x="121" y="110"/>
                </a:lnTo>
                <a:lnTo>
                  <a:pt x="120" y="110"/>
                </a:lnTo>
                <a:lnTo>
                  <a:pt x="120" y="111"/>
                </a:lnTo>
                <a:lnTo>
                  <a:pt x="121" y="111"/>
                </a:lnTo>
                <a:lnTo>
                  <a:pt x="121" y="112"/>
                </a:lnTo>
                <a:lnTo>
                  <a:pt x="120" y="112"/>
                </a:lnTo>
                <a:lnTo>
                  <a:pt x="121" y="112"/>
                </a:lnTo>
                <a:lnTo>
                  <a:pt x="121" y="111"/>
                </a:lnTo>
                <a:lnTo>
                  <a:pt x="122" y="111"/>
                </a:lnTo>
                <a:lnTo>
                  <a:pt x="122" y="112"/>
                </a:lnTo>
                <a:lnTo>
                  <a:pt x="123" y="112"/>
                </a:lnTo>
                <a:lnTo>
                  <a:pt x="124" y="111"/>
                </a:lnTo>
                <a:lnTo>
                  <a:pt x="125" y="111"/>
                </a:lnTo>
                <a:lnTo>
                  <a:pt x="125" y="112"/>
                </a:lnTo>
                <a:lnTo>
                  <a:pt x="126" y="112"/>
                </a:lnTo>
                <a:lnTo>
                  <a:pt x="126" y="113"/>
                </a:lnTo>
                <a:lnTo>
                  <a:pt x="127" y="113"/>
                </a:lnTo>
                <a:lnTo>
                  <a:pt x="128" y="113"/>
                </a:lnTo>
                <a:lnTo>
                  <a:pt x="130" y="113"/>
                </a:lnTo>
                <a:lnTo>
                  <a:pt x="131" y="113"/>
                </a:lnTo>
                <a:lnTo>
                  <a:pt x="132" y="113"/>
                </a:lnTo>
                <a:lnTo>
                  <a:pt x="133" y="113"/>
                </a:lnTo>
                <a:lnTo>
                  <a:pt x="134" y="113"/>
                </a:lnTo>
                <a:lnTo>
                  <a:pt x="134" y="114"/>
                </a:lnTo>
                <a:lnTo>
                  <a:pt x="134" y="115"/>
                </a:lnTo>
                <a:lnTo>
                  <a:pt x="136" y="116"/>
                </a:lnTo>
                <a:lnTo>
                  <a:pt x="137" y="116"/>
                </a:lnTo>
                <a:lnTo>
                  <a:pt x="138" y="117"/>
                </a:lnTo>
                <a:lnTo>
                  <a:pt x="139" y="117"/>
                </a:lnTo>
                <a:lnTo>
                  <a:pt x="139" y="116"/>
                </a:lnTo>
                <a:lnTo>
                  <a:pt x="140" y="116"/>
                </a:lnTo>
                <a:lnTo>
                  <a:pt x="140" y="117"/>
                </a:lnTo>
                <a:lnTo>
                  <a:pt x="140" y="118"/>
                </a:lnTo>
                <a:lnTo>
                  <a:pt x="140" y="119"/>
                </a:lnTo>
                <a:lnTo>
                  <a:pt x="141" y="120"/>
                </a:lnTo>
                <a:lnTo>
                  <a:pt x="142" y="120"/>
                </a:lnTo>
                <a:lnTo>
                  <a:pt x="143" y="120"/>
                </a:lnTo>
                <a:lnTo>
                  <a:pt x="143" y="123"/>
                </a:lnTo>
                <a:lnTo>
                  <a:pt x="143" y="124"/>
                </a:lnTo>
                <a:lnTo>
                  <a:pt x="140" y="124"/>
                </a:lnTo>
                <a:lnTo>
                  <a:pt x="138" y="124"/>
                </a:lnTo>
                <a:lnTo>
                  <a:pt x="136" y="125"/>
                </a:lnTo>
                <a:lnTo>
                  <a:pt x="135" y="125"/>
                </a:lnTo>
                <a:lnTo>
                  <a:pt x="134" y="125"/>
                </a:lnTo>
                <a:lnTo>
                  <a:pt x="133" y="125"/>
                </a:lnTo>
                <a:lnTo>
                  <a:pt x="131" y="126"/>
                </a:lnTo>
                <a:lnTo>
                  <a:pt x="132" y="127"/>
                </a:lnTo>
                <a:lnTo>
                  <a:pt x="133" y="129"/>
                </a:lnTo>
                <a:lnTo>
                  <a:pt x="132" y="129"/>
                </a:lnTo>
                <a:lnTo>
                  <a:pt x="130" y="130"/>
                </a:lnTo>
                <a:lnTo>
                  <a:pt x="129" y="126"/>
                </a:lnTo>
                <a:lnTo>
                  <a:pt x="128" y="126"/>
                </a:lnTo>
                <a:lnTo>
                  <a:pt x="123" y="128"/>
                </a:lnTo>
                <a:lnTo>
                  <a:pt x="124" y="130"/>
                </a:lnTo>
                <a:lnTo>
                  <a:pt x="125" y="130"/>
                </a:lnTo>
                <a:lnTo>
                  <a:pt x="125" y="131"/>
                </a:lnTo>
                <a:lnTo>
                  <a:pt x="124" y="131"/>
                </a:lnTo>
                <a:lnTo>
                  <a:pt x="124" y="130"/>
                </a:lnTo>
                <a:lnTo>
                  <a:pt x="124" y="129"/>
                </a:lnTo>
                <a:lnTo>
                  <a:pt x="123" y="129"/>
                </a:lnTo>
                <a:lnTo>
                  <a:pt x="123" y="130"/>
                </a:lnTo>
                <a:lnTo>
                  <a:pt x="124" y="130"/>
                </a:lnTo>
                <a:lnTo>
                  <a:pt x="124" y="131"/>
                </a:lnTo>
                <a:lnTo>
                  <a:pt x="123" y="131"/>
                </a:lnTo>
                <a:lnTo>
                  <a:pt x="122" y="129"/>
                </a:lnTo>
                <a:lnTo>
                  <a:pt x="122" y="130"/>
                </a:lnTo>
                <a:lnTo>
                  <a:pt x="122" y="131"/>
                </a:lnTo>
                <a:lnTo>
                  <a:pt x="123" y="132"/>
                </a:lnTo>
                <a:lnTo>
                  <a:pt x="122" y="131"/>
                </a:lnTo>
                <a:lnTo>
                  <a:pt x="121" y="129"/>
                </a:lnTo>
                <a:lnTo>
                  <a:pt x="120" y="130"/>
                </a:lnTo>
                <a:lnTo>
                  <a:pt x="119" y="130"/>
                </a:lnTo>
                <a:lnTo>
                  <a:pt x="119" y="131"/>
                </a:lnTo>
                <a:lnTo>
                  <a:pt x="120" y="131"/>
                </a:lnTo>
                <a:lnTo>
                  <a:pt x="118" y="131"/>
                </a:lnTo>
                <a:lnTo>
                  <a:pt x="118" y="132"/>
                </a:lnTo>
                <a:lnTo>
                  <a:pt x="118" y="133"/>
                </a:lnTo>
                <a:lnTo>
                  <a:pt x="117" y="133"/>
                </a:lnTo>
                <a:lnTo>
                  <a:pt x="116" y="133"/>
                </a:lnTo>
                <a:lnTo>
                  <a:pt x="115" y="134"/>
                </a:lnTo>
                <a:lnTo>
                  <a:pt x="115" y="135"/>
                </a:lnTo>
                <a:lnTo>
                  <a:pt x="116" y="136"/>
                </a:lnTo>
                <a:lnTo>
                  <a:pt x="121" y="139"/>
                </a:lnTo>
                <a:lnTo>
                  <a:pt x="120" y="139"/>
                </a:lnTo>
                <a:lnTo>
                  <a:pt x="118" y="142"/>
                </a:lnTo>
                <a:lnTo>
                  <a:pt x="116" y="142"/>
                </a:lnTo>
                <a:lnTo>
                  <a:pt x="115" y="141"/>
                </a:lnTo>
                <a:lnTo>
                  <a:pt x="112" y="140"/>
                </a:lnTo>
                <a:lnTo>
                  <a:pt x="111" y="140"/>
                </a:lnTo>
                <a:lnTo>
                  <a:pt x="110" y="139"/>
                </a:lnTo>
                <a:lnTo>
                  <a:pt x="109" y="140"/>
                </a:lnTo>
                <a:lnTo>
                  <a:pt x="108" y="140"/>
                </a:lnTo>
                <a:lnTo>
                  <a:pt x="109" y="141"/>
                </a:lnTo>
                <a:lnTo>
                  <a:pt x="110" y="141"/>
                </a:lnTo>
                <a:lnTo>
                  <a:pt x="111" y="142"/>
                </a:lnTo>
                <a:lnTo>
                  <a:pt x="113" y="143"/>
                </a:lnTo>
                <a:lnTo>
                  <a:pt x="114" y="143"/>
                </a:lnTo>
                <a:lnTo>
                  <a:pt x="117" y="144"/>
                </a:lnTo>
                <a:lnTo>
                  <a:pt x="118" y="149"/>
                </a:lnTo>
                <a:lnTo>
                  <a:pt x="119" y="149"/>
                </a:lnTo>
                <a:lnTo>
                  <a:pt x="119" y="150"/>
                </a:lnTo>
                <a:lnTo>
                  <a:pt x="120" y="150"/>
                </a:lnTo>
                <a:lnTo>
                  <a:pt x="120" y="151"/>
                </a:lnTo>
                <a:lnTo>
                  <a:pt x="119" y="152"/>
                </a:lnTo>
                <a:lnTo>
                  <a:pt x="119" y="153"/>
                </a:lnTo>
                <a:lnTo>
                  <a:pt x="119" y="154"/>
                </a:lnTo>
                <a:lnTo>
                  <a:pt x="118" y="154"/>
                </a:lnTo>
                <a:lnTo>
                  <a:pt x="117" y="154"/>
                </a:lnTo>
                <a:lnTo>
                  <a:pt x="116" y="153"/>
                </a:lnTo>
                <a:lnTo>
                  <a:pt x="115" y="152"/>
                </a:lnTo>
                <a:lnTo>
                  <a:pt x="115" y="151"/>
                </a:lnTo>
                <a:lnTo>
                  <a:pt x="115" y="150"/>
                </a:lnTo>
                <a:lnTo>
                  <a:pt x="114" y="145"/>
                </a:lnTo>
                <a:lnTo>
                  <a:pt x="112" y="145"/>
                </a:lnTo>
                <a:lnTo>
                  <a:pt x="112" y="146"/>
                </a:lnTo>
                <a:lnTo>
                  <a:pt x="113" y="148"/>
                </a:lnTo>
                <a:lnTo>
                  <a:pt x="113" y="149"/>
                </a:lnTo>
                <a:lnTo>
                  <a:pt x="113" y="150"/>
                </a:lnTo>
                <a:lnTo>
                  <a:pt x="114" y="151"/>
                </a:lnTo>
                <a:lnTo>
                  <a:pt x="114" y="152"/>
                </a:lnTo>
                <a:lnTo>
                  <a:pt x="115" y="154"/>
                </a:lnTo>
                <a:lnTo>
                  <a:pt x="114" y="154"/>
                </a:lnTo>
                <a:lnTo>
                  <a:pt x="113" y="153"/>
                </a:lnTo>
                <a:lnTo>
                  <a:pt x="112" y="153"/>
                </a:lnTo>
                <a:lnTo>
                  <a:pt x="111" y="153"/>
                </a:lnTo>
                <a:lnTo>
                  <a:pt x="110" y="152"/>
                </a:lnTo>
                <a:lnTo>
                  <a:pt x="110" y="153"/>
                </a:lnTo>
                <a:lnTo>
                  <a:pt x="109" y="152"/>
                </a:lnTo>
                <a:lnTo>
                  <a:pt x="108" y="152"/>
                </a:lnTo>
                <a:lnTo>
                  <a:pt x="107" y="152"/>
                </a:lnTo>
                <a:lnTo>
                  <a:pt x="108" y="152"/>
                </a:lnTo>
                <a:lnTo>
                  <a:pt x="108" y="153"/>
                </a:lnTo>
                <a:lnTo>
                  <a:pt x="110" y="154"/>
                </a:lnTo>
                <a:lnTo>
                  <a:pt x="111" y="154"/>
                </a:lnTo>
                <a:lnTo>
                  <a:pt x="112" y="154"/>
                </a:lnTo>
                <a:lnTo>
                  <a:pt x="113" y="155"/>
                </a:lnTo>
                <a:lnTo>
                  <a:pt x="114" y="155"/>
                </a:lnTo>
                <a:lnTo>
                  <a:pt x="116" y="155"/>
                </a:lnTo>
                <a:lnTo>
                  <a:pt x="117" y="155"/>
                </a:lnTo>
                <a:lnTo>
                  <a:pt x="117" y="156"/>
                </a:lnTo>
                <a:lnTo>
                  <a:pt x="120" y="156"/>
                </a:lnTo>
                <a:lnTo>
                  <a:pt x="121" y="156"/>
                </a:lnTo>
                <a:lnTo>
                  <a:pt x="121" y="157"/>
                </a:lnTo>
                <a:lnTo>
                  <a:pt x="124" y="157"/>
                </a:lnTo>
                <a:lnTo>
                  <a:pt x="124" y="159"/>
                </a:lnTo>
                <a:lnTo>
                  <a:pt x="118" y="158"/>
                </a:lnTo>
                <a:lnTo>
                  <a:pt x="111" y="156"/>
                </a:lnTo>
                <a:lnTo>
                  <a:pt x="111" y="155"/>
                </a:lnTo>
                <a:lnTo>
                  <a:pt x="110" y="155"/>
                </a:lnTo>
                <a:lnTo>
                  <a:pt x="108" y="155"/>
                </a:lnTo>
                <a:lnTo>
                  <a:pt x="108" y="154"/>
                </a:lnTo>
                <a:lnTo>
                  <a:pt x="107" y="154"/>
                </a:lnTo>
                <a:lnTo>
                  <a:pt x="107" y="153"/>
                </a:lnTo>
                <a:lnTo>
                  <a:pt x="106" y="153"/>
                </a:lnTo>
                <a:lnTo>
                  <a:pt x="107" y="153"/>
                </a:lnTo>
                <a:lnTo>
                  <a:pt x="107" y="154"/>
                </a:lnTo>
                <a:lnTo>
                  <a:pt x="108" y="155"/>
                </a:lnTo>
                <a:lnTo>
                  <a:pt x="109" y="156"/>
                </a:lnTo>
                <a:lnTo>
                  <a:pt x="110" y="156"/>
                </a:lnTo>
                <a:lnTo>
                  <a:pt x="112" y="157"/>
                </a:lnTo>
                <a:lnTo>
                  <a:pt x="113" y="157"/>
                </a:lnTo>
                <a:lnTo>
                  <a:pt x="113" y="158"/>
                </a:lnTo>
                <a:lnTo>
                  <a:pt x="112" y="159"/>
                </a:lnTo>
                <a:lnTo>
                  <a:pt x="114" y="160"/>
                </a:lnTo>
                <a:lnTo>
                  <a:pt x="115" y="158"/>
                </a:lnTo>
                <a:lnTo>
                  <a:pt x="118" y="159"/>
                </a:lnTo>
                <a:lnTo>
                  <a:pt x="118" y="161"/>
                </a:lnTo>
                <a:lnTo>
                  <a:pt x="119" y="161"/>
                </a:lnTo>
                <a:lnTo>
                  <a:pt x="120" y="160"/>
                </a:lnTo>
                <a:lnTo>
                  <a:pt x="122" y="161"/>
                </a:lnTo>
                <a:lnTo>
                  <a:pt x="120" y="164"/>
                </a:lnTo>
                <a:lnTo>
                  <a:pt x="120" y="165"/>
                </a:lnTo>
                <a:lnTo>
                  <a:pt x="119" y="165"/>
                </a:lnTo>
                <a:lnTo>
                  <a:pt x="120" y="165"/>
                </a:lnTo>
                <a:lnTo>
                  <a:pt x="120" y="166"/>
                </a:lnTo>
                <a:lnTo>
                  <a:pt x="121" y="166"/>
                </a:lnTo>
                <a:lnTo>
                  <a:pt x="120" y="167"/>
                </a:lnTo>
                <a:lnTo>
                  <a:pt x="117" y="166"/>
                </a:lnTo>
                <a:lnTo>
                  <a:pt x="116" y="166"/>
                </a:lnTo>
                <a:lnTo>
                  <a:pt x="116" y="165"/>
                </a:lnTo>
                <a:lnTo>
                  <a:pt x="114" y="165"/>
                </a:lnTo>
                <a:lnTo>
                  <a:pt x="109" y="163"/>
                </a:lnTo>
                <a:lnTo>
                  <a:pt x="109" y="164"/>
                </a:lnTo>
                <a:lnTo>
                  <a:pt x="108" y="164"/>
                </a:lnTo>
                <a:lnTo>
                  <a:pt x="107" y="164"/>
                </a:lnTo>
                <a:lnTo>
                  <a:pt x="106" y="164"/>
                </a:lnTo>
                <a:lnTo>
                  <a:pt x="104" y="163"/>
                </a:lnTo>
                <a:lnTo>
                  <a:pt x="104" y="164"/>
                </a:lnTo>
                <a:lnTo>
                  <a:pt x="105" y="164"/>
                </a:lnTo>
                <a:lnTo>
                  <a:pt x="106" y="164"/>
                </a:lnTo>
                <a:lnTo>
                  <a:pt x="107" y="165"/>
                </a:lnTo>
                <a:lnTo>
                  <a:pt x="109" y="165"/>
                </a:lnTo>
                <a:lnTo>
                  <a:pt x="111" y="166"/>
                </a:lnTo>
                <a:lnTo>
                  <a:pt x="111" y="167"/>
                </a:lnTo>
                <a:lnTo>
                  <a:pt x="111" y="168"/>
                </a:lnTo>
                <a:lnTo>
                  <a:pt x="109" y="168"/>
                </a:lnTo>
                <a:lnTo>
                  <a:pt x="105" y="166"/>
                </a:lnTo>
                <a:lnTo>
                  <a:pt x="104" y="168"/>
                </a:lnTo>
                <a:lnTo>
                  <a:pt x="110" y="170"/>
                </a:lnTo>
                <a:lnTo>
                  <a:pt x="109" y="171"/>
                </a:lnTo>
                <a:lnTo>
                  <a:pt x="106" y="171"/>
                </a:lnTo>
                <a:lnTo>
                  <a:pt x="103" y="170"/>
                </a:lnTo>
                <a:lnTo>
                  <a:pt x="101" y="169"/>
                </a:lnTo>
                <a:lnTo>
                  <a:pt x="100" y="169"/>
                </a:lnTo>
                <a:lnTo>
                  <a:pt x="100" y="168"/>
                </a:lnTo>
                <a:lnTo>
                  <a:pt x="99" y="168"/>
                </a:lnTo>
                <a:lnTo>
                  <a:pt x="99" y="169"/>
                </a:lnTo>
                <a:lnTo>
                  <a:pt x="98" y="169"/>
                </a:lnTo>
                <a:lnTo>
                  <a:pt x="97" y="170"/>
                </a:lnTo>
                <a:lnTo>
                  <a:pt x="96" y="172"/>
                </a:lnTo>
                <a:lnTo>
                  <a:pt x="95" y="173"/>
                </a:lnTo>
                <a:lnTo>
                  <a:pt x="95" y="174"/>
                </a:lnTo>
                <a:lnTo>
                  <a:pt x="94" y="174"/>
                </a:lnTo>
                <a:lnTo>
                  <a:pt x="94" y="175"/>
                </a:lnTo>
                <a:lnTo>
                  <a:pt x="94" y="176"/>
                </a:lnTo>
                <a:lnTo>
                  <a:pt x="94" y="177"/>
                </a:lnTo>
                <a:lnTo>
                  <a:pt x="93" y="177"/>
                </a:lnTo>
                <a:lnTo>
                  <a:pt x="94" y="177"/>
                </a:lnTo>
                <a:lnTo>
                  <a:pt x="94" y="178"/>
                </a:lnTo>
                <a:lnTo>
                  <a:pt x="95" y="178"/>
                </a:lnTo>
                <a:lnTo>
                  <a:pt x="95" y="179"/>
                </a:lnTo>
                <a:lnTo>
                  <a:pt x="94" y="179"/>
                </a:lnTo>
                <a:lnTo>
                  <a:pt x="93" y="179"/>
                </a:lnTo>
                <a:lnTo>
                  <a:pt x="95" y="180"/>
                </a:lnTo>
                <a:lnTo>
                  <a:pt x="96" y="180"/>
                </a:lnTo>
                <a:lnTo>
                  <a:pt x="96" y="185"/>
                </a:lnTo>
                <a:lnTo>
                  <a:pt x="98" y="185"/>
                </a:lnTo>
                <a:lnTo>
                  <a:pt x="98" y="181"/>
                </a:lnTo>
                <a:lnTo>
                  <a:pt x="100" y="180"/>
                </a:lnTo>
                <a:lnTo>
                  <a:pt x="104" y="180"/>
                </a:lnTo>
                <a:lnTo>
                  <a:pt x="104" y="181"/>
                </a:lnTo>
                <a:lnTo>
                  <a:pt x="104" y="184"/>
                </a:lnTo>
                <a:lnTo>
                  <a:pt x="106" y="184"/>
                </a:lnTo>
                <a:lnTo>
                  <a:pt x="106" y="180"/>
                </a:lnTo>
                <a:lnTo>
                  <a:pt x="108" y="180"/>
                </a:lnTo>
                <a:lnTo>
                  <a:pt x="108" y="191"/>
                </a:lnTo>
                <a:lnTo>
                  <a:pt x="96" y="191"/>
                </a:lnTo>
                <a:lnTo>
                  <a:pt x="96" y="190"/>
                </a:lnTo>
                <a:lnTo>
                  <a:pt x="93" y="190"/>
                </a:lnTo>
                <a:lnTo>
                  <a:pt x="93" y="191"/>
                </a:lnTo>
                <a:lnTo>
                  <a:pt x="93" y="192"/>
                </a:lnTo>
                <a:lnTo>
                  <a:pt x="94" y="192"/>
                </a:lnTo>
                <a:lnTo>
                  <a:pt x="94" y="194"/>
                </a:lnTo>
                <a:lnTo>
                  <a:pt x="95" y="194"/>
                </a:lnTo>
                <a:lnTo>
                  <a:pt x="95" y="195"/>
                </a:lnTo>
                <a:lnTo>
                  <a:pt x="96" y="195"/>
                </a:lnTo>
                <a:lnTo>
                  <a:pt x="96" y="196"/>
                </a:lnTo>
                <a:lnTo>
                  <a:pt x="95" y="197"/>
                </a:lnTo>
                <a:lnTo>
                  <a:pt x="94" y="197"/>
                </a:lnTo>
                <a:lnTo>
                  <a:pt x="93" y="197"/>
                </a:lnTo>
                <a:lnTo>
                  <a:pt x="92" y="197"/>
                </a:lnTo>
                <a:lnTo>
                  <a:pt x="92" y="198"/>
                </a:lnTo>
                <a:lnTo>
                  <a:pt x="92" y="197"/>
                </a:lnTo>
                <a:lnTo>
                  <a:pt x="91" y="197"/>
                </a:lnTo>
                <a:lnTo>
                  <a:pt x="90" y="197"/>
                </a:lnTo>
                <a:lnTo>
                  <a:pt x="89" y="197"/>
                </a:lnTo>
                <a:lnTo>
                  <a:pt x="88" y="197"/>
                </a:lnTo>
                <a:lnTo>
                  <a:pt x="88" y="198"/>
                </a:lnTo>
                <a:lnTo>
                  <a:pt x="87" y="199"/>
                </a:lnTo>
                <a:lnTo>
                  <a:pt x="86" y="198"/>
                </a:lnTo>
                <a:lnTo>
                  <a:pt x="87" y="198"/>
                </a:lnTo>
                <a:lnTo>
                  <a:pt x="87" y="197"/>
                </a:lnTo>
                <a:lnTo>
                  <a:pt x="86" y="197"/>
                </a:lnTo>
                <a:lnTo>
                  <a:pt x="85" y="197"/>
                </a:lnTo>
                <a:lnTo>
                  <a:pt x="83" y="197"/>
                </a:lnTo>
                <a:lnTo>
                  <a:pt x="82" y="197"/>
                </a:lnTo>
                <a:lnTo>
                  <a:pt x="82" y="198"/>
                </a:lnTo>
                <a:lnTo>
                  <a:pt x="81" y="198"/>
                </a:lnTo>
                <a:lnTo>
                  <a:pt x="81" y="197"/>
                </a:lnTo>
                <a:lnTo>
                  <a:pt x="80" y="198"/>
                </a:lnTo>
                <a:lnTo>
                  <a:pt x="79" y="198"/>
                </a:lnTo>
                <a:lnTo>
                  <a:pt x="78" y="198"/>
                </a:lnTo>
                <a:lnTo>
                  <a:pt x="77" y="198"/>
                </a:lnTo>
                <a:lnTo>
                  <a:pt x="77" y="199"/>
                </a:lnTo>
                <a:lnTo>
                  <a:pt x="76" y="199"/>
                </a:lnTo>
                <a:lnTo>
                  <a:pt x="76" y="200"/>
                </a:lnTo>
                <a:lnTo>
                  <a:pt x="75" y="200"/>
                </a:lnTo>
                <a:lnTo>
                  <a:pt x="75" y="199"/>
                </a:lnTo>
                <a:lnTo>
                  <a:pt x="74" y="200"/>
                </a:lnTo>
                <a:lnTo>
                  <a:pt x="74" y="201"/>
                </a:lnTo>
                <a:lnTo>
                  <a:pt x="73" y="202"/>
                </a:lnTo>
                <a:lnTo>
                  <a:pt x="72" y="202"/>
                </a:lnTo>
                <a:lnTo>
                  <a:pt x="71" y="203"/>
                </a:lnTo>
                <a:lnTo>
                  <a:pt x="70" y="203"/>
                </a:lnTo>
                <a:lnTo>
                  <a:pt x="70" y="201"/>
                </a:lnTo>
                <a:lnTo>
                  <a:pt x="69" y="201"/>
                </a:lnTo>
                <a:lnTo>
                  <a:pt x="69" y="202"/>
                </a:lnTo>
                <a:lnTo>
                  <a:pt x="69" y="203"/>
                </a:lnTo>
                <a:lnTo>
                  <a:pt x="68" y="203"/>
                </a:lnTo>
                <a:lnTo>
                  <a:pt x="67" y="203"/>
                </a:lnTo>
                <a:lnTo>
                  <a:pt x="66" y="203"/>
                </a:lnTo>
                <a:lnTo>
                  <a:pt x="65" y="203"/>
                </a:lnTo>
                <a:lnTo>
                  <a:pt x="65" y="204"/>
                </a:lnTo>
                <a:lnTo>
                  <a:pt x="64" y="204"/>
                </a:lnTo>
                <a:lnTo>
                  <a:pt x="63" y="203"/>
                </a:lnTo>
                <a:lnTo>
                  <a:pt x="63" y="202"/>
                </a:lnTo>
                <a:lnTo>
                  <a:pt x="62" y="202"/>
                </a:lnTo>
                <a:lnTo>
                  <a:pt x="62" y="203"/>
                </a:lnTo>
                <a:lnTo>
                  <a:pt x="60" y="204"/>
                </a:lnTo>
                <a:lnTo>
                  <a:pt x="59" y="204"/>
                </a:lnTo>
                <a:lnTo>
                  <a:pt x="59" y="203"/>
                </a:lnTo>
                <a:lnTo>
                  <a:pt x="58" y="204"/>
                </a:lnTo>
                <a:lnTo>
                  <a:pt x="57" y="203"/>
                </a:lnTo>
                <a:lnTo>
                  <a:pt x="57" y="202"/>
                </a:lnTo>
                <a:lnTo>
                  <a:pt x="57" y="201"/>
                </a:lnTo>
                <a:lnTo>
                  <a:pt x="59" y="201"/>
                </a:lnTo>
                <a:lnTo>
                  <a:pt x="59" y="200"/>
                </a:lnTo>
                <a:lnTo>
                  <a:pt x="58" y="200"/>
                </a:lnTo>
                <a:lnTo>
                  <a:pt x="58" y="201"/>
                </a:lnTo>
                <a:lnTo>
                  <a:pt x="57" y="201"/>
                </a:lnTo>
                <a:lnTo>
                  <a:pt x="56" y="201"/>
                </a:lnTo>
                <a:lnTo>
                  <a:pt x="57" y="199"/>
                </a:lnTo>
                <a:lnTo>
                  <a:pt x="58" y="199"/>
                </a:lnTo>
                <a:lnTo>
                  <a:pt x="59" y="198"/>
                </a:lnTo>
                <a:lnTo>
                  <a:pt x="58" y="197"/>
                </a:lnTo>
                <a:lnTo>
                  <a:pt x="57" y="197"/>
                </a:lnTo>
                <a:lnTo>
                  <a:pt x="56" y="196"/>
                </a:lnTo>
                <a:lnTo>
                  <a:pt x="56" y="195"/>
                </a:lnTo>
                <a:lnTo>
                  <a:pt x="55" y="195"/>
                </a:lnTo>
                <a:lnTo>
                  <a:pt x="56" y="194"/>
                </a:lnTo>
                <a:lnTo>
                  <a:pt x="55" y="194"/>
                </a:lnTo>
                <a:lnTo>
                  <a:pt x="54" y="194"/>
                </a:lnTo>
                <a:lnTo>
                  <a:pt x="54" y="195"/>
                </a:lnTo>
                <a:lnTo>
                  <a:pt x="53" y="195"/>
                </a:lnTo>
                <a:lnTo>
                  <a:pt x="53" y="196"/>
                </a:lnTo>
                <a:lnTo>
                  <a:pt x="52" y="196"/>
                </a:lnTo>
                <a:lnTo>
                  <a:pt x="51" y="196"/>
                </a:lnTo>
                <a:lnTo>
                  <a:pt x="50" y="197"/>
                </a:lnTo>
                <a:lnTo>
                  <a:pt x="49" y="197"/>
                </a:lnTo>
                <a:lnTo>
                  <a:pt x="48" y="197"/>
                </a:lnTo>
                <a:lnTo>
                  <a:pt x="47" y="197"/>
                </a:lnTo>
                <a:lnTo>
                  <a:pt x="47" y="198"/>
                </a:lnTo>
                <a:lnTo>
                  <a:pt x="46" y="198"/>
                </a:lnTo>
                <a:lnTo>
                  <a:pt x="46" y="199"/>
                </a:lnTo>
                <a:lnTo>
                  <a:pt x="45" y="199"/>
                </a:lnTo>
                <a:lnTo>
                  <a:pt x="44" y="199"/>
                </a:lnTo>
                <a:lnTo>
                  <a:pt x="44" y="200"/>
                </a:lnTo>
                <a:lnTo>
                  <a:pt x="43" y="200"/>
                </a:lnTo>
                <a:lnTo>
                  <a:pt x="43" y="201"/>
                </a:lnTo>
                <a:lnTo>
                  <a:pt x="42" y="200"/>
                </a:lnTo>
                <a:lnTo>
                  <a:pt x="42" y="199"/>
                </a:lnTo>
                <a:lnTo>
                  <a:pt x="41" y="199"/>
                </a:lnTo>
                <a:lnTo>
                  <a:pt x="40" y="198"/>
                </a:lnTo>
                <a:lnTo>
                  <a:pt x="41" y="198"/>
                </a:lnTo>
                <a:lnTo>
                  <a:pt x="40" y="198"/>
                </a:lnTo>
                <a:lnTo>
                  <a:pt x="39" y="198"/>
                </a:lnTo>
                <a:lnTo>
                  <a:pt x="39" y="197"/>
                </a:lnTo>
                <a:lnTo>
                  <a:pt x="38" y="195"/>
                </a:lnTo>
                <a:lnTo>
                  <a:pt x="38" y="194"/>
                </a:lnTo>
                <a:lnTo>
                  <a:pt x="37" y="194"/>
                </a:lnTo>
                <a:lnTo>
                  <a:pt x="37" y="193"/>
                </a:lnTo>
                <a:lnTo>
                  <a:pt x="37" y="192"/>
                </a:lnTo>
                <a:lnTo>
                  <a:pt x="38" y="191"/>
                </a:lnTo>
                <a:lnTo>
                  <a:pt x="38" y="190"/>
                </a:lnTo>
                <a:lnTo>
                  <a:pt x="39" y="189"/>
                </a:lnTo>
                <a:lnTo>
                  <a:pt x="37" y="189"/>
                </a:lnTo>
                <a:lnTo>
                  <a:pt x="37" y="188"/>
                </a:lnTo>
                <a:lnTo>
                  <a:pt x="36" y="188"/>
                </a:lnTo>
                <a:lnTo>
                  <a:pt x="36" y="187"/>
                </a:lnTo>
                <a:lnTo>
                  <a:pt x="36" y="186"/>
                </a:lnTo>
                <a:lnTo>
                  <a:pt x="33" y="187"/>
                </a:lnTo>
                <a:lnTo>
                  <a:pt x="33" y="188"/>
                </a:lnTo>
                <a:lnTo>
                  <a:pt x="32" y="188"/>
                </a:lnTo>
                <a:lnTo>
                  <a:pt x="31" y="188"/>
                </a:lnTo>
                <a:lnTo>
                  <a:pt x="31" y="187"/>
                </a:lnTo>
                <a:lnTo>
                  <a:pt x="27" y="188"/>
                </a:lnTo>
                <a:lnTo>
                  <a:pt x="26" y="188"/>
                </a:lnTo>
                <a:lnTo>
                  <a:pt x="24" y="188"/>
                </a:lnTo>
                <a:lnTo>
                  <a:pt x="24" y="189"/>
                </a:lnTo>
                <a:lnTo>
                  <a:pt x="23" y="189"/>
                </a:lnTo>
                <a:lnTo>
                  <a:pt x="23" y="188"/>
                </a:lnTo>
                <a:lnTo>
                  <a:pt x="21" y="189"/>
                </a:lnTo>
                <a:lnTo>
                  <a:pt x="20" y="189"/>
                </a:lnTo>
                <a:lnTo>
                  <a:pt x="18" y="189"/>
                </a:lnTo>
                <a:lnTo>
                  <a:pt x="17" y="189"/>
                </a:lnTo>
                <a:lnTo>
                  <a:pt x="17" y="188"/>
                </a:lnTo>
                <a:lnTo>
                  <a:pt x="17" y="187"/>
                </a:lnTo>
                <a:lnTo>
                  <a:pt x="17" y="186"/>
                </a:lnTo>
                <a:lnTo>
                  <a:pt x="17" y="185"/>
                </a:lnTo>
                <a:lnTo>
                  <a:pt x="16" y="185"/>
                </a:lnTo>
                <a:lnTo>
                  <a:pt x="16" y="184"/>
                </a:lnTo>
                <a:lnTo>
                  <a:pt x="17" y="184"/>
                </a:lnTo>
                <a:lnTo>
                  <a:pt x="17" y="183"/>
                </a:lnTo>
                <a:lnTo>
                  <a:pt x="17" y="182"/>
                </a:lnTo>
                <a:lnTo>
                  <a:pt x="17" y="181"/>
                </a:lnTo>
                <a:lnTo>
                  <a:pt x="16" y="181"/>
                </a:lnTo>
                <a:lnTo>
                  <a:pt x="16" y="182"/>
                </a:lnTo>
                <a:lnTo>
                  <a:pt x="14" y="182"/>
                </a:lnTo>
                <a:lnTo>
                  <a:pt x="13" y="182"/>
                </a:lnTo>
                <a:lnTo>
                  <a:pt x="11" y="182"/>
                </a:lnTo>
                <a:lnTo>
                  <a:pt x="10" y="181"/>
                </a:lnTo>
                <a:lnTo>
                  <a:pt x="9" y="181"/>
                </a:lnTo>
                <a:lnTo>
                  <a:pt x="9" y="182"/>
                </a:lnTo>
                <a:lnTo>
                  <a:pt x="8" y="182"/>
                </a:lnTo>
                <a:lnTo>
                  <a:pt x="7" y="182"/>
                </a:lnTo>
                <a:lnTo>
                  <a:pt x="6" y="182"/>
                </a:lnTo>
                <a:lnTo>
                  <a:pt x="6" y="181"/>
                </a:lnTo>
                <a:lnTo>
                  <a:pt x="5" y="180"/>
                </a:lnTo>
                <a:lnTo>
                  <a:pt x="4" y="180"/>
                </a:lnTo>
                <a:lnTo>
                  <a:pt x="4" y="181"/>
                </a:lnTo>
                <a:lnTo>
                  <a:pt x="4" y="180"/>
                </a:lnTo>
                <a:lnTo>
                  <a:pt x="4" y="179"/>
                </a:lnTo>
                <a:lnTo>
                  <a:pt x="4" y="178"/>
                </a:lnTo>
                <a:lnTo>
                  <a:pt x="4" y="177"/>
                </a:lnTo>
                <a:lnTo>
                  <a:pt x="3" y="177"/>
                </a:lnTo>
                <a:lnTo>
                  <a:pt x="3" y="176"/>
                </a:lnTo>
                <a:lnTo>
                  <a:pt x="3" y="175"/>
                </a:lnTo>
                <a:lnTo>
                  <a:pt x="4" y="175"/>
                </a:lnTo>
                <a:lnTo>
                  <a:pt x="3" y="175"/>
                </a:lnTo>
                <a:lnTo>
                  <a:pt x="4" y="174"/>
                </a:lnTo>
                <a:lnTo>
                  <a:pt x="3" y="174"/>
                </a:lnTo>
                <a:lnTo>
                  <a:pt x="4" y="173"/>
                </a:lnTo>
                <a:lnTo>
                  <a:pt x="4" y="172"/>
                </a:lnTo>
                <a:lnTo>
                  <a:pt x="4" y="171"/>
                </a:lnTo>
                <a:lnTo>
                  <a:pt x="3" y="171"/>
                </a:lnTo>
                <a:lnTo>
                  <a:pt x="3" y="170"/>
                </a:lnTo>
                <a:lnTo>
                  <a:pt x="4" y="170"/>
                </a:lnTo>
                <a:lnTo>
                  <a:pt x="4" y="169"/>
                </a:lnTo>
                <a:lnTo>
                  <a:pt x="2" y="169"/>
                </a:lnTo>
                <a:lnTo>
                  <a:pt x="1" y="169"/>
                </a:lnTo>
                <a:lnTo>
                  <a:pt x="1" y="166"/>
                </a:lnTo>
                <a:lnTo>
                  <a:pt x="1" y="163"/>
                </a:lnTo>
                <a:lnTo>
                  <a:pt x="0" y="163"/>
                </a:lnTo>
                <a:lnTo>
                  <a:pt x="0" y="159"/>
                </a:lnTo>
                <a:lnTo>
                  <a:pt x="0" y="158"/>
                </a:lnTo>
                <a:lnTo>
                  <a:pt x="1" y="158"/>
                </a:lnTo>
                <a:lnTo>
                  <a:pt x="1" y="157"/>
                </a:lnTo>
                <a:lnTo>
                  <a:pt x="1" y="156"/>
                </a:lnTo>
                <a:lnTo>
                  <a:pt x="2" y="154"/>
                </a:lnTo>
                <a:lnTo>
                  <a:pt x="3" y="153"/>
                </a:lnTo>
                <a:lnTo>
                  <a:pt x="4" y="152"/>
                </a:lnTo>
                <a:lnTo>
                  <a:pt x="4" y="151"/>
                </a:lnTo>
                <a:lnTo>
                  <a:pt x="5" y="151"/>
                </a:lnTo>
                <a:lnTo>
                  <a:pt x="5" y="150"/>
                </a:lnTo>
                <a:lnTo>
                  <a:pt x="5" y="149"/>
                </a:lnTo>
                <a:lnTo>
                  <a:pt x="5" y="147"/>
                </a:lnTo>
                <a:lnTo>
                  <a:pt x="4" y="147"/>
                </a:lnTo>
                <a:lnTo>
                  <a:pt x="4" y="146"/>
                </a:lnTo>
                <a:lnTo>
                  <a:pt x="5" y="145"/>
                </a:lnTo>
                <a:lnTo>
                  <a:pt x="6" y="145"/>
                </a:lnTo>
                <a:lnTo>
                  <a:pt x="7" y="145"/>
                </a:lnTo>
                <a:lnTo>
                  <a:pt x="7" y="144"/>
                </a:lnTo>
                <a:lnTo>
                  <a:pt x="8" y="144"/>
                </a:lnTo>
                <a:lnTo>
                  <a:pt x="9" y="144"/>
                </a:lnTo>
                <a:lnTo>
                  <a:pt x="8" y="144"/>
                </a:lnTo>
                <a:lnTo>
                  <a:pt x="8" y="145"/>
                </a:lnTo>
                <a:lnTo>
                  <a:pt x="9" y="145"/>
                </a:lnTo>
                <a:lnTo>
                  <a:pt x="10" y="145"/>
                </a:lnTo>
                <a:lnTo>
                  <a:pt x="11" y="145"/>
                </a:lnTo>
                <a:lnTo>
                  <a:pt x="12" y="145"/>
                </a:lnTo>
                <a:lnTo>
                  <a:pt x="13" y="145"/>
                </a:lnTo>
                <a:lnTo>
                  <a:pt x="14" y="145"/>
                </a:lnTo>
                <a:lnTo>
                  <a:pt x="16" y="145"/>
                </a:lnTo>
                <a:lnTo>
                  <a:pt x="16" y="144"/>
                </a:lnTo>
                <a:lnTo>
                  <a:pt x="17" y="144"/>
                </a:lnTo>
                <a:lnTo>
                  <a:pt x="17" y="143"/>
                </a:lnTo>
                <a:lnTo>
                  <a:pt x="18" y="142"/>
                </a:lnTo>
                <a:lnTo>
                  <a:pt x="19" y="142"/>
                </a:lnTo>
                <a:lnTo>
                  <a:pt x="19" y="141"/>
                </a:lnTo>
                <a:lnTo>
                  <a:pt x="20" y="140"/>
                </a:lnTo>
                <a:lnTo>
                  <a:pt x="21" y="139"/>
                </a:lnTo>
                <a:lnTo>
                  <a:pt x="21" y="138"/>
                </a:lnTo>
                <a:lnTo>
                  <a:pt x="23" y="138"/>
                </a:lnTo>
                <a:lnTo>
                  <a:pt x="23" y="137"/>
                </a:lnTo>
                <a:lnTo>
                  <a:pt x="24" y="137"/>
                </a:lnTo>
                <a:lnTo>
                  <a:pt x="23" y="137"/>
                </a:lnTo>
                <a:lnTo>
                  <a:pt x="23" y="136"/>
                </a:lnTo>
                <a:lnTo>
                  <a:pt x="23" y="135"/>
                </a:lnTo>
                <a:lnTo>
                  <a:pt x="23" y="134"/>
                </a:lnTo>
                <a:lnTo>
                  <a:pt x="21" y="135"/>
                </a:lnTo>
                <a:lnTo>
                  <a:pt x="21" y="134"/>
                </a:lnTo>
                <a:lnTo>
                  <a:pt x="21" y="133"/>
                </a:lnTo>
                <a:lnTo>
                  <a:pt x="20" y="133"/>
                </a:lnTo>
                <a:lnTo>
                  <a:pt x="19" y="132"/>
                </a:lnTo>
                <a:lnTo>
                  <a:pt x="18" y="132"/>
                </a:lnTo>
                <a:lnTo>
                  <a:pt x="17" y="133"/>
                </a:lnTo>
                <a:lnTo>
                  <a:pt x="17" y="132"/>
                </a:lnTo>
                <a:lnTo>
                  <a:pt x="16" y="132"/>
                </a:lnTo>
                <a:lnTo>
                  <a:pt x="16" y="133"/>
                </a:lnTo>
                <a:lnTo>
                  <a:pt x="16" y="132"/>
                </a:lnTo>
                <a:lnTo>
                  <a:pt x="16" y="131"/>
                </a:lnTo>
                <a:lnTo>
                  <a:pt x="16" y="130"/>
                </a:lnTo>
                <a:lnTo>
                  <a:pt x="16" y="128"/>
                </a:lnTo>
                <a:lnTo>
                  <a:pt x="16" y="127"/>
                </a:lnTo>
                <a:lnTo>
                  <a:pt x="16" y="126"/>
                </a:lnTo>
                <a:lnTo>
                  <a:pt x="15" y="126"/>
                </a:lnTo>
                <a:lnTo>
                  <a:pt x="15" y="125"/>
                </a:lnTo>
                <a:lnTo>
                  <a:pt x="16" y="125"/>
                </a:lnTo>
                <a:lnTo>
                  <a:pt x="17" y="125"/>
                </a:lnTo>
                <a:lnTo>
                  <a:pt x="17" y="124"/>
                </a:lnTo>
                <a:lnTo>
                  <a:pt x="18" y="124"/>
                </a:lnTo>
                <a:lnTo>
                  <a:pt x="19" y="124"/>
                </a:lnTo>
                <a:lnTo>
                  <a:pt x="19" y="123"/>
                </a:lnTo>
                <a:lnTo>
                  <a:pt x="18" y="123"/>
                </a:lnTo>
                <a:lnTo>
                  <a:pt x="18" y="122"/>
                </a:lnTo>
                <a:lnTo>
                  <a:pt x="17" y="122"/>
                </a:lnTo>
                <a:lnTo>
                  <a:pt x="17" y="121"/>
                </a:lnTo>
                <a:lnTo>
                  <a:pt x="18" y="121"/>
                </a:lnTo>
                <a:lnTo>
                  <a:pt x="18" y="120"/>
                </a:lnTo>
                <a:lnTo>
                  <a:pt x="17" y="120"/>
                </a:lnTo>
                <a:lnTo>
                  <a:pt x="17" y="119"/>
                </a:lnTo>
                <a:lnTo>
                  <a:pt x="18" y="119"/>
                </a:lnTo>
                <a:lnTo>
                  <a:pt x="17" y="119"/>
                </a:lnTo>
                <a:lnTo>
                  <a:pt x="17" y="117"/>
                </a:lnTo>
                <a:lnTo>
                  <a:pt x="17" y="116"/>
                </a:lnTo>
                <a:lnTo>
                  <a:pt x="17" y="115"/>
                </a:lnTo>
                <a:lnTo>
                  <a:pt x="18" y="115"/>
                </a:lnTo>
                <a:lnTo>
                  <a:pt x="19" y="115"/>
                </a:lnTo>
                <a:lnTo>
                  <a:pt x="19" y="114"/>
                </a:lnTo>
                <a:lnTo>
                  <a:pt x="19" y="113"/>
                </a:lnTo>
                <a:lnTo>
                  <a:pt x="19" y="112"/>
                </a:lnTo>
                <a:lnTo>
                  <a:pt x="18" y="111"/>
                </a:lnTo>
                <a:lnTo>
                  <a:pt x="18" y="110"/>
                </a:lnTo>
                <a:lnTo>
                  <a:pt x="17" y="111"/>
                </a:lnTo>
                <a:lnTo>
                  <a:pt x="17" y="110"/>
                </a:lnTo>
                <a:lnTo>
                  <a:pt x="17" y="109"/>
                </a:lnTo>
                <a:lnTo>
                  <a:pt x="17" y="108"/>
                </a:lnTo>
                <a:lnTo>
                  <a:pt x="16" y="109"/>
                </a:lnTo>
                <a:lnTo>
                  <a:pt x="15" y="110"/>
                </a:lnTo>
                <a:lnTo>
                  <a:pt x="14" y="110"/>
                </a:lnTo>
                <a:lnTo>
                  <a:pt x="13" y="110"/>
                </a:lnTo>
                <a:lnTo>
                  <a:pt x="13" y="111"/>
                </a:lnTo>
                <a:lnTo>
                  <a:pt x="12" y="110"/>
                </a:lnTo>
                <a:lnTo>
                  <a:pt x="12" y="109"/>
                </a:lnTo>
                <a:lnTo>
                  <a:pt x="12" y="108"/>
                </a:lnTo>
                <a:lnTo>
                  <a:pt x="13" y="108"/>
                </a:lnTo>
                <a:lnTo>
                  <a:pt x="13" y="107"/>
                </a:lnTo>
                <a:lnTo>
                  <a:pt x="13" y="108"/>
                </a:lnTo>
                <a:lnTo>
                  <a:pt x="12" y="108"/>
                </a:lnTo>
                <a:lnTo>
                  <a:pt x="12" y="107"/>
                </a:lnTo>
                <a:lnTo>
                  <a:pt x="11" y="107"/>
                </a:lnTo>
                <a:lnTo>
                  <a:pt x="11" y="106"/>
                </a:lnTo>
                <a:lnTo>
                  <a:pt x="13" y="106"/>
                </a:lnTo>
                <a:lnTo>
                  <a:pt x="14" y="106"/>
                </a:lnTo>
                <a:lnTo>
                  <a:pt x="14" y="105"/>
                </a:lnTo>
                <a:lnTo>
                  <a:pt x="13" y="104"/>
                </a:lnTo>
                <a:lnTo>
                  <a:pt x="13" y="103"/>
                </a:lnTo>
                <a:lnTo>
                  <a:pt x="14" y="103"/>
                </a:lnTo>
                <a:lnTo>
                  <a:pt x="14" y="102"/>
                </a:lnTo>
                <a:lnTo>
                  <a:pt x="13" y="102"/>
                </a:lnTo>
                <a:lnTo>
                  <a:pt x="14" y="102"/>
                </a:lnTo>
                <a:lnTo>
                  <a:pt x="14" y="101"/>
                </a:lnTo>
                <a:lnTo>
                  <a:pt x="14" y="102"/>
                </a:lnTo>
                <a:lnTo>
                  <a:pt x="15" y="102"/>
                </a:lnTo>
                <a:lnTo>
                  <a:pt x="15" y="101"/>
                </a:lnTo>
                <a:lnTo>
                  <a:pt x="16" y="100"/>
                </a:lnTo>
                <a:lnTo>
                  <a:pt x="17" y="100"/>
                </a:lnTo>
                <a:lnTo>
                  <a:pt x="17" y="99"/>
                </a:lnTo>
                <a:lnTo>
                  <a:pt x="16" y="99"/>
                </a:lnTo>
                <a:lnTo>
                  <a:pt x="15" y="98"/>
                </a:lnTo>
                <a:lnTo>
                  <a:pt x="14" y="98"/>
                </a:lnTo>
                <a:lnTo>
                  <a:pt x="14" y="99"/>
                </a:lnTo>
                <a:lnTo>
                  <a:pt x="13" y="99"/>
                </a:lnTo>
                <a:lnTo>
                  <a:pt x="12" y="99"/>
                </a:lnTo>
                <a:lnTo>
                  <a:pt x="12" y="98"/>
                </a:lnTo>
                <a:lnTo>
                  <a:pt x="11" y="97"/>
                </a:lnTo>
                <a:lnTo>
                  <a:pt x="10" y="97"/>
                </a:lnTo>
                <a:lnTo>
                  <a:pt x="10" y="98"/>
                </a:lnTo>
                <a:lnTo>
                  <a:pt x="9" y="97"/>
                </a:lnTo>
                <a:lnTo>
                  <a:pt x="9" y="98"/>
                </a:lnTo>
                <a:lnTo>
                  <a:pt x="9" y="97"/>
                </a:lnTo>
                <a:lnTo>
                  <a:pt x="9" y="96"/>
                </a:lnTo>
                <a:lnTo>
                  <a:pt x="8" y="95"/>
                </a:lnTo>
                <a:lnTo>
                  <a:pt x="9" y="94"/>
                </a:lnTo>
                <a:lnTo>
                  <a:pt x="10" y="94"/>
                </a:lnTo>
                <a:lnTo>
                  <a:pt x="11" y="94"/>
                </a:lnTo>
                <a:lnTo>
                  <a:pt x="12" y="94"/>
                </a:lnTo>
                <a:lnTo>
                  <a:pt x="12" y="93"/>
                </a:lnTo>
                <a:lnTo>
                  <a:pt x="11" y="91"/>
                </a:lnTo>
                <a:lnTo>
                  <a:pt x="11" y="89"/>
                </a:lnTo>
                <a:lnTo>
                  <a:pt x="12" y="89"/>
                </a:lnTo>
                <a:lnTo>
                  <a:pt x="12" y="88"/>
                </a:lnTo>
                <a:lnTo>
                  <a:pt x="12" y="87"/>
                </a:lnTo>
                <a:lnTo>
                  <a:pt x="12" y="86"/>
                </a:lnTo>
                <a:lnTo>
                  <a:pt x="11" y="86"/>
                </a:lnTo>
                <a:lnTo>
                  <a:pt x="11" y="87"/>
                </a:lnTo>
                <a:lnTo>
                  <a:pt x="10" y="87"/>
                </a:lnTo>
                <a:lnTo>
                  <a:pt x="10" y="86"/>
                </a:lnTo>
                <a:lnTo>
                  <a:pt x="9" y="85"/>
                </a:lnTo>
                <a:lnTo>
                  <a:pt x="8" y="84"/>
                </a:lnTo>
                <a:lnTo>
                  <a:pt x="9" y="82"/>
                </a:lnTo>
                <a:lnTo>
                  <a:pt x="10" y="82"/>
                </a:lnTo>
                <a:lnTo>
                  <a:pt x="11" y="81"/>
                </a:lnTo>
                <a:lnTo>
                  <a:pt x="10" y="80"/>
                </a:lnTo>
                <a:lnTo>
                  <a:pt x="9" y="80"/>
                </a:lnTo>
                <a:lnTo>
                  <a:pt x="9" y="79"/>
                </a:lnTo>
                <a:lnTo>
                  <a:pt x="10" y="79"/>
                </a:lnTo>
                <a:lnTo>
                  <a:pt x="10" y="78"/>
                </a:lnTo>
                <a:lnTo>
                  <a:pt x="9" y="78"/>
                </a:lnTo>
                <a:lnTo>
                  <a:pt x="10" y="77"/>
                </a:lnTo>
                <a:lnTo>
                  <a:pt x="10" y="78"/>
                </a:lnTo>
                <a:lnTo>
                  <a:pt x="11" y="78"/>
                </a:lnTo>
                <a:lnTo>
                  <a:pt x="11" y="77"/>
                </a:lnTo>
                <a:lnTo>
                  <a:pt x="11" y="76"/>
                </a:lnTo>
                <a:lnTo>
                  <a:pt x="12" y="76"/>
                </a:lnTo>
                <a:lnTo>
                  <a:pt x="12" y="77"/>
                </a:lnTo>
                <a:lnTo>
                  <a:pt x="13" y="76"/>
                </a:lnTo>
                <a:lnTo>
                  <a:pt x="14" y="76"/>
                </a:lnTo>
                <a:lnTo>
                  <a:pt x="13" y="76"/>
                </a:lnTo>
                <a:lnTo>
                  <a:pt x="13" y="75"/>
                </a:lnTo>
                <a:lnTo>
                  <a:pt x="12" y="75"/>
                </a:lnTo>
                <a:lnTo>
                  <a:pt x="12" y="74"/>
                </a:lnTo>
                <a:lnTo>
                  <a:pt x="13" y="73"/>
                </a:lnTo>
                <a:lnTo>
                  <a:pt x="14" y="73"/>
                </a:lnTo>
                <a:lnTo>
                  <a:pt x="14" y="72"/>
                </a:lnTo>
                <a:lnTo>
                  <a:pt x="15" y="72"/>
                </a:lnTo>
                <a:lnTo>
                  <a:pt x="15" y="71"/>
                </a:lnTo>
                <a:lnTo>
                  <a:pt x="15" y="70"/>
                </a:lnTo>
                <a:lnTo>
                  <a:pt x="16" y="70"/>
                </a:lnTo>
                <a:lnTo>
                  <a:pt x="17" y="70"/>
                </a:lnTo>
                <a:lnTo>
                  <a:pt x="18" y="70"/>
                </a:lnTo>
                <a:lnTo>
                  <a:pt x="18" y="69"/>
                </a:lnTo>
                <a:lnTo>
                  <a:pt x="19" y="69"/>
                </a:lnTo>
                <a:lnTo>
                  <a:pt x="20" y="69"/>
                </a:lnTo>
                <a:lnTo>
                  <a:pt x="21" y="69"/>
                </a:lnTo>
                <a:lnTo>
                  <a:pt x="21" y="68"/>
                </a:lnTo>
                <a:lnTo>
                  <a:pt x="21" y="67"/>
                </a:lnTo>
                <a:lnTo>
                  <a:pt x="23" y="67"/>
                </a:lnTo>
                <a:lnTo>
                  <a:pt x="23" y="66"/>
                </a:lnTo>
                <a:lnTo>
                  <a:pt x="26" y="66"/>
                </a:lnTo>
                <a:lnTo>
                  <a:pt x="26" y="67"/>
                </a:lnTo>
                <a:lnTo>
                  <a:pt x="26" y="68"/>
                </a:lnTo>
                <a:lnTo>
                  <a:pt x="26" y="69"/>
                </a:lnTo>
                <a:lnTo>
                  <a:pt x="27" y="69"/>
                </a:lnTo>
                <a:lnTo>
                  <a:pt x="27" y="70"/>
                </a:lnTo>
                <a:lnTo>
                  <a:pt x="27" y="71"/>
                </a:lnTo>
                <a:lnTo>
                  <a:pt x="27" y="72"/>
                </a:lnTo>
                <a:lnTo>
                  <a:pt x="27" y="73"/>
                </a:lnTo>
                <a:lnTo>
                  <a:pt x="28" y="73"/>
                </a:lnTo>
                <a:lnTo>
                  <a:pt x="29" y="73"/>
                </a:lnTo>
                <a:lnTo>
                  <a:pt x="29" y="74"/>
                </a:lnTo>
                <a:lnTo>
                  <a:pt x="30" y="73"/>
                </a:lnTo>
                <a:lnTo>
                  <a:pt x="31" y="73"/>
                </a:lnTo>
                <a:lnTo>
                  <a:pt x="32" y="73"/>
                </a:lnTo>
                <a:lnTo>
                  <a:pt x="33" y="73"/>
                </a:lnTo>
                <a:lnTo>
                  <a:pt x="33" y="72"/>
                </a:lnTo>
                <a:lnTo>
                  <a:pt x="34" y="72"/>
                </a:lnTo>
                <a:lnTo>
                  <a:pt x="35" y="72"/>
                </a:lnTo>
                <a:lnTo>
                  <a:pt x="36" y="73"/>
                </a:lnTo>
                <a:lnTo>
                  <a:pt x="38" y="73"/>
                </a:lnTo>
                <a:lnTo>
                  <a:pt x="39" y="74"/>
                </a:lnTo>
                <a:lnTo>
                  <a:pt x="41" y="75"/>
                </a:lnTo>
                <a:lnTo>
                  <a:pt x="42" y="75"/>
                </a:lnTo>
                <a:lnTo>
                  <a:pt x="43" y="75"/>
                </a:lnTo>
                <a:lnTo>
                  <a:pt x="43" y="76"/>
                </a:lnTo>
                <a:lnTo>
                  <a:pt x="44" y="76"/>
                </a:lnTo>
                <a:lnTo>
                  <a:pt x="45" y="76"/>
                </a:lnTo>
                <a:lnTo>
                  <a:pt x="46" y="76"/>
                </a:lnTo>
                <a:lnTo>
                  <a:pt x="47" y="76"/>
                </a:lnTo>
                <a:lnTo>
                  <a:pt x="48" y="75"/>
                </a:lnTo>
                <a:lnTo>
                  <a:pt x="47" y="75"/>
                </a:lnTo>
                <a:lnTo>
                  <a:pt x="48" y="74"/>
                </a:lnTo>
                <a:lnTo>
                  <a:pt x="49" y="74"/>
                </a:lnTo>
                <a:lnTo>
                  <a:pt x="50" y="74"/>
                </a:lnTo>
                <a:lnTo>
                  <a:pt x="50" y="73"/>
                </a:lnTo>
                <a:lnTo>
                  <a:pt x="49" y="73"/>
                </a:lnTo>
                <a:lnTo>
                  <a:pt x="49" y="72"/>
                </a:lnTo>
                <a:lnTo>
                  <a:pt x="48" y="71"/>
                </a:lnTo>
                <a:lnTo>
                  <a:pt x="48" y="70"/>
                </a:lnTo>
                <a:lnTo>
                  <a:pt x="49" y="70"/>
                </a:lnTo>
                <a:lnTo>
                  <a:pt x="49" y="68"/>
                </a:lnTo>
                <a:lnTo>
                  <a:pt x="49" y="67"/>
                </a:lnTo>
                <a:lnTo>
                  <a:pt x="49" y="66"/>
                </a:lnTo>
                <a:lnTo>
                  <a:pt x="49" y="65"/>
                </a:lnTo>
                <a:lnTo>
                  <a:pt x="49" y="64"/>
                </a:lnTo>
                <a:lnTo>
                  <a:pt x="48" y="64"/>
                </a:lnTo>
                <a:lnTo>
                  <a:pt x="47" y="64"/>
                </a:lnTo>
                <a:lnTo>
                  <a:pt x="48" y="64"/>
                </a:lnTo>
                <a:lnTo>
                  <a:pt x="48" y="62"/>
                </a:lnTo>
                <a:lnTo>
                  <a:pt x="49" y="62"/>
                </a:lnTo>
                <a:lnTo>
                  <a:pt x="48" y="61"/>
                </a:lnTo>
                <a:lnTo>
                  <a:pt x="49" y="61"/>
                </a:lnTo>
                <a:lnTo>
                  <a:pt x="49" y="60"/>
                </a:lnTo>
                <a:lnTo>
                  <a:pt x="50" y="60"/>
                </a:lnTo>
                <a:lnTo>
                  <a:pt x="51" y="60"/>
                </a:lnTo>
                <a:lnTo>
                  <a:pt x="52" y="59"/>
                </a:lnTo>
                <a:lnTo>
                  <a:pt x="53" y="59"/>
                </a:lnTo>
                <a:lnTo>
                  <a:pt x="52" y="58"/>
                </a:lnTo>
                <a:lnTo>
                  <a:pt x="52" y="57"/>
                </a:lnTo>
                <a:lnTo>
                  <a:pt x="51" y="57"/>
                </a:lnTo>
                <a:lnTo>
                  <a:pt x="50" y="57"/>
                </a:lnTo>
                <a:lnTo>
                  <a:pt x="50" y="56"/>
                </a:lnTo>
                <a:lnTo>
                  <a:pt x="50" y="55"/>
                </a:lnTo>
                <a:lnTo>
                  <a:pt x="49" y="55"/>
                </a:lnTo>
                <a:lnTo>
                  <a:pt x="48" y="55"/>
                </a:lnTo>
                <a:lnTo>
                  <a:pt x="48" y="54"/>
                </a:lnTo>
                <a:lnTo>
                  <a:pt x="48" y="53"/>
                </a:lnTo>
                <a:lnTo>
                  <a:pt x="48" y="52"/>
                </a:lnTo>
                <a:lnTo>
                  <a:pt x="49" y="52"/>
                </a:lnTo>
                <a:lnTo>
                  <a:pt x="51" y="51"/>
                </a:lnTo>
                <a:lnTo>
                  <a:pt x="52" y="52"/>
                </a:lnTo>
                <a:lnTo>
                  <a:pt x="52" y="51"/>
                </a:lnTo>
                <a:lnTo>
                  <a:pt x="53" y="50"/>
                </a:lnTo>
                <a:lnTo>
                  <a:pt x="54" y="51"/>
                </a:lnTo>
                <a:lnTo>
                  <a:pt x="55" y="51"/>
                </a:lnTo>
                <a:lnTo>
                  <a:pt x="56" y="51"/>
                </a:lnTo>
                <a:lnTo>
                  <a:pt x="56" y="50"/>
                </a:lnTo>
                <a:lnTo>
                  <a:pt x="57" y="50"/>
                </a:lnTo>
                <a:lnTo>
                  <a:pt x="57" y="51"/>
                </a:lnTo>
                <a:lnTo>
                  <a:pt x="58" y="51"/>
                </a:lnTo>
                <a:lnTo>
                  <a:pt x="58" y="50"/>
                </a:lnTo>
                <a:lnTo>
                  <a:pt x="58" y="49"/>
                </a:lnTo>
                <a:lnTo>
                  <a:pt x="58" y="48"/>
                </a:lnTo>
                <a:lnTo>
                  <a:pt x="58" y="47"/>
                </a:lnTo>
                <a:lnTo>
                  <a:pt x="57" y="47"/>
                </a:lnTo>
                <a:lnTo>
                  <a:pt x="56" y="48"/>
                </a:lnTo>
                <a:lnTo>
                  <a:pt x="55" y="48"/>
                </a:lnTo>
                <a:lnTo>
                  <a:pt x="54" y="48"/>
                </a:lnTo>
                <a:lnTo>
                  <a:pt x="54" y="47"/>
                </a:lnTo>
                <a:lnTo>
                  <a:pt x="53" y="47"/>
                </a:lnTo>
                <a:lnTo>
                  <a:pt x="52" y="47"/>
                </a:lnTo>
                <a:lnTo>
                  <a:pt x="51" y="47"/>
                </a:lnTo>
                <a:lnTo>
                  <a:pt x="50" y="47"/>
                </a:lnTo>
                <a:lnTo>
                  <a:pt x="50" y="46"/>
                </a:lnTo>
                <a:lnTo>
                  <a:pt x="50" y="47"/>
                </a:lnTo>
                <a:lnTo>
                  <a:pt x="49" y="47"/>
                </a:lnTo>
                <a:lnTo>
                  <a:pt x="49" y="46"/>
                </a:lnTo>
                <a:lnTo>
                  <a:pt x="50" y="46"/>
                </a:lnTo>
                <a:lnTo>
                  <a:pt x="50" y="45"/>
                </a:lnTo>
                <a:lnTo>
                  <a:pt x="49" y="45"/>
                </a:lnTo>
                <a:lnTo>
                  <a:pt x="49" y="46"/>
                </a:lnTo>
                <a:lnTo>
                  <a:pt x="49" y="45"/>
                </a:lnTo>
                <a:lnTo>
                  <a:pt x="48" y="45"/>
                </a:lnTo>
                <a:lnTo>
                  <a:pt x="48" y="44"/>
                </a:lnTo>
                <a:lnTo>
                  <a:pt x="47" y="43"/>
                </a:lnTo>
                <a:lnTo>
                  <a:pt x="47" y="42"/>
                </a:lnTo>
                <a:lnTo>
                  <a:pt x="48" y="42"/>
                </a:lnTo>
                <a:lnTo>
                  <a:pt x="48" y="41"/>
                </a:lnTo>
                <a:lnTo>
                  <a:pt x="47" y="41"/>
                </a:lnTo>
                <a:lnTo>
                  <a:pt x="46" y="40"/>
                </a:lnTo>
                <a:lnTo>
                  <a:pt x="47" y="39"/>
                </a:lnTo>
                <a:lnTo>
                  <a:pt x="47" y="38"/>
                </a:lnTo>
                <a:lnTo>
                  <a:pt x="48" y="38"/>
                </a:lnTo>
                <a:lnTo>
                  <a:pt x="47" y="37"/>
                </a:lnTo>
                <a:lnTo>
                  <a:pt x="48" y="37"/>
                </a:lnTo>
                <a:lnTo>
                  <a:pt x="48" y="36"/>
                </a:lnTo>
                <a:lnTo>
                  <a:pt x="49" y="36"/>
                </a:lnTo>
                <a:lnTo>
                  <a:pt x="49" y="35"/>
                </a:lnTo>
                <a:lnTo>
                  <a:pt x="50" y="35"/>
                </a:lnTo>
                <a:lnTo>
                  <a:pt x="50" y="36"/>
                </a:lnTo>
                <a:lnTo>
                  <a:pt x="50" y="35"/>
                </a:lnTo>
                <a:lnTo>
                  <a:pt x="50" y="34"/>
                </a:lnTo>
                <a:lnTo>
                  <a:pt x="50" y="33"/>
                </a:lnTo>
                <a:lnTo>
                  <a:pt x="51" y="33"/>
                </a:lnTo>
                <a:lnTo>
                  <a:pt x="52" y="33"/>
                </a:lnTo>
                <a:lnTo>
                  <a:pt x="51" y="33"/>
                </a:lnTo>
                <a:lnTo>
                  <a:pt x="51" y="32"/>
                </a:lnTo>
                <a:lnTo>
                  <a:pt x="52" y="32"/>
                </a:lnTo>
                <a:lnTo>
                  <a:pt x="52" y="31"/>
                </a:lnTo>
                <a:lnTo>
                  <a:pt x="52" y="30"/>
                </a:lnTo>
                <a:lnTo>
                  <a:pt x="52" y="29"/>
                </a:lnTo>
                <a:lnTo>
                  <a:pt x="51" y="28"/>
                </a:lnTo>
                <a:lnTo>
                  <a:pt x="51" y="26"/>
                </a:lnTo>
                <a:lnTo>
                  <a:pt x="51" y="25"/>
                </a:lnTo>
                <a:lnTo>
                  <a:pt x="51" y="24"/>
                </a:lnTo>
                <a:lnTo>
                  <a:pt x="50" y="24"/>
                </a:lnTo>
                <a:lnTo>
                  <a:pt x="51" y="24"/>
                </a:lnTo>
                <a:lnTo>
                  <a:pt x="51" y="23"/>
                </a:lnTo>
                <a:lnTo>
                  <a:pt x="52" y="23"/>
                </a:lnTo>
                <a:lnTo>
                  <a:pt x="53" y="23"/>
                </a:lnTo>
                <a:lnTo>
                  <a:pt x="54" y="23"/>
                </a:lnTo>
                <a:lnTo>
                  <a:pt x="55" y="23"/>
                </a:lnTo>
                <a:lnTo>
                  <a:pt x="54" y="22"/>
                </a:lnTo>
                <a:lnTo>
                  <a:pt x="54" y="21"/>
                </a:lnTo>
                <a:lnTo>
                  <a:pt x="54" y="20"/>
                </a:lnTo>
                <a:lnTo>
                  <a:pt x="54" y="19"/>
                </a:lnTo>
                <a:lnTo>
                  <a:pt x="55" y="19"/>
                </a:lnTo>
                <a:lnTo>
                  <a:pt x="55" y="18"/>
                </a:lnTo>
                <a:lnTo>
                  <a:pt x="57" y="17"/>
                </a:lnTo>
                <a:lnTo>
                  <a:pt x="58" y="17"/>
                </a:lnTo>
                <a:lnTo>
                  <a:pt x="59" y="17"/>
                </a:lnTo>
                <a:lnTo>
                  <a:pt x="60" y="17"/>
                </a:lnTo>
                <a:lnTo>
                  <a:pt x="61" y="16"/>
                </a:lnTo>
                <a:lnTo>
                  <a:pt x="62" y="16"/>
                </a:lnTo>
                <a:lnTo>
                  <a:pt x="63" y="16"/>
                </a:lnTo>
                <a:lnTo>
                  <a:pt x="63" y="15"/>
                </a:lnTo>
                <a:lnTo>
                  <a:pt x="64" y="15"/>
                </a:lnTo>
                <a:lnTo>
                  <a:pt x="64" y="14"/>
                </a:lnTo>
                <a:lnTo>
                  <a:pt x="65" y="14"/>
                </a:lnTo>
                <a:lnTo>
                  <a:pt x="66" y="14"/>
                </a:lnTo>
                <a:lnTo>
                  <a:pt x="66" y="15"/>
                </a:lnTo>
                <a:lnTo>
                  <a:pt x="68" y="15"/>
                </a:lnTo>
                <a:lnTo>
                  <a:pt x="68" y="14"/>
                </a:lnTo>
                <a:lnTo>
                  <a:pt x="69" y="14"/>
                </a:lnTo>
                <a:lnTo>
                  <a:pt x="69" y="13"/>
                </a:lnTo>
                <a:lnTo>
                  <a:pt x="69" y="12"/>
                </a:lnTo>
                <a:lnTo>
                  <a:pt x="69" y="11"/>
                </a:lnTo>
                <a:lnTo>
                  <a:pt x="68" y="10"/>
                </a:lnTo>
                <a:lnTo>
                  <a:pt x="69" y="10"/>
                </a:lnTo>
                <a:lnTo>
                  <a:pt x="70" y="10"/>
                </a:lnTo>
                <a:lnTo>
                  <a:pt x="72" y="10"/>
                </a:lnTo>
                <a:lnTo>
                  <a:pt x="73" y="9"/>
                </a:lnTo>
                <a:lnTo>
                  <a:pt x="74" y="9"/>
                </a:lnTo>
                <a:lnTo>
                  <a:pt x="74" y="8"/>
                </a:lnTo>
                <a:lnTo>
                  <a:pt x="73" y="8"/>
                </a:lnTo>
                <a:lnTo>
                  <a:pt x="72" y="8"/>
                </a:lnTo>
                <a:lnTo>
                  <a:pt x="71" y="7"/>
                </a:lnTo>
                <a:lnTo>
                  <a:pt x="71" y="6"/>
                </a:lnTo>
                <a:lnTo>
                  <a:pt x="72" y="6"/>
                </a:lnTo>
                <a:lnTo>
                  <a:pt x="72" y="7"/>
                </a:lnTo>
                <a:lnTo>
                  <a:pt x="72" y="6"/>
                </a:lnTo>
                <a:lnTo>
                  <a:pt x="73" y="6"/>
                </a:lnTo>
                <a:lnTo>
                  <a:pt x="72" y="6"/>
                </a:lnTo>
                <a:lnTo>
                  <a:pt x="71" y="6"/>
                </a:lnTo>
                <a:lnTo>
                  <a:pt x="71" y="5"/>
                </a:lnTo>
                <a:lnTo>
                  <a:pt x="72" y="4"/>
                </a:lnTo>
                <a:lnTo>
                  <a:pt x="73" y="4"/>
                </a:lnTo>
                <a:lnTo>
                  <a:pt x="72" y="3"/>
                </a:lnTo>
                <a:lnTo>
                  <a:pt x="73" y="3"/>
                </a:lnTo>
                <a:lnTo>
                  <a:pt x="74" y="3"/>
                </a:lnTo>
                <a:lnTo>
                  <a:pt x="75" y="2"/>
                </a:lnTo>
                <a:lnTo>
                  <a:pt x="75" y="1"/>
                </a:lnTo>
                <a:lnTo>
                  <a:pt x="76" y="1"/>
                </a:lnTo>
                <a:lnTo>
                  <a:pt x="77" y="0"/>
                </a:lnTo>
                <a:lnTo>
                  <a:pt x="79" y="0"/>
                </a:lnTo>
                <a:lnTo>
                  <a:pt x="79" y="1"/>
                </a:lnTo>
                <a:close/>
              </a:path>
            </a:pathLst>
          </a:custGeom>
          <a:solidFill>
            <a:srgbClr val="E8F5EC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7" name=""/>
          <p:cNvSpPr/>
          <p:nvPr/>
        </p:nvSpPr>
        <p:spPr>
          <a:xfrm>
            <a:off x="5468040" y="1402200"/>
            <a:ext cx="785160" cy="414720"/>
          </a:xfrm>
          <a:custGeom>
            <a:avLst/>
            <a:gdLst/>
            <a:ahLst/>
            <a:rect l="0" t="0" r="r" b="b"/>
            <a:pathLst>
              <a:path w="2181" h="1152">
                <a:moveTo>
                  <a:pt x="1051" y="1"/>
                </a:moveTo>
                <a:lnTo>
                  <a:pt x="1052" y="1"/>
                </a:lnTo>
                <a:lnTo>
                  <a:pt x="1052" y="2"/>
                </a:lnTo>
                <a:lnTo>
                  <a:pt x="1053" y="2"/>
                </a:lnTo>
                <a:lnTo>
                  <a:pt x="1054" y="2"/>
                </a:lnTo>
                <a:lnTo>
                  <a:pt x="1054" y="1"/>
                </a:lnTo>
                <a:lnTo>
                  <a:pt x="1055" y="1"/>
                </a:lnTo>
                <a:lnTo>
                  <a:pt x="1056" y="1"/>
                </a:lnTo>
                <a:lnTo>
                  <a:pt x="1057" y="1"/>
                </a:lnTo>
                <a:lnTo>
                  <a:pt x="1058" y="1"/>
                </a:lnTo>
                <a:lnTo>
                  <a:pt x="1059" y="1"/>
                </a:lnTo>
                <a:lnTo>
                  <a:pt x="1060" y="1"/>
                </a:lnTo>
                <a:lnTo>
                  <a:pt x="1061" y="1"/>
                </a:lnTo>
                <a:lnTo>
                  <a:pt x="1060" y="2"/>
                </a:lnTo>
                <a:lnTo>
                  <a:pt x="1060" y="3"/>
                </a:lnTo>
                <a:lnTo>
                  <a:pt x="1060" y="4"/>
                </a:lnTo>
                <a:lnTo>
                  <a:pt x="1061" y="4"/>
                </a:lnTo>
                <a:lnTo>
                  <a:pt x="1062" y="4"/>
                </a:lnTo>
                <a:lnTo>
                  <a:pt x="1063" y="4"/>
                </a:lnTo>
                <a:lnTo>
                  <a:pt x="1064" y="4"/>
                </a:lnTo>
                <a:lnTo>
                  <a:pt x="1065" y="4"/>
                </a:lnTo>
                <a:lnTo>
                  <a:pt x="1066" y="4"/>
                </a:lnTo>
                <a:lnTo>
                  <a:pt x="1068" y="5"/>
                </a:lnTo>
                <a:lnTo>
                  <a:pt x="1068" y="4"/>
                </a:lnTo>
                <a:lnTo>
                  <a:pt x="1068" y="3"/>
                </a:lnTo>
                <a:lnTo>
                  <a:pt x="1069" y="3"/>
                </a:lnTo>
                <a:lnTo>
                  <a:pt x="1071" y="3"/>
                </a:lnTo>
                <a:lnTo>
                  <a:pt x="1072" y="3"/>
                </a:lnTo>
                <a:lnTo>
                  <a:pt x="1072" y="4"/>
                </a:lnTo>
                <a:lnTo>
                  <a:pt x="1072" y="5"/>
                </a:lnTo>
                <a:lnTo>
                  <a:pt x="1073" y="5"/>
                </a:lnTo>
                <a:lnTo>
                  <a:pt x="1073" y="6"/>
                </a:lnTo>
                <a:lnTo>
                  <a:pt x="1074" y="6"/>
                </a:lnTo>
                <a:lnTo>
                  <a:pt x="1074" y="7"/>
                </a:lnTo>
                <a:lnTo>
                  <a:pt x="1075" y="8"/>
                </a:lnTo>
                <a:lnTo>
                  <a:pt x="1075" y="9"/>
                </a:lnTo>
                <a:lnTo>
                  <a:pt x="1075" y="10"/>
                </a:lnTo>
                <a:lnTo>
                  <a:pt x="1075" y="11"/>
                </a:lnTo>
                <a:lnTo>
                  <a:pt x="1075" y="12"/>
                </a:lnTo>
                <a:lnTo>
                  <a:pt x="1076" y="12"/>
                </a:lnTo>
                <a:lnTo>
                  <a:pt x="1077" y="12"/>
                </a:lnTo>
                <a:lnTo>
                  <a:pt x="1078" y="12"/>
                </a:lnTo>
                <a:lnTo>
                  <a:pt x="1079" y="12"/>
                </a:lnTo>
                <a:lnTo>
                  <a:pt x="1079" y="13"/>
                </a:lnTo>
                <a:lnTo>
                  <a:pt x="1080" y="13"/>
                </a:lnTo>
                <a:lnTo>
                  <a:pt x="1080" y="14"/>
                </a:lnTo>
                <a:lnTo>
                  <a:pt x="1081" y="14"/>
                </a:lnTo>
                <a:lnTo>
                  <a:pt x="1081" y="15"/>
                </a:lnTo>
                <a:lnTo>
                  <a:pt x="1084" y="15"/>
                </a:lnTo>
                <a:lnTo>
                  <a:pt x="1085" y="16"/>
                </a:lnTo>
                <a:lnTo>
                  <a:pt x="1086" y="16"/>
                </a:lnTo>
                <a:lnTo>
                  <a:pt x="1085" y="16"/>
                </a:lnTo>
                <a:lnTo>
                  <a:pt x="1086" y="17"/>
                </a:lnTo>
                <a:lnTo>
                  <a:pt x="1085" y="17"/>
                </a:lnTo>
                <a:lnTo>
                  <a:pt x="1085" y="18"/>
                </a:lnTo>
                <a:lnTo>
                  <a:pt x="1086" y="18"/>
                </a:lnTo>
                <a:lnTo>
                  <a:pt x="1086" y="19"/>
                </a:lnTo>
                <a:lnTo>
                  <a:pt x="1087" y="19"/>
                </a:lnTo>
                <a:lnTo>
                  <a:pt x="1086" y="19"/>
                </a:lnTo>
                <a:lnTo>
                  <a:pt x="1086" y="20"/>
                </a:lnTo>
                <a:lnTo>
                  <a:pt x="1087" y="20"/>
                </a:lnTo>
                <a:lnTo>
                  <a:pt x="1087" y="21"/>
                </a:lnTo>
                <a:lnTo>
                  <a:pt x="1088" y="21"/>
                </a:lnTo>
                <a:lnTo>
                  <a:pt x="1089" y="21"/>
                </a:lnTo>
                <a:lnTo>
                  <a:pt x="1089" y="22"/>
                </a:lnTo>
                <a:lnTo>
                  <a:pt x="1090" y="23"/>
                </a:lnTo>
                <a:lnTo>
                  <a:pt x="1091" y="23"/>
                </a:lnTo>
                <a:lnTo>
                  <a:pt x="1092" y="23"/>
                </a:lnTo>
                <a:lnTo>
                  <a:pt x="1093" y="23"/>
                </a:lnTo>
                <a:lnTo>
                  <a:pt x="1093" y="22"/>
                </a:lnTo>
                <a:lnTo>
                  <a:pt x="1093" y="21"/>
                </a:lnTo>
                <a:lnTo>
                  <a:pt x="1093" y="20"/>
                </a:lnTo>
                <a:lnTo>
                  <a:pt x="1093" y="19"/>
                </a:lnTo>
                <a:lnTo>
                  <a:pt x="1094" y="19"/>
                </a:lnTo>
                <a:lnTo>
                  <a:pt x="1094" y="18"/>
                </a:lnTo>
                <a:lnTo>
                  <a:pt x="1095" y="18"/>
                </a:lnTo>
                <a:lnTo>
                  <a:pt x="1095" y="17"/>
                </a:lnTo>
                <a:lnTo>
                  <a:pt x="1096" y="17"/>
                </a:lnTo>
                <a:lnTo>
                  <a:pt x="1098" y="16"/>
                </a:lnTo>
                <a:lnTo>
                  <a:pt x="1099" y="15"/>
                </a:lnTo>
                <a:lnTo>
                  <a:pt x="1099" y="16"/>
                </a:lnTo>
                <a:lnTo>
                  <a:pt x="1100" y="16"/>
                </a:lnTo>
                <a:lnTo>
                  <a:pt x="1101" y="16"/>
                </a:lnTo>
                <a:lnTo>
                  <a:pt x="1102" y="16"/>
                </a:lnTo>
                <a:lnTo>
                  <a:pt x="1103" y="16"/>
                </a:lnTo>
                <a:lnTo>
                  <a:pt x="1104" y="16"/>
                </a:lnTo>
                <a:lnTo>
                  <a:pt x="1104" y="15"/>
                </a:lnTo>
                <a:lnTo>
                  <a:pt x="1105" y="15"/>
                </a:lnTo>
                <a:lnTo>
                  <a:pt x="1106" y="15"/>
                </a:lnTo>
                <a:lnTo>
                  <a:pt x="1107" y="15"/>
                </a:lnTo>
                <a:lnTo>
                  <a:pt x="1108" y="15"/>
                </a:lnTo>
                <a:lnTo>
                  <a:pt x="1108" y="16"/>
                </a:lnTo>
                <a:lnTo>
                  <a:pt x="1109" y="17"/>
                </a:lnTo>
                <a:lnTo>
                  <a:pt x="1109" y="18"/>
                </a:lnTo>
                <a:lnTo>
                  <a:pt x="1110" y="18"/>
                </a:lnTo>
                <a:lnTo>
                  <a:pt x="1110" y="19"/>
                </a:lnTo>
                <a:lnTo>
                  <a:pt x="1111" y="20"/>
                </a:lnTo>
                <a:lnTo>
                  <a:pt x="1112" y="20"/>
                </a:lnTo>
                <a:lnTo>
                  <a:pt x="1112" y="21"/>
                </a:lnTo>
                <a:lnTo>
                  <a:pt x="1112" y="20"/>
                </a:lnTo>
                <a:lnTo>
                  <a:pt x="1113" y="20"/>
                </a:lnTo>
                <a:lnTo>
                  <a:pt x="1114" y="21"/>
                </a:lnTo>
                <a:lnTo>
                  <a:pt x="1115" y="21"/>
                </a:lnTo>
                <a:lnTo>
                  <a:pt x="1115" y="20"/>
                </a:lnTo>
                <a:lnTo>
                  <a:pt x="1116" y="20"/>
                </a:lnTo>
                <a:lnTo>
                  <a:pt x="1117" y="20"/>
                </a:lnTo>
                <a:lnTo>
                  <a:pt x="1117" y="21"/>
                </a:lnTo>
                <a:lnTo>
                  <a:pt x="1118" y="21"/>
                </a:lnTo>
                <a:lnTo>
                  <a:pt x="1119" y="21"/>
                </a:lnTo>
                <a:lnTo>
                  <a:pt x="1119" y="22"/>
                </a:lnTo>
                <a:lnTo>
                  <a:pt x="1120" y="22"/>
                </a:lnTo>
                <a:lnTo>
                  <a:pt x="1120" y="23"/>
                </a:lnTo>
                <a:lnTo>
                  <a:pt x="1121" y="23"/>
                </a:lnTo>
                <a:lnTo>
                  <a:pt x="1120" y="23"/>
                </a:lnTo>
                <a:lnTo>
                  <a:pt x="1121" y="23"/>
                </a:lnTo>
                <a:lnTo>
                  <a:pt x="1122" y="23"/>
                </a:lnTo>
                <a:lnTo>
                  <a:pt x="1123" y="24"/>
                </a:lnTo>
                <a:lnTo>
                  <a:pt x="1124" y="24"/>
                </a:lnTo>
                <a:lnTo>
                  <a:pt x="1125" y="24"/>
                </a:lnTo>
                <a:lnTo>
                  <a:pt x="1126" y="24"/>
                </a:lnTo>
                <a:lnTo>
                  <a:pt x="1126" y="25"/>
                </a:lnTo>
                <a:lnTo>
                  <a:pt x="1126" y="26"/>
                </a:lnTo>
                <a:lnTo>
                  <a:pt x="1126" y="27"/>
                </a:lnTo>
                <a:lnTo>
                  <a:pt x="1127" y="27"/>
                </a:lnTo>
                <a:lnTo>
                  <a:pt x="1128" y="28"/>
                </a:lnTo>
                <a:lnTo>
                  <a:pt x="1129" y="28"/>
                </a:lnTo>
                <a:lnTo>
                  <a:pt x="1130" y="28"/>
                </a:lnTo>
                <a:lnTo>
                  <a:pt x="1131" y="27"/>
                </a:lnTo>
                <a:lnTo>
                  <a:pt x="1132" y="27"/>
                </a:lnTo>
                <a:lnTo>
                  <a:pt x="1133" y="27"/>
                </a:lnTo>
                <a:lnTo>
                  <a:pt x="1134" y="27"/>
                </a:lnTo>
                <a:lnTo>
                  <a:pt x="1135" y="27"/>
                </a:lnTo>
                <a:lnTo>
                  <a:pt x="1136" y="27"/>
                </a:lnTo>
                <a:lnTo>
                  <a:pt x="1137" y="27"/>
                </a:lnTo>
                <a:lnTo>
                  <a:pt x="1137" y="26"/>
                </a:lnTo>
                <a:lnTo>
                  <a:pt x="1138" y="26"/>
                </a:lnTo>
                <a:lnTo>
                  <a:pt x="1138" y="25"/>
                </a:lnTo>
                <a:lnTo>
                  <a:pt x="1139" y="25"/>
                </a:lnTo>
                <a:lnTo>
                  <a:pt x="1139" y="24"/>
                </a:lnTo>
                <a:lnTo>
                  <a:pt x="1139" y="23"/>
                </a:lnTo>
                <a:lnTo>
                  <a:pt x="1141" y="23"/>
                </a:lnTo>
                <a:lnTo>
                  <a:pt x="1142" y="24"/>
                </a:lnTo>
                <a:lnTo>
                  <a:pt x="1141" y="24"/>
                </a:lnTo>
                <a:lnTo>
                  <a:pt x="1141" y="25"/>
                </a:lnTo>
                <a:lnTo>
                  <a:pt x="1142" y="25"/>
                </a:lnTo>
                <a:lnTo>
                  <a:pt x="1142" y="26"/>
                </a:lnTo>
                <a:lnTo>
                  <a:pt x="1143" y="26"/>
                </a:lnTo>
                <a:lnTo>
                  <a:pt x="1143" y="27"/>
                </a:lnTo>
                <a:lnTo>
                  <a:pt x="1144" y="27"/>
                </a:lnTo>
                <a:lnTo>
                  <a:pt x="1144" y="28"/>
                </a:lnTo>
                <a:lnTo>
                  <a:pt x="1145" y="29"/>
                </a:lnTo>
                <a:lnTo>
                  <a:pt x="1145" y="30"/>
                </a:lnTo>
                <a:lnTo>
                  <a:pt x="1146" y="31"/>
                </a:lnTo>
                <a:lnTo>
                  <a:pt x="1147" y="31"/>
                </a:lnTo>
                <a:lnTo>
                  <a:pt x="1148" y="31"/>
                </a:lnTo>
                <a:lnTo>
                  <a:pt x="1148" y="30"/>
                </a:lnTo>
                <a:lnTo>
                  <a:pt x="1149" y="30"/>
                </a:lnTo>
                <a:lnTo>
                  <a:pt x="1150" y="30"/>
                </a:lnTo>
                <a:lnTo>
                  <a:pt x="1151" y="30"/>
                </a:lnTo>
                <a:lnTo>
                  <a:pt x="1152" y="30"/>
                </a:lnTo>
                <a:lnTo>
                  <a:pt x="1152" y="31"/>
                </a:lnTo>
                <a:lnTo>
                  <a:pt x="1153" y="31"/>
                </a:lnTo>
                <a:lnTo>
                  <a:pt x="1153" y="30"/>
                </a:lnTo>
                <a:lnTo>
                  <a:pt x="1155" y="31"/>
                </a:lnTo>
                <a:lnTo>
                  <a:pt x="1155" y="32"/>
                </a:lnTo>
                <a:lnTo>
                  <a:pt x="1156" y="32"/>
                </a:lnTo>
                <a:lnTo>
                  <a:pt x="1156" y="33"/>
                </a:lnTo>
                <a:lnTo>
                  <a:pt x="1157" y="33"/>
                </a:lnTo>
                <a:lnTo>
                  <a:pt x="1158" y="33"/>
                </a:lnTo>
                <a:lnTo>
                  <a:pt x="1158" y="32"/>
                </a:lnTo>
                <a:lnTo>
                  <a:pt x="1158" y="33"/>
                </a:lnTo>
                <a:lnTo>
                  <a:pt x="1159" y="33"/>
                </a:lnTo>
                <a:lnTo>
                  <a:pt x="1160" y="33"/>
                </a:lnTo>
                <a:lnTo>
                  <a:pt x="1160" y="34"/>
                </a:lnTo>
                <a:lnTo>
                  <a:pt x="1161" y="34"/>
                </a:lnTo>
                <a:lnTo>
                  <a:pt x="1161" y="35"/>
                </a:lnTo>
                <a:lnTo>
                  <a:pt x="1161" y="36"/>
                </a:lnTo>
                <a:lnTo>
                  <a:pt x="1162" y="36"/>
                </a:lnTo>
                <a:lnTo>
                  <a:pt x="1163" y="36"/>
                </a:lnTo>
                <a:lnTo>
                  <a:pt x="1163" y="37"/>
                </a:lnTo>
                <a:lnTo>
                  <a:pt x="1164" y="37"/>
                </a:lnTo>
                <a:lnTo>
                  <a:pt x="1164" y="38"/>
                </a:lnTo>
                <a:lnTo>
                  <a:pt x="1165" y="38"/>
                </a:lnTo>
                <a:lnTo>
                  <a:pt x="1166" y="38"/>
                </a:lnTo>
                <a:lnTo>
                  <a:pt x="1166" y="39"/>
                </a:lnTo>
                <a:lnTo>
                  <a:pt x="1167" y="39"/>
                </a:lnTo>
                <a:lnTo>
                  <a:pt x="1167" y="40"/>
                </a:lnTo>
                <a:lnTo>
                  <a:pt x="1168" y="40"/>
                </a:lnTo>
                <a:lnTo>
                  <a:pt x="1168" y="39"/>
                </a:lnTo>
                <a:lnTo>
                  <a:pt x="1169" y="39"/>
                </a:lnTo>
                <a:lnTo>
                  <a:pt x="1169" y="40"/>
                </a:lnTo>
                <a:lnTo>
                  <a:pt x="1170" y="41"/>
                </a:lnTo>
                <a:lnTo>
                  <a:pt x="1171" y="41"/>
                </a:lnTo>
                <a:lnTo>
                  <a:pt x="1171" y="42"/>
                </a:lnTo>
                <a:lnTo>
                  <a:pt x="1172" y="42"/>
                </a:lnTo>
                <a:lnTo>
                  <a:pt x="1173" y="42"/>
                </a:lnTo>
                <a:lnTo>
                  <a:pt x="1174" y="42"/>
                </a:lnTo>
                <a:lnTo>
                  <a:pt x="1175" y="42"/>
                </a:lnTo>
                <a:lnTo>
                  <a:pt x="1175" y="41"/>
                </a:lnTo>
                <a:lnTo>
                  <a:pt x="1176" y="42"/>
                </a:lnTo>
                <a:lnTo>
                  <a:pt x="1177" y="42"/>
                </a:lnTo>
                <a:lnTo>
                  <a:pt x="1178" y="42"/>
                </a:lnTo>
                <a:lnTo>
                  <a:pt x="1178" y="43"/>
                </a:lnTo>
                <a:lnTo>
                  <a:pt x="1179" y="43"/>
                </a:lnTo>
                <a:lnTo>
                  <a:pt x="1179" y="44"/>
                </a:lnTo>
                <a:lnTo>
                  <a:pt x="1180" y="44"/>
                </a:lnTo>
                <a:lnTo>
                  <a:pt x="1180" y="45"/>
                </a:lnTo>
                <a:lnTo>
                  <a:pt x="1181" y="45"/>
                </a:lnTo>
                <a:lnTo>
                  <a:pt x="1182" y="45"/>
                </a:lnTo>
                <a:lnTo>
                  <a:pt x="1183" y="45"/>
                </a:lnTo>
                <a:lnTo>
                  <a:pt x="1184" y="46"/>
                </a:lnTo>
                <a:lnTo>
                  <a:pt x="1185" y="46"/>
                </a:lnTo>
                <a:lnTo>
                  <a:pt x="1185" y="47"/>
                </a:lnTo>
                <a:lnTo>
                  <a:pt x="1186" y="46"/>
                </a:lnTo>
                <a:lnTo>
                  <a:pt x="1186" y="47"/>
                </a:lnTo>
                <a:lnTo>
                  <a:pt x="1187" y="47"/>
                </a:lnTo>
                <a:lnTo>
                  <a:pt x="1188" y="47"/>
                </a:lnTo>
                <a:lnTo>
                  <a:pt x="1189" y="47"/>
                </a:lnTo>
                <a:lnTo>
                  <a:pt x="1189" y="46"/>
                </a:lnTo>
                <a:lnTo>
                  <a:pt x="1190" y="46"/>
                </a:lnTo>
                <a:lnTo>
                  <a:pt x="1190" y="47"/>
                </a:lnTo>
                <a:lnTo>
                  <a:pt x="1191" y="47"/>
                </a:lnTo>
                <a:lnTo>
                  <a:pt x="1190" y="47"/>
                </a:lnTo>
                <a:lnTo>
                  <a:pt x="1189" y="47"/>
                </a:lnTo>
                <a:lnTo>
                  <a:pt x="1188" y="48"/>
                </a:lnTo>
                <a:lnTo>
                  <a:pt x="1187" y="48"/>
                </a:lnTo>
                <a:lnTo>
                  <a:pt x="1187" y="49"/>
                </a:lnTo>
                <a:lnTo>
                  <a:pt x="1186" y="49"/>
                </a:lnTo>
                <a:lnTo>
                  <a:pt x="1186" y="50"/>
                </a:lnTo>
                <a:lnTo>
                  <a:pt x="1185" y="50"/>
                </a:lnTo>
                <a:lnTo>
                  <a:pt x="1184" y="50"/>
                </a:lnTo>
                <a:lnTo>
                  <a:pt x="1184" y="51"/>
                </a:lnTo>
                <a:lnTo>
                  <a:pt x="1183" y="52"/>
                </a:lnTo>
                <a:lnTo>
                  <a:pt x="1182" y="52"/>
                </a:lnTo>
                <a:lnTo>
                  <a:pt x="1181" y="52"/>
                </a:lnTo>
                <a:lnTo>
                  <a:pt x="1181" y="53"/>
                </a:lnTo>
                <a:lnTo>
                  <a:pt x="1180" y="53"/>
                </a:lnTo>
                <a:lnTo>
                  <a:pt x="1180" y="54"/>
                </a:lnTo>
                <a:lnTo>
                  <a:pt x="1179" y="54"/>
                </a:lnTo>
                <a:lnTo>
                  <a:pt x="1177" y="54"/>
                </a:lnTo>
                <a:lnTo>
                  <a:pt x="1176" y="54"/>
                </a:lnTo>
                <a:lnTo>
                  <a:pt x="1175" y="54"/>
                </a:lnTo>
                <a:lnTo>
                  <a:pt x="1174" y="55"/>
                </a:lnTo>
                <a:lnTo>
                  <a:pt x="1173" y="55"/>
                </a:lnTo>
                <a:lnTo>
                  <a:pt x="1172" y="55"/>
                </a:lnTo>
                <a:lnTo>
                  <a:pt x="1171" y="55"/>
                </a:lnTo>
                <a:lnTo>
                  <a:pt x="1170" y="55"/>
                </a:lnTo>
                <a:lnTo>
                  <a:pt x="1169" y="55"/>
                </a:lnTo>
                <a:lnTo>
                  <a:pt x="1168" y="55"/>
                </a:lnTo>
                <a:lnTo>
                  <a:pt x="1167" y="55"/>
                </a:lnTo>
                <a:lnTo>
                  <a:pt x="1166" y="55"/>
                </a:lnTo>
                <a:lnTo>
                  <a:pt x="1165" y="55"/>
                </a:lnTo>
                <a:lnTo>
                  <a:pt x="1164" y="55"/>
                </a:lnTo>
                <a:lnTo>
                  <a:pt x="1163" y="55"/>
                </a:lnTo>
                <a:lnTo>
                  <a:pt x="1163" y="54"/>
                </a:lnTo>
                <a:lnTo>
                  <a:pt x="1162" y="54"/>
                </a:lnTo>
                <a:lnTo>
                  <a:pt x="1162" y="53"/>
                </a:lnTo>
                <a:lnTo>
                  <a:pt x="1161" y="53"/>
                </a:lnTo>
                <a:lnTo>
                  <a:pt x="1160" y="53"/>
                </a:lnTo>
                <a:lnTo>
                  <a:pt x="1160" y="54"/>
                </a:lnTo>
                <a:lnTo>
                  <a:pt x="1159" y="54"/>
                </a:lnTo>
                <a:lnTo>
                  <a:pt x="1159" y="55"/>
                </a:lnTo>
                <a:lnTo>
                  <a:pt x="1159" y="56"/>
                </a:lnTo>
                <a:lnTo>
                  <a:pt x="1159" y="57"/>
                </a:lnTo>
                <a:lnTo>
                  <a:pt x="1160" y="57"/>
                </a:lnTo>
                <a:lnTo>
                  <a:pt x="1161" y="57"/>
                </a:lnTo>
                <a:lnTo>
                  <a:pt x="1161" y="58"/>
                </a:lnTo>
                <a:lnTo>
                  <a:pt x="1161" y="59"/>
                </a:lnTo>
                <a:lnTo>
                  <a:pt x="1162" y="59"/>
                </a:lnTo>
                <a:lnTo>
                  <a:pt x="1161" y="59"/>
                </a:lnTo>
                <a:lnTo>
                  <a:pt x="1161" y="60"/>
                </a:lnTo>
                <a:lnTo>
                  <a:pt x="1161" y="61"/>
                </a:lnTo>
                <a:lnTo>
                  <a:pt x="1161" y="62"/>
                </a:lnTo>
                <a:lnTo>
                  <a:pt x="1161" y="63"/>
                </a:lnTo>
                <a:lnTo>
                  <a:pt x="1162" y="63"/>
                </a:lnTo>
                <a:lnTo>
                  <a:pt x="1162" y="64"/>
                </a:lnTo>
                <a:lnTo>
                  <a:pt x="1162" y="65"/>
                </a:lnTo>
                <a:lnTo>
                  <a:pt x="1161" y="65"/>
                </a:lnTo>
                <a:lnTo>
                  <a:pt x="1161" y="66"/>
                </a:lnTo>
                <a:lnTo>
                  <a:pt x="1161" y="67"/>
                </a:lnTo>
                <a:lnTo>
                  <a:pt x="1161" y="68"/>
                </a:lnTo>
                <a:lnTo>
                  <a:pt x="1162" y="68"/>
                </a:lnTo>
                <a:lnTo>
                  <a:pt x="1163" y="68"/>
                </a:lnTo>
                <a:lnTo>
                  <a:pt x="1163" y="69"/>
                </a:lnTo>
                <a:lnTo>
                  <a:pt x="1164" y="69"/>
                </a:lnTo>
                <a:lnTo>
                  <a:pt x="1165" y="70"/>
                </a:lnTo>
                <a:lnTo>
                  <a:pt x="1166" y="70"/>
                </a:lnTo>
                <a:lnTo>
                  <a:pt x="1167" y="70"/>
                </a:lnTo>
                <a:lnTo>
                  <a:pt x="1168" y="70"/>
                </a:lnTo>
                <a:lnTo>
                  <a:pt x="1169" y="70"/>
                </a:lnTo>
                <a:lnTo>
                  <a:pt x="1169" y="71"/>
                </a:lnTo>
                <a:lnTo>
                  <a:pt x="1170" y="71"/>
                </a:lnTo>
                <a:lnTo>
                  <a:pt x="1171" y="71"/>
                </a:lnTo>
                <a:lnTo>
                  <a:pt x="1173" y="72"/>
                </a:lnTo>
                <a:lnTo>
                  <a:pt x="1174" y="72"/>
                </a:lnTo>
                <a:lnTo>
                  <a:pt x="1175" y="73"/>
                </a:lnTo>
                <a:lnTo>
                  <a:pt x="1174" y="73"/>
                </a:lnTo>
                <a:lnTo>
                  <a:pt x="1173" y="73"/>
                </a:lnTo>
                <a:lnTo>
                  <a:pt x="1172" y="73"/>
                </a:lnTo>
                <a:lnTo>
                  <a:pt x="1172" y="74"/>
                </a:lnTo>
                <a:lnTo>
                  <a:pt x="1173" y="74"/>
                </a:lnTo>
                <a:lnTo>
                  <a:pt x="1174" y="74"/>
                </a:lnTo>
                <a:lnTo>
                  <a:pt x="1174" y="75"/>
                </a:lnTo>
                <a:lnTo>
                  <a:pt x="1175" y="75"/>
                </a:lnTo>
                <a:lnTo>
                  <a:pt x="1176" y="75"/>
                </a:lnTo>
                <a:lnTo>
                  <a:pt x="1177" y="75"/>
                </a:lnTo>
                <a:lnTo>
                  <a:pt x="1178" y="75"/>
                </a:lnTo>
                <a:lnTo>
                  <a:pt x="1179" y="75"/>
                </a:lnTo>
                <a:lnTo>
                  <a:pt x="1180" y="75"/>
                </a:lnTo>
                <a:lnTo>
                  <a:pt x="1182" y="75"/>
                </a:lnTo>
                <a:lnTo>
                  <a:pt x="1184" y="75"/>
                </a:lnTo>
                <a:lnTo>
                  <a:pt x="1184" y="76"/>
                </a:lnTo>
                <a:lnTo>
                  <a:pt x="1185" y="76"/>
                </a:lnTo>
                <a:lnTo>
                  <a:pt x="1186" y="76"/>
                </a:lnTo>
                <a:lnTo>
                  <a:pt x="1187" y="76"/>
                </a:lnTo>
                <a:lnTo>
                  <a:pt x="1188" y="76"/>
                </a:lnTo>
                <a:lnTo>
                  <a:pt x="1189" y="76"/>
                </a:lnTo>
                <a:lnTo>
                  <a:pt x="1191" y="76"/>
                </a:lnTo>
                <a:lnTo>
                  <a:pt x="1192" y="76"/>
                </a:lnTo>
                <a:lnTo>
                  <a:pt x="1193" y="75"/>
                </a:lnTo>
                <a:lnTo>
                  <a:pt x="1194" y="75"/>
                </a:lnTo>
                <a:lnTo>
                  <a:pt x="1195" y="75"/>
                </a:lnTo>
                <a:lnTo>
                  <a:pt x="1195" y="76"/>
                </a:lnTo>
                <a:lnTo>
                  <a:pt x="1195" y="75"/>
                </a:lnTo>
                <a:lnTo>
                  <a:pt x="1196" y="75"/>
                </a:lnTo>
                <a:lnTo>
                  <a:pt x="1197" y="75"/>
                </a:lnTo>
                <a:lnTo>
                  <a:pt x="1198" y="75"/>
                </a:lnTo>
                <a:lnTo>
                  <a:pt x="1199" y="75"/>
                </a:lnTo>
                <a:lnTo>
                  <a:pt x="1200" y="75"/>
                </a:lnTo>
                <a:lnTo>
                  <a:pt x="1200" y="76"/>
                </a:lnTo>
                <a:lnTo>
                  <a:pt x="1201" y="76"/>
                </a:lnTo>
                <a:lnTo>
                  <a:pt x="1200" y="76"/>
                </a:lnTo>
                <a:lnTo>
                  <a:pt x="1200" y="77"/>
                </a:lnTo>
                <a:lnTo>
                  <a:pt x="1199" y="78"/>
                </a:lnTo>
                <a:lnTo>
                  <a:pt x="1198" y="78"/>
                </a:lnTo>
                <a:lnTo>
                  <a:pt x="1198" y="79"/>
                </a:lnTo>
                <a:lnTo>
                  <a:pt x="1199" y="79"/>
                </a:lnTo>
                <a:lnTo>
                  <a:pt x="1199" y="80"/>
                </a:lnTo>
                <a:lnTo>
                  <a:pt x="1198" y="81"/>
                </a:lnTo>
                <a:lnTo>
                  <a:pt x="1197" y="82"/>
                </a:lnTo>
                <a:lnTo>
                  <a:pt x="1197" y="83"/>
                </a:lnTo>
                <a:lnTo>
                  <a:pt x="1197" y="84"/>
                </a:lnTo>
                <a:lnTo>
                  <a:pt x="1198" y="84"/>
                </a:lnTo>
                <a:lnTo>
                  <a:pt x="1198" y="85"/>
                </a:lnTo>
                <a:lnTo>
                  <a:pt x="1198" y="86"/>
                </a:lnTo>
                <a:lnTo>
                  <a:pt x="1198" y="87"/>
                </a:lnTo>
                <a:lnTo>
                  <a:pt x="1197" y="87"/>
                </a:lnTo>
                <a:lnTo>
                  <a:pt x="1197" y="86"/>
                </a:lnTo>
                <a:lnTo>
                  <a:pt x="1196" y="86"/>
                </a:lnTo>
                <a:lnTo>
                  <a:pt x="1196" y="87"/>
                </a:lnTo>
                <a:lnTo>
                  <a:pt x="1195" y="87"/>
                </a:lnTo>
                <a:lnTo>
                  <a:pt x="1195" y="88"/>
                </a:lnTo>
                <a:lnTo>
                  <a:pt x="1195" y="89"/>
                </a:lnTo>
                <a:lnTo>
                  <a:pt x="1195" y="90"/>
                </a:lnTo>
                <a:lnTo>
                  <a:pt x="1195" y="91"/>
                </a:lnTo>
                <a:lnTo>
                  <a:pt x="1194" y="92"/>
                </a:lnTo>
                <a:lnTo>
                  <a:pt x="1194" y="93"/>
                </a:lnTo>
                <a:lnTo>
                  <a:pt x="1195" y="93"/>
                </a:lnTo>
                <a:lnTo>
                  <a:pt x="1195" y="94"/>
                </a:lnTo>
                <a:lnTo>
                  <a:pt x="1194" y="94"/>
                </a:lnTo>
                <a:lnTo>
                  <a:pt x="1195" y="94"/>
                </a:lnTo>
                <a:lnTo>
                  <a:pt x="1195" y="95"/>
                </a:lnTo>
                <a:lnTo>
                  <a:pt x="1195" y="96"/>
                </a:lnTo>
                <a:lnTo>
                  <a:pt x="1195" y="97"/>
                </a:lnTo>
                <a:lnTo>
                  <a:pt x="1195" y="98"/>
                </a:lnTo>
                <a:lnTo>
                  <a:pt x="1195" y="99"/>
                </a:lnTo>
                <a:lnTo>
                  <a:pt x="1194" y="99"/>
                </a:lnTo>
                <a:lnTo>
                  <a:pt x="1193" y="99"/>
                </a:lnTo>
                <a:lnTo>
                  <a:pt x="1193" y="100"/>
                </a:lnTo>
                <a:lnTo>
                  <a:pt x="1192" y="100"/>
                </a:lnTo>
                <a:lnTo>
                  <a:pt x="1193" y="100"/>
                </a:lnTo>
                <a:lnTo>
                  <a:pt x="1193" y="101"/>
                </a:lnTo>
                <a:lnTo>
                  <a:pt x="1194" y="102"/>
                </a:lnTo>
                <a:lnTo>
                  <a:pt x="1194" y="103"/>
                </a:lnTo>
                <a:lnTo>
                  <a:pt x="1194" y="104"/>
                </a:lnTo>
                <a:lnTo>
                  <a:pt x="1195" y="104"/>
                </a:lnTo>
                <a:lnTo>
                  <a:pt x="1195" y="105"/>
                </a:lnTo>
                <a:lnTo>
                  <a:pt x="1196" y="105"/>
                </a:lnTo>
                <a:lnTo>
                  <a:pt x="1196" y="106"/>
                </a:lnTo>
                <a:lnTo>
                  <a:pt x="1197" y="106"/>
                </a:lnTo>
                <a:lnTo>
                  <a:pt x="1197" y="107"/>
                </a:lnTo>
                <a:lnTo>
                  <a:pt x="1196" y="107"/>
                </a:lnTo>
                <a:lnTo>
                  <a:pt x="1196" y="108"/>
                </a:lnTo>
                <a:lnTo>
                  <a:pt x="1195" y="108"/>
                </a:lnTo>
                <a:lnTo>
                  <a:pt x="1194" y="108"/>
                </a:lnTo>
                <a:lnTo>
                  <a:pt x="1193" y="108"/>
                </a:lnTo>
                <a:lnTo>
                  <a:pt x="1192" y="108"/>
                </a:lnTo>
                <a:lnTo>
                  <a:pt x="1191" y="108"/>
                </a:lnTo>
                <a:lnTo>
                  <a:pt x="1191" y="109"/>
                </a:lnTo>
                <a:lnTo>
                  <a:pt x="1191" y="110"/>
                </a:lnTo>
                <a:lnTo>
                  <a:pt x="1190" y="110"/>
                </a:lnTo>
                <a:lnTo>
                  <a:pt x="1190" y="111"/>
                </a:lnTo>
                <a:lnTo>
                  <a:pt x="1190" y="112"/>
                </a:lnTo>
                <a:lnTo>
                  <a:pt x="1190" y="113"/>
                </a:lnTo>
                <a:lnTo>
                  <a:pt x="1190" y="114"/>
                </a:lnTo>
                <a:lnTo>
                  <a:pt x="1190" y="115"/>
                </a:lnTo>
                <a:lnTo>
                  <a:pt x="1191" y="115"/>
                </a:lnTo>
                <a:lnTo>
                  <a:pt x="1191" y="116"/>
                </a:lnTo>
                <a:lnTo>
                  <a:pt x="1190" y="117"/>
                </a:lnTo>
                <a:lnTo>
                  <a:pt x="1192" y="117"/>
                </a:lnTo>
                <a:lnTo>
                  <a:pt x="1193" y="117"/>
                </a:lnTo>
                <a:lnTo>
                  <a:pt x="1194" y="117"/>
                </a:lnTo>
                <a:lnTo>
                  <a:pt x="1195" y="117"/>
                </a:lnTo>
                <a:lnTo>
                  <a:pt x="1195" y="118"/>
                </a:lnTo>
                <a:lnTo>
                  <a:pt x="1195" y="119"/>
                </a:lnTo>
                <a:lnTo>
                  <a:pt x="1196" y="119"/>
                </a:lnTo>
                <a:lnTo>
                  <a:pt x="1197" y="120"/>
                </a:lnTo>
                <a:lnTo>
                  <a:pt x="1196" y="120"/>
                </a:lnTo>
                <a:lnTo>
                  <a:pt x="1195" y="120"/>
                </a:lnTo>
                <a:lnTo>
                  <a:pt x="1194" y="120"/>
                </a:lnTo>
                <a:lnTo>
                  <a:pt x="1194" y="121"/>
                </a:lnTo>
                <a:lnTo>
                  <a:pt x="1194" y="122"/>
                </a:lnTo>
                <a:lnTo>
                  <a:pt x="1194" y="121"/>
                </a:lnTo>
                <a:lnTo>
                  <a:pt x="1193" y="121"/>
                </a:lnTo>
                <a:lnTo>
                  <a:pt x="1193" y="122"/>
                </a:lnTo>
                <a:lnTo>
                  <a:pt x="1193" y="123"/>
                </a:lnTo>
                <a:lnTo>
                  <a:pt x="1192" y="123"/>
                </a:lnTo>
                <a:lnTo>
                  <a:pt x="1192" y="124"/>
                </a:lnTo>
                <a:lnTo>
                  <a:pt x="1191" y="124"/>
                </a:lnTo>
                <a:lnTo>
                  <a:pt x="1191" y="125"/>
                </a:lnTo>
                <a:lnTo>
                  <a:pt x="1190" y="125"/>
                </a:lnTo>
                <a:lnTo>
                  <a:pt x="1190" y="126"/>
                </a:lnTo>
                <a:lnTo>
                  <a:pt x="1190" y="127"/>
                </a:lnTo>
                <a:lnTo>
                  <a:pt x="1189" y="127"/>
                </a:lnTo>
                <a:lnTo>
                  <a:pt x="1189" y="128"/>
                </a:lnTo>
                <a:lnTo>
                  <a:pt x="1188" y="128"/>
                </a:lnTo>
                <a:lnTo>
                  <a:pt x="1187" y="127"/>
                </a:lnTo>
                <a:lnTo>
                  <a:pt x="1186" y="127"/>
                </a:lnTo>
                <a:lnTo>
                  <a:pt x="1185" y="127"/>
                </a:lnTo>
                <a:lnTo>
                  <a:pt x="1184" y="127"/>
                </a:lnTo>
                <a:lnTo>
                  <a:pt x="1183" y="127"/>
                </a:lnTo>
                <a:lnTo>
                  <a:pt x="1182" y="128"/>
                </a:lnTo>
                <a:lnTo>
                  <a:pt x="1181" y="128"/>
                </a:lnTo>
                <a:lnTo>
                  <a:pt x="1181" y="129"/>
                </a:lnTo>
                <a:lnTo>
                  <a:pt x="1180" y="131"/>
                </a:lnTo>
                <a:lnTo>
                  <a:pt x="1179" y="131"/>
                </a:lnTo>
                <a:lnTo>
                  <a:pt x="1179" y="132"/>
                </a:lnTo>
                <a:lnTo>
                  <a:pt x="1178" y="133"/>
                </a:lnTo>
                <a:lnTo>
                  <a:pt x="1176" y="133"/>
                </a:lnTo>
                <a:lnTo>
                  <a:pt x="1175" y="133"/>
                </a:lnTo>
                <a:lnTo>
                  <a:pt x="1174" y="134"/>
                </a:lnTo>
                <a:lnTo>
                  <a:pt x="1173" y="134"/>
                </a:lnTo>
                <a:lnTo>
                  <a:pt x="1172" y="134"/>
                </a:lnTo>
                <a:lnTo>
                  <a:pt x="1171" y="134"/>
                </a:lnTo>
                <a:lnTo>
                  <a:pt x="1170" y="134"/>
                </a:lnTo>
                <a:lnTo>
                  <a:pt x="1169" y="134"/>
                </a:lnTo>
                <a:lnTo>
                  <a:pt x="1169" y="135"/>
                </a:lnTo>
                <a:lnTo>
                  <a:pt x="1169" y="136"/>
                </a:lnTo>
                <a:lnTo>
                  <a:pt x="1169" y="137"/>
                </a:lnTo>
                <a:lnTo>
                  <a:pt x="1170" y="137"/>
                </a:lnTo>
                <a:lnTo>
                  <a:pt x="1170" y="138"/>
                </a:lnTo>
                <a:lnTo>
                  <a:pt x="1170" y="139"/>
                </a:lnTo>
                <a:lnTo>
                  <a:pt x="1170" y="140"/>
                </a:lnTo>
                <a:lnTo>
                  <a:pt x="1169" y="140"/>
                </a:lnTo>
                <a:lnTo>
                  <a:pt x="1169" y="141"/>
                </a:lnTo>
                <a:lnTo>
                  <a:pt x="1169" y="142"/>
                </a:lnTo>
                <a:lnTo>
                  <a:pt x="1168" y="142"/>
                </a:lnTo>
                <a:lnTo>
                  <a:pt x="1168" y="143"/>
                </a:lnTo>
                <a:lnTo>
                  <a:pt x="1168" y="144"/>
                </a:lnTo>
                <a:lnTo>
                  <a:pt x="1169" y="144"/>
                </a:lnTo>
                <a:lnTo>
                  <a:pt x="1169" y="145"/>
                </a:lnTo>
                <a:lnTo>
                  <a:pt x="1170" y="145"/>
                </a:lnTo>
                <a:lnTo>
                  <a:pt x="1171" y="144"/>
                </a:lnTo>
                <a:lnTo>
                  <a:pt x="1172" y="144"/>
                </a:lnTo>
                <a:lnTo>
                  <a:pt x="1172" y="145"/>
                </a:lnTo>
                <a:lnTo>
                  <a:pt x="1172" y="146"/>
                </a:lnTo>
                <a:lnTo>
                  <a:pt x="1171" y="146"/>
                </a:lnTo>
                <a:lnTo>
                  <a:pt x="1171" y="147"/>
                </a:lnTo>
                <a:lnTo>
                  <a:pt x="1170" y="147"/>
                </a:lnTo>
                <a:lnTo>
                  <a:pt x="1169" y="147"/>
                </a:lnTo>
                <a:lnTo>
                  <a:pt x="1168" y="148"/>
                </a:lnTo>
                <a:lnTo>
                  <a:pt x="1167" y="148"/>
                </a:lnTo>
                <a:lnTo>
                  <a:pt x="1167" y="149"/>
                </a:lnTo>
                <a:lnTo>
                  <a:pt x="1166" y="149"/>
                </a:lnTo>
                <a:lnTo>
                  <a:pt x="1165" y="150"/>
                </a:lnTo>
                <a:lnTo>
                  <a:pt x="1164" y="150"/>
                </a:lnTo>
                <a:lnTo>
                  <a:pt x="1163" y="152"/>
                </a:lnTo>
                <a:lnTo>
                  <a:pt x="1164" y="152"/>
                </a:lnTo>
                <a:lnTo>
                  <a:pt x="1165" y="152"/>
                </a:lnTo>
                <a:lnTo>
                  <a:pt x="1165" y="153"/>
                </a:lnTo>
                <a:lnTo>
                  <a:pt x="1166" y="153"/>
                </a:lnTo>
                <a:lnTo>
                  <a:pt x="1166" y="154"/>
                </a:lnTo>
                <a:lnTo>
                  <a:pt x="1167" y="155"/>
                </a:lnTo>
                <a:lnTo>
                  <a:pt x="1167" y="156"/>
                </a:lnTo>
                <a:lnTo>
                  <a:pt x="1168" y="157"/>
                </a:lnTo>
                <a:lnTo>
                  <a:pt x="1168" y="158"/>
                </a:lnTo>
                <a:lnTo>
                  <a:pt x="1169" y="158"/>
                </a:lnTo>
                <a:lnTo>
                  <a:pt x="1169" y="159"/>
                </a:lnTo>
                <a:lnTo>
                  <a:pt x="1169" y="160"/>
                </a:lnTo>
                <a:lnTo>
                  <a:pt x="1170" y="161"/>
                </a:lnTo>
                <a:lnTo>
                  <a:pt x="1170" y="162"/>
                </a:lnTo>
                <a:lnTo>
                  <a:pt x="1171" y="162"/>
                </a:lnTo>
                <a:lnTo>
                  <a:pt x="1172" y="163"/>
                </a:lnTo>
                <a:lnTo>
                  <a:pt x="1173" y="163"/>
                </a:lnTo>
                <a:lnTo>
                  <a:pt x="1173" y="164"/>
                </a:lnTo>
                <a:lnTo>
                  <a:pt x="1175" y="164"/>
                </a:lnTo>
                <a:lnTo>
                  <a:pt x="1176" y="164"/>
                </a:lnTo>
                <a:lnTo>
                  <a:pt x="1177" y="164"/>
                </a:lnTo>
                <a:lnTo>
                  <a:pt x="1177" y="165"/>
                </a:lnTo>
                <a:lnTo>
                  <a:pt x="1178" y="165"/>
                </a:lnTo>
                <a:lnTo>
                  <a:pt x="1178" y="166"/>
                </a:lnTo>
                <a:lnTo>
                  <a:pt x="1178" y="167"/>
                </a:lnTo>
                <a:lnTo>
                  <a:pt x="1178" y="168"/>
                </a:lnTo>
                <a:lnTo>
                  <a:pt x="1179" y="168"/>
                </a:lnTo>
                <a:lnTo>
                  <a:pt x="1179" y="169"/>
                </a:lnTo>
                <a:lnTo>
                  <a:pt x="1178" y="170"/>
                </a:lnTo>
                <a:lnTo>
                  <a:pt x="1178" y="171"/>
                </a:lnTo>
                <a:lnTo>
                  <a:pt x="1178" y="172"/>
                </a:lnTo>
                <a:lnTo>
                  <a:pt x="1177" y="172"/>
                </a:lnTo>
                <a:lnTo>
                  <a:pt x="1178" y="173"/>
                </a:lnTo>
                <a:lnTo>
                  <a:pt x="1178" y="174"/>
                </a:lnTo>
                <a:lnTo>
                  <a:pt x="1178" y="175"/>
                </a:lnTo>
                <a:lnTo>
                  <a:pt x="1177" y="176"/>
                </a:lnTo>
                <a:lnTo>
                  <a:pt x="1176" y="176"/>
                </a:lnTo>
                <a:lnTo>
                  <a:pt x="1176" y="177"/>
                </a:lnTo>
                <a:lnTo>
                  <a:pt x="1176" y="178"/>
                </a:lnTo>
                <a:lnTo>
                  <a:pt x="1177" y="178"/>
                </a:lnTo>
                <a:lnTo>
                  <a:pt x="1177" y="179"/>
                </a:lnTo>
                <a:lnTo>
                  <a:pt x="1177" y="180"/>
                </a:lnTo>
                <a:lnTo>
                  <a:pt x="1176" y="181"/>
                </a:lnTo>
                <a:lnTo>
                  <a:pt x="1176" y="183"/>
                </a:lnTo>
                <a:lnTo>
                  <a:pt x="1176" y="184"/>
                </a:lnTo>
                <a:lnTo>
                  <a:pt x="1176" y="185"/>
                </a:lnTo>
                <a:lnTo>
                  <a:pt x="1175" y="185"/>
                </a:lnTo>
                <a:lnTo>
                  <a:pt x="1175" y="186"/>
                </a:lnTo>
                <a:lnTo>
                  <a:pt x="1175" y="187"/>
                </a:lnTo>
                <a:lnTo>
                  <a:pt x="1176" y="188"/>
                </a:lnTo>
                <a:lnTo>
                  <a:pt x="1176" y="189"/>
                </a:lnTo>
                <a:lnTo>
                  <a:pt x="1177" y="189"/>
                </a:lnTo>
                <a:lnTo>
                  <a:pt x="1178" y="189"/>
                </a:lnTo>
                <a:lnTo>
                  <a:pt x="1177" y="190"/>
                </a:lnTo>
                <a:lnTo>
                  <a:pt x="1177" y="191"/>
                </a:lnTo>
                <a:lnTo>
                  <a:pt x="1178" y="191"/>
                </a:lnTo>
                <a:lnTo>
                  <a:pt x="1179" y="191"/>
                </a:lnTo>
                <a:lnTo>
                  <a:pt x="1182" y="191"/>
                </a:lnTo>
                <a:lnTo>
                  <a:pt x="1182" y="192"/>
                </a:lnTo>
                <a:lnTo>
                  <a:pt x="1182" y="193"/>
                </a:lnTo>
                <a:lnTo>
                  <a:pt x="1183" y="193"/>
                </a:lnTo>
                <a:lnTo>
                  <a:pt x="1184" y="192"/>
                </a:lnTo>
                <a:lnTo>
                  <a:pt x="1185" y="192"/>
                </a:lnTo>
                <a:lnTo>
                  <a:pt x="1185" y="193"/>
                </a:lnTo>
                <a:lnTo>
                  <a:pt x="1185" y="192"/>
                </a:lnTo>
                <a:lnTo>
                  <a:pt x="1186" y="192"/>
                </a:lnTo>
                <a:lnTo>
                  <a:pt x="1187" y="192"/>
                </a:lnTo>
                <a:lnTo>
                  <a:pt x="1187" y="191"/>
                </a:lnTo>
                <a:lnTo>
                  <a:pt x="1188" y="190"/>
                </a:lnTo>
                <a:lnTo>
                  <a:pt x="1189" y="190"/>
                </a:lnTo>
                <a:lnTo>
                  <a:pt x="1190" y="190"/>
                </a:lnTo>
                <a:lnTo>
                  <a:pt x="1190" y="189"/>
                </a:lnTo>
                <a:lnTo>
                  <a:pt x="1190" y="188"/>
                </a:lnTo>
                <a:lnTo>
                  <a:pt x="1191" y="188"/>
                </a:lnTo>
                <a:lnTo>
                  <a:pt x="1192" y="188"/>
                </a:lnTo>
                <a:lnTo>
                  <a:pt x="1192" y="189"/>
                </a:lnTo>
                <a:lnTo>
                  <a:pt x="1193" y="190"/>
                </a:lnTo>
                <a:lnTo>
                  <a:pt x="1194" y="189"/>
                </a:lnTo>
                <a:lnTo>
                  <a:pt x="1195" y="190"/>
                </a:lnTo>
                <a:lnTo>
                  <a:pt x="1196" y="189"/>
                </a:lnTo>
                <a:lnTo>
                  <a:pt x="1197" y="188"/>
                </a:lnTo>
                <a:lnTo>
                  <a:pt x="1198" y="188"/>
                </a:lnTo>
                <a:lnTo>
                  <a:pt x="1199" y="188"/>
                </a:lnTo>
                <a:lnTo>
                  <a:pt x="1200" y="188"/>
                </a:lnTo>
                <a:lnTo>
                  <a:pt x="1201" y="189"/>
                </a:lnTo>
                <a:lnTo>
                  <a:pt x="1202" y="189"/>
                </a:lnTo>
                <a:lnTo>
                  <a:pt x="1202" y="190"/>
                </a:lnTo>
                <a:lnTo>
                  <a:pt x="1203" y="190"/>
                </a:lnTo>
                <a:lnTo>
                  <a:pt x="1202" y="190"/>
                </a:lnTo>
                <a:lnTo>
                  <a:pt x="1202" y="191"/>
                </a:lnTo>
                <a:lnTo>
                  <a:pt x="1202" y="192"/>
                </a:lnTo>
                <a:lnTo>
                  <a:pt x="1203" y="192"/>
                </a:lnTo>
                <a:lnTo>
                  <a:pt x="1203" y="193"/>
                </a:lnTo>
                <a:lnTo>
                  <a:pt x="1202" y="193"/>
                </a:lnTo>
                <a:lnTo>
                  <a:pt x="1201" y="194"/>
                </a:lnTo>
                <a:lnTo>
                  <a:pt x="1202" y="194"/>
                </a:lnTo>
                <a:lnTo>
                  <a:pt x="1203" y="194"/>
                </a:lnTo>
                <a:lnTo>
                  <a:pt x="1204" y="195"/>
                </a:lnTo>
                <a:lnTo>
                  <a:pt x="1205" y="195"/>
                </a:lnTo>
                <a:lnTo>
                  <a:pt x="1205" y="196"/>
                </a:lnTo>
                <a:lnTo>
                  <a:pt x="1206" y="197"/>
                </a:lnTo>
                <a:lnTo>
                  <a:pt x="1206" y="198"/>
                </a:lnTo>
                <a:lnTo>
                  <a:pt x="1206" y="199"/>
                </a:lnTo>
                <a:lnTo>
                  <a:pt x="1206" y="200"/>
                </a:lnTo>
                <a:lnTo>
                  <a:pt x="1207" y="200"/>
                </a:lnTo>
                <a:lnTo>
                  <a:pt x="1208" y="200"/>
                </a:lnTo>
                <a:lnTo>
                  <a:pt x="1207" y="201"/>
                </a:lnTo>
                <a:lnTo>
                  <a:pt x="1206" y="201"/>
                </a:lnTo>
                <a:lnTo>
                  <a:pt x="1206" y="202"/>
                </a:lnTo>
                <a:lnTo>
                  <a:pt x="1205" y="202"/>
                </a:lnTo>
                <a:lnTo>
                  <a:pt x="1204" y="202"/>
                </a:lnTo>
                <a:lnTo>
                  <a:pt x="1203" y="202"/>
                </a:lnTo>
                <a:lnTo>
                  <a:pt x="1203" y="203"/>
                </a:lnTo>
                <a:lnTo>
                  <a:pt x="1203" y="204"/>
                </a:lnTo>
                <a:lnTo>
                  <a:pt x="1203" y="205"/>
                </a:lnTo>
                <a:lnTo>
                  <a:pt x="1202" y="205"/>
                </a:lnTo>
                <a:lnTo>
                  <a:pt x="1201" y="206"/>
                </a:lnTo>
                <a:lnTo>
                  <a:pt x="1201" y="207"/>
                </a:lnTo>
                <a:lnTo>
                  <a:pt x="1201" y="208"/>
                </a:lnTo>
                <a:lnTo>
                  <a:pt x="1200" y="209"/>
                </a:lnTo>
                <a:lnTo>
                  <a:pt x="1199" y="209"/>
                </a:lnTo>
                <a:lnTo>
                  <a:pt x="1197" y="208"/>
                </a:lnTo>
                <a:lnTo>
                  <a:pt x="1197" y="209"/>
                </a:lnTo>
                <a:lnTo>
                  <a:pt x="1197" y="210"/>
                </a:lnTo>
                <a:lnTo>
                  <a:pt x="1195" y="210"/>
                </a:lnTo>
                <a:lnTo>
                  <a:pt x="1194" y="210"/>
                </a:lnTo>
                <a:lnTo>
                  <a:pt x="1193" y="210"/>
                </a:lnTo>
                <a:lnTo>
                  <a:pt x="1193" y="211"/>
                </a:lnTo>
                <a:lnTo>
                  <a:pt x="1193" y="212"/>
                </a:lnTo>
                <a:lnTo>
                  <a:pt x="1194" y="212"/>
                </a:lnTo>
                <a:lnTo>
                  <a:pt x="1194" y="213"/>
                </a:lnTo>
                <a:lnTo>
                  <a:pt x="1193" y="213"/>
                </a:lnTo>
                <a:lnTo>
                  <a:pt x="1192" y="214"/>
                </a:lnTo>
                <a:lnTo>
                  <a:pt x="1193" y="214"/>
                </a:lnTo>
                <a:lnTo>
                  <a:pt x="1193" y="215"/>
                </a:lnTo>
                <a:lnTo>
                  <a:pt x="1194" y="216"/>
                </a:lnTo>
                <a:lnTo>
                  <a:pt x="1194" y="217"/>
                </a:lnTo>
                <a:lnTo>
                  <a:pt x="1193" y="218"/>
                </a:lnTo>
                <a:lnTo>
                  <a:pt x="1193" y="219"/>
                </a:lnTo>
                <a:lnTo>
                  <a:pt x="1194" y="219"/>
                </a:lnTo>
                <a:lnTo>
                  <a:pt x="1194" y="220"/>
                </a:lnTo>
                <a:lnTo>
                  <a:pt x="1194" y="221"/>
                </a:lnTo>
                <a:lnTo>
                  <a:pt x="1195" y="221"/>
                </a:lnTo>
                <a:lnTo>
                  <a:pt x="1196" y="221"/>
                </a:lnTo>
                <a:lnTo>
                  <a:pt x="1197" y="221"/>
                </a:lnTo>
                <a:lnTo>
                  <a:pt x="1197" y="222"/>
                </a:lnTo>
                <a:lnTo>
                  <a:pt x="1198" y="222"/>
                </a:lnTo>
                <a:lnTo>
                  <a:pt x="1198" y="221"/>
                </a:lnTo>
                <a:lnTo>
                  <a:pt x="1199" y="221"/>
                </a:lnTo>
                <a:lnTo>
                  <a:pt x="1199" y="222"/>
                </a:lnTo>
                <a:lnTo>
                  <a:pt x="1200" y="223"/>
                </a:lnTo>
                <a:lnTo>
                  <a:pt x="1200" y="224"/>
                </a:lnTo>
                <a:lnTo>
                  <a:pt x="1200" y="225"/>
                </a:lnTo>
                <a:lnTo>
                  <a:pt x="1200" y="226"/>
                </a:lnTo>
                <a:lnTo>
                  <a:pt x="1199" y="226"/>
                </a:lnTo>
                <a:lnTo>
                  <a:pt x="1198" y="227"/>
                </a:lnTo>
                <a:lnTo>
                  <a:pt x="1198" y="228"/>
                </a:lnTo>
                <a:lnTo>
                  <a:pt x="1198" y="229"/>
                </a:lnTo>
                <a:lnTo>
                  <a:pt x="1199" y="230"/>
                </a:lnTo>
                <a:lnTo>
                  <a:pt x="1200" y="230"/>
                </a:lnTo>
                <a:lnTo>
                  <a:pt x="1200" y="231"/>
                </a:lnTo>
                <a:lnTo>
                  <a:pt x="1201" y="231"/>
                </a:lnTo>
                <a:lnTo>
                  <a:pt x="1201" y="232"/>
                </a:lnTo>
                <a:lnTo>
                  <a:pt x="1202" y="232"/>
                </a:lnTo>
                <a:lnTo>
                  <a:pt x="1202" y="233"/>
                </a:lnTo>
                <a:lnTo>
                  <a:pt x="1201" y="233"/>
                </a:lnTo>
                <a:lnTo>
                  <a:pt x="1202" y="234"/>
                </a:lnTo>
                <a:lnTo>
                  <a:pt x="1202" y="235"/>
                </a:lnTo>
                <a:lnTo>
                  <a:pt x="1202" y="236"/>
                </a:lnTo>
                <a:lnTo>
                  <a:pt x="1202" y="237"/>
                </a:lnTo>
                <a:lnTo>
                  <a:pt x="1202" y="238"/>
                </a:lnTo>
                <a:lnTo>
                  <a:pt x="1202" y="239"/>
                </a:lnTo>
                <a:lnTo>
                  <a:pt x="1202" y="240"/>
                </a:lnTo>
                <a:lnTo>
                  <a:pt x="1202" y="241"/>
                </a:lnTo>
                <a:lnTo>
                  <a:pt x="1201" y="241"/>
                </a:lnTo>
                <a:lnTo>
                  <a:pt x="1202" y="242"/>
                </a:lnTo>
                <a:lnTo>
                  <a:pt x="1202" y="243"/>
                </a:lnTo>
                <a:lnTo>
                  <a:pt x="1203" y="243"/>
                </a:lnTo>
                <a:lnTo>
                  <a:pt x="1203" y="244"/>
                </a:lnTo>
                <a:lnTo>
                  <a:pt x="1202" y="244"/>
                </a:lnTo>
                <a:lnTo>
                  <a:pt x="1203" y="245"/>
                </a:lnTo>
                <a:lnTo>
                  <a:pt x="1202" y="246"/>
                </a:lnTo>
                <a:lnTo>
                  <a:pt x="1203" y="246"/>
                </a:lnTo>
                <a:lnTo>
                  <a:pt x="1203" y="247"/>
                </a:lnTo>
                <a:lnTo>
                  <a:pt x="1202" y="248"/>
                </a:lnTo>
                <a:lnTo>
                  <a:pt x="1201" y="248"/>
                </a:lnTo>
                <a:lnTo>
                  <a:pt x="1201" y="249"/>
                </a:lnTo>
                <a:lnTo>
                  <a:pt x="1201" y="250"/>
                </a:lnTo>
                <a:lnTo>
                  <a:pt x="1200" y="250"/>
                </a:lnTo>
                <a:lnTo>
                  <a:pt x="1200" y="251"/>
                </a:lnTo>
                <a:lnTo>
                  <a:pt x="1201" y="251"/>
                </a:lnTo>
                <a:lnTo>
                  <a:pt x="1202" y="252"/>
                </a:lnTo>
                <a:lnTo>
                  <a:pt x="1203" y="252"/>
                </a:lnTo>
                <a:lnTo>
                  <a:pt x="1203" y="253"/>
                </a:lnTo>
                <a:lnTo>
                  <a:pt x="1203" y="254"/>
                </a:lnTo>
                <a:lnTo>
                  <a:pt x="1204" y="255"/>
                </a:lnTo>
                <a:lnTo>
                  <a:pt x="1205" y="255"/>
                </a:lnTo>
                <a:lnTo>
                  <a:pt x="1206" y="255"/>
                </a:lnTo>
                <a:lnTo>
                  <a:pt x="1207" y="255"/>
                </a:lnTo>
                <a:lnTo>
                  <a:pt x="1207" y="256"/>
                </a:lnTo>
                <a:lnTo>
                  <a:pt x="1207" y="257"/>
                </a:lnTo>
                <a:lnTo>
                  <a:pt x="1208" y="257"/>
                </a:lnTo>
                <a:lnTo>
                  <a:pt x="1208" y="258"/>
                </a:lnTo>
                <a:lnTo>
                  <a:pt x="1208" y="259"/>
                </a:lnTo>
                <a:lnTo>
                  <a:pt x="1207" y="259"/>
                </a:lnTo>
                <a:lnTo>
                  <a:pt x="1207" y="260"/>
                </a:lnTo>
                <a:lnTo>
                  <a:pt x="1206" y="260"/>
                </a:lnTo>
                <a:lnTo>
                  <a:pt x="1206" y="261"/>
                </a:lnTo>
                <a:lnTo>
                  <a:pt x="1205" y="261"/>
                </a:lnTo>
                <a:lnTo>
                  <a:pt x="1205" y="262"/>
                </a:lnTo>
                <a:lnTo>
                  <a:pt x="1204" y="262"/>
                </a:lnTo>
                <a:lnTo>
                  <a:pt x="1203" y="262"/>
                </a:lnTo>
                <a:lnTo>
                  <a:pt x="1203" y="263"/>
                </a:lnTo>
                <a:lnTo>
                  <a:pt x="1203" y="264"/>
                </a:lnTo>
                <a:lnTo>
                  <a:pt x="1203" y="265"/>
                </a:lnTo>
                <a:lnTo>
                  <a:pt x="1204" y="265"/>
                </a:lnTo>
                <a:lnTo>
                  <a:pt x="1204" y="266"/>
                </a:lnTo>
                <a:lnTo>
                  <a:pt x="1204" y="267"/>
                </a:lnTo>
                <a:lnTo>
                  <a:pt x="1204" y="268"/>
                </a:lnTo>
                <a:lnTo>
                  <a:pt x="1204" y="269"/>
                </a:lnTo>
                <a:lnTo>
                  <a:pt x="1204" y="270"/>
                </a:lnTo>
                <a:lnTo>
                  <a:pt x="1203" y="270"/>
                </a:lnTo>
                <a:lnTo>
                  <a:pt x="1203" y="271"/>
                </a:lnTo>
                <a:lnTo>
                  <a:pt x="1203" y="272"/>
                </a:lnTo>
                <a:lnTo>
                  <a:pt x="1203" y="273"/>
                </a:lnTo>
                <a:lnTo>
                  <a:pt x="1203" y="274"/>
                </a:lnTo>
                <a:lnTo>
                  <a:pt x="1202" y="274"/>
                </a:lnTo>
                <a:lnTo>
                  <a:pt x="1202" y="275"/>
                </a:lnTo>
                <a:lnTo>
                  <a:pt x="1201" y="275"/>
                </a:lnTo>
                <a:lnTo>
                  <a:pt x="1201" y="276"/>
                </a:lnTo>
                <a:lnTo>
                  <a:pt x="1202" y="276"/>
                </a:lnTo>
                <a:lnTo>
                  <a:pt x="1202" y="277"/>
                </a:lnTo>
                <a:lnTo>
                  <a:pt x="1202" y="278"/>
                </a:lnTo>
                <a:lnTo>
                  <a:pt x="1201" y="279"/>
                </a:lnTo>
                <a:lnTo>
                  <a:pt x="1200" y="279"/>
                </a:lnTo>
                <a:lnTo>
                  <a:pt x="1200" y="280"/>
                </a:lnTo>
                <a:lnTo>
                  <a:pt x="1199" y="280"/>
                </a:lnTo>
                <a:lnTo>
                  <a:pt x="1198" y="280"/>
                </a:lnTo>
                <a:lnTo>
                  <a:pt x="1197" y="280"/>
                </a:lnTo>
                <a:lnTo>
                  <a:pt x="1196" y="280"/>
                </a:lnTo>
                <a:lnTo>
                  <a:pt x="1196" y="281"/>
                </a:lnTo>
                <a:lnTo>
                  <a:pt x="1195" y="281"/>
                </a:lnTo>
                <a:lnTo>
                  <a:pt x="1195" y="282"/>
                </a:lnTo>
                <a:lnTo>
                  <a:pt x="1196" y="282"/>
                </a:lnTo>
                <a:lnTo>
                  <a:pt x="1196" y="283"/>
                </a:lnTo>
                <a:lnTo>
                  <a:pt x="1195" y="283"/>
                </a:lnTo>
                <a:lnTo>
                  <a:pt x="1192" y="283"/>
                </a:lnTo>
                <a:lnTo>
                  <a:pt x="1192" y="282"/>
                </a:lnTo>
                <a:lnTo>
                  <a:pt x="1191" y="282"/>
                </a:lnTo>
                <a:lnTo>
                  <a:pt x="1189" y="282"/>
                </a:lnTo>
                <a:lnTo>
                  <a:pt x="1189" y="283"/>
                </a:lnTo>
                <a:lnTo>
                  <a:pt x="1189" y="284"/>
                </a:lnTo>
                <a:lnTo>
                  <a:pt x="1188" y="285"/>
                </a:lnTo>
                <a:lnTo>
                  <a:pt x="1187" y="285"/>
                </a:lnTo>
                <a:lnTo>
                  <a:pt x="1187" y="286"/>
                </a:lnTo>
                <a:lnTo>
                  <a:pt x="1186" y="286"/>
                </a:lnTo>
                <a:lnTo>
                  <a:pt x="1185" y="286"/>
                </a:lnTo>
                <a:lnTo>
                  <a:pt x="1185" y="287"/>
                </a:lnTo>
                <a:lnTo>
                  <a:pt x="1185" y="288"/>
                </a:lnTo>
                <a:lnTo>
                  <a:pt x="1185" y="289"/>
                </a:lnTo>
                <a:lnTo>
                  <a:pt x="1185" y="290"/>
                </a:lnTo>
                <a:lnTo>
                  <a:pt x="1185" y="291"/>
                </a:lnTo>
                <a:lnTo>
                  <a:pt x="1185" y="292"/>
                </a:lnTo>
                <a:lnTo>
                  <a:pt x="1184" y="292"/>
                </a:lnTo>
                <a:lnTo>
                  <a:pt x="1183" y="292"/>
                </a:lnTo>
                <a:lnTo>
                  <a:pt x="1183" y="293"/>
                </a:lnTo>
                <a:lnTo>
                  <a:pt x="1184" y="293"/>
                </a:lnTo>
                <a:lnTo>
                  <a:pt x="1185" y="293"/>
                </a:lnTo>
                <a:lnTo>
                  <a:pt x="1185" y="294"/>
                </a:lnTo>
                <a:lnTo>
                  <a:pt x="1185" y="295"/>
                </a:lnTo>
                <a:lnTo>
                  <a:pt x="1186" y="295"/>
                </a:lnTo>
                <a:lnTo>
                  <a:pt x="1186" y="296"/>
                </a:lnTo>
                <a:lnTo>
                  <a:pt x="1187" y="297"/>
                </a:lnTo>
                <a:lnTo>
                  <a:pt x="1187" y="298"/>
                </a:lnTo>
                <a:lnTo>
                  <a:pt x="1188" y="298"/>
                </a:lnTo>
                <a:lnTo>
                  <a:pt x="1188" y="299"/>
                </a:lnTo>
                <a:lnTo>
                  <a:pt x="1188" y="300"/>
                </a:lnTo>
                <a:lnTo>
                  <a:pt x="1188" y="301"/>
                </a:lnTo>
                <a:lnTo>
                  <a:pt x="1189" y="301"/>
                </a:lnTo>
                <a:lnTo>
                  <a:pt x="1189" y="302"/>
                </a:lnTo>
                <a:lnTo>
                  <a:pt x="1188" y="302"/>
                </a:lnTo>
                <a:lnTo>
                  <a:pt x="1188" y="303"/>
                </a:lnTo>
                <a:lnTo>
                  <a:pt x="1189" y="303"/>
                </a:lnTo>
                <a:lnTo>
                  <a:pt x="1190" y="303"/>
                </a:lnTo>
                <a:lnTo>
                  <a:pt x="1191" y="303"/>
                </a:lnTo>
                <a:lnTo>
                  <a:pt x="1192" y="304"/>
                </a:lnTo>
                <a:lnTo>
                  <a:pt x="1192" y="305"/>
                </a:lnTo>
                <a:lnTo>
                  <a:pt x="1192" y="306"/>
                </a:lnTo>
                <a:lnTo>
                  <a:pt x="1193" y="306"/>
                </a:lnTo>
                <a:lnTo>
                  <a:pt x="1193" y="307"/>
                </a:lnTo>
                <a:lnTo>
                  <a:pt x="1194" y="307"/>
                </a:lnTo>
                <a:lnTo>
                  <a:pt x="1194" y="308"/>
                </a:lnTo>
                <a:lnTo>
                  <a:pt x="1195" y="308"/>
                </a:lnTo>
                <a:lnTo>
                  <a:pt x="1197" y="308"/>
                </a:lnTo>
                <a:lnTo>
                  <a:pt x="1197" y="309"/>
                </a:lnTo>
                <a:lnTo>
                  <a:pt x="1196" y="309"/>
                </a:lnTo>
                <a:lnTo>
                  <a:pt x="1196" y="310"/>
                </a:lnTo>
                <a:lnTo>
                  <a:pt x="1197" y="310"/>
                </a:lnTo>
                <a:lnTo>
                  <a:pt x="1197" y="311"/>
                </a:lnTo>
                <a:lnTo>
                  <a:pt x="1198" y="311"/>
                </a:lnTo>
                <a:lnTo>
                  <a:pt x="1198" y="312"/>
                </a:lnTo>
                <a:lnTo>
                  <a:pt x="1199" y="312"/>
                </a:lnTo>
                <a:lnTo>
                  <a:pt x="1198" y="312"/>
                </a:lnTo>
                <a:lnTo>
                  <a:pt x="1198" y="313"/>
                </a:lnTo>
                <a:lnTo>
                  <a:pt x="1199" y="313"/>
                </a:lnTo>
                <a:lnTo>
                  <a:pt x="1199" y="314"/>
                </a:lnTo>
                <a:lnTo>
                  <a:pt x="1200" y="314"/>
                </a:lnTo>
                <a:lnTo>
                  <a:pt x="1201" y="314"/>
                </a:lnTo>
                <a:lnTo>
                  <a:pt x="1202" y="314"/>
                </a:lnTo>
                <a:lnTo>
                  <a:pt x="1203" y="314"/>
                </a:lnTo>
                <a:lnTo>
                  <a:pt x="1204" y="313"/>
                </a:lnTo>
                <a:lnTo>
                  <a:pt x="1205" y="314"/>
                </a:lnTo>
                <a:lnTo>
                  <a:pt x="1206" y="314"/>
                </a:lnTo>
                <a:lnTo>
                  <a:pt x="1206" y="315"/>
                </a:lnTo>
                <a:lnTo>
                  <a:pt x="1207" y="315"/>
                </a:lnTo>
                <a:lnTo>
                  <a:pt x="1207" y="317"/>
                </a:lnTo>
                <a:lnTo>
                  <a:pt x="1208" y="317"/>
                </a:lnTo>
                <a:lnTo>
                  <a:pt x="1208" y="318"/>
                </a:lnTo>
                <a:lnTo>
                  <a:pt x="1209" y="319"/>
                </a:lnTo>
                <a:lnTo>
                  <a:pt x="1210" y="319"/>
                </a:lnTo>
                <a:lnTo>
                  <a:pt x="1211" y="321"/>
                </a:lnTo>
                <a:lnTo>
                  <a:pt x="1212" y="321"/>
                </a:lnTo>
                <a:lnTo>
                  <a:pt x="1213" y="320"/>
                </a:lnTo>
                <a:lnTo>
                  <a:pt x="1214" y="320"/>
                </a:lnTo>
                <a:lnTo>
                  <a:pt x="1214" y="321"/>
                </a:lnTo>
                <a:lnTo>
                  <a:pt x="1215" y="321"/>
                </a:lnTo>
                <a:lnTo>
                  <a:pt x="1214" y="322"/>
                </a:lnTo>
                <a:lnTo>
                  <a:pt x="1213" y="324"/>
                </a:lnTo>
                <a:lnTo>
                  <a:pt x="1213" y="325"/>
                </a:lnTo>
                <a:lnTo>
                  <a:pt x="1212" y="326"/>
                </a:lnTo>
                <a:lnTo>
                  <a:pt x="1211" y="326"/>
                </a:lnTo>
                <a:lnTo>
                  <a:pt x="1211" y="327"/>
                </a:lnTo>
                <a:lnTo>
                  <a:pt x="1212" y="328"/>
                </a:lnTo>
                <a:lnTo>
                  <a:pt x="1212" y="329"/>
                </a:lnTo>
                <a:lnTo>
                  <a:pt x="1213" y="329"/>
                </a:lnTo>
                <a:lnTo>
                  <a:pt x="1214" y="329"/>
                </a:lnTo>
                <a:lnTo>
                  <a:pt x="1215" y="329"/>
                </a:lnTo>
                <a:lnTo>
                  <a:pt x="1216" y="329"/>
                </a:lnTo>
                <a:lnTo>
                  <a:pt x="1218" y="330"/>
                </a:lnTo>
                <a:lnTo>
                  <a:pt x="1219" y="330"/>
                </a:lnTo>
                <a:lnTo>
                  <a:pt x="1220" y="331"/>
                </a:lnTo>
                <a:lnTo>
                  <a:pt x="1220" y="332"/>
                </a:lnTo>
                <a:lnTo>
                  <a:pt x="1219" y="332"/>
                </a:lnTo>
                <a:lnTo>
                  <a:pt x="1220" y="332"/>
                </a:lnTo>
                <a:lnTo>
                  <a:pt x="1220" y="333"/>
                </a:lnTo>
                <a:lnTo>
                  <a:pt x="1220" y="334"/>
                </a:lnTo>
                <a:lnTo>
                  <a:pt x="1221" y="334"/>
                </a:lnTo>
                <a:lnTo>
                  <a:pt x="1222" y="334"/>
                </a:lnTo>
                <a:lnTo>
                  <a:pt x="1222" y="335"/>
                </a:lnTo>
                <a:lnTo>
                  <a:pt x="1222" y="336"/>
                </a:lnTo>
                <a:lnTo>
                  <a:pt x="1221" y="336"/>
                </a:lnTo>
                <a:lnTo>
                  <a:pt x="1221" y="337"/>
                </a:lnTo>
                <a:lnTo>
                  <a:pt x="1221" y="338"/>
                </a:lnTo>
                <a:lnTo>
                  <a:pt x="1221" y="339"/>
                </a:lnTo>
                <a:lnTo>
                  <a:pt x="1222" y="339"/>
                </a:lnTo>
                <a:lnTo>
                  <a:pt x="1221" y="340"/>
                </a:lnTo>
                <a:lnTo>
                  <a:pt x="1220" y="341"/>
                </a:lnTo>
                <a:lnTo>
                  <a:pt x="1220" y="342"/>
                </a:lnTo>
                <a:lnTo>
                  <a:pt x="1220" y="343"/>
                </a:lnTo>
                <a:lnTo>
                  <a:pt x="1220" y="344"/>
                </a:lnTo>
                <a:lnTo>
                  <a:pt x="1220" y="346"/>
                </a:lnTo>
                <a:lnTo>
                  <a:pt x="1220" y="347"/>
                </a:lnTo>
                <a:lnTo>
                  <a:pt x="1220" y="348"/>
                </a:lnTo>
                <a:lnTo>
                  <a:pt x="1221" y="348"/>
                </a:lnTo>
                <a:lnTo>
                  <a:pt x="1222" y="349"/>
                </a:lnTo>
                <a:lnTo>
                  <a:pt x="1222" y="350"/>
                </a:lnTo>
                <a:lnTo>
                  <a:pt x="1222" y="351"/>
                </a:lnTo>
                <a:lnTo>
                  <a:pt x="1223" y="351"/>
                </a:lnTo>
                <a:lnTo>
                  <a:pt x="1224" y="352"/>
                </a:lnTo>
                <a:lnTo>
                  <a:pt x="1225" y="352"/>
                </a:lnTo>
                <a:lnTo>
                  <a:pt x="1226" y="352"/>
                </a:lnTo>
                <a:lnTo>
                  <a:pt x="1227" y="352"/>
                </a:lnTo>
                <a:lnTo>
                  <a:pt x="1227" y="353"/>
                </a:lnTo>
                <a:lnTo>
                  <a:pt x="1226" y="353"/>
                </a:lnTo>
                <a:lnTo>
                  <a:pt x="1227" y="353"/>
                </a:lnTo>
                <a:lnTo>
                  <a:pt x="1228" y="353"/>
                </a:lnTo>
                <a:lnTo>
                  <a:pt x="1229" y="353"/>
                </a:lnTo>
                <a:lnTo>
                  <a:pt x="1230" y="354"/>
                </a:lnTo>
                <a:lnTo>
                  <a:pt x="1230" y="355"/>
                </a:lnTo>
                <a:lnTo>
                  <a:pt x="1230" y="356"/>
                </a:lnTo>
                <a:lnTo>
                  <a:pt x="1230" y="357"/>
                </a:lnTo>
                <a:lnTo>
                  <a:pt x="1231" y="357"/>
                </a:lnTo>
                <a:lnTo>
                  <a:pt x="1231" y="358"/>
                </a:lnTo>
                <a:lnTo>
                  <a:pt x="1231" y="359"/>
                </a:lnTo>
                <a:lnTo>
                  <a:pt x="1231" y="360"/>
                </a:lnTo>
                <a:lnTo>
                  <a:pt x="1231" y="361"/>
                </a:lnTo>
                <a:lnTo>
                  <a:pt x="1232" y="361"/>
                </a:lnTo>
                <a:lnTo>
                  <a:pt x="1232" y="362"/>
                </a:lnTo>
                <a:lnTo>
                  <a:pt x="1233" y="362"/>
                </a:lnTo>
                <a:lnTo>
                  <a:pt x="1234" y="362"/>
                </a:lnTo>
                <a:lnTo>
                  <a:pt x="1234" y="363"/>
                </a:lnTo>
                <a:lnTo>
                  <a:pt x="1235" y="363"/>
                </a:lnTo>
                <a:lnTo>
                  <a:pt x="1236" y="363"/>
                </a:lnTo>
                <a:lnTo>
                  <a:pt x="1237" y="363"/>
                </a:lnTo>
                <a:lnTo>
                  <a:pt x="1238" y="363"/>
                </a:lnTo>
                <a:lnTo>
                  <a:pt x="1238" y="364"/>
                </a:lnTo>
                <a:lnTo>
                  <a:pt x="1239" y="364"/>
                </a:lnTo>
                <a:lnTo>
                  <a:pt x="1240" y="364"/>
                </a:lnTo>
                <a:lnTo>
                  <a:pt x="1241" y="364"/>
                </a:lnTo>
                <a:lnTo>
                  <a:pt x="1241" y="365"/>
                </a:lnTo>
                <a:lnTo>
                  <a:pt x="1242" y="365"/>
                </a:lnTo>
                <a:lnTo>
                  <a:pt x="1243" y="365"/>
                </a:lnTo>
                <a:lnTo>
                  <a:pt x="1244" y="365"/>
                </a:lnTo>
                <a:lnTo>
                  <a:pt x="1245" y="365"/>
                </a:lnTo>
                <a:lnTo>
                  <a:pt x="1246" y="366"/>
                </a:lnTo>
                <a:lnTo>
                  <a:pt x="1247" y="366"/>
                </a:lnTo>
                <a:lnTo>
                  <a:pt x="1247" y="367"/>
                </a:lnTo>
                <a:lnTo>
                  <a:pt x="1248" y="367"/>
                </a:lnTo>
                <a:lnTo>
                  <a:pt x="1248" y="368"/>
                </a:lnTo>
                <a:lnTo>
                  <a:pt x="1249" y="369"/>
                </a:lnTo>
                <a:lnTo>
                  <a:pt x="1249" y="370"/>
                </a:lnTo>
                <a:lnTo>
                  <a:pt x="1250" y="371"/>
                </a:lnTo>
                <a:lnTo>
                  <a:pt x="1251" y="372"/>
                </a:lnTo>
                <a:lnTo>
                  <a:pt x="1251" y="373"/>
                </a:lnTo>
                <a:lnTo>
                  <a:pt x="1252" y="373"/>
                </a:lnTo>
                <a:lnTo>
                  <a:pt x="1252" y="374"/>
                </a:lnTo>
                <a:lnTo>
                  <a:pt x="1253" y="374"/>
                </a:lnTo>
                <a:lnTo>
                  <a:pt x="1253" y="375"/>
                </a:lnTo>
                <a:lnTo>
                  <a:pt x="1253" y="376"/>
                </a:lnTo>
                <a:lnTo>
                  <a:pt x="1254" y="377"/>
                </a:lnTo>
                <a:lnTo>
                  <a:pt x="1255" y="378"/>
                </a:lnTo>
                <a:lnTo>
                  <a:pt x="1255" y="379"/>
                </a:lnTo>
                <a:lnTo>
                  <a:pt x="1256" y="379"/>
                </a:lnTo>
                <a:lnTo>
                  <a:pt x="1256" y="380"/>
                </a:lnTo>
                <a:lnTo>
                  <a:pt x="1256" y="381"/>
                </a:lnTo>
                <a:lnTo>
                  <a:pt x="1257" y="382"/>
                </a:lnTo>
                <a:lnTo>
                  <a:pt x="1258" y="382"/>
                </a:lnTo>
                <a:lnTo>
                  <a:pt x="1258" y="383"/>
                </a:lnTo>
                <a:lnTo>
                  <a:pt x="1259" y="383"/>
                </a:lnTo>
                <a:lnTo>
                  <a:pt x="1259" y="384"/>
                </a:lnTo>
                <a:lnTo>
                  <a:pt x="1260" y="384"/>
                </a:lnTo>
                <a:lnTo>
                  <a:pt x="1260" y="385"/>
                </a:lnTo>
                <a:lnTo>
                  <a:pt x="1261" y="385"/>
                </a:lnTo>
                <a:lnTo>
                  <a:pt x="1262" y="385"/>
                </a:lnTo>
                <a:lnTo>
                  <a:pt x="1262" y="386"/>
                </a:lnTo>
                <a:lnTo>
                  <a:pt x="1263" y="386"/>
                </a:lnTo>
                <a:lnTo>
                  <a:pt x="1264" y="386"/>
                </a:lnTo>
                <a:lnTo>
                  <a:pt x="1265" y="386"/>
                </a:lnTo>
                <a:lnTo>
                  <a:pt x="1266" y="386"/>
                </a:lnTo>
                <a:lnTo>
                  <a:pt x="1268" y="386"/>
                </a:lnTo>
                <a:lnTo>
                  <a:pt x="1269" y="386"/>
                </a:lnTo>
                <a:lnTo>
                  <a:pt x="1270" y="386"/>
                </a:lnTo>
                <a:lnTo>
                  <a:pt x="1271" y="386"/>
                </a:lnTo>
                <a:lnTo>
                  <a:pt x="1272" y="386"/>
                </a:lnTo>
                <a:lnTo>
                  <a:pt x="1272" y="385"/>
                </a:lnTo>
                <a:lnTo>
                  <a:pt x="1273" y="385"/>
                </a:lnTo>
                <a:lnTo>
                  <a:pt x="1273" y="386"/>
                </a:lnTo>
                <a:lnTo>
                  <a:pt x="1274" y="386"/>
                </a:lnTo>
                <a:lnTo>
                  <a:pt x="1274" y="387"/>
                </a:lnTo>
                <a:lnTo>
                  <a:pt x="1275" y="387"/>
                </a:lnTo>
                <a:lnTo>
                  <a:pt x="1275" y="388"/>
                </a:lnTo>
                <a:lnTo>
                  <a:pt x="1276" y="388"/>
                </a:lnTo>
                <a:lnTo>
                  <a:pt x="1277" y="388"/>
                </a:lnTo>
                <a:lnTo>
                  <a:pt x="1278" y="388"/>
                </a:lnTo>
                <a:lnTo>
                  <a:pt x="1278" y="389"/>
                </a:lnTo>
                <a:lnTo>
                  <a:pt x="1279" y="389"/>
                </a:lnTo>
                <a:lnTo>
                  <a:pt x="1280" y="389"/>
                </a:lnTo>
                <a:lnTo>
                  <a:pt x="1280" y="390"/>
                </a:lnTo>
                <a:lnTo>
                  <a:pt x="1281" y="390"/>
                </a:lnTo>
                <a:lnTo>
                  <a:pt x="1281" y="391"/>
                </a:lnTo>
                <a:lnTo>
                  <a:pt x="1282" y="391"/>
                </a:lnTo>
                <a:lnTo>
                  <a:pt x="1282" y="392"/>
                </a:lnTo>
                <a:lnTo>
                  <a:pt x="1283" y="392"/>
                </a:lnTo>
                <a:lnTo>
                  <a:pt x="1284" y="392"/>
                </a:lnTo>
                <a:lnTo>
                  <a:pt x="1285" y="393"/>
                </a:lnTo>
                <a:lnTo>
                  <a:pt x="1286" y="394"/>
                </a:lnTo>
                <a:lnTo>
                  <a:pt x="1287" y="395"/>
                </a:lnTo>
                <a:lnTo>
                  <a:pt x="1287" y="396"/>
                </a:lnTo>
                <a:lnTo>
                  <a:pt x="1288" y="396"/>
                </a:lnTo>
                <a:lnTo>
                  <a:pt x="1289" y="396"/>
                </a:lnTo>
                <a:lnTo>
                  <a:pt x="1290" y="397"/>
                </a:lnTo>
                <a:lnTo>
                  <a:pt x="1290" y="398"/>
                </a:lnTo>
                <a:lnTo>
                  <a:pt x="1291" y="398"/>
                </a:lnTo>
                <a:lnTo>
                  <a:pt x="1293" y="399"/>
                </a:lnTo>
                <a:lnTo>
                  <a:pt x="1294" y="400"/>
                </a:lnTo>
                <a:lnTo>
                  <a:pt x="1295" y="400"/>
                </a:lnTo>
                <a:lnTo>
                  <a:pt x="1295" y="401"/>
                </a:lnTo>
                <a:lnTo>
                  <a:pt x="1296" y="401"/>
                </a:lnTo>
                <a:lnTo>
                  <a:pt x="1297" y="401"/>
                </a:lnTo>
                <a:lnTo>
                  <a:pt x="1298" y="401"/>
                </a:lnTo>
                <a:lnTo>
                  <a:pt x="1299" y="400"/>
                </a:lnTo>
                <a:lnTo>
                  <a:pt x="1300" y="400"/>
                </a:lnTo>
                <a:lnTo>
                  <a:pt x="1302" y="401"/>
                </a:lnTo>
                <a:lnTo>
                  <a:pt x="1303" y="402"/>
                </a:lnTo>
                <a:lnTo>
                  <a:pt x="1304" y="403"/>
                </a:lnTo>
                <a:lnTo>
                  <a:pt x="1305" y="403"/>
                </a:lnTo>
                <a:lnTo>
                  <a:pt x="1306" y="403"/>
                </a:lnTo>
                <a:lnTo>
                  <a:pt x="1306" y="404"/>
                </a:lnTo>
                <a:lnTo>
                  <a:pt x="1306" y="403"/>
                </a:lnTo>
                <a:lnTo>
                  <a:pt x="1307" y="403"/>
                </a:lnTo>
                <a:lnTo>
                  <a:pt x="1308" y="403"/>
                </a:lnTo>
                <a:lnTo>
                  <a:pt x="1309" y="403"/>
                </a:lnTo>
                <a:lnTo>
                  <a:pt x="1310" y="403"/>
                </a:lnTo>
                <a:lnTo>
                  <a:pt x="1310" y="404"/>
                </a:lnTo>
                <a:lnTo>
                  <a:pt x="1311" y="403"/>
                </a:lnTo>
                <a:lnTo>
                  <a:pt x="1311" y="404"/>
                </a:lnTo>
                <a:lnTo>
                  <a:pt x="1311" y="403"/>
                </a:lnTo>
                <a:lnTo>
                  <a:pt x="1312" y="403"/>
                </a:lnTo>
                <a:lnTo>
                  <a:pt x="1313" y="403"/>
                </a:lnTo>
                <a:lnTo>
                  <a:pt x="1314" y="403"/>
                </a:lnTo>
                <a:lnTo>
                  <a:pt x="1315" y="404"/>
                </a:lnTo>
                <a:lnTo>
                  <a:pt x="1315" y="405"/>
                </a:lnTo>
                <a:lnTo>
                  <a:pt x="1315" y="406"/>
                </a:lnTo>
                <a:lnTo>
                  <a:pt x="1316" y="406"/>
                </a:lnTo>
                <a:lnTo>
                  <a:pt x="1316" y="407"/>
                </a:lnTo>
                <a:lnTo>
                  <a:pt x="1317" y="406"/>
                </a:lnTo>
                <a:lnTo>
                  <a:pt x="1317" y="405"/>
                </a:lnTo>
                <a:lnTo>
                  <a:pt x="1317" y="404"/>
                </a:lnTo>
                <a:lnTo>
                  <a:pt x="1318" y="404"/>
                </a:lnTo>
                <a:lnTo>
                  <a:pt x="1318" y="403"/>
                </a:lnTo>
                <a:lnTo>
                  <a:pt x="1319" y="403"/>
                </a:lnTo>
                <a:lnTo>
                  <a:pt x="1320" y="403"/>
                </a:lnTo>
                <a:lnTo>
                  <a:pt x="1321" y="403"/>
                </a:lnTo>
                <a:lnTo>
                  <a:pt x="1322" y="403"/>
                </a:lnTo>
                <a:lnTo>
                  <a:pt x="1323" y="403"/>
                </a:lnTo>
                <a:lnTo>
                  <a:pt x="1324" y="403"/>
                </a:lnTo>
                <a:lnTo>
                  <a:pt x="1325" y="403"/>
                </a:lnTo>
                <a:lnTo>
                  <a:pt x="1326" y="403"/>
                </a:lnTo>
                <a:lnTo>
                  <a:pt x="1327" y="403"/>
                </a:lnTo>
                <a:lnTo>
                  <a:pt x="1328" y="403"/>
                </a:lnTo>
                <a:lnTo>
                  <a:pt x="1329" y="404"/>
                </a:lnTo>
                <a:lnTo>
                  <a:pt x="1329" y="403"/>
                </a:lnTo>
                <a:lnTo>
                  <a:pt x="1329" y="404"/>
                </a:lnTo>
                <a:lnTo>
                  <a:pt x="1330" y="404"/>
                </a:lnTo>
                <a:lnTo>
                  <a:pt x="1330" y="405"/>
                </a:lnTo>
                <a:lnTo>
                  <a:pt x="1331" y="405"/>
                </a:lnTo>
                <a:lnTo>
                  <a:pt x="1332" y="405"/>
                </a:lnTo>
                <a:lnTo>
                  <a:pt x="1332" y="404"/>
                </a:lnTo>
                <a:lnTo>
                  <a:pt x="1333" y="404"/>
                </a:lnTo>
                <a:lnTo>
                  <a:pt x="1334" y="404"/>
                </a:lnTo>
                <a:lnTo>
                  <a:pt x="1335" y="404"/>
                </a:lnTo>
                <a:lnTo>
                  <a:pt x="1335" y="405"/>
                </a:lnTo>
                <a:lnTo>
                  <a:pt x="1336" y="405"/>
                </a:lnTo>
                <a:lnTo>
                  <a:pt x="1337" y="406"/>
                </a:lnTo>
                <a:lnTo>
                  <a:pt x="1338" y="406"/>
                </a:lnTo>
                <a:lnTo>
                  <a:pt x="1338" y="407"/>
                </a:lnTo>
                <a:lnTo>
                  <a:pt x="1339" y="407"/>
                </a:lnTo>
                <a:lnTo>
                  <a:pt x="1340" y="408"/>
                </a:lnTo>
                <a:lnTo>
                  <a:pt x="1341" y="408"/>
                </a:lnTo>
                <a:lnTo>
                  <a:pt x="1342" y="409"/>
                </a:lnTo>
                <a:lnTo>
                  <a:pt x="1342" y="408"/>
                </a:lnTo>
                <a:lnTo>
                  <a:pt x="1342" y="407"/>
                </a:lnTo>
                <a:lnTo>
                  <a:pt x="1342" y="406"/>
                </a:lnTo>
                <a:lnTo>
                  <a:pt x="1343" y="406"/>
                </a:lnTo>
                <a:lnTo>
                  <a:pt x="1344" y="406"/>
                </a:lnTo>
                <a:lnTo>
                  <a:pt x="1344" y="404"/>
                </a:lnTo>
                <a:lnTo>
                  <a:pt x="1345" y="404"/>
                </a:lnTo>
                <a:lnTo>
                  <a:pt x="1346" y="404"/>
                </a:lnTo>
                <a:lnTo>
                  <a:pt x="1346" y="405"/>
                </a:lnTo>
                <a:lnTo>
                  <a:pt x="1347" y="404"/>
                </a:lnTo>
                <a:lnTo>
                  <a:pt x="1347" y="403"/>
                </a:lnTo>
                <a:lnTo>
                  <a:pt x="1347" y="402"/>
                </a:lnTo>
                <a:lnTo>
                  <a:pt x="1348" y="402"/>
                </a:lnTo>
                <a:lnTo>
                  <a:pt x="1349" y="402"/>
                </a:lnTo>
                <a:lnTo>
                  <a:pt x="1350" y="402"/>
                </a:lnTo>
                <a:lnTo>
                  <a:pt x="1350" y="401"/>
                </a:lnTo>
                <a:lnTo>
                  <a:pt x="1350" y="400"/>
                </a:lnTo>
                <a:lnTo>
                  <a:pt x="1351" y="400"/>
                </a:lnTo>
                <a:lnTo>
                  <a:pt x="1352" y="400"/>
                </a:lnTo>
                <a:lnTo>
                  <a:pt x="1353" y="400"/>
                </a:lnTo>
                <a:lnTo>
                  <a:pt x="1354" y="400"/>
                </a:lnTo>
                <a:lnTo>
                  <a:pt x="1354" y="401"/>
                </a:lnTo>
                <a:lnTo>
                  <a:pt x="1355" y="401"/>
                </a:lnTo>
                <a:lnTo>
                  <a:pt x="1355" y="402"/>
                </a:lnTo>
                <a:lnTo>
                  <a:pt x="1356" y="402"/>
                </a:lnTo>
                <a:lnTo>
                  <a:pt x="1357" y="402"/>
                </a:lnTo>
                <a:lnTo>
                  <a:pt x="1357" y="403"/>
                </a:lnTo>
                <a:lnTo>
                  <a:pt x="1358" y="403"/>
                </a:lnTo>
                <a:lnTo>
                  <a:pt x="1358" y="404"/>
                </a:lnTo>
                <a:lnTo>
                  <a:pt x="1359" y="404"/>
                </a:lnTo>
                <a:lnTo>
                  <a:pt x="1360" y="404"/>
                </a:lnTo>
                <a:lnTo>
                  <a:pt x="1361" y="404"/>
                </a:lnTo>
                <a:lnTo>
                  <a:pt x="1362" y="405"/>
                </a:lnTo>
                <a:lnTo>
                  <a:pt x="1363" y="405"/>
                </a:lnTo>
                <a:lnTo>
                  <a:pt x="1365" y="405"/>
                </a:lnTo>
                <a:lnTo>
                  <a:pt x="1366" y="405"/>
                </a:lnTo>
                <a:lnTo>
                  <a:pt x="1366" y="406"/>
                </a:lnTo>
                <a:lnTo>
                  <a:pt x="1367" y="406"/>
                </a:lnTo>
                <a:lnTo>
                  <a:pt x="1368" y="406"/>
                </a:lnTo>
                <a:lnTo>
                  <a:pt x="1368" y="407"/>
                </a:lnTo>
                <a:lnTo>
                  <a:pt x="1369" y="407"/>
                </a:lnTo>
                <a:lnTo>
                  <a:pt x="1370" y="407"/>
                </a:lnTo>
                <a:lnTo>
                  <a:pt x="1371" y="407"/>
                </a:lnTo>
                <a:lnTo>
                  <a:pt x="1371" y="408"/>
                </a:lnTo>
                <a:lnTo>
                  <a:pt x="1372" y="408"/>
                </a:lnTo>
                <a:lnTo>
                  <a:pt x="1372" y="409"/>
                </a:lnTo>
                <a:lnTo>
                  <a:pt x="1373" y="409"/>
                </a:lnTo>
                <a:lnTo>
                  <a:pt x="1374" y="409"/>
                </a:lnTo>
                <a:lnTo>
                  <a:pt x="1375" y="409"/>
                </a:lnTo>
                <a:lnTo>
                  <a:pt x="1375" y="408"/>
                </a:lnTo>
                <a:lnTo>
                  <a:pt x="1375" y="407"/>
                </a:lnTo>
                <a:lnTo>
                  <a:pt x="1375" y="406"/>
                </a:lnTo>
                <a:lnTo>
                  <a:pt x="1376" y="406"/>
                </a:lnTo>
                <a:lnTo>
                  <a:pt x="1377" y="406"/>
                </a:lnTo>
                <a:lnTo>
                  <a:pt x="1377" y="405"/>
                </a:lnTo>
                <a:lnTo>
                  <a:pt x="1378" y="405"/>
                </a:lnTo>
                <a:lnTo>
                  <a:pt x="1378" y="404"/>
                </a:lnTo>
                <a:lnTo>
                  <a:pt x="1379" y="404"/>
                </a:lnTo>
                <a:lnTo>
                  <a:pt x="1380" y="404"/>
                </a:lnTo>
                <a:lnTo>
                  <a:pt x="1380" y="405"/>
                </a:lnTo>
                <a:lnTo>
                  <a:pt x="1380" y="406"/>
                </a:lnTo>
                <a:lnTo>
                  <a:pt x="1381" y="406"/>
                </a:lnTo>
                <a:lnTo>
                  <a:pt x="1381" y="405"/>
                </a:lnTo>
                <a:lnTo>
                  <a:pt x="1382" y="405"/>
                </a:lnTo>
                <a:lnTo>
                  <a:pt x="1382" y="406"/>
                </a:lnTo>
                <a:lnTo>
                  <a:pt x="1382" y="405"/>
                </a:lnTo>
                <a:lnTo>
                  <a:pt x="1383" y="405"/>
                </a:lnTo>
                <a:lnTo>
                  <a:pt x="1384" y="406"/>
                </a:lnTo>
                <a:lnTo>
                  <a:pt x="1384" y="407"/>
                </a:lnTo>
                <a:lnTo>
                  <a:pt x="1385" y="407"/>
                </a:lnTo>
                <a:lnTo>
                  <a:pt x="1385" y="408"/>
                </a:lnTo>
                <a:lnTo>
                  <a:pt x="1386" y="408"/>
                </a:lnTo>
                <a:lnTo>
                  <a:pt x="1385" y="408"/>
                </a:lnTo>
                <a:lnTo>
                  <a:pt x="1385" y="409"/>
                </a:lnTo>
                <a:lnTo>
                  <a:pt x="1385" y="410"/>
                </a:lnTo>
                <a:lnTo>
                  <a:pt x="1386" y="410"/>
                </a:lnTo>
                <a:lnTo>
                  <a:pt x="1386" y="411"/>
                </a:lnTo>
                <a:lnTo>
                  <a:pt x="1387" y="411"/>
                </a:lnTo>
                <a:lnTo>
                  <a:pt x="1387" y="412"/>
                </a:lnTo>
                <a:lnTo>
                  <a:pt x="1388" y="412"/>
                </a:lnTo>
                <a:lnTo>
                  <a:pt x="1388" y="413"/>
                </a:lnTo>
                <a:lnTo>
                  <a:pt x="1389" y="413"/>
                </a:lnTo>
                <a:lnTo>
                  <a:pt x="1391" y="413"/>
                </a:lnTo>
                <a:lnTo>
                  <a:pt x="1391" y="414"/>
                </a:lnTo>
                <a:lnTo>
                  <a:pt x="1392" y="414"/>
                </a:lnTo>
                <a:lnTo>
                  <a:pt x="1393" y="414"/>
                </a:lnTo>
                <a:lnTo>
                  <a:pt x="1393" y="415"/>
                </a:lnTo>
                <a:lnTo>
                  <a:pt x="1394" y="415"/>
                </a:lnTo>
                <a:lnTo>
                  <a:pt x="1395" y="415"/>
                </a:lnTo>
                <a:lnTo>
                  <a:pt x="1395" y="416"/>
                </a:lnTo>
                <a:lnTo>
                  <a:pt x="1396" y="416"/>
                </a:lnTo>
                <a:lnTo>
                  <a:pt x="1397" y="416"/>
                </a:lnTo>
                <a:lnTo>
                  <a:pt x="1397" y="417"/>
                </a:lnTo>
                <a:lnTo>
                  <a:pt x="1398" y="418"/>
                </a:lnTo>
                <a:lnTo>
                  <a:pt x="1399" y="418"/>
                </a:lnTo>
                <a:lnTo>
                  <a:pt x="1401" y="419"/>
                </a:lnTo>
                <a:lnTo>
                  <a:pt x="1402" y="419"/>
                </a:lnTo>
                <a:lnTo>
                  <a:pt x="1403" y="419"/>
                </a:lnTo>
                <a:lnTo>
                  <a:pt x="1403" y="420"/>
                </a:lnTo>
                <a:lnTo>
                  <a:pt x="1403" y="421"/>
                </a:lnTo>
                <a:lnTo>
                  <a:pt x="1404" y="421"/>
                </a:lnTo>
                <a:lnTo>
                  <a:pt x="1405" y="421"/>
                </a:lnTo>
                <a:lnTo>
                  <a:pt x="1406" y="421"/>
                </a:lnTo>
                <a:lnTo>
                  <a:pt x="1406" y="422"/>
                </a:lnTo>
                <a:lnTo>
                  <a:pt x="1407" y="422"/>
                </a:lnTo>
                <a:lnTo>
                  <a:pt x="1408" y="422"/>
                </a:lnTo>
                <a:lnTo>
                  <a:pt x="1408" y="423"/>
                </a:lnTo>
                <a:lnTo>
                  <a:pt x="1409" y="424"/>
                </a:lnTo>
                <a:lnTo>
                  <a:pt x="1411" y="424"/>
                </a:lnTo>
                <a:lnTo>
                  <a:pt x="1411" y="423"/>
                </a:lnTo>
                <a:lnTo>
                  <a:pt x="1412" y="423"/>
                </a:lnTo>
                <a:lnTo>
                  <a:pt x="1413" y="423"/>
                </a:lnTo>
                <a:lnTo>
                  <a:pt x="1414" y="423"/>
                </a:lnTo>
                <a:lnTo>
                  <a:pt x="1414" y="424"/>
                </a:lnTo>
                <a:lnTo>
                  <a:pt x="1414" y="423"/>
                </a:lnTo>
                <a:lnTo>
                  <a:pt x="1415" y="423"/>
                </a:lnTo>
                <a:lnTo>
                  <a:pt x="1415" y="424"/>
                </a:lnTo>
                <a:lnTo>
                  <a:pt x="1416" y="425"/>
                </a:lnTo>
                <a:lnTo>
                  <a:pt x="1416" y="426"/>
                </a:lnTo>
                <a:lnTo>
                  <a:pt x="1416" y="427"/>
                </a:lnTo>
                <a:lnTo>
                  <a:pt x="1417" y="427"/>
                </a:lnTo>
                <a:lnTo>
                  <a:pt x="1417" y="428"/>
                </a:lnTo>
                <a:lnTo>
                  <a:pt x="1417" y="429"/>
                </a:lnTo>
                <a:lnTo>
                  <a:pt x="1418" y="429"/>
                </a:lnTo>
                <a:lnTo>
                  <a:pt x="1419" y="428"/>
                </a:lnTo>
                <a:lnTo>
                  <a:pt x="1420" y="429"/>
                </a:lnTo>
                <a:lnTo>
                  <a:pt x="1421" y="428"/>
                </a:lnTo>
                <a:lnTo>
                  <a:pt x="1421" y="429"/>
                </a:lnTo>
                <a:lnTo>
                  <a:pt x="1422" y="430"/>
                </a:lnTo>
                <a:lnTo>
                  <a:pt x="1421" y="430"/>
                </a:lnTo>
                <a:lnTo>
                  <a:pt x="1421" y="431"/>
                </a:lnTo>
                <a:lnTo>
                  <a:pt x="1422" y="432"/>
                </a:lnTo>
                <a:lnTo>
                  <a:pt x="1422" y="433"/>
                </a:lnTo>
                <a:lnTo>
                  <a:pt x="1423" y="432"/>
                </a:lnTo>
                <a:lnTo>
                  <a:pt x="1423" y="433"/>
                </a:lnTo>
                <a:lnTo>
                  <a:pt x="1424" y="433"/>
                </a:lnTo>
                <a:lnTo>
                  <a:pt x="1424" y="434"/>
                </a:lnTo>
                <a:lnTo>
                  <a:pt x="1424" y="435"/>
                </a:lnTo>
                <a:lnTo>
                  <a:pt x="1425" y="435"/>
                </a:lnTo>
                <a:lnTo>
                  <a:pt x="1425" y="436"/>
                </a:lnTo>
                <a:lnTo>
                  <a:pt x="1426" y="437"/>
                </a:lnTo>
                <a:lnTo>
                  <a:pt x="1427" y="437"/>
                </a:lnTo>
                <a:lnTo>
                  <a:pt x="1427" y="438"/>
                </a:lnTo>
                <a:lnTo>
                  <a:pt x="1427" y="439"/>
                </a:lnTo>
                <a:lnTo>
                  <a:pt x="1428" y="439"/>
                </a:lnTo>
                <a:lnTo>
                  <a:pt x="1429" y="438"/>
                </a:lnTo>
                <a:lnTo>
                  <a:pt x="1429" y="439"/>
                </a:lnTo>
                <a:lnTo>
                  <a:pt x="1430" y="439"/>
                </a:lnTo>
                <a:lnTo>
                  <a:pt x="1430" y="438"/>
                </a:lnTo>
                <a:lnTo>
                  <a:pt x="1431" y="438"/>
                </a:lnTo>
                <a:lnTo>
                  <a:pt x="1431" y="437"/>
                </a:lnTo>
                <a:lnTo>
                  <a:pt x="1432" y="437"/>
                </a:lnTo>
                <a:lnTo>
                  <a:pt x="1433" y="437"/>
                </a:lnTo>
                <a:lnTo>
                  <a:pt x="1433" y="438"/>
                </a:lnTo>
                <a:lnTo>
                  <a:pt x="1435" y="438"/>
                </a:lnTo>
                <a:lnTo>
                  <a:pt x="1435" y="437"/>
                </a:lnTo>
                <a:lnTo>
                  <a:pt x="1435" y="436"/>
                </a:lnTo>
                <a:lnTo>
                  <a:pt x="1434" y="436"/>
                </a:lnTo>
                <a:lnTo>
                  <a:pt x="1435" y="435"/>
                </a:lnTo>
                <a:lnTo>
                  <a:pt x="1436" y="434"/>
                </a:lnTo>
                <a:lnTo>
                  <a:pt x="1437" y="434"/>
                </a:lnTo>
                <a:lnTo>
                  <a:pt x="1438" y="434"/>
                </a:lnTo>
                <a:lnTo>
                  <a:pt x="1439" y="434"/>
                </a:lnTo>
                <a:lnTo>
                  <a:pt x="1440" y="434"/>
                </a:lnTo>
                <a:lnTo>
                  <a:pt x="1441" y="434"/>
                </a:lnTo>
                <a:lnTo>
                  <a:pt x="1442" y="434"/>
                </a:lnTo>
                <a:lnTo>
                  <a:pt x="1443" y="434"/>
                </a:lnTo>
                <a:lnTo>
                  <a:pt x="1443" y="433"/>
                </a:lnTo>
                <a:lnTo>
                  <a:pt x="1444" y="433"/>
                </a:lnTo>
                <a:lnTo>
                  <a:pt x="1444" y="432"/>
                </a:lnTo>
                <a:lnTo>
                  <a:pt x="1445" y="432"/>
                </a:lnTo>
                <a:lnTo>
                  <a:pt x="1446" y="431"/>
                </a:lnTo>
                <a:lnTo>
                  <a:pt x="1447" y="431"/>
                </a:lnTo>
                <a:lnTo>
                  <a:pt x="1448" y="431"/>
                </a:lnTo>
                <a:lnTo>
                  <a:pt x="1448" y="432"/>
                </a:lnTo>
                <a:lnTo>
                  <a:pt x="1448" y="433"/>
                </a:lnTo>
                <a:lnTo>
                  <a:pt x="1450" y="433"/>
                </a:lnTo>
                <a:lnTo>
                  <a:pt x="1451" y="433"/>
                </a:lnTo>
                <a:lnTo>
                  <a:pt x="1452" y="433"/>
                </a:lnTo>
                <a:lnTo>
                  <a:pt x="1453" y="433"/>
                </a:lnTo>
                <a:lnTo>
                  <a:pt x="1453" y="434"/>
                </a:lnTo>
                <a:lnTo>
                  <a:pt x="1454" y="434"/>
                </a:lnTo>
                <a:lnTo>
                  <a:pt x="1454" y="435"/>
                </a:lnTo>
                <a:lnTo>
                  <a:pt x="1455" y="436"/>
                </a:lnTo>
                <a:lnTo>
                  <a:pt x="1456" y="436"/>
                </a:lnTo>
                <a:lnTo>
                  <a:pt x="1456" y="437"/>
                </a:lnTo>
                <a:lnTo>
                  <a:pt x="1456" y="438"/>
                </a:lnTo>
                <a:lnTo>
                  <a:pt x="1456" y="439"/>
                </a:lnTo>
                <a:lnTo>
                  <a:pt x="1455" y="439"/>
                </a:lnTo>
                <a:lnTo>
                  <a:pt x="1454" y="439"/>
                </a:lnTo>
                <a:lnTo>
                  <a:pt x="1453" y="440"/>
                </a:lnTo>
                <a:lnTo>
                  <a:pt x="1453" y="441"/>
                </a:lnTo>
                <a:lnTo>
                  <a:pt x="1452" y="441"/>
                </a:lnTo>
                <a:lnTo>
                  <a:pt x="1453" y="441"/>
                </a:lnTo>
                <a:lnTo>
                  <a:pt x="1453" y="442"/>
                </a:lnTo>
                <a:lnTo>
                  <a:pt x="1454" y="442"/>
                </a:lnTo>
                <a:lnTo>
                  <a:pt x="1454" y="443"/>
                </a:lnTo>
                <a:lnTo>
                  <a:pt x="1454" y="444"/>
                </a:lnTo>
                <a:lnTo>
                  <a:pt x="1454" y="445"/>
                </a:lnTo>
                <a:lnTo>
                  <a:pt x="1453" y="446"/>
                </a:lnTo>
                <a:lnTo>
                  <a:pt x="1453" y="447"/>
                </a:lnTo>
                <a:lnTo>
                  <a:pt x="1454" y="447"/>
                </a:lnTo>
                <a:lnTo>
                  <a:pt x="1454" y="448"/>
                </a:lnTo>
                <a:lnTo>
                  <a:pt x="1454" y="449"/>
                </a:lnTo>
                <a:lnTo>
                  <a:pt x="1455" y="449"/>
                </a:lnTo>
                <a:lnTo>
                  <a:pt x="1456" y="449"/>
                </a:lnTo>
                <a:lnTo>
                  <a:pt x="1457" y="449"/>
                </a:lnTo>
                <a:lnTo>
                  <a:pt x="1458" y="450"/>
                </a:lnTo>
                <a:lnTo>
                  <a:pt x="1459" y="450"/>
                </a:lnTo>
                <a:lnTo>
                  <a:pt x="1460" y="450"/>
                </a:lnTo>
                <a:lnTo>
                  <a:pt x="1461" y="450"/>
                </a:lnTo>
                <a:lnTo>
                  <a:pt x="1461" y="449"/>
                </a:lnTo>
                <a:lnTo>
                  <a:pt x="1462" y="449"/>
                </a:lnTo>
                <a:lnTo>
                  <a:pt x="1462" y="448"/>
                </a:lnTo>
                <a:lnTo>
                  <a:pt x="1463" y="448"/>
                </a:lnTo>
                <a:lnTo>
                  <a:pt x="1463" y="447"/>
                </a:lnTo>
                <a:lnTo>
                  <a:pt x="1464" y="447"/>
                </a:lnTo>
                <a:lnTo>
                  <a:pt x="1466" y="447"/>
                </a:lnTo>
                <a:lnTo>
                  <a:pt x="1467" y="447"/>
                </a:lnTo>
                <a:lnTo>
                  <a:pt x="1467" y="448"/>
                </a:lnTo>
                <a:lnTo>
                  <a:pt x="1468" y="448"/>
                </a:lnTo>
                <a:lnTo>
                  <a:pt x="1469" y="448"/>
                </a:lnTo>
                <a:lnTo>
                  <a:pt x="1469" y="447"/>
                </a:lnTo>
                <a:lnTo>
                  <a:pt x="1469" y="446"/>
                </a:lnTo>
                <a:lnTo>
                  <a:pt x="1469" y="445"/>
                </a:lnTo>
                <a:lnTo>
                  <a:pt x="1471" y="446"/>
                </a:lnTo>
                <a:lnTo>
                  <a:pt x="1472" y="446"/>
                </a:lnTo>
                <a:lnTo>
                  <a:pt x="1472" y="447"/>
                </a:lnTo>
                <a:lnTo>
                  <a:pt x="1473" y="447"/>
                </a:lnTo>
                <a:lnTo>
                  <a:pt x="1474" y="447"/>
                </a:lnTo>
                <a:lnTo>
                  <a:pt x="1475" y="447"/>
                </a:lnTo>
                <a:lnTo>
                  <a:pt x="1475" y="448"/>
                </a:lnTo>
                <a:lnTo>
                  <a:pt x="1476" y="448"/>
                </a:lnTo>
                <a:lnTo>
                  <a:pt x="1476" y="447"/>
                </a:lnTo>
                <a:lnTo>
                  <a:pt x="1475" y="447"/>
                </a:lnTo>
                <a:lnTo>
                  <a:pt x="1476" y="447"/>
                </a:lnTo>
                <a:lnTo>
                  <a:pt x="1476" y="446"/>
                </a:lnTo>
                <a:lnTo>
                  <a:pt x="1477" y="446"/>
                </a:lnTo>
                <a:lnTo>
                  <a:pt x="1478" y="446"/>
                </a:lnTo>
                <a:lnTo>
                  <a:pt x="1479" y="445"/>
                </a:lnTo>
                <a:lnTo>
                  <a:pt x="1480" y="445"/>
                </a:lnTo>
                <a:lnTo>
                  <a:pt x="1480" y="446"/>
                </a:lnTo>
                <a:lnTo>
                  <a:pt x="1481" y="446"/>
                </a:lnTo>
                <a:lnTo>
                  <a:pt x="1481" y="447"/>
                </a:lnTo>
                <a:lnTo>
                  <a:pt x="1482" y="447"/>
                </a:lnTo>
                <a:lnTo>
                  <a:pt x="1483" y="447"/>
                </a:lnTo>
                <a:lnTo>
                  <a:pt x="1483" y="448"/>
                </a:lnTo>
                <a:lnTo>
                  <a:pt x="1484" y="448"/>
                </a:lnTo>
                <a:lnTo>
                  <a:pt x="1485" y="448"/>
                </a:lnTo>
                <a:lnTo>
                  <a:pt x="1486" y="448"/>
                </a:lnTo>
                <a:lnTo>
                  <a:pt x="1487" y="448"/>
                </a:lnTo>
                <a:lnTo>
                  <a:pt x="1487" y="449"/>
                </a:lnTo>
                <a:lnTo>
                  <a:pt x="1488" y="449"/>
                </a:lnTo>
                <a:lnTo>
                  <a:pt x="1489" y="449"/>
                </a:lnTo>
                <a:lnTo>
                  <a:pt x="1490" y="449"/>
                </a:lnTo>
                <a:lnTo>
                  <a:pt x="1491" y="449"/>
                </a:lnTo>
                <a:lnTo>
                  <a:pt x="1492" y="449"/>
                </a:lnTo>
                <a:lnTo>
                  <a:pt x="1492" y="448"/>
                </a:lnTo>
                <a:lnTo>
                  <a:pt x="1493" y="448"/>
                </a:lnTo>
                <a:lnTo>
                  <a:pt x="1494" y="449"/>
                </a:lnTo>
                <a:lnTo>
                  <a:pt x="1494" y="448"/>
                </a:lnTo>
                <a:lnTo>
                  <a:pt x="1495" y="448"/>
                </a:lnTo>
                <a:lnTo>
                  <a:pt x="1495" y="449"/>
                </a:lnTo>
                <a:lnTo>
                  <a:pt x="1496" y="449"/>
                </a:lnTo>
                <a:lnTo>
                  <a:pt x="1496" y="450"/>
                </a:lnTo>
                <a:lnTo>
                  <a:pt x="1497" y="450"/>
                </a:lnTo>
                <a:lnTo>
                  <a:pt x="1497" y="449"/>
                </a:lnTo>
                <a:lnTo>
                  <a:pt x="1498" y="449"/>
                </a:lnTo>
                <a:lnTo>
                  <a:pt x="1499" y="450"/>
                </a:lnTo>
                <a:lnTo>
                  <a:pt x="1498" y="450"/>
                </a:lnTo>
                <a:lnTo>
                  <a:pt x="1499" y="451"/>
                </a:lnTo>
                <a:lnTo>
                  <a:pt x="1500" y="450"/>
                </a:lnTo>
                <a:lnTo>
                  <a:pt x="1500" y="451"/>
                </a:lnTo>
                <a:lnTo>
                  <a:pt x="1500" y="450"/>
                </a:lnTo>
                <a:lnTo>
                  <a:pt x="1501" y="450"/>
                </a:lnTo>
                <a:lnTo>
                  <a:pt x="1502" y="449"/>
                </a:lnTo>
                <a:lnTo>
                  <a:pt x="1503" y="449"/>
                </a:lnTo>
                <a:lnTo>
                  <a:pt x="1503" y="448"/>
                </a:lnTo>
                <a:lnTo>
                  <a:pt x="1503" y="447"/>
                </a:lnTo>
                <a:lnTo>
                  <a:pt x="1503" y="446"/>
                </a:lnTo>
                <a:lnTo>
                  <a:pt x="1504" y="446"/>
                </a:lnTo>
                <a:lnTo>
                  <a:pt x="1504" y="445"/>
                </a:lnTo>
                <a:lnTo>
                  <a:pt x="1505" y="445"/>
                </a:lnTo>
                <a:lnTo>
                  <a:pt x="1505" y="446"/>
                </a:lnTo>
                <a:lnTo>
                  <a:pt x="1506" y="446"/>
                </a:lnTo>
                <a:lnTo>
                  <a:pt x="1507" y="447"/>
                </a:lnTo>
                <a:lnTo>
                  <a:pt x="1508" y="447"/>
                </a:lnTo>
                <a:lnTo>
                  <a:pt x="1509" y="447"/>
                </a:lnTo>
                <a:lnTo>
                  <a:pt x="1510" y="447"/>
                </a:lnTo>
                <a:lnTo>
                  <a:pt x="1510" y="448"/>
                </a:lnTo>
                <a:lnTo>
                  <a:pt x="1511" y="448"/>
                </a:lnTo>
                <a:lnTo>
                  <a:pt x="1512" y="448"/>
                </a:lnTo>
                <a:lnTo>
                  <a:pt x="1512" y="449"/>
                </a:lnTo>
                <a:lnTo>
                  <a:pt x="1513" y="450"/>
                </a:lnTo>
                <a:lnTo>
                  <a:pt x="1514" y="450"/>
                </a:lnTo>
                <a:lnTo>
                  <a:pt x="1514" y="451"/>
                </a:lnTo>
                <a:lnTo>
                  <a:pt x="1515" y="451"/>
                </a:lnTo>
                <a:lnTo>
                  <a:pt x="1515" y="450"/>
                </a:lnTo>
                <a:lnTo>
                  <a:pt x="1516" y="450"/>
                </a:lnTo>
                <a:lnTo>
                  <a:pt x="1517" y="449"/>
                </a:lnTo>
                <a:lnTo>
                  <a:pt x="1518" y="450"/>
                </a:lnTo>
                <a:lnTo>
                  <a:pt x="1519" y="450"/>
                </a:lnTo>
                <a:lnTo>
                  <a:pt x="1520" y="451"/>
                </a:lnTo>
                <a:lnTo>
                  <a:pt x="1521" y="451"/>
                </a:lnTo>
                <a:lnTo>
                  <a:pt x="1521" y="452"/>
                </a:lnTo>
                <a:lnTo>
                  <a:pt x="1522" y="452"/>
                </a:lnTo>
                <a:lnTo>
                  <a:pt x="1523" y="453"/>
                </a:lnTo>
                <a:lnTo>
                  <a:pt x="1524" y="453"/>
                </a:lnTo>
                <a:lnTo>
                  <a:pt x="1524" y="452"/>
                </a:lnTo>
                <a:lnTo>
                  <a:pt x="1525" y="452"/>
                </a:lnTo>
                <a:lnTo>
                  <a:pt x="1526" y="452"/>
                </a:lnTo>
                <a:lnTo>
                  <a:pt x="1527" y="452"/>
                </a:lnTo>
                <a:lnTo>
                  <a:pt x="1528" y="453"/>
                </a:lnTo>
                <a:lnTo>
                  <a:pt x="1528" y="452"/>
                </a:lnTo>
                <a:lnTo>
                  <a:pt x="1529" y="452"/>
                </a:lnTo>
                <a:lnTo>
                  <a:pt x="1530" y="452"/>
                </a:lnTo>
                <a:lnTo>
                  <a:pt x="1530" y="451"/>
                </a:lnTo>
                <a:lnTo>
                  <a:pt x="1531" y="451"/>
                </a:lnTo>
                <a:lnTo>
                  <a:pt x="1532" y="451"/>
                </a:lnTo>
                <a:lnTo>
                  <a:pt x="1533" y="451"/>
                </a:lnTo>
                <a:lnTo>
                  <a:pt x="1534" y="451"/>
                </a:lnTo>
                <a:lnTo>
                  <a:pt x="1535" y="451"/>
                </a:lnTo>
                <a:lnTo>
                  <a:pt x="1535" y="450"/>
                </a:lnTo>
                <a:lnTo>
                  <a:pt x="1536" y="450"/>
                </a:lnTo>
                <a:lnTo>
                  <a:pt x="1535" y="450"/>
                </a:lnTo>
                <a:lnTo>
                  <a:pt x="1536" y="449"/>
                </a:lnTo>
                <a:lnTo>
                  <a:pt x="1537" y="449"/>
                </a:lnTo>
                <a:lnTo>
                  <a:pt x="1537" y="448"/>
                </a:lnTo>
                <a:lnTo>
                  <a:pt x="1538" y="448"/>
                </a:lnTo>
                <a:lnTo>
                  <a:pt x="1539" y="449"/>
                </a:lnTo>
                <a:lnTo>
                  <a:pt x="1539" y="450"/>
                </a:lnTo>
                <a:lnTo>
                  <a:pt x="1540" y="451"/>
                </a:lnTo>
                <a:lnTo>
                  <a:pt x="1540" y="452"/>
                </a:lnTo>
                <a:lnTo>
                  <a:pt x="1540" y="453"/>
                </a:lnTo>
                <a:lnTo>
                  <a:pt x="1541" y="453"/>
                </a:lnTo>
                <a:lnTo>
                  <a:pt x="1542" y="453"/>
                </a:lnTo>
                <a:lnTo>
                  <a:pt x="1542" y="454"/>
                </a:lnTo>
                <a:lnTo>
                  <a:pt x="1542" y="455"/>
                </a:lnTo>
                <a:lnTo>
                  <a:pt x="1541" y="456"/>
                </a:lnTo>
                <a:lnTo>
                  <a:pt x="1542" y="456"/>
                </a:lnTo>
                <a:lnTo>
                  <a:pt x="1542" y="457"/>
                </a:lnTo>
                <a:lnTo>
                  <a:pt x="1542" y="458"/>
                </a:lnTo>
                <a:lnTo>
                  <a:pt x="1542" y="459"/>
                </a:lnTo>
                <a:lnTo>
                  <a:pt x="1543" y="459"/>
                </a:lnTo>
                <a:lnTo>
                  <a:pt x="1543" y="460"/>
                </a:lnTo>
                <a:lnTo>
                  <a:pt x="1543" y="461"/>
                </a:lnTo>
                <a:lnTo>
                  <a:pt x="1544" y="461"/>
                </a:lnTo>
                <a:lnTo>
                  <a:pt x="1544" y="462"/>
                </a:lnTo>
                <a:lnTo>
                  <a:pt x="1545" y="462"/>
                </a:lnTo>
                <a:lnTo>
                  <a:pt x="1546" y="461"/>
                </a:lnTo>
                <a:lnTo>
                  <a:pt x="1548" y="461"/>
                </a:lnTo>
                <a:lnTo>
                  <a:pt x="1549" y="461"/>
                </a:lnTo>
                <a:lnTo>
                  <a:pt x="1549" y="460"/>
                </a:lnTo>
                <a:lnTo>
                  <a:pt x="1549" y="459"/>
                </a:lnTo>
                <a:lnTo>
                  <a:pt x="1550" y="459"/>
                </a:lnTo>
                <a:lnTo>
                  <a:pt x="1550" y="460"/>
                </a:lnTo>
                <a:lnTo>
                  <a:pt x="1551" y="460"/>
                </a:lnTo>
                <a:lnTo>
                  <a:pt x="1552" y="460"/>
                </a:lnTo>
                <a:lnTo>
                  <a:pt x="1553" y="460"/>
                </a:lnTo>
                <a:lnTo>
                  <a:pt x="1554" y="460"/>
                </a:lnTo>
                <a:lnTo>
                  <a:pt x="1554" y="458"/>
                </a:lnTo>
                <a:lnTo>
                  <a:pt x="1554" y="457"/>
                </a:lnTo>
                <a:lnTo>
                  <a:pt x="1555" y="457"/>
                </a:lnTo>
                <a:lnTo>
                  <a:pt x="1556" y="457"/>
                </a:lnTo>
                <a:lnTo>
                  <a:pt x="1557" y="457"/>
                </a:lnTo>
                <a:lnTo>
                  <a:pt x="1558" y="457"/>
                </a:lnTo>
                <a:lnTo>
                  <a:pt x="1558" y="458"/>
                </a:lnTo>
                <a:lnTo>
                  <a:pt x="1559" y="458"/>
                </a:lnTo>
                <a:lnTo>
                  <a:pt x="1560" y="458"/>
                </a:lnTo>
                <a:lnTo>
                  <a:pt x="1561" y="458"/>
                </a:lnTo>
                <a:lnTo>
                  <a:pt x="1562" y="458"/>
                </a:lnTo>
                <a:lnTo>
                  <a:pt x="1562" y="457"/>
                </a:lnTo>
                <a:lnTo>
                  <a:pt x="1563" y="457"/>
                </a:lnTo>
                <a:lnTo>
                  <a:pt x="1563" y="458"/>
                </a:lnTo>
                <a:lnTo>
                  <a:pt x="1564" y="458"/>
                </a:lnTo>
                <a:lnTo>
                  <a:pt x="1564" y="459"/>
                </a:lnTo>
                <a:lnTo>
                  <a:pt x="1563" y="459"/>
                </a:lnTo>
                <a:lnTo>
                  <a:pt x="1563" y="460"/>
                </a:lnTo>
                <a:lnTo>
                  <a:pt x="1564" y="460"/>
                </a:lnTo>
                <a:lnTo>
                  <a:pt x="1564" y="461"/>
                </a:lnTo>
                <a:lnTo>
                  <a:pt x="1565" y="462"/>
                </a:lnTo>
                <a:lnTo>
                  <a:pt x="1566" y="462"/>
                </a:lnTo>
                <a:lnTo>
                  <a:pt x="1567" y="462"/>
                </a:lnTo>
                <a:lnTo>
                  <a:pt x="1567" y="463"/>
                </a:lnTo>
                <a:lnTo>
                  <a:pt x="1568" y="463"/>
                </a:lnTo>
                <a:lnTo>
                  <a:pt x="1569" y="463"/>
                </a:lnTo>
                <a:lnTo>
                  <a:pt x="1569" y="464"/>
                </a:lnTo>
                <a:lnTo>
                  <a:pt x="1570" y="464"/>
                </a:lnTo>
                <a:lnTo>
                  <a:pt x="1570" y="465"/>
                </a:lnTo>
                <a:lnTo>
                  <a:pt x="1570" y="466"/>
                </a:lnTo>
                <a:lnTo>
                  <a:pt x="1570" y="467"/>
                </a:lnTo>
                <a:lnTo>
                  <a:pt x="1570" y="468"/>
                </a:lnTo>
                <a:lnTo>
                  <a:pt x="1571" y="468"/>
                </a:lnTo>
                <a:lnTo>
                  <a:pt x="1572" y="468"/>
                </a:lnTo>
                <a:lnTo>
                  <a:pt x="1573" y="468"/>
                </a:lnTo>
                <a:lnTo>
                  <a:pt x="1573" y="469"/>
                </a:lnTo>
                <a:lnTo>
                  <a:pt x="1574" y="470"/>
                </a:lnTo>
                <a:lnTo>
                  <a:pt x="1575" y="471"/>
                </a:lnTo>
                <a:lnTo>
                  <a:pt x="1576" y="471"/>
                </a:lnTo>
                <a:lnTo>
                  <a:pt x="1576" y="472"/>
                </a:lnTo>
                <a:lnTo>
                  <a:pt x="1576" y="473"/>
                </a:lnTo>
                <a:lnTo>
                  <a:pt x="1577" y="473"/>
                </a:lnTo>
                <a:lnTo>
                  <a:pt x="1577" y="474"/>
                </a:lnTo>
                <a:lnTo>
                  <a:pt x="1578" y="474"/>
                </a:lnTo>
                <a:lnTo>
                  <a:pt x="1578" y="473"/>
                </a:lnTo>
                <a:lnTo>
                  <a:pt x="1578" y="472"/>
                </a:lnTo>
                <a:lnTo>
                  <a:pt x="1579" y="472"/>
                </a:lnTo>
                <a:lnTo>
                  <a:pt x="1580" y="472"/>
                </a:lnTo>
                <a:lnTo>
                  <a:pt x="1580" y="471"/>
                </a:lnTo>
                <a:lnTo>
                  <a:pt x="1580" y="470"/>
                </a:lnTo>
                <a:lnTo>
                  <a:pt x="1581" y="470"/>
                </a:lnTo>
                <a:lnTo>
                  <a:pt x="1582" y="470"/>
                </a:lnTo>
                <a:lnTo>
                  <a:pt x="1583" y="470"/>
                </a:lnTo>
                <a:lnTo>
                  <a:pt x="1584" y="470"/>
                </a:lnTo>
                <a:lnTo>
                  <a:pt x="1584" y="469"/>
                </a:lnTo>
                <a:lnTo>
                  <a:pt x="1584" y="470"/>
                </a:lnTo>
                <a:lnTo>
                  <a:pt x="1585" y="470"/>
                </a:lnTo>
                <a:lnTo>
                  <a:pt x="1586" y="470"/>
                </a:lnTo>
                <a:lnTo>
                  <a:pt x="1586" y="472"/>
                </a:lnTo>
                <a:lnTo>
                  <a:pt x="1587" y="473"/>
                </a:lnTo>
                <a:lnTo>
                  <a:pt x="1587" y="476"/>
                </a:lnTo>
                <a:lnTo>
                  <a:pt x="1587" y="477"/>
                </a:lnTo>
                <a:lnTo>
                  <a:pt x="1588" y="477"/>
                </a:lnTo>
                <a:lnTo>
                  <a:pt x="1589" y="477"/>
                </a:lnTo>
                <a:lnTo>
                  <a:pt x="1590" y="476"/>
                </a:lnTo>
                <a:lnTo>
                  <a:pt x="1590" y="477"/>
                </a:lnTo>
                <a:lnTo>
                  <a:pt x="1590" y="478"/>
                </a:lnTo>
                <a:lnTo>
                  <a:pt x="1591" y="478"/>
                </a:lnTo>
                <a:lnTo>
                  <a:pt x="1591" y="479"/>
                </a:lnTo>
                <a:lnTo>
                  <a:pt x="1591" y="480"/>
                </a:lnTo>
                <a:lnTo>
                  <a:pt x="1592" y="480"/>
                </a:lnTo>
                <a:lnTo>
                  <a:pt x="1593" y="480"/>
                </a:lnTo>
                <a:lnTo>
                  <a:pt x="1593" y="479"/>
                </a:lnTo>
                <a:lnTo>
                  <a:pt x="1594" y="478"/>
                </a:lnTo>
                <a:lnTo>
                  <a:pt x="1595" y="478"/>
                </a:lnTo>
                <a:lnTo>
                  <a:pt x="1595" y="479"/>
                </a:lnTo>
                <a:lnTo>
                  <a:pt x="1596" y="479"/>
                </a:lnTo>
                <a:lnTo>
                  <a:pt x="1596" y="478"/>
                </a:lnTo>
                <a:lnTo>
                  <a:pt x="1597" y="478"/>
                </a:lnTo>
                <a:lnTo>
                  <a:pt x="1597" y="477"/>
                </a:lnTo>
                <a:lnTo>
                  <a:pt x="1596" y="477"/>
                </a:lnTo>
                <a:lnTo>
                  <a:pt x="1597" y="477"/>
                </a:lnTo>
                <a:lnTo>
                  <a:pt x="1597" y="476"/>
                </a:lnTo>
                <a:lnTo>
                  <a:pt x="1598" y="476"/>
                </a:lnTo>
                <a:lnTo>
                  <a:pt x="1599" y="476"/>
                </a:lnTo>
                <a:lnTo>
                  <a:pt x="1600" y="475"/>
                </a:lnTo>
                <a:lnTo>
                  <a:pt x="1601" y="475"/>
                </a:lnTo>
                <a:lnTo>
                  <a:pt x="1601" y="474"/>
                </a:lnTo>
                <a:lnTo>
                  <a:pt x="1602" y="474"/>
                </a:lnTo>
                <a:lnTo>
                  <a:pt x="1602" y="473"/>
                </a:lnTo>
                <a:lnTo>
                  <a:pt x="1603" y="473"/>
                </a:lnTo>
                <a:lnTo>
                  <a:pt x="1603" y="472"/>
                </a:lnTo>
                <a:lnTo>
                  <a:pt x="1603" y="471"/>
                </a:lnTo>
                <a:lnTo>
                  <a:pt x="1604" y="471"/>
                </a:lnTo>
                <a:lnTo>
                  <a:pt x="1605" y="471"/>
                </a:lnTo>
                <a:lnTo>
                  <a:pt x="1605" y="470"/>
                </a:lnTo>
                <a:lnTo>
                  <a:pt x="1605" y="469"/>
                </a:lnTo>
                <a:lnTo>
                  <a:pt x="1606" y="468"/>
                </a:lnTo>
                <a:lnTo>
                  <a:pt x="1607" y="468"/>
                </a:lnTo>
                <a:lnTo>
                  <a:pt x="1608" y="469"/>
                </a:lnTo>
                <a:lnTo>
                  <a:pt x="1609" y="469"/>
                </a:lnTo>
                <a:lnTo>
                  <a:pt x="1610" y="469"/>
                </a:lnTo>
                <a:lnTo>
                  <a:pt x="1610" y="468"/>
                </a:lnTo>
                <a:lnTo>
                  <a:pt x="1611" y="468"/>
                </a:lnTo>
                <a:lnTo>
                  <a:pt x="1613" y="468"/>
                </a:lnTo>
                <a:lnTo>
                  <a:pt x="1615" y="468"/>
                </a:lnTo>
                <a:lnTo>
                  <a:pt x="1615" y="469"/>
                </a:lnTo>
                <a:lnTo>
                  <a:pt x="1616" y="469"/>
                </a:lnTo>
                <a:lnTo>
                  <a:pt x="1617" y="469"/>
                </a:lnTo>
                <a:lnTo>
                  <a:pt x="1618" y="470"/>
                </a:lnTo>
                <a:lnTo>
                  <a:pt x="1619" y="470"/>
                </a:lnTo>
                <a:lnTo>
                  <a:pt x="1620" y="470"/>
                </a:lnTo>
                <a:lnTo>
                  <a:pt x="1621" y="470"/>
                </a:lnTo>
                <a:lnTo>
                  <a:pt x="1622" y="470"/>
                </a:lnTo>
                <a:lnTo>
                  <a:pt x="1623" y="471"/>
                </a:lnTo>
                <a:lnTo>
                  <a:pt x="1624" y="471"/>
                </a:lnTo>
                <a:lnTo>
                  <a:pt x="1624" y="473"/>
                </a:lnTo>
                <a:lnTo>
                  <a:pt x="1624" y="474"/>
                </a:lnTo>
                <a:lnTo>
                  <a:pt x="1624" y="475"/>
                </a:lnTo>
                <a:lnTo>
                  <a:pt x="1625" y="475"/>
                </a:lnTo>
                <a:lnTo>
                  <a:pt x="1626" y="475"/>
                </a:lnTo>
                <a:lnTo>
                  <a:pt x="1626" y="476"/>
                </a:lnTo>
                <a:lnTo>
                  <a:pt x="1627" y="476"/>
                </a:lnTo>
                <a:lnTo>
                  <a:pt x="1627" y="477"/>
                </a:lnTo>
                <a:lnTo>
                  <a:pt x="1626" y="478"/>
                </a:lnTo>
                <a:lnTo>
                  <a:pt x="1627" y="478"/>
                </a:lnTo>
                <a:lnTo>
                  <a:pt x="1628" y="478"/>
                </a:lnTo>
                <a:lnTo>
                  <a:pt x="1628" y="479"/>
                </a:lnTo>
                <a:lnTo>
                  <a:pt x="1627" y="479"/>
                </a:lnTo>
                <a:lnTo>
                  <a:pt x="1627" y="480"/>
                </a:lnTo>
                <a:lnTo>
                  <a:pt x="1627" y="481"/>
                </a:lnTo>
                <a:lnTo>
                  <a:pt x="1628" y="481"/>
                </a:lnTo>
                <a:lnTo>
                  <a:pt x="1628" y="480"/>
                </a:lnTo>
                <a:lnTo>
                  <a:pt x="1629" y="480"/>
                </a:lnTo>
                <a:lnTo>
                  <a:pt x="1630" y="480"/>
                </a:lnTo>
                <a:lnTo>
                  <a:pt x="1631" y="480"/>
                </a:lnTo>
                <a:lnTo>
                  <a:pt x="1632" y="480"/>
                </a:lnTo>
                <a:lnTo>
                  <a:pt x="1632" y="481"/>
                </a:lnTo>
                <a:lnTo>
                  <a:pt x="1633" y="481"/>
                </a:lnTo>
                <a:lnTo>
                  <a:pt x="1634" y="480"/>
                </a:lnTo>
                <a:lnTo>
                  <a:pt x="1635" y="480"/>
                </a:lnTo>
                <a:lnTo>
                  <a:pt x="1636" y="480"/>
                </a:lnTo>
                <a:lnTo>
                  <a:pt x="1637" y="479"/>
                </a:lnTo>
                <a:lnTo>
                  <a:pt x="1638" y="479"/>
                </a:lnTo>
                <a:lnTo>
                  <a:pt x="1639" y="479"/>
                </a:lnTo>
                <a:lnTo>
                  <a:pt x="1639" y="480"/>
                </a:lnTo>
                <a:lnTo>
                  <a:pt x="1640" y="482"/>
                </a:lnTo>
                <a:lnTo>
                  <a:pt x="1641" y="482"/>
                </a:lnTo>
                <a:lnTo>
                  <a:pt x="1641" y="481"/>
                </a:lnTo>
                <a:lnTo>
                  <a:pt x="1642" y="481"/>
                </a:lnTo>
                <a:lnTo>
                  <a:pt x="1642" y="482"/>
                </a:lnTo>
                <a:lnTo>
                  <a:pt x="1643" y="482"/>
                </a:lnTo>
                <a:lnTo>
                  <a:pt x="1643" y="483"/>
                </a:lnTo>
                <a:lnTo>
                  <a:pt x="1644" y="483"/>
                </a:lnTo>
                <a:lnTo>
                  <a:pt x="1645" y="483"/>
                </a:lnTo>
                <a:lnTo>
                  <a:pt x="1646" y="483"/>
                </a:lnTo>
                <a:lnTo>
                  <a:pt x="1646" y="482"/>
                </a:lnTo>
                <a:lnTo>
                  <a:pt x="1645" y="482"/>
                </a:lnTo>
                <a:lnTo>
                  <a:pt x="1646" y="482"/>
                </a:lnTo>
                <a:lnTo>
                  <a:pt x="1647" y="482"/>
                </a:lnTo>
                <a:lnTo>
                  <a:pt x="1647" y="481"/>
                </a:lnTo>
                <a:lnTo>
                  <a:pt x="1648" y="481"/>
                </a:lnTo>
                <a:lnTo>
                  <a:pt x="1649" y="481"/>
                </a:lnTo>
                <a:lnTo>
                  <a:pt x="1650" y="481"/>
                </a:lnTo>
                <a:lnTo>
                  <a:pt x="1651" y="481"/>
                </a:lnTo>
                <a:lnTo>
                  <a:pt x="1652" y="481"/>
                </a:lnTo>
                <a:lnTo>
                  <a:pt x="1653" y="483"/>
                </a:lnTo>
                <a:lnTo>
                  <a:pt x="1654" y="484"/>
                </a:lnTo>
                <a:lnTo>
                  <a:pt x="1655" y="484"/>
                </a:lnTo>
                <a:lnTo>
                  <a:pt x="1656" y="484"/>
                </a:lnTo>
                <a:lnTo>
                  <a:pt x="1656" y="485"/>
                </a:lnTo>
                <a:lnTo>
                  <a:pt x="1657" y="485"/>
                </a:lnTo>
                <a:lnTo>
                  <a:pt x="1658" y="484"/>
                </a:lnTo>
                <a:lnTo>
                  <a:pt x="1658" y="483"/>
                </a:lnTo>
                <a:lnTo>
                  <a:pt x="1659" y="482"/>
                </a:lnTo>
                <a:lnTo>
                  <a:pt x="1660" y="482"/>
                </a:lnTo>
                <a:lnTo>
                  <a:pt x="1660" y="483"/>
                </a:lnTo>
                <a:lnTo>
                  <a:pt x="1661" y="482"/>
                </a:lnTo>
                <a:lnTo>
                  <a:pt x="1661" y="481"/>
                </a:lnTo>
                <a:lnTo>
                  <a:pt x="1662" y="481"/>
                </a:lnTo>
                <a:lnTo>
                  <a:pt x="1662" y="480"/>
                </a:lnTo>
                <a:lnTo>
                  <a:pt x="1661" y="480"/>
                </a:lnTo>
                <a:lnTo>
                  <a:pt x="1661" y="479"/>
                </a:lnTo>
                <a:lnTo>
                  <a:pt x="1661" y="478"/>
                </a:lnTo>
                <a:lnTo>
                  <a:pt x="1662" y="477"/>
                </a:lnTo>
                <a:lnTo>
                  <a:pt x="1662" y="476"/>
                </a:lnTo>
                <a:lnTo>
                  <a:pt x="1663" y="476"/>
                </a:lnTo>
                <a:lnTo>
                  <a:pt x="1663" y="475"/>
                </a:lnTo>
                <a:lnTo>
                  <a:pt x="1664" y="475"/>
                </a:lnTo>
                <a:lnTo>
                  <a:pt x="1665" y="476"/>
                </a:lnTo>
                <a:lnTo>
                  <a:pt x="1666" y="476"/>
                </a:lnTo>
                <a:lnTo>
                  <a:pt x="1667" y="476"/>
                </a:lnTo>
                <a:lnTo>
                  <a:pt x="1667" y="475"/>
                </a:lnTo>
                <a:lnTo>
                  <a:pt x="1668" y="475"/>
                </a:lnTo>
                <a:lnTo>
                  <a:pt x="1669" y="475"/>
                </a:lnTo>
                <a:lnTo>
                  <a:pt x="1669" y="476"/>
                </a:lnTo>
                <a:lnTo>
                  <a:pt x="1670" y="476"/>
                </a:lnTo>
                <a:lnTo>
                  <a:pt x="1671" y="476"/>
                </a:lnTo>
                <a:lnTo>
                  <a:pt x="1672" y="476"/>
                </a:lnTo>
                <a:lnTo>
                  <a:pt x="1673" y="477"/>
                </a:lnTo>
                <a:lnTo>
                  <a:pt x="1673" y="476"/>
                </a:lnTo>
                <a:lnTo>
                  <a:pt x="1673" y="475"/>
                </a:lnTo>
                <a:lnTo>
                  <a:pt x="1674" y="474"/>
                </a:lnTo>
                <a:lnTo>
                  <a:pt x="1675" y="474"/>
                </a:lnTo>
                <a:lnTo>
                  <a:pt x="1675" y="473"/>
                </a:lnTo>
                <a:lnTo>
                  <a:pt x="1676" y="473"/>
                </a:lnTo>
                <a:lnTo>
                  <a:pt x="1677" y="473"/>
                </a:lnTo>
                <a:lnTo>
                  <a:pt x="1678" y="473"/>
                </a:lnTo>
                <a:lnTo>
                  <a:pt x="1679" y="473"/>
                </a:lnTo>
                <a:lnTo>
                  <a:pt x="1679" y="474"/>
                </a:lnTo>
                <a:lnTo>
                  <a:pt x="1680" y="474"/>
                </a:lnTo>
                <a:lnTo>
                  <a:pt x="1680" y="475"/>
                </a:lnTo>
                <a:lnTo>
                  <a:pt x="1681" y="474"/>
                </a:lnTo>
                <a:lnTo>
                  <a:pt x="1681" y="473"/>
                </a:lnTo>
                <a:lnTo>
                  <a:pt x="1682" y="473"/>
                </a:lnTo>
                <a:lnTo>
                  <a:pt x="1682" y="472"/>
                </a:lnTo>
                <a:lnTo>
                  <a:pt x="1683" y="472"/>
                </a:lnTo>
                <a:lnTo>
                  <a:pt x="1683" y="471"/>
                </a:lnTo>
                <a:lnTo>
                  <a:pt x="1682" y="470"/>
                </a:lnTo>
                <a:lnTo>
                  <a:pt x="1682" y="469"/>
                </a:lnTo>
                <a:lnTo>
                  <a:pt x="1683" y="469"/>
                </a:lnTo>
                <a:lnTo>
                  <a:pt x="1683" y="468"/>
                </a:lnTo>
                <a:lnTo>
                  <a:pt x="1683" y="467"/>
                </a:lnTo>
                <a:lnTo>
                  <a:pt x="1684" y="466"/>
                </a:lnTo>
                <a:lnTo>
                  <a:pt x="1684" y="465"/>
                </a:lnTo>
                <a:lnTo>
                  <a:pt x="1685" y="465"/>
                </a:lnTo>
                <a:lnTo>
                  <a:pt x="1685" y="466"/>
                </a:lnTo>
                <a:lnTo>
                  <a:pt x="1685" y="467"/>
                </a:lnTo>
                <a:lnTo>
                  <a:pt x="1686" y="467"/>
                </a:lnTo>
                <a:lnTo>
                  <a:pt x="1687" y="468"/>
                </a:lnTo>
                <a:lnTo>
                  <a:pt x="1688" y="469"/>
                </a:lnTo>
                <a:lnTo>
                  <a:pt x="1688" y="470"/>
                </a:lnTo>
                <a:lnTo>
                  <a:pt x="1689" y="469"/>
                </a:lnTo>
                <a:lnTo>
                  <a:pt x="1690" y="469"/>
                </a:lnTo>
                <a:lnTo>
                  <a:pt x="1690" y="468"/>
                </a:lnTo>
                <a:lnTo>
                  <a:pt x="1690" y="469"/>
                </a:lnTo>
                <a:lnTo>
                  <a:pt x="1691" y="469"/>
                </a:lnTo>
                <a:lnTo>
                  <a:pt x="1691" y="468"/>
                </a:lnTo>
                <a:lnTo>
                  <a:pt x="1691" y="467"/>
                </a:lnTo>
                <a:lnTo>
                  <a:pt x="1691" y="466"/>
                </a:lnTo>
                <a:lnTo>
                  <a:pt x="1691" y="465"/>
                </a:lnTo>
                <a:lnTo>
                  <a:pt x="1691" y="464"/>
                </a:lnTo>
                <a:lnTo>
                  <a:pt x="1692" y="464"/>
                </a:lnTo>
                <a:lnTo>
                  <a:pt x="1693" y="464"/>
                </a:lnTo>
                <a:lnTo>
                  <a:pt x="1693" y="465"/>
                </a:lnTo>
                <a:lnTo>
                  <a:pt x="1694" y="465"/>
                </a:lnTo>
                <a:lnTo>
                  <a:pt x="1695" y="465"/>
                </a:lnTo>
                <a:lnTo>
                  <a:pt x="1695" y="464"/>
                </a:lnTo>
                <a:lnTo>
                  <a:pt x="1696" y="464"/>
                </a:lnTo>
                <a:lnTo>
                  <a:pt x="1696" y="465"/>
                </a:lnTo>
                <a:lnTo>
                  <a:pt x="1698" y="465"/>
                </a:lnTo>
                <a:lnTo>
                  <a:pt x="1699" y="465"/>
                </a:lnTo>
                <a:lnTo>
                  <a:pt x="1700" y="464"/>
                </a:lnTo>
                <a:lnTo>
                  <a:pt x="1701" y="464"/>
                </a:lnTo>
                <a:lnTo>
                  <a:pt x="1701" y="463"/>
                </a:lnTo>
                <a:lnTo>
                  <a:pt x="1702" y="462"/>
                </a:lnTo>
                <a:lnTo>
                  <a:pt x="1702" y="461"/>
                </a:lnTo>
                <a:lnTo>
                  <a:pt x="1703" y="461"/>
                </a:lnTo>
                <a:lnTo>
                  <a:pt x="1703" y="462"/>
                </a:lnTo>
                <a:lnTo>
                  <a:pt x="1704" y="461"/>
                </a:lnTo>
                <a:lnTo>
                  <a:pt x="1705" y="461"/>
                </a:lnTo>
                <a:lnTo>
                  <a:pt x="1705" y="460"/>
                </a:lnTo>
                <a:lnTo>
                  <a:pt x="1704" y="460"/>
                </a:lnTo>
                <a:lnTo>
                  <a:pt x="1705" y="459"/>
                </a:lnTo>
                <a:lnTo>
                  <a:pt x="1706" y="459"/>
                </a:lnTo>
                <a:lnTo>
                  <a:pt x="1706" y="458"/>
                </a:lnTo>
                <a:lnTo>
                  <a:pt x="1705" y="458"/>
                </a:lnTo>
                <a:lnTo>
                  <a:pt x="1706" y="457"/>
                </a:lnTo>
                <a:lnTo>
                  <a:pt x="1707" y="456"/>
                </a:lnTo>
                <a:lnTo>
                  <a:pt x="1709" y="459"/>
                </a:lnTo>
                <a:lnTo>
                  <a:pt x="1710" y="460"/>
                </a:lnTo>
                <a:lnTo>
                  <a:pt x="1711" y="461"/>
                </a:lnTo>
                <a:lnTo>
                  <a:pt x="1712" y="461"/>
                </a:lnTo>
                <a:lnTo>
                  <a:pt x="1712" y="462"/>
                </a:lnTo>
                <a:lnTo>
                  <a:pt x="1713" y="462"/>
                </a:lnTo>
                <a:lnTo>
                  <a:pt x="1713" y="463"/>
                </a:lnTo>
                <a:lnTo>
                  <a:pt x="1714" y="463"/>
                </a:lnTo>
                <a:lnTo>
                  <a:pt x="1715" y="463"/>
                </a:lnTo>
                <a:lnTo>
                  <a:pt x="1715" y="464"/>
                </a:lnTo>
                <a:lnTo>
                  <a:pt x="1715" y="465"/>
                </a:lnTo>
                <a:lnTo>
                  <a:pt x="1716" y="465"/>
                </a:lnTo>
                <a:lnTo>
                  <a:pt x="1717" y="465"/>
                </a:lnTo>
                <a:lnTo>
                  <a:pt x="1718" y="464"/>
                </a:lnTo>
                <a:lnTo>
                  <a:pt x="1718" y="465"/>
                </a:lnTo>
                <a:lnTo>
                  <a:pt x="1718" y="466"/>
                </a:lnTo>
                <a:lnTo>
                  <a:pt x="1719" y="466"/>
                </a:lnTo>
                <a:lnTo>
                  <a:pt x="1720" y="466"/>
                </a:lnTo>
                <a:lnTo>
                  <a:pt x="1720" y="467"/>
                </a:lnTo>
                <a:lnTo>
                  <a:pt x="1720" y="468"/>
                </a:lnTo>
                <a:lnTo>
                  <a:pt x="1721" y="469"/>
                </a:lnTo>
                <a:lnTo>
                  <a:pt x="1721" y="470"/>
                </a:lnTo>
                <a:lnTo>
                  <a:pt x="1722" y="470"/>
                </a:lnTo>
                <a:lnTo>
                  <a:pt x="1723" y="470"/>
                </a:lnTo>
                <a:lnTo>
                  <a:pt x="1724" y="470"/>
                </a:lnTo>
                <a:lnTo>
                  <a:pt x="1724" y="471"/>
                </a:lnTo>
                <a:lnTo>
                  <a:pt x="1725" y="472"/>
                </a:lnTo>
                <a:lnTo>
                  <a:pt x="1725" y="473"/>
                </a:lnTo>
                <a:lnTo>
                  <a:pt x="1724" y="473"/>
                </a:lnTo>
                <a:lnTo>
                  <a:pt x="1723" y="473"/>
                </a:lnTo>
                <a:lnTo>
                  <a:pt x="1722" y="473"/>
                </a:lnTo>
                <a:lnTo>
                  <a:pt x="1723" y="474"/>
                </a:lnTo>
                <a:lnTo>
                  <a:pt x="1724" y="474"/>
                </a:lnTo>
                <a:lnTo>
                  <a:pt x="1725" y="474"/>
                </a:lnTo>
                <a:lnTo>
                  <a:pt x="1725" y="475"/>
                </a:lnTo>
                <a:lnTo>
                  <a:pt x="1726" y="475"/>
                </a:lnTo>
                <a:lnTo>
                  <a:pt x="1726" y="476"/>
                </a:lnTo>
                <a:lnTo>
                  <a:pt x="1726" y="477"/>
                </a:lnTo>
                <a:lnTo>
                  <a:pt x="1727" y="478"/>
                </a:lnTo>
                <a:lnTo>
                  <a:pt x="1728" y="478"/>
                </a:lnTo>
                <a:lnTo>
                  <a:pt x="1729" y="479"/>
                </a:lnTo>
                <a:lnTo>
                  <a:pt x="1730" y="479"/>
                </a:lnTo>
                <a:lnTo>
                  <a:pt x="1731" y="480"/>
                </a:lnTo>
                <a:lnTo>
                  <a:pt x="1732" y="481"/>
                </a:lnTo>
                <a:lnTo>
                  <a:pt x="1733" y="481"/>
                </a:lnTo>
                <a:lnTo>
                  <a:pt x="1734" y="481"/>
                </a:lnTo>
                <a:lnTo>
                  <a:pt x="1735" y="481"/>
                </a:lnTo>
                <a:lnTo>
                  <a:pt x="1736" y="481"/>
                </a:lnTo>
                <a:lnTo>
                  <a:pt x="1736" y="480"/>
                </a:lnTo>
                <a:lnTo>
                  <a:pt x="1736" y="481"/>
                </a:lnTo>
                <a:lnTo>
                  <a:pt x="1737" y="482"/>
                </a:lnTo>
                <a:lnTo>
                  <a:pt x="1737" y="483"/>
                </a:lnTo>
                <a:lnTo>
                  <a:pt x="1738" y="483"/>
                </a:lnTo>
                <a:lnTo>
                  <a:pt x="1737" y="483"/>
                </a:lnTo>
                <a:lnTo>
                  <a:pt x="1737" y="484"/>
                </a:lnTo>
                <a:lnTo>
                  <a:pt x="1738" y="485"/>
                </a:lnTo>
                <a:lnTo>
                  <a:pt x="1738" y="486"/>
                </a:lnTo>
                <a:lnTo>
                  <a:pt x="1738" y="487"/>
                </a:lnTo>
                <a:lnTo>
                  <a:pt x="1739" y="487"/>
                </a:lnTo>
                <a:lnTo>
                  <a:pt x="1739" y="488"/>
                </a:lnTo>
                <a:lnTo>
                  <a:pt x="1741" y="488"/>
                </a:lnTo>
                <a:lnTo>
                  <a:pt x="1742" y="488"/>
                </a:lnTo>
                <a:lnTo>
                  <a:pt x="1743" y="487"/>
                </a:lnTo>
                <a:lnTo>
                  <a:pt x="1743" y="488"/>
                </a:lnTo>
                <a:lnTo>
                  <a:pt x="1744" y="488"/>
                </a:lnTo>
                <a:lnTo>
                  <a:pt x="1745" y="488"/>
                </a:lnTo>
                <a:lnTo>
                  <a:pt x="1746" y="488"/>
                </a:lnTo>
                <a:lnTo>
                  <a:pt x="1746" y="487"/>
                </a:lnTo>
                <a:lnTo>
                  <a:pt x="1746" y="486"/>
                </a:lnTo>
                <a:lnTo>
                  <a:pt x="1747" y="486"/>
                </a:lnTo>
                <a:lnTo>
                  <a:pt x="1747" y="487"/>
                </a:lnTo>
                <a:lnTo>
                  <a:pt x="1748" y="487"/>
                </a:lnTo>
                <a:lnTo>
                  <a:pt x="1749" y="488"/>
                </a:lnTo>
                <a:lnTo>
                  <a:pt x="1750" y="488"/>
                </a:lnTo>
                <a:lnTo>
                  <a:pt x="1751" y="488"/>
                </a:lnTo>
                <a:lnTo>
                  <a:pt x="1751" y="489"/>
                </a:lnTo>
                <a:lnTo>
                  <a:pt x="1753" y="489"/>
                </a:lnTo>
                <a:lnTo>
                  <a:pt x="1754" y="489"/>
                </a:lnTo>
                <a:lnTo>
                  <a:pt x="1754" y="490"/>
                </a:lnTo>
                <a:lnTo>
                  <a:pt x="1754" y="491"/>
                </a:lnTo>
                <a:lnTo>
                  <a:pt x="1755" y="491"/>
                </a:lnTo>
                <a:lnTo>
                  <a:pt x="1755" y="492"/>
                </a:lnTo>
                <a:lnTo>
                  <a:pt x="1756" y="491"/>
                </a:lnTo>
                <a:lnTo>
                  <a:pt x="1757" y="490"/>
                </a:lnTo>
                <a:lnTo>
                  <a:pt x="1758" y="490"/>
                </a:lnTo>
                <a:lnTo>
                  <a:pt x="1758" y="491"/>
                </a:lnTo>
                <a:lnTo>
                  <a:pt x="1759" y="491"/>
                </a:lnTo>
                <a:lnTo>
                  <a:pt x="1759" y="490"/>
                </a:lnTo>
                <a:lnTo>
                  <a:pt x="1760" y="490"/>
                </a:lnTo>
                <a:lnTo>
                  <a:pt x="1760" y="491"/>
                </a:lnTo>
                <a:lnTo>
                  <a:pt x="1761" y="491"/>
                </a:lnTo>
                <a:lnTo>
                  <a:pt x="1761" y="490"/>
                </a:lnTo>
                <a:lnTo>
                  <a:pt x="1761" y="489"/>
                </a:lnTo>
                <a:lnTo>
                  <a:pt x="1762" y="489"/>
                </a:lnTo>
                <a:lnTo>
                  <a:pt x="1763" y="489"/>
                </a:lnTo>
                <a:lnTo>
                  <a:pt x="1764" y="489"/>
                </a:lnTo>
                <a:lnTo>
                  <a:pt x="1763" y="489"/>
                </a:lnTo>
                <a:lnTo>
                  <a:pt x="1763" y="490"/>
                </a:lnTo>
                <a:lnTo>
                  <a:pt x="1764" y="490"/>
                </a:lnTo>
                <a:lnTo>
                  <a:pt x="1764" y="491"/>
                </a:lnTo>
                <a:lnTo>
                  <a:pt x="1765" y="491"/>
                </a:lnTo>
                <a:lnTo>
                  <a:pt x="1765" y="490"/>
                </a:lnTo>
                <a:lnTo>
                  <a:pt x="1766" y="490"/>
                </a:lnTo>
                <a:lnTo>
                  <a:pt x="1767" y="490"/>
                </a:lnTo>
                <a:lnTo>
                  <a:pt x="1768" y="490"/>
                </a:lnTo>
                <a:lnTo>
                  <a:pt x="1768" y="491"/>
                </a:lnTo>
                <a:lnTo>
                  <a:pt x="1768" y="490"/>
                </a:lnTo>
                <a:lnTo>
                  <a:pt x="1769" y="490"/>
                </a:lnTo>
                <a:lnTo>
                  <a:pt x="1770" y="490"/>
                </a:lnTo>
                <a:lnTo>
                  <a:pt x="1770" y="489"/>
                </a:lnTo>
                <a:lnTo>
                  <a:pt x="1770" y="490"/>
                </a:lnTo>
                <a:lnTo>
                  <a:pt x="1771" y="490"/>
                </a:lnTo>
                <a:lnTo>
                  <a:pt x="1771" y="491"/>
                </a:lnTo>
                <a:lnTo>
                  <a:pt x="1771" y="492"/>
                </a:lnTo>
                <a:lnTo>
                  <a:pt x="1772" y="492"/>
                </a:lnTo>
                <a:lnTo>
                  <a:pt x="1772" y="493"/>
                </a:lnTo>
                <a:lnTo>
                  <a:pt x="1773" y="493"/>
                </a:lnTo>
                <a:lnTo>
                  <a:pt x="1774" y="494"/>
                </a:lnTo>
                <a:lnTo>
                  <a:pt x="1775" y="495"/>
                </a:lnTo>
                <a:lnTo>
                  <a:pt x="1774" y="495"/>
                </a:lnTo>
                <a:lnTo>
                  <a:pt x="1773" y="495"/>
                </a:lnTo>
                <a:lnTo>
                  <a:pt x="1771" y="496"/>
                </a:lnTo>
                <a:lnTo>
                  <a:pt x="1770" y="496"/>
                </a:lnTo>
                <a:lnTo>
                  <a:pt x="1769" y="496"/>
                </a:lnTo>
                <a:lnTo>
                  <a:pt x="1769" y="497"/>
                </a:lnTo>
                <a:lnTo>
                  <a:pt x="1768" y="497"/>
                </a:lnTo>
                <a:lnTo>
                  <a:pt x="1767" y="497"/>
                </a:lnTo>
                <a:lnTo>
                  <a:pt x="1766" y="497"/>
                </a:lnTo>
                <a:lnTo>
                  <a:pt x="1765" y="497"/>
                </a:lnTo>
                <a:lnTo>
                  <a:pt x="1764" y="497"/>
                </a:lnTo>
                <a:lnTo>
                  <a:pt x="1763" y="497"/>
                </a:lnTo>
                <a:lnTo>
                  <a:pt x="1762" y="498"/>
                </a:lnTo>
                <a:lnTo>
                  <a:pt x="1761" y="498"/>
                </a:lnTo>
                <a:lnTo>
                  <a:pt x="1759" y="498"/>
                </a:lnTo>
                <a:lnTo>
                  <a:pt x="1758" y="498"/>
                </a:lnTo>
                <a:lnTo>
                  <a:pt x="1758" y="499"/>
                </a:lnTo>
                <a:lnTo>
                  <a:pt x="1757" y="499"/>
                </a:lnTo>
                <a:lnTo>
                  <a:pt x="1757" y="500"/>
                </a:lnTo>
                <a:lnTo>
                  <a:pt x="1756" y="501"/>
                </a:lnTo>
                <a:lnTo>
                  <a:pt x="1756" y="502"/>
                </a:lnTo>
                <a:lnTo>
                  <a:pt x="1756" y="503"/>
                </a:lnTo>
                <a:lnTo>
                  <a:pt x="1757" y="504"/>
                </a:lnTo>
                <a:lnTo>
                  <a:pt x="1758" y="505"/>
                </a:lnTo>
                <a:lnTo>
                  <a:pt x="1758" y="506"/>
                </a:lnTo>
                <a:lnTo>
                  <a:pt x="1759" y="506"/>
                </a:lnTo>
                <a:lnTo>
                  <a:pt x="1759" y="505"/>
                </a:lnTo>
                <a:lnTo>
                  <a:pt x="1760" y="505"/>
                </a:lnTo>
                <a:lnTo>
                  <a:pt x="1761" y="505"/>
                </a:lnTo>
                <a:lnTo>
                  <a:pt x="1762" y="504"/>
                </a:lnTo>
                <a:lnTo>
                  <a:pt x="1763" y="504"/>
                </a:lnTo>
                <a:lnTo>
                  <a:pt x="1764" y="504"/>
                </a:lnTo>
                <a:lnTo>
                  <a:pt x="1764" y="503"/>
                </a:lnTo>
                <a:lnTo>
                  <a:pt x="1765" y="503"/>
                </a:lnTo>
                <a:lnTo>
                  <a:pt x="1766" y="503"/>
                </a:lnTo>
                <a:lnTo>
                  <a:pt x="1767" y="502"/>
                </a:lnTo>
                <a:lnTo>
                  <a:pt x="1768" y="502"/>
                </a:lnTo>
                <a:lnTo>
                  <a:pt x="1769" y="501"/>
                </a:lnTo>
                <a:lnTo>
                  <a:pt x="1769" y="500"/>
                </a:lnTo>
                <a:lnTo>
                  <a:pt x="1770" y="500"/>
                </a:lnTo>
                <a:lnTo>
                  <a:pt x="1770" y="498"/>
                </a:lnTo>
                <a:lnTo>
                  <a:pt x="1771" y="498"/>
                </a:lnTo>
                <a:lnTo>
                  <a:pt x="1771" y="499"/>
                </a:lnTo>
                <a:lnTo>
                  <a:pt x="1772" y="499"/>
                </a:lnTo>
                <a:lnTo>
                  <a:pt x="1773" y="498"/>
                </a:lnTo>
                <a:lnTo>
                  <a:pt x="1773" y="499"/>
                </a:lnTo>
                <a:lnTo>
                  <a:pt x="1773" y="500"/>
                </a:lnTo>
                <a:lnTo>
                  <a:pt x="1773" y="501"/>
                </a:lnTo>
                <a:lnTo>
                  <a:pt x="1773" y="502"/>
                </a:lnTo>
                <a:lnTo>
                  <a:pt x="1773" y="503"/>
                </a:lnTo>
                <a:lnTo>
                  <a:pt x="1773" y="504"/>
                </a:lnTo>
                <a:lnTo>
                  <a:pt x="1774" y="504"/>
                </a:lnTo>
                <a:lnTo>
                  <a:pt x="1774" y="506"/>
                </a:lnTo>
                <a:lnTo>
                  <a:pt x="1774" y="507"/>
                </a:lnTo>
                <a:lnTo>
                  <a:pt x="1775" y="508"/>
                </a:lnTo>
                <a:lnTo>
                  <a:pt x="1774" y="508"/>
                </a:lnTo>
                <a:lnTo>
                  <a:pt x="1774" y="509"/>
                </a:lnTo>
                <a:lnTo>
                  <a:pt x="1775" y="509"/>
                </a:lnTo>
                <a:lnTo>
                  <a:pt x="1775" y="510"/>
                </a:lnTo>
                <a:lnTo>
                  <a:pt x="1775" y="511"/>
                </a:lnTo>
                <a:lnTo>
                  <a:pt x="1776" y="512"/>
                </a:lnTo>
                <a:lnTo>
                  <a:pt x="1777" y="512"/>
                </a:lnTo>
                <a:lnTo>
                  <a:pt x="1777" y="513"/>
                </a:lnTo>
                <a:lnTo>
                  <a:pt x="1776" y="513"/>
                </a:lnTo>
                <a:lnTo>
                  <a:pt x="1777" y="514"/>
                </a:lnTo>
                <a:lnTo>
                  <a:pt x="1777" y="515"/>
                </a:lnTo>
                <a:lnTo>
                  <a:pt x="1777" y="516"/>
                </a:lnTo>
                <a:lnTo>
                  <a:pt x="1778" y="516"/>
                </a:lnTo>
                <a:lnTo>
                  <a:pt x="1779" y="517"/>
                </a:lnTo>
                <a:lnTo>
                  <a:pt x="1780" y="517"/>
                </a:lnTo>
                <a:lnTo>
                  <a:pt x="1780" y="518"/>
                </a:lnTo>
                <a:lnTo>
                  <a:pt x="1780" y="519"/>
                </a:lnTo>
                <a:lnTo>
                  <a:pt x="1781" y="519"/>
                </a:lnTo>
                <a:lnTo>
                  <a:pt x="1781" y="518"/>
                </a:lnTo>
                <a:lnTo>
                  <a:pt x="1782" y="518"/>
                </a:lnTo>
                <a:lnTo>
                  <a:pt x="1782" y="519"/>
                </a:lnTo>
                <a:lnTo>
                  <a:pt x="1783" y="518"/>
                </a:lnTo>
                <a:lnTo>
                  <a:pt x="1784" y="518"/>
                </a:lnTo>
                <a:lnTo>
                  <a:pt x="1785" y="519"/>
                </a:lnTo>
                <a:lnTo>
                  <a:pt x="1786" y="519"/>
                </a:lnTo>
                <a:lnTo>
                  <a:pt x="1786" y="518"/>
                </a:lnTo>
                <a:lnTo>
                  <a:pt x="1785" y="518"/>
                </a:lnTo>
                <a:lnTo>
                  <a:pt x="1785" y="517"/>
                </a:lnTo>
                <a:lnTo>
                  <a:pt x="1786" y="516"/>
                </a:lnTo>
                <a:lnTo>
                  <a:pt x="1786" y="515"/>
                </a:lnTo>
                <a:lnTo>
                  <a:pt x="1787" y="515"/>
                </a:lnTo>
                <a:lnTo>
                  <a:pt x="1788" y="515"/>
                </a:lnTo>
                <a:lnTo>
                  <a:pt x="1789" y="515"/>
                </a:lnTo>
                <a:lnTo>
                  <a:pt x="1790" y="515"/>
                </a:lnTo>
                <a:lnTo>
                  <a:pt x="1791" y="516"/>
                </a:lnTo>
                <a:lnTo>
                  <a:pt x="1792" y="516"/>
                </a:lnTo>
                <a:lnTo>
                  <a:pt x="1792" y="517"/>
                </a:lnTo>
                <a:lnTo>
                  <a:pt x="1792" y="518"/>
                </a:lnTo>
                <a:lnTo>
                  <a:pt x="1793" y="518"/>
                </a:lnTo>
                <a:lnTo>
                  <a:pt x="1793" y="517"/>
                </a:lnTo>
                <a:lnTo>
                  <a:pt x="1794" y="518"/>
                </a:lnTo>
                <a:lnTo>
                  <a:pt x="1793" y="518"/>
                </a:lnTo>
                <a:lnTo>
                  <a:pt x="1793" y="519"/>
                </a:lnTo>
                <a:lnTo>
                  <a:pt x="1793" y="520"/>
                </a:lnTo>
                <a:lnTo>
                  <a:pt x="1794" y="520"/>
                </a:lnTo>
                <a:lnTo>
                  <a:pt x="1793" y="521"/>
                </a:lnTo>
                <a:lnTo>
                  <a:pt x="1793" y="522"/>
                </a:lnTo>
                <a:lnTo>
                  <a:pt x="1794" y="522"/>
                </a:lnTo>
                <a:lnTo>
                  <a:pt x="1794" y="523"/>
                </a:lnTo>
                <a:lnTo>
                  <a:pt x="1795" y="523"/>
                </a:lnTo>
                <a:lnTo>
                  <a:pt x="1795" y="524"/>
                </a:lnTo>
                <a:lnTo>
                  <a:pt x="1795" y="525"/>
                </a:lnTo>
                <a:lnTo>
                  <a:pt x="1795" y="527"/>
                </a:lnTo>
                <a:lnTo>
                  <a:pt x="1795" y="528"/>
                </a:lnTo>
                <a:lnTo>
                  <a:pt x="1795" y="529"/>
                </a:lnTo>
                <a:lnTo>
                  <a:pt x="1794" y="529"/>
                </a:lnTo>
                <a:lnTo>
                  <a:pt x="1794" y="530"/>
                </a:lnTo>
                <a:lnTo>
                  <a:pt x="1794" y="529"/>
                </a:lnTo>
                <a:lnTo>
                  <a:pt x="1793" y="530"/>
                </a:lnTo>
                <a:lnTo>
                  <a:pt x="1793" y="531"/>
                </a:lnTo>
                <a:lnTo>
                  <a:pt x="1792" y="531"/>
                </a:lnTo>
                <a:lnTo>
                  <a:pt x="1792" y="532"/>
                </a:lnTo>
                <a:lnTo>
                  <a:pt x="1792" y="533"/>
                </a:lnTo>
                <a:lnTo>
                  <a:pt x="1793" y="534"/>
                </a:lnTo>
                <a:lnTo>
                  <a:pt x="1794" y="534"/>
                </a:lnTo>
                <a:lnTo>
                  <a:pt x="1794" y="535"/>
                </a:lnTo>
                <a:lnTo>
                  <a:pt x="1795" y="535"/>
                </a:lnTo>
                <a:lnTo>
                  <a:pt x="1795" y="536"/>
                </a:lnTo>
                <a:lnTo>
                  <a:pt x="1794" y="536"/>
                </a:lnTo>
                <a:lnTo>
                  <a:pt x="1794" y="537"/>
                </a:lnTo>
                <a:lnTo>
                  <a:pt x="1793" y="537"/>
                </a:lnTo>
                <a:lnTo>
                  <a:pt x="1793" y="536"/>
                </a:lnTo>
                <a:lnTo>
                  <a:pt x="1792" y="536"/>
                </a:lnTo>
                <a:lnTo>
                  <a:pt x="1791" y="537"/>
                </a:lnTo>
                <a:lnTo>
                  <a:pt x="1791" y="536"/>
                </a:lnTo>
                <a:lnTo>
                  <a:pt x="1790" y="536"/>
                </a:lnTo>
                <a:lnTo>
                  <a:pt x="1789" y="536"/>
                </a:lnTo>
                <a:lnTo>
                  <a:pt x="1789" y="537"/>
                </a:lnTo>
                <a:lnTo>
                  <a:pt x="1789" y="538"/>
                </a:lnTo>
                <a:lnTo>
                  <a:pt x="1788" y="538"/>
                </a:lnTo>
                <a:lnTo>
                  <a:pt x="1787" y="539"/>
                </a:lnTo>
                <a:lnTo>
                  <a:pt x="1786" y="541"/>
                </a:lnTo>
                <a:lnTo>
                  <a:pt x="1786" y="542"/>
                </a:lnTo>
                <a:lnTo>
                  <a:pt x="1787" y="543"/>
                </a:lnTo>
                <a:lnTo>
                  <a:pt x="1786" y="543"/>
                </a:lnTo>
                <a:lnTo>
                  <a:pt x="1785" y="544"/>
                </a:lnTo>
                <a:lnTo>
                  <a:pt x="1786" y="545"/>
                </a:lnTo>
                <a:lnTo>
                  <a:pt x="1787" y="545"/>
                </a:lnTo>
                <a:lnTo>
                  <a:pt x="1787" y="546"/>
                </a:lnTo>
                <a:lnTo>
                  <a:pt x="1787" y="545"/>
                </a:lnTo>
                <a:lnTo>
                  <a:pt x="1788" y="546"/>
                </a:lnTo>
                <a:lnTo>
                  <a:pt x="1789" y="546"/>
                </a:lnTo>
                <a:lnTo>
                  <a:pt x="1790" y="546"/>
                </a:lnTo>
                <a:lnTo>
                  <a:pt x="1791" y="547"/>
                </a:lnTo>
                <a:lnTo>
                  <a:pt x="1790" y="547"/>
                </a:lnTo>
                <a:lnTo>
                  <a:pt x="1790" y="548"/>
                </a:lnTo>
                <a:lnTo>
                  <a:pt x="1790" y="549"/>
                </a:lnTo>
                <a:lnTo>
                  <a:pt x="1791" y="549"/>
                </a:lnTo>
                <a:lnTo>
                  <a:pt x="1792" y="550"/>
                </a:lnTo>
                <a:lnTo>
                  <a:pt x="1792" y="551"/>
                </a:lnTo>
                <a:lnTo>
                  <a:pt x="1792" y="552"/>
                </a:lnTo>
                <a:lnTo>
                  <a:pt x="1792" y="553"/>
                </a:lnTo>
                <a:lnTo>
                  <a:pt x="1794" y="557"/>
                </a:lnTo>
                <a:lnTo>
                  <a:pt x="1795" y="557"/>
                </a:lnTo>
                <a:lnTo>
                  <a:pt x="1796" y="559"/>
                </a:lnTo>
                <a:lnTo>
                  <a:pt x="1795" y="560"/>
                </a:lnTo>
                <a:lnTo>
                  <a:pt x="1796" y="560"/>
                </a:lnTo>
                <a:lnTo>
                  <a:pt x="1796" y="561"/>
                </a:lnTo>
                <a:lnTo>
                  <a:pt x="1797" y="561"/>
                </a:lnTo>
                <a:lnTo>
                  <a:pt x="1799" y="562"/>
                </a:lnTo>
                <a:lnTo>
                  <a:pt x="1799" y="563"/>
                </a:lnTo>
                <a:lnTo>
                  <a:pt x="1801" y="565"/>
                </a:lnTo>
                <a:lnTo>
                  <a:pt x="1801" y="566"/>
                </a:lnTo>
                <a:lnTo>
                  <a:pt x="1802" y="567"/>
                </a:lnTo>
                <a:lnTo>
                  <a:pt x="1804" y="568"/>
                </a:lnTo>
                <a:lnTo>
                  <a:pt x="1806" y="568"/>
                </a:lnTo>
                <a:lnTo>
                  <a:pt x="1807" y="568"/>
                </a:lnTo>
                <a:lnTo>
                  <a:pt x="1808" y="567"/>
                </a:lnTo>
                <a:lnTo>
                  <a:pt x="1809" y="567"/>
                </a:lnTo>
                <a:lnTo>
                  <a:pt x="1809" y="566"/>
                </a:lnTo>
                <a:lnTo>
                  <a:pt x="1809" y="565"/>
                </a:lnTo>
                <a:lnTo>
                  <a:pt x="1809" y="564"/>
                </a:lnTo>
                <a:lnTo>
                  <a:pt x="1810" y="564"/>
                </a:lnTo>
                <a:lnTo>
                  <a:pt x="1811" y="564"/>
                </a:lnTo>
                <a:lnTo>
                  <a:pt x="1812" y="564"/>
                </a:lnTo>
                <a:lnTo>
                  <a:pt x="1812" y="563"/>
                </a:lnTo>
                <a:lnTo>
                  <a:pt x="1812" y="562"/>
                </a:lnTo>
                <a:lnTo>
                  <a:pt x="1824" y="565"/>
                </a:lnTo>
                <a:lnTo>
                  <a:pt x="1826" y="565"/>
                </a:lnTo>
                <a:lnTo>
                  <a:pt x="1828" y="566"/>
                </a:lnTo>
                <a:lnTo>
                  <a:pt x="1829" y="566"/>
                </a:lnTo>
                <a:lnTo>
                  <a:pt x="1830" y="567"/>
                </a:lnTo>
                <a:lnTo>
                  <a:pt x="1831" y="568"/>
                </a:lnTo>
                <a:lnTo>
                  <a:pt x="1831" y="569"/>
                </a:lnTo>
                <a:lnTo>
                  <a:pt x="1831" y="570"/>
                </a:lnTo>
                <a:lnTo>
                  <a:pt x="1832" y="572"/>
                </a:lnTo>
                <a:lnTo>
                  <a:pt x="1832" y="573"/>
                </a:lnTo>
                <a:lnTo>
                  <a:pt x="1833" y="574"/>
                </a:lnTo>
                <a:lnTo>
                  <a:pt x="1834" y="575"/>
                </a:lnTo>
                <a:lnTo>
                  <a:pt x="1835" y="574"/>
                </a:lnTo>
                <a:lnTo>
                  <a:pt x="1837" y="572"/>
                </a:lnTo>
                <a:lnTo>
                  <a:pt x="1837" y="571"/>
                </a:lnTo>
                <a:lnTo>
                  <a:pt x="1837" y="570"/>
                </a:lnTo>
                <a:lnTo>
                  <a:pt x="1837" y="569"/>
                </a:lnTo>
                <a:lnTo>
                  <a:pt x="1837" y="568"/>
                </a:lnTo>
                <a:lnTo>
                  <a:pt x="1838" y="565"/>
                </a:lnTo>
                <a:lnTo>
                  <a:pt x="1839" y="564"/>
                </a:lnTo>
                <a:lnTo>
                  <a:pt x="1840" y="562"/>
                </a:lnTo>
                <a:lnTo>
                  <a:pt x="1842" y="559"/>
                </a:lnTo>
                <a:lnTo>
                  <a:pt x="1843" y="558"/>
                </a:lnTo>
                <a:lnTo>
                  <a:pt x="1844" y="558"/>
                </a:lnTo>
                <a:lnTo>
                  <a:pt x="1845" y="558"/>
                </a:lnTo>
                <a:lnTo>
                  <a:pt x="1848" y="558"/>
                </a:lnTo>
                <a:lnTo>
                  <a:pt x="1850" y="558"/>
                </a:lnTo>
                <a:lnTo>
                  <a:pt x="1851" y="559"/>
                </a:lnTo>
                <a:lnTo>
                  <a:pt x="1852" y="559"/>
                </a:lnTo>
                <a:lnTo>
                  <a:pt x="1852" y="560"/>
                </a:lnTo>
                <a:lnTo>
                  <a:pt x="1852" y="561"/>
                </a:lnTo>
                <a:lnTo>
                  <a:pt x="1852" y="562"/>
                </a:lnTo>
                <a:lnTo>
                  <a:pt x="1852" y="564"/>
                </a:lnTo>
                <a:lnTo>
                  <a:pt x="1853" y="564"/>
                </a:lnTo>
                <a:lnTo>
                  <a:pt x="1856" y="567"/>
                </a:lnTo>
                <a:lnTo>
                  <a:pt x="1857" y="568"/>
                </a:lnTo>
                <a:lnTo>
                  <a:pt x="1857" y="569"/>
                </a:lnTo>
                <a:lnTo>
                  <a:pt x="1858" y="569"/>
                </a:lnTo>
                <a:lnTo>
                  <a:pt x="1859" y="569"/>
                </a:lnTo>
                <a:lnTo>
                  <a:pt x="1860" y="570"/>
                </a:lnTo>
                <a:lnTo>
                  <a:pt x="1863" y="571"/>
                </a:lnTo>
                <a:lnTo>
                  <a:pt x="1864" y="572"/>
                </a:lnTo>
                <a:lnTo>
                  <a:pt x="1865" y="573"/>
                </a:lnTo>
                <a:lnTo>
                  <a:pt x="1867" y="573"/>
                </a:lnTo>
                <a:lnTo>
                  <a:pt x="1868" y="573"/>
                </a:lnTo>
                <a:lnTo>
                  <a:pt x="1868" y="574"/>
                </a:lnTo>
                <a:lnTo>
                  <a:pt x="1868" y="576"/>
                </a:lnTo>
                <a:lnTo>
                  <a:pt x="1869" y="577"/>
                </a:lnTo>
                <a:lnTo>
                  <a:pt x="1869" y="578"/>
                </a:lnTo>
                <a:lnTo>
                  <a:pt x="1869" y="580"/>
                </a:lnTo>
                <a:lnTo>
                  <a:pt x="1869" y="582"/>
                </a:lnTo>
                <a:lnTo>
                  <a:pt x="1869" y="583"/>
                </a:lnTo>
                <a:lnTo>
                  <a:pt x="1869" y="584"/>
                </a:lnTo>
                <a:lnTo>
                  <a:pt x="1870" y="584"/>
                </a:lnTo>
                <a:lnTo>
                  <a:pt x="1871" y="584"/>
                </a:lnTo>
                <a:lnTo>
                  <a:pt x="1872" y="584"/>
                </a:lnTo>
                <a:lnTo>
                  <a:pt x="1873" y="584"/>
                </a:lnTo>
                <a:lnTo>
                  <a:pt x="1874" y="584"/>
                </a:lnTo>
                <a:lnTo>
                  <a:pt x="1875" y="585"/>
                </a:lnTo>
                <a:lnTo>
                  <a:pt x="1875" y="584"/>
                </a:lnTo>
                <a:lnTo>
                  <a:pt x="1876" y="583"/>
                </a:lnTo>
                <a:lnTo>
                  <a:pt x="1875" y="583"/>
                </a:lnTo>
                <a:lnTo>
                  <a:pt x="1875" y="582"/>
                </a:lnTo>
                <a:lnTo>
                  <a:pt x="1876" y="582"/>
                </a:lnTo>
                <a:lnTo>
                  <a:pt x="1877" y="581"/>
                </a:lnTo>
                <a:lnTo>
                  <a:pt x="1877" y="580"/>
                </a:lnTo>
                <a:lnTo>
                  <a:pt x="1876" y="579"/>
                </a:lnTo>
                <a:lnTo>
                  <a:pt x="1876" y="578"/>
                </a:lnTo>
                <a:lnTo>
                  <a:pt x="1877" y="578"/>
                </a:lnTo>
                <a:lnTo>
                  <a:pt x="1878" y="578"/>
                </a:lnTo>
                <a:lnTo>
                  <a:pt x="1879" y="577"/>
                </a:lnTo>
                <a:lnTo>
                  <a:pt x="1879" y="576"/>
                </a:lnTo>
                <a:lnTo>
                  <a:pt x="1879" y="575"/>
                </a:lnTo>
                <a:lnTo>
                  <a:pt x="1879" y="574"/>
                </a:lnTo>
                <a:lnTo>
                  <a:pt x="1879" y="573"/>
                </a:lnTo>
                <a:lnTo>
                  <a:pt x="1878" y="572"/>
                </a:lnTo>
                <a:lnTo>
                  <a:pt x="1877" y="570"/>
                </a:lnTo>
                <a:lnTo>
                  <a:pt x="1876" y="569"/>
                </a:lnTo>
                <a:lnTo>
                  <a:pt x="1876" y="568"/>
                </a:lnTo>
                <a:lnTo>
                  <a:pt x="1876" y="567"/>
                </a:lnTo>
                <a:lnTo>
                  <a:pt x="1877" y="567"/>
                </a:lnTo>
                <a:lnTo>
                  <a:pt x="1875" y="565"/>
                </a:lnTo>
                <a:lnTo>
                  <a:pt x="1873" y="564"/>
                </a:lnTo>
                <a:lnTo>
                  <a:pt x="1872" y="564"/>
                </a:lnTo>
                <a:lnTo>
                  <a:pt x="1871" y="563"/>
                </a:lnTo>
                <a:lnTo>
                  <a:pt x="1872" y="562"/>
                </a:lnTo>
                <a:lnTo>
                  <a:pt x="1872" y="561"/>
                </a:lnTo>
                <a:lnTo>
                  <a:pt x="1872" y="559"/>
                </a:lnTo>
                <a:lnTo>
                  <a:pt x="1871" y="558"/>
                </a:lnTo>
                <a:lnTo>
                  <a:pt x="1872" y="556"/>
                </a:lnTo>
                <a:lnTo>
                  <a:pt x="1873" y="556"/>
                </a:lnTo>
                <a:lnTo>
                  <a:pt x="1874" y="556"/>
                </a:lnTo>
                <a:lnTo>
                  <a:pt x="1874" y="555"/>
                </a:lnTo>
                <a:lnTo>
                  <a:pt x="1875" y="555"/>
                </a:lnTo>
                <a:lnTo>
                  <a:pt x="1875" y="554"/>
                </a:lnTo>
                <a:lnTo>
                  <a:pt x="1875" y="552"/>
                </a:lnTo>
                <a:lnTo>
                  <a:pt x="1875" y="551"/>
                </a:lnTo>
                <a:lnTo>
                  <a:pt x="1874" y="551"/>
                </a:lnTo>
                <a:lnTo>
                  <a:pt x="1874" y="550"/>
                </a:lnTo>
                <a:lnTo>
                  <a:pt x="1873" y="548"/>
                </a:lnTo>
                <a:lnTo>
                  <a:pt x="1874" y="548"/>
                </a:lnTo>
                <a:lnTo>
                  <a:pt x="1875" y="548"/>
                </a:lnTo>
                <a:lnTo>
                  <a:pt x="1876" y="548"/>
                </a:lnTo>
                <a:lnTo>
                  <a:pt x="1878" y="547"/>
                </a:lnTo>
                <a:lnTo>
                  <a:pt x="1878" y="546"/>
                </a:lnTo>
                <a:lnTo>
                  <a:pt x="1879" y="545"/>
                </a:lnTo>
                <a:lnTo>
                  <a:pt x="1880" y="545"/>
                </a:lnTo>
                <a:lnTo>
                  <a:pt x="1881" y="546"/>
                </a:lnTo>
                <a:lnTo>
                  <a:pt x="1882" y="546"/>
                </a:lnTo>
                <a:lnTo>
                  <a:pt x="1884" y="546"/>
                </a:lnTo>
                <a:lnTo>
                  <a:pt x="1890" y="547"/>
                </a:lnTo>
                <a:lnTo>
                  <a:pt x="1891" y="546"/>
                </a:lnTo>
                <a:lnTo>
                  <a:pt x="1893" y="546"/>
                </a:lnTo>
                <a:lnTo>
                  <a:pt x="1894" y="546"/>
                </a:lnTo>
                <a:lnTo>
                  <a:pt x="1894" y="547"/>
                </a:lnTo>
                <a:lnTo>
                  <a:pt x="1895" y="550"/>
                </a:lnTo>
                <a:lnTo>
                  <a:pt x="1895" y="551"/>
                </a:lnTo>
                <a:lnTo>
                  <a:pt x="1895" y="552"/>
                </a:lnTo>
                <a:lnTo>
                  <a:pt x="1895" y="553"/>
                </a:lnTo>
                <a:lnTo>
                  <a:pt x="1896" y="554"/>
                </a:lnTo>
                <a:lnTo>
                  <a:pt x="1896" y="555"/>
                </a:lnTo>
                <a:lnTo>
                  <a:pt x="1896" y="557"/>
                </a:lnTo>
                <a:lnTo>
                  <a:pt x="1897" y="557"/>
                </a:lnTo>
                <a:lnTo>
                  <a:pt x="1898" y="557"/>
                </a:lnTo>
                <a:lnTo>
                  <a:pt x="1898" y="558"/>
                </a:lnTo>
                <a:lnTo>
                  <a:pt x="1898" y="559"/>
                </a:lnTo>
                <a:lnTo>
                  <a:pt x="1898" y="560"/>
                </a:lnTo>
                <a:lnTo>
                  <a:pt x="1898" y="561"/>
                </a:lnTo>
                <a:lnTo>
                  <a:pt x="1899" y="561"/>
                </a:lnTo>
                <a:lnTo>
                  <a:pt x="1901" y="563"/>
                </a:lnTo>
                <a:lnTo>
                  <a:pt x="1902" y="563"/>
                </a:lnTo>
                <a:lnTo>
                  <a:pt x="1902" y="564"/>
                </a:lnTo>
                <a:lnTo>
                  <a:pt x="1903" y="564"/>
                </a:lnTo>
                <a:lnTo>
                  <a:pt x="1904" y="565"/>
                </a:lnTo>
                <a:lnTo>
                  <a:pt x="1905" y="565"/>
                </a:lnTo>
                <a:lnTo>
                  <a:pt x="1906" y="566"/>
                </a:lnTo>
                <a:lnTo>
                  <a:pt x="1907" y="566"/>
                </a:lnTo>
                <a:lnTo>
                  <a:pt x="1908" y="567"/>
                </a:lnTo>
                <a:lnTo>
                  <a:pt x="1908" y="568"/>
                </a:lnTo>
                <a:lnTo>
                  <a:pt x="1909" y="568"/>
                </a:lnTo>
                <a:lnTo>
                  <a:pt x="1910" y="569"/>
                </a:lnTo>
                <a:lnTo>
                  <a:pt x="1911" y="570"/>
                </a:lnTo>
                <a:lnTo>
                  <a:pt x="1913" y="571"/>
                </a:lnTo>
                <a:lnTo>
                  <a:pt x="1916" y="569"/>
                </a:lnTo>
                <a:lnTo>
                  <a:pt x="1917" y="569"/>
                </a:lnTo>
                <a:lnTo>
                  <a:pt x="1917" y="568"/>
                </a:lnTo>
                <a:lnTo>
                  <a:pt x="1918" y="568"/>
                </a:lnTo>
                <a:lnTo>
                  <a:pt x="1918" y="569"/>
                </a:lnTo>
                <a:lnTo>
                  <a:pt x="1919" y="570"/>
                </a:lnTo>
                <a:lnTo>
                  <a:pt x="1920" y="570"/>
                </a:lnTo>
                <a:lnTo>
                  <a:pt x="1921" y="571"/>
                </a:lnTo>
                <a:lnTo>
                  <a:pt x="1922" y="572"/>
                </a:lnTo>
                <a:lnTo>
                  <a:pt x="1923" y="571"/>
                </a:lnTo>
                <a:lnTo>
                  <a:pt x="1923" y="570"/>
                </a:lnTo>
                <a:lnTo>
                  <a:pt x="1923" y="569"/>
                </a:lnTo>
                <a:lnTo>
                  <a:pt x="1924" y="569"/>
                </a:lnTo>
                <a:lnTo>
                  <a:pt x="1925" y="569"/>
                </a:lnTo>
                <a:lnTo>
                  <a:pt x="1926" y="570"/>
                </a:lnTo>
                <a:lnTo>
                  <a:pt x="1926" y="571"/>
                </a:lnTo>
                <a:lnTo>
                  <a:pt x="1927" y="572"/>
                </a:lnTo>
                <a:lnTo>
                  <a:pt x="1928" y="572"/>
                </a:lnTo>
                <a:lnTo>
                  <a:pt x="1929" y="574"/>
                </a:lnTo>
                <a:lnTo>
                  <a:pt x="1930" y="575"/>
                </a:lnTo>
                <a:lnTo>
                  <a:pt x="1931" y="576"/>
                </a:lnTo>
                <a:lnTo>
                  <a:pt x="1932" y="575"/>
                </a:lnTo>
                <a:lnTo>
                  <a:pt x="1934" y="576"/>
                </a:lnTo>
                <a:lnTo>
                  <a:pt x="1935" y="574"/>
                </a:lnTo>
                <a:lnTo>
                  <a:pt x="1936" y="573"/>
                </a:lnTo>
                <a:lnTo>
                  <a:pt x="1937" y="572"/>
                </a:lnTo>
                <a:lnTo>
                  <a:pt x="1938" y="572"/>
                </a:lnTo>
                <a:lnTo>
                  <a:pt x="1939" y="572"/>
                </a:lnTo>
                <a:lnTo>
                  <a:pt x="1940" y="571"/>
                </a:lnTo>
                <a:lnTo>
                  <a:pt x="1941" y="570"/>
                </a:lnTo>
                <a:lnTo>
                  <a:pt x="1941" y="569"/>
                </a:lnTo>
                <a:lnTo>
                  <a:pt x="1940" y="568"/>
                </a:lnTo>
                <a:lnTo>
                  <a:pt x="1940" y="567"/>
                </a:lnTo>
                <a:lnTo>
                  <a:pt x="1940" y="568"/>
                </a:lnTo>
                <a:lnTo>
                  <a:pt x="1939" y="568"/>
                </a:lnTo>
                <a:lnTo>
                  <a:pt x="1939" y="567"/>
                </a:lnTo>
                <a:lnTo>
                  <a:pt x="1938" y="565"/>
                </a:lnTo>
                <a:lnTo>
                  <a:pt x="1937" y="564"/>
                </a:lnTo>
                <a:lnTo>
                  <a:pt x="1937" y="562"/>
                </a:lnTo>
                <a:lnTo>
                  <a:pt x="1937" y="561"/>
                </a:lnTo>
                <a:lnTo>
                  <a:pt x="1936" y="561"/>
                </a:lnTo>
                <a:lnTo>
                  <a:pt x="1934" y="559"/>
                </a:lnTo>
                <a:lnTo>
                  <a:pt x="1933" y="558"/>
                </a:lnTo>
                <a:lnTo>
                  <a:pt x="1933" y="556"/>
                </a:lnTo>
                <a:lnTo>
                  <a:pt x="1933" y="554"/>
                </a:lnTo>
                <a:lnTo>
                  <a:pt x="1933" y="553"/>
                </a:lnTo>
                <a:lnTo>
                  <a:pt x="1933" y="552"/>
                </a:lnTo>
                <a:lnTo>
                  <a:pt x="1934" y="552"/>
                </a:lnTo>
                <a:lnTo>
                  <a:pt x="1937" y="552"/>
                </a:lnTo>
                <a:lnTo>
                  <a:pt x="1937" y="551"/>
                </a:lnTo>
                <a:lnTo>
                  <a:pt x="1938" y="550"/>
                </a:lnTo>
                <a:lnTo>
                  <a:pt x="1938" y="549"/>
                </a:lnTo>
                <a:lnTo>
                  <a:pt x="1938" y="548"/>
                </a:lnTo>
                <a:lnTo>
                  <a:pt x="1937" y="548"/>
                </a:lnTo>
                <a:lnTo>
                  <a:pt x="1936" y="547"/>
                </a:lnTo>
                <a:lnTo>
                  <a:pt x="1935" y="547"/>
                </a:lnTo>
                <a:lnTo>
                  <a:pt x="1935" y="546"/>
                </a:lnTo>
                <a:lnTo>
                  <a:pt x="1935" y="545"/>
                </a:lnTo>
                <a:lnTo>
                  <a:pt x="1935" y="544"/>
                </a:lnTo>
                <a:lnTo>
                  <a:pt x="1934" y="544"/>
                </a:lnTo>
                <a:lnTo>
                  <a:pt x="1932" y="543"/>
                </a:lnTo>
                <a:lnTo>
                  <a:pt x="1932" y="541"/>
                </a:lnTo>
                <a:lnTo>
                  <a:pt x="1931" y="540"/>
                </a:lnTo>
                <a:lnTo>
                  <a:pt x="1931" y="539"/>
                </a:lnTo>
                <a:lnTo>
                  <a:pt x="1931" y="538"/>
                </a:lnTo>
                <a:lnTo>
                  <a:pt x="1931" y="537"/>
                </a:lnTo>
                <a:lnTo>
                  <a:pt x="1931" y="536"/>
                </a:lnTo>
                <a:lnTo>
                  <a:pt x="1930" y="536"/>
                </a:lnTo>
                <a:lnTo>
                  <a:pt x="1929" y="535"/>
                </a:lnTo>
                <a:lnTo>
                  <a:pt x="1929" y="534"/>
                </a:lnTo>
                <a:lnTo>
                  <a:pt x="1930" y="533"/>
                </a:lnTo>
                <a:lnTo>
                  <a:pt x="1930" y="534"/>
                </a:lnTo>
                <a:lnTo>
                  <a:pt x="1931" y="534"/>
                </a:lnTo>
                <a:lnTo>
                  <a:pt x="1931" y="535"/>
                </a:lnTo>
                <a:lnTo>
                  <a:pt x="1932" y="535"/>
                </a:lnTo>
                <a:lnTo>
                  <a:pt x="1933" y="535"/>
                </a:lnTo>
                <a:lnTo>
                  <a:pt x="1934" y="535"/>
                </a:lnTo>
                <a:lnTo>
                  <a:pt x="1935" y="535"/>
                </a:lnTo>
                <a:lnTo>
                  <a:pt x="1936" y="535"/>
                </a:lnTo>
                <a:lnTo>
                  <a:pt x="1936" y="534"/>
                </a:lnTo>
                <a:lnTo>
                  <a:pt x="1937" y="534"/>
                </a:lnTo>
                <a:lnTo>
                  <a:pt x="1937" y="535"/>
                </a:lnTo>
                <a:lnTo>
                  <a:pt x="1938" y="535"/>
                </a:lnTo>
                <a:lnTo>
                  <a:pt x="1939" y="535"/>
                </a:lnTo>
                <a:lnTo>
                  <a:pt x="1939" y="536"/>
                </a:lnTo>
                <a:lnTo>
                  <a:pt x="1940" y="536"/>
                </a:lnTo>
                <a:lnTo>
                  <a:pt x="1940" y="537"/>
                </a:lnTo>
                <a:lnTo>
                  <a:pt x="1941" y="537"/>
                </a:lnTo>
                <a:lnTo>
                  <a:pt x="1942" y="538"/>
                </a:lnTo>
                <a:lnTo>
                  <a:pt x="1942" y="539"/>
                </a:lnTo>
                <a:lnTo>
                  <a:pt x="1942" y="540"/>
                </a:lnTo>
                <a:lnTo>
                  <a:pt x="1943" y="540"/>
                </a:lnTo>
                <a:lnTo>
                  <a:pt x="1944" y="540"/>
                </a:lnTo>
                <a:lnTo>
                  <a:pt x="1944" y="541"/>
                </a:lnTo>
                <a:lnTo>
                  <a:pt x="1944" y="540"/>
                </a:lnTo>
                <a:lnTo>
                  <a:pt x="1944" y="539"/>
                </a:lnTo>
                <a:lnTo>
                  <a:pt x="1944" y="538"/>
                </a:lnTo>
                <a:lnTo>
                  <a:pt x="1944" y="537"/>
                </a:lnTo>
                <a:lnTo>
                  <a:pt x="1945" y="537"/>
                </a:lnTo>
                <a:lnTo>
                  <a:pt x="1946" y="537"/>
                </a:lnTo>
                <a:lnTo>
                  <a:pt x="1946" y="536"/>
                </a:lnTo>
                <a:lnTo>
                  <a:pt x="1946" y="535"/>
                </a:lnTo>
                <a:lnTo>
                  <a:pt x="1947" y="535"/>
                </a:lnTo>
                <a:lnTo>
                  <a:pt x="1948" y="535"/>
                </a:lnTo>
                <a:lnTo>
                  <a:pt x="1949" y="536"/>
                </a:lnTo>
                <a:lnTo>
                  <a:pt x="1949" y="537"/>
                </a:lnTo>
                <a:lnTo>
                  <a:pt x="1950" y="537"/>
                </a:lnTo>
                <a:lnTo>
                  <a:pt x="1952" y="538"/>
                </a:lnTo>
                <a:lnTo>
                  <a:pt x="1953" y="537"/>
                </a:lnTo>
                <a:lnTo>
                  <a:pt x="1954" y="536"/>
                </a:lnTo>
                <a:lnTo>
                  <a:pt x="1955" y="536"/>
                </a:lnTo>
                <a:lnTo>
                  <a:pt x="1955" y="535"/>
                </a:lnTo>
                <a:lnTo>
                  <a:pt x="1954" y="535"/>
                </a:lnTo>
                <a:lnTo>
                  <a:pt x="1954" y="534"/>
                </a:lnTo>
                <a:lnTo>
                  <a:pt x="1953" y="534"/>
                </a:lnTo>
                <a:lnTo>
                  <a:pt x="1952" y="534"/>
                </a:lnTo>
                <a:lnTo>
                  <a:pt x="1952" y="533"/>
                </a:lnTo>
                <a:lnTo>
                  <a:pt x="1952" y="532"/>
                </a:lnTo>
                <a:lnTo>
                  <a:pt x="1951" y="532"/>
                </a:lnTo>
                <a:lnTo>
                  <a:pt x="1951" y="531"/>
                </a:lnTo>
                <a:lnTo>
                  <a:pt x="1952" y="531"/>
                </a:lnTo>
                <a:lnTo>
                  <a:pt x="1952" y="530"/>
                </a:lnTo>
                <a:lnTo>
                  <a:pt x="1953" y="529"/>
                </a:lnTo>
                <a:lnTo>
                  <a:pt x="1954" y="529"/>
                </a:lnTo>
                <a:lnTo>
                  <a:pt x="1955" y="529"/>
                </a:lnTo>
                <a:lnTo>
                  <a:pt x="1956" y="529"/>
                </a:lnTo>
                <a:lnTo>
                  <a:pt x="1957" y="529"/>
                </a:lnTo>
                <a:lnTo>
                  <a:pt x="1958" y="529"/>
                </a:lnTo>
                <a:lnTo>
                  <a:pt x="1958" y="528"/>
                </a:lnTo>
                <a:lnTo>
                  <a:pt x="1959" y="528"/>
                </a:lnTo>
                <a:lnTo>
                  <a:pt x="1959" y="529"/>
                </a:lnTo>
                <a:lnTo>
                  <a:pt x="1960" y="529"/>
                </a:lnTo>
                <a:lnTo>
                  <a:pt x="1960" y="530"/>
                </a:lnTo>
                <a:lnTo>
                  <a:pt x="1961" y="531"/>
                </a:lnTo>
                <a:lnTo>
                  <a:pt x="1963" y="531"/>
                </a:lnTo>
                <a:lnTo>
                  <a:pt x="1964" y="531"/>
                </a:lnTo>
                <a:lnTo>
                  <a:pt x="1965" y="531"/>
                </a:lnTo>
                <a:lnTo>
                  <a:pt x="1966" y="531"/>
                </a:lnTo>
                <a:lnTo>
                  <a:pt x="1967" y="531"/>
                </a:lnTo>
                <a:lnTo>
                  <a:pt x="1968" y="532"/>
                </a:lnTo>
                <a:lnTo>
                  <a:pt x="1969" y="532"/>
                </a:lnTo>
                <a:lnTo>
                  <a:pt x="1970" y="532"/>
                </a:lnTo>
                <a:lnTo>
                  <a:pt x="1971" y="531"/>
                </a:lnTo>
                <a:lnTo>
                  <a:pt x="1972" y="531"/>
                </a:lnTo>
                <a:lnTo>
                  <a:pt x="1972" y="532"/>
                </a:lnTo>
                <a:lnTo>
                  <a:pt x="1973" y="532"/>
                </a:lnTo>
                <a:lnTo>
                  <a:pt x="1974" y="532"/>
                </a:lnTo>
                <a:lnTo>
                  <a:pt x="1974" y="533"/>
                </a:lnTo>
                <a:lnTo>
                  <a:pt x="1975" y="533"/>
                </a:lnTo>
                <a:lnTo>
                  <a:pt x="1976" y="534"/>
                </a:lnTo>
                <a:lnTo>
                  <a:pt x="1976" y="533"/>
                </a:lnTo>
                <a:lnTo>
                  <a:pt x="1976" y="532"/>
                </a:lnTo>
                <a:lnTo>
                  <a:pt x="1977" y="532"/>
                </a:lnTo>
                <a:lnTo>
                  <a:pt x="1977" y="531"/>
                </a:lnTo>
                <a:lnTo>
                  <a:pt x="1977" y="530"/>
                </a:lnTo>
                <a:lnTo>
                  <a:pt x="1978" y="530"/>
                </a:lnTo>
                <a:lnTo>
                  <a:pt x="1979" y="530"/>
                </a:lnTo>
                <a:lnTo>
                  <a:pt x="1979" y="531"/>
                </a:lnTo>
                <a:lnTo>
                  <a:pt x="1980" y="531"/>
                </a:lnTo>
                <a:lnTo>
                  <a:pt x="1980" y="532"/>
                </a:lnTo>
                <a:lnTo>
                  <a:pt x="1981" y="531"/>
                </a:lnTo>
                <a:lnTo>
                  <a:pt x="1982" y="531"/>
                </a:lnTo>
                <a:lnTo>
                  <a:pt x="1983" y="531"/>
                </a:lnTo>
                <a:lnTo>
                  <a:pt x="1983" y="530"/>
                </a:lnTo>
                <a:lnTo>
                  <a:pt x="1983" y="529"/>
                </a:lnTo>
                <a:lnTo>
                  <a:pt x="1982" y="528"/>
                </a:lnTo>
                <a:lnTo>
                  <a:pt x="1981" y="528"/>
                </a:lnTo>
                <a:lnTo>
                  <a:pt x="1981" y="527"/>
                </a:lnTo>
                <a:lnTo>
                  <a:pt x="1980" y="527"/>
                </a:lnTo>
                <a:lnTo>
                  <a:pt x="1980" y="526"/>
                </a:lnTo>
                <a:lnTo>
                  <a:pt x="1979" y="526"/>
                </a:lnTo>
                <a:lnTo>
                  <a:pt x="1979" y="525"/>
                </a:lnTo>
                <a:lnTo>
                  <a:pt x="1980" y="525"/>
                </a:lnTo>
                <a:lnTo>
                  <a:pt x="1981" y="524"/>
                </a:lnTo>
                <a:lnTo>
                  <a:pt x="1982" y="524"/>
                </a:lnTo>
                <a:lnTo>
                  <a:pt x="1982" y="525"/>
                </a:lnTo>
                <a:lnTo>
                  <a:pt x="1983" y="525"/>
                </a:lnTo>
                <a:lnTo>
                  <a:pt x="1983" y="526"/>
                </a:lnTo>
                <a:lnTo>
                  <a:pt x="1983" y="527"/>
                </a:lnTo>
                <a:lnTo>
                  <a:pt x="1984" y="527"/>
                </a:lnTo>
                <a:lnTo>
                  <a:pt x="1985" y="528"/>
                </a:lnTo>
                <a:lnTo>
                  <a:pt x="1986" y="528"/>
                </a:lnTo>
                <a:lnTo>
                  <a:pt x="1987" y="528"/>
                </a:lnTo>
                <a:lnTo>
                  <a:pt x="1988" y="528"/>
                </a:lnTo>
                <a:lnTo>
                  <a:pt x="1989" y="528"/>
                </a:lnTo>
                <a:lnTo>
                  <a:pt x="1990" y="528"/>
                </a:lnTo>
                <a:lnTo>
                  <a:pt x="1990" y="527"/>
                </a:lnTo>
                <a:lnTo>
                  <a:pt x="1990" y="526"/>
                </a:lnTo>
                <a:lnTo>
                  <a:pt x="1989" y="526"/>
                </a:lnTo>
                <a:lnTo>
                  <a:pt x="1989" y="525"/>
                </a:lnTo>
                <a:lnTo>
                  <a:pt x="1989" y="524"/>
                </a:lnTo>
                <a:lnTo>
                  <a:pt x="1990" y="523"/>
                </a:lnTo>
                <a:lnTo>
                  <a:pt x="1990" y="522"/>
                </a:lnTo>
                <a:lnTo>
                  <a:pt x="1991" y="522"/>
                </a:lnTo>
                <a:lnTo>
                  <a:pt x="1991" y="521"/>
                </a:lnTo>
                <a:lnTo>
                  <a:pt x="1990" y="521"/>
                </a:lnTo>
                <a:lnTo>
                  <a:pt x="1989" y="521"/>
                </a:lnTo>
                <a:lnTo>
                  <a:pt x="1988" y="521"/>
                </a:lnTo>
                <a:lnTo>
                  <a:pt x="1988" y="520"/>
                </a:lnTo>
                <a:lnTo>
                  <a:pt x="1987" y="520"/>
                </a:lnTo>
                <a:lnTo>
                  <a:pt x="1987" y="519"/>
                </a:lnTo>
                <a:lnTo>
                  <a:pt x="1987" y="518"/>
                </a:lnTo>
                <a:lnTo>
                  <a:pt x="1986" y="518"/>
                </a:lnTo>
                <a:lnTo>
                  <a:pt x="1986" y="517"/>
                </a:lnTo>
                <a:lnTo>
                  <a:pt x="1986" y="515"/>
                </a:lnTo>
                <a:lnTo>
                  <a:pt x="1986" y="514"/>
                </a:lnTo>
                <a:lnTo>
                  <a:pt x="1987" y="512"/>
                </a:lnTo>
                <a:lnTo>
                  <a:pt x="1987" y="511"/>
                </a:lnTo>
                <a:lnTo>
                  <a:pt x="1987" y="510"/>
                </a:lnTo>
                <a:lnTo>
                  <a:pt x="1987" y="509"/>
                </a:lnTo>
                <a:lnTo>
                  <a:pt x="1988" y="509"/>
                </a:lnTo>
                <a:lnTo>
                  <a:pt x="1988" y="508"/>
                </a:lnTo>
                <a:lnTo>
                  <a:pt x="1988" y="507"/>
                </a:lnTo>
                <a:lnTo>
                  <a:pt x="1988" y="506"/>
                </a:lnTo>
                <a:lnTo>
                  <a:pt x="1988" y="505"/>
                </a:lnTo>
                <a:lnTo>
                  <a:pt x="1989" y="504"/>
                </a:lnTo>
                <a:lnTo>
                  <a:pt x="1988" y="503"/>
                </a:lnTo>
                <a:lnTo>
                  <a:pt x="1989" y="502"/>
                </a:lnTo>
                <a:lnTo>
                  <a:pt x="1990" y="501"/>
                </a:lnTo>
                <a:lnTo>
                  <a:pt x="1991" y="501"/>
                </a:lnTo>
                <a:lnTo>
                  <a:pt x="1991" y="500"/>
                </a:lnTo>
                <a:lnTo>
                  <a:pt x="1992" y="500"/>
                </a:lnTo>
                <a:lnTo>
                  <a:pt x="1993" y="501"/>
                </a:lnTo>
                <a:lnTo>
                  <a:pt x="1994" y="501"/>
                </a:lnTo>
                <a:lnTo>
                  <a:pt x="1994" y="502"/>
                </a:lnTo>
                <a:lnTo>
                  <a:pt x="1994" y="503"/>
                </a:lnTo>
                <a:lnTo>
                  <a:pt x="1995" y="503"/>
                </a:lnTo>
                <a:lnTo>
                  <a:pt x="1996" y="504"/>
                </a:lnTo>
                <a:lnTo>
                  <a:pt x="1997" y="504"/>
                </a:lnTo>
                <a:lnTo>
                  <a:pt x="1998" y="503"/>
                </a:lnTo>
                <a:lnTo>
                  <a:pt x="1999" y="503"/>
                </a:lnTo>
                <a:lnTo>
                  <a:pt x="1999" y="502"/>
                </a:lnTo>
                <a:lnTo>
                  <a:pt x="2000" y="502"/>
                </a:lnTo>
                <a:lnTo>
                  <a:pt x="2001" y="501"/>
                </a:lnTo>
                <a:lnTo>
                  <a:pt x="2001" y="502"/>
                </a:lnTo>
                <a:lnTo>
                  <a:pt x="2002" y="501"/>
                </a:lnTo>
                <a:lnTo>
                  <a:pt x="2002" y="500"/>
                </a:lnTo>
                <a:lnTo>
                  <a:pt x="2002" y="499"/>
                </a:lnTo>
                <a:lnTo>
                  <a:pt x="2003" y="498"/>
                </a:lnTo>
                <a:lnTo>
                  <a:pt x="2002" y="498"/>
                </a:lnTo>
                <a:lnTo>
                  <a:pt x="2001" y="498"/>
                </a:lnTo>
                <a:lnTo>
                  <a:pt x="2001" y="497"/>
                </a:lnTo>
                <a:lnTo>
                  <a:pt x="2001" y="496"/>
                </a:lnTo>
                <a:lnTo>
                  <a:pt x="2002" y="496"/>
                </a:lnTo>
                <a:lnTo>
                  <a:pt x="2001" y="495"/>
                </a:lnTo>
                <a:lnTo>
                  <a:pt x="2002" y="495"/>
                </a:lnTo>
                <a:lnTo>
                  <a:pt x="2002" y="494"/>
                </a:lnTo>
                <a:lnTo>
                  <a:pt x="2002" y="493"/>
                </a:lnTo>
                <a:lnTo>
                  <a:pt x="2001" y="493"/>
                </a:lnTo>
                <a:lnTo>
                  <a:pt x="2001" y="492"/>
                </a:lnTo>
                <a:lnTo>
                  <a:pt x="2001" y="491"/>
                </a:lnTo>
                <a:lnTo>
                  <a:pt x="2000" y="490"/>
                </a:lnTo>
                <a:lnTo>
                  <a:pt x="2000" y="489"/>
                </a:lnTo>
                <a:lnTo>
                  <a:pt x="2000" y="488"/>
                </a:lnTo>
                <a:lnTo>
                  <a:pt x="1999" y="487"/>
                </a:lnTo>
                <a:lnTo>
                  <a:pt x="1999" y="486"/>
                </a:lnTo>
                <a:lnTo>
                  <a:pt x="1998" y="485"/>
                </a:lnTo>
                <a:lnTo>
                  <a:pt x="1997" y="485"/>
                </a:lnTo>
                <a:lnTo>
                  <a:pt x="1996" y="484"/>
                </a:lnTo>
                <a:lnTo>
                  <a:pt x="1996" y="485"/>
                </a:lnTo>
                <a:lnTo>
                  <a:pt x="1995" y="485"/>
                </a:lnTo>
                <a:lnTo>
                  <a:pt x="1994" y="484"/>
                </a:lnTo>
                <a:lnTo>
                  <a:pt x="1994" y="483"/>
                </a:lnTo>
                <a:lnTo>
                  <a:pt x="1995" y="481"/>
                </a:lnTo>
                <a:lnTo>
                  <a:pt x="1996" y="480"/>
                </a:lnTo>
                <a:lnTo>
                  <a:pt x="1997" y="480"/>
                </a:lnTo>
                <a:lnTo>
                  <a:pt x="1998" y="479"/>
                </a:lnTo>
                <a:lnTo>
                  <a:pt x="1998" y="478"/>
                </a:lnTo>
                <a:lnTo>
                  <a:pt x="1998" y="477"/>
                </a:lnTo>
                <a:lnTo>
                  <a:pt x="1999" y="477"/>
                </a:lnTo>
                <a:lnTo>
                  <a:pt x="1998" y="477"/>
                </a:lnTo>
                <a:lnTo>
                  <a:pt x="1997" y="476"/>
                </a:lnTo>
                <a:lnTo>
                  <a:pt x="1996" y="476"/>
                </a:lnTo>
                <a:lnTo>
                  <a:pt x="1996" y="475"/>
                </a:lnTo>
                <a:lnTo>
                  <a:pt x="1995" y="475"/>
                </a:lnTo>
                <a:lnTo>
                  <a:pt x="1994" y="475"/>
                </a:lnTo>
                <a:lnTo>
                  <a:pt x="1993" y="475"/>
                </a:lnTo>
                <a:lnTo>
                  <a:pt x="1992" y="475"/>
                </a:lnTo>
                <a:lnTo>
                  <a:pt x="1993" y="474"/>
                </a:lnTo>
                <a:lnTo>
                  <a:pt x="1993" y="473"/>
                </a:lnTo>
                <a:lnTo>
                  <a:pt x="1993" y="472"/>
                </a:lnTo>
                <a:lnTo>
                  <a:pt x="1993" y="471"/>
                </a:lnTo>
                <a:lnTo>
                  <a:pt x="1994" y="470"/>
                </a:lnTo>
                <a:lnTo>
                  <a:pt x="1994" y="469"/>
                </a:lnTo>
                <a:lnTo>
                  <a:pt x="1995" y="469"/>
                </a:lnTo>
                <a:lnTo>
                  <a:pt x="1996" y="470"/>
                </a:lnTo>
                <a:lnTo>
                  <a:pt x="1996" y="471"/>
                </a:lnTo>
                <a:lnTo>
                  <a:pt x="1997" y="471"/>
                </a:lnTo>
                <a:lnTo>
                  <a:pt x="1998" y="471"/>
                </a:lnTo>
                <a:lnTo>
                  <a:pt x="1999" y="471"/>
                </a:lnTo>
                <a:lnTo>
                  <a:pt x="1999" y="470"/>
                </a:lnTo>
                <a:lnTo>
                  <a:pt x="2000" y="470"/>
                </a:lnTo>
                <a:lnTo>
                  <a:pt x="2000" y="469"/>
                </a:lnTo>
                <a:lnTo>
                  <a:pt x="2001" y="469"/>
                </a:lnTo>
                <a:lnTo>
                  <a:pt x="2001" y="468"/>
                </a:lnTo>
                <a:lnTo>
                  <a:pt x="2002" y="468"/>
                </a:lnTo>
                <a:lnTo>
                  <a:pt x="2003" y="467"/>
                </a:lnTo>
                <a:lnTo>
                  <a:pt x="2004" y="467"/>
                </a:lnTo>
                <a:lnTo>
                  <a:pt x="2005" y="467"/>
                </a:lnTo>
                <a:lnTo>
                  <a:pt x="2006" y="468"/>
                </a:lnTo>
                <a:lnTo>
                  <a:pt x="2007" y="469"/>
                </a:lnTo>
                <a:lnTo>
                  <a:pt x="2007" y="470"/>
                </a:lnTo>
                <a:lnTo>
                  <a:pt x="2007" y="471"/>
                </a:lnTo>
                <a:lnTo>
                  <a:pt x="2008" y="471"/>
                </a:lnTo>
                <a:lnTo>
                  <a:pt x="2008" y="472"/>
                </a:lnTo>
                <a:lnTo>
                  <a:pt x="2009" y="472"/>
                </a:lnTo>
                <a:lnTo>
                  <a:pt x="2010" y="472"/>
                </a:lnTo>
                <a:lnTo>
                  <a:pt x="2010" y="473"/>
                </a:lnTo>
                <a:lnTo>
                  <a:pt x="2011" y="473"/>
                </a:lnTo>
                <a:lnTo>
                  <a:pt x="2012" y="473"/>
                </a:lnTo>
                <a:lnTo>
                  <a:pt x="2012" y="474"/>
                </a:lnTo>
                <a:lnTo>
                  <a:pt x="2013" y="474"/>
                </a:lnTo>
                <a:lnTo>
                  <a:pt x="2014" y="474"/>
                </a:lnTo>
                <a:lnTo>
                  <a:pt x="2014" y="473"/>
                </a:lnTo>
                <a:lnTo>
                  <a:pt x="2015" y="473"/>
                </a:lnTo>
                <a:lnTo>
                  <a:pt x="2016" y="473"/>
                </a:lnTo>
                <a:lnTo>
                  <a:pt x="2017" y="473"/>
                </a:lnTo>
                <a:lnTo>
                  <a:pt x="2018" y="474"/>
                </a:lnTo>
                <a:lnTo>
                  <a:pt x="2019" y="474"/>
                </a:lnTo>
                <a:lnTo>
                  <a:pt x="2020" y="474"/>
                </a:lnTo>
                <a:lnTo>
                  <a:pt x="2020" y="473"/>
                </a:lnTo>
                <a:lnTo>
                  <a:pt x="2021" y="474"/>
                </a:lnTo>
                <a:lnTo>
                  <a:pt x="2022" y="474"/>
                </a:lnTo>
                <a:lnTo>
                  <a:pt x="2023" y="474"/>
                </a:lnTo>
                <a:lnTo>
                  <a:pt x="2023" y="475"/>
                </a:lnTo>
                <a:lnTo>
                  <a:pt x="2024" y="475"/>
                </a:lnTo>
                <a:lnTo>
                  <a:pt x="2024" y="474"/>
                </a:lnTo>
                <a:lnTo>
                  <a:pt x="2025" y="474"/>
                </a:lnTo>
                <a:lnTo>
                  <a:pt x="2026" y="474"/>
                </a:lnTo>
                <a:lnTo>
                  <a:pt x="2028" y="475"/>
                </a:lnTo>
                <a:lnTo>
                  <a:pt x="2029" y="475"/>
                </a:lnTo>
                <a:lnTo>
                  <a:pt x="2029" y="474"/>
                </a:lnTo>
                <a:lnTo>
                  <a:pt x="2030" y="473"/>
                </a:lnTo>
                <a:lnTo>
                  <a:pt x="2031" y="473"/>
                </a:lnTo>
                <a:lnTo>
                  <a:pt x="2031" y="474"/>
                </a:lnTo>
                <a:lnTo>
                  <a:pt x="2032" y="474"/>
                </a:lnTo>
                <a:lnTo>
                  <a:pt x="2034" y="474"/>
                </a:lnTo>
                <a:lnTo>
                  <a:pt x="2035" y="474"/>
                </a:lnTo>
                <a:lnTo>
                  <a:pt x="2036" y="474"/>
                </a:lnTo>
                <a:lnTo>
                  <a:pt x="2037" y="473"/>
                </a:lnTo>
                <a:lnTo>
                  <a:pt x="2038" y="473"/>
                </a:lnTo>
                <a:lnTo>
                  <a:pt x="2039" y="474"/>
                </a:lnTo>
                <a:lnTo>
                  <a:pt x="2039" y="475"/>
                </a:lnTo>
                <a:lnTo>
                  <a:pt x="2040" y="475"/>
                </a:lnTo>
                <a:lnTo>
                  <a:pt x="2040" y="474"/>
                </a:lnTo>
                <a:lnTo>
                  <a:pt x="2041" y="475"/>
                </a:lnTo>
                <a:lnTo>
                  <a:pt x="2041" y="474"/>
                </a:lnTo>
                <a:lnTo>
                  <a:pt x="2042" y="474"/>
                </a:lnTo>
                <a:lnTo>
                  <a:pt x="2042" y="475"/>
                </a:lnTo>
                <a:lnTo>
                  <a:pt x="2042" y="476"/>
                </a:lnTo>
                <a:lnTo>
                  <a:pt x="2043" y="477"/>
                </a:lnTo>
                <a:lnTo>
                  <a:pt x="2044" y="477"/>
                </a:lnTo>
                <a:lnTo>
                  <a:pt x="2045" y="477"/>
                </a:lnTo>
                <a:lnTo>
                  <a:pt x="2046" y="476"/>
                </a:lnTo>
                <a:lnTo>
                  <a:pt x="2047" y="477"/>
                </a:lnTo>
                <a:lnTo>
                  <a:pt x="2048" y="477"/>
                </a:lnTo>
                <a:lnTo>
                  <a:pt x="2048" y="478"/>
                </a:lnTo>
                <a:lnTo>
                  <a:pt x="2049" y="478"/>
                </a:lnTo>
                <a:lnTo>
                  <a:pt x="2050" y="478"/>
                </a:lnTo>
                <a:lnTo>
                  <a:pt x="2051" y="479"/>
                </a:lnTo>
                <a:lnTo>
                  <a:pt x="2051" y="478"/>
                </a:lnTo>
                <a:lnTo>
                  <a:pt x="2052" y="478"/>
                </a:lnTo>
                <a:lnTo>
                  <a:pt x="2053" y="478"/>
                </a:lnTo>
                <a:lnTo>
                  <a:pt x="2054" y="478"/>
                </a:lnTo>
                <a:lnTo>
                  <a:pt x="2054" y="479"/>
                </a:lnTo>
                <a:lnTo>
                  <a:pt x="2055" y="479"/>
                </a:lnTo>
                <a:lnTo>
                  <a:pt x="2055" y="478"/>
                </a:lnTo>
                <a:lnTo>
                  <a:pt x="2055" y="479"/>
                </a:lnTo>
                <a:lnTo>
                  <a:pt x="2056" y="479"/>
                </a:lnTo>
                <a:lnTo>
                  <a:pt x="2057" y="479"/>
                </a:lnTo>
                <a:lnTo>
                  <a:pt x="2057" y="480"/>
                </a:lnTo>
                <a:lnTo>
                  <a:pt x="2058" y="480"/>
                </a:lnTo>
                <a:lnTo>
                  <a:pt x="2058" y="481"/>
                </a:lnTo>
                <a:lnTo>
                  <a:pt x="2059" y="481"/>
                </a:lnTo>
                <a:lnTo>
                  <a:pt x="2060" y="480"/>
                </a:lnTo>
                <a:lnTo>
                  <a:pt x="2060" y="481"/>
                </a:lnTo>
                <a:lnTo>
                  <a:pt x="2061" y="481"/>
                </a:lnTo>
                <a:lnTo>
                  <a:pt x="2062" y="481"/>
                </a:lnTo>
                <a:lnTo>
                  <a:pt x="2063" y="482"/>
                </a:lnTo>
                <a:lnTo>
                  <a:pt x="2064" y="483"/>
                </a:lnTo>
                <a:lnTo>
                  <a:pt x="2065" y="483"/>
                </a:lnTo>
                <a:lnTo>
                  <a:pt x="2066" y="483"/>
                </a:lnTo>
                <a:lnTo>
                  <a:pt x="2066" y="484"/>
                </a:lnTo>
                <a:lnTo>
                  <a:pt x="2067" y="485"/>
                </a:lnTo>
                <a:lnTo>
                  <a:pt x="2067" y="486"/>
                </a:lnTo>
                <a:lnTo>
                  <a:pt x="2068" y="485"/>
                </a:lnTo>
                <a:lnTo>
                  <a:pt x="2069" y="485"/>
                </a:lnTo>
                <a:lnTo>
                  <a:pt x="2069" y="486"/>
                </a:lnTo>
                <a:lnTo>
                  <a:pt x="2069" y="487"/>
                </a:lnTo>
                <a:lnTo>
                  <a:pt x="2070" y="487"/>
                </a:lnTo>
                <a:lnTo>
                  <a:pt x="2071" y="487"/>
                </a:lnTo>
                <a:lnTo>
                  <a:pt x="2071" y="488"/>
                </a:lnTo>
                <a:lnTo>
                  <a:pt x="2071" y="489"/>
                </a:lnTo>
                <a:lnTo>
                  <a:pt x="2072" y="489"/>
                </a:lnTo>
                <a:lnTo>
                  <a:pt x="2073" y="489"/>
                </a:lnTo>
                <a:lnTo>
                  <a:pt x="2073" y="488"/>
                </a:lnTo>
                <a:lnTo>
                  <a:pt x="2073" y="489"/>
                </a:lnTo>
                <a:lnTo>
                  <a:pt x="2074" y="489"/>
                </a:lnTo>
                <a:lnTo>
                  <a:pt x="2074" y="490"/>
                </a:lnTo>
                <a:lnTo>
                  <a:pt x="2075" y="490"/>
                </a:lnTo>
                <a:lnTo>
                  <a:pt x="2076" y="489"/>
                </a:lnTo>
                <a:lnTo>
                  <a:pt x="2077" y="489"/>
                </a:lnTo>
                <a:lnTo>
                  <a:pt x="2076" y="490"/>
                </a:lnTo>
                <a:lnTo>
                  <a:pt x="2077" y="490"/>
                </a:lnTo>
                <a:lnTo>
                  <a:pt x="2078" y="490"/>
                </a:lnTo>
                <a:lnTo>
                  <a:pt x="2078" y="491"/>
                </a:lnTo>
                <a:lnTo>
                  <a:pt x="2078" y="492"/>
                </a:lnTo>
                <a:lnTo>
                  <a:pt x="2079" y="492"/>
                </a:lnTo>
                <a:lnTo>
                  <a:pt x="2080" y="492"/>
                </a:lnTo>
                <a:lnTo>
                  <a:pt x="2081" y="492"/>
                </a:lnTo>
                <a:lnTo>
                  <a:pt x="2082" y="493"/>
                </a:lnTo>
                <a:lnTo>
                  <a:pt x="2083" y="494"/>
                </a:lnTo>
                <a:lnTo>
                  <a:pt x="2084" y="494"/>
                </a:lnTo>
                <a:lnTo>
                  <a:pt x="2084" y="495"/>
                </a:lnTo>
                <a:lnTo>
                  <a:pt x="2085" y="495"/>
                </a:lnTo>
                <a:lnTo>
                  <a:pt x="2086" y="496"/>
                </a:lnTo>
                <a:lnTo>
                  <a:pt x="2086" y="497"/>
                </a:lnTo>
                <a:lnTo>
                  <a:pt x="2085" y="498"/>
                </a:lnTo>
                <a:lnTo>
                  <a:pt x="2085" y="499"/>
                </a:lnTo>
                <a:lnTo>
                  <a:pt x="2086" y="503"/>
                </a:lnTo>
                <a:lnTo>
                  <a:pt x="2087" y="504"/>
                </a:lnTo>
                <a:lnTo>
                  <a:pt x="2087" y="505"/>
                </a:lnTo>
                <a:lnTo>
                  <a:pt x="2087" y="506"/>
                </a:lnTo>
                <a:lnTo>
                  <a:pt x="2086" y="506"/>
                </a:lnTo>
                <a:lnTo>
                  <a:pt x="2086" y="507"/>
                </a:lnTo>
                <a:lnTo>
                  <a:pt x="2087" y="507"/>
                </a:lnTo>
                <a:lnTo>
                  <a:pt x="2087" y="508"/>
                </a:lnTo>
                <a:lnTo>
                  <a:pt x="2086" y="508"/>
                </a:lnTo>
                <a:lnTo>
                  <a:pt x="2086" y="509"/>
                </a:lnTo>
                <a:lnTo>
                  <a:pt x="2087" y="509"/>
                </a:lnTo>
                <a:lnTo>
                  <a:pt x="2088" y="509"/>
                </a:lnTo>
                <a:lnTo>
                  <a:pt x="2089" y="510"/>
                </a:lnTo>
                <a:lnTo>
                  <a:pt x="2089" y="511"/>
                </a:lnTo>
                <a:lnTo>
                  <a:pt x="2090" y="511"/>
                </a:lnTo>
                <a:lnTo>
                  <a:pt x="2091" y="512"/>
                </a:lnTo>
                <a:lnTo>
                  <a:pt x="2091" y="513"/>
                </a:lnTo>
                <a:lnTo>
                  <a:pt x="2092" y="514"/>
                </a:lnTo>
                <a:lnTo>
                  <a:pt x="2092" y="515"/>
                </a:lnTo>
                <a:lnTo>
                  <a:pt x="2092" y="516"/>
                </a:lnTo>
                <a:lnTo>
                  <a:pt x="2093" y="516"/>
                </a:lnTo>
                <a:lnTo>
                  <a:pt x="2093" y="517"/>
                </a:lnTo>
                <a:lnTo>
                  <a:pt x="2093" y="518"/>
                </a:lnTo>
                <a:lnTo>
                  <a:pt x="2094" y="518"/>
                </a:lnTo>
                <a:lnTo>
                  <a:pt x="2094" y="519"/>
                </a:lnTo>
                <a:lnTo>
                  <a:pt x="2094" y="520"/>
                </a:lnTo>
                <a:lnTo>
                  <a:pt x="2095" y="520"/>
                </a:lnTo>
                <a:lnTo>
                  <a:pt x="2095" y="522"/>
                </a:lnTo>
                <a:lnTo>
                  <a:pt x="2096" y="522"/>
                </a:lnTo>
                <a:lnTo>
                  <a:pt x="2096" y="523"/>
                </a:lnTo>
                <a:lnTo>
                  <a:pt x="2097" y="523"/>
                </a:lnTo>
                <a:lnTo>
                  <a:pt x="2098" y="524"/>
                </a:lnTo>
                <a:lnTo>
                  <a:pt x="2099" y="525"/>
                </a:lnTo>
                <a:lnTo>
                  <a:pt x="2100" y="525"/>
                </a:lnTo>
                <a:lnTo>
                  <a:pt x="2100" y="526"/>
                </a:lnTo>
                <a:lnTo>
                  <a:pt x="2099" y="526"/>
                </a:lnTo>
                <a:lnTo>
                  <a:pt x="2100" y="526"/>
                </a:lnTo>
                <a:lnTo>
                  <a:pt x="2101" y="526"/>
                </a:lnTo>
                <a:lnTo>
                  <a:pt x="2101" y="527"/>
                </a:lnTo>
                <a:lnTo>
                  <a:pt x="2102" y="528"/>
                </a:lnTo>
                <a:lnTo>
                  <a:pt x="2103" y="529"/>
                </a:lnTo>
                <a:lnTo>
                  <a:pt x="2104" y="530"/>
                </a:lnTo>
                <a:lnTo>
                  <a:pt x="2105" y="530"/>
                </a:lnTo>
                <a:lnTo>
                  <a:pt x="2105" y="531"/>
                </a:lnTo>
                <a:lnTo>
                  <a:pt x="2106" y="531"/>
                </a:lnTo>
                <a:lnTo>
                  <a:pt x="2106" y="532"/>
                </a:lnTo>
                <a:lnTo>
                  <a:pt x="2105" y="532"/>
                </a:lnTo>
                <a:lnTo>
                  <a:pt x="2105" y="533"/>
                </a:lnTo>
                <a:lnTo>
                  <a:pt x="2106" y="534"/>
                </a:lnTo>
                <a:lnTo>
                  <a:pt x="2107" y="534"/>
                </a:lnTo>
                <a:lnTo>
                  <a:pt x="2107" y="535"/>
                </a:lnTo>
                <a:lnTo>
                  <a:pt x="2108" y="535"/>
                </a:lnTo>
                <a:lnTo>
                  <a:pt x="2109" y="536"/>
                </a:lnTo>
                <a:lnTo>
                  <a:pt x="2109" y="537"/>
                </a:lnTo>
                <a:lnTo>
                  <a:pt x="2108" y="537"/>
                </a:lnTo>
                <a:lnTo>
                  <a:pt x="2109" y="538"/>
                </a:lnTo>
                <a:lnTo>
                  <a:pt x="2109" y="539"/>
                </a:lnTo>
                <a:lnTo>
                  <a:pt x="2108" y="539"/>
                </a:lnTo>
                <a:lnTo>
                  <a:pt x="2109" y="540"/>
                </a:lnTo>
                <a:lnTo>
                  <a:pt x="2109" y="541"/>
                </a:lnTo>
                <a:lnTo>
                  <a:pt x="2109" y="542"/>
                </a:lnTo>
                <a:lnTo>
                  <a:pt x="2108" y="542"/>
                </a:lnTo>
                <a:lnTo>
                  <a:pt x="2108" y="543"/>
                </a:lnTo>
                <a:lnTo>
                  <a:pt x="2108" y="544"/>
                </a:lnTo>
                <a:lnTo>
                  <a:pt x="2109" y="544"/>
                </a:lnTo>
                <a:lnTo>
                  <a:pt x="2109" y="545"/>
                </a:lnTo>
                <a:lnTo>
                  <a:pt x="2109" y="546"/>
                </a:lnTo>
                <a:lnTo>
                  <a:pt x="2108" y="547"/>
                </a:lnTo>
                <a:lnTo>
                  <a:pt x="2106" y="547"/>
                </a:lnTo>
                <a:lnTo>
                  <a:pt x="2105" y="549"/>
                </a:lnTo>
                <a:lnTo>
                  <a:pt x="2106" y="550"/>
                </a:lnTo>
                <a:lnTo>
                  <a:pt x="2107" y="551"/>
                </a:lnTo>
                <a:lnTo>
                  <a:pt x="2107" y="552"/>
                </a:lnTo>
                <a:lnTo>
                  <a:pt x="2107" y="553"/>
                </a:lnTo>
                <a:lnTo>
                  <a:pt x="2108" y="554"/>
                </a:lnTo>
                <a:lnTo>
                  <a:pt x="2107" y="555"/>
                </a:lnTo>
                <a:lnTo>
                  <a:pt x="2107" y="557"/>
                </a:lnTo>
                <a:lnTo>
                  <a:pt x="2108" y="557"/>
                </a:lnTo>
                <a:lnTo>
                  <a:pt x="2110" y="557"/>
                </a:lnTo>
                <a:lnTo>
                  <a:pt x="2109" y="558"/>
                </a:lnTo>
                <a:lnTo>
                  <a:pt x="2109" y="559"/>
                </a:lnTo>
                <a:lnTo>
                  <a:pt x="2110" y="560"/>
                </a:lnTo>
                <a:lnTo>
                  <a:pt x="2111" y="560"/>
                </a:lnTo>
                <a:lnTo>
                  <a:pt x="2112" y="561"/>
                </a:lnTo>
                <a:lnTo>
                  <a:pt x="2111" y="561"/>
                </a:lnTo>
                <a:lnTo>
                  <a:pt x="2111" y="562"/>
                </a:lnTo>
                <a:lnTo>
                  <a:pt x="2112" y="563"/>
                </a:lnTo>
                <a:lnTo>
                  <a:pt x="2113" y="563"/>
                </a:lnTo>
                <a:lnTo>
                  <a:pt x="2115" y="564"/>
                </a:lnTo>
                <a:lnTo>
                  <a:pt x="2116" y="566"/>
                </a:lnTo>
                <a:lnTo>
                  <a:pt x="2117" y="568"/>
                </a:lnTo>
                <a:lnTo>
                  <a:pt x="2118" y="570"/>
                </a:lnTo>
                <a:lnTo>
                  <a:pt x="2118" y="571"/>
                </a:lnTo>
                <a:lnTo>
                  <a:pt x="2120" y="571"/>
                </a:lnTo>
                <a:lnTo>
                  <a:pt x="2120" y="570"/>
                </a:lnTo>
                <a:lnTo>
                  <a:pt x="2121" y="570"/>
                </a:lnTo>
                <a:lnTo>
                  <a:pt x="2121" y="571"/>
                </a:lnTo>
                <a:lnTo>
                  <a:pt x="2120" y="572"/>
                </a:lnTo>
                <a:lnTo>
                  <a:pt x="2121" y="573"/>
                </a:lnTo>
                <a:lnTo>
                  <a:pt x="2122" y="574"/>
                </a:lnTo>
                <a:lnTo>
                  <a:pt x="2121" y="574"/>
                </a:lnTo>
                <a:lnTo>
                  <a:pt x="2121" y="575"/>
                </a:lnTo>
                <a:lnTo>
                  <a:pt x="2122" y="575"/>
                </a:lnTo>
                <a:lnTo>
                  <a:pt x="2122" y="576"/>
                </a:lnTo>
                <a:lnTo>
                  <a:pt x="2121" y="577"/>
                </a:lnTo>
                <a:lnTo>
                  <a:pt x="2121" y="578"/>
                </a:lnTo>
                <a:lnTo>
                  <a:pt x="2122" y="578"/>
                </a:lnTo>
                <a:lnTo>
                  <a:pt x="2123" y="579"/>
                </a:lnTo>
                <a:lnTo>
                  <a:pt x="2124" y="580"/>
                </a:lnTo>
                <a:lnTo>
                  <a:pt x="2125" y="580"/>
                </a:lnTo>
                <a:lnTo>
                  <a:pt x="2125" y="581"/>
                </a:lnTo>
                <a:lnTo>
                  <a:pt x="2126" y="582"/>
                </a:lnTo>
                <a:lnTo>
                  <a:pt x="2126" y="583"/>
                </a:lnTo>
                <a:lnTo>
                  <a:pt x="2127" y="583"/>
                </a:lnTo>
                <a:lnTo>
                  <a:pt x="2128" y="585"/>
                </a:lnTo>
                <a:lnTo>
                  <a:pt x="2129" y="586"/>
                </a:lnTo>
                <a:lnTo>
                  <a:pt x="2129" y="585"/>
                </a:lnTo>
                <a:lnTo>
                  <a:pt x="2130" y="585"/>
                </a:lnTo>
                <a:lnTo>
                  <a:pt x="2130" y="586"/>
                </a:lnTo>
                <a:lnTo>
                  <a:pt x="2131" y="587"/>
                </a:lnTo>
                <a:lnTo>
                  <a:pt x="2132" y="587"/>
                </a:lnTo>
                <a:lnTo>
                  <a:pt x="2132" y="588"/>
                </a:lnTo>
                <a:lnTo>
                  <a:pt x="2133" y="588"/>
                </a:lnTo>
                <a:lnTo>
                  <a:pt x="2135" y="590"/>
                </a:lnTo>
                <a:lnTo>
                  <a:pt x="2136" y="591"/>
                </a:lnTo>
                <a:lnTo>
                  <a:pt x="2136" y="592"/>
                </a:lnTo>
                <a:lnTo>
                  <a:pt x="2136" y="593"/>
                </a:lnTo>
                <a:lnTo>
                  <a:pt x="2137" y="593"/>
                </a:lnTo>
                <a:lnTo>
                  <a:pt x="2138" y="594"/>
                </a:lnTo>
                <a:lnTo>
                  <a:pt x="2141" y="597"/>
                </a:lnTo>
                <a:lnTo>
                  <a:pt x="2142" y="597"/>
                </a:lnTo>
                <a:lnTo>
                  <a:pt x="2143" y="598"/>
                </a:lnTo>
                <a:lnTo>
                  <a:pt x="2146" y="599"/>
                </a:lnTo>
                <a:lnTo>
                  <a:pt x="2147" y="600"/>
                </a:lnTo>
                <a:lnTo>
                  <a:pt x="2147" y="601"/>
                </a:lnTo>
                <a:lnTo>
                  <a:pt x="2149" y="603"/>
                </a:lnTo>
                <a:lnTo>
                  <a:pt x="2150" y="604"/>
                </a:lnTo>
                <a:lnTo>
                  <a:pt x="2151" y="604"/>
                </a:lnTo>
                <a:lnTo>
                  <a:pt x="2152" y="605"/>
                </a:lnTo>
                <a:lnTo>
                  <a:pt x="2152" y="606"/>
                </a:lnTo>
                <a:lnTo>
                  <a:pt x="2152" y="607"/>
                </a:lnTo>
                <a:lnTo>
                  <a:pt x="2153" y="607"/>
                </a:lnTo>
                <a:lnTo>
                  <a:pt x="2153" y="608"/>
                </a:lnTo>
                <a:lnTo>
                  <a:pt x="2154" y="608"/>
                </a:lnTo>
                <a:lnTo>
                  <a:pt x="2155" y="609"/>
                </a:lnTo>
                <a:lnTo>
                  <a:pt x="2155" y="610"/>
                </a:lnTo>
                <a:lnTo>
                  <a:pt x="2156" y="610"/>
                </a:lnTo>
                <a:lnTo>
                  <a:pt x="2156" y="611"/>
                </a:lnTo>
                <a:lnTo>
                  <a:pt x="2156" y="612"/>
                </a:lnTo>
                <a:lnTo>
                  <a:pt x="2155" y="613"/>
                </a:lnTo>
                <a:lnTo>
                  <a:pt x="2154" y="614"/>
                </a:lnTo>
                <a:lnTo>
                  <a:pt x="2154" y="615"/>
                </a:lnTo>
                <a:lnTo>
                  <a:pt x="2153" y="616"/>
                </a:lnTo>
                <a:lnTo>
                  <a:pt x="2152" y="616"/>
                </a:lnTo>
                <a:lnTo>
                  <a:pt x="2151" y="616"/>
                </a:lnTo>
                <a:lnTo>
                  <a:pt x="2151" y="617"/>
                </a:lnTo>
                <a:lnTo>
                  <a:pt x="2150" y="618"/>
                </a:lnTo>
                <a:lnTo>
                  <a:pt x="2149" y="618"/>
                </a:lnTo>
                <a:lnTo>
                  <a:pt x="2149" y="619"/>
                </a:lnTo>
                <a:lnTo>
                  <a:pt x="2148" y="619"/>
                </a:lnTo>
                <a:lnTo>
                  <a:pt x="2148" y="620"/>
                </a:lnTo>
                <a:lnTo>
                  <a:pt x="2148" y="622"/>
                </a:lnTo>
                <a:lnTo>
                  <a:pt x="2148" y="623"/>
                </a:lnTo>
                <a:lnTo>
                  <a:pt x="2147" y="623"/>
                </a:lnTo>
                <a:lnTo>
                  <a:pt x="2147" y="624"/>
                </a:lnTo>
                <a:lnTo>
                  <a:pt x="2146" y="625"/>
                </a:lnTo>
                <a:lnTo>
                  <a:pt x="2145" y="625"/>
                </a:lnTo>
                <a:lnTo>
                  <a:pt x="2145" y="626"/>
                </a:lnTo>
                <a:lnTo>
                  <a:pt x="2144" y="626"/>
                </a:lnTo>
                <a:lnTo>
                  <a:pt x="2143" y="625"/>
                </a:lnTo>
                <a:lnTo>
                  <a:pt x="2142" y="625"/>
                </a:lnTo>
                <a:lnTo>
                  <a:pt x="2141" y="624"/>
                </a:lnTo>
                <a:lnTo>
                  <a:pt x="2141" y="623"/>
                </a:lnTo>
                <a:lnTo>
                  <a:pt x="2140" y="622"/>
                </a:lnTo>
                <a:lnTo>
                  <a:pt x="2140" y="621"/>
                </a:lnTo>
                <a:lnTo>
                  <a:pt x="2138" y="620"/>
                </a:lnTo>
                <a:lnTo>
                  <a:pt x="2137" y="618"/>
                </a:lnTo>
                <a:lnTo>
                  <a:pt x="2136" y="616"/>
                </a:lnTo>
                <a:lnTo>
                  <a:pt x="2135" y="616"/>
                </a:lnTo>
                <a:lnTo>
                  <a:pt x="2133" y="616"/>
                </a:lnTo>
                <a:lnTo>
                  <a:pt x="2132" y="616"/>
                </a:lnTo>
                <a:lnTo>
                  <a:pt x="2131" y="616"/>
                </a:lnTo>
                <a:lnTo>
                  <a:pt x="2130" y="616"/>
                </a:lnTo>
                <a:lnTo>
                  <a:pt x="2130" y="617"/>
                </a:lnTo>
                <a:lnTo>
                  <a:pt x="2129" y="617"/>
                </a:lnTo>
                <a:lnTo>
                  <a:pt x="2129" y="618"/>
                </a:lnTo>
                <a:lnTo>
                  <a:pt x="2128" y="619"/>
                </a:lnTo>
                <a:lnTo>
                  <a:pt x="2128" y="621"/>
                </a:lnTo>
                <a:lnTo>
                  <a:pt x="2127" y="623"/>
                </a:lnTo>
                <a:lnTo>
                  <a:pt x="2127" y="624"/>
                </a:lnTo>
                <a:lnTo>
                  <a:pt x="2127" y="625"/>
                </a:lnTo>
                <a:lnTo>
                  <a:pt x="2127" y="628"/>
                </a:lnTo>
                <a:lnTo>
                  <a:pt x="2127" y="629"/>
                </a:lnTo>
                <a:lnTo>
                  <a:pt x="2128" y="629"/>
                </a:lnTo>
                <a:lnTo>
                  <a:pt x="2129" y="630"/>
                </a:lnTo>
                <a:lnTo>
                  <a:pt x="2129" y="631"/>
                </a:lnTo>
                <a:lnTo>
                  <a:pt x="2128" y="632"/>
                </a:lnTo>
                <a:lnTo>
                  <a:pt x="2128" y="633"/>
                </a:lnTo>
                <a:lnTo>
                  <a:pt x="2127" y="633"/>
                </a:lnTo>
                <a:lnTo>
                  <a:pt x="2126" y="633"/>
                </a:lnTo>
                <a:lnTo>
                  <a:pt x="2127" y="634"/>
                </a:lnTo>
                <a:lnTo>
                  <a:pt x="2128" y="634"/>
                </a:lnTo>
                <a:lnTo>
                  <a:pt x="2128" y="635"/>
                </a:lnTo>
                <a:lnTo>
                  <a:pt x="2129" y="635"/>
                </a:lnTo>
                <a:lnTo>
                  <a:pt x="2130" y="635"/>
                </a:lnTo>
                <a:lnTo>
                  <a:pt x="2131" y="635"/>
                </a:lnTo>
                <a:lnTo>
                  <a:pt x="2131" y="636"/>
                </a:lnTo>
                <a:lnTo>
                  <a:pt x="2133" y="637"/>
                </a:lnTo>
                <a:lnTo>
                  <a:pt x="2134" y="637"/>
                </a:lnTo>
                <a:lnTo>
                  <a:pt x="2134" y="638"/>
                </a:lnTo>
                <a:lnTo>
                  <a:pt x="2135" y="639"/>
                </a:lnTo>
                <a:lnTo>
                  <a:pt x="2136" y="640"/>
                </a:lnTo>
                <a:lnTo>
                  <a:pt x="2137" y="641"/>
                </a:lnTo>
                <a:lnTo>
                  <a:pt x="2138" y="642"/>
                </a:lnTo>
                <a:lnTo>
                  <a:pt x="2138" y="646"/>
                </a:lnTo>
                <a:lnTo>
                  <a:pt x="2138" y="647"/>
                </a:lnTo>
                <a:lnTo>
                  <a:pt x="2140" y="648"/>
                </a:lnTo>
                <a:lnTo>
                  <a:pt x="2141" y="648"/>
                </a:lnTo>
                <a:lnTo>
                  <a:pt x="2141" y="649"/>
                </a:lnTo>
                <a:lnTo>
                  <a:pt x="2140" y="649"/>
                </a:lnTo>
                <a:lnTo>
                  <a:pt x="2141" y="650"/>
                </a:lnTo>
                <a:lnTo>
                  <a:pt x="2143" y="652"/>
                </a:lnTo>
                <a:lnTo>
                  <a:pt x="2144" y="652"/>
                </a:lnTo>
                <a:lnTo>
                  <a:pt x="2145" y="652"/>
                </a:lnTo>
                <a:lnTo>
                  <a:pt x="2146" y="654"/>
                </a:lnTo>
                <a:lnTo>
                  <a:pt x="2147" y="654"/>
                </a:lnTo>
                <a:lnTo>
                  <a:pt x="2147" y="655"/>
                </a:lnTo>
                <a:lnTo>
                  <a:pt x="2148" y="657"/>
                </a:lnTo>
                <a:lnTo>
                  <a:pt x="2148" y="658"/>
                </a:lnTo>
                <a:lnTo>
                  <a:pt x="2148" y="659"/>
                </a:lnTo>
                <a:lnTo>
                  <a:pt x="2147" y="660"/>
                </a:lnTo>
                <a:lnTo>
                  <a:pt x="2147" y="661"/>
                </a:lnTo>
                <a:lnTo>
                  <a:pt x="2147" y="662"/>
                </a:lnTo>
                <a:lnTo>
                  <a:pt x="2146" y="663"/>
                </a:lnTo>
                <a:lnTo>
                  <a:pt x="2146" y="664"/>
                </a:lnTo>
                <a:lnTo>
                  <a:pt x="2145" y="665"/>
                </a:lnTo>
                <a:lnTo>
                  <a:pt x="2145" y="667"/>
                </a:lnTo>
                <a:lnTo>
                  <a:pt x="2145" y="668"/>
                </a:lnTo>
                <a:lnTo>
                  <a:pt x="2145" y="669"/>
                </a:lnTo>
                <a:lnTo>
                  <a:pt x="2147" y="670"/>
                </a:lnTo>
                <a:lnTo>
                  <a:pt x="2147" y="671"/>
                </a:lnTo>
                <a:lnTo>
                  <a:pt x="2148" y="671"/>
                </a:lnTo>
                <a:lnTo>
                  <a:pt x="2149" y="671"/>
                </a:lnTo>
                <a:lnTo>
                  <a:pt x="2151" y="673"/>
                </a:lnTo>
                <a:lnTo>
                  <a:pt x="2152" y="674"/>
                </a:lnTo>
                <a:lnTo>
                  <a:pt x="2153" y="674"/>
                </a:lnTo>
                <a:lnTo>
                  <a:pt x="2153" y="675"/>
                </a:lnTo>
                <a:lnTo>
                  <a:pt x="2153" y="676"/>
                </a:lnTo>
                <a:lnTo>
                  <a:pt x="2154" y="677"/>
                </a:lnTo>
                <a:lnTo>
                  <a:pt x="2155" y="677"/>
                </a:lnTo>
                <a:lnTo>
                  <a:pt x="2156" y="677"/>
                </a:lnTo>
                <a:lnTo>
                  <a:pt x="2156" y="678"/>
                </a:lnTo>
                <a:lnTo>
                  <a:pt x="2156" y="679"/>
                </a:lnTo>
                <a:lnTo>
                  <a:pt x="2156" y="680"/>
                </a:lnTo>
                <a:lnTo>
                  <a:pt x="2157" y="680"/>
                </a:lnTo>
                <a:lnTo>
                  <a:pt x="2158" y="681"/>
                </a:lnTo>
                <a:lnTo>
                  <a:pt x="2158" y="682"/>
                </a:lnTo>
                <a:lnTo>
                  <a:pt x="2159" y="682"/>
                </a:lnTo>
                <a:lnTo>
                  <a:pt x="2161" y="683"/>
                </a:lnTo>
                <a:lnTo>
                  <a:pt x="2163" y="684"/>
                </a:lnTo>
                <a:lnTo>
                  <a:pt x="2164" y="684"/>
                </a:lnTo>
                <a:lnTo>
                  <a:pt x="2164" y="685"/>
                </a:lnTo>
                <a:lnTo>
                  <a:pt x="2164" y="686"/>
                </a:lnTo>
                <a:lnTo>
                  <a:pt x="2164" y="687"/>
                </a:lnTo>
                <a:lnTo>
                  <a:pt x="2165" y="688"/>
                </a:lnTo>
                <a:lnTo>
                  <a:pt x="2164" y="688"/>
                </a:lnTo>
                <a:lnTo>
                  <a:pt x="2164" y="689"/>
                </a:lnTo>
                <a:lnTo>
                  <a:pt x="2163" y="689"/>
                </a:lnTo>
                <a:lnTo>
                  <a:pt x="2162" y="689"/>
                </a:lnTo>
                <a:lnTo>
                  <a:pt x="2162" y="690"/>
                </a:lnTo>
                <a:lnTo>
                  <a:pt x="2162" y="691"/>
                </a:lnTo>
                <a:lnTo>
                  <a:pt x="2161" y="691"/>
                </a:lnTo>
                <a:lnTo>
                  <a:pt x="2160" y="691"/>
                </a:lnTo>
                <a:lnTo>
                  <a:pt x="2160" y="692"/>
                </a:lnTo>
                <a:lnTo>
                  <a:pt x="2159" y="692"/>
                </a:lnTo>
                <a:lnTo>
                  <a:pt x="2158" y="693"/>
                </a:lnTo>
                <a:lnTo>
                  <a:pt x="2159" y="694"/>
                </a:lnTo>
                <a:lnTo>
                  <a:pt x="2159" y="696"/>
                </a:lnTo>
                <a:lnTo>
                  <a:pt x="2159" y="697"/>
                </a:lnTo>
                <a:lnTo>
                  <a:pt x="2159" y="698"/>
                </a:lnTo>
                <a:lnTo>
                  <a:pt x="2160" y="699"/>
                </a:lnTo>
                <a:lnTo>
                  <a:pt x="2160" y="701"/>
                </a:lnTo>
                <a:lnTo>
                  <a:pt x="2160" y="702"/>
                </a:lnTo>
                <a:lnTo>
                  <a:pt x="2160" y="703"/>
                </a:lnTo>
                <a:lnTo>
                  <a:pt x="2161" y="704"/>
                </a:lnTo>
                <a:lnTo>
                  <a:pt x="2162" y="704"/>
                </a:lnTo>
                <a:lnTo>
                  <a:pt x="2162" y="705"/>
                </a:lnTo>
                <a:lnTo>
                  <a:pt x="2162" y="706"/>
                </a:lnTo>
                <a:lnTo>
                  <a:pt x="2161" y="707"/>
                </a:lnTo>
                <a:lnTo>
                  <a:pt x="2161" y="708"/>
                </a:lnTo>
                <a:lnTo>
                  <a:pt x="2161" y="709"/>
                </a:lnTo>
                <a:lnTo>
                  <a:pt x="2162" y="710"/>
                </a:lnTo>
                <a:lnTo>
                  <a:pt x="2162" y="711"/>
                </a:lnTo>
                <a:lnTo>
                  <a:pt x="2161" y="711"/>
                </a:lnTo>
                <a:lnTo>
                  <a:pt x="2161" y="712"/>
                </a:lnTo>
                <a:lnTo>
                  <a:pt x="2161" y="713"/>
                </a:lnTo>
                <a:lnTo>
                  <a:pt x="2161" y="714"/>
                </a:lnTo>
                <a:lnTo>
                  <a:pt x="2162" y="714"/>
                </a:lnTo>
                <a:lnTo>
                  <a:pt x="2162" y="715"/>
                </a:lnTo>
                <a:lnTo>
                  <a:pt x="2163" y="716"/>
                </a:lnTo>
                <a:lnTo>
                  <a:pt x="2162" y="717"/>
                </a:lnTo>
                <a:lnTo>
                  <a:pt x="2163" y="718"/>
                </a:lnTo>
                <a:lnTo>
                  <a:pt x="2164" y="721"/>
                </a:lnTo>
                <a:lnTo>
                  <a:pt x="2165" y="722"/>
                </a:lnTo>
                <a:lnTo>
                  <a:pt x="2165" y="724"/>
                </a:lnTo>
                <a:lnTo>
                  <a:pt x="2164" y="724"/>
                </a:lnTo>
                <a:lnTo>
                  <a:pt x="2164" y="725"/>
                </a:lnTo>
                <a:lnTo>
                  <a:pt x="2165" y="727"/>
                </a:lnTo>
                <a:lnTo>
                  <a:pt x="2166" y="728"/>
                </a:lnTo>
                <a:lnTo>
                  <a:pt x="2166" y="729"/>
                </a:lnTo>
                <a:lnTo>
                  <a:pt x="2166" y="730"/>
                </a:lnTo>
                <a:lnTo>
                  <a:pt x="2165" y="730"/>
                </a:lnTo>
                <a:lnTo>
                  <a:pt x="2165" y="731"/>
                </a:lnTo>
                <a:lnTo>
                  <a:pt x="2165" y="732"/>
                </a:lnTo>
                <a:lnTo>
                  <a:pt x="2165" y="733"/>
                </a:lnTo>
                <a:lnTo>
                  <a:pt x="2166" y="733"/>
                </a:lnTo>
                <a:lnTo>
                  <a:pt x="2166" y="734"/>
                </a:lnTo>
                <a:lnTo>
                  <a:pt x="2165" y="734"/>
                </a:lnTo>
                <a:lnTo>
                  <a:pt x="2165" y="735"/>
                </a:lnTo>
                <a:lnTo>
                  <a:pt x="2165" y="736"/>
                </a:lnTo>
                <a:lnTo>
                  <a:pt x="2166" y="737"/>
                </a:lnTo>
                <a:lnTo>
                  <a:pt x="2166" y="739"/>
                </a:lnTo>
                <a:lnTo>
                  <a:pt x="2166" y="740"/>
                </a:lnTo>
                <a:lnTo>
                  <a:pt x="2166" y="741"/>
                </a:lnTo>
                <a:lnTo>
                  <a:pt x="2167" y="741"/>
                </a:lnTo>
                <a:lnTo>
                  <a:pt x="2167" y="742"/>
                </a:lnTo>
                <a:lnTo>
                  <a:pt x="2167" y="743"/>
                </a:lnTo>
                <a:lnTo>
                  <a:pt x="2166" y="743"/>
                </a:lnTo>
                <a:lnTo>
                  <a:pt x="2166" y="744"/>
                </a:lnTo>
                <a:lnTo>
                  <a:pt x="2165" y="744"/>
                </a:lnTo>
                <a:lnTo>
                  <a:pt x="2165" y="745"/>
                </a:lnTo>
                <a:lnTo>
                  <a:pt x="2166" y="748"/>
                </a:lnTo>
                <a:lnTo>
                  <a:pt x="2167" y="750"/>
                </a:lnTo>
                <a:lnTo>
                  <a:pt x="2168" y="750"/>
                </a:lnTo>
                <a:lnTo>
                  <a:pt x="2168" y="751"/>
                </a:lnTo>
                <a:lnTo>
                  <a:pt x="2167" y="752"/>
                </a:lnTo>
                <a:lnTo>
                  <a:pt x="2167" y="753"/>
                </a:lnTo>
                <a:lnTo>
                  <a:pt x="2166" y="753"/>
                </a:lnTo>
                <a:lnTo>
                  <a:pt x="2166" y="754"/>
                </a:lnTo>
                <a:lnTo>
                  <a:pt x="2167" y="754"/>
                </a:lnTo>
                <a:lnTo>
                  <a:pt x="2167" y="755"/>
                </a:lnTo>
                <a:lnTo>
                  <a:pt x="2167" y="756"/>
                </a:lnTo>
                <a:lnTo>
                  <a:pt x="2167" y="757"/>
                </a:lnTo>
                <a:lnTo>
                  <a:pt x="2168" y="757"/>
                </a:lnTo>
                <a:lnTo>
                  <a:pt x="2169" y="758"/>
                </a:lnTo>
                <a:lnTo>
                  <a:pt x="2170" y="758"/>
                </a:lnTo>
                <a:lnTo>
                  <a:pt x="2170" y="759"/>
                </a:lnTo>
                <a:lnTo>
                  <a:pt x="2169" y="760"/>
                </a:lnTo>
                <a:lnTo>
                  <a:pt x="2169" y="761"/>
                </a:lnTo>
                <a:lnTo>
                  <a:pt x="2170" y="761"/>
                </a:lnTo>
                <a:lnTo>
                  <a:pt x="2170" y="762"/>
                </a:lnTo>
                <a:lnTo>
                  <a:pt x="2171" y="763"/>
                </a:lnTo>
                <a:lnTo>
                  <a:pt x="2172" y="764"/>
                </a:lnTo>
                <a:lnTo>
                  <a:pt x="2172" y="765"/>
                </a:lnTo>
                <a:lnTo>
                  <a:pt x="2173" y="765"/>
                </a:lnTo>
                <a:lnTo>
                  <a:pt x="2173" y="766"/>
                </a:lnTo>
                <a:lnTo>
                  <a:pt x="2173" y="768"/>
                </a:lnTo>
                <a:lnTo>
                  <a:pt x="2172" y="769"/>
                </a:lnTo>
                <a:lnTo>
                  <a:pt x="2172" y="770"/>
                </a:lnTo>
                <a:lnTo>
                  <a:pt x="2173" y="771"/>
                </a:lnTo>
                <a:lnTo>
                  <a:pt x="2173" y="775"/>
                </a:lnTo>
                <a:lnTo>
                  <a:pt x="2173" y="776"/>
                </a:lnTo>
                <a:lnTo>
                  <a:pt x="2174" y="781"/>
                </a:lnTo>
                <a:lnTo>
                  <a:pt x="2174" y="782"/>
                </a:lnTo>
                <a:lnTo>
                  <a:pt x="2174" y="783"/>
                </a:lnTo>
                <a:lnTo>
                  <a:pt x="2175" y="783"/>
                </a:lnTo>
                <a:lnTo>
                  <a:pt x="2175" y="784"/>
                </a:lnTo>
                <a:lnTo>
                  <a:pt x="2176" y="784"/>
                </a:lnTo>
                <a:lnTo>
                  <a:pt x="2175" y="784"/>
                </a:lnTo>
                <a:lnTo>
                  <a:pt x="2175" y="785"/>
                </a:lnTo>
                <a:lnTo>
                  <a:pt x="2174" y="785"/>
                </a:lnTo>
                <a:lnTo>
                  <a:pt x="2174" y="786"/>
                </a:lnTo>
                <a:lnTo>
                  <a:pt x="2174" y="787"/>
                </a:lnTo>
                <a:lnTo>
                  <a:pt x="2174" y="788"/>
                </a:lnTo>
                <a:lnTo>
                  <a:pt x="2174" y="789"/>
                </a:lnTo>
                <a:lnTo>
                  <a:pt x="2173" y="789"/>
                </a:lnTo>
                <a:lnTo>
                  <a:pt x="2173" y="790"/>
                </a:lnTo>
                <a:lnTo>
                  <a:pt x="2172" y="791"/>
                </a:lnTo>
                <a:lnTo>
                  <a:pt x="2172" y="792"/>
                </a:lnTo>
                <a:lnTo>
                  <a:pt x="2172" y="793"/>
                </a:lnTo>
                <a:lnTo>
                  <a:pt x="2171" y="793"/>
                </a:lnTo>
                <a:lnTo>
                  <a:pt x="2171" y="794"/>
                </a:lnTo>
                <a:lnTo>
                  <a:pt x="2171" y="795"/>
                </a:lnTo>
                <a:lnTo>
                  <a:pt x="2171" y="796"/>
                </a:lnTo>
                <a:lnTo>
                  <a:pt x="2170" y="796"/>
                </a:lnTo>
                <a:lnTo>
                  <a:pt x="2170" y="797"/>
                </a:lnTo>
                <a:lnTo>
                  <a:pt x="2170" y="798"/>
                </a:lnTo>
                <a:lnTo>
                  <a:pt x="2170" y="799"/>
                </a:lnTo>
                <a:lnTo>
                  <a:pt x="2170" y="800"/>
                </a:lnTo>
                <a:lnTo>
                  <a:pt x="2170" y="801"/>
                </a:lnTo>
                <a:lnTo>
                  <a:pt x="2170" y="802"/>
                </a:lnTo>
                <a:lnTo>
                  <a:pt x="2169" y="805"/>
                </a:lnTo>
                <a:lnTo>
                  <a:pt x="2169" y="806"/>
                </a:lnTo>
                <a:lnTo>
                  <a:pt x="2169" y="807"/>
                </a:lnTo>
                <a:lnTo>
                  <a:pt x="2168" y="807"/>
                </a:lnTo>
                <a:lnTo>
                  <a:pt x="2168" y="808"/>
                </a:lnTo>
                <a:lnTo>
                  <a:pt x="2168" y="811"/>
                </a:lnTo>
                <a:lnTo>
                  <a:pt x="2168" y="812"/>
                </a:lnTo>
                <a:lnTo>
                  <a:pt x="2168" y="813"/>
                </a:lnTo>
                <a:lnTo>
                  <a:pt x="2168" y="814"/>
                </a:lnTo>
                <a:lnTo>
                  <a:pt x="2167" y="816"/>
                </a:lnTo>
                <a:lnTo>
                  <a:pt x="2168" y="816"/>
                </a:lnTo>
                <a:lnTo>
                  <a:pt x="2168" y="817"/>
                </a:lnTo>
                <a:lnTo>
                  <a:pt x="2168" y="818"/>
                </a:lnTo>
                <a:lnTo>
                  <a:pt x="2169" y="818"/>
                </a:lnTo>
                <a:lnTo>
                  <a:pt x="2169" y="819"/>
                </a:lnTo>
                <a:lnTo>
                  <a:pt x="2170" y="820"/>
                </a:lnTo>
                <a:lnTo>
                  <a:pt x="2170" y="821"/>
                </a:lnTo>
                <a:lnTo>
                  <a:pt x="2170" y="822"/>
                </a:lnTo>
                <a:lnTo>
                  <a:pt x="2171" y="823"/>
                </a:lnTo>
                <a:lnTo>
                  <a:pt x="2171" y="824"/>
                </a:lnTo>
                <a:lnTo>
                  <a:pt x="2172" y="824"/>
                </a:lnTo>
                <a:lnTo>
                  <a:pt x="2172" y="825"/>
                </a:lnTo>
                <a:lnTo>
                  <a:pt x="2173" y="826"/>
                </a:lnTo>
                <a:lnTo>
                  <a:pt x="2173" y="827"/>
                </a:lnTo>
                <a:lnTo>
                  <a:pt x="2174" y="828"/>
                </a:lnTo>
                <a:lnTo>
                  <a:pt x="2174" y="830"/>
                </a:lnTo>
                <a:lnTo>
                  <a:pt x="2173" y="832"/>
                </a:lnTo>
                <a:lnTo>
                  <a:pt x="2174" y="835"/>
                </a:lnTo>
                <a:lnTo>
                  <a:pt x="2174" y="836"/>
                </a:lnTo>
                <a:lnTo>
                  <a:pt x="2174" y="837"/>
                </a:lnTo>
                <a:lnTo>
                  <a:pt x="2175" y="837"/>
                </a:lnTo>
                <a:lnTo>
                  <a:pt x="2175" y="838"/>
                </a:lnTo>
                <a:lnTo>
                  <a:pt x="2175" y="839"/>
                </a:lnTo>
                <a:lnTo>
                  <a:pt x="2174" y="840"/>
                </a:lnTo>
                <a:lnTo>
                  <a:pt x="2174" y="841"/>
                </a:lnTo>
                <a:lnTo>
                  <a:pt x="2175" y="841"/>
                </a:lnTo>
                <a:lnTo>
                  <a:pt x="2175" y="842"/>
                </a:lnTo>
                <a:lnTo>
                  <a:pt x="2175" y="843"/>
                </a:lnTo>
                <a:lnTo>
                  <a:pt x="2175" y="844"/>
                </a:lnTo>
                <a:lnTo>
                  <a:pt x="2175" y="845"/>
                </a:lnTo>
                <a:lnTo>
                  <a:pt x="2174" y="845"/>
                </a:lnTo>
                <a:lnTo>
                  <a:pt x="2175" y="846"/>
                </a:lnTo>
                <a:lnTo>
                  <a:pt x="2175" y="848"/>
                </a:lnTo>
                <a:lnTo>
                  <a:pt x="2175" y="849"/>
                </a:lnTo>
                <a:lnTo>
                  <a:pt x="2175" y="850"/>
                </a:lnTo>
                <a:lnTo>
                  <a:pt x="2176" y="855"/>
                </a:lnTo>
                <a:lnTo>
                  <a:pt x="2176" y="856"/>
                </a:lnTo>
                <a:lnTo>
                  <a:pt x="2176" y="857"/>
                </a:lnTo>
                <a:lnTo>
                  <a:pt x="2175" y="859"/>
                </a:lnTo>
                <a:lnTo>
                  <a:pt x="2176" y="859"/>
                </a:lnTo>
                <a:lnTo>
                  <a:pt x="2177" y="860"/>
                </a:lnTo>
                <a:lnTo>
                  <a:pt x="2178" y="862"/>
                </a:lnTo>
                <a:lnTo>
                  <a:pt x="2178" y="863"/>
                </a:lnTo>
                <a:lnTo>
                  <a:pt x="2179" y="865"/>
                </a:lnTo>
                <a:lnTo>
                  <a:pt x="2180" y="865"/>
                </a:lnTo>
                <a:lnTo>
                  <a:pt x="2180" y="866"/>
                </a:lnTo>
                <a:lnTo>
                  <a:pt x="2181" y="866"/>
                </a:lnTo>
                <a:lnTo>
                  <a:pt x="2181" y="868"/>
                </a:lnTo>
                <a:lnTo>
                  <a:pt x="2180" y="868"/>
                </a:lnTo>
                <a:lnTo>
                  <a:pt x="2178" y="868"/>
                </a:lnTo>
                <a:lnTo>
                  <a:pt x="2176" y="869"/>
                </a:lnTo>
                <a:lnTo>
                  <a:pt x="2176" y="870"/>
                </a:lnTo>
                <a:lnTo>
                  <a:pt x="2173" y="870"/>
                </a:lnTo>
                <a:lnTo>
                  <a:pt x="2172" y="870"/>
                </a:lnTo>
                <a:lnTo>
                  <a:pt x="2171" y="871"/>
                </a:lnTo>
                <a:lnTo>
                  <a:pt x="2170" y="871"/>
                </a:lnTo>
                <a:lnTo>
                  <a:pt x="2168" y="871"/>
                </a:lnTo>
                <a:lnTo>
                  <a:pt x="2167" y="870"/>
                </a:lnTo>
                <a:lnTo>
                  <a:pt x="2166" y="870"/>
                </a:lnTo>
                <a:lnTo>
                  <a:pt x="2166" y="873"/>
                </a:lnTo>
                <a:lnTo>
                  <a:pt x="2165" y="874"/>
                </a:lnTo>
                <a:lnTo>
                  <a:pt x="2164" y="874"/>
                </a:lnTo>
                <a:lnTo>
                  <a:pt x="2164" y="875"/>
                </a:lnTo>
                <a:lnTo>
                  <a:pt x="2164" y="877"/>
                </a:lnTo>
                <a:lnTo>
                  <a:pt x="2165" y="879"/>
                </a:lnTo>
                <a:lnTo>
                  <a:pt x="2166" y="881"/>
                </a:lnTo>
                <a:lnTo>
                  <a:pt x="2167" y="882"/>
                </a:lnTo>
                <a:lnTo>
                  <a:pt x="2168" y="882"/>
                </a:lnTo>
                <a:lnTo>
                  <a:pt x="2168" y="883"/>
                </a:lnTo>
                <a:lnTo>
                  <a:pt x="2169" y="885"/>
                </a:lnTo>
                <a:lnTo>
                  <a:pt x="2170" y="888"/>
                </a:lnTo>
                <a:lnTo>
                  <a:pt x="2170" y="889"/>
                </a:lnTo>
                <a:lnTo>
                  <a:pt x="2170" y="890"/>
                </a:lnTo>
                <a:lnTo>
                  <a:pt x="2169" y="891"/>
                </a:lnTo>
                <a:lnTo>
                  <a:pt x="2168" y="891"/>
                </a:lnTo>
                <a:lnTo>
                  <a:pt x="2168" y="892"/>
                </a:lnTo>
                <a:lnTo>
                  <a:pt x="2165" y="894"/>
                </a:lnTo>
                <a:lnTo>
                  <a:pt x="2164" y="894"/>
                </a:lnTo>
                <a:lnTo>
                  <a:pt x="2164" y="895"/>
                </a:lnTo>
                <a:lnTo>
                  <a:pt x="2163" y="897"/>
                </a:lnTo>
                <a:lnTo>
                  <a:pt x="2162" y="897"/>
                </a:lnTo>
                <a:lnTo>
                  <a:pt x="2161" y="897"/>
                </a:lnTo>
                <a:lnTo>
                  <a:pt x="2160" y="897"/>
                </a:lnTo>
                <a:lnTo>
                  <a:pt x="2160" y="898"/>
                </a:lnTo>
                <a:lnTo>
                  <a:pt x="2160" y="901"/>
                </a:lnTo>
                <a:lnTo>
                  <a:pt x="2160" y="903"/>
                </a:lnTo>
                <a:lnTo>
                  <a:pt x="2160" y="904"/>
                </a:lnTo>
                <a:lnTo>
                  <a:pt x="2160" y="905"/>
                </a:lnTo>
                <a:lnTo>
                  <a:pt x="2159" y="906"/>
                </a:lnTo>
                <a:lnTo>
                  <a:pt x="2160" y="908"/>
                </a:lnTo>
                <a:lnTo>
                  <a:pt x="2163" y="910"/>
                </a:lnTo>
                <a:lnTo>
                  <a:pt x="2164" y="910"/>
                </a:lnTo>
                <a:lnTo>
                  <a:pt x="2165" y="910"/>
                </a:lnTo>
                <a:lnTo>
                  <a:pt x="2166" y="911"/>
                </a:lnTo>
                <a:lnTo>
                  <a:pt x="2165" y="912"/>
                </a:lnTo>
                <a:lnTo>
                  <a:pt x="2165" y="913"/>
                </a:lnTo>
                <a:lnTo>
                  <a:pt x="2165" y="914"/>
                </a:lnTo>
                <a:lnTo>
                  <a:pt x="2166" y="915"/>
                </a:lnTo>
                <a:lnTo>
                  <a:pt x="2165" y="915"/>
                </a:lnTo>
                <a:lnTo>
                  <a:pt x="2163" y="916"/>
                </a:lnTo>
                <a:lnTo>
                  <a:pt x="2162" y="916"/>
                </a:lnTo>
                <a:lnTo>
                  <a:pt x="2161" y="916"/>
                </a:lnTo>
                <a:lnTo>
                  <a:pt x="2160" y="916"/>
                </a:lnTo>
                <a:lnTo>
                  <a:pt x="2160" y="917"/>
                </a:lnTo>
                <a:lnTo>
                  <a:pt x="2160" y="918"/>
                </a:lnTo>
                <a:lnTo>
                  <a:pt x="2159" y="919"/>
                </a:lnTo>
                <a:lnTo>
                  <a:pt x="2158" y="919"/>
                </a:lnTo>
                <a:lnTo>
                  <a:pt x="2157" y="918"/>
                </a:lnTo>
                <a:lnTo>
                  <a:pt x="2156" y="918"/>
                </a:lnTo>
                <a:lnTo>
                  <a:pt x="2155" y="918"/>
                </a:lnTo>
                <a:lnTo>
                  <a:pt x="2154" y="918"/>
                </a:lnTo>
                <a:lnTo>
                  <a:pt x="2154" y="919"/>
                </a:lnTo>
                <a:lnTo>
                  <a:pt x="2153" y="919"/>
                </a:lnTo>
                <a:lnTo>
                  <a:pt x="2151" y="918"/>
                </a:lnTo>
                <a:lnTo>
                  <a:pt x="2150" y="916"/>
                </a:lnTo>
                <a:lnTo>
                  <a:pt x="2151" y="914"/>
                </a:lnTo>
                <a:lnTo>
                  <a:pt x="2150" y="913"/>
                </a:lnTo>
                <a:lnTo>
                  <a:pt x="2150" y="911"/>
                </a:lnTo>
                <a:lnTo>
                  <a:pt x="2150" y="909"/>
                </a:lnTo>
                <a:lnTo>
                  <a:pt x="2150" y="908"/>
                </a:lnTo>
                <a:lnTo>
                  <a:pt x="2149" y="906"/>
                </a:lnTo>
                <a:lnTo>
                  <a:pt x="2148" y="903"/>
                </a:lnTo>
                <a:lnTo>
                  <a:pt x="2149" y="903"/>
                </a:lnTo>
                <a:lnTo>
                  <a:pt x="2149" y="902"/>
                </a:lnTo>
                <a:lnTo>
                  <a:pt x="2149" y="901"/>
                </a:lnTo>
                <a:lnTo>
                  <a:pt x="2147" y="898"/>
                </a:lnTo>
                <a:lnTo>
                  <a:pt x="2146" y="896"/>
                </a:lnTo>
                <a:lnTo>
                  <a:pt x="2146" y="895"/>
                </a:lnTo>
                <a:lnTo>
                  <a:pt x="2144" y="894"/>
                </a:lnTo>
                <a:lnTo>
                  <a:pt x="2143" y="894"/>
                </a:lnTo>
                <a:lnTo>
                  <a:pt x="2143" y="895"/>
                </a:lnTo>
                <a:lnTo>
                  <a:pt x="2142" y="896"/>
                </a:lnTo>
                <a:lnTo>
                  <a:pt x="2141" y="896"/>
                </a:lnTo>
                <a:lnTo>
                  <a:pt x="2140" y="897"/>
                </a:lnTo>
                <a:lnTo>
                  <a:pt x="2139" y="897"/>
                </a:lnTo>
                <a:lnTo>
                  <a:pt x="2138" y="898"/>
                </a:lnTo>
                <a:lnTo>
                  <a:pt x="2138" y="899"/>
                </a:lnTo>
                <a:lnTo>
                  <a:pt x="2137" y="899"/>
                </a:lnTo>
                <a:lnTo>
                  <a:pt x="2136" y="899"/>
                </a:lnTo>
                <a:lnTo>
                  <a:pt x="2135" y="898"/>
                </a:lnTo>
                <a:lnTo>
                  <a:pt x="2132" y="897"/>
                </a:lnTo>
                <a:lnTo>
                  <a:pt x="2132" y="898"/>
                </a:lnTo>
                <a:lnTo>
                  <a:pt x="2131" y="898"/>
                </a:lnTo>
                <a:lnTo>
                  <a:pt x="2130" y="898"/>
                </a:lnTo>
                <a:lnTo>
                  <a:pt x="2129" y="898"/>
                </a:lnTo>
                <a:lnTo>
                  <a:pt x="2129" y="900"/>
                </a:lnTo>
                <a:lnTo>
                  <a:pt x="2131" y="902"/>
                </a:lnTo>
                <a:lnTo>
                  <a:pt x="2131" y="903"/>
                </a:lnTo>
                <a:lnTo>
                  <a:pt x="2132" y="903"/>
                </a:lnTo>
                <a:lnTo>
                  <a:pt x="2132" y="904"/>
                </a:lnTo>
                <a:lnTo>
                  <a:pt x="2132" y="905"/>
                </a:lnTo>
                <a:lnTo>
                  <a:pt x="2131" y="905"/>
                </a:lnTo>
                <a:lnTo>
                  <a:pt x="2131" y="908"/>
                </a:lnTo>
                <a:lnTo>
                  <a:pt x="2131" y="909"/>
                </a:lnTo>
                <a:lnTo>
                  <a:pt x="2132" y="912"/>
                </a:lnTo>
                <a:lnTo>
                  <a:pt x="2133" y="914"/>
                </a:lnTo>
                <a:lnTo>
                  <a:pt x="2133" y="915"/>
                </a:lnTo>
                <a:lnTo>
                  <a:pt x="2132" y="915"/>
                </a:lnTo>
                <a:lnTo>
                  <a:pt x="2132" y="916"/>
                </a:lnTo>
                <a:lnTo>
                  <a:pt x="2132" y="917"/>
                </a:lnTo>
                <a:lnTo>
                  <a:pt x="2132" y="918"/>
                </a:lnTo>
                <a:lnTo>
                  <a:pt x="2133" y="919"/>
                </a:lnTo>
                <a:lnTo>
                  <a:pt x="2133" y="920"/>
                </a:lnTo>
                <a:lnTo>
                  <a:pt x="2135" y="922"/>
                </a:lnTo>
                <a:lnTo>
                  <a:pt x="2134" y="923"/>
                </a:lnTo>
                <a:lnTo>
                  <a:pt x="2134" y="924"/>
                </a:lnTo>
                <a:lnTo>
                  <a:pt x="2135" y="924"/>
                </a:lnTo>
                <a:lnTo>
                  <a:pt x="2135" y="925"/>
                </a:lnTo>
                <a:lnTo>
                  <a:pt x="2135" y="926"/>
                </a:lnTo>
                <a:lnTo>
                  <a:pt x="2135" y="927"/>
                </a:lnTo>
                <a:lnTo>
                  <a:pt x="2134" y="928"/>
                </a:lnTo>
                <a:lnTo>
                  <a:pt x="2133" y="929"/>
                </a:lnTo>
                <a:lnTo>
                  <a:pt x="2132" y="930"/>
                </a:lnTo>
                <a:lnTo>
                  <a:pt x="2131" y="930"/>
                </a:lnTo>
                <a:lnTo>
                  <a:pt x="2130" y="931"/>
                </a:lnTo>
                <a:lnTo>
                  <a:pt x="2130" y="932"/>
                </a:lnTo>
                <a:lnTo>
                  <a:pt x="2128" y="933"/>
                </a:lnTo>
                <a:lnTo>
                  <a:pt x="2127" y="933"/>
                </a:lnTo>
                <a:lnTo>
                  <a:pt x="2126" y="933"/>
                </a:lnTo>
                <a:lnTo>
                  <a:pt x="2126" y="934"/>
                </a:lnTo>
                <a:lnTo>
                  <a:pt x="2127" y="938"/>
                </a:lnTo>
                <a:lnTo>
                  <a:pt x="2128" y="939"/>
                </a:lnTo>
                <a:lnTo>
                  <a:pt x="2128" y="940"/>
                </a:lnTo>
                <a:lnTo>
                  <a:pt x="2128" y="941"/>
                </a:lnTo>
                <a:lnTo>
                  <a:pt x="2128" y="944"/>
                </a:lnTo>
                <a:lnTo>
                  <a:pt x="2129" y="945"/>
                </a:lnTo>
                <a:lnTo>
                  <a:pt x="2130" y="949"/>
                </a:lnTo>
                <a:lnTo>
                  <a:pt x="2130" y="950"/>
                </a:lnTo>
                <a:lnTo>
                  <a:pt x="2129" y="952"/>
                </a:lnTo>
                <a:lnTo>
                  <a:pt x="2128" y="953"/>
                </a:lnTo>
                <a:lnTo>
                  <a:pt x="2128" y="955"/>
                </a:lnTo>
                <a:lnTo>
                  <a:pt x="2129" y="955"/>
                </a:lnTo>
                <a:lnTo>
                  <a:pt x="2130" y="956"/>
                </a:lnTo>
                <a:lnTo>
                  <a:pt x="2131" y="956"/>
                </a:lnTo>
                <a:lnTo>
                  <a:pt x="2134" y="958"/>
                </a:lnTo>
                <a:lnTo>
                  <a:pt x="2135" y="959"/>
                </a:lnTo>
                <a:lnTo>
                  <a:pt x="2135" y="960"/>
                </a:lnTo>
                <a:lnTo>
                  <a:pt x="2136" y="961"/>
                </a:lnTo>
                <a:lnTo>
                  <a:pt x="2135" y="962"/>
                </a:lnTo>
                <a:lnTo>
                  <a:pt x="2136" y="963"/>
                </a:lnTo>
                <a:lnTo>
                  <a:pt x="2137" y="964"/>
                </a:lnTo>
                <a:lnTo>
                  <a:pt x="2138" y="965"/>
                </a:lnTo>
                <a:lnTo>
                  <a:pt x="2138" y="966"/>
                </a:lnTo>
                <a:lnTo>
                  <a:pt x="2138" y="967"/>
                </a:lnTo>
                <a:lnTo>
                  <a:pt x="2139" y="968"/>
                </a:lnTo>
                <a:lnTo>
                  <a:pt x="2140" y="969"/>
                </a:lnTo>
                <a:lnTo>
                  <a:pt x="2140" y="970"/>
                </a:lnTo>
                <a:lnTo>
                  <a:pt x="2141" y="971"/>
                </a:lnTo>
                <a:lnTo>
                  <a:pt x="2141" y="972"/>
                </a:lnTo>
                <a:lnTo>
                  <a:pt x="2141" y="973"/>
                </a:lnTo>
                <a:lnTo>
                  <a:pt x="2142" y="973"/>
                </a:lnTo>
                <a:lnTo>
                  <a:pt x="2142" y="974"/>
                </a:lnTo>
                <a:lnTo>
                  <a:pt x="2142" y="975"/>
                </a:lnTo>
                <a:lnTo>
                  <a:pt x="2142" y="976"/>
                </a:lnTo>
                <a:lnTo>
                  <a:pt x="2140" y="976"/>
                </a:lnTo>
                <a:lnTo>
                  <a:pt x="2140" y="977"/>
                </a:lnTo>
                <a:lnTo>
                  <a:pt x="2140" y="976"/>
                </a:lnTo>
                <a:lnTo>
                  <a:pt x="2139" y="977"/>
                </a:lnTo>
                <a:lnTo>
                  <a:pt x="2138" y="978"/>
                </a:lnTo>
                <a:lnTo>
                  <a:pt x="2138" y="980"/>
                </a:lnTo>
                <a:lnTo>
                  <a:pt x="2138" y="981"/>
                </a:lnTo>
                <a:lnTo>
                  <a:pt x="2139" y="981"/>
                </a:lnTo>
                <a:lnTo>
                  <a:pt x="2138" y="983"/>
                </a:lnTo>
                <a:lnTo>
                  <a:pt x="2138" y="985"/>
                </a:lnTo>
                <a:lnTo>
                  <a:pt x="2138" y="986"/>
                </a:lnTo>
                <a:lnTo>
                  <a:pt x="2138" y="987"/>
                </a:lnTo>
                <a:lnTo>
                  <a:pt x="2136" y="989"/>
                </a:lnTo>
                <a:lnTo>
                  <a:pt x="2135" y="989"/>
                </a:lnTo>
                <a:lnTo>
                  <a:pt x="2134" y="989"/>
                </a:lnTo>
                <a:lnTo>
                  <a:pt x="2133" y="989"/>
                </a:lnTo>
                <a:lnTo>
                  <a:pt x="2132" y="990"/>
                </a:lnTo>
                <a:lnTo>
                  <a:pt x="2131" y="991"/>
                </a:lnTo>
                <a:lnTo>
                  <a:pt x="2130" y="992"/>
                </a:lnTo>
                <a:lnTo>
                  <a:pt x="2130" y="993"/>
                </a:lnTo>
                <a:lnTo>
                  <a:pt x="2129" y="994"/>
                </a:lnTo>
                <a:lnTo>
                  <a:pt x="2127" y="994"/>
                </a:lnTo>
                <a:lnTo>
                  <a:pt x="2126" y="993"/>
                </a:lnTo>
                <a:lnTo>
                  <a:pt x="2124" y="993"/>
                </a:lnTo>
                <a:lnTo>
                  <a:pt x="2122" y="992"/>
                </a:lnTo>
                <a:lnTo>
                  <a:pt x="2120" y="993"/>
                </a:lnTo>
                <a:lnTo>
                  <a:pt x="2118" y="994"/>
                </a:lnTo>
                <a:lnTo>
                  <a:pt x="2118" y="995"/>
                </a:lnTo>
                <a:lnTo>
                  <a:pt x="2117" y="997"/>
                </a:lnTo>
                <a:lnTo>
                  <a:pt x="2116" y="997"/>
                </a:lnTo>
                <a:lnTo>
                  <a:pt x="2115" y="997"/>
                </a:lnTo>
                <a:lnTo>
                  <a:pt x="2114" y="997"/>
                </a:lnTo>
                <a:lnTo>
                  <a:pt x="2114" y="996"/>
                </a:lnTo>
                <a:lnTo>
                  <a:pt x="2113" y="996"/>
                </a:lnTo>
                <a:lnTo>
                  <a:pt x="2112" y="996"/>
                </a:lnTo>
                <a:lnTo>
                  <a:pt x="2111" y="997"/>
                </a:lnTo>
                <a:lnTo>
                  <a:pt x="2111" y="998"/>
                </a:lnTo>
                <a:lnTo>
                  <a:pt x="2112" y="998"/>
                </a:lnTo>
                <a:lnTo>
                  <a:pt x="2111" y="999"/>
                </a:lnTo>
                <a:lnTo>
                  <a:pt x="2109" y="1000"/>
                </a:lnTo>
                <a:lnTo>
                  <a:pt x="2108" y="1002"/>
                </a:lnTo>
                <a:lnTo>
                  <a:pt x="2106" y="1002"/>
                </a:lnTo>
                <a:lnTo>
                  <a:pt x="2105" y="1002"/>
                </a:lnTo>
                <a:lnTo>
                  <a:pt x="2104" y="1001"/>
                </a:lnTo>
                <a:lnTo>
                  <a:pt x="2104" y="1000"/>
                </a:lnTo>
                <a:lnTo>
                  <a:pt x="2104" y="996"/>
                </a:lnTo>
                <a:lnTo>
                  <a:pt x="2104" y="994"/>
                </a:lnTo>
                <a:lnTo>
                  <a:pt x="2103" y="993"/>
                </a:lnTo>
                <a:lnTo>
                  <a:pt x="2102" y="992"/>
                </a:lnTo>
                <a:lnTo>
                  <a:pt x="2102" y="991"/>
                </a:lnTo>
                <a:lnTo>
                  <a:pt x="2103" y="990"/>
                </a:lnTo>
                <a:lnTo>
                  <a:pt x="2103" y="989"/>
                </a:lnTo>
                <a:lnTo>
                  <a:pt x="2103" y="987"/>
                </a:lnTo>
                <a:lnTo>
                  <a:pt x="2103" y="985"/>
                </a:lnTo>
                <a:lnTo>
                  <a:pt x="2102" y="983"/>
                </a:lnTo>
                <a:lnTo>
                  <a:pt x="2100" y="980"/>
                </a:lnTo>
                <a:lnTo>
                  <a:pt x="2097" y="976"/>
                </a:lnTo>
                <a:lnTo>
                  <a:pt x="2097" y="975"/>
                </a:lnTo>
                <a:lnTo>
                  <a:pt x="2097" y="974"/>
                </a:lnTo>
                <a:lnTo>
                  <a:pt x="2097" y="973"/>
                </a:lnTo>
                <a:lnTo>
                  <a:pt x="2096" y="972"/>
                </a:lnTo>
                <a:lnTo>
                  <a:pt x="2095" y="971"/>
                </a:lnTo>
                <a:lnTo>
                  <a:pt x="2095" y="970"/>
                </a:lnTo>
                <a:lnTo>
                  <a:pt x="2095" y="969"/>
                </a:lnTo>
                <a:lnTo>
                  <a:pt x="2095" y="968"/>
                </a:lnTo>
                <a:lnTo>
                  <a:pt x="2094" y="967"/>
                </a:lnTo>
                <a:lnTo>
                  <a:pt x="2092" y="967"/>
                </a:lnTo>
                <a:lnTo>
                  <a:pt x="2092" y="968"/>
                </a:lnTo>
                <a:lnTo>
                  <a:pt x="2092" y="969"/>
                </a:lnTo>
                <a:lnTo>
                  <a:pt x="2091" y="969"/>
                </a:lnTo>
                <a:lnTo>
                  <a:pt x="2090" y="969"/>
                </a:lnTo>
                <a:lnTo>
                  <a:pt x="2089" y="969"/>
                </a:lnTo>
                <a:lnTo>
                  <a:pt x="2088" y="970"/>
                </a:lnTo>
                <a:lnTo>
                  <a:pt x="2088" y="971"/>
                </a:lnTo>
                <a:lnTo>
                  <a:pt x="2087" y="972"/>
                </a:lnTo>
                <a:lnTo>
                  <a:pt x="2086" y="972"/>
                </a:lnTo>
                <a:lnTo>
                  <a:pt x="2085" y="971"/>
                </a:lnTo>
                <a:lnTo>
                  <a:pt x="2085" y="972"/>
                </a:lnTo>
                <a:lnTo>
                  <a:pt x="2085" y="973"/>
                </a:lnTo>
                <a:lnTo>
                  <a:pt x="2085" y="974"/>
                </a:lnTo>
                <a:lnTo>
                  <a:pt x="2085" y="975"/>
                </a:lnTo>
                <a:lnTo>
                  <a:pt x="2086" y="976"/>
                </a:lnTo>
                <a:lnTo>
                  <a:pt x="2087" y="976"/>
                </a:lnTo>
                <a:lnTo>
                  <a:pt x="2088" y="978"/>
                </a:lnTo>
                <a:lnTo>
                  <a:pt x="2089" y="980"/>
                </a:lnTo>
                <a:lnTo>
                  <a:pt x="2089" y="981"/>
                </a:lnTo>
                <a:lnTo>
                  <a:pt x="2090" y="982"/>
                </a:lnTo>
                <a:lnTo>
                  <a:pt x="2091" y="984"/>
                </a:lnTo>
                <a:lnTo>
                  <a:pt x="2091" y="985"/>
                </a:lnTo>
                <a:lnTo>
                  <a:pt x="2091" y="986"/>
                </a:lnTo>
                <a:lnTo>
                  <a:pt x="2090" y="986"/>
                </a:lnTo>
                <a:lnTo>
                  <a:pt x="2089" y="986"/>
                </a:lnTo>
                <a:lnTo>
                  <a:pt x="2087" y="987"/>
                </a:lnTo>
                <a:lnTo>
                  <a:pt x="2085" y="988"/>
                </a:lnTo>
                <a:lnTo>
                  <a:pt x="2084" y="988"/>
                </a:lnTo>
                <a:lnTo>
                  <a:pt x="2082" y="988"/>
                </a:lnTo>
                <a:lnTo>
                  <a:pt x="2081" y="989"/>
                </a:lnTo>
                <a:lnTo>
                  <a:pt x="2081" y="993"/>
                </a:lnTo>
                <a:lnTo>
                  <a:pt x="2081" y="995"/>
                </a:lnTo>
                <a:lnTo>
                  <a:pt x="2080" y="995"/>
                </a:lnTo>
                <a:lnTo>
                  <a:pt x="2079" y="997"/>
                </a:lnTo>
                <a:lnTo>
                  <a:pt x="2078" y="997"/>
                </a:lnTo>
                <a:lnTo>
                  <a:pt x="2077" y="997"/>
                </a:lnTo>
                <a:lnTo>
                  <a:pt x="2077" y="996"/>
                </a:lnTo>
                <a:lnTo>
                  <a:pt x="2076" y="995"/>
                </a:lnTo>
                <a:lnTo>
                  <a:pt x="2074" y="995"/>
                </a:lnTo>
                <a:lnTo>
                  <a:pt x="2073" y="994"/>
                </a:lnTo>
                <a:lnTo>
                  <a:pt x="2073" y="993"/>
                </a:lnTo>
                <a:lnTo>
                  <a:pt x="2073" y="991"/>
                </a:lnTo>
                <a:lnTo>
                  <a:pt x="2072" y="991"/>
                </a:lnTo>
                <a:lnTo>
                  <a:pt x="2071" y="990"/>
                </a:lnTo>
                <a:lnTo>
                  <a:pt x="2070" y="990"/>
                </a:lnTo>
                <a:lnTo>
                  <a:pt x="2069" y="990"/>
                </a:lnTo>
                <a:lnTo>
                  <a:pt x="2069" y="991"/>
                </a:lnTo>
                <a:lnTo>
                  <a:pt x="2068" y="992"/>
                </a:lnTo>
                <a:lnTo>
                  <a:pt x="2067" y="992"/>
                </a:lnTo>
                <a:lnTo>
                  <a:pt x="2066" y="992"/>
                </a:lnTo>
                <a:lnTo>
                  <a:pt x="2065" y="991"/>
                </a:lnTo>
                <a:lnTo>
                  <a:pt x="2064" y="990"/>
                </a:lnTo>
                <a:lnTo>
                  <a:pt x="2064" y="989"/>
                </a:lnTo>
                <a:lnTo>
                  <a:pt x="2064" y="988"/>
                </a:lnTo>
                <a:lnTo>
                  <a:pt x="2065" y="987"/>
                </a:lnTo>
                <a:lnTo>
                  <a:pt x="2065" y="986"/>
                </a:lnTo>
                <a:lnTo>
                  <a:pt x="2065" y="985"/>
                </a:lnTo>
                <a:lnTo>
                  <a:pt x="2065" y="984"/>
                </a:lnTo>
                <a:lnTo>
                  <a:pt x="2065" y="983"/>
                </a:lnTo>
                <a:lnTo>
                  <a:pt x="2064" y="982"/>
                </a:lnTo>
                <a:lnTo>
                  <a:pt x="2063" y="981"/>
                </a:lnTo>
                <a:lnTo>
                  <a:pt x="2062" y="980"/>
                </a:lnTo>
                <a:lnTo>
                  <a:pt x="2061" y="979"/>
                </a:lnTo>
                <a:lnTo>
                  <a:pt x="2059" y="979"/>
                </a:lnTo>
                <a:lnTo>
                  <a:pt x="2058" y="978"/>
                </a:lnTo>
                <a:lnTo>
                  <a:pt x="2059" y="978"/>
                </a:lnTo>
                <a:lnTo>
                  <a:pt x="2059" y="977"/>
                </a:lnTo>
                <a:lnTo>
                  <a:pt x="2059" y="976"/>
                </a:lnTo>
                <a:lnTo>
                  <a:pt x="2058" y="976"/>
                </a:lnTo>
                <a:lnTo>
                  <a:pt x="2057" y="975"/>
                </a:lnTo>
                <a:lnTo>
                  <a:pt x="2057" y="974"/>
                </a:lnTo>
                <a:lnTo>
                  <a:pt x="2056" y="974"/>
                </a:lnTo>
                <a:lnTo>
                  <a:pt x="2055" y="973"/>
                </a:lnTo>
                <a:lnTo>
                  <a:pt x="2054" y="972"/>
                </a:lnTo>
                <a:lnTo>
                  <a:pt x="2054" y="971"/>
                </a:lnTo>
                <a:lnTo>
                  <a:pt x="2053" y="971"/>
                </a:lnTo>
                <a:lnTo>
                  <a:pt x="2052" y="971"/>
                </a:lnTo>
                <a:lnTo>
                  <a:pt x="2051" y="971"/>
                </a:lnTo>
                <a:lnTo>
                  <a:pt x="2050" y="971"/>
                </a:lnTo>
                <a:lnTo>
                  <a:pt x="2049" y="972"/>
                </a:lnTo>
                <a:lnTo>
                  <a:pt x="2048" y="972"/>
                </a:lnTo>
                <a:lnTo>
                  <a:pt x="2047" y="973"/>
                </a:lnTo>
                <a:lnTo>
                  <a:pt x="2047" y="974"/>
                </a:lnTo>
                <a:lnTo>
                  <a:pt x="2047" y="975"/>
                </a:lnTo>
                <a:lnTo>
                  <a:pt x="2046" y="975"/>
                </a:lnTo>
                <a:lnTo>
                  <a:pt x="2045" y="975"/>
                </a:lnTo>
                <a:lnTo>
                  <a:pt x="2044" y="975"/>
                </a:lnTo>
                <a:lnTo>
                  <a:pt x="2043" y="975"/>
                </a:lnTo>
                <a:lnTo>
                  <a:pt x="2042" y="975"/>
                </a:lnTo>
                <a:lnTo>
                  <a:pt x="2041" y="973"/>
                </a:lnTo>
                <a:lnTo>
                  <a:pt x="2041" y="972"/>
                </a:lnTo>
                <a:lnTo>
                  <a:pt x="2040" y="971"/>
                </a:lnTo>
                <a:lnTo>
                  <a:pt x="2039" y="970"/>
                </a:lnTo>
                <a:lnTo>
                  <a:pt x="2038" y="969"/>
                </a:lnTo>
                <a:lnTo>
                  <a:pt x="2037" y="969"/>
                </a:lnTo>
                <a:lnTo>
                  <a:pt x="2036" y="968"/>
                </a:lnTo>
                <a:lnTo>
                  <a:pt x="2036" y="967"/>
                </a:lnTo>
                <a:lnTo>
                  <a:pt x="2036" y="966"/>
                </a:lnTo>
                <a:lnTo>
                  <a:pt x="2036" y="965"/>
                </a:lnTo>
                <a:lnTo>
                  <a:pt x="2035" y="964"/>
                </a:lnTo>
                <a:lnTo>
                  <a:pt x="2035" y="963"/>
                </a:lnTo>
                <a:lnTo>
                  <a:pt x="2036" y="962"/>
                </a:lnTo>
                <a:lnTo>
                  <a:pt x="2036" y="961"/>
                </a:lnTo>
                <a:lnTo>
                  <a:pt x="2035" y="960"/>
                </a:lnTo>
                <a:lnTo>
                  <a:pt x="2036" y="959"/>
                </a:lnTo>
                <a:lnTo>
                  <a:pt x="2036" y="958"/>
                </a:lnTo>
                <a:lnTo>
                  <a:pt x="2035" y="957"/>
                </a:lnTo>
                <a:lnTo>
                  <a:pt x="2034" y="955"/>
                </a:lnTo>
                <a:lnTo>
                  <a:pt x="2033" y="955"/>
                </a:lnTo>
                <a:lnTo>
                  <a:pt x="2031" y="955"/>
                </a:lnTo>
                <a:lnTo>
                  <a:pt x="2031" y="954"/>
                </a:lnTo>
                <a:lnTo>
                  <a:pt x="2031" y="953"/>
                </a:lnTo>
                <a:lnTo>
                  <a:pt x="2030" y="952"/>
                </a:lnTo>
                <a:lnTo>
                  <a:pt x="2029" y="952"/>
                </a:lnTo>
                <a:lnTo>
                  <a:pt x="2028" y="952"/>
                </a:lnTo>
                <a:lnTo>
                  <a:pt x="2028" y="951"/>
                </a:lnTo>
                <a:lnTo>
                  <a:pt x="2026" y="951"/>
                </a:lnTo>
                <a:lnTo>
                  <a:pt x="2025" y="951"/>
                </a:lnTo>
                <a:lnTo>
                  <a:pt x="2024" y="952"/>
                </a:lnTo>
                <a:lnTo>
                  <a:pt x="2024" y="953"/>
                </a:lnTo>
                <a:lnTo>
                  <a:pt x="2023" y="953"/>
                </a:lnTo>
                <a:lnTo>
                  <a:pt x="2021" y="953"/>
                </a:lnTo>
                <a:lnTo>
                  <a:pt x="2021" y="952"/>
                </a:lnTo>
                <a:lnTo>
                  <a:pt x="2021" y="951"/>
                </a:lnTo>
                <a:lnTo>
                  <a:pt x="2020" y="950"/>
                </a:lnTo>
                <a:lnTo>
                  <a:pt x="2019" y="949"/>
                </a:lnTo>
                <a:lnTo>
                  <a:pt x="2018" y="950"/>
                </a:lnTo>
                <a:lnTo>
                  <a:pt x="2017" y="950"/>
                </a:lnTo>
                <a:lnTo>
                  <a:pt x="2017" y="952"/>
                </a:lnTo>
                <a:lnTo>
                  <a:pt x="2016" y="952"/>
                </a:lnTo>
                <a:lnTo>
                  <a:pt x="2015" y="952"/>
                </a:lnTo>
                <a:lnTo>
                  <a:pt x="2015" y="953"/>
                </a:lnTo>
                <a:lnTo>
                  <a:pt x="2015" y="954"/>
                </a:lnTo>
                <a:lnTo>
                  <a:pt x="2013" y="954"/>
                </a:lnTo>
                <a:lnTo>
                  <a:pt x="2013" y="955"/>
                </a:lnTo>
                <a:lnTo>
                  <a:pt x="2012" y="955"/>
                </a:lnTo>
                <a:lnTo>
                  <a:pt x="2011" y="955"/>
                </a:lnTo>
                <a:lnTo>
                  <a:pt x="2011" y="956"/>
                </a:lnTo>
                <a:lnTo>
                  <a:pt x="2011" y="958"/>
                </a:lnTo>
                <a:lnTo>
                  <a:pt x="2011" y="959"/>
                </a:lnTo>
                <a:lnTo>
                  <a:pt x="2012" y="959"/>
                </a:lnTo>
                <a:lnTo>
                  <a:pt x="2012" y="960"/>
                </a:lnTo>
                <a:lnTo>
                  <a:pt x="2013" y="960"/>
                </a:lnTo>
                <a:lnTo>
                  <a:pt x="2013" y="961"/>
                </a:lnTo>
                <a:lnTo>
                  <a:pt x="2013" y="962"/>
                </a:lnTo>
                <a:lnTo>
                  <a:pt x="2012" y="962"/>
                </a:lnTo>
                <a:lnTo>
                  <a:pt x="2012" y="963"/>
                </a:lnTo>
                <a:lnTo>
                  <a:pt x="2011" y="963"/>
                </a:lnTo>
                <a:lnTo>
                  <a:pt x="2011" y="964"/>
                </a:lnTo>
                <a:lnTo>
                  <a:pt x="2011" y="965"/>
                </a:lnTo>
                <a:lnTo>
                  <a:pt x="2011" y="966"/>
                </a:lnTo>
                <a:lnTo>
                  <a:pt x="2011" y="967"/>
                </a:lnTo>
                <a:lnTo>
                  <a:pt x="2010" y="967"/>
                </a:lnTo>
                <a:lnTo>
                  <a:pt x="2009" y="968"/>
                </a:lnTo>
                <a:lnTo>
                  <a:pt x="2009" y="969"/>
                </a:lnTo>
                <a:lnTo>
                  <a:pt x="2009" y="970"/>
                </a:lnTo>
                <a:lnTo>
                  <a:pt x="2010" y="971"/>
                </a:lnTo>
                <a:lnTo>
                  <a:pt x="2010" y="972"/>
                </a:lnTo>
                <a:lnTo>
                  <a:pt x="2010" y="973"/>
                </a:lnTo>
                <a:lnTo>
                  <a:pt x="2011" y="974"/>
                </a:lnTo>
                <a:lnTo>
                  <a:pt x="2012" y="975"/>
                </a:lnTo>
                <a:lnTo>
                  <a:pt x="2013" y="975"/>
                </a:lnTo>
                <a:lnTo>
                  <a:pt x="2012" y="976"/>
                </a:lnTo>
                <a:lnTo>
                  <a:pt x="2012" y="977"/>
                </a:lnTo>
                <a:lnTo>
                  <a:pt x="2011" y="977"/>
                </a:lnTo>
                <a:lnTo>
                  <a:pt x="2009" y="977"/>
                </a:lnTo>
                <a:lnTo>
                  <a:pt x="2008" y="977"/>
                </a:lnTo>
                <a:lnTo>
                  <a:pt x="2008" y="978"/>
                </a:lnTo>
                <a:lnTo>
                  <a:pt x="2007" y="978"/>
                </a:lnTo>
                <a:lnTo>
                  <a:pt x="2007" y="979"/>
                </a:lnTo>
                <a:lnTo>
                  <a:pt x="2008" y="979"/>
                </a:lnTo>
                <a:lnTo>
                  <a:pt x="2008" y="980"/>
                </a:lnTo>
                <a:lnTo>
                  <a:pt x="2009" y="981"/>
                </a:lnTo>
                <a:lnTo>
                  <a:pt x="2008" y="981"/>
                </a:lnTo>
                <a:lnTo>
                  <a:pt x="2007" y="982"/>
                </a:lnTo>
                <a:lnTo>
                  <a:pt x="2006" y="982"/>
                </a:lnTo>
                <a:lnTo>
                  <a:pt x="2005" y="981"/>
                </a:lnTo>
                <a:lnTo>
                  <a:pt x="2003" y="980"/>
                </a:lnTo>
                <a:lnTo>
                  <a:pt x="2003" y="979"/>
                </a:lnTo>
                <a:lnTo>
                  <a:pt x="2002" y="979"/>
                </a:lnTo>
                <a:lnTo>
                  <a:pt x="2000" y="981"/>
                </a:lnTo>
                <a:lnTo>
                  <a:pt x="2000" y="982"/>
                </a:lnTo>
                <a:lnTo>
                  <a:pt x="2001" y="983"/>
                </a:lnTo>
                <a:lnTo>
                  <a:pt x="2001" y="984"/>
                </a:lnTo>
                <a:lnTo>
                  <a:pt x="2002" y="984"/>
                </a:lnTo>
                <a:lnTo>
                  <a:pt x="2001" y="985"/>
                </a:lnTo>
                <a:lnTo>
                  <a:pt x="2000" y="986"/>
                </a:lnTo>
                <a:lnTo>
                  <a:pt x="1998" y="986"/>
                </a:lnTo>
                <a:lnTo>
                  <a:pt x="1997" y="986"/>
                </a:lnTo>
                <a:lnTo>
                  <a:pt x="1996" y="986"/>
                </a:lnTo>
                <a:lnTo>
                  <a:pt x="1995" y="986"/>
                </a:lnTo>
                <a:lnTo>
                  <a:pt x="1995" y="987"/>
                </a:lnTo>
                <a:lnTo>
                  <a:pt x="1995" y="988"/>
                </a:lnTo>
                <a:lnTo>
                  <a:pt x="1995" y="989"/>
                </a:lnTo>
                <a:lnTo>
                  <a:pt x="1995" y="990"/>
                </a:lnTo>
                <a:lnTo>
                  <a:pt x="1996" y="990"/>
                </a:lnTo>
                <a:lnTo>
                  <a:pt x="1996" y="991"/>
                </a:lnTo>
                <a:lnTo>
                  <a:pt x="1996" y="992"/>
                </a:lnTo>
                <a:lnTo>
                  <a:pt x="1996" y="993"/>
                </a:lnTo>
                <a:lnTo>
                  <a:pt x="1996" y="994"/>
                </a:lnTo>
                <a:lnTo>
                  <a:pt x="1996" y="995"/>
                </a:lnTo>
                <a:lnTo>
                  <a:pt x="1995" y="996"/>
                </a:lnTo>
                <a:lnTo>
                  <a:pt x="1995" y="997"/>
                </a:lnTo>
                <a:lnTo>
                  <a:pt x="1993" y="997"/>
                </a:lnTo>
                <a:lnTo>
                  <a:pt x="1992" y="998"/>
                </a:lnTo>
                <a:lnTo>
                  <a:pt x="1993" y="998"/>
                </a:lnTo>
                <a:lnTo>
                  <a:pt x="1993" y="999"/>
                </a:lnTo>
                <a:lnTo>
                  <a:pt x="1994" y="999"/>
                </a:lnTo>
                <a:lnTo>
                  <a:pt x="1994" y="1000"/>
                </a:lnTo>
                <a:lnTo>
                  <a:pt x="1994" y="1001"/>
                </a:lnTo>
                <a:lnTo>
                  <a:pt x="1994" y="1002"/>
                </a:lnTo>
                <a:lnTo>
                  <a:pt x="1993" y="1002"/>
                </a:lnTo>
                <a:lnTo>
                  <a:pt x="1991" y="1003"/>
                </a:lnTo>
                <a:lnTo>
                  <a:pt x="1990" y="1004"/>
                </a:lnTo>
                <a:lnTo>
                  <a:pt x="1990" y="1005"/>
                </a:lnTo>
                <a:lnTo>
                  <a:pt x="1990" y="1006"/>
                </a:lnTo>
                <a:lnTo>
                  <a:pt x="1990" y="1007"/>
                </a:lnTo>
                <a:lnTo>
                  <a:pt x="1991" y="1007"/>
                </a:lnTo>
                <a:lnTo>
                  <a:pt x="1992" y="1008"/>
                </a:lnTo>
                <a:lnTo>
                  <a:pt x="1993" y="1008"/>
                </a:lnTo>
                <a:lnTo>
                  <a:pt x="1994" y="1007"/>
                </a:lnTo>
                <a:lnTo>
                  <a:pt x="1995" y="1007"/>
                </a:lnTo>
                <a:lnTo>
                  <a:pt x="1997" y="1007"/>
                </a:lnTo>
                <a:lnTo>
                  <a:pt x="1998" y="1007"/>
                </a:lnTo>
                <a:lnTo>
                  <a:pt x="1997" y="1008"/>
                </a:lnTo>
                <a:lnTo>
                  <a:pt x="1997" y="1009"/>
                </a:lnTo>
                <a:lnTo>
                  <a:pt x="1997" y="1010"/>
                </a:lnTo>
                <a:lnTo>
                  <a:pt x="1998" y="1010"/>
                </a:lnTo>
                <a:lnTo>
                  <a:pt x="1998" y="1011"/>
                </a:lnTo>
                <a:lnTo>
                  <a:pt x="1999" y="1011"/>
                </a:lnTo>
                <a:lnTo>
                  <a:pt x="2000" y="1011"/>
                </a:lnTo>
                <a:lnTo>
                  <a:pt x="2001" y="1012"/>
                </a:lnTo>
                <a:lnTo>
                  <a:pt x="2001" y="1013"/>
                </a:lnTo>
                <a:lnTo>
                  <a:pt x="2001" y="1014"/>
                </a:lnTo>
                <a:lnTo>
                  <a:pt x="2000" y="1015"/>
                </a:lnTo>
                <a:lnTo>
                  <a:pt x="1999" y="1015"/>
                </a:lnTo>
                <a:lnTo>
                  <a:pt x="1999" y="1016"/>
                </a:lnTo>
                <a:lnTo>
                  <a:pt x="1998" y="1017"/>
                </a:lnTo>
                <a:lnTo>
                  <a:pt x="1998" y="1018"/>
                </a:lnTo>
                <a:lnTo>
                  <a:pt x="1998" y="1019"/>
                </a:lnTo>
                <a:lnTo>
                  <a:pt x="1998" y="1020"/>
                </a:lnTo>
                <a:lnTo>
                  <a:pt x="1998" y="1021"/>
                </a:lnTo>
                <a:lnTo>
                  <a:pt x="1997" y="1022"/>
                </a:lnTo>
                <a:lnTo>
                  <a:pt x="1997" y="1023"/>
                </a:lnTo>
                <a:lnTo>
                  <a:pt x="1998" y="1023"/>
                </a:lnTo>
                <a:lnTo>
                  <a:pt x="1999" y="1024"/>
                </a:lnTo>
                <a:lnTo>
                  <a:pt x="1998" y="1025"/>
                </a:lnTo>
                <a:lnTo>
                  <a:pt x="1997" y="1025"/>
                </a:lnTo>
                <a:lnTo>
                  <a:pt x="1997" y="1026"/>
                </a:lnTo>
                <a:lnTo>
                  <a:pt x="1998" y="1026"/>
                </a:lnTo>
                <a:lnTo>
                  <a:pt x="1998" y="1027"/>
                </a:lnTo>
                <a:lnTo>
                  <a:pt x="1999" y="1028"/>
                </a:lnTo>
                <a:lnTo>
                  <a:pt x="1998" y="1029"/>
                </a:lnTo>
                <a:lnTo>
                  <a:pt x="1997" y="1029"/>
                </a:lnTo>
                <a:lnTo>
                  <a:pt x="1997" y="1030"/>
                </a:lnTo>
                <a:lnTo>
                  <a:pt x="1996" y="1030"/>
                </a:lnTo>
                <a:lnTo>
                  <a:pt x="1995" y="1029"/>
                </a:lnTo>
                <a:lnTo>
                  <a:pt x="1994" y="1029"/>
                </a:lnTo>
                <a:lnTo>
                  <a:pt x="1992" y="1029"/>
                </a:lnTo>
                <a:lnTo>
                  <a:pt x="1992" y="1028"/>
                </a:lnTo>
                <a:lnTo>
                  <a:pt x="1992" y="1027"/>
                </a:lnTo>
                <a:lnTo>
                  <a:pt x="1992" y="1026"/>
                </a:lnTo>
                <a:lnTo>
                  <a:pt x="1991" y="1026"/>
                </a:lnTo>
                <a:lnTo>
                  <a:pt x="1991" y="1025"/>
                </a:lnTo>
                <a:lnTo>
                  <a:pt x="1990" y="1025"/>
                </a:lnTo>
                <a:lnTo>
                  <a:pt x="1989" y="1025"/>
                </a:lnTo>
                <a:lnTo>
                  <a:pt x="1988" y="1025"/>
                </a:lnTo>
                <a:lnTo>
                  <a:pt x="1988" y="1026"/>
                </a:lnTo>
                <a:lnTo>
                  <a:pt x="1987" y="1026"/>
                </a:lnTo>
                <a:lnTo>
                  <a:pt x="1986" y="1026"/>
                </a:lnTo>
                <a:lnTo>
                  <a:pt x="1985" y="1027"/>
                </a:lnTo>
                <a:lnTo>
                  <a:pt x="1984" y="1027"/>
                </a:lnTo>
                <a:lnTo>
                  <a:pt x="1984" y="1028"/>
                </a:lnTo>
                <a:lnTo>
                  <a:pt x="1983" y="1028"/>
                </a:lnTo>
                <a:lnTo>
                  <a:pt x="1983" y="1029"/>
                </a:lnTo>
                <a:lnTo>
                  <a:pt x="1982" y="1030"/>
                </a:lnTo>
                <a:lnTo>
                  <a:pt x="1981" y="1031"/>
                </a:lnTo>
                <a:lnTo>
                  <a:pt x="1980" y="1031"/>
                </a:lnTo>
                <a:lnTo>
                  <a:pt x="1980" y="1032"/>
                </a:lnTo>
                <a:lnTo>
                  <a:pt x="1979" y="1032"/>
                </a:lnTo>
                <a:lnTo>
                  <a:pt x="1979" y="1033"/>
                </a:lnTo>
                <a:lnTo>
                  <a:pt x="1978" y="1033"/>
                </a:lnTo>
                <a:lnTo>
                  <a:pt x="1978" y="1034"/>
                </a:lnTo>
                <a:lnTo>
                  <a:pt x="1978" y="1035"/>
                </a:lnTo>
                <a:lnTo>
                  <a:pt x="1977" y="1035"/>
                </a:lnTo>
                <a:lnTo>
                  <a:pt x="1976" y="1035"/>
                </a:lnTo>
                <a:lnTo>
                  <a:pt x="1976" y="1036"/>
                </a:lnTo>
                <a:lnTo>
                  <a:pt x="1976" y="1037"/>
                </a:lnTo>
                <a:lnTo>
                  <a:pt x="1975" y="1037"/>
                </a:lnTo>
                <a:lnTo>
                  <a:pt x="1975" y="1038"/>
                </a:lnTo>
                <a:lnTo>
                  <a:pt x="1974" y="1038"/>
                </a:lnTo>
                <a:lnTo>
                  <a:pt x="1973" y="1038"/>
                </a:lnTo>
                <a:lnTo>
                  <a:pt x="1972" y="1038"/>
                </a:lnTo>
                <a:lnTo>
                  <a:pt x="1972" y="1039"/>
                </a:lnTo>
                <a:lnTo>
                  <a:pt x="1972" y="1040"/>
                </a:lnTo>
                <a:lnTo>
                  <a:pt x="1971" y="1040"/>
                </a:lnTo>
                <a:lnTo>
                  <a:pt x="1970" y="1040"/>
                </a:lnTo>
                <a:lnTo>
                  <a:pt x="1969" y="1040"/>
                </a:lnTo>
                <a:lnTo>
                  <a:pt x="1968" y="1041"/>
                </a:lnTo>
                <a:lnTo>
                  <a:pt x="1968" y="1042"/>
                </a:lnTo>
                <a:lnTo>
                  <a:pt x="1968" y="1043"/>
                </a:lnTo>
                <a:lnTo>
                  <a:pt x="1968" y="1045"/>
                </a:lnTo>
                <a:lnTo>
                  <a:pt x="1968" y="1046"/>
                </a:lnTo>
                <a:lnTo>
                  <a:pt x="1968" y="1045"/>
                </a:lnTo>
                <a:lnTo>
                  <a:pt x="1968" y="1044"/>
                </a:lnTo>
                <a:lnTo>
                  <a:pt x="1967" y="1043"/>
                </a:lnTo>
                <a:lnTo>
                  <a:pt x="1967" y="1042"/>
                </a:lnTo>
                <a:lnTo>
                  <a:pt x="1967" y="1041"/>
                </a:lnTo>
                <a:lnTo>
                  <a:pt x="1966" y="1041"/>
                </a:lnTo>
                <a:lnTo>
                  <a:pt x="1966" y="1040"/>
                </a:lnTo>
                <a:lnTo>
                  <a:pt x="1966" y="1039"/>
                </a:lnTo>
                <a:lnTo>
                  <a:pt x="1965" y="1039"/>
                </a:lnTo>
                <a:lnTo>
                  <a:pt x="1965" y="1038"/>
                </a:lnTo>
                <a:lnTo>
                  <a:pt x="1964" y="1038"/>
                </a:lnTo>
                <a:lnTo>
                  <a:pt x="1963" y="1037"/>
                </a:lnTo>
                <a:lnTo>
                  <a:pt x="1963" y="1036"/>
                </a:lnTo>
                <a:lnTo>
                  <a:pt x="1962" y="1036"/>
                </a:lnTo>
                <a:lnTo>
                  <a:pt x="1961" y="1037"/>
                </a:lnTo>
                <a:lnTo>
                  <a:pt x="1960" y="1037"/>
                </a:lnTo>
                <a:lnTo>
                  <a:pt x="1959" y="1037"/>
                </a:lnTo>
                <a:lnTo>
                  <a:pt x="1958" y="1038"/>
                </a:lnTo>
                <a:lnTo>
                  <a:pt x="1958" y="1037"/>
                </a:lnTo>
                <a:lnTo>
                  <a:pt x="1957" y="1037"/>
                </a:lnTo>
                <a:lnTo>
                  <a:pt x="1957" y="1036"/>
                </a:lnTo>
                <a:lnTo>
                  <a:pt x="1957" y="1035"/>
                </a:lnTo>
                <a:lnTo>
                  <a:pt x="1956" y="1035"/>
                </a:lnTo>
                <a:lnTo>
                  <a:pt x="1956" y="1034"/>
                </a:lnTo>
                <a:lnTo>
                  <a:pt x="1956" y="1033"/>
                </a:lnTo>
                <a:lnTo>
                  <a:pt x="1955" y="1033"/>
                </a:lnTo>
                <a:lnTo>
                  <a:pt x="1955" y="1032"/>
                </a:lnTo>
                <a:lnTo>
                  <a:pt x="1954" y="1031"/>
                </a:lnTo>
                <a:lnTo>
                  <a:pt x="1953" y="1031"/>
                </a:lnTo>
                <a:lnTo>
                  <a:pt x="1952" y="1030"/>
                </a:lnTo>
                <a:lnTo>
                  <a:pt x="1951" y="1030"/>
                </a:lnTo>
                <a:lnTo>
                  <a:pt x="1951" y="1029"/>
                </a:lnTo>
                <a:lnTo>
                  <a:pt x="1950" y="1029"/>
                </a:lnTo>
                <a:lnTo>
                  <a:pt x="1949" y="1029"/>
                </a:lnTo>
                <a:lnTo>
                  <a:pt x="1948" y="1029"/>
                </a:lnTo>
                <a:lnTo>
                  <a:pt x="1947" y="1029"/>
                </a:lnTo>
                <a:lnTo>
                  <a:pt x="1946" y="1029"/>
                </a:lnTo>
                <a:lnTo>
                  <a:pt x="1946" y="1030"/>
                </a:lnTo>
                <a:lnTo>
                  <a:pt x="1945" y="1030"/>
                </a:lnTo>
                <a:lnTo>
                  <a:pt x="1945" y="1029"/>
                </a:lnTo>
                <a:lnTo>
                  <a:pt x="1944" y="1029"/>
                </a:lnTo>
                <a:lnTo>
                  <a:pt x="1944" y="1030"/>
                </a:lnTo>
                <a:lnTo>
                  <a:pt x="1943" y="1029"/>
                </a:lnTo>
                <a:lnTo>
                  <a:pt x="1942" y="1029"/>
                </a:lnTo>
                <a:lnTo>
                  <a:pt x="1941" y="1028"/>
                </a:lnTo>
                <a:lnTo>
                  <a:pt x="1940" y="1027"/>
                </a:lnTo>
                <a:lnTo>
                  <a:pt x="1939" y="1027"/>
                </a:lnTo>
                <a:lnTo>
                  <a:pt x="1939" y="1026"/>
                </a:lnTo>
                <a:lnTo>
                  <a:pt x="1938" y="1026"/>
                </a:lnTo>
                <a:lnTo>
                  <a:pt x="1937" y="1025"/>
                </a:lnTo>
                <a:lnTo>
                  <a:pt x="1937" y="1024"/>
                </a:lnTo>
                <a:lnTo>
                  <a:pt x="1937" y="1023"/>
                </a:lnTo>
                <a:lnTo>
                  <a:pt x="1935" y="1023"/>
                </a:lnTo>
                <a:lnTo>
                  <a:pt x="1934" y="1023"/>
                </a:lnTo>
                <a:lnTo>
                  <a:pt x="1933" y="1022"/>
                </a:lnTo>
                <a:lnTo>
                  <a:pt x="1932" y="1022"/>
                </a:lnTo>
                <a:lnTo>
                  <a:pt x="1932" y="1021"/>
                </a:lnTo>
                <a:lnTo>
                  <a:pt x="1931" y="1021"/>
                </a:lnTo>
                <a:lnTo>
                  <a:pt x="1930" y="1021"/>
                </a:lnTo>
                <a:lnTo>
                  <a:pt x="1929" y="1020"/>
                </a:lnTo>
                <a:lnTo>
                  <a:pt x="1928" y="1019"/>
                </a:lnTo>
                <a:lnTo>
                  <a:pt x="1927" y="1019"/>
                </a:lnTo>
                <a:lnTo>
                  <a:pt x="1927" y="1020"/>
                </a:lnTo>
                <a:lnTo>
                  <a:pt x="1926" y="1020"/>
                </a:lnTo>
                <a:lnTo>
                  <a:pt x="1925" y="1020"/>
                </a:lnTo>
                <a:lnTo>
                  <a:pt x="1924" y="1020"/>
                </a:lnTo>
                <a:lnTo>
                  <a:pt x="1924" y="1019"/>
                </a:lnTo>
                <a:lnTo>
                  <a:pt x="1923" y="1019"/>
                </a:lnTo>
                <a:lnTo>
                  <a:pt x="1922" y="1018"/>
                </a:lnTo>
                <a:lnTo>
                  <a:pt x="1922" y="1017"/>
                </a:lnTo>
                <a:lnTo>
                  <a:pt x="1921" y="1017"/>
                </a:lnTo>
                <a:lnTo>
                  <a:pt x="1921" y="1016"/>
                </a:lnTo>
                <a:lnTo>
                  <a:pt x="1920" y="1016"/>
                </a:lnTo>
                <a:lnTo>
                  <a:pt x="1920" y="1015"/>
                </a:lnTo>
                <a:lnTo>
                  <a:pt x="1920" y="1014"/>
                </a:lnTo>
                <a:lnTo>
                  <a:pt x="1920" y="1013"/>
                </a:lnTo>
                <a:lnTo>
                  <a:pt x="1919" y="1012"/>
                </a:lnTo>
                <a:lnTo>
                  <a:pt x="1919" y="1011"/>
                </a:lnTo>
                <a:lnTo>
                  <a:pt x="1918" y="1010"/>
                </a:lnTo>
                <a:lnTo>
                  <a:pt x="1917" y="1009"/>
                </a:lnTo>
                <a:lnTo>
                  <a:pt x="1916" y="1009"/>
                </a:lnTo>
                <a:lnTo>
                  <a:pt x="1915" y="1009"/>
                </a:lnTo>
                <a:lnTo>
                  <a:pt x="1914" y="1008"/>
                </a:lnTo>
                <a:lnTo>
                  <a:pt x="1914" y="1007"/>
                </a:lnTo>
                <a:lnTo>
                  <a:pt x="1913" y="1007"/>
                </a:lnTo>
                <a:lnTo>
                  <a:pt x="1912" y="1007"/>
                </a:lnTo>
                <a:lnTo>
                  <a:pt x="1911" y="1007"/>
                </a:lnTo>
                <a:lnTo>
                  <a:pt x="1910" y="1006"/>
                </a:lnTo>
                <a:lnTo>
                  <a:pt x="1910" y="1005"/>
                </a:lnTo>
                <a:lnTo>
                  <a:pt x="1909" y="1005"/>
                </a:lnTo>
                <a:lnTo>
                  <a:pt x="1908" y="1005"/>
                </a:lnTo>
                <a:lnTo>
                  <a:pt x="1907" y="1005"/>
                </a:lnTo>
                <a:lnTo>
                  <a:pt x="1906" y="1006"/>
                </a:lnTo>
                <a:lnTo>
                  <a:pt x="1906" y="1007"/>
                </a:lnTo>
                <a:lnTo>
                  <a:pt x="1906" y="1006"/>
                </a:lnTo>
                <a:lnTo>
                  <a:pt x="1905" y="1005"/>
                </a:lnTo>
                <a:lnTo>
                  <a:pt x="1904" y="1003"/>
                </a:lnTo>
                <a:lnTo>
                  <a:pt x="1904" y="1001"/>
                </a:lnTo>
                <a:lnTo>
                  <a:pt x="1903" y="1000"/>
                </a:lnTo>
                <a:lnTo>
                  <a:pt x="1902" y="998"/>
                </a:lnTo>
                <a:lnTo>
                  <a:pt x="1901" y="996"/>
                </a:lnTo>
                <a:lnTo>
                  <a:pt x="1900" y="996"/>
                </a:lnTo>
                <a:lnTo>
                  <a:pt x="1898" y="995"/>
                </a:lnTo>
                <a:lnTo>
                  <a:pt x="1897" y="995"/>
                </a:lnTo>
                <a:lnTo>
                  <a:pt x="1896" y="996"/>
                </a:lnTo>
                <a:lnTo>
                  <a:pt x="1895" y="996"/>
                </a:lnTo>
                <a:lnTo>
                  <a:pt x="1894" y="996"/>
                </a:lnTo>
                <a:lnTo>
                  <a:pt x="1894" y="997"/>
                </a:lnTo>
                <a:lnTo>
                  <a:pt x="1895" y="998"/>
                </a:lnTo>
                <a:lnTo>
                  <a:pt x="1895" y="999"/>
                </a:lnTo>
                <a:lnTo>
                  <a:pt x="1894" y="1000"/>
                </a:lnTo>
                <a:lnTo>
                  <a:pt x="1893" y="1000"/>
                </a:lnTo>
                <a:lnTo>
                  <a:pt x="1891" y="1000"/>
                </a:lnTo>
                <a:lnTo>
                  <a:pt x="1890" y="1000"/>
                </a:lnTo>
                <a:lnTo>
                  <a:pt x="1890" y="999"/>
                </a:lnTo>
                <a:lnTo>
                  <a:pt x="1889" y="999"/>
                </a:lnTo>
                <a:lnTo>
                  <a:pt x="1888" y="999"/>
                </a:lnTo>
                <a:lnTo>
                  <a:pt x="1887" y="999"/>
                </a:lnTo>
                <a:lnTo>
                  <a:pt x="1887" y="998"/>
                </a:lnTo>
                <a:lnTo>
                  <a:pt x="1886" y="998"/>
                </a:lnTo>
                <a:lnTo>
                  <a:pt x="1885" y="998"/>
                </a:lnTo>
                <a:lnTo>
                  <a:pt x="1884" y="997"/>
                </a:lnTo>
                <a:lnTo>
                  <a:pt x="1883" y="996"/>
                </a:lnTo>
                <a:lnTo>
                  <a:pt x="1883" y="995"/>
                </a:lnTo>
                <a:lnTo>
                  <a:pt x="1883" y="994"/>
                </a:lnTo>
                <a:lnTo>
                  <a:pt x="1882" y="992"/>
                </a:lnTo>
                <a:lnTo>
                  <a:pt x="1882" y="990"/>
                </a:lnTo>
                <a:lnTo>
                  <a:pt x="1883" y="989"/>
                </a:lnTo>
                <a:lnTo>
                  <a:pt x="1882" y="988"/>
                </a:lnTo>
                <a:lnTo>
                  <a:pt x="1881" y="987"/>
                </a:lnTo>
                <a:lnTo>
                  <a:pt x="1879" y="987"/>
                </a:lnTo>
                <a:lnTo>
                  <a:pt x="1877" y="987"/>
                </a:lnTo>
                <a:lnTo>
                  <a:pt x="1876" y="987"/>
                </a:lnTo>
                <a:lnTo>
                  <a:pt x="1875" y="988"/>
                </a:lnTo>
                <a:lnTo>
                  <a:pt x="1874" y="988"/>
                </a:lnTo>
                <a:lnTo>
                  <a:pt x="1873" y="988"/>
                </a:lnTo>
                <a:lnTo>
                  <a:pt x="1871" y="989"/>
                </a:lnTo>
                <a:lnTo>
                  <a:pt x="1869" y="989"/>
                </a:lnTo>
                <a:lnTo>
                  <a:pt x="1867" y="989"/>
                </a:lnTo>
                <a:lnTo>
                  <a:pt x="1866" y="989"/>
                </a:lnTo>
                <a:lnTo>
                  <a:pt x="1865" y="989"/>
                </a:lnTo>
                <a:lnTo>
                  <a:pt x="1864" y="989"/>
                </a:lnTo>
                <a:lnTo>
                  <a:pt x="1863" y="989"/>
                </a:lnTo>
                <a:lnTo>
                  <a:pt x="1862" y="989"/>
                </a:lnTo>
                <a:lnTo>
                  <a:pt x="1861" y="990"/>
                </a:lnTo>
                <a:lnTo>
                  <a:pt x="1860" y="991"/>
                </a:lnTo>
                <a:lnTo>
                  <a:pt x="1859" y="991"/>
                </a:lnTo>
                <a:lnTo>
                  <a:pt x="1857" y="991"/>
                </a:lnTo>
                <a:lnTo>
                  <a:pt x="1855" y="991"/>
                </a:lnTo>
                <a:lnTo>
                  <a:pt x="1853" y="991"/>
                </a:lnTo>
                <a:lnTo>
                  <a:pt x="1852" y="991"/>
                </a:lnTo>
                <a:lnTo>
                  <a:pt x="1851" y="991"/>
                </a:lnTo>
                <a:lnTo>
                  <a:pt x="1851" y="990"/>
                </a:lnTo>
                <a:lnTo>
                  <a:pt x="1850" y="990"/>
                </a:lnTo>
                <a:lnTo>
                  <a:pt x="1849" y="989"/>
                </a:lnTo>
                <a:lnTo>
                  <a:pt x="1849" y="988"/>
                </a:lnTo>
                <a:lnTo>
                  <a:pt x="1848" y="988"/>
                </a:lnTo>
                <a:lnTo>
                  <a:pt x="1848" y="987"/>
                </a:lnTo>
                <a:lnTo>
                  <a:pt x="1847" y="986"/>
                </a:lnTo>
                <a:lnTo>
                  <a:pt x="1846" y="986"/>
                </a:lnTo>
                <a:lnTo>
                  <a:pt x="1845" y="986"/>
                </a:lnTo>
                <a:lnTo>
                  <a:pt x="1843" y="986"/>
                </a:lnTo>
                <a:lnTo>
                  <a:pt x="1843" y="985"/>
                </a:lnTo>
                <a:lnTo>
                  <a:pt x="1842" y="984"/>
                </a:lnTo>
                <a:lnTo>
                  <a:pt x="1842" y="983"/>
                </a:lnTo>
                <a:lnTo>
                  <a:pt x="1842" y="982"/>
                </a:lnTo>
                <a:lnTo>
                  <a:pt x="1842" y="981"/>
                </a:lnTo>
                <a:lnTo>
                  <a:pt x="1841" y="980"/>
                </a:lnTo>
                <a:lnTo>
                  <a:pt x="1840" y="980"/>
                </a:lnTo>
                <a:lnTo>
                  <a:pt x="1840" y="979"/>
                </a:lnTo>
                <a:lnTo>
                  <a:pt x="1839" y="979"/>
                </a:lnTo>
                <a:lnTo>
                  <a:pt x="1838" y="979"/>
                </a:lnTo>
                <a:lnTo>
                  <a:pt x="1837" y="980"/>
                </a:lnTo>
                <a:lnTo>
                  <a:pt x="1836" y="980"/>
                </a:lnTo>
                <a:lnTo>
                  <a:pt x="1835" y="979"/>
                </a:lnTo>
                <a:lnTo>
                  <a:pt x="1834" y="979"/>
                </a:lnTo>
                <a:lnTo>
                  <a:pt x="1833" y="981"/>
                </a:lnTo>
                <a:lnTo>
                  <a:pt x="1832" y="981"/>
                </a:lnTo>
                <a:lnTo>
                  <a:pt x="1831" y="982"/>
                </a:lnTo>
                <a:lnTo>
                  <a:pt x="1830" y="982"/>
                </a:lnTo>
                <a:lnTo>
                  <a:pt x="1829" y="982"/>
                </a:lnTo>
                <a:lnTo>
                  <a:pt x="1828" y="982"/>
                </a:lnTo>
                <a:lnTo>
                  <a:pt x="1828" y="981"/>
                </a:lnTo>
                <a:lnTo>
                  <a:pt x="1827" y="981"/>
                </a:lnTo>
                <a:lnTo>
                  <a:pt x="1827" y="982"/>
                </a:lnTo>
                <a:lnTo>
                  <a:pt x="1826" y="982"/>
                </a:lnTo>
                <a:lnTo>
                  <a:pt x="1825" y="981"/>
                </a:lnTo>
                <a:lnTo>
                  <a:pt x="1824" y="982"/>
                </a:lnTo>
                <a:lnTo>
                  <a:pt x="1823" y="983"/>
                </a:lnTo>
                <a:lnTo>
                  <a:pt x="1822" y="983"/>
                </a:lnTo>
                <a:lnTo>
                  <a:pt x="1821" y="983"/>
                </a:lnTo>
                <a:lnTo>
                  <a:pt x="1820" y="983"/>
                </a:lnTo>
                <a:lnTo>
                  <a:pt x="1819" y="984"/>
                </a:lnTo>
                <a:lnTo>
                  <a:pt x="1818" y="984"/>
                </a:lnTo>
                <a:lnTo>
                  <a:pt x="1817" y="984"/>
                </a:lnTo>
                <a:lnTo>
                  <a:pt x="1817" y="985"/>
                </a:lnTo>
                <a:lnTo>
                  <a:pt x="1816" y="985"/>
                </a:lnTo>
                <a:lnTo>
                  <a:pt x="1816" y="986"/>
                </a:lnTo>
                <a:lnTo>
                  <a:pt x="1815" y="986"/>
                </a:lnTo>
                <a:lnTo>
                  <a:pt x="1814" y="986"/>
                </a:lnTo>
                <a:lnTo>
                  <a:pt x="1814" y="987"/>
                </a:lnTo>
                <a:lnTo>
                  <a:pt x="1813" y="987"/>
                </a:lnTo>
                <a:lnTo>
                  <a:pt x="1812" y="988"/>
                </a:lnTo>
                <a:lnTo>
                  <a:pt x="1811" y="988"/>
                </a:lnTo>
                <a:lnTo>
                  <a:pt x="1810" y="989"/>
                </a:lnTo>
                <a:lnTo>
                  <a:pt x="1809" y="989"/>
                </a:lnTo>
                <a:lnTo>
                  <a:pt x="1809" y="990"/>
                </a:lnTo>
                <a:lnTo>
                  <a:pt x="1808" y="990"/>
                </a:lnTo>
                <a:lnTo>
                  <a:pt x="1807" y="990"/>
                </a:lnTo>
                <a:lnTo>
                  <a:pt x="1807" y="991"/>
                </a:lnTo>
                <a:lnTo>
                  <a:pt x="1806" y="991"/>
                </a:lnTo>
                <a:lnTo>
                  <a:pt x="1805" y="992"/>
                </a:lnTo>
                <a:lnTo>
                  <a:pt x="1804" y="992"/>
                </a:lnTo>
                <a:lnTo>
                  <a:pt x="1803" y="993"/>
                </a:lnTo>
                <a:lnTo>
                  <a:pt x="1802" y="993"/>
                </a:lnTo>
                <a:lnTo>
                  <a:pt x="1801" y="993"/>
                </a:lnTo>
                <a:lnTo>
                  <a:pt x="1800" y="993"/>
                </a:lnTo>
                <a:lnTo>
                  <a:pt x="1799" y="993"/>
                </a:lnTo>
                <a:lnTo>
                  <a:pt x="1799" y="994"/>
                </a:lnTo>
                <a:lnTo>
                  <a:pt x="1798" y="994"/>
                </a:lnTo>
                <a:lnTo>
                  <a:pt x="1797" y="994"/>
                </a:lnTo>
                <a:lnTo>
                  <a:pt x="1796" y="995"/>
                </a:lnTo>
                <a:lnTo>
                  <a:pt x="1795" y="995"/>
                </a:lnTo>
                <a:lnTo>
                  <a:pt x="1794" y="995"/>
                </a:lnTo>
                <a:lnTo>
                  <a:pt x="1793" y="995"/>
                </a:lnTo>
                <a:lnTo>
                  <a:pt x="1792" y="996"/>
                </a:lnTo>
                <a:lnTo>
                  <a:pt x="1791" y="996"/>
                </a:lnTo>
                <a:lnTo>
                  <a:pt x="1790" y="997"/>
                </a:lnTo>
                <a:lnTo>
                  <a:pt x="1789" y="997"/>
                </a:lnTo>
                <a:lnTo>
                  <a:pt x="1789" y="998"/>
                </a:lnTo>
                <a:lnTo>
                  <a:pt x="1788" y="998"/>
                </a:lnTo>
                <a:lnTo>
                  <a:pt x="1788" y="999"/>
                </a:lnTo>
                <a:lnTo>
                  <a:pt x="1787" y="999"/>
                </a:lnTo>
                <a:lnTo>
                  <a:pt x="1787" y="1000"/>
                </a:lnTo>
                <a:lnTo>
                  <a:pt x="1786" y="1001"/>
                </a:lnTo>
                <a:lnTo>
                  <a:pt x="1786" y="1002"/>
                </a:lnTo>
                <a:lnTo>
                  <a:pt x="1786" y="1003"/>
                </a:lnTo>
                <a:lnTo>
                  <a:pt x="1786" y="1004"/>
                </a:lnTo>
                <a:lnTo>
                  <a:pt x="1786" y="1005"/>
                </a:lnTo>
                <a:lnTo>
                  <a:pt x="1785" y="1005"/>
                </a:lnTo>
                <a:lnTo>
                  <a:pt x="1785" y="1006"/>
                </a:lnTo>
                <a:lnTo>
                  <a:pt x="1785" y="1007"/>
                </a:lnTo>
                <a:lnTo>
                  <a:pt x="1785" y="1008"/>
                </a:lnTo>
                <a:lnTo>
                  <a:pt x="1785" y="1009"/>
                </a:lnTo>
                <a:lnTo>
                  <a:pt x="1784" y="1010"/>
                </a:lnTo>
                <a:lnTo>
                  <a:pt x="1783" y="1011"/>
                </a:lnTo>
                <a:lnTo>
                  <a:pt x="1783" y="1012"/>
                </a:lnTo>
                <a:lnTo>
                  <a:pt x="1782" y="1012"/>
                </a:lnTo>
                <a:lnTo>
                  <a:pt x="1781" y="1012"/>
                </a:lnTo>
                <a:lnTo>
                  <a:pt x="1780" y="1013"/>
                </a:lnTo>
                <a:lnTo>
                  <a:pt x="1780" y="1014"/>
                </a:lnTo>
                <a:lnTo>
                  <a:pt x="1779" y="1015"/>
                </a:lnTo>
                <a:lnTo>
                  <a:pt x="1778" y="1016"/>
                </a:lnTo>
                <a:lnTo>
                  <a:pt x="1778" y="1017"/>
                </a:lnTo>
                <a:lnTo>
                  <a:pt x="1777" y="1017"/>
                </a:lnTo>
                <a:lnTo>
                  <a:pt x="1777" y="1018"/>
                </a:lnTo>
                <a:lnTo>
                  <a:pt x="1776" y="1019"/>
                </a:lnTo>
                <a:lnTo>
                  <a:pt x="1776" y="1020"/>
                </a:lnTo>
                <a:lnTo>
                  <a:pt x="1776" y="1021"/>
                </a:lnTo>
                <a:lnTo>
                  <a:pt x="1775" y="1021"/>
                </a:lnTo>
                <a:lnTo>
                  <a:pt x="1775" y="1022"/>
                </a:lnTo>
                <a:lnTo>
                  <a:pt x="1774" y="1022"/>
                </a:lnTo>
                <a:lnTo>
                  <a:pt x="1774" y="1023"/>
                </a:lnTo>
                <a:lnTo>
                  <a:pt x="1773" y="1023"/>
                </a:lnTo>
                <a:lnTo>
                  <a:pt x="1773" y="1024"/>
                </a:lnTo>
                <a:lnTo>
                  <a:pt x="1772" y="1024"/>
                </a:lnTo>
                <a:lnTo>
                  <a:pt x="1772" y="1025"/>
                </a:lnTo>
                <a:lnTo>
                  <a:pt x="1771" y="1025"/>
                </a:lnTo>
                <a:lnTo>
                  <a:pt x="1770" y="1026"/>
                </a:lnTo>
                <a:lnTo>
                  <a:pt x="1769" y="1026"/>
                </a:lnTo>
                <a:lnTo>
                  <a:pt x="1768" y="1026"/>
                </a:lnTo>
                <a:lnTo>
                  <a:pt x="1767" y="1027"/>
                </a:lnTo>
                <a:lnTo>
                  <a:pt x="1766" y="1027"/>
                </a:lnTo>
                <a:lnTo>
                  <a:pt x="1765" y="1028"/>
                </a:lnTo>
                <a:lnTo>
                  <a:pt x="1764" y="1028"/>
                </a:lnTo>
                <a:lnTo>
                  <a:pt x="1763" y="1029"/>
                </a:lnTo>
                <a:lnTo>
                  <a:pt x="1762" y="1029"/>
                </a:lnTo>
                <a:lnTo>
                  <a:pt x="1761" y="1030"/>
                </a:lnTo>
                <a:lnTo>
                  <a:pt x="1760" y="1030"/>
                </a:lnTo>
                <a:lnTo>
                  <a:pt x="1759" y="1031"/>
                </a:lnTo>
                <a:lnTo>
                  <a:pt x="1758" y="1031"/>
                </a:lnTo>
                <a:lnTo>
                  <a:pt x="1758" y="1032"/>
                </a:lnTo>
                <a:lnTo>
                  <a:pt x="1757" y="1032"/>
                </a:lnTo>
                <a:lnTo>
                  <a:pt x="1756" y="1033"/>
                </a:lnTo>
                <a:lnTo>
                  <a:pt x="1755" y="1033"/>
                </a:lnTo>
                <a:lnTo>
                  <a:pt x="1754" y="1034"/>
                </a:lnTo>
                <a:lnTo>
                  <a:pt x="1753" y="1034"/>
                </a:lnTo>
                <a:lnTo>
                  <a:pt x="1752" y="1034"/>
                </a:lnTo>
                <a:lnTo>
                  <a:pt x="1751" y="1034"/>
                </a:lnTo>
                <a:lnTo>
                  <a:pt x="1751" y="1035"/>
                </a:lnTo>
                <a:lnTo>
                  <a:pt x="1750" y="1035"/>
                </a:lnTo>
                <a:lnTo>
                  <a:pt x="1749" y="1035"/>
                </a:lnTo>
                <a:lnTo>
                  <a:pt x="1748" y="1035"/>
                </a:lnTo>
                <a:lnTo>
                  <a:pt x="1747" y="1036"/>
                </a:lnTo>
                <a:lnTo>
                  <a:pt x="1746" y="1037"/>
                </a:lnTo>
                <a:lnTo>
                  <a:pt x="1745" y="1037"/>
                </a:lnTo>
                <a:lnTo>
                  <a:pt x="1744" y="1038"/>
                </a:lnTo>
                <a:lnTo>
                  <a:pt x="1743" y="1038"/>
                </a:lnTo>
                <a:lnTo>
                  <a:pt x="1742" y="1038"/>
                </a:lnTo>
                <a:lnTo>
                  <a:pt x="1741" y="1038"/>
                </a:lnTo>
                <a:lnTo>
                  <a:pt x="1740" y="1038"/>
                </a:lnTo>
                <a:lnTo>
                  <a:pt x="1739" y="1038"/>
                </a:lnTo>
                <a:lnTo>
                  <a:pt x="1739" y="1039"/>
                </a:lnTo>
                <a:lnTo>
                  <a:pt x="1739" y="1040"/>
                </a:lnTo>
                <a:lnTo>
                  <a:pt x="1738" y="1040"/>
                </a:lnTo>
                <a:lnTo>
                  <a:pt x="1737" y="1041"/>
                </a:lnTo>
                <a:lnTo>
                  <a:pt x="1736" y="1041"/>
                </a:lnTo>
                <a:lnTo>
                  <a:pt x="1736" y="1040"/>
                </a:lnTo>
                <a:lnTo>
                  <a:pt x="1735" y="1040"/>
                </a:lnTo>
                <a:lnTo>
                  <a:pt x="1734" y="1040"/>
                </a:lnTo>
                <a:lnTo>
                  <a:pt x="1733" y="1040"/>
                </a:lnTo>
                <a:lnTo>
                  <a:pt x="1729" y="1040"/>
                </a:lnTo>
                <a:lnTo>
                  <a:pt x="1728" y="1040"/>
                </a:lnTo>
                <a:lnTo>
                  <a:pt x="1728" y="1041"/>
                </a:lnTo>
                <a:lnTo>
                  <a:pt x="1726" y="1041"/>
                </a:lnTo>
                <a:lnTo>
                  <a:pt x="1725" y="1041"/>
                </a:lnTo>
                <a:lnTo>
                  <a:pt x="1725" y="1042"/>
                </a:lnTo>
                <a:lnTo>
                  <a:pt x="1724" y="1042"/>
                </a:lnTo>
                <a:lnTo>
                  <a:pt x="1724" y="1041"/>
                </a:lnTo>
                <a:lnTo>
                  <a:pt x="1723" y="1041"/>
                </a:lnTo>
                <a:lnTo>
                  <a:pt x="1722" y="1041"/>
                </a:lnTo>
                <a:lnTo>
                  <a:pt x="1721" y="1041"/>
                </a:lnTo>
                <a:lnTo>
                  <a:pt x="1721" y="1040"/>
                </a:lnTo>
                <a:lnTo>
                  <a:pt x="1721" y="1039"/>
                </a:lnTo>
                <a:lnTo>
                  <a:pt x="1722" y="1039"/>
                </a:lnTo>
                <a:lnTo>
                  <a:pt x="1721" y="1039"/>
                </a:lnTo>
                <a:lnTo>
                  <a:pt x="1721" y="1038"/>
                </a:lnTo>
                <a:lnTo>
                  <a:pt x="1720" y="1038"/>
                </a:lnTo>
                <a:lnTo>
                  <a:pt x="1719" y="1038"/>
                </a:lnTo>
                <a:lnTo>
                  <a:pt x="1718" y="1038"/>
                </a:lnTo>
                <a:lnTo>
                  <a:pt x="1717" y="1038"/>
                </a:lnTo>
                <a:lnTo>
                  <a:pt x="1716" y="1038"/>
                </a:lnTo>
                <a:lnTo>
                  <a:pt x="1716" y="1039"/>
                </a:lnTo>
                <a:lnTo>
                  <a:pt x="1715" y="1039"/>
                </a:lnTo>
                <a:lnTo>
                  <a:pt x="1715" y="1040"/>
                </a:lnTo>
                <a:lnTo>
                  <a:pt x="1715" y="1041"/>
                </a:lnTo>
                <a:lnTo>
                  <a:pt x="1714" y="1042"/>
                </a:lnTo>
                <a:lnTo>
                  <a:pt x="1713" y="1042"/>
                </a:lnTo>
                <a:lnTo>
                  <a:pt x="1712" y="1042"/>
                </a:lnTo>
                <a:lnTo>
                  <a:pt x="1711" y="1042"/>
                </a:lnTo>
                <a:lnTo>
                  <a:pt x="1710" y="1042"/>
                </a:lnTo>
                <a:lnTo>
                  <a:pt x="1710" y="1043"/>
                </a:lnTo>
                <a:lnTo>
                  <a:pt x="1708" y="1043"/>
                </a:lnTo>
                <a:lnTo>
                  <a:pt x="1707" y="1044"/>
                </a:lnTo>
                <a:lnTo>
                  <a:pt x="1706" y="1044"/>
                </a:lnTo>
                <a:lnTo>
                  <a:pt x="1706" y="1045"/>
                </a:lnTo>
                <a:lnTo>
                  <a:pt x="1705" y="1045"/>
                </a:lnTo>
                <a:lnTo>
                  <a:pt x="1704" y="1045"/>
                </a:lnTo>
                <a:lnTo>
                  <a:pt x="1703" y="1045"/>
                </a:lnTo>
                <a:lnTo>
                  <a:pt x="1703" y="1046"/>
                </a:lnTo>
                <a:lnTo>
                  <a:pt x="1702" y="1046"/>
                </a:lnTo>
                <a:lnTo>
                  <a:pt x="1702" y="1047"/>
                </a:lnTo>
                <a:lnTo>
                  <a:pt x="1701" y="1047"/>
                </a:lnTo>
                <a:lnTo>
                  <a:pt x="1700" y="1048"/>
                </a:lnTo>
                <a:lnTo>
                  <a:pt x="1699" y="1048"/>
                </a:lnTo>
                <a:lnTo>
                  <a:pt x="1698" y="1049"/>
                </a:lnTo>
                <a:lnTo>
                  <a:pt x="1697" y="1049"/>
                </a:lnTo>
                <a:lnTo>
                  <a:pt x="1696" y="1049"/>
                </a:lnTo>
                <a:lnTo>
                  <a:pt x="1695" y="1049"/>
                </a:lnTo>
                <a:lnTo>
                  <a:pt x="1694" y="1049"/>
                </a:lnTo>
                <a:lnTo>
                  <a:pt x="1693" y="1049"/>
                </a:lnTo>
                <a:lnTo>
                  <a:pt x="1693" y="1050"/>
                </a:lnTo>
                <a:lnTo>
                  <a:pt x="1692" y="1050"/>
                </a:lnTo>
                <a:lnTo>
                  <a:pt x="1693" y="1051"/>
                </a:lnTo>
                <a:lnTo>
                  <a:pt x="1693" y="1052"/>
                </a:lnTo>
                <a:lnTo>
                  <a:pt x="1692" y="1053"/>
                </a:lnTo>
                <a:lnTo>
                  <a:pt x="1691" y="1053"/>
                </a:lnTo>
                <a:lnTo>
                  <a:pt x="1691" y="1054"/>
                </a:lnTo>
                <a:lnTo>
                  <a:pt x="1690" y="1054"/>
                </a:lnTo>
                <a:lnTo>
                  <a:pt x="1689" y="1054"/>
                </a:lnTo>
                <a:lnTo>
                  <a:pt x="1689" y="1055"/>
                </a:lnTo>
                <a:lnTo>
                  <a:pt x="1688" y="1055"/>
                </a:lnTo>
                <a:lnTo>
                  <a:pt x="1688" y="1056"/>
                </a:lnTo>
                <a:lnTo>
                  <a:pt x="1688" y="1057"/>
                </a:lnTo>
                <a:lnTo>
                  <a:pt x="1686" y="1058"/>
                </a:lnTo>
                <a:lnTo>
                  <a:pt x="1686" y="1059"/>
                </a:lnTo>
                <a:lnTo>
                  <a:pt x="1685" y="1059"/>
                </a:lnTo>
                <a:lnTo>
                  <a:pt x="1685" y="1060"/>
                </a:lnTo>
                <a:lnTo>
                  <a:pt x="1684" y="1060"/>
                </a:lnTo>
                <a:lnTo>
                  <a:pt x="1684" y="1061"/>
                </a:lnTo>
                <a:lnTo>
                  <a:pt x="1683" y="1061"/>
                </a:lnTo>
                <a:lnTo>
                  <a:pt x="1682" y="1061"/>
                </a:lnTo>
                <a:lnTo>
                  <a:pt x="1681" y="1061"/>
                </a:lnTo>
                <a:lnTo>
                  <a:pt x="1681" y="1062"/>
                </a:lnTo>
                <a:lnTo>
                  <a:pt x="1680" y="1062"/>
                </a:lnTo>
                <a:lnTo>
                  <a:pt x="1678" y="1062"/>
                </a:lnTo>
                <a:lnTo>
                  <a:pt x="1677" y="1063"/>
                </a:lnTo>
                <a:lnTo>
                  <a:pt x="1676" y="1063"/>
                </a:lnTo>
                <a:lnTo>
                  <a:pt x="1675" y="1064"/>
                </a:lnTo>
                <a:lnTo>
                  <a:pt x="1672" y="1065"/>
                </a:lnTo>
                <a:lnTo>
                  <a:pt x="1671" y="1067"/>
                </a:lnTo>
                <a:lnTo>
                  <a:pt x="1670" y="1067"/>
                </a:lnTo>
                <a:lnTo>
                  <a:pt x="1670" y="1068"/>
                </a:lnTo>
                <a:lnTo>
                  <a:pt x="1669" y="1068"/>
                </a:lnTo>
                <a:lnTo>
                  <a:pt x="1669" y="1069"/>
                </a:lnTo>
                <a:lnTo>
                  <a:pt x="1668" y="1069"/>
                </a:lnTo>
                <a:lnTo>
                  <a:pt x="1667" y="1070"/>
                </a:lnTo>
                <a:lnTo>
                  <a:pt x="1666" y="1070"/>
                </a:lnTo>
                <a:lnTo>
                  <a:pt x="1665" y="1071"/>
                </a:lnTo>
                <a:lnTo>
                  <a:pt x="1664" y="1072"/>
                </a:lnTo>
                <a:lnTo>
                  <a:pt x="1663" y="1073"/>
                </a:lnTo>
                <a:lnTo>
                  <a:pt x="1661" y="1074"/>
                </a:lnTo>
                <a:lnTo>
                  <a:pt x="1661" y="1075"/>
                </a:lnTo>
                <a:lnTo>
                  <a:pt x="1660" y="1076"/>
                </a:lnTo>
                <a:lnTo>
                  <a:pt x="1660" y="1077"/>
                </a:lnTo>
                <a:lnTo>
                  <a:pt x="1659" y="1077"/>
                </a:lnTo>
                <a:lnTo>
                  <a:pt x="1658" y="1078"/>
                </a:lnTo>
                <a:lnTo>
                  <a:pt x="1657" y="1079"/>
                </a:lnTo>
                <a:lnTo>
                  <a:pt x="1656" y="1080"/>
                </a:lnTo>
                <a:lnTo>
                  <a:pt x="1655" y="1080"/>
                </a:lnTo>
                <a:lnTo>
                  <a:pt x="1654" y="1081"/>
                </a:lnTo>
                <a:lnTo>
                  <a:pt x="1652" y="1083"/>
                </a:lnTo>
                <a:lnTo>
                  <a:pt x="1651" y="1084"/>
                </a:lnTo>
                <a:lnTo>
                  <a:pt x="1650" y="1085"/>
                </a:lnTo>
                <a:lnTo>
                  <a:pt x="1649" y="1086"/>
                </a:lnTo>
                <a:lnTo>
                  <a:pt x="1649" y="1087"/>
                </a:lnTo>
                <a:lnTo>
                  <a:pt x="1648" y="1088"/>
                </a:lnTo>
                <a:lnTo>
                  <a:pt x="1647" y="1089"/>
                </a:lnTo>
                <a:lnTo>
                  <a:pt x="1646" y="1090"/>
                </a:lnTo>
                <a:lnTo>
                  <a:pt x="1646" y="1091"/>
                </a:lnTo>
                <a:lnTo>
                  <a:pt x="1644" y="1092"/>
                </a:lnTo>
                <a:lnTo>
                  <a:pt x="1643" y="1093"/>
                </a:lnTo>
                <a:lnTo>
                  <a:pt x="1643" y="1094"/>
                </a:lnTo>
                <a:lnTo>
                  <a:pt x="1642" y="1094"/>
                </a:lnTo>
                <a:lnTo>
                  <a:pt x="1642" y="1095"/>
                </a:lnTo>
                <a:lnTo>
                  <a:pt x="1641" y="1096"/>
                </a:lnTo>
                <a:lnTo>
                  <a:pt x="1640" y="1097"/>
                </a:lnTo>
                <a:lnTo>
                  <a:pt x="1639" y="1098"/>
                </a:lnTo>
                <a:lnTo>
                  <a:pt x="1639" y="1099"/>
                </a:lnTo>
                <a:lnTo>
                  <a:pt x="1638" y="1100"/>
                </a:lnTo>
                <a:lnTo>
                  <a:pt x="1635" y="1103"/>
                </a:lnTo>
                <a:lnTo>
                  <a:pt x="1634" y="1104"/>
                </a:lnTo>
                <a:lnTo>
                  <a:pt x="1633" y="1105"/>
                </a:lnTo>
                <a:lnTo>
                  <a:pt x="1633" y="1106"/>
                </a:lnTo>
                <a:lnTo>
                  <a:pt x="1632" y="1106"/>
                </a:lnTo>
                <a:lnTo>
                  <a:pt x="1632" y="1107"/>
                </a:lnTo>
                <a:lnTo>
                  <a:pt x="1631" y="1108"/>
                </a:lnTo>
                <a:lnTo>
                  <a:pt x="1630" y="1109"/>
                </a:lnTo>
                <a:lnTo>
                  <a:pt x="1630" y="1110"/>
                </a:lnTo>
                <a:lnTo>
                  <a:pt x="1629" y="1110"/>
                </a:lnTo>
                <a:lnTo>
                  <a:pt x="1629" y="1111"/>
                </a:lnTo>
                <a:lnTo>
                  <a:pt x="1628" y="1112"/>
                </a:lnTo>
                <a:lnTo>
                  <a:pt x="1628" y="1113"/>
                </a:lnTo>
                <a:lnTo>
                  <a:pt x="1627" y="1113"/>
                </a:lnTo>
                <a:lnTo>
                  <a:pt x="1627" y="1114"/>
                </a:lnTo>
                <a:lnTo>
                  <a:pt x="1626" y="1115"/>
                </a:lnTo>
                <a:lnTo>
                  <a:pt x="1626" y="1116"/>
                </a:lnTo>
                <a:lnTo>
                  <a:pt x="1626" y="1117"/>
                </a:lnTo>
                <a:lnTo>
                  <a:pt x="1625" y="1117"/>
                </a:lnTo>
                <a:lnTo>
                  <a:pt x="1626" y="1117"/>
                </a:lnTo>
                <a:lnTo>
                  <a:pt x="1626" y="1118"/>
                </a:lnTo>
                <a:lnTo>
                  <a:pt x="1626" y="1119"/>
                </a:lnTo>
                <a:lnTo>
                  <a:pt x="1626" y="1121"/>
                </a:lnTo>
                <a:lnTo>
                  <a:pt x="1626" y="1122"/>
                </a:lnTo>
                <a:lnTo>
                  <a:pt x="1626" y="1124"/>
                </a:lnTo>
                <a:lnTo>
                  <a:pt x="1626" y="1125"/>
                </a:lnTo>
                <a:lnTo>
                  <a:pt x="1626" y="1126"/>
                </a:lnTo>
                <a:lnTo>
                  <a:pt x="1626" y="1127"/>
                </a:lnTo>
                <a:lnTo>
                  <a:pt x="1625" y="1128"/>
                </a:lnTo>
                <a:lnTo>
                  <a:pt x="1625" y="1129"/>
                </a:lnTo>
                <a:lnTo>
                  <a:pt x="1625" y="1130"/>
                </a:lnTo>
                <a:lnTo>
                  <a:pt x="1624" y="1131"/>
                </a:lnTo>
                <a:lnTo>
                  <a:pt x="1623" y="1131"/>
                </a:lnTo>
                <a:lnTo>
                  <a:pt x="1622" y="1132"/>
                </a:lnTo>
                <a:lnTo>
                  <a:pt x="1621" y="1132"/>
                </a:lnTo>
                <a:lnTo>
                  <a:pt x="1620" y="1132"/>
                </a:lnTo>
                <a:lnTo>
                  <a:pt x="1619" y="1132"/>
                </a:lnTo>
                <a:lnTo>
                  <a:pt x="1618" y="1132"/>
                </a:lnTo>
                <a:lnTo>
                  <a:pt x="1617" y="1132"/>
                </a:lnTo>
                <a:lnTo>
                  <a:pt x="1616" y="1133"/>
                </a:lnTo>
                <a:lnTo>
                  <a:pt x="1615" y="1133"/>
                </a:lnTo>
                <a:lnTo>
                  <a:pt x="1614" y="1133"/>
                </a:lnTo>
                <a:lnTo>
                  <a:pt x="1613" y="1133"/>
                </a:lnTo>
                <a:lnTo>
                  <a:pt x="1613" y="1134"/>
                </a:lnTo>
                <a:lnTo>
                  <a:pt x="1612" y="1134"/>
                </a:lnTo>
                <a:lnTo>
                  <a:pt x="1611" y="1135"/>
                </a:lnTo>
                <a:lnTo>
                  <a:pt x="1610" y="1135"/>
                </a:lnTo>
                <a:lnTo>
                  <a:pt x="1610" y="1136"/>
                </a:lnTo>
                <a:lnTo>
                  <a:pt x="1609" y="1136"/>
                </a:lnTo>
                <a:lnTo>
                  <a:pt x="1608" y="1136"/>
                </a:lnTo>
                <a:lnTo>
                  <a:pt x="1608" y="1137"/>
                </a:lnTo>
                <a:lnTo>
                  <a:pt x="1607" y="1137"/>
                </a:lnTo>
                <a:lnTo>
                  <a:pt x="1606" y="1138"/>
                </a:lnTo>
                <a:lnTo>
                  <a:pt x="1605" y="1138"/>
                </a:lnTo>
                <a:lnTo>
                  <a:pt x="1604" y="1139"/>
                </a:lnTo>
                <a:lnTo>
                  <a:pt x="1603" y="1139"/>
                </a:lnTo>
                <a:lnTo>
                  <a:pt x="1602" y="1139"/>
                </a:lnTo>
                <a:lnTo>
                  <a:pt x="1601" y="1140"/>
                </a:lnTo>
                <a:lnTo>
                  <a:pt x="1600" y="1140"/>
                </a:lnTo>
                <a:lnTo>
                  <a:pt x="1599" y="1140"/>
                </a:lnTo>
                <a:lnTo>
                  <a:pt x="1599" y="1141"/>
                </a:lnTo>
                <a:lnTo>
                  <a:pt x="1598" y="1141"/>
                </a:lnTo>
                <a:lnTo>
                  <a:pt x="1597" y="1141"/>
                </a:lnTo>
                <a:lnTo>
                  <a:pt x="1596" y="1141"/>
                </a:lnTo>
                <a:lnTo>
                  <a:pt x="1595" y="1141"/>
                </a:lnTo>
                <a:lnTo>
                  <a:pt x="1594" y="1141"/>
                </a:lnTo>
                <a:lnTo>
                  <a:pt x="1594" y="1142"/>
                </a:lnTo>
                <a:lnTo>
                  <a:pt x="1593" y="1142"/>
                </a:lnTo>
                <a:lnTo>
                  <a:pt x="1592" y="1142"/>
                </a:lnTo>
                <a:lnTo>
                  <a:pt x="1591" y="1142"/>
                </a:lnTo>
                <a:lnTo>
                  <a:pt x="1590" y="1142"/>
                </a:lnTo>
                <a:lnTo>
                  <a:pt x="1589" y="1142"/>
                </a:lnTo>
                <a:lnTo>
                  <a:pt x="1587" y="1142"/>
                </a:lnTo>
                <a:lnTo>
                  <a:pt x="1586" y="1142"/>
                </a:lnTo>
                <a:lnTo>
                  <a:pt x="1586" y="1143"/>
                </a:lnTo>
                <a:lnTo>
                  <a:pt x="1585" y="1143"/>
                </a:lnTo>
                <a:lnTo>
                  <a:pt x="1584" y="1143"/>
                </a:lnTo>
                <a:lnTo>
                  <a:pt x="1583" y="1143"/>
                </a:lnTo>
                <a:lnTo>
                  <a:pt x="1582" y="1143"/>
                </a:lnTo>
                <a:lnTo>
                  <a:pt x="1580" y="1143"/>
                </a:lnTo>
                <a:lnTo>
                  <a:pt x="1579" y="1143"/>
                </a:lnTo>
                <a:lnTo>
                  <a:pt x="1575" y="1143"/>
                </a:lnTo>
                <a:lnTo>
                  <a:pt x="1574" y="1143"/>
                </a:lnTo>
                <a:lnTo>
                  <a:pt x="1573" y="1143"/>
                </a:lnTo>
                <a:lnTo>
                  <a:pt x="1572" y="1143"/>
                </a:lnTo>
                <a:lnTo>
                  <a:pt x="1571" y="1143"/>
                </a:lnTo>
                <a:lnTo>
                  <a:pt x="1570" y="1143"/>
                </a:lnTo>
                <a:lnTo>
                  <a:pt x="1569" y="1143"/>
                </a:lnTo>
                <a:lnTo>
                  <a:pt x="1568" y="1144"/>
                </a:lnTo>
                <a:lnTo>
                  <a:pt x="1567" y="1144"/>
                </a:lnTo>
                <a:lnTo>
                  <a:pt x="1566" y="1144"/>
                </a:lnTo>
                <a:lnTo>
                  <a:pt x="1565" y="1144"/>
                </a:lnTo>
                <a:lnTo>
                  <a:pt x="1564" y="1144"/>
                </a:lnTo>
                <a:lnTo>
                  <a:pt x="1563" y="1144"/>
                </a:lnTo>
                <a:lnTo>
                  <a:pt x="1562" y="1144"/>
                </a:lnTo>
                <a:lnTo>
                  <a:pt x="1561" y="1145"/>
                </a:lnTo>
                <a:lnTo>
                  <a:pt x="1560" y="1145"/>
                </a:lnTo>
                <a:lnTo>
                  <a:pt x="1559" y="1145"/>
                </a:lnTo>
                <a:lnTo>
                  <a:pt x="1558" y="1145"/>
                </a:lnTo>
                <a:lnTo>
                  <a:pt x="1557" y="1145"/>
                </a:lnTo>
                <a:lnTo>
                  <a:pt x="1556" y="1145"/>
                </a:lnTo>
                <a:lnTo>
                  <a:pt x="1556" y="1146"/>
                </a:lnTo>
                <a:lnTo>
                  <a:pt x="1555" y="1146"/>
                </a:lnTo>
                <a:lnTo>
                  <a:pt x="1554" y="1146"/>
                </a:lnTo>
                <a:lnTo>
                  <a:pt x="1553" y="1146"/>
                </a:lnTo>
                <a:lnTo>
                  <a:pt x="1552" y="1146"/>
                </a:lnTo>
                <a:lnTo>
                  <a:pt x="1551" y="1146"/>
                </a:lnTo>
                <a:lnTo>
                  <a:pt x="1550" y="1146"/>
                </a:lnTo>
                <a:lnTo>
                  <a:pt x="1549" y="1147"/>
                </a:lnTo>
                <a:lnTo>
                  <a:pt x="1548" y="1147"/>
                </a:lnTo>
                <a:lnTo>
                  <a:pt x="1547" y="1147"/>
                </a:lnTo>
                <a:lnTo>
                  <a:pt x="1546" y="1147"/>
                </a:lnTo>
                <a:lnTo>
                  <a:pt x="1545" y="1147"/>
                </a:lnTo>
                <a:lnTo>
                  <a:pt x="1544" y="1147"/>
                </a:lnTo>
                <a:lnTo>
                  <a:pt x="1543" y="1147"/>
                </a:lnTo>
                <a:lnTo>
                  <a:pt x="1542" y="1147"/>
                </a:lnTo>
                <a:lnTo>
                  <a:pt x="1540" y="1146"/>
                </a:lnTo>
                <a:lnTo>
                  <a:pt x="1539" y="1146"/>
                </a:lnTo>
                <a:lnTo>
                  <a:pt x="1538" y="1145"/>
                </a:lnTo>
                <a:lnTo>
                  <a:pt x="1537" y="1145"/>
                </a:lnTo>
                <a:lnTo>
                  <a:pt x="1536" y="1144"/>
                </a:lnTo>
                <a:lnTo>
                  <a:pt x="1535" y="1144"/>
                </a:lnTo>
                <a:lnTo>
                  <a:pt x="1534" y="1144"/>
                </a:lnTo>
                <a:lnTo>
                  <a:pt x="1533" y="1144"/>
                </a:lnTo>
                <a:lnTo>
                  <a:pt x="1531" y="1144"/>
                </a:lnTo>
                <a:lnTo>
                  <a:pt x="1531" y="1143"/>
                </a:lnTo>
                <a:lnTo>
                  <a:pt x="1530" y="1143"/>
                </a:lnTo>
                <a:lnTo>
                  <a:pt x="1529" y="1143"/>
                </a:lnTo>
                <a:lnTo>
                  <a:pt x="1528" y="1143"/>
                </a:lnTo>
                <a:lnTo>
                  <a:pt x="1527" y="1143"/>
                </a:lnTo>
                <a:lnTo>
                  <a:pt x="1525" y="1143"/>
                </a:lnTo>
                <a:lnTo>
                  <a:pt x="1524" y="1143"/>
                </a:lnTo>
                <a:lnTo>
                  <a:pt x="1523" y="1143"/>
                </a:lnTo>
                <a:lnTo>
                  <a:pt x="1522" y="1144"/>
                </a:lnTo>
                <a:lnTo>
                  <a:pt x="1521" y="1144"/>
                </a:lnTo>
                <a:lnTo>
                  <a:pt x="1520" y="1144"/>
                </a:lnTo>
                <a:lnTo>
                  <a:pt x="1519" y="1145"/>
                </a:lnTo>
                <a:lnTo>
                  <a:pt x="1518" y="1145"/>
                </a:lnTo>
                <a:lnTo>
                  <a:pt x="1518" y="1146"/>
                </a:lnTo>
                <a:lnTo>
                  <a:pt x="1517" y="1146"/>
                </a:lnTo>
                <a:lnTo>
                  <a:pt x="1515" y="1146"/>
                </a:lnTo>
                <a:lnTo>
                  <a:pt x="1514" y="1146"/>
                </a:lnTo>
                <a:lnTo>
                  <a:pt x="1514" y="1145"/>
                </a:lnTo>
                <a:lnTo>
                  <a:pt x="1511" y="1144"/>
                </a:lnTo>
                <a:lnTo>
                  <a:pt x="1510" y="1144"/>
                </a:lnTo>
                <a:lnTo>
                  <a:pt x="1510" y="1143"/>
                </a:lnTo>
                <a:lnTo>
                  <a:pt x="1509" y="1143"/>
                </a:lnTo>
                <a:lnTo>
                  <a:pt x="1508" y="1143"/>
                </a:lnTo>
                <a:lnTo>
                  <a:pt x="1507" y="1142"/>
                </a:lnTo>
                <a:lnTo>
                  <a:pt x="1506" y="1142"/>
                </a:lnTo>
                <a:lnTo>
                  <a:pt x="1505" y="1141"/>
                </a:lnTo>
                <a:lnTo>
                  <a:pt x="1504" y="1140"/>
                </a:lnTo>
                <a:lnTo>
                  <a:pt x="1503" y="1140"/>
                </a:lnTo>
                <a:lnTo>
                  <a:pt x="1503" y="1139"/>
                </a:lnTo>
                <a:lnTo>
                  <a:pt x="1502" y="1139"/>
                </a:lnTo>
                <a:lnTo>
                  <a:pt x="1501" y="1139"/>
                </a:lnTo>
                <a:lnTo>
                  <a:pt x="1500" y="1139"/>
                </a:lnTo>
                <a:lnTo>
                  <a:pt x="1499" y="1139"/>
                </a:lnTo>
                <a:lnTo>
                  <a:pt x="1498" y="1139"/>
                </a:lnTo>
                <a:lnTo>
                  <a:pt x="1497" y="1139"/>
                </a:lnTo>
                <a:lnTo>
                  <a:pt x="1496" y="1140"/>
                </a:lnTo>
                <a:lnTo>
                  <a:pt x="1495" y="1140"/>
                </a:lnTo>
                <a:lnTo>
                  <a:pt x="1494" y="1140"/>
                </a:lnTo>
                <a:lnTo>
                  <a:pt x="1493" y="1140"/>
                </a:lnTo>
                <a:lnTo>
                  <a:pt x="1492" y="1140"/>
                </a:lnTo>
                <a:lnTo>
                  <a:pt x="1491" y="1140"/>
                </a:lnTo>
                <a:lnTo>
                  <a:pt x="1490" y="1141"/>
                </a:lnTo>
                <a:lnTo>
                  <a:pt x="1489" y="1141"/>
                </a:lnTo>
                <a:lnTo>
                  <a:pt x="1488" y="1141"/>
                </a:lnTo>
                <a:lnTo>
                  <a:pt x="1487" y="1142"/>
                </a:lnTo>
                <a:lnTo>
                  <a:pt x="1486" y="1142"/>
                </a:lnTo>
                <a:lnTo>
                  <a:pt x="1485" y="1142"/>
                </a:lnTo>
                <a:lnTo>
                  <a:pt x="1485" y="1143"/>
                </a:lnTo>
                <a:lnTo>
                  <a:pt x="1484" y="1143"/>
                </a:lnTo>
                <a:lnTo>
                  <a:pt x="1483" y="1143"/>
                </a:lnTo>
                <a:lnTo>
                  <a:pt x="1482" y="1144"/>
                </a:lnTo>
                <a:lnTo>
                  <a:pt x="1481" y="1144"/>
                </a:lnTo>
                <a:lnTo>
                  <a:pt x="1480" y="1144"/>
                </a:lnTo>
                <a:lnTo>
                  <a:pt x="1479" y="1144"/>
                </a:lnTo>
                <a:lnTo>
                  <a:pt x="1478" y="1144"/>
                </a:lnTo>
                <a:lnTo>
                  <a:pt x="1478" y="1145"/>
                </a:lnTo>
                <a:lnTo>
                  <a:pt x="1477" y="1145"/>
                </a:lnTo>
                <a:lnTo>
                  <a:pt x="1476" y="1145"/>
                </a:lnTo>
                <a:lnTo>
                  <a:pt x="1475" y="1145"/>
                </a:lnTo>
                <a:lnTo>
                  <a:pt x="1474" y="1145"/>
                </a:lnTo>
                <a:lnTo>
                  <a:pt x="1474" y="1146"/>
                </a:lnTo>
                <a:lnTo>
                  <a:pt x="1473" y="1146"/>
                </a:lnTo>
                <a:lnTo>
                  <a:pt x="1472" y="1146"/>
                </a:lnTo>
                <a:lnTo>
                  <a:pt x="1471" y="1146"/>
                </a:lnTo>
                <a:lnTo>
                  <a:pt x="1470" y="1146"/>
                </a:lnTo>
                <a:lnTo>
                  <a:pt x="1469" y="1146"/>
                </a:lnTo>
                <a:lnTo>
                  <a:pt x="1469" y="1147"/>
                </a:lnTo>
                <a:lnTo>
                  <a:pt x="1468" y="1147"/>
                </a:lnTo>
                <a:lnTo>
                  <a:pt x="1467" y="1147"/>
                </a:lnTo>
                <a:lnTo>
                  <a:pt x="1466" y="1147"/>
                </a:lnTo>
                <a:lnTo>
                  <a:pt x="1465" y="1147"/>
                </a:lnTo>
                <a:lnTo>
                  <a:pt x="1464" y="1147"/>
                </a:lnTo>
                <a:lnTo>
                  <a:pt x="1463" y="1147"/>
                </a:lnTo>
                <a:lnTo>
                  <a:pt x="1463" y="1148"/>
                </a:lnTo>
                <a:lnTo>
                  <a:pt x="1462" y="1148"/>
                </a:lnTo>
                <a:lnTo>
                  <a:pt x="1461" y="1148"/>
                </a:lnTo>
                <a:lnTo>
                  <a:pt x="1460" y="1148"/>
                </a:lnTo>
                <a:lnTo>
                  <a:pt x="1459" y="1149"/>
                </a:lnTo>
                <a:lnTo>
                  <a:pt x="1458" y="1149"/>
                </a:lnTo>
                <a:lnTo>
                  <a:pt x="1457" y="1149"/>
                </a:lnTo>
                <a:lnTo>
                  <a:pt x="1456" y="1150"/>
                </a:lnTo>
                <a:lnTo>
                  <a:pt x="1455" y="1150"/>
                </a:lnTo>
                <a:lnTo>
                  <a:pt x="1454" y="1150"/>
                </a:lnTo>
                <a:lnTo>
                  <a:pt x="1453" y="1151"/>
                </a:lnTo>
                <a:lnTo>
                  <a:pt x="1452" y="1151"/>
                </a:lnTo>
                <a:lnTo>
                  <a:pt x="1451" y="1151"/>
                </a:lnTo>
                <a:lnTo>
                  <a:pt x="1450" y="1151"/>
                </a:lnTo>
                <a:lnTo>
                  <a:pt x="1449" y="1151"/>
                </a:lnTo>
                <a:lnTo>
                  <a:pt x="1448" y="1151"/>
                </a:lnTo>
                <a:lnTo>
                  <a:pt x="1446" y="1151"/>
                </a:lnTo>
                <a:lnTo>
                  <a:pt x="1445" y="1152"/>
                </a:lnTo>
                <a:lnTo>
                  <a:pt x="1445" y="1151"/>
                </a:lnTo>
                <a:lnTo>
                  <a:pt x="1443" y="1151"/>
                </a:lnTo>
                <a:lnTo>
                  <a:pt x="1442" y="1151"/>
                </a:lnTo>
                <a:lnTo>
                  <a:pt x="1441" y="1151"/>
                </a:lnTo>
                <a:lnTo>
                  <a:pt x="1442" y="1150"/>
                </a:lnTo>
                <a:lnTo>
                  <a:pt x="1443" y="1150"/>
                </a:lnTo>
                <a:lnTo>
                  <a:pt x="1443" y="1149"/>
                </a:lnTo>
                <a:lnTo>
                  <a:pt x="1443" y="1148"/>
                </a:lnTo>
                <a:lnTo>
                  <a:pt x="1443" y="1147"/>
                </a:lnTo>
                <a:lnTo>
                  <a:pt x="1444" y="1147"/>
                </a:lnTo>
                <a:lnTo>
                  <a:pt x="1444" y="1146"/>
                </a:lnTo>
                <a:lnTo>
                  <a:pt x="1444" y="1145"/>
                </a:lnTo>
                <a:lnTo>
                  <a:pt x="1444" y="1144"/>
                </a:lnTo>
                <a:lnTo>
                  <a:pt x="1444" y="1143"/>
                </a:lnTo>
                <a:lnTo>
                  <a:pt x="1444" y="1141"/>
                </a:lnTo>
                <a:lnTo>
                  <a:pt x="1444" y="1140"/>
                </a:lnTo>
                <a:lnTo>
                  <a:pt x="1445" y="1139"/>
                </a:lnTo>
                <a:lnTo>
                  <a:pt x="1445" y="1138"/>
                </a:lnTo>
                <a:lnTo>
                  <a:pt x="1445" y="1137"/>
                </a:lnTo>
                <a:lnTo>
                  <a:pt x="1444" y="1137"/>
                </a:lnTo>
                <a:lnTo>
                  <a:pt x="1444" y="1136"/>
                </a:lnTo>
                <a:lnTo>
                  <a:pt x="1443" y="1136"/>
                </a:lnTo>
                <a:lnTo>
                  <a:pt x="1443" y="1135"/>
                </a:lnTo>
                <a:lnTo>
                  <a:pt x="1443" y="1134"/>
                </a:lnTo>
                <a:lnTo>
                  <a:pt x="1443" y="1133"/>
                </a:lnTo>
                <a:lnTo>
                  <a:pt x="1442" y="1133"/>
                </a:lnTo>
                <a:lnTo>
                  <a:pt x="1442" y="1132"/>
                </a:lnTo>
                <a:lnTo>
                  <a:pt x="1441" y="1132"/>
                </a:lnTo>
                <a:lnTo>
                  <a:pt x="1440" y="1132"/>
                </a:lnTo>
                <a:lnTo>
                  <a:pt x="1440" y="1131"/>
                </a:lnTo>
                <a:lnTo>
                  <a:pt x="1440" y="1130"/>
                </a:lnTo>
                <a:lnTo>
                  <a:pt x="1441" y="1130"/>
                </a:lnTo>
                <a:lnTo>
                  <a:pt x="1441" y="1129"/>
                </a:lnTo>
                <a:lnTo>
                  <a:pt x="1440" y="1129"/>
                </a:lnTo>
                <a:lnTo>
                  <a:pt x="1439" y="1129"/>
                </a:lnTo>
                <a:lnTo>
                  <a:pt x="1439" y="1128"/>
                </a:lnTo>
                <a:lnTo>
                  <a:pt x="1438" y="1128"/>
                </a:lnTo>
                <a:lnTo>
                  <a:pt x="1437" y="1128"/>
                </a:lnTo>
                <a:lnTo>
                  <a:pt x="1437" y="1127"/>
                </a:lnTo>
                <a:lnTo>
                  <a:pt x="1436" y="1127"/>
                </a:lnTo>
                <a:lnTo>
                  <a:pt x="1436" y="1126"/>
                </a:lnTo>
                <a:lnTo>
                  <a:pt x="1436" y="1125"/>
                </a:lnTo>
                <a:lnTo>
                  <a:pt x="1435" y="1125"/>
                </a:lnTo>
                <a:lnTo>
                  <a:pt x="1435" y="1124"/>
                </a:lnTo>
                <a:lnTo>
                  <a:pt x="1435" y="1123"/>
                </a:lnTo>
                <a:lnTo>
                  <a:pt x="1435" y="1122"/>
                </a:lnTo>
                <a:lnTo>
                  <a:pt x="1435" y="1121"/>
                </a:lnTo>
                <a:lnTo>
                  <a:pt x="1434" y="1121"/>
                </a:lnTo>
                <a:lnTo>
                  <a:pt x="1434" y="1120"/>
                </a:lnTo>
                <a:lnTo>
                  <a:pt x="1435" y="1120"/>
                </a:lnTo>
                <a:lnTo>
                  <a:pt x="1435" y="1119"/>
                </a:lnTo>
                <a:lnTo>
                  <a:pt x="1436" y="1119"/>
                </a:lnTo>
                <a:lnTo>
                  <a:pt x="1436" y="1118"/>
                </a:lnTo>
                <a:lnTo>
                  <a:pt x="1436" y="1117"/>
                </a:lnTo>
                <a:lnTo>
                  <a:pt x="1436" y="1116"/>
                </a:lnTo>
                <a:lnTo>
                  <a:pt x="1436" y="1115"/>
                </a:lnTo>
                <a:lnTo>
                  <a:pt x="1435" y="1115"/>
                </a:lnTo>
                <a:lnTo>
                  <a:pt x="1435" y="1114"/>
                </a:lnTo>
                <a:lnTo>
                  <a:pt x="1436" y="1113"/>
                </a:lnTo>
                <a:lnTo>
                  <a:pt x="1436" y="1112"/>
                </a:lnTo>
                <a:lnTo>
                  <a:pt x="1437" y="1112"/>
                </a:lnTo>
                <a:lnTo>
                  <a:pt x="1438" y="1112"/>
                </a:lnTo>
                <a:lnTo>
                  <a:pt x="1438" y="1111"/>
                </a:lnTo>
                <a:lnTo>
                  <a:pt x="1438" y="1110"/>
                </a:lnTo>
                <a:lnTo>
                  <a:pt x="1438" y="1109"/>
                </a:lnTo>
                <a:lnTo>
                  <a:pt x="1439" y="1109"/>
                </a:lnTo>
                <a:lnTo>
                  <a:pt x="1439" y="1108"/>
                </a:lnTo>
                <a:lnTo>
                  <a:pt x="1439" y="1107"/>
                </a:lnTo>
                <a:lnTo>
                  <a:pt x="1440" y="1107"/>
                </a:lnTo>
                <a:lnTo>
                  <a:pt x="1440" y="1106"/>
                </a:lnTo>
                <a:lnTo>
                  <a:pt x="1439" y="1105"/>
                </a:lnTo>
                <a:lnTo>
                  <a:pt x="1438" y="1105"/>
                </a:lnTo>
                <a:lnTo>
                  <a:pt x="1438" y="1104"/>
                </a:lnTo>
                <a:lnTo>
                  <a:pt x="1437" y="1104"/>
                </a:lnTo>
                <a:lnTo>
                  <a:pt x="1436" y="1104"/>
                </a:lnTo>
                <a:lnTo>
                  <a:pt x="1436" y="1103"/>
                </a:lnTo>
                <a:lnTo>
                  <a:pt x="1437" y="1103"/>
                </a:lnTo>
                <a:lnTo>
                  <a:pt x="1437" y="1102"/>
                </a:lnTo>
                <a:lnTo>
                  <a:pt x="1438" y="1102"/>
                </a:lnTo>
                <a:lnTo>
                  <a:pt x="1439" y="1101"/>
                </a:lnTo>
                <a:lnTo>
                  <a:pt x="1440" y="1101"/>
                </a:lnTo>
                <a:lnTo>
                  <a:pt x="1441" y="1101"/>
                </a:lnTo>
                <a:lnTo>
                  <a:pt x="1441" y="1102"/>
                </a:lnTo>
                <a:lnTo>
                  <a:pt x="1442" y="1102"/>
                </a:lnTo>
                <a:lnTo>
                  <a:pt x="1443" y="1102"/>
                </a:lnTo>
                <a:lnTo>
                  <a:pt x="1444" y="1102"/>
                </a:lnTo>
                <a:lnTo>
                  <a:pt x="1445" y="1101"/>
                </a:lnTo>
                <a:lnTo>
                  <a:pt x="1445" y="1100"/>
                </a:lnTo>
                <a:lnTo>
                  <a:pt x="1445" y="1099"/>
                </a:lnTo>
                <a:lnTo>
                  <a:pt x="1444" y="1099"/>
                </a:lnTo>
                <a:lnTo>
                  <a:pt x="1444" y="1098"/>
                </a:lnTo>
                <a:lnTo>
                  <a:pt x="1444" y="1097"/>
                </a:lnTo>
                <a:lnTo>
                  <a:pt x="1443" y="1097"/>
                </a:lnTo>
                <a:lnTo>
                  <a:pt x="1443" y="1096"/>
                </a:lnTo>
                <a:lnTo>
                  <a:pt x="1443" y="1095"/>
                </a:lnTo>
                <a:lnTo>
                  <a:pt x="1442" y="1095"/>
                </a:lnTo>
                <a:lnTo>
                  <a:pt x="1442" y="1094"/>
                </a:lnTo>
                <a:lnTo>
                  <a:pt x="1442" y="1093"/>
                </a:lnTo>
                <a:lnTo>
                  <a:pt x="1441" y="1093"/>
                </a:lnTo>
                <a:lnTo>
                  <a:pt x="1441" y="1092"/>
                </a:lnTo>
                <a:lnTo>
                  <a:pt x="1441" y="1091"/>
                </a:lnTo>
                <a:lnTo>
                  <a:pt x="1440" y="1091"/>
                </a:lnTo>
                <a:lnTo>
                  <a:pt x="1440" y="1090"/>
                </a:lnTo>
                <a:lnTo>
                  <a:pt x="1439" y="1088"/>
                </a:lnTo>
                <a:lnTo>
                  <a:pt x="1439" y="1087"/>
                </a:lnTo>
                <a:lnTo>
                  <a:pt x="1438" y="1087"/>
                </a:lnTo>
                <a:lnTo>
                  <a:pt x="1438" y="1086"/>
                </a:lnTo>
                <a:lnTo>
                  <a:pt x="1438" y="1085"/>
                </a:lnTo>
                <a:lnTo>
                  <a:pt x="1437" y="1084"/>
                </a:lnTo>
                <a:lnTo>
                  <a:pt x="1437" y="1083"/>
                </a:lnTo>
                <a:lnTo>
                  <a:pt x="1436" y="1082"/>
                </a:lnTo>
                <a:lnTo>
                  <a:pt x="1435" y="1082"/>
                </a:lnTo>
                <a:lnTo>
                  <a:pt x="1435" y="1081"/>
                </a:lnTo>
                <a:lnTo>
                  <a:pt x="1434" y="1081"/>
                </a:lnTo>
                <a:lnTo>
                  <a:pt x="1434" y="1079"/>
                </a:lnTo>
                <a:lnTo>
                  <a:pt x="1434" y="1078"/>
                </a:lnTo>
                <a:lnTo>
                  <a:pt x="1434" y="1077"/>
                </a:lnTo>
                <a:lnTo>
                  <a:pt x="1433" y="1077"/>
                </a:lnTo>
                <a:lnTo>
                  <a:pt x="1432" y="1077"/>
                </a:lnTo>
                <a:lnTo>
                  <a:pt x="1432" y="1078"/>
                </a:lnTo>
                <a:lnTo>
                  <a:pt x="1431" y="1078"/>
                </a:lnTo>
                <a:lnTo>
                  <a:pt x="1431" y="1079"/>
                </a:lnTo>
                <a:lnTo>
                  <a:pt x="1430" y="1080"/>
                </a:lnTo>
                <a:lnTo>
                  <a:pt x="1428" y="1080"/>
                </a:lnTo>
                <a:lnTo>
                  <a:pt x="1427" y="1081"/>
                </a:lnTo>
                <a:lnTo>
                  <a:pt x="1426" y="1081"/>
                </a:lnTo>
                <a:lnTo>
                  <a:pt x="1425" y="1081"/>
                </a:lnTo>
                <a:lnTo>
                  <a:pt x="1424" y="1081"/>
                </a:lnTo>
                <a:lnTo>
                  <a:pt x="1423" y="1080"/>
                </a:lnTo>
                <a:lnTo>
                  <a:pt x="1422" y="1080"/>
                </a:lnTo>
                <a:lnTo>
                  <a:pt x="1421" y="1081"/>
                </a:lnTo>
                <a:lnTo>
                  <a:pt x="1420" y="1081"/>
                </a:lnTo>
                <a:lnTo>
                  <a:pt x="1419" y="1082"/>
                </a:lnTo>
                <a:lnTo>
                  <a:pt x="1418" y="1082"/>
                </a:lnTo>
                <a:lnTo>
                  <a:pt x="1415" y="1082"/>
                </a:lnTo>
                <a:lnTo>
                  <a:pt x="1415" y="1083"/>
                </a:lnTo>
                <a:lnTo>
                  <a:pt x="1413" y="1083"/>
                </a:lnTo>
                <a:lnTo>
                  <a:pt x="1413" y="1084"/>
                </a:lnTo>
                <a:lnTo>
                  <a:pt x="1412" y="1084"/>
                </a:lnTo>
                <a:lnTo>
                  <a:pt x="1411" y="1085"/>
                </a:lnTo>
                <a:lnTo>
                  <a:pt x="1410" y="1084"/>
                </a:lnTo>
                <a:lnTo>
                  <a:pt x="1409" y="1084"/>
                </a:lnTo>
                <a:lnTo>
                  <a:pt x="1408" y="1084"/>
                </a:lnTo>
                <a:lnTo>
                  <a:pt x="1409" y="1083"/>
                </a:lnTo>
                <a:lnTo>
                  <a:pt x="1410" y="1082"/>
                </a:lnTo>
                <a:lnTo>
                  <a:pt x="1410" y="1081"/>
                </a:lnTo>
                <a:lnTo>
                  <a:pt x="1409" y="1081"/>
                </a:lnTo>
                <a:lnTo>
                  <a:pt x="1408" y="1080"/>
                </a:lnTo>
                <a:lnTo>
                  <a:pt x="1407" y="1080"/>
                </a:lnTo>
                <a:lnTo>
                  <a:pt x="1406" y="1079"/>
                </a:lnTo>
                <a:lnTo>
                  <a:pt x="1405" y="1078"/>
                </a:lnTo>
                <a:lnTo>
                  <a:pt x="1404" y="1078"/>
                </a:lnTo>
                <a:lnTo>
                  <a:pt x="1403" y="1077"/>
                </a:lnTo>
                <a:lnTo>
                  <a:pt x="1402" y="1077"/>
                </a:lnTo>
                <a:lnTo>
                  <a:pt x="1401" y="1077"/>
                </a:lnTo>
                <a:lnTo>
                  <a:pt x="1400" y="1077"/>
                </a:lnTo>
                <a:lnTo>
                  <a:pt x="1399" y="1077"/>
                </a:lnTo>
                <a:lnTo>
                  <a:pt x="1398" y="1077"/>
                </a:lnTo>
                <a:lnTo>
                  <a:pt x="1398" y="1076"/>
                </a:lnTo>
                <a:lnTo>
                  <a:pt x="1397" y="1076"/>
                </a:lnTo>
                <a:lnTo>
                  <a:pt x="1397" y="1075"/>
                </a:lnTo>
                <a:lnTo>
                  <a:pt x="1396" y="1074"/>
                </a:lnTo>
                <a:lnTo>
                  <a:pt x="1395" y="1073"/>
                </a:lnTo>
                <a:lnTo>
                  <a:pt x="1394" y="1073"/>
                </a:lnTo>
                <a:lnTo>
                  <a:pt x="1393" y="1073"/>
                </a:lnTo>
                <a:lnTo>
                  <a:pt x="1392" y="1073"/>
                </a:lnTo>
                <a:lnTo>
                  <a:pt x="1392" y="1072"/>
                </a:lnTo>
                <a:lnTo>
                  <a:pt x="1392" y="1071"/>
                </a:lnTo>
                <a:lnTo>
                  <a:pt x="1391" y="1071"/>
                </a:lnTo>
                <a:lnTo>
                  <a:pt x="1391" y="1070"/>
                </a:lnTo>
                <a:lnTo>
                  <a:pt x="1391" y="1069"/>
                </a:lnTo>
                <a:lnTo>
                  <a:pt x="1390" y="1070"/>
                </a:lnTo>
                <a:lnTo>
                  <a:pt x="1389" y="1070"/>
                </a:lnTo>
                <a:lnTo>
                  <a:pt x="1389" y="1069"/>
                </a:lnTo>
                <a:lnTo>
                  <a:pt x="1389" y="1068"/>
                </a:lnTo>
                <a:lnTo>
                  <a:pt x="1388" y="1068"/>
                </a:lnTo>
                <a:lnTo>
                  <a:pt x="1388" y="1067"/>
                </a:lnTo>
                <a:lnTo>
                  <a:pt x="1388" y="1066"/>
                </a:lnTo>
                <a:lnTo>
                  <a:pt x="1387" y="1066"/>
                </a:lnTo>
                <a:lnTo>
                  <a:pt x="1387" y="1065"/>
                </a:lnTo>
                <a:lnTo>
                  <a:pt x="1386" y="1065"/>
                </a:lnTo>
                <a:lnTo>
                  <a:pt x="1386" y="1064"/>
                </a:lnTo>
                <a:lnTo>
                  <a:pt x="1387" y="1064"/>
                </a:lnTo>
                <a:lnTo>
                  <a:pt x="1387" y="1063"/>
                </a:lnTo>
                <a:lnTo>
                  <a:pt x="1388" y="1062"/>
                </a:lnTo>
                <a:lnTo>
                  <a:pt x="1388" y="1061"/>
                </a:lnTo>
                <a:lnTo>
                  <a:pt x="1387" y="1060"/>
                </a:lnTo>
                <a:lnTo>
                  <a:pt x="1386" y="1060"/>
                </a:lnTo>
                <a:lnTo>
                  <a:pt x="1386" y="1059"/>
                </a:lnTo>
                <a:lnTo>
                  <a:pt x="1386" y="1058"/>
                </a:lnTo>
                <a:lnTo>
                  <a:pt x="1386" y="1057"/>
                </a:lnTo>
                <a:lnTo>
                  <a:pt x="1387" y="1057"/>
                </a:lnTo>
                <a:lnTo>
                  <a:pt x="1387" y="1056"/>
                </a:lnTo>
                <a:lnTo>
                  <a:pt x="1388" y="1055"/>
                </a:lnTo>
                <a:lnTo>
                  <a:pt x="1388" y="1054"/>
                </a:lnTo>
                <a:lnTo>
                  <a:pt x="1389" y="1054"/>
                </a:lnTo>
                <a:lnTo>
                  <a:pt x="1389" y="1053"/>
                </a:lnTo>
                <a:lnTo>
                  <a:pt x="1390" y="1053"/>
                </a:lnTo>
                <a:lnTo>
                  <a:pt x="1390" y="1052"/>
                </a:lnTo>
                <a:lnTo>
                  <a:pt x="1391" y="1052"/>
                </a:lnTo>
                <a:lnTo>
                  <a:pt x="1392" y="1052"/>
                </a:lnTo>
                <a:lnTo>
                  <a:pt x="1392" y="1051"/>
                </a:lnTo>
                <a:lnTo>
                  <a:pt x="1393" y="1051"/>
                </a:lnTo>
                <a:lnTo>
                  <a:pt x="1393" y="1050"/>
                </a:lnTo>
                <a:lnTo>
                  <a:pt x="1393" y="1049"/>
                </a:lnTo>
                <a:lnTo>
                  <a:pt x="1392" y="1049"/>
                </a:lnTo>
                <a:lnTo>
                  <a:pt x="1393" y="1049"/>
                </a:lnTo>
                <a:lnTo>
                  <a:pt x="1393" y="1048"/>
                </a:lnTo>
                <a:lnTo>
                  <a:pt x="1394" y="1048"/>
                </a:lnTo>
                <a:lnTo>
                  <a:pt x="1393" y="1048"/>
                </a:lnTo>
                <a:lnTo>
                  <a:pt x="1394" y="1048"/>
                </a:lnTo>
                <a:lnTo>
                  <a:pt x="1394" y="1047"/>
                </a:lnTo>
                <a:lnTo>
                  <a:pt x="1394" y="1046"/>
                </a:lnTo>
                <a:lnTo>
                  <a:pt x="1394" y="1045"/>
                </a:lnTo>
                <a:lnTo>
                  <a:pt x="1394" y="1044"/>
                </a:lnTo>
                <a:lnTo>
                  <a:pt x="1395" y="1044"/>
                </a:lnTo>
                <a:lnTo>
                  <a:pt x="1395" y="1043"/>
                </a:lnTo>
                <a:lnTo>
                  <a:pt x="1394" y="1043"/>
                </a:lnTo>
                <a:lnTo>
                  <a:pt x="1395" y="1043"/>
                </a:lnTo>
                <a:lnTo>
                  <a:pt x="1395" y="1042"/>
                </a:lnTo>
                <a:lnTo>
                  <a:pt x="1394" y="1042"/>
                </a:lnTo>
                <a:lnTo>
                  <a:pt x="1394" y="1041"/>
                </a:lnTo>
                <a:lnTo>
                  <a:pt x="1394" y="1040"/>
                </a:lnTo>
                <a:lnTo>
                  <a:pt x="1394" y="1039"/>
                </a:lnTo>
                <a:lnTo>
                  <a:pt x="1393" y="1039"/>
                </a:lnTo>
                <a:lnTo>
                  <a:pt x="1394" y="1039"/>
                </a:lnTo>
                <a:lnTo>
                  <a:pt x="1394" y="1038"/>
                </a:lnTo>
                <a:lnTo>
                  <a:pt x="1393" y="1038"/>
                </a:lnTo>
                <a:lnTo>
                  <a:pt x="1393" y="1037"/>
                </a:lnTo>
                <a:lnTo>
                  <a:pt x="1392" y="1037"/>
                </a:lnTo>
                <a:lnTo>
                  <a:pt x="1392" y="1036"/>
                </a:lnTo>
                <a:lnTo>
                  <a:pt x="1391" y="1036"/>
                </a:lnTo>
                <a:lnTo>
                  <a:pt x="1390" y="1036"/>
                </a:lnTo>
                <a:lnTo>
                  <a:pt x="1389" y="1036"/>
                </a:lnTo>
                <a:lnTo>
                  <a:pt x="1388" y="1036"/>
                </a:lnTo>
                <a:lnTo>
                  <a:pt x="1388" y="1037"/>
                </a:lnTo>
                <a:lnTo>
                  <a:pt x="1387" y="1037"/>
                </a:lnTo>
                <a:lnTo>
                  <a:pt x="1387" y="1036"/>
                </a:lnTo>
                <a:lnTo>
                  <a:pt x="1386" y="1036"/>
                </a:lnTo>
                <a:lnTo>
                  <a:pt x="1385" y="1036"/>
                </a:lnTo>
                <a:lnTo>
                  <a:pt x="1384" y="1036"/>
                </a:lnTo>
                <a:lnTo>
                  <a:pt x="1384" y="1035"/>
                </a:lnTo>
                <a:lnTo>
                  <a:pt x="1384" y="1034"/>
                </a:lnTo>
                <a:lnTo>
                  <a:pt x="1385" y="1034"/>
                </a:lnTo>
                <a:lnTo>
                  <a:pt x="1385" y="1033"/>
                </a:lnTo>
                <a:lnTo>
                  <a:pt x="1385" y="1032"/>
                </a:lnTo>
                <a:lnTo>
                  <a:pt x="1386" y="1032"/>
                </a:lnTo>
                <a:lnTo>
                  <a:pt x="1386" y="1031"/>
                </a:lnTo>
                <a:lnTo>
                  <a:pt x="1387" y="1031"/>
                </a:lnTo>
                <a:lnTo>
                  <a:pt x="1388" y="1031"/>
                </a:lnTo>
                <a:lnTo>
                  <a:pt x="1389" y="1031"/>
                </a:lnTo>
                <a:lnTo>
                  <a:pt x="1389" y="1032"/>
                </a:lnTo>
                <a:lnTo>
                  <a:pt x="1390" y="1031"/>
                </a:lnTo>
                <a:lnTo>
                  <a:pt x="1391" y="1031"/>
                </a:lnTo>
                <a:lnTo>
                  <a:pt x="1391" y="1032"/>
                </a:lnTo>
                <a:lnTo>
                  <a:pt x="1391" y="1031"/>
                </a:lnTo>
                <a:lnTo>
                  <a:pt x="1392" y="1031"/>
                </a:lnTo>
                <a:lnTo>
                  <a:pt x="1392" y="1030"/>
                </a:lnTo>
                <a:lnTo>
                  <a:pt x="1392" y="1029"/>
                </a:lnTo>
                <a:lnTo>
                  <a:pt x="1392" y="1028"/>
                </a:lnTo>
                <a:lnTo>
                  <a:pt x="1391" y="1028"/>
                </a:lnTo>
                <a:lnTo>
                  <a:pt x="1391" y="1027"/>
                </a:lnTo>
                <a:lnTo>
                  <a:pt x="1390" y="1027"/>
                </a:lnTo>
                <a:lnTo>
                  <a:pt x="1390" y="1026"/>
                </a:lnTo>
                <a:lnTo>
                  <a:pt x="1389" y="1026"/>
                </a:lnTo>
                <a:lnTo>
                  <a:pt x="1388" y="1026"/>
                </a:lnTo>
                <a:lnTo>
                  <a:pt x="1387" y="1026"/>
                </a:lnTo>
                <a:lnTo>
                  <a:pt x="1387" y="1027"/>
                </a:lnTo>
                <a:lnTo>
                  <a:pt x="1386" y="1027"/>
                </a:lnTo>
                <a:lnTo>
                  <a:pt x="1385" y="1027"/>
                </a:lnTo>
                <a:lnTo>
                  <a:pt x="1385" y="1026"/>
                </a:lnTo>
                <a:lnTo>
                  <a:pt x="1385" y="1025"/>
                </a:lnTo>
                <a:lnTo>
                  <a:pt x="1384" y="1025"/>
                </a:lnTo>
                <a:lnTo>
                  <a:pt x="1385" y="1025"/>
                </a:lnTo>
                <a:lnTo>
                  <a:pt x="1385" y="1024"/>
                </a:lnTo>
                <a:lnTo>
                  <a:pt x="1384" y="1024"/>
                </a:lnTo>
                <a:lnTo>
                  <a:pt x="1383" y="1024"/>
                </a:lnTo>
                <a:lnTo>
                  <a:pt x="1382" y="1024"/>
                </a:lnTo>
                <a:lnTo>
                  <a:pt x="1382" y="1023"/>
                </a:lnTo>
                <a:lnTo>
                  <a:pt x="1381" y="1023"/>
                </a:lnTo>
                <a:lnTo>
                  <a:pt x="1381" y="1022"/>
                </a:lnTo>
                <a:lnTo>
                  <a:pt x="1380" y="1022"/>
                </a:lnTo>
                <a:lnTo>
                  <a:pt x="1379" y="1022"/>
                </a:lnTo>
                <a:lnTo>
                  <a:pt x="1378" y="1022"/>
                </a:lnTo>
                <a:lnTo>
                  <a:pt x="1378" y="1021"/>
                </a:lnTo>
                <a:lnTo>
                  <a:pt x="1378" y="1020"/>
                </a:lnTo>
                <a:lnTo>
                  <a:pt x="1378" y="1019"/>
                </a:lnTo>
                <a:lnTo>
                  <a:pt x="1379" y="1019"/>
                </a:lnTo>
                <a:lnTo>
                  <a:pt x="1378" y="1018"/>
                </a:lnTo>
                <a:lnTo>
                  <a:pt x="1378" y="1017"/>
                </a:lnTo>
                <a:lnTo>
                  <a:pt x="1377" y="1017"/>
                </a:lnTo>
                <a:lnTo>
                  <a:pt x="1377" y="1016"/>
                </a:lnTo>
                <a:lnTo>
                  <a:pt x="1376" y="1016"/>
                </a:lnTo>
                <a:lnTo>
                  <a:pt x="1376" y="1015"/>
                </a:lnTo>
                <a:lnTo>
                  <a:pt x="1376" y="1014"/>
                </a:lnTo>
                <a:lnTo>
                  <a:pt x="1375" y="1014"/>
                </a:lnTo>
                <a:lnTo>
                  <a:pt x="1374" y="1014"/>
                </a:lnTo>
                <a:lnTo>
                  <a:pt x="1374" y="1013"/>
                </a:lnTo>
                <a:lnTo>
                  <a:pt x="1374" y="1014"/>
                </a:lnTo>
                <a:lnTo>
                  <a:pt x="1373" y="1014"/>
                </a:lnTo>
                <a:lnTo>
                  <a:pt x="1372" y="1014"/>
                </a:lnTo>
                <a:lnTo>
                  <a:pt x="1372" y="1013"/>
                </a:lnTo>
                <a:lnTo>
                  <a:pt x="1372" y="1012"/>
                </a:lnTo>
                <a:lnTo>
                  <a:pt x="1371" y="1012"/>
                </a:lnTo>
                <a:lnTo>
                  <a:pt x="1370" y="1012"/>
                </a:lnTo>
                <a:lnTo>
                  <a:pt x="1369" y="1012"/>
                </a:lnTo>
                <a:lnTo>
                  <a:pt x="1369" y="1011"/>
                </a:lnTo>
                <a:lnTo>
                  <a:pt x="1368" y="1011"/>
                </a:lnTo>
                <a:lnTo>
                  <a:pt x="1367" y="1011"/>
                </a:lnTo>
                <a:lnTo>
                  <a:pt x="1367" y="1010"/>
                </a:lnTo>
                <a:lnTo>
                  <a:pt x="1366" y="1010"/>
                </a:lnTo>
                <a:lnTo>
                  <a:pt x="1365" y="1009"/>
                </a:lnTo>
                <a:lnTo>
                  <a:pt x="1363" y="1009"/>
                </a:lnTo>
                <a:lnTo>
                  <a:pt x="1363" y="1008"/>
                </a:lnTo>
                <a:lnTo>
                  <a:pt x="1363" y="1007"/>
                </a:lnTo>
                <a:lnTo>
                  <a:pt x="1362" y="1007"/>
                </a:lnTo>
                <a:lnTo>
                  <a:pt x="1361" y="1007"/>
                </a:lnTo>
                <a:lnTo>
                  <a:pt x="1360" y="1007"/>
                </a:lnTo>
                <a:lnTo>
                  <a:pt x="1359" y="1007"/>
                </a:lnTo>
                <a:lnTo>
                  <a:pt x="1359" y="1008"/>
                </a:lnTo>
                <a:lnTo>
                  <a:pt x="1359" y="1009"/>
                </a:lnTo>
                <a:lnTo>
                  <a:pt x="1360" y="1009"/>
                </a:lnTo>
                <a:lnTo>
                  <a:pt x="1360" y="1010"/>
                </a:lnTo>
                <a:lnTo>
                  <a:pt x="1359" y="1010"/>
                </a:lnTo>
                <a:lnTo>
                  <a:pt x="1359" y="1011"/>
                </a:lnTo>
                <a:lnTo>
                  <a:pt x="1358" y="1011"/>
                </a:lnTo>
                <a:lnTo>
                  <a:pt x="1357" y="1011"/>
                </a:lnTo>
                <a:lnTo>
                  <a:pt x="1357" y="1012"/>
                </a:lnTo>
                <a:lnTo>
                  <a:pt x="1356" y="1012"/>
                </a:lnTo>
                <a:lnTo>
                  <a:pt x="1356" y="1013"/>
                </a:lnTo>
                <a:lnTo>
                  <a:pt x="1356" y="1014"/>
                </a:lnTo>
                <a:lnTo>
                  <a:pt x="1356" y="1015"/>
                </a:lnTo>
                <a:lnTo>
                  <a:pt x="1356" y="1016"/>
                </a:lnTo>
                <a:lnTo>
                  <a:pt x="1355" y="1016"/>
                </a:lnTo>
                <a:lnTo>
                  <a:pt x="1354" y="1016"/>
                </a:lnTo>
                <a:lnTo>
                  <a:pt x="1354" y="1017"/>
                </a:lnTo>
                <a:lnTo>
                  <a:pt x="1354" y="1018"/>
                </a:lnTo>
                <a:lnTo>
                  <a:pt x="1353" y="1018"/>
                </a:lnTo>
                <a:lnTo>
                  <a:pt x="1352" y="1018"/>
                </a:lnTo>
                <a:lnTo>
                  <a:pt x="1352" y="1017"/>
                </a:lnTo>
                <a:lnTo>
                  <a:pt x="1351" y="1017"/>
                </a:lnTo>
                <a:lnTo>
                  <a:pt x="1351" y="1016"/>
                </a:lnTo>
                <a:lnTo>
                  <a:pt x="1350" y="1016"/>
                </a:lnTo>
                <a:lnTo>
                  <a:pt x="1349" y="1016"/>
                </a:lnTo>
                <a:lnTo>
                  <a:pt x="1348" y="1016"/>
                </a:lnTo>
                <a:lnTo>
                  <a:pt x="1347" y="1016"/>
                </a:lnTo>
                <a:lnTo>
                  <a:pt x="1347" y="1017"/>
                </a:lnTo>
                <a:lnTo>
                  <a:pt x="1346" y="1017"/>
                </a:lnTo>
                <a:lnTo>
                  <a:pt x="1346" y="1018"/>
                </a:lnTo>
                <a:lnTo>
                  <a:pt x="1345" y="1018"/>
                </a:lnTo>
                <a:lnTo>
                  <a:pt x="1344" y="1018"/>
                </a:lnTo>
                <a:lnTo>
                  <a:pt x="1344" y="1019"/>
                </a:lnTo>
                <a:lnTo>
                  <a:pt x="1344" y="1020"/>
                </a:lnTo>
                <a:lnTo>
                  <a:pt x="1344" y="1021"/>
                </a:lnTo>
                <a:lnTo>
                  <a:pt x="1344" y="1022"/>
                </a:lnTo>
                <a:lnTo>
                  <a:pt x="1343" y="1022"/>
                </a:lnTo>
                <a:lnTo>
                  <a:pt x="1343" y="1023"/>
                </a:lnTo>
                <a:lnTo>
                  <a:pt x="1342" y="1023"/>
                </a:lnTo>
                <a:lnTo>
                  <a:pt x="1341" y="1023"/>
                </a:lnTo>
                <a:lnTo>
                  <a:pt x="1341" y="1024"/>
                </a:lnTo>
                <a:lnTo>
                  <a:pt x="1340" y="1024"/>
                </a:lnTo>
                <a:lnTo>
                  <a:pt x="1340" y="1025"/>
                </a:lnTo>
                <a:lnTo>
                  <a:pt x="1340" y="1026"/>
                </a:lnTo>
                <a:lnTo>
                  <a:pt x="1339" y="1026"/>
                </a:lnTo>
                <a:lnTo>
                  <a:pt x="1338" y="1026"/>
                </a:lnTo>
                <a:lnTo>
                  <a:pt x="1337" y="1026"/>
                </a:lnTo>
                <a:lnTo>
                  <a:pt x="1337" y="1027"/>
                </a:lnTo>
                <a:lnTo>
                  <a:pt x="1336" y="1027"/>
                </a:lnTo>
                <a:lnTo>
                  <a:pt x="1336" y="1028"/>
                </a:lnTo>
                <a:lnTo>
                  <a:pt x="1335" y="1028"/>
                </a:lnTo>
                <a:lnTo>
                  <a:pt x="1335" y="1029"/>
                </a:lnTo>
                <a:lnTo>
                  <a:pt x="1334" y="1030"/>
                </a:lnTo>
                <a:lnTo>
                  <a:pt x="1334" y="1031"/>
                </a:lnTo>
                <a:lnTo>
                  <a:pt x="1334" y="1032"/>
                </a:lnTo>
                <a:lnTo>
                  <a:pt x="1333" y="1032"/>
                </a:lnTo>
                <a:lnTo>
                  <a:pt x="1332" y="1032"/>
                </a:lnTo>
                <a:lnTo>
                  <a:pt x="1331" y="1032"/>
                </a:lnTo>
                <a:lnTo>
                  <a:pt x="1331" y="1031"/>
                </a:lnTo>
                <a:lnTo>
                  <a:pt x="1330" y="1031"/>
                </a:lnTo>
                <a:lnTo>
                  <a:pt x="1330" y="1032"/>
                </a:lnTo>
                <a:lnTo>
                  <a:pt x="1329" y="1032"/>
                </a:lnTo>
                <a:lnTo>
                  <a:pt x="1328" y="1033"/>
                </a:lnTo>
                <a:lnTo>
                  <a:pt x="1327" y="1033"/>
                </a:lnTo>
                <a:lnTo>
                  <a:pt x="1327" y="1034"/>
                </a:lnTo>
                <a:lnTo>
                  <a:pt x="1326" y="1035"/>
                </a:lnTo>
                <a:lnTo>
                  <a:pt x="1325" y="1035"/>
                </a:lnTo>
                <a:lnTo>
                  <a:pt x="1323" y="1035"/>
                </a:lnTo>
                <a:lnTo>
                  <a:pt x="1322" y="1035"/>
                </a:lnTo>
                <a:lnTo>
                  <a:pt x="1322" y="1034"/>
                </a:lnTo>
                <a:lnTo>
                  <a:pt x="1321" y="1034"/>
                </a:lnTo>
                <a:lnTo>
                  <a:pt x="1320" y="1034"/>
                </a:lnTo>
                <a:lnTo>
                  <a:pt x="1319" y="1034"/>
                </a:lnTo>
                <a:lnTo>
                  <a:pt x="1319" y="1033"/>
                </a:lnTo>
                <a:lnTo>
                  <a:pt x="1318" y="1033"/>
                </a:lnTo>
                <a:lnTo>
                  <a:pt x="1317" y="1033"/>
                </a:lnTo>
                <a:lnTo>
                  <a:pt x="1316" y="1033"/>
                </a:lnTo>
                <a:lnTo>
                  <a:pt x="1316" y="1032"/>
                </a:lnTo>
                <a:lnTo>
                  <a:pt x="1314" y="1032"/>
                </a:lnTo>
                <a:lnTo>
                  <a:pt x="1313" y="1033"/>
                </a:lnTo>
                <a:lnTo>
                  <a:pt x="1313" y="1032"/>
                </a:lnTo>
                <a:lnTo>
                  <a:pt x="1313" y="1031"/>
                </a:lnTo>
                <a:lnTo>
                  <a:pt x="1312" y="1031"/>
                </a:lnTo>
                <a:lnTo>
                  <a:pt x="1312" y="1030"/>
                </a:lnTo>
                <a:lnTo>
                  <a:pt x="1311" y="1030"/>
                </a:lnTo>
                <a:lnTo>
                  <a:pt x="1311" y="1029"/>
                </a:lnTo>
                <a:lnTo>
                  <a:pt x="1311" y="1028"/>
                </a:lnTo>
                <a:lnTo>
                  <a:pt x="1310" y="1028"/>
                </a:lnTo>
                <a:lnTo>
                  <a:pt x="1309" y="1028"/>
                </a:lnTo>
                <a:lnTo>
                  <a:pt x="1308" y="1028"/>
                </a:lnTo>
                <a:lnTo>
                  <a:pt x="1309" y="1028"/>
                </a:lnTo>
                <a:lnTo>
                  <a:pt x="1309" y="1027"/>
                </a:lnTo>
                <a:lnTo>
                  <a:pt x="1308" y="1027"/>
                </a:lnTo>
                <a:lnTo>
                  <a:pt x="1308" y="1026"/>
                </a:lnTo>
                <a:lnTo>
                  <a:pt x="1307" y="1025"/>
                </a:lnTo>
                <a:lnTo>
                  <a:pt x="1307" y="1024"/>
                </a:lnTo>
                <a:lnTo>
                  <a:pt x="1306" y="1024"/>
                </a:lnTo>
                <a:lnTo>
                  <a:pt x="1306" y="1023"/>
                </a:lnTo>
                <a:lnTo>
                  <a:pt x="1306" y="1022"/>
                </a:lnTo>
                <a:lnTo>
                  <a:pt x="1306" y="1021"/>
                </a:lnTo>
                <a:lnTo>
                  <a:pt x="1306" y="1020"/>
                </a:lnTo>
                <a:lnTo>
                  <a:pt x="1305" y="1020"/>
                </a:lnTo>
                <a:lnTo>
                  <a:pt x="1305" y="1019"/>
                </a:lnTo>
                <a:lnTo>
                  <a:pt x="1305" y="1018"/>
                </a:lnTo>
                <a:lnTo>
                  <a:pt x="1305" y="1016"/>
                </a:lnTo>
                <a:lnTo>
                  <a:pt x="1306" y="1016"/>
                </a:lnTo>
                <a:lnTo>
                  <a:pt x="1306" y="1015"/>
                </a:lnTo>
                <a:lnTo>
                  <a:pt x="1306" y="1014"/>
                </a:lnTo>
                <a:lnTo>
                  <a:pt x="1307" y="1014"/>
                </a:lnTo>
                <a:lnTo>
                  <a:pt x="1307" y="1013"/>
                </a:lnTo>
                <a:lnTo>
                  <a:pt x="1306" y="1013"/>
                </a:lnTo>
                <a:lnTo>
                  <a:pt x="1306" y="1012"/>
                </a:lnTo>
                <a:lnTo>
                  <a:pt x="1306" y="1011"/>
                </a:lnTo>
                <a:lnTo>
                  <a:pt x="1306" y="1010"/>
                </a:lnTo>
                <a:lnTo>
                  <a:pt x="1306" y="1009"/>
                </a:lnTo>
                <a:lnTo>
                  <a:pt x="1305" y="1009"/>
                </a:lnTo>
                <a:lnTo>
                  <a:pt x="1304" y="1010"/>
                </a:lnTo>
                <a:lnTo>
                  <a:pt x="1304" y="1009"/>
                </a:lnTo>
                <a:lnTo>
                  <a:pt x="1303" y="1009"/>
                </a:lnTo>
                <a:lnTo>
                  <a:pt x="1302" y="1009"/>
                </a:lnTo>
                <a:lnTo>
                  <a:pt x="1301" y="1009"/>
                </a:lnTo>
                <a:lnTo>
                  <a:pt x="1301" y="1008"/>
                </a:lnTo>
                <a:lnTo>
                  <a:pt x="1300" y="1008"/>
                </a:lnTo>
                <a:lnTo>
                  <a:pt x="1299" y="1008"/>
                </a:lnTo>
                <a:lnTo>
                  <a:pt x="1299" y="1007"/>
                </a:lnTo>
                <a:lnTo>
                  <a:pt x="1298" y="1007"/>
                </a:lnTo>
                <a:lnTo>
                  <a:pt x="1298" y="1006"/>
                </a:lnTo>
                <a:lnTo>
                  <a:pt x="1297" y="1006"/>
                </a:lnTo>
                <a:lnTo>
                  <a:pt x="1296" y="1006"/>
                </a:lnTo>
                <a:lnTo>
                  <a:pt x="1295" y="1006"/>
                </a:lnTo>
                <a:lnTo>
                  <a:pt x="1295" y="1005"/>
                </a:lnTo>
                <a:lnTo>
                  <a:pt x="1294" y="1005"/>
                </a:lnTo>
                <a:lnTo>
                  <a:pt x="1293" y="1006"/>
                </a:lnTo>
                <a:lnTo>
                  <a:pt x="1294" y="1006"/>
                </a:lnTo>
                <a:lnTo>
                  <a:pt x="1293" y="1006"/>
                </a:lnTo>
                <a:lnTo>
                  <a:pt x="1293" y="1007"/>
                </a:lnTo>
                <a:lnTo>
                  <a:pt x="1292" y="1007"/>
                </a:lnTo>
                <a:lnTo>
                  <a:pt x="1292" y="1008"/>
                </a:lnTo>
                <a:lnTo>
                  <a:pt x="1291" y="1008"/>
                </a:lnTo>
                <a:lnTo>
                  <a:pt x="1290" y="1008"/>
                </a:lnTo>
                <a:lnTo>
                  <a:pt x="1289" y="1009"/>
                </a:lnTo>
                <a:lnTo>
                  <a:pt x="1288" y="1009"/>
                </a:lnTo>
                <a:lnTo>
                  <a:pt x="1287" y="1009"/>
                </a:lnTo>
                <a:lnTo>
                  <a:pt x="1286" y="1009"/>
                </a:lnTo>
                <a:lnTo>
                  <a:pt x="1285" y="1010"/>
                </a:lnTo>
                <a:lnTo>
                  <a:pt x="1285" y="1011"/>
                </a:lnTo>
                <a:lnTo>
                  <a:pt x="1284" y="1011"/>
                </a:lnTo>
                <a:lnTo>
                  <a:pt x="1284" y="1012"/>
                </a:lnTo>
                <a:lnTo>
                  <a:pt x="1283" y="1012"/>
                </a:lnTo>
                <a:lnTo>
                  <a:pt x="1283" y="1011"/>
                </a:lnTo>
                <a:lnTo>
                  <a:pt x="1282" y="1011"/>
                </a:lnTo>
                <a:lnTo>
                  <a:pt x="1282" y="1010"/>
                </a:lnTo>
                <a:lnTo>
                  <a:pt x="1281" y="1009"/>
                </a:lnTo>
                <a:lnTo>
                  <a:pt x="1280" y="1009"/>
                </a:lnTo>
                <a:lnTo>
                  <a:pt x="1279" y="1009"/>
                </a:lnTo>
                <a:lnTo>
                  <a:pt x="1279" y="1008"/>
                </a:lnTo>
                <a:lnTo>
                  <a:pt x="1278" y="1008"/>
                </a:lnTo>
                <a:lnTo>
                  <a:pt x="1277" y="1007"/>
                </a:lnTo>
                <a:lnTo>
                  <a:pt x="1276" y="1007"/>
                </a:lnTo>
                <a:lnTo>
                  <a:pt x="1275" y="1007"/>
                </a:lnTo>
                <a:lnTo>
                  <a:pt x="1274" y="1007"/>
                </a:lnTo>
                <a:lnTo>
                  <a:pt x="1274" y="1008"/>
                </a:lnTo>
                <a:lnTo>
                  <a:pt x="1273" y="1008"/>
                </a:lnTo>
                <a:lnTo>
                  <a:pt x="1272" y="1008"/>
                </a:lnTo>
                <a:lnTo>
                  <a:pt x="1272" y="1009"/>
                </a:lnTo>
                <a:lnTo>
                  <a:pt x="1271" y="1009"/>
                </a:lnTo>
                <a:lnTo>
                  <a:pt x="1269" y="1009"/>
                </a:lnTo>
                <a:lnTo>
                  <a:pt x="1269" y="1008"/>
                </a:lnTo>
                <a:lnTo>
                  <a:pt x="1268" y="1008"/>
                </a:lnTo>
                <a:lnTo>
                  <a:pt x="1268" y="1007"/>
                </a:lnTo>
                <a:lnTo>
                  <a:pt x="1267" y="1007"/>
                </a:lnTo>
                <a:lnTo>
                  <a:pt x="1266" y="1007"/>
                </a:lnTo>
                <a:lnTo>
                  <a:pt x="1266" y="1006"/>
                </a:lnTo>
                <a:lnTo>
                  <a:pt x="1266" y="1007"/>
                </a:lnTo>
                <a:lnTo>
                  <a:pt x="1265" y="1007"/>
                </a:lnTo>
                <a:lnTo>
                  <a:pt x="1265" y="1006"/>
                </a:lnTo>
                <a:lnTo>
                  <a:pt x="1264" y="1006"/>
                </a:lnTo>
                <a:lnTo>
                  <a:pt x="1263" y="1007"/>
                </a:lnTo>
                <a:lnTo>
                  <a:pt x="1262" y="1007"/>
                </a:lnTo>
                <a:lnTo>
                  <a:pt x="1261" y="1007"/>
                </a:lnTo>
                <a:lnTo>
                  <a:pt x="1261" y="1006"/>
                </a:lnTo>
                <a:lnTo>
                  <a:pt x="1260" y="1006"/>
                </a:lnTo>
                <a:lnTo>
                  <a:pt x="1260" y="1005"/>
                </a:lnTo>
                <a:lnTo>
                  <a:pt x="1260" y="1004"/>
                </a:lnTo>
                <a:lnTo>
                  <a:pt x="1260" y="1003"/>
                </a:lnTo>
                <a:lnTo>
                  <a:pt x="1259" y="1003"/>
                </a:lnTo>
                <a:lnTo>
                  <a:pt x="1259" y="1002"/>
                </a:lnTo>
                <a:lnTo>
                  <a:pt x="1258" y="1002"/>
                </a:lnTo>
                <a:lnTo>
                  <a:pt x="1258" y="1001"/>
                </a:lnTo>
                <a:lnTo>
                  <a:pt x="1257" y="1001"/>
                </a:lnTo>
                <a:lnTo>
                  <a:pt x="1257" y="1000"/>
                </a:lnTo>
                <a:lnTo>
                  <a:pt x="1256" y="1000"/>
                </a:lnTo>
                <a:lnTo>
                  <a:pt x="1256" y="999"/>
                </a:lnTo>
                <a:lnTo>
                  <a:pt x="1256" y="998"/>
                </a:lnTo>
                <a:lnTo>
                  <a:pt x="1255" y="998"/>
                </a:lnTo>
                <a:lnTo>
                  <a:pt x="1254" y="998"/>
                </a:lnTo>
                <a:lnTo>
                  <a:pt x="1254" y="999"/>
                </a:lnTo>
                <a:lnTo>
                  <a:pt x="1254" y="998"/>
                </a:lnTo>
                <a:lnTo>
                  <a:pt x="1253" y="998"/>
                </a:lnTo>
                <a:lnTo>
                  <a:pt x="1253" y="997"/>
                </a:lnTo>
                <a:lnTo>
                  <a:pt x="1253" y="996"/>
                </a:lnTo>
                <a:lnTo>
                  <a:pt x="1252" y="996"/>
                </a:lnTo>
                <a:lnTo>
                  <a:pt x="1251" y="996"/>
                </a:lnTo>
                <a:lnTo>
                  <a:pt x="1250" y="996"/>
                </a:lnTo>
                <a:lnTo>
                  <a:pt x="1250" y="997"/>
                </a:lnTo>
                <a:lnTo>
                  <a:pt x="1249" y="997"/>
                </a:lnTo>
                <a:lnTo>
                  <a:pt x="1248" y="997"/>
                </a:lnTo>
                <a:lnTo>
                  <a:pt x="1247" y="997"/>
                </a:lnTo>
                <a:lnTo>
                  <a:pt x="1247" y="996"/>
                </a:lnTo>
                <a:lnTo>
                  <a:pt x="1247" y="997"/>
                </a:lnTo>
                <a:lnTo>
                  <a:pt x="1246" y="997"/>
                </a:lnTo>
                <a:lnTo>
                  <a:pt x="1245" y="997"/>
                </a:lnTo>
                <a:lnTo>
                  <a:pt x="1245" y="998"/>
                </a:lnTo>
                <a:lnTo>
                  <a:pt x="1245" y="997"/>
                </a:lnTo>
                <a:lnTo>
                  <a:pt x="1244" y="997"/>
                </a:lnTo>
                <a:lnTo>
                  <a:pt x="1243" y="996"/>
                </a:lnTo>
                <a:lnTo>
                  <a:pt x="1242" y="996"/>
                </a:lnTo>
                <a:lnTo>
                  <a:pt x="1242" y="995"/>
                </a:lnTo>
                <a:lnTo>
                  <a:pt x="1241" y="995"/>
                </a:lnTo>
                <a:lnTo>
                  <a:pt x="1241" y="994"/>
                </a:lnTo>
                <a:lnTo>
                  <a:pt x="1241" y="993"/>
                </a:lnTo>
                <a:lnTo>
                  <a:pt x="1240" y="993"/>
                </a:lnTo>
                <a:lnTo>
                  <a:pt x="1240" y="992"/>
                </a:lnTo>
                <a:lnTo>
                  <a:pt x="1239" y="992"/>
                </a:lnTo>
                <a:lnTo>
                  <a:pt x="1238" y="992"/>
                </a:lnTo>
                <a:lnTo>
                  <a:pt x="1237" y="991"/>
                </a:lnTo>
                <a:lnTo>
                  <a:pt x="1237" y="992"/>
                </a:lnTo>
                <a:lnTo>
                  <a:pt x="1237" y="991"/>
                </a:lnTo>
                <a:lnTo>
                  <a:pt x="1235" y="991"/>
                </a:lnTo>
                <a:lnTo>
                  <a:pt x="1235" y="992"/>
                </a:lnTo>
                <a:lnTo>
                  <a:pt x="1234" y="992"/>
                </a:lnTo>
                <a:lnTo>
                  <a:pt x="1234" y="993"/>
                </a:lnTo>
                <a:lnTo>
                  <a:pt x="1235" y="993"/>
                </a:lnTo>
                <a:lnTo>
                  <a:pt x="1235" y="994"/>
                </a:lnTo>
                <a:lnTo>
                  <a:pt x="1235" y="995"/>
                </a:lnTo>
                <a:lnTo>
                  <a:pt x="1234" y="995"/>
                </a:lnTo>
                <a:lnTo>
                  <a:pt x="1234" y="996"/>
                </a:lnTo>
                <a:lnTo>
                  <a:pt x="1233" y="996"/>
                </a:lnTo>
                <a:lnTo>
                  <a:pt x="1233" y="997"/>
                </a:lnTo>
                <a:lnTo>
                  <a:pt x="1232" y="997"/>
                </a:lnTo>
                <a:lnTo>
                  <a:pt x="1232" y="998"/>
                </a:lnTo>
                <a:lnTo>
                  <a:pt x="1232" y="997"/>
                </a:lnTo>
                <a:lnTo>
                  <a:pt x="1231" y="997"/>
                </a:lnTo>
                <a:lnTo>
                  <a:pt x="1231" y="996"/>
                </a:lnTo>
                <a:lnTo>
                  <a:pt x="1230" y="996"/>
                </a:lnTo>
                <a:lnTo>
                  <a:pt x="1229" y="996"/>
                </a:lnTo>
                <a:lnTo>
                  <a:pt x="1228" y="996"/>
                </a:lnTo>
                <a:lnTo>
                  <a:pt x="1228" y="997"/>
                </a:lnTo>
                <a:lnTo>
                  <a:pt x="1227" y="997"/>
                </a:lnTo>
                <a:lnTo>
                  <a:pt x="1227" y="998"/>
                </a:lnTo>
                <a:lnTo>
                  <a:pt x="1226" y="998"/>
                </a:lnTo>
                <a:lnTo>
                  <a:pt x="1225" y="998"/>
                </a:lnTo>
                <a:lnTo>
                  <a:pt x="1224" y="998"/>
                </a:lnTo>
                <a:lnTo>
                  <a:pt x="1224" y="997"/>
                </a:lnTo>
                <a:lnTo>
                  <a:pt x="1224" y="996"/>
                </a:lnTo>
                <a:lnTo>
                  <a:pt x="1224" y="995"/>
                </a:lnTo>
                <a:lnTo>
                  <a:pt x="1223" y="995"/>
                </a:lnTo>
                <a:lnTo>
                  <a:pt x="1223" y="994"/>
                </a:lnTo>
                <a:lnTo>
                  <a:pt x="1223" y="995"/>
                </a:lnTo>
                <a:lnTo>
                  <a:pt x="1223" y="994"/>
                </a:lnTo>
                <a:lnTo>
                  <a:pt x="1222" y="994"/>
                </a:lnTo>
                <a:lnTo>
                  <a:pt x="1221" y="994"/>
                </a:lnTo>
                <a:lnTo>
                  <a:pt x="1221" y="993"/>
                </a:lnTo>
                <a:lnTo>
                  <a:pt x="1220" y="993"/>
                </a:lnTo>
                <a:lnTo>
                  <a:pt x="1220" y="992"/>
                </a:lnTo>
                <a:lnTo>
                  <a:pt x="1219" y="992"/>
                </a:lnTo>
                <a:lnTo>
                  <a:pt x="1219" y="991"/>
                </a:lnTo>
                <a:lnTo>
                  <a:pt x="1219" y="992"/>
                </a:lnTo>
                <a:lnTo>
                  <a:pt x="1218" y="992"/>
                </a:lnTo>
                <a:lnTo>
                  <a:pt x="1217" y="992"/>
                </a:lnTo>
                <a:lnTo>
                  <a:pt x="1216" y="992"/>
                </a:lnTo>
                <a:lnTo>
                  <a:pt x="1215" y="992"/>
                </a:lnTo>
                <a:lnTo>
                  <a:pt x="1213" y="992"/>
                </a:lnTo>
                <a:lnTo>
                  <a:pt x="1212" y="992"/>
                </a:lnTo>
                <a:lnTo>
                  <a:pt x="1212" y="993"/>
                </a:lnTo>
                <a:lnTo>
                  <a:pt x="1211" y="993"/>
                </a:lnTo>
                <a:lnTo>
                  <a:pt x="1211" y="992"/>
                </a:lnTo>
                <a:lnTo>
                  <a:pt x="1210" y="992"/>
                </a:lnTo>
                <a:lnTo>
                  <a:pt x="1210" y="991"/>
                </a:lnTo>
                <a:lnTo>
                  <a:pt x="1210" y="990"/>
                </a:lnTo>
                <a:lnTo>
                  <a:pt x="1209" y="990"/>
                </a:lnTo>
                <a:lnTo>
                  <a:pt x="1208" y="990"/>
                </a:lnTo>
                <a:lnTo>
                  <a:pt x="1208" y="989"/>
                </a:lnTo>
                <a:lnTo>
                  <a:pt x="1208" y="988"/>
                </a:lnTo>
                <a:lnTo>
                  <a:pt x="1207" y="988"/>
                </a:lnTo>
                <a:lnTo>
                  <a:pt x="1207" y="987"/>
                </a:lnTo>
                <a:lnTo>
                  <a:pt x="1206" y="987"/>
                </a:lnTo>
                <a:lnTo>
                  <a:pt x="1205" y="987"/>
                </a:lnTo>
                <a:lnTo>
                  <a:pt x="1205" y="988"/>
                </a:lnTo>
                <a:lnTo>
                  <a:pt x="1205" y="987"/>
                </a:lnTo>
                <a:lnTo>
                  <a:pt x="1204" y="987"/>
                </a:lnTo>
                <a:lnTo>
                  <a:pt x="1204" y="986"/>
                </a:lnTo>
                <a:lnTo>
                  <a:pt x="1203" y="986"/>
                </a:lnTo>
                <a:lnTo>
                  <a:pt x="1202" y="986"/>
                </a:lnTo>
                <a:lnTo>
                  <a:pt x="1201" y="986"/>
                </a:lnTo>
                <a:lnTo>
                  <a:pt x="1200" y="985"/>
                </a:lnTo>
                <a:lnTo>
                  <a:pt x="1200" y="986"/>
                </a:lnTo>
                <a:lnTo>
                  <a:pt x="1200" y="987"/>
                </a:lnTo>
                <a:lnTo>
                  <a:pt x="1199" y="987"/>
                </a:lnTo>
                <a:lnTo>
                  <a:pt x="1198" y="987"/>
                </a:lnTo>
                <a:lnTo>
                  <a:pt x="1198" y="988"/>
                </a:lnTo>
                <a:lnTo>
                  <a:pt x="1197" y="988"/>
                </a:lnTo>
                <a:lnTo>
                  <a:pt x="1198" y="988"/>
                </a:lnTo>
                <a:lnTo>
                  <a:pt x="1198" y="989"/>
                </a:lnTo>
                <a:lnTo>
                  <a:pt x="1199" y="989"/>
                </a:lnTo>
                <a:lnTo>
                  <a:pt x="1199" y="990"/>
                </a:lnTo>
                <a:lnTo>
                  <a:pt x="1198" y="990"/>
                </a:lnTo>
                <a:lnTo>
                  <a:pt x="1198" y="991"/>
                </a:lnTo>
                <a:lnTo>
                  <a:pt x="1197" y="991"/>
                </a:lnTo>
                <a:lnTo>
                  <a:pt x="1197" y="992"/>
                </a:lnTo>
                <a:lnTo>
                  <a:pt x="1196" y="992"/>
                </a:lnTo>
                <a:lnTo>
                  <a:pt x="1195" y="992"/>
                </a:lnTo>
                <a:lnTo>
                  <a:pt x="1194" y="992"/>
                </a:lnTo>
                <a:lnTo>
                  <a:pt x="1194" y="993"/>
                </a:lnTo>
                <a:lnTo>
                  <a:pt x="1193" y="993"/>
                </a:lnTo>
                <a:lnTo>
                  <a:pt x="1193" y="994"/>
                </a:lnTo>
                <a:lnTo>
                  <a:pt x="1192" y="994"/>
                </a:lnTo>
                <a:lnTo>
                  <a:pt x="1192" y="993"/>
                </a:lnTo>
                <a:lnTo>
                  <a:pt x="1191" y="993"/>
                </a:lnTo>
                <a:lnTo>
                  <a:pt x="1190" y="993"/>
                </a:lnTo>
                <a:lnTo>
                  <a:pt x="1189" y="993"/>
                </a:lnTo>
                <a:lnTo>
                  <a:pt x="1188" y="993"/>
                </a:lnTo>
                <a:lnTo>
                  <a:pt x="1187" y="993"/>
                </a:lnTo>
                <a:lnTo>
                  <a:pt x="1187" y="994"/>
                </a:lnTo>
                <a:lnTo>
                  <a:pt x="1186" y="994"/>
                </a:lnTo>
                <a:lnTo>
                  <a:pt x="1186" y="995"/>
                </a:lnTo>
                <a:lnTo>
                  <a:pt x="1185" y="995"/>
                </a:lnTo>
                <a:lnTo>
                  <a:pt x="1185" y="994"/>
                </a:lnTo>
                <a:lnTo>
                  <a:pt x="1184" y="994"/>
                </a:lnTo>
                <a:lnTo>
                  <a:pt x="1183" y="994"/>
                </a:lnTo>
                <a:lnTo>
                  <a:pt x="1183" y="995"/>
                </a:lnTo>
                <a:lnTo>
                  <a:pt x="1182" y="995"/>
                </a:lnTo>
                <a:lnTo>
                  <a:pt x="1181" y="995"/>
                </a:lnTo>
                <a:lnTo>
                  <a:pt x="1180" y="995"/>
                </a:lnTo>
                <a:lnTo>
                  <a:pt x="1179" y="995"/>
                </a:lnTo>
                <a:lnTo>
                  <a:pt x="1179" y="996"/>
                </a:lnTo>
                <a:lnTo>
                  <a:pt x="1179" y="997"/>
                </a:lnTo>
                <a:lnTo>
                  <a:pt x="1179" y="996"/>
                </a:lnTo>
                <a:lnTo>
                  <a:pt x="1179" y="997"/>
                </a:lnTo>
                <a:lnTo>
                  <a:pt x="1178" y="997"/>
                </a:lnTo>
                <a:lnTo>
                  <a:pt x="1178" y="998"/>
                </a:lnTo>
                <a:lnTo>
                  <a:pt x="1177" y="998"/>
                </a:lnTo>
                <a:lnTo>
                  <a:pt x="1177" y="999"/>
                </a:lnTo>
                <a:lnTo>
                  <a:pt x="1177" y="1000"/>
                </a:lnTo>
                <a:lnTo>
                  <a:pt x="1176" y="1000"/>
                </a:lnTo>
                <a:lnTo>
                  <a:pt x="1175" y="1000"/>
                </a:lnTo>
                <a:lnTo>
                  <a:pt x="1175" y="1001"/>
                </a:lnTo>
                <a:lnTo>
                  <a:pt x="1174" y="1001"/>
                </a:lnTo>
                <a:lnTo>
                  <a:pt x="1174" y="1002"/>
                </a:lnTo>
                <a:lnTo>
                  <a:pt x="1175" y="1002"/>
                </a:lnTo>
                <a:lnTo>
                  <a:pt x="1174" y="1002"/>
                </a:lnTo>
                <a:lnTo>
                  <a:pt x="1174" y="1003"/>
                </a:lnTo>
                <a:lnTo>
                  <a:pt x="1173" y="1003"/>
                </a:lnTo>
                <a:lnTo>
                  <a:pt x="1173" y="1004"/>
                </a:lnTo>
                <a:lnTo>
                  <a:pt x="1172" y="1004"/>
                </a:lnTo>
                <a:lnTo>
                  <a:pt x="1171" y="1004"/>
                </a:lnTo>
                <a:lnTo>
                  <a:pt x="1171" y="1003"/>
                </a:lnTo>
                <a:lnTo>
                  <a:pt x="1170" y="1003"/>
                </a:lnTo>
                <a:lnTo>
                  <a:pt x="1170" y="1004"/>
                </a:lnTo>
                <a:lnTo>
                  <a:pt x="1170" y="1005"/>
                </a:lnTo>
                <a:lnTo>
                  <a:pt x="1169" y="1005"/>
                </a:lnTo>
                <a:lnTo>
                  <a:pt x="1169" y="1006"/>
                </a:lnTo>
                <a:lnTo>
                  <a:pt x="1168" y="1006"/>
                </a:lnTo>
                <a:lnTo>
                  <a:pt x="1168" y="1007"/>
                </a:lnTo>
                <a:lnTo>
                  <a:pt x="1167" y="1007"/>
                </a:lnTo>
                <a:lnTo>
                  <a:pt x="1167" y="1008"/>
                </a:lnTo>
                <a:lnTo>
                  <a:pt x="1166" y="1009"/>
                </a:lnTo>
                <a:lnTo>
                  <a:pt x="1166" y="1010"/>
                </a:lnTo>
                <a:lnTo>
                  <a:pt x="1165" y="1010"/>
                </a:lnTo>
                <a:lnTo>
                  <a:pt x="1165" y="1011"/>
                </a:lnTo>
                <a:lnTo>
                  <a:pt x="1166" y="1011"/>
                </a:lnTo>
                <a:lnTo>
                  <a:pt x="1166" y="1012"/>
                </a:lnTo>
                <a:lnTo>
                  <a:pt x="1166" y="1013"/>
                </a:lnTo>
                <a:lnTo>
                  <a:pt x="1165" y="1013"/>
                </a:lnTo>
                <a:lnTo>
                  <a:pt x="1164" y="1013"/>
                </a:lnTo>
                <a:lnTo>
                  <a:pt x="1164" y="1014"/>
                </a:lnTo>
                <a:lnTo>
                  <a:pt x="1164" y="1015"/>
                </a:lnTo>
                <a:lnTo>
                  <a:pt x="1164" y="1016"/>
                </a:lnTo>
                <a:lnTo>
                  <a:pt x="1164" y="1017"/>
                </a:lnTo>
                <a:lnTo>
                  <a:pt x="1164" y="1018"/>
                </a:lnTo>
                <a:lnTo>
                  <a:pt x="1163" y="1018"/>
                </a:lnTo>
                <a:lnTo>
                  <a:pt x="1163" y="1019"/>
                </a:lnTo>
                <a:lnTo>
                  <a:pt x="1163" y="1020"/>
                </a:lnTo>
                <a:lnTo>
                  <a:pt x="1162" y="1020"/>
                </a:lnTo>
                <a:lnTo>
                  <a:pt x="1162" y="1021"/>
                </a:lnTo>
                <a:lnTo>
                  <a:pt x="1161" y="1021"/>
                </a:lnTo>
                <a:lnTo>
                  <a:pt x="1161" y="1022"/>
                </a:lnTo>
                <a:lnTo>
                  <a:pt x="1160" y="1022"/>
                </a:lnTo>
                <a:lnTo>
                  <a:pt x="1160" y="1023"/>
                </a:lnTo>
                <a:lnTo>
                  <a:pt x="1160" y="1024"/>
                </a:lnTo>
                <a:lnTo>
                  <a:pt x="1159" y="1024"/>
                </a:lnTo>
                <a:lnTo>
                  <a:pt x="1158" y="1024"/>
                </a:lnTo>
                <a:lnTo>
                  <a:pt x="1158" y="1026"/>
                </a:lnTo>
                <a:lnTo>
                  <a:pt x="1158" y="1027"/>
                </a:lnTo>
                <a:lnTo>
                  <a:pt x="1158" y="1028"/>
                </a:lnTo>
                <a:lnTo>
                  <a:pt x="1157" y="1028"/>
                </a:lnTo>
                <a:lnTo>
                  <a:pt x="1156" y="1028"/>
                </a:lnTo>
                <a:lnTo>
                  <a:pt x="1156" y="1029"/>
                </a:lnTo>
                <a:lnTo>
                  <a:pt x="1155" y="1030"/>
                </a:lnTo>
                <a:lnTo>
                  <a:pt x="1153" y="1030"/>
                </a:lnTo>
                <a:lnTo>
                  <a:pt x="1152" y="1030"/>
                </a:lnTo>
                <a:lnTo>
                  <a:pt x="1152" y="1031"/>
                </a:lnTo>
                <a:lnTo>
                  <a:pt x="1151" y="1031"/>
                </a:lnTo>
                <a:lnTo>
                  <a:pt x="1150" y="1031"/>
                </a:lnTo>
                <a:lnTo>
                  <a:pt x="1150" y="1032"/>
                </a:lnTo>
                <a:lnTo>
                  <a:pt x="1149" y="1032"/>
                </a:lnTo>
                <a:lnTo>
                  <a:pt x="1148" y="1032"/>
                </a:lnTo>
                <a:lnTo>
                  <a:pt x="1147" y="1032"/>
                </a:lnTo>
                <a:lnTo>
                  <a:pt x="1146" y="1032"/>
                </a:lnTo>
                <a:lnTo>
                  <a:pt x="1146" y="1033"/>
                </a:lnTo>
                <a:lnTo>
                  <a:pt x="1146" y="1034"/>
                </a:lnTo>
                <a:lnTo>
                  <a:pt x="1145" y="1034"/>
                </a:lnTo>
                <a:lnTo>
                  <a:pt x="1145" y="1035"/>
                </a:lnTo>
                <a:lnTo>
                  <a:pt x="1145" y="1036"/>
                </a:lnTo>
                <a:lnTo>
                  <a:pt x="1144" y="1036"/>
                </a:lnTo>
                <a:lnTo>
                  <a:pt x="1143" y="1037"/>
                </a:lnTo>
                <a:lnTo>
                  <a:pt x="1143" y="1038"/>
                </a:lnTo>
                <a:lnTo>
                  <a:pt x="1142" y="1038"/>
                </a:lnTo>
                <a:lnTo>
                  <a:pt x="1141" y="1038"/>
                </a:lnTo>
                <a:lnTo>
                  <a:pt x="1140" y="1038"/>
                </a:lnTo>
                <a:lnTo>
                  <a:pt x="1140" y="1039"/>
                </a:lnTo>
                <a:lnTo>
                  <a:pt x="1140" y="1040"/>
                </a:lnTo>
                <a:lnTo>
                  <a:pt x="1140" y="1041"/>
                </a:lnTo>
                <a:lnTo>
                  <a:pt x="1139" y="1041"/>
                </a:lnTo>
                <a:lnTo>
                  <a:pt x="1139" y="1042"/>
                </a:lnTo>
                <a:lnTo>
                  <a:pt x="1139" y="1043"/>
                </a:lnTo>
                <a:lnTo>
                  <a:pt x="1138" y="1043"/>
                </a:lnTo>
                <a:lnTo>
                  <a:pt x="1138" y="1044"/>
                </a:lnTo>
                <a:lnTo>
                  <a:pt x="1139" y="1044"/>
                </a:lnTo>
                <a:lnTo>
                  <a:pt x="1139" y="1045"/>
                </a:lnTo>
                <a:lnTo>
                  <a:pt x="1139" y="1046"/>
                </a:lnTo>
                <a:lnTo>
                  <a:pt x="1139" y="1047"/>
                </a:lnTo>
                <a:lnTo>
                  <a:pt x="1140" y="1047"/>
                </a:lnTo>
                <a:lnTo>
                  <a:pt x="1139" y="1047"/>
                </a:lnTo>
                <a:lnTo>
                  <a:pt x="1139" y="1048"/>
                </a:lnTo>
                <a:lnTo>
                  <a:pt x="1138" y="1048"/>
                </a:lnTo>
                <a:lnTo>
                  <a:pt x="1137" y="1048"/>
                </a:lnTo>
                <a:lnTo>
                  <a:pt x="1136" y="1048"/>
                </a:lnTo>
                <a:lnTo>
                  <a:pt x="1136" y="1049"/>
                </a:lnTo>
                <a:lnTo>
                  <a:pt x="1136" y="1050"/>
                </a:lnTo>
                <a:lnTo>
                  <a:pt x="1135" y="1050"/>
                </a:lnTo>
                <a:lnTo>
                  <a:pt x="1135" y="1051"/>
                </a:lnTo>
                <a:lnTo>
                  <a:pt x="1135" y="1052"/>
                </a:lnTo>
                <a:lnTo>
                  <a:pt x="1134" y="1052"/>
                </a:lnTo>
                <a:lnTo>
                  <a:pt x="1134" y="1053"/>
                </a:lnTo>
                <a:lnTo>
                  <a:pt x="1135" y="1053"/>
                </a:lnTo>
                <a:lnTo>
                  <a:pt x="1135" y="1054"/>
                </a:lnTo>
                <a:lnTo>
                  <a:pt x="1134" y="1054"/>
                </a:lnTo>
                <a:lnTo>
                  <a:pt x="1133" y="1054"/>
                </a:lnTo>
                <a:lnTo>
                  <a:pt x="1133" y="1055"/>
                </a:lnTo>
                <a:lnTo>
                  <a:pt x="1132" y="1055"/>
                </a:lnTo>
                <a:lnTo>
                  <a:pt x="1132" y="1056"/>
                </a:lnTo>
                <a:lnTo>
                  <a:pt x="1131" y="1056"/>
                </a:lnTo>
                <a:lnTo>
                  <a:pt x="1131" y="1057"/>
                </a:lnTo>
                <a:lnTo>
                  <a:pt x="1130" y="1057"/>
                </a:lnTo>
                <a:lnTo>
                  <a:pt x="1130" y="1058"/>
                </a:lnTo>
                <a:lnTo>
                  <a:pt x="1129" y="1058"/>
                </a:lnTo>
                <a:lnTo>
                  <a:pt x="1129" y="1059"/>
                </a:lnTo>
                <a:lnTo>
                  <a:pt x="1129" y="1060"/>
                </a:lnTo>
                <a:lnTo>
                  <a:pt x="1129" y="1061"/>
                </a:lnTo>
                <a:lnTo>
                  <a:pt x="1130" y="1061"/>
                </a:lnTo>
                <a:lnTo>
                  <a:pt x="1130" y="1062"/>
                </a:lnTo>
                <a:lnTo>
                  <a:pt x="1131" y="1062"/>
                </a:lnTo>
                <a:lnTo>
                  <a:pt x="1131" y="1063"/>
                </a:lnTo>
                <a:lnTo>
                  <a:pt x="1132" y="1063"/>
                </a:lnTo>
                <a:lnTo>
                  <a:pt x="1132" y="1064"/>
                </a:lnTo>
                <a:lnTo>
                  <a:pt x="1131" y="1064"/>
                </a:lnTo>
                <a:lnTo>
                  <a:pt x="1132" y="1064"/>
                </a:lnTo>
                <a:lnTo>
                  <a:pt x="1132" y="1065"/>
                </a:lnTo>
                <a:lnTo>
                  <a:pt x="1133" y="1065"/>
                </a:lnTo>
                <a:lnTo>
                  <a:pt x="1132" y="1065"/>
                </a:lnTo>
                <a:lnTo>
                  <a:pt x="1133" y="1065"/>
                </a:lnTo>
                <a:lnTo>
                  <a:pt x="1132" y="1065"/>
                </a:lnTo>
                <a:lnTo>
                  <a:pt x="1132" y="1066"/>
                </a:lnTo>
                <a:lnTo>
                  <a:pt x="1132" y="1067"/>
                </a:lnTo>
                <a:lnTo>
                  <a:pt x="1131" y="1067"/>
                </a:lnTo>
                <a:lnTo>
                  <a:pt x="1131" y="1068"/>
                </a:lnTo>
                <a:lnTo>
                  <a:pt x="1130" y="1068"/>
                </a:lnTo>
                <a:lnTo>
                  <a:pt x="1130" y="1069"/>
                </a:lnTo>
                <a:lnTo>
                  <a:pt x="1129" y="1069"/>
                </a:lnTo>
                <a:lnTo>
                  <a:pt x="1128" y="1069"/>
                </a:lnTo>
                <a:lnTo>
                  <a:pt x="1127" y="1069"/>
                </a:lnTo>
                <a:lnTo>
                  <a:pt x="1127" y="1070"/>
                </a:lnTo>
                <a:lnTo>
                  <a:pt x="1127" y="1071"/>
                </a:lnTo>
                <a:lnTo>
                  <a:pt x="1126" y="1071"/>
                </a:lnTo>
                <a:lnTo>
                  <a:pt x="1126" y="1072"/>
                </a:lnTo>
                <a:lnTo>
                  <a:pt x="1127" y="1072"/>
                </a:lnTo>
                <a:lnTo>
                  <a:pt x="1127" y="1073"/>
                </a:lnTo>
                <a:lnTo>
                  <a:pt x="1126" y="1073"/>
                </a:lnTo>
                <a:lnTo>
                  <a:pt x="1126" y="1074"/>
                </a:lnTo>
                <a:lnTo>
                  <a:pt x="1127" y="1074"/>
                </a:lnTo>
                <a:lnTo>
                  <a:pt x="1127" y="1075"/>
                </a:lnTo>
                <a:lnTo>
                  <a:pt x="1127" y="1076"/>
                </a:lnTo>
                <a:lnTo>
                  <a:pt x="1128" y="1077"/>
                </a:lnTo>
                <a:lnTo>
                  <a:pt x="1128" y="1078"/>
                </a:lnTo>
                <a:lnTo>
                  <a:pt x="1128" y="1079"/>
                </a:lnTo>
                <a:lnTo>
                  <a:pt x="1128" y="1081"/>
                </a:lnTo>
                <a:lnTo>
                  <a:pt x="1128" y="1082"/>
                </a:lnTo>
                <a:lnTo>
                  <a:pt x="1129" y="1083"/>
                </a:lnTo>
                <a:lnTo>
                  <a:pt x="1130" y="1083"/>
                </a:lnTo>
                <a:lnTo>
                  <a:pt x="1130" y="1084"/>
                </a:lnTo>
                <a:lnTo>
                  <a:pt x="1130" y="1085"/>
                </a:lnTo>
                <a:lnTo>
                  <a:pt x="1130" y="1086"/>
                </a:lnTo>
                <a:lnTo>
                  <a:pt x="1130" y="1087"/>
                </a:lnTo>
                <a:lnTo>
                  <a:pt x="1130" y="1088"/>
                </a:lnTo>
                <a:lnTo>
                  <a:pt x="1130" y="1089"/>
                </a:lnTo>
                <a:lnTo>
                  <a:pt x="1129" y="1089"/>
                </a:lnTo>
                <a:lnTo>
                  <a:pt x="1129" y="1090"/>
                </a:lnTo>
                <a:lnTo>
                  <a:pt x="1128" y="1091"/>
                </a:lnTo>
                <a:lnTo>
                  <a:pt x="1128" y="1092"/>
                </a:lnTo>
                <a:lnTo>
                  <a:pt x="1127" y="1093"/>
                </a:lnTo>
                <a:lnTo>
                  <a:pt x="1127" y="1094"/>
                </a:lnTo>
                <a:lnTo>
                  <a:pt x="1127" y="1095"/>
                </a:lnTo>
                <a:lnTo>
                  <a:pt x="1126" y="1096"/>
                </a:lnTo>
                <a:lnTo>
                  <a:pt x="1126" y="1097"/>
                </a:lnTo>
                <a:lnTo>
                  <a:pt x="1125" y="1097"/>
                </a:lnTo>
                <a:lnTo>
                  <a:pt x="1124" y="1098"/>
                </a:lnTo>
                <a:lnTo>
                  <a:pt x="1124" y="1099"/>
                </a:lnTo>
                <a:lnTo>
                  <a:pt x="1123" y="1100"/>
                </a:lnTo>
                <a:lnTo>
                  <a:pt x="1122" y="1100"/>
                </a:lnTo>
                <a:lnTo>
                  <a:pt x="1122" y="1101"/>
                </a:lnTo>
                <a:lnTo>
                  <a:pt x="1121" y="1101"/>
                </a:lnTo>
                <a:lnTo>
                  <a:pt x="1120" y="1101"/>
                </a:lnTo>
                <a:lnTo>
                  <a:pt x="1120" y="1102"/>
                </a:lnTo>
                <a:lnTo>
                  <a:pt x="1119" y="1103"/>
                </a:lnTo>
                <a:lnTo>
                  <a:pt x="1118" y="1103"/>
                </a:lnTo>
                <a:lnTo>
                  <a:pt x="1118" y="1104"/>
                </a:lnTo>
                <a:lnTo>
                  <a:pt x="1118" y="1105"/>
                </a:lnTo>
                <a:lnTo>
                  <a:pt x="1118" y="1107"/>
                </a:lnTo>
                <a:lnTo>
                  <a:pt x="1117" y="1107"/>
                </a:lnTo>
                <a:lnTo>
                  <a:pt x="1117" y="1108"/>
                </a:lnTo>
                <a:lnTo>
                  <a:pt x="1117" y="1109"/>
                </a:lnTo>
                <a:lnTo>
                  <a:pt x="1116" y="1109"/>
                </a:lnTo>
                <a:lnTo>
                  <a:pt x="1115" y="1109"/>
                </a:lnTo>
                <a:lnTo>
                  <a:pt x="1115" y="1108"/>
                </a:lnTo>
                <a:lnTo>
                  <a:pt x="1114" y="1108"/>
                </a:lnTo>
                <a:lnTo>
                  <a:pt x="1114" y="1107"/>
                </a:lnTo>
                <a:lnTo>
                  <a:pt x="1113" y="1107"/>
                </a:lnTo>
                <a:lnTo>
                  <a:pt x="1113" y="1106"/>
                </a:lnTo>
                <a:lnTo>
                  <a:pt x="1112" y="1106"/>
                </a:lnTo>
                <a:lnTo>
                  <a:pt x="1112" y="1105"/>
                </a:lnTo>
                <a:lnTo>
                  <a:pt x="1111" y="1105"/>
                </a:lnTo>
                <a:lnTo>
                  <a:pt x="1111" y="1104"/>
                </a:lnTo>
                <a:lnTo>
                  <a:pt x="1110" y="1103"/>
                </a:lnTo>
                <a:lnTo>
                  <a:pt x="1109" y="1103"/>
                </a:lnTo>
                <a:lnTo>
                  <a:pt x="1109" y="1102"/>
                </a:lnTo>
                <a:lnTo>
                  <a:pt x="1108" y="1102"/>
                </a:lnTo>
                <a:lnTo>
                  <a:pt x="1107" y="1102"/>
                </a:lnTo>
                <a:lnTo>
                  <a:pt x="1107" y="1101"/>
                </a:lnTo>
                <a:lnTo>
                  <a:pt x="1106" y="1101"/>
                </a:lnTo>
                <a:lnTo>
                  <a:pt x="1107" y="1100"/>
                </a:lnTo>
                <a:lnTo>
                  <a:pt x="1107" y="1099"/>
                </a:lnTo>
                <a:lnTo>
                  <a:pt x="1107" y="1098"/>
                </a:lnTo>
                <a:lnTo>
                  <a:pt x="1108" y="1098"/>
                </a:lnTo>
                <a:lnTo>
                  <a:pt x="1108" y="1097"/>
                </a:lnTo>
                <a:lnTo>
                  <a:pt x="1107" y="1097"/>
                </a:lnTo>
                <a:lnTo>
                  <a:pt x="1107" y="1096"/>
                </a:lnTo>
                <a:lnTo>
                  <a:pt x="1107" y="1095"/>
                </a:lnTo>
                <a:lnTo>
                  <a:pt x="1106" y="1095"/>
                </a:lnTo>
                <a:lnTo>
                  <a:pt x="1106" y="1094"/>
                </a:lnTo>
                <a:lnTo>
                  <a:pt x="1105" y="1094"/>
                </a:lnTo>
                <a:lnTo>
                  <a:pt x="1104" y="1094"/>
                </a:lnTo>
                <a:lnTo>
                  <a:pt x="1104" y="1093"/>
                </a:lnTo>
                <a:lnTo>
                  <a:pt x="1103" y="1093"/>
                </a:lnTo>
                <a:lnTo>
                  <a:pt x="1103" y="1092"/>
                </a:lnTo>
                <a:lnTo>
                  <a:pt x="1103" y="1091"/>
                </a:lnTo>
                <a:lnTo>
                  <a:pt x="1102" y="1091"/>
                </a:lnTo>
                <a:lnTo>
                  <a:pt x="1102" y="1090"/>
                </a:lnTo>
                <a:lnTo>
                  <a:pt x="1101" y="1090"/>
                </a:lnTo>
                <a:lnTo>
                  <a:pt x="1101" y="1089"/>
                </a:lnTo>
                <a:lnTo>
                  <a:pt x="1101" y="1088"/>
                </a:lnTo>
                <a:lnTo>
                  <a:pt x="1100" y="1088"/>
                </a:lnTo>
                <a:lnTo>
                  <a:pt x="1099" y="1088"/>
                </a:lnTo>
                <a:lnTo>
                  <a:pt x="1098" y="1089"/>
                </a:lnTo>
                <a:lnTo>
                  <a:pt x="1098" y="1088"/>
                </a:lnTo>
                <a:lnTo>
                  <a:pt x="1098" y="1087"/>
                </a:lnTo>
                <a:lnTo>
                  <a:pt x="1097" y="1087"/>
                </a:lnTo>
                <a:lnTo>
                  <a:pt x="1097" y="1086"/>
                </a:lnTo>
                <a:lnTo>
                  <a:pt x="1096" y="1086"/>
                </a:lnTo>
                <a:lnTo>
                  <a:pt x="1097" y="1086"/>
                </a:lnTo>
                <a:lnTo>
                  <a:pt x="1095" y="1086"/>
                </a:lnTo>
                <a:lnTo>
                  <a:pt x="1095" y="1085"/>
                </a:lnTo>
                <a:lnTo>
                  <a:pt x="1095" y="1084"/>
                </a:lnTo>
                <a:lnTo>
                  <a:pt x="1095" y="1083"/>
                </a:lnTo>
                <a:lnTo>
                  <a:pt x="1095" y="1084"/>
                </a:lnTo>
                <a:lnTo>
                  <a:pt x="1094" y="1084"/>
                </a:lnTo>
                <a:lnTo>
                  <a:pt x="1094" y="1083"/>
                </a:lnTo>
                <a:lnTo>
                  <a:pt x="1094" y="1082"/>
                </a:lnTo>
                <a:lnTo>
                  <a:pt x="1093" y="1082"/>
                </a:lnTo>
                <a:lnTo>
                  <a:pt x="1094" y="1082"/>
                </a:lnTo>
                <a:lnTo>
                  <a:pt x="1094" y="1081"/>
                </a:lnTo>
                <a:lnTo>
                  <a:pt x="1093" y="1081"/>
                </a:lnTo>
                <a:lnTo>
                  <a:pt x="1093" y="1080"/>
                </a:lnTo>
                <a:lnTo>
                  <a:pt x="1093" y="1079"/>
                </a:lnTo>
                <a:lnTo>
                  <a:pt x="1092" y="1079"/>
                </a:lnTo>
                <a:lnTo>
                  <a:pt x="1092" y="1078"/>
                </a:lnTo>
                <a:lnTo>
                  <a:pt x="1092" y="1077"/>
                </a:lnTo>
                <a:lnTo>
                  <a:pt x="1093" y="1077"/>
                </a:lnTo>
                <a:lnTo>
                  <a:pt x="1092" y="1077"/>
                </a:lnTo>
                <a:lnTo>
                  <a:pt x="1092" y="1076"/>
                </a:lnTo>
                <a:lnTo>
                  <a:pt x="1093" y="1076"/>
                </a:lnTo>
                <a:lnTo>
                  <a:pt x="1093" y="1075"/>
                </a:lnTo>
                <a:lnTo>
                  <a:pt x="1093" y="1074"/>
                </a:lnTo>
                <a:lnTo>
                  <a:pt x="1093" y="1073"/>
                </a:lnTo>
                <a:lnTo>
                  <a:pt x="1093" y="1072"/>
                </a:lnTo>
                <a:lnTo>
                  <a:pt x="1094" y="1072"/>
                </a:lnTo>
                <a:lnTo>
                  <a:pt x="1094" y="1071"/>
                </a:lnTo>
                <a:lnTo>
                  <a:pt x="1093" y="1071"/>
                </a:lnTo>
                <a:lnTo>
                  <a:pt x="1092" y="1071"/>
                </a:lnTo>
                <a:lnTo>
                  <a:pt x="1092" y="1070"/>
                </a:lnTo>
                <a:lnTo>
                  <a:pt x="1092" y="1069"/>
                </a:lnTo>
                <a:lnTo>
                  <a:pt x="1091" y="1069"/>
                </a:lnTo>
                <a:lnTo>
                  <a:pt x="1092" y="1069"/>
                </a:lnTo>
                <a:lnTo>
                  <a:pt x="1091" y="1069"/>
                </a:lnTo>
                <a:lnTo>
                  <a:pt x="1091" y="1068"/>
                </a:lnTo>
                <a:lnTo>
                  <a:pt x="1092" y="1068"/>
                </a:lnTo>
                <a:lnTo>
                  <a:pt x="1091" y="1068"/>
                </a:lnTo>
                <a:lnTo>
                  <a:pt x="1091" y="1067"/>
                </a:lnTo>
                <a:lnTo>
                  <a:pt x="1090" y="1067"/>
                </a:lnTo>
                <a:lnTo>
                  <a:pt x="1090" y="1066"/>
                </a:lnTo>
                <a:lnTo>
                  <a:pt x="1091" y="1066"/>
                </a:lnTo>
                <a:lnTo>
                  <a:pt x="1092" y="1066"/>
                </a:lnTo>
                <a:lnTo>
                  <a:pt x="1093" y="1066"/>
                </a:lnTo>
                <a:lnTo>
                  <a:pt x="1093" y="1065"/>
                </a:lnTo>
                <a:lnTo>
                  <a:pt x="1093" y="1064"/>
                </a:lnTo>
                <a:lnTo>
                  <a:pt x="1094" y="1064"/>
                </a:lnTo>
                <a:lnTo>
                  <a:pt x="1094" y="1063"/>
                </a:lnTo>
                <a:lnTo>
                  <a:pt x="1095" y="1063"/>
                </a:lnTo>
                <a:lnTo>
                  <a:pt x="1095" y="1062"/>
                </a:lnTo>
                <a:lnTo>
                  <a:pt x="1095" y="1061"/>
                </a:lnTo>
                <a:lnTo>
                  <a:pt x="1095" y="1060"/>
                </a:lnTo>
                <a:lnTo>
                  <a:pt x="1096" y="1060"/>
                </a:lnTo>
                <a:lnTo>
                  <a:pt x="1095" y="1060"/>
                </a:lnTo>
                <a:lnTo>
                  <a:pt x="1095" y="1059"/>
                </a:lnTo>
                <a:lnTo>
                  <a:pt x="1095" y="1058"/>
                </a:lnTo>
                <a:lnTo>
                  <a:pt x="1096" y="1058"/>
                </a:lnTo>
                <a:lnTo>
                  <a:pt x="1096" y="1057"/>
                </a:lnTo>
                <a:lnTo>
                  <a:pt x="1097" y="1057"/>
                </a:lnTo>
                <a:lnTo>
                  <a:pt x="1098" y="1057"/>
                </a:lnTo>
                <a:lnTo>
                  <a:pt x="1098" y="1056"/>
                </a:lnTo>
                <a:lnTo>
                  <a:pt x="1098" y="1055"/>
                </a:lnTo>
                <a:lnTo>
                  <a:pt x="1099" y="1055"/>
                </a:lnTo>
                <a:lnTo>
                  <a:pt x="1099" y="1054"/>
                </a:lnTo>
                <a:lnTo>
                  <a:pt x="1099" y="1053"/>
                </a:lnTo>
                <a:lnTo>
                  <a:pt x="1099" y="1052"/>
                </a:lnTo>
                <a:lnTo>
                  <a:pt x="1099" y="1051"/>
                </a:lnTo>
                <a:lnTo>
                  <a:pt x="1099" y="1050"/>
                </a:lnTo>
                <a:lnTo>
                  <a:pt x="1098" y="1050"/>
                </a:lnTo>
                <a:lnTo>
                  <a:pt x="1098" y="1049"/>
                </a:lnTo>
                <a:lnTo>
                  <a:pt x="1099" y="1049"/>
                </a:lnTo>
                <a:lnTo>
                  <a:pt x="1100" y="1049"/>
                </a:lnTo>
                <a:lnTo>
                  <a:pt x="1100" y="1048"/>
                </a:lnTo>
                <a:lnTo>
                  <a:pt x="1100" y="1047"/>
                </a:lnTo>
                <a:lnTo>
                  <a:pt x="1101" y="1047"/>
                </a:lnTo>
                <a:lnTo>
                  <a:pt x="1100" y="1047"/>
                </a:lnTo>
                <a:lnTo>
                  <a:pt x="1101" y="1046"/>
                </a:lnTo>
                <a:lnTo>
                  <a:pt x="1101" y="1045"/>
                </a:lnTo>
                <a:lnTo>
                  <a:pt x="1101" y="1044"/>
                </a:lnTo>
                <a:lnTo>
                  <a:pt x="1100" y="1044"/>
                </a:lnTo>
                <a:lnTo>
                  <a:pt x="1100" y="1043"/>
                </a:lnTo>
                <a:lnTo>
                  <a:pt x="1100" y="1042"/>
                </a:lnTo>
                <a:lnTo>
                  <a:pt x="1100" y="1041"/>
                </a:lnTo>
                <a:lnTo>
                  <a:pt x="1100" y="1040"/>
                </a:lnTo>
                <a:lnTo>
                  <a:pt x="1101" y="1040"/>
                </a:lnTo>
                <a:lnTo>
                  <a:pt x="1101" y="1039"/>
                </a:lnTo>
                <a:lnTo>
                  <a:pt x="1101" y="1038"/>
                </a:lnTo>
                <a:lnTo>
                  <a:pt x="1101" y="1037"/>
                </a:lnTo>
                <a:lnTo>
                  <a:pt x="1100" y="1037"/>
                </a:lnTo>
                <a:lnTo>
                  <a:pt x="1101" y="1036"/>
                </a:lnTo>
                <a:lnTo>
                  <a:pt x="1102" y="1036"/>
                </a:lnTo>
                <a:lnTo>
                  <a:pt x="1102" y="1035"/>
                </a:lnTo>
                <a:lnTo>
                  <a:pt x="1103" y="1035"/>
                </a:lnTo>
                <a:lnTo>
                  <a:pt x="1103" y="1034"/>
                </a:lnTo>
                <a:lnTo>
                  <a:pt x="1103" y="1033"/>
                </a:lnTo>
                <a:lnTo>
                  <a:pt x="1103" y="1032"/>
                </a:lnTo>
                <a:lnTo>
                  <a:pt x="1104" y="1032"/>
                </a:lnTo>
                <a:lnTo>
                  <a:pt x="1104" y="1031"/>
                </a:lnTo>
                <a:lnTo>
                  <a:pt x="1103" y="1031"/>
                </a:lnTo>
                <a:lnTo>
                  <a:pt x="1103" y="1030"/>
                </a:lnTo>
                <a:lnTo>
                  <a:pt x="1103" y="1029"/>
                </a:lnTo>
                <a:lnTo>
                  <a:pt x="1103" y="1028"/>
                </a:lnTo>
                <a:lnTo>
                  <a:pt x="1103" y="1027"/>
                </a:lnTo>
                <a:lnTo>
                  <a:pt x="1102" y="1027"/>
                </a:lnTo>
                <a:lnTo>
                  <a:pt x="1102" y="1026"/>
                </a:lnTo>
                <a:lnTo>
                  <a:pt x="1102" y="1025"/>
                </a:lnTo>
                <a:lnTo>
                  <a:pt x="1102" y="1024"/>
                </a:lnTo>
                <a:lnTo>
                  <a:pt x="1101" y="1024"/>
                </a:lnTo>
                <a:lnTo>
                  <a:pt x="1101" y="1023"/>
                </a:lnTo>
                <a:lnTo>
                  <a:pt x="1100" y="1023"/>
                </a:lnTo>
                <a:lnTo>
                  <a:pt x="1099" y="1023"/>
                </a:lnTo>
                <a:lnTo>
                  <a:pt x="1098" y="1023"/>
                </a:lnTo>
                <a:lnTo>
                  <a:pt x="1098" y="1022"/>
                </a:lnTo>
                <a:lnTo>
                  <a:pt x="1099" y="1021"/>
                </a:lnTo>
                <a:lnTo>
                  <a:pt x="1099" y="1020"/>
                </a:lnTo>
                <a:lnTo>
                  <a:pt x="1099" y="1019"/>
                </a:lnTo>
                <a:lnTo>
                  <a:pt x="1099" y="1018"/>
                </a:lnTo>
                <a:lnTo>
                  <a:pt x="1099" y="1017"/>
                </a:lnTo>
                <a:lnTo>
                  <a:pt x="1099" y="1016"/>
                </a:lnTo>
                <a:lnTo>
                  <a:pt x="1099" y="1015"/>
                </a:lnTo>
                <a:lnTo>
                  <a:pt x="1098" y="1015"/>
                </a:lnTo>
                <a:lnTo>
                  <a:pt x="1098" y="1014"/>
                </a:lnTo>
                <a:lnTo>
                  <a:pt x="1098" y="1013"/>
                </a:lnTo>
                <a:lnTo>
                  <a:pt x="1097" y="1012"/>
                </a:lnTo>
                <a:lnTo>
                  <a:pt x="1096" y="1012"/>
                </a:lnTo>
                <a:lnTo>
                  <a:pt x="1095" y="1011"/>
                </a:lnTo>
                <a:lnTo>
                  <a:pt x="1094" y="1010"/>
                </a:lnTo>
                <a:lnTo>
                  <a:pt x="1094" y="1009"/>
                </a:lnTo>
                <a:lnTo>
                  <a:pt x="1093" y="1009"/>
                </a:lnTo>
                <a:lnTo>
                  <a:pt x="1093" y="1008"/>
                </a:lnTo>
                <a:lnTo>
                  <a:pt x="1092" y="1008"/>
                </a:lnTo>
                <a:lnTo>
                  <a:pt x="1091" y="1008"/>
                </a:lnTo>
                <a:lnTo>
                  <a:pt x="1091" y="1007"/>
                </a:lnTo>
                <a:lnTo>
                  <a:pt x="1091" y="1006"/>
                </a:lnTo>
                <a:lnTo>
                  <a:pt x="1090" y="1006"/>
                </a:lnTo>
                <a:lnTo>
                  <a:pt x="1090" y="1005"/>
                </a:lnTo>
                <a:lnTo>
                  <a:pt x="1089" y="1005"/>
                </a:lnTo>
                <a:lnTo>
                  <a:pt x="1088" y="1006"/>
                </a:lnTo>
                <a:lnTo>
                  <a:pt x="1087" y="1006"/>
                </a:lnTo>
                <a:lnTo>
                  <a:pt x="1086" y="1005"/>
                </a:lnTo>
                <a:lnTo>
                  <a:pt x="1085" y="1005"/>
                </a:lnTo>
                <a:lnTo>
                  <a:pt x="1083" y="1005"/>
                </a:lnTo>
                <a:lnTo>
                  <a:pt x="1082" y="1005"/>
                </a:lnTo>
                <a:lnTo>
                  <a:pt x="1082" y="1006"/>
                </a:lnTo>
                <a:lnTo>
                  <a:pt x="1081" y="1006"/>
                </a:lnTo>
                <a:lnTo>
                  <a:pt x="1080" y="1006"/>
                </a:lnTo>
                <a:lnTo>
                  <a:pt x="1080" y="1004"/>
                </a:lnTo>
                <a:lnTo>
                  <a:pt x="1079" y="1004"/>
                </a:lnTo>
                <a:lnTo>
                  <a:pt x="1079" y="1003"/>
                </a:lnTo>
                <a:lnTo>
                  <a:pt x="1078" y="1002"/>
                </a:lnTo>
                <a:lnTo>
                  <a:pt x="1078" y="1001"/>
                </a:lnTo>
                <a:lnTo>
                  <a:pt x="1077" y="1001"/>
                </a:lnTo>
                <a:lnTo>
                  <a:pt x="1076" y="1001"/>
                </a:lnTo>
                <a:lnTo>
                  <a:pt x="1075" y="1002"/>
                </a:lnTo>
                <a:lnTo>
                  <a:pt x="1076" y="1002"/>
                </a:lnTo>
                <a:lnTo>
                  <a:pt x="1075" y="1003"/>
                </a:lnTo>
                <a:lnTo>
                  <a:pt x="1074" y="1003"/>
                </a:lnTo>
                <a:lnTo>
                  <a:pt x="1074" y="1004"/>
                </a:lnTo>
                <a:lnTo>
                  <a:pt x="1072" y="1004"/>
                </a:lnTo>
                <a:lnTo>
                  <a:pt x="1072" y="1005"/>
                </a:lnTo>
                <a:lnTo>
                  <a:pt x="1071" y="1005"/>
                </a:lnTo>
                <a:lnTo>
                  <a:pt x="1071" y="1004"/>
                </a:lnTo>
                <a:lnTo>
                  <a:pt x="1070" y="1004"/>
                </a:lnTo>
                <a:lnTo>
                  <a:pt x="1069" y="1004"/>
                </a:lnTo>
                <a:lnTo>
                  <a:pt x="1069" y="1005"/>
                </a:lnTo>
                <a:lnTo>
                  <a:pt x="1069" y="1006"/>
                </a:lnTo>
                <a:lnTo>
                  <a:pt x="1069" y="1007"/>
                </a:lnTo>
                <a:lnTo>
                  <a:pt x="1068" y="1007"/>
                </a:lnTo>
                <a:lnTo>
                  <a:pt x="1068" y="1008"/>
                </a:lnTo>
                <a:lnTo>
                  <a:pt x="1068" y="1009"/>
                </a:lnTo>
                <a:lnTo>
                  <a:pt x="1068" y="1010"/>
                </a:lnTo>
                <a:lnTo>
                  <a:pt x="1068" y="1011"/>
                </a:lnTo>
                <a:lnTo>
                  <a:pt x="1067" y="1011"/>
                </a:lnTo>
                <a:lnTo>
                  <a:pt x="1067" y="1010"/>
                </a:lnTo>
                <a:lnTo>
                  <a:pt x="1066" y="1010"/>
                </a:lnTo>
                <a:lnTo>
                  <a:pt x="1065" y="1010"/>
                </a:lnTo>
                <a:lnTo>
                  <a:pt x="1065" y="1009"/>
                </a:lnTo>
                <a:lnTo>
                  <a:pt x="1065" y="1010"/>
                </a:lnTo>
                <a:lnTo>
                  <a:pt x="1064" y="1010"/>
                </a:lnTo>
                <a:lnTo>
                  <a:pt x="1064" y="1009"/>
                </a:lnTo>
                <a:lnTo>
                  <a:pt x="1063" y="1009"/>
                </a:lnTo>
                <a:lnTo>
                  <a:pt x="1062" y="1009"/>
                </a:lnTo>
                <a:lnTo>
                  <a:pt x="1061" y="1009"/>
                </a:lnTo>
                <a:lnTo>
                  <a:pt x="1061" y="1010"/>
                </a:lnTo>
                <a:lnTo>
                  <a:pt x="1060" y="1010"/>
                </a:lnTo>
                <a:lnTo>
                  <a:pt x="1060" y="1011"/>
                </a:lnTo>
                <a:lnTo>
                  <a:pt x="1060" y="1012"/>
                </a:lnTo>
                <a:lnTo>
                  <a:pt x="1060" y="1013"/>
                </a:lnTo>
                <a:lnTo>
                  <a:pt x="1059" y="1013"/>
                </a:lnTo>
                <a:lnTo>
                  <a:pt x="1058" y="1013"/>
                </a:lnTo>
                <a:lnTo>
                  <a:pt x="1057" y="1013"/>
                </a:lnTo>
                <a:lnTo>
                  <a:pt x="1057" y="1014"/>
                </a:lnTo>
                <a:lnTo>
                  <a:pt x="1056" y="1014"/>
                </a:lnTo>
                <a:lnTo>
                  <a:pt x="1055" y="1014"/>
                </a:lnTo>
                <a:lnTo>
                  <a:pt x="1054" y="1014"/>
                </a:lnTo>
                <a:lnTo>
                  <a:pt x="1054" y="1015"/>
                </a:lnTo>
                <a:lnTo>
                  <a:pt x="1054" y="1016"/>
                </a:lnTo>
                <a:lnTo>
                  <a:pt x="1054" y="1017"/>
                </a:lnTo>
                <a:lnTo>
                  <a:pt x="1053" y="1017"/>
                </a:lnTo>
                <a:lnTo>
                  <a:pt x="1052" y="1017"/>
                </a:lnTo>
                <a:lnTo>
                  <a:pt x="1051" y="1017"/>
                </a:lnTo>
                <a:lnTo>
                  <a:pt x="1050" y="1017"/>
                </a:lnTo>
                <a:lnTo>
                  <a:pt x="1050" y="1016"/>
                </a:lnTo>
                <a:lnTo>
                  <a:pt x="1049" y="1016"/>
                </a:lnTo>
                <a:lnTo>
                  <a:pt x="1048" y="1016"/>
                </a:lnTo>
                <a:lnTo>
                  <a:pt x="1047" y="1016"/>
                </a:lnTo>
                <a:lnTo>
                  <a:pt x="1046" y="1016"/>
                </a:lnTo>
                <a:lnTo>
                  <a:pt x="1046" y="1017"/>
                </a:lnTo>
                <a:lnTo>
                  <a:pt x="1045" y="1017"/>
                </a:lnTo>
                <a:lnTo>
                  <a:pt x="1045" y="1018"/>
                </a:lnTo>
                <a:lnTo>
                  <a:pt x="1044" y="1017"/>
                </a:lnTo>
                <a:lnTo>
                  <a:pt x="1043" y="1017"/>
                </a:lnTo>
                <a:lnTo>
                  <a:pt x="1043" y="1018"/>
                </a:lnTo>
                <a:lnTo>
                  <a:pt x="1042" y="1018"/>
                </a:lnTo>
                <a:lnTo>
                  <a:pt x="1042" y="1019"/>
                </a:lnTo>
                <a:lnTo>
                  <a:pt x="1041" y="1018"/>
                </a:lnTo>
                <a:lnTo>
                  <a:pt x="1041" y="1019"/>
                </a:lnTo>
                <a:lnTo>
                  <a:pt x="1040" y="1019"/>
                </a:lnTo>
                <a:lnTo>
                  <a:pt x="1040" y="1020"/>
                </a:lnTo>
                <a:lnTo>
                  <a:pt x="1039" y="1020"/>
                </a:lnTo>
                <a:lnTo>
                  <a:pt x="1038" y="1020"/>
                </a:lnTo>
                <a:lnTo>
                  <a:pt x="1038" y="1021"/>
                </a:lnTo>
                <a:lnTo>
                  <a:pt x="1037" y="1021"/>
                </a:lnTo>
                <a:lnTo>
                  <a:pt x="1037" y="1022"/>
                </a:lnTo>
                <a:lnTo>
                  <a:pt x="1037" y="1021"/>
                </a:lnTo>
                <a:lnTo>
                  <a:pt x="1036" y="1021"/>
                </a:lnTo>
                <a:lnTo>
                  <a:pt x="1036" y="1020"/>
                </a:lnTo>
                <a:lnTo>
                  <a:pt x="1036" y="1019"/>
                </a:lnTo>
                <a:lnTo>
                  <a:pt x="1035" y="1018"/>
                </a:lnTo>
                <a:lnTo>
                  <a:pt x="1034" y="1019"/>
                </a:lnTo>
                <a:lnTo>
                  <a:pt x="1033" y="1019"/>
                </a:lnTo>
                <a:lnTo>
                  <a:pt x="1032" y="1019"/>
                </a:lnTo>
                <a:lnTo>
                  <a:pt x="1032" y="1020"/>
                </a:lnTo>
                <a:lnTo>
                  <a:pt x="1032" y="1021"/>
                </a:lnTo>
                <a:lnTo>
                  <a:pt x="1031" y="1021"/>
                </a:lnTo>
                <a:lnTo>
                  <a:pt x="1030" y="1021"/>
                </a:lnTo>
                <a:lnTo>
                  <a:pt x="1029" y="1021"/>
                </a:lnTo>
                <a:lnTo>
                  <a:pt x="1029" y="1020"/>
                </a:lnTo>
                <a:lnTo>
                  <a:pt x="1028" y="1020"/>
                </a:lnTo>
                <a:lnTo>
                  <a:pt x="1027" y="1020"/>
                </a:lnTo>
                <a:lnTo>
                  <a:pt x="1026" y="1020"/>
                </a:lnTo>
                <a:lnTo>
                  <a:pt x="1026" y="1019"/>
                </a:lnTo>
                <a:lnTo>
                  <a:pt x="1025" y="1019"/>
                </a:lnTo>
                <a:lnTo>
                  <a:pt x="1025" y="1020"/>
                </a:lnTo>
                <a:lnTo>
                  <a:pt x="1024" y="1021"/>
                </a:lnTo>
                <a:lnTo>
                  <a:pt x="1024" y="1022"/>
                </a:lnTo>
                <a:lnTo>
                  <a:pt x="1025" y="1022"/>
                </a:lnTo>
                <a:lnTo>
                  <a:pt x="1024" y="1022"/>
                </a:lnTo>
                <a:lnTo>
                  <a:pt x="1024" y="1023"/>
                </a:lnTo>
                <a:lnTo>
                  <a:pt x="1023" y="1024"/>
                </a:lnTo>
                <a:lnTo>
                  <a:pt x="1023" y="1025"/>
                </a:lnTo>
                <a:lnTo>
                  <a:pt x="1023" y="1026"/>
                </a:lnTo>
                <a:lnTo>
                  <a:pt x="1024" y="1026"/>
                </a:lnTo>
                <a:lnTo>
                  <a:pt x="1024" y="1027"/>
                </a:lnTo>
                <a:lnTo>
                  <a:pt x="1025" y="1028"/>
                </a:lnTo>
                <a:lnTo>
                  <a:pt x="1025" y="1029"/>
                </a:lnTo>
                <a:lnTo>
                  <a:pt x="1024" y="1029"/>
                </a:lnTo>
                <a:lnTo>
                  <a:pt x="1023" y="1029"/>
                </a:lnTo>
                <a:lnTo>
                  <a:pt x="1023" y="1030"/>
                </a:lnTo>
                <a:lnTo>
                  <a:pt x="1022" y="1030"/>
                </a:lnTo>
                <a:lnTo>
                  <a:pt x="1020" y="1030"/>
                </a:lnTo>
                <a:lnTo>
                  <a:pt x="1020" y="1028"/>
                </a:lnTo>
                <a:lnTo>
                  <a:pt x="1019" y="1027"/>
                </a:lnTo>
                <a:lnTo>
                  <a:pt x="1018" y="1027"/>
                </a:lnTo>
                <a:lnTo>
                  <a:pt x="1018" y="1028"/>
                </a:lnTo>
                <a:lnTo>
                  <a:pt x="1017" y="1028"/>
                </a:lnTo>
                <a:lnTo>
                  <a:pt x="1016" y="1028"/>
                </a:lnTo>
                <a:lnTo>
                  <a:pt x="1016" y="1027"/>
                </a:lnTo>
                <a:lnTo>
                  <a:pt x="1015" y="1027"/>
                </a:lnTo>
                <a:lnTo>
                  <a:pt x="1015" y="1026"/>
                </a:lnTo>
                <a:lnTo>
                  <a:pt x="1014" y="1026"/>
                </a:lnTo>
                <a:lnTo>
                  <a:pt x="1013" y="1026"/>
                </a:lnTo>
                <a:lnTo>
                  <a:pt x="1013" y="1027"/>
                </a:lnTo>
                <a:lnTo>
                  <a:pt x="1012" y="1027"/>
                </a:lnTo>
                <a:lnTo>
                  <a:pt x="1010" y="1027"/>
                </a:lnTo>
                <a:lnTo>
                  <a:pt x="1009" y="1028"/>
                </a:lnTo>
                <a:lnTo>
                  <a:pt x="1008" y="1028"/>
                </a:lnTo>
                <a:lnTo>
                  <a:pt x="1007" y="1028"/>
                </a:lnTo>
                <a:lnTo>
                  <a:pt x="1007" y="1027"/>
                </a:lnTo>
                <a:lnTo>
                  <a:pt x="1006" y="1027"/>
                </a:lnTo>
                <a:lnTo>
                  <a:pt x="1006" y="1026"/>
                </a:lnTo>
                <a:lnTo>
                  <a:pt x="1005" y="1026"/>
                </a:lnTo>
                <a:lnTo>
                  <a:pt x="1005" y="1025"/>
                </a:lnTo>
                <a:lnTo>
                  <a:pt x="1004" y="1025"/>
                </a:lnTo>
                <a:lnTo>
                  <a:pt x="1003" y="1025"/>
                </a:lnTo>
                <a:lnTo>
                  <a:pt x="1003" y="1024"/>
                </a:lnTo>
                <a:lnTo>
                  <a:pt x="1003" y="1025"/>
                </a:lnTo>
                <a:lnTo>
                  <a:pt x="1002" y="1025"/>
                </a:lnTo>
                <a:lnTo>
                  <a:pt x="1001" y="1025"/>
                </a:lnTo>
                <a:lnTo>
                  <a:pt x="1000" y="1025"/>
                </a:lnTo>
                <a:lnTo>
                  <a:pt x="999" y="1025"/>
                </a:lnTo>
                <a:lnTo>
                  <a:pt x="998" y="1025"/>
                </a:lnTo>
                <a:lnTo>
                  <a:pt x="997" y="1025"/>
                </a:lnTo>
                <a:lnTo>
                  <a:pt x="996" y="1025"/>
                </a:lnTo>
                <a:lnTo>
                  <a:pt x="996" y="1024"/>
                </a:lnTo>
                <a:lnTo>
                  <a:pt x="995" y="1023"/>
                </a:lnTo>
                <a:lnTo>
                  <a:pt x="995" y="1022"/>
                </a:lnTo>
                <a:lnTo>
                  <a:pt x="995" y="1021"/>
                </a:lnTo>
                <a:lnTo>
                  <a:pt x="994" y="1021"/>
                </a:lnTo>
                <a:lnTo>
                  <a:pt x="993" y="1021"/>
                </a:lnTo>
                <a:lnTo>
                  <a:pt x="993" y="1020"/>
                </a:lnTo>
                <a:lnTo>
                  <a:pt x="993" y="1021"/>
                </a:lnTo>
                <a:lnTo>
                  <a:pt x="992" y="1021"/>
                </a:lnTo>
                <a:lnTo>
                  <a:pt x="992" y="1022"/>
                </a:lnTo>
                <a:lnTo>
                  <a:pt x="992" y="1023"/>
                </a:lnTo>
                <a:lnTo>
                  <a:pt x="992" y="1024"/>
                </a:lnTo>
                <a:lnTo>
                  <a:pt x="991" y="1024"/>
                </a:lnTo>
                <a:lnTo>
                  <a:pt x="990" y="1024"/>
                </a:lnTo>
                <a:lnTo>
                  <a:pt x="990" y="1025"/>
                </a:lnTo>
                <a:lnTo>
                  <a:pt x="990" y="1026"/>
                </a:lnTo>
                <a:lnTo>
                  <a:pt x="989" y="1026"/>
                </a:lnTo>
                <a:lnTo>
                  <a:pt x="988" y="1026"/>
                </a:lnTo>
                <a:lnTo>
                  <a:pt x="988" y="1027"/>
                </a:lnTo>
                <a:lnTo>
                  <a:pt x="987" y="1027"/>
                </a:lnTo>
                <a:lnTo>
                  <a:pt x="987" y="1028"/>
                </a:lnTo>
                <a:lnTo>
                  <a:pt x="987" y="1029"/>
                </a:lnTo>
                <a:lnTo>
                  <a:pt x="987" y="1030"/>
                </a:lnTo>
                <a:lnTo>
                  <a:pt x="987" y="1031"/>
                </a:lnTo>
                <a:lnTo>
                  <a:pt x="986" y="1031"/>
                </a:lnTo>
                <a:lnTo>
                  <a:pt x="986" y="1032"/>
                </a:lnTo>
                <a:lnTo>
                  <a:pt x="985" y="1032"/>
                </a:lnTo>
                <a:lnTo>
                  <a:pt x="985" y="1033"/>
                </a:lnTo>
                <a:lnTo>
                  <a:pt x="985" y="1034"/>
                </a:lnTo>
                <a:lnTo>
                  <a:pt x="984" y="1034"/>
                </a:lnTo>
                <a:lnTo>
                  <a:pt x="983" y="1034"/>
                </a:lnTo>
                <a:lnTo>
                  <a:pt x="983" y="1035"/>
                </a:lnTo>
                <a:lnTo>
                  <a:pt x="983" y="1036"/>
                </a:lnTo>
                <a:lnTo>
                  <a:pt x="982" y="1036"/>
                </a:lnTo>
                <a:lnTo>
                  <a:pt x="982" y="1037"/>
                </a:lnTo>
                <a:lnTo>
                  <a:pt x="982" y="1038"/>
                </a:lnTo>
                <a:lnTo>
                  <a:pt x="981" y="1038"/>
                </a:lnTo>
                <a:lnTo>
                  <a:pt x="980" y="1038"/>
                </a:lnTo>
                <a:lnTo>
                  <a:pt x="980" y="1037"/>
                </a:lnTo>
                <a:lnTo>
                  <a:pt x="979" y="1037"/>
                </a:lnTo>
                <a:lnTo>
                  <a:pt x="978" y="1037"/>
                </a:lnTo>
                <a:lnTo>
                  <a:pt x="977" y="1037"/>
                </a:lnTo>
                <a:lnTo>
                  <a:pt x="976" y="1037"/>
                </a:lnTo>
                <a:lnTo>
                  <a:pt x="976" y="1038"/>
                </a:lnTo>
                <a:lnTo>
                  <a:pt x="975" y="1038"/>
                </a:lnTo>
                <a:lnTo>
                  <a:pt x="975" y="1037"/>
                </a:lnTo>
                <a:lnTo>
                  <a:pt x="975" y="1036"/>
                </a:lnTo>
                <a:lnTo>
                  <a:pt x="975" y="1035"/>
                </a:lnTo>
                <a:lnTo>
                  <a:pt x="975" y="1034"/>
                </a:lnTo>
                <a:lnTo>
                  <a:pt x="974" y="1034"/>
                </a:lnTo>
                <a:lnTo>
                  <a:pt x="973" y="1034"/>
                </a:lnTo>
                <a:lnTo>
                  <a:pt x="972" y="1034"/>
                </a:lnTo>
                <a:lnTo>
                  <a:pt x="972" y="1035"/>
                </a:lnTo>
                <a:lnTo>
                  <a:pt x="971" y="1036"/>
                </a:lnTo>
                <a:lnTo>
                  <a:pt x="970" y="1036"/>
                </a:lnTo>
                <a:lnTo>
                  <a:pt x="970" y="1037"/>
                </a:lnTo>
                <a:lnTo>
                  <a:pt x="969" y="1037"/>
                </a:lnTo>
                <a:lnTo>
                  <a:pt x="969" y="1036"/>
                </a:lnTo>
                <a:lnTo>
                  <a:pt x="968" y="1036"/>
                </a:lnTo>
                <a:lnTo>
                  <a:pt x="967" y="1036"/>
                </a:lnTo>
                <a:lnTo>
                  <a:pt x="967" y="1035"/>
                </a:lnTo>
                <a:lnTo>
                  <a:pt x="967" y="1034"/>
                </a:lnTo>
                <a:lnTo>
                  <a:pt x="967" y="1033"/>
                </a:lnTo>
                <a:lnTo>
                  <a:pt x="967" y="1032"/>
                </a:lnTo>
                <a:lnTo>
                  <a:pt x="966" y="1032"/>
                </a:lnTo>
                <a:lnTo>
                  <a:pt x="966" y="1031"/>
                </a:lnTo>
                <a:lnTo>
                  <a:pt x="965" y="1031"/>
                </a:lnTo>
                <a:lnTo>
                  <a:pt x="964" y="1031"/>
                </a:lnTo>
                <a:lnTo>
                  <a:pt x="964" y="1030"/>
                </a:lnTo>
                <a:lnTo>
                  <a:pt x="964" y="1031"/>
                </a:lnTo>
                <a:lnTo>
                  <a:pt x="964" y="1030"/>
                </a:lnTo>
                <a:lnTo>
                  <a:pt x="964" y="1031"/>
                </a:lnTo>
                <a:lnTo>
                  <a:pt x="963" y="1031"/>
                </a:lnTo>
                <a:lnTo>
                  <a:pt x="963" y="1032"/>
                </a:lnTo>
                <a:lnTo>
                  <a:pt x="962" y="1032"/>
                </a:lnTo>
                <a:lnTo>
                  <a:pt x="962" y="1033"/>
                </a:lnTo>
                <a:lnTo>
                  <a:pt x="961" y="1033"/>
                </a:lnTo>
                <a:lnTo>
                  <a:pt x="960" y="1033"/>
                </a:lnTo>
                <a:lnTo>
                  <a:pt x="959" y="1033"/>
                </a:lnTo>
                <a:lnTo>
                  <a:pt x="958" y="1033"/>
                </a:lnTo>
                <a:lnTo>
                  <a:pt x="957" y="1033"/>
                </a:lnTo>
                <a:lnTo>
                  <a:pt x="956" y="1033"/>
                </a:lnTo>
                <a:lnTo>
                  <a:pt x="956" y="1034"/>
                </a:lnTo>
                <a:lnTo>
                  <a:pt x="955" y="1034"/>
                </a:lnTo>
                <a:lnTo>
                  <a:pt x="954" y="1034"/>
                </a:lnTo>
                <a:lnTo>
                  <a:pt x="954" y="1035"/>
                </a:lnTo>
                <a:lnTo>
                  <a:pt x="953" y="1035"/>
                </a:lnTo>
                <a:lnTo>
                  <a:pt x="953" y="1036"/>
                </a:lnTo>
                <a:lnTo>
                  <a:pt x="952" y="1036"/>
                </a:lnTo>
                <a:lnTo>
                  <a:pt x="951" y="1036"/>
                </a:lnTo>
                <a:lnTo>
                  <a:pt x="951" y="1035"/>
                </a:lnTo>
                <a:lnTo>
                  <a:pt x="950" y="1035"/>
                </a:lnTo>
                <a:lnTo>
                  <a:pt x="949" y="1035"/>
                </a:lnTo>
                <a:lnTo>
                  <a:pt x="948" y="1035"/>
                </a:lnTo>
                <a:lnTo>
                  <a:pt x="948" y="1034"/>
                </a:lnTo>
                <a:lnTo>
                  <a:pt x="947" y="1034"/>
                </a:lnTo>
                <a:lnTo>
                  <a:pt x="948" y="1034"/>
                </a:lnTo>
                <a:lnTo>
                  <a:pt x="949" y="1034"/>
                </a:lnTo>
                <a:lnTo>
                  <a:pt x="950" y="1034"/>
                </a:lnTo>
                <a:lnTo>
                  <a:pt x="950" y="1033"/>
                </a:lnTo>
                <a:lnTo>
                  <a:pt x="951" y="1033"/>
                </a:lnTo>
                <a:lnTo>
                  <a:pt x="950" y="1033"/>
                </a:lnTo>
                <a:lnTo>
                  <a:pt x="950" y="1032"/>
                </a:lnTo>
                <a:lnTo>
                  <a:pt x="950" y="1031"/>
                </a:lnTo>
                <a:lnTo>
                  <a:pt x="949" y="1031"/>
                </a:lnTo>
                <a:lnTo>
                  <a:pt x="948" y="1031"/>
                </a:lnTo>
                <a:lnTo>
                  <a:pt x="948" y="1032"/>
                </a:lnTo>
                <a:lnTo>
                  <a:pt x="947" y="1032"/>
                </a:lnTo>
                <a:lnTo>
                  <a:pt x="947" y="1033"/>
                </a:lnTo>
                <a:lnTo>
                  <a:pt x="946" y="1033"/>
                </a:lnTo>
                <a:lnTo>
                  <a:pt x="945" y="1033"/>
                </a:lnTo>
                <a:lnTo>
                  <a:pt x="944" y="1033"/>
                </a:lnTo>
                <a:lnTo>
                  <a:pt x="944" y="1034"/>
                </a:lnTo>
                <a:lnTo>
                  <a:pt x="943" y="1034"/>
                </a:lnTo>
                <a:lnTo>
                  <a:pt x="943" y="1035"/>
                </a:lnTo>
                <a:lnTo>
                  <a:pt x="942" y="1035"/>
                </a:lnTo>
                <a:lnTo>
                  <a:pt x="941" y="1035"/>
                </a:lnTo>
                <a:lnTo>
                  <a:pt x="940" y="1035"/>
                </a:lnTo>
                <a:lnTo>
                  <a:pt x="939" y="1035"/>
                </a:lnTo>
                <a:lnTo>
                  <a:pt x="938" y="1035"/>
                </a:lnTo>
                <a:lnTo>
                  <a:pt x="937" y="1035"/>
                </a:lnTo>
                <a:lnTo>
                  <a:pt x="937" y="1034"/>
                </a:lnTo>
                <a:lnTo>
                  <a:pt x="937" y="1033"/>
                </a:lnTo>
                <a:lnTo>
                  <a:pt x="936" y="1033"/>
                </a:lnTo>
                <a:lnTo>
                  <a:pt x="935" y="1033"/>
                </a:lnTo>
                <a:lnTo>
                  <a:pt x="934" y="1033"/>
                </a:lnTo>
                <a:lnTo>
                  <a:pt x="933" y="1033"/>
                </a:lnTo>
                <a:lnTo>
                  <a:pt x="933" y="1032"/>
                </a:lnTo>
                <a:lnTo>
                  <a:pt x="933" y="1033"/>
                </a:lnTo>
                <a:lnTo>
                  <a:pt x="933" y="1032"/>
                </a:lnTo>
                <a:lnTo>
                  <a:pt x="932" y="1032"/>
                </a:lnTo>
                <a:lnTo>
                  <a:pt x="932" y="1033"/>
                </a:lnTo>
                <a:lnTo>
                  <a:pt x="931" y="1033"/>
                </a:lnTo>
                <a:lnTo>
                  <a:pt x="930" y="1033"/>
                </a:lnTo>
                <a:lnTo>
                  <a:pt x="930" y="1034"/>
                </a:lnTo>
                <a:lnTo>
                  <a:pt x="930" y="1035"/>
                </a:lnTo>
                <a:lnTo>
                  <a:pt x="929" y="1035"/>
                </a:lnTo>
                <a:lnTo>
                  <a:pt x="929" y="1036"/>
                </a:lnTo>
                <a:lnTo>
                  <a:pt x="928" y="1036"/>
                </a:lnTo>
                <a:lnTo>
                  <a:pt x="927" y="1036"/>
                </a:lnTo>
                <a:lnTo>
                  <a:pt x="926" y="1036"/>
                </a:lnTo>
                <a:lnTo>
                  <a:pt x="925" y="1036"/>
                </a:lnTo>
                <a:lnTo>
                  <a:pt x="924" y="1036"/>
                </a:lnTo>
                <a:lnTo>
                  <a:pt x="923" y="1036"/>
                </a:lnTo>
                <a:lnTo>
                  <a:pt x="922" y="1036"/>
                </a:lnTo>
                <a:lnTo>
                  <a:pt x="921" y="1036"/>
                </a:lnTo>
                <a:lnTo>
                  <a:pt x="921" y="1035"/>
                </a:lnTo>
                <a:lnTo>
                  <a:pt x="920" y="1035"/>
                </a:lnTo>
                <a:lnTo>
                  <a:pt x="920" y="1034"/>
                </a:lnTo>
                <a:lnTo>
                  <a:pt x="919" y="1034"/>
                </a:lnTo>
                <a:lnTo>
                  <a:pt x="918" y="1034"/>
                </a:lnTo>
                <a:lnTo>
                  <a:pt x="917" y="1034"/>
                </a:lnTo>
                <a:lnTo>
                  <a:pt x="917" y="1033"/>
                </a:lnTo>
                <a:lnTo>
                  <a:pt x="917" y="1032"/>
                </a:lnTo>
                <a:lnTo>
                  <a:pt x="916" y="1032"/>
                </a:lnTo>
                <a:lnTo>
                  <a:pt x="916" y="1031"/>
                </a:lnTo>
                <a:lnTo>
                  <a:pt x="916" y="1030"/>
                </a:lnTo>
                <a:lnTo>
                  <a:pt x="916" y="1029"/>
                </a:lnTo>
                <a:lnTo>
                  <a:pt x="915" y="1029"/>
                </a:lnTo>
                <a:lnTo>
                  <a:pt x="914" y="1029"/>
                </a:lnTo>
                <a:lnTo>
                  <a:pt x="914" y="1028"/>
                </a:lnTo>
                <a:lnTo>
                  <a:pt x="914" y="1027"/>
                </a:lnTo>
                <a:lnTo>
                  <a:pt x="914" y="1026"/>
                </a:lnTo>
                <a:lnTo>
                  <a:pt x="913" y="1026"/>
                </a:lnTo>
                <a:lnTo>
                  <a:pt x="913" y="1025"/>
                </a:lnTo>
                <a:lnTo>
                  <a:pt x="913" y="1024"/>
                </a:lnTo>
                <a:lnTo>
                  <a:pt x="912" y="1024"/>
                </a:lnTo>
                <a:lnTo>
                  <a:pt x="911" y="1024"/>
                </a:lnTo>
                <a:lnTo>
                  <a:pt x="911" y="1023"/>
                </a:lnTo>
                <a:lnTo>
                  <a:pt x="910" y="1023"/>
                </a:lnTo>
                <a:lnTo>
                  <a:pt x="910" y="1022"/>
                </a:lnTo>
                <a:lnTo>
                  <a:pt x="910" y="1021"/>
                </a:lnTo>
                <a:lnTo>
                  <a:pt x="909" y="1021"/>
                </a:lnTo>
                <a:lnTo>
                  <a:pt x="907" y="1021"/>
                </a:lnTo>
                <a:lnTo>
                  <a:pt x="907" y="1020"/>
                </a:lnTo>
                <a:lnTo>
                  <a:pt x="906" y="1020"/>
                </a:lnTo>
                <a:lnTo>
                  <a:pt x="905" y="1020"/>
                </a:lnTo>
                <a:lnTo>
                  <a:pt x="904" y="1020"/>
                </a:lnTo>
                <a:lnTo>
                  <a:pt x="904" y="1021"/>
                </a:lnTo>
                <a:lnTo>
                  <a:pt x="903" y="1021"/>
                </a:lnTo>
                <a:lnTo>
                  <a:pt x="903" y="1020"/>
                </a:lnTo>
                <a:lnTo>
                  <a:pt x="902" y="1020"/>
                </a:lnTo>
                <a:lnTo>
                  <a:pt x="901" y="1020"/>
                </a:lnTo>
                <a:lnTo>
                  <a:pt x="900" y="1020"/>
                </a:lnTo>
                <a:lnTo>
                  <a:pt x="899" y="1020"/>
                </a:lnTo>
                <a:lnTo>
                  <a:pt x="899" y="1019"/>
                </a:lnTo>
                <a:lnTo>
                  <a:pt x="898" y="1019"/>
                </a:lnTo>
                <a:lnTo>
                  <a:pt x="898" y="1017"/>
                </a:lnTo>
                <a:lnTo>
                  <a:pt x="897" y="1017"/>
                </a:lnTo>
                <a:lnTo>
                  <a:pt x="897" y="1016"/>
                </a:lnTo>
                <a:lnTo>
                  <a:pt x="896" y="1016"/>
                </a:lnTo>
                <a:lnTo>
                  <a:pt x="896" y="1015"/>
                </a:lnTo>
                <a:lnTo>
                  <a:pt x="895" y="1015"/>
                </a:lnTo>
                <a:lnTo>
                  <a:pt x="894" y="1015"/>
                </a:lnTo>
                <a:lnTo>
                  <a:pt x="893" y="1015"/>
                </a:lnTo>
                <a:lnTo>
                  <a:pt x="893" y="1014"/>
                </a:lnTo>
                <a:lnTo>
                  <a:pt x="892" y="1014"/>
                </a:lnTo>
                <a:lnTo>
                  <a:pt x="892" y="1013"/>
                </a:lnTo>
                <a:lnTo>
                  <a:pt x="891" y="1013"/>
                </a:lnTo>
                <a:lnTo>
                  <a:pt x="892" y="1013"/>
                </a:lnTo>
                <a:lnTo>
                  <a:pt x="892" y="1012"/>
                </a:lnTo>
                <a:lnTo>
                  <a:pt x="891" y="1012"/>
                </a:lnTo>
                <a:lnTo>
                  <a:pt x="891" y="1011"/>
                </a:lnTo>
                <a:lnTo>
                  <a:pt x="890" y="1011"/>
                </a:lnTo>
                <a:lnTo>
                  <a:pt x="889" y="1011"/>
                </a:lnTo>
                <a:lnTo>
                  <a:pt x="889" y="1012"/>
                </a:lnTo>
                <a:lnTo>
                  <a:pt x="888" y="1012"/>
                </a:lnTo>
                <a:lnTo>
                  <a:pt x="888" y="1013"/>
                </a:lnTo>
                <a:lnTo>
                  <a:pt x="887" y="1013"/>
                </a:lnTo>
                <a:lnTo>
                  <a:pt x="887" y="1012"/>
                </a:lnTo>
                <a:lnTo>
                  <a:pt x="886" y="1012"/>
                </a:lnTo>
                <a:lnTo>
                  <a:pt x="885" y="1012"/>
                </a:lnTo>
                <a:lnTo>
                  <a:pt x="884" y="1012"/>
                </a:lnTo>
                <a:lnTo>
                  <a:pt x="883" y="1012"/>
                </a:lnTo>
                <a:lnTo>
                  <a:pt x="882" y="1012"/>
                </a:lnTo>
                <a:lnTo>
                  <a:pt x="882" y="1011"/>
                </a:lnTo>
                <a:lnTo>
                  <a:pt x="881" y="1010"/>
                </a:lnTo>
                <a:lnTo>
                  <a:pt x="880" y="1010"/>
                </a:lnTo>
                <a:lnTo>
                  <a:pt x="879" y="1010"/>
                </a:lnTo>
                <a:lnTo>
                  <a:pt x="879" y="1009"/>
                </a:lnTo>
                <a:lnTo>
                  <a:pt x="879" y="1008"/>
                </a:lnTo>
                <a:lnTo>
                  <a:pt x="879" y="1007"/>
                </a:lnTo>
                <a:lnTo>
                  <a:pt x="879" y="1006"/>
                </a:lnTo>
                <a:lnTo>
                  <a:pt x="880" y="1006"/>
                </a:lnTo>
                <a:lnTo>
                  <a:pt x="880" y="1005"/>
                </a:lnTo>
                <a:lnTo>
                  <a:pt x="879" y="1005"/>
                </a:lnTo>
                <a:lnTo>
                  <a:pt x="878" y="1005"/>
                </a:lnTo>
                <a:lnTo>
                  <a:pt x="878" y="1003"/>
                </a:lnTo>
                <a:lnTo>
                  <a:pt x="879" y="1003"/>
                </a:lnTo>
                <a:lnTo>
                  <a:pt x="878" y="1003"/>
                </a:lnTo>
                <a:lnTo>
                  <a:pt x="878" y="1002"/>
                </a:lnTo>
                <a:lnTo>
                  <a:pt x="877" y="1002"/>
                </a:lnTo>
                <a:lnTo>
                  <a:pt x="876" y="1002"/>
                </a:lnTo>
                <a:lnTo>
                  <a:pt x="875" y="1002"/>
                </a:lnTo>
                <a:lnTo>
                  <a:pt x="874" y="1002"/>
                </a:lnTo>
                <a:lnTo>
                  <a:pt x="873" y="1002"/>
                </a:lnTo>
                <a:lnTo>
                  <a:pt x="872" y="1002"/>
                </a:lnTo>
                <a:lnTo>
                  <a:pt x="871" y="1002"/>
                </a:lnTo>
                <a:lnTo>
                  <a:pt x="870" y="1002"/>
                </a:lnTo>
                <a:lnTo>
                  <a:pt x="870" y="1003"/>
                </a:lnTo>
                <a:lnTo>
                  <a:pt x="869" y="1003"/>
                </a:lnTo>
                <a:lnTo>
                  <a:pt x="869" y="1004"/>
                </a:lnTo>
                <a:lnTo>
                  <a:pt x="869" y="1005"/>
                </a:lnTo>
                <a:lnTo>
                  <a:pt x="868" y="1005"/>
                </a:lnTo>
                <a:lnTo>
                  <a:pt x="868" y="1006"/>
                </a:lnTo>
                <a:lnTo>
                  <a:pt x="867" y="1006"/>
                </a:lnTo>
                <a:lnTo>
                  <a:pt x="866" y="1006"/>
                </a:lnTo>
                <a:lnTo>
                  <a:pt x="865" y="1006"/>
                </a:lnTo>
                <a:lnTo>
                  <a:pt x="864" y="1006"/>
                </a:lnTo>
                <a:lnTo>
                  <a:pt x="864" y="1005"/>
                </a:lnTo>
                <a:lnTo>
                  <a:pt x="863" y="1005"/>
                </a:lnTo>
                <a:lnTo>
                  <a:pt x="863" y="1004"/>
                </a:lnTo>
                <a:lnTo>
                  <a:pt x="864" y="1004"/>
                </a:lnTo>
                <a:lnTo>
                  <a:pt x="864" y="1003"/>
                </a:lnTo>
                <a:lnTo>
                  <a:pt x="863" y="1003"/>
                </a:lnTo>
                <a:lnTo>
                  <a:pt x="863" y="1002"/>
                </a:lnTo>
                <a:lnTo>
                  <a:pt x="862" y="1002"/>
                </a:lnTo>
                <a:lnTo>
                  <a:pt x="861" y="1002"/>
                </a:lnTo>
                <a:lnTo>
                  <a:pt x="861" y="1001"/>
                </a:lnTo>
                <a:lnTo>
                  <a:pt x="860" y="1001"/>
                </a:lnTo>
                <a:lnTo>
                  <a:pt x="860" y="1002"/>
                </a:lnTo>
                <a:lnTo>
                  <a:pt x="859" y="1002"/>
                </a:lnTo>
                <a:lnTo>
                  <a:pt x="859" y="1003"/>
                </a:lnTo>
                <a:lnTo>
                  <a:pt x="859" y="1004"/>
                </a:lnTo>
                <a:lnTo>
                  <a:pt x="859" y="1005"/>
                </a:lnTo>
                <a:lnTo>
                  <a:pt x="859" y="1006"/>
                </a:lnTo>
                <a:lnTo>
                  <a:pt x="859" y="1007"/>
                </a:lnTo>
                <a:lnTo>
                  <a:pt x="858" y="1007"/>
                </a:lnTo>
                <a:lnTo>
                  <a:pt x="858" y="1008"/>
                </a:lnTo>
                <a:lnTo>
                  <a:pt x="858" y="1009"/>
                </a:lnTo>
                <a:lnTo>
                  <a:pt x="857" y="1009"/>
                </a:lnTo>
                <a:lnTo>
                  <a:pt x="857" y="1008"/>
                </a:lnTo>
                <a:lnTo>
                  <a:pt x="857" y="1009"/>
                </a:lnTo>
                <a:lnTo>
                  <a:pt x="856" y="1009"/>
                </a:lnTo>
                <a:lnTo>
                  <a:pt x="856" y="1010"/>
                </a:lnTo>
                <a:lnTo>
                  <a:pt x="856" y="1011"/>
                </a:lnTo>
                <a:lnTo>
                  <a:pt x="856" y="1012"/>
                </a:lnTo>
                <a:lnTo>
                  <a:pt x="855" y="1012"/>
                </a:lnTo>
                <a:lnTo>
                  <a:pt x="855" y="1013"/>
                </a:lnTo>
                <a:lnTo>
                  <a:pt x="854" y="1013"/>
                </a:lnTo>
                <a:lnTo>
                  <a:pt x="854" y="1014"/>
                </a:lnTo>
                <a:lnTo>
                  <a:pt x="854" y="1016"/>
                </a:lnTo>
                <a:lnTo>
                  <a:pt x="854" y="1017"/>
                </a:lnTo>
                <a:lnTo>
                  <a:pt x="854" y="1018"/>
                </a:lnTo>
                <a:lnTo>
                  <a:pt x="854" y="1019"/>
                </a:lnTo>
                <a:lnTo>
                  <a:pt x="854" y="1020"/>
                </a:lnTo>
                <a:lnTo>
                  <a:pt x="852" y="1020"/>
                </a:lnTo>
                <a:lnTo>
                  <a:pt x="851" y="1020"/>
                </a:lnTo>
                <a:lnTo>
                  <a:pt x="851" y="1021"/>
                </a:lnTo>
                <a:lnTo>
                  <a:pt x="850" y="1021"/>
                </a:lnTo>
                <a:lnTo>
                  <a:pt x="849" y="1021"/>
                </a:lnTo>
                <a:lnTo>
                  <a:pt x="849" y="1022"/>
                </a:lnTo>
                <a:lnTo>
                  <a:pt x="849" y="1023"/>
                </a:lnTo>
                <a:lnTo>
                  <a:pt x="849" y="1024"/>
                </a:lnTo>
                <a:lnTo>
                  <a:pt x="848" y="1024"/>
                </a:lnTo>
                <a:lnTo>
                  <a:pt x="848" y="1025"/>
                </a:lnTo>
                <a:lnTo>
                  <a:pt x="847" y="1025"/>
                </a:lnTo>
                <a:lnTo>
                  <a:pt x="846" y="1025"/>
                </a:lnTo>
                <a:lnTo>
                  <a:pt x="846" y="1026"/>
                </a:lnTo>
                <a:lnTo>
                  <a:pt x="845" y="1026"/>
                </a:lnTo>
                <a:lnTo>
                  <a:pt x="845" y="1025"/>
                </a:lnTo>
                <a:lnTo>
                  <a:pt x="845" y="1026"/>
                </a:lnTo>
                <a:lnTo>
                  <a:pt x="844" y="1026"/>
                </a:lnTo>
                <a:lnTo>
                  <a:pt x="843" y="1026"/>
                </a:lnTo>
                <a:lnTo>
                  <a:pt x="843" y="1025"/>
                </a:lnTo>
                <a:lnTo>
                  <a:pt x="842" y="1025"/>
                </a:lnTo>
                <a:lnTo>
                  <a:pt x="842" y="1024"/>
                </a:lnTo>
                <a:lnTo>
                  <a:pt x="841" y="1024"/>
                </a:lnTo>
                <a:lnTo>
                  <a:pt x="841" y="1023"/>
                </a:lnTo>
                <a:lnTo>
                  <a:pt x="840" y="1023"/>
                </a:lnTo>
                <a:lnTo>
                  <a:pt x="840" y="1022"/>
                </a:lnTo>
                <a:lnTo>
                  <a:pt x="839" y="1022"/>
                </a:lnTo>
                <a:lnTo>
                  <a:pt x="837" y="1022"/>
                </a:lnTo>
                <a:lnTo>
                  <a:pt x="836" y="1022"/>
                </a:lnTo>
                <a:lnTo>
                  <a:pt x="836" y="1021"/>
                </a:lnTo>
                <a:lnTo>
                  <a:pt x="835" y="1021"/>
                </a:lnTo>
                <a:lnTo>
                  <a:pt x="835" y="1020"/>
                </a:lnTo>
                <a:lnTo>
                  <a:pt x="836" y="1020"/>
                </a:lnTo>
                <a:lnTo>
                  <a:pt x="835" y="1020"/>
                </a:lnTo>
                <a:lnTo>
                  <a:pt x="835" y="1019"/>
                </a:lnTo>
                <a:lnTo>
                  <a:pt x="834" y="1019"/>
                </a:lnTo>
                <a:lnTo>
                  <a:pt x="834" y="1020"/>
                </a:lnTo>
                <a:lnTo>
                  <a:pt x="833" y="1021"/>
                </a:lnTo>
                <a:lnTo>
                  <a:pt x="833" y="1020"/>
                </a:lnTo>
                <a:lnTo>
                  <a:pt x="832" y="1020"/>
                </a:lnTo>
                <a:lnTo>
                  <a:pt x="832" y="1019"/>
                </a:lnTo>
                <a:lnTo>
                  <a:pt x="831" y="1019"/>
                </a:lnTo>
                <a:lnTo>
                  <a:pt x="831" y="1018"/>
                </a:lnTo>
                <a:lnTo>
                  <a:pt x="830" y="1018"/>
                </a:lnTo>
                <a:lnTo>
                  <a:pt x="830" y="1017"/>
                </a:lnTo>
                <a:lnTo>
                  <a:pt x="829" y="1017"/>
                </a:lnTo>
                <a:lnTo>
                  <a:pt x="828" y="1017"/>
                </a:lnTo>
                <a:lnTo>
                  <a:pt x="827" y="1017"/>
                </a:lnTo>
                <a:lnTo>
                  <a:pt x="826" y="1017"/>
                </a:lnTo>
                <a:lnTo>
                  <a:pt x="826" y="1018"/>
                </a:lnTo>
                <a:lnTo>
                  <a:pt x="825" y="1018"/>
                </a:lnTo>
                <a:lnTo>
                  <a:pt x="824" y="1018"/>
                </a:lnTo>
                <a:lnTo>
                  <a:pt x="824" y="1017"/>
                </a:lnTo>
                <a:lnTo>
                  <a:pt x="823" y="1017"/>
                </a:lnTo>
                <a:lnTo>
                  <a:pt x="823" y="1016"/>
                </a:lnTo>
                <a:lnTo>
                  <a:pt x="823" y="1015"/>
                </a:lnTo>
                <a:lnTo>
                  <a:pt x="823" y="1014"/>
                </a:lnTo>
                <a:lnTo>
                  <a:pt x="823" y="1013"/>
                </a:lnTo>
                <a:lnTo>
                  <a:pt x="823" y="1012"/>
                </a:lnTo>
                <a:lnTo>
                  <a:pt x="823" y="1011"/>
                </a:lnTo>
                <a:lnTo>
                  <a:pt x="823" y="1010"/>
                </a:lnTo>
                <a:lnTo>
                  <a:pt x="823" y="1009"/>
                </a:lnTo>
                <a:lnTo>
                  <a:pt x="822" y="1009"/>
                </a:lnTo>
                <a:lnTo>
                  <a:pt x="823" y="1009"/>
                </a:lnTo>
                <a:lnTo>
                  <a:pt x="823" y="1008"/>
                </a:lnTo>
                <a:lnTo>
                  <a:pt x="822" y="1008"/>
                </a:lnTo>
                <a:lnTo>
                  <a:pt x="822" y="1007"/>
                </a:lnTo>
                <a:lnTo>
                  <a:pt x="822" y="1006"/>
                </a:lnTo>
                <a:lnTo>
                  <a:pt x="821" y="1006"/>
                </a:lnTo>
                <a:lnTo>
                  <a:pt x="821" y="1005"/>
                </a:lnTo>
                <a:lnTo>
                  <a:pt x="821" y="1004"/>
                </a:lnTo>
                <a:lnTo>
                  <a:pt x="822" y="1004"/>
                </a:lnTo>
                <a:lnTo>
                  <a:pt x="821" y="1004"/>
                </a:lnTo>
                <a:lnTo>
                  <a:pt x="821" y="1003"/>
                </a:lnTo>
                <a:lnTo>
                  <a:pt x="822" y="1003"/>
                </a:lnTo>
                <a:lnTo>
                  <a:pt x="823" y="1003"/>
                </a:lnTo>
                <a:lnTo>
                  <a:pt x="823" y="1002"/>
                </a:lnTo>
                <a:lnTo>
                  <a:pt x="823" y="1001"/>
                </a:lnTo>
                <a:lnTo>
                  <a:pt x="822" y="1001"/>
                </a:lnTo>
                <a:lnTo>
                  <a:pt x="822" y="1000"/>
                </a:lnTo>
                <a:lnTo>
                  <a:pt x="822" y="999"/>
                </a:lnTo>
                <a:lnTo>
                  <a:pt x="821" y="999"/>
                </a:lnTo>
                <a:lnTo>
                  <a:pt x="821" y="998"/>
                </a:lnTo>
                <a:lnTo>
                  <a:pt x="821" y="997"/>
                </a:lnTo>
                <a:lnTo>
                  <a:pt x="820" y="997"/>
                </a:lnTo>
                <a:lnTo>
                  <a:pt x="820" y="996"/>
                </a:lnTo>
                <a:lnTo>
                  <a:pt x="821" y="996"/>
                </a:lnTo>
                <a:lnTo>
                  <a:pt x="820" y="996"/>
                </a:lnTo>
                <a:lnTo>
                  <a:pt x="820" y="995"/>
                </a:lnTo>
                <a:lnTo>
                  <a:pt x="820" y="994"/>
                </a:lnTo>
                <a:lnTo>
                  <a:pt x="819" y="994"/>
                </a:lnTo>
                <a:lnTo>
                  <a:pt x="818" y="994"/>
                </a:lnTo>
                <a:lnTo>
                  <a:pt x="818" y="995"/>
                </a:lnTo>
                <a:lnTo>
                  <a:pt x="818" y="996"/>
                </a:lnTo>
                <a:lnTo>
                  <a:pt x="818" y="997"/>
                </a:lnTo>
                <a:lnTo>
                  <a:pt x="819" y="997"/>
                </a:lnTo>
                <a:lnTo>
                  <a:pt x="819" y="998"/>
                </a:lnTo>
                <a:lnTo>
                  <a:pt x="818" y="998"/>
                </a:lnTo>
                <a:lnTo>
                  <a:pt x="817" y="998"/>
                </a:lnTo>
                <a:lnTo>
                  <a:pt x="816" y="998"/>
                </a:lnTo>
                <a:lnTo>
                  <a:pt x="816" y="999"/>
                </a:lnTo>
                <a:lnTo>
                  <a:pt x="815" y="999"/>
                </a:lnTo>
                <a:lnTo>
                  <a:pt x="815" y="1000"/>
                </a:lnTo>
                <a:lnTo>
                  <a:pt x="815" y="1001"/>
                </a:lnTo>
                <a:lnTo>
                  <a:pt x="814" y="1001"/>
                </a:lnTo>
                <a:lnTo>
                  <a:pt x="814" y="1000"/>
                </a:lnTo>
                <a:lnTo>
                  <a:pt x="814" y="1001"/>
                </a:lnTo>
                <a:lnTo>
                  <a:pt x="814" y="1002"/>
                </a:lnTo>
                <a:lnTo>
                  <a:pt x="814" y="1003"/>
                </a:lnTo>
                <a:lnTo>
                  <a:pt x="813" y="1003"/>
                </a:lnTo>
                <a:lnTo>
                  <a:pt x="812" y="1003"/>
                </a:lnTo>
                <a:lnTo>
                  <a:pt x="812" y="1004"/>
                </a:lnTo>
                <a:lnTo>
                  <a:pt x="811" y="1004"/>
                </a:lnTo>
                <a:lnTo>
                  <a:pt x="811" y="1003"/>
                </a:lnTo>
                <a:lnTo>
                  <a:pt x="810" y="1003"/>
                </a:lnTo>
                <a:lnTo>
                  <a:pt x="809" y="1003"/>
                </a:lnTo>
                <a:lnTo>
                  <a:pt x="809" y="1004"/>
                </a:lnTo>
                <a:lnTo>
                  <a:pt x="808" y="1004"/>
                </a:lnTo>
                <a:lnTo>
                  <a:pt x="809" y="1004"/>
                </a:lnTo>
                <a:lnTo>
                  <a:pt x="809" y="1005"/>
                </a:lnTo>
                <a:lnTo>
                  <a:pt x="809" y="1006"/>
                </a:lnTo>
                <a:lnTo>
                  <a:pt x="810" y="1007"/>
                </a:lnTo>
                <a:lnTo>
                  <a:pt x="809" y="1007"/>
                </a:lnTo>
                <a:lnTo>
                  <a:pt x="809" y="1008"/>
                </a:lnTo>
                <a:lnTo>
                  <a:pt x="809" y="1009"/>
                </a:lnTo>
                <a:lnTo>
                  <a:pt x="809" y="1010"/>
                </a:lnTo>
                <a:lnTo>
                  <a:pt x="809" y="1011"/>
                </a:lnTo>
                <a:lnTo>
                  <a:pt x="809" y="1012"/>
                </a:lnTo>
                <a:lnTo>
                  <a:pt x="808" y="1012"/>
                </a:lnTo>
                <a:lnTo>
                  <a:pt x="808" y="1013"/>
                </a:lnTo>
                <a:lnTo>
                  <a:pt x="809" y="1013"/>
                </a:lnTo>
                <a:lnTo>
                  <a:pt x="809" y="1014"/>
                </a:lnTo>
                <a:lnTo>
                  <a:pt x="810" y="1014"/>
                </a:lnTo>
                <a:lnTo>
                  <a:pt x="810" y="1015"/>
                </a:lnTo>
                <a:lnTo>
                  <a:pt x="810" y="1016"/>
                </a:lnTo>
                <a:lnTo>
                  <a:pt x="811" y="1016"/>
                </a:lnTo>
                <a:lnTo>
                  <a:pt x="811" y="1017"/>
                </a:lnTo>
                <a:lnTo>
                  <a:pt x="811" y="1018"/>
                </a:lnTo>
                <a:lnTo>
                  <a:pt x="811" y="1019"/>
                </a:lnTo>
                <a:lnTo>
                  <a:pt x="811" y="1020"/>
                </a:lnTo>
                <a:lnTo>
                  <a:pt x="811" y="1021"/>
                </a:lnTo>
                <a:lnTo>
                  <a:pt x="812" y="1021"/>
                </a:lnTo>
                <a:lnTo>
                  <a:pt x="813" y="1021"/>
                </a:lnTo>
                <a:lnTo>
                  <a:pt x="813" y="1022"/>
                </a:lnTo>
                <a:lnTo>
                  <a:pt x="813" y="1023"/>
                </a:lnTo>
                <a:lnTo>
                  <a:pt x="812" y="1023"/>
                </a:lnTo>
                <a:lnTo>
                  <a:pt x="812" y="1024"/>
                </a:lnTo>
                <a:lnTo>
                  <a:pt x="811" y="1024"/>
                </a:lnTo>
                <a:lnTo>
                  <a:pt x="810" y="1024"/>
                </a:lnTo>
                <a:lnTo>
                  <a:pt x="809" y="1024"/>
                </a:lnTo>
                <a:lnTo>
                  <a:pt x="809" y="1025"/>
                </a:lnTo>
                <a:lnTo>
                  <a:pt x="808" y="1025"/>
                </a:lnTo>
                <a:lnTo>
                  <a:pt x="807" y="1025"/>
                </a:lnTo>
                <a:lnTo>
                  <a:pt x="807" y="1026"/>
                </a:lnTo>
                <a:lnTo>
                  <a:pt x="807" y="1027"/>
                </a:lnTo>
                <a:lnTo>
                  <a:pt x="807" y="1026"/>
                </a:lnTo>
                <a:lnTo>
                  <a:pt x="806" y="1026"/>
                </a:lnTo>
                <a:lnTo>
                  <a:pt x="805" y="1026"/>
                </a:lnTo>
                <a:lnTo>
                  <a:pt x="804" y="1026"/>
                </a:lnTo>
                <a:lnTo>
                  <a:pt x="803" y="1026"/>
                </a:lnTo>
                <a:lnTo>
                  <a:pt x="802" y="1026"/>
                </a:lnTo>
                <a:lnTo>
                  <a:pt x="802" y="1025"/>
                </a:lnTo>
                <a:lnTo>
                  <a:pt x="801" y="1025"/>
                </a:lnTo>
                <a:lnTo>
                  <a:pt x="800" y="1025"/>
                </a:lnTo>
                <a:lnTo>
                  <a:pt x="799" y="1025"/>
                </a:lnTo>
                <a:lnTo>
                  <a:pt x="799" y="1024"/>
                </a:lnTo>
                <a:lnTo>
                  <a:pt x="798" y="1024"/>
                </a:lnTo>
                <a:lnTo>
                  <a:pt x="797" y="1024"/>
                </a:lnTo>
                <a:lnTo>
                  <a:pt x="797" y="1023"/>
                </a:lnTo>
                <a:lnTo>
                  <a:pt x="796" y="1023"/>
                </a:lnTo>
                <a:lnTo>
                  <a:pt x="796" y="1022"/>
                </a:lnTo>
                <a:lnTo>
                  <a:pt x="795" y="1022"/>
                </a:lnTo>
                <a:lnTo>
                  <a:pt x="794" y="1022"/>
                </a:lnTo>
                <a:lnTo>
                  <a:pt x="794" y="1021"/>
                </a:lnTo>
                <a:lnTo>
                  <a:pt x="795" y="1021"/>
                </a:lnTo>
                <a:lnTo>
                  <a:pt x="795" y="1020"/>
                </a:lnTo>
                <a:lnTo>
                  <a:pt x="795" y="1019"/>
                </a:lnTo>
                <a:lnTo>
                  <a:pt x="795" y="1018"/>
                </a:lnTo>
                <a:lnTo>
                  <a:pt x="796" y="1018"/>
                </a:lnTo>
                <a:lnTo>
                  <a:pt x="796" y="1017"/>
                </a:lnTo>
                <a:lnTo>
                  <a:pt x="797" y="1017"/>
                </a:lnTo>
                <a:lnTo>
                  <a:pt x="797" y="1016"/>
                </a:lnTo>
                <a:lnTo>
                  <a:pt x="798" y="1016"/>
                </a:lnTo>
                <a:lnTo>
                  <a:pt x="798" y="1015"/>
                </a:lnTo>
                <a:lnTo>
                  <a:pt x="797" y="1015"/>
                </a:lnTo>
                <a:lnTo>
                  <a:pt x="797" y="1014"/>
                </a:lnTo>
                <a:lnTo>
                  <a:pt x="797" y="1015"/>
                </a:lnTo>
                <a:lnTo>
                  <a:pt x="796" y="1015"/>
                </a:lnTo>
                <a:lnTo>
                  <a:pt x="796" y="1014"/>
                </a:lnTo>
                <a:lnTo>
                  <a:pt x="795" y="1014"/>
                </a:lnTo>
                <a:lnTo>
                  <a:pt x="795" y="1013"/>
                </a:lnTo>
                <a:lnTo>
                  <a:pt x="794" y="1013"/>
                </a:lnTo>
                <a:lnTo>
                  <a:pt x="794" y="1012"/>
                </a:lnTo>
                <a:lnTo>
                  <a:pt x="793" y="1012"/>
                </a:lnTo>
                <a:lnTo>
                  <a:pt x="793" y="1011"/>
                </a:lnTo>
                <a:lnTo>
                  <a:pt x="792" y="1011"/>
                </a:lnTo>
                <a:lnTo>
                  <a:pt x="792" y="1010"/>
                </a:lnTo>
                <a:lnTo>
                  <a:pt x="791" y="1010"/>
                </a:lnTo>
                <a:lnTo>
                  <a:pt x="791" y="1009"/>
                </a:lnTo>
                <a:lnTo>
                  <a:pt x="790" y="1009"/>
                </a:lnTo>
                <a:lnTo>
                  <a:pt x="790" y="1008"/>
                </a:lnTo>
                <a:lnTo>
                  <a:pt x="789" y="1008"/>
                </a:lnTo>
                <a:lnTo>
                  <a:pt x="789" y="1007"/>
                </a:lnTo>
                <a:lnTo>
                  <a:pt x="789" y="1006"/>
                </a:lnTo>
                <a:lnTo>
                  <a:pt x="789" y="1005"/>
                </a:lnTo>
                <a:lnTo>
                  <a:pt x="789" y="1004"/>
                </a:lnTo>
                <a:lnTo>
                  <a:pt x="790" y="1004"/>
                </a:lnTo>
                <a:lnTo>
                  <a:pt x="789" y="1004"/>
                </a:lnTo>
                <a:lnTo>
                  <a:pt x="789" y="1003"/>
                </a:lnTo>
                <a:lnTo>
                  <a:pt x="789" y="1002"/>
                </a:lnTo>
                <a:lnTo>
                  <a:pt x="789" y="1001"/>
                </a:lnTo>
                <a:lnTo>
                  <a:pt x="788" y="1001"/>
                </a:lnTo>
                <a:lnTo>
                  <a:pt x="787" y="1001"/>
                </a:lnTo>
                <a:lnTo>
                  <a:pt x="787" y="1000"/>
                </a:lnTo>
                <a:lnTo>
                  <a:pt x="786" y="1000"/>
                </a:lnTo>
                <a:lnTo>
                  <a:pt x="786" y="999"/>
                </a:lnTo>
                <a:lnTo>
                  <a:pt x="786" y="998"/>
                </a:lnTo>
                <a:lnTo>
                  <a:pt x="786" y="997"/>
                </a:lnTo>
                <a:lnTo>
                  <a:pt x="785" y="997"/>
                </a:lnTo>
                <a:lnTo>
                  <a:pt x="785" y="996"/>
                </a:lnTo>
                <a:lnTo>
                  <a:pt x="785" y="995"/>
                </a:lnTo>
                <a:lnTo>
                  <a:pt x="784" y="995"/>
                </a:lnTo>
                <a:lnTo>
                  <a:pt x="784" y="994"/>
                </a:lnTo>
                <a:lnTo>
                  <a:pt x="784" y="993"/>
                </a:lnTo>
                <a:lnTo>
                  <a:pt x="783" y="993"/>
                </a:lnTo>
                <a:lnTo>
                  <a:pt x="782" y="993"/>
                </a:lnTo>
                <a:lnTo>
                  <a:pt x="782" y="992"/>
                </a:lnTo>
                <a:lnTo>
                  <a:pt x="781" y="992"/>
                </a:lnTo>
                <a:lnTo>
                  <a:pt x="781" y="991"/>
                </a:lnTo>
                <a:lnTo>
                  <a:pt x="780" y="991"/>
                </a:lnTo>
                <a:lnTo>
                  <a:pt x="780" y="990"/>
                </a:lnTo>
                <a:lnTo>
                  <a:pt x="780" y="991"/>
                </a:lnTo>
                <a:lnTo>
                  <a:pt x="779" y="991"/>
                </a:lnTo>
                <a:lnTo>
                  <a:pt x="778" y="991"/>
                </a:lnTo>
                <a:lnTo>
                  <a:pt x="778" y="990"/>
                </a:lnTo>
                <a:lnTo>
                  <a:pt x="777" y="990"/>
                </a:lnTo>
                <a:lnTo>
                  <a:pt x="776" y="990"/>
                </a:lnTo>
                <a:lnTo>
                  <a:pt x="776" y="989"/>
                </a:lnTo>
                <a:lnTo>
                  <a:pt x="776" y="988"/>
                </a:lnTo>
                <a:lnTo>
                  <a:pt x="775" y="988"/>
                </a:lnTo>
                <a:lnTo>
                  <a:pt x="775" y="987"/>
                </a:lnTo>
                <a:lnTo>
                  <a:pt x="774" y="987"/>
                </a:lnTo>
                <a:lnTo>
                  <a:pt x="774" y="986"/>
                </a:lnTo>
                <a:lnTo>
                  <a:pt x="773" y="986"/>
                </a:lnTo>
                <a:lnTo>
                  <a:pt x="773" y="985"/>
                </a:lnTo>
                <a:lnTo>
                  <a:pt x="773" y="984"/>
                </a:lnTo>
                <a:lnTo>
                  <a:pt x="773" y="983"/>
                </a:lnTo>
                <a:lnTo>
                  <a:pt x="773" y="982"/>
                </a:lnTo>
                <a:lnTo>
                  <a:pt x="772" y="982"/>
                </a:lnTo>
                <a:lnTo>
                  <a:pt x="772" y="981"/>
                </a:lnTo>
                <a:lnTo>
                  <a:pt x="772" y="980"/>
                </a:lnTo>
                <a:lnTo>
                  <a:pt x="772" y="979"/>
                </a:lnTo>
                <a:lnTo>
                  <a:pt x="772" y="978"/>
                </a:lnTo>
                <a:lnTo>
                  <a:pt x="772" y="976"/>
                </a:lnTo>
                <a:lnTo>
                  <a:pt x="771" y="976"/>
                </a:lnTo>
                <a:lnTo>
                  <a:pt x="771" y="975"/>
                </a:lnTo>
                <a:lnTo>
                  <a:pt x="772" y="974"/>
                </a:lnTo>
                <a:lnTo>
                  <a:pt x="771" y="974"/>
                </a:lnTo>
                <a:lnTo>
                  <a:pt x="771" y="973"/>
                </a:lnTo>
                <a:lnTo>
                  <a:pt x="771" y="972"/>
                </a:lnTo>
                <a:lnTo>
                  <a:pt x="770" y="972"/>
                </a:lnTo>
                <a:lnTo>
                  <a:pt x="770" y="971"/>
                </a:lnTo>
                <a:lnTo>
                  <a:pt x="770" y="970"/>
                </a:lnTo>
                <a:lnTo>
                  <a:pt x="771" y="970"/>
                </a:lnTo>
                <a:lnTo>
                  <a:pt x="770" y="970"/>
                </a:lnTo>
                <a:lnTo>
                  <a:pt x="770" y="969"/>
                </a:lnTo>
                <a:lnTo>
                  <a:pt x="769" y="969"/>
                </a:lnTo>
                <a:lnTo>
                  <a:pt x="768" y="969"/>
                </a:lnTo>
                <a:lnTo>
                  <a:pt x="767" y="969"/>
                </a:lnTo>
                <a:lnTo>
                  <a:pt x="767" y="973"/>
                </a:lnTo>
                <a:lnTo>
                  <a:pt x="766" y="973"/>
                </a:lnTo>
                <a:lnTo>
                  <a:pt x="765" y="973"/>
                </a:lnTo>
                <a:lnTo>
                  <a:pt x="765" y="974"/>
                </a:lnTo>
                <a:lnTo>
                  <a:pt x="765" y="975"/>
                </a:lnTo>
                <a:lnTo>
                  <a:pt x="764" y="975"/>
                </a:lnTo>
                <a:lnTo>
                  <a:pt x="765" y="975"/>
                </a:lnTo>
                <a:lnTo>
                  <a:pt x="764" y="975"/>
                </a:lnTo>
                <a:lnTo>
                  <a:pt x="764" y="976"/>
                </a:lnTo>
                <a:lnTo>
                  <a:pt x="763" y="977"/>
                </a:lnTo>
                <a:lnTo>
                  <a:pt x="764" y="977"/>
                </a:lnTo>
                <a:lnTo>
                  <a:pt x="764" y="978"/>
                </a:lnTo>
                <a:lnTo>
                  <a:pt x="764" y="979"/>
                </a:lnTo>
                <a:lnTo>
                  <a:pt x="763" y="979"/>
                </a:lnTo>
                <a:lnTo>
                  <a:pt x="763" y="980"/>
                </a:lnTo>
                <a:lnTo>
                  <a:pt x="762" y="980"/>
                </a:lnTo>
                <a:lnTo>
                  <a:pt x="762" y="981"/>
                </a:lnTo>
                <a:lnTo>
                  <a:pt x="762" y="982"/>
                </a:lnTo>
                <a:lnTo>
                  <a:pt x="761" y="982"/>
                </a:lnTo>
                <a:lnTo>
                  <a:pt x="761" y="983"/>
                </a:lnTo>
                <a:lnTo>
                  <a:pt x="760" y="983"/>
                </a:lnTo>
                <a:lnTo>
                  <a:pt x="759" y="984"/>
                </a:lnTo>
                <a:lnTo>
                  <a:pt x="758" y="984"/>
                </a:lnTo>
                <a:lnTo>
                  <a:pt x="758" y="983"/>
                </a:lnTo>
                <a:lnTo>
                  <a:pt x="758" y="982"/>
                </a:lnTo>
                <a:lnTo>
                  <a:pt x="758" y="980"/>
                </a:lnTo>
                <a:lnTo>
                  <a:pt x="757" y="980"/>
                </a:lnTo>
                <a:lnTo>
                  <a:pt x="757" y="979"/>
                </a:lnTo>
                <a:lnTo>
                  <a:pt x="758" y="979"/>
                </a:lnTo>
                <a:lnTo>
                  <a:pt x="758" y="978"/>
                </a:lnTo>
                <a:lnTo>
                  <a:pt x="757" y="978"/>
                </a:lnTo>
                <a:lnTo>
                  <a:pt x="756" y="978"/>
                </a:lnTo>
                <a:lnTo>
                  <a:pt x="755" y="978"/>
                </a:lnTo>
                <a:lnTo>
                  <a:pt x="754" y="978"/>
                </a:lnTo>
                <a:lnTo>
                  <a:pt x="753" y="978"/>
                </a:lnTo>
                <a:lnTo>
                  <a:pt x="753" y="977"/>
                </a:lnTo>
                <a:lnTo>
                  <a:pt x="752" y="977"/>
                </a:lnTo>
                <a:lnTo>
                  <a:pt x="751" y="976"/>
                </a:lnTo>
                <a:lnTo>
                  <a:pt x="750" y="976"/>
                </a:lnTo>
                <a:lnTo>
                  <a:pt x="750" y="975"/>
                </a:lnTo>
                <a:lnTo>
                  <a:pt x="749" y="975"/>
                </a:lnTo>
                <a:lnTo>
                  <a:pt x="748" y="975"/>
                </a:lnTo>
                <a:lnTo>
                  <a:pt x="747" y="975"/>
                </a:lnTo>
                <a:lnTo>
                  <a:pt x="746" y="975"/>
                </a:lnTo>
                <a:lnTo>
                  <a:pt x="744" y="975"/>
                </a:lnTo>
                <a:lnTo>
                  <a:pt x="743" y="975"/>
                </a:lnTo>
                <a:lnTo>
                  <a:pt x="743" y="974"/>
                </a:lnTo>
                <a:lnTo>
                  <a:pt x="743" y="975"/>
                </a:lnTo>
                <a:lnTo>
                  <a:pt x="742" y="975"/>
                </a:lnTo>
                <a:lnTo>
                  <a:pt x="741" y="975"/>
                </a:lnTo>
                <a:lnTo>
                  <a:pt x="740" y="975"/>
                </a:lnTo>
                <a:lnTo>
                  <a:pt x="739" y="975"/>
                </a:lnTo>
                <a:lnTo>
                  <a:pt x="738" y="975"/>
                </a:lnTo>
                <a:lnTo>
                  <a:pt x="738" y="976"/>
                </a:lnTo>
                <a:lnTo>
                  <a:pt x="738" y="977"/>
                </a:lnTo>
                <a:lnTo>
                  <a:pt x="738" y="978"/>
                </a:lnTo>
                <a:lnTo>
                  <a:pt x="737" y="978"/>
                </a:lnTo>
                <a:lnTo>
                  <a:pt x="737" y="979"/>
                </a:lnTo>
                <a:lnTo>
                  <a:pt x="736" y="979"/>
                </a:lnTo>
                <a:lnTo>
                  <a:pt x="736" y="980"/>
                </a:lnTo>
                <a:lnTo>
                  <a:pt x="735" y="980"/>
                </a:lnTo>
                <a:lnTo>
                  <a:pt x="735" y="981"/>
                </a:lnTo>
                <a:lnTo>
                  <a:pt x="734" y="981"/>
                </a:lnTo>
                <a:lnTo>
                  <a:pt x="734" y="980"/>
                </a:lnTo>
                <a:lnTo>
                  <a:pt x="732" y="980"/>
                </a:lnTo>
                <a:lnTo>
                  <a:pt x="731" y="980"/>
                </a:lnTo>
                <a:lnTo>
                  <a:pt x="731" y="979"/>
                </a:lnTo>
                <a:lnTo>
                  <a:pt x="731" y="978"/>
                </a:lnTo>
                <a:lnTo>
                  <a:pt x="730" y="978"/>
                </a:lnTo>
                <a:lnTo>
                  <a:pt x="730" y="979"/>
                </a:lnTo>
                <a:lnTo>
                  <a:pt x="729" y="979"/>
                </a:lnTo>
                <a:lnTo>
                  <a:pt x="728" y="979"/>
                </a:lnTo>
                <a:lnTo>
                  <a:pt x="728" y="980"/>
                </a:lnTo>
                <a:lnTo>
                  <a:pt x="727" y="980"/>
                </a:lnTo>
                <a:lnTo>
                  <a:pt x="726" y="980"/>
                </a:lnTo>
                <a:lnTo>
                  <a:pt x="725" y="980"/>
                </a:lnTo>
                <a:lnTo>
                  <a:pt x="723" y="980"/>
                </a:lnTo>
                <a:lnTo>
                  <a:pt x="723" y="979"/>
                </a:lnTo>
                <a:lnTo>
                  <a:pt x="722" y="979"/>
                </a:lnTo>
                <a:lnTo>
                  <a:pt x="722" y="980"/>
                </a:lnTo>
                <a:lnTo>
                  <a:pt x="721" y="980"/>
                </a:lnTo>
                <a:lnTo>
                  <a:pt x="721" y="979"/>
                </a:lnTo>
                <a:lnTo>
                  <a:pt x="721" y="978"/>
                </a:lnTo>
                <a:lnTo>
                  <a:pt x="720" y="978"/>
                </a:lnTo>
                <a:lnTo>
                  <a:pt x="720" y="977"/>
                </a:lnTo>
                <a:lnTo>
                  <a:pt x="720" y="976"/>
                </a:lnTo>
                <a:lnTo>
                  <a:pt x="719" y="976"/>
                </a:lnTo>
                <a:lnTo>
                  <a:pt x="718" y="976"/>
                </a:lnTo>
                <a:lnTo>
                  <a:pt x="718" y="975"/>
                </a:lnTo>
                <a:lnTo>
                  <a:pt x="717" y="975"/>
                </a:lnTo>
                <a:lnTo>
                  <a:pt x="716" y="974"/>
                </a:lnTo>
                <a:lnTo>
                  <a:pt x="715" y="974"/>
                </a:lnTo>
                <a:lnTo>
                  <a:pt x="715" y="975"/>
                </a:lnTo>
                <a:lnTo>
                  <a:pt x="714" y="975"/>
                </a:lnTo>
                <a:lnTo>
                  <a:pt x="714" y="976"/>
                </a:lnTo>
                <a:lnTo>
                  <a:pt x="713" y="976"/>
                </a:lnTo>
                <a:lnTo>
                  <a:pt x="713" y="975"/>
                </a:lnTo>
                <a:lnTo>
                  <a:pt x="712" y="975"/>
                </a:lnTo>
                <a:lnTo>
                  <a:pt x="711" y="975"/>
                </a:lnTo>
                <a:lnTo>
                  <a:pt x="710" y="975"/>
                </a:lnTo>
                <a:lnTo>
                  <a:pt x="709" y="975"/>
                </a:lnTo>
                <a:lnTo>
                  <a:pt x="709" y="974"/>
                </a:lnTo>
                <a:lnTo>
                  <a:pt x="708" y="974"/>
                </a:lnTo>
                <a:lnTo>
                  <a:pt x="708" y="975"/>
                </a:lnTo>
                <a:lnTo>
                  <a:pt x="707" y="975"/>
                </a:lnTo>
                <a:lnTo>
                  <a:pt x="707" y="974"/>
                </a:lnTo>
                <a:lnTo>
                  <a:pt x="706" y="974"/>
                </a:lnTo>
                <a:lnTo>
                  <a:pt x="706" y="973"/>
                </a:lnTo>
                <a:lnTo>
                  <a:pt x="706" y="972"/>
                </a:lnTo>
                <a:lnTo>
                  <a:pt x="707" y="972"/>
                </a:lnTo>
                <a:lnTo>
                  <a:pt x="707" y="971"/>
                </a:lnTo>
                <a:lnTo>
                  <a:pt x="707" y="970"/>
                </a:lnTo>
                <a:lnTo>
                  <a:pt x="707" y="969"/>
                </a:lnTo>
                <a:lnTo>
                  <a:pt x="708" y="969"/>
                </a:lnTo>
                <a:lnTo>
                  <a:pt x="707" y="969"/>
                </a:lnTo>
                <a:lnTo>
                  <a:pt x="707" y="968"/>
                </a:lnTo>
                <a:lnTo>
                  <a:pt x="708" y="968"/>
                </a:lnTo>
                <a:lnTo>
                  <a:pt x="708" y="967"/>
                </a:lnTo>
                <a:lnTo>
                  <a:pt x="707" y="967"/>
                </a:lnTo>
                <a:lnTo>
                  <a:pt x="707" y="966"/>
                </a:lnTo>
                <a:lnTo>
                  <a:pt x="707" y="965"/>
                </a:lnTo>
                <a:lnTo>
                  <a:pt x="707" y="964"/>
                </a:lnTo>
                <a:lnTo>
                  <a:pt x="707" y="963"/>
                </a:lnTo>
                <a:lnTo>
                  <a:pt x="706" y="963"/>
                </a:lnTo>
                <a:lnTo>
                  <a:pt x="707" y="963"/>
                </a:lnTo>
                <a:lnTo>
                  <a:pt x="706" y="963"/>
                </a:lnTo>
                <a:lnTo>
                  <a:pt x="706" y="962"/>
                </a:lnTo>
                <a:lnTo>
                  <a:pt x="707" y="962"/>
                </a:lnTo>
                <a:lnTo>
                  <a:pt x="706" y="962"/>
                </a:lnTo>
                <a:lnTo>
                  <a:pt x="706" y="961"/>
                </a:lnTo>
                <a:lnTo>
                  <a:pt x="705" y="961"/>
                </a:lnTo>
                <a:lnTo>
                  <a:pt x="705" y="960"/>
                </a:lnTo>
                <a:lnTo>
                  <a:pt x="706" y="960"/>
                </a:lnTo>
                <a:lnTo>
                  <a:pt x="706" y="959"/>
                </a:lnTo>
                <a:lnTo>
                  <a:pt x="706" y="958"/>
                </a:lnTo>
                <a:lnTo>
                  <a:pt x="706" y="957"/>
                </a:lnTo>
                <a:lnTo>
                  <a:pt x="707" y="957"/>
                </a:lnTo>
                <a:lnTo>
                  <a:pt x="707" y="956"/>
                </a:lnTo>
                <a:lnTo>
                  <a:pt x="708" y="956"/>
                </a:lnTo>
                <a:lnTo>
                  <a:pt x="708" y="957"/>
                </a:lnTo>
                <a:lnTo>
                  <a:pt x="709" y="957"/>
                </a:lnTo>
                <a:lnTo>
                  <a:pt x="709" y="956"/>
                </a:lnTo>
                <a:lnTo>
                  <a:pt x="709" y="957"/>
                </a:lnTo>
                <a:lnTo>
                  <a:pt x="710" y="957"/>
                </a:lnTo>
                <a:lnTo>
                  <a:pt x="710" y="956"/>
                </a:lnTo>
                <a:lnTo>
                  <a:pt x="711" y="956"/>
                </a:lnTo>
                <a:lnTo>
                  <a:pt x="711" y="955"/>
                </a:lnTo>
                <a:lnTo>
                  <a:pt x="711" y="954"/>
                </a:lnTo>
                <a:lnTo>
                  <a:pt x="711" y="953"/>
                </a:lnTo>
                <a:lnTo>
                  <a:pt x="712" y="953"/>
                </a:lnTo>
                <a:lnTo>
                  <a:pt x="712" y="952"/>
                </a:lnTo>
                <a:lnTo>
                  <a:pt x="712" y="951"/>
                </a:lnTo>
                <a:lnTo>
                  <a:pt x="713" y="951"/>
                </a:lnTo>
                <a:lnTo>
                  <a:pt x="714" y="951"/>
                </a:lnTo>
                <a:lnTo>
                  <a:pt x="714" y="950"/>
                </a:lnTo>
                <a:lnTo>
                  <a:pt x="714" y="949"/>
                </a:lnTo>
                <a:lnTo>
                  <a:pt x="714" y="948"/>
                </a:lnTo>
                <a:lnTo>
                  <a:pt x="714" y="947"/>
                </a:lnTo>
                <a:lnTo>
                  <a:pt x="715" y="947"/>
                </a:lnTo>
                <a:lnTo>
                  <a:pt x="714" y="946"/>
                </a:lnTo>
                <a:lnTo>
                  <a:pt x="714" y="945"/>
                </a:lnTo>
                <a:lnTo>
                  <a:pt x="714" y="944"/>
                </a:lnTo>
                <a:lnTo>
                  <a:pt x="713" y="944"/>
                </a:lnTo>
                <a:lnTo>
                  <a:pt x="713" y="943"/>
                </a:lnTo>
                <a:lnTo>
                  <a:pt x="714" y="943"/>
                </a:lnTo>
                <a:lnTo>
                  <a:pt x="714" y="942"/>
                </a:lnTo>
                <a:lnTo>
                  <a:pt x="715" y="942"/>
                </a:lnTo>
                <a:lnTo>
                  <a:pt x="715" y="941"/>
                </a:lnTo>
                <a:lnTo>
                  <a:pt x="715" y="940"/>
                </a:lnTo>
                <a:lnTo>
                  <a:pt x="716" y="940"/>
                </a:lnTo>
                <a:lnTo>
                  <a:pt x="715" y="940"/>
                </a:lnTo>
                <a:lnTo>
                  <a:pt x="715" y="939"/>
                </a:lnTo>
                <a:lnTo>
                  <a:pt x="714" y="939"/>
                </a:lnTo>
                <a:lnTo>
                  <a:pt x="714" y="938"/>
                </a:lnTo>
                <a:lnTo>
                  <a:pt x="713" y="938"/>
                </a:lnTo>
                <a:lnTo>
                  <a:pt x="712" y="938"/>
                </a:lnTo>
                <a:lnTo>
                  <a:pt x="711" y="938"/>
                </a:lnTo>
                <a:lnTo>
                  <a:pt x="711" y="937"/>
                </a:lnTo>
                <a:lnTo>
                  <a:pt x="710" y="937"/>
                </a:lnTo>
                <a:lnTo>
                  <a:pt x="710" y="936"/>
                </a:lnTo>
                <a:lnTo>
                  <a:pt x="710" y="935"/>
                </a:lnTo>
                <a:lnTo>
                  <a:pt x="709" y="935"/>
                </a:lnTo>
                <a:lnTo>
                  <a:pt x="709" y="934"/>
                </a:lnTo>
                <a:lnTo>
                  <a:pt x="708" y="934"/>
                </a:lnTo>
                <a:lnTo>
                  <a:pt x="708" y="933"/>
                </a:lnTo>
                <a:lnTo>
                  <a:pt x="707" y="933"/>
                </a:lnTo>
                <a:lnTo>
                  <a:pt x="706" y="933"/>
                </a:lnTo>
                <a:lnTo>
                  <a:pt x="705" y="933"/>
                </a:lnTo>
                <a:lnTo>
                  <a:pt x="705" y="934"/>
                </a:lnTo>
                <a:lnTo>
                  <a:pt x="704" y="934"/>
                </a:lnTo>
                <a:lnTo>
                  <a:pt x="703" y="934"/>
                </a:lnTo>
                <a:lnTo>
                  <a:pt x="702" y="934"/>
                </a:lnTo>
                <a:lnTo>
                  <a:pt x="702" y="933"/>
                </a:lnTo>
                <a:lnTo>
                  <a:pt x="701" y="933"/>
                </a:lnTo>
                <a:lnTo>
                  <a:pt x="700" y="933"/>
                </a:lnTo>
                <a:lnTo>
                  <a:pt x="700" y="934"/>
                </a:lnTo>
                <a:lnTo>
                  <a:pt x="700" y="935"/>
                </a:lnTo>
                <a:lnTo>
                  <a:pt x="699" y="935"/>
                </a:lnTo>
                <a:lnTo>
                  <a:pt x="699" y="936"/>
                </a:lnTo>
                <a:lnTo>
                  <a:pt x="698" y="936"/>
                </a:lnTo>
                <a:lnTo>
                  <a:pt x="698" y="937"/>
                </a:lnTo>
                <a:lnTo>
                  <a:pt x="697" y="937"/>
                </a:lnTo>
                <a:lnTo>
                  <a:pt x="697" y="938"/>
                </a:lnTo>
                <a:lnTo>
                  <a:pt x="696" y="938"/>
                </a:lnTo>
                <a:lnTo>
                  <a:pt x="696" y="939"/>
                </a:lnTo>
                <a:lnTo>
                  <a:pt x="695" y="939"/>
                </a:lnTo>
                <a:lnTo>
                  <a:pt x="695" y="940"/>
                </a:lnTo>
                <a:lnTo>
                  <a:pt x="694" y="940"/>
                </a:lnTo>
                <a:lnTo>
                  <a:pt x="694" y="941"/>
                </a:lnTo>
                <a:lnTo>
                  <a:pt x="693" y="941"/>
                </a:lnTo>
                <a:lnTo>
                  <a:pt x="693" y="942"/>
                </a:lnTo>
                <a:lnTo>
                  <a:pt x="693" y="943"/>
                </a:lnTo>
                <a:lnTo>
                  <a:pt x="694" y="943"/>
                </a:lnTo>
                <a:lnTo>
                  <a:pt x="693" y="944"/>
                </a:lnTo>
                <a:lnTo>
                  <a:pt x="692" y="944"/>
                </a:lnTo>
                <a:lnTo>
                  <a:pt x="691" y="944"/>
                </a:lnTo>
                <a:lnTo>
                  <a:pt x="691" y="945"/>
                </a:lnTo>
                <a:lnTo>
                  <a:pt x="691" y="944"/>
                </a:lnTo>
                <a:lnTo>
                  <a:pt x="691" y="945"/>
                </a:lnTo>
                <a:lnTo>
                  <a:pt x="690" y="945"/>
                </a:lnTo>
                <a:lnTo>
                  <a:pt x="689" y="945"/>
                </a:lnTo>
                <a:lnTo>
                  <a:pt x="689" y="944"/>
                </a:lnTo>
                <a:lnTo>
                  <a:pt x="688" y="944"/>
                </a:lnTo>
                <a:lnTo>
                  <a:pt x="688" y="943"/>
                </a:lnTo>
                <a:lnTo>
                  <a:pt x="688" y="944"/>
                </a:lnTo>
                <a:lnTo>
                  <a:pt x="687" y="944"/>
                </a:lnTo>
                <a:lnTo>
                  <a:pt x="686" y="944"/>
                </a:lnTo>
                <a:lnTo>
                  <a:pt x="685" y="944"/>
                </a:lnTo>
                <a:lnTo>
                  <a:pt x="684" y="944"/>
                </a:lnTo>
                <a:lnTo>
                  <a:pt x="683" y="944"/>
                </a:lnTo>
                <a:lnTo>
                  <a:pt x="683" y="945"/>
                </a:lnTo>
                <a:lnTo>
                  <a:pt x="682" y="945"/>
                </a:lnTo>
                <a:lnTo>
                  <a:pt x="681" y="945"/>
                </a:lnTo>
                <a:lnTo>
                  <a:pt x="680" y="945"/>
                </a:lnTo>
                <a:lnTo>
                  <a:pt x="680" y="946"/>
                </a:lnTo>
                <a:lnTo>
                  <a:pt x="679" y="946"/>
                </a:lnTo>
                <a:lnTo>
                  <a:pt x="678" y="946"/>
                </a:lnTo>
                <a:lnTo>
                  <a:pt x="678" y="945"/>
                </a:lnTo>
                <a:lnTo>
                  <a:pt x="677" y="945"/>
                </a:lnTo>
                <a:lnTo>
                  <a:pt x="676" y="945"/>
                </a:lnTo>
                <a:lnTo>
                  <a:pt x="676" y="944"/>
                </a:lnTo>
                <a:lnTo>
                  <a:pt x="675" y="944"/>
                </a:lnTo>
                <a:lnTo>
                  <a:pt x="674" y="943"/>
                </a:lnTo>
                <a:lnTo>
                  <a:pt x="673" y="943"/>
                </a:lnTo>
                <a:lnTo>
                  <a:pt x="672" y="942"/>
                </a:lnTo>
                <a:lnTo>
                  <a:pt x="671" y="942"/>
                </a:lnTo>
                <a:lnTo>
                  <a:pt x="670" y="942"/>
                </a:lnTo>
                <a:lnTo>
                  <a:pt x="670" y="941"/>
                </a:lnTo>
                <a:lnTo>
                  <a:pt x="669" y="941"/>
                </a:lnTo>
                <a:lnTo>
                  <a:pt x="668" y="941"/>
                </a:lnTo>
                <a:lnTo>
                  <a:pt x="667" y="941"/>
                </a:lnTo>
                <a:lnTo>
                  <a:pt x="666" y="941"/>
                </a:lnTo>
                <a:lnTo>
                  <a:pt x="666" y="940"/>
                </a:lnTo>
                <a:lnTo>
                  <a:pt x="665" y="940"/>
                </a:lnTo>
                <a:lnTo>
                  <a:pt x="665" y="939"/>
                </a:lnTo>
                <a:lnTo>
                  <a:pt x="664" y="939"/>
                </a:lnTo>
                <a:lnTo>
                  <a:pt x="663" y="939"/>
                </a:lnTo>
                <a:lnTo>
                  <a:pt x="662" y="939"/>
                </a:lnTo>
                <a:lnTo>
                  <a:pt x="663" y="939"/>
                </a:lnTo>
                <a:lnTo>
                  <a:pt x="663" y="938"/>
                </a:lnTo>
                <a:lnTo>
                  <a:pt x="663" y="937"/>
                </a:lnTo>
                <a:lnTo>
                  <a:pt x="663" y="936"/>
                </a:lnTo>
                <a:lnTo>
                  <a:pt x="663" y="935"/>
                </a:lnTo>
                <a:lnTo>
                  <a:pt x="664" y="935"/>
                </a:lnTo>
                <a:lnTo>
                  <a:pt x="664" y="934"/>
                </a:lnTo>
                <a:lnTo>
                  <a:pt x="663" y="934"/>
                </a:lnTo>
                <a:lnTo>
                  <a:pt x="662" y="934"/>
                </a:lnTo>
                <a:lnTo>
                  <a:pt x="662" y="933"/>
                </a:lnTo>
                <a:lnTo>
                  <a:pt x="661" y="933"/>
                </a:lnTo>
                <a:lnTo>
                  <a:pt x="661" y="934"/>
                </a:lnTo>
                <a:lnTo>
                  <a:pt x="661" y="933"/>
                </a:lnTo>
                <a:lnTo>
                  <a:pt x="660" y="933"/>
                </a:lnTo>
                <a:lnTo>
                  <a:pt x="660" y="932"/>
                </a:lnTo>
                <a:lnTo>
                  <a:pt x="659" y="932"/>
                </a:lnTo>
                <a:lnTo>
                  <a:pt x="659" y="931"/>
                </a:lnTo>
                <a:lnTo>
                  <a:pt x="658" y="931"/>
                </a:lnTo>
                <a:lnTo>
                  <a:pt x="658" y="929"/>
                </a:lnTo>
                <a:lnTo>
                  <a:pt x="657" y="929"/>
                </a:lnTo>
                <a:lnTo>
                  <a:pt x="657" y="928"/>
                </a:lnTo>
                <a:lnTo>
                  <a:pt x="656" y="928"/>
                </a:lnTo>
                <a:lnTo>
                  <a:pt x="656" y="927"/>
                </a:lnTo>
                <a:lnTo>
                  <a:pt x="655" y="927"/>
                </a:lnTo>
                <a:lnTo>
                  <a:pt x="654" y="927"/>
                </a:lnTo>
                <a:lnTo>
                  <a:pt x="653" y="927"/>
                </a:lnTo>
                <a:lnTo>
                  <a:pt x="652" y="927"/>
                </a:lnTo>
                <a:lnTo>
                  <a:pt x="651" y="927"/>
                </a:lnTo>
                <a:lnTo>
                  <a:pt x="650" y="927"/>
                </a:lnTo>
                <a:lnTo>
                  <a:pt x="649" y="927"/>
                </a:lnTo>
                <a:lnTo>
                  <a:pt x="649" y="926"/>
                </a:lnTo>
                <a:lnTo>
                  <a:pt x="648" y="926"/>
                </a:lnTo>
                <a:lnTo>
                  <a:pt x="648" y="925"/>
                </a:lnTo>
                <a:lnTo>
                  <a:pt x="647" y="925"/>
                </a:lnTo>
                <a:lnTo>
                  <a:pt x="647" y="926"/>
                </a:lnTo>
                <a:lnTo>
                  <a:pt x="646" y="926"/>
                </a:lnTo>
                <a:lnTo>
                  <a:pt x="645" y="926"/>
                </a:lnTo>
                <a:lnTo>
                  <a:pt x="644" y="926"/>
                </a:lnTo>
                <a:lnTo>
                  <a:pt x="644" y="925"/>
                </a:lnTo>
                <a:lnTo>
                  <a:pt x="643" y="925"/>
                </a:lnTo>
                <a:lnTo>
                  <a:pt x="643" y="926"/>
                </a:lnTo>
                <a:lnTo>
                  <a:pt x="642" y="926"/>
                </a:lnTo>
                <a:lnTo>
                  <a:pt x="641" y="927"/>
                </a:lnTo>
                <a:lnTo>
                  <a:pt x="641" y="926"/>
                </a:lnTo>
                <a:lnTo>
                  <a:pt x="640" y="926"/>
                </a:lnTo>
                <a:lnTo>
                  <a:pt x="640" y="925"/>
                </a:lnTo>
                <a:lnTo>
                  <a:pt x="639" y="925"/>
                </a:lnTo>
                <a:lnTo>
                  <a:pt x="638" y="925"/>
                </a:lnTo>
                <a:lnTo>
                  <a:pt x="638" y="924"/>
                </a:lnTo>
                <a:lnTo>
                  <a:pt x="637" y="924"/>
                </a:lnTo>
                <a:lnTo>
                  <a:pt x="637" y="923"/>
                </a:lnTo>
                <a:lnTo>
                  <a:pt x="636" y="923"/>
                </a:lnTo>
                <a:lnTo>
                  <a:pt x="635" y="923"/>
                </a:lnTo>
                <a:lnTo>
                  <a:pt x="635" y="922"/>
                </a:lnTo>
                <a:lnTo>
                  <a:pt x="636" y="922"/>
                </a:lnTo>
                <a:lnTo>
                  <a:pt x="636" y="921"/>
                </a:lnTo>
                <a:lnTo>
                  <a:pt x="636" y="920"/>
                </a:lnTo>
                <a:lnTo>
                  <a:pt x="635" y="920"/>
                </a:lnTo>
                <a:lnTo>
                  <a:pt x="635" y="919"/>
                </a:lnTo>
                <a:lnTo>
                  <a:pt x="635" y="918"/>
                </a:lnTo>
                <a:lnTo>
                  <a:pt x="635" y="917"/>
                </a:lnTo>
                <a:lnTo>
                  <a:pt x="635" y="916"/>
                </a:lnTo>
                <a:lnTo>
                  <a:pt x="634" y="916"/>
                </a:lnTo>
                <a:lnTo>
                  <a:pt x="634" y="915"/>
                </a:lnTo>
                <a:lnTo>
                  <a:pt x="633" y="915"/>
                </a:lnTo>
                <a:lnTo>
                  <a:pt x="633" y="916"/>
                </a:lnTo>
                <a:lnTo>
                  <a:pt x="632" y="916"/>
                </a:lnTo>
                <a:lnTo>
                  <a:pt x="632" y="915"/>
                </a:lnTo>
                <a:lnTo>
                  <a:pt x="631" y="916"/>
                </a:lnTo>
                <a:lnTo>
                  <a:pt x="631" y="915"/>
                </a:lnTo>
                <a:lnTo>
                  <a:pt x="631" y="914"/>
                </a:lnTo>
                <a:lnTo>
                  <a:pt x="632" y="914"/>
                </a:lnTo>
                <a:lnTo>
                  <a:pt x="632" y="913"/>
                </a:lnTo>
                <a:lnTo>
                  <a:pt x="632" y="912"/>
                </a:lnTo>
                <a:lnTo>
                  <a:pt x="631" y="912"/>
                </a:lnTo>
                <a:lnTo>
                  <a:pt x="630" y="912"/>
                </a:lnTo>
                <a:lnTo>
                  <a:pt x="629" y="912"/>
                </a:lnTo>
                <a:lnTo>
                  <a:pt x="629" y="911"/>
                </a:lnTo>
                <a:lnTo>
                  <a:pt x="628" y="911"/>
                </a:lnTo>
                <a:lnTo>
                  <a:pt x="628" y="912"/>
                </a:lnTo>
                <a:lnTo>
                  <a:pt x="627" y="912"/>
                </a:lnTo>
                <a:lnTo>
                  <a:pt x="627" y="911"/>
                </a:lnTo>
                <a:lnTo>
                  <a:pt x="626" y="911"/>
                </a:lnTo>
                <a:lnTo>
                  <a:pt x="626" y="910"/>
                </a:lnTo>
                <a:lnTo>
                  <a:pt x="625" y="910"/>
                </a:lnTo>
                <a:lnTo>
                  <a:pt x="625" y="911"/>
                </a:lnTo>
                <a:lnTo>
                  <a:pt x="624" y="911"/>
                </a:lnTo>
                <a:lnTo>
                  <a:pt x="624" y="912"/>
                </a:lnTo>
                <a:lnTo>
                  <a:pt x="623" y="912"/>
                </a:lnTo>
                <a:lnTo>
                  <a:pt x="623" y="911"/>
                </a:lnTo>
                <a:lnTo>
                  <a:pt x="622" y="911"/>
                </a:lnTo>
                <a:lnTo>
                  <a:pt x="621" y="911"/>
                </a:lnTo>
                <a:lnTo>
                  <a:pt x="621" y="910"/>
                </a:lnTo>
                <a:lnTo>
                  <a:pt x="620" y="910"/>
                </a:lnTo>
                <a:lnTo>
                  <a:pt x="619" y="910"/>
                </a:lnTo>
                <a:lnTo>
                  <a:pt x="619" y="909"/>
                </a:lnTo>
                <a:lnTo>
                  <a:pt x="618" y="909"/>
                </a:lnTo>
                <a:lnTo>
                  <a:pt x="618" y="908"/>
                </a:lnTo>
                <a:lnTo>
                  <a:pt x="617" y="908"/>
                </a:lnTo>
                <a:lnTo>
                  <a:pt x="617" y="907"/>
                </a:lnTo>
                <a:lnTo>
                  <a:pt x="617" y="908"/>
                </a:lnTo>
                <a:lnTo>
                  <a:pt x="616" y="908"/>
                </a:lnTo>
                <a:lnTo>
                  <a:pt x="615" y="908"/>
                </a:lnTo>
                <a:lnTo>
                  <a:pt x="614" y="908"/>
                </a:lnTo>
                <a:lnTo>
                  <a:pt x="613" y="908"/>
                </a:lnTo>
                <a:lnTo>
                  <a:pt x="613" y="907"/>
                </a:lnTo>
                <a:lnTo>
                  <a:pt x="613" y="906"/>
                </a:lnTo>
                <a:lnTo>
                  <a:pt x="613" y="905"/>
                </a:lnTo>
                <a:lnTo>
                  <a:pt x="613" y="904"/>
                </a:lnTo>
                <a:lnTo>
                  <a:pt x="613" y="903"/>
                </a:lnTo>
                <a:lnTo>
                  <a:pt x="613" y="902"/>
                </a:lnTo>
                <a:lnTo>
                  <a:pt x="614" y="902"/>
                </a:lnTo>
                <a:lnTo>
                  <a:pt x="614" y="901"/>
                </a:lnTo>
                <a:lnTo>
                  <a:pt x="614" y="900"/>
                </a:lnTo>
                <a:lnTo>
                  <a:pt x="614" y="899"/>
                </a:lnTo>
                <a:lnTo>
                  <a:pt x="615" y="899"/>
                </a:lnTo>
                <a:lnTo>
                  <a:pt x="615" y="898"/>
                </a:lnTo>
                <a:lnTo>
                  <a:pt x="615" y="897"/>
                </a:lnTo>
                <a:lnTo>
                  <a:pt x="614" y="897"/>
                </a:lnTo>
                <a:lnTo>
                  <a:pt x="615" y="897"/>
                </a:lnTo>
                <a:lnTo>
                  <a:pt x="615" y="896"/>
                </a:lnTo>
                <a:lnTo>
                  <a:pt x="615" y="895"/>
                </a:lnTo>
                <a:lnTo>
                  <a:pt x="615" y="894"/>
                </a:lnTo>
                <a:lnTo>
                  <a:pt x="616" y="894"/>
                </a:lnTo>
                <a:lnTo>
                  <a:pt x="616" y="893"/>
                </a:lnTo>
                <a:lnTo>
                  <a:pt x="616" y="892"/>
                </a:lnTo>
                <a:lnTo>
                  <a:pt x="615" y="892"/>
                </a:lnTo>
                <a:lnTo>
                  <a:pt x="615" y="891"/>
                </a:lnTo>
                <a:lnTo>
                  <a:pt x="616" y="891"/>
                </a:lnTo>
                <a:lnTo>
                  <a:pt x="615" y="891"/>
                </a:lnTo>
                <a:lnTo>
                  <a:pt x="615" y="890"/>
                </a:lnTo>
                <a:lnTo>
                  <a:pt x="614" y="890"/>
                </a:lnTo>
                <a:lnTo>
                  <a:pt x="614" y="889"/>
                </a:lnTo>
                <a:lnTo>
                  <a:pt x="613" y="889"/>
                </a:lnTo>
                <a:lnTo>
                  <a:pt x="611" y="889"/>
                </a:lnTo>
                <a:lnTo>
                  <a:pt x="610" y="889"/>
                </a:lnTo>
                <a:lnTo>
                  <a:pt x="610" y="890"/>
                </a:lnTo>
                <a:lnTo>
                  <a:pt x="609" y="890"/>
                </a:lnTo>
                <a:lnTo>
                  <a:pt x="609" y="889"/>
                </a:lnTo>
                <a:lnTo>
                  <a:pt x="609" y="888"/>
                </a:lnTo>
                <a:lnTo>
                  <a:pt x="609" y="887"/>
                </a:lnTo>
                <a:lnTo>
                  <a:pt x="609" y="886"/>
                </a:lnTo>
                <a:lnTo>
                  <a:pt x="609" y="885"/>
                </a:lnTo>
                <a:lnTo>
                  <a:pt x="610" y="885"/>
                </a:lnTo>
                <a:lnTo>
                  <a:pt x="610" y="884"/>
                </a:lnTo>
                <a:lnTo>
                  <a:pt x="610" y="883"/>
                </a:lnTo>
                <a:lnTo>
                  <a:pt x="611" y="883"/>
                </a:lnTo>
                <a:lnTo>
                  <a:pt x="611" y="882"/>
                </a:lnTo>
                <a:lnTo>
                  <a:pt x="610" y="882"/>
                </a:lnTo>
                <a:lnTo>
                  <a:pt x="610" y="880"/>
                </a:lnTo>
                <a:lnTo>
                  <a:pt x="611" y="880"/>
                </a:lnTo>
                <a:lnTo>
                  <a:pt x="610" y="880"/>
                </a:lnTo>
                <a:lnTo>
                  <a:pt x="609" y="880"/>
                </a:lnTo>
                <a:lnTo>
                  <a:pt x="608" y="880"/>
                </a:lnTo>
                <a:lnTo>
                  <a:pt x="608" y="879"/>
                </a:lnTo>
                <a:lnTo>
                  <a:pt x="608" y="878"/>
                </a:lnTo>
                <a:lnTo>
                  <a:pt x="608" y="877"/>
                </a:lnTo>
                <a:lnTo>
                  <a:pt x="607" y="877"/>
                </a:lnTo>
                <a:lnTo>
                  <a:pt x="607" y="876"/>
                </a:lnTo>
                <a:lnTo>
                  <a:pt x="607" y="875"/>
                </a:lnTo>
                <a:lnTo>
                  <a:pt x="607" y="874"/>
                </a:lnTo>
                <a:lnTo>
                  <a:pt x="607" y="873"/>
                </a:lnTo>
                <a:lnTo>
                  <a:pt x="606" y="873"/>
                </a:lnTo>
                <a:lnTo>
                  <a:pt x="607" y="873"/>
                </a:lnTo>
                <a:lnTo>
                  <a:pt x="607" y="872"/>
                </a:lnTo>
                <a:lnTo>
                  <a:pt x="607" y="871"/>
                </a:lnTo>
                <a:lnTo>
                  <a:pt x="608" y="871"/>
                </a:lnTo>
                <a:lnTo>
                  <a:pt x="608" y="870"/>
                </a:lnTo>
                <a:lnTo>
                  <a:pt x="609" y="870"/>
                </a:lnTo>
                <a:lnTo>
                  <a:pt x="609" y="871"/>
                </a:lnTo>
                <a:lnTo>
                  <a:pt x="609" y="870"/>
                </a:lnTo>
                <a:lnTo>
                  <a:pt x="610" y="870"/>
                </a:lnTo>
                <a:lnTo>
                  <a:pt x="610" y="869"/>
                </a:lnTo>
                <a:lnTo>
                  <a:pt x="610" y="868"/>
                </a:lnTo>
                <a:lnTo>
                  <a:pt x="610" y="867"/>
                </a:lnTo>
                <a:lnTo>
                  <a:pt x="611" y="867"/>
                </a:lnTo>
                <a:lnTo>
                  <a:pt x="611" y="866"/>
                </a:lnTo>
                <a:lnTo>
                  <a:pt x="610" y="866"/>
                </a:lnTo>
                <a:lnTo>
                  <a:pt x="609" y="866"/>
                </a:lnTo>
                <a:lnTo>
                  <a:pt x="608" y="866"/>
                </a:lnTo>
                <a:lnTo>
                  <a:pt x="608" y="867"/>
                </a:lnTo>
                <a:lnTo>
                  <a:pt x="608" y="866"/>
                </a:lnTo>
                <a:lnTo>
                  <a:pt x="607" y="866"/>
                </a:lnTo>
                <a:lnTo>
                  <a:pt x="605" y="866"/>
                </a:lnTo>
                <a:lnTo>
                  <a:pt x="605" y="867"/>
                </a:lnTo>
                <a:lnTo>
                  <a:pt x="604" y="867"/>
                </a:lnTo>
                <a:lnTo>
                  <a:pt x="603" y="866"/>
                </a:lnTo>
                <a:lnTo>
                  <a:pt x="602" y="866"/>
                </a:lnTo>
                <a:lnTo>
                  <a:pt x="601" y="866"/>
                </a:lnTo>
                <a:lnTo>
                  <a:pt x="601" y="865"/>
                </a:lnTo>
                <a:lnTo>
                  <a:pt x="601" y="864"/>
                </a:lnTo>
                <a:lnTo>
                  <a:pt x="602" y="864"/>
                </a:lnTo>
                <a:lnTo>
                  <a:pt x="602" y="863"/>
                </a:lnTo>
                <a:lnTo>
                  <a:pt x="602" y="862"/>
                </a:lnTo>
                <a:lnTo>
                  <a:pt x="601" y="862"/>
                </a:lnTo>
                <a:lnTo>
                  <a:pt x="601" y="861"/>
                </a:lnTo>
                <a:lnTo>
                  <a:pt x="600" y="861"/>
                </a:lnTo>
                <a:lnTo>
                  <a:pt x="600" y="860"/>
                </a:lnTo>
                <a:lnTo>
                  <a:pt x="599" y="860"/>
                </a:lnTo>
                <a:lnTo>
                  <a:pt x="598" y="860"/>
                </a:lnTo>
                <a:lnTo>
                  <a:pt x="598" y="861"/>
                </a:lnTo>
                <a:lnTo>
                  <a:pt x="597" y="861"/>
                </a:lnTo>
                <a:lnTo>
                  <a:pt x="596" y="861"/>
                </a:lnTo>
                <a:lnTo>
                  <a:pt x="595" y="861"/>
                </a:lnTo>
                <a:lnTo>
                  <a:pt x="595" y="860"/>
                </a:lnTo>
                <a:lnTo>
                  <a:pt x="595" y="859"/>
                </a:lnTo>
                <a:lnTo>
                  <a:pt x="594" y="859"/>
                </a:lnTo>
                <a:lnTo>
                  <a:pt x="594" y="860"/>
                </a:lnTo>
                <a:lnTo>
                  <a:pt x="593" y="860"/>
                </a:lnTo>
                <a:lnTo>
                  <a:pt x="592" y="860"/>
                </a:lnTo>
                <a:lnTo>
                  <a:pt x="592" y="861"/>
                </a:lnTo>
                <a:lnTo>
                  <a:pt x="591" y="861"/>
                </a:lnTo>
                <a:lnTo>
                  <a:pt x="591" y="860"/>
                </a:lnTo>
                <a:lnTo>
                  <a:pt x="590" y="860"/>
                </a:lnTo>
                <a:lnTo>
                  <a:pt x="589" y="860"/>
                </a:lnTo>
                <a:lnTo>
                  <a:pt x="588" y="860"/>
                </a:lnTo>
                <a:lnTo>
                  <a:pt x="588" y="859"/>
                </a:lnTo>
                <a:lnTo>
                  <a:pt x="589" y="859"/>
                </a:lnTo>
                <a:lnTo>
                  <a:pt x="589" y="858"/>
                </a:lnTo>
                <a:lnTo>
                  <a:pt x="589" y="857"/>
                </a:lnTo>
                <a:lnTo>
                  <a:pt x="588" y="857"/>
                </a:lnTo>
                <a:lnTo>
                  <a:pt x="587" y="856"/>
                </a:lnTo>
                <a:lnTo>
                  <a:pt x="586" y="856"/>
                </a:lnTo>
                <a:lnTo>
                  <a:pt x="585" y="856"/>
                </a:lnTo>
                <a:lnTo>
                  <a:pt x="585" y="857"/>
                </a:lnTo>
                <a:lnTo>
                  <a:pt x="584" y="857"/>
                </a:lnTo>
                <a:lnTo>
                  <a:pt x="584" y="858"/>
                </a:lnTo>
                <a:lnTo>
                  <a:pt x="583" y="858"/>
                </a:lnTo>
                <a:lnTo>
                  <a:pt x="583" y="857"/>
                </a:lnTo>
                <a:lnTo>
                  <a:pt x="582" y="857"/>
                </a:lnTo>
                <a:lnTo>
                  <a:pt x="581" y="857"/>
                </a:lnTo>
                <a:lnTo>
                  <a:pt x="580" y="857"/>
                </a:lnTo>
                <a:lnTo>
                  <a:pt x="580" y="856"/>
                </a:lnTo>
                <a:lnTo>
                  <a:pt x="579" y="856"/>
                </a:lnTo>
                <a:lnTo>
                  <a:pt x="579" y="857"/>
                </a:lnTo>
                <a:lnTo>
                  <a:pt x="578" y="857"/>
                </a:lnTo>
                <a:lnTo>
                  <a:pt x="577" y="857"/>
                </a:lnTo>
                <a:lnTo>
                  <a:pt x="577" y="858"/>
                </a:lnTo>
                <a:lnTo>
                  <a:pt x="576" y="858"/>
                </a:lnTo>
                <a:lnTo>
                  <a:pt x="575" y="858"/>
                </a:lnTo>
                <a:lnTo>
                  <a:pt x="574" y="858"/>
                </a:lnTo>
                <a:lnTo>
                  <a:pt x="574" y="859"/>
                </a:lnTo>
                <a:lnTo>
                  <a:pt x="574" y="860"/>
                </a:lnTo>
                <a:lnTo>
                  <a:pt x="573" y="860"/>
                </a:lnTo>
                <a:lnTo>
                  <a:pt x="573" y="859"/>
                </a:lnTo>
                <a:lnTo>
                  <a:pt x="573" y="860"/>
                </a:lnTo>
                <a:lnTo>
                  <a:pt x="572" y="860"/>
                </a:lnTo>
                <a:lnTo>
                  <a:pt x="572" y="859"/>
                </a:lnTo>
                <a:lnTo>
                  <a:pt x="572" y="860"/>
                </a:lnTo>
                <a:lnTo>
                  <a:pt x="571" y="860"/>
                </a:lnTo>
                <a:lnTo>
                  <a:pt x="571" y="859"/>
                </a:lnTo>
                <a:lnTo>
                  <a:pt x="570" y="859"/>
                </a:lnTo>
                <a:lnTo>
                  <a:pt x="570" y="860"/>
                </a:lnTo>
                <a:lnTo>
                  <a:pt x="569" y="860"/>
                </a:lnTo>
                <a:lnTo>
                  <a:pt x="569" y="861"/>
                </a:lnTo>
                <a:lnTo>
                  <a:pt x="569" y="862"/>
                </a:lnTo>
                <a:lnTo>
                  <a:pt x="568" y="862"/>
                </a:lnTo>
                <a:lnTo>
                  <a:pt x="568" y="863"/>
                </a:lnTo>
                <a:lnTo>
                  <a:pt x="568" y="864"/>
                </a:lnTo>
                <a:lnTo>
                  <a:pt x="569" y="864"/>
                </a:lnTo>
                <a:lnTo>
                  <a:pt x="569" y="865"/>
                </a:lnTo>
                <a:lnTo>
                  <a:pt x="568" y="865"/>
                </a:lnTo>
                <a:lnTo>
                  <a:pt x="567" y="866"/>
                </a:lnTo>
                <a:lnTo>
                  <a:pt x="566" y="866"/>
                </a:lnTo>
                <a:lnTo>
                  <a:pt x="565" y="866"/>
                </a:lnTo>
                <a:lnTo>
                  <a:pt x="564" y="866"/>
                </a:lnTo>
                <a:lnTo>
                  <a:pt x="563" y="866"/>
                </a:lnTo>
                <a:lnTo>
                  <a:pt x="562" y="866"/>
                </a:lnTo>
                <a:lnTo>
                  <a:pt x="561" y="866"/>
                </a:lnTo>
                <a:lnTo>
                  <a:pt x="560" y="866"/>
                </a:lnTo>
                <a:lnTo>
                  <a:pt x="559" y="866"/>
                </a:lnTo>
                <a:lnTo>
                  <a:pt x="559" y="867"/>
                </a:lnTo>
                <a:lnTo>
                  <a:pt x="558" y="867"/>
                </a:lnTo>
                <a:lnTo>
                  <a:pt x="558" y="868"/>
                </a:lnTo>
                <a:lnTo>
                  <a:pt x="557" y="868"/>
                </a:lnTo>
                <a:lnTo>
                  <a:pt x="557" y="869"/>
                </a:lnTo>
                <a:lnTo>
                  <a:pt x="556" y="870"/>
                </a:lnTo>
                <a:lnTo>
                  <a:pt x="555" y="870"/>
                </a:lnTo>
                <a:lnTo>
                  <a:pt x="554" y="870"/>
                </a:lnTo>
                <a:lnTo>
                  <a:pt x="554" y="871"/>
                </a:lnTo>
                <a:lnTo>
                  <a:pt x="553" y="871"/>
                </a:lnTo>
                <a:lnTo>
                  <a:pt x="553" y="872"/>
                </a:lnTo>
                <a:lnTo>
                  <a:pt x="553" y="873"/>
                </a:lnTo>
                <a:lnTo>
                  <a:pt x="554" y="873"/>
                </a:lnTo>
                <a:lnTo>
                  <a:pt x="554" y="874"/>
                </a:lnTo>
                <a:lnTo>
                  <a:pt x="553" y="874"/>
                </a:lnTo>
                <a:lnTo>
                  <a:pt x="553" y="875"/>
                </a:lnTo>
                <a:lnTo>
                  <a:pt x="552" y="875"/>
                </a:lnTo>
                <a:lnTo>
                  <a:pt x="552" y="876"/>
                </a:lnTo>
                <a:lnTo>
                  <a:pt x="551" y="876"/>
                </a:lnTo>
                <a:lnTo>
                  <a:pt x="550" y="876"/>
                </a:lnTo>
                <a:lnTo>
                  <a:pt x="550" y="875"/>
                </a:lnTo>
                <a:lnTo>
                  <a:pt x="549" y="875"/>
                </a:lnTo>
                <a:lnTo>
                  <a:pt x="549" y="874"/>
                </a:lnTo>
                <a:lnTo>
                  <a:pt x="548" y="874"/>
                </a:lnTo>
                <a:lnTo>
                  <a:pt x="547" y="874"/>
                </a:lnTo>
                <a:lnTo>
                  <a:pt x="546" y="874"/>
                </a:lnTo>
                <a:lnTo>
                  <a:pt x="545" y="874"/>
                </a:lnTo>
                <a:lnTo>
                  <a:pt x="545" y="873"/>
                </a:lnTo>
                <a:lnTo>
                  <a:pt x="544" y="873"/>
                </a:lnTo>
                <a:lnTo>
                  <a:pt x="544" y="872"/>
                </a:lnTo>
                <a:lnTo>
                  <a:pt x="544" y="871"/>
                </a:lnTo>
                <a:lnTo>
                  <a:pt x="543" y="871"/>
                </a:lnTo>
                <a:lnTo>
                  <a:pt x="543" y="870"/>
                </a:lnTo>
                <a:lnTo>
                  <a:pt x="543" y="871"/>
                </a:lnTo>
                <a:lnTo>
                  <a:pt x="542" y="871"/>
                </a:lnTo>
                <a:lnTo>
                  <a:pt x="541" y="871"/>
                </a:lnTo>
                <a:lnTo>
                  <a:pt x="540" y="871"/>
                </a:lnTo>
                <a:lnTo>
                  <a:pt x="540" y="870"/>
                </a:lnTo>
                <a:lnTo>
                  <a:pt x="539" y="870"/>
                </a:lnTo>
                <a:lnTo>
                  <a:pt x="539" y="869"/>
                </a:lnTo>
                <a:lnTo>
                  <a:pt x="539" y="868"/>
                </a:lnTo>
                <a:lnTo>
                  <a:pt x="538" y="868"/>
                </a:lnTo>
                <a:lnTo>
                  <a:pt x="539" y="867"/>
                </a:lnTo>
                <a:lnTo>
                  <a:pt x="539" y="866"/>
                </a:lnTo>
                <a:lnTo>
                  <a:pt x="538" y="866"/>
                </a:lnTo>
                <a:lnTo>
                  <a:pt x="538" y="865"/>
                </a:lnTo>
                <a:lnTo>
                  <a:pt x="538" y="864"/>
                </a:lnTo>
                <a:lnTo>
                  <a:pt x="538" y="865"/>
                </a:lnTo>
                <a:lnTo>
                  <a:pt x="537" y="865"/>
                </a:lnTo>
                <a:lnTo>
                  <a:pt x="537" y="864"/>
                </a:lnTo>
                <a:lnTo>
                  <a:pt x="536" y="864"/>
                </a:lnTo>
                <a:lnTo>
                  <a:pt x="536" y="863"/>
                </a:lnTo>
                <a:lnTo>
                  <a:pt x="536" y="862"/>
                </a:lnTo>
                <a:lnTo>
                  <a:pt x="535" y="862"/>
                </a:lnTo>
                <a:lnTo>
                  <a:pt x="534" y="862"/>
                </a:lnTo>
                <a:lnTo>
                  <a:pt x="533" y="862"/>
                </a:lnTo>
                <a:lnTo>
                  <a:pt x="533" y="861"/>
                </a:lnTo>
                <a:lnTo>
                  <a:pt x="532" y="861"/>
                </a:lnTo>
                <a:lnTo>
                  <a:pt x="532" y="860"/>
                </a:lnTo>
                <a:lnTo>
                  <a:pt x="531" y="860"/>
                </a:lnTo>
                <a:lnTo>
                  <a:pt x="531" y="859"/>
                </a:lnTo>
                <a:lnTo>
                  <a:pt x="531" y="858"/>
                </a:lnTo>
                <a:lnTo>
                  <a:pt x="530" y="858"/>
                </a:lnTo>
                <a:lnTo>
                  <a:pt x="530" y="857"/>
                </a:lnTo>
                <a:lnTo>
                  <a:pt x="531" y="857"/>
                </a:lnTo>
                <a:lnTo>
                  <a:pt x="531" y="856"/>
                </a:lnTo>
                <a:lnTo>
                  <a:pt x="531" y="855"/>
                </a:lnTo>
                <a:lnTo>
                  <a:pt x="531" y="854"/>
                </a:lnTo>
                <a:lnTo>
                  <a:pt x="530" y="854"/>
                </a:lnTo>
                <a:lnTo>
                  <a:pt x="530" y="853"/>
                </a:lnTo>
                <a:lnTo>
                  <a:pt x="529" y="853"/>
                </a:lnTo>
                <a:lnTo>
                  <a:pt x="528" y="853"/>
                </a:lnTo>
                <a:lnTo>
                  <a:pt x="528" y="852"/>
                </a:lnTo>
                <a:lnTo>
                  <a:pt x="528" y="851"/>
                </a:lnTo>
                <a:lnTo>
                  <a:pt x="528" y="850"/>
                </a:lnTo>
                <a:lnTo>
                  <a:pt x="527" y="850"/>
                </a:lnTo>
                <a:lnTo>
                  <a:pt x="528" y="850"/>
                </a:lnTo>
                <a:lnTo>
                  <a:pt x="528" y="849"/>
                </a:lnTo>
                <a:lnTo>
                  <a:pt x="529" y="849"/>
                </a:lnTo>
                <a:lnTo>
                  <a:pt x="529" y="848"/>
                </a:lnTo>
                <a:lnTo>
                  <a:pt x="528" y="848"/>
                </a:lnTo>
                <a:lnTo>
                  <a:pt x="529" y="848"/>
                </a:lnTo>
                <a:lnTo>
                  <a:pt x="529" y="847"/>
                </a:lnTo>
                <a:lnTo>
                  <a:pt x="528" y="847"/>
                </a:lnTo>
                <a:lnTo>
                  <a:pt x="528" y="846"/>
                </a:lnTo>
                <a:lnTo>
                  <a:pt x="528" y="845"/>
                </a:lnTo>
                <a:lnTo>
                  <a:pt x="527" y="845"/>
                </a:lnTo>
                <a:lnTo>
                  <a:pt x="526" y="845"/>
                </a:lnTo>
                <a:lnTo>
                  <a:pt x="525" y="845"/>
                </a:lnTo>
                <a:lnTo>
                  <a:pt x="524" y="845"/>
                </a:lnTo>
                <a:lnTo>
                  <a:pt x="524" y="844"/>
                </a:lnTo>
                <a:lnTo>
                  <a:pt x="523" y="844"/>
                </a:lnTo>
                <a:lnTo>
                  <a:pt x="523" y="843"/>
                </a:lnTo>
                <a:lnTo>
                  <a:pt x="522" y="842"/>
                </a:lnTo>
                <a:lnTo>
                  <a:pt x="523" y="842"/>
                </a:lnTo>
                <a:lnTo>
                  <a:pt x="523" y="841"/>
                </a:lnTo>
                <a:lnTo>
                  <a:pt x="522" y="841"/>
                </a:lnTo>
                <a:lnTo>
                  <a:pt x="521" y="841"/>
                </a:lnTo>
                <a:lnTo>
                  <a:pt x="521" y="840"/>
                </a:lnTo>
                <a:lnTo>
                  <a:pt x="520" y="840"/>
                </a:lnTo>
                <a:lnTo>
                  <a:pt x="520" y="839"/>
                </a:lnTo>
                <a:lnTo>
                  <a:pt x="520" y="838"/>
                </a:lnTo>
                <a:lnTo>
                  <a:pt x="521" y="838"/>
                </a:lnTo>
                <a:lnTo>
                  <a:pt x="521" y="837"/>
                </a:lnTo>
                <a:lnTo>
                  <a:pt x="521" y="836"/>
                </a:lnTo>
                <a:lnTo>
                  <a:pt x="520" y="836"/>
                </a:lnTo>
                <a:lnTo>
                  <a:pt x="519" y="836"/>
                </a:lnTo>
                <a:lnTo>
                  <a:pt x="519" y="835"/>
                </a:lnTo>
                <a:lnTo>
                  <a:pt x="518" y="835"/>
                </a:lnTo>
                <a:lnTo>
                  <a:pt x="517" y="834"/>
                </a:lnTo>
                <a:lnTo>
                  <a:pt x="517" y="835"/>
                </a:lnTo>
                <a:lnTo>
                  <a:pt x="516" y="835"/>
                </a:lnTo>
                <a:lnTo>
                  <a:pt x="515" y="835"/>
                </a:lnTo>
                <a:lnTo>
                  <a:pt x="514" y="835"/>
                </a:lnTo>
                <a:lnTo>
                  <a:pt x="514" y="836"/>
                </a:lnTo>
                <a:lnTo>
                  <a:pt x="514" y="835"/>
                </a:lnTo>
                <a:lnTo>
                  <a:pt x="513" y="835"/>
                </a:lnTo>
                <a:lnTo>
                  <a:pt x="512" y="835"/>
                </a:lnTo>
                <a:lnTo>
                  <a:pt x="512" y="834"/>
                </a:lnTo>
                <a:lnTo>
                  <a:pt x="512" y="833"/>
                </a:lnTo>
                <a:lnTo>
                  <a:pt x="512" y="832"/>
                </a:lnTo>
                <a:lnTo>
                  <a:pt x="512" y="831"/>
                </a:lnTo>
                <a:lnTo>
                  <a:pt x="511" y="831"/>
                </a:lnTo>
                <a:lnTo>
                  <a:pt x="511" y="830"/>
                </a:lnTo>
                <a:lnTo>
                  <a:pt x="511" y="829"/>
                </a:lnTo>
                <a:lnTo>
                  <a:pt x="512" y="829"/>
                </a:lnTo>
                <a:lnTo>
                  <a:pt x="513" y="829"/>
                </a:lnTo>
                <a:lnTo>
                  <a:pt x="514" y="829"/>
                </a:lnTo>
                <a:lnTo>
                  <a:pt x="514" y="828"/>
                </a:lnTo>
                <a:lnTo>
                  <a:pt x="514" y="827"/>
                </a:lnTo>
                <a:lnTo>
                  <a:pt x="513" y="827"/>
                </a:lnTo>
                <a:lnTo>
                  <a:pt x="512" y="827"/>
                </a:lnTo>
                <a:lnTo>
                  <a:pt x="512" y="826"/>
                </a:lnTo>
                <a:lnTo>
                  <a:pt x="510" y="826"/>
                </a:lnTo>
                <a:lnTo>
                  <a:pt x="509" y="826"/>
                </a:lnTo>
                <a:lnTo>
                  <a:pt x="508" y="826"/>
                </a:lnTo>
                <a:lnTo>
                  <a:pt x="508" y="825"/>
                </a:lnTo>
                <a:lnTo>
                  <a:pt x="507" y="825"/>
                </a:lnTo>
                <a:lnTo>
                  <a:pt x="507" y="824"/>
                </a:lnTo>
                <a:lnTo>
                  <a:pt x="507" y="823"/>
                </a:lnTo>
                <a:lnTo>
                  <a:pt x="506" y="823"/>
                </a:lnTo>
                <a:lnTo>
                  <a:pt x="505" y="823"/>
                </a:lnTo>
                <a:lnTo>
                  <a:pt x="505" y="822"/>
                </a:lnTo>
                <a:lnTo>
                  <a:pt x="504" y="822"/>
                </a:lnTo>
                <a:lnTo>
                  <a:pt x="504" y="823"/>
                </a:lnTo>
                <a:lnTo>
                  <a:pt x="504" y="824"/>
                </a:lnTo>
                <a:lnTo>
                  <a:pt x="503" y="824"/>
                </a:lnTo>
                <a:lnTo>
                  <a:pt x="502" y="824"/>
                </a:lnTo>
                <a:lnTo>
                  <a:pt x="501" y="824"/>
                </a:lnTo>
                <a:lnTo>
                  <a:pt x="501" y="823"/>
                </a:lnTo>
                <a:lnTo>
                  <a:pt x="501" y="822"/>
                </a:lnTo>
                <a:lnTo>
                  <a:pt x="502" y="822"/>
                </a:lnTo>
                <a:lnTo>
                  <a:pt x="501" y="821"/>
                </a:lnTo>
                <a:lnTo>
                  <a:pt x="500" y="821"/>
                </a:lnTo>
                <a:lnTo>
                  <a:pt x="499" y="821"/>
                </a:lnTo>
                <a:lnTo>
                  <a:pt x="498" y="821"/>
                </a:lnTo>
                <a:lnTo>
                  <a:pt x="497" y="821"/>
                </a:lnTo>
                <a:lnTo>
                  <a:pt x="497" y="820"/>
                </a:lnTo>
                <a:lnTo>
                  <a:pt x="497" y="821"/>
                </a:lnTo>
                <a:lnTo>
                  <a:pt x="496" y="821"/>
                </a:lnTo>
                <a:lnTo>
                  <a:pt x="496" y="822"/>
                </a:lnTo>
                <a:lnTo>
                  <a:pt x="496" y="821"/>
                </a:lnTo>
                <a:lnTo>
                  <a:pt x="495" y="821"/>
                </a:lnTo>
                <a:lnTo>
                  <a:pt x="495" y="822"/>
                </a:lnTo>
                <a:lnTo>
                  <a:pt x="494" y="822"/>
                </a:lnTo>
                <a:lnTo>
                  <a:pt x="494" y="823"/>
                </a:lnTo>
                <a:lnTo>
                  <a:pt x="493" y="823"/>
                </a:lnTo>
                <a:lnTo>
                  <a:pt x="492" y="823"/>
                </a:lnTo>
                <a:lnTo>
                  <a:pt x="492" y="822"/>
                </a:lnTo>
                <a:lnTo>
                  <a:pt x="491" y="822"/>
                </a:lnTo>
                <a:lnTo>
                  <a:pt x="491" y="821"/>
                </a:lnTo>
                <a:lnTo>
                  <a:pt x="491" y="820"/>
                </a:lnTo>
                <a:lnTo>
                  <a:pt x="490" y="820"/>
                </a:lnTo>
                <a:lnTo>
                  <a:pt x="489" y="820"/>
                </a:lnTo>
                <a:lnTo>
                  <a:pt x="489" y="819"/>
                </a:lnTo>
                <a:lnTo>
                  <a:pt x="488" y="819"/>
                </a:lnTo>
                <a:lnTo>
                  <a:pt x="488" y="818"/>
                </a:lnTo>
                <a:lnTo>
                  <a:pt x="488" y="817"/>
                </a:lnTo>
                <a:lnTo>
                  <a:pt x="487" y="817"/>
                </a:lnTo>
                <a:lnTo>
                  <a:pt x="487" y="818"/>
                </a:lnTo>
                <a:lnTo>
                  <a:pt x="486" y="818"/>
                </a:lnTo>
                <a:lnTo>
                  <a:pt x="486" y="817"/>
                </a:lnTo>
                <a:lnTo>
                  <a:pt x="486" y="816"/>
                </a:lnTo>
                <a:lnTo>
                  <a:pt x="485" y="816"/>
                </a:lnTo>
                <a:lnTo>
                  <a:pt x="485" y="815"/>
                </a:lnTo>
                <a:lnTo>
                  <a:pt x="485" y="816"/>
                </a:lnTo>
                <a:lnTo>
                  <a:pt x="484" y="816"/>
                </a:lnTo>
                <a:lnTo>
                  <a:pt x="483" y="816"/>
                </a:lnTo>
                <a:lnTo>
                  <a:pt x="483" y="815"/>
                </a:lnTo>
                <a:lnTo>
                  <a:pt x="482" y="815"/>
                </a:lnTo>
                <a:lnTo>
                  <a:pt x="482" y="816"/>
                </a:lnTo>
                <a:lnTo>
                  <a:pt x="481" y="816"/>
                </a:lnTo>
                <a:lnTo>
                  <a:pt x="479" y="816"/>
                </a:lnTo>
                <a:lnTo>
                  <a:pt x="479" y="815"/>
                </a:lnTo>
                <a:lnTo>
                  <a:pt x="478" y="815"/>
                </a:lnTo>
                <a:lnTo>
                  <a:pt x="478" y="814"/>
                </a:lnTo>
                <a:lnTo>
                  <a:pt x="478" y="813"/>
                </a:lnTo>
                <a:lnTo>
                  <a:pt x="479" y="813"/>
                </a:lnTo>
                <a:lnTo>
                  <a:pt x="479" y="812"/>
                </a:lnTo>
                <a:lnTo>
                  <a:pt x="478" y="812"/>
                </a:lnTo>
                <a:lnTo>
                  <a:pt x="478" y="811"/>
                </a:lnTo>
                <a:lnTo>
                  <a:pt x="477" y="811"/>
                </a:lnTo>
                <a:lnTo>
                  <a:pt x="476" y="811"/>
                </a:lnTo>
                <a:lnTo>
                  <a:pt x="475" y="811"/>
                </a:lnTo>
                <a:lnTo>
                  <a:pt x="474" y="811"/>
                </a:lnTo>
                <a:lnTo>
                  <a:pt x="473" y="811"/>
                </a:lnTo>
                <a:lnTo>
                  <a:pt x="472" y="811"/>
                </a:lnTo>
                <a:lnTo>
                  <a:pt x="472" y="812"/>
                </a:lnTo>
                <a:lnTo>
                  <a:pt x="472" y="813"/>
                </a:lnTo>
                <a:lnTo>
                  <a:pt x="471" y="812"/>
                </a:lnTo>
                <a:lnTo>
                  <a:pt x="471" y="813"/>
                </a:lnTo>
                <a:lnTo>
                  <a:pt x="470" y="813"/>
                </a:lnTo>
                <a:lnTo>
                  <a:pt x="469" y="813"/>
                </a:lnTo>
                <a:lnTo>
                  <a:pt x="468" y="813"/>
                </a:lnTo>
                <a:lnTo>
                  <a:pt x="467" y="813"/>
                </a:lnTo>
                <a:lnTo>
                  <a:pt x="466" y="813"/>
                </a:lnTo>
                <a:lnTo>
                  <a:pt x="466" y="812"/>
                </a:lnTo>
                <a:lnTo>
                  <a:pt x="465" y="812"/>
                </a:lnTo>
                <a:lnTo>
                  <a:pt x="465" y="811"/>
                </a:lnTo>
                <a:lnTo>
                  <a:pt x="465" y="810"/>
                </a:lnTo>
                <a:lnTo>
                  <a:pt x="465" y="809"/>
                </a:lnTo>
                <a:lnTo>
                  <a:pt x="463" y="809"/>
                </a:lnTo>
                <a:lnTo>
                  <a:pt x="462" y="809"/>
                </a:lnTo>
                <a:lnTo>
                  <a:pt x="461" y="809"/>
                </a:lnTo>
                <a:lnTo>
                  <a:pt x="461" y="808"/>
                </a:lnTo>
                <a:lnTo>
                  <a:pt x="461" y="809"/>
                </a:lnTo>
                <a:lnTo>
                  <a:pt x="461" y="808"/>
                </a:lnTo>
                <a:lnTo>
                  <a:pt x="460" y="808"/>
                </a:lnTo>
                <a:lnTo>
                  <a:pt x="459" y="808"/>
                </a:lnTo>
                <a:lnTo>
                  <a:pt x="460" y="808"/>
                </a:lnTo>
                <a:lnTo>
                  <a:pt x="460" y="806"/>
                </a:lnTo>
                <a:lnTo>
                  <a:pt x="459" y="806"/>
                </a:lnTo>
                <a:lnTo>
                  <a:pt x="459" y="805"/>
                </a:lnTo>
                <a:lnTo>
                  <a:pt x="459" y="804"/>
                </a:lnTo>
                <a:lnTo>
                  <a:pt x="458" y="804"/>
                </a:lnTo>
                <a:lnTo>
                  <a:pt x="457" y="804"/>
                </a:lnTo>
                <a:lnTo>
                  <a:pt x="457" y="803"/>
                </a:lnTo>
                <a:lnTo>
                  <a:pt x="456" y="803"/>
                </a:lnTo>
                <a:lnTo>
                  <a:pt x="455" y="803"/>
                </a:lnTo>
                <a:lnTo>
                  <a:pt x="455" y="804"/>
                </a:lnTo>
                <a:lnTo>
                  <a:pt x="454" y="804"/>
                </a:lnTo>
                <a:lnTo>
                  <a:pt x="454" y="803"/>
                </a:lnTo>
                <a:lnTo>
                  <a:pt x="454" y="804"/>
                </a:lnTo>
                <a:lnTo>
                  <a:pt x="453" y="804"/>
                </a:lnTo>
                <a:lnTo>
                  <a:pt x="452" y="804"/>
                </a:lnTo>
                <a:lnTo>
                  <a:pt x="452" y="803"/>
                </a:lnTo>
                <a:lnTo>
                  <a:pt x="451" y="803"/>
                </a:lnTo>
                <a:lnTo>
                  <a:pt x="452" y="803"/>
                </a:lnTo>
                <a:lnTo>
                  <a:pt x="452" y="802"/>
                </a:lnTo>
                <a:lnTo>
                  <a:pt x="452" y="801"/>
                </a:lnTo>
                <a:lnTo>
                  <a:pt x="452" y="800"/>
                </a:lnTo>
                <a:lnTo>
                  <a:pt x="453" y="800"/>
                </a:lnTo>
                <a:lnTo>
                  <a:pt x="453" y="801"/>
                </a:lnTo>
                <a:lnTo>
                  <a:pt x="454" y="801"/>
                </a:lnTo>
                <a:lnTo>
                  <a:pt x="454" y="800"/>
                </a:lnTo>
                <a:lnTo>
                  <a:pt x="455" y="800"/>
                </a:lnTo>
                <a:lnTo>
                  <a:pt x="455" y="799"/>
                </a:lnTo>
                <a:lnTo>
                  <a:pt x="456" y="799"/>
                </a:lnTo>
                <a:lnTo>
                  <a:pt x="456" y="798"/>
                </a:lnTo>
                <a:lnTo>
                  <a:pt x="457" y="798"/>
                </a:lnTo>
                <a:lnTo>
                  <a:pt x="456" y="798"/>
                </a:lnTo>
                <a:lnTo>
                  <a:pt x="456" y="797"/>
                </a:lnTo>
                <a:lnTo>
                  <a:pt x="456" y="796"/>
                </a:lnTo>
                <a:lnTo>
                  <a:pt x="455" y="796"/>
                </a:lnTo>
                <a:lnTo>
                  <a:pt x="455" y="795"/>
                </a:lnTo>
                <a:lnTo>
                  <a:pt x="454" y="795"/>
                </a:lnTo>
                <a:lnTo>
                  <a:pt x="453" y="795"/>
                </a:lnTo>
                <a:lnTo>
                  <a:pt x="453" y="794"/>
                </a:lnTo>
                <a:lnTo>
                  <a:pt x="453" y="793"/>
                </a:lnTo>
                <a:lnTo>
                  <a:pt x="452" y="793"/>
                </a:lnTo>
                <a:lnTo>
                  <a:pt x="451" y="793"/>
                </a:lnTo>
                <a:lnTo>
                  <a:pt x="451" y="794"/>
                </a:lnTo>
                <a:lnTo>
                  <a:pt x="450" y="794"/>
                </a:lnTo>
                <a:lnTo>
                  <a:pt x="449" y="794"/>
                </a:lnTo>
                <a:lnTo>
                  <a:pt x="449" y="795"/>
                </a:lnTo>
                <a:lnTo>
                  <a:pt x="448" y="795"/>
                </a:lnTo>
                <a:lnTo>
                  <a:pt x="447" y="795"/>
                </a:lnTo>
                <a:lnTo>
                  <a:pt x="447" y="796"/>
                </a:lnTo>
                <a:lnTo>
                  <a:pt x="446" y="796"/>
                </a:lnTo>
                <a:lnTo>
                  <a:pt x="446" y="795"/>
                </a:lnTo>
                <a:lnTo>
                  <a:pt x="445" y="795"/>
                </a:lnTo>
                <a:lnTo>
                  <a:pt x="444" y="795"/>
                </a:lnTo>
                <a:lnTo>
                  <a:pt x="444" y="794"/>
                </a:lnTo>
                <a:lnTo>
                  <a:pt x="445" y="794"/>
                </a:lnTo>
                <a:lnTo>
                  <a:pt x="445" y="793"/>
                </a:lnTo>
                <a:lnTo>
                  <a:pt x="446" y="793"/>
                </a:lnTo>
                <a:lnTo>
                  <a:pt x="446" y="792"/>
                </a:lnTo>
                <a:lnTo>
                  <a:pt x="447" y="792"/>
                </a:lnTo>
                <a:lnTo>
                  <a:pt x="447" y="791"/>
                </a:lnTo>
                <a:lnTo>
                  <a:pt x="446" y="791"/>
                </a:lnTo>
                <a:lnTo>
                  <a:pt x="446" y="790"/>
                </a:lnTo>
                <a:lnTo>
                  <a:pt x="445" y="790"/>
                </a:lnTo>
                <a:lnTo>
                  <a:pt x="444" y="790"/>
                </a:lnTo>
                <a:lnTo>
                  <a:pt x="443" y="790"/>
                </a:lnTo>
                <a:lnTo>
                  <a:pt x="443" y="789"/>
                </a:lnTo>
                <a:lnTo>
                  <a:pt x="442" y="789"/>
                </a:lnTo>
                <a:lnTo>
                  <a:pt x="442" y="788"/>
                </a:lnTo>
                <a:lnTo>
                  <a:pt x="442" y="787"/>
                </a:lnTo>
                <a:lnTo>
                  <a:pt x="441" y="787"/>
                </a:lnTo>
                <a:lnTo>
                  <a:pt x="441" y="786"/>
                </a:lnTo>
                <a:lnTo>
                  <a:pt x="441" y="785"/>
                </a:lnTo>
                <a:lnTo>
                  <a:pt x="440" y="785"/>
                </a:lnTo>
                <a:lnTo>
                  <a:pt x="439" y="785"/>
                </a:lnTo>
                <a:lnTo>
                  <a:pt x="439" y="784"/>
                </a:lnTo>
                <a:lnTo>
                  <a:pt x="439" y="783"/>
                </a:lnTo>
                <a:lnTo>
                  <a:pt x="438" y="783"/>
                </a:lnTo>
                <a:lnTo>
                  <a:pt x="438" y="782"/>
                </a:lnTo>
                <a:lnTo>
                  <a:pt x="438" y="781"/>
                </a:lnTo>
                <a:lnTo>
                  <a:pt x="437" y="781"/>
                </a:lnTo>
                <a:lnTo>
                  <a:pt x="437" y="780"/>
                </a:lnTo>
                <a:lnTo>
                  <a:pt x="436" y="780"/>
                </a:lnTo>
                <a:lnTo>
                  <a:pt x="435" y="780"/>
                </a:lnTo>
                <a:lnTo>
                  <a:pt x="435" y="779"/>
                </a:lnTo>
                <a:lnTo>
                  <a:pt x="434" y="779"/>
                </a:lnTo>
                <a:lnTo>
                  <a:pt x="434" y="780"/>
                </a:lnTo>
                <a:lnTo>
                  <a:pt x="434" y="781"/>
                </a:lnTo>
                <a:lnTo>
                  <a:pt x="433" y="781"/>
                </a:lnTo>
                <a:lnTo>
                  <a:pt x="433" y="782"/>
                </a:lnTo>
                <a:lnTo>
                  <a:pt x="432" y="782"/>
                </a:lnTo>
                <a:lnTo>
                  <a:pt x="431" y="782"/>
                </a:lnTo>
                <a:lnTo>
                  <a:pt x="431" y="781"/>
                </a:lnTo>
                <a:lnTo>
                  <a:pt x="430" y="781"/>
                </a:lnTo>
                <a:lnTo>
                  <a:pt x="429" y="781"/>
                </a:lnTo>
                <a:lnTo>
                  <a:pt x="429" y="780"/>
                </a:lnTo>
                <a:lnTo>
                  <a:pt x="429" y="779"/>
                </a:lnTo>
                <a:lnTo>
                  <a:pt x="428" y="779"/>
                </a:lnTo>
                <a:lnTo>
                  <a:pt x="428" y="778"/>
                </a:lnTo>
                <a:lnTo>
                  <a:pt x="427" y="778"/>
                </a:lnTo>
                <a:lnTo>
                  <a:pt x="427" y="779"/>
                </a:lnTo>
                <a:lnTo>
                  <a:pt x="427" y="778"/>
                </a:lnTo>
                <a:lnTo>
                  <a:pt x="426" y="778"/>
                </a:lnTo>
                <a:lnTo>
                  <a:pt x="426" y="777"/>
                </a:lnTo>
                <a:lnTo>
                  <a:pt x="425" y="777"/>
                </a:lnTo>
                <a:lnTo>
                  <a:pt x="424" y="777"/>
                </a:lnTo>
                <a:lnTo>
                  <a:pt x="424" y="776"/>
                </a:lnTo>
                <a:lnTo>
                  <a:pt x="423" y="776"/>
                </a:lnTo>
                <a:lnTo>
                  <a:pt x="423" y="775"/>
                </a:lnTo>
                <a:lnTo>
                  <a:pt x="422" y="775"/>
                </a:lnTo>
                <a:lnTo>
                  <a:pt x="422" y="774"/>
                </a:lnTo>
                <a:lnTo>
                  <a:pt x="421" y="774"/>
                </a:lnTo>
                <a:lnTo>
                  <a:pt x="421" y="773"/>
                </a:lnTo>
                <a:lnTo>
                  <a:pt x="420" y="773"/>
                </a:lnTo>
                <a:lnTo>
                  <a:pt x="419" y="773"/>
                </a:lnTo>
                <a:lnTo>
                  <a:pt x="418" y="773"/>
                </a:lnTo>
                <a:lnTo>
                  <a:pt x="419" y="773"/>
                </a:lnTo>
                <a:lnTo>
                  <a:pt x="419" y="774"/>
                </a:lnTo>
                <a:lnTo>
                  <a:pt x="418" y="774"/>
                </a:lnTo>
                <a:lnTo>
                  <a:pt x="419" y="774"/>
                </a:lnTo>
                <a:lnTo>
                  <a:pt x="418" y="774"/>
                </a:lnTo>
                <a:lnTo>
                  <a:pt x="417" y="774"/>
                </a:lnTo>
                <a:lnTo>
                  <a:pt x="417" y="775"/>
                </a:lnTo>
                <a:lnTo>
                  <a:pt x="417" y="774"/>
                </a:lnTo>
                <a:lnTo>
                  <a:pt x="417" y="773"/>
                </a:lnTo>
                <a:lnTo>
                  <a:pt x="416" y="773"/>
                </a:lnTo>
                <a:lnTo>
                  <a:pt x="416" y="772"/>
                </a:lnTo>
                <a:lnTo>
                  <a:pt x="415" y="772"/>
                </a:lnTo>
                <a:lnTo>
                  <a:pt x="415" y="771"/>
                </a:lnTo>
                <a:lnTo>
                  <a:pt x="414" y="771"/>
                </a:lnTo>
                <a:lnTo>
                  <a:pt x="414" y="770"/>
                </a:lnTo>
                <a:lnTo>
                  <a:pt x="413" y="770"/>
                </a:lnTo>
                <a:lnTo>
                  <a:pt x="413" y="771"/>
                </a:lnTo>
                <a:lnTo>
                  <a:pt x="412" y="771"/>
                </a:lnTo>
                <a:lnTo>
                  <a:pt x="411" y="771"/>
                </a:lnTo>
                <a:lnTo>
                  <a:pt x="410" y="771"/>
                </a:lnTo>
                <a:lnTo>
                  <a:pt x="409" y="771"/>
                </a:lnTo>
                <a:lnTo>
                  <a:pt x="409" y="770"/>
                </a:lnTo>
                <a:lnTo>
                  <a:pt x="409" y="769"/>
                </a:lnTo>
                <a:lnTo>
                  <a:pt x="408" y="769"/>
                </a:lnTo>
                <a:lnTo>
                  <a:pt x="408" y="768"/>
                </a:lnTo>
                <a:lnTo>
                  <a:pt x="407" y="768"/>
                </a:lnTo>
                <a:lnTo>
                  <a:pt x="406" y="768"/>
                </a:lnTo>
                <a:lnTo>
                  <a:pt x="406" y="767"/>
                </a:lnTo>
                <a:lnTo>
                  <a:pt x="405" y="767"/>
                </a:lnTo>
                <a:lnTo>
                  <a:pt x="404" y="767"/>
                </a:lnTo>
                <a:lnTo>
                  <a:pt x="404" y="768"/>
                </a:lnTo>
                <a:lnTo>
                  <a:pt x="403" y="768"/>
                </a:lnTo>
                <a:lnTo>
                  <a:pt x="402" y="768"/>
                </a:lnTo>
                <a:lnTo>
                  <a:pt x="401" y="768"/>
                </a:lnTo>
                <a:lnTo>
                  <a:pt x="400" y="768"/>
                </a:lnTo>
                <a:lnTo>
                  <a:pt x="398" y="768"/>
                </a:lnTo>
                <a:lnTo>
                  <a:pt x="397" y="768"/>
                </a:lnTo>
                <a:lnTo>
                  <a:pt x="397" y="767"/>
                </a:lnTo>
                <a:lnTo>
                  <a:pt x="397" y="766"/>
                </a:lnTo>
                <a:lnTo>
                  <a:pt x="397" y="765"/>
                </a:lnTo>
                <a:lnTo>
                  <a:pt x="398" y="765"/>
                </a:lnTo>
                <a:lnTo>
                  <a:pt x="398" y="764"/>
                </a:lnTo>
                <a:lnTo>
                  <a:pt x="398" y="763"/>
                </a:lnTo>
                <a:lnTo>
                  <a:pt x="399" y="763"/>
                </a:lnTo>
                <a:lnTo>
                  <a:pt x="399" y="762"/>
                </a:lnTo>
                <a:lnTo>
                  <a:pt x="398" y="762"/>
                </a:lnTo>
                <a:lnTo>
                  <a:pt x="397" y="762"/>
                </a:lnTo>
                <a:lnTo>
                  <a:pt x="397" y="761"/>
                </a:lnTo>
                <a:lnTo>
                  <a:pt x="398" y="761"/>
                </a:lnTo>
                <a:lnTo>
                  <a:pt x="398" y="760"/>
                </a:lnTo>
                <a:lnTo>
                  <a:pt x="399" y="760"/>
                </a:lnTo>
                <a:lnTo>
                  <a:pt x="400" y="760"/>
                </a:lnTo>
                <a:lnTo>
                  <a:pt x="400" y="759"/>
                </a:lnTo>
                <a:lnTo>
                  <a:pt x="400" y="760"/>
                </a:lnTo>
                <a:lnTo>
                  <a:pt x="400" y="759"/>
                </a:lnTo>
                <a:lnTo>
                  <a:pt x="400" y="758"/>
                </a:lnTo>
                <a:lnTo>
                  <a:pt x="401" y="758"/>
                </a:lnTo>
                <a:lnTo>
                  <a:pt x="401" y="757"/>
                </a:lnTo>
                <a:lnTo>
                  <a:pt x="400" y="757"/>
                </a:lnTo>
                <a:lnTo>
                  <a:pt x="399" y="757"/>
                </a:lnTo>
                <a:lnTo>
                  <a:pt x="398" y="757"/>
                </a:lnTo>
                <a:lnTo>
                  <a:pt x="398" y="756"/>
                </a:lnTo>
                <a:lnTo>
                  <a:pt x="398" y="755"/>
                </a:lnTo>
                <a:lnTo>
                  <a:pt x="399" y="755"/>
                </a:lnTo>
                <a:lnTo>
                  <a:pt x="398" y="755"/>
                </a:lnTo>
                <a:lnTo>
                  <a:pt x="398" y="754"/>
                </a:lnTo>
                <a:lnTo>
                  <a:pt x="399" y="754"/>
                </a:lnTo>
                <a:lnTo>
                  <a:pt x="399" y="753"/>
                </a:lnTo>
                <a:lnTo>
                  <a:pt x="398" y="753"/>
                </a:lnTo>
                <a:lnTo>
                  <a:pt x="397" y="753"/>
                </a:lnTo>
                <a:lnTo>
                  <a:pt x="396" y="753"/>
                </a:lnTo>
                <a:lnTo>
                  <a:pt x="395" y="753"/>
                </a:lnTo>
                <a:lnTo>
                  <a:pt x="394" y="752"/>
                </a:lnTo>
                <a:lnTo>
                  <a:pt x="394" y="751"/>
                </a:lnTo>
                <a:lnTo>
                  <a:pt x="393" y="751"/>
                </a:lnTo>
                <a:lnTo>
                  <a:pt x="393" y="750"/>
                </a:lnTo>
                <a:lnTo>
                  <a:pt x="393" y="749"/>
                </a:lnTo>
                <a:lnTo>
                  <a:pt x="392" y="749"/>
                </a:lnTo>
                <a:lnTo>
                  <a:pt x="391" y="749"/>
                </a:lnTo>
                <a:lnTo>
                  <a:pt x="390" y="749"/>
                </a:lnTo>
                <a:lnTo>
                  <a:pt x="390" y="748"/>
                </a:lnTo>
                <a:lnTo>
                  <a:pt x="389" y="748"/>
                </a:lnTo>
                <a:lnTo>
                  <a:pt x="389" y="747"/>
                </a:lnTo>
                <a:lnTo>
                  <a:pt x="390" y="747"/>
                </a:lnTo>
                <a:lnTo>
                  <a:pt x="390" y="746"/>
                </a:lnTo>
                <a:lnTo>
                  <a:pt x="390" y="745"/>
                </a:lnTo>
                <a:lnTo>
                  <a:pt x="391" y="745"/>
                </a:lnTo>
                <a:lnTo>
                  <a:pt x="391" y="744"/>
                </a:lnTo>
                <a:lnTo>
                  <a:pt x="391" y="743"/>
                </a:lnTo>
                <a:lnTo>
                  <a:pt x="390" y="743"/>
                </a:lnTo>
                <a:lnTo>
                  <a:pt x="391" y="743"/>
                </a:lnTo>
                <a:lnTo>
                  <a:pt x="391" y="742"/>
                </a:lnTo>
                <a:lnTo>
                  <a:pt x="391" y="741"/>
                </a:lnTo>
                <a:lnTo>
                  <a:pt x="391" y="740"/>
                </a:lnTo>
                <a:lnTo>
                  <a:pt x="392" y="740"/>
                </a:lnTo>
                <a:lnTo>
                  <a:pt x="392" y="739"/>
                </a:lnTo>
                <a:lnTo>
                  <a:pt x="392" y="738"/>
                </a:lnTo>
                <a:lnTo>
                  <a:pt x="391" y="738"/>
                </a:lnTo>
                <a:lnTo>
                  <a:pt x="392" y="737"/>
                </a:lnTo>
                <a:lnTo>
                  <a:pt x="391" y="737"/>
                </a:lnTo>
                <a:lnTo>
                  <a:pt x="391" y="736"/>
                </a:lnTo>
                <a:lnTo>
                  <a:pt x="391" y="735"/>
                </a:lnTo>
                <a:lnTo>
                  <a:pt x="391" y="734"/>
                </a:lnTo>
                <a:lnTo>
                  <a:pt x="390" y="734"/>
                </a:lnTo>
                <a:lnTo>
                  <a:pt x="389" y="734"/>
                </a:lnTo>
                <a:lnTo>
                  <a:pt x="388" y="734"/>
                </a:lnTo>
                <a:lnTo>
                  <a:pt x="388" y="733"/>
                </a:lnTo>
                <a:lnTo>
                  <a:pt x="387" y="733"/>
                </a:lnTo>
                <a:lnTo>
                  <a:pt x="386" y="733"/>
                </a:lnTo>
                <a:lnTo>
                  <a:pt x="386" y="734"/>
                </a:lnTo>
                <a:lnTo>
                  <a:pt x="385" y="734"/>
                </a:lnTo>
                <a:lnTo>
                  <a:pt x="385" y="735"/>
                </a:lnTo>
                <a:lnTo>
                  <a:pt x="385" y="736"/>
                </a:lnTo>
                <a:lnTo>
                  <a:pt x="384" y="736"/>
                </a:lnTo>
                <a:lnTo>
                  <a:pt x="384" y="735"/>
                </a:lnTo>
                <a:lnTo>
                  <a:pt x="383" y="735"/>
                </a:lnTo>
                <a:lnTo>
                  <a:pt x="382" y="735"/>
                </a:lnTo>
                <a:lnTo>
                  <a:pt x="381" y="735"/>
                </a:lnTo>
                <a:lnTo>
                  <a:pt x="380" y="735"/>
                </a:lnTo>
                <a:lnTo>
                  <a:pt x="380" y="736"/>
                </a:lnTo>
                <a:lnTo>
                  <a:pt x="380" y="737"/>
                </a:lnTo>
                <a:lnTo>
                  <a:pt x="379" y="737"/>
                </a:lnTo>
                <a:lnTo>
                  <a:pt x="379" y="738"/>
                </a:lnTo>
                <a:lnTo>
                  <a:pt x="378" y="738"/>
                </a:lnTo>
                <a:lnTo>
                  <a:pt x="378" y="737"/>
                </a:lnTo>
                <a:lnTo>
                  <a:pt x="378" y="738"/>
                </a:lnTo>
                <a:lnTo>
                  <a:pt x="378" y="737"/>
                </a:lnTo>
                <a:lnTo>
                  <a:pt x="377" y="737"/>
                </a:lnTo>
                <a:lnTo>
                  <a:pt x="377" y="736"/>
                </a:lnTo>
                <a:lnTo>
                  <a:pt x="376" y="736"/>
                </a:lnTo>
                <a:lnTo>
                  <a:pt x="376" y="735"/>
                </a:lnTo>
                <a:lnTo>
                  <a:pt x="375" y="735"/>
                </a:lnTo>
                <a:lnTo>
                  <a:pt x="374" y="735"/>
                </a:lnTo>
                <a:lnTo>
                  <a:pt x="375" y="735"/>
                </a:lnTo>
                <a:lnTo>
                  <a:pt x="375" y="734"/>
                </a:lnTo>
                <a:lnTo>
                  <a:pt x="374" y="734"/>
                </a:lnTo>
                <a:lnTo>
                  <a:pt x="374" y="733"/>
                </a:lnTo>
                <a:lnTo>
                  <a:pt x="373" y="733"/>
                </a:lnTo>
                <a:lnTo>
                  <a:pt x="373" y="734"/>
                </a:lnTo>
                <a:lnTo>
                  <a:pt x="372" y="734"/>
                </a:lnTo>
                <a:lnTo>
                  <a:pt x="371" y="734"/>
                </a:lnTo>
                <a:lnTo>
                  <a:pt x="370" y="734"/>
                </a:lnTo>
                <a:lnTo>
                  <a:pt x="369" y="734"/>
                </a:lnTo>
                <a:lnTo>
                  <a:pt x="369" y="733"/>
                </a:lnTo>
                <a:lnTo>
                  <a:pt x="368" y="733"/>
                </a:lnTo>
                <a:lnTo>
                  <a:pt x="367" y="733"/>
                </a:lnTo>
                <a:lnTo>
                  <a:pt x="366" y="733"/>
                </a:lnTo>
                <a:lnTo>
                  <a:pt x="366" y="732"/>
                </a:lnTo>
                <a:lnTo>
                  <a:pt x="366" y="731"/>
                </a:lnTo>
                <a:lnTo>
                  <a:pt x="365" y="731"/>
                </a:lnTo>
                <a:lnTo>
                  <a:pt x="364" y="731"/>
                </a:lnTo>
                <a:lnTo>
                  <a:pt x="364" y="730"/>
                </a:lnTo>
                <a:lnTo>
                  <a:pt x="363" y="730"/>
                </a:lnTo>
                <a:lnTo>
                  <a:pt x="363" y="731"/>
                </a:lnTo>
                <a:lnTo>
                  <a:pt x="362" y="731"/>
                </a:lnTo>
                <a:lnTo>
                  <a:pt x="361" y="731"/>
                </a:lnTo>
                <a:lnTo>
                  <a:pt x="360" y="731"/>
                </a:lnTo>
                <a:lnTo>
                  <a:pt x="360" y="730"/>
                </a:lnTo>
                <a:lnTo>
                  <a:pt x="359" y="730"/>
                </a:lnTo>
                <a:lnTo>
                  <a:pt x="359" y="729"/>
                </a:lnTo>
                <a:lnTo>
                  <a:pt x="359" y="730"/>
                </a:lnTo>
                <a:lnTo>
                  <a:pt x="358" y="730"/>
                </a:lnTo>
                <a:lnTo>
                  <a:pt x="358" y="729"/>
                </a:lnTo>
                <a:lnTo>
                  <a:pt x="358" y="730"/>
                </a:lnTo>
                <a:lnTo>
                  <a:pt x="358" y="729"/>
                </a:lnTo>
                <a:lnTo>
                  <a:pt x="357" y="729"/>
                </a:lnTo>
                <a:lnTo>
                  <a:pt x="357" y="730"/>
                </a:lnTo>
                <a:lnTo>
                  <a:pt x="356" y="730"/>
                </a:lnTo>
                <a:lnTo>
                  <a:pt x="355" y="730"/>
                </a:lnTo>
                <a:lnTo>
                  <a:pt x="354" y="730"/>
                </a:lnTo>
                <a:lnTo>
                  <a:pt x="354" y="729"/>
                </a:lnTo>
                <a:lnTo>
                  <a:pt x="353" y="729"/>
                </a:lnTo>
                <a:lnTo>
                  <a:pt x="352" y="729"/>
                </a:lnTo>
                <a:lnTo>
                  <a:pt x="351" y="729"/>
                </a:lnTo>
                <a:lnTo>
                  <a:pt x="351" y="728"/>
                </a:lnTo>
                <a:lnTo>
                  <a:pt x="351" y="727"/>
                </a:lnTo>
                <a:lnTo>
                  <a:pt x="350" y="727"/>
                </a:lnTo>
                <a:lnTo>
                  <a:pt x="349" y="727"/>
                </a:lnTo>
                <a:lnTo>
                  <a:pt x="349" y="726"/>
                </a:lnTo>
                <a:lnTo>
                  <a:pt x="348" y="726"/>
                </a:lnTo>
                <a:lnTo>
                  <a:pt x="347" y="726"/>
                </a:lnTo>
                <a:lnTo>
                  <a:pt x="347" y="725"/>
                </a:lnTo>
                <a:lnTo>
                  <a:pt x="346" y="725"/>
                </a:lnTo>
                <a:lnTo>
                  <a:pt x="345" y="725"/>
                </a:lnTo>
                <a:lnTo>
                  <a:pt x="344" y="725"/>
                </a:lnTo>
                <a:lnTo>
                  <a:pt x="344" y="724"/>
                </a:lnTo>
                <a:lnTo>
                  <a:pt x="343" y="724"/>
                </a:lnTo>
                <a:lnTo>
                  <a:pt x="342" y="724"/>
                </a:lnTo>
                <a:lnTo>
                  <a:pt x="342" y="723"/>
                </a:lnTo>
                <a:lnTo>
                  <a:pt x="341" y="723"/>
                </a:lnTo>
                <a:lnTo>
                  <a:pt x="340" y="723"/>
                </a:lnTo>
                <a:lnTo>
                  <a:pt x="340" y="722"/>
                </a:lnTo>
                <a:lnTo>
                  <a:pt x="339" y="722"/>
                </a:lnTo>
                <a:lnTo>
                  <a:pt x="339" y="723"/>
                </a:lnTo>
                <a:lnTo>
                  <a:pt x="339" y="724"/>
                </a:lnTo>
                <a:lnTo>
                  <a:pt x="339" y="725"/>
                </a:lnTo>
                <a:lnTo>
                  <a:pt x="339" y="726"/>
                </a:lnTo>
                <a:lnTo>
                  <a:pt x="338" y="726"/>
                </a:lnTo>
                <a:lnTo>
                  <a:pt x="337" y="726"/>
                </a:lnTo>
                <a:lnTo>
                  <a:pt x="336" y="726"/>
                </a:lnTo>
                <a:lnTo>
                  <a:pt x="335" y="726"/>
                </a:lnTo>
                <a:lnTo>
                  <a:pt x="335" y="725"/>
                </a:lnTo>
                <a:lnTo>
                  <a:pt x="334" y="725"/>
                </a:lnTo>
                <a:lnTo>
                  <a:pt x="333" y="725"/>
                </a:lnTo>
                <a:lnTo>
                  <a:pt x="333" y="724"/>
                </a:lnTo>
                <a:lnTo>
                  <a:pt x="333" y="725"/>
                </a:lnTo>
                <a:lnTo>
                  <a:pt x="332" y="725"/>
                </a:lnTo>
                <a:lnTo>
                  <a:pt x="332" y="726"/>
                </a:lnTo>
                <a:lnTo>
                  <a:pt x="333" y="726"/>
                </a:lnTo>
                <a:lnTo>
                  <a:pt x="333" y="727"/>
                </a:lnTo>
                <a:lnTo>
                  <a:pt x="332" y="727"/>
                </a:lnTo>
                <a:lnTo>
                  <a:pt x="332" y="728"/>
                </a:lnTo>
                <a:lnTo>
                  <a:pt x="332" y="729"/>
                </a:lnTo>
                <a:lnTo>
                  <a:pt x="332" y="730"/>
                </a:lnTo>
                <a:lnTo>
                  <a:pt x="332" y="731"/>
                </a:lnTo>
                <a:lnTo>
                  <a:pt x="332" y="732"/>
                </a:lnTo>
                <a:lnTo>
                  <a:pt x="332" y="731"/>
                </a:lnTo>
                <a:lnTo>
                  <a:pt x="331" y="731"/>
                </a:lnTo>
                <a:lnTo>
                  <a:pt x="330" y="731"/>
                </a:lnTo>
                <a:lnTo>
                  <a:pt x="329" y="731"/>
                </a:lnTo>
                <a:lnTo>
                  <a:pt x="328" y="731"/>
                </a:lnTo>
                <a:lnTo>
                  <a:pt x="328" y="730"/>
                </a:lnTo>
                <a:lnTo>
                  <a:pt x="327" y="730"/>
                </a:lnTo>
                <a:lnTo>
                  <a:pt x="326" y="730"/>
                </a:lnTo>
                <a:lnTo>
                  <a:pt x="325" y="730"/>
                </a:lnTo>
                <a:lnTo>
                  <a:pt x="324" y="730"/>
                </a:lnTo>
                <a:lnTo>
                  <a:pt x="324" y="729"/>
                </a:lnTo>
                <a:lnTo>
                  <a:pt x="323" y="729"/>
                </a:lnTo>
                <a:lnTo>
                  <a:pt x="323" y="728"/>
                </a:lnTo>
                <a:lnTo>
                  <a:pt x="323" y="727"/>
                </a:lnTo>
                <a:lnTo>
                  <a:pt x="322" y="727"/>
                </a:lnTo>
                <a:lnTo>
                  <a:pt x="321" y="727"/>
                </a:lnTo>
                <a:lnTo>
                  <a:pt x="321" y="726"/>
                </a:lnTo>
                <a:lnTo>
                  <a:pt x="320" y="726"/>
                </a:lnTo>
                <a:lnTo>
                  <a:pt x="319" y="726"/>
                </a:lnTo>
                <a:lnTo>
                  <a:pt x="319" y="725"/>
                </a:lnTo>
                <a:lnTo>
                  <a:pt x="319" y="726"/>
                </a:lnTo>
                <a:lnTo>
                  <a:pt x="317" y="726"/>
                </a:lnTo>
                <a:lnTo>
                  <a:pt x="316" y="726"/>
                </a:lnTo>
                <a:lnTo>
                  <a:pt x="317" y="726"/>
                </a:lnTo>
                <a:lnTo>
                  <a:pt x="316" y="726"/>
                </a:lnTo>
                <a:lnTo>
                  <a:pt x="316" y="727"/>
                </a:lnTo>
                <a:lnTo>
                  <a:pt x="316" y="728"/>
                </a:lnTo>
                <a:lnTo>
                  <a:pt x="316" y="729"/>
                </a:lnTo>
                <a:lnTo>
                  <a:pt x="317" y="729"/>
                </a:lnTo>
                <a:lnTo>
                  <a:pt x="318" y="729"/>
                </a:lnTo>
                <a:lnTo>
                  <a:pt x="318" y="730"/>
                </a:lnTo>
                <a:lnTo>
                  <a:pt x="319" y="730"/>
                </a:lnTo>
                <a:lnTo>
                  <a:pt x="318" y="731"/>
                </a:lnTo>
                <a:lnTo>
                  <a:pt x="318" y="732"/>
                </a:lnTo>
                <a:lnTo>
                  <a:pt x="317" y="732"/>
                </a:lnTo>
                <a:lnTo>
                  <a:pt x="317" y="731"/>
                </a:lnTo>
                <a:lnTo>
                  <a:pt x="316" y="731"/>
                </a:lnTo>
                <a:lnTo>
                  <a:pt x="316" y="732"/>
                </a:lnTo>
                <a:lnTo>
                  <a:pt x="316" y="731"/>
                </a:lnTo>
                <a:lnTo>
                  <a:pt x="316" y="732"/>
                </a:lnTo>
                <a:lnTo>
                  <a:pt x="315" y="732"/>
                </a:lnTo>
                <a:lnTo>
                  <a:pt x="316" y="732"/>
                </a:lnTo>
                <a:lnTo>
                  <a:pt x="316" y="733"/>
                </a:lnTo>
                <a:lnTo>
                  <a:pt x="316" y="734"/>
                </a:lnTo>
                <a:lnTo>
                  <a:pt x="316" y="735"/>
                </a:lnTo>
                <a:lnTo>
                  <a:pt x="316" y="736"/>
                </a:lnTo>
                <a:lnTo>
                  <a:pt x="316" y="737"/>
                </a:lnTo>
                <a:lnTo>
                  <a:pt x="315" y="737"/>
                </a:lnTo>
                <a:lnTo>
                  <a:pt x="316" y="737"/>
                </a:lnTo>
                <a:lnTo>
                  <a:pt x="316" y="738"/>
                </a:lnTo>
                <a:lnTo>
                  <a:pt x="317" y="738"/>
                </a:lnTo>
                <a:lnTo>
                  <a:pt x="318" y="738"/>
                </a:lnTo>
                <a:lnTo>
                  <a:pt x="318" y="739"/>
                </a:lnTo>
                <a:lnTo>
                  <a:pt x="318" y="740"/>
                </a:lnTo>
                <a:lnTo>
                  <a:pt x="317" y="740"/>
                </a:lnTo>
                <a:lnTo>
                  <a:pt x="317" y="741"/>
                </a:lnTo>
                <a:lnTo>
                  <a:pt x="316" y="741"/>
                </a:lnTo>
                <a:lnTo>
                  <a:pt x="316" y="742"/>
                </a:lnTo>
                <a:lnTo>
                  <a:pt x="317" y="742"/>
                </a:lnTo>
                <a:lnTo>
                  <a:pt x="318" y="742"/>
                </a:lnTo>
                <a:lnTo>
                  <a:pt x="317" y="742"/>
                </a:lnTo>
                <a:lnTo>
                  <a:pt x="317" y="743"/>
                </a:lnTo>
                <a:lnTo>
                  <a:pt x="317" y="744"/>
                </a:lnTo>
                <a:lnTo>
                  <a:pt x="317" y="745"/>
                </a:lnTo>
                <a:lnTo>
                  <a:pt x="316" y="745"/>
                </a:lnTo>
                <a:lnTo>
                  <a:pt x="316" y="746"/>
                </a:lnTo>
                <a:lnTo>
                  <a:pt x="315" y="746"/>
                </a:lnTo>
                <a:lnTo>
                  <a:pt x="316" y="746"/>
                </a:lnTo>
                <a:lnTo>
                  <a:pt x="316" y="747"/>
                </a:lnTo>
                <a:lnTo>
                  <a:pt x="315" y="747"/>
                </a:lnTo>
                <a:lnTo>
                  <a:pt x="315" y="748"/>
                </a:lnTo>
                <a:lnTo>
                  <a:pt x="315" y="749"/>
                </a:lnTo>
                <a:lnTo>
                  <a:pt x="316" y="749"/>
                </a:lnTo>
                <a:lnTo>
                  <a:pt x="316" y="750"/>
                </a:lnTo>
                <a:lnTo>
                  <a:pt x="315" y="750"/>
                </a:lnTo>
                <a:lnTo>
                  <a:pt x="316" y="750"/>
                </a:lnTo>
                <a:lnTo>
                  <a:pt x="316" y="751"/>
                </a:lnTo>
                <a:lnTo>
                  <a:pt x="315" y="751"/>
                </a:lnTo>
                <a:lnTo>
                  <a:pt x="315" y="752"/>
                </a:lnTo>
                <a:lnTo>
                  <a:pt x="314" y="752"/>
                </a:lnTo>
                <a:lnTo>
                  <a:pt x="313" y="752"/>
                </a:lnTo>
                <a:lnTo>
                  <a:pt x="313" y="753"/>
                </a:lnTo>
                <a:lnTo>
                  <a:pt x="313" y="754"/>
                </a:lnTo>
                <a:lnTo>
                  <a:pt x="312" y="754"/>
                </a:lnTo>
                <a:lnTo>
                  <a:pt x="311" y="754"/>
                </a:lnTo>
                <a:lnTo>
                  <a:pt x="311" y="755"/>
                </a:lnTo>
                <a:lnTo>
                  <a:pt x="310" y="755"/>
                </a:lnTo>
                <a:lnTo>
                  <a:pt x="310" y="756"/>
                </a:lnTo>
                <a:lnTo>
                  <a:pt x="309" y="757"/>
                </a:lnTo>
                <a:lnTo>
                  <a:pt x="308" y="757"/>
                </a:lnTo>
                <a:lnTo>
                  <a:pt x="308" y="758"/>
                </a:lnTo>
                <a:lnTo>
                  <a:pt x="308" y="757"/>
                </a:lnTo>
                <a:lnTo>
                  <a:pt x="307" y="757"/>
                </a:lnTo>
                <a:lnTo>
                  <a:pt x="307" y="758"/>
                </a:lnTo>
                <a:lnTo>
                  <a:pt x="307" y="757"/>
                </a:lnTo>
                <a:lnTo>
                  <a:pt x="306" y="757"/>
                </a:lnTo>
                <a:lnTo>
                  <a:pt x="306" y="756"/>
                </a:lnTo>
                <a:lnTo>
                  <a:pt x="306" y="757"/>
                </a:lnTo>
                <a:lnTo>
                  <a:pt x="304" y="757"/>
                </a:lnTo>
                <a:lnTo>
                  <a:pt x="303" y="757"/>
                </a:lnTo>
                <a:lnTo>
                  <a:pt x="302" y="757"/>
                </a:lnTo>
                <a:lnTo>
                  <a:pt x="302" y="758"/>
                </a:lnTo>
                <a:lnTo>
                  <a:pt x="301" y="758"/>
                </a:lnTo>
                <a:lnTo>
                  <a:pt x="301" y="759"/>
                </a:lnTo>
                <a:lnTo>
                  <a:pt x="302" y="759"/>
                </a:lnTo>
                <a:lnTo>
                  <a:pt x="302" y="760"/>
                </a:lnTo>
                <a:lnTo>
                  <a:pt x="303" y="760"/>
                </a:lnTo>
                <a:lnTo>
                  <a:pt x="303" y="761"/>
                </a:lnTo>
                <a:lnTo>
                  <a:pt x="304" y="761"/>
                </a:lnTo>
                <a:lnTo>
                  <a:pt x="304" y="762"/>
                </a:lnTo>
                <a:lnTo>
                  <a:pt x="304" y="763"/>
                </a:lnTo>
                <a:lnTo>
                  <a:pt x="304" y="764"/>
                </a:lnTo>
                <a:lnTo>
                  <a:pt x="304" y="765"/>
                </a:lnTo>
                <a:lnTo>
                  <a:pt x="304" y="766"/>
                </a:lnTo>
                <a:lnTo>
                  <a:pt x="304" y="767"/>
                </a:lnTo>
                <a:lnTo>
                  <a:pt x="304" y="768"/>
                </a:lnTo>
                <a:lnTo>
                  <a:pt x="303" y="768"/>
                </a:lnTo>
                <a:lnTo>
                  <a:pt x="303" y="769"/>
                </a:lnTo>
                <a:lnTo>
                  <a:pt x="303" y="770"/>
                </a:lnTo>
                <a:lnTo>
                  <a:pt x="302" y="770"/>
                </a:lnTo>
                <a:lnTo>
                  <a:pt x="302" y="771"/>
                </a:lnTo>
                <a:lnTo>
                  <a:pt x="301" y="771"/>
                </a:lnTo>
                <a:lnTo>
                  <a:pt x="300" y="771"/>
                </a:lnTo>
                <a:lnTo>
                  <a:pt x="300" y="772"/>
                </a:lnTo>
                <a:lnTo>
                  <a:pt x="299" y="772"/>
                </a:lnTo>
                <a:lnTo>
                  <a:pt x="300" y="772"/>
                </a:lnTo>
                <a:lnTo>
                  <a:pt x="300" y="773"/>
                </a:lnTo>
                <a:lnTo>
                  <a:pt x="301" y="773"/>
                </a:lnTo>
                <a:lnTo>
                  <a:pt x="300" y="773"/>
                </a:lnTo>
                <a:lnTo>
                  <a:pt x="300" y="774"/>
                </a:lnTo>
                <a:lnTo>
                  <a:pt x="300" y="775"/>
                </a:lnTo>
                <a:lnTo>
                  <a:pt x="300" y="774"/>
                </a:lnTo>
                <a:lnTo>
                  <a:pt x="299" y="774"/>
                </a:lnTo>
                <a:lnTo>
                  <a:pt x="299" y="775"/>
                </a:lnTo>
                <a:lnTo>
                  <a:pt x="298" y="775"/>
                </a:lnTo>
                <a:lnTo>
                  <a:pt x="297" y="775"/>
                </a:lnTo>
                <a:lnTo>
                  <a:pt x="296" y="775"/>
                </a:lnTo>
                <a:lnTo>
                  <a:pt x="296" y="774"/>
                </a:lnTo>
                <a:lnTo>
                  <a:pt x="296" y="773"/>
                </a:lnTo>
                <a:lnTo>
                  <a:pt x="295" y="773"/>
                </a:lnTo>
                <a:lnTo>
                  <a:pt x="294" y="773"/>
                </a:lnTo>
                <a:lnTo>
                  <a:pt x="294" y="774"/>
                </a:lnTo>
                <a:lnTo>
                  <a:pt x="293" y="774"/>
                </a:lnTo>
                <a:lnTo>
                  <a:pt x="293" y="775"/>
                </a:lnTo>
                <a:lnTo>
                  <a:pt x="293" y="774"/>
                </a:lnTo>
                <a:lnTo>
                  <a:pt x="292" y="774"/>
                </a:lnTo>
                <a:lnTo>
                  <a:pt x="291" y="774"/>
                </a:lnTo>
                <a:lnTo>
                  <a:pt x="291" y="775"/>
                </a:lnTo>
                <a:lnTo>
                  <a:pt x="290" y="774"/>
                </a:lnTo>
                <a:lnTo>
                  <a:pt x="289" y="774"/>
                </a:lnTo>
                <a:lnTo>
                  <a:pt x="288" y="774"/>
                </a:lnTo>
                <a:lnTo>
                  <a:pt x="287" y="774"/>
                </a:lnTo>
                <a:lnTo>
                  <a:pt x="287" y="773"/>
                </a:lnTo>
                <a:lnTo>
                  <a:pt x="287" y="772"/>
                </a:lnTo>
                <a:lnTo>
                  <a:pt x="286" y="772"/>
                </a:lnTo>
                <a:lnTo>
                  <a:pt x="285" y="772"/>
                </a:lnTo>
                <a:lnTo>
                  <a:pt x="285" y="771"/>
                </a:lnTo>
                <a:lnTo>
                  <a:pt x="285" y="770"/>
                </a:lnTo>
                <a:lnTo>
                  <a:pt x="284" y="770"/>
                </a:lnTo>
                <a:lnTo>
                  <a:pt x="284" y="769"/>
                </a:lnTo>
                <a:lnTo>
                  <a:pt x="284" y="768"/>
                </a:lnTo>
                <a:lnTo>
                  <a:pt x="284" y="767"/>
                </a:lnTo>
                <a:lnTo>
                  <a:pt x="285" y="767"/>
                </a:lnTo>
                <a:lnTo>
                  <a:pt x="285" y="766"/>
                </a:lnTo>
                <a:lnTo>
                  <a:pt x="285" y="765"/>
                </a:lnTo>
                <a:lnTo>
                  <a:pt x="285" y="764"/>
                </a:lnTo>
                <a:lnTo>
                  <a:pt x="284" y="764"/>
                </a:lnTo>
                <a:lnTo>
                  <a:pt x="283" y="764"/>
                </a:lnTo>
                <a:lnTo>
                  <a:pt x="282" y="764"/>
                </a:lnTo>
                <a:lnTo>
                  <a:pt x="282" y="763"/>
                </a:lnTo>
                <a:lnTo>
                  <a:pt x="283" y="763"/>
                </a:lnTo>
                <a:lnTo>
                  <a:pt x="283" y="762"/>
                </a:lnTo>
                <a:lnTo>
                  <a:pt x="283" y="761"/>
                </a:lnTo>
                <a:lnTo>
                  <a:pt x="282" y="761"/>
                </a:lnTo>
                <a:lnTo>
                  <a:pt x="282" y="760"/>
                </a:lnTo>
                <a:lnTo>
                  <a:pt x="282" y="758"/>
                </a:lnTo>
                <a:lnTo>
                  <a:pt x="283" y="758"/>
                </a:lnTo>
                <a:lnTo>
                  <a:pt x="282" y="758"/>
                </a:lnTo>
                <a:lnTo>
                  <a:pt x="282" y="757"/>
                </a:lnTo>
                <a:lnTo>
                  <a:pt x="281" y="757"/>
                </a:lnTo>
                <a:lnTo>
                  <a:pt x="280" y="757"/>
                </a:lnTo>
                <a:lnTo>
                  <a:pt x="280" y="756"/>
                </a:lnTo>
                <a:lnTo>
                  <a:pt x="280" y="755"/>
                </a:lnTo>
                <a:lnTo>
                  <a:pt x="279" y="755"/>
                </a:lnTo>
                <a:lnTo>
                  <a:pt x="279" y="754"/>
                </a:lnTo>
                <a:lnTo>
                  <a:pt x="278" y="754"/>
                </a:lnTo>
                <a:lnTo>
                  <a:pt x="278" y="753"/>
                </a:lnTo>
                <a:lnTo>
                  <a:pt x="278" y="752"/>
                </a:lnTo>
                <a:lnTo>
                  <a:pt x="277" y="752"/>
                </a:lnTo>
                <a:lnTo>
                  <a:pt x="278" y="752"/>
                </a:lnTo>
                <a:lnTo>
                  <a:pt x="278" y="751"/>
                </a:lnTo>
                <a:lnTo>
                  <a:pt x="279" y="751"/>
                </a:lnTo>
                <a:lnTo>
                  <a:pt x="279" y="750"/>
                </a:lnTo>
                <a:lnTo>
                  <a:pt x="278" y="750"/>
                </a:lnTo>
                <a:lnTo>
                  <a:pt x="277" y="750"/>
                </a:lnTo>
                <a:lnTo>
                  <a:pt x="277" y="749"/>
                </a:lnTo>
                <a:lnTo>
                  <a:pt x="276" y="749"/>
                </a:lnTo>
                <a:lnTo>
                  <a:pt x="277" y="748"/>
                </a:lnTo>
                <a:lnTo>
                  <a:pt x="277" y="747"/>
                </a:lnTo>
                <a:lnTo>
                  <a:pt x="277" y="746"/>
                </a:lnTo>
                <a:lnTo>
                  <a:pt x="276" y="746"/>
                </a:lnTo>
                <a:lnTo>
                  <a:pt x="275" y="745"/>
                </a:lnTo>
                <a:lnTo>
                  <a:pt x="274" y="745"/>
                </a:lnTo>
                <a:lnTo>
                  <a:pt x="274" y="744"/>
                </a:lnTo>
                <a:lnTo>
                  <a:pt x="273" y="744"/>
                </a:lnTo>
                <a:lnTo>
                  <a:pt x="272" y="744"/>
                </a:lnTo>
                <a:lnTo>
                  <a:pt x="272" y="743"/>
                </a:lnTo>
                <a:lnTo>
                  <a:pt x="271" y="744"/>
                </a:lnTo>
                <a:lnTo>
                  <a:pt x="271" y="743"/>
                </a:lnTo>
                <a:lnTo>
                  <a:pt x="271" y="744"/>
                </a:lnTo>
                <a:lnTo>
                  <a:pt x="269" y="744"/>
                </a:lnTo>
                <a:lnTo>
                  <a:pt x="269" y="743"/>
                </a:lnTo>
                <a:lnTo>
                  <a:pt x="269" y="744"/>
                </a:lnTo>
                <a:lnTo>
                  <a:pt x="268" y="744"/>
                </a:lnTo>
                <a:lnTo>
                  <a:pt x="267" y="744"/>
                </a:lnTo>
                <a:lnTo>
                  <a:pt x="266" y="744"/>
                </a:lnTo>
                <a:lnTo>
                  <a:pt x="266" y="743"/>
                </a:lnTo>
                <a:lnTo>
                  <a:pt x="267" y="743"/>
                </a:lnTo>
                <a:lnTo>
                  <a:pt x="266" y="743"/>
                </a:lnTo>
                <a:lnTo>
                  <a:pt x="266" y="742"/>
                </a:lnTo>
                <a:lnTo>
                  <a:pt x="265" y="742"/>
                </a:lnTo>
                <a:lnTo>
                  <a:pt x="265" y="741"/>
                </a:lnTo>
                <a:lnTo>
                  <a:pt x="264" y="741"/>
                </a:lnTo>
                <a:lnTo>
                  <a:pt x="264" y="740"/>
                </a:lnTo>
                <a:lnTo>
                  <a:pt x="263" y="740"/>
                </a:lnTo>
                <a:lnTo>
                  <a:pt x="262" y="740"/>
                </a:lnTo>
                <a:lnTo>
                  <a:pt x="261" y="740"/>
                </a:lnTo>
                <a:lnTo>
                  <a:pt x="260" y="740"/>
                </a:lnTo>
                <a:lnTo>
                  <a:pt x="261" y="740"/>
                </a:lnTo>
                <a:lnTo>
                  <a:pt x="261" y="739"/>
                </a:lnTo>
                <a:lnTo>
                  <a:pt x="260" y="739"/>
                </a:lnTo>
                <a:lnTo>
                  <a:pt x="259" y="738"/>
                </a:lnTo>
                <a:lnTo>
                  <a:pt x="258" y="738"/>
                </a:lnTo>
                <a:lnTo>
                  <a:pt x="257" y="738"/>
                </a:lnTo>
                <a:lnTo>
                  <a:pt x="256" y="738"/>
                </a:lnTo>
                <a:lnTo>
                  <a:pt x="255" y="738"/>
                </a:lnTo>
                <a:lnTo>
                  <a:pt x="255" y="737"/>
                </a:lnTo>
                <a:lnTo>
                  <a:pt x="253" y="737"/>
                </a:lnTo>
                <a:lnTo>
                  <a:pt x="253" y="736"/>
                </a:lnTo>
                <a:lnTo>
                  <a:pt x="252" y="736"/>
                </a:lnTo>
                <a:lnTo>
                  <a:pt x="252" y="735"/>
                </a:lnTo>
                <a:lnTo>
                  <a:pt x="251" y="735"/>
                </a:lnTo>
                <a:lnTo>
                  <a:pt x="251" y="734"/>
                </a:lnTo>
                <a:lnTo>
                  <a:pt x="251" y="733"/>
                </a:lnTo>
                <a:lnTo>
                  <a:pt x="250" y="733"/>
                </a:lnTo>
                <a:lnTo>
                  <a:pt x="250" y="732"/>
                </a:lnTo>
                <a:lnTo>
                  <a:pt x="249" y="732"/>
                </a:lnTo>
                <a:lnTo>
                  <a:pt x="249" y="731"/>
                </a:lnTo>
                <a:lnTo>
                  <a:pt x="248" y="731"/>
                </a:lnTo>
                <a:lnTo>
                  <a:pt x="248" y="730"/>
                </a:lnTo>
                <a:lnTo>
                  <a:pt x="247" y="730"/>
                </a:lnTo>
                <a:lnTo>
                  <a:pt x="247" y="729"/>
                </a:lnTo>
                <a:lnTo>
                  <a:pt x="246" y="729"/>
                </a:lnTo>
                <a:lnTo>
                  <a:pt x="246" y="728"/>
                </a:lnTo>
                <a:lnTo>
                  <a:pt x="245" y="728"/>
                </a:lnTo>
                <a:lnTo>
                  <a:pt x="245" y="727"/>
                </a:lnTo>
                <a:lnTo>
                  <a:pt x="244" y="727"/>
                </a:lnTo>
                <a:lnTo>
                  <a:pt x="244" y="726"/>
                </a:lnTo>
                <a:lnTo>
                  <a:pt x="243" y="726"/>
                </a:lnTo>
                <a:lnTo>
                  <a:pt x="242" y="726"/>
                </a:lnTo>
                <a:lnTo>
                  <a:pt x="241" y="726"/>
                </a:lnTo>
                <a:lnTo>
                  <a:pt x="240" y="726"/>
                </a:lnTo>
                <a:lnTo>
                  <a:pt x="240" y="725"/>
                </a:lnTo>
                <a:lnTo>
                  <a:pt x="240" y="724"/>
                </a:lnTo>
                <a:lnTo>
                  <a:pt x="239" y="724"/>
                </a:lnTo>
                <a:lnTo>
                  <a:pt x="238" y="723"/>
                </a:lnTo>
                <a:lnTo>
                  <a:pt x="237" y="723"/>
                </a:lnTo>
                <a:lnTo>
                  <a:pt x="237" y="722"/>
                </a:lnTo>
                <a:lnTo>
                  <a:pt x="236" y="722"/>
                </a:lnTo>
                <a:lnTo>
                  <a:pt x="235" y="722"/>
                </a:lnTo>
                <a:lnTo>
                  <a:pt x="235" y="721"/>
                </a:lnTo>
                <a:lnTo>
                  <a:pt x="234" y="721"/>
                </a:lnTo>
                <a:lnTo>
                  <a:pt x="233" y="721"/>
                </a:lnTo>
                <a:lnTo>
                  <a:pt x="233" y="720"/>
                </a:lnTo>
                <a:lnTo>
                  <a:pt x="232" y="720"/>
                </a:lnTo>
                <a:lnTo>
                  <a:pt x="232" y="719"/>
                </a:lnTo>
                <a:lnTo>
                  <a:pt x="232" y="720"/>
                </a:lnTo>
                <a:lnTo>
                  <a:pt x="231" y="720"/>
                </a:lnTo>
                <a:lnTo>
                  <a:pt x="230" y="720"/>
                </a:lnTo>
                <a:lnTo>
                  <a:pt x="229" y="720"/>
                </a:lnTo>
                <a:lnTo>
                  <a:pt x="228" y="720"/>
                </a:lnTo>
                <a:lnTo>
                  <a:pt x="228" y="721"/>
                </a:lnTo>
                <a:lnTo>
                  <a:pt x="227" y="721"/>
                </a:lnTo>
                <a:lnTo>
                  <a:pt x="228" y="722"/>
                </a:lnTo>
                <a:lnTo>
                  <a:pt x="227" y="722"/>
                </a:lnTo>
                <a:lnTo>
                  <a:pt x="226" y="722"/>
                </a:lnTo>
                <a:lnTo>
                  <a:pt x="225" y="722"/>
                </a:lnTo>
                <a:lnTo>
                  <a:pt x="225" y="721"/>
                </a:lnTo>
                <a:lnTo>
                  <a:pt x="224" y="721"/>
                </a:lnTo>
                <a:lnTo>
                  <a:pt x="224" y="720"/>
                </a:lnTo>
                <a:lnTo>
                  <a:pt x="223" y="720"/>
                </a:lnTo>
                <a:lnTo>
                  <a:pt x="223" y="719"/>
                </a:lnTo>
                <a:lnTo>
                  <a:pt x="222" y="719"/>
                </a:lnTo>
                <a:lnTo>
                  <a:pt x="222" y="718"/>
                </a:lnTo>
                <a:lnTo>
                  <a:pt x="221" y="718"/>
                </a:lnTo>
                <a:lnTo>
                  <a:pt x="220" y="718"/>
                </a:lnTo>
                <a:lnTo>
                  <a:pt x="220" y="717"/>
                </a:lnTo>
                <a:lnTo>
                  <a:pt x="219" y="717"/>
                </a:lnTo>
                <a:lnTo>
                  <a:pt x="218" y="717"/>
                </a:lnTo>
                <a:lnTo>
                  <a:pt x="217" y="717"/>
                </a:lnTo>
                <a:lnTo>
                  <a:pt x="216" y="717"/>
                </a:lnTo>
                <a:lnTo>
                  <a:pt x="216" y="716"/>
                </a:lnTo>
                <a:lnTo>
                  <a:pt x="215" y="716"/>
                </a:lnTo>
                <a:lnTo>
                  <a:pt x="215" y="715"/>
                </a:lnTo>
                <a:lnTo>
                  <a:pt x="214" y="715"/>
                </a:lnTo>
                <a:lnTo>
                  <a:pt x="214" y="714"/>
                </a:lnTo>
                <a:lnTo>
                  <a:pt x="213" y="714"/>
                </a:lnTo>
                <a:lnTo>
                  <a:pt x="212" y="714"/>
                </a:lnTo>
                <a:lnTo>
                  <a:pt x="212" y="713"/>
                </a:lnTo>
                <a:lnTo>
                  <a:pt x="213" y="713"/>
                </a:lnTo>
                <a:lnTo>
                  <a:pt x="212" y="713"/>
                </a:lnTo>
                <a:lnTo>
                  <a:pt x="211" y="713"/>
                </a:lnTo>
                <a:lnTo>
                  <a:pt x="211" y="714"/>
                </a:lnTo>
                <a:lnTo>
                  <a:pt x="210" y="714"/>
                </a:lnTo>
                <a:lnTo>
                  <a:pt x="209" y="714"/>
                </a:lnTo>
                <a:lnTo>
                  <a:pt x="208" y="714"/>
                </a:lnTo>
                <a:lnTo>
                  <a:pt x="208" y="713"/>
                </a:lnTo>
                <a:lnTo>
                  <a:pt x="207" y="713"/>
                </a:lnTo>
                <a:lnTo>
                  <a:pt x="206" y="713"/>
                </a:lnTo>
                <a:lnTo>
                  <a:pt x="205" y="713"/>
                </a:lnTo>
                <a:lnTo>
                  <a:pt x="205" y="714"/>
                </a:lnTo>
                <a:lnTo>
                  <a:pt x="205" y="713"/>
                </a:lnTo>
                <a:lnTo>
                  <a:pt x="204" y="713"/>
                </a:lnTo>
                <a:lnTo>
                  <a:pt x="204" y="712"/>
                </a:lnTo>
                <a:lnTo>
                  <a:pt x="203" y="711"/>
                </a:lnTo>
                <a:lnTo>
                  <a:pt x="202" y="711"/>
                </a:lnTo>
                <a:lnTo>
                  <a:pt x="202" y="710"/>
                </a:lnTo>
                <a:lnTo>
                  <a:pt x="202" y="709"/>
                </a:lnTo>
                <a:lnTo>
                  <a:pt x="202" y="708"/>
                </a:lnTo>
                <a:lnTo>
                  <a:pt x="201" y="708"/>
                </a:lnTo>
                <a:lnTo>
                  <a:pt x="200" y="708"/>
                </a:lnTo>
                <a:lnTo>
                  <a:pt x="199" y="708"/>
                </a:lnTo>
                <a:lnTo>
                  <a:pt x="198" y="708"/>
                </a:lnTo>
                <a:lnTo>
                  <a:pt x="197" y="708"/>
                </a:lnTo>
                <a:lnTo>
                  <a:pt x="196" y="708"/>
                </a:lnTo>
                <a:lnTo>
                  <a:pt x="195" y="708"/>
                </a:lnTo>
                <a:lnTo>
                  <a:pt x="195" y="707"/>
                </a:lnTo>
                <a:lnTo>
                  <a:pt x="194" y="707"/>
                </a:lnTo>
                <a:lnTo>
                  <a:pt x="192" y="707"/>
                </a:lnTo>
                <a:lnTo>
                  <a:pt x="192" y="706"/>
                </a:lnTo>
                <a:lnTo>
                  <a:pt x="191" y="706"/>
                </a:lnTo>
                <a:lnTo>
                  <a:pt x="191" y="705"/>
                </a:lnTo>
                <a:lnTo>
                  <a:pt x="191" y="706"/>
                </a:lnTo>
                <a:lnTo>
                  <a:pt x="190" y="706"/>
                </a:lnTo>
                <a:lnTo>
                  <a:pt x="190" y="705"/>
                </a:lnTo>
                <a:lnTo>
                  <a:pt x="189" y="706"/>
                </a:lnTo>
                <a:lnTo>
                  <a:pt x="188" y="706"/>
                </a:lnTo>
                <a:lnTo>
                  <a:pt x="188" y="707"/>
                </a:lnTo>
                <a:lnTo>
                  <a:pt x="187" y="707"/>
                </a:lnTo>
                <a:lnTo>
                  <a:pt x="186" y="707"/>
                </a:lnTo>
                <a:lnTo>
                  <a:pt x="185" y="707"/>
                </a:lnTo>
                <a:lnTo>
                  <a:pt x="184" y="708"/>
                </a:lnTo>
                <a:lnTo>
                  <a:pt x="183" y="708"/>
                </a:lnTo>
                <a:lnTo>
                  <a:pt x="183" y="709"/>
                </a:lnTo>
                <a:lnTo>
                  <a:pt x="182" y="709"/>
                </a:lnTo>
                <a:lnTo>
                  <a:pt x="181" y="709"/>
                </a:lnTo>
                <a:lnTo>
                  <a:pt x="181" y="708"/>
                </a:lnTo>
                <a:lnTo>
                  <a:pt x="180" y="708"/>
                </a:lnTo>
                <a:lnTo>
                  <a:pt x="180" y="707"/>
                </a:lnTo>
                <a:lnTo>
                  <a:pt x="179" y="707"/>
                </a:lnTo>
                <a:lnTo>
                  <a:pt x="178" y="707"/>
                </a:lnTo>
                <a:lnTo>
                  <a:pt x="178" y="706"/>
                </a:lnTo>
                <a:lnTo>
                  <a:pt x="177" y="706"/>
                </a:lnTo>
                <a:lnTo>
                  <a:pt x="177" y="705"/>
                </a:lnTo>
                <a:lnTo>
                  <a:pt x="176" y="705"/>
                </a:lnTo>
                <a:lnTo>
                  <a:pt x="175" y="704"/>
                </a:lnTo>
                <a:lnTo>
                  <a:pt x="173" y="704"/>
                </a:lnTo>
                <a:lnTo>
                  <a:pt x="173" y="703"/>
                </a:lnTo>
                <a:lnTo>
                  <a:pt x="173" y="702"/>
                </a:lnTo>
                <a:lnTo>
                  <a:pt x="172" y="702"/>
                </a:lnTo>
                <a:lnTo>
                  <a:pt x="173" y="702"/>
                </a:lnTo>
                <a:lnTo>
                  <a:pt x="173" y="701"/>
                </a:lnTo>
                <a:lnTo>
                  <a:pt x="172" y="701"/>
                </a:lnTo>
                <a:lnTo>
                  <a:pt x="172" y="700"/>
                </a:lnTo>
                <a:lnTo>
                  <a:pt x="172" y="699"/>
                </a:lnTo>
                <a:lnTo>
                  <a:pt x="171" y="699"/>
                </a:lnTo>
                <a:lnTo>
                  <a:pt x="171" y="698"/>
                </a:lnTo>
                <a:lnTo>
                  <a:pt x="170" y="698"/>
                </a:lnTo>
                <a:lnTo>
                  <a:pt x="171" y="698"/>
                </a:lnTo>
                <a:lnTo>
                  <a:pt x="171" y="697"/>
                </a:lnTo>
                <a:lnTo>
                  <a:pt x="170" y="697"/>
                </a:lnTo>
                <a:lnTo>
                  <a:pt x="170" y="696"/>
                </a:lnTo>
                <a:lnTo>
                  <a:pt x="169" y="696"/>
                </a:lnTo>
                <a:lnTo>
                  <a:pt x="169" y="695"/>
                </a:lnTo>
                <a:lnTo>
                  <a:pt x="168" y="695"/>
                </a:lnTo>
                <a:lnTo>
                  <a:pt x="167" y="695"/>
                </a:lnTo>
                <a:lnTo>
                  <a:pt x="167" y="694"/>
                </a:lnTo>
                <a:lnTo>
                  <a:pt x="166" y="694"/>
                </a:lnTo>
                <a:lnTo>
                  <a:pt x="165" y="694"/>
                </a:lnTo>
                <a:lnTo>
                  <a:pt x="165" y="693"/>
                </a:lnTo>
                <a:lnTo>
                  <a:pt x="164" y="693"/>
                </a:lnTo>
                <a:lnTo>
                  <a:pt x="164" y="692"/>
                </a:lnTo>
                <a:lnTo>
                  <a:pt x="165" y="692"/>
                </a:lnTo>
                <a:lnTo>
                  <a:pt x="166" y="692"/>
                </a:lnTo>
                <a:lnTo>
                  <a:pt x="166" y="691"/>
                </a:lnTo>
                <a:lnTo>
                  <a:pt x="166" y="690"/>
                </a:lnTo>
                <a:lnTo>
                  <a:pt x="165" y="690"/>
                </a:lnTo>
                <a:lnTo>
                  <a:pt x="165" y="689"/>
                </a:lnTo>
                <a:lnTo>
                  <a:pt x="165" y="688"/>
                </a:lnTo>
                <a:lnTo>
                  <a:pt x="164" y="688"/>
                </a:lnTo>
                <a:lnTo>
                  <a:pt x="164" y="687"/>
                </a:lnTo>
                <a:lnTo>
                  <a:pt x="163" y="687"/>
                </a:lnTo>
                <a:lnTo>
                  <a:pt x="163" y="686"/>
                </a:lnTo>
                <a:lnTo>
                  <a:pt x="164" y="686"/>
                </a:lnTo>
                <a:lnTo>
                  <a:pt x="164" y="685"/>
                </a:lnTo>
                <a:lnTo>
                  <a:pt x="164" y="684"/>
                </a:lnTo>
                <a:lnTo>
                  <a:pt x="163" y="684"/>
                </a:lnTo>
                <a:lnTo>
                  <a:pt x="163" y="683"/>
                </a:lnTo>
                <a:lnTo>
                  <a:pt x="164" y="683"/>
                </a:lnTo>
                <a:lnTo>
                  <a:pt x="163" y="683"/>
                </a:lnTo>
                <a:lnTo>
                  <a:pt x="163" y="682"/>
                </a:lnTo>
                <a:lnTo>
                  <a:pt x="162" y="682"/>
                </a:lnTo>
                <a:lnTo>
                  <a:pt x="162" y="681"/>
                </a:lnTo>
                <a:lnTo>
                  <a:pt x="161" y="681"/>
                </a:lnTo>
                <a:lnTo>
                  <a:pt x="160" y="681"/>
                </a:lnTo>
                <a:lnTo>
                  <a:pt x="160" y="680"/>
                </a:lnTo>
                <a:lnTo>
                  <a:pt x="159" y="680"/>
                </a:lnTo>
                <a:lnTo>
                  <a:pt x="158" y="680"/>
                </a:lnTo>
                <a:lnTo>
                  <a:pt x="157" y="680"/>
                </a:lnTo>
                <a:lnTo>
                  <a:pt x="157" y="679"/>
                </a:lnTo>
                <a:lnTo>
                  <a:pt x="157" y="678"/>
                </a:lnTo>
                <a:lnTo>
                  <a:pt x="158" y="678"/>
                </a:lnTo>
                <a:lnTo>
                  <a:pt x="159" y="678"/>
                </a:lnTo>
                <a:lnTo>
                  <a:pt x="159" y="677"/>
                </a:lnTo>
                <a:lnTo>
                  <a:pt x="159" y="676"/>
                </a:lnTo>
                <a:lnTo>
                  <a:pt x="159" y="675"/>
                </a:lnTo>
                <a:lnTo>
                  <a:pt x="158" y="675"/>
                </a:lnTo>
                <a:lnTo>
                  <a:pt x="157" y="675"/>
                </a:lnTo>
                <a:lnTo>
                  <a:pt x="157" y="674"/>
                </a:lnTo>
                <a:lnTo>
                  <a:pt x="157" y="673"/>
                </a:lnTo>
                <a:lnTo>
                  <a:pt x="156" y="673"/>
                </a:lnTo>
                <a:lnTo>
                  <a:pt x="155" y="673"/>
                </a:lnTo>
                <a:lnTo>
                  <a:pt x="154" y="673"/>
                </a:lnTo>
                <a:lnTo>
                  <a:pt x="153" y="673"/>
                </a:lnTo>
                <a:lnTo>
                  <a:pt x="153" y="674"/>
                </a:lnTo>
                <a:lnTo>
                  <a:pt x="152" y="674"/>
                </a:lnTo>
                <a:lnTo>
                  <a:pt x="151" y="674"/>
                </a:lnTo>
                <a:lnTo>
                  <a:pt x="150" y="674"/>
                </a:lnTo>
                <a:lnTo>
                  <a:pt x="150" y="673"/>
                </a:lnTo>
                <a:lnTo>
                  <a:pt x="150" y="672"/>
                </a:lnTo>
                <a:lnTo>
                  <a:pt x="149" y="672"/>
                </a:lnTo>
                <a:lnTo>
                  <a:pt x="149" y="671"/>
                </a:lnTo>
                <a:lnTo>
                  <a:pt x="148" y="671"/>
                </a:lnTo>
                <a:lnTo>
                  <a:pt x="148" y="670"/>
                </a:lnTo>
                <a:lnTo>
                  <a:pt x="148" y="669"/>
                </a:lnTo>
                <a:lnTo>
                  <a:pt x="147" y="669"/>
                </a:lnTo>
                <a:lnTo>
                  <a:pt x="148" y="669"/>
                </a:lnTo>
                <a:lnTo>
                  <a:pt x="147" y="669"/>
                </a:lnTo>
                <a:lnTo>
                  <a:pt x="147" y="668"/>
                </a:lnTo>
                <a:lnTo>
                  <a:pt x="146" y="668"/>
                </a:lnTo>
                <a:lnTo>
                  <a:pt x="146" y="667"/>
                </a:lnTo>
                <a:lnTo>
                  <a:pt x="146" y="666"/>
                </a:lnTo>
                <a:lnTo>
                  <a:pt x="145" y="666"/>
                </a:lnTo>
                <a:lnTo>
                  <a:pt x="145" y="665"/>
                </a:lnTo>
                <a:lnTo>
                  <a:pt x="144" y="665"/>
                </a:lnTo>
                <a:lnTo>
                  <a:pt x="144" y="664"/>
                </a:lnTo>
                <a:lnTo>
                  <a:pt x="143" y="664"/>
                </a:lnTo>
                <a:lnTo>
                  <a:pt x="143" y="663"/>
                </a:lnTo>
                <a:lnTo>
                  <a:pt x="142" y="663"/>
                </a:lnTo>
                <a:lnTo>
                  <a:pt x="141" y="663"/>
                </a:lnTo>
                <a:lnTo>
                  <a:pt x="140" y="663"/>
                </a:lnTo>
                <a:lnTo>
                  <a:pt x="139" y="663"/>
                </a:lnTo>
                <a:lnTo>
                  <a:pt x="139" y="662"/>
                </a:lnTo>
                <a:lnTo>
                  <a:pt x="138" y="662"/>
                </a:lnTo>
                <a:lnTo>
                  <a:pt x="138" y="661"/>
                </a:lnTo>
                <a:lnTo>
                  <a:pt x="137" y="661"/>
                </a:lnTo>
                <a:lnTo>
                  <a:pt x="137" y="660"/>
                </a:lnTo>
                <a:lnTo>
                  <a:pt x="136" y="660"/>
                </a:lnTo>
                <a:lnTo>
                  <a:pt x="136" y="659"/>
                </a:lnTo>
                <a:lnTo>
                  <a:pt x="135" y="659"/>
                </a:lnTo>
                <a:lnTo>
                  <a:pt x="134" y="659"/>
                </a:lnTo>
                <a:lnTo>
                  <a:pt x="134" y="658"/>
                </a:lnTo>
                <a:lnTo>
                  <a:pt x="133" y="658"/>
                </a:lnTo>
                <a:lnTo>
                  <a:pt x="133" y="659"/>
                </a:lnTo>
                <a:lnTo>
                  <a:pt x="133" y="660"/>
                </a:lnTo>
                <a:lnTo>
                  <a:pt x="133" y="661"/>
                </a:lnTo>
                <a:lnTo>
                  <a:pt x="132" y="661"/>
                </a:lnTo>
                <a:lnTo>
                  <a:pt x="131" y="661"/>
                </a:lnTo>
                <a:lnTo>
                  <a:pt x="131" y="662"/>
                </a:lnTo>
                <a:lnTo>
                  <a:pt x="130" y="662"/>
                </a:lnTo>
                <a:lnTo>
                  <a:pt x="129" y="662"/>
                </a:lnTo>
                <a:lnTo>
                  <a:pt x="128" y="662"/>
                </a:lnTo>
                <a:lnTo>
                  <a:pt x="128" y="663"/>
                </a:lnTo>
                <a:lnTo>
                  <a:pt x="127" y="663"/>
                </a:lnTo>
                <a:lnTo>
                  <a:pt x="127" y="664"/>
                </a:lnTo>
                <a:lnTo>
                  <a:pt x="126" y="664"/>
                </a:lnTo>
                <a:lnTo>
                  <a:pt x="126" y="663"/>
                </a:lnTo>
                <a:lnTo>
                  <a:pt x="125" y="663"/>
                </a:lnTo>
                <a:lnTo>
                  <a:pt x="124" y="662"/>
                </a:lnTo>
                <a:lnTo>
                  <a:pt x="124" y="663"/>
                </a:lnTo>
                <a:lnTo>
                  <a:pt x="123" y="662"/>
                </a:lnTo>
                <a:lnTo>
                  <a:pt x="122" y="662"/>
                </a:lnTo>
                <a:lnTo>
                  <a:pt x="122" y="661"/>
                </a:lnTo>
                <a:lnTo>
                  <a:pt x="121" y="661"/>
                </a:lnTo>
                <a:lnTo>
                  <a:pt x="121" y="660"/>
                </a:lnTo>
                <a:lnTo>
                  <a:pt x="120" y="660"/>
                </a:lnTo>
                <a:lnTo>
                  <a:pt x="120" y="659"/>
                </a:lnTo>
                <a:lnTo>
                  <a:pt x="120" y="658"/>
                </a:lnTo>
                <a:lnTo>
                  <a:pt x="119" y="658"/>
                </a:lnTo>
                <a:lnTo>
                  <a:pt x="118" y="657"/>
                </a:lnTo>
                <a:lnTo>
                  <a:pt x="118" y="656"/>
                </a:lnTo>
                <a:lnTo>
                  <a:pt x="118" y="655"/>
                </a:lnTo>
                <a:lnTo>
                  <a:pt x="117" y="655"/>
                </a:lnTo>
                <a:lnTo>
                  <a:pt x="117" y="654"/>
                </a:lnTo>
                <a:lnTo>
                  <a:pt x="117" y="653"/>
                </a:lnTo>
                <a:lnTo>
                  <a:pt x="116" y="653"/>
                </a:lnTo>
                <a:lnTo>
                  <a:pt x="116" y="652"/>
                </a:lnTo>
                <a:lnTo>
                  <a:pt x="116" y="653"/>
                </a:lnTo>
                <a:lnTo>
                  <a:pt x="115" y="653"/>
                </a:lnTo>
                <a:lnTo>
                  <a:pt x="115" y="652"/>
                </a:lnTo>
                <a:lnTo>
                  <a:pt x="114" y="652"/>
                </a:lnTo>
                <a:lnTo>
                  <a:pt x="113" y="652"/>
                </a:lnTo>
                <a:lnTo>
                  <a:pt x="112" y="652"/>
                </a:lnTo>
                <a:lnTo>
                  <a:pt x="112" y="653"/>
                </a:lnTo>
                <a:lnTo>
                  <a:pt x="111" y="653"/>
                </a:lnTo>
                <a:lnTo>
                  <a:pt x="110" y="653"/>
                </a:lnTo>
                <a:lnTo>
                  <a:pt x="109" y="654"/>
                </a:lnTo>
                <a:lnTo>
                  <a:pt x="108" y="654"/>
                </a:lnTo>
                <a:lnTo>
                  <a:pt x="108" y="653"/>
                </a:lnTo>
                <a:lnTo>
                  <a:pt x="108" y="652"/>
                </a:lnTo>
                <a:lnTo>
                  <a:pt x="108" y="651"/>
                </a:lnTo>
                <a:lnTo>
                  <a:pt x="107" y="650"/>
                </a:lnTo>
                <a:lnTo>
                  <a:pt x="108" y="650"/>
                </a:lnTo>
                <a:lnTo>
                  <a:pt x="108" y="649"/>
                </a:lnTo>
                <a:lnTo>
                  <a:pt x="108" y="648"/>
                </a:lnTo>
                <a:lnTo>
                  <a:pt x="107" y="648"/>
                </a:lnTo>
                <a:lnTo>
                  <a:pt x="106" y="648"/>
                </a:lnTo>
                <a:lnTo>
                  <a:pt x="105" y="648"/>
                </a:lnTo>
                <a:lnTo>
                  <a:pt x="104" y="648"/>
                </a:lnTo>
                <a:lnTo>
                  <a:pt x="104" y="649"/>
                </a:lnTo>
                <a:lnTo>
                  <a:pt x="104" y="650"/>
                </a:lnTo>
                <a:lnTo>
                  <a:pt x="103" y="650"/>
                </a:lnTo>
                <a:lnTo>
                  <a:pt x="102" y="650"/>
                </a:lnTo>
                <a:lnTo>
                  <a:pt x="102" y="651"/>
                </a:lnTo>
                <a:lnTo>
                  <a:pt x="102" y="652"/>
                </a:lnTo>
                <a:lnTo>
                  <a:pt x="101" y="652"/>
                </a:lnTo>
                <a:lnTo>
                  <a:pt x="101" y="653"/>
                </a:lnTo>
                <a:lnTo>
                  <a:pt x="100" y="653"/>
                </a:lnTo>
                <a:lnTo>
                  <a:pt x="100" y="652"/>
                </a:lnTo>
                <a:lnTo>
                  <a:pt x="99" y="652"/>
                </a:lnTo>
                <a:lnTo>
                  <a:pt x="99" y="653"/>
                </a:lnTo>
                <a:lnTo>
                  <a:pt x="98" y="653"/>
                </a:lnTo>
                <a:lnTo>
                  <a:pt x="97" y="653"/>
                </a:lnTo>
                <a:lnTo>
                  <a:pt x="97" y="654"/>
                </a:lnTo>
                <a:lnTo>
                  <a:pt x="96" y="654"/>
                </a:lnTo>
                <a:lnTo>
                  <a:pt x="96" y="655"/>
                </a:lnTo>
                <a:lnTo>
                  <a:pt x="96" y="656"/>
                </a:lnTo>
                <a:lnTo>
                  <a:pt x="97" y="656"/>
                </a:lnTo>
                <a:lnTo>
                  <a:pt x="98" y="656"/>
                </a:lnTo>
                <a:lnTo>
                  <a:pt x="98" y="657"/>
                </a:lnTo>
                <a:lnTo>
                  <a:pt x="98" y="658"/>
                </a:lnTo>
                <a:lnTo>
                  <a:pt x="97" y="658"/>
                </a:lnTo>
                <a:lnTo>
                  <a:pt x="98" y="659"/>
                </a:lnTo>
                <a:lnTo>
                  <a:pt x="98" y="660"/>
                </a:lnTo>
                <a:lnTo>
                  <a:pt x="97" y="661"/>
                </a:lnTo>
                <a:lnTo>
                  <a:pt x="96" y="661"/>
                </a:lnTo>
                <a:lnTo>
                  <a:pt x="95" y="660"/>
                </a:lnTo>
                <a:lnTo>
                  <a:pt x="94" y="660"/>
                </a:lnTo>
                <a:lnTo>
                  <a:pt x="93" y="660"/>
                </a:lnTo>
                <a:lnTo>
                  <a:pt x="93" y="661"/>
                </a:lnTo>
                <a:lnTo>
                  <a:pt x="92" y="661"/>
                </a:lnTo>
                <a:lnTo>
                  <a:pt x="91" y="661"/>
                </a:lnTo>
                <a:lnTo>
                  <a:pt x="91" y="662"/>
                </a:lnTo>
                <a:lnTo>
                  <a:pt x="90" y="662"/>
                </a:lnTo>
                <a:lnTo>
                  <a:pt x="89" y="662"/>
                </a:lnTo>
                <a:lnTo>
                  <a:pt x="88" y="662"/>
                </a:lnTo>
                <a:lnTo>
                  <a:pt x="87" y="662"/>
                </a:lnTo>
                <a:lnTo>
                  <a:pt x="86" y="662"/>
                </a:lnTo>
                <a:lnTo>
                  <a:pt x="86" y="661"/>
                </a:lnTo>
                <a:lnTo>
                  <a:pt x="86" y="660"/>
                </a:lnTo>
                <a:lnTo>
                  <a:pt x="85" y="660"/>
                </a:lnTo>
                <a:lnTo>
                  <a:pt x="85" y="659"/>
                </a:lnTo>
                <a:lnTo>
                  <a:pt x="86" y="659"/>
                </a:lnTo>
                <a:lnTo>
                  <a:pt x="86" y="658"/>
                </a:lnTo>
                <a:lnTo>
                  <a:pt x="85" y="658"/>
                </a:lnTo>
                <a:lnTo>
                  <a:pt x="85" y="657"/>
                </a:lnTo>
                <a:lnTo>
                  <a:pt x="85" y="656"/>
                </a:lnTo>
                <a:lnTo>
                  <a:pt x="84" y="656"/>
                </a:lnTo>
                <a:lnTo>
                  <a:pt x="84" y="655"/>
                </a:lnTo>
                <a:lnTo>
                  <a:pt x="83" y="655"/>
                </a:lnTo>
                <a:lnTo>
                  <a:pt x="83" y="654"/>
                </a:lnTo>
                <a:lnTo>
                  <a:pt x="82" y="654"/>
                </a:lnTo>
                <a:lnTo>
                  <a:pt x="81" y="654"/>
                </a:lnTo>
                <a:lnTo>
                  <a:pt x="81" y="655"/>
                </a:lnTo>
                <a:lnTo>
                  <a:pt x="80" y="655"/>
                </a:lnTo>
                <a:lnTo>
                  <a:pt x="80" y="656"/>
                </a:lnTo>
                <a:lnTo>
                  <a:pt x="79" y="656"/>
                </a:lnTo>
                <a:lnTo>
                  <a:pt x="78" y="656"/>
                </a:lnTo>
                <a:lnTo>
                  <a:pt x="77" y="656"/>
                </a:lnTo>
                <a:lnTo>
                  <a:pt x="76" y="656"/>
                </a:lnTo>
                <a:lnTo>
                  <a:pt x="76" y="657"/>
                </a:lnTo>
                <a:lnTo>
                  <a:pt x="75" y="657"/>
                </a:lnTo>
                <a:lnTo>
                  <a:pt x="74" y="657"/>
                </a:lnTo>
                <a:lnTo>
                  <a:pt x="73" y="657"/>
                </a:lnTo>
                <a:lnTo>
                  <a:pt x="73" y="656"/>
                </a:lnTo>
                <a:lnTo>
                  <a:pt x="72" y="656"/>
                </a:lnTo>
                <a:lnTo>
                  <a:pt x="72" y="655"/>
                </a:lnTo>
                <a:lnTo>
                  <a:pt x="71" y="655"/>
                </a:lnTo>
                <a:lnTo>
                  <a:pt x="71" y="654"/>
                </a:lnTo>
                <a:lnTo>
                  <a:pt x="70" y="654"/>
                </a:lnTo>
                <a:lnTo>
                  <a:pt x="70" y="653"/>
                </a:lnTo>
                <a:lnTo>
                  <a:pt x="69" y="653"/>
                </a:lnTo>
                <a:lnTo>
                  <a:pt x="69" y="652"/>
                </a:lnTo>
                <a:lnTo>
                  <a:pt x="68" y="652"/>
                </a:lnTo>
                <a:lnTo>
                  <a:pt x="67" y="652"/>
                </a:lnTo>
                <a:lnTo>
                  <a:pt x="66" y="652"/>
                </a:lnTo>
                <a:lnTo>
                  <a:pt x="66" y="651"/>
                </a:lnTo>
                <a:lnTo>
                  <a:pt x="65" y="651"/>
                </a:lnTo>
                <a:lnTo>
                  <a:pt x="64" y="651"/>
                </a:lnTo>
                <a:lnTo>
                  <a:pt x="64" y="650"/>
                </a:lnTo>
                <a:lnTo>
                  <a:pt x="63" y="650"/>
                </a:lnTo>
                <a:lnTo>
                  <a:pt x="63" y="649"/>
                </a:lnTo>
                <a:lnTo>
                  <a:pt x="63" y="648"/>
                </a:lnTo>
                <a:lnTo>
                  <a:pt x="62" y="648"/>
                </a:lnTo>
                <a:lnTo>
                  <a:pt x="62" y="647"/>
                </a:lnTo>
                <a:lnTo>
                  <a:pt x="63" y="647"/>
                </a:lnTo>
                <a:lnTo>
                  <a:pt x="62" y="647"/>
                </a:lnTo>
                <a:lnTo>
                  <a:pt x="63" y="647"/>
                </a:lnTo>
                <a:lnTo>
                  <a:pt x="63" y="646"/>
                </a:lnTo>
                <a:lnTo>
                  <a:pt x="62" y="646"/>
                </a:lnTo>
                <a:lnTo>
                  <a:pt x="63" y="646"/>
                </a:lnTo>
                <a:lnTo>
                  <a:pt x="62" y="646"/>
                </a:lnTo>
                <a:lnTo>
                  <a:pt x="62" y="645"/>
                </a:lnTo>
                <a:lnTo>
                  <a:pt x="62" y="644"/>
                </a:lnTo>
                <a:lnTo>
                  <a:pt x="61" y="644"/>
                </a:lnTo>
                <a:lnTo>
                  <a:pt x="60" y="644"/>
                </a:lnTo>
                <a:lnTo>
                  <a:pt x="60" y="643"/>
                </a:lnTo>
                <a:lnTo>
                  <a:pt x="60" y="642"/>
                </a:lnTo>
                <a:lnTo>
                  <a:pt x="61" y="642"/>
                </a:lnTo>
                <a:lnTo>
                  <a:pt x="61" y="641"/>
                </a:lnTo>
                <a:lnTo>
                  <a:pt x="61" y="640"/>
                </a:lnTo>
                <a:lnTo>
                  <a:pt x="62" y="640"/>
                </a:lnTo>
                <a:lnTo>
                  <a:pt x="62" y="639"/>
                </a:lnTo>
                <a:lnTo>
                  <a:pt x="63" y="638"/>
                </a:lnTo>
                <a:lnTo>
                  <a:pt x="62" y="638"/>
                </a:lnTo>
                <a:lnTo>
                  <a:pt x="62" y="637"/>
                </a:lnTo>
                <a:lnTo>
                  <a:pt x="63" y="637"/>
                </a:lnTo>
                <a:lnTo>
                  <a:pt x="62" y="637"/>
                </a:lnTo>
                <a:lnTo>
                  <a:pt x="62" y="636"/>
                </a:lnTo>
                <a:lnTo>
                  <a:pt x="62" y="635"/>
                </a:lnTo>
                <a:lnTo>
                  <a:pt x="61" y="635"/>
                </a:lnTo>
                <a:lnTo>
                  <a:pt x="60" y="635"/>
                </a:lnTo>
                <a:lnTo>
                  <a:pt x="60" y="634"/>
                </a:lnTo>
                <a:lnTo>
                  <a:pt x="59" y="634"/>
                </a:lnTo>
                <a:lnTo>
                  <a:pt x="59" y="633"/>
                </a:lnTo>
                <a:lnTo>
                  <a:pt x="58" y="633"/>
                </a:lnTo>
                <a:lnTo>
                  <a:pt x="58" y="632"/>
                </a:lnTo>
                <a:lnTo>
                  <a:pt x="58" y="631"/>
                </a:lnTo>
                <a:lnTo>
                  <a:pt x="58" y="630"/>
                </a:lnTo>
                <a:lnTo>
                  <a:pt x="57" y="630"/>
                </a:lnTo>
                <a:lnTo>
                  <a:pt x="56" y="630"/>
                </a:lnTo>
                <a:lnTo>
                  <a:pt x="56" y="629"/>
                </a:lnTo>
                <a:lnTo>
                  <a:pt x="55" y="629"/>
                </a:lnTo>
                <a:lnTo>
                  <a:pt x="55" y="628"/>
                </a:lnTo>
                <a:lnTo>
                  <a:pt x="55" y="627"/>
                </a:lnTo>
                <a:lnTo>
                  <a:pt x="55" y="626"/>
                </a:lnTo>
                <a:lnTo>
                  <a:pt x="54" y="626"/>
                </a:lnTo>
                <a:lnTo>
                  <a:pt x="53" y="626"/>
                </a:lnTo>
                <a:lnTo>
                  <a:pt x="53" y="625"/>
                </a:lnTo>
                <a:lnTo>
                  <a:pt x="52" y="625"/>
                </a:lnTo>
                <a:lnTo>
                  <a:pt x="52" y="624"/>
                </a:lnTo>
                <a:lnTo>
                  <a:pt x="51" y="624"/>
                </a:lnTo>
                <a:lnTo>
                  <a:pt x="52" y="624"/>
                </a:lnTo>
                <a:lnTo>
                  <a:pt x="52" y="623"/>
                </a:lnTo>
                <a:lnTo>
                  <a:pt x="51" y="623"/>
                </a:lnTo>
                <a:lnTo>
                  <a:pt x="51" y="622"/>
                </a:lnTo>
                <a:lnTo>
                  <a:pt x="51" y="621"/>
                </a:lnTo>
                <a:lnTo>
                  <a:pt x="50" y="620"/>
                </a:lnTo>
                <a:lnTo>
                  <a:pt x="49" y="620"/>
                </a:lnTo>
                <a:lnTo>
                  <a:pt x="49" y="619"/>
                </a:lnTo>
                <a:lnTo>
                  <a:pt x="48" y="619"/>
                </a:lnTo>
                <a:lnTo>
                  <a:pt x="48" y="620"/>
                </a:lnTo>
                <a:lnTo>
                  <a:pt x="48" y="621"/>
                </a:lnTo>
                <a:lnTo>
                  <a:pt x="47" y="621"/>
                </a:lnTo>
                <a:lnTo>
                  <a:pt x="46" y="621"/>
                </a:lnTo>
                <a:lnTo>
                  <a:pt x="45" y="621"/>
                </a:lnTo>
                <a:lnTo>
                  <a:pt x="44" y="621"/>
                </a:lnTo>
                <a:lnTo>
                  <a:pt x="44" y="620"/>
                </a:lnTo>
                <a:lnTo>
                  <a:pt x="43" y="620"/>
                </a:lnTo>
                <a:lnTo>
                  <a:pt x="42" y="620"/>
                </a:lnTo>
                <a:lnTo>
                  <a:pt x="41" y="620"/>
                </a:lnTo>
                <a:lnTo>
                  <a:pt x="41" y="619"/>
                </a:lnTo>
                <a:lnTo>
                  <a:pt x="40" y="619"/>
                </a:lnTo>
                <a:lnTo>
                  <a:pt x="40" y="618"/>
                </a:lnTo>
                <a:lnTo>
                  <a:pt x="39" y="618"/>
                </a:lnTo>
                <a:lnTo>
                  <a:pt x="39" y="617"/>
                </a:lnTo>
                <a:lnTo>
                  <a:pt x="40" y="617"/>
                </a:lnTo>
                <a:lnTo>
                  <a:pt x="39" y="617"/>
                </a:lnTo>
                <a:lnTo>
                  <a:pt x="39" y="616"/>
                </a:lnTo>
                <a:lnTo>
                  <a:pt x="39" y="615"/>
                </a:lnTo>
                <a:lnTo>
                  <a:pt x="39" y="614"/>
                </a:lnTo>
                <a:lnTo>
                  <a:pt x="38" y="614"/>
                </a:lnTo>
                <a:lnTo>
                  <a:pt x="38" y="613"/>
                </a:lnTo>
                <a:lnTo>
                  <a:pt x="37" y="613"/>
                </a:lnTo>
                <a:lnTo>
                  <a:pt x="37" y="612"/>
                </a:lnTo>
                <a:lnTo>
                  <a:pt x="38" y="612"/>
                </a:lnTo>
                <a:lnTo>
                  <a:pt x="38" y="611"/>
                </a:lnTo>
                <a:lnTo>
                  <a:pt x="38" y="610"/>
                </a:lnTo>
                <a:lnTo>
                  <a:pt x="37" y="610"/>
                </a:lnTo>
                <a:lnTo>
                  <a:pt x="38" y="610"/>
                </a:lnTo>
                <a:lnTo>
                  <a:pt x="38" y="609"/>
                </a:lnTo>
                <a:lnTo>
                  <a:pt x="38" y="608"/>
                </a:lnTo>
                <a:lnTo>
                  <a:pt x="39" y="608"/>
                </a:lnTo>
                <a:lnTo>
                  <a:pt x="39" y="607"/>
                </a:lnTo>
                <a:lnTo>
                  <a:pt x="40" y="607"/>
                </a:lnTo>
                <a:lnTo>
                  <a:pt x="40" y="606"/>
                </a:lnTo>
                <a:lnTo>
                  <a:pt x="40" y="605"/>
                </a:lnTo>
                <a:lnTo>
                  <a:pt x="41" y="605"/>
                </a:lnTo>
                <a:lnTo>
                  <a:pt x="41" y="604"/>
                </a:lnTo>
                <a:lnTo>
                  <a:pt x="42" y="604"/>
                </a:lnTo>
                <a:lnTo>
                  <a:pt x="42" y="603"/>
                </a:lnTo>
                <a:lnTo>
                  <a:pt x="41" y="603"/>
                </a:lnTo>
                <a:lnTo>
                  <a:pt x="40" y="603"/>
                </a:lnTo>
                <a:lnTo>
                  <a:pt x="40" y="602"/>
                </a:lnTo>
                <a:lnTo>
                  <a:pt x="40" y="601"/>
                </a:lnTo>
                <a:lnTo>
                  <a:pt x="39" y="601"/>
                </a:lnTo>
                <a:lnTo>
                  <a:pt x="39" y="600"/>
                </a:lnTo>
                <a:lnTo>
                  <a:pt x="38" y="600"/>
                </a:lnTo>
                <a:lnTo>
                  <a:pt x="38" y="599"/>
                </a:lnTo>
                <a:lnTo>
                  <a:pt x="37" y="599"/>
                </a:lnTo>
                <a:lnTo>
                  <a:pt x="37" y="598"/>
                </a:lnTo>
                <a:lnTo>
                  <a:pt x="37" y="599"/>
                </a:lnTo>
                <a:lnTo>
                  <a:pt x="36" y="599"/>
                </a:lnTo>
                <a:lnTo>
                  <a:pt x="35" y="599"/>
                </a:lnTo>
                <a:lnTo>
                  <a:pt x="35" y="598"/>
                </a:lnTo>
                <a:lnTo>
                  <a:pt x="35" y="597"/>
                </a:lnTo>
                <a:lnTo>
                  <a:pt x="34" y="597"/>
                </a:lnTo>
                <a:lnTo>
                  <a:pt x="34" y="596"/>
                </a:lnTo>
                <a:lnTo>
                  <a:pt x="34" y="595"/>
                </a:lnTo>
                <a:lnTo>
                  <a:pt x="35" y="595"/>
                </a:lnTo>
                <a:lnTo>
                  <a:pt x="35" y="594"/>
                </a:lnTo>
                <a:lnTo>
                  <a:pt x="35" y="593"/>
                </a:lnTo>
                <a:lnTo>
                  <a:pt x="35" y="592"/>
                </a:lnTo>
                <a:lnTo>
                  <a:pt x="36" y="592"/>
                </a:lnTo>
                <a:lnTo>
                  <a:pt x="38" y="592"/>
                </a:lnTo>
                <a:lnTo>
                  <a:pt x="38" y="591"/>
                </a:lnTo>
                <a:lnTo>
                  <a:pt x="39" y="591"/>
                </a:lnTo>
                <a:lnTo>
                  <a:pt x="40" y="591"/>
                </a:lnTo>
                <a:lnTo>
                  <a:pt x="40" y="590"/>
                </a:lnTo>
                <a:lnTo>
                  <a:pt x="41" y="590"/>
                </a:lnTo>
                <a:lnTo>
                  <a:pt x="41" y="589"/>
                </a:lnTo>
                <a:lnTo>
                  <a:pt x="42" y="589"/>
                </a:lnTo>
                <a:lnTo>
                  <a:pt x="43" y="589"/>
                </a:lnTo>
                <a:lnTo>
                  <a:pt x="43" y="588"/>
                </a:lnTo>
                <a:lnTo>
                  <a:pt x="43" y="587"/>
                </a:lnTo>
                <a:lnTo>
                  <a:pt x="44" y="587"/>
                </a:lnTo>
                <a:lnTo>
                  <a:pt x="45" y="587"/>
                </a:lnTo>
                <a:lnTo>
                  <a:pt x="45" y="586"/>
                </a:lnTo>
                <a:lnTo>
                  <a:pt x="46" y="585"/>
                </a:lnTo>
                <a:lnTo>
                  <a:pt x="47" y="585"/>
                </a:lnTo>
                <a:lnTo>
                  <a:pt x="47" y="584"/>
                </a:lnTo>
                <a:lnTo>
                  <a:pt x="47" y="583"/>
                </a:lnTo>
                <a:lnTo>
                  <a:pt x="47" y="582"/>
                </a:lnTo>
                <a:lnTo>
                  <a:pt x="46" y="582"/>
                </a:lnTo>
                <a:lnTo>
                  <a:pt x="45" y="582"/>
                </a:lnTo>
                <a:lnTo>
                  <a:pt x="45" y="581"/>
                </a:lnTo>
                <a:lnTo>
                  <a:pt x="44" y="580"/>
                </a:lnTo>
                <a:lnTo>
                  <a:pt x="43" y="580"/>
                </a:lnTo>
                <a:lnTo>
                  <a:pt x="43" y="579"/>
                </a:lnTo>
                <a:lnTo>
                  <a:pt x="42" y="579"/>
                </a:lnTo>
                <a:lnTo>
                  <a:pt x="42" y="578"/>
                </a:lnTo>
                <a:lnTo>
                  <a:pt x="42" y="577"/>
                </a:lnTo>
                <a:lnTo>
                  <a:pt x="42" y="576"/>
                </a:lnTo>
                <a:lnTo>
                  <a:pt x="42" y="575"/>
                </a:lnTo>
                <a:lnTo>
                  <a:pt x="41" y="575"/>
                </a:lnTo>
                <a:lnTo>
                  <a:pt x="40" y="575"/>
                </a:lnTo>
                <a:lnTo>
                  <a:pt x="40" y="576"/>
                </a:lnTo>
                <a:lnTo>
                  <a:pt x="39" y="576"/>
                </a:lnTo>
                <a:lnTo>
                  <a:pt x="38" y="576"/>
                </a:lnTo>
                <a:lnTo>
                  <a:pt x="38" y="575"/>
                </a:lnTo>
                <a:lnTo>
                  <a:pt x="37" y="575"/>
                </a:lnTo>
                <a:lnTo>
                  <a:pt x="37" y="574"/>
                </a:lnTo>
                <a:lnTo>
                  <a:pt x="38" y="574"/>
                </a:lnTo>
                <a:lnTo>
                  <a:pt x="37" y="574"/>
                </a:lnTo>
                <a:lnTo>
                  <a:pt x="38" y="573"/>
                </a:lnTo>
                <a:lnTo>
                  <a:pt x="37" y="573"/>
                </a:lnTo>
                <a:lnTo>
                  <a:pt x="37" y="572"/>
                </a:lnTo>
                <a:lnTo>
                  <a:pt x="37" y="571"/>
                </a:lnTo>
                <a:lnTo>
                  <a:pt x="36" y="571"/>
                </a:lnTo>
                <a:lnTo>
                  <a:pt x="36" y="570"/>
                </a:lnTo>
                <a:lnTo>
                  <a:pt x="35" y="570"/>
                </a:lnTo>
                <a:lnTo>
                  <a:pt x="35" y="569"/>
                </a:lnTo>
                <a:lnTo>
                  <a:pt x="35" y="568"/>
                </a:lnTo>
                <a:lnTo>
                  <a:pt x="35" y="567"/>
                </a:lnTo>
                <a:lnTo>
                  <a:pt x="34" y="567"/>
                </a:lnTo>
                <a:lnTo>
                  <a:pt x="34" y="566"/>
                </a:lnTo>
                <a:lnTo>
                  <a:pt x="35" y="566"/>
                </a:lnTo>
                <a:lnTo>
                  <a:pt x="34" y="566"/>
                </a:lnTo>
                <a:lnTo>
                  <a:pt x="34" y="565"/>
                </a:lnTo>
                <a:lnTo>
                  <a:pt x="33" y="565"/>
                </a:lnTo>
                <a:lnTo>
                  <a:pt x="33" y="564"/>
                </a:lnTo>
                <a:lnTo>
                  <a:pt x="32" y="564"/>
                </a:lnTo>
                <a:lnTo>
                  <a:pt x="32" y="563"/>
                </a:lnTo>
                <a:lnTo>
                  <a:pt x="31" y="563"/>
                </a:lnTo>
                <a:lnTo>
                  <a:pt x="31" y="562"/>
                </a:lnTo>
                <a:lnTo>
                  <a:pt x="31" y="563"/>
                </a:lnTo>
                <a:lnTo>
                  <a:pt x="31" y="562"/>
                </a:lnTo>
                <a:lnTo>
                  <a:pt x="30" y="562"/>
                </a:lnTo>
                <a:lnTo>
                  <a:pt x="29" y="562"/>
                </a:lnTo>
                <a:lnTo>
                  <a:pt x="29" y="561"/>
                </a:lnTo>
                <a:lnTo>
                  <a:pt x="28" y="561"/>
                </a:lnTo>
                <a:lnTo>
                  <a:pt x="28" y="560"/>
                </a:lnTo>
                <a:lnTo>
                  <a:pt x="27" y="560"/>
                </a:lnTo>
                <a:lnTo>
                  <a:pt x="27" y="559"/>
                </a:lnTo>
                <a:lnTo>
                  <a:pt x="27" y="558"/>
                </a:lnTo>
                <a:lnTo>
                  <a:pt x="27" y="557"/>
                </a:lnTo>
                <a:lnTo>
                  <a:pt x="27" y="556"/>
                </a:lnTo>
                <a:lnTo>
                  <a:pt x="27" y="555"/>
                </a:lnTo>
                <a:lnTo>
                  <a:pt x="28" y="555"/>
                </a:lnTo>
                <a:lnTo>
                  <a:pt x="28" y="554"/>
                </a:lnTo>
                <a:lnTo>
                  <a:pt x="29" y="554"/>
                </a:lnTo>
                <a:lnTo>
                  <a:pt x="29" y="553"/>
                </a:lnTo>
                <a:lnTo>
                  <a:pt x="29" y="554"/>
                </a:lnTo>
                <a:lnTo>
                  <a:pt x="29" y="553"/>
                </a:lnTo>
                <a:lnTo>
                  <a:pt x="30" y="553"/>
                </a:lnTo>
                <a:lnTo>
                  <a:pt x="30" y="552"/>
                </a:lnTo>
                <a:lnTo>
                  <a:pt x="31" y="552"/>
                </a:lnTo>
                <a:lnTo>
                  <a:pt x="32" y="552"/>
                </a:lnTo>
                <a:lnTo>
                  <a:pt x="32" y="551"/>
                </a:lnTo>
                <a:lnTo>
                  <a:pt x="33" y="551"/>
                </a:lnTo>
                <a:lnTo>
                  <a:pt x="33" y="552"/>
                </a:lnTo>
                <a:lnTo>
                  <a:pt x="33" y="551"/>
                </a:lnTo>
                <a:lnTo>
                  <a:pt x="34" y="551"/>
                </a:lnTo>
                <a:lnTo>
                  <a:pt x="35" y="551"/>
                </a:lnTo>
                <a:lnTo>
                  <a:pt x="36" y="551"/>
                </a:lnTo>
                <a:lnTo>
                  <a:pt x="36" y="550"/>
                </a:lnTo>
                <a:lnTo>
                  <a:pt x="37" y="550"/>
                </a:lnTo>
                <a:lnTo>
                  <a:pt x="37" y="549"/>
                </a:lnTo>
                <a:lnTo>
                  <a:pt x="36" y="549"/>
                </a:lnTo>
                <a:lnTo>
                  <a:pt x="37" y="548"/>
                </a:lnTo>
                <a:lnTo>
                  <a:pt x="37" y="547"/>
                </a:lnTo>
                <a:lnTo>
                  <a:pt x="38" y="547"/>
                </a:lnTo>
                <a:lnTo>
                  <a:pt x="38" y="546"/>
                </a:lnTo>
                <a:lnTo>
                  <a:pt x="39" y="546"/>
                </a:lnTo>
                <a:lnTo>
                  <a:pt x="39" y="545"/>
                </a:lnTo>
                <a:lnTo>
                  <a:pt x="39" y="544"/>
                </a:lnTo>
                <a:lnTo>
                  <a:pt x="39" y="543"/>
                </a:lnTo>
                <a:lnTo>
                  <a:pt x="38" y="543"/>
                </a:lnTo>
                <a:lnTo>
                  <a:pt x="37" y="543"/>
                </a:lnTo>
                <a:lnTo>
                  <a:pt x="36" y="542"/>
                </a:lnTo>
                <a:lnTo>
                  <a:pt x="36" y="541"/>
                </a:lnTo>
                <a:lnTo>
                  <a:pt x="35" y="541"/>
                </a:lnTo>
                <a:lnTo>
                  <a:pt x="36" y="541"/>
                </a:lnTo>
                <a:lnTo>
                  <a:pt x="35" y="541"/>
                </a:lnTo>
                <a:lnTo>
                  <a:pt x="35" y="540"/>
                </a:lnTo>
                <a:lnTo>
                  <a:pt x="34" y="540"/>
                </a:lnTo>
                <a:lnTo>
                  <a:pt x="34" y="539"/>
                </a:lnTo>
                <a:lnTo>
                  <a:pt x="33" y="539"/>
                </a:lnTo>
                <a:lnTo>
                  <a:pt x="33" y="538"/>
                </a:lnTo>
                <a:lnTo>
                  <a:pt x="32" y="538"/>
                </a:lnTo>
                <a:lnTo>
                  <a:pt x="31" y="538"/>
                </a:lnTo>
                <a:lnTo>
                  <a:pt x="31" y="537"/>
                </a:lnTo>
                <a:lnTo>
                  <a:pt x="30" y="538"/>
                </a:lnTo>
                <a:lnTo>
                  <a:pt x="30" y="537"/>
                </a:lnTo>
                <a:lnTo>
                  <a:pt x="29" y="537"/>
                </a:lnTo>
                <a:lnTo>
                  <a:pt x="28" y="537"/>
                </a:lnTo>
                <a:lnTo>
                  <a:pt x="27" y="537"/>
                </a:lnTo>
                <a:lnTo>
                  <a:pt x="27" y="536"/>
                </a:lnTo>
                <a:lnTo>
                  <a:pt x="26" y="536"/>
                </a:lnTo>
                <a:lnTo>
                  <a:pt x="26" y="535"/>
                </a:lnTo>
                <a:lnTo>
                  <a:pt x="25" y="535"/>
                </a:lnTo>
                <a:lnTo>
                  <a:pt x="24" y="535"/>
                </a:lnTo>
                <a:lnTo>
                  <a:pt x="23" y="535"/>
                </a:lnTo>
                <a:lnTo>
                  <a:pt x="23" y="534"/>
                </a:lnTo>
                <a:lnTo>
                  <a:pt x="22" y="534"/>
                </a:lnTo>
                <a:lnTo>
                  <a:pt x="21" y="534"/>
                </a:lnTo>
                <a:lnTo>
                  <a:pt x="21" y="533"/>
                </a:lnTo>
                <a:lnTo>
                  <a:pt x="21" y="532"/>
                </a:lnTo>
                <a:lnTo>
                  <a:pt x="21" y="531"/>
                </a:lnTo>
                <a:lnTo>
                  <a:pt x="22" y="531"/>
                </a:lnTo>
                <a:lnTo>
                  <a:pt x="22" y="530"/>
                </a:lnTo>
                <a:lnTo>
                  <a:pt x="22" y="529"/>
                </a:lnTo>
                <a:lnTo>
                  <a:pt x="21" y="529"/>
                </a:lnTo>
                <a:lnTo>
                  <a:pt x="20" y="529"/>
                </a:lnTo>
                <a:lnTo>
                  <a:pt x="19" y="529"/>
                </a:lnTo>
                <a:lnTo>
                  <a:pt x="19" y="530"/>
                </a:lnTo>
                <a:lnTo>
                  <a:pt x="18" y="530"/>
                </a:lnTo>
                <a:lnTo>
                  <a:pt x="16" y="530"/>
                </a:lnTo>
                <a:lnTo>
                  <a:pt x="16" y="529"/>
                </a:lnTo>
                <a:lnTo>
                  <a:pt x="16" y="530"/>
                </a:lnTo>
                <a:lnTo>
                  <a:pt x="15" y="530"/>
                </a:lnTo>
                <a:lnTo>
                  <a:pt x="15" y="529"/>
                </a:lnTo>
                <a:lnTo>
                  <a:pt x="15" y="528"/>
                </a:lnTo>
                <a:lnTo>
                  <a:pt x="15" y="527"/>
                </a:lnTo>
                <a:lnTo>
                  <a:pt x="15" y="526"/>
                </a:lnTo>
                <a:lnTo>
                  <a:pt x="15" y="525"/>
                </a:lnTo>
                <a:lnTo>
                  <a:pt x="16" y="525"/>
                </a:lnTo>
                <a:lnTo>
                  <a:pt x="16" y="524"/>
                </a:lnTo>
                <a:lnTo>
                  <a:pt x="15" y="524"/>
                </a:lnTo>
                <a:lnTo>
                  <a:pt x="14" y="524"/>
                </a:lnTo>
                <a:lnTo>
                  <a:pt x="14" y="523"/>
                </a:lnTo>
                <a:lnTo>
                  <a:pt x="13" y="523"/>
                </a:lnTo>
                <a:lnTo>
                  <a:pt x="13" y="522"/>
                </a:lnTo>
                <a:lnTo>
                  <a:pt x="13" y="521"/>
                </a:lnTo>
                <a:lnTo>
                  <a:pt x="12" y="521"/>
                </a:lnTo>
                <a:lnTo>
                  <a:pt x="12" y="520"/>
                </a:lnTo>
                <a:lnTo>
                  <a:pt x="12" y="519"/>
                </a:lnTo>
                <a:lnTo>
                  <a:pt x="11" y="519"/>
                </a:lnTo>
                <a:lnTo>
                  <a:pt x="10" y="519"/>
                </a:lnTo>
                <a:lnTo>
                  <a:pt x="10" y="520"/>
                </a:lnTo>
                <a:lnTo>
                  <a:pt x="9" y="520"/>
                </a:lnTo>
                <a:lnTo>
                  <a:pt x="9" y="521"/>
                </a:lnTo>
                <a:lnTo>
                  <a:pt x="8" y="521"/>
                </a:lnTo>
                <a:lnTo>
                  <a:pt x="7" y="521"/>
                </a:lnTo>
                <a:lnTo>
                  <a:pt x="6" y="521"/>
                </a:lnTo>
                <a:lnTo>
                  <a:pt x="6" y="520"/>
                </a:lnTo>
                <a:lnTo>
                  <a:pt x="6" y="519"/>
                </a:lnTo>
                <a:lnTo>
                  <a:pt x="5" y="519"/>
                </a:lnTo>
                <a:lnTo>
                  <a:pt x="5" y="518"/>
                </a:lnTo>
                <a:lnTo>
                  <a:pt x="5" y="517"/>
                </a:lnTo>
                <a:lnTo>
                  <a:pt x="5" y="516"/>
                </a:lnTo>
                <a:lnTo>
                  <a:pt x="4" y="516"/>
                </a:lnTo>
                <a:lnTo>
                  <a:pt x="5" y="515"/>
                </a:lnTo>
                <a:lnTo>
                  <a:pt x="5" y="514"/>
                </a:lnTo>
                <a:lnTo>
                  <a:pt x="5" y="513"/>
                </a:lnTo>
                <a:lnTo>
                  <a:pt x="4" y="513"/>
                </a:lnTo>
                <a:lnTo>
                  <a:pt x="4" y="514"/>
                </a:lnTo>
                <a:lnTo>
                  <a:pt x="4" y="513"/>
                </a:lnTo>
                <a:lnTo>
                  <a:pt x="4" y="514"/>
                </a:lnTo>
                <a:lnTo>
                  <a:pt x="4" y="513"/>
                </a:lnTo>
                <a:lnTo>
                  <a:pt x="4" y="512"/>
                </a:lnTo>
                <a:lnTo>
                  <a:pt x="3" y="512"/>
                </a:lnTo>
                <a:lnTo>
                  <a:pt x="4" y="512"/>
                </a:lnTo>
                <a:lnTo>
                  <a:pt x="4" y="511"/>
                </a:lnTo>
                <a:lnTo>
                  <a:pt x="5" y="511"/>
                </a:lnTo>
                <a:lnTo>
                  <a:pt x="5" y="510"/>
                </a:lnTo>
                <a:lnTo>
                  <a:pt x="6" y="510"/>
                </a:lnTo>
                <a:lnTo>
                  <a:pt x="6" y="509"/>
                </a:lnTo>
                <a:lnTo>
                  <a:pt x="7" y="509"/>
                </a:lnTo>
                <a:lnTo>
                  <a:pt x="8" y="509"/>
                </a:lnTo>
                <a:lnTo>
                  <a:pt x="8" y="508"/>
                </a:lnTo>
                <a:lnTo>
                  <a:pt x="8" y="507"/>
                </a:lnTo>
                <a:lnTo>
                  <a:pt x="9" y="507"/>
                </a:lnTo>
                <a:lnTo>
                  <a:pt x="9" y="506"/>
                </a:lnTo>
                <a:lnTo>
                  <a:pt x="10" y="506"/>
                </a:lnTo>
                <a:lnTo>
                  <a:pt x="10" y="505"/>
                </a:lnTo>
                <a:lnTo>
                  <a:pt x="9" y="505"/>
                </a:lnTo>
                <a:lnTo>
                  <a:pt x="10" y="505"/>
                </a:lnTo>
                <a:lnTo>
                  <a:pt x="10" y="504"/>
                </a:lnTo>
                <a:lnTo>
                  <a:pt x="10" y="503"/>
                </a:lnTo>
                <a:lnTo>
                  <a:pt x="11" y="503"/>
                </a:lnTo>
                <a:lnTo>
                  <a:pt x="11" y="502"/>
                </a:lnTo>
                <a:lnTo>
                  <a:pt x="11" y="501"/>
                </a:lnTo>
                <a:lnTo>
                  <a:pt x="12" y="501"/>
                </a:lnTo>
                <a:lnTo>
                  <a:pt x="12" y="500"/>
                </a:lnTo>
                <a:lnTo>
                  <a:pt x="11" y="500"/>
                </a:lnTo>
                <a:lnTo>
                  <a:pt x="11" y="499"/>
                </a:lnTo>
                <a:lnTo>
                  <a:pt x="11" y="498"/>
                </a:lnTo>
                <a:lnTo>
                  <a:pt x="10" y="498"/>
                </a:lnTo>
                <a:lnTo>
                  <a:pt x="9" y="498"/>
                </a:lnTo>
                <a:lnTo>
                  <a:pt x="9" y="497"/>
                </a:lnTo>
                <a:lnTo>
                  <a:pt x="8" y="497"/>
                </a:lnTo>
                <a:lnTo>
                  <a:pt x="9" y="496"/>
                </a:lnTo>
                <a:lnTo>
                  <a:pt x="9" y="495"/>
                </a:lnTo>
                <a:lnTo>
                  <a:pt x="9" y="494"/>
                </a:lnTo>
                <a:lnTo>
                  <a:pt x="9" y="493"/>
                </a:lnTo>
                <a:lnTo>
                  <a:pt x="8" y="493"/>
                </a:lnTo>
                <a:lnTo>
                  <a:pt x="7" y="493"/>
                </a:lnTo>
                <a:lnTo>
                  <a:pt x="7" y="492"/>
                </a:lnTo>
                <a:lnTo>
                  <a:pt x="6" y="492"/>
                </a:lnTo>
                <a:lnTo>
                  <a:pt x="6" y="491"/>
                </a:lnTo>
                <a:lnTo>
                  <a:pt x="6" y="490"/>
                </a:lnTo>
                <a:lnTo>
                  <a:pt x="7" y="490"/>
                </a:lnTo>
                <a:lnTo>
                  <a:pt x="8" y="490"/>
                </a:lnTo>
                <a:lnTo>
                  <a:pt x="8" y="489"/>
                </a:lnTo>
                <a:lnTo>
                  <a:pt x="8" y="488"/>
                </a:lnTo>
                <a:lnTo>
                  <a:pt x="8" y="487"/>
                </a:lnTo>
                <a:lnTo>
                  <a:pt x="8" y="486"/>
                </a:lnTo>
                <a:lnTo>
                  <a:pt x="8" y="485"/>
                </a:lnTo>
                <a:lnTo>
                  <a:pt x="8" y="484"/>
                </a:lnTo>
                <a:lnTo>
                  <a:pt x="7" y="484"/>
                </a:lnTo>
                <a:lnTo>
                  <a:pt x="7" y="483"/>
                </a:lnTo>
                <a:lnTo>
                  <a:pt x="7" y="482"/>
                </a:lnTo>
                <a:lnTo>
                  <a:pt x="6" y="482"/>
                </a:lnTo>
                <a:lnTo>
                  <a:pt x="6" y="481"/>
                </a:lnTo>
                <a:lnTo>
                  <a:pt x="6" y="480"/>
                </a:lnTo>
                <a:lnTo>
                  <a:pt x="5" y="480"/>
                </a:lnTo>
                <a:lnTo>
                  <a:pt x="4" y="480"/>
                </a:lnTo>
                <a:lnTo>
                  <a:pt x="4" y="479"/>
                </a:lnTo>
                <a:lnTo>
                  <a:pt x="4" y="478"/>
                </a:lnTo>
                <a:lnTo>
                  <a:pt x="3" y="478"/>
                </a:lnTo>
                <a:lnTo>
                  <a:pt x="3" y="477"/>
                </a:lnTo>
                <a:lnTo>
                  <a:pt x="3" y="476"/>
                </a:lnTo>
                <a:lnTo>
                  <a:pt x="2" y="475"/>
                </a:lnTo>
                <a:lnTo>
                  <a:pt x="1" y="475"/>
                </a:lnTo>
                <a:lnTo>
                  <a:pt x="1" y="474"/>
                </a:lnTo>
                <a:lnTo>
                  <a:pt x="0" y="474"/>
                </a:lnTo>
                <a:lnTo>
                  <a:pt x="0" y="473"/>
                </a:lnTo>
                <a:lnTo>
                  <a:pt x="0" y="472"/>
                </a:lnTo>
                <a:lnTo>
                  <a:pt x="1" y="472"/>
                </a:lnTo>
                <a:lnTo>
                  <a:pt x="1" y="471"/>
                </a:lnTo>
                <a:lnTo>
                  <a:pt x="1" y="470"/>
                </a:lnTo>
                <a:lnTo>
                  <a:pt x="2" y="470"/>
                </a:lnTo>
                <a:lnTo>
                  <a:pt x="2" y="469"/>
                </a:lnTo>
                <a:lnTo>
                  <a:pt x="3" y="469"/>
                </a:lnTo>
                <a:lnTo>
                  <a:pt x="4" y="469"/>
                </a:lnTo>
                <a:lnTo>
                  <a:pt x="5" y="469"/>
                </a:lnTo>
                <a:lnTo>
                  <a:pt x="5" y="468"/>
                </a:lnTo>
                <a:lnTo>
                  <a:pt x="6" y="468"/>
                </a:lnTo>
                <a:lnTo>
                  <a:pt x="7" y="468"/>
                </a:lnTo>
                <a:lnTo>
                  <a:pt x="8" y="468"/>
                </a:lnTo>
                <a:lnTo>
                  <a:pt x="9" y="468"/>
                </a:lnTo>
                <a:lnTo>
                  <a:pt x="10" y="468"/>
                </a:lnTo>
                <a:lnTo>
                  <a:pt x="10" y="467"/>
                </a:lnTo>
                <a:lnTo>
                  <a:pt x="11" y="467"/>
                </a:lnTo>
                <a:lnTo>
                  <a:pt x="11" y="466"/>
                </a:lnTo>
                <a:lnTo>
                  <a:pt x="12" y="466"/>
                </a:lnTo>
                <a:lnTo>
                  <a:pt x="12" y="465"/>
                </a:lnTo>
                <a:lnTo>
                  <a:pt x="12" y="464"/>
                </a:lnTo>
                <a:lnTo>
                  <a:pt x="13" y="464"/>
                </a:lnTo>
                <a:lnTo>
                  <a:pt x="13" y="463"/>
                </a:lnTo>
                <a:lnTo>
                  <a:pt x="14" y="463"/>
                </a:lnTo>
                <a:lnTo>
                  <a:pt x="13" y="463"/>
                </a:lnTo>
                <a:lnTo>
                  <a:pt x="14" y="464"/>
                </a:lnTo>
                <a:lnTo>
                  <a:pt x="15" y="464"/>
                </a:lnTo>
                <a:lnTo>
                  <a:pt x="16" y="464"/>
                </a:lnTo>
                <a:lnTo>
                  <a:pt x="16" y="463"/>
                </a:lnTo>
                <a:lnTo>
                  <a:pt x="17" y="463"/>
                </a:lnTo>
                <a:lnTo>
                  <a:pt x="17" y="462"/>
                </a:lnTo>
                <a:lnTo>
                  <a:pt x="17" y="463"/>
                </a:lnTo>
                <a:lnTo>
                  <a:pt x="18" y="463"/>
                </a:lnTo>
                <a:lnTo>
                  <a:pt x="18" y="462"/>
                </a:lnTo>
                <a:lnTo>
                  <a:pt x="19" y="462"/>
                </a:lnTo>
                <a:lnTo>
                  <a:pt x="19" y="463"/>
                </a:lnTo>
                <a:lnTo>
                  <a:pt x="19" y="462"/>
                </a:lnTo>
                <a:lnTo>
                  <a:pt x="19" y="461"/>
                </a:lnTo>
                <a:lnTo>
                  <a:pt x="20" y="460"/>
                </a:lnTo>
                <a:lnTo>
                  <a:pt x="20" y="461"/>
                </a:lnTo>
                <a:lnTo>
                  <a:pt x="21" y="461"/>
                </a:lnTo>
                <a:lnTo>
                  <a:pt x="22" y="461"/>
                </a:lnTo>
                <a:lnTo>
                  <a:pt x="23" y="461"/>
                </a:lnTo>
                <a:lnTo>
                  <a:pt x="24" y="461"/>
                </a:lnTo>
                <a:lnTo>
                  <a:pt x="25" y="461"/>
                </a:lnTo>
                <a:lnTo>
                  <a:pt x="25" y="460"/>
                </a:lnTo>
                <a:lnTo>
                  <a:pt x="26" y="460"/>
                </a:lnTo>
                <a:lnTo>
                  <a:pt x="26" y="459"/>
                </a:lnTo>
                <a:lnTo>
                  <a:pt x="27" y="459"/>
                </a:lnTo>
                <a:lnTo>
                  <a:pt x="27" y="458"/>
                </a:lnTo>
                <a:lnTo>
                  <a:pt x="28" y="458"/>
                </a:lnTo>
                <a:lnTo>
                  <a:pt x="29" y="458"/>
                </a:lnTo>
                <a:lnTo>
                  <a:pt x="29" y="457"/>
                </a:lnTo>
                <a:lnTo>
                  <a:pt x="30" y="457"/>
                </a:lnTo>
                <a:lnTo>
                  <a:pt x="30" y="456"/>
                </a:lnTo>
                <a:lnTo>
                  <a:pt x="30" y="455"/>
                </a:lnTo>
                <a:lnTo>
                  <a:pt x="31" y="455"/>
                </a:lnTo>
                <a:lnTo>
                  <a:pt x="32" y="455"/>
                </a:lnTo>
                <a:lnTo>
                  <a:pt x="33" y="455"/>
                </a:lnTo>
                <a:lnTo>
                  <a:pt x="33" y="454"/>
                </a:lnTo>
                <a:lnTo>
                  <a:pt x="33" y="453"/>
                </a:lnTo>
                <a:lnTo>
                  <a:pt x="34" y="453"/>
                </a:lnTo>
                <a:lnTo>
                  <a:pt x="35" y="453"/>
                </a:lnTo>
                <a:lnTo>
                  <a:pt x="35" y="452"/>
                </a:lnTo>
                <a:lnTo>
                  <a:pt x="36" y="452"/>
                </a:lnTo>
                <a:lnTo>
                  <a:pt x="37" y="453"/>
                </a:lnTo>
                <a:lnTo>
                  <a:pt x="36" y="453"/>
                </a:lnTo>
                <a:lnTo>
                  <a:pt x="36" y="454"/>
                </a:lnTo>
                <a:lnTo>
                  <a:pt x="37" y="454"/>
                </a:lnTo>
                <a:lnTo>
                  <a:pt x="37" y="455"/>
                </a:lnTo>
                <a:lnTo>
                  <a:pt x="37" y="456"/>
                </a:lnTo>
                <a:lnTo>
                  <a:pt x="37" y="457"/>
                </a:lnTo>
                <a:lnTo>
                  <a:pt x="36" y="457"/>
                </a:lnTo>
                <a:lnTo>
                  <a:pt x="36" y="458"/>
                </a:lnTo>
                <a:lnTo>
                  <a:pt x="36" y="459"/>
                </a:lnTo>
                <a:lnTo>
                  <a:pt x="37" y="459"/>
                </a:lnTo>
                <a:lnTo>
                  <a:pt x="37" y="460"/>
                </a:lnTo>
                <a:lnTo>
                  <a:pt x="37" y="461"/>
                </a:lnTo>
                <a:lnTo>
                  <a:pt x="38" y="461"/>
                </a:lnTo>
                <a:lnTo>
                  <a:pt x="39" y="461"/>
                </a:lnTo>
                <a:lnTo>
                  <a:pt x="39" y="462"/>
                </a:lnTo>
                <a:lnTo>
                  <a:pt x="39" y="463"/>
                </a:lnTo>
                <a:lnTo>
                  <a:pt x="40" y="463"/>
                </a:lnTo>
                <a:lnTo>
                  <a:pt x="40" y="464"/>
                </a:lnTo>
                <a:lnTo>
                  <a:pt x="40" y="465"/>
                </a:lnTo>
                <a:lnTo>
                  <a:pt x="40" y="466"/>
                </a:lnTo>
                <a:lnTo>
                  <a:pt x="40" y="467"/>
                </a:lnTo>
                <a:lnTo>
                  <a:pt x="39" y="467"/>
                </a:lnTo>
                <a:lnTo>
                  <a:pt x="39" y="468"/>
                </a:lnTo>
                <a:lnTo>
                  <a:pt x="38" y="468"/>
                </a:lnTo>
                <a:lnTo>
                  <a:pt x="38" y="469"/>
                </a:lnTo>
                <a:lnTo>
                  <a:pt x="38" y="470"/>
                </a:lnTo>
                <a:lnTo>
                  <a:pt x="38" y="471"/>
                </a:lnTo>
                <a:lnTo>
                  <a:pt x="39" y="471"/>
                </a:lnTo>
                <a:lnTo>
                  <a:pt x="39" y="472"/>
                </a:lnTo>
                <a:lnTo>
                  <a:pt x="39" y="473"/>
                </a:lnTo>
                <a:lnTo>
                  <a:pt x="39" y="474"/>
                </a:lnTo>
                <a:lnTo>
                  <a:pt x="39" y="475"/>
                </a:lnTo>
                <a:lnTo>
                  <a:pt x="40" y="475"/>
                </a:lnTo>
                <a:lnTo>
                  <a:pt x="40" y="476"/>
                </a:lnTo>
                <a:lnTo>
                  <a:pt x="40" y="477"/>
                </a:lnTo>
                <a:lnTo>
                  <a:pt x="40" y="478"/>
                </a:lnTo>
                <a:lnTo>
                  <a:pt x="40" y="479"/>
                </a:lnTo>
                <a:lnTo>
                  <a:pt x="40" y="480"/>
                </a:lnTo>
                <a:lnTo>
                  <a:pt x="41" y="480"/>
                </a:lnTo>
                <a:lnTo>
                  <a:pt x="42" y="480"/>
                </a:lnTo>
                <a:lnTo>
                  <a:pt x="42" y="481"/>
                </a:lnTo>
                <a:lnTo>
                  <a:pt x="43" y="482"/>
                </a:lnTo>
                <a:lnTo>
                  <a:pt x="43" y="483"/>
                </a:lnTo>
                <a:lnTo>
                  <a:pt x="43" y="484"/>
                </a:lnTo>
                <a:lnTo>
                  <a:pt x="43" y="485"/>
                </a:lnTo>
                <a:lnTo>
                  <a:pt x="44" y="485"/>
                </a:lnTo>
                <a:lnTo>
                  <a:pt x="45" y="485"/>
                </a:lnTo>
                <a:lnTo>
                  <a:pt x="45" y="486"/>
                </a:lnTo>
                <a:lnTo>
                  <a:pt x="46" y="486"/>
                </a:lnTo>
                <a:lnTo>
                  <a:pt x="46" y="487"/>
                </a:lnTo>
                <a:lnTo>
                  <a:pt x="46" y="488"/>
                </a:lnTo>
                <a:lnTo>
                  <a:pt x="47" y="488"/>
                </a:lnTo>
                <a:lnTo>
                  <a:pt x="48" y="488"/>
                </a:lnTo>
                <a:lnTo>
                  <a:pt x="48" y="487"/>
                </a:lnTo>
                <a:lnTo>
                  <a:pt x="49" y="488"/>
                </a:lnTo>
                <a:lnTo>
                  <a:pt x="50" y="488"/>
                </a:lnTo>
                <a:lnTo>
                  <a:pt x="50" y="489"/>
                </a:lnTo>
                <a:lnTo>
                  <a:pt x="51" y="489"/>
                </a:lnTo>
                <a:lnTo>
                  <a:pt x="52" y="489"/>
                </a:lnTo>
                <a:lnTo>
                  <a:pt x="52" y="490"/>
                </a:lnTo>
                <a:lnTo>
                  <a:pt x="53" y="490"/>
                </a:lnTo>
                <a:lnTo>
                  <a:pt x="54" y="490"/>
                </a:lnTo>
                <a:lnTo>
                  <a:pt x="53" y="490"/>
                </a:lnTo>
                <a:lnTo>
                  <a:pt x="53" y="491"/>
                </a:lnTo>
                <a:lnTo>
                  <a:pt x="53" y="492"/>
                </a:lnTo>
                <a:lnTo>
                  <a:pt x="54" y="492"/>
                </a:lnTo>
                <a:lnTo>
                  <a:pt x="54" y="493"/>
                </a:lnTo>
                <a:lnTo>
                  <a:pt x="55" y="493"/>
                </a:lnTo>
                <a:lnTo>
                  <a:pt x="56" y="493"/>
                </a:lnTo>
                <a:lnTo>
                  <a:pt x="56" y="494"/>
                </a:lnTo>
                <a:lnTo>
                  <a:pt x="57" y="494"/>
                </a:lnTo>
                <a:lnTo>
                  <a:pt x="57" y="495"/>
                </a:lnTo>
                <a:lnTo>
                  <a:pt x="58" y="495"/>
                </a:lnTo>
                <a:lnTo>
                  <a:pt x="59" y="496"/>
                </a:lnTo>
                <a:lnTo>
                  <a:pt x="60" y="496"/>
                </a:lnTo>
                <a:lnTo>
                  <a:pt x="60" y="497"/>
                </a:lnTo>
                <a:lnTo>
                  <a:pt x="61" y="496"/>
                </a:lnTo>
                <a:lnTo>
                  <a:pt x="61" y="495"/>
                </a:lnTo>
                <a:lnTo>
                  <a:pt x="61" y="494"/>
                </a:lnTo>
                <a:lnTo>
                  <a:pt x="62" y="494"/>
                </a:lnTo>
                <a:lnTo>
                  <a:pt x="62" y="493"/>
                </a:lnTo>
                <a:lnTo>
                  <a:pt x="62" y="492"/>
                </a:lnTo>
                <a:lnTo>
                  <a:pt x="63" y="492"/>
                </a:lnTo>
                <a:lnTo>
                  <a:pt x="64" y="492"/>
                </a:lnTo>
                <a:lnTo>
                  <a:pt x="65" y="492"/>
                </a:lnTo>
                <a:lnTo>
                  <a:pt x="65" y="491"/>
                </a:lnTo>
                <a:lnTo>
                  <a:pt x="66" y="491"/>
                </a:lnTo>
                <a:lnTo>
                  <a:pt x="67" y="491"/>
                </a:lnTo>
                <a:lnTo>
                  <a:pt x="68" y="491"/>
                </a:lnTo>
                <a:lnTo>
                  <a:pt x="69" y="491"/>
                </a:lnTo>
                <a:lnTo>
                  <a:pt x="70" y="491"/>
                </a:lnTo>
                <a:lnTo>
                  <a:pt x="71" y="491"/>
                </a:lnTo>
                <a:lnTo>
                  <a:pt x="72" y="492"/>
                </a:lnTo>
                <a:lnTo>
                  <a:pt x="73" y="492"/>
                </a:lnTo>
                <a:lnTo>
                  <a:pt x="73" y="493"/>
                </a:lnTo>
                <a:lnTo>
                  <a:pt x="74" y="493"/>
                </a:lnTo>
                <a:lnTo>
                  <a:pt x="74" y="492"/>
                </a:lnTo>
                <a:lnTo>
                  <a:pt x="74" y="491"/>
                </a:lnTo>
                <a:lnTo>
                  <a:pt x="74" y="490"/>
                </a:lnTo>
                <a:lnTo>
                  <a:pt x="74" y="489"/>
                </a:lnTo>
                <a:lnTo>
                  <a:pt x="74" y="488"/>
                </a:lnTo>
                <a:lnTo>
                  <a:pt x="75" y="488"/>
                </a:lnTo>
                <a:lnTo>
                  <a:pt x="75" y="487"/>
                </a:lnTo>
                <a:lnTo>
                  <a:pt x="77" y="487"/>
                </a:lnTo>
                <a:lnTo>
                  <a:pt x="77" y="486"/>
                </a:lnTo>
                <a:lnTo>
                  <a:pt x="76" y="486"/>
                </a:lnTo>
                <a:lnTo>
                  <a:pt x="76" y="485"/>
                </a:lnTo>
                <a:lnTo>
                  <a:pt x="76" y="484"/>
                </a:lnTo>
                <a:lnTo>
                  <a:pt x="76" y="483"/>
                </a:lnTo>
                <a:lnTo>
                  <a:pt x="76" y="482"/>
                </a:lnTo>
                <a:lnTo>
                  <a:pt x="77" y="482"/>
                </a:lnTo>
                <a:lnTo>
                  <a:pt x="77" y="481"/>
                </a:lnTo>
                <a:lnTo>
                  <a:pt x="77" y="480"/>
                </a:lnTo>
                <a:lnTo>
                  <a:pt x="78" y="480"/>
                </a:lnTo>
                <a:lnTo>
                  <a:pt x="79" y="480"/>
                </a:lnTo>
                <a:lnTo>
                  <a:pt x="79" y="478"/>
                </a:lnTo>
                <a:lnTo>
                  <a:pt x="80" y="478"/>
                </a:lnTo>
                <a:lnTo>
                  <a:pt x="81" y="478"/>
                </a:lnTo>
                <a:lnTo>
                  <a:pt x="82" y="478"/>
                </a:lnTo>
                <a:lnTo>
                  <a:pt x="83" y="478"/>
                </a:lnTo>
                <a:lnTo>
                  <a:pt x="83" y="477"/>
                </a:lnTo>
                <a:lnTo>
                  <a:pt x="82" y="477"/>
                </a:lnTo>
                <a:lnTo>
                  <a:pt x="83" y="477"/>
                </a:lnTo>
                <a:lnTo>
                  <a:pt x="83" y="476"/>
                </a:lnTo>
                <a:lnTo>
                  <a:pt x="83" y="475"/>
                </a:lnTo>
                <a:lnTo>
                  <a:pt x="84" y="475"/>
                </a:lnTo>
                <a:lnTo>
                  <a:pt x="84" y="476"/>
                </a:lnTo>
                <a:lnTo>
                  <a:pt x="85" y="476"/>
                </a:lnTo>
                <a:lnTo>
                  <a:pt x="86" y="476"/>
                </a:lnTo>
                <a:lnTo>
                  <a:pt x="87" y="476"/>
                </a:lnTo>
                <a:lnTo>
                  <a:pt x="87" y="475"/>
                </a:lnTo>
                <a:lnTo>
                  <a:pt x="87" y="474"/>
                </a:lnTo>
                <a:lnTo>
                  <a:pt x="87" y="475"/>
                </a:lnTo>
                <a:lnTo>
                  <a:pt x="88" y="475"/>
                </a:lnTo>
                <a:lnTo>
                  <a:pt x="89" y="475"/>
                </a:lnTo>
                <a:lnTo>
                  <a:pt x="90" y="475"/>
                </a:lnTo>
                <a:lnTo>
                  <a:pt x="90" y="474"/>
                </a:lnTo>
                <a:lnTo>
                  <a:pt x="90" y="473"/>
                </a:lnTo>
                <a:lnTo>
                  <a:pt x="91" y="473"/>
                </a:lnTo>
                <a:lnTo>
                  <a:pt x="92" y="473"/>
                </a:lnTo>
                <a:lnTo>
                  <a:pt x="92" y="472"/>
                </a:lnTo>
                <a:lnTo>
                  <a:pt x="92" y="471"/>
                </a:lnTo>
                <a:lnTo>
                  <a:pt x="92" y="470"/>
                </a:lnTo>
                <a:lnTo>
                  <a:pt x="91" y="470"/>
                </a:lnTo>
                <a:lnTo>
                  <a:pt x="92" y="470"/>
                </a:lnTo>
                <a:lnTo>
                  <a:pt x="92" y="469"/>
                </a:lnTo>
                <a:lnTo>
                  <a:pt x="93" y="468"/>
                </a:lnTo>
                <a:lnTo>
                  <a:pt x="93" y="467"/>
                </a:lnTo>
                <a:lnTo>
                  <a:pt x="94" y="467"/>
                </a:lnTo>
                <a:lnTo>
                  <a:pt x="94" y="466"/>
                </a:lnTo>
                <a:lnTo>
                  <a:pt x="94" y="465"/>
                </a:lnTo>
                <a:lnTo>
                  <a:pt x="95" y="465"/>
                </a:lnTo>
                <a:lnTo>
                  <a:pt x="96" y="465"/>
                </a:lnTo>
                <a:lnTo>
                  <a:pt x="95" y="465"/>
                </a:lnTo>
                <a:lnTo>
                  <a:pt x="95" y="464"/>
                </a:lnTo>
                <a:lnTo>
                  <a:pt x="95" y="463"/>
                </a:lnTo>
                <a:lnTo>
                  <a:pt x="94" y="463"/>
                </a:lnTo>
                <a:lnTo>
                  <a:pt x="94" y="462"/>
                </a:lnTo>
                <a:lnTo>
                  <a:pt x="94" y="461"/>
                </a:lnTo>
                <a:lnTo>
                  <a:pt x="94" y="460"/>
                </a:lnTo>
                <a:lnTo>
                  <a:pt x="94" y="459"/>
                </a:lnTo>
                <a:lnTo>
                  <a:pt x="93" y="459"/>
                </a:lnTo>
                <a:lnTo>
                  <a:pt x="93" y="458"/>
                </a:lnTo>
                <a:lnTo>
                  <a:pt x="93" y="457"/>
                </a:lnTo>
                <a:lnTo>
                  <a:pt x="92" y="457"/>
                </a:lnTo>
                <a:lnTo>
                  <a:pt x="92" y="456"/>
                </a:lnTo>
                <a:lnTo>
                  <a:pt x="92" y="455"/>
                </a:lnTo>
                <a:lnTo>
                  <a:pt x="93" y="455"/>
                </a:lnTo>
                <a:lnTo>
                  <a:pt x="93" y="454"/>
                </a:lnTo>
                <a:lnTo>
                  <a:pt x="93" y="453"/>
                </a:lnTo>
                <a:lnTo>
                  <a:pt x="93" y="452"/>
                </a:lnTo>
                <a:lnTo>
                  <a:pt x="94" y="452"/>
                </a:lnTo>
                <a:lnTo>
                  <a:pt x="94" y="451"/>
                </a:lnTo>
                <a:lnTo>
                  <a:pt x="95" y="451"/>
                </a:lnTo>
                <a:lnTo>
                  <a:pt x="94" y="451"/>
                </a:lnTo>
                <a:lnTo>
                  <a:pt x="94" y="450"/>
                </a:lnTo>
                <a:lnTo>
                  <a:pt x="95" y="450"/>
                </a:lnTo>
                <a:lnTo>
                  <a:pt x="94" y="450"/>
                </a:lnTo>
                <a:lnTo>
                  <a:pt x="94" y="449"/>
                </a:lnTo>
                <a:lnTo>
                  <a:pt x="94" y="448"/>
                </a:lnTo>
                <a:lnTo>
                  <a:pt x="93" y="448"/>
                </a:lnTo>
                <a:lnTo>
                  <a:pt x="93" y="447"/>
                </a:lnTo>
                <a:lnTo>
                  <a:pt x="93" y="446"/>
                </a:lnTo>
                <a:lnTo>
                  <a:pt x="93" y="445"/>
                </a:lnTo>
                <a:lnTo>
                  <a:pt x="92" y="445"/>
                </a:lnTo>
                <a:lnTo>
                  <a:pt x="92" y="444"/>
                </a:lnTo>
                <a:lnTo>
                  <a:pt x="92" y="443"/>
                </a:lnTo>
                <a:lnTo>
                  <a:pt x="92" y="444"/>
                </a:lnTo>
                <a:lnTo>
                  <a:pt x="92" y="443"/>
                </a:lnTo>
                <a:lnTo>
                  <a:pt x="91" y="443"/>
                </a:lnTo>
                <a:lnTo>
                  <a:pt x="90" y="443"/>
                </a:lnTo>
                <a:lnTo>
                  <a:pt x="90" y="442"/>
                </a:lnTo>
                <a:lnTo>
                  <a:pt x="90" y="443"/>
                </a:lnTo>
                <a:lnTo>
                  <a:pt x="89" y="442"/>
                </a:lnTo>
                <a:lnTo>
                  <a:pt x="89" y="443"/>
                </a:lnTo>
                <a:lnTo>
                  <a:pt x="88" y="443"/>
                </a:lnTo>
                <a:lnTo>
                  <a:pt x="87" y="443"/>
                </a:lnTo>
                <a:lnTo>
                  <a:pt x="87" y="442"/>
                </a:lnTo>
                <a:lnTo>
                  <a:pt x="87" y="441"/>
                </a:lnTo>
                <a:lnTo>
                  <a:pt x="87" y="440"/>
                </a:lnTo>
                <a:lnTo>
                  <a:pt x="88" y="439"/>
                </a:lnTo>
                <a:lnTo>
                  <a:pt x="87" y="439"/>
                </a:lnTo>
                <a:lnTo>
                  <a:pt x="88" y="439"/>
                </a:lnTo>
                <a:lnTo>
                  <a:pt x="88" y="438"/>
                </a:lnTo>
                <a:lnTo>
                  <a:pt x="87" y="438"/>
                </a:lnTo>
                <a:lnTo>
                  <a:pt x="87" y="437"/>
                </a:lnTo>
                <a:lnTo>
                  <a:pt x="88" y="437"/>
                </a:lnTo>
                <a:lnTo>
                  <a:pt x="88" y="436"/>
                </a:lnTo>
                <a:lnTo>
                  <a:pt x="88" y="435"/>
                </a:lnTo>
                <a:lnTo>
                  <a:pt x="87" y="435"/>
                </a:lnTo>
                <a:lnTo>
                  <a:pt x="87" y="434"/>
                </a:lnTo>
                <a:lnTo>
                  <a:pt x="88" y="433"/>
                </a:lnTo>
                <a:lnTo>
                  <a:pt x="88" y="432"/>
                </a:lnTo>
                <a:lnTo>
                  <a:pt x="88" y="431"/>
                </a:lnTo>
                <a:lnTo>
                  <a:pt x="87" y="431"/>
                </a:lnTo>
                <a:lnTo>
                  <a:pt x="87" y="430"/>
                </a:lnTo>
                <a:lnTo>
                  <a:pt x="88" y="430"/>
                </a:lnTo>
                <a:lnTo>
                  <a:pt x="88" y="429"/>
                </a:lnTo>
                <a:lnTo>
                  <a:pt x="88" y="428"/>
                </a:lnTo>
                <a:lnTo>
                  <a:pt x="88" y="427"/>
                </a:lnTo>
                <a:lnTo>
                  <a:pt x="89" y="426"/>
                </a:lnTo>
                <a:lnTo>
                  <a:pt x="89" y="425"/>
                </a:lnTo>
                <a:lnTo>
                  <a:pt x="90" y="425"/>
                </a:lnTo>
                <a:lnTo>
                  <a:pt x="90" y="424"/>
                </a:lnTo>
                <a:lnTo>
                  <a:pt x="89" y="424"/>
                </a:lnTo>
                <a:lnTo>
                  <a:pt x="89" y="423"/>
                </a:lnTo>
                <a:lnTo>
                  <a:pt x="88" y="423"/>
                </a:lnTo>
                <a:lnTo>
                  <a:pt x="88" y="422"/>
                </a:lnTo>
                <a:lnTo>
                  <a:pt x="87" y="422"/>
                </a:lnTo>
                <a:lnTo>
                  <a:pt x="87" y="421"/>
                </a:lnTo>
                <a:lnTo>
                  <a:pt x="87" y="422"/>
                </a:lnTo>
                <a:lnTo>
                  <a:pt x="86" y="422"/>
                </a:lnTo>
                <a:lnTo>
                  <a:pt x="85" y="422"/>
                </a:lnTo>
                <a:lnTo>
                  <a:pt x="85" y="421"/>
                </a:lnTo>
                <a:lnTo>
                  <a:pt x="84" y="421"/>
                </a:lnTo>
                <a:lnTo>
                  <a:pt x="85" y="421"/>
                </a:lnTo>
                <a:lnTo>
                  <a:pt x="85" y="420"/>
                </a:lnTo>
                <a:lnTo>
                  <a:pt x="84" y="420"/>
                </a:lnTo>
                <a:lnTo>
                  <a:pt x="85" y="420"/>
                </a:lnTo>
                <a:lnTo>
                  <a:pt x="84" y="420"/>
                </a:lnTo>
                <a:lnTo>
                  <a:pt x="84" y="419"/>
                </a:lnTo>
                <a:lnTo>
                  <a:pt x="83" y="419"/>
                </a:lnTo>
                <a:lnTo>
                  <a:pt x="83" y="420"/>
                </a:lnTo>
                <a:lnTo>
                  <a:pt x="82" y="420"/>
                </a:lnTo>
                <a:lnTo>
                  <a:pt x="82" y="419"/>
                </a:lnTo>
                <a:lnTo>
                  <a:pt x="82" y="418"/>
                </a:lnTo>
                <a:lnTo>
                  <a:pt x="81" y="418"/>
                </a:lnTo>
                <a:lnTo>
                  <a:pt x="81" y="416"/>
                </a:lnTo>
                <a:lnTo>
                  <a:pt x="80" y="416"/>
                </a:lnTo>
                <a:lnTo>
                  <a:pt x="80" y="415"/>
                </a:lnTo>
                <a:lnTo>
                  <a:pt x="80" y="414"/>
                </a:lnTo>
                <a:lnTo>
                  <a:pt x="80" y="413"/>
                </a:lnTo>
                <a:lnTo>
                  <a:pt x="79" y="412"/>
                </a:lnTo>
                <a:lnTo>
                  <a:pt x="79" y="411"/>
                </a:lnTo>
                <a:lnTo>
                  <a:pt x="79" y="410"/>
                </a:lnTo>
                <a:lnTo>
                  <a:pt x="79" y="409"/>
                </a:lnTo>
                <a:lnTo>
                  <a:pt x="79" y="408"/>
                </a:lnTo>
                <a:lnTo>
                  <a:pt x="79" y="407"/>
                </a:lnTo>
                <a:lnTo>
                  <a:pt x="78" y="407"/>
                </a:lnTo>
                <a:lnTo>
                  <a:pt x="78" y="406"/>
                </a:lnTo>
                <a:lnTo>
                  <a:pt x="78" y="405"/>
                </a:lnTo>
                <a:lnTo>
                  <a:pt x="78" y="404"/>
                </a:lnTo>
                <a:lnTo>
                  <a:pt x="78" y="403"/>
                </a:lnTo>
                <a:lnTo>
                  <a:pt x="79" y="402"/>
                </a:lnTo>
                <a:lnTo>
                  <a:pt x="79" y="401"/>
                </a:lnTo>
                <a:lnTo>
                  <a:pt x="79" y="400"/>
                </a:lnTo>
                <a:lnTo>
                  <a:pt x="79" y="399"/>
                </a:lnTo>
                <a:lnTo>
                  <a:pt x="80" y="399"/>
                </a:lnTo>
                <a:lnTo>
                  <a:pt x="80" y="398"/>
                </a:lnTo>
                <a:lnTo>
                  <a:pt x="79" y="398"/>
                </a:lnTo>
                <a:lnTo>
                  <a:pt x="80" y="398"/>
                </a:lnTo>
                <a:lnTo>
                  <a:pt x="81" y="398"/>
                </a:lnTo>
                <a:lnTo>
                  <a:pt x="81" y="397"/>
                </a:lnTo>
                <a:lnTo>
                  <a:pt x="80" y="397"/>
                </a:lnTo>
                <a:lnTo>
                  <a:pt x="80" y="396"/>
                </a:lnTo>
                <a:lnTo>
                  <a:pt x="79" y="396"/>
                </a:lnTo>
                <a:lnTo>
                  <a:pt x="79" y="395"/>
                </a:lnTo>
                <a:lnTo>
                  <a:pt x="78" y="395"/>
                </a:lnTo>
                <a:lnTo>
                  <a:pt x="78" y="394"/>
                </a:lnTo>
                <a:lnTo>
                  <a:pt x="77" y="394"/>
                </a:lnTo>
                <a:lnTo>
                  <a:pt x="77" y="393"/>
                </a:lnTo>
                <a:lnTo>
                  <a:pt x="76" y="393"/>
                </a:lnTo>
                <a:lnTo>
                  <a:pt x="76" y="394"/>
                </a:lnTo>
                <a:lnTo>
                  <a:pt x="75" y="394"/>
                </a:lnTo>
                <a:lnTo>
                  <a:pt x="74" y="393"/>
                </a:lnTo>
                <a:lnTo>
                  <a:pt x="74" y="392"/>
                </a:lnTo>
                <a:lnTo>
                  <a:pt x="73" y="392"/>
                </a:lnTo>
                <a:lnTo>
                  <a:pt x="73" y="391"/>
                </a:lnTo>
                <a:lnTo>
                  <a:pt x="72" y="391"/>
                </a:lnTo>
                <a:lnTo>
                  <a:pt x="71" y="391"/>
                </a:lnTo>
                <a:lnTo>
                  <a:pt x="71" y="390"/>
                </a:lnTo>
                <a:lnTo>
                  <a:pt x="70" y="390"/>
                </a:lnTo>
                <a:lnTo>
                  <a:pt x="70" y="389"/>
                </a:lnTo>
                <a:lnTo>
                  <a:pt x="71" y="389"/>
                </a:lnTo>
                <a:lnTo>
                  <a:pt x="71" y="388"/>
                </a:lnTo>
                <a:lnTo>
                  <a:pt x="72" y="388"/>
                </a:lnTo>
                <a:lnTo>
                  <a:pt x="71" y="388"/>
                </a:lnTo>
                <a:lnTo>
                  <a:pt x="71" y="387"/>
                </a:lnTo>
                <a:lnTo>
                  <a:pt x="70" y="387"/>
                </a:lnTo>
                <a:lnTo>
                  <a:pt x="69" y="387"/>
                </a:lnTo>
                <a:lnTo>
                  <a:pt x="69" y="386"/>
                </a:lnTo>
                <a:lnTo>
                  <a:pt x="68" y="386"/>
                </a:lnTo>
                <a:lnTo>
                  <a:pt x="68" y="385"/>
                </a:lnTo>
                <a:lnTo>
                  <a:pt x="67" y="385"/>
                </a:lnTo>
                <a:lnTo>
                  <a:pt x="67" y="384"/>
                </a:lnTo>
                <a:lnTo>
                  <a:pt x="67" y="383"/>
                </a:lnTo>
                <a:lnTo>
                  <a:pt x="68" y="383"/>
                </a:lnTo>
                <a:lnTo>
                  <a:pt x="67" y="383"/>
                </a:lnTo>
                <a:lnTo>
                  <a:pt x="67" y="382"/>
                </a:lnTo>
                <a:lnTo>
                  <a:pt x="67" y="381"/>
                </a:lnTo>
                <a:lnTo>
                  <a:pt x="66" y="381"/>
                </a:lnTo>
                <a:lnTo>
                  <a:pt x="66" y="380"/>
                </a:lnTo>
                <a:lnTo>
                  <a:pt x="66" y="379"/>
                </a:lnTo>
                <a:lnTo>
                  <a:pt x="65" y="379"/>
                </a:lnTo>
                <a:lnTo>
                  <a:pt x="64" y="379"/>
                </a:lnTo>
                <a:lnTo>
                  <a:pt x="64" y="378"/>
                </a:lnTo>
                <a:lnTo>
                  <a:pt x="63" y="378"/>
                </a:lnTo>
                <a:lnTo>
                  <a:pt x="63" y="379"/>
                </a:lnTo>
                <a:lnTo>
                  <a:pt x="61" y="379"/>
                </a:lnTo>
                <a:lnTo>
                  <a:pt x="61" y="378"/>
                </a:lnTo>
                <a:lnTo>
                  <a:pt x="61" y="377"/>
                </a:lnTo>
                <a:lnTo>
                  <a:pt x="60" y="377"/>
                </a:lnTo>
                <a:lnTo>
                  <a:pt x="59" y="377"/>
                </a:lnTo>
                <a:lnTo>
                  <a:pt x="59" y="376"/>
                </a:lnTo>
                <a:lnTo>
                  <a:pt x="59" y="375"/>
                </a:lnTo>
                <a:lnTo>
                  <a:pt x="59" y="374"/>
                </a:lnTo>
                <a:lnTo>
                  <a:pt x="58" y="374"/>
                </a:lnTo>
                <a:lnTo>
                  <a:pt x="58" y="373"/>
                </a:lnTo>
                <a:lnTo>
                  <a:pt x="59" y="373"/>
                </a:lnTo>
                <a:lnTo>
                  <a:pt x="58" y="373"/>
                </a:lnTo>
                <a:lnTo>
                  <a:pt x="58" y="372"/>
                </a:lnTo>
                <a:lnTo>
                  <a:pt x="57" y="372"/>
                </a:lnTo>
                <a:lnTo>
                  <a:pt x="57" y="371"/>
                </a:lnTo>
                <a:lnTo>
                  <a:pt x="56" y="371"/>
                </a:lnTo>
                <a:lnTo>
                  <a:pt x="55" y="371"/>
                </a:lnTo>
                <a:lnTo>
                  <a:pt x="55" y="370"/>
                </a:lnTo>
                <a:lnTo>
                  <a:pt x="54" y="370"/>
                </a:lnTo>
                <a:lnTo>
                  <a:pt x="54" y="369"/>
                </a:lnTo>
                <a:lnTo>
                  <a:pt x="53" y="369"/>
                </a:lnTo>
                <a:lnTo>
                  <a:pt x="53" y="368"/>
                </a:lnTo>
                <a:lnTo>
                  <a:pt x="52" y="368"/>
                </a:lnTo>
                <a:lnTo>
                  <a:pt x="51" y="368"/>
                </a:lnTo>
                <a:lnTo>
                  <a:pt x="50" y="368"/>
                </a:lnTo>
                <a:lnTo>
                  <a:pt x="49" y="368"/>
                </a:lnTo>
                <a:lnTo>
                  <a:pt x="48" y="368"/>
                </a:lnTo>
                <a:lnTo>
                  <a:pt x="48" y="367"/>
                </a:lnTo>
                <a:lnTo>
                  <a:pt x="47" y="367"/>
                </a:lnTo>
                <a:lnTo>
                  <a:pt x="46" y="367"/>
                </a:lnTo>
                <a:lnTo>
                  <a:pt x="46" y="366"/>
                </a:lnTo>
                <a:lnTo>
                  <a:pt x="46" y="365"/>
                </a:lnTo>
                <a:lnTo>
                  <a:pt x="47" y="365"/>
                </a:lnTo>
                <a:lnTo>
                  <a:pt x="46" y="365"/>
                </a:lnTo>
                <a:lnTo>
                  <a:pt x="46" y="364"/>
                </a:lnTo>
                <a:lnTo>
                  <a:pt x="45" y="364"/>
                </a:lnTo>
                <a:lnTo>
                  <a:pt x="45" y="363"/>
                </a:lnTo>
                <a:lnTo>
                  <a:pt x="44" y="363"/>
                </a:lnTo>
                <a:lnTo>
                  <a:pt x="44" y="362"/>
                </a:lnTo>
                <a:lnTo>
                  <a:pt x="44" y="361"/>
                </a:lnTo>
                <a:lnTo>
                  <a:pt x="43" y="361"/>
                </a:lnTo>
                <a:lnTo>
                  <a:pt x="43" y="360"/>
                </a:lnTo>
                <a:lnTo>
                  <a:pt x="44" y="360"/>
                </a:lnTo>
                <a:lnTo>
                  <a:pt x="43" y="360"/>
                </a:lnTo>
                <a:lnTo>
                  <a:pt x="43" y="359"/>
                </a:lnTo>
                <a:lnTo>
                  <a:pt x="42" y="359"/>
                </a:lnTo>
                <a:lnTo>
                  <a:pt x="42" y="358"/>
                </a:lnTo>
                <a:lnTo>
                  <a:pt x="41" y="357"/>
                </a:lnTo>
                <a:lnTo>
                  <a:pt x="40" y="357"/>
                </a:lnTo>
                <a:lnTo>
                  <a:pt x="40" y="356"/>
                </a:lnTo>
                <a:lnTo>
                  <a:pt x="39" y="356"/>
                </a:lnTo>
                <a:lnTo>
                  <a:pt x="39" y="355"/>
                </a:lnTo>
                <a:lnTo>
                  <a:pt x="39" y="354"/>
                </a:lnTo>
                <a:lnTo>
                  <a:pt x="38" y="354"/>
                </a:lnTo>
                <a:lnTo>
                  <a:pt x="38" y="353"/>
                </a:lnTo>
                <a:lnTo>
                  <a:pt x="38" y="352"/>
                </a:lnTo>
                <a:lnTo>
                  <a:pt x="37" y="352"/>
                </a:lnTo>
                <a:lnTo>
                  <a:pt x="36" y="352"/>
                </a:lnTo>
                <a:lnTo>
                  <a:pt x="36" y="351"/>
                </a:lnTo>
                <a:lnTo>
                  <a:pt x="36" y="350"/>
                </a:lnTo>
                <a:lnTo>
                  <a:pt x="35" y="350"/>
                </a:lnTo>
                <a:lnTo>
                  <a:pt x="35" y="349"/>
                </a:lnTo>
                <a:lnTo>
                  <a:pt x="36" y="349"/>
                </a:lnTo>
                <a:lnTo>
                  <a:pt x="36" y="347"/>
                </a:lnTo>
                <a:lnTo>
                  <a:pt x="36" y="346"/>
                </a:lnTo>
                <a:lnTo>
                  <a:pt x="36" y="345"/>
                </a:lnTo>
                <a:lnTo>
                  <a:pt x="37" y="345"/>
                </a:lnTo>
                <a:lnTo>
                  <a:pt x="37" y="344"/>
                </a:lnTo>
                <a:lnTo>
                  <a:pt x="38" y="343"/>
                </a:lnTo>
                <a:lnTo>
                  <a:pt x="37" y="343"/>
                </a:lnTo>
                <a:lnTo>
                  <a:pt x="36" y="343"/>
                </a:lnTo>
                <a:lnTo>
                  <a:pt x="35" y="343"/>
                </a:lnTo>
                <a:lnTo>
                  <a:pt x="34" y="343"/>
                </a:lnTo>
                <a:lnTo>
                  <a:pt x="33" y="343"/>
                </a:lnTo>
                <a:lnTo>
                  <a:pt x="33" y="342"/>
                </a:lnTo>
                <a:lnTo>
                  <a:pt x="32" y="342"/>
                </a:lnTo>
                <a:lnTo>
                  <a:pt x="32" y="341"/>
                </a:lnTo>
                <a:lnTo>
                  <a:pt x="31" y="341"/>
                </a:lnTo>
                <a:lnTo>
                  <a:pt x="31" y="340"/>
                </a:lnTo>
                <a:lnTo>
                  <a:pt x="30" y="340"/>
                </a:lnTo>
                <a:lnTo>
                  <a:pt x="30" y="339"/>
                </a:lnTo>
                <a:lnTo>
                  <a:pt x="30" y="338"/>
                </a:lnTo>
                <a:lnTo>
                  <a:pt x="30" y="337"/>
                </a:lnTo>
                <a:lnTo>
                  <a:pt x="31" y="337"/>
                </a:lnTo>
                <a:lnTo>
                  <a:pt x="31" y="338"/>
                </a:lnTo>
                <a:lnTo>
                  <a:pt x="31" y="337"/>
                </a:lnTo>
                <a:lnTo>
                  <a:pt x="32" y="337"/>
                </a:lnTo>
                <a:lnTo>
                  <a:pt x="33" y="337"/>
                </a:lnTo>
                <a:lnTo>
                  <a:pt x="34" y="336"/>
                </a:lnTo>
                <a:lnTo>
                  <a:pt x="35" y="336"/>
                </a:lnTo>
                <a:lnTo>
                  <a:pt x="36" y="336"/>
                </a:lnTo>
                <a:lnTo>
                  <a:pt x="36" y="335"/>
                </a:lnTo>
                <a:lnTo>
                  <a:pt x="37" y="335"/>
                </a:lnTo>
                <a:lnTo>
                  <a:pt x="37" y="334"/>
                </a:lnTo>
                <a:lnTo>
                  <a:pt x="38" y="334"/>
                </a:lnTo>
                <a:lnTo>
                  <a:pt x="39" y="333"/>
                </a:lnTo>
                <a:lnTo>
                  <a:pt x="40" y="332"/>
                </a:lnTo>
                <a:lnTo>
                  <a:pt x="41" y="332"/>
                </a:lnTo>
                <a:lnTo>
                  <a:pt x="41" y="331"/>
                </a:lnTo>
                <a:lnTo>
                  <a:pt x="42" y="331"/>
                </a:lnTo>
                <a:lnTo>
                  <a:pt x="41" y="331"/>
                </a:lnTo>
                <a:lnTo>
                  <a:pt x="41" y="330"/>
                </a:lnTo>
                <a:lnTo>
                  <a:pt x="40" y="330"/>
                </a:lnTo>
                <a:lnTo>
                  <a:pt x="40" y="329"/>
                </a:lnTo>
                <a:lnTo>
                  <a:pt x="40" y="328"/>
                </a:lnTo>
                <a:lnTo>
                  <a:pt x="39" y="328"/>
                </a:lnTo>
                <a:lnTo>
                  <a:pt x="39" y="327"/>
                </a:lnTo>
                <a:lnTo>
                  <a:pt x="38" y="327"/>
                </a:lnTo>
                <a:lnTo>
                  <a:pt x="39" y="327"/>
                </a:lnTo>
                <a:lnTo>
                  <a:pt x="39" y="326"/>
                </a:lnTo>
                <a:lnTo>
                  <a:pt x="38" y="326"/>
                </a:lnTo>
                <a:lnTo>
                  <a:pt x="39" y="326"/>
                </a:lnTo>
                <a:lnTo>
                  <a:pt x="39" y="325"/>
                </a:lnTo>
                <a:lnTo>
                  <a:pt x="38" y="325"/>
                </a:lnTo>
                <a:lnTo>
                  <a:pt x="38" y="324"/>
                </a:lnTo>
                <a:lnTo>
                  <a:pt x="38" y="323"/>
                </a:lnTo>
                <a:lnTo>
                  <a:pt x="38" y="322"/>
                </a:lnTo>
                <a:lnTo>
                  <a:pt x="38" y="321"/>
                </a:lnTo>
                <a:lnTo>
                  <a:pt x="38" y="319"/>
                </a:lnTo>
                <a:lnTo>
                  <a:pt x="39" y="319"/>
                </a:lnTo>
                <a:lnTo>
                  <a:pt x="39" y="318"/>
                </a:lnTo>
                <a:lnTo>
                  <a:pt x="39" y="317"/>
                </a:lnTo>
                <a:lnTo>
                  <a:pt x="38" y="317"/>
                </a:lnTo>
                <a:lnTo>
                  <a:pt x="38" y="316"/>
                </a:lnTo>
                <a:lnTo>
                  <a:pt x="38" y="315"/>
                </a:lnTo>
                <a:lnTo>
                  <a:pt x="38" y="314"/>
                </a:lnTo>
                <a:lnTo>
                  <a:pt x="38" y="313"/>
                </a:lnTo>
                <a:lnTo>
                  <a:pt x="37" y="313"/>
                </a:lnTo>
                <a:lnTo>
                  <a:pt x="38" y="313"/>
                </a:lnTo>
                <a:lnTo>
                  <a:pt x="37" y="312"/>
                </a:lnTo>
                <a:lnTo>
                  <a:pt x="38" y="311"/>
                </a:lnTo>
                <a:lnTo>
                  <a:pt x="38" y="310"/>
                </a:lnTo>
                <a:lnTo>
                  <a:pt x="38" y="309"/>
                </a:lnTo>
                <a:lnTo>
                  <a:pt x="39" y="309"/>
                </a:lnTo>
                <a:lnTo>
                  <a:pt x="39" y="308"/>
                </a:lnTo>
                <a:lnTo>
                  <a:pt x="38" y="308"/>
                </a:lnTo>
                <a:lnTo>
                  <a:pt x="37" y="308"/>
                </a:lnTo>
                <a:lnTo>
                  <a:pt x="35" y="308"/>
                </a:lnTo>
                <a:lnTo>
                  <a:pt x="35" y="307"/>
                </a:lnTo>
                <a:lnTo>
                  <a:pt x="35" y="306"/>
                </a:lnTo>
                <a:lnTo>
                  <a:pt x="35" y="305"/>
                </a:lnTo>
                <a:lnTo>
                  <a:pt x="36" y="305"/>
                </a:lnTo>
                <a:lnTo>
                  <a:pt x="35" y="305"/>
                </a:lnTo>
                <a:lnTo>
                  <a:pt x="35" y="304"/>
                </a:lnTo>
                <a:lnTo>
                  <a:pt x="35" y="303"/>
                </a:lnTo>
                <a:lnTo>
                  <a:pt x="36" y="303"/>
                </a:lnTo>
                <a:lnTo>
                  <a:pt x="35" y="303"/>
                </a:lnTo>
                <a:lnTo>
                  <a:pt x="36" y="303"/>
                </a:lnTo>
                <a:lnTo>
                  <a:pt x="36" y="302"/>
                </a:lnTo>
                <a:lnTo>
                  <a:pt x="36" y="301"/>
                </a:lnTo>
                <a:lnTo>
                  <a:pt x="36" y="300"/>
                </a:lnTo>
                <a:lnTo>
                  <a:pt x="36" y="299"/>
                </a:lnTo>
                <a:lnTo>
                  <a:pt x="36" y="298"/>
                </a:lnTo>
                <a:lnTo>
                  <a:pt x="36" y="297"/>
                </a:lnTo>
                <a:lnTo>
                  <a:pt x="35" y="297"/>
                </a:lnTo>
                <a:lnTo>
                  <a:pt x="35" y="296"/>
                </a:lnTo>
                <a:lnTo>
                  <a:pt x="34" y="296"/>
                </a:lnTo>
                <a:lnTo>
                  <a:pt x="33" y="296"/>
                </a:lnTo>
                <a:lnTo>
                  <a:pt x="32" y="296"/>
                </a:lnTo>
                <a:lnTo>
                  <a:pt x="32" y="295"/>
                </a:lnTo>
                <a:lnTo>
                  <a:pt x="31" y="295"/>
                </a:lnTo>
                <a:lnTo>
                  <a:pt x="30" y="295"/>
                </a:lnTo>
                <a:lnTo>
                  <a:pt x="29" y="295"/>
                </a:lnTo>
                <a:lnTo>
                  <a:pt x="29" y="294"/>
                </a:lnTo>
                <a:lnTo>
                  <a:pt x="28" y="294"/>
                </a:lnTo>
                <a:lnTo>
                  <a:pt x="27" y="294"/>
                </a:lnTo>
                <a:lnTo>
                  <a:pt x="27" y="293"/>
                </a:lnTo>
                <a:lnTo>
                  <a:pt x="27" y="292"/>
                </a:lnTo>
                <a:lnTo>
                  <a:pt x="27" y="291"/>
                </a:lnTo>
                <a:lnTo>
                  <a:pt x="28" y="291"/>
                </a:lnTo>
                <a:lnTo>
                  <a:pt x="29" y="291"/>
                </a:lnTo>
                <a:lnTo>
                  <a:pt x="29" y="290"/>
                </a:lnTo>
                <a:lnTo>
                  <a:pt x="28" y="290"/>
                </a:lnTo>
                <a:lnTo>
                  <a:pt x="28" y="289"/>
                </a:lnTo>
                <a:lnTo>
                  <a:pt x="27" y="289"/>
                </a:lnTo>
                <a:lnTo>
                  <a:pt x="28" y="289"/>
                </a:lnTo>
                <a:lnTo>
                  <a:pt x="28" y="288"/>
                </a:lnTo>
                <a:lnTo>
                  <a:pt x="29" y="287"/>
                </a:lnTo>
                <a:lnTo>
                  <a:pt x="30" y="287"/>
                </a:lnTo>
                <a:lnTo>
                  <a:pt x="30" y="288"/>
                </a:lnTo>
                <a:lnTo>
                  <a:pt x="30" y="289"/>
                </a:lnTo>
                <a:lnTo>
                  <a:pt x="30" y="288"/>
                </a:lnTo>
                <a:lnTo>
                  <a:pt x="31" y="288"/>
                </a:lnTo>
                <a:lnTo>
                  <a:pt x="31" y="287"/>
                </a:lnTo>
                <a:lnTo>
                  <a:pt x="32" y="287"/>
                </a:lnTo>
                <a:lnTo>
                  <a:pt x="33" y="287"/>
                </a:lnTo>
                <a:lnTo>
                  <a:pt x="34" y="287"/>
                </a:lnTo>
                <a:lnTo>
                  <a:pt x="35" y="287"/>
                </a:lnTo>
                <a:lnTo>
                  <a:pt x="36" y="287"/>
                </a:lnTo>
                <a:lnTo>
                  <a:pt x="37" y="287"/>
                </a:lnTo>
                <a:lnTo>
                  <a:pt x="37" y="286"/>
                </a:lnTo>
                <a:lnTo>
                  <a:pt x="38" y="286"/>
                </a:lnTo>
                <a:lnTo>
                  <a:pt x="38" y="285"/>
                </a:lnTo>
                <a:lnTo>
                  <a:pt x="39" y="285"/>
                </a:lnTo>
                <a:lnTo>
                  <a:pt x="39" y="284"/>
                </a:lnTo>
                <a:lnTo>
                  <a:pt x="40" y="284"/>
                </a:lnTo>
                <a:lnTo>
                  <a:pt x="41" y="284"/>
                </a:lnTo>
                <a:lnTo>
                  <a:pt x="41" y="283"/>
                </a:lnTo>
                <a:lnTo>
                  <a:pt x="41" y="282"/>
                </a:lnTo>
                <a:lnTo>
                  <a:pt x="42" y="282"/>
                </a:lnTo>
                <a:lnTo>
                  <a:pt x="43" y="282"/>
                </a:lnTo>
                <a:lnTo>
                  <a:pt x="44" y="282"/>
                </a:lnTo>
                <a:lnTo>
                  <a:pt x="44" y="283"/>
                </a:lnTo>
                <a:lnTo>
                  <a:pt x="45" y="283"/>
                </a:lnTo>
                <a:lnTo>
                  <a:pt x="46" y="283"/>
                </a:lnTo>
                <a:lnTo>
                  <a:pt x="46" y="282"/>
                </a:lnTo>
                <a:lnTo>
                  <a:pt x="47" y="282"/>
                </a:lnTo>
                <a:lnTo>
                  <a:pt x="47" y="281"/>
                </a:lnTo>
                <a:lnTo>
                  <a:pt x="48" y="281"/>
                </a:lnTo>
                <a:lnTo>
                  <a:pt x="49" y="281"/>
                </a:lnTo>
                <a:lnTo>
                  <a:pt x="48" y="281"/>
                </a:lnTo>
                <a:lnTo>
                  <a:pt x="48" y="280"/>
                </a:lnTo>
                <a:lnTo>
                  <a:pt x="48" y="279"/>
                </a:lnTo>
                <a:lnTo>
                  <a:pt x="49" y="279"/>
                </a:lnTo>
                <a:lnTo>
                  <a:pt x="49" y="278"/>
                </a:lnTo>
                <a:lnTo>
                  <a:pt x="50" y="278"/>
                </a:lnTo>
                <a:lnTo>
                  <a:pt x="50" y="279"/>
                </a:lnTo>
                <a:lnTo>
                  <a:pt x="51" y="279"/>
                </a:lnTo>
                <a:lnTo>
                  <a:pt x="51" y="280"/>
                </a:lnTo>
                <a:lnTo>
                  <a:pt x="52" y="280"/>
                </a:lnTo>
                <a:lnTo>
                  <a:pt x="53" y="280"/>
                </a:lnTo>
                <a:lnTo>
                  <a:pt x="53" y="281"/>
                </a:lnTo>
                <a:lnTo>
                  <a:pt x="54" y="281"/>
                </a:lnTo>
                <a:lnTo>
                  <a:pt x="54" y="280"/>
                </a:lnTo>
                <a:lnTo>
                  <a:pt x="55" y="280"/>
                </a:lnTo>
                <a:lnTo>
                  <a:pt x="56" y="280"/>
                </a:lnTo>
                <a:lnTo>
                  <a:pt x="56" y="279"/>
                </a:lnTo>
                <a:lnTo>
                  <a:pt x="55" y="279"/>
                </a:lnTo>
                <a:lnTo>
                  <a:pt x="56" y="279"/>
                </a:lnTo>
                <a:lnTo>
                  <a:pt x="56" y="278"/>
                </a:lnTo>
                <a:lnTo>
                  <a:pt x="55" y="278"/>
                </a:lnTo>
                <a:lnTo>
                  <a:pt x="55" y="277"/>
                </a:lnTo>
                <a:lnTo>
                  <a:pt x="56" y="277"/>
                </a:lnTo>
                <a:lnTo>
                  <a:pt x="56" y="276"/>
                </a:lnTo>
                <a:lnTo>
                  <a:pt x="56" y="275"/>
                </a:lnTo>
                <a:lnTo>
                  <a:pt x="57" y="275"/>
                </a:lnTo>
                <a:lnTo>
                  <a:pt x="57" y="274"/>
                </a:lnTo>
                <a:lnTo>
                  <a:pt x="57" y="273"/>
                </a:lnTo>
                <a:lnTo>
                  <a:pt x="57" y="272"/>
                </a:lnTo>
                <a:lnTo>
                  <a:pt x="57" y="271"/>
                </a:lnTo>
                <a:lnTo>
                  <a:pt x="58" y="271"/>
                </a:lnTo>
                <a:lnTo>
                  <a:pt x="59" y="271"/>
                </a:lnTo>
                <a:lnTo>
                  <a:pt x="59" y="270"/>
                </a:lnTo>
                <a:lnTo>
                  <a:pt x="59" y="269"/>
                </a:lnTo>
                <a:lnTo>
                  <a:pt x="59" y="268"/>
                </a:lnTo>
                <a:lnTo>
                  <a:pt x="60" y="268"/>
                </a:lnTo>
                <a:lnTo>
                  <a:pt x="59" y="268"/>
                </a:lnTo>
                <a:lnTo>
                  <a:pt x="60" y="268"/>
                </a:lnTo>
                <a:lnTo>
                  <a:pt x="60" y="267"/>
                </a:lnTo>
                <a:lnTo>
                  <a:pt x="60" y="266"/>
                </a:lnTo>
                <a:lnTo>
                  <a:pt x="60" y="265"/>
                </a:lnTo>
                <a:lnTo>
                  <a:pt x="60" y="264"/>
                </a:lnTo>
                <a:lnTo>
                  <a:pt x="60" y="265"/>
                </a:lnTo>
                <a:lnTo>
                  <a:pt x="60" y="264"/>
                </a:lnTo>
                <a:lnTo>
                  <a:pt x="61" y="264"/>
                </a:lnTo>
                <a:lnTo>
                  <a:pt x="61" y="263"/>
                </a:lnTo>
                <a:lnTo>
                  <a:pt x="62" y="263"/>
                </a:lnTo>
                <a:lnTo>
                  <a:pt x="62" y="262"/>
                </a:lnTo>
                <a:lnTo>
                  <a:pt x="61" y="262"/>
                </a:lnTo>
                <a:lnTo>
                  <a:pt x="61" y="260"/>
                </a:lnTo>
                <a:lnTo>
                  <a:pt x="62" y="260"/>
                </a:lnTo>
                <a:lnTo>
                  <a:pt x="62" y="261"/>
                </a:lnTo>
                <a:lnTo>
                  <a:pt x="62" y="260"/>
                </a:lnTo>
                <a:lnTo>
                  <a:pt x="63" y="260"/>
                </a:lnTo>
                <a:lnTo>
                  <a:pt x="64" y="260"/>
                </a:lnTo>
                <a:lnTo>
                  <a:pt x="65" y="260"/>
                </a:lnTo>
                <a:lnTo>
                  <a:pt x="66" y="260"/>
                </a:lnTo>
                <a:lnTo>
                  <a:pt x="67" y="260"/>
                </a:lnTo>
                <a:lnTo>
                  <a:pt x="68" y="259"/>
                </a:lnTo>
                <a:lnTo>
                  <a:pt x="68" y="258"/>
                </a:lnTo>
                <a:lnTo>
                  <a:pt x="67" y="258"/>
                </a:lnTo>
                <a:lnTo>
                  <a:pt x="68" y="258"/>
                </a:lnTo>
                <a:lnTo>
                  <a:pt x="68" y="256"/>
                </a:lnTo>
                <a:lnTo>
                  <a:pt x="69" y="256"/>
                </a:lnTo>
                <a:lnTo>
                  <a:pt x="69" y="255"/>
                </a:lnTo>
                <a:lnTo>
                  <a:pt x="69" y="252"/>
                </a:lnTo>
                <a:lnTo>
                  <a:pt x="70" y="251"/>
                </a:lnTo>
                <a:lnTo>
                  <a:pt x="70" y="249"/>
                </a:lnTo>
                <a:lnTo>
                  <a:pt x="72" y="248"/>
                </a:lnTo>
                <a:lnTo>
                  <a:pt x="74" y="247"/>
                </a:lnTo>
                <a:lnTo>
                  <a:pt x="76" y="247"/>
                </a:lnTo>
                <a:lnTo>
                  <a:pt x="78" y="246"/>
                </a:lnTo>
                <a:lnTo>
                  <a:pt x="79" y="245"/>
                </a:lnTo>
                <a:lnTo>
                  <a:pt x="80" y="244"/>
                </a:lnTo>
                <a:lnTo>
                  <a:pt x="80" y="245"/>
                </a:lnTo>
                <a:lnTo>
                  <a:pt x="80" y="246"/>
                </a:lnTo>
                <a:lnTo>
                  <a:pt x="81" y="246"/>
                </a:lnTo>
                <a:lnTo>
                  <a:pt x="81" y="247"/>
                </a:lnTo>
                <a:lnTo>
                  <a:pt x="82" y="247"/>
                </a:lnTo>
                <a:lnTo>
                  <a:pt x="83" y="247"/>
                </a:lnTo>
                <a:lnTo>
                  <a:pt x="83" y="248"/>
                </a:lnTo>
                <a:lnTo>
                  <a:pt x="84" y="248"/>
                </a:lnTo>
                <a:lnTo>
                  <a:pt x="86" y="248"/>
                </a:lnTo>
                <a:lnTo>
                  <a:pt x="87" y="248"/>
                </a:lnTo>
                <a:lnTo>
                  <a:pt x="87" y="247"/>
                </a:lnTo>
                <a:lnTo>
                  <a:pt x="88" y="248"/>
                </a:lnTo>
                <a:lnTo>
                  <a:pt x="89" y="248"/>
                </a:lnTo>
                <a:lnTo>
                  <a:pt x="91" y="247"/>
                </a:lnTo>
                <a:lnTo>
                  <a:pt x="91" y="246"/>
                </a:lnTo>
                <a:lnTo>
                  <a:pt x="92" y="246"/>
                </a:lnTo>
                <a:lnTo>
                  <a:pt x="92" y="245"/>
                </a:lnTo>
                <a:lnTo>
                  <a:pt x="93" y="245"/>
                </a:lnTo>
                <a:lnTo>
                  <a:pt x="96" y="245"/>
                </a:lnTo>
                <a:lnTo>
                  <a:pt x="97" y="245"/>
                </a:lnTo>
                <a:lnTo>
                  <a:pt x="98" y="245"/>
                </a:lnTo>
                <a:lnTo>
                  <a:pt x="99" y="245"/>
                </a:lnTo>
                <a:lnTo>
                  <a:pt x="100" y="245"/>
                </a:lnTo>
                <a:lnTo>
                  <a:pt x="100" y="246"/>
                </a:lnTo>
                <a:lnTo>
                  <a:pt x="101" y="247"/>
                </a:lnTo>
                <a:lnTo>
                  <a:pt x="102" y="246"/>
                </a:lnTo>
                <a:lnTo>
                  <a:pt x="103" y="246"/>
                </a:lnTo>
                <a:lnTo>
                  <a:pt x="105" y="246"/>
                </a:lnTo>
                <a:lnTo>
                  <a:pt x="106" y="245"/>
                </a:lnTo>
                <a:lnTo>
                  <a:pt x="107" y="244"/>
                </a:lnTo>
                <a:lnTo>
                  <a:pt x="109" y="245"/>
                </a:lnTo>
                <a:lnTo>
                  <a:pt x="110" y="245"/>
                </a:lnTo>
                <a:lnTo>
                  <a:pt x="111" y="245"/>
                </a:lnTo>
                <a:lnTo>
                  <a:pt x="112" y="244"/>
                </a:lnTo>
                <a:lnTo>
                  <a:pt x="113" y="244"/>
                </a:lnTo>
                <a:lnTo>
                  <a:pt x="114" y="245"/>
                </a:lnTo>
                <a:lnTo>
                  <a:pt x="115" y="245"/>
                </a:lnTo>
                <a:lnTo>
                  <a:pt x="118" y="243"/>
                </a:lnTo>
                <a:lnTo>
                  <a:pt x="119" y="243"/>
                </a:lnTo>
                <a:lnTo>
                  <a:pt x="120" y="242"/>
                </a:lnTo>
                <a:lnTo>
                  <a:pt x="120" y="241"/>
                </a:lnTo>
                <a:lnTo>
                  <a:pt x="121" y="241"/>
                </a:lnTo>
                <a:lnTo>
                  <a:pt x="121" y="242"/>
                </a:lnTo>
                <a:lnTo>
                  <a:pt x="122" y="243"/>
                </a:lnTo>
                <a:lnTo>
                  <a:pt x="123" y="243"/>
                </a:lnTo>
                <a:lnTo>
                  <a:pt x="124" y="243"/>
                </a:lnTo>
                <a:lnTo>
                  <a:pt x="125" y="243"/>
                </a:lnTo>
                <a:lnTo>
                  <a:pt x="126" y="242"/>
                </a:lnTo>
                <a:lnTo>
                  <a:pt x="127" y="242"/>
                </a:lnTo>
                <a:lnTo>
                  <a:pt x="127" y="243"/>
                </a:lnTo>
                <a:lnTo>
                  <a:pt x="128" y="243"/>
                </a:lnTo>
                <a:lnTo>
                  <a:pt x="128" y="244"/>
                </a:lnTo>
                <a:lnTo>
                  <a:pt x="129" y="244"/>
                </a:lnTo>
                <a:lnTo>
                  <a:pt x="130" y="244"/>
                </a:lnTo>
                <a:lnTo>
                  <a:pt x="131" y="244"/>
                </a:lnTo>
                <a:lnTo>
                  <a:pt x="132" y="244"/>
                </a:lnTo>
                <a:lnTo>
                  <a:pt x="134" y="244"/>
                </a:lnTo>
                <a:lnTo>
                  <a:pt x="135" y="243"/>
                </a:lnTo>
                <a:lnTo>
                  <a:pt x="136" y="242"/>
                </a:lnTo>
                <a:lnTo>
                  <a:pt x="136" y="241"/>
                </a:lnTo>
                <a:lnTo>
                  <a:pt x="137" y="240"/>
                </a:lnTo>
                <a:lnTo>
                  <a:pt x="138" y="240"/>
                </a:lnTo>
                <a:lnTo>
                  <a:pt x="138" y="241"/>
                </a:lnTo>
                <a:lnTo>
                  <a:pt x="139" y="241"/>
                </a:lnTo>
                <a:lnTo>
                  <a:pt x="139" y="242"/>
                </a:lnTo>
                <a:lnTo>
                  <a:pt x="140" y="242"/>
                </a:lnTo>
                <a:lnTo>
                  <a:pt x="141" y="241"/>
                </a:lnTo>
                <a:lnTo>
                  <a:pt x="142" y="241"/>
                </a:lnTo>
                <a:lnTo>
                  <a:pt x="145" y="241"/>
                </a:lnTo>
                <a:lnTo>
                  <a:pt x="146" y="241"/>
                </a:lnTo>
                <a:lnTo>
                  <a:pt x="147" y="241"/>
                </a:lnTo>
                <a:lnTo>
                  <a:pt x="148" y="240"/>
                </a:lnTo>
                <a:lnTo>
                  <a:pt x="148" y="239"/>
                </a:lnTo>
                <a:lnTo>
                  <a:pt x="150" y="239"/>
                </a:lnTo>
                <a:lnTo>
                  <a:pt x="150" y="238"/>
                </a:lnTo>
                <a:lnTo>
                  <a:pt x="150" y="237"/>
                </a:lnTo>
                <a:lnTo>
                  <a:pt x="150" y="236"/>
                </a:lnTo>
                <a:lnTo>
                  <a:pt x="151" y="236"/>
                </a:lnTo>
                <a:lnTo>
                  <a:pt x="152" y="236"/>
                </a:lnTo>
                <a:lnTo>
                  <a:pt x="152" y="235"/>
                </a:lnTo>
                <a:lnTo>
                  <a:pt x="152" y="234"/>
                </a:lnTo>
                <a:lnTo>
                  <a:pt x="153" y="234"/>
                </a:lnTo>
                <a:lnTo>
                  <a:pt x="154" y="234"/>
                </a:lnTo>
                <a:lnTo>
                  <a:pt x="154" y="233"/>
                </a:lnTo>
                <a:lnTo>
                  <a:pt x="153" y="233"/>
                </a:lnTo>
                <a:lnTo>
                  <a:pt x="152" y="233"/>
                </a:lnTo>
                <a:lnTo>
                  <a:pt x="152" y="232"/>
                </a:lnTo>
                <a:lnTo>
                  <a:pt x="152" y="231"/>
                </a:lnTo>
                <a:lnTo>
                  <a:pt x="152" y="230"/>
                </a:lnTo>
                <a:lnTo>
                  <a:pt x="153" y="229"/>
                </a:lnTo>
                <a:lnTo>
                  <a:pt x="154" y="229"/>
                </a:lnTo>
                <a:lnTo>
                  <a:pt x="154" y="228"/>
                </a:lnTo>
                <a:lnTo>
                  <a:pt x="153" y="228"/>
                </a:lnTo>
                <a:lnTo>
                  <a:pt x="153" y="227"/>
                </a:lnTo>
                <a:lnTo>
                  <a:pt x="154" y="226"/>
                </a:lnTo>
                <a:lnTo>
                  <a:pt x="154" y="225"/>
                </a:lnTo>
                <a:lnTo>
                  <a:pt x="154" y="224"/>
                </a:lnTo>
                <a:lnTo>
                  <a:pt x="155" y="224"/>
                </a:lnTo>
                <a:lnTo>
                  <a:pt x="156" y="224"/>
                </a:lnTo>
                <a:lnTo>
                  <a:pt x="157" y="223"/>
                </a:lnTo>
                <a:lnTo>
                  <a:pt x="157" y="222"/>
                </a:lnTo>
                <a:lnTo>
                  <a:pt x="157" y="221"/>
                </a:lnTo>
                <a:lnTo>
                  <a:pt x="157" y="220"/>
                </a:lnTo>
                <a:lnTo>
                  <a:pt x="156" y="220"/>
                </a:lnTo>
                <a:lnTo>
                  <a:pt x="155" y="219"/>
                </a:lnTo>
                <a:lnTo>
                  <a:pt x="154" y="219"/>
                </a:lnTo>
                <a:lnTo>
                  <a:pt x="154" y="218"/>
                </a:lnTo>
                <a:lnTo>
                  <a:pt x="156" y="217"/>
                </a:lnTo>
                <a:lnTo>
                  <a:pt x="157" y="217"/>
                </a:lnTo>
                <a:lnTo>
                  <a:pt x="158" y="216"/>
                </a:lnTo>
                <a:lnTo>
                  <a:pt x="159" y="216"/>
                </a:lnTo>
                <a:lnTo>
                  <a:pt x="158" y="215"/>
                </a:lnTo>
                <a:lnTo>
                  <a:pt x="158" y="213"/>
                </a:lnTo>
                <a:lnTo>
                  <a:pt x="158" y="212"/>
                </a:lnTo>
                <a:lnTo>
                  <a:pt x="158" y="211"/>
                </a:lnTo>
                <a:lnTo>
                  <a:pt x="158" y="210"/>
                </a:lnTo>
                <a:lnTo>
                  <a:pt x="159" y="208"/>
                </a:lnTo>
                <a:lnTo>
                  <a:pt x="160" y="207"/>
                </a:lnTo>
                <a:lnTo>
                  <a:pt x="161" y="205"/>
                </a:lnTo>
                <a:lnTo>
                  <a:pt x="161" y="204"/>
                </a:lnTo>
                <a:lnTo>
                  <a:pt x="162" y="203"/>
                </a:lnTo>
                <a:lnTo>
                  <a:pt x="162" y="201"/>
                </a:lnTo>
                <a:lnTo>
                  <a:pt x="162" y="200"/>
                </a:lnTo>
                <a:lnTo>
                  <a:pt x="162" y="199"/>
                </a:lnTo>
                <a:lnTo>
                  <a:pt x="161" y="196"/>
                </a:lnTo>
                <a:lnTo>
                  <a:pt x="162" y="195"/>
                </a:lnTo>
                <a:lnTo>
                  <a:pt x="164" y="195"/>
                </a:lnTo>
                <a:lnTo>
                  <a:pt x="165" y="195"/>
                </a:lnTo>
                <a:lnTo>
                  <a:pt x="166" y="195"/>
                </a:lnTo>
                <a:lnTo>
                  <a:pt x="167" y="196"/>
                </a:lnTo>
                <a:lnTo>
                  <a:pt x="168" y="195"/>
                </a:lnTo>
                <a:lnTo>
                  <a:pt x="168" y="193"/>
                </a:lnTo>
                <a:lnTo>
                  <a:pt x="168" y="192"/>
                </a:lnTo>
                <a:lnTo>
                  <a:pt x="169" y="192"/>
                </a:lnTo>
                <a:lnTo>
                  <a:pt x="169" y="191"/>
                </a:lnTo>
                <a:lnTo>
                  <a:pt x="170" y="191"/>
                </a:lnTo>
                <a:lnTo>
                  <a:pt x="170" y="190"/>
                </a:lnTo>
                <a:lnTo>
                  <a:pt x="171" y="190"/>
                </a:lnTo>
                <a:lnTo>
                  <a:pt x="172" y="190"/>
                </a:lnTo>
                <a:lnTo>
                  <a:pt x="172" y="189"/>
                </a:lnTo>
                <a:lnTo>
                  <a:pt x="172" y="188"/>
                </a:lnTo>
                <a:lnTo>
                  <a:pt x="172" y="187"/>
                </a:lnTo>
                <a:lnTo>
                  <a:pt x="173" y="187"/>
                </a:lnTo>
                <a:lnTo>
                  <a:pt x="173" y="186"/>
                </a:lnTo>
                <a:lnTo>
                  <a:pt x="173" y="185"/>
                </a:lnTo>
                <a:lnTo>
                  <a:pt x="172" y="185"/>
                </a:lnTo>
                <a:lnTo>
                  <a:pt x="171" y="184"/>
                </a:lnTo>
                <a:lnTo>
                  <a:pt x="171" y="183"/>
                </a:lnTo>
                <a:lnTo>
                  <a:pt x="171" y="182"/>
                </a:lnTo>
                <a:lnTo>
                  <a:pt x="172" y="181"/>
                </a:lnTo>
                <a:lnTo>
                  <a:pt x="173" y="181"/>
                </a:lnTo>
                <a:lnTo>
                  <a:pt x="173" y="180"/>
                </a:lnTo>
                <a:lnTo>
                  <a:pt x="172" y="180"/>
                </a:lnTo>
                <a:lnTo>
                  <a:pt x="172" y="179"/>
                </a:lnTo>
                <a:lnTo>
                  <a:pt x="171" y="179"/>
                </a:lnTo>
                <a:lnTo>
                  <a:pt x="171" y="178"/>
                </a:lnTo>
                <a:lnTo>
                  <a:pt x="172" y="178"/>
                </a:lnTo>
                <a:lnTo>
                  <a:pt x="173" y="178"/>
                </a:lnTo>
                <a:lnTo>
                  <a:pt x="173" y="177"/>
                </a:lnTo>
                <a:lnTo>
                  <a:pt x="173" y="176"/>
                </a:lnTo>
                <a:lnTo>
                  <a:pt x="173" y="175"/>
                </a:lnTo>
                <a:lnTo>
                  <a:pt x="172" y="175"/>
                </a:lnTo>
                <a:lnTo>
                  <a:pt x="172" y="174"/>
                </a:lnTo>
                <a:lnTo>
                  <a:pt x="174" y="172"/>
                </a:lnTo>
                <a:lnTo>
                  <a:pt x="174" y="171"/>
                </a:lnTo>
                <a:lnTo>
                  <a:pt x="176" y="169"/>
                </a:lnTo>
                <a:lnTo>
                  <a:pt x="177" y="170"/>
                </a:lnTo>
                <a:lnTo>
                  <a:pt x="178" y="170"/>
                </a:lnTo>
                <a:lnTo>
                  <a:pt x="179" y="170"/>
                </a:lnTo>
                <a:lnTo>
                  <a:pt x="179" y="171"/>
                </a:lnTo>
                <a:lnTo>
                  <a:pt x="180" y="171"/>
                </a:lnTo>
                <a:lnTo>
                  <a:pt x="181" y="170"/>
                </a:lnTo>
                <a:lnTo>
                  <a:pt x="184" y="168"/>
                </a:lnTo>
                <a:lnTo>
                  <a:pt x="188" y="165"/>
                </a:lnTo>
                <a:lnTo>
                  <a:pt x="191" y="164"/>
                </a:lnTo>
                <a:lnTo>
                  <a:pt x="191" y="163"/>
                </a:lnTo>
                <a:lnTo>
                  <a:pt x="191" y="162"/>
                </a:lnTo>
                <a:lnTo>
                  <a:pt x="192" y="162"/>
                </a:lnTo>
                <a:lnTo>
                  <a:pt x="192" y="161"/>
                </a:lnTo>
                <a:lnTo>
                  <a:pt x="193" y="161"/>
                </a:lnTo>
                <a:lnTo>
                  <a:pt x="193" y="160"/>
                </a:lnTo>
                <a:lnTo>
                  <a:pt x="192" y="159"/>
                </a:lnTo>
                <a:lnTo>
                  <a:pt x="192" y="157"/>
                </a:lnTo>
                <a:lnTo>
                  <a:pt x="193" y="157"/>
                </a:lnTo>
                <a:lnTo>
                  <a:pt x="194" y="157"/>
                </a:lnTo>
                <a:lnTo>
                  <a:pt x="195" y="156"/>
                </a:lnTo>
                <a:lnTo>
                  <a:pt x="195" y="154"/>
                </a:lnTo>
                <a:lnTo>
                  <a:pt x="196" y="154"/>
                </a:lnTo>
                <a:lnTo>
                  <a:pt x="197" y="154"/>
                </a:lnTo>
                <a:lnTo>
                  <a:pt x="198" y="154"/>
                </a:lnTo>
                <a:lnTo>
                  <a:pt x="198" y="153"/>
                </a:lnTo>
                <a:lnTo>
                  <a:pt x="199" y="153"/>
                </a:lnTo>
                <a:lnTo>
                  <a:pt x="200" y="154"/>
                </a:lnTo>
                <a:lnTo>
                  <a:pt x="201" y="154"/>
                </a:lnTo>
                <a:lnTo>
                  <a:pt x="202" y="154"/>
                </a:lnTo>
                <a:lnTo>
                  <a:pt x="203" y="154"/>
                </a:lnTo>
                <a:lnTo>
                  <a:pt x="204" y="154"/>
                </a:lnTo>
                <a:lnTo>
                  <a:pt x="205" y="154"/>
                </a:lnTo>
                <a:lnTo>
                  <a:pt x="206" y="154"/>
                </a:lnTo>
                <a:lnTo>
                  <a:pt x="206" y="153"/>
                </a:lnTo>
                <a:lnTo>
                  <a:pt x="205" y="152"/>
                </a:lnTo>
                <a:lnTo>
                  <a:pt x="203" y="152"/>
                </a:lnTo>
                <a:lnTo>
                  <a:pt x="203" y="150"/>
                </a:lnTo>
                <a:lnTo>
                  <a:pt x="202" y="148"/>
                </a:lnTo>
                <a:lnTo>
                  <a:pt x="201" y="148"/>
                </a:lnTo>
                <a:lnTo>
                  <a:pt x="201" y="147"/>
                </a:lnTo>
                <a:lnTo>
                  <a:pt x="200" y="147"/>
                </a:lnTo>
                <a:lnTo>
                  <a:pt x="198" y="145"/>
                </a:lnTo>
                <a:lnTo>
                  <a:pt x="197" y="144"/>
                </a:lnTo>
                <a:lnTo>
                  <a:pt x="197" y="141"/>
                </a:lnTo>
                <a:lnTo>
                  <a:pt x="198" y="139"/>
                </a:lnTo>
                <a:lnTo>
                  <a:pt x="198" y="138"/>
                </a:lnTo>
                <a:lnTo>
                  <a:pt x="198" y="137"/>
                </a:lnTo>
                <a:lnTo>
                  <a:pt x="199" y="136"/>
                </a:lnTo>
                <a:lnTo>
                  <a:pt x="199" y="135"/>
                </a:lnTo>
                <a:lnTo>
                  <a:pt x="200" y="134"/>
                </a:lnTo>
                <a:lnTo>
                  <a:pt x="200" y="133"/>
                </a:lnTo>
                <a:lnTo>
                  <a:pt x="201" y="133"/>
                </a:lnTo>
                <a:lnTo>
                  <a:pt x="202" y="132"/>
                </a:lnTo>
                <a:lnTo>
                  <a:pt x="205" y="132"/>
                </a:lnTo>
                <a:lnTo>
                  <a:pt x="207" y="132"/>
                </a:lnTo>
                <a:lnTo>
                  <a:pt x="208" y="132"/>
                </a:lnTo>
                <a:lnTo>
                  <a:pt x="209" y="131"/>
                </a:lnTo>
                <a:lnTo>
                  <a:pt x="209" y="129"/>
                </a:lnTo>
                <a:lnTo>
                  <a:pt x="210" y="129"/>
                </a:lnTo>
                <a:lnTo>
                  <a:pt x="211" y="127"/>
                </a:lnTo>
                <a:lnTo>
                  <a:pt x="212" y="125"/>
                </a:lnTo>
                <a:lnTo>
                  <a:pt x="213" y="124"/>
                </a:lnTo>
                <a:lnTo>
                  <a:pt x="214" y="124"/>
                </a:lnTo>
                <a:lnTo>
                  <a:pt x="215" y="124"/>
                </a:lnTo>
                <a:lnTo>
                  <a:pt x="215" y="126"/>
                </a:lnTo>
                <a:lnTo>
                  <a:pt x="214" y="126"/>
                </a:lnTo>
                <a:lnTo>
                  <a:pt x="214" y="127"/>
                </a:lnTo>
                <a:lnTo>
                  <a:pt x="215" y="127"/>
                </a:lnTo>
                <a:lnTo>
                  <a:pt x="215" y="128"/>
                </a:lnTo>
                <a:lnTo>
                  <a:pt x="216" y="128"/>
                </a:lnTo>
                <a:lnTo>
                  <a:pt x="217" y="128"/>
                </a:lnTo>
                <a:lnTo>
                  <a:pt x="220" y="129"/>
                </a:lnTo>
                <a:lnTo>
                  <a:pt x="221" y="131"/>
                </a:lnTo>
                <a:lnTo>
                  <a:pt x="222" y="132"/>
                </a:lnTo>
                <a:lnTo>
                  <a:pt x="223" y="132"/>
                </a:lnTo>
                <a:lnTo>
                  <a:pt x="224" y="131"/>
                </a:lnTo>
                <a:lnTo>
                  <a:pt x="224" y="129"/>
                </a:lnTo>
                <a:lnTo>
                  <a:pt x="225" y="129"/>
                </a:lnTo>
                <a:lnTo>
                  <a:pt x="226" y="129"/>
                </a:lnTo>
                <a:lnTo>
                  <a:pt x="227" y="131"/>
                </a:lnTo>
                <a:lnTo>
                  <a:pt x="227" y="132"/>
                </a:lnTo>
                <a:lnTo>
                  <a:pt x="228" y="132"/>
                </a:lnTo>
                <a:lnTo>
                  <a:pt x="230" y="131"/>
                </a:lnTo>
                <a:lnTo>
                  <a:pt x="230" y="129"/>
                </a:lnTo>
                <a:lnTo>
                  <a:pt x="231" y="129"/>
                </a:lnTo>
                <a:lnTo>
                  <a:pt x="232" y="129"/>
                </a:lnTo>
                <a:lnTo>
                  <a:pt x="233" y="129"/>
                </a:lnTo>
                <a:lnTo>
                  <a:pt x="234" y="131"/>
                </a:lnTo>
                <a:lnTo>
                  <a:pt x="235" y="132"/>
                </a:lnTo>
                <a:lnTo>
                  <a:pt x="237" y="131"/>
                </a:lnTo>
                <a:lnTo>
                  <a:pt x="238" y="132"/>
                </a:lnTo>
                <a:lnTo>
                  <a:pt x="238" y="133"/>
                </a:lnTo>
                <a:lnTo>
                  <a:pt x="237" y="133"/>
                </a:lnTo>
                <a:lnTo>
                  <a:pt x="237" y="134"/>
                </a:lnTo>
                <a:lnTo>
                  <a:pt x="238" y="134"/>
                </a:lnTo>
                <a:lnTo>
                  <a:pt x="239" y="135"/>
                </a:lnTo>
                <a:lnTo>
                  <a:pt x="240" y="135"/>
                </a:lnTo>
                <a:lnTo>
                  <a:pt x="241" y="136"/>
                </a:lnTo>
                <a:lnTo>
                  <a:pt x="241" y="137"/>
                </a:lnTo>
                <a:lnTo>
                  <a:pt x="240" y="137"/>
                </a:lnTo>
                <a:lnTo>
                  <a:pt x="240" y="138"/>
                </a:lnTo>
                <a:lnTo>
                  <a:pt x="241" y="138"/>
                </a:lnTo>
                <a:lnTo>
                  <a:pt x="242" y="138"/>
                </a:lnTo>
                <a:lnTo>
                  <a:pt x="244" y="139"/>
                </a:lnTo>
                <a:lnTo>
                  <a:pt x="245" y="139"/>
                </a:lnTo>
                <a:lnTo>
                  <a:pt x="245" y="138"/>
                </a:lnTo>
                <a:lnTo>
                  <a:pt x="247" y="139"/>
                </a:lnTo>
                <a:lnTo>
                  <a:pt x="248" y="139"/>
                </a:lnTo>
                <a:lnTo>
                  <a:pt x="248" y="138"/>
                </a:lnTo>
                <a:lnTo>
                  <a:pt x="249" y="138"/>
                </a:lnTo>
                <a:lnTo>
                  <a:pt x="251" y="138"/>
                </a:lnTo>
                <a:lnTo>
                  <a:pt x="255" y="138"/>
                </a:lnTo>
                <a:lnTo>
                  <a:pt x="256" y="138"/>
                </a:lnTo>
                <a:lnTo>
                  <a:pt x="258" y="138"/>
                </a:lnTo>
                <a:lnTo>
                  <a:pt x="259" y="138"/>
                </a:lnTo>
                <a:lnTo>
                  <a:pt x="261" y="139"/>
                </a:lnTo>
                <a:lnTo>
                  <a:pt x="261" y="140"/>
                </a:lnTo>
                <a:lnTo>
                  <a:pt x="262" y="140"/>
                </a:lnTo>
                <a:lnTo>
                  <a:pt x="264" y="140"/>
                </a:lnTo>
                <a:lnTo>
                  <a:pt x="265" y="140"/>
                </a:lnTo>
                <a:lnTo>
                  <a:pt x="265" y="139"/>
                </a:lnTo>
                <a:lnTo>
                  <a:pt x="266" y="139"/>
                </a:lnTo>
                <a:lnTo>
                  <a:pt x="267" y="140"/>
                </a:lnTo>
                <a:lnTo>
                  <a:pt x="268" y="141"/>
                </a:lnTo>
                <a:lnTo>
                  <a:pt x="270" y="141"/>
                </a:lnTo>
                <a:lnTo>
                  <a:pt x="271" y="141"/>
                </a:lnTo>
                <a:lnTo>
                  <a:pt x="273" y="141"/>
                </a:lnTo>
                <a:lnTo>
                  <a:pt x="274" y="141"/>
                </a:lnTo>
                <a:lnTo>
                  <a:pt x="274" y="142"/>
                </a:lnTo>
                <a:lnTo>
                  <a:pt x="275" y="142"/>
                </a:lnTo>
                <a:lnTo>
                  <a:pt x="276" y="141"/>
                </a:lnTo>
                <a:lnTo>
                  <a:pt x="274" y="139"/>
                </a:lnTo>
                <a:lnTo>
                  <a:pt x="274" y="138"/>
                </a:lnTo>
                <a:lnTo>
                  <a:pt x="276" y="138"/>
                </a:lnTo>
                <a:lnTo>
                  <a:pt x="277" y="138"/>
                </a:lnTo>
                <a:lnTo>
                  <a:pt x="278" y="135"/>
                </a:lnTo>
                <a:lnTo>
                  <a:pt x="277" y="135"/>
                </a:lnTo>
                <a:lnTo>
                  <a:pt x="277" y="134"/>
                </a:lnTo>
                <a:lnTo>
                  <a:pt x="277" y="133"/>
                </a:lnTo>
                <a:lnTo>
                  <a:pt x="278" y="131"/>
                </a:lnTo>
                <a:lnTo>
                  <a:pt x="279" y="131"/>
                </a:lnTo>
                <a:lnTo>
                  <a:pt x="279" y="129"/>
                </a:lnTo>
                <a:lnTo>
                  <a:pt x="280" y="129"/>
                </a:lnTo>
                <a:lnTo>
                  <a:pt x="280" y="131"/>
                </a:lnTo>
                <a:lnTo>
                  <a:pt x="281" y="131"/>
                </a:lnTo>
                <a:lnTo>
                  <a:pt x="283" y="129"/>
                </a:lnTo>
                <a:lnTo>
                  <a:pt x="283" y="128"/>
                </a:lnTo>
                <a:lnTo>
                  <a:pt x="284" y="129"/>
                </a:lnTo>
                <a:lnTo>
                  <a:pt x="284" y="131"/>
                </a:lnTo>
                <a:lnTo>
                  <a:pt x="284" y="132"/>
                </a:lnTo>
                <a:lnTo>
                  <a:pt x="284" y="133"/>
                </a:lnTo>
                <a:lnTo>
                  <a:pt x="285" y="133"/>
                </a:lnTo>
                <a:lnTo>
                  <a:pt x="285" y="132"/>
                </a:lnTo>
                <a:lnTo>
                  <a:pt x="286" y="132"/>
                </a:lnTo>
                <a:lnTo>
                  <a:pt x="287" y="132"/>
                </a:lnTo>
                <a:lnTo>
                  <a:pt x="287" y="133"/>
                </a:lnTo>
                <a:lnTo>
                  <a:pt x="287" y="134"/>
                </a:lnTo>
                <a:lnTo>
                  <a:pt x="290" y="135"/>
                </a:lnTo>
                <a:lnTo>
                  <a:pt x="292" y="134"/>
                </a:lnTo>
                <a:lnTo>
                  <a:pt x="293" y="134"/>
                </a:lnTo>
                <a:lnTo>
                  <a:pt x="294" y="135"/>
                </a:lnTo>
                <a:lnTo>
                  <a:pt x="294" y="136"/>
                </a:lnTo>
                <a:lnTo>
                  <a:pt x="295" y="137"/>
                </a:lnTo>
                <a:lnTo>
                  <a:pt x="296" y="140"/>
                </a:lnTo>
                <a:lnTo>
                  <a:pt x="297" y="140"/>
                </a:lnTo>
                <a:lnTo>
                  <a:pt x="298" y="139"/>
                </a:lnTo>
                <a:lnTo>
                  <a:pt x="299" y="139"/>
                </a:lnTo>
                <a:lnTo>
                  <a:pt x="300" y="139"/>
                </a:lnTo>
                <a:lnTo>
                  <a:pt x="300" y="140"/>
                </a:lnTo>
                <a:lnTo>
                  <a:pt x="301" y="140"/>
                </a:lnTo>
                <a:lnTo>
                  <a:pt x="301" y="139"/>
                </a:lnTo>
                <a:lnTo>
                  <a:pt x="302" y="138"/>
                </a:lnTo>
                <a:lnTo>
                  <a:pt x="302" y="137"/>
                </a:lnTo>
                <a:lnTo>
                  <a:pt x="303" y="137"/>
                </a:lnTo>
                <a:lnTo>
                  <a:pt x="305" y="138"/>
                </a:lnTo>
                <a:lnTo>
                  <a:pt x="306" y="138"/>
                </a:lnTo>
                <a:lnTo>
                  <a:pt x="308" y="138"/>
                </a:lnTo>
                <a:lnTo>
                  <a:pt x="308" y="137"/>
                </a:lnTo>
                <a:lnTo>
                  <a:pt x="309" y="137"/>
                </a:lnTo>
                <a:lnTo>
                  <a:pt x="310" y="138"/>
                </a:lnTo>
                <a:lnTo>
                  <a:pt x="311" y="138"/>
                </a:lnTo>
                <a:lnTo>
                  <a:pt x="311" y="137"/>
                </a:lnTo>
                <a:lnTo>
                  <a:pt x="312" y="136"/>
                </a:lnTo>
                <a:lnTo>
                  <a:pt x="312" y="137"/>
                </a:lnTo>
                <a:lnTo>
                  <a:pt x="313" y="137"/>
                </a:lnTo>
                <a:lnTo>
                  <a:pt x="313" y="138"/>
                </a:lnTo>
                <a:lnTo>
                  <a:pt x="314" y="138"/>
                </a:lnTo>
                <a:lnTo>
                  <a:pt x="316" y="138"/>
                </a:lnTo>
                <a:lnTo>
                  <a:pt x="317" y="138"/>
                </a:lnTo>
                <a:lnTo>
                  <a:pt x="318" y="138"/>
                </a:lnTo>
                <a:lnTo>
                  <a:pt x="319" y="138"/>
                </a:lnTo>
                <a:lnTo>
                  <a:pt x="320" y="139"/>
                </a:lnTo>
                <a:lnTo>
                  <a:pt x="321" y="140"/>
                </a:lnTo>
                <a:lnTo>
                  <a:pt x="320" y="140"/>
                </a:lnTo>
                <a:lnTo>
                  <a:pt x="321" y="140"/>
                </a:lnTo>
                <a:lnTo>
                  <a:pt x="321" y="141"/>
                </a:lnTo>
                <a:lnTo>
                  <a:pt x="324" y="143"/>
                </a:lnTo>
                <a:lnTo>
                  <a:pt x="324" y="144"/>
                </a:lnTo>
                <a:lnTo>
                  <a:pt x="326" y="144"/>
                </a:lnTo>
                <a:lnTo>
                  <a:pt x="326" y="145"/>
                </a:lnTo>
                <a:lnTo>
                  <a:pt x="327" y="145"/>
                </a:lnTo>
                <a:lnTo>
                  <a:pt x="327" y="146"/>
                </a:lnTo>
                <a:lnTo>
                  <a:pt x="326" y="147"/>
                </a:lnTo>
                <a:lnTo>
                  <a:pt x="326" y="149"/>
                </a:lnTo>
                <a:lnTo>
                  <a:pt x="327" y="149"/>
                </a:lnTo>
                <a:lnTo>
                  <a:pt x="327" y="150"/>
                </a:lnTo>
                <a:lnTo>
                  <a:pt x="328" y="150"/>
                </a:lnTo>
                <a:lnTo>
                  <a:pt x="328" y="151"/>
                </a:lnTo>
                <a:lnTo>
                  <a:pt x="328" y="150"/>
                </a:lnTo>
                <a:lnTo>
                  <a:pt x="329" y="150"/>
                </a:lnTo>
                <a:lnTo>
                  <a:pt x="331" y="150"/>
                </a:lnTo>
                <a:lnTo>
                  <a:pt x="332" y="150"/>
                </a:lnTo>
                <a:lnTo>
                  <a:pt x="333" y="150"/>
                </a:lnTo>
                <a:lnTo>
                  <a:pt x="337" y="150"/>
                </a:lnTo>
                <a:lnTo>
                  <a:pt x="339" y="150"/>
                </a:lnTo>
                <a:lnTo>
                  <a:pt x="340" y="151"/>
                </a:lnTo>
                <a:lnTo>
                  <a:pt x="342" y="151"/>
                </a:lnTo>
                <a:lnTo>
                  <a:pt x="345" y="150"/>
                </a:lnTo>
                <a:lnTo>
                  <a:pt x="347" y="150"/>
                </a:lnTo>
                <a:lnTo>
                  <a:pt x="348" y="149"/>
                </a:lnTo>
                <a:lnTo>
                  <a:pt x="348" y="148"/>
                </a:lnTo>
                <a:lnTo>
                  <a:pt x="349" y="148"/>
                </a:lnTo>
                <a:lnTo>
                  <a:pt x="350" y="148"/>
                </a:lnTo>
                <a:lnTo>
                  <a:pt x="350" y="147"/>
                </a:lnTo>
                <a:lnTo>
                  <a:pt x="351" y="147"/>
                </a:lnTo>
                <a:lnTo>
                  <a:pt x="351" y="148"/>
                </a:lnTo>
                <a:lnTo>
                  <a:pt x="352" y="147"/>
                </a:lnTo>
                <a:lnTo>
                  <a:pt x="353" y="147"/>
                </a:lnTo>
                <a:lnTo>
                  <a:pt x="354" y="147"/>
                </a:lnTo>
                <a:lnTo>
                  <a:pt x="356" y="146"/>
                </a:lnTo>
                <a:lnTo>
                  <a:pt x="358" y="146"/>
                </a:lnTo>
                <a:lnTo>
                  <a:pt x="359" y="146"/>
                </a:lnTo>
                <a:lnTo>
                  <a:pt x="360" y="147"/>
                </a:lnTo>
                <a:lnTo>
                  <a:pt x="361" y="147"/>
                </a:lnTo>
                <a:lnTo>
                  <a:pt x="364" y="147"/>
                </a:lnTo>
                <a:lnTo>
                  <a:pt x="365" y="147"/>
                </a:lnTo>
                <a:lnTo>
                  <a:pt x="368" y="146"/>
                </a:lnTo>
                <a:lnTo>
                  <a:pt x="369" y="146"/>
                </a:lnTo>
                <a:lnTo>
                  <a:pt x="370" y="146"/>
                </a:lnTo>
                <a:lnTo>
                  <a:pt x="371" y="146"/>
                </a:lnTo>
                <a:lnTo>
                  <a:pt x="372" y="146"/>
                </a:lnTo>
                <a:lnTo>
                  <a:pt x="372" y="145"/>
                </a:lnTo>
                <a:lnTo>
                  <a:pt x="373" y="143"/>
                </a:lnTo>
                <a:lnTo>
                  <a:pt x="374" y="142"/>
                </a:lnTo>
                <a:lnTo>
                  <a:pt x="374" y="141"/>
                </a:lnTo>
                <a:lnTo>
                  <a:pt x="376" y="141"/>
                </a:lnTo>
                <a:lnTo>
                  <a:pt x="377" y="142"/>
                </a:lnTo>
                <a:lnTo>
                  <a:pt x="378" y="142"/>
                </a:lnTo>
                <a:lnTo>
                  <a:pt x="380" y="142"/>
                </a:lnTo>
                <a:lnTo>
                  <a:pt x="380" y="141"/>
                </a:lnTo>
                <a:lnTo>
                  <a:pt x="381" y="141"/>
                </a:lnTo>
                <a:lnTo>
                  <a:pt x="381" y="140"/>
                </a:lnTo>
                <a:lnTo>
                  <a:pt x="383" y="139"/>
                </a:lnTo>
                <a:lnTo>
                  <a:pt x="383" y="138"/>
                </a:lnTo>
                <a:lnTo>
                  <a:pt x="384" y="137"/>
                </a:lnTo>
                <a:lnTo>
                  <a:pt x="384" y="135"/>
                </a:lnTo>
                <a:lnTo>
                  <a:pt x="384" y="134"/>
                </a:lnTo>
                <a:lnTo>
                  <a:pt x="383" y="133"/>
                </a:lnTo>
                <a:lnTo>
                  <a:pt x="383" y="129"/>
                </a:lnTo>
                <a:lnTo>
                  <a:pt x="382" y="129"/>
                </a:lnTo>
                <a:lnTo>
                  <a:pt x="382" y="128"/>
                </a:lnTo>
                <a:lnTo>
                  <a:pt x="382" y="127"/>
                </a:lnTo>
                <a:lnTo>
                  <a:pt x="382" y="126"/>
                </a:lnTo>
                <a:lnTo>
                  <a:pt x="382" y="124"/>
                </a:lnTo>
                <a:lnTo>
                  <a:pt x="382" y="123"/>
                </a:lnTo>
                <a:lnTo>
                  <a:pt x="383" y="123"/>
                </a:lnTo>
                <a:lnTo>
                  <a:pt x="384" y="124"/>
                </a:lnTo>
                <a:lnTo>
                  <a:pt x="386" y="124"/>
                </a:lnTo>
                <a:lnTo>
                  <a:pt x="387" y="124"/>
                </a:lnTo>
                <a:lnTo>
                  <a:pt x="388" y="122"/>
                </a:lnTo>
                <a:lnTo>
                  <a:pt x="389" y="121"/>
                </a:lnTo>
                <a:lnTo>
                  <a:pt x="390" y="121"/>
                </a:lnTo>
                <a:lnTo>
                  <a:pt x="393" y="120"/>
                </a:lnTo>
                <a:lnTo>
                  <a:pt x="394" y="120"/>
                </a:lnTo>
                <a:lnTo>
                  <a:pt x="394" y="119"/>
                </a:lnTo>
                <a:lnTo>
                  <a:pt x="395" y="119"/>
                </a:lnTo>
                <a:lnTo>
                  <a:pt x="395" y="118"/>
                </a:lnTo>
                <a:lnTo>
                  <a:pt x="396" y="118"/>
                </a:lnTo>
                <a:lnTo>
                  <a:pt x="396" y="119"/>
                </a:lnTo>
                <a:lnTo>
                  <a:pt x="397" y="119"/>
                </a:lnTo>
                <a:lnTo>
                  <a:pt x="397" y="120"/>
                </a:lnTo>
                <a:lnTo>
                  <a:pt x="398" y="119"/>
                </a:lnTo>
                <a:lnTo>
                  <a:pt x="398" y="117"/>
                </a:lnTo>
                <a:lnTo>
                  <a:pt x="399" y="116"/>
                </a:lnTo>
                <a:lnTo>
                  <a:pt x="400" y="115"/>
                </a:lnTo>
                <a:lnTo>
                  <a:pt x="401" y="115"/>
                </a:lnTo>
                <a:lnTo>
                  <a:pt x="402" y="115"/>
                </a:lnTo>
                <a:lnTo>
                  <a:pt x="404" y="115"/>
                </a:lnTo>
                <a:lnTo>
                  <a:pt x="405" y="115"/>
                </a:lnTo>
                <a:lnTo>
                  <a:pt x="406" y="114"/>
                </a:lnTo>
                <a:lnTo>
                  <a:pt x="406" y="113"/>
                </a:lnTo>
                <a:lnTo>
                  <a:pt x="406" y="112"/>
                </a:lnTo>
                <a:lnTo>
                  <a:pt x="407" y="112"/>
                </a:lnTo>
                <a:lnTo>
                  <a:pt x="408" y="112"/>
                </a:lnTo>
                <a:lnTo>
                  <a:pt x="408" y="113"/>
                </a:lnTo>
                <a:lnTo>
                  <a:pt x="409" y="113"/>
                </a:lnTo>
                <a:lnTo>
                  <a:pt x="411" y="113"/>
                </a:lnTo>
                <a:lnTo>
                  <a:pt x="412" y="113"/>
                </a:lnTo>
                <a:lnTo>
                  <a:pt x="412" y="112"/>
                </a:lnTo>
                <a:lnTo>
                  <a:pt x="413" y="111"/>
                </a:lnTo>
                <a:lnTo>
                  <a:pt x="414" y="109"/>
                </a:lnTo>
                <a:lnTo>
                  <a:pt x="413" y="109"/>
                </a:lnTo>
                <a:lnTo>
                  <a:pt x="413" y="108"/>
                </a:lnTo>
                <a:lnTo>
                  <a:pt x="414" y="107"/>
                </a:lnTo>
                <a:lnTo>
                  <a:pt x="415" y="106"/>
                </a:lnTo>
                <a:lnTo>
                  <a:pt x="416" y="105"/>
                </a:lnTo>
                <a:lnTo>
                  <a:pt x="416" y="104"/>
                </a:lnTo>
                <a:lnTo>
                  <a:pt x="415" y="102"/>
                </a:lnTo>
                <a:lnTo>
                  <a:pt x="414" y="102"/>
                </a:lnTo>
                <a:lnTo>
                  <a:pt x="414" y="101"/>
                </a:lnTo>
                <a:lnTo>
                  <a:pt x="414" y="99"/>
                </a:lnTo>
                <a:lnTo>
                  <a:pt x="416" y="99"/>
                </a:lnTo>
                <a:lnTo>
                  <a:pt x="417" y="99"/>
                </a:lnTo>
                <a:lnTo>
                  <a:pt x="417" y="100"/>
                </a:lnTo>
                <a:lnTo>
                  <a:pt x="420" y="99"/>
                </a:lnTo>
                <a:lnTo>
                  <a:pt x="421" y="99"/>
                </a:lnTo>
                <a:lnTo>
                  <a:pt x="421" y="98"/>
                </a:lnTo>
                <a:lnTo>
                  <a:pt x="421" y="96"/>
                </a:lnTo>
                <a:lnTo>
                  <a:pt x="421" y="95"/>
                </a:lnTo>
                <a:lnTo>
                  <a:pt x="422" y="93"/>
                </a:lnTo>
                <a:lnTo>
                  <a:pt x="423" y="93"/>
                </a:lnTo>
                <a:lnTo>
                  <a:pt x="424" y="93"/>
                </a:lnTo>
                <a:lnTo>
                  <a:pt x="426" y="92"/>
                </a:lnTo>
                <a:lnTo>
                  <a:pt x="428" y="92"/>
                </a:lnTo>
                <a:lnTo>
                  <a:pt x="429" y="92"/>
                </a:lnTo>
                <a:lnTo>
                  <a:pt x="431" y="93"/>
                </a:lnTo>
                <a:lnTo>
                  <a:pt x="432" y="93"/>
                </a:lnTo>
                <a:lnTo>
                  <a:pt x="432" y="94"/>
                </a:lnTo>
                <a:lnTo>
                  <a:pt x="433" y="94"/>
                </a:lnTo>
                <a:lnTo>
                  <a:pt x="434" y="94"/>
                </a:lnTo>
                <a:lnTo>
                  <a:pt x="435" y="94"/>
                </a:lnTo>
                <a:lnTo>
                  <a:pt x="436" y="93"/>
                </a:lnTo>
                <a:lnTo>
                  <a:pt x="438" y="93"/>
                </a:lnTo>
                <a:lnTo>
                  <a:pt x="439" y="94"/>
                </a:lnTo>
                <a:lnTo>
                  <a:pt x="441" y="95"/>
                </a:lnTo>
                <a:lnTo>
                  <a:pt x="442" y="95"/>
                </a:lnTo>
                <a:lnTo>
                  <a:pt x="442" y="94"/>
                </a:lnTo>
                <a:lnTo>
                  <a:pt x="443" y="94"/>
                </a:lnTo>
                <a:lnTo>
                  <a:pt x="444" y="94"/>
                </a:lnTo>
                <a:lnTo>
                  <a:pt x="444" y="95"/>
                </a:lnTo>
                <a:lnTo>
                  <a:pt x="445" y="95"/>
                </a:lnTo>
                <a:lnTo>
                  <a:pt x="445" y="96"/>
                </a:lnTo>
                <a:lnTo>
                  <a:pt x="446" y="96"/>
                </a:lnTo>
                <a:lnTo>
                  <a:pt x="447" y="96"/>
                </a:lnTo>
                <a:lnTo>
                  <a:pt x="448" y="97"/>
                </a:lnTo>
                <a:lnTo>
                  <a:pt x="448" y="98"/>
                </a:lnTo>
                <a:lnTo>
                  <a:pt x="449" y="98"/>
                </a:lnTo>
                <a:lnTo>
                  <a:pt x="450" y="98"/>
                </a:lnTo>
                <a:lnTo>
                  <a:pt x="451" y="98"/>
                </a:lnTo>
                <a:lnTo>
                  <a:pt x="452" y="98"/>
                </a:lnTo>
                <a:lnTo>
                  <a:pt x="453" y="99"/>
                </a:lnTo>
                <a:lnTo>
                  <a:pt x="453" y="100"/>
                </a:lnTo>
                <a:lnTo>
                  <a:pt x="455" y="101"/>
                </a:lnTo>
                <a:lnTo>
                  <a:pt x="456" y="101"/>
                </a:lnTo>
                <a:lnTo>
                  <a:pt x="457" y="100"/>
                </a:lnTo>
                <a:lnTo>
                  <a:pt x="458" y="100"/>
                </a:lnTo>
                <a:lnTo>
                  <a:pt x="459" y="99"/>
                </a:lnTo>
                <a:lnTo>
                  <a:pt x="460" y="99"/>
                </a:lnTo>
                <a:lnTo>
                  <a:pt x="461" y="98"/>
                </a:lnTo>
                <a:lnTo>
                  <a:pt x="461" y="96"/>
                </a:lnTo>
                <a:lnTo>
                  <a:pt x="462" y="96"/>
                </a:lnTo>
                <a:lnTo>
                  <a:pt x="462" y="95"/>
                </a:lnTo>
                <a:lnTo>
                  <a:pt x="463" y="95"/>
                </a:lnTo>
                <a:lnTo>
                  <a:pt x="463" y="96"/>
                </a:lnTo>
                <a:lnTo>
                  <a:pt x="466" y="97"/>
                </a:lnTo>
                <a:lnTo>
                  <a:pt x="467" y="97"/>
                </a:lnTo>
                <a:lnTo>
                  <a:pt x="467" y="96"/>
                </a:lnTo>
                <a:lnTo>
                  <a:pt x="468" y="96"/>
                </a:lnTo>
                <a:lnTo>
                  <a:pt x="469" y="95"/>
                </a:lnTo>
                <a:lnTo>
                  <a:pt x="471" y="95"/>
                </a:lnTo>
                <a:lnTo>
                  <a:pt x="471" y="96"/>
                </a:lnTo>
                <a:lnTo>
                  <a:pt x="472" y="97"/>
                </a:lnTo>
                <a:lnTo>
                  <a:pt x="474" y="97"/>
                </a:lnTo>
                <a:lnTo>
                  <a:pt x="479" y="97"/>
                </a:lnTo>
                <a:lnTo>
                  <a:pt x="481" y="97"/>
                </a:lnTo>
                <a:lnTo>
                  <a:pt x="481" y="98"/>
                </a:lnTo>
                <a:lnTo>
                  <a:pt x="480" y="99"/>
                </a:lnTo>
                <a:lnTo>
                  <a:pt x="479" y="100"/>
                </a:lnTo>
                <a:lnTo>
                  <a:pt x="480" y="100"/>
                </a:lnTo>
                <a:lnTo>
                  <a:pt x="480" y="101"/>
                </a:lnTo>
                <a:lnTo>
                  <a:pt x="480" y="102"/>
                </a:lnTo>
                <a:lnTo>
                  <a:pt x="479" y="102"/>
                </a:lnTo>
                <a:lnTo>
                  <a:pt x="480" y="102"/>
                </a:lnTo>
                <a:lnTo>
                  <a:pt x="480" y="103"/>
                </a:lnTo>
                <a:lnTo>
                  <a:pt x="481" y="103"/>
                </a:lnTo>
                <a:lnTo>
                  <a:pt x="481" y="104"/>
                </a:lnTo>
                <a:lnTo>
                  <a:pt x="482" y="105"/>
                </a:lnTo>
                <a:lnTo>
                  <a:pt x="482" y="106"/>
                </a:lnTo>
                <a:lnTo>
                  <a:pt x="482" y="107"/>
                </a:lnTo>
                <a:lnTo>
                  <a:pt x="482" y="108"/>
                </a:lnTo>
                <a:lnTo>
                  <a:pt x="483" y="108"/>
                </a:lnTo>
                <a:lnTo>
                  <a:pt x="483" y="109"/>
                </a:lnTo>
                <a:lnTo>
                  <a:pt x="482" y="109"/>
                </a:lnTo>
                <a:lnTo>
                  <a:pt x="482" y="111"/>
                </a:lnTo>
                <a:lnTo>
                  <a:pt x="483" y="111"/>
                </a:lnTo>
                <a:lnTo>
                  <a:pt x="482" y="112"/>
                </a:lnTo>
                <a:lnTo>
                  <a:pt x="481" y="112"/>
                </a:lnTo>
                <a:lnTo>
                  <a:pt x="481" y="113"/>
                </a:lnTo>
                <a:lnTo>
                  <a:pt x="482" y="114"/>
                </a:lnTo>
                <a:lnTo>
                  <a:pt x="482" y="115"/>
                </a:lnTo>
                <a:lnTo>
                  <a:pt x="483" y="115"/>
                </a:lnTo>
                <a:lnTo>
                  <a:pt x="483" y="116"/>
                </a:lnTo>
                <a:lnTo>
                  <a:pt x="482" y="117"/>
                </a:lnTo>
                <a:lnTo>
                  <a:pt x="483" y="118"/>
                </a:lnTo>
                <a:lnTo>
                  <a:pt x="484" y="118"/>
                </a:lnTo>
                <a:lnTo>
                  <a:pt x="484" y="119"/>
                </a:lnTo>
                <a:lnTo>
                  <a:pt x="484" y="120"/>
                </a:lnTo>
                <a:lnTo>
                  <a:pt x="485" y="121"/>
                </a:lnTo>
                <a:lnTo>
                  <a:pt x="485" y="120"/>
                </a:lnTo>
                <a:lnTo>
                  <a:pt x="486" y="120"/>
                </a:lnTo>
                <a:lnTo>
                  <a:pt x="487" y="120"/>
                </a:lnTo>
                <a:lnTo>
                  <a:pt x="489" y="121"/>
                </a:lnTo>
                <a:lnTo>
                  <a:pt x="490" y="121"/>
                </a:lnTo>
                <a:lnTo>
                  <a:pt x="491" y="123"/>
                </a:lnTo>
                <a:lnTo>
                  <a:pt x="492" y="124"/>
                </a:lnTo>
                <a:lnTo>
                  <a:pt x="492" y="125"/>
                </a:lnTo>
                <a:lnTo>
                  <a:pt x="492" y="126"/>
                </a:lnTo>
                <a:lnTo>
                  <a:pt x="493" y="127"/>
                </a:lnTo>
                <a:lnTo>
                  <a:pt x="494" y="127"/>
                </a:lnTo>
                <a:lnTo>
                  <a:pt x="495" y="128"/>
                </a:lnTo>
                <a:lnTo>
                  <a:pt x="495" y="129"/>
                </a:lnTo>
                <a:lnTo>
                  <a:pt x="496" y="131"/>
                </a:lnTo>
                <a:lnTo>
                  <a:pt x="498" y="131"/>
                </a:lnTo>
                <a:lnTo>
                  <a:pt x="499" y="131"/>
                </a:lnTo>
                <a:lnTo>
                  <a:pt x="500" y="131"/>
                </a:lnTo>
                <a:lnTo>
                  <a:pt x="501" y="131"/>
                </a:lnTo>
                <a:lnTo>
                  <a:pt x="502" y="132"/>
                </a:lnTo>
                <a:lnTo>
                  <a:pt x="503" y="132"/>
                </a:lnTo>
                <a:lnTo>
                  <a:pt x="505" y="131"/>
                </a:lnTo>
                <a:lnTo>
                  <a:pt x="506" y="131"/>
                </a:lnTo>
                <a:lnTo>
                  <a:pt x="508" y="129"/>
                </a:lnTo>
                <a:lnTo>
                  <a:pt x="508" y="128"/>
                </a:lnTo>
                <a:lnTo>
                  <a:pt x="509" y="128"/>
                </a:lnTo>
                <a:lnTo>
                  <a:pt x="509" y="127"/>
                </a:lnTo>
                <a:lnTo>
                  <a:pt x="510" y="128"/>
                </a:lnTo>
                <a:lnTo>
                  <a:pt x="511" y="128"/>
                </a:lnTo>
                <a:lnTo>
                  <a:pt x="511" y="129"/>
                </a:lnTo>
                <a:lnTo>
                  <a:pt x="512" y="129"/>
                </a:lnTo>
                <a:lnTo>
                  <a:pt x="513" y="129"/>
                </a:lnTo>
                <a:lnTo>
                  <a:pt x="514" y="129"/>
                </a:lnTo>
                <a:lnTo>
                  <a:pt x="514" y="131"/>
                </a:lnTo>
                <a:lnTo>
                  <a:pt x="515" y="131"/>
                </a:lnTo>
                <a:lnTo>
                  <a:pt x="517" y="131"/>
                </a:lnTo>
                <a:lnTo>
                  <a:pt x="518" y="131"/>
                </a:lnTo>
                <a:lnTo>
                  <a:pt x="519" y="131"/>
                </a:lnTo>
                <a:lnTo>
                  <a:pt x="520" y="131"/>
                </a:lnTo>
                <a:lnTo>
                  <a:pt x="521" y="131"/>
                </a:lnTo>
                <a:lnTo>
                  <a:pt x="522" y="131"/>
                </a:lnTo>
                <a:lnTo>
                  <a:pt x="522" y="132"/>
                </a:lnTo>
                <a:lnTo>
                  <a:pt x="522" y="133"/>
                </a:lnTo>
                <a:lnTo>
                  <a:pt x="522" y="134"/>
                </a:lnTo>
                <a:lnTo>
                  <a:pt x="524" y="134"/>
                </a:lnTo>
                <a:lnTo>
                  <a:pt x="526" y="133"/>
                </a:lnTo>
                <a:lnTo>
                  <a:pt x="527" y="133"/>
                </a:lnTo>
                <a:lnTo>
                  <a:pt x="528" y="133"/>
                </a:lnTo>
                <a:lnTo>
                  <a:pt x="529" y="133"/>
                </a:lnTo>
                <a:lnTo>
                  <a:pt x="530" y="133"/>
                </a:lnTo>
                <a:lnTo>
                  <a:pt x="531" y="133"/>
                </a:lnTo>
                <a:lnTo>
                  <a:pt x="532" y="133"/>
                </a:lnTo>
                <a:lnTo>
                  <a:pt x="532" y="134"/>
                </a:lnTo>
                <a:lnTo>
                  <a:pt x="533" y="134"/>
                </a:lnTo>
                <a:lnTo>
                  <a:pt x="534" y="134"/>
                </a:lnTo>
                <a:lnTo>
                  <a:pt x="535" y="135"/>
                </a:lnTo>
                <a:lnTo>
                  <a:pt x="536" y="136"/>
                </a:lnTo>
                <a:lnTo>
                  <a:pt x="537" y="135"/>
                </a:lnTo>
                <a:lnTo>
                  <a:pt x="538" y="135"/>
                </a:lnTo>
                <a:lnTo>
                  <a:pt x="539" y="135"/>
                </a:lnTo>
                <a:lnTo>
                  <a:pt x="541" y="135"/>
                </a:lnTo>
                <a:lnTo>
                  <a:pt x="541" y="136"/>
                </a:lnTo>
                <a:lnTo>
                  <a:pt x="540" y="136"/>
                </a:lnTo>
                <a:lnTo>
                  <a:pt x="540" y="137"/>
                </a:lnTo>
                <a:lnTo>
                  <a:pt x="541" y="138"/>
                </a:lnTo>
                <a:lnTo>
                  <a:pt x="541" y="137"/>
                </a:lnTo>
                <a:lnTo>
                  <a:pt x="542" y="137"/>
                </a:lnTo>
                <a:lnTo>
                  <a:pt x="544" y="137"/>
                </a:lnTo>
                <a:lnTo>
                  <a:pt x="544" y="136"/>
                </a:lnTo>
                <a:lnTo>
                  <a:pt x="545" y="136"/>
                </a:lnTo>
                <a:lnTo>
                  <a:pt x="545" y="137"/>
                </a:lnTo>
                <a:lnTo>
                  <a:pt x="548" y="137"/>
                </a:lnTo>
                <a:lnTo>
                  <a:pt x="548" y="138"/>
                </a:lnTo>
                <a:lnTo>
                  <a:pt x="549" y="138"/>
                </a:lnTo>
                <a:lnTo>
                  <a:pt x="551" y="138"/>
                </a:lnTo>
                <a:lnTo>
                  <a:pt x="552" y="138"/>
                </a:lnTo>
                <a:lnTo>
                  <a:pt x="554" y="136"/>
                </a:lnTo>
                <a:lnTo>
                  <a:pt x="556" y="135"/>
                </a:lnTo>
                <a:lnTo>
                  <a:pt x="557" y="135"/>
                </a:lnTo>
                <a:lnTo>
                  <a:pt x="560" y="135"/>
                </a:lnTo>
                <a:lnTo>
                  <a:pt x="561" y="135"/>
                </a:lnTo>
                <a:lnTo>
                  <a:pt x="562" y="135"/>
                </a:lnTo>
                <a:lnTo>
                  <a:pt x="563" y="135"/>
                </a:lnTo>
                <a:lnTo>
                  <a:pt x="564" y="135"/>
                </a:lnTo>
                <a:lnTo>
                  <a:pt x="565" y="135"/>
                </a:lnTo>
                <a:lnTo>
                  <a:pt x="566" y="135"/>
                </a:lnTo>
                <a:lnTo>
                  <a:pt x="567" y="135"/>
                </a:lnTo>
                <a:lnTo>
                  <a:pt x="567" y="136"/>
                </a:lnTo>
                <a:lnTo>
                  <a:pt x="568" y="136"/>
                </a:lnTo>
                <a:lnTo>
                  <a:pt x="568" y="137"/>
                </a:lnTo>
                <a:lnTo>
                  <a:pt x="568" y="136"/>
                </a:lnTo>
                <a:lnTo>
                  <a:pt x="569" y="136"/>
                </a:lnTo>
                <a:lnTo>
                  <a:pt x="570" y="136"/>
                </a:lnTo>
                <a:lnTo>
                  <a:pt x="570" y="135"/>
                </a:lnTo>
                <a:lnTo>
                  <a:pt x="572" y="135"/>
                </a:lnTo>
                <a:lnTo>
                  <a:pt x="573" y="136"/>
                </a:lnTo>
                <a:lnTo>
                  <a:pt x="574" y="136"/>
                </a:lnTo>
                <a:lnTo>
                  <a:pt x="576" y="135"/>
                </a:lnTo>
                <a:lnTo>
                  <a:pt x="577" y="135"/>
                </a:lnTo>
                <a:lnTo>
                  <a:pt x="578" y="133"/>
                </a:lnTo>
                <a:lnTo>
                  <a:pt x="578" y="132"/>
                </a:lnTo>
                <a:lnTo>
                  <a:pt x="579" y="129"/>
                </a:lnTo>
                <a:lnTo>
                  <a:pt x="580" y="129"/>
                </a:lnTo>
                <a:lnTo>
                  <a:pt x="581" y="128"/>
                </a:lnTo>
                <a:lnTo>
                  <a:pt x="581" y="129"/>
                </a:lnTo>
                <a:lnTo>
                  <a:pt x="582" y="129"/>
                </a:lnTo>
                <a:lnTo>
                  <a:pt x="583" y="129"/>
                </a:lnTo>
                <a:lnTo>
                  <a:pt x="584" y="129"/>
                </a:lnTo>
                <a:lnTo>
                  <a:pt x="584" y="128"/>
                </a:lnTo>
                <a:lnTo>
                  <a:pt x="586" y="128"/>
                </a:lnTo>
                <a:lnTo>
                  <a:pt x="589" y="127"/>
                </a:lnTo>
                <a:lnTo>
                  <a:pt x="590" y="127"/>
                </a:lnTo>
                <a:lnTo>
                  <a:pt x="590" y="128"/>
                </a:lnTo>
                <a:lnTo>
                  <a:pt x="591" y="128"/>
                </a:lnTo>
                <a:lnTo>
                  <a:pt x="592" y="128"/>
                </a:lnTo>
                <a:lnTo>
                  <a:pt x="592" y="129"/>
                </a:lnTo>
                <a:lnTo>
                  <a:pt x="593" y="128"/>
                </a:lnTo>
                <a:lnTo>
                  <a:pt x="594" y="128"/>
                </a:lnTo>
                <a:lnTo>
                  <a:pt x="595" y="128"/>
                </a:lnTo>
                <a:lnTo>
                  <a:pt x="596" y="128"/>
                </a:lnTo>
                <a:lnTo>
                  <a:pt x="596" y="129"/>
                </a:lnTo>
                <a:lnTo>
                  <a:pt x="597" y="131"/>
                </a:lnTo>
                <a:lnTo>
                  <a:pt x="597" y="132"/>
                </a:lnTo>
                <a:lnTo>
                  <a:pt x="598" y="132"/>
                </a:lnTo>
                <a:lnTo>
                  <a:pt x="598" y="133"/>
                </a:lnTo>
                <a:lnTo>
                  <a:pt x="599" y="133"/>
                </a:lnTo>
                <a:lnTo>
                  <a:pt x="599" y="134"/>
                </a:lnTo>
                <a:lnTo>
                  <a:pt x="599" y="135"/>
                </a:lnTo>
                <a:lnTo>
                  <a:pt x="600" y="135"/>
                </a:lnTo>
                <a:lnTo>
                  <a:pt x="601" y="134"/>
                </a:lnTo>
                <a:lnTo>
                  <a:pt x="602" y="134"/>
                </a:lnTo>
                <a:lnTo>
                  <a:pt x="603" y="134"/>
                </a:lnTo>
                <a:lnTo>
                  <a:pt x="604" y="134"/>
                </a:lnTo>
                <a:lnTo>
                  <a:pt x="604" y="133"/>
                </a:lnTo>
                <a:lnTo>
                  <a:pt x="604" y="134"/>
                </a:lnTo>
                <a:lnTo>
                  <a:pt x="606" y="135"/>
                </a:lnTo>
                <a:lnTo>
                  <a:pt x="606" y="136"/>
                </a:lnTo>
                <a:lnTo>
                  <a:pt x="607" y="136"/>
                </a:lnTo>
                <a:lnTo>
                  <a:pt x="608" y="136"/>
                </a:lnTo>
                <a:lnTo>
                  <a:pt x="608" y="135"/>
                </a:lnTo>
                <a:lnTo>
                  <a:pt x="609" y="135"/>
                </a:lnTo>
                <a:lnTo>
                  <a:pt x="609" y="134"/>
                </a:lnTo>
                <a:lnTo>
                  <a:pt x="610" y="133"/>
                </a:lnTo>
                <a:lnTo>
                  <a:pt x="611" y="133"/>
                </a:lnTo>
                <a:lnTo>
                  <a:pt x="612" y="132"/>
                </a:lnTo>
                <a:lnTo>
                  <a:pt x="613" y="132"/>
                </a:lnTo>
                <a:lnTo>
                  <a:pt x="614" y="131"/>
                </a:lnTo>
                <a:lnTo>
                  <a:pt x="615" y="131"/>
                </a:lnTo>
                <a:lnTo>
                  <a:pt x="615" y="132"/>
                </a:lnTo>
                <a:lnTo>
                  <a:pt x="615" y="131"/>
                </a:lnTo>
                <a:lnTo>
                  <a:pt x="616" y="129"/>
                </a:lnTo>
                <a:lnTo>
                  <a:pt x="618" y="129"/>
                </a:lnTo>
                <a:lnTo>
                  <a:pt x="619" y="129"/>
                </a:lnTo>
                <a:lnTo>
                  <a:pt x="620" y="129"/>
                </a:lnTo>
                <a:lnTo>
                  <a:pt x="621" y="129"/>
                </a:lnTo>
                <a:lnTo>
                  <a:pt x="622" y="128"/>
                </a:lnTo>
                <a:lnTo>
                  <a:pt x="623" y="128"/>
                </a:lnTo>
                <a:lnTo>
                  <a:pt x="624" y="128"/>
                </a:lnTo>
                <a:lnTo>
                  <a:pt x="625" y="128"/>
                </a:lnTo>
                <a:lnTo>
                  <a:pt x="625" y="127"/>
                </a:lnTo>
                <a:lnTo>
                  <a:pt x="626" y="127"/>
                </a:lnTo>
                <a:lnTo>
                  <a:pt x="627" y="126"/>
                </a:lnTo>
                <a:lnTo>
                  <a:pt x="628" y="125"/>
                </a:lnTo>
                <a:lnTo>
                  <a:pt x="629" y="125"/>
                </a:lnTo>
                <a:lnTo>
                  <a:pt x="630" y="125"/>
                </a:lnTo>
                <a:lnTo>
                  <a:pt x="630" y="124"/>
                </a:lnTo>
                <a:lnTo>
                  <a:pt x="631" y="124"/>
                </a:lnTo>
                <a:lnTo>
                  <a:pt x="631" y="123"/>
                </a:lnTo>
                <a:lnTo>
                  <a:pt x="632" y="123"/>
                </a:lnTo>
                <a:lnTo>
                  <a:pt x="633" y="122"/>
                </a:lnTo>
                <a:lnTo>
                  <a:pt x="634" y="122"/>
                </a:lnTo>
                <a:lnTo>
                  <a:pt x="635" y="121"/>
                </a:lnTo>
                <a:lnTo>
                  <a:pt x="637" y="121"/>
                </a:lnTo>
                <a:lnTo>
                  <a:pt x="637" y="120"/>
                </a:lnTo>
                <a:lnTo>
                  <a:pt x="638" y="119"/>
                </a:lnTo>
                <a:lnTo>
                  <a:pt x="638" y="118"/>
                </a:lnTo>
                <a:lnTo>
                  <a:pt x="638" y="117"/>
                </a:lnTo>
                <a:lnTo>
                  <a:pt x="638" y="116"/>
                </a:lnTo>
                <a:lnTo>
                  <a:pt x="639" y="116"/>
                </a:lnTo>
                <a:lnTo>
                  <a:pt x="639" y="115"/>
                </a:lnTo>
                <a:lnTo>
                  <a:pt x="638" y="115"/>
                </a:lnTo>
                <a:lnTo>
                  <a:pt x="637" y="114"/>
                </a:lnTo>
                <a:lnTo>
                  <a:pt x="636" y="114"/>
                </a:lnTo>
                <a:lnTo>
                  <a:pt x="636" y="113"/>
                </a:lnTo>
                <a:lnTo>
                  <a:pt x="636" y="112"/>
                </a:lnTo>
                <a:lnTo>
                  <a:pt x="637" y="112"/>
                </a:lnTo>
                <a:lnTo>
                  <a:pt x="638" y="111"/>
                </a:lnTo>
                <a:lnTo>
                  <a:pt x="639" y="111"/>
                </a:lnTo>
                <a:lnTo>
                  <a:pt x="640" y="111"/>
                </a:lnTo>
                <a:lnTo>
                  <a:pt x="641" y="110"/>
                </a:lnTo>
                <a:lnTo>
                  <a:pt x="642" y="110"/>
                </a:lnTo>
                <a:lnTo>
                  <a:pt x="643" y="110"/>
                </a:lnTo>
                <a:lnTo>
                  <a:pt x="644" y="110"/>
                </a:lnTo>
                <a:lnTo>
                  <a:pt x="645" y="110"/>
                </a:lnTo>
                <a:lnTo>
                  <a:pt x="645" y="109"/>
                </a:lnTo>
                <a:lnTo>
                  <a:pt x="646" y="109"/>
                </a:lnTo>
                <a:lnTo>
                  <a:pt x="647" y="108"/>
                </a:lnTo>
                <a:lnTo>
                  <a:pt x="648" y="108"/>
                </a:lnTo>
                <a:lnTo>
                  <a:pt x="649" y="107"/>
                </a:lnTo>
                <a:lnTo>
                  <a:pt x="650" y="107"/>
                </a:lnTo>
                <a:lnTo>
                  <a:pt x="651" y="107"/>
                </a:lnTo>
                <a:lnTo>
                  <a:pt x="653" y="107"/>
                </a:lnTo>
                <a:lnTo>
                  <a:pt x="654" y="107"/>
                </a:lnTo>
                <a:lnTo>
                  <a:pt x="655" y="106"/>
                </a:lnTo>
                <a:lnTo>
                  <a:pt x="656" y="106"/>
                </a:lnTo>
                <a:lnTo>
                  <a:pt x="657" y="106"/>
                </a:lnTo>
                <a:lnTo>
                  <a:pt x="658" y="105"/>
                </a:lnTo>
                <a:lnTo>
                  <a:pt x="659" y="105"/>
                </a:lnTo>
                <a:lnTo>
                  <a:pt x="660" y="105"/>
                </a:lnTo>
                <a:lnTo>
                  <a:pt x="661" y="105"/>
                </a:lnTo>
                <a:lnTo>
                  <a:pt x="662" y="104"/>
                </a:lnTo>
                <a:lnTo>
                  <a:pt x="663" y="104"/>
                </a:lnTo>
                <a:lnTo>
                  <a:pt x="664" y="104"/>
                </a:lnTo>
                <a:lnTo>
                  <a:pt x="666" y="104"/>
                </a:lnTo>
                <a:lnTo>
                  <a:pt x="667" y="104"/>
                </a:lnTo>
                <a:lnTo>
                  <a:pt x="668" y="103"/>
                </a:lnTo>
                <a:lnTo>
                  <a:pt x="669" y="103"/>
                </a:lnTo>
                <a:lnTo>
                  <a:pt x="670" y="103"/>
                </a:lnTo>
                <a:lnTo>
                  <a:pt x="670" y="102"/>
                </a:lnTo>
                <a:lnTo>
                  <a:pt x="671" y="102"/>
                </a:lnTo>
                <a:lnTo>
                  <a:pt x="672" y="101"/>
                </a:lnTo>
                <a:lnTo>
                  <a:pt x="673" y="100"/>
                </a:lnTo>
                <a:lnTo>
                  <a:pt x="674" y="100"/>
                </a:lnTo>
                <a:lnTo>
                  <a:pt x="675" y="100"/>
                </a:lnTo>
                <a:lnTo>
                  <a:pt x="676" y="100"/>
                </a:lnTo>
                <a:lnTo>
                  <a:pt x="677" y="100"/>
                </a:lnTo>
                <a:lnTo>
                  <a:pt x="677" y="99"/>
                </a:lnTo>
                <a:lnTo>
                  <a:pt x="677" y="98"/>
                </a:lnTo>
                <a:lnTo>
                  <a:pt x="678" y="98"/>
                </a:lnTo>
                <a:lnTo>
                  <a:pt x="679" y="98"/>
                </a:lnTo>
                <a:lnTo>
                  <a:pt x="680" y="98"/>
                </a:lnTo>
                <a:lnTo>
                  <a:pt x="680" y="97"/>
                </a:lnTo>
                <a:lnTo>
                  <a:pt x="682" y="96"/>
                </a:lnTo>
                <a:lnTo>
                  <a:pt x="683" y="96"/>
                </a:lnTo>
                <a:lnTo>
                  <a:pt x="685" y="95"/>
                </a:lnTo>
                <a:lnTo>
                  <a:pt x="686" y="95"/>
                </a:lnTo>
                <a:lnTo>
                  <a:pt x="688" y="94"/>
                </a:lnTo>
                <a:lnTo>
                  <a:pt x="689" y="94"/>
                </a:lnTo>
                <a:lnTo>
                  <a:pt x="690" y="93"/>
                </a:lnTo>
                <a:lnTo>
                  <a:pt x="691" y="93"/>
                </a:lnTo>
                <a:lnTo>
                  <a:pt x="692" y="93"/>
                </a:lnTo>
                <a:lnTo>
                  <a:pt x="692" y="92"/>
                </a:lnTo>
                <a:lnTo>
                  <a:pt x="693" y="91"/>
                </a:lnTo>
                <a:lnTo>
                  <a:pt x="694" y="89"/>
                </a:lnTo>
                <a:lnTo>
                  <a:pt x="696" y="89"/>
                </a:lnTo>
                <a:lnTo>
                  <a:pt x="697" y="89"/>
                </a:lnTo>
                <a:lnTo>
                  <a:pt x="697" y="88"/>
                </a:lnTo>
                <a:lnTo>
                  <a:pt x="698" y="88"/>
                </a:lnTo>
                <a:lnTo>
                  <a:pt x="699" y="88"/>
                </a:lnTo>
                <a:lnTo>
                  <a:pt x="700" y="88"/>
                </a:lnTo>
                <a:lnTo>
                  <a:pt x="701" y="88"/>
                </a:lnTo>
                <a:lnTo>
                  <a:pt x="702" y="88"/>
                </a:lnTo>
                <a:lnTo>
                  <a:pt x="703" y="88"/>
                </a:lnTo>
                <a:lnTo>
                  <a:pt x="703" y="89"/>
                </a:lnTo>
                <a:lnTo>
                  <a:pt x="704" y="89"/>
                </a:lnTo>
                <a:lnTo>
                  <a:pt x="705" y="89"/>
                </a:lnTo>
                <a:lnTo>
                  <a:pt x="709" y="89"/>
                </a:lnTo>
                <a:lnTo>
                  <a:pt x="710" y="89"/>
                </a:lnTo>
                <a:lnTo>
                  <a:pt x="711" y="88"/>
                </a:lnTo>
                <a:lnTo>
                  <a:pt x="712" y="88"/>
                </a:lnTo>
                <a:lnTo>
                  <a:pt x="713" y="88"/>
                </a:lnTo>
                <a:lnTo>
                  <a:pt x="713" y="87"/>
                </a:lnTo>
                <a:lnTo>
                  <a:pt x="714" y="87"/>
                </a:lnTo>
                <a:lnTo>
                  <a:pt x="715" y="87"/>
                </a:lnTo>
                <a:lnTo>
                  <a:pt x="716" y="87"/>
                </a:lnTo>
                <a:lnTo>
                  <a:pt x="716" y="86"/>
                </a:lnTo>
                <a:lnTo>
                  <a:pt x="717" y="86"/>
                </a:lnTo>
                <a:lnTo>
                  <a:pt x="718" y="86"/>
                </a:lnTo>
                <a:lnTo>
                  <a:pt x="718" y="85"/>
                </a:lnTo>
                <a:lnTo>
                  <a:pt x="717" y="85"/>
                </a:lnTo>
                <a:lnTo>
                  <a:pt x="718" y="84"/>
                </a:lnTo>
                <a:lnTo>
                  <a:pt x="718" y="85"/>
                </a:lnTo>
                <a:lnTo>
                  <a:pt x="720" y="85"/>
                </a:lnTo>
                <a:lnTo>
                  <a:pt x="721" y="84"/>
                </a:lnTo>
                <a:lnTo>
                  <a:pt x="722" y="83"/>
                </a:lnTo>
                <a:lnTo>
                  <a:pt x="723" y="83"/>
                </a:lnTo>
                <a:lnTo>
                  <a:pt x="724" y="83"/>
                </a:lnTo>
                <a:lnTo>
                  <a:pt x="724" y="84"/>
                </a:lnTo>
                <a:lnTo>
                  <a:pt x="724" y="85"/>
                </a:lnTo>
                <a:lnTo>
                  <a:pt x="725" y="86"/>
                </a:lnTo>
                <a:lnTo>
                  <a:pt x="726" y="86"/>
                </a:lnTo>
                <a:lnTo>
                  <a:pt x="727" y="86"/>
                </a:lnTo>
                <a:lnTo>
                  <a:pt x="728" y="86"/>
                </a:lnTo>
                <a:lnTo>
                  <a:pt x="729" y="87"/>
                </a:lnTo>
                <a:lnTo>
                  <a:pt x="730" y="88"/>
                </a:lnTo>
                <a:lnTo>
                  <a:pt x="731" y="88"/>
                </a:lnTo>
                <a:lnTo>
                  <a:pt x="732" y="89"/>
                </a:lnTo>
                <a:lnTo>
                  <a:pt x="733" y="90"/>
                </a:lnTo>
                <a:lnTo>
                  <a:pt x="733" y="91"/>
                </a:lnTo>
                <a:lnTo>
                  <a:pt x="733" y="92"/>
                </a:lnTo>
                <a:lnTo>
                  <a:pt x="733" y="93"/>
                </a:lnTo>
                <a:lnTo>
                  <a:pt x="733" y="94"/>
                </a:lnTo>
                <a:lnTo>
                  <a:pt x="734" y="94"/>
                </a:lnTo>
                <a:lnTo>
                  <a:pt x="735" y="94"/>
                </a:lnTo>
                <a:lnTo>
                  <a:pt x="736" y="94"/>
                </a:lnTo>
                <a:lnTo>
                  <a:pt x="737" y="94"/>
                </a:lnTo>
                <a:lnTo>
                  <a:pt x="738" y="95"/>
                </a:lnTo>
                <a:lnTo>
                  <a:pt x="739" y="95"/>
                </a:lnTo>
                <a:lnTo>
                  <a:pt x="740" y="95"/>
                </a:lnTo>
                <a:lnTo>
                  <a:pt x="741" y="95"/>
                </a:lnTo>
                <a:lnTo>
                  <a:pt x="742" y="95"/>
                </a:lnTo>
                <a:lnTo>
                  <a:pt x="743" y="96"/>
                </a:lnTo>
                <a:lnTo>
                  <a:pt x="744" y="96"/>
                </a:lnTo>
                <a:lnTo>
                  <a:pt x="746" y="96"/>
                </a:lnTo>
                <a:lnTo>
                  <a:pt x="747" y="96"/>
                </a:lnTo>
                <a:lnTo>
                  <a:pt x="748" y="96"/>
                </a:lnTo>
                <a:lnTo>
                  <a:pt x="749" y="96"/>
                </a:lnTo>
                <a:lnTo>
                  <a:pt x="749" y="97"/>
                </a:lnTo>
                <a:lnTo>
                  <a:pt x="749" y="98"/>
                </a:lnTo>
                <a:lnTo>
                  <a:pt x="750" y="99"/>
                </a:lnTo>
                <a:lnTo>
                  <a:pt x="751" y="99"/>
                </a:lnTo>
                <a:lnTo>
                  <a:pt x="752" y="99"/>
                </a:lnTo>
                <a:lnTo>
                  <a:pt x="752" y="100"/>
                </a:lnTo>
                <a:lnTo>
                  <a:pt x="753" y="100"/>
                </a:lnTo>
                <a:lnTo>
                  <a:pt x="754" y="101"/>
                </a:lnTo>
                <a:lnTo>
                  <a:pt x="755" y="101"/>
                </a:lnTo>
                <a:lnTo>
                  <a:pt x="756" y="100"/>
                </a:lnTo>
                <a:lnTo>
                  <a:pt x="756" y="101"/>
                </a:lnTo>
                <a:lnTo>
                  <a:pt x="757" y="101"/>
                </a:lnTo>
                <a:lnTo>
                  <a:pt x="758" y="100"/>
                </a:lnTo>
                <a:lnTo>
                  <a:pt x="759" y="100"/>
                </a:lnTo>
                <a:lnTo>
                  <a:pt x="759" y="99"/>
                </a:lnTo>
                <a:lnTo>
                  <a:pt x="759" y="98"/>
                </a:lnTo>
                <a:lnTo>
                  <a:pt x="760" y="98"/>
                </a:lnTo>
                <a:lnTo>
                  <a:pt x="760" y="97"/>
                </a:lnTo>
                <a:lnTo>
                  <a:pt x="761" y="96"/>
                </a:lnTo>
                <a:lnTo>
                  <a:pt x="760" y="96"/>
                </a:lnTo>
                <a:lnTo>
                  <a:pt x="760" y="95"/>
                </a:lnTo>
                <a:lnTo>
                  <a:pt x="761" y="94"/>
                </a:lnTo>
                <a:lnTo>
                  <a:pt x="761" y="93"/>
                </a:lnTo>
                <a:lnTo>
                  <a:pt x="762" y="93"/>
                </a:lnTo>
                <a:lnTo>
                  <a:pt x="762" y="92"/>
                </a:lnTo>
                <a:lnTo>
                  <a:pt x="763" y="91"/>
                </a:lnTo>
                <a:lnTo>
                  <a:pt x="763" y="90"/>
                </a:lnTo>
                <a:lnTo>
                  <a:pt x="764" y="90"/>
                </a:lnTo>
                <a:lnTo>
                  <a:pt x="765" y="90"/>
                </a:lnTo>
                <a:lnTo>
                  <a:pt x="766" y="89"/>
                </a:lnTo>
                <a:lnTo>
                  <a:pt x="767" y="88"/>
                </a:lnTo>
                <a:lnTo>
                  <a:pt x="768" y="88"/>
                </a:lnTo>
                <a:lnTo>
                  <a:pt x="769" y="88"/>
                </a:lnTo>
                <a:lnTo>
                  <a:pt x="771" y="87"/>
                </a:lnTo>
                <a:lnTo>
                  <a:pt x="772" y="87"/>
                </a:lnTo>
                <a:lnTo>
                  <a:pt x="772" y="86"/>
                </a:lnTo>
                <a:lnTo>
                  <a:pt x="773" y="86"/>
                </a:lnTo>
                <a:lnTo>
                  <a:pt x="774" y="86"/>
                </a:lnTo>
                <a:lnTo>
                  <a:pt x="776" y="86"/>
                </a:lnTo>
                <a:lnTo>
                  <a:pt x="777" y="86"/>
                </a:lnTo>
                <a:lnTo>
                  <a:pt x="778" y="85"/>
                </a:lnTo>
                <a:lnTo>
                  <a:pt x="779" y="85"/>
                </a:lnTo>
                <a:lnTo>
                  <a:pt x="779" y="84"/>
                </a:lnTo>
                <a:lnTo>
                  <a:pt x="780" y="84"/>
                </a:lnTo>
                <a:lnTo>
                  <a:pt x="780" y="85"/>
                </a:lnTo>
                <a:lnTo>
                  <a:pt x="781" y="85"/>
                </a:lnTo>
                <a:lnTo>
                  <a:pt x="783" y="85"/>
                </a:lnTo>
                <a:lnTo>
                  <a:pt x="784" y="85"/>
                </a:lnTo>
                <a:lnTo>
                  <a:pt x="784" y="84"/>
                </a:lnTo>
                <a:lnTo>
                  <a:pt x="787" y="84"/>
                </a:lnTo>
                <a:lnTo>
                  <a:pt x="789" y="84"/>
                </a:lnTo>
                <a:lnTo>
                  <a:pt x="790" y="84"/>
                </a:lnTo>
                <a:lnTo>
                  <a:pt x="791" y="84"/>
                </a:lnTo>
                <a:lnTo>
                  <a:pt x="792" y="84"/>
                </a:lnTo>
                <a:lnTo>
                  <a:pt x="793" y="84"/>
                </a:lnTo>
                <a:lnTo>
                  <a:pt x="794" y="84"/>
                </a:lnTo>
                <a:lnTo>
                  <a:pt x="794" y="85"/>
                </a:lnTo>
                <a:lnTo>
                  <a:pt x="795" y="84"/>
                </a:lnTo>
                <a:lnTo>
                  <a:pt x="796" y="83"/>
                </a:lnTo>
                <a:lnTo>
                  <a:pt x="797" y="83"/>
                </a:lnTo>
                <a:lnTo>
                  <a:pt x="797" y="82"/>
                </a:lnTo>
                <a:lnTo>
                  <a:pt x="798" y="81"/>
                </a:lnTo>
                <a:lnTo>
                  <a:pt x="798" y="80"/>
                </a:lnTo>
                <a:lnTo>
                  <a:pt x="799" y="80"/>
                </a:lnTo>
                <a:lnTo>
                  <a:pt x="800" y="80"/>
                </a:lnTo>
                <a:lnTo>
                  <a:pt x="800" y="79"/>
                </a:lnTo>
                <a:lnTo>
                  <a:pt x="801" y="78"/>
                </a:lnTo>
                <a:lnTo>
                  <a:pt x="802" y="78"/>
                </a:lnTo>
                <a:lnTo>
                  <a:pt x="803" y="77"/>
                </a:lnTo>
                <a:lnTo>
                  <a:pt x="803" y="76"/>
                </a:lnTo>
                <a:lnTo>
                  <a:pt x="804" y="76"/>
                </a:lnTo>
                <a:lnTo>
                  <a:pt x="805" y="76"/>
                </a:lnTo>
                <a:lnTo>
                  <a:pt x="805" y="77"/>
                </a:lnTo>
                <a:lnTo>
                  <a:pt x="806" y="77"/>
                </a:lnTo>
                <a:lnTo>
                  <a:pt x="806" y="76"/>
                </a:lnTo>
                <a:lnTo>
                  <a:pt x="806" y="75"/>
                </a:lnTo>
                <a:lnTo>
                  <a:pt x="807" y="75"/>
                </a:lnTo>
                <a:lnTo>
                  <a:pt x="808" y="75"/>
                </a:lnTo>
                <a:lnTo>
                  <a:pt x="808" y="74"/>
                </a:lnTo>
                <a:lnTo>
                  <a:pt x="809" y="73"/>
                </a:lnTo>
                <a:lnTo>
                  <a:pt x="809" y="72"/>
                </a:lnTo>
                <a:lnTo>
                  <a:pt x="809" y="71"/>
                </a:lnTo>
                <a:lnTo>
                  <a:pt x="810" y="70"/>
                </a:lnTo>
                <a:lnTo>
                  <a:pt x="810" y="69"/>
                </a:lnTo>
                <a:lnTo>
                  <a:pt x="811" y="67"/>
                </a:lnTo>
                <a:lnTo>
                  <a:pt x="812" y="67"/>
                </a:lnTo>
                <a:lnTo>
                  <a:pt x="812" y="66"/>
                </a:lnTo>
                <a:lnTo>
                  <a:pt x="813" y="65"/>
                </a:lnTo>
                <a:lnTo>
                  <a:pt x="813" y="64"/>
                </a:lnTo>
                <a:lnTo>
                  <a:pt x="813" y="63"/>
                </a:lnTo>
                <a:lnTo>
                  <a:pt x="813" y="62"/>
                </a:lnTo>
                <a:lnTo>
                  <a:pt x="813" y="61"/>
                </a:lnTo>
                <a:lnTo>
                  <a:pt x="814" y="61"/>
                </a:lnTo>
                <a:lnTo>
                  <a:pt x="814" y="60"/>
                </a:lnTo>
                <a:lnTo>
                  <a:pt x="814" y="59"/>
                </a:lnTo>
                <a:lnTo>
                  <a:pt x="815" y="59"/>
                </a:lnTo>
                <a:lnTo>
                  <a:pt x="815" y="58"/>
                </a:lnTo>
                <a:lnTo>
                  <a:pt x="816" y="58"/>
                </a:lnTo>
                <a:lnTo>
                  <a:pt x="816" y="57"/>
                </a:lnTo>
                <a:lnTo>
                  <a:pt x="817" y="57"/>
                </a:lnTo>
                <a:lnTo>
                  <a:pt x="818" y="57"/>
                </a:lnTo>
                <a:lnTo>
                  <a:pt x="818" y="56"/>
                </a:lnTo>
                <a:lnTo>
                  <a:pt x="818" y="55"/>
                </a:lnTo>
                <a:lnTo>
                  <a:pt x="819" y="55"/>
                </a:lnTo>
                <a:lnTo>
                  <a:pt x="820" y="55"/>
                </a:lnTo>
                <a:lnTo>
                  <a:pt x="820" y="54"/>
                </a:lnTo>
                <a:lnTo>
                  <a:pt x="821" y="54"/>
                </a:lnTo>
                <a:lnTo>
                  <a:pt x="821" y="52"/>
                </a:lnTo>
                <a:lnTo>
                  <a:pt x="820" y="52"/>
                </a:lnTo>
                <a:lnTo>
                  <a:pt x="819" y="51"/>
                </a:lnTo>
                <a:lnTo>
                  <a:pt x="819" y="50"/>
                </a:lnTo>
                <a:lnTo>
                  <a:pt x="818" y="49"/>
                </a:lnTo>
                <a:lnTo>
                  <a:pt x="819" y="49"/>
                </a:lnTo>
                <a:lnTo>
                  <a:pt x="819" y="48"/>
                </a:lnTo>
                <a:lnTo>
                  <a:pt x="819" y="47"/>
                </a:lnTo>
                <a:lnTo>
                  <a:pt x="819" y="46"/>
                </a:lnTo>
                <a:lnTo>
                  <a:pt x="819" y="43"/>
                </a:lnTo>
                <a:lnTo>
                  <a:pt x="819" y="42"/>
                </a:lnTo>
                <a:lnTo>
                  <a:pt x="820" y="42"/>
                </a:lnTo>
                <a:lnTo>
                  <a:pt x="821" y="42"/>
                </a:lnTo>
                <a:lnTo>
                  <a:pt x="822" y="42"/>
                </a:lnTo>
                <a:lnTo>
                  <a:pt x="823" y="42"/>
                </a:lnTo>
                <a:lnTo>
                  <a:pt x="823" y="41"/>
                </a:lnTo>
                <a:lnTo>
                  <a:pt x="825" y="41"/>
                </a:lnTo>
                <a:lnTo>
                  <a:pt x="826" y="41"/>
                </a:lnTo>
                <a:lnTo>
                  <a:pt x="826" y="40"/>
                </a:lnTo>
                <a:lnTo>
                  <a:pt x="827" y="40"/>
                </a:lnTo>
                <a:lnTo>
                  <a:pt x="828" y="40"/>
                </a:lnTo>
                <a:lnTo>
                  <a:pt x="828" y="39"/>
                </a:lnTo>
                <a:lnTo>
                  <a:pt x="829" y="39"/>
                </a:lnTo>
                <a:lnTo>
                  <a:pt x="829" y="38"/>
                </a:lnTo>
                <a:lnTo>
                  <a:pt x="830" y="38"/>
                </a:lnTo>
                <a:lnTo>
                  <a:pt x="831" y="38"/>
                </a:lnTo>
                <a:lnTo>
                  <a:pt x="832" y="38"/>
                </a:lnTo>
                <a:lnTo>
                  <a:pt x="833" y="38"/>
                </a:lnTo>
                <a:lnTo>
                  <a:pt x="833" y="39"/>
                </a:lnTo>
                <a:lnTo>
                  <a:pt x="834" y="39"/>
                </a:lnTo>
                <a:lnTo>
                  <a:pt x="835" y="39"/>
                </a:lnTo>
                <a:lnTo>
                  <a:pt x="836" y="39"/>
                </a:lnTo>
                <a:lnTo>
                  <a:pt x="837" y="39"/>
                </a:lnTo>
                <a:lnTo>
                  <a:pt x="838" y="39"/>
                </a:lnTo>
                <a:lnTo>
                  <a:pt x="838" y="38"/>
                </a:lnTo>
                <a:lnTo>
                  <a:pt x="838" y="37"/>
                </a:lnTo>
                <a:lnTo>
                  <a:pt x="839" y="37"/>
                </a:lnTo>
                <a:lnTo>
                  <a:pt x="839" y="36"/>
                </a:lnTo>
                <a:lnTo>
                  <a:pt x="840" y="36"/>
                </a:lnTo>
                <a:lnTo>
                  <a:pt x="840" y="35"/>
                </a:lnTo>
                <a:lnTo>
                  <a:pt x="841" y="35"/>
                </a:lnTo>
                <a:lnTo>
                  <a:pt x="841" y="34"/>
                </a:lnTo>
                <a:lnTo>
                  <a:pt x="841" y="33"/>
                </a:lnTo>
                <a:lnTo>
                  <a:pt x="842" y="34"/>
                </a:lnTo>
                <a:lnTo>
                  <a:pt x="844" y="34"/>
                </a:lnTo>
                <a:lnTo>
                  <a:pt x="844" y="33"/>
                </a:lnTo>
                <a:lnTo>
                  <a:pt x="845" y="33"/>
                </a:lnTo>
                <a:lnTo>
                  <a:pt x="845" y="32"/>
                </a:lnTo>
                <a:lnTo>
                  <a:pt x="846" y="32"/>
                </a:lnTo>
                <a:lnTo>
                  <a:pt x="846" y="31"/>
                </a:lnTo>
                <a:lnTo>
                  <a:pt x="847" y="31"/>
                </a:lnTo>
                <a:lnTo>
                  <a:pt x="847" y="32"/>
                </a:lnTo>
                <a:lnTo>
                  <a:pt x="848" y="32"/>
                </a:lnTo>
                <a:lnTo>
                  <a:pt x="847" y="32"/>
                </a:lnTo>
                <a:lnTo>
                  <a:pt x="848" y="32"/>
                </a:lnTo>
                <a:lnTo>
                  <a:pt x="849" y="32"/>
                </a:lnTo>
                <a:lnTo>
                  <a:pt x="849" y="33"/>
                </a:lnTo>
                <a:lnTo>
                  <a:pt x="850" y="33"/>
                </a:lnTo>
                <a:lnTo>
                  <a:pt x="850" y="34"/>
                </a:lnTo>
                <a:lnTo>
                  <a:pt x="851" y="34"/>
                </a:lnTo>
                <a:lnTo>
                  <a:pt x="852" y="34"/>
                </a:lnTo>
                <a:lnTo>
                  <a:pt x="852" y="35"/>
                </a:lnTo>
                <a:lnTo>
                  <a:pt x="853" y="35"/>
                </a:lnTo>
                <a:lnTo>
                  <a:pt x="853" y="34"/>
                </a:lnTo>
                <a:lnTo>
                  <a:pt x="854" y="34"/>
                </a:lnTo>
                <a:lnTo>
                  <a:pt x="855" y="34"/>
                </a:lnTo>
                <a:lnTo>
                  <a:pt x="854" y="34"/>
                </a:lnTo>
                <a:lnTo>
                  <a:pt x="854" y="33"/>
                </a:lnTo>
                <a:lnTo>
                  <a:pt x="855" y="33"/>
                </a:lnTo>
                <a:lnTo>
                  <a:pt x="855" y="32"/>
                </a:lnTo>
                <a:lnTo>
                  <a:pt x="855" y="31"/>
                </a:lnTo>
                <a:lnTo>
                  <a:pt x="856" y="31"/>
                </a:lnTo>
                <a:lnTo>
                  <a:pt x="857" y="31"/>
                </a:lnTo>
                <a:lnTo>
                  <a:pt x="858" y="31"/>
                </a:lnTo>
                <a:lnTo>
                  <a:pt x="858" y="32"/>
                </a:lnTo>
                <a:lnTo>
                  <a:pt x="860" y="32"/>
                </a:lnTo>
                <a:lnTo>
                  <a:pt x="861" y="32"/>
                </a:lnTo>
                <a:lnTo>
                  <a:pt x="862" y="32"/>
                </a:lnTo>
                <a:lnTo>
                  <a:pt x="863" y="31"/>
                </a:lnTo>
                <a:lnTo>
                  <a:pt x="864" y="31"/>
                </a:lnTo>
                <a:lnTo>
                  <a:pt x="864" y="32"/>
                </a:lnTo>
                <a:lnTo>
                  <a:pt x="865" y="32"/>
                </a:lnTo>
                <a:lnTo>
                  <a:pt x="865" y="31"/>
                </a:lnTo>
                <a:lnTo>
                  <a:pt x="866" y="31"/>
                </a:lnTo>
                <a:lnTo>
                  <a:pt x="867" y="31"/>
                </a:lnTo>
                <a:lnTo>
                  <a:pt x="868" y="31"/>
                </a:lnTo>
                <a:lnTo>
                  <a:pt x="869" y="30"/>
                </a:lnTo>
                <a:lnTo>
                  <a:pt x="869" y="29"/>
                </a:lnTo>
                <a:lnTo>
                  <a:pt x="870" y="29"/>
                </a:lnTo>
                <a:lnTo>
                  <a:pt x="871" y="29"/>
                </a:lnTo>
                <a:lnTo>
                  <a:pt x="872" y="29"/>
                </a:lnTo>
                <a:lnTo>
                  <a:pt x="873" y="29"/>
                </a:lnTo>
                <a:lnTo>
                  <a:pt x="873" y="28"/>
                </a:lnTo>
                <a:lnTo>
                  <a:pt x="874" y="28"/>
                </a:lnTo>
                <a:lnTo>
                  <a:pt x="874" y="27"/>
                </a:lnTo>
                <a:lnTo>
                  <a:pt x="875" y="27"/>
                </a:lnTo>
                <a:lnTo>
                  <a:pt x="876" y="27"/>
                </a:lnTo>
                <a:lnTo>
                  <a:pt x="876" y="26"/>
                </a:lnTo>
                <a:lnTo>
                  <a:pt x="877" y="26"/>
                </a:lnTo>
                <a:lnTo>
                  <a:pt x="877" y="25"/>
                </a:lnTo>
                <a:lnTo>
                  <a:pt x="877" y="24"/>
                </a:lnTo>
                <a:lnTo>
                  <a:pt x="878" y="24"/>
                </a:lnTo>
                <a:lnTo>
                  <a:pt x="879" y="24"/>
                </a:lnTo>
                <a:lnTo>
                  <a:pt x="879" y="23"/>
                </a:lnTo>
                <a:lnTo>
                  <a:pt x="880" y="23"/>
                </a:lnTo>
                <a:lnTo>
                  <a:pt x="881" y="23"/>
                </a:lnTo>
                <a:lnTo>
                  <a:pt x="882" y="23"/>
                </a:lnTo>
                <a:lnTo>
                  <a:pt x="883" y="23"/>
                </a:lnTo>
                <a:lnTo>
                  <a:pt x="884" y="23"/>
                </a:lnTo>
                <a:lnTo>
                  <a:pt x="885" y="23"/>
                </a:lnTo>
                <a:lnTo>
                  <a:pt x="886" y="23"/>
                </a:lnTo>
                <a:lnTo>
                  <a:pt x="886" y="24"/>
                </a:lnTo>
                <a:lnTo>
                  <a:pt x="887" y="24"/>
                </a:lnTo>
                <a:lnTo>
                  <a:pt x="887" y="23"/>
                </a:lnTo>
                <a:lnTo>
                  <a:pt x="888" y="23"/>
                </a:lnTo>
                <a:lnTo>
                  <a:pt x="889" y="23"/>
                </a:lnTo>
                <a:lnTo>
                  <a:pt x="889" y="22"/>
                </a:lnTo>
                <a:lnTo>
                  <a:pt x="890" y="22"/>
                </a:lnTo>
                <a:lnTo>
                  <a:pt x="891" y="22"/>
                </a:lnTo>
                <a:lnTo>
                  <a:pt x="891" y="23"/>
                </a:lnTo>
                <a:lnTo>
                  <a:pt x="890" y="23"/>
                </a:lnTo>
                <a:lnTo>
                  <a:pt x="891" y="24"/>
                </a:lnTo>
                <a:lnTo>
                  <a:pt x="892" y="24"/>
                </a:lnTo>
                <a:lnTo>
                  <a:pt x="892" y="25"/>
                </a:lnTo>
                <a:lnTo>
                  <a:pt x="892" y="26"/>
                </a:lnTo>
                <a:lnTo>
                  <a:pt x="893" y="26"/>
                </a:lnTo>
                <a:lnTo>
                  <a:pt x="893" y="27"/>
                </a:lnTo>
                <a:lnTo>
                  <a:pt x="894" y="27"/>
                </a:lnTo>
                <a:lnTo>
                  <a:pt x="895" y="27"/>
                </a:lnTo>
                <a:lnTo>
                  <a:pt x="895" y="26"/>
                </a:lnTo>
                <a:lnTo>
                  <a:pt x="896" y="26"/>
                </a:lnTo>
                <a:lnTo>
                  <a:pt x="897" y="26"/>
                </a:lnTo>
                <a:lnTo>
                  <a:pt x="897" y="27"/>
                </a:lnTo>
                <a:lnTo>
                  <a:pt x="897" y="26"/>
                </a:lnTo>
                <a:lnTo>
                  <a:pt x="897" y="27"/>
                </a:lnTo>
                <a:lnTo>
                  <a:pt x="898" y="27"/>
                </a:lnTo>
                <a:lnTo>
                  <a:pt x="898" y="26"/>
                </a:lnTo>
                <a:lnTo>
                  <a:pt x="898" y="25"/>
                </a:lnTo>
                <a:lnTo>
                  <a:pt x="898" y="24"/>
                </a:lnTo>
                <a:lnTo>
                  <a:pt x="899" y="24"/>
                </a:lnTo>
                <a:lnTo>
                  <a:pt x="900" y="24"/>
                </a:lnTo>
                <a:lnTo>
                  <a:pt x="901" y="24"/>
                </a:lnTo>
                <a:lnTo>
                  <a:pt x="902" y="24"/>
                </a:lnTo>
                <a:lnTo>
                  <a:pt x="902" y="23"/>
                </a:lnTo>
                <a:lnTo>
                  <a:pt x="903" y="23"/>
                </a:lnTo>
                <a:lnTo>
                  <a:pt x="904" y="23"/>
                </a:lnTo>
                <a:lnTo>
                  <a:pt x="905" y="23"/>
                </a:lnTo>
                <a:lnTo>
                  <a:pt x="905" y="22"/>
                </a:lnTo>
                <a:lnTo>
                  <a:pt x="906" y="22"/>
                </a:lnTo>
                <a:lnTo>
                  <a:pt x="907" y="23"/>
                </a:lnTo>
                <a:lnTo>
                  <a:pt x="908" y="23"/>
                </a:lnTo>
                <a:lnTo>
                  <a:pt x="909" y="23"/>
                </a:lnTo>
                <a:lnTo>
                  <a:pt x="910" y="23"/>
                </a:lnTo>
                <a:lnTo>
                  <a:pt x="911" y="23"/>
                </a:lnTo>
                <a:lnTo>
                  <a:pt x="911" y="22"/>
                </a:lnTo>
                <a:lnTo>
                  <a:pt x="912" y="22"/>
                </a:lnTo>
                <a:lnTo>
                  <a:pt x="913" y="22"/>
                </a:lnTo>
                <a:lnTo>
                  <a:pt x="913" y="21"/>
                </a:lnTo>
                <a:lnTo>
                  <a:pt x="914" y="22"/>
                </a:lnTo>
                <a:lnTo>
                  <a:pt x="915" y="22"/>
                </a:lnTo>
                <a:lnTo>
                  <a:pt x="916" y="22"/>
                </a:lnTo>
                <a:lnTo>
                  <a:pt x="916" y="23"/>
                </a:lnTo>
                <a:lnTo>
                  <a:pt x="918" y="23"/>
                </a:lnTo>
                <a:lnTo>
                  <a:pt x="919" y="23"/>
                </a:lnTo>
                <a:lnTo>
                  <a:pt x="920" y="23"/>
                </a:lnTo>
                <a:lnTo>
                  <a:pt x="920" y="22"/>
                </a:lnTo>
                <a:lnTo>
                  <a:pt x="921" y="23"/>
                </a:lnTo>
                <a:lnTo>
                  <a:pt x="922" y="22"/>
                </a:lnTo>
                <a:lnTo>
                  <a:pt x="922" y="21"/>
                </a:lnTo>
                <a:lnTo>
                  <a:pt x="921" y="21"/>
                </a:lnTo>
                <a:lnTo>
                  <a:pt x="921" y="20"/>
                </a:lnTo>
                <a:lnTo>
                  <a:pt x="922" y="20"/>
                </a:lnTo>
                <a:lnTo>
                  <a:pt x="922" y="19"/>
                </a:lnTo>
                <a:lnTo>
                  <a:pt x="923" y="19"/>
                </a:lnTo>
                <a:lnTo>
                  <a:pt x="924" y="18"/>
                </a:lnTo>
                <a:lnTo>
                  <a:pt x="924" y="17"/>
                </a:lnTo>
                <a:lnTo>
                  <a:pt x="925" y="17"/>
                </a:lnTo>
                <a:lnTo>
                  <a:pt x="925" y="16"/>
                </a:lnTo>
                <a:lnTo>
                  <a:pt x="926" y="16"/>
                </a:lnTo>
                <a:lnTo>
                  <a:pt x="927" y="16"/>
                </a:lnTo>
                <a:lnTo>
                  <a:pt x="928" y="16"/>
                </a:lnTo>
                <a:lnTo>
                  <a:pt x="929" y="16"/>
                </a:lnTo>
                <a:lnTo>
                  <a:pt x="929" y="15"/>
                </a:lnTo>
                <a:lnTo>
                  <a:pt x="930" y="15"/>
                </a:lnTo>
                <a:lnTo>
                  <a:pt x="931" y="15"/>
                </a:lnTo>
                <a:lnTo>
                  <a:pt x="932" y="15"/>
                </a:lnTo>
                <a:lnTo>
                  <a:pt x="933" y="16"/>
                </a:lnTo>
                <a:lnTo>
                  <a:pt x="934" y="16"/>
                </a:lnTo>
                <a:lnTo>
                  <a:pt x="934" y="15"/>
                </a:lnTo>
                <a:lnTo>
                  <a:pt x="935" y="15"/>
                </a:lnTo>
                <a:lnTo>
                  <a:pt x="936" y="15"/>
                </a:lnTo>
                <a:lnTo>
                  <a:pt x="936" y="16"/>
                </a:lnTo>
                <a:lnTo>
                  <a:pt x="936" y="15"/>
                </a:lnTo>
                <a:lnTo>
                  <a:pt x="937" y="15"/>
                </a:lnTo>
                <a:lnTo>
                  <a:pt x="938" y="15"/>
                </a:lnTo>
                <a:lnTo>
                  <a:pt x="939" y="12"/>
                </a:lnTo>
                <a:lnTo>
                  <a:pt x="940" y="12"/>
                </a:lnTo>
                <a:lnTo>
                  <a:pt x="941" y="12"/>
                </a:lnTo>
                <a:lnTo>
                  <a:pt x="941" y="11"/>
                </a:lnTo>
                <a:lnTo>
                  <a:pt x="941" y="10"/>
                </a:lnTo>
                <a:lnTo>
                  <a:pt x="942" y="10"/>
                </a:lnTo>
                <a:lnTo>
                  <a:pt x="943" y="9"/>
                </a:lnTo>
                <a:lnTo>
                  <a:pt x="943" y="8"/>
                </a:lnTo>
                <a:lnTo>
                  <a:pt x="944" y="8"/>
                </a:lnTo>
                <a:lnTo>
                  <a:pt x="946" y="9"/>
                </a:lnTo>
                <a:lnTo>
                  <a:pt x="947" y="8"/>
                </a:lnTo>
                <a:lnTo>
                  <a:pt x="948" y="8"/>
                </a:lnTo>
                <a:lnTo>
                  <a:pt x="949" y="8"/>
                </a:lnTo>
                <a:lnTo>
                  <a:pt x="949" y="7"/>
                </a:lnTo>
                <a:lnTo>
                  <a:pt x="950" y="7"/>
                </a:lnTo>
                <a:lnTo>
                  <a:pt x="950" y="8"/>
                </a:lnTo>
                <a:lnTo>
                  <a:pt x="951" y="9"/>
                </a:lnTo>
                <a:lnTo>
                  <a:pt x="952" y="9"/>
                </a:lnTo>
                <a:lnTo>
                  <a:pt x="953" y="9"/>
                </a:lnTo>
                <a:lnTo>
                  <a:pt x="953" y="10"/>
                </a:lnTo>
                <a:lnTo>
                  <a:pt x="953" y="12"/>
                </a:lnTo>
                <a:lnTo>
                  <a:pt x="953" y="13"/>
                </a:lnTo>
                <a:lnTo>
                  <a:pt x="953" y="14"/>
                </a:lnTo>
                <a:lnTo>
                  <a:pt x="954" y="14"/>
                </a:lnTo>
                <a:lnTo>
                  <a:pt x="954" y="15"/>
                </a:lnTo>
                <a:lnTo>
                  <a:pt x="954" y="16"/>
                </a:lnTo>
                <a:lnTo>
                  <a:pt x="955" y="16"/>
                </a:lnTo>
                <a:lnTo>
                  <a:pt x="956" y="16"/>
                </a:lnTo>
                <a:lnTo>
                  <a:pt x="957" y="16"/>
                </a:lnTo>
                <a:lnTo>
                  <a:pt x="958" y="16"/>
                </a:lnTo>
                <a:lnTo>
                  <a:pt x="959" y="16"/>
                </a:lnTo>
                <a:lnTo>
                  <a:pt x="962" y="16"/>
                </a:lnTo>
                <a:lnTo>
                  <a:pt x="963" y="17"/>
                </a:lnTo>
                <a:lnTo>
                  <a:pt x="964" y="17"/>
                </a:lnTo>
                <a:lnTo>
                  <a:pt x="964" y="18"/>
                </a:lnTo>
                <a:lnTo>
                  <a:pt x="964" y="17"/>
                </a:lnTo>
                <a:lnTo>
                  <a:pt x="965" y="17"/>
                </a:lnTo>
                <a:lnTo>
                  <a:pt x="966" y="17"/>
                </a:lnTo>
                <a:lnTo>
                  <a:pt x="967" y="17"/>
                </a:lnTo>
                <a:lnTo>
                  <a:pt x="967" y="16"/>
                </a:lnTo>
                <a:lnTo>
                  <a:pt x="968" y="16"/>
                </a:lnTo>
                <a:lnTo>
                  <a:pt x="969" y="16"/>
                </a:lnTo>
                <a:lnTo>
                  <a:pt x="969" y="15"/>
                </a:lnTo>
                <a:lnTo>
                  <a:pt x="970" y="15"/>
                </a:lnTo>
                <a:lnTo>
                  <a:pt x="971" y="15"/>
                </a:lnTo>
                <a:lnTo>
                  <a:pt x="971" y="16"/>
                </a:lnTo>
                <a:lnTo>
                  <a:pt x="971" y="15"/>
                </a:lnTo>
                <a:lnTo>
                  <a:pt x="972" y="15"/>
                </a:lnTo>
                <a:lnTo>
                  <a:pt x="973" y="14"/>
                </a:lnTo>
                <a:lnTo>
                  <a:pt x="974" y="14"/>
                </a:lnTo>
                <a:lnTo>
                  <a:pt x="975" y="14"/>
                </a:lnTo>
                <a:lnTo>
                  <a:pt x="976" y="14"/>
                </a:lnTo>
                <a:lnTo>
                  <a:pt x="977" y="14"/>
                </a:lnTo>
                <a:lnTo>
                  <a:pt x="978" y="14"/>
                </a:lnTo>
                <a:lnTo>
                  <a:pt x="979" y="13"/>
                </a:lnTo>
                <a:lnTo>
                  <a:pt x="979" y="12"/>
                </a:lnTo>
                <a:lnTo>
                  <a:pt x="980" y="12"/>
                </a:lnTo>
                <a:lnTo>
                  <a:pt x="981" y="12"/>
                </a:lnTo>
                <a:lnTo>
                  <a:pt x="982" y="12"/>
                </a:lnTo>
                <a:lnTo>
                  <a:pt x="983" y="12"/>
                </a:lnTo>
                <a:lnTo>
                  <a:pt x="983" y="13"/>
                </a:lnTo>
                <a:lnTo>
                  <a:pt x="984" y="13"/>
                </a:lnTo>
                <a:lnTo>
                  <a:pt x="985" y="13"/>
                </a:lnTo>
                <a:lnTo>
                  <a:pt x="986" y="13"/>
                </a:lnTo>
                <a:lnTo>
                  <a:pt x="987" y="13"/>
                </a:lnTo>
                <a:lnTo>
                  <a:pt x="988" y="13"/>
                </a:lnTo>
                <a:lnTo>
                  <a:pt x="989" y="13"/>
                </a:lnTo>
                <a:lnTo>
                  <a:pt x="989" y="12"/>
                </a:lnTo>
                <a:lnTo>
                  <a:pt x="990" y="12"/>
                </a:lnTo>
                <a:lnTo>
                  <a:pt x="991" y="12"/>
                </a:lnTo>
                <a:lnTo>
                  <a:pt x="991" y="11"/>
                </a:lnTo>
                <a:lnTo>
                  <a:pt x="992" y="11"/>
                </a:lnTo>
                <a:lnTo>
                  <a:pt x="992" y="12"/>
                </a:lnTo>
                <a:lnTo>
                  <a:pt x="993" y="12"/>
                </a:lnTo>
                <a:lnTo>
                  <a:pt x="994" y="12"/>
                </a:lnTo>
                <a:lnTo>
                  <a:pt x="995" y="12"/>
                </a:lnTo>
                <a:lnTo>
                  <a:pt x="995" y="11"/>
                </a:lnTo>
                <a:lnTo>
                  <a:pt x="996" y="11"/>
                </a:lnTo>
                <a:lnTo>
                  <a:pt x="997" y="11"/>
                </a:lnTo>
                <a:lnTo>
                  <a:pt x="997" y="12"/>
                </a:lnTo>
                <a:lnTo>
                  <a:pt x="998" y="12"/>
                </a:lnTo>
                <a:lnTo>
                  <a:pt x="999" y="12"/>
                </a:lnTo>
                <a:lnTo>
                  <a:pt x="1001" y="11"/>
                </a:lnTo>
                <a:lnTo>
                  <a:pt x="1002" y="11"/>
                </a:lnTo>
                <a:lnTo>
                  <a:pt x="1003" y="10"/>
                </a:lnTo>
                <a:lnTo>
                  <a:pt x="1005" y="10"/>
                </a:lnTo>
                <a:lnTo>
                  <a:pt x="1006" y="10"/>
                </a:lnTo>
                <a:lnTo>
                  <a:pt x="1007" y="10"/>
                </a:lnTo>
                <a:lnTo>
                  <a:pt x="1007" y="9"/>
                </a:lnTo>
                <a:lnTo>
                  <a:pt x="1007" y="8"/>
                </a:lnTo>
                <a:lnTo>
                  <a:pt x="1007" y="7"/>
                </a:lnTo>
                <a:lnTo>
                  <a:pt x="1009" y="7"/>
                </a:lnTo>
                <a:lnTo>
                  <a:pt x="1010" y="7"/>
                </a:lnTo>
                <a:lnTo>
                  <a:pt x="1011" y="7"/>
                </a:lnTo>
                <a:lnTo>
                  <a:pt x="1012" y="7"/>
                </a:lnTo>
                <a:lnTo>
                  <a:pt x="1014" y="7"/>
                </a:lnTo>
                <a:lnTo>
                  <a:pt x="1015" y="7"/>
                </a:lnTo>
                <a:lnTo>
                  <a:pt x="1016" y="7"/>
                </a:lnTo>
                <a:lnTo>
                  <a:pt x="1017" y="7"/>
                </a:lnTo>
                <a:lnTo>
                  <a:pt x="1017" y="6"/>
                </a:lnTo>
                <a:lnTo>
                  <a:pt x="1018" y="6"/>
                </a:lnTo>
                <a:lnTo>
                  <a:pt x="1018" y="7"/>
                </a:lnTo>
                <a:lnTo>
                  <a:pt x="1019" y="7"/>
                </a:lnTo>
                <a:lnTo>
                  <a:pt x="1020" y="7"/>
                </a:lnTo>
                <a:lnTo>
                  <a:pt x="1021" y="7"/>
                </a:lnTo>
                <a:lnTo>
                  <a:pt x="1022" y="7"/>
                </a:lnTo>
                <a:lnTo>
                  <a:pt x="1025" y="7"/>
                </a:lnTo>
                <a:lnTo>
                  <a:pt x="1027" y="6"/>
                </a:lnTo>
                <a:lnTo>
                  <a:pt x="1028" y="6"/>
                </a:lnTo>
                <a:lnTo>
                  <a:pt x="1028" y="5"/>
                </a:lnTo>
                <a:lnTo>
                  <a:pt x="1028" y="4"/>
                </a:lnTo>
                <a:lnTo>
                  <a:pt x="1029" y="4"/>
                </a:lnTo>
                <a:lnTo>
                  <a:pt x="1030" y="4"/>
                </a:lnTo>
                <a:lnTo>
                  <a:pt x="1031" y="4"/>
                </a:lnTo>
                <a:lnTo>
                  <a:pt x="1032" y="4"/>
                </a:lnTo>
                <a:lnTo>
                  <a:pt x="1032" y="5"/>
                </a:lnTo>
                <a:lnTo>
                  <a:pt x="1033" y="5"/>
                </a:lnTo>
                <a:lnTo>
                  <a:pt x="1034" y="4"/>
                </a:lnTo>
                <a:lnTo>
                  <a:pt x="1034" y="3"/>
                </a:lnTo>
                <a:lnTo>
                  <a:pt x="1035" y="3"/>
                </a:lnTo>
                <a:lnTo>
                  <a:pt x="1035" y="2"/>
                </a:lnTo>
                <a:lnTo>
                  <a:pt x="1036" y="2"/>
                </a:lnTo>
                <a:lnTo>
                  <a:pt x="1037" y="2"/>
                </a:lnTo>
                <a:lnTo>
                  <a:pt x="1038" y="2"/>
                </a:lnTo>
                <a:lnTo>
                  <a:pt x="1039" y="2"/>
                </a:lnTo>
                <a:lnTo>
                  <a:pt x="1039" y="3"/>
                </a:lnTo>
                <a:lnTo>
                  <a:pt x="1040" y="3"/>
                </a:lnTo>
                <a:lnTo>
                  <a:pt x="1040" y="2"/>
                </a:lnTo>
                <a:lnTo>
                  <a:pt x="1041" y="2"/>
                </a:lnTo>
                <a:lnTo>
                  <a:pt x="1041" y="3"/>
                </a:lnTo>
                <a:lnTo>
                  <a:pt x="1043" y="3"/>
                </a:lnTo>
                <a:lnTo>
                  <a:pt x="1043" y="2"/>
                </a:lnTo>
                <a:lnTo>
                  <a:pt x="1043" y="3"/>
                </a:lnTo>
                <a:lnTo>
                  <a:pt x="1044" y="3"/>
                </a:lnTo>
                <a:lnTo>
                  <a:pt x="1045" y="3"/>
                </a:lnTo>
                <a:lnTo>
                  <a:pt x="1046" y="3"/>
                </a:lnTo>
                <a:lnTo>
                  <a:pt x="1047" y="4"/>
                </a:lnTo>
                <a:lnTo>
                  <a:pt x="1048" y="4"/>
                </a:lnTo>
                <a:lnTo>
                  <a:pt x="1048" y="3"/>
                </a:lnTo>
                <a:lnTo>
                  <a:pt x="1048" y="4"/>
                </a:lnTo>
                <a:lnTo>
                  <a:pt x="1048" y="3"/>
                </a:lnTo>
                <a:lnTo>
                  <a:pt x="1049" y="3"/>
                </a:lnTo>
                <a:lnTo>
                  <a:pt x="1048" y="2"/>
                </a:lnTo>
                <a:lnTo>
                  <a:pt x="1048" y="1"/>
                </a:lnTo>
                <a:lnTo>
                  <a:pt x="1049" y="1"/>
                </a:lnTo>
                <a:lnTo>
                  <a:pt x="1050" y="1"/>
                </a:lnTo>
                <a:lnTo>
                  <a:pt x="1050" y="0"/>
                </a:lnTo>
                <a:lnTo>
                  <a:pt x="1051" y="1"/>
                </a:lnTo>
                <a:close/>
              </a:path>
            </a:pathLst>
          </a:custGeom>
          <a:solidFill>
            <a:srgbClr val="FFBF79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8" name=""/>
          <p:cNvSpPr/>
          <p:nvPr/>
        </p:nvSpPr>
        <p:spPr>
          <a:xfrm>
            <a:off x="5282640" y="856440"/>
            <a:ext cx="866880" cy="638640"/>
          </a:xfrm>
          <a:custGeom>
            <a:avLst/>
            <a:gdLst/>
            <a:ahLst/>
            <a:rect l="0" t="0" r="r" b="b"/>
            <a:pathLst>
              <a:path w="2408" h="1774">
                <a:moveTo>
                  <a:pt x="2408" y="772"/>
                </a:moveTo>
                <a:lnTo>
                  <a:pt x="2406" y="774"/>
                </a:lnTo>
                <a:lnTo>
                  <a:pt x="2405" y="774"/>
                </a:lnTo>
                <a:lnTo>
                  <a:pt x="2405" y="775"/>
                </a:lnTo>
                <a:lnTo>
                  <a:pt x="2404" y="775"/>
                </a:lnTo>
                <a:lnTo>
                  <a:pt x="2403" y="775"/>
                </a:lnTo>
                <a:lnTo>
                  <a:pt x="2402" y="775"/>
                </a:lnTo>
                <a:lnTo>
                  <a:pt x="2402" y="776"/>
                </a:lnTo>
                <a:lnTo>
                  <a:pt x="2401" y="776"/>
                </a:lnTo>
                <a:lnTo>
                  <a:pt x="2400" y="777"/>
                </a:lnTo>
                <a:lnTo>
                  <a:pt x="2399" y="777"/>
                </a:lnTo>
                <a:lnTo>
                  <a:pt x="2398" y="777"/>
                </a:lnTo>
                <a:lnTo>
                  <a:pt x="2398" y="778"/>
                </a:lnTo>
                <a:lnTo>
                  <a:pt x="2397" y="778"/>
                </a:lnTo>
                <a:lnTo>
                  <a:pt x="2396" y="779"/>
                </a:lnTo>
                <a:lnTo>
                  <a:pt x="2395" y="779"/>
                </a:lnTo>
                <a:lnTo>
                  <a:pt x="2394" y="780"/>
                </a:lnTo>
                <a:lnTo>
                  <a:pt x="2393" y="780"/>
                </a:lnTo>
                <a:lnTo>
                  <a:pt x="2391" y="781"/>
                </a:lnTo>
                <a:lnTo>
                  <a:pt x="2390" y="782"/>
                </a:lnTo>
                <a:lnTo>
                  <a:pt x="2387" y="783"/>
                </a:lnTo>
                <a:lnTo>
                  <a:pt x="2386" y="783"/>
                </a:lnTo>
                <a:lnTo>
                  <a:pt x="2385" y="783"/>
                </a:lnTo>
                <a:lnTo>
                  <a:pt x="2385" y="784"/>
                </a:lnTo>
                <a:lnTo>
                  <a:pt x="2384" y="785"/>
                </a:lnTo>
                <a:lnTo>
                  <a:pt x="2382" y="785"/>
                </a:lnTo>
                <a:lnTo>
                  <a:pt x="2382" y="786"/>
                </a:lnTo>
                <a:lnTo>
                  <a:pt x="2381" y="786"/>
                </a:lnTo>
                <a:lnTo>
                  <a:pt x="2379" y="787"/>
                </a:lnTo>
                <a:lnTo>
                  <a:pt x="2378" y="787"/>
                </a:lnTo>
                <a:lnTo>
                  <a:pt x="2376" y="790"/>
                </a:lnTo>
                <a:lnTo>
                  <a:pt x="2375" y="791"/>
                </a:lnTo>
                <a:lnTo>
                  <a:pt x="2374" y="792"/>
                </a:lnTo>
                <a:lnTo>
                  <a:pt x="2373" y="792"/>
                </a:lnTo>
                <a:lnTo>
                  <a:pt x="2371" y="793"/>
                </a:lnTo>
                <a:lnTo>
                  <a:pt x="2370" y="794"/>
                </a:lnTo>
                <a:lnTo>
                  <a:pt x="2370" y="799"/>
                </a:lnTo>
                <a:lnTo>
                  <a:pt x="2370" y="801"/>
                </a:lnTo>
                <a:lnTo>
                  <a:pt x="2368" y="804"/>
                </a:lnTo>
                <a:lnTo>
                  <a:pt x="2367" y="805"/>
                </a:lnTo>
                <a:lnTo>
                  <a:pt x="2366" y="807"/>
                </a:lnTo>
                <a:lnTo>
                  <a:pt x="2368" y="807"/>
                </a:lnTo>
                <a:lnTo>
                  <a:pt x="2375" y="809"/>
                </a:lnTo>
                <a:lnTo>
                  <a:pt x="2372" y="817"/>
                </a:lnTo>
                <a:lnTo>
                  <a:pt x="2372" y="819"/>
                </a:lnTo>
                <a:lnTo>
                  <a:pt x="2372" y="820"/>
                </a:lnTo>
                <a:lnTo>
                  <a:pt x="2386" y="833"/>
                </a:lnTo>
                <a:lnTo>
                  <a:pt x="2382" y="836"/>
                </a:lnTo>
                <a:lnTo>
                  <a:pt x="2379" y="839"/>
                </a:lnTo>
                <a:lnTo>
                  <a:pt x="2376" y="841"/>
                </a:lnTo>
                <a:lnTo>
                  <a:pt x="2382" y="852"/>
                </a:lnTo>
                <a:lnTo>
                  <a:pt x="2382" y="855"/>
                </a:lnTo>
                <a:lnTo>
                  <a:pt x="2382" y="856"/>
                </a:lnTo>
                <a:lnTo>
                  <a:pt x="2382" y="857"/>
                </a:lnTo>
                <a:lnTo>
                  <a:pt x="2381" y="857"/>
                </a:lnTo>
                <a:lnTo>
                  <a:pt x="2381" y="858"/>
                </a:lnTo>
                <a:lnTo>
                  <a:pt x="2381" y="859"/>
                </a:lnTo>
                <a:lnTo>
                  <a:pt x="2380" y="859"/>
                </a:lnTo>
                <a:lnTo>
                  <a:pt x="2380" y="860"/>
                </a:lnTo>
                <a:lnTo>
                  <a:pt x="2380" y="861"/>
                </a:lnTo>
                <a:lnTo>
                  <a:pt x="2379" y="862"/>
                </a:lnTo>
                <a:lnTo>
                  <a:pt x="2378" y="862"/>
                </a:lnTo>
                <a:lnTo>
                  <a:pt x="2377" y="863"/>
                </a:lnTo>
                <a:lnTo>
                  <a:pt x="2376" y="864"/>
                </a:lnTo>
                <a:lnTo>
                  <a:pt x="2375" y="864"/>
                </a:lnTo>
                <a:lnTo>
                  <a:pt x="2375" y="865"/>
                </a:lnTo>
                <a:lnTo>
                  <a:pt x="2373" y="867"/>
                </a:lnTo>
                <a:lnTo>
                  <a:pt x="2372" y="867"/>
                </a:lnTo>
                <a:lnTo>
                  <a:pt x="2372" y="868"/>
                </a:lnTo>
                <a:lnTo>
                  <a:pt x="2371" y="868"/>
                </a:lnTo>
                <a:lnTo>
                  <a:pt x="2370" y="868"/>
                </a:lnTo>
                <a:lnTo>
                  <a:pt x="2370" y="869"/>
                </a:lnTo>
                <a:lnTo>
                  <a:pt x="2369" y="869"/>
                </a:lnTo>
                <a:lnTo>
                  <a:pt x="2369" y="870"/>
                </a:lnTo>
                <a:lnTo>
                  <a:pt x="2368" y="870"/>
                </a:lnTo>
                <a:lnTo>
                  <a:pt x="2367" y="870"/>
                </a:lnTo>
                <a:lnTo>
                  <a:pt x="2366" y="871"/>
                </a:lnTo>
                <a:lnTo>
                  <a:pt x="2364" y="872"/>
                </a:lnTo>
                <a:lnTo>
                  <a:pt x="2363" y="872"/>
                </a:lnTo>
                <a:lnTo>
                  <a:pt x="2361" y="873"/>
                </a:lnTo>
                <a:lnTo>
                  <a:pt x="2359" y="874"/>
                </a:lnTo>
                <a:lnTo>
                  <a:pt x="2357" y="874"/>
                </a:lnTo>
                <a:lnTo>
                  <a:pt x="2355" y="875"/>
                </a:lnTo>
                <a:lnTo>
                  <a:pt x="2354" y="876"/>
                </a:lnTo>
                <a:lnTo>
                  <a:pt x="2353" y="877"/>
                </a:lnTo>
                <a:lnTo>
                  <a:pt x="2352" y="877"/>
                </a:lnTo>
                <a:lnTo>
                  <a:pt x="2351" y="877"/>
                </a:lnTo>
                <a:lnTo>
                  <a:pt x="2349" y="877"/>
                </a:lnTo>
                <a:lnTo>
                  <a:pt x="2347" y="877"/>
                </a:lnTo>
                <a:lnTo>
                  <a:pt x="2345" y="878"/>
                </a:lnTo>
                <a:lnTo>
                  <a:pt x="2343" y="878"/>
                </a:lnTo>
                <a:lnTo>
                  <a:pt x="2342" y="878"/>
                </a:lnTo>
                <a:lnTo>
                  <a:pt x="2341" y="878"/>
                </a:lnTo>
                <a:lnTo>
                  <a:pt x="2338" y="879"/>
                </a:lnTo>
                <a:lnTo>
                  <a:pt x="2337" y="879"/>
                </a:lnTo>
                <a:lnTo>
                  <a:pt x="2336" y="879"/>
                </a:lnTo>
                <a:lnTo>
                  <a:pt x="2334" y="879"/>
                </a:lnTo>
                <a:lnTo>
                  <a:pt x="2331" y="880"/>
                </a:lnTo>
                <a:lnTo>
                  <a:pt x="2330" y="880"/>
                </a:lnTo>
                <a:lnTo>
                  <a:pt x="2330" y="881"/>
                </a:lnTo>
                <a:lnTo>
                  <a:pt x="2329" y="881"/>
                </a:lnTo>
                <a:lnTo>
                  <a:pt x="2328" y="881"/>
                </a:lnTo>
                <a:lnTo>
                  <a:pt x="2327" y="882"/>
                </a:lnTo>
                <a:lnTo>
                  <a:pt x="2326" y="882"/>
                </a:lnTo>
                <a:lnTo>
                  <a:pt x="2326" y="883"/>
                </a:lnTo>
                <a:lnTo>
                  <a:pt x="2325" y="883"/>
                </a:lnTo>
                <a:lnTo>
                  <a:pt x="2323" y="883"/>
                </a:lnTo>
                <a:lnTo>
                  <a:pt x="2322" y="884"/>
                </a:lnTo>
                <a:lnTo>
                  <a:pt x="2322" y="885"/>
                </a:lnTo>
                <a:lnTo>
                  <a:pt x="2321" y="885"/>
                </a:lnTo>
                <a:lnTo>
                  <a:pt x="2320" y="885"/>
                </a:lnTo>
                <a:lnTo>
                  <a:pt x="2319" y="886"/>
                </a:lnTo>
                <a:lnTo>
                  <a:pt x="2317" y="887"/>
                </a:lnTo>
                <a:lnTo>
                  <a:pt x="2316" y="888"/>
                </a:lnTo>
                <a:lnTo>
                  <a:pt x="2315" y="889"/>
                </a:lnTo>
                <a:lnTo>
                  <a:pt x="2309" y="892"/>
                </a:lnTo>
                <a:lnTo>
                  <a:pt x="2309" y="893"/>
                </a:lnTo>
                <a:lnTo>
                  <a:pt x="2308" y="893"/>
                </a:lnTo>
                <a:lnTo>
                  <a:pt x="2307" y="894"/>
                </a:lnTo>
                <a:lnTo>
                  <a:pt x="2305" y="895"/>
                </a:lnTo>
                <a:lnTo>
                  <a:pt x="2304" y="895"/>
                </a:lnTo>
                <a:lnTo>
                  <a:pt x="2303" y="896"/>
                </a:lnTo>
                <a:lnTo>
                  <a:pt x="2302" y="897"/>
                </a:lnTo>
                <a:lnTo>
                  <a:pt x="2301" y="898"/>
                </a:lnTo>
                <a:lnTo>
                  <a:pt x="2300" y="898"/>
                </a:lnTo>
                <a:lnTo>
                  <a:pt x="2299" y="900"/>
                </a:lnTo>
                <a:lnTo>
                  <a:pt x="2298" y="901"/>
                </a:lnTo>
                <a:lnTo>
                  <a:pt x="2298" y="902"/>
                </a:lnTo>
                <a:lnTo>
                  <a:pt x="2297" y="902"/>
                </a:lnTo>
                <a:lnTo>
                  <a:pt x="2297" y="903"/>
                </a:lnTo>
                <a:lnTo>
                  <a:pt x="2297" y="904"/>
                </a:lnTo>
                <a:lnTo>
                  <a:pt x="2296" y="905"/>
                </a:lnTo>
                <a:lnTo>
                  <a:pt x="2296" y="906"/>
                </a:lnTo>
                <a:lnTo>
                  <a:pt x="2296" y="907"/>
                </a:lnTo>
                <a:lnTo>
                  <a:pt x="2295" y="908"/>
                </a:lnTo>
                <a:lnTo>
                  <a:pt x="2295" y="909"/>
                </a:lnTo>
                <a:lnTo>
                  <a:pt x="2295" y="910"/>
                </a:lnTo>
                <a:lnTo>
                  <a:pt x="2294" y="910"/>
                </a:lnTo>
                <a:lnTo>
                  <a:pt x="2294" y="911"/>
                </a:lnTo>
                <a:lnTo>
                  <a:pt x="2289" y="906"/>
                </a:lnTo>
                <a:lnTo>
                  <a:pt x="2287" y="902"/>
                </a:lnTo>
                <a:lnTo>
                  <a:pt x="2286" y="901"/>
                </a:lnTo>
                <a:lnTo>
                  <a:pt x="2286" y="900"/>
                </a:lnTo>
                <a:lnTo>
                  <a:pt x="2286" y="899"/>
                </a:lnTo>
                <a:lnTo>
                  <a:pt x="2285" y="899"/>
                </a:lnTo>
                <a:lnTo>
                  <a:pt x="2285" y="898"/>
                </a:lnTo>
                <a:lnTo>
                  <a:pt x="2285" y="897"/>
                </a:lnTo>
                <a:lnTo>
                  <a:pt x="2284" y="897"/>
                </a:lnTo>
                <a:lnTo>
                  <a:pt x="2283" y="895"/>
                </a:lnTo>
                <a:lnTo>
                  <a:pt x="2283" y="894"/>
                </a:lnTo>
                <a:lnTo>
                  <a:pt x="2283" y="893"/>
                </a:lnTo>
                <a:lnTo>
                  <a:pt x="2284" y="893"/>
                </a:lnTo>
                <a:lnTo>
                  <a:pt x="2284" y="892"/>
                </a:lnTo>
                <a:lnTo>
                  <a:pt x="2283" y="892"/>
                </a:lnTo>
                <a:lnTo>
                  <a:pt x="2281" y="891"/>
                </a:lnTo>
                <a:lnTo>
                  <a:pt x="2279" y="889"/>
                </a:lnTo>
                <a:lnTo>
                  <a:pt x="2277" y="887"/>
                </a:lnTo>
                <a:lnTo>
                  <a:pt x="2277" y="886"/>
                </a:lnTo>
                <a:lnTo>
                  <a:pt x="2274" y="886"/>
                </a:lnTo>
                <a:lnTo>
                  <a:pt x="2264" y="891"/>
                </a:lnTo>
                <a:lnTo>
                  <a:pt x="2259" y="892"/>
                </a:lnTo>
                <a:lnTo>
                  <a:pt x="2248" y="898"/>
                </a:lnTo>
                <a:lnTo>
                  <a:pt x="2244" y="903"/>
                </a:lnTo>
                <a:lnTo>
                  <a:pt x="2242" y="904"/>
                </a:lnTo>
                <a:lnTo>
                  <a:pt x="2239" y="910"/>
                </a:lnTo>
                <a:lnTo>
                  <a:pt x="2236" y="914"/>
                </a:lnTo>
                <a:lnTo>
                  <a:pt x="2231" y="915"/>
                </a:lnTo>
                <a:lnTo>
                  <a:pt x="2214" y="918"/>
                </a:lnTo>
                <a:lnTo>
                  <a:pt x="2187" y="938"/>
                </a:lnTo>
                <a:lnTo>
                  <a:pt x="2177" y="946"/>
                </a:lnTo>
                <a:lnTo>
                  <a:pt x="2158" y="964"/>
                </a:lnTo>
                <a:lnTo>
                  <a:pt x="2157" y="966"/>
                </a:lnTo>
                <a:lnTo>
                  <a:pt x="2148" y="980"/>
                </a:lnTo>
                <a:lnTo>
                  <a:pt x="2137" y="993"/>
                </a:lnTo>
                <a:lnTo>
                  <a:pt x="2138" y="1003"/>
                </a:lnTo>
                <a:lnTo>
                  <a:pt x="2132" y="1018"/>
                </a:lnTo>
                <a:lnTo>
                  <a:pt x="2105" y="1020"/>
                </a:lnTo>
                <a:lnTo>
                  <a:pt x="2088" y="1023"/>
                </a:lnTo>
                <a:lnTo>
                  <a:pt x="2052" y="1028"/>
                </a:lnTo>
                <a:lnTo>
                  <a:pt x="2045" y="1029"/>
                </a:lnTo>
                <a:lnTo>
                  <a:pt x="2044" y="1031"/>
                </a:lnTo>
                <a:lnTo>
                  <a:pt x="2044" y="1048"/>
                </a:lnTo>
                <a:lnTo>
                  <a:pt x="2044" y="1051"/>
                </a:lnTo>
                <a:lnTo>
                  <a:pt x="2042" y="1060"/>
                </a:lnTo>
                <a:lnTo>
                  <a:pt x="2038" y="1067"/>
                </a:lnTo>
                <a:lnTo>
                  <a:pt x="2034" y="1074"/>
                </a:lnTo>
                <a:lnTo>
                  <a:pt x="2031" y="1079"/>
                </a:lnTo>
                <a:lnTo>
                  <a:pt x="2028" y="1097"/>
                </a:lnTo>
                <a:lnTo>
                  <a:pt x="2026" y="1109"/>
                </a:lnTo>
                <a:lnTo>
                  <a:pt x="2026" y="1110"/>
                </a:lnTo>
                <a:lnTo>
                  <a:pt x="2025" y="1113"/>
                </a:lnTo>
                <a:lnTo>
                  <a:pt x="2024" y="1117"/>
                </a:lnTo>
                <a:lnTo>
                  <a:pt x="2024" y="1120"/>
                </a:lnTo>
                <a:lnTo>
                  <a:pt x="2021" y="1131"/>
                </a:lnTo>
                <a:lnTo>
                  <a:pt x="2020" y="1137"/>
                </a:lnTo>
                <a:lnTo>
                  <a:pt x="2019" y="1139"/>
                </a:lnTo>
                <a:lnTo>
                  <a:pt x="2014" y="1155"/>
                </a:lnTo>
                <a:lnTo>
                  <a:pt x="2013" y="1157"/>
                </a:lnTo>
                <a:lnTo>
                  <a:pt x="2002" y="1173"/>
                </a:lnTo>
                <a:lnTo>
                  <a:pt x="1995" y="1179"/>
                </a:lnTo>
                <a:lnTo>
                  <a:pt x="1988" y="1185"/>
                </a:lnTo>
                <a:lnTo>
                  <a:pt x="1987" y="1186"/>
                </a:lnTo>
                <a:lnTo>
                  <a:pt x="1986" y="1186"/>
                </a:lnTo>
                <a:lnTo>
                  <a:pt x="1985" y="1187"/>
                </a:lnTo>
                <a:lnTo>
                  <a:pt x="1984" y="1188"/>
                </a:lnTo>
                <a:lnTo>
                  <a:pt x="1983" y="1188"/>
                </a:lnTo>
                <a:lnTo>
                  <a:pt x="1983" y="1189"/>
                </a:lnTo>
                <a:lnTo>
                  <a:pt x="1983" y="1191"/>
                </a:lnTo>
                <a:lnTo>
                  <a:pt x="1983" y="1193"/>
                </a:lnTo>
                <a:lnTo>
                  <a:pt x="1983" y="1194"/>
                </a:lnTo>
                <a:lnTo>
                  <a:pt x="1983" y="1196"/>
                </a:lnTo>
                <a:lnTo>
                  <a:pt x="1983" y="1197"/>
                </a:lnTo>
                <a:lnTo>
                  <a:pt x="1983" y="1198"/>
                </a:lnTo>
                <a:lnTo>
                  <a:pt x="1983" y="1199"/>
                </a:lnTo>
                <a:lnTo>
                  <a:pt x="1983" y="1200"/>
                </a:lnTo>
                <a:lnTo>
                  <a:pt x="1984" y="1200"/>
                </a:lnTo>
                <a:lnTo>
                  <a:pt x="1984" y="1201"/>
                </a:lnTo>
                <a:lnTo>
                  <a:pt x="1984" y="1203"/>
                </a:lnTo>
                <a:lnTo>
                  <a:pt x="1985" y="1203"/>
                </a:lnTo>
                <a:lnTo>
                  <a:pt x="1985" y="1204"/>
                </a:lnTo>
                <a:lnTo>
                  <a:pt x="1985" y="1205"/>
                </a:lnTo>
                <a:lnTo>
                  <a:pt x="1985" y="1206"/>
                </a:lnTo>
                <a:lnTo>
                  <a:pt x="1984" y="1206"/>
                </a:lnTo>
                <a:lnTo>
                  <a:pt x="1984" y="1207"/>
                </a:lnTo>
                <a:lnTo>
                  <a:pt x="1984" y="1208"/>
                </a:lnTo>
                <a:lnTo>
                  <a:pt x="1984" y="1209"/>
                </a:lnTo>
                <a:lnTo>
                  <a:pt x="1985" y="1210"/>
                </a:lnTo>
                <a:lnTo>
                  <a:pt x="1986" y="1210"/>
                </a:lnTo>
                <a:lnTo>
                  <a:pt x="1987" y="1210"/>
                </a:lnTo>
                <a:lnTo>
                  <a:pt x="1988" y="1210"/>
                </a:lnTo>
                <a:lnTo>
                  <a:pt x="1989" y="1211"/>
                </a:lnTo>
                <a:lnTo>
                  <a:pt x="1989" y="1212"/>
                </a:lnTo>
                <a:lnTo>
                  <a:pt x="1990" y="1212"/>
                </a:lnTo>
                <a:lnTo>
                  <a:pt x="1990" y="1213"/>
                </a:lnTo>
                <a:lnTo>
                  <a:pt x="1990" y="1214"/>
                </a:lnTo>
                <a:lnTo>
                  <a:pt x="1991" y="1215"/>
                </a:lnTo>
                <a:lnTo>
                  <a:pt x="1991" y="1216"/>
                </a:lnTo>
                <a:lnTo>
                  <a:pt x="1990" y="1216"/>
                </a:lnTo>
                <a:lnTo>
                  <a:pt x="1990" y="1215"/>
                </a:lnTo>
                <a:lnTo>
                  <a:pt x="1989" y="1216"/>
                </a:lnTo>
                <a:lnTo>
                  <a:pt x="1988" y="1216"/>
                </a:lnTo>
                <a:lnTo>
                  <a:pt x="1988" y="1217"/>
                </a:lnTo>
                <a:lnTo>
                  <a:pt x="1987" y="1217"/>
                </a:lnTo>
                <a:lnTo>
                  <a:pt x="1986" y="1217"/>
                </a:lnTo>
                <a:lnTo>
                  <a:pt x="1984" y="1217"/>
                </a:lnTo>
                <a:lnTo>
                  <a:pt x="1983" y="1217"/>
                </a:lnTo>
                <a:lnTo>
                  <a:pt x="1982" y="1217"/>
                </a:lnTo>
                <a:lnTo>
                  <a:pt x="1981" y="1217"/>
                </a:lnTo>
                <a:lnTo>
                  <a:pt x="1980" y="1217"/>
                </a:lnTo>
                <a:lnTo>
                  <a:pt x="1977" y="1217"/>
                </a:lnTo>
                <a:lnTo>
                  <a:pt x="1976" y="1217"/>
                </a:lnTo>
                <a:lnTo>
                  <a:pt x="1974" y="1217"/>
                </a:lnTo>
                <a:lnTo>
                  <a:pt x="1973" y="1217"/>
                </a:lnTo>
                <a:lnTo>
                  <a:pt x="1972" y="1217"/>
                </a:lnTo>
                <a:lnTo>
                  <a:pt x="1972" y="1218"/>
                </a:lnTo>
                <a:lnTo>
                  <a:pt x="1971" y="1218"/>
                </a:lnTo>
                <a:lnTo>
                  <a:pt x="1970" y="1218"/>
                </a:lnTo>
                <a:lnTo>
                  <a:pt x="1969" y="1219"/>
                </a:lnTo>
                <a:lnTo>
                  <a:pt x="1968" y="1219"/>
                </a:lnTo>
                <a:lnTo>
                  <a:pt x="1967" y="1219"/>
                </a:lnTo>
                <a:lnTo>
                  <a:pt x="1966" y="1220"/>
                </a:lnTo>
                <a:lnTo>
                  <a:pt x="1966" y="1221"/>
                </a:lnTo>
                <a:lnTo>
                  <a:pt x="1965" y="1222"/>
                </a:lnTo>
                <a:lnTo>
                  <a:pt x="1965" y="1221"/>
                </a:lnTo>
                <a:lnTo>
                  <a:pt x="1964" y="1221"/>
                </a:lnTo>
                <a:lnTo>
                  <a:pt x="1963" y="1221"/>
                </a:lnTo>
                <a:lnTo>
                  <a:pt x="1963" y="1222"/>
                </a:lnTo>
                <a:lnTo>
                  <a:pt x="1962" y="1221"/>
                </a:lnTo>
                <a:lnTo>
                  <a:pt x="1961" y="1222"/>
                </a:lnTo>
                <a:lnTo>
                  <a:pt x="1961" y="1221"/>
                </a:lnTo>
                <a:lnTo>
                  <a:pt x="1960" y="1221"/>
                </a:lnTo>
                <a:lnTo>
                  <a:pt x="1959" y="1221"/>
                </a:lnTo>
                <a:lnTo>
                  <a:pt x="1958" y="1221"/>
                </a:lnTo>
                <a:lnTo>
                  <a:pt x="1957" y="1222"/>
                </a:lnTo>
                <a:lnTo>
                  <a:pt x="1956" y="1222"/>
                </a:lnTo>
                <a:lnTo>
                  <a:pt x="1955" y="1222"/>
                </a:lnTo>
                <a:lnTo>
                  <a:pt x="1954" y="1222"/>
                </a:lnTo>
                <a:lnTo>
                  <a:pt x="1953" y="1222"/>
                </a:lnTo>
                <a:lnTo>
                  <a:pt x="1953" y="1223"/>
                </a:lnTo>
                <a:lnTo>
                  <a:pt x="1952" y="1223"/>
                </a:lnTo>
                <a:lnTo>
                  <a:pt x="1951" y="1223"/>
                </a:lnTo>
                <a:lnTo>
                  <a:pt x="1950" y="1223"/>
                </a:lnTo>
                <a:lnTo>
                  <a:pt x="1949" y="1224"/>
                </a:lnTo>
                <a:lnTo>
                  <a:pt x="1948" y="1224"/>
                </a:lnTo>
                <a:lnTo>
                  <a:pt x="1947" y="1224"/>
                </a:lnTo>
                <a:lnTo>
                  <a:pt x="1947" y="1225"/>
                </a:lnTo>
                <a:lnTo>
                  <a:pt x="1946" y="1225"/>
                </a:lnTo>
                <a:lnTo>
                  <a:pt x="1946" y="1224"/>
                </a:lnTo>
                <a:lnTo>
                  <a:pt x="1945" y="1225"/>
                </a:lnTo>
                <a:lnTo>
                  <a:pt x="1944" y="1225"/>
                </a:lnTo>
                <a:lnTo>
                  <a:pt x="1943" y="1225"/>
                </a:lnTo>
                <a:lnTo>
                  <a:pt x="1943" y="1226"/>
                </a:lnTo>
                <a:lnTo>
                  <a:pt x="1942" y="1226"/>
                </a:lnTo>
                <a:lnTo>
                  <a:pt x="1941" y="1226"/>
                </a:lnTo>
                <a:lnTo>
                  <a:pt x="1941" y="1227"/>
                </a:lnTo>
                <a:lnTo>
                  <a:pt x="1940" y="1227"/>
                </a:lnTo>
                <a:lnTo>
                  <a:pt x="1939" y="1227"/>
                </a:lnTo>
                <a:lnTo>
                  <a:pt x="1939" y="1228"/>
                </a:lnTo>
                <a:lnTo>
                  <a:pt x="1938" y="1228"/>
                </a:lnTo>
                <a:lnTo>
                  <a:pt x="1937" y="1228"/>
                </a:lnTo>
                <a:lnTo>
                  <a:pt x="1936" y="1229"/>
                </a:lnTo>
                <a:lnTo>
                  <a:pt x="1934" y="1229"/>
                </a:lnTo>
                <a:lnTo>
                  <a:pt x="1934" y="1230"/>
                </a:lnTo>
                <a:lnTo>
                  <a:pt x="1934" y="1231"/>
                </a:lnTo>
                <a:lnTo>
                  <a:pt x="1933" y="1231"/>
                </a:lnTo>
                <a:lnTo>
                  <a:pt x="1932" y="1232"/>
                </a:lnTo>
                <a:lnTo>
                  <a:pt x="1930" y="1232"/>
                </a:lnTo>
                <a:lnTo>
                  <a:pt x="1929" y="1232"/>
                </a:lnTo>
                <a:lnTo>
                  <a:pt x="1928" y="1232"/>
                </a:lnTo>
                <a:lnTo>
                  <a:pt x="1927" y="1232"/>
                </a:lnTo>
                <a:lnTo>
                  <a:pt x="1926" y="1232"/>
                </a:lnTo>
                <a:lnTo>
                  <a:pt x="1925" y="1233"/>
                </a:lnTo>
                <a:lnTo>
                  <a:pt x="1924" y="1233"/>
                </a:lnTo>
                <a:lnTo>
                  <a:pt x="1923" y="1233"/>
                </a:lnTo>
                <a:lnTo>
                  <a:pt x="1922" y="1233"/>
                </a:lnTo>
                <a:lnTo>
                  <a:pt x="1921" y="1233"/>
                </a:lnTo>
                <a:lnTo>
                  <a:pt x="1920" y="1232"/>
                </a:lnTo>
                <a:lnTo>
                  <a:pt x="1919" y="1233"/>
                </a:lnTo>
                <a:lnTo>
                  <a:pt x="1918" y="1233"/>
                </a:lnTo>
                <a:lnTo>
                  <a:pt x="1917" y="1233"/>
                </a:lnTo>
                <a:lnTo>
                  <a:pt x="1917" y="1232"/>
                </a:lnTo>
                <a:lnTo>
                  <a:pt x="1915" y="1233"/>
                </a:lnTo>
                <a:lnTo>
                  <a:pt x="1913" y="1234"/>
                </a:lnTo>
                <a:lnTo>
                  <a:pt x="1913" y="1235"/>
                </a:lnTo>
                <a:lnTo>
                  <a:pt x="1912" y="1234"/>
                </a:lnTo>
                <a:lnTo>
                  <a:pt x="1911" y="1234"/>
                </a:lnTo>
                <a:lnTo>
                  <a:pt x="1910" y="1234"/>
                </a:lnTo>
                <a:lnTo>
                  <a:pt x="1909" y="1234"/>
                </a:lnTo>
                <a:lnTo>
                  <a:pt x="1908" y="1235"/>
                </a:lnTo>
                <a:lnTo>
                  <a:pt x="1907" y="1235"/>
                </a:lnTo>
                <a:lnTo>
                  <a:pt x="1907" y="1236"/>
                </a:lnTo>
                <a:lnTo>
                  <a:pt x="1906" y="1236"/>
                </a:lnTo>
                <a:lnTo>
                  <a:pt x="1905" y="1236"/>
                </a:lnTo>
                <a:lnTo>
                  <a:pt x="1904" y="1236"/>
                </a:lnTo>
                <a:lnTo>
                  <a:pt x="1903" y="1236"/>
                </a:lnTo>
                <a:lnTo>
                  <a:pt x="1903" y="1237"/>
                </a:lnTo>
                <a:lnTo>
                  <a:pt x="1902" y="1237"/>
                </a:lnTo>
                <a:lnTo>
                  <a:pt x="1901" y="1237"/>
                </a:lnTo>
                <a:lnTo>
                  <a:pt x="1900" y="1238"/>
                </a:lnTo>
                <a:lnTo>
                  <a:pt x="1899" y="1238"/>
                </a:lnTo>
                <a:lnTo>
                  <a:pt x="1898" y="1238"/>
                </a:lnTo>
                <a:lnTo>
                  <a:pt x="1898" y="1237"/>
                </a:lnTo>
                <a:lnTo>
                  <a:pt x="1897" y="1238"/>
                </a:lnTo>
                <a:lnTo>
                  <a:pt x="1896" y="1238"/>
                </a:lnTo>
                <a:lnTo>
                  <a:pt x="1895" y="1239"/>
                </a:lnTo>
                <a:lnTo>
                  <a:pt x="1894" y="1239"/>
                </a:lnTo>
                <a:lnTo>
                  <a:pt x="1893" y="1239"/>
                </a:lnTo>
                <a:lnTo>
                  <a:pt x="1892" y="1239"/>
                </a:lnTo>
                <a:lnTo>
                  <a:pt x="1891" y="1239"/>
                </a:lnTo>
                <a:lnTo>
                  <a:pt x="1890" y="1239"/>
                </a:lnTo>
                <a:lnTo>
                  <a:pt x="1889" y="1239"/>
                </a:lnTo>
                <a:lnTo>
                  <a:pt x="1888" y="1240"/>
                </a:lnTo>
                <a:lnTo>
                  <a:pt x="1887" y="1240"/>
                </a:lnTo>
                <a:lnTo>
                  <a:pt x="1886" y="1241"/>
                </a:lnTo>
                <a:lnTo>
                  <a:pt x="1885" y="1241"/>
                </a:lnTo>
                <a:lnTo>
                  <a:pt x="1885" y="1242"/>
                </a:lnTo>
                <a:lnTo>
                  <a:pt x="1884" y="1242"/>
                </a:lnTo>
                <a:lnTo>
                  <a:pt x="1883" y="1242"/>
                </a:lnTo>
                <a:lnTo>
                  <a:pt x="1882" y="1242"/>
                </a:lnTo>
                <a:lnTo>
                  <a:pt x="1881" y="1242"/>
                </a:lnTo>
                <a:lnTo>
                  <a:pt x="1881" y="1243"/>
                </a:lnTo>
                <a:lnTo>
                  <a:pt x="1880" y="1243"/>
                </a:lnTo>
                <a:lnTo>
                  <a:pt x="1880" y="1244"/>
                </a:lnTo>
                <a:lnTo>
                  <a:pt x="1879" y="1244"/>
                </a:lnTo>
                <a:lnTo>
                  <a:pt x="1879" y="1245"/>
                </a:lnTo>
                <a:lnTo>
                  <a:pt x="1878" y="1244"/>
                </a:lnTo>
                <a:lnTo>
                  <a:pt x="1877" y="1244"/>
                </a:lnTo>
                <a:lnTo>
                  <a:pt x="1876" y="1245"/>
                </a:lnTo>
                <a:lnTo>
                  <a:pt x="1875" y="1245"/>
                </a:lnTo>
                <a:lnTo>
                  <a:pt x="1875" y="1246"/>
                </a:lnTo>
                <a:lnTo>
                  <a:pt x="1874" y="1247"/>
                </a:lnTo>
                <a:lnTo>
                  <a:pt x="1873" y="1247"/>
                </a:lnTo>
                <a:lnTo>
                  <a:pt x="1872" y="1247"/>
                </a:lnTo>
                <a:lnTo>
                  <a:pt x="1871" y="1247"/>
                </a:lnTo>
                <a:lnTo>
                  <a:pt x="1870" y="1247"/>
                </a:lnTo>
                <a:lnTo>
                  <a:pt x="1869" y="1247"/>
                </a:lnTo>
                <a:lnTo>
                  <a:pt x="1868" y="1247"/>
                </a:lnTo>
                <a:lnTo>
                  <a:pt x="1867" y="1247"/>
                </a:lnTo>
                <a:lnTo>
                  <a:pt x="1866" y="1247"/>
                </a:lnTo>
                <a:lnTo>
                  <a:pt x="1866" y="1248"/>
                </a:lnTo>
                <a:lnTo>
                  <a:pt x="1865" y="1248"/>
                </a:lnTo>
                <a:lnTo>
                  <a:pt x="1865" y="1247"/>
                </a:lnTo>
                <a:lnTo>
                  <a:pt x="1864" y="1248"/>
                </a:lnTo>
                <a:lnTo>
                  <a:pt x="1863" y="1249"/>
                </a:lnTo>
                <a:lnTo>
                  <a:pt x="1862" y="1249"/>
                </a:lnTo>
                <a:lnTo>
                  <a:pt x="1860" y="1250"/>
                </a:lnTo>
                <a:lnTo>
                  <a:pt x="1858" y="1250"/>
                </a:lnTo>
                <a:lnTo>
                  <a:pt x="1857" y="1250"/>
                </a:lnTo>
                <a:lnTo>
                  <a:pt x="1856" y="1250"/>
                </a:lnTo>
                <a:lnTo>
                  <a:pt x="1855" y="1251"/>
                </a:lnTo>
                <a:lnTo>
                  <a:pt x="1854" y="1251"/>
                </a:lnTo>
                <a:lnTo>
                  <a:pt x="1854" y="1252"/>
                </a:lnTo>
                <a:lnTo>
                  <a:pt x="1852" y="1252"/>
                </a:lnTo>
                <a:lnTo>
                  <a:pt x="1850" y="1252"/>
                </a:lnTo>
                <a:lnTo>
                  <a:pt x="1849" y="1252"/>
                </a:lnTo>
                <a:lnTo>
                  <a:pt x="1848" y="1252"/>
                </a:lnTo>
                <a:lnTo>
                  <a:pt x="1847" y="1252"/>
                </a:lnTo>
                <a:lnTo>
                  <a:pt x="1846" y="1252"/>
                </a:lnTo>
                <a:lnTo>
                  <a:pt x="1845" y="1253"/>
                </a:lnTo>
                <a:lnTo>
                  <a:pt x="1844" y="1253"/>
                </a:lnTo>
                <a:lnTo>
                  <a:pt x="1843" y="1253"/>
                </a:lnTo>
                <a:lnTo>
                  <a:pt x="1842" y="1253"/>
                </a:lnTo>
                <a:lnTo>
                  <a:pt x="1841" y="1253"/>
                </a:lnTo>
                <a:lnTo>
                  <a:pt x="1840" y="1253"/>
                </a:lnTo>
                <a:lnTo>
                  <a:pt x="1839" y="1253"/>
                </a:lnTo>
                <a:lnTo>
                  <a:pt x="1838" y="1253"/>
                </a:lnTo>
                <a:lnTo>
                  <a:pt x="1837" y="1253"/>
                </a:lnTo>
                <a:lnTo>
                  <a:pt x="1836" y="1254"/>
                </a:lnTo>
                <a:lnTo>
                  <a:pt x="1835" y="1254"/>
                </a:lnTo>
                <a:lnTo>
                  <a:pt x="1834" y="1254"/>
                </a:lnTo>
                <a:lnTo>
                  <a:pt x="1833" y="1254"/>
                </a:lnTo>
                <a:lnTo>
                  <a:pt x="1832" y="1255"/>
                </a:lnTo>
                <a:lnTo>
                  <a:pt x="1831" y="1255"/>
                </a:lnTo>
                <a:lnTo>
                  <a:pt x="1830" y="1255"/>
                </a:lnTo>
                <a:lnTo>
                  <a:pt x="1829" y="1256"/>
                </a:lnTo>
                <a:lnTo>
                  <a:pt x="1828" y="1256"/>
                </a:lnTo>
                <a:lnTo>
                  <a:pt x="1827" y="1256"/>
                </a:lnTo>
                <a:lnTo>
                  <a:pt x="1826" y="1256"/>
                </a:lnTo>
                <a:lnTo>
                  <a:pt x="1825" y="1256"/>
                </a:lnTo>
                <a:lnTo>
                  <a:pt x="1824" y="1256"/>
                </a:lnTo>
                <a:lnTo>
                  <a:pt x="1824" y="1257"/>
                </a:lnTo>
                <a:lnTo>
                  <a:pt x="1823" y="1257"/>
                </a:lnTo>
                <a:lnTo>
                  <a:pt x="1822" y="1258"/>
                </a:lnTo>
                <a:lnTo>
                  <a:pt x="1821" y="1258"/>
                </a:lnTo>
                <a:lnTo>
                  <a:pt x="1821" y="1257"/>
                </a:lnTo>
                <a:lnTo>
                  <a:pt x="1820" y="1257"/>
                </a:lnTo>
                <a:lnTo>
                  <a:pt x="1819" y="1257"/>
                </a:lnTo>
                <a:lnTo>
                  <a:pt x="1817" y="1258"/>
                </a:lnTo>
                <a:lnTo>
                  <a:pt x="1816" y="1257"/>
                </a:lnTo>
                <a:lnTo>
                  <a:pt x="1815" y="1257"/>
                </a:lnTo>
                <a:lnTo>
                  <a:pt x="1814" y="1258"/>
                </a:lnTo>
                <a:lnTo>
                  <a:pt x="1813" y="1258"/>
                </a:lnTo>
                <a:lnTo>
                  <a:pt x="1812" y="1258"/>
                </a:lnTo>
                <a:lnTo>
                  <a:pt x="1812" y="1257"/>
                </a:lnTo>
                <a:lnTo>
                  <a:pt x="1811" y="1257"/>
                </a:lnTo>
                <a:lnTo>
                  <a:pt x="1810" y="1257"/>
                </a:lnTo>
                <a:lnTo>
                  <a:pt x="1809" y="1257"/>
                </a:lnTo>
                <a:lnTo>
                  <a:pt x="1809" y="1256"/>
                </a:lnTo>
                <a:lnTo>
                  <a:pt x="1808" y="1257"/>
                </a:lnTo>
                <a:lnTo>
                  <a:pt x="1807" y="1256"/>
                </a:lnTo>
                <a:lnTo>
                  <a:pt x="1806" y="1256"/>
                </a:lnTo>
                <a:lnTo>
                  <a:pt x="1805" y="1256"/>
                </a:lnTo>
                <a:lnTo>
                  <a:pt x="1804" y="1256"/>
                </a:lnTo>
                <a:lnTo>
                  <a:pt x="1803" y="1257"/>
                </a:lnTo>
                <a:lnTo>
                  <a:pt x="1802" y="1257"/>
                </a:lnTo>
                <a:lnTo>
                  <a:pt x="1802" y="1258"/>
                </a:lnTo>
                <a:lnTo>
                  <a:pt x="1803" y="1259"/>
                </a:lnTo>
                <a:lnTo>
                  <a:pt x="1804" y="1259"/>
                </a:lnTo>
                <a:lnTo>
                  <a:pt x="1804" y="1260"/>
                </a:lnTo>
                <a:lnTo>
                  <a:pt x="1804" y="1261"/>
                </a:lnTo>
                <a:lnTo>
                  <a:pt x="1805" y="1261"/>
                </a:lnTo>
                <a:lnTo>
                  <a:pt x="1804" y="1261"/>
                </a:lnTo>
                <a:lnTo>
                  <a:pt x="1803" y="1261"/>
                </a:lnTo>
                <a:lnTo>
                  <a:pt x="1802" y="1262"/>
                </a:lnTo>
                <a:lnTo>
                  <a:pt x="1801" y="1263"/>
                </a:lnTo>
                <a:lnTo>
                  <a:pt x="1800" y="1264"/>
                </a:lnTo>
                <a:lnTo>
                  <a:pt x="1801" y="1265"/>
                </a:lnTo>
                <a:lnTo>
                  <a:pt x="1800" y="1265"/>
                </a:lnTo>
                <a:lnTo>
                  <a:pt x="1799" y="1265"/>
                </a:lnTo>
                <a:lnTo>
                  <a:pt x="1798" y="1266"/>
                </a:lnTo>
                <a:lnTo>
                  <a:pt x="1797" y="1266"/>
                </a:lnTo>
                <a:lnTo>
                  <a:pt x="1796" y="1265"/>
                </a:lnTo>
                <a:lnTo>
                  <a:pt x="1795" y="1265"/>
                </a:lnTo>
                <a:lnTo>
                  <a:pt x="1795" y="1266"/>
                </a:lnTo>
                <a:lnTo>
                  <a:pt x="1794" y="1267"/>
                </a:lnTo>
                <a:lnTo>
                  <a:pt x="1793" y="1267"/>
                </a:lnTo>
                <a:lnTo>
                  <a:pt x="1792" y="1267"/>
                </a:lnTo>
                <a:lnTo>
                  <a:pt x="1793" y="1268"/>
                </a:lnTo>
                <a:lnTo>
                  <a:pt x="1793" y="1269"/>
                </a:lnTo>
                <a:lnTo>
                  <a:pt x="1792" y="1269"/>
                </a:lnTo>
                <a:lnTo>
                  <a:pt x="1791" y="1269"/>
                </a:lnTo>
                <a:lnTo>
                  <a:pt x="1790" y="1269"/>
                </a:lnTo>
                <a:lnTo>
                  <a:pt x="1790" y="1270"/>
                </a:lnTo>
                <a:lnTo>
                  <a:pt x="1788" y="1270"/>
                </a:lnTo>
                <a:lnTo>
                  <a:pt x="1787" y="1270"/>
                </a:lnTo>
                <a:lnTo>
                  <a:pt x="1786" y="1270"/>
                </a:lnTo>
                <a:lnTo>
                  <a:pt x="1785" y="1270"/>
                </a:lnTo>
                <a:lnTo>
                  <a:pt x="1785" y="1271"/>
                </a:lnTo>
                <a:lnTo>
                  <a:pt x="1785" y="1272"/>
                </a:lnTo>
                <a:lnTo>
                  <a:pt x="1785" y="1273"/>
                </a:lnTo>
                <a:lnTo>
                  <a:pt x="1785" y="1274"/>
                </a:lnTo>
                <a:lnTo>
                  <a:pt x="1786" y="1274"/>
                </a:lnTo>
                <a:lnTo>
                  <a:pt x="1785" y="1274"/>
                </a:lnTo>
                <a:lnTo>
                  <a:pt x="1784" y="1275"/>
                </a:lnTo>
                <a:lnTo>
                  <a:pt x="1783" y="1275"/>
                </a:lnTo>
                <a:lnTo>
                  <a:pt x="1782" y="1276"/>
                </a:lnTo>
                <a:lnTo>
                  <a:pt x="1782" y="1277"/>
                </a:lnTo>
                <a:lnTo>
                  <a:pt x="1781" y="1278"/>
                </a:lnTo>
                <a:lnTo>
                  <a:pt x="1780" y="1278"/>
                </a:lnTo>
                <a:lnTo>
                  <a:pt x="1779" y="1278"/>
                </a:lnTo>
                <a:lnTo>
                  <a:pt x="1778" y="1278"/>
                </a:lnTo>
                <a:lnTo>
                  <a:pt x="1777" y="1278"/>
                </a:lnTo>
                <a:lnTo>
                  <a:pt x="1777" y="1279"/>
                </a:lnTo>
                <a:lnTo>
                  <a:pt x="1777" y="1278"/>
                </a:lnTo>
                <a:lnTo>
                  <a:pt x="1775" y="1278"/>
                </a:lnTo>
                <a:lnTo>
                  <a:pt x="1774" y="1279"/>
                </a:lnTo>
                <a:lnTo>
                  <a:pt x="1773" y="1279"/>
                </a:lnTo>
                <a:lnTo>
                  <a:pt x="1773" y="1278"/>
                </a:lnTo>
                <a:lnTo>
                  <a:pt x="1772" y="1278"/>
                </a:lnTo>
                <a:lnTo>
                  <a:pt x="1771" y="1278"/>
                </a:lnTo>
                <a:lnTo>
                  <a:pt x="1771" y="1277"/>
                </a:lnTo>
                <a:lnTo>
                  <a:pt x="1770" y="1277"/>
                </a:lnTo>
                <a:lnTo>
                  <a:pt x="1770" y="1278"/>
                </a:lnTo>
                <a:lnTo>
                  <a:pt x="1769" y="1278"/>
                </a:lnTo>
                <a:lnTo>
                  <a:pt x="1769" y="1277"/>
                </a:lnTo>
                <a:lnTo>
                  <a:pt x="1770" y="1277"/>
                </a:lnTo>
                <a:lnTo>
                  <a:pt x="1770" y="1276"/>
                </a:lnTo>
                <a:lnTo>
                  <a:pt x="1769" y="1276"/>
                </a:lnTo>
                <a:lnTo>
                  <a:pt x="1768" y="1276"/>
                </a:lnTo>
                <a:lnTo>
                  <a:pt x="1767" y="1277"/>
                </a:lnTo>
                <a:lnTo>
                  <a:pt x="1766" y="1277"/>
                </a:lnTo>
                <a:lnTo>
                  <a:pt x="1765" y="1277"/>
                </a:lnTo>
                <a:lnTo>
                  <a:pt x="1764" y="1277"/>
                </a:lnTo>
                <a:lnTo>
                  <a:pt x="1764" y="1278"/>
                </a:lnTo>
                <a:lnTo>
                  <a:pt x="1763" y="1278"/>
                </a:lnTo>
                <a:lnTo>
                  <a:pt x="1762" y="1277"/>
                </a:lnTo>
                <a:lnTo>
                  <a:pt x="1760" y="1277"/>
                </a:lnTo>
                <a:lnTo>
                  <a:pt x="1759" y="1277"/>
                </a:lnTo>
                <a:lnTo>
                  <a:pt x="1758" y="1278"/>
                </a:lnTo>
                <a:lnTo>
                  <a:pt x="1757" y="1278"/>
                </a:lnTo>
                <a:lnTo>
                  <a:pt x="1756" y="1277"/>
                </a:lnTo>
                <a:lnTo>
                  <a:pt x="1755" y="1277"/>
                </a:lnTo>
                <a:lnTo>
                  <a:pt x="1752" y="1278"/>
                </a:lnTo>
                <a:lnTo>
                  <a:pt x="1751" y="1278"/>
                </a:lnTo>
                <a:lnTo>
                  <a:pt x="1751" y="1277"/>
                </a:lnTo>
                <a:lnTo>
                  <a:pt x="1750" y="1277"/>
                </a:lnTo>
                <a:lnTo>
                  <a:pt x="1750" y="1278"/>
                </a:lnTo>
                <a:lnTo>
                  <a:pt x="1749" y="1278"/>
                </a:lnTo>
                <a:lnTo>
                  <a:pt x="1749" y="1279"/>
                </a:lnTo>
                <a:lnTo>
                  <a:pt x="1748" y="1279"/>
                </a:lnTo>
                <a:lnTo>
                  <a:pt x="1748" y="1284"/>
                </a:lnTo>
                <a:lnTo>
                  <a:pt x="1748" y="1285"/>
                </a:lnTo>
                <a:lnTo>
                  <a:pt x="1748" y="1287"/>
                </a:lnTo>
                <a:lnTo>
                  <a:pt x="1749" y="1287"/>
                </a:lnTo>
                <a:lnTo>
                  <a:pt x="1750" y="1288"/>
                </a:lnTo>
                <a:lnTo>
                  <a:pt x="1750" y="1289"/>
                </a:lnTo>
                <a:lnTo>
                  <a:pt x="1750" y="1288"/>
                </a:lnTo>
                <a:lnTo>
                  <a:pt x="1751" y="1288"/>
                </a:lnTo>
                <a:lnTo>
                  <a:pt x="1753" y="1288"/>
                </a:lnTo>
                <a:lnTo>
                  <a:pt x="1754" y="1288"/>
                </a:lnTo>
                <a:lnTo>
                  <a:pt x="1754" y="1289"/>
                </a:lnTo>
                <a:lnTo>
                  <a:pt x="1755" y="1289"/>
                </a:lnTo>
                <a:lnTo>
                  <a:pt x="1755" y="1290"/>
                </a:lnTo>
                <a:lnTo>
                  <a:pt x="1755" y="1291"/>
                </a:lnTo>
                <a:lnTo>
                  <a:pt x="1754" y="1291"/>
                </a:lnTo>
                <a:lnTo>
                  <a:pt x="1754" y="1292"/>
                </a:lnTo>
                <a:lnTo>
                  <a:pt x="1753" y="1293"/>
                </a:lnTo>
                <a:lnTo>
                  <a:pt x="1751" y="1293"/>
                </a:lnTo>
                <a:lnTo>
                  <a:pt x="1751" y="1294"/>
                </a:lnTo>
                <a:lnTo>
                  <a:pt x="1752" y="1294"/>
                </a:lnTo>
                <a:lnTo>
                  <a:pt x="1752" y="1295"/>
                </a:lnTo>
                <a:lnTo>
                  <a:pt x="1751" y="1296"/>
                </a:lnTo>
                <a:lnTo>
                  <a:pt x="1752" y="1296"/>
                </a:lnTo>
                <a:lnTo>
                  <a:pt x="1752" y="1297"/>
                </a:lnTo>
                <a:lnTo>
                  <a:pt x="1756" y="1300"/>
                </a:lnTo>
                <a:lnTo>
                  <a:pt x="1757" y="1301"/>
                </a:lnTo>
                <a:lnTo>
                  <a:pt x="1758" y="1302"/>
                </a:lnTo>
                <a:lnTo>
                  <a:pt x="1759" y="1303"/>
                </a:lnTo>
                <a:lnTo>
                  <a:pt x="1760" y="1303"/>
                </a:lnTo>
                <a:lnTo>
                  <a:pt x="1761" y="1304"/>
                </a:lnTo>
                <a:lnTo>
                  <a:pt x="1764" y="1307"/>
                </a:lnTo>
                <a:lnTo>
                  <a:pt x="1765" y="1307"/>
                </a:lnTo>
                <a:lnTo>
                  <a:pt x="1766" y="1308"/>
                </a:lnTo>
                <a:lnTo>
                  <a:pt x="1769" y="1308"/>
                </a:lnTo>
                <a:lnTo>
                  <a:pt x="1771" y="1308"/>
                </a:lnTo>
                <a:lnTo>
                  <a:pt x="1772" y="1308"/>
                </a:lnTo>
                <a:lnTo>
                  <a:pt x="1773" y="1308"/>
                </a:lnTo>
                <a:lnTo>
                  <a:pt x="1774" y="1308"/>
                </a:lnTo>
                <a:lnTo>
                  <a:pt x="1774" y="1307"/>
                </a:lnTo>
                <a:lnTo>
                  <a:pt x="1774" y="1304"/>
                </a:lnTo>
                <a:lnTo>
                  <a:pt x="1774" y="1302"/>
                </a:lnTo>
                <a:lnTo>
                  <a:pt x="1774" y="1301"/>
                </a:lnTo>
                <a:lnTo>
                  <a:pt x="1775" y="1300"/>
                </a:lnTo>
                <a:lnTo>
                  <a:pt x="1776" y="1300"/>
                </a:lnTo>
                <a:lnTo>
                  <a:pt x="1777" y="1300"/>
                </a:lnTo>
                <a:lnTo>
                  <a:pt x="1778" y="1299"/>
                </a:lnTo>
                <a:lnTo>
                  <a:pt x="1779" y="1299"/>
                </a:lnTo>
                <a:lnTo>
                  <a:pt x="1780" y="1299"/>
                </a:lnTo>
                <a:lnTo>
                  <a:pt x="1782" y="1299"/>
                </a:lnTo>
                <a:lnTo>
                  <a:pt x="1783" y="1299"/>
                </a:lnTo>
                <a:lnTo>
                  <a:pt x="1788" y="1298"/>
                </a:lnTo>
                <a:lnTo>
                  <a:pt x="1789" y="1298"/>
                </a:lnTo>
                <a:lnTo>
                  <a:pt x="1791" y="1298"/>
                </a:lnTo>
                <a:lnTo>
                  <a:pt x="1792" y="1298"/>
                </a:lnTo>
                <a:lnTo>
                  <a:pt x="1792" y="1300"/>
                </a:lnTo>
                <a:lnTo>
                  <a:pt x="1792" y="1302"/>
                </a:lnTo>
                <a:lnTo>
                  <a:pt x="1792" y="1303"/>
                </a:lnTo>
                <a:lnTo>
                  <a:pt x="1792" y="1304"/>
                </a:lnTo>
                <a:lnTo>
                  <a:pt x="1791" y="1307"/>
                </a:lnTo>
                <a:lnTo>
                  <a:pt x="1791" y="1309"/>
                </a:lnTo>
                <a:lnTo>
                  <a:pt x="1791" y="1310"/>
                </a:lnTo>
                <a:lnTo>
                  <a:pt x="1791" y="1311"/>
                </a:lnTo>
                <a:lnTo>
                  <a:pt x="1791" y="1312"/>
                </a:lnTo>
                <a:lnTo>
                  <a:pt x="1791" y="1321"/>
                </a:lnTo>
                <a:lnTo>
                  <a:pt x="1791" y="1325"/>
                </a:lnTo>
                <a:lnTo>
                  <a:pt x="1791" y="1342"/>
                </a:lnTo>
                <a:lnTo>
                  <a:pt x="1791" y="1343"/>
                </a:lnTo>
                <a:lnTo>
                  <a:pt x="1791" y="1360"/>
                </a:lnTo>
                <a:lnTo>
                  <a:pt x="1791" y="1362"/>
                </a:lnTo>
                <a:lnTo>
                  <a:pt x="1791" y="1369"/>
                </a:lnTo>
                <a:lnTo>
                  <a:pt x="1792" y="1369"/>
                </a:lnTo>
                <a:lnTo>
                  <a:pt x="1793" y="1369"/>
                </a:lnTo>
                <a:lnTo>
                  <a:pt x="1794" y="1369"/>
                </a:lnTo>
                <a:lnTo>
                  <a:pt x="1795" y="1369"/>
                </a:lnTo>
                <a:lnTo>
                  <a:pt x="1796" y="1369"/>
                </a:lnTo>
                <a:lnTo>
                  <a:pt x="1797" y="1369"/>
                </a:lnTo>
                <a:lnTo>
                  <a:pt x="1798" y="1369"/>
                </a:lnTo>
                <a:lnTo>
                  <a:pt x="1797" y="1370"/>
                </a:lnTo>
                <a:lnTo>
                  <a:pt x="1798" y="1372"/>
                </a:lnTo>
                <a:lnTo>
                  <a:pt x="1800" y="1372"/>
                </a:lnTo>
                <a:lnTo>
                  <a:pt x="1801" y="1372"/>
                </a:lnTo>
                <a:lnTo>
                  <a:pt x="1802" y="1373"/>
                </a:lnTo>
                <a:lnTo>
                  <a:pt x="1802" y="1372"/>
                </a:lnTo>
                <a:lnTo>
                  <a:pt x="1803" y="1372"/>
                </a:lnTo>
                <a:lnTo>
                  <a:pt x="1804" y="1372"/>
                </a:lnTo>
                <a:lnTo>
                  <a:pt x="1805" y="1372"/>
                </a:lnTo>
                <a:lnTo>
                  <a:pt x="1806" y="1372"/>
                </a:lnTo>
                <a:lnTo>
                  <a:pt x="1806" y="1373"/>
                </a:lnTo>
                <a:lnTo>
                  <a:pt x="1807" y="1373"/>
                </a:lnTo>
                <a:lnTo>
                  <a:pt x="1808" y="1373"/>
                </a:lnTo>
                <a:lnTo>
                  <a:pt x="1808" y="1374"/>
                </a:lnTo>
                <a:lnTo>
                  <a:pt x="1807" y="1374"/>
                </a:lnTo>
                <a:lnTo>
                  <a:pt x="1808" y="1374"/>
                </a:lnTo>
                <a:lnTo>
                  <a:pt x="1809" y="1374"/>
                </a:lnTo>
                <a:lnTo>
                  <a:pt x="1810" y="1375"/>
                </a:lnTo>
                <a:lnTo>
                  <a:pt x="1811" y="1375"/>
                </a:lnTo>
                <a:lnTo>
                  <a:pt x="1812" y="1375"/>
                </a:lnTo>
                <a:lnTo>
                  <a:pt x="1813" y="1375"/>
                </a:lnTo>
                <a:lnTo>
                  <a:pt x="1813" y="1376"/>
                </a:lnTo>
                <a:lnTo>
                  <a:pt x="1814" y="1376"/>
                </a:lnTo>
                <a:lnTo>
                  <a:pt x="1815" y="1377"/>
                </a:lnTo>
                <a:lnTo>
                  <a:pt x="1814" y="1377"/>
                </a:lnTo>
                <a:lnTo>
                  <a:pt x="1815" y="1377"/>
                </a:lnTo>
                <a:lnTo>
                  <a:pt x="1815" y="1378"/>
                </a:lnTo>
                <a:lnTo>
                  <a:pt x="1816" y="1378"/>
                </a:lnTo>
                <a:lnTo>
                  <a:pt x="1817" y="1378"/>
                </a:lnTo>
                <a:lnTo>
                  <a:pt x="1818" y="1378"/>
                </a:lnTo>
                <a:lnTo>
                  <a:pt x="1819" y="1379"/>
                </a:lnTo>
                <a:lnTo>
                  <a:pt x="1820" y="1380"/>
                </a:lnTo>
                <a:lnTo>
                  <a:pt x="1820" y="1381"/>
                </a:lnTo>
                <a:lnTo>
                  <a:pt x="1821" y="1380"/>
                </a:lnTo>
                <a:lnTo>
                  <a:pt x="1822" y="1381"/>
                </a:lnTo>
                <a:lnTo>
                  <a:pt x="1822" y="1382"/>
                </a:lnTo>
                <a:lnTo>
                  <a:pt x="1823" y="1382"/>
                </a:lnTo>
                <a:lnTo>
                  <a:pt x="1823" y="1383"/>
                </a:lnTo>
                <a:lnTo>
                  <a:pt x="1824" y="1383"/>
                </a:lnTo>
                <a:lnTo>
                  <a:pt x="1825" y="1383"/>
                </a:lnTo>
                <a:lnTo>
                  <a:pt x="1825" y="1384"/>
                </a:lnTo>
                <a:lnTo>
                  <a:pt x="1826" y="1384"/>
                </a:lnTo>
                <a:lnTo>
                  <a:pt x="1827" y="1385"/>
                </a:lnTo>
                <a:lnTo>
                  <a:pt x="1829" y="1386"/>
                </a:lnTo>
                <a:lnTo>
                  <a:pt x="1829" y="1387"/>
                </a:lnTo>
                <a:lnTo>
                  <a:pt x="1829" y="1388"/>
                </a:lnTo>
                <a:lnTo>
                  <a:pt x="1828" y="1388"/>
                </a:lnTo>
                <a:lnTo>
                  <a:pt x="1828" y="1389"/>
                </a:lnTo>
                <a:lnTo>
                  <a:pt x="1828" y="1390"/>
                </a:lnTo>
                <a:lnTo>
                  <a:pt x="1827" y="1390"/>
                </a:lnTo>
                <a:lnTo>
                  <a:pt x="1827" y="1391"/>
                </a:lnTo>
                <a:lnTo>
                  <a:pt x="1827" y="1392"/>
                </a:lnTo>
                <a:lnTo>
                  <a:pt x="1828" y="1392"/>
                </a:lnTo>
                <a:lnTo>
                  <a:pt x="1828" y="1393"/>
                </a:lnTo>
                <a:lnTo>
                  <a:pt x="1829" y="1393"/>
                </a:lnTo>
                <a:lnTo>
                  <a:pt x="1830" y="1393"/>
                </a:lnTo>
                <a:lnTo>
                  <a:pt x="1831" y="1394"/>
                </a:lnTo>
                <a:lnTo>
                  <a:pt x="1832" y="1394"/>
                </a:lnTo>
                <a:lnTo>
                  <a:pt x="1833" y="1394"/>
                </a:lnTo>
                <a:lnTo>
                  <a:pt x="1833" y="1395"/>
                </a:lnTo>
                <a:lnTo>
                  <a:pt x="1834" y="1396"/>
                </a:lnTo>
                <a:lnTo>
                  <a:pt x="1835" y="1396"/>
                </a:lnTo>
                <a:lnTo>
                  <a:pt x="1836" y="1396"/>
                </a:lnTo>
                <a:lnTo>
                  <a:pt x="1836" y="1397"/>
                </a:lnTo>
                <a:lnTo>
                  <a:pt x="1835" y="1397"/>
                </a:lnTo>
                <a:lnTo>
                  <a:pt x="1835" y="1398"/>
                </a:lnTo>
                <a:lnTo>
                  <a:pt x="1836" y="1398"/>
                </a:lnTo>
                <a:lnTo>
                  <a:pt x="1836" y="1399"/>
                </a:lnTo>
                <a:lnTo>
                  <a:pt x="1837" y="1399"/>
                </a:lnTo>
                <a:lnTo>
                  <a:pt x="1838" y="1399"/>
                </a:lnTo>
                <a:lnTo>
                  <a:pt x="1838" y="1398"/>
                </a:lnTo>
                <a:lnTo>
                  <a:pt x="1839" y="1398"/>
                </a:lnTo>
                <a:lnTo>
                  <a:pt x="1841" y="1398"/>
                </a:lnTo>
                <a:lnTo>
                  <a:pt x="1841" y="1397"/>
                </a:lnTo>
                <a:lnTo>
                  <a:pt x="1842" y="1397"/>
                </a:lnTo>
                <a:lnTo>
                  <a:pt x="1843" y="1397"/>
                </a:lnTo>
                <a:lnTo>
                  <a:pt x="1844" y="1397"/>
                </a:lnTo>
                <a:lnTo>
                  <a:pt x="1845" y="1397"/>
                </a:lnTo>
                <a:lnTo>
                  <a:pt x="1846" y="1398"/>
                </a:lnTo>
                <a:lnTo>
                  <a:pt x="1847" y="1398"/>
                </a:lnTo>
                <a:lnTo>
                  <a:pt x="1848" y="1398"/>
                </a:lnTo>
                <a:lnTo>
                  <a:pt x="1849" y="1399"/>
                </a:lnTo>
                <a:lnTo>
                  <a:pt x="1850" y="1399"/>
                </a:lnTo>
                <a:lnTo>
                  <a:pt x="1849" y="1399"/>
                </a:lnTo>
                <a:lnTo>
                  <a:pt x="1850" y="1400"/>
                </a:lnTo>
                <a:lnTo>
                  <a:pt x="1851" y="1401"/>
                </a:lnTo>
                <a:lnTo>
                  <a:pt x="1852" y="1402"/>
                </a:lnTo>
                <a:lnTo>
                  <a:pt x="1852" y="1403"/>
                </a:lnTo>
                <a:lnTo>
                  <a:pt x="1853" y="1404"/>
                </a:lnTo>
                <a:lnTo>
                  <a:pt x="1853" y="1407"/>
                </a:lnTo>
                <a:lnTo>
                  <a:pt x="1853" y="1408"/>
                </a:lnTo>
                <a:lnTo>
                  <a:pt x="1853" y="1409"/>
                </a:lnTo>
                <a:lnTo>
                  <a:pt x="1854" y="1410"/>
                </a:lnTo>
                <a:lnTo>
                  <a:pt x="1854" y="1411"/>
                </a:lnTo>
                <a:lnTo>
                  <a:pt x="1855" y="1411"/>
                </a:lnTo>
                <a:lnTo>
                  <a:pt x="1855" y="1412"/>
                </a:lnTo>
                <a:lnTo>
                  <a:pt x="1855" y="1413"/>
                </a:lnTo>
                <a:lnTo>
                  <a:pt x="1856" y="1413"/>
                </a:lnTo>
                <a:lnTo>
                  <a:pt x="1856" y="1414"/>
                </a:lnTo>
                <a:lnTo>
                  <a:pt x="1856" y="1415"/>
                </a:lnTo>
                <a:lnTo>
                  <a:pt x="1856" y="1417"/>
                </a:lnTo>
                <a:lnTo>
                  <a:pt x="1857" y="1418"/>
                </a:lnTo>
                <a:lnTo>
                  <a:pt x="1858" y="1418"/>
                </a:lnTo>
                <a:lnTo>
                  <a:pt x="1859" y="1419"/>
                </a:lnTo>
                <a:lnTo>
                  <a:pt x="1860" y="1420"/>
                </a:lnTo>
                <a:lnTo>
                  <a:pt x="1859" y="1421"/>
                </a:lnTo>
                <a:lnTo>
                  <a:pt x="1860" y="1422"/>
                </a:lnTo>
                <a:lnTo>
                  <a:pt x="1861" y="1423"/>
                </a:lnTo>
                <a:lnTo>
                  <a:pt x="1862" y="1423"/>
                </a:lnTo>
                <a:lnTo>
                  <a:pt x="1862" y="1424"/>
                </a:lnTo>
                <a:lnTo>
                  <a:pt x="1861" y="1424"/>
                </a:lnTo>
                <a:lnTo>
                  <a:pt x="1862" y="1424"/>
                </a:lnTo>
                <a:lnTo>
                  <a:pt x="1862" y="1425"/>
                </a:lnTo>
                <a:lnTo>
                  <a:pt x="1861" y="1426"/>
                </a:lnTo>
                <a:lnTo>
                  <a:pt x="1862" y="1426"/>
                </a:lnTo>
                <a:lnTo>
                  <a:pt x="1862" y="1427"/>
                </a:lnTo>
                <a:lnTo>
                  <a:pt x="1862" y="1428"/>
                </a:lnTo>
                <a:lnTo>
                  <a:pt x="1862" y="1429"/>
                </a:lnTo>
                <a:lnTo>
                  <a:pt x="1862" y="1430"/>
                </a:lnTo>
                <a:lnTo>
                  <a:pt x="1862" y="1431"/>
                </a:lnTo>
                <a:lnTo>
                  <a:pt x="1863" y="1432"/>
                </a:lnTo>
                <a:lnTo>
                  <a:pt x="1864" y="1432"/>
                </a:lnTo>
                <a:lnTo>
                  <a:pt x="1865" y="1432"/>
                </a:lnTo>
                <a:lnTo>
                  <a:pt x="1865" y="1433"/>
                </a:lnTo>
                <a:lnTo>
                  <a:pt x="1866" y="1433"/>
                </a:lnTo>
                <a:lnTo>
                  <a:pt x="1866" y="1434"/>
                </a:lnTo>
                <a:lnTo>
                  <a:pt x="1867" y="1434"/>
                </a:lnTo>
                <a:lnTo>
                  <a:pt x="1868" y="1434"/>
                </a:lnTo>
                <a:lnTo>
                  <a:pt x="1869" y="1435"/>
                </a:lnTo>
                <a:lnTo>
                  <a:pt x="1869" y="1436"/>
                </a:lnTo>
                <a:lnTo>
                  <a:pt x="1870" y="1436"/>
                </a:lnTo>
                <a:lnTo>
                  <a:pt x="1871" y="1436"/>
                </a:lnTo>
                <a:lnTo>
                  <a:pt x="1871" y="1437"/>
                </a:lnTo>
                <a:lnTo>
                  <a:pt x="1871" y="1438"/>
                </a:lnTo>
                <a:lnTo>
                  <a:pt x="1871" y="1439"/>
                </a:lnTo>
                <a:lnTo>
                  <a:pt x="1871" y="1440"/>
                </a:lnTo>
                <a:lnTo>
                  <a:pt x="1871" y="1441"/>
                </a:lnTo>
                <a:lnTo>
                  <a:pt x="1871" y="1442"/>
                </a:lnTo>
                <a:lnTo>
                  <a:pt x="1872" y="1443"/>
                </a:lnTo>
                <a:lnTo>
                  <a:pt x="1873" y="1445"/>
                </a:lnTo>
                <a:lnTo>
                  <a:pt x="1874" y="1446"/>
                </a:lnTo>
                <a:lnTo>
                  <a:pt x="1873" y="1447"/>
                </a:lnTo>
                <a:lnTo>
                  <a:pt x="1873" y="1449"/>
                </a:lnTo>
                <a:lnTo>
                  <a:pt x="1872" y="1450"/>
                </a:lnTo>
                <a:lnTo>
                  <a:pt x="1872" y="1451"/>
                </a:lnTo>
                <a:lnTo>
                  <a:pt x="1873" y="1451"/>
                </a:lnTo>
                <a:lnTo>
                  <a:pt x="1874" y="1451"/>
                </a:lnTo>
                <a:lnTo>
                  <a:pt x="1874" y="1452"/>
                </a:lnTo>
                <a:lnTo>
                  <a:pt x="1875" y="1453"/>
                </a:lnTo>
                <a:lnTo>
                  <a:pt x="1875" y="1454"/>
                </a:lnTo>
                <a:lnTo>
                  <a:pt x="1874" y="1454"/>
                </a:lnTo>
                <a:lnTo>
                  <a:pt x="1872" y="1454"/>
                </a:lnTo>
                <a:lnTo>
                  <a:pt x="1871" y="1454"/>
                </a:lnTo>
                <a:lnTo>
                  <a:pt x="1870" y="1454"/>
                </a:lnTo>
                <a:lnTo>
                  <a:pt x="1869" y="1454"/>
                </a:lnTo>
                <a:lnTo>
                  <a:pt x="1868" y="1454"/>
                </a:lnTo>
                <a:lnTo>
                  <a:pt x="1867" y="1454"/>
                </a:lnTo>
                <a:lnTo>
                  <a:pt x="1867" y="1455"/>
                </a:lnTo>
                <a:lnTo>
                  <a:pt x="1866" y="1455"/>
                </a:lnTo>
                <a:lnTo>
                  <a:pt x="1864" y="1455"/>
                </a:lnTo>
                <a:lnTo>
                  <a:pt x="1863" y="1454"/>
                </a:lnTo>
                <a:lnTo>
                  <a:pt x="1862" y="1453"/>
                </a:lnTo>
                <a:lnTo>
                  <a:pt x="1861" y="1453"/>
                </a:lnTo>
                <a:lnTo>
                  <a:pt x="1860" y="1453"/>
                </a:lnTo>
                <a:lnTo>
                  <a:pt x="1859" y="1453"/>
                </a:lnTo>
                <a:lnTo>
                  <a:pt x="1858" y="1454"/>
                </a:lnTo>
                <a:lnTo>
                  <a:pt x="1857" y="1454"/>
                </a:lnTo>
                <a:lnTo>
                  <a:pt x="1857" y="1455"/>
                </a:lnTo>
                <a:lnTo>
                  <a:pt x="1856" y="1455"/>
                </a:lnTo>
                <a:lnTo>
                  <a:pt x="1855" y="1455"/>
                </a:lnTo>
                <a:lnTo>
                  <a:pt x="1855" y="1458"/>
                </a:lnTo>
                <a:lnTo>
                  <a:pt x="1855" y="1459"/>
                </a:lnTo>
                <a:lnTo>
                  <a:pt x="1854" y="1459"/>
                </a:lnTo>
                <a:lnTo>
                  <a:pt x="1852" y="1459"/>
                </a:lnTo>
                <a:lnTo>
                  <a:pt x="1849" y="1459"/>
                </a:lnTo>
                <a:lnTo>
                  <a:pt x="1848" y="1460"/>
                </a:lnTo>
                <a:lnTo>
                  <a:pt x="1847" y="1460"/>
                </a:lnTo>
                <a:lnTo>
                  <a:pt x="1846" y="1461"/>
                </a:lnTo>
                <a:lnTo>
                  <a:pt x="1846" y="1462"/>
                </a:lnTo>
                <a:lnTo>
                  <a:pt x="1846" y="1463"/>
                </a:lnTo>
                <a:lnTo>
                  <a:pt x="1846" y="1464"/>
                </a:lnTo>
                <a:lnTo>
                  <a:pt x="1845" y="1464"/>
                </a:lnTo>
                <a:lnTo>
                  <a:pt x="1844" y="1465"/>
                </a:lnTo>
                <a:lnTo>
                  <a:pt x="1843" y="1465"/>
                </a:lnTo>
                <a:lnTo>
                  <a:pt x="1842" y="1466"/>
                </a:lnTo>
                <a:lnTo>
                  <a:pt x="1841" y="1466"/>
                </a:lnTo>
                <a:lnTo>
                  <a:pt x="1840" y="1466"/>
                </a:lnTo>
                <a:lnTo>
                  <a:pt x="1839" y="1466"/>
                </a:lnTo>
                <a:lnTo>
                  <a:pt x="1838" y="1466"/>
                </a:lnTo>
                <a:lnTo>
                  <a:pt x="1838" y="1465"/>
                </a:lnTo>
                <a:lnTo>
                  <a:pt x="1837" y="1466"/>
                </a:lnTo>
                <a:lnTo>
                  <a:pt x="1835" y="1466"/>
                </a:lnTo>
                <a:lnTo>
                  <a:pt x="1835" y="1465"/>
                </a:lnTo>
                <a:lnTo>
                  <a:pt x="1831" y="1465"/>
                </a:lnTo>
                <a:lnTo>
                  <a:pt x="1831" y="1466"/>
                </a:lnTo>
                <a:lnTo>
                  <a:pt x="1830" y="1466"/>
                </a:lnTo>
                <a:lnTo>
                  <a:pt x="1829" y="1465"/>
                </a:lnTo>
                <a:lnTo>
                  <a:pt x="1828" y="1465"/>
                </a:lnTo>
                <a:lnTo>
                  <a:pt x="1827" y="1466"/>
                </a:lnTo>
                <a:lnTo>
                  <a:pt x="1826" y="1466"/>
                </a:lnTo>
                <a:lnTo>
                  <a:pt x="1825" y="1467"/>
                </a:lnTo>
                <a:lnTo>
                  <a:pt x="1825" y="1468"/>
                </a:lnTo>
                <a:lnTo>
                  <a:pt x="1823" y="1469"/>
                </a:lnTo>
                <a:lnTo>
                  <a:pt x="1822" y="1470"/>
                </a:lnTo>
                <a:lnTo>
                  <a:pt x="1821" y="1471"/>
                </a:lnTo>
                <a:lnTo>
                  <a:pt x="1820" y="1472"/>
                </a:lnTo>
                <a:lnTo>
                  <a:pt x="1820" y="1473"/>
                </a:lnTo>
                <a:lnTo>
                  <a:pt x="1820" y="1474"/>
                </a:lnTo>
                <a:lnTo>
                  <a:pt x="1819" y="1474"/>
                </a:lnTo>
                <a:lnTo>
                  <a:pt x="1819" y="1475"/>
                </a:lnTo>
                <a:lnTo>
                  <a:pt x="1818" y="1475"/>
                </a:lnTo>
                <a:lnTo>
                  <a:pt x="1817" y="1476"/>
                </a:lnTo>
                <a:lnTo>
                  <a:pt x="1816" y="1477"/>
                </a:lnTo>
                <a:lnTo>
                  <a:pt x="1815" y="1477"/>
                </a:lnTo>
                <a:lnTo>
                  <a:pt x="1815" y="1476"/>
                </a:lnTo>
                <a:lnTo>
                  <a:pt x="1814" y="1476"/>
                </a:lnTo>
                <a:lnTo>
                  <a:pt x="1813" y="1477"/>
                </a:lnTo>
                <a:lnTo>
                  <a:pt x="1813" y="1478"/>
                </a:lnTo>
                <a:lnTo>
                  <a:pt x="1813" y="1479"/>
                </a:lnTo>
                <a:lnTo>
                  <a:pt x="1813" y="1480"/>
                </a:lnTo>
                <a:lnTo>
                  <a:pt x="1812" y="1480"/>
                </a:lnTo>
                <a:lnTo>
                  <a:pt x="1813" y="1480"/>
                </a:lnTo>
                <a:lnTo>
                  <a:pt x="1813" y="1481"/>
                </a:lnTo>
                <a:lnTo>
                  <a:pt x="1813" y="1482"/>
                </a:lnTo>
                <a:lnTo>
                  <a:pt x="1813" y="1483"/>
                </a:lnTo>
                <a:lnTo>
                  <a:pt x="1813" y="1484"/>
                </a:lnTo>
                <a:lnTo>
                  <a:pt x="1813" y="1485"/>
                </a:lnTo>
                <a:lnTo>
                  <a:pt x="1813" y="1486"/>
                </a:lnTo>
                <a:lnTo>
                  <a:pt x="1814" y="1486"/>
                </a:lnTo>
                <a:lnTo>
                  <a:pt x="1814" y="1487"/>
                </a:lnTo>
                <a:lnTo>
                  <a:pt x="1815" y="1487"/>
                </a:lnTo>
                <a:lnTo>
                  <a:pt x="1816" y="1488"/>
                </a:lnTo>
                <a:lnTo>
                  <a:pt x="1816" y="1489"/>
                </a:lnTo>
                <a:lnTo>
                  <a:pt x="1815" y="1490"/>
                </a:lnTo>
                <a:lnTo>
                  <a:pt x="1814" y="1490"/>
                </a:lnTo>
                <a:lnTo>
                  <a:pt x="1813" y="1490"/>
                </a:lnTo>
                <a:lnTo>
                  <a:pt x="1812" y="1491"/>
                </a:lnTo>
                <a:lnTo>
                  <a:pt x="1812" y="1492"/>
                </a:lnTo>
                <a:lnTo>
                  <a:pt x="1812" y="1493"/>
                </a:lnTo>
                <a:lnTo>
                  <a:pt x="1811" y="1494"/>
                </a:lnTo>
                <a:lnTo>
                  <a:pt x="1812" y="1494"/>
                </a:lnTo>
                <a:lnTo>
                  <a:pt x="1812" y="1495"/>
                </a:lnTo>
                <a:lnTo>
                  <a:pt x="1811" y="1496"/>
                </a:lnTo>
                <a:lnTo>
                  <a:pt x="1811" y="1497"/>
                </a:lnTo>
                <a:lnTo>
                  <a:pt x="1811" y="1496"/>
                </a:lnTo>
                <a:lnTo>
                  <a:pt x="1812" y="1496"/>
                </a:lnTo>
                <a:lnTo>
                  <a:pt x="1813" y="1496"/>
                </a:lnTo>
                <a:lnTo>
                  <a:pt x="1813" y="1497"/>
                </a:lnTo>
                <a:lnTo>
                  <a:pt x="1813" y="1498"/>
                </a:lnTo>
                <a:lnTo>
                  <a:pt x="1814" y="1499"/>
                </a:lnTo>
                <a:lnTo>
                  <a:pt x="1814" y="1500"/>
                </a:lnTo>
                <a:lnTo>
                  <a:pt x="1814" y="1501"/>
                </a:lnTo>
                <a:lnTo>
                  <a:pt x="1813" y="1501"/>
                </a:lnTo>
                <a:lnTo>
                  <a:pt x="1813" y="1502"/>
                </a:lnTo>
                <a:lnTo>
                  <a:pt x="1813" y="1503"/>
                </a:lnTo>
                <a:lnTo>
                  <a:pt x="1813" y="1504"/>
                </a:lnTo>
                <a:lnTo>
                  <a:pt x="1814" y="1504"/>
                </a:lnTo>
                <a:lnTo>
                  <a:pt x="1814" y="1505"/>
                </a:lnTo>
                <a:lnTo>
                  <a:pt x="1815" y="1506"/>
                </a:lnTo>
                <a:lnTo>
                  <a:pt x="1816" y="1506"/>
                </a:lnTo>
                <a:lnTo>
                  <a:pt x="1816" y="1505"/>
                </a:lnTo>
                <a:lnTo>
                  <a:pt x="1817" y="1505"/>
                </a:lnTo>
                <a:lnTo>
                  <a:pt x="1818" y="1505"/>
                </a:lnTo>
                <a:lnTo>
                  <a:pt x="1818" y="1506"/>
                </a:lnTo>
                <a:lnTo>
                  <a:pt x="1819" y="1506"/>
                </a:lnTo>
                <a:lnTo>
                  <a:pt x="1820" y="1506"/>
                </a:lnTo>
                <a:lnTo>
                  <a:pt x="1821" y="1506"/>
                </a:lnTo>
                <a:lnTo>
                  <a:pt x="1822" y="1505"/>
                </a:lnTo>
                <a:lnTo>
                  <a:pt x="1822" y="1506"/>
                </a:lnTo>
                <a:lnTo>
                  <a:pt x="1823" y="1506"/>
                </a:lnTo>
                <a:lnTo>
                  <a:pt x="1823" y="1507"/>
                </a:lnTo>
                <a:lnTo>
                  <a:pt x="1822" y="1508"/>
                </a:lnTo>
                <a:lnTo>
                  <a:pt x="1823" y="1508"/>
                </a:lnTo>
                <a:lnTo>
                  <a:pt x="1824" y="1508"/>
                </a:lnTo>
                <a:lnTo>
                  <a:pt x="1825" y="1508"/>
                </a:lnTo>
                <a:lnTo>
                  <a:pt x="1827" y="1508"/>
                </a:lnTo>
                <a:lnTo>
                  <a:pt x="1827" y="1509"/>
                </a:lnTo>
                <a:lnTo>
                  <a:pt x="1828" y="1509"/>
                </a:lnTo>
                <a:lnTo>
                  <a:pt x="1829" y="1508"/>
                </a:lnTo>
                <a:lnTo>
                  <a:pt x="1829" y="1509"/>
                </a:lnTo>
                <a:lnTo>
                  <a:pt x="1830" y="1509"/>
                </a:lnTo>
                <a:lnTo>
                  <a:pt x="1831" y="1508"/>
                </a:lnTo>
                <a:lnTo>
                  <a:pt x="1832" y="1508"/>
                </a:lnTo>
                <a:lnTo>
                  <a:pt x="1832" y="1509"/>
                </a:lnTo>
                <a:lnTo>
                  <a:pt x="1833" y="1509"/>
                </a:lnTo>
                <a:lnTo>
                  <a:pt x="1834" y="1509"/>
                </a:lnTo>
                <a:lnTo>
                  <a:pt x="1835" y="1509"/>
                </a:lnTo>
                <a:lnTo>
                  <a:pt x="1836" y="1509"/>
                </a:lnTo>
                <a:lnTo>
                  <a:pt x="1837" y="1509"/>
                </a:lnTo>
                <a:lnTo>
                  <a:pt x="1838" y="1510"/>
                </a:lnTo>
                <a:lnTo>
                  <a:pt x="1839" y="1510"/>
                </a:lnTo>
                <a:lnTo>
                  <a:pt x="1840" y="1510"/>
                </a:lnTo>
                <a:lnTo>
                  <a:pt x="1842" y="1510"/>
                </a:lnTo>
                <a:lnTo>
                  <a:pt x="1843" y="1511"/>
                </a:lnTo>
                <a:lnTo>
                  <a:pt x="1843" y="1512"/>
                </a:lnTo>
                <a:lnTo>
                  <a:pt x="1845" y="1512"/>
                </a:lnTo>
                <a:lnTo>
                  <a:pt x="1845" y="1513"/>
                </a:lnTo>
                <a:lnTo>
                  <a:pt x="1845" y="1514"/>
                </a:lnTo>
                <a:lnTo>
                  <a:pt x="1845" y="1515"/>
                </a:lnTo>
                <a:lnTo>
                  <a:pt x="1845" y="1516"/>
                </a:lnTo>
                <a:lnTo>
                  <a:pt x="1846" y="1516"/>
                </a:lnTo>
                <a:lnTo>
                  <a:pt x="1845" y="1516"/>
                </a:lnTo>
                <a:lnTo>
                  <a:pt x="1845" y="1517"/>
                </a:lnTo>
                <a:lnTo>
                  <a:pt x="1845" y="1518"/>
                </a:lnTo>
                <a:lnTo>
                  <a:pt x="1846" y="1518"/>
                </a:lnTo>
                <a:lnTo>
                  <a:pt x="1846" y="1519"/>
                </a:lnTo>
                <a:lnTo>
                  <a:pt x="1845" y="1519"/>
                </a:lnTo>
                <a:lnTo>
                  <a:pt x="1845" y="1520"/>
                </a:lnTo>
                <a:lnTo>
                  <a:pt x="1845" y="1521"/>
                </a:lnTo>
                <a:lnTo>
                  <a:pt x="1845" y="1522"/>
                </a:lnTo>
                <a:lnTo>
                  <a:pt x="1845" y="1523"/>
                </a:lnTo>
                <a:lnTo>
                  <a:pt x="1846" y="1523"/>
                </a:lnTo>
                <a:lnTo>
                  <a:pt x="1847" y="1523"/>
                </a:lnTo>
                <a:lnTo>
                  <a:pt x="1847" y="1524"/>
                </a:lnTo>
                <a:lnTo>
                  <a:pt x="1847" y="1525"/>
                </a:lnTo>
                <a:lnTo>
                  <a:pt x="1846" y="1525"/>
                </a:lnTo>
                <a:lnTo>
                  <a:pt x="1846" y="1526"/>
                </a:lnTo>
                <a:lnTo>
                  <a:pt x="1846" y="1527"/>
                </a:lnTo>
                <a:lnTo>
                  <a:pt x="1845" y="1527"/>
                </a:lnTo>
                <a:lnTo>
                  <a:pt x="1845" y="1528"/>
                </a:lnTo>
                <a:lnTo>
                  <a:pt x="1845" y="1529"/>
                </a:lnTo>
                <a:lnTo>
                  <a:pt x="1846" y="1529"/>
                </a:lnTo>
                <a:lnTo>
                  <a:pt x="1846" y="1530"/>
                </a:lnTo>
                <a:lnTo>
                  <a:pt x="1845" y="1531"/>
                </a:lnTo>
                <a:lnTo>
                  <a:pt x="1845" y="1532"/>
                </a:lnTo>
                <a:lnTo>
                  <a:pt x="1845" y="1533"/>
                </a:lnTo>
                <a:lnTo>
                  <a:pt x="1845" y="1534"/>
                </a:lnTo>
                <a:lnTo>
                  <a:pt x="1845" y="1535"/>
                </a:lnTo>
                <a:lnTo>
                  <a:pt x="1845" y="1536"/>
                </a:lnTo>
                <a:lnTo>
                  <a:pt x="1844" y="1536"/>
                </a:lnTo>
                <a:lnTo>
                  <a:pt x="1845" y="1537"/>
                </a:lnTo>
                <a:lnTo>
                  <a:pt x="1846" y="1537"/>
                </a:lnTo>
                <a:lnTo>
                  <a:pt x="1846" y="1538"/>
                </a:lnTo>
                <a:lnTo>
                  <a:pt x="1847" y="1538"/>
                </a:lnTo>
                <a:lnTo>
                  <a:pt x="1847" y="1539"/>
                </a:lnTo>
                <a:lnTo>
                  <a:pt x="1848" y="1540"/>
                </a:lnTo>
                <a:lnTo>
                  <a:pt x="1848" y="1539"/>
                </a:lnTo>
                <a:lnTo>
                  <a:pt x="1849" y="1539"/>
                </a:lnTo>
                <a:lnTo>
                  <a:pt x="1849" y="1540"/>
                </a:lnTo>
                <a:lnTo>
                  <a:pt x="1850" y="1540"/>
                </a:lnTo>
                <a:lnTo>
                  <a:pt x="1850" y="1541"/>
                </a:lnTo>
                <a:lnTo>
                  <a:pt x="1849" y="1541"/>
                </a:lnTo>
                <a:lnTo>
                  <a:pt x="1848" y="1543"/>
                </a:lnTo>
                <a:lnTo>
                  <a:pt x="1847" y="1543"/>
                </a:lnTo>
                <a:lnTo>
                  <a:pt x="1847" y="1544"/>
                </a:lnTo>
                <a:lnTo>
                  <a:pt x="1847" y="1545"/>
                </a:lnTo>
                <a:lnTo>
                  <a:pt x="1847" y="1546"/>
                </a:lnTo>
                <a:lnTo>
                  <a:pt x="1847" y="1547"/>
                </a:lnTo>
                <a:lnTo>
                  <a:pt x="1848" y="1547"/>
                </a:lnTo>
                <a:lnTo>
                  <a:pt x="1848" y="1548"/>
                </a:lnTo>
                <a:lnTo>
                  <a:pt x="1849" y="1548"/>
                </a:lnTo>
                <a:lnTo>
                  <a:pt x="1850" y="1548"/>
                </a:lnTo>
                <a:lnTo>
                  <a:pt x="1851" y="1549"/>
                </a:lnTo>
                <a:lnTo>
                  <a:pt x="1852" y="1549"/>
                </a:lnTo>
                <a:lnTo>
                  <a:pt x="1852" y="1550"/>
                </a:lnTo>
                <a:lnTo>
                  <a:pt x="1852" y="1551"/>
                </a:lnTo>
                <a:lnTo>
                  <a:pt x="1852" y="1552"/>
                </a:lnTo>
                <a:lnTo>
                  <a:pt x="1851" y="1552"/>
                </a:lnTo>
                <a:lnTo>
                  <a:pt x="1851" y="1553"/>
                </a:lnTo>
                <a:lnTo>
                  <a:pt x="1852" y="1553"/>
                </a:lnTo>
                <a:lnTo>
                  <a:pt x="1852" y="1554"/>
                </a:lnTo>
                <a:lnTo>
                  <a:pt x="1852" y="1555"/>
                </a:lnTo>
                <a:lnTo>
                  <a:pt x="1852" y="1556"/>
                </a:lnTo>
                <a:lnTo>
                  <a:pt x="1853" y="1556"/>
                </a:lnTo>
                <a:lnTo>
                  <a:pt x="1853" y="1557"/>
                </a:lnTo>
                <a:lnTo>
                  <a:pt x="1853" y="1558"/>
                </a:lnTo>
                <a:lnTo>
                  <a:pt x="1854" y="1558"/>
                </a:lnTo>
                <a:lnTo>
                  <a:pt x="1854" y="1559"/>
                </a:lnTo>
                <a:lnTo>
                  <a:pt x="1854" y="1560"/>
                </a:lnTo>
                <a:lnTo>
                  <a:pt x="1854" y="1561"/>
                </a:lnTo>
                <a:lnTo>
                  <a:pt x="1855" y="1561"/>
                </a:lnTo>
                <a:lnTo>
                  <a:pt x="1855" y="1562"/>
                </a:lnTo>
                <a:lnTo>
                  <a:pt x="1854" y="1563"/>
                </a:lnTo>
                <a:lnTo>
                  <a:pt x="1854" y="1564"/>
                </a:lnTo>
                <a:lnTo>
                  <a:pt x="1853" y="1564"/>
                </a:lnTo>
                <a:lnTo>
                  <a:pt x="1851" y="1564"/>
                </a:lnTo>
                <a:lnTo>
                  <a:pt x="1850" y="1565"/>
                </a:lnTo>
                <a:lnTo>
                  <a:pt x="1850" y="1564"/>
                </a:lnTo>
                <a:lnTo>
                  <a:pt x="1849" y="1564"/>
                </a:lnTo>
                <a:lnTo>
                  <a:pt x="1848" y="1564"/>
                </a:lnTo>
                <a:lnTo>
                  <a:pt x="1847" y="1564"/>
                </a:lnTo>
                <a:lnTo>
                  <a:pt x="1846" y="1564"/>
                </a:lnTo>
                <a:lnTo>
                  <a:pt x="1845" y="1563"/>
                </a:lnTo>
                <a:lnTo>
                  <a:pt x="1844" y="1563"/>
                </a:lnTo>
                <a:lnTo>
                  <a:pt x="1843" y="1563"/>
                </a:lnTo>
                <a:lnTo>
                  <a:pt x="1842" y="1563"/>
                </a:lnTo>
                <a:lnTo>
                  <a:pt x="1842" y="1562"/>
                </a:lnTo>
                <a:lnTo>
                  <a:pt x="1841" y="1562"/>
                </a:lnTo>
                <a:lnTo>
                  <a:pt x="1840" y="1563"/>
                </a:lnTo>
                <a:lnTo>
                  <a:pt x="1840" y="1562"/>
                </a:lnTo>
                <a:lnTo>
                  <a:pt x="1839" y="1562"/>
                </a:lnTo>
                <a:lnTo>
                  <a:pt x="1839" y="1563"/>
                </a:lnTo>
                <a:lnTo>
                  <a:pt x="1838" y="1563"/>
                </a:lnTo>
                <a:lnTo>
                  <a:pt x="1838" y="1564"/>
                </a:lnTo>
                <a:lnTo>
                  <a:pt x="1837" y="1564"/>
                </a:lnTo>
                <a:lnTo>
                  <a:pt x="1837" y="1565"/>
                </a:lnTo>
                <a:lnTo>
                  <a:pt x="1837" y="1566"/>
                </a:lnTo>
                <a:lnTo>
                  <a:pt x="1837" y="1567"/>
                </a:lnTo>
                <a:lnTo>
                  <a:pt x="1837" y="1568"/>
                </a:lnTo>
                <a:lnTo>
                  <a:pt x="1836" y="1568"/>
                </a:lnTo>
                <a:lnTo>
                  <a:pt x="1836" y="1569"/>
                </a:lnTo>
                <a:lnTo>
                  <a:pt x="1835" y="1570"/>
                </a:lnTo>
                <a:lnTo>
                  <a:pt x="1834" y="1571"/>
                </a:lnTo>
                <a:lnTo>
                  <a:pt x="1834" y="1572"/>
                </a:lnTo>
                <a:lnTo>
                  <a:pt x="1833" y="1572"/>
                </a:lnTo>
                <a:lnTo>
                  <a:pt x="1833" y="1571"/>
                </a:lnTo>
                <a:lnTo>
                  <a:pt x="1832" y="1571"/>
                </a:lnTo>
                <a:lnTo>
                  <a:pt x="1832" y="1572"/>
                </a:lnTo>
                <a:lnTo>
                  <a:pt x="1830" y="1572"/>
                </a:lnTo>
                <a:lnTo>
                  <a:pt x="1829" y="1572"/>
                </a:lnTo>
                <a:lnTo>
                  <a:pt x="1828" y="1572"/>
                </a:lnTo>
                <a:lnTo>
                  <a:pt x="1827" y="1573"/>
                </a:lnTo>
                <a:lnTo>
                  <a:pt x="1826" y="1573"/>
                </a:lnTo>
                <a:lnTo>
                  <a:pt x="1825" y="1573"/>
                </a:lnTo>
                <a:lnTo>
                  <a:pt x="1823" y="1572"/>
                </a:lnTo>
                <a:lnTo>
                  <a:pt x="1822" y="1571"/>
                </a:lnTo>
                <a:lnTo>
                  <a:pt x="1823" y="1570"/>
                </a:lnTo>
                <a:lnTo>
                  <a:pt x="1822" y="1570"/>
                </a:lnTo>
                <a:lnTo>
                  <a:pt x="1821" y="1570"/>
                </a:lnTo>
                <a:lnTo>
                  <a:pt x="1820" y="1569"/>
                </a:lnTo>
                <a:lnTo>
                  <a:pt x="1820" y="1568"/>
                </a:lnTo>
                <a:lnTo>
                  <a:pt x="1819" y="1567"/>
                </a:lnTo>
                <a:lnTo>
                  <a:pt x="1818" y="1566"/>
                </a:lnTo>
                <a:lnTo>
                  <a:pt x="1818" y="1565"/>
                </a:lnTo>
                <a:lnTo>
                  <a:pt x="1817" y="1564"/>
                </a:lnTo>
                <a:lnTo>
                  <a:pt x="1816" y="1564"/>
                </a:lnTo>
                <a:lnTo>
                  <a:pt x="1815" y="1564"/>
                </a:lnTo>
                <a:lnTo>
                  <a:pt x="1814" y="1563"/>
                </a:lnTo>
                <a:lnTo>
                  <a:pt x="1813" y="1563"/>
                </a:lnTo>
                <a:lnTo>
                  <a:pt x="1813" y="1562"/>
                </a:lnTo>
                <a:lnTo>
                  <a:pt x="1812" y="1562"/>
                </a:lnTo>
                <a:lnTo>
                  <a:pt x="1812" y="1561"/>
                </a:lnTo>
                <a:lnTo>
                  <a:pt x="1810" y="1561"/>
                </a:lnTo>
                <a:lnTo>
                  <a:pt x="1810" y="1560"/>
                </a:lnTo>
                <a:lnTo>
                  <a:pt x="1809" y="1560"/>
                </a:lnTo>
                <a:lnTo>
                  <a:pt x="1807" y="1560"/>
                </a:lnTo>
                <a:lnTo>
                  <a:pt x="1806" y="1559"/>
                </a:lnTo>
                <a:lnTo>
                  <a:pt x="1805" y="1559"/>
                </a:lnTo>
                <a:lnTo>
                  <a:pt x="1804" y="1559"/>
                </a:lnTo>
                <a:lnTo>
                  <a:pt x="1803" y="1559"/>
                </a:lnTo>
                <a:lnTo>
                  <a:pt x="1802" y="1559"/>
                </a:lnTo>
                <a:lnTo>
                  <a:pt x="1802" y="1560"/>
                </a:lnTo>
                <a:lnTo>
                  <a:pt x="1801" y="1560"/>
                </a:lnTo>
                <a:lnTo>
                  <a:pt x="1800" y="1560"/>
                </a:lnTo>
                <a:lnTo>
                  <a:pt x="1799" y="1559"/>
                </a:lnTo>
                <a:lnTo>
                  <a:pt x="1798" y="1559"/>
                </a:lnTo>
                <a:lnTo>
                  <a:pt x="1798" y="1560"/>
                </a:lnTo>
                <a:lnTo>
                  <a:pt x="1797" y="1560"/>
                </a:lnTo>
                <a:lnTo>
                  <a:pt x="1797" y="1559"/>
                </a:lnTo>
                <a:lnTo>
                  <a:pt x="1796" y="1559"/>
                </a:lnTo>
                <a:lnTo>
                  <a:pt x="1795" y="1558"/>
                </a:lnTo>
                <a:lnTo>
                  <a:pt x="1794" y="1558"/>
                </a:lnTo>
                <a:lnTo>
                  <a:pt x="1793" y="1558"/>
                </a:lnTo>
                <a:lnTo>
                  <a:pt x="1792" y="1557"/>
                </a:lnTo>
                <a:lnTo>
                  <a:pt x="1791" y="1557"/>
                </a:lnTo>
                <a:lnTo>
                  <a:pt x="1789" y="1558"/>
                </a:lnTo>
                <a:lnTo>
                  <a:pt x="1788" y="1559"/>
                </a:lnTo>
                <a:lnTo>
                  <a:pt x="1787" y="1559"/>
                </a:lnTo>
                <a:lnTo>
                  <a:pt x="1787" y="1560"/>
                </a:lnTo>
                <a:lnTo>
                  <a:pt x="1786" y="1560"/>
                </a:lnTo>
                <a:lnTo>
                  <a:pt x="1785" y="1559"/>
                </a:lnTo>
                <a:lnTo>
                  <a:pt x="1783" y="1559"/>
                </a:lnTo>
                <a:lnTo>
                  <a:pt x="1782" y="1559"/>
                </a:lnTo>
                <a:lnTo>
                  <a:pt x="1781" y="1559"/>
                </a:lnTo>
                <a:lnTo>
                  <a:pt x="1780" y="1558"/>
                </a:lnTo>
                <a:lnTo>
                  <a:pt x="1779" y="1558"/>
                </a:lnTo>
                <a:lnTo>
                  <a:pt x="1778" y="1558"/>
                </a:lnTo>
                <a:lnTo>
                  <a:pt x="1777" y="1558"/>
                </a:lnTo>
                <a:lnTo>
                  <a:pt x="1776" y="1557"/>
                </a:lnTo>
                <a:lnTo>
                  <a:pt x="1775" y="1557"/>
                </a:lnTo>
                <a:lnTo>
                  <a:pt x="1775" y="1558"/>
                </a:lnTo>
                <a:lnTo>
                  <a:pt x="1774" y="1558"/>
                </a:lnTo>
                <a:lnTo>
                  <a:pt x="1773" y="1558"/>
                </a:lnTo>
                <a:lnTo>
                  <a:pt x="1772" y="1558"/>
                </a:lnTo>
                <a:lnTo>
                  <a:pt x="1772" y="1557"/>
                </a:lnTo>
                <a:lnTo>
                  <a:pt x="1771" y="1557"/>
                </a:lnTo>
                <a:lnTo>
                  <a:pt x="1771" y="1556"/>
                </a:lnTo>
                <a:lnTo>
                  <a:pt x="1768" y="1556"/>
                </a:lnTo>
                <a:lnTo>
                  <a:pt x="1767" y="1556"/>
                </a:lnTo>
                <a:lnTo>
                  <a:pt x="1765" y="1556"/>
                </a:lnTo>
                <a:lnTo>
                  <a:pt x="1764" y="1556"/>
                </a:lnTo>
                <a:lnTo>
                  <a:pt x="1763" y="1556"/>
                </a:lnTo>
                <a:lnTo>
                  <a:pt x="1761" y="1556"/>
                </a:lnTo>
                <a:lnTo>
                  <a:pt x="1761" y="1555"/>
                </a:lnTo>
                <a:lnTo>
                  <a:pt x="1759" y="1554"/>
                </a:lnTo>
                <a:lnTo>
                  <a:pt x="1758" y="1554"/>
                </a:lnTo>
                <a:lnTo>
                  <a:pt x="1758" y="1553"/>
                </a:lnTo>
                <a:lnTo>
                  <a:pt x="1757" y="1553"/>
                </a:lnTo>
                <a:lnTo>
                  <a:pt x="1756" y="1553"/>
                </a:lnTo>
                <a:lnTo>
                  <a:pt x="1755" y="1553"/>
                </a:lnTo>
                <a:lnTo>
                  <a:pt x="1755" y="1552"/>
                </a:lnTo>
                <a:lnTo>
                  <a:pt x="1754" y="1552"/>
                </a:lnTo>
                <a:lnTo>
                  <a:pt x="1753" y="1552"/>
                </a:lnTo>
                <a:lnTo>
                  <a:pt x="1752" y="1552"/>
                </a:lnTo>
                <a:lnTo>
                  <a:pt x="1752" y="1551"/>
                </a:lnTo>
                <a:lnTo>
                  <a:pt x="1751" y="1551"/>
                </a:lnTo>
                <a:lnTo>
                  <a:pt x="1750" y="1550"/>
                </a:lnTo>
                <a:lnTo>
                  <a:pt x="1750" y="1548"/>
                </a:lnTo>
                <a:lnTo>
                  <a:pt x="1751" y="1547"/>
                </a:lnTo>
                <a:lnTo>
                  <a:pt x="1752" y="1547"/>
                </a:lnTo>
                <a:lnTo>
                  <a:pt x="1752" y="1546"/>
                </a:lnTo>
                <a:lnTo>
                  <a:pt x="1751" y="1546"/>
                </a:lnTo>
                <a:lnTo>
                  <a:pt x="1750" y="1546"/>
                </a:lnTo>
                <a:lnTo>
                  <a:pt x="1749" y="1546"/>
                </a:lnTo>
                <a:lnTo>
                  <a:pt x="1749" y="1545"/>
                </a:lnTo>
                <a:lnTo>
                  <a:pt x="1749" y="1546"/>
                </a:lnTo>
                <a:lnTo>
                  <a:pt x="1748" y="1546"/>
                </a:lnTo>
                <a:lnTo>
                  <a:pt x="1748" y="1545"/>
                </a:lnTo>
                <a:lnTo>
                  <a:pt x="1746" y="1545"/>
                </a:lnTo>
                <a:lnTo>
                  <a:pt x="1745" y="1545"/>
                </a:lnTo>
                <a:lnTo>
                  <a:pt x="1745" y="1544"/>
                </a:lnTo>
                <a:lnTo>
                  <a:pt x="1744" y="1544"/>
                </a:lnTo>
                <a:lnTo>
                  <a:pt x="1744" y="1545"/>
                </a:lnTo>
                <a:lnTo>
                  <a:pt x="1743" y="1545"/>
                </a:lnTo>
                <a:lnTo>
                  <a:pt x="1742" y="1544"/>
                </a:lnTo>
                <a:lnTo>
                  <a:pt x="1741" y="1543"/>
                </a:lnTo>
                <a:lnTo>
                  <a:pt x="1741" y="1542"/>
                </a:lnTo>
                <a:lnTo>
                  <a:pt x="1738" y="1542"/>
                </a:lnTo>
                <a:lnTo>
                  <a:pt x="1737" y="1542"/>
                </a:lnTo>
                <a:lnTo>
                  <a:pt x="1737" y="1543"/>
                </a:lnTo>
                <a:lnTo>
                  <a:pt x="1738" y="1543"/>
                </a:lnTo>
                <a:lnTo>
                  <a:pt x="1738" y="1544"/>
                </a:lnTo>
                <a:lnTo>
                  <a:pt x="1739" y="1544"/>
                </a:lnTo>
                <a:lnTo>
                  <a:pt x="1739" y="1545"/>
                </a:lnTo>
                <a:lnTo>
                  <a:pt x="1739" y="1546"/>
                </a:lnTo>
                <a:lnTo>
                  <a:pt x="1739" y="1547"/>
                </a:lnTo>
                <a:lnTo>
                  <a:pt x="1738" y="1550"/>
                </a:lnTo>
                <a:lnTo>
                  <a:pt x="1738" y="1551"/>
                </a:lnTo>
                <a:lnTo>
                  <a:pt x="1737" y="1551"/>
                </a:lnTo>
                <a:lnTo>
                  <a:pt x="1737" y="1552"/>
                </a:lnTo>
                <a:lnTo>
                  <a:pt x="1737" y="1553"/>
                </a:lnTo>
                <a:lnTo>
                  <a:pt x="1738" y="1553"/>
                </a:lnTo>
                <a:lnTo>
                  <a:pt x="1737" y="1553"/>
                </a:lnTo>
                <a:lnTo>
                  <a:pt x="1737" y="1554"/>
                </a:lnTo>
                <a:lnTo>
                  <a:pt x="1736" y="1554"/>
                </a:lnTo>
                <a:lnTo>
                  <a:pt x="1736" y="1555"/>
                </a:lnTo>
                <a:lnTo>
                  <a:pt x="1736" y="1556"/>
                </a:lnTo>
                <a:lnTo>
                  <a:pt x="1735" y="1556"/>
                </a:lnTo>
                <a:lnTo>
                  <a:pt x="1734" y="1557"/>
                </a:lnTo>
                <a:lnTo>
                  <a:pt x="1733" y="1557"/>
                </a:lnTo>
                <a:lnTo>
                  <a:pt x="1732" y="1558"/>
                </a:lnTo>
                <a:lnTo>
                  <a:pt x="1731" y="1558"/>
                </a:lnTo>
                <a:lnTo>
                  <a:pt x="1730" y="1559"/>
                </a:lnTo>
                <a:lnTo>
                  <a:pt x="1730" y="1560"/>
                </a:lnTo>
                <a:lnTo>
                  <a:pt x="1730" y="1561"/>
                </a:lnTo>
                <a:lnTo>
                  <a:pt x="1731" y="1561"/>
                </a:lnTo>
                <a:lnTo>
                  <a:pt x="1731" y="1562"/>
                </a:lnTo>
                <a:lnTo>
                  <a:pt x="1731" y="1563"/>
                </a:lnTo>
                <a:lnTo>
                  <a:pt x="1731" y="1564"/>
                </a:lnTo>
                <a:lnTo>
                  <a:pt x="1731" y="1565"/>
                </a:lnTo>
                <a:lnTo>
                  <a:pt x="1730" y="1565"/>
                </a:lnTo>
                <a:lnTo>
                  <a:pt x="1731" y="1565"/>
                </a:lnTo>
                <a:lnTo>
                  <a:pt x="1731" y="1566"/>
                </a:lnTo>
                <a:lnTo>
                  <a:pt x="1731" y="1567"/>
                </a:lnTo>
                <a:lnTo>
                  <a:pt x="1730" y="1567"/>
                </a:lnTo>
                <a:lnTo>
                  <a:pt x="1729" y="1567"/>
                </a:lnTo>
                <a:lnTo>
                  <a:pt x="1729" y="1566"/>
                </a:lnTo>
                <a:lnTo>
                  <a:pt x="1728" y="1566"/>
                </a:lnTo>
                <a:lnTo>
                  <a:pt x="1727" y="1566"/>
                </a:lnTo>
                <a:lnTo>
                  <a:pt x="1726" y="1566"/>
                </a:lnTo>
                <a:lnTo>
                  <a:pt x="1725" y="1566"/>
                </a:lnTo>
                <a:lnTo>
                  <a:pt x="1724" y="1566"/>
                </a:lnTo>
                <a:lnTo>
                  <a:pt x="1722" y="1566"/>
                </a:lnTo>
                <a:lnTo>
                  <a:pt x="1722" y="1565"/>
                </a:lnTo>
                <a:lnTo>
                  <a:pt x="1721" y="1565"/>
                </a:lnTo>
                <a:lnTo>
                  <a:pt x="1721" y="1566"/>
                </a:lnTo>
                <a:lnTo>
                  <a:pt x="1720" y="1566"/>
                </a:lnTo>
                <a:lnTo>
                  <a:pt x="1719" y="1566"/>
                </a:lnTo>
                <a:lnTo>
                  <a:pt x="1718" y="1566"/>
                </a:lnTo>
                <a:lnTo>
                  <a:pt x="1717" y="1566"/>
                </a:lnTo>
                <a:lnTo>
                  <a:pt x="1717" y="1565"/>
                </a:lnTo>
                <a:lnTo>
                  <a:pt x="1717" y="1566"/>
                </a:lnTo>
                <a:lnTo>
                  <a:pt x="1716" y="1566"/>
                </a:lnTo>
                <a:lnTo>
                  <a:pt x="1715" y="1566"/>
                </a:lnTo>
                <a:lnTo>
                  <a:pt x="1715" y="1567"/>
                </a:lnTo>
                <a:lnTo>
                  <a:pt x="1714" y="1567"/>
                </a:lnTo>
                <a:lnTo>
                  <a:pt x="1714" y="1566"/>
                </a:lnTo>
                <a:lnTo>
                  <a:pt x="1713" y="1566"/>
                </a:lnTo>
                <a:lnTo>
                  <a:pt x="1712" y="1566"/>
                </a:lnTo>
                <a:lnTo>
                  <a:pt x="1711" y="1566"/>
                </a:lnTo>
                <a:lnTo>
                  <a:pt x="1710" y="1566"/>
                </a:lnTo>
                <a:lnTo>
                  <a:pt x="1710" y="1565"/>
                </a:lnTo>
                <a:lnTo>
                  <a:pt x="1709" y="1565"/>
                </a:lnTo>
                <a:lnTo>
                  <a:pt x="1708" y="1565"/>
                </a:lnTo>
                <a:lnTo>
                  <a:pt x="1707" y="1564"/>
                </a:lnTo>
                <a:lnTo>
                  <a:pt x="1706" y="1564"/>
                </a:lnTo>
                <a:lnTo>
                  <a:pt x="1705" y="1564"/>
                </a:lnTo>
                <a:lnTo>
                  <a:pt x="1705" y="1563"/>
                </a:lnTo>
                <a:lnTo>
                  <a:pt x="1704" y="1563"/>
                </a:lnTo>
                <a:lnTo>
                  <a:pt x="1704" y="1564"/>
                </a:lnTo>
                <a:lnTo>
                  <a:pt x="1703" y="1564"/>
                </a:lnTo>
                <a:lnTo>
                  <a:pt x="1702" y="1564"/>
                </a:lnTo>
                <a:lnTo>
                  <a:pt x="1701" y="1564"/>
                </a:lnTo>
                <a:lnTo>
                  <a:pt x="1701" y="1563"/>
                </a:lnTo>
                <a:lnTo>
                  <a:pt x="1700" y="1564"/>
                </a:lnTo>
                <a:lnTo>
                  <a:pt x="1700" y="1563"/>
                </a:lnTo>
                <a:lnTo>
                  <a:pt x="1699" y="1563"/>
                </a:lnTo>
                <a:lnTo>
                  <a:pt x="1698" y="1562"/>
                </a:lnTo>
                <a:lnTo>
                  <a:pt x="1697" y="1562"/>
                </a:lnTo>
                <a:lnTo>
                  <a:pt x="1696" y="1562"/>
                </a:lnTo>
                <a:lnTo>
                  <a:pt x="1695" y="1562"/>
                </a:lnTo>
                <a:lnTo>
                  <a:pt x="1695" y="1561"/>
                </a:lnTo>
                <a:lnTo>
                  <a:pt x="1694" y="1561"/>
                </a:lnTo>
                <a:lnTo>
                  <a:pt x="1694" y="1560"/>
                </a:lnTo>
                <a:lnTo>
                  <a:pt x="1693" y="1560"/>
                </a:lnTo>
                <a:lnTo>
                  <a:pt x="1693" y="1559"/>
                </a:lnTo>
                <a:lnTo>
                  <a:pt x="1692" y="1559"/>
                </a:lnTo>
                <a:lnTo>
                  <a:pt x="1691" y="1559"/>
                </a:lnTo>
                <a:lnTo>
                  <a:pt x="1690" y="1558"/>
                </a:lnTo>
                <a:lnTo>
                  <a:pt x="1690" y="1559"/>
                </a:lnTo>
                <a:lnTo>
                  <a:pt x="1689" y="1559"/>
                </a:lnTo>
                <a:lnTo>
                  <a:pt x="1688" y="1559"/>
                </a:lnTo>
                <a:lnTo>
                  <a:pt x="1687" y="1559"/>
                </a:lnTo>
                <a:lnTo>
                  <a:pt x="1686" y="1559"/>
                </a:lnTo>
                <a:lnTo>
                  <a:pt x="1686" y="1558"/>
                </a:lnTo>
                <a:lnTo>
                  <a:pt x="1685" y="1558"/>
                </a:lnTo>
                <a:lnTo>
                  <a:pt x="1684" y="1557"/>
                </a:lnTo>
                <a:lnTo>
                  <a:pt x="1684" y="1556"/>
                </a:lnTo>
                <a:lnTo>
                  <a:pt x="1683" y="1556"/>
                </a:lnTo>
                <a:lnTo>
                  <a:pt x="1683" y="1557"/>
                </a:lnTo>
                <a:lnTo>
                  <a:pt x="1682" y="1557"/>
                </a:lnTo>
                <a:lnTo>
                  <a:pt x="1682" y="1556"/>
                </a:lnTo>
                <a:lnTo>
                  <a:pt x="1681" y="1556"/>
                </a:lnTo>
                <a:lnTo>
                  <a:pt x="1681" y="1555"/>
                </a:lnTo>
                <a:lnTo>
                  <a:pt x="1680" y="1555"/>
                </a:lnTo>
                <a:lnTo>
                  <a:pt x="1679" y="1555"/>
                </a:lnTo>
                <a:lnTo>
                  <a:pt x="1679" y="1554"/>
                </a:lnTo>
                <a:lnTo>
                  <a:pt x="1678" y="1554"/>
                </a:lnTo>
                <a:lnTo>
                  <a:pt x="1678" y="1553"/>
                </a:lnTo>
                <a:lnTo>
                  <a:pt x="1677" y="1553"/>
                </a:lnTo>
                <a:lnTo>
                  <a:pt x="1676" y="1553"/>
                </a:lnTo>
                <a:lnTo>
                  <a:pt x="1676" y="1552"/>
                </a:lnTo>
                <a:lnTo>
                  <a:pt x="1676" y="1551"/>
                </a:lnTo>
                <a:lnTo>
                  <a:pt x="1675" y="1551"/>
                </a:lnTo>
                <a:lnTo>
                  <a:pt x="1675" y="1550"/>
                </a:lnTo>
                <a:lnTo>
                  <a:pt x="1674" y="1550"/>
                </a:lnTo>
                <a:lnTo>
                  <a:pt x="1673" y="1550"/>
                </a:lnTo>
                <a:lnTo>
                  <a:pt x="1673" y="1549"/>
                </a:lnTo>
                <a:lnTo>
                  <a:pt x="1673" y="1550"/>
                </a:lnTo>
                <a:lnTo>
                  <a:pt x="1672" y="1550"/>
                </a:lnTo>
                <a:lnTo>
                  <a:pt x="1671" y="1550"/>
                </a:lnTo>
                <a:lnTo>
                  <a:pt x="1671" y="1549"/>
                </a:lnTo>
                <a:lnTo>
                  <a:pt x="1670" y="1549"/>
                </a:lnTo>
                <a:lnTo>
                  <a:pt x="1670" y="1548"/>
                </a:lnTo>
                <a:lnTo>
                  <a:pt x="1669" y="1547"/>
                </a:lnTo>
                <a:lnTo>
                  <a:pt x="1669" y="1548"/>
                </a:lnTo>
                <a:lnTo>
                  <a:pt x="1668" y="1548"/>
                </a:lnTo>
                <a:lnTo>
                  <a:pt x="1668" y="1547"/>
                </a:lnTo>
                <a:lnTo>
                  <a:pt x="1667" y="1547"/>
                </a:lnTo>
                <a:lnTo>
                  <a:pt x="1666" y="1547"/>
                </a:lnTo>
                <a:lnTo>
                  <a:pt x="1665" y="1547"/>
                </a:lnTo>
                <a:lnTo>
                  <a:pt x="1664" y="1547"/>
                </a:lnTo>
                <a:lnTo>
                  <a:pt x="1664" y="1548"/>
                </a:lnTo>
                <a:lnTo>
                  <a:pt x="1663" y="1548"/>
                </a:lnTo>
                <a:lnTo>
                  <a:pt x="1662" y="1548"/>
                </a:lnTo>
                <a:lnTo>
                  <a:pt x="1661" y="1547"/>
                </a:lnTo>
                <a:lnTo>
                  <a:pt x="1661" y="1546"/>
                </a:lnTo>
                <a:lnTo>
                  <a:pt x="1660" y="1545"/>
                </a:lnTo>
                <a:lnTo>
                  <a:pt x="1660" y="1544"/>
                </a:lnTo>
                <a:lnTo>
                  <a:pt x="1659" y="1544"/>
                </a:lnTo>
                <a:lnTo>
                  <a:pt x="1659" y="1543"/>
                </a:lnTo>
                <a:lnTo>
                  <a:pt x="1658" y="1543"/>
                </a:lnTo>
                <a:lnTo>
                  <a:pt x="1658" y="1542"/>
                </a:lnTo>
                <a:lnTo>
                  <a:pt x="1657" y="1542"/>
                </a:lnTo>
                <a:lnTo>
                  <a:pt x="1657" y="1541"/>
                </a:lnTo>
                <a:lnTo>
                  <a:pt x="1658" y="1541"/>
                </a:lnTo>
                <a:lnTo>
                  <a:pt x="1657" y="1540"/>
                </a:lnTo>
                <a:lnTo>
                  <a:pt x="1655" y="1540"/>
                </a:lnTo>
                <a:lnTo>
                  <a:pt x="1655" y="1541"/>
                </a:lnTo>
                <a:lnTo>
                  <a:pt x="1655" y="1542"/>
                </a:lnTo>
                <a:lnTo>
                  <a:pt x="1654" y="1542"/>
                </a:lnTo>
                <a:lnTo>
                  <a:pt x="1654" y="1543"/>
                </a:lnTo>
                <a:lnTo>
                  <a:pt x="1653" y="1543"/>
                </a:lnTo>
                <a:lnTo>
                  <a:pt x="1653" y="1544"/>
                </a:lnTo>
                <a:lnTo>
                  <a:pt x="1652" y="1544"/>
                </a:lnTo>
                <a:lnTo>
                  <a:pt x="1651" y="1544"/>
                </a:lnTo>
                <a:lnTo>
                  <a:pt x="1650" y="1544"/>
                </a:lnTo>
                <a:lnTo>
                  <a:pt x="1649" y="1544"/>
                </a:lnTo>
                <a:lnTo>
                  <a:pt x="1648" y="1544"/>
                </a:lnTo>
                <a:lnTo>
                  <a:pt x="1647" y="1544"/>
                </a:lnTo>
                <a:lnTo>
                  <a:pt x="1646" y="1545"/>
                </a:lnTo>
                <a:lnTo>
                  <a:pt x="1645" y="1545"/>
                </a:lnTo>
                <a:lnTo>
                  <a:pt x="1644" y="1545"/>
                </a:lnTo>
                <a:lnTo>
                  <a:pt x="1643" y="1544"/>
                </a:lnTo>
                <a:lnTo>
                  <a:pt x="1642" y="1544"/>
                </a:lnTo>
                <a:lnTo>
                  <a:pt x="1642" y="1543"/>
                </a:lnTo>
                <a:lnTo>
                  <a:pt x="1642" y="1542"/>
                </a:lnTo>
                <a:lnTo>
                  <a:pt x="1642" y="1541"/>
                </a:lnTo>
                <a:lnTo>
                  <a:pt x="1641" y="1541"/>
                </a:lnTo>
                <a:lnTo>
                  <a:pt x="1640" y="1541"/>
                </a:lnTo>
                <a:lnTo>
                  <a:pt x="1639" y="1541"/>
                </a:lnTo>
                <a:lnTo>
                  <a:pt x="1638" y="1540"/>
                </a:lnTo>
                <a:lnTo>
                  <a:pt x="1637" y="1540"/>
                </a:lnTo>
                <a:lnTo>
                  <a:pt x="1636" y="1540"/>
                </a:lnTo>
                <a:lnTo>
                  <a:pt x="1637" y="1540"/>
                </a:lnTo>
                <a:lnTo>
                  <a:pt x="1636" y="1540"/>
                </a:lnTo>
                <a:lnTo>
                  <a:pt x="1636" y="1539"/>
                </a:lnTo>
                <a:lnTo>
                  <a:pt x="1635" y="1539"/>
                </a:lnTo>
                <a:lnTo>
                  <a:pt x="1635" y="1538"/>
                </a:lnTo>
                <a:lnTo>
                  <a:pt x="1634" y="1538"/>
                </a:lnTo>
                <a:lnTo>
                  <a:pt x="1633" y="1538"/>
                </a:lnTo>
                <a:lnTo>
                  <a:pt x="1633" y="1537"/>
                </a:lnTo>
                <a:lnTo>
                  <a:pt x="1632" y="1537"/>
                </a:lnTo>
                <a:lnTo>
                  <a:pt x="1631" y="1537"/>
                </a:lnTo>
                <a:lnTo>
                  <a:pt x="1631" y="1538"/>
                </a:lnTo>
                <a:lnTo>
                  <a:pt x="1630" y="1538"/>
                </a:lnTo>
                <a:lnTo>
                  <a:pt x="1629" y="1537"/>
                </a:lnTo>
                <a:lnTo>
                  <a:pt x="1628" y="1537"/>
                </a:lnTo>
                <a:lnTo>
                  <a:pt x="1628" y="1538"/>
                </a:lnTo>
                <a:lnTo>
                  <a:pt x="1628" y="1537"/>
                </a:lnTo>
                <a:lnTo>
                  <a:pt x="1627" y="1537"/>
                </a:lnTo>
                <a:lnTo>
                  <a:pt x="1626" y="1536"/>
                </a:lnTo>
                <a:lnTo>
                  <a:pt x="1626" y="1535"/>
                </a:lnTo>
                <a:lnTo>
                  <a:pt x="1625" y="1535"/>
                </a:lnTo>
                <a:lnTo>
                  <a:pt x="1625" y="1534"/>
                </a:lnTo>
                <a:lnTo>
                  <a:pt x="1624" y="1533"/>
                </a:lnTo>
                <a:lnTo>
                  <a:pt x="1624" y="1532"/>
                </a:lnTo>
                <a:lnTo>
                  <a:pt x="1623" y="1532"/>
                </a:lnTo>
                <a:lnTo>
                  <a:pt x="1622" y="1532"/>
                </a:lnTo>
                <a:lnTo>
                  <a:pt x="1621" y="1532"/>
                </a:lnTo>
                <a:lnTo>
                  <a:pt x="1620" y="1532"/>
                </a:lnTo>
                <a:lnTo>
                  <a:pt x="1620" y="1533"/>
                </a:lnTo>
                <a:lnTo>
                  <a:pt x="1619" y="1533"/>
                </a:lnTo>
                <a:lnTo>
                  <a:pt x="1618" y="1533"/>
                </a:lnTo>
                <a:lnTo>
                  <a:pt x="1617" y="1533"/>
                </a:lnTo>
                <a:lnTo>
                  <a:pt x="1616" y="1533"/>
                </a:lnTo>
                <a:lnTo>
                  <a:pt x="1615" y="1533"/>
                </a:lnTo>
                <a:lnTo>
                  <a:pt x="1615" y="1532"/>
                </a:lnTo>
                <a:lnTo>
                  <a:pt x="1614" y="1533"/>
                </a:lnTo>
                <a:lnTo>
                  <a:pt x="1612" y="1534"/>
                </a:lnTo>
                <a:lnTo>
                  <a:pt x="1611" y="1534"/>
                </a:lnTo>
                <a:lnTo>
                  <a:pt x="1611" y="1535"/>
                </a:lnTo>
                <a:lnTo>
                  <a:pt x="1610" y="1535"/>
                </a:lnTo>
                <a:lnTo>
                  <a:pt x="1610" y="1536"/>
                </a:lnTo>
                <a:lnTo>
                  <a:pt x="1609" y="1536"/>
                </a:lnTo>
                <a:lnTo>
                  <a:pt x="1609" y="1537"/>
                </a:lnTo>
                <a:lnTo>
                  <a:pt x="1609" y="1538"/>
                </a:lnTo>
                <a:lnTo>
                  <a:pt x="1609" y="1539"/>
                </a:lnTo>
                <a:lnTo>
                  <a:pt x="1609" y="1540"/>
                </a:lnTo>
                <a:lnTo>
                  <a:pt x="1608" y="1540"/>
                </a:lnTo>
                <a:lnTo>
                  <a:pt x="1607" y="1540"/>
                </a:lnTo>
                <a:lnTo>
                  <a:pt x="1606" y="1540"/>
                </a:lnTo>
                <a:lnTo>
                  <a:pt x="1605" y="1539"/>
                </a:lnTo>
                <a:lnTo>
                  <a:pt x="1605" y="1538"/>
                </a:lnTo>
                <a:lnTo>
                  <a:pt x="1604" y="1538"/>
                </a:lnTo>
                <a:lnTo>
                  <a:pt x="1603" y="1538"/>
                </a:lnTo>
                <a:lnTo>
                  <a:pt x="1603" y="1537"/>
                </a:lnTo>
                <a:lnTo>
                  <a:pt x="1602" y="1537"/>
                </a:lnTo>
                <a:lnTo>
                  <a:pt x="1602" y="1536"/>
                </a:lnTo>
                <a:lnTo>
                  <a:pt x="1603" y="1536"/>
                </a:lnTo>
                <a:lnTo>
                  <a:pt x="1602" y="1536"/>
                </a:lnTo>
                <a:lnTo>
                  <a:pt x="1602" y="1535"/>
                </a:lnTo>
                <a:lnTo>
                  <a:pt x="1601" y="1535"/>
                </a:lnTo>
                <a:lnTo>
                  <a:pt x="1601" y="1534"/>
                </a:lnTo>
                <a:lnTo>
                  <a:pt x="1602" y="1534"/>
                </a:lnTo>
                <a:lnTo>
                  <a:pt x="1601" y="1533"/>
                </a:lnTo>
                <a:lnTo>
                  <a:pt x="1602" y="1533"/>
                </a:lnTo>
                <a:lnTo>
                  <a:pt x="1601" y="1533"/>
                </a:lnTo>
                <a:lnTo>
                  <a:pt x="1600" y="1532"/>
                </a:lnTo>
                <a:lnTo>
                  <a:pt x="1597" y="1532"/>
                </a:lnTo>
                <a:lnTo>
                  <a:pt x="1597" y="1531"/>
                </a:lnTo>
                <a:lnTo>
                  <a:pt x="1596" y="1531"/>
                </a:lnTo>
                <a:lnTo>
                  <a:pt x="1596" y="1530"/>
                </a:lnTo>
                <a:lnTo>
                  <a:pt x="1595" y="1530"/>
                </a:lnTo>
                <a:lnTo>
                  <a:pt x="1595" y="1529"/>
                </a:lnTo>
                <a:lnTo>
                  <a:pt x="1594" y="1529"/>
                </a:lnTo>
                <a:lnTo>
                  <a:pt x="1593" y="1529"/>
                </a:lnTo>
                <a:lnTo>
                  <a:pt x="1592" y="1529"/>
                </a:lnTo>
                <a:lnTo>
                  <a:pt x="1591" y="1529"/>
                </a:lnTo>
                <a:lnTo>
                  <a:pt x="1591" y="1528"/>
                </a:lnTo>
                <a:lnTo>
                  <a:pt x="1591" y="1527"/>
                </a:lnTo>
                <a:lnTo>
                  <a:pt x="1591" y="1526"/>
                </a:lnTo>
                <a:lnTo>
                  <a:pt x="1591" y="1525"/>
                </a:lnTo>
                <a:lnTo>
                  <a:pt x="1590" y="1524"/>
                </a:lnTo>
                <a:lnTo>
                  <a:pt x="1590" y="1523"/>
                </a:lnTo>
                <a:lnTo>
                  <a:pt x="1589" y="1523"/>
                </a:lnTo>
                <a:lnTo>
                  <a:pt x="1589" y="1522"/>
                </a:lnTo>
                <a:lnTo>
                  <a:pt x="1588" y="1522"/>
                </a:lnTo>
                <a:lnTo>
                  <a:pt x="1588" y="1521"/>
                </a:lnTo>
                <a:lnTo>
                  <a:pt x="1588" y="1520"/>
                </a:lnTo>
                <a:lnTo>
                  <a:pt x="1587" y="1520"/>
                </a:lnTo>
                <a:lnTo>
                  <a:pt x="1585" y="1520"/>
                </a:lnTo>
                <a:lnTo>
                  <a:pt x="1584" y="1520"/>
                </a:lnTo>
                <a:lnTo>
                  <a:pt x="1584" y="1521"/>
                </a:lnTo>
                <a:lnTo>
                  <a:pt x="1584" y="1522"/>
                </a:lnTo>
                <a:lnTo>
                  <a:pt x="1582" y="1521"/>
                </a:lnTo>
                <a:lnTo>
                  <a:pt x="1581" y="1521"/>
                </a:lnTo>
                <a:lnTo>
                  <a:pt x="1580" y="1521"/>
                </a:lnTo>
                <a:lnTo>
                  <a:pt x="1579" y="1521"/>
                </a:lnTo>
                <a:lnTo>
                  <a:pt x="1578" y="1521"/>
                </a:lnTo>
                <a:lnTo>
                  <a:pt x="1577" y="1521"/>
                </a:lnTo>
                <a:lnTo>
                  <a:pt x="1576" y="1521"/>
                </a:lnTo>
                <a:lnTo>
                  <a:pt x="1576" y="1520"/>
                </a:lnTo>
                <a:lnTo>
                  <a:pt x="1576" y="1519"/>
                </a:lnTo>
                <a:lnTo>
                  <a:pt x="1577" y="1518"/>
                </a:lnTo>
                <a:lnTo>
                  <a:pt x="1576" y="1518"/>
                </a:lnTo>
                <a:lnTo>
                  <a:pt x="1575" y="1518"/>
                </a:lnTo>
                <a:lnTo>
                  <a:pt x="1574" y="1518"/>
                </a:lnTo>
                <a:lnTo>
                  <a:pt x="1573" y="1518"/>
                </a:lnTo>
                <a:lnTo>
                  <a:pt x="1572" y="1518"/>
                </a:lnTo>
                <a:lnTo>
                  <a:pt x="1571" y="1518"/>
                </a:lnTo>
                <a:lnTo>
                  <a:pt x="1570" y="1518"/>
                </a:lnTo>
                <a:lnTo>
                  <a:pt x="1570" y="1519"/>
                </a:lnTo>
                <a:lnTo>
                  <a:pt x="1569" y="1519"/>
                </a:lnTo>
                <a:lnTo>
                  <a:pt x="1568" y="1519"/>
                </a:lnTo>
                <a:lnTo>
                  <a:pt x="1568" y="1518"/>
                </a:lnTo>
                <a:lnTo>
                  <a:pt x="1567" y="1518"/>
                </a:lnTo>
                <a:lnTo>
                  <a:pt x="1566" y="1517"/>
                </a:lnTo>
                <a:lnTo>
                  <a:pt x="1566" y="1518"/>
                </a:lnTo>
                <a:lnTo>
                  <a:pt x="1565" y="1518"/>
                </a:lnTo>
                <a:lnTo>
                  <a:pt x="1564" y="1518"/>
                </a:lnTo>
                <a:lnTo>
                  <a:pt x="1564" y="1519"/>
                </a:lnTo>
                <a:lnTo>
                  <a:pt x="1565" y="1520"/>
                </a:lnTo>
                <a:lnTo>
                  <a:pt x="1564" y="1520"/>
                </a:lnTo>
                <a:lnTo>
                  <a:pt x="1564" y="1521"/>
                </a:lnTo>
                <a:lnTo>
                  <a:pt x="1564" y="1520"/>
                </a:lnTo>
                <a:lnTo>
                  <a:pt x="1564" y="1521"/>
                </a:lnTo>
                <a:lnTo>
                  <a:pt x="1563" y="1521"/>
                </a:lnTo>
                <a:lnTo>
                  <a:pt x="1562" y="1520"/>
                </a:lnTo>
                <a:lnTo>
                  <a:pt x="1561" y="1520"/>
                </a:lnTo>
                <a:lnTo>
                  <a:pt x="1560" y="1520"/>
                </a:lnTo>
                <a:lnTo>
                  <a:pt x="1559" y="1520"/>
                </a:lnTo>
                <a:lnTo>
                  <a:pt x="1559" y="1519"/>
                </a:lnTo>
                <a:lnTo>
                  <a:pt x="1559" y="1520"/>
                </a:lnTo>
                <a:lnTo>
                  <a:pt x="1557" y="1520"/>
                </a:lnTo>
                <a:lnTo>
                  <a:pt x="1557" y="1519"/>
                </a:lnTo>
                <a:lnTo>
                  <a:pt x="1556" y="1519"/>
                </a:lnTo>
                <a:lnTo>
                  <a:pt x="1556" y="1520"/>
                </a:lnTo>
                <a:lnTo>
                  <a:pt x="1555" y="1520"/>
                </a:lnTo>
                <a:lnTo>
                  <a:pt x="1555" y="1519"/>
                </a:lnTo>
                <a:lnTo>
                  <a:pt x="1554" y="1519"/>
                </a:lnTo>
                <a:lnTo>
                  <a:pt x="1553" y="1519"/>
                </a:lnTo>
                <a:lnTo>
                  <a:pt x="1552" y="1519"/>
                </a:lnTo>
                <a:lnTo>
                  <a:pt x="1551" y="1519"/>
                </a:lnTo>
                <a:lnTo>
                  <a:pt x="1551" y="1520"/>
                </a:lnTo>
                <a:lnTo>
                  <a:pt x="1550" y="1520"/>
                </a:lnTo>
                <a:lnTo>
                  <a:pt x="1550" y="1521"/>
                </a:lnTo>
                <a:lnTo>
                  <a:pt x="1549" y="1522"/>
                </a:lnTo>
                <a:lnTo>
                  <a:pt x="1548" y="1522"/>
                </a:lnTo>
                <a:lnTo>
                  <a:pt x="1548" y="1521"/>
                </a:lnTo>
                <a:lnTo>
                  <a:pt x="1547" y="1521"/>
                </a:lnTo>
                <a:lnTo>
                  <a:pt x="1546" y="1521"/>
                </a:lnTo>
                <a:lnTo>
                  <a:pt x="1545" y="1521"/>
                </a:lnTo>
                <a:lnTo>
                  <a:pt x="1544" y="1521"/>
                </a:lnTo>
                <a:lnTo>
                  <a:pt x="1544" y="1522"/>
                </a:lnTo>
                <a:lnTo>
                  <a:pt x="1544" y="1523"/>
                </a:lnTo>
                <a:lnTo>
                  <a:pt x="1543" y="1523"/>
                </a:lnTo>
                <a:lnTo>
                  <a:pt x="1541" y="1524"/>
                </a:lnTo>
                <a:lnTo>
                  <a:pt x="1538" y="1524"/>
                </a:lnTo>
                <a:lnTo>
                  <a:pt x="1537" y="1524"/>
                </a:lnTo>
                <a:lnTo>
                  <a:pt x="1536" y="1524"/>
                </a:lnTo>
                <a:lnTo>
                  <a:pt x="1535" y="1524"/>
                </a:lnTo>
                <a:lnTo>
                  <a:pt x="1534" y="1524"/>
                </a:lnTo>
                <a:lnTo>
                  <a:pt x="1534" y="1523"/>
                </a:lnTo>
                <a:lnTo>
                  <a:pt x="1533" y="1523"/>
                </a:lnTo>
                <a:lnTo>
                  <a:pt x="1533" y="1524"/>
                </a:lnTo>
                <a:lnTo>
                  <a:pt x="1532" y="1524"/>
                </a:lnTo>
                <a:lnTo>
                  <a:pt x="1531" y="1524"/>
                </a:lnTo>
                <a:lnTo>
                  <a:pt x="1530" y="1524"/>
                </a:lnTo>
                <a:lnTo>
                  <a:pt x="1528" y="1524"/>
                </a:lnTo>
                <a:lnTo>
                  <a:pt x="1527" y="1524"/>
                </a:lnTo>
                <a:lnTo>
                  <a:pt x="1526" y="1524"/>
                </a:lnTo>
                <a:lnTo>
                  <a:pt x="1525" y="1524"/>
                </a:lnTo>
                <a:lnTo>
                  <a:pt x="1523" y="1524"/>
                </a:lnTo>
                <a:lnTo>
                  <a:pt x="1523" y="1525"/>
                </a:lnTo>
                <a:lnTo>
                  <a:pt x="1523" y="1526"/>
                </a:lnTo>
                <a:lnTo>
                  <a:pt x="1523" y="1527"/>
                </a:lnTo>
                <a:lnTo>
                  <a:pt x="1522" y="1527"/>
                </a:lnTo>
                <a:lnTo>
                  <a:pt x="1521" y="1527"/>
                </a:lnTo>
                <a:lnTo>
                  <a:pt x="1519" y="1527"/>
                </a:lnTo>
                <a:lnTo>
                  <a:pt x="1518" y="1528"/>
                </a:lnTo>
                <a:lnTo>
                  <a:pt x="1517" y="1528"/>
                </a:lnTo>
                <a:lnTo>
                  <a:pt x="1515" y="1529"/>
                </a:lnTo>
                <a:lnTo>
                  <a:pt x="1514" y="1529"/>
                </a:lnTo>
                <a:lnTo>
                  <a:pt x="1513" y="1529"/>
                </a:lnTo>
                <a:lnTo>
                  <a:pt x="1513" y="1528"/>
                </a:lnTo>
                <a:lnTo>
                  <a:pt x="1512" y="1528"/>
                </a:lnTo>
                <a:lnTo>
                  <a:pt x="1511" y="1528"/>
                </a:lnTo>
                <a:lnTo>
                  <a:pt x="1511" y="1529"/>
                </a:lnTo>
                <a:lnTo>
                  <a:pt x="1510" y="1529"/>
                </a:lnTo>
                <a:lnTo>
                  <a:pt x="1509" y="1529"/>
                </a:lnTo>
                <a:lnTo>
                  <a:pt x="1508" y="1529"/>
                </a:lnTo>
                <a:lnTo>
                  <a:pt x="1508" y="1528"/>
                </a:lnTo>
                <a:lnTo>
                  <a:pt x="1507" y="1528"/>
                </a:lnTo>
                <a:lnTo>
                  <a:pt x="1507" y="1529"/>
                </a:lnTo>
                <a:lnTo>
                  <a:pt x="1506" y="1529"/>
                </a:lnTo>
                <a:lnTo>
                  <a:pt x="1505" y="1529"/>
                </a:lnTo>
                <a:lnTo>
                  <a:pt x="1505" y="1530"/>
                </a:lnTo>
                <a:lnTo>
                  <a:pt x="1504" y="1530"/>
                </a:lnTo>
                <a:lnTo>
                  <a:pt x="1503" y="1530"/>
                </a:lnTo>
                <a:lnTo>
                  <a:pt x="1502" y="1530"/>
                </a:lnTo>
                <a:lnTo>
                  <a:pt x="1501" y="1530"/>
                </a:lnTo>
                <a:lnTo>
                  <a:pt x="1500" y="1530"/>
                </a:lnTo>
                <a:lnTo>
                  <a:pt x="1499" y="1530"/>
                </a:lnTo>
                <a:lnTo>
                  <a:pt x="1499" y="1529"/>
                </a:lnTo>
                <a:lnTo>
                  <a:pt x="1498" y="1529"/>
                </a:lnTo>
                <a:lnTo>
                  <a:pt x="1497" y="1529"/>
                </a:lnTo>
                <a:lnTo>
                  <a:pt x="1496" y="1529"/>
                </a:lnTo>
                <a:lnTo>
                  <a:pt x="1495" y="1529"/>
                </a:lnTo>
                <a:lnTo>
                  <a:pt x="1495" y="1530"/>
                </a:lnTo>
                <a:lnTo>
                  <a:pt x="1494" y="1531"/>
                </a:lnTo>
                <a:lnTo>
                  <a:pt x="1493" y="1531"/>
                </a:lnTo>
                <a:lnTo>
                  <a:pt x="1492" y="1531"/>
                </a:lnTo>
                <a:lnTo>
                  <a:pt x="1491" y="1531"/>
                </a:lnTo>
                <a:lnTo>
                  <a:pt x="1490" y="1531"/>
                </a:lnTo>
                <a:lnTo>
                  <a:pt x="1489" y="1531"/>
                </a:lnTo>
                <a:lnTo>
                  <a:pt x="1488" y="1532"/>
                </a:lnTo>
                <a:lnTo>
                  <a:pt x="1487" y="1532"/>
                </a:lnTo>
                <a:lnTo>
                  <a:pt x="1487" y="1533"/>
                </a:lnTo>
                <a:lnTo>
                  <a:pt x="1487" y="1532"/>
                </a:lnTo>
                <a:lnTo>
                  <a:pt x="1486" y="1532"/>
                </a:lnTo>
                <a:lnTo>
                  <a:pt x="1485" y="1532"/>
                </a:lnTo>
                <a:lnTo>
                  <a:pt x="1485" y="1533"/>
                </a:lnTo>
                <a:lnTo>
                  <a:pt x="1484" y="1533"/>
                </a:lnTo>
                <a:lnTo>
                  <a:pt x="1483" y="1533"/>
                </a:lnTo>
                <a:lnTo>
                  <a:pt x="1483" y="1534"/>
                </a:lnTo>
                <a:lnTo>
                  <a:pt x="1482" y="1534"/>
                </a:lnTo>
                <a:lnTo>
                  <a:pt x="1481" y="1534"/>
                </a:lnTo>
                <a:lnTo>
                  <a:pt x="1480" y="1534"/>
                </a:lnTo>
                <a:lnTo>
                  <a:pt x="1480" y="1535"/>
                </a:lnTo>
                <a:lnTo>
                  <a:pt x="1480" y="1534"/>
                </a:lnTo>
                <a:lnTo>
                  <a:pt x="1479" y="1534"/>
                </a:lnTo>
                <a:lnTo>
                  <a:pt x="1478" y="1533"/>
                </a:lnTo>
                <a:lnTo>
                  <a:pt x="1475" y="1533"/>
                </a:lnTo>
                <a:lnTo>
                  <a:pt x="1474" y="1533"/>
                </a:lnTo>
                <a:lnTo>
                  <a:pt x="1473" y="1533"/>
                </a:lnTo>
                <a:lnTo>
                  <a:pt x="1472" y="1533"/>
                </a:lnTo>
                <a:lnTo>
                  <a:pt x="1471" y="1533"/>
                </a:lnTo>
                <a:lnTo>
                  <a:pt x="1470" y="1533"/>
                </a:lnTo>
                <a:lnTo>
                  <a:pt x="1470" y="1532"/>
                </a:lnTo>
                <a:lnTo>
                  <a:pt x="1470" y="1531"/>
                </a:lnTo>
                <a:lnTo>
                  <a:pt x="1469" y="1531"/>
                </a:lnTo>
                <a:lnTo>
                  <a:pt x="1469" y="1530"/>
                </a:lnTo>
                <a:lnTo>
                  <a:pt x="1469" y="1529"/>
                </a:lnTo>
                <a:lnTo>
                  <a:pt x="1469" y="1527"/>
                </a:lnTo>
                <a:lnTo>
                  <a:pt x="1469" y="1526"/>
                </a:lnTo>
                <a:lnTo>
                  <a:pt x="1468" y="1526"/>
                </a:lnTo>
                <a:lnTo>
                  <a:pt x="1467" y="1526"/>
                </a:lnTo>
                <a:lnTo>
                  <a:pt x="1466" y="1525"/>
                </a:lnTo>
                <a:lnTo>
                  <a:pt x="1466" y="1524"/>
                </a:lnTo>
                <a:lnTo>
                  <a:pt x="1465" y="1524"/>
                </a:lnTo>
                <a:lnTo>
                  <a:pt x="1465" y="1525"/>
                </a:lnTo>
                <a:lnTo>
                  <a:pt x="1464" y="1525"/>
                </a:lnTo>
                <a:lnTo>
                  <a:pt x="1463" y="1525"/>
                </a:lnTo>
                <a:lnTo>
                  <a:pt x="1462" y="1526"/>
                </a:lnTo>
                <a:lnTo>
                  <a:pt x="1460" y="1525"/>
                </a:lnTo>
                <a:lnTo>
                  <a:pt x="1459" y="1525"/>
                </a:lnTo>
                <a:lnTo>
                  <a:pt x="1459" y="1526"/>
                </a:lnTo>
                <a:lnTo>
                  <a:pt x="1458" y="1527"/>
                </a:lnTo>
                <a:lnTo>
                  <a:pt x="1457" y="1527"/>
                </a:lnTo>
                <a:lnTo>
                  <a:pt x="1457" y="1528"/>
                </a:lnTo>
                <a:lnTo>
                  <a:pt x="1457" y="1529"/>
                </a:lnTo>
                <a:lnTo>
                  <a:pt x="1456" y="1529"/>
                </a:lnTo>
                <a:lnTo>
                  <a:pt x="1455" y="1529"/>
                </a:lnTo>
                <a:lnTo>
                  <a:pt x="1454" y="1532"/>
                </a:lnTo>
                <a:lnTo>
                  <a:pt x="1453" y="1532"/>
                </a:lnTo>
                <a:lnTo>
                  <a:pt x="1452" y="1532"/>
                </a:lnTo>
                <a:lnTo>
                  <a:pt x="1452" y="1533"/>
                </a:lnTo>
                <a:lnTo>
                  <a:pt x="1452" y="1532"/>
                </a:lnTo>
                <a:lnTo>
                  <a:pt x="1451" y="1532"/>
                </a:lnTo>
                <a:lnTo>
                  <a:pt x="1450" y="1532"/>
                </a:lnTo>
                <a:lnTo>
                  <a:pt x="1450" y="1533"/>
                </a:lnTo>
                <a:lnTo>
                  <a:pt x="1449" y="1533"/>
                </a:lnTo>
                <a:lnTo>
                  <a:pt x="1448" y="1532"/>
                </a:lnTo>
                <a:lnTo>
                  <a:pt x="1447" y="1532"/>
                </a:lnTo>
                <a:lnTo>
                  <a:pt x="1446" y="1532"/>
                </a:lnTo>
                <a:lnTo>
                  <a:pt x="1445" y="1532"/>
                </a:lnTo>
                <a:lnTo>
                  <a:pt x="1445" y="1533"/>
                </a:lnTo>
                <a:lnTo>
                  <a:pt x="1444" y="1533"/>
                </a:lnTo>
                <a:lnTo>
                  <a:pt x="1443" y="1533"/>
                </a:lnTo>
                <a:lnTo>
                  <a:pt x="1442" y="1533"/>
                </a:lnTo>
                <a:lnTo>
                  <a:pt x="1441" y="1533"/>
                </a:lnTo>
                <a:lnTo>
                  <a:pt x="1441" y="1534"/>
                </a:lnTo>
                <a:lnTo>
                  <a:pt x="1440" y="1534"/>
                </a:lnTo>
                <a:lnTo>
                  <a:pt x="1440" y="1535"/>
                </a:lnTo>
                <a:lnTo>
                  <a:pt x="1439" y="1536"/>
                </a:lnTo>
                <a:lnTo>
                  <a:pt x="1438" y="1536"/>
                </a:lnTo>
                <a:lnTo>
                  <a:pt x="1438" y="1537"/>
                </a:lnTo>
                <a:lnTo>
                  <a:pt x="1437" y="1537"/>
                </a:lnTo>
                <a:lnTo>
                  <a:pt x="1437" y="1538"/>
                </a:lnTo>
                <a:lnTo>
                  <a:pt x="1438" y="1538"/>
                </a:lnTo>
                <a:lnTo>
                  <a:pt x="1438" y="1539"/>
                </a:lnTo>
                <a:lnTo>
                  <a:pt x="1437" y="1540"/>
                </a:lnTo>
                <a:lnTo>
                  <a:pt x="1436" y="1539"/>
                </a:lnTo>
                <a:lnTo>
                  <a:pt x="1436" y="1540"/>
                </a:lnTo>
                <a:lnTo>
                  <a:pt x="1435" y="1540"/>
                </a:lnTo>
                <a:lnTo>
                  <a:pt x="1434" y="1540"/>
                </a:lnTo>
                <a:lnTo>
                  <a:pt x="1432" y="1540"/>
                </a:lnTo>
                <a:lnTo>
                  <a:pt x="1432" y="1539"/>
                </a:lnTo>
                <a:lnTo>
                  <a:pt x="1431" y="1539"/>
                </a:lnTo>
                <a:lnTo>
                  <a:pt x="1430" y="1539"/>
                </a:lnTo>
                <a:lnTo>
                  <a:pt x="1429" y="1538"/>
                </a:lnTo>
                <a:lnTo>
                  <a:pt x="1429" y="1539"/>
                </a:lnTo>
                <a:lnTo>
                  <a:pt x="1428" y="1539"/>
                </a:lnTo>
                <a:lnTo>
                  <a:pt x="1427" y="1539"/>
                </a:lnTo>
                <a:lnTo>
                  <a:pt x="1427" y="1540"/>
                </a:lnTo>
                <a:lnTo>
                  <a:pt x="1426" y="1540"/>
                </a:lnTo>
                <a:lnTo>
                  <a:pt x="1425" y="1540"/>
                </a:lnTo>
                <a:lnTo>
                  <a:pt x="1424" y="1540"/>
                </a:lnTo>
                <a:lnTo>
                  <a:pt x="1423" y="1540"/>
                </a:lnTo>
                <a:lnTo>
                  <a:pt x="1422" y="1539"/>
                </a:lnTo>
                <a:lnTo>
                  <a:pt x="1421" y="1539"/>
                </a:lnTo>
                <a:lnTo>
                  <a:pt x="1421" y="1540"/>
                </a:lnTo>
                <a:lnTo>
                  <a:pt x="1420" y="1540"/>
                </a:lnTo>
                <a:lnTo>
                  <a:pt x="1419" y="1540"/>
                </a:lnTo>
                <a:lnTo>
                  <a:pt x="1418" y="1540"/>
                </a:lnTo>
                <a:lnTo>
                  <a:pt x="1418" y="1541"/>
                </a:lnTo>
                <a:lnTo>
                  <a:pt x="1417" y="1541"/>
                </a:lnTo>
                <a:lnTo>
                  <a:pt x="1416" y="1541"/>
                </a:lnTo>
                <a:lnTo>
                  <a:pt x="1415" y="1541"/>
                </a:lnTo>
                <a:lnTo>
                  <a:pt x="1414" y="1541"/>
                </a:lnTo>
                <a:lnTo>
                  <a:pt x="1414" y="1542"/>
                </a:lnTo>
                <a:lnTo>
                  <a:pt x="1414" y="1543"/>
                </a:lnTo>
                <a:lnTo>
                  <a:pt x="1414" y="1544"/>
                </a:lnTo>
                <a:lnTo>
                  <a:pt x="1413" y="1544"/>
                </a:lnTo>
                <a:lnTo>
                  <a:pt x="1413" y="1543"/>
                </a:lnTo>
                <a:lnTo>
                  <a:pt x="1413" y="1544"/>
                </a:lnTo>
                <a:lnTo>
                  <a:pt x="1413" y="1543"/>
                </a:lnTo>
                <a:lnTo>
                  <a:pt x="1412" y="1543"/>
                </a:lnTo>
                <a:lnTo>
                  <a:pt x="1411" y="1543"/>
                </a:lnTo>
                <a:lnTo>
                  <a:pt x="1411" y="1544"/>
                </a:lnTo>
                <a:lnTo>
                  <a:pt x="1410" y="1544"/>
                </a:lnTo>
                <a:lnTo>
                  <a:pt x="1409" y="1544"/>
                </a:lnTo>
                <a:lnTo>
                  <a:pt x="1409" y="1543"/>
                </a:lnTo>
                <a:lnTo>
                  <a:pt x="1408" y="1543"/>
                </a:lnTo>
                <a:lnTo>
                  <a:pt x="1408" y="1542"/>
                </a:lnTo>
                <a:lnTo>
                  <a:pt x="1408" y="1541"/>
                </a:lnTo>
                <a:lnTo>
                  <a:pt x="1407" y="1541"/>
                </a:lnTo>
                <a:lnTo>
                  <a:pt x="1406" y="1540"/>
                </a:lnTo>
                <a:lnTo>
                  <a:pt x="1407" y="1540"/>
                </a:lnTo>
                <a:lnTo>
                  <a:pt x="1407" y="1539"/>
                </a:lnTo>
                <a:lnTo>
                  <a:pt x="1406" y="1539"/>
                </a:lnTo>
                <a:lnTo>
                  <a:pt x="1405" y="1539"/>
                </a:lnTo>
                <a:lnTo>
                  <a:pt x="1405" y="1540"/>
                </a:lnTo>
                <a:lnTo>
                  <a:pt x="1404" y="1540"/>
                </a:lnTo>
                <a:lnTo>
                  <a:pt x="1403" y="1540"/>
                </a:lnTo>
                <a:lnTo>
                  <a:pt x="1403" y="1541"/>
                </a:lnTo>
                <a:lnTo>
                  <a:pt x="1402" y="1541"/>
                </a:lnTo>
                <a:lnTo>
                  <a:pt x="1402" y="1540"/>
                </a:lnTo>
                <a:lnTo>
                  <a:pt x="1401" y="1540"/>
                </a:lnTo>
                <a:lnTo>
                  <a:pt x="1400" y="1540"/>
                </a:lnTo>
                <a:lnTo>
                  <a:pt x="1399" y="1540"/>
                </a:lnTo>
                <a:lnTo>
                  <a:pt x="1398" y="1540"/>
                </a:lnTo>
                <a:lnTo>
                  <a:pt x="1397" y="1540"/>
                </a:lnTo>
                <a:lnTo>
                  <a:pt x="1396" y="1540"/>
                </a:lnTo>
                <a:lnTo>
                  <a:pt x="1395" y="1540"/>
                </a:lnTo>
                <a:lnTo>
                  <a:pt x="1395" y="1541"/>
                </a:lnTo>
                <a:lnTo>
                  <a:pt x="1394" y="1541"/>
                </a:lnTo>
                <a:lnTo>
                  <a:pt x="1393" y="1541"/>
                </a:lnTo>
                <a:lnTo>
                  <a:pt x="1393" y="1542"/>
                </a:lnTo>
                <a:lnTo>
                  <a:pt x="1393" y="1543"/>
                </a:lnTo>
                <a:lnTo>
                  <a:pt x="1392" y="1543"/>
                </a:lnTo>
                <a:lnTo>
                  <a:pt x="1392" y="1544"/>
                </a:lnTo>
                <a:lnTo>
                  <a:pt x="1391" y="1544"/>
                </a:lnTo>
                <a:lnTo>
                  <a:pt x="1390" y="1544"/>
                </a:lnTo>
                <a:lnTo>
                  <a:pt x="1390" y="1545"/>
                </a:lnTo>
                <a:lnTo>
                  <a:pt x="1389" y="1545"/>
                </a:lnTo>
                <a:lnTo>
                  <a:pt x="1389" y="1546"/>
                </a:lnTo>
                <a:lnTo>
                  <a:pt x="1388" y="1546"/>
                </a:lnTo>
                <a:lnTo>
                  <a:pt x="1387" y="1546"/>
                </a:lnTo>
                <a:lnTo>
                  <a:pt x="1386" y="1546"/>
                </a:lnTo>
                <a:lnTo>
                  <a:pt x="1385" y="1546"/>
                </a:lnTo>
                <a:lnTo>
                  <a:pt x="1385" y="1547"/>
                </a:lnTo>
                <a:lnTo>
                  <a:pt x="1384" y="1548"/>
                </a:lnTo>
                <a:lnTo>
                  <a:pt x="1383" y="1548"/>
                </a:lnTo>
                <a:lnTo>
                  <a:pt x="1382" y="1548"/>
                </a:lnTo>
                <a:lnTo>
                  <a:pt x="1381" y="1548"/>
                </a:lnTo>
                <a:lnTo>
                  <a:pt x="1381" y="1549"/>
                </a:lnTo>
                <a:lnTo>
                  <a:pt x="1380" y="1549"/>
                </a:lnTo>
                <a:lnTo>
                  <a:pt x="1380" y="1548"/>
                </a:lnTo>
                <a:lnTo>
                  <a:pt x="1379" y="1548"/>
                </a:lnTo>
                <a:lnTo>
                  <a:pt x="1378" y="1549"/>
                </a:lnTo>
                <a:lnTo>
                  <a:pt x="1377" y="1549"/>
                </a:lnTo>
                <a:lnTo>
                  <a:pt x="1376" y="1549"/>
                </a:lnTo>
                <a:lnTo>
                  <a:pt x="1374" y="1549"/>
                </a:lnTo>
                <a:lnTo>
                  <a:pt x="1374" y="1548"/>
                </a:lnTo>
                <a:lnTo>
                  <a:pt x="1373" y="1548"/>
                </a:lnTo>
                <a:lnTo>
                  <a:pt x="1372" y="1548"/>
                </a:lnTo>
                <a:lnTo>
                  <a:pt x="1371" y="1548"/>
                </a:lnTo>
                <a:lnTo>
                  <a:pt x="1371" y="1549"/>
                </a:lnTo>
                <a:lnTo>
                  <a:pt x="1371" y="1550"/>
                </a:lnTo>
                <a:lnTo>
                  <a:pt x="1370" y="1550"/>
                </a:lnTo>
                <a:lnTo>
                  <a:pt x="1370" y="1551"/>
                </a:lnTo>
                <a:lnTo>
                  <a:pt x="1371" y="1551"/>
                </a:lnTo>
                <a:lnTo>
                  <a:pt x="1370" y="1551"/>
                </a:lnTo>
                <a:lnTo>
                  <a:pt x="1369" y="1551"/>
                </a:lnTo>
                <a:lnTo>
                  <a:pt x="1369" y="1552"/>
                </a:lnTo>
                <a:lnTo>
                  <a:pt x="1368" y="1552"/>
                </a:lnTo>
                <a:lnTo>
                  <a:pt x="1368" y="1551"/>
                </a:lnTo>
                <a:lnTo>
                  <a:pt x="1367" y="1551"/>
                </a:lnTo>
                <a:lnTo>
                  <a:pt x="1366" y="1551"/>
                </a:lnTo>
                <a:lnTo>
                  <a:pt x="1366" y="1550"/>
                </a:lnTo>
                <a:lnTo>
                  <a:pt x="1365" y="1550"/>
                </a:lnTo>
                <a:lnTo>
                  <a:pt x="1365" y="1549"/>
                </a:lnTo>
                <a:lnTo>
                  <a:pt x="1364" y="1549"/>
                </a:lnTo>
                <a:lnTo>
                  <a:pt x="1363" y="1549"/>
                </a:lnTo>
                <a:lnTo>
                  <a:pt x="1364" y="1549"/>
                </a:lnTo>
                <a:lnTo>
                  <a:pt x="1363" y="1549"/>
                </a:lnTo>
                <a:lnTo>
                  <a:pt x="1363" y="1548"/>
                </a:lnTo>
                <a:lnTo>
                  <a:pt x="1362" y="1548"/>
                </a:lnTo>
                <a:lnTo>
                  <a:pt x="1362" y="1549"/>
                </a:lnTo>
                <a:lnTo>
                  <a:pt x="1361" y="1549"/>
                </a:lnTo>
                <a:lnTo>
                  <a:pt x="1361" y="1550"/>
                </a:lnTo>
                <a:lnTo>
                  <a:pt x="1360" y="1550"/>
                </a:lnTo>
                <a:lnTo>
                  <a:pt x="1360" y="1551"/>
                </a:lnTo>
                <a:lnTo>
                  <a:pt x="1358" y="1551"/>
                </a:lnTo>
                <a:lnTo>
                  <a:pt x="1357" y="1550"/>
                </a:lnTo>
                <a:lnTo>
                  <a:pt x="1357" y="1551"/>
                </a:lnTo>
                <a:lnTo>
                  <a:pt x="1357" y="1552"/>
                </a:lnTo>
                <a:lnTo>
                  <a:pt x="1356" y="1552"/>
                </a:lnTo>
                <a:lnTo>
                  <a:pt x="1356" y="1553"/>
                </a:lnTo>
                <a:lnTo>
                  <a:pt x="1355" y="1553"/>
                </a:lnTo>
                <a:lnTo>
                  <a:pt x="1355" y="1554"/>
                </a:lnTo>
                <a:lnTo>
                  <a:pt x="1354" y="1554"/>
                </a:lnTo>
                <a:lnTo>
                  <a:pt x="1354" y="1555"/>
                </a:lnTo>
                <a:lnTo>
                  <a:pt x="1354" y="1556"/>
                </a:lnTo>
                <a:lnTo>
                  <a:pt x="1353" y="1556"/>
                </a:lnTo>
                <a:lnTo>
                  <a:pt x="1352" y="1556"/>
                </a:lnTo>
                <a:lnTo>
                  <a:pt x="1351" y="1556"/>
                </a:lnTo>
                <a:lnTo>
                  <a:pt x="1350" y="1556"/>
                </a:lnTo>
                <a:lnTo>
                  <a:pt x="1349" y="1556"/>
                </a:lnTo>
                <a:lnTo>
                  <a:pt x="1349" y="1555"/>
                </a:lnTo>
                <a:lnTo>
                  <a:pt x="1348" y="1555"/>
                </a:lnTo>
                <a:lnTo>
                  <a:pt x="1347" y="1555"/>
                </a:lnTo>
                <a:lnTo>
                  <a:pt x="1346" y="1555"/>
                </a:lnTo>
                <a:lnTo>
                  <a:pt x="1345" y="1555"/>
                </a:lnTo>
                <a:lnTo>
                  <a:pt x="1345" y="1556"/>
                </a:lnTo>
                <a:lnTo>
                  <a:pt x="1344" y="1556"/>
                </a:lnTo>
                <a:lnTo>
                  <a:pt x="1344" y="1557"/>
                </a:lnTo>
                <a:lnTo>
                  <a:pt x="1343" y="1557"/>
                </a:lnTo>
                <a:lnTo>
                  <a:pt x="1342" y="1557"/>
                </a:lnTo>
                <a:lnTo>
                  <a:pt x="1342" y="1558"/>
                </a:lnTo>
                <a:lnTo>
                  <a:pt x="1341" y="1558"/>
                </a:lnTo>
                <a:lnTo>
                  <a:pt x="1339" y="1558"/>
                </a:lnTo>
                <a:lnTo>
                  <a:pt x="1339" y="1559"/>
                </a:lnTo>
                <a:lnTo>
                  <a:pt x="1338" y="1559"/>
                </a:lnTo>
                <a:lnTo>
                  <a:pt x="1337" y="1559"/>
                </a:lnTo>
                <a:lnTo>
                  <a:pt x="1336" y="1559"/>
                </a:lnTo>
                <a:lnTo>
                  <a:pt x="1335" y="1559"/>
                </a:lnTo>
                <a:lnTo>
                  <a:pt x="1335" y="1560"/>
                </a:lnTo>
                <a:lnTo>
                  <a:pt x="1335" y="1563"/>
                </a:lnTo>
                <a:lnTo>
                  <a:pt x="1335" y="1564"/>
                </a:lnTo>
                <a:lnTo>
                  <a:pt x="1335" y="1565"/>
                </a:lnTo>
                <a:lnTo>
                  <a:pt x="1335" y="1566"/>
                </a:lnTo>
                <a:lnTo>
                  <a:pt x="1334" y="1566"/>
                </a:lnTo>
                <a:lnTo>
                  <a:pt x="1335" y="1567"/>
                </a:lnTo>
                <a:lnTo>
                  <a:pt x="1335" y="1568"/>
                </a:lnTo>
                <a:lnTo>
                  <a:pt x="1336" y="1569"/>
                </a:lnTo>
                <a:lnTo>
                  <a:pt x="1337" y="1569"/>
                </a:lnTo>
                <a:lnTo>
                  <a:pt x="1337" y="1571"/>
                </a:lnTo>
                <a:lnTo>
                  <a:pt x="1336" y="1571"/>
                </a:lnTo>
                <a:lnTo>
                  <a:pt x="1336" y="1572"/>
                </a:lnTo>
                <a:lnTo>
                  <a:pt x="1335" y="1572"/>
                </a:lnTo>
                <a:lnTo>
                  <a:pt x="1334" y="1572"/>
                </a:lnTo>
                <a:lnTo>
                  <a:pt x="1334" y="1573"/>
                </a:lnTo>
                <a:lnTo>
                  <a:pt x="1334" y="1574"/>
                </a:lnTo>
                <a:lnTo>
                  <a:pt x="1333" y="1574"/>
                </a:lnTo>
                <a:lnTo>
                  <a:pt x="1332" y="1574"/>
                </a:lnTo>
                <a:lnTo>
                  <a:pt x="1332" y="1575"/>
                </a:lnTo>
                <a:lnTo>
                  <a:pt x="1331" y="1575"/>
                </a:lnTo>
                <a:lnTo>
                  <a:pt x="1331" y="1576"/>
                </a:lnTo>
                <a:lnTo>
                  <a:pt x="1330" y="1576"/>
                </a:lnTo>
                <a:lnTo>
                  <a:pt x="1330" y="1577"/>
                </a:lnTo>
                <a:lnTo>
                  <a:pt x="1330" y="1578"/>
                </a:lnTo>
                <a:lnTo>
                  <a:pt x="1329" y="1578"/>
                </a:lnTo>
                <a:lnTo>
                  <a:pt x="1329" y="1579"/>
                </a:lnTo>
                <a:lnTo>
                  <a:pt x="1329" y="1580"/>
                </a:lnTo>
                <a:lnTo>
                  <a:pt x="1329" y="1581"/>
                </a:lnTo>
                <a:lnTo>
                  <a:pt x="1329" y="1582"/>
                </a:lnTo>
                <a:lnTo>
                  <a:pt x="1328" y="1583"/>
                </a:lnTo>
                <a:lnTo>
                  <a:pt x="1328" y="1584"/>
                </a:lnTo>
                <a:lnTo>
                  <a:pt x="1327" y="1584"/>
                </a:lnTo>
                <a:lnTo>
                  <a:pt x="1326" y="1586"/>
                </a:lnTo>
                <a:lnTo>
                  <a:pt x="1326" y="1587"/>
                </a:lnTo>
                <a:lnTo>
                  <a:pt x="1325" y="1588"/>
                </a:lnTo>
                <a:lnTo>
                  <a:pt x="1325" y="1589"/>
                </a:lnTo>
                <a:lnTo>
                  <a:pt x="1325" y="1590"/>
                </a:lnTo>
                <a:lnTo>
                  <a:pt x="1324" y="1591"/>
                </a:lnTo>
                <a:lnTo>
                  <a:pt x="1324" y="1592"/>
                </a:lnTo>
                <a:lnTo>
                  <a:pt x="1323" y="1592"/>
                </a:lnTo>
                <a:lnTo>
                  <a:pt x="1322" y="1592"/>
                </a:lnTo>
                <a:lnTo>
                  <a:pt x="1322" y="1593"/>
                </a:lnTo>
                <a:lnTo>
                  <a:pt x="1322" y="1594"/>
                </a:lnTo>
                <a:lnTo>
                  <a:pt x="1321" y="1594"/>
                </a:lnTo>
                <a:lnTo>
                  <a:pt x="1321" y="1593"/>
                </a:lnTo>
                <a:lnTo>
                  <a:pt x="1320" y="1593"/>
                </a:lnTo>
                <a:lnTo>
                  <a:pt x="1319" y="1593"/>
                </a:lnTo>
                <a:lnTo>
                  <a:pt x="1319" y="1594"/>
                </a:lnTo>
                <a:lnTo>
                  <a:pt x="1318" y="1595"/>
                </a:lnTo>
                <a:lnTo>
                  <a:pt x="1317" y="1595"/>
                </a:lnTo>
                <a:lnTo>
                  <a:pt x="1316" y="1596"/>
                </a:lnTo>
                <a:lnTo>
                  <a:pt x="1316" y="1597"/>
                </a:lnTo>
                <a:lnTo>
                  <a:pt x="1315" y="1597"/>
                </a:lnTo>
                <a:lnTo>
                  <a:pt x="1314" y="1597"/>
                </a:lnTo>
                <a:lnTo>
                  <a:pt x="1314" y="1598"/>
                </a:lnTo>
                <a:lnTo>
                  <a:pt x="1313" y="1599"/>
                </a:lnTo>
                <a:lnTo>
                  <a:pt x="1313" y="1600"/>
                </a:lnTo>
                <a:lnTo>
                  <a:pt x="1312" y="1600"/>
                </a:lnTo>
                <a:lnTo>
                  <a:pt x="1311" y="1601"/>
                </a:lnTo>
                <a:lnTo>
                  <a:pt x="1310" y="1602"/>
                </a:lnTo>
                <a:lnTo>
                  <a:pt x="1310" y="1601"/>
                </a:lnTo>
                <a:lnTo>
                  <a:pt x="1309" y="1601"/>
                </a:lnTo>
                <a:lnTo>
                  <a:pt x="1308" y="1601"/>
                </a:lnTo>
                <a:lnTo>
                  <a:pt x="1307" y="1601"/>
                </a:lnTo>
                <a:lnTo>
                  <a:pt x="1306" y="1601"/>
                </a:lnTo>
                <a:lnTo>
                  <a:pt x="1305" y="1601"/>
                </a:lnTo>
                <a:lnTo>
                  <a:pt x="1303" y="1601"/>
                </a:lnTo>
                <a:lnTo>
                  <a:pt x="1300" y="1601"/>
                </a:lnTo>
                <a:lnTo>
                  <a:pt x="1300" y="1602"/>
                </a:lnTo>
                <a:lnTo>
                  <a:pt x="1299" y="1602"/>
                </a:lnTo>
                <a:lnTo>
                  <a:pt x="1297" y="1602"/>
                </a:lnTo>
                <a:lnTo>
                  <a:pt x="1296" y="1602"/>
                </a:lnTo>
                <a:lnTo>
                  <a:pt x="1296" y="1601"/>
                </a:lnTo>
                <a:lnTo>
                  <a:pt x="1295" y="1601"/>
                </a:lnTo>
                <a:lnTo>
                  <a:pt x="1295" y="1602"/>
                </a:lnTo>
                <a:lnTo>
                  <a:pt x="1294" y="1602"/>
                </a:lnTo>
                <a:lnTo>
                  <a:pt x="1293" y="1603"/>
                </a:lnTo>
                <a:lnTo>
                  <a:pt x="1292" y="1603"/>
                </a:lnTo>
                <a:lnTo>
                  <a:pt x="1290" y="1603"/>
                </a:lnTo>
                <a:lnTo>
                  <a:pt x="1289" y="1603"/>
                </a:lnTo>
                <a:lnTo>
                  <a:pt x="1288" y="1603"/>
                </a:lnTo>
                <a:lnTo>
                  <a:pt x="1288" y="1604"/>
                </a:lnTo>
                <a:lnTo>
                  <a:pt x="1287" y="1604"/>
                </a:lnTo>
                <a:lnTo>
                  <a:pt x="1285" y="1605"/>
                </a:lnTo>
                <a:lnTo>
                  <a:pt x="1284" y="1605"/>
                </a:lnTo>
                <a:lnTo>
                  <a:pt x="1283" y="1605"/>
                </a:lnTo>
                <a:lnTo>
                  <a:pt x="1282" y="1606"/>
                </a:lnTo>
                <a:lnTo>
                  <a:pt x="1281" y="1607"/>
                </a:lnTo>
                <a:lnTo>
                  <a:pt x="1280" y="1607"/>
                </a:lnTo>
                <a:lnTo>
                  <a:pt x="1279" y="1607"/>
                </a:lnTo>
                <a:lnTo>
                  <a:pt x="1279" y="1608"/>
                </a:lnTo>
                <a:lnTo>
                  <a:pt x="1278" y="1609"/>
                </a:lnTo>
                <a:lnTo>
                  <a:pt x="1278" y="1610"/>
                </a:lnTo>
                <a:lnTo>
                  <a:pt x="1277" y="1610"/>
                </a:lnTo>
                <a:lnTo>
                  <a:pt x="1277" y="1611"/>
                </a:lnTo>
                <a:lnTo>
                  <a:pt x="1276" y="1612"/>
                </a:lnTo>
                <a:lnTo>
                  <a:pt x="1276" y="1613"/>
                </a:lnTo>
                <a:lnTo>
                  <a:pt x="1277" y="1613"/>
                </a:lnTo>
                <a:lnTo>
                  <a:pt x="1276" y="1614"/>
                </a:lnTo>
                <a:lnTo>
                  <a:pt x="1276" y="1615"/>
                </a:lnTo>
                <a:lnTo>
                  <a:pt x="1275" y="1615"/>
                </a:lnTo>
                <a:lnTo>
                  <a:pt x="1275" y="1616"/>
                </a:lnTo>
                <a:lnTo>
                  <a:pt x="1275" y="1617"/>
                </a:lnTo>
                <a:lnTo>
                  <a:pt x="1274" y="1617"/>
                </a:lnTo>
                <a:lnTo>
                  <a:pt x="1273" y="1618"/>
                </a:lnTo>
                <a:lnTo>
                  <a:pt x="1272" y="1618"/>
                </a:lnTo>
                <a:lnTo>
                  <a:pt x="1272" y="1617"/>
                </a:lnTo>
                <a:lnTo>
                  <a:pt x="1271" y="1618"/>
                </a:lnTo>
                <a:lnTo>
                  <a:pt x="1270" y="1618"/>
                </a:lnTo>
                <a:lnTo>
                  <a:pt x="1269" y="1617"/>
                </a:lnTo>
                <a:lnTo>
                  <a:pt x="1268" y="1617"/>
                </a:lnTo>
                <a:lnTo>
                  <a:pt x="1268" y="1616"/>
                </a:lnTo>
                <a:lnTo>
                  <a:pt x="1267" y="1616"/>
                </a:lnTo>
                <a:lnTo>
                  <a:pt x="1266" y="1616"/>
                </a:lnTo>
                <a:lnTo>
                  <a:pt x="1265" y="1615"/>
                </a:lnTo>
                <a:lnTo>
                  <a:pt x="1265" y="1614"/>
                </a:lnTo>
                <a:lnTo>
                  <a:pt x="1265" y="1613"/>
                </a:lnTo>
                <a:lnTo>
                  <a:pt x="1264" y="1613"/>
                </a:lnTo>
                <a:lnTo>
                  <a:pt x="1263" y="1613"/>
                </a:lnTo>
                <a:lnTo>
                  <a:pt x="1262" y="1613"/>
                </a:lnTo>
                <a:lnTo>
                  <a:pt x="1260" y="1613"/>
                </a:lnTo>
                <a:lnTo>
                  <a:pt x="1259" y="1613"/>
                </a:lnTo>
                <a:lnTo>
                  <a:pt x="1258" y="1612"/>
                </a:lnTo>
                <a:lnTo>
                  <a:pt x="1257" y="1612"/>
                </a:lnTo>
                <a:lnTo>
                  <a:pt x="1256" y="1612"/>
                </a:lnTo>
                <a:lnTo>
                  <a:pt x="1255" y="1612"/>
                </a:lnTo>
                <a:lnTo>
                  <a:pt x="1254" y="1612"/>
                </a:lnTo>
                <a:lnTo>
                  <a:pt x="1253" y="1611"/>
                </a:lnTo>
                <a:lnTo>
                  <a:pt x="1252" y="1611"/>
                </a:lnTo>
                <a:lnTo>
                  <a:pt x="1251" y="1611"/>
                </a:lnTo>
                <a:lnTo>
                  <a:pt x="1250" y="1611"/>
                </a:lnTo>
                <a:lnTo>
                  <a:pt x="1249" y="1611"/>
                </a:lnTo>
                <a:lnTo>
                  <a:pt x="1249" y="1610"/>
                </a:lnTo>
                <a:lnTo>
                  <a:pt x="1249" y="1609"/>
                </a:lnTo>
                <a:lnTo>
                  <a:pt x="1249" y="1608"/>
                </a:lnTo>
                <a:lnTo>
                  <a:pt x="1249" y="1607"/>
                </a:lnTo>
                <a:lnTo>
                  <a:pt x="1248" y="1606"/>
                </a:lnTo>
                <a:lnTo>
                  <a:pt x="1247" y="1605"/>
                </a:lnTo>
                <a:lnTo>
                  <a:pt x="1246" y="1605"/>
                </a:lnTo>
                <a:lnTo>
                  <a:pt x="1245" y="1604"/>
                </a:lnTo>
                <a:lnTo>
                  <a:pt x="1244" y="1603"/>
                </a:lnTo>
                <a:lnTo>
                  <a:pt x="1243" y="1603"/>
                </a:lnTo>
                <a:lnTo>
                  <a:pt x="1242" y="1603"/>
                </a:lnTo>
                <a:lnTo>
                  <a:pt x="1241" y="1603"/>
                </a:lnTo>
                <a:lnTo>
                  <a:pt x="1240" y="1602"/>
                </a:lnTo>
                <a:lnTo>
                  <a:pt x="1240" y="1601"/>
                </a:lnTo>
                <a:lnTo>
                  <a:pt x="1240" y="1600"/>
                </a:lnTo>
                <a:lnTo>
                  <a:pt x="1239" y="1600"/>
                </a:lnTo>
                <a:lnTo>
                  <a:pt x="1238" y="1600"/>
                </a:lnTo>
                <a:lnTo>
                  <a:pt x="1237" y="1601"/>
                </a:lnTo>
                <a:lnTo>
                  <a:pt x="1236" y="1602"/>
                </a:lnTo>
                <a:lnTo>
                  <a:pt x="1234" y="1602"/>
                </a:lnTo>
                <a:lnTo>
                  <a:pt x="1234" y="1601"/>
                </a:lnTo>
                <a:lnTo>
                  <a:pt x="1233" y="1602"/>
                </a:lnTo>
                <a:lnTo>
                  <a:pt x="1234" y="1602"/>
                </a:lnTo>
                <a:lnTo>
                  <a:pt x="1234" y="1603"/>
                </a:lnTo>
                <a:lnTo>
                  <a:pt x="1233" y="1603"/>
                </a:lnTo>
                <a:lnTo>
                  <a:pt x="1232" y="1603"/>
                </a:lnTo>
                <a:lnTo>
                  <a:pt x="1232" y="1604"/>
                </a:lnTo>
                <a:lnTo>
                  <a:pt x="1231" y="1604"/>
                </a:lnTo>
                <a:lnTo>
                  <a:pt x="1230" y="1604"/>
                </a:lnTo>
                <a:lnTo>
                  <a:pt x="1229" y="1604"/>
                </a:lnTo>
                <a:lnTo>
                  <a:pt x="1229" y="1605"/>
                </a:lnTo>
                <a:lnTo>
                  <a:pt x="1228" y="1605"/>
                </a:lnTo>
                <a:lnTo>
                  <a:pt x="1227" y="1605"/>
                </a:lnTo>
                <a:lnTo>
                  <a:pt x="1226" y="1606"/>
                </a:lnTo>
                <a:lnTo>
                  <a:pt x="1225" y="1606"/>
                </a:lnTo>
                <a:lnTo>
                  <a:pt x="1221" y="1606"/>
                </a:lnTo>
                <a:lnTo>
                  <a:pt x="1220" y="1606"/>
                </a:lnTo>
                <a:lnTo>
                  <a:pt x="1219" y="1606"/>
                </a:lnTo>
                <a:lnTo>
                  <a:pt x="1219" y="1605"/>
                </a:lnTo>
                <a:lnTo>
                  <a:pt x="1218" y="1605"/>
                </a:lnTo>
                <a:lnTo>
                  <a:pt x="1217" y="1605"/>
                </a:lnTo>
                <a:lnTo>
                  <a:pt x="1216" y="1605"/>
                </a:lnTo>
                <a:lnTo>
                  <a:pt x="1215" y="1605"/>
                </a:lnTo>
                <a:lnTo>
                  <a:pt x="1214" y="1605"/>
                </a:lnTo>
                <a:lnTo>
                  <a:pt x="1213" y="1605"/>
                </a:lnTo>
                <a:lnTo>
                  <a:pt x="1213" y="1606"/>
                </a:lnTo>
                <a:lnTo>
                  <a:pt x="1212" y="1606"/>
                </a:lnTo>
                <a:lnTo>
                  <a:pt x="1210" y="1606"/>
                </a:lnTo>
                <a:lnTo>
                  <a:pt x="1209" y="1608"/>
                </a:lnTo>
                <a:lnTo>
                  <a:pt x="1208" y="1609"/>
                </a:lnTo>
                <a:lnTo>
                  <a:pt x="1208" y="1610"/>
                </a:lnTo>
                <a:lnTo>
                  <a:pt x="1207" y="1610"/>
                </a:lnTo>
                <a:lnTo>
                  <a:pt x="1206" y="1610"/>
                </a:lnTo>
                <a:lnTo>
                  <a:pt x="1205" y="1611"/>
                </a:lnTo>
                <a:lnTo>
                  <a:pt x="1204" y="1611"/>
                </a:lnTo>
                <a:lnTo>
                  <a:pt x="1202" y="1612"/>
                </a:lnTo>
                <a:lnTo>
                  <a:pt x="1201" y="1612"/>
                </a:lnTo>
                <a:lnTo>
                  <a:pt x="1199" y="1613"/>
                </a:lnTo>
                <a:lnTo>
                  <a:pt x="1198" y="1613"/>
                </a:lnTo>
                <a:lnTo>
                  <a:pt x="1196" y="1614"/>
                </a:lnTo>
                <a:lnTo>
                  <a:pt x="1196" y="1615"/>
                </a:lnTo>
                <a:lnTo>
                  <a:pt x="1195" y="1615"/>
                </a:lnTo>
                <a:lnTo>
                  <a:pt x="1194" y="1615"/>
                </a:lnTo>
                <a:lnTo>
                  <a:pt x="1193" y="1615"/>
                </a:lnTo>
                <a:lnTo>
                  <a:pt x="1193" y="1616"/>
                </a:lnTo>
                <a:lnTo>
                  <a:pt x="1193" y="1617"/>
                </a:lnTo>
                <a:lnTo>
                  <a:pt x="1192" y="1617"/>
                </a:lnTo>
                <a:lnTo>
                  <a:pt x="1191" y="1617"/>
                </a:lnTo>
                <a:lnTo>
                  <a:pt x="1190" y="1617"/>
                </a:lnTo>
                <a:lnTo>
                  <a:pt x="1189" y="1617"/>
                </a:lnTo>
                <a:lnTo>
                  <a:pt x="1188" y="1618"/>
                </a:lnTo>
                <a:lnTo>
                  <a:pt x="1187" y="1619"/>
                </a:lnTo>
                <a:lnTo>
                  <a:pt x="1186" y="1619"/>
                </a:lnTo>
                <a:lnTo>
                  <a:pt x="1186" y="1620"/>
                </a:lnTo>
                <a:lnTo>
                  <a:pt x="1185" y="1620"/>
                </a:lnTo>
                <a:lnTo>
                  <a:pt x="1184" y="1620"/>
                </a:lnTo>
                <a:lnTo>
                  <a:pt x="1183" y="1621"/>
                </a:lnTo>
                <a:lnTo>
                  <a:pt x="1182" y="1621"/>
                </a:lnTo>
                <a:lnTo>
                  <a:pt x="1180" y="1621"/>
                </a:lnTo>
                <a:lnTo>
                  <a:pt x="1179" y="1621"/>
                </a:lnTo>
                <a:lnTo>
                  <a:pt x="1178" y="1621"/>
                </a:lnTo>
                <a:lnTo>
                  <a:pt x="1177" y="1622"/>
                </a:lnTo>
                <a:lnTo>
                  <a:pt x="1176" y="1622"/>
                </a:lnTo>
                <a:lnTo>
                  <a:pt x="1175" y="1622"/>
                </a:lnTo>
                <a:lnTo>
                  <a:pt x="1174" y="1622"/>
                </a:lnTo>
                <a:lnTo>
                  <a:pt x="1173" y="1623"/>
                </a:lnTo>
                <a:lnTo>
                  <a:pt x="1172" y="1623"/>
                </a:lnTo>
                <a:lnTo>
                  <a:pt x="1171" y="1623"/>
                </a:lnTo>
                <a:lnTo>
                  <a:pt x="1170" y="1624"/>
                </a:lnTo>
                <a:lnTo>
                  <a:pt x="1169" y="1624"/>
                </a:lnTo>
                <a:lnTo>
                  <a:pt x="1167" y="1624"/>
                </a:lnTo>
                <a:lnTo>
                  <a:pt x="1166" y="1624"/>
                </a:lnTo>
                <a:lnTo>
                  <a:pt x="1165" y="1624"/>
                </a:lnTo>
                <a:lnTo>
                  <a:pt x="1164" y="1625"/>
                </a:lnTo>
                <a:lnTo>
                  <a:pt x="1163" y="1625"/>
                </a:lnTo>
                <a:lnTo>
                  <a:pt x="1162" y="1626"/>
                </a:lnTo>
                <a:lnTo>
                  <a:pt x="1161" y="1626"/>
                </a:lnTo>
                <a:lnTo>
                  <a:pt x="1161" y="1627"/>
                </a:lnTo>
                <a:lnTo>
                  <a:pt x="1160" y="1627"/>
                </a:lnTo>
                <a:lnTo>
                  <a:pt x="1159" y="1627"/>
                </a:lnTo>
                <a:lnTo>
                  <a:pt x="1158" y="1627"/>
                </a:lnTo>
                <a:lnTo>
                  <a:pt x="1157" y="1627"/>
                </a:lnTo>
                <a:lnTo>
                  <a:pt x="1156" y="1628"/>
                </a:lnTo>
                <a:lnTo>
                  <a:pt x="1155" y="1628"/>
                </a:lnTo>
                <a:lnTo>
                  <a:pt x="1154" y="1628"/>
                </a:lnTo>
                <a:lnTo>
                  <a:pt x="1153" y="1629"/>
                </a:lnTo>
                <a:lnTo>
                  <a:pt x="1152" y="1629"/>
                </a:lnTo>
                <a:lnTo>
                  <a:pt x="1152" y="1630"/>
                </a:lnTo>
                <a:lnTo>
                  <a:pt x="1152" y="1631"/>
                </a:lnTo>
                <a:lnTo>
                  <a:pt x="1153" y="1631"/>
                </a:lnTo>
                <a:lnTo>
                  <a:pt x="1154" y="1632"/>
                </a:lnTo>
                <a:lnTo>
                  <a:pt x="1155" y="1632"/>
                </a:lnTo>
                <a:lnTo>
                  <a:pt x="1155" y="1633"/>
                </a:lnTo>
                <a:lnTo>
                  <a:pt x="1154" y="1633"/>
                </a:lnTo>
                <a:lnTo>
                  <a:pt x="1154" y="1634"/>
                </a:lnTo>
                <a:lnTo>
                  <a:pt x="1154" y="1635"/>
                </a:lnTo>
                <a:lnTo>
                  <a:pt x="1154" y="1636"/>
                </a:lnTo>
                <a:lnTo>
                  <a:pt x="1153" y="1637"/>
                </a:lnTo>
                <a:lnTo>
                  <a:pt x="1153" y="1638"/>
                </a:lnTo>
                <a:lnTo>
                  <a:pt x="1151" y="1638"/>
                </a:lnTo>
                <a:lnTo>
                  <a:pt x="1150" y="1639"/>
                </a:lnTo>
                <a:lnTo>
                  <a:pt x="1149" y="1639"/>
                </a:lnTo>
                <a:lnTo>
                  <a:pt x="1148" y="1640"/>
                </a:lnTo>
                <a:lnTo>
                  <a:pt x="1147" y="1640"/>
                </a:lnTo>
                <a:lnTo>
                  <a:pt x="1147" y="1641"/>
                </a:lnTo>
                <a:lnTo>
                  <a:pt x="1146" y="1641"/>
                </a:lnTo>
                <a:lnTo>
                  <a:pt x="1146" y="1642"/>
                </a:lnTo>
                <a:lnTo>
                  <a:pt x="1145" y="1642"/>
                </a:lnTo>
                <a:lnTo>
                  <a:pt x="1144" y="1642"/>
                </a:lnTo>
                <a:lnTo>
                  <a:pt x="1143" y="1643"/>
                </a:lnTo>
                <a:lnTo>
                  <a:pt x="1142" y="1644"/>
                </a:lnTo>
                <a:lnTo>
                  <a:pt x="1141" y="1644"/>
                </a:lnTo>
                <a:lnTo>
                  <a:pt x="1141" y="1645"/>
                </a:lnTo>
                <a:lnTo>
                  <a:pt x="1140" y="1645"/>
                </a:lnTo>
                <a:lnTo>
                  <a:pt x="1139" y="1645"/>
                </a:lnTo>
                <a:lnTo>
                  <a:pt x="1138" y="1645"/>
                </a:lnTo>
                <a:lnTo>
                  <a:pt x="1137" y="1646"/>
                </a:lnTo>
                <a:lnTo>
                  <a:pt x="1136" y="1646"/>
                </a:lnTo>
                <a:lnTo>
                  <a:pt x="1135" y="1646"/>
                </a:lnTo>
                <a:lnTo>
                  <a:pt x="1134" y="1646"/>
                </a:lnTo>
                <a:lnTo>
                  <a:pt x="1132" y="1646"/>
                </a:lnTo>
                <a:lnTo>
                  <a:pt x="1131" y="1647"/>
                </a:lnTo>
                <a:lnTo>
                  <a:pt x="1131" y="1648"/>
                </a:lnTo>
                <a:lnTo>
                  <a:pt x="1131" y="1647"/>
                </a:lnTo>
                <a:lnTo>
                  <a:pt x="1130" y="1647"/>
                </a:lnTo>
                <a:lnTo>
                  <a:pt x="1129" y="1648"/>
                </a:lnTo>
                <a:lnTo>
                  <a:pt x="1128" y="1648"/>
                </a:lnTo>
                <a:lnTo>
                  <a:pt x="1127" y="1649"/>
                </a:lnTo>
                <a:lnTo>
                  <a:pt x="1126" y="1649"/>
                </a:lnTo>
                <a:lnTo>
                  <a:pt x="1125" y="1650"/>
                </a:lnTo>
                <a:lnTo>
                  <a:pt x="1125" y="1651"/>
                </a:lnTo>
                <a:lnTo>
                  <a:pt x="1124" y="1651"/>
                </a:lnTo>
                <a:lnTo>
                  <a:pt x="1124" y="1652"/>
                </a:lnTo>
                <a:lnTo>
                  <a:pt x="1123" y="1652"/>
                </a:lnTo>
                <a:lnTo>
                  <a:pt x="1122" y="1652"/>
                </a:lnTo>
                <a:lnTo>
                  <a:pt x="1122" y="1651"/>
                </a:lnTo>
                <a:lnTo>
                  <a:pt x="1120" y="1650"/>
                </a:lnTo>
                <a:lnTo>
                  <a:pt x="1120" y="1649"/>
                </a:lnTo>
                <a:lnTo>
                  <a:pt x="1120" y="1650"/>
                </a:lnTo>
                <a:lnTo>
                  <a:pt x="1119" y="1650"/>
                </a:lnTo>
                <a:lnTo>
                  <a:pt x="1118" y="1650"/>
                </a:lnTo>
                <a:lnTo>
                  <a:pt x="1117" y="1650"/>
                </a:lnTo>
                <a:lnTo>
                  <a:pt x="1116" y="1651"/>
                </a:lnTo>
                <a:lnTo>
                  <a:pt x="1115" y="1651"/>
                </a:lnTo>
                <a:lnTo>
                  <a:pt x="1115" y="1650"/>
                </a:lnTo>
                <a:lnTo>
                  <a:pt x="1115" y="1649"/>
                </a:lnTo>
                <a:lnTo>
                  <a:pt x="1114" y="1649"/>
                </a:lnTo>
                <a:lnTo>
                  <a:pt x="1114" y="1648"/>
                </a:lnTo>
                <a:lnTo>
                  <a:pt x="1113" y="1648"/>
                </a:lnTo>
                <a:lnTo>
                  <a:pt x="1113" y="1647"/>
                </a:lnTo>
                <a:lnTo>
                  <a:pt x="1112" y="1646"/>
                </a:lnTo>
                <a:lnTo>
                  <a:pt x="1112" y="1645"/>
                </a:lnTo>
                <a:lnTo>
                  <a:pt x="1111" y="1645"/>
                </a:lnTo>
                <a:lnTo>
                  <a:pt x="1110" y="1645"/>
                </a:lnTo>
                <a:lnTo>
                  <a:pt x="1109" y="1645"/>
                </a:lnTo>
                <a:lnTo>
                  <a:pt x="1108" y="1646"/>
                </a:lnTo>
                <a:lnTo>
                  <a:pt x="1108" y="1645"/>
                </a:lnTo>
                <a:lnTo>
                  <a:pt x="1107" y="1645"/>
                </a:lnTo>
                <a:lnTo>
                  <a:pt x="1106" y="1645"/>
                </a:lnTo>
                <a:lnTo>
                  <a:pt x="1106" y="1644"/>
                </a:lnTo>
                <a:lnTo>
                  <a:pt x="1105" y="1644"/>
                </a:lnTo>
                <a:lnTo>
                  <a:pt x="1102" y="1645"/>
                </a:lnTo>
                <a:lnTo>
                  <a:pt x="1100" y="1645"/>
                </a:lnTo>
                <a:lnTo>
                  <a:pt x="1100" y="1646"/>
                </a:lnTo>
                <a:lnTo>
                  <a:pt x="1099" y="1646"/>
                </a:lnTo>
                <a:lnTo>
                  <a:pt x="1098" y="1646"/>
                </a:lnTo>
                <a:lnTo>
                  <a:pt x="1097" y="1646"/>
                </a:lnTo>
                <a:lnTo>
                  <a:pt x="1097" y="1645"/>
                </a:lnTo>
                <a:lnTo>
                  <a:pt x="1096" y="1646"/>
                </a:lnTo>
                <a:lnTo>
                  <a:pt x="1095" y="1646"/>
                </a:lnTo>
                <a:lnTo>
                  <a:pt x="1094" y="1648"/>
                </a:lnTo>
                <a:lnTo>
                  <a:pt x="1094" y="1649"/>
                </a:lnTo>
                <a:lnTo>
                  <a:pt x="1093" y="1651"/>
                </a:lnTo>
                <a:lnTo>
                  <a:pt x="1092" y="1651"/>
                </a:lnTo>
                <a:lnTo>
                  <a:pt x="1090" y="1652"/>
                </a:lnTo>
                <a:lnTo>
                  <a:pt x="1089" y="1652"/>
                </a:lnTo>
                <a:lnTo>
                  <a:pt x="1088" y="1651"/>
                </a:lnTo>
                <a:lnTo>
                  <a:pt x="1086" y="1651"/>
                </a:lnTo>
                <a:lnTo>
                  <a:pt x="1086" y="1652"/>
                </a:lnTo>
                <a:lnTo>
                  <a:pt x="1085" y="1652"/>
                </a:lnTo>
                <a:lnTo>
                  <a:pt x="1084" y="1652"/>
                </a:lnTo>
                <a:lnTo>
                  <a:pt x="1084" y="1653"/>
                </a:lnTo>
                <a:lnTo>
                  <a:pt x="1084" y="1652"/>
                </a:lnTo>
                <a:lnTo>
                  <a:pt x="1083" y="1652"/>
                </a:lnTo>
                <a:lnTo>
                  <a:pt x="1083" y="1651"/>
                </a:lnTo>
                <a:lnTo>
                  <a:pt x="1082" y="1651"/>
                </a:lnTo>
                <a:lnTo>
                  <a:pt x="1081" y="1651"/>
                </a:lnTo>
                <a:lnTo>
                  <a:pt x="1080" y="1651"/>
                </a:lnTo>
                <a:lnTo>
                  <a:pt x="1079" y="1651"/>
                </a:lnTo>
                <a:lnTo>
                  <a:pt x="1078" y="1651"/>
                </a:lnTo>
                <a:lnTo>
                  <a:pt x="1077" y="1651"/>
                </a:lnTo>
                <a:lnTo>
                  <a:pt x="1076" y="1651"/>
                </a:lnTo>
                <a:lnTo>
                  <a:pt x="1073" y="1651"/>
                </a:lnTo>
                <a:lnTo>
                  <a:pt x="1072" y="1651"/>
                </a:lnTo>
                <a:lnTo>
                  <a:pt x="1070" y="1652"/>
                </a:lnTo>
                <a:lnTo>
                  <a:pt x="1068" y="1654"/>
                </a:lnTo>
                <a:lnTo>
                  <a:pt x="1067" y="1654"/>
                </a:lnTo>
                <a:lnTo>
                  <a:pt x="1065" y="1654"/>
                </a:lnTo>
                <a:lnTo>
                  <a:pt x="1064" y="1654"/>
                </a:lnTo>
                <a:lnTo>
                  <a:pt x="1064" y="1653"/>
                </a:lnTo>
                <a:lnTo>
                  <a:pt x="1061" y="1653"/>
                </a:lnTo>
                <a:lnTo>
                  <a:pt x="1061" y="1652"/>
                </a:lnTo>
                <a:lnTo>
                  <a:pt x="1060" y="1652"/>
                </a:lnTo>
                <a:lnTo>
                  <a:pt x="1060" y="1653"/>
                </a:lnTo>
                <a:lnTo>
                  <a:pt x="1058" y="1653"/>
                </a:lnTo>
                <a:lnTo>
                  <a:pt x="1057" y="1653"/>
                </a:lnTo>
                <a:lnTo>
                  <a:pt x="1057" y="1654"/>
                </a:lnTo>
                <a:lnTo>
                  <a:pt x="1056" y="1653"/>
                </a:lnTo>
                <a:lnTo>
                  <a:pt x="1056" y="1652"/>
                </a:lnTo>
                <a:lnTo>
                  <a:pt x="1057" y="1652"/>
                </a:lnTo>
                <a:lnTo>
                  <a:pt x="1057" y="1651"/>
                </a:lnTo>
                <a:lnTo>
                  <a:pt x="1055" y="1651"/>
                </a:lnTo>
                <a:lnTo>
                  <a:pt x="1054" y="1651"/>
                </a:lnTo>
                <a:lnTo>
                  <a:pt x="1053" y="1651"/>
                </a:lnTo>
                <a:lnTo>
                  <a:pt x="1052" y="1652"/>
                </a:lnTo>
                <a:lnTo>
                  <a:pt x="1051" y="1651"/>
                </a:lnTo>
                <a:lnTo>
                  <a:pt x="1050" y="1650"/>
                </a:lnTo>
                <a:lnTo>
                  <a:pt x="1049" y="1650"/>
                </a:lnTo>
                <a:lnTo>
                  <a:pt x="1048" y="1650"/>
                </a:lnTo>
                <a:lnTo>
                  <a:pt x="1048" y="1649"/>
                </a:lnTo>
                <a:lnTo>
                  <a:pt x="1047" y="1649"/>
                </a:lnTo>
                <a:lnTo>
                  <a:pt x="1046" y="1649"/>
                </a:lnTo>
                <a:lnTo>
                  <a:pt x="1045" y="1649"/>
                </a:lnTo>
                <a:lnTo>
                  <a:pt x="1044" y="1649"/>
                </a:lnTo>
                <a:lnTo>
                  <a:pt x="1043" y="1649"/>
                </a:lnTo>
                <a:lnTo>
                  <a:pt x="1042" y="1649"/>
                </a:lnTo>
                <a:lnTo>
                  <a:pt x="1040" y="1650"/>
                </a:lnTo>
                <a:lnTo>
                  <a:pt x="1038" y="1650"/>
                </a:lnTo>
                <a:lnTo>
                  <a:pt x="1038" y="1649"/>
                </a:lnTo>
                <a:lnTo>
                  <a:pt x="1038" y="1648"/>
                </a:lnTo>
                <a:lnTo>
                  <a:pt x="1038" y="1647"/>
                </a:lnTo>
                <a:lnTo>
                  <a:pt x="1037" y="1647"/>
                </a:lnTo>
                <a:lnTo>
                  <a:pt x="1036" y="1647"/>
                </a:lnTo>
                <a:lnTo>
                  <a:pt x="1035" y="1647"/>
                </a:lnTo>
                <a:lnTo>
                  <a:pt x="1034" y="1647"/>
                </a:lnTo>
                <a:lnTo>
                  <a:pt x="1033" y="1647"/>
                </a:lnTo>
                <a:lnTo>
                  <a:pt x="1031" y="1647"/>
                </a:lnTo>
                <a:lnTo>
                  <a:pt x="1030" y="1647"/>
                </a:lnTo>
                <a:lnTo>
                  <a:pt x="1030" y="1646"/>
                </a:lnTo>
                <a:lnTo>
                  <a:pt x="1029" y="1646"/>
                </a:lnTo>
                <a:lnTo>
                  <a:pt x="1028" y="1646"/>
                </a:lnTo>
                <a:lnTo>
                  <a:pt x="1027" y="1646"/>
                </a:lnTo>
                <a:lnTo>
                  <a:pt x="1027" y="1645"/>
                </a:lnTo>
                <a:lnTo>
                  <a:pt x="1026" y="1645"/>
                </a:lnTo>
                <a:lnTo>
                  <a:pt x="1025" y="1644"/>
                </a:lnTo>
                <a:lnTo>
                  <a:pt x="1025" y="1645"/>
                </a:lnTo>
                <a:lnTo>
                  <a:pt x="1024" y="1645"/>
                </a:lnTo>
                <a:lnTo>
                  <a:pt x="1024" y="1646"/>
                </a:lnTo>
                <a:lnTo>
                  <a:pt x="1022" y="1647"/>
                </a:lnTo>
                <a:lnTo>
                  <a:pt x="1021" y="1647"/>
                </a:lnTo>
                <a:lnTo>
                  <a:pt x="1019" y="1648"/>
                </a:lnTo>
                <a:lnTo>
                  <a:pt x="1018" y="1648"/>
                </a:lnTo>
                <a:lnTo>
                  <a:pt x="1017" y="1647"/>
                </a:lnTo>
                <a:lnTo>
                  <a:pt x="1016" y="1647"/>
                </a:lnTo>
                <a:lnTo>
                  <a:pt x="1015" y="1647"/>
                </a:lnTo>
                <a:lnTo>
                  <a:pt x="1014" y="1647"/>
                </a:lnTo>
                <a:lnTo>
                  <a:pt x="1012" y="1647"/>
                </a:lnTo>
                <a:lnTo>
                  <a:pt x="1011" y="1646"/>
                </a:lnTo>
                <a:lnTo>
                  <a:pt x="1011" y="1645"/>
                </a:lnTo>
                <a:lnTo>
                  <a:pt x="1010" y="1644"/>
                </a:lnTo>
                <a:lnTo>
                  <a:pt x="1009" y="1644"/>
                </a:lnTo>
                <a:lnTo>
                  <a:pt x="1008" y="1643"/>
                </a:lnTo>
                <a:lnTo>
                  <a:pt x="1008" y="1642"/>
                </a:lnTo>
                <a:lnTo>
                  <a:pt x="1008" y="1641"/>
                </a:lnTo>
                <a:lnTo>
                  <a:pt x="1007" y="1640"/>
                </a:lnTo>
                <a:lnTo>
                  <a:pt x="1006" y="1638"/>
                </a:lnTo>
                <a:lnTo>
                  <a:pt x="1005" y="1638"/>
                </a:lnTo>
                <a:lnTo>
                  <a:pt x="1003" y="1637"/>
                </a:lnTo>
                <a:lnTo>
                  <a:pt x="1002" y="1637"/>
                </a:lnTo>
                <a:lnTo>
                  <a:pt x="1001" y="1637"/>
                </a:lnTo>
                <a:lnTo>
                  <a:pt x="1001" y="1638"/>
                </a:lnTo>
                <a:lnTo>
                  <a:pt x="1000" y="1637"/>
                </a:lnTo>
                <a:lnTo>
                  <a:pt x="1000" y="1636"/>
                </a:lnTo>
                <a:lnTo>
                  <a:pt x="1000" y="1635"/>
                </a:lnTo>
                <a:lnTo>
                  <a:pt x="999" y="1635"/>
                </a:lnTo>
                <a:lnTo>
                  <a:pt x="998" y="1634"/>
                </a:lnTo>
                <a:lnTo>
                  <a:pt x="999" y="1633"/>
                </a:lnTo>
                <a:lnTo>
                  <a:pt x="999" y="1632"/>
                </a:lnTo>
                <a:lnTo>
                  <a:pt x="998" y="1632"/>
                </a:lnTo>
                <a:lnTo>
                  <a:pt x="998" y="1631"/>
                </a:lnTo>
                <a:lnTo>
                  <a:pt x="997" y="1630"/>
                </a:lnTo>
                <a:lnTo>
                  <a:pt x="997" y="1629"/>
                </a:lnTo>
                <a:lnTo>
                  <a:pt x="998" y="1629"/>
                </a:lnTo>
                <a:lnTo>
                  <a:pt x="999" y="1628"/>
                </a:lnTo>
                <a:lnTo>
                  <a:pt x="998" y="1628"/>
                </a:lnTo>
                <a:lnTo>
                  <a:pt x="998" y="1626"/>
                </a:lnTo>
                <a:lnTo>
                  <a:pt x="999" y="1626"/>
                </a:lnTo>
                <a:lnTo>
                  <a:pt x="999" y="1625"/>
                </a:lnTo>
                <a:lnTo>
                  <a:pt x="998" y="1625"/>
                </a:lnTo>
                <a:lnTo>
                  <a:pt x="998" y="1624"/>
                </a:lnTo>
                <a:lnTo>
                  <a:pt x="998" y="1623"/>
                </a:lnTo>
                <a:lnTo>
                  <a:pt x="998" y="1622"/>
                </a:lnTo>
                <a:lnTo>
                  <a:pt x="997" y="1621"/>
                </a:lnTo>
                <a:lnTo>
                  <a:pt x="997" y="1620"/>
                </a:lnTo>
                <a:lnTo>
                  <a:pt x="996" y="1620"/>
                </a:lnTo>
                <a:lnTo>
                  <a:pt x="996" y="1619"/>
                </a:lnTo>
                <a:lnTo>
                  <a:pt x="995" y="1619"/>
                </a:lnTo>
                <a:lnTo>
                  <a:pt x="996" y="1619"/>
                </a:lnTo>
                <a:lnTo>
                  <a:pt x="996" y="1618"/>
                </a:lnTo>
                <a:lnTo>
                  <a:pt x="996" y="1617"/>
                </a:lnTo>
                <a:lnTo>
                  <a:pt x="995" y="1617"/>
                </a:lnTo>
                <a:lnTo>
                  <a:pt x="996" y="1616"/>
                </a:lnTo>
                <a:lnTo>
                  <a:pt x="997" y="1615"/>
                </a:lnTo>
                <a:lnTo>
                  <a:pt x="997" y="1614"/>
                </a:lnTo>
                <a:lnTo>
                  <a:pt x="995" y="1614"/>
                </a:lnTo>
                <a:lnTo>
                  <a:pt x="990" y="1614"/>
                </a:lnTo>
                <a:lnTo>
                  <a:pt x="988" y="1614"/>
                </a:lnTo>
                <a:lnTo>
                  <a:pt x="987" y="1613"/>
                </a:lnTo>
                <a:lnTo>
                  <a:pt x="987" y="1612"/>
                </a:lnTo>
                <a:lnTo>
                  <a:pt x="985" y="1612"/>
                </a:lnTo>
                <a:lnTo>
                  <a:pt x="984" y="1613"/>
                </a:lnTo>
                <a:lnTo>
                  <a:pt x="983" y="1613"/>
                </a:lnTo>
                <a:lnTo>
                  <a:pt x="983" y="1614"/>
                </a:lnTo>
                <a:lnTo>
                  <a:pt x="982" y="1614"/>
                </a:lnTo>
                <a:lnTo>
                  <a:pt x="979" y="1613"/>
                </a:lnTo>
                <a:lnTo>
                  <a:pt x="979" y="1612"/>
                </a:lnTo>
                <a:lnTo>
                  <a:pt x="978" y="1612"/>
                </a:lnTo>
                <a:lnTo>
                  <a:pt x="978" y="1613"/>
                </a:lnTo>
                <a:lnTo>
                  <a:pt x="977" y="1613"/>
                </a:lnTo>
                <a:lnTo>
                  <a:pt x="977" y="1615"/>
                </a:lnTo>
                <a:lnTo>
                  <a:pt x="976" y="1616"/>
                </a:lnTo>
                <a:lnTo>
                  <a:pt x="975" y="1616"/>
                </a:lnTo>
                <a:lnTo>
                  <a:pt x="974" y="1617"/>
                </a:lnTo>
                <a:lnTo>
                  <a:pt x="973" y="1617"/>
                </a:lnTo>
                <a:lnTo>
                  <a:pt x="971" y="1618"/>
                </a:lnTo>
                <a:lnTo>
                  <a:pt x="970" y="1618"/>
                </a:lnTo>
                <a:lnTo>
                  <a:pt x="968" y="1617"/>
                </a:lnTo>
                <a:lnTo>
                  <a:pt x="968" y="1616"/>
                </a:lnTo>
                <a:lnTo>
                  <a:pt x="967" y="1615"/>
                </a:lnTo>
                <a:lnTo>
                  <a:pt x="966" y="1615"/>
                </a:lnTo>
                <a:lnTo>
                  <a:pt x="965" y="1615"/>
                </a:lnTo>
                <a:lnTo>
                  <a:pt x="964" y="1615"/>
                </a:lnTo>
                <a:lnTo>
                  <a:pt x="963" y="1615"/>
                </a:lnTo>
                <a:lnTo>
                  <a:pt x="963" y="1614"/>
                </a:lnTo>
                <a:lnTo>
                  <a:pt x="962" y="1613"/>
                </a:lnTo>
                <a:lnTo>
                  <a:pt x="961" y="1613"/>
                </a:lnTo>
                <a:lnTo>
                  <a:pt x="960" y="1613"/>
                </a:lnTo>
                <a:lnTo>
                  <a:pt x="960" y="1612"/>
                </a:lnTo>
                <a:lnTo>
                  <a:pt x="959" y="1612"/>
                </a:lnTo>
                <a:lnTo>
                  <a:pt x="959" y="1611"/>
                </a:lnTo>
                <a:lnTo>
                  <a:pt x="958" y="1611"/>
                </a:lnTo>
                <a:lnTo>
                  <a:pt x="957" y="1611"/>
                </a:lnTo>
                <a:lnTo>
                  <a:pt x="957" y="1612"/>
                </a:lnTo>
                <a:lnTo>
                  <a:pt x="956" y="1612"/>
                </a:lnTo>
                <a:lnTo>
                  <a:pt x="954" y="1611"/>
                </a:lnTo>
                <a:lnTo>
                  <a:pt x="953" y="1610"/>
                </a:lnTo>
                <a:lnTo>
                  <a:pt x="951" y="1610"/>
                </a:lnTo>
                <a:lnTo>
                  <a:pt x="950" y="1611"/>
                </a:lnTo>
                <a:lnTo>
                  <a:pt x="949" y="1611"/>
                </a:lnTo>
                <a:lnTo>
                  <a:pt x="948" y="1611"/>
                </a:lnTo>
                <a:lnTo>
                  <a:pt x="947" y="1611"/>
                </a:lnTo>
                <a:lnTo>
                  <a:pt x="947" y="1610"/>
                </a:lnTo>
                <a:lnTo>
                  <a:pt x="946" y="1610"/>
                </a:lnTo>
                <a:lnTo>
                  <a:pt x="944" y="1609"/>
                </a:lnTo>
                <a:lnTo>
                  <a:pt x="943" y="1609"/>
                </a:lnTo>
                <a:lnTo>
                  <a:pt x="941" y="1609"/>
                </a:lnTo>
                <a:lnTo>
                  <a:pt x="939" y="1610"/>
                </a:lnTo>
                <a:lnTo>
                  <a:pt x="938" y="1610"/>
                </a:lnTo>
                <a:lnTo>
                  <a:pt x="937" y="1610"/>
                </a:lnTo>
                <a:lnTo>
                  <a:pt x="936" y="1612"/>
                </a:lnTo>
                <a:lnTo>
                  <a:pt x="936" y="1613"/>
                </a:lnTo>
                <a:lnTo>
                  <a:pt x="936" y="1615"/>
                </a:lnTo>
                <a:lnTo>
                  <a:pt x="936" y="1616"/>
                </a:lnTo>
                <a:lnTo>
                  <a:pt x="935" y="1616"/>
                </a:lnTo>
                <a:lnTo>
                  <a:pt x="932" y="1617"/>
                </a:lnTo>
                <a:lnTo>
                  <a:pt x="932" y="1616"/>
                </a:lnTo>
                <a:lnTo>
                  <a:pt x="931" y="1616"/>
                </a:lnTo>
                <a:lnTo>
                  <a:pt x="929" y="1616"/>
                </a:lnTo>
                <a:lnTo>
                  <a:pt x="929" y="1618"/>
                </a:lnTo>
                <a:lnTo>
                  <a:pt x="929" y="1619"/>
                </a:lnTo>
                <a:lnTo>
                  <a:pt x="930" y="1619"/>
                </a:lnTo>
                <a:lnTo>
                  <a:pt x="931" y="1621"/>
                </a:lnTo>
                <a:lnTo>
                  <a:pt x="931" y="1622"/>
                </a:lnTo>
                <a:lnTo>
                  <a:pt x="930" y="1623"/>
                </a:lnTo>
                <a:lnTo>
                  <a:pt x="929" y="1624"/>
                </a:lnTo>
                <a:lnTo>
                  <a:pt x="928" y="1625"/>
                </a:lnTo>
                <a:lnTo>
                  <a:pt x="928" y="1626"/>
                </a:lnTo>
                <a:lnTo>
                  <a:pt x="929" y="1626"/>
                </a:lnTo>
                <a:lnTo>
                  <a:pt x="928" y="1628"/>
                </a:lnTo>
                <a:lnTo>
                  <a:pt x="927" y="1629"/>
                </a:lnTo>
                <a:lnTo>
                  <a:pt x="927" y="1630"/>
                </a:lnTo>
                <a:lnTo>
                  <a:pt x="926" y="1630"/>
                </a:lnTo>
                <a:lnTo>
                  <a:pt x="924" y="1630"/>
                </a:lnTo>
                <a:lnTo>
                  <a:pt x="923" y="1630"/>
                </a:lnTo>
                <a:lnTo>
                  <a:pt x="923" y="1629"/>
                </a:lnTo>
                <a:lnTo>
                  <a:pt x="922" y="1629"/>
                </a:lnTo>
                <a:lnTo>
                  <a:pt x="921" y="1629"/>
                </a:lnTo>
                <a:lnTo>
                  <a:pt x="921" y="1630"/>
                </a:lnTo>
                <a:lnTo>
                  <a:pt x="921" y="1631"/>
                </a:lnTo>
                <a:lnTo>
                  <a:pt x="920" y="1632"/>
                </a:lnTo>
                <a:lnTo>
                  <a:pt x="919" y="1632"/>
                </a:lnTo>
                <a:lnTo>
                  <a:pt x="917" y="1632"/>
                </a:lnTo>
                <a:lnTo>
                  <a:pt x="916" y="1632"/>
                </a:lnTo>
                <a:lnTo>
                  <a:pt x="915" y="1632"/>
                </a:lnTo>
                <a:lnTo>
                  <a:pt x="914" y="1633"/>
                </a:lnTo>
                <a:lnTo>
                  <a:pt x="913" y="1634"/>
                </a:lnTo>
                <a:lnTo>
                  <a:pt x="913" y="1636"/>
                </a:lnTo>
                <a:lnTo>
                  <a:pt x="912" y="1637"/>
                </a:lnTo>
                <a:lnTo>
                  <a:pt x="912" y="1636"/>
                </a:lnTo>
                <a:lnTo>
                  <a:pt x="911" y="1636"/>
                </a:lnTo>
                <a:lnTo>
                  <a:pt x="911" y="1635"/>
                </a:lnTo>
                <a:lnTo>
                  <a:pt x="910" y="1635"/>
                </a:lnTo>
                <a:lnTo>
                  <a:pt x="910" y="1636"/>
                </a:lnTo>
                <a:lnTo>
                  <a:pt x="909" y="1636"/>
                </a:lnTo>
                <a:lnTo>
                  <a:pt x="909" y="1637"/>
                </a:lnTo>
                <a:lnTo>
                  <a:pt x="908" y="1637"/>
                </a:lnTo>
                <a:lnTo>
                  <a:pt x="905" y="1638"/>
                </a:lnTo>
                <a:lnTo>
                  <a:pt x="904" y="1638"/>
                </a:lnTo>
                <a:lnTo>
                  <a:pt x="903" y="1639"/>
                </a:lnTo>
                <a:lnTo>
                  <a:pt x="902" y="1641"/>
                </a:lnTo>
                <a:lnTo>
                  <a:pt x="901" y="1641"/>
                </a:lnTo>
                <a:lnTo>
                  <a:pt x="899" y="1641"/>
                </a:lnTo>
                <a:lnTo>
                  <a:pt x="898" y="1640"/>
                </a:lnTo>
                <a:lnTo>
                  <a:pt x="897" y="1640"/>
                </a:lnTo>
                <a:lnTo>
                  <a:pt x="897" y="1641"/>
                </a:lnTo>
                <a:lnTo>
                  <a:pt x="897" y="1643"/>
                </a:lnTo>
                <a:lnTo>
                  <a:pt x="897" y="1644"/>
                </a:lnTo>
                <a:lnTo>
                  <a:pt x="897" y="1645"/>
                </a:lnTo>
                <a:lnTo>
                  <a:pt x="897" y="1646"/>
                </a:lnTo>
                <a:lnTo>
                  <a:pt x="898" y="1646"/>
                </a:lnTo>
                <a:lnTo>
                  <a:pt x="898" y="1649"/>
                </a:lnTo>
                <a:lnTo>
                  <a:pt x="899" y="1650"/>
                </a:lnTo>
                <a:lnTo>
                  <a:pt x="899" y="1651"/>
                </a:lnTo>
                <a:lnTo>
                  <a:pt x="899" y="1653"/>
                </a:lnTo>
                <a:lnTo>
                  <a:pt x="898" y="1654"/>
                </a:lnTo>
                <a:lnTo>
                  <a:pt x="898" y="1655"/>
                </a:lnTo>
                <a:lnTo>
                  <a:pt x="896" y="1656"/>
                </a:lnTo>
                <a:lnTo>
                  <a:pt x="896" y="1657"/>
                </a:lnTo>
                <a:lnTo>
                  <a:pt x="895" y="1657"/>
                </a:lnTo>
                <a:lnTo>
                  <a:pt x="895" y="1658"/>
                </a:lnTo>
                <a:lnTo>
                  <a:pt x="893" y="1658"/>
                </a:lnTo>
                <a:lnTo>
                  <a:pt x="892" y="1658"/>
                </a:lnTo>
                <a:lnTo>
                  <a:pt x="891" y="1657"/>
                </a:lnTo>
                <a:lnTo>
                  <a:pt x="889" y="1657"/>
                </a:lnTo>
                <a:lnTo>
                  <a:pt x="889" y="1658"/>
                </a:lnTo>
                <a:lnTo>
                  <a:pt x="888" y="1659"/>
                </a:lnTo>
                <a:lnTo>
                  <a:pt x="887" y="1661"/>
                </a:lnTo>
                <a:lnTo>
                  <a:pt x="887" y="1662"/>
                </a:lnTo>
                <a:lnTo>
                  <a:pt x="886" y="1662"/>
                </a:lnTo>
                <a:lnTo>
                  <a:pt x="885" y="1662"/>
                </a:lnTo>
                <a:lnTo>
                  <a:pt x="884" y="1662"/>
                </a:lnTo>
                <a:lnTo>
                  <a:pt x="883" y="1662"/>
                </a:lnTo>
                <a:lnTo>
                  <a:pt x="880" y="1663"/>
                </a:lnTo>
                <a:lnTo>
                  <a:pt x="879" y="1663"/>
                </a:lnTo>
                <a:lnTo>
                  <a:pt x="876" y="1663"/>
                </a:lnTo>
                <a:lnTo>
                  <a:pt x="875" y="1663"/>
                </a:lnTo>
                <a:lnTo>
                  <a:pt x="874" y="1662"/>
                </a:lnTo>
                <a:lnTo>
                  <a:pt x="873" y="1662"/>
                </a:lnTo>
                <a:lnTo>
                  <a:pt x="871" y="1662"/>
                </a:lnTo>
                <a:lnTo>
                  <a:pt x="869" y="1663"/>
                </a:lnTo>
                <a:lnTo>
                  <a:pt x="868" y="1663"/>
                </a:lnTo>
                <a:lnTo>
                  <a:pt x="867" y="1663"/>
                </a:lnTo>
                <a:lnTo>
                  <a:pt x="866" y="1664"/>
                </a:lnTo>
                <a:lnTo>
                  <a:pt x="866" y="1663"/>
                </a:lnTo>
                <a:lnTo>
                  <a:pt x="865" y="1663"/>
                </a:lnTo>
                <a:lnTo>
                  <a:pt x="865" y="1664"/>
                </a:lnTo>
                <a:lnTo>
                  <a:pt x="864" y="1664"/>
                </a:lnTo>
                <a:lnTo>
                  <a:pt x="863" y="1664"/>
                </a:lnTo>
                <a:lnTo>
                  <a:pt x="863" y="1665"/>
                </a:lnTo>
                <a:lnTo>
                  <a:pt x="862" y="1666"/>
                </a:lnTo>
                <a:lnTo>
                  <a:pt x="860" y="1666"/>
                </a:lnTo>
                <a:lnTo>
                  <a:pt x="857" y="1667"/>
                </a:lnTo>
                <a:lnTo>
                  <a:pt x="855" y="1667"/>
                </a:lnTo>
                <a:lnTo>
                  <a:pt x="854" y="1666"/>
                </a:lnTo>
                <a:lnTo>
                  <a:pt x="852" y="1666"/>
                </a:lnTo>
                <a:lnTo>
                  <a:pt x="848" y="1666"/>
                </a:lnTo>
                <a:lnTo>
                  <a:pt x="847" y="1666"/>
                </a:lnTo>
                <a:lnTo>
                  <a:pt x="846" y="1666"/>
                </a:lnTo>
                <a:lnTo>
                  <a:pt x="844" y="1666"/>
                </a:lnTo>
                <a:lnTo>
                  <a:pt x="843" y="1666"/>
                </a:lnTo>
                <a:lnTo>
                  <a:pt x="843" y="1667"/>
                </a:lnTo>
                <a:lnTo>
                  <a:pt x="843" y="1666"/>
                </a:lnTo>
                <a:lnTo>
                  <a:pt x="842" y="1666"/>
                </a:lnTo>
                <a:lnTo>
                  <a:pt x="842" y="1665"/>
                </a:lnTo>
                <a:lnTo>
                  <a:pt x="841" y="1665"/>
                </a:lnTo>
                <a:lnTo>
                  <a:pt x="841" y="1663"/>
                </a:lnTo>
                <a:lnTo>
                  <a:pt x="842" y="1662"/>
                </a:lnTo>
                <a:lnTo>
                  <a:pt x="842" y="1661"/>
                </a:lnTo>
                <a:lnTo>
                  <a:pt x="841" y="1661"/>
                </a:lnTo>
                <a:lnTo>
                  <a:pt x="841" y="1660"/>
                </a:lnTo>
                <a:lnTo>
                  <a:pt x="839" y="1660"/>
                </a:lnTo>
                <a:lnTo>
                  <a:pt x="839" y="1659"/>
                </a:lnTo>
                <a:lnTo>
                  <a:pt x="836" y="1657"/>
                </a:lnTo>
                <a:lnTo>
                  <a:pt x="836" y="1656"/>
                </a:lnTo>
                <a:lnTo>
                  <a:pt x="835" y="1656"/>
                </a:lnTo>
                <a:lnTo>
                  <a:pt x="836" y="1656"/>
                </a:lnTo>
                <a:lnTo>
                  <a:pt x="835" y="1655"/>
                </a:lnTo>
                <a:lnTo>
                  <a:pt x="834" y="1654"/>
                </a:lnTo>
                <a:lnTo>
                  <a:pt x="833" y="1654"/>
                </a:lnTo>
                <a:lnTo>
                  <a:pt x="832" y="1654"/>
                </a:lnTo>
                <a:lnTo>
                  <a:pt x="831" y="1654"/>
                </a:lnTo>
                <a:lnTo>
                  <a:pt x="829" y="1654"/>
                </a:lnTo>
                <a:lnTo>
                  <a:pt x="828" y="1654"/>
                </a:lnTo>
                <a:lnTo>
                  <a:pt x="828" y="1653"/>
                </a:lnTo>
                <a:lnTo>
                  <a:pt x="827" y="1653"/>
                </a:lnTo>
                <a:lnTo>
                  <a:pt x="827" y="1652"/>
                </a:lnTo>
                <a:lnTo>
                  <a:pt x="826" y="1653"/>
                </a:lnTo>
                <a:lnTo>
                  <a:pt x="826" y="1654"/>
                </a:lnTo>
                <a:lnTo>
                  <a:pt x="825" y="1654"/>
                </a:lnTo>
                <a:lnTo>
                  <a:pt x="824" y="1653"/>
                </a:lnTo>
                <a:lnTo>
                  <a:pt x="823" y="1653"/>
                </a:lnTo>
                <a:lnTo>
                  <a:pt x="823" y="1654"/>
                </a:lnTo>
                <a:lnTo>
                  <a:pt x="821" y="1654"/>
                </a:lnTo>
                <a:lnTo>
                  <a:pt x="820" y="1654"/>
                </a:lnTo>
                <a:lnTo>
                  <a:pt x="818" y="1653"/>
                </a:lnTo>
                <a:lnTo>
                  <a:pt x="817" y="1653"/>
                </a:lnTo>
                <a:lnTo>
                  <a:pt x="817" y="1654"/>
                </a:lnTo>
                <a:lnTo>
                  <a:pt x="816" y="1655"/>
                </a:lnTo>
                <a:lnTo>
                  <a:pt x="816" y="1656"/>
                </a:lnTo>
                <a:lnTo>
                  <a:pt x="815" y="1656"/>
                </a:lnTo>
                <a:lnTo>
                  <a:pt x="815" y="1655"/>
                </a:lnTo>
                <a:lnTo>
                  <a:pt x="814" y="1655"/>
                </a:lnTo>
                <a:lnTo>
                  <a:pt x="813" y="1655"/>
                </a:lnTo>
                <a:lnTo>
                  <a:pt x="812" y="1656"/>
                </a:lnTo>
                <a:lnTo>
                  <a:pt x="811" y="1656"/>
                </a:lnTo>
                <a:lnTo>
                  <a:pt x="810" y="1653"/>
                </a:lnTo>
                <a:lnTo>
                  <a:pt x="809" y="1652"/>
                </a:lnTo>
                <a:lnTo>
                  <a:pt x="809" y="1651"/>
                </a:lnTo>
                <a:lnTo>
                  <a:pt x="808" y="1650"/>
                </a:lnTo>
                <a:lnTo>
                  <a:pt x="807" y="1650"/>
                </a:lnTo>
                <a:lnTo>
                  <a:pt x="805" y="1651"/>
                </a:lnTo>
                <a:lnTo>
                  <a:pt x="802" y="1650"/>
                </a:lnTo>
                <a:lnTo>
                  <a:pt x="802" y="1649"/>
                </a:lnTo>
                <a:lnTo>
                  <a:pt x="802" y="1648"/>
                </a:lnTo>
                <a:lnTo>
                  <a:pt x="801" y="1648"/>
                </a:lnTo>
                <a:lnTo>
                  <a:pt x="800" y="1648"/>
                </a:lnTo>
                <a:lnTo>
                  <a:pt x="800" y="1649"/>
                </a:lnTo>
                <a:lnTo>
                  <a:pt x="799" y="1649"/>
                </a:lnTo>
                <a:lnTo>
                  <a:pt x="799" y="1648"/>
                </a:lnTo>
                <a:lnTo>
                  <a:pt x="799" y="1647"/>
                </a:lnTo>
                <a:lnTo>
                  <a:pt x="799" y="1646"/>
                </a:lnTo>
                <a:lnTo>
                  <a:pt x="798" y="1645"/>
                </a:lnTo>
                <a:lnTo>
                  <a:pt x="798" y="1646"/>
                </a:lnTo>
                <a:lnTo>
                  <a:pt x="796" y="1647"/>
                </a:lnTo>
                <a:lnTo>
                  <a:pt x="795" y="1647"/>
                </a:lnTo>
                <a:lnTo>
                  <a:pt x="795" y="1646"/>
                </a:lnTo>
                <a:lnTo>
                  <a:pt x="794" y="1646"/>
                </a:lnTo>
                <a:lnTo>
                  <a:pt x="794" y="1647"/>
                </a:lnTo>
                <a:lnTo>
                  <a:pt x="793" y="1647"/>
                </a:lnTo>
                <a:lnTo>
                  <a:pt x="792" y="1649"/>
                </a:lnTo>
                <a:lnTo>
                  <a:pt x="792" y="1650"/>
                </a:lnTo>
                <a:lnTo>
                  <a:pt x="792" y="1651"/>
                </a:lnTo>
                <a:lnTo>
                  <a:pt x="793" y="1651"/>
                </a:lnTo>
                <a:lnTo>
                  <a:pt x="792" y="1654"/>
                </a:lnTo>
                <a:lnTo>
                  <a:pt x="791" y="1654"/>
                </a:lnTo>
                <a:lnTo>
                  <a:pt x="789" y="1654"/>
                </a:lnTo>
                <a:lnTo>
                  <a:pt x="789" y="1655"/>
                </a:lnTo>
                <a:lnTo>
                  <a:pt x="791" y="1657"/>
                </a:lnTo>
                <a:lnTo>
                  <a:pt x="790" y="1658"/>
                </a:lnTo>
                <a:lnTo>
                  <a:pt x="789" y="1658"/>
                </a:lnTo>
                <a:lnTo>
                  <a:pt x="789" y="1657"/>
                </a:lnTo>
                <a:lnTo>
                  <a:pt x="788" y="1657"/>
                </a:lnTo>
                <a:lnTo>
                  <a:pt x="786" y="1657"/>
                </a:lnTo>
                <a:lnTo>
                  <a:pt x="785" y="1657"/>
                </a:lnTo>
                <a:lnTo>
                  <a:pt x="783" y="1657"/>
                </a:lnTo>
                <a:lnTo>
                  <a:pt x="782" y="1656"/>
                </a:lnTo>
                <a:lnTo>
                  <a:pt x="781" y="1655"/>
                </a:lnTo>
                <a:lnTo>
                  <a:pt x="780" y="1655"/>
                </a:lnTo>
                <a:lnTo>
                  <a:pt x="780" y="1656"/>
                </a:lnTo>
                <a:lnTo>
                  <a:pt x="779" y="1656"/>
                </a:lnTo>
                <a:lnTo>
                  <a:pt x="777" y="1656"/>
                </a:lnTo>
                <a:lnTo>
                  <a:pt x="776" y="1656"/>
                </a:lnTo>
                <a:lnTo>
                  <a:pt x="776" y="1655"/>
                </a:lnTo>
                <a:lnTo>
                  <a:pt x="774" y="1654"/>
                </a:lnTo>
                <a:lnTo>
                  <a:pt x="773" y="1654"/>
                </a:lnTo>
                <a:lnTo>
                  <a:pt x="771" y="1654"/>
                </a:lnTo>
                <a:lnTo>
                  <a:pt x="770" y="1654"/>
                </a:lnTo>
                <a:lnTo>
                  <a:pt x="766" y="1654"/>
                </a:lnTo>
                <a:lnTo>
                  <a:pt x="764" y="1654"/>
                </a:lnTo>
                <a:lnTo>
                  <a:pt x="763" y="1654"/>
                </a:lnTo>
                <a:lnTo>
                  <a:pt x="763" y="1655"/>
                </a:lnTo>
                <a:lnTo>
                  <a:pt x="762" y="1655"/>
                </a:lnTo>
                <a:lnTo>
                  <a:pt x="760" y="1654"/>
                </a:lnTo>
                <a:lnTo>
                  <a:pt x="760" y="1655"/>
                </a:lnTo>
                <a:lnTo>
                  <a:pt x="759" y="1655"/>
                </a:lnTo>
                <a:lnTo>
                  <a:pt x="757" y="1654"/>
                </a:lnTo>
                <a:lnTo>
                  <a:pt x="756" y="1654"/>
                </a:lnTo>
                <a:lnTo>
                  <a:pt x="755" y="1654"/>
                </a:lnTo>
                <a:lnTo>
                  <a:pt x="755" y="1653"/>
                </a:lnTo>
                <a:lnTo>
                  <a:pt x="756" y="1653"/>
                </a:lnTo>
                <a:lnTo>
                  <a:pt x="756" y="1652"/>
                </a:lnTo>
                <a:lnTo>
                  <a:pt x="755" y="1651"/>
                </a:lnTo>
                <a:lnTo>
                  <a:pt x="754" y="1651"/>
                </a:lnTo>
                <a:lnTo>
                  <a:pt x="753" y="1650"/>
                </a:lnTo>
                <a:lnTo>
                  <a:pt x="752" y="1650"/>
                </a:lnTo>
                <a:lnTo>
                  <a:pt x="752" y="1649"/>
                </a:lnTo>
                <a:lnTo>
                  <a:pt x="753" y="1649"/>
                </a:lnTo>
                <a:lnTo>
                  <a:pt x="753" y="1648"/>
                </a:lnTo>
                <a:lnTo>
                  <a:pt x="752" y="1647"/>
                </a:lnTo>
                <a:lnTo>
                  <a:pt x="750" y="1648"/>
                </a:lnTo>
                <a:lnTo>
                  <a:pt x="749" y="1647"/>
                </a:lnTo>
                <a:lnTo>
                  <a:pt x="748" y="1646"/>
                </a:lnTo>
                <a:lnTo>
                  <a:pt x="747" y="1646"/>
                </a:lnTo>
                <a:lnTo>
                  <a:pt x="746" y="1646"/>
                </a:lnTo>
                <a:lnTo>
                  <a:pt x="745" y="1646"/>
                </a:lnTo>
                <a:lnTo>
                  <a:pt x="745" y="1647"/>
                </a:lnTo>
                <a:lnTo>
                  <a:pt x="743" y="1648"/>
                </a:lnTo>
                <a:lnTo>
                  <a:pt x="742" y="1648"/>
                </a:lnTo>
                <a:lnTo>
                  <a:pt x="742" y="1647"/>
                </a:lnTo>
                <a:lnTo>
                  <a:pt x="741" y="1646"/>
                </a:lnTo>
                <a:lnTo>
                  <a:pt x="740" y="1646"/>
                </a:lnTo>
                <a:lnTo>
                  <a:pt x="739" y="1646"/>
                </a:lnTo>
                <a:lnTo>
                  <a:pt x="739" y="1647"/>
                </a:lnTo>
                <a:lnTo>
                  <a:pt x="738" y="1648"/>
                </a:lnTo>
                <a:lnTo>
                  <a:pt x="737" y="1648"/>
                </a:lnTo>
                <a:lnTo>
                  <a:pt x="736" y="1647"/>
                </a:lnTo>
                <a:lnTo>
                  <a:pt x="735" y="1646"/>
                </a:lnTo>
                <a:lnTo>
                  <a:pt x="732" y="1645"/>
                </a:lnTo>
                <a:lnTo>
                  <a:pt x="731" y="1645"/>
                </a:lnTo>
                <a:lnTo>
                  <a:pt x="730" y="1645"/>
                </a:lnTo>
                <a:lnTo>
                  <a:pt x="730" y="1644"/>
                </a:lnTo>
                <a:lnTo>
                  <a:pt x="729" y="1644"/>
                </a:lnTo>
                <a:lnTo>
                  <a:pt x="729" y="1643"/>
                </a:lnTo>
                <a:lnTo>
                  <a:pt x="730" y="1643"/>
                </a:lnTo>
                <a:lnTo>
                  <a:pt x="730" y="1641"/>
                </a:lnTo>
                <a:lnTo>
                  <a:pt x="729" y="1641"/>
                </a:lnTo>
                <a:lnTo>
                  <a:pt x="728" y="1641"/>
                </a:lnTo>
                <a:lnTo>
                  <a:pt x="727" y="1642"/>
                </a:lnTo>
                <a:lnTo>
                  <a:pt x="726" y="1644"/>
                </a:lnTo>
                <a:lnTo>
                  <a:pt x="725" y="1646"/>
                </a:lnTo>
                <a:lnTo>
                  <a:pt x="724" y="1646"/>
                </a:lnTo>
                <a:lnTo>
                  <a:pt x="724" y="1647"/>
                </a:lnTo>
                <a:lnTo>
                  <a:pt x="723" y="1648"/>
                </a:lnTo>
                <a:lnTo>
                  <a:pt x="722" y="1648"/>
                </a:lnTo>
                <a:lnTo>
                  <a:pt x="720" y="1648"/>
                </a:lnTo>
                <a:lnTo>
                  <a:pt x="717" y="1648"/>
                </a:lnTo>
                <a:lnTo>
                  <a:pt x="716" y="1649"/>
                </a:lnTo>
                <a:lnTo>
                  <a:pt x="715" y="1649"/>
                </a:lnTo>
                <a:lnTo>
                  <a:pt x="715" y="1650"/>
                </a:lnTo>
                <a:lnTo>
                  <a:pt x="714" y="1651"/>
                </a:lnTo>
                <a:lnTo>
                  <a:pt x="714" y="1652"/>
                </a:lnTo>
                <a:lnTo>
                  <a:pt x="713" y="1653"/>
                </a:lnTo>
                <a:lnTo>
                  <a:pt x="713" y="1654"/>
                </a:lnTo>
                <a:lnTo>
                  <a:pt x="713" y="1655"/>
                </a:lnTo>
                <a:lnTo>
                  <a:pt x="712" y="1657"/>
                </a:lnTo>
                <a:lnTo>
                  <a:pt x="712" y="1660"/>
                </a:lnTo>
                <a:lnTo>
                  <a:pt x="713" y="1661"/>
                </a:lnTo>
                <a:lnTo>
                  <a:pt x="715" y="1663"/>
                </a:lnTo>
                <a:lnTo>
                  <a:pt x="716" y="1663"/>
                </a:lnTo>
                <a:lnTo>
                  <a:pt x="716" y="1664"/>
                </a:lnTo>
                <a:lnTo>
                  <a:pt x="717" y="1664"/>
                </a:lnTo>
                <a:lnTo>
                  <a:pt x="718" y="1666"/>
                </a:lnTo>
                <a:lnTo>
                  <a:pt x="718" y="1668"/>
                </a:lnTo>
                <a:lnTo>
                  <a:pt x="720" y="1668"/>
                </a:lnTo>
                <a:lnTo>
                  <a:pt x="721" y="1669"/>
                </a:lnTo>
                <a:lnTo>
                  <a:pt x="721" y="1670"/>
                </a:lnTo>
                <a:lnTo>
                  <a:pt x="720" y="1670"/>
                </a:lnTo>
                <a:lnTo>
                  <a:pt x="719" y="1670"/>
                </a:lnTo>
                <a:lnTo>
                  <a:pt x="718" y="1670"/>
                </a:lnTo>
                <a:lnTo>
                  <a:pt x="717" y="1670"/>
                </a:lnTo>
                <a:lnTo>
                  <a:pt x="716" y="1670"/>
                </a:lnTo>
                <a:lnTo>
                  <a:pt x="715" y="1670"/>
                </a:lnTo>
                <a:lnTo>
                  <a:pt x="714" y="1669"/>
                </a:lnTo>
                <a:lnTo>
                  <a:pt x="713" y="1669"/>
                </a:lnTo>
                <a:lnTo>
                  <a:pt x="713" y="1670"/>
                </a:lnTo>
                <a:lnTo>
                  <a:pt x="712" y="1670"/>
                </a:lnTo>
                <a:lnTo>
                  <a:pt x="711" y="1670"/>
                </a:lnTo>
                <a:lnTo>
                  <a:pt x="710" y="1670"/>
                </a:lnTo>
                <a:lnTo>
                  <a:pt x="710" y="1672"/>
                </a:lnTo>
                <a:lnTo>
                  <a:pt x="709" y="1673"/>
                </a:lnTo>
                <a:lnTo>
                  <a:pt x="708" y="1673"/>
                </a:lnTo>
                <a:lnTo>
                  <a:pt x="707" y="1673"/>
                </a:lnTo>
                <a:lnTo>
                  <a:pt x="707" y="1675"/>
                </a:lnTo>
                <a:lnTo>
                  <a:pt x="708" y="1676"/>
                </a:lnTo>
                <a:lnTo>
                  <a:pt x="708" y="1677"/>
                </a:lnTo>
                <a:lnTo>
                  <a:pt x="707" y="1677"/>
                </a:lnTo>
                <a:lnTo>
                  <a:pt x="707" y="1678"/>
                </a:lnTo>
                <a:lnTo>
                  <a:pt x="706" y="1678"/>
                </a:lnTo>
                <a:lnTo>
                  <a:pt x="706" y="1679"/>
                </a:lnTo>
                <a:lnTo>
                  <a:pt x="706" y="1680"/>
                </a:lnTo>
                <a:lnTo>
                  <a:pt x="703" y="1681"/>
                </a:lnTo>
                <a:lnTo>
                  <a:pt x="699" y="1684"/>
                </a:lnTo>
                <a:lnTo>
                  <a:pt x="696" y="1686"/>
                </a:lnTo>
                <a:lnTo>
                  <a:pt x="695" y="1687"/>
                </a:lnTo>
                <a:lnTo>
                  <a:pt x="694" y="1687"/>
                </a:lnTo>
                <a:lnTo>
                  <a:pt x="694" y="1686"/>
                </a:lnTo>
                <a:lnTo>
                  <a:pt x="693" y="1686"/>
                </a:lnTo>
                <a:lnTo>
                  <a:pt x="692" y="1686"/>
                </a:lnTo>
                <a:lnTo>
                  <a:pt x="691" y="1685"/>
                </a:lnTo>
                <a:lnTo>
                  <a:pt x="689" y="1687"/>
                </a:lnTo>
                <a:lnTo>
                  <a:pt x="689" y="1688"/>
                </a:lnTo>
                <a:lnTo>
                  <a:pt x="687" y="1690"/>
                </a:lnTo>
                <a:lnTo>
                  <a:pt x="687" y="1691"/>
                </a:lnTo>
                <a:lnTo>
                  <a:pt x="688" y="1691"/>
                </a:lnTo>
                <a:lnTo>
                  <a:pt x="688" y="1692"/>
                </a:lnTo>
                <a:lnTo>
                  <a:pt x="688" y="1693"/>
                </a:lnTo>
                <a:lnTo>
                  <a:pt x="688" y="1694"/>
                </a:lnTo>
                <a:lnTo>
                  <a:pt x="687" y="1694"/>
                </a:lnTo>
                <a:lnTo>
                  <a:pt x="686" y="1694"/>
                </a:lnTo>
                <a:lnTo>
                  <a:pt x="686" y="1695"/>
                </a:lnTo>
                <a:lnTo>
                  <a:pt x="687" y="1695"/>
                </a:lnTo>
                <a:lnTo>
                  <a:pt x="687" y="1696"/>
                </a:lnTo>
                <a:lnTo>
                  <a:pt x="688" y="1696"/>
                </a:lnTo>
                <a:lnTo>
                  <a:pt x="688" y="1697"/>
                </a:lnTo>
                <a:lnTo>
                  <a:pt x="687" y="1697"/>
                </a:lnTo>
                <a:lnTo>
                  <a:pt x="686" y="1698"/>
                </a:lnTo>
                <a:lnTo>
                  <a:pt x="686" y="1699"/>
                </a:lnTo>
                <a:lnTo>
                  <a:pt x="686" y="1700"/>
                </a:lnTo>
                <a:lnTo>
                  <a:pt x="687" y="1701"/>
                </a:lnTo>
                <a:lnTo>
                  <a:pt x="688" y="1701"/>
                </a:lnTo>
                <a:lnTo>
                  <a:pt x="688" y="1702"/>
                </a:lnTo>
                <a:lnTo>
                  <a:pt x="688" y="1703"/>
                </a:lnTo>
                <a:lnTo>
                  <a:pt x="687" y="1703"/>
                </a:lnTo>
                <a:lnTo>
                  <a:pt x="687" y="1704"/>
                </a:lnTo>
                <a:lnTo>
                  <a:pt x="687" y="1705"/>
                </a:lnTo>
                <a:lnTo>
                  <a:pt x="687" y="1706"/>
                </a:lnTo>
                <a:lnTo>
                  <a:pt x="686" y="1706"/>
                </a:lnTo>
                <a:lnTo>
                  <a:pt x="685" y="1706"/>
                </a:lnTo>
                <a:lnTo>
                  <a:pt x="685" y="1707"/>
                </a:lnTo>
                <a:lnTo>
                  <a:pt x="684" y="1707"/>
                </a:lnTo>
                <a:lnTo>
                  <a:pt x="684" y="1708"/>
                </a:lnTo>
                <a:lnTo>
                  <a:pt x="683" y="1708"/>
                </a:lnTo>
                <a:lnTo>
                  <a:pt x="683" y="1709"/>
                </a:lnTo>
                <a:lnTo>
                  <a:pt x="683" y="1711"/>
                </a:lnTo>
                <a:lnTo>
                  <a:pt x="682" y="1712"/>
                </a:lnTo>
                <a:lnTo>
                  <a:pt x="681" y="1711"/>
                </a:lnTo>
                <a:lnTo>
                  <a:pt x="680" y="1711"/>
                </a:lnTo>
                <a:lnTo>
                  <a:pt x="679" y="1711"/>
                </a:lnTo>
                <a:lnTo>
                  <a:pt x="677" y="1711"/>
                </a:lnTo>
                <a:lnTo>
                  <a:pt x="676" y="1712"/>
                </a:lnTo>
                <a:lnTo>
                  <a:pt x="677" y="1715"/>
                </a:lnTo>
                <a:lnTo>
                  <a:pt x="677" y="1716"/>
                </a:lnTo>
                <a:lnTo>
                  <a:pt x="677" y="1717"/>
                </a:lnTo>
                <a:lnTo>
                  <a:pt x="677" y="1719"/>
                </a:lnTo>
                <a:lnTo>
                  <a:pt x="676" y="1720"/>
                </a:lnTo>
                <a:lnTo>
                  <a:pt x="676" y="1721"/>
                </a:lnTo>
                <a:lnTo>
                  <a:pt x="675" y="1723"/>
                </a:lnTo>
                <a:lnTo>
                  <a:pt x="674" y="1724"/>
                </a:lnTo>
                <a:lnTo>
                  <a:pt x="673" y="1726"/>
                </a:lnTo>
                <a:lnTo>
                  <a:pt x="673" y="1727"/>
                </a:lnTo>
                <a:lnTo>
                  <a:pt x="673" y="1728"/>
                </a:lnTo>
                <a:lnTo>
                  <a:pt x="673" y="1729"/>
                </a:lnTo>
                <a:lnTo>
                  <a:pt x="673" y="1731"/>
                </a:lnTo>
                <a:lnTo>
                  <a:pt x="674" y="1732"/>
                </a:lnTo>
                <a:lnTo>
                  <a:pt x="673" y="1732"/>
                </a:lnTo>
                <a:lnTo>
                  <a:pt x="672" y="1733"/>
                </a:lnTo>
                <a:lnTo>
                  <a:pt x="671" y="1733"/>
                </a:lnTo>
                <a:lnTo>
                  <a:pt x="669" y="1734"/>
                </a:lnTo>
                <a:lnTo>
                  <a:pt x="669" y="1735"/>
                </a:lnTo>
                <a:lnTo>
                  <a:pt x="670" y="1735"/>
                </a:lnTo>
                <a:lnTo>
                  <a:pt x="671" y="1736"/>
                </a:lnTo>
                <a:lnTo>
                  <a:pt x="672" y="1736"/>
                </a:lnTo>
                <a:lnTo>
                  <a:pt x="672" y="1737"/>
                </a:lnTo>
                <a:lnTo>
                  <a:pt x="672" y="1738"/>
                </a:lnTo>
                <a:lnTo>
                  <a:pt x="672" y="1739"/>
                </a:lnTo>
                <a:lnTo>
                  <a:pt x="671" y="1740"/>
                </a:lnTo>
                <a:lnTo>
                  <a:pt x="670" y="1740"/>
                </a:lnTo>
                <a:lnTo>
                  <a:pt x="669" y="1740"/>
                </a:lnTo>
                <a:lnTo>
                  <a:pt x="669" y="1741"/>
                </a:lnTo>
                <a:lnTo>
                  <a:pt x="669" y="1742"/>
                </a:lnTo>
                <a:lnTo>
                  <a:pt x="668" y="1743"/>
                </a:lnTo>
                <a:lnTo>
                  <a:pt x="668" y="1744"/>
                </a:lnTo>
                <a:lnTo>
                  <a:pt x="669" y="1744"/>
                </a:lnTo>
                <a:lnTo>
                  <a:pt x="669" y="1745"/>
                </a:lnTo>
                <a:lnTo>
                  <a:pt x="668" y="1745"/>
                </a:lnTo>
                <a:lnTo>
                  <a:pt x="667" y="1746"/>
                </a:lnTo>
                <a:lnTo>
                  <a:pt x="667" y="1747"/>
                </a:lnTo>
                <a:lnTo>
                  <a:pt x="667" y="1748"/>
                </a:lnTo>
                <a:lnTo>
                  <a:pt x="667" y="1749"/>
                </a:lnTo>
                <a:lnTo>
                  <a:pt x="668" y="1749"/>
                </a:lnTo>
                <a:lnTo>
                  <a:pt x="669" y="1749"/>
                </a:lnTo>
                <a:lnTo>
                  <a:pt x="669" y="1750"/>
                </a:lnTo>
                <a:lnTo>
                  <a:pt x="668" y="1750"/>
                </a:lnTo>
                <a:lnTo>
                  <a:pt x="667" y="1750"/>
                </a:lnTo>
                <a:lnTo>
                  <a:pt x="667" y="1751"/>
                </a:lnTo>
                <a:lnTo>
                  <a:pt x="667" y="1752"/>
                </a:lnTo>
                <a:lnTo>
                  <a:pt x="666" y="1752"/>
                </a:lnTo>
                <a:lnTo>
                  <a:pt x="665" y="1752"/>
                </a:lnTo>
                <a:lnTo>
                  <a:pt x="665" y="1753"/>
                </a:lnTo>
                <a:lnTo>
                  <a:pt x="665" y="1754"/>
                </a:lnTo>
                <a:lnTo>
                  <a:pt x="665" y="1755"/>
                </a:lnTo>
                <a:lnTo>
                  <a:pt x="663" y="1755"/>
                </a:lnTo>
                <a:lnTo>
                  <a:pt x="663" y="1756"/>
                </a:lnTo>
                <a:lnTo>
                  <a:pt x="662" y="1757"/>
                </a:lnTo>
                <a:lnTo>
                  <a:pt x="661" y="1757"/>
                </a:lnTo>
                <a:lnTo>
                  <a:pt x="660" y="1757"/>
                </a:lnTo>
                <a:lnTo>
                  <a:pt x="657" y="1757"/>
                </a:lnTo>
                <a:lnTo>
                  <a:pt x="656" y="1757"/>
                </a:lnTo>
                <a:lnTo>
                  <a:pt x="655" y="1758"/>
                </a:lnTo>
                <a:lnTo>
                  <a:pt x="654" y="1758"/>
                </a:lnTo>
                <a:lnTo>
                  <a:pt x="654" y="1757"/>
                </a:lnTo>
                <a:lnTo>
                  <a:pt x="653" y="1757"/>
                </a:lnTo>
                <a:lnTo>
                  <a:pt x="653" y="1756"/>
                </a:lnTo>
                <a:lnTo>
                  <a:pt x="652" y="1756"/>
                </a:lnTo>
                <a:lnTo>
                  <a:pt x="651" y="1757"/>
                </a:lnTo>
                <a:lnTo>
                  <a:pt x="651" y="1758"/>
                </a:lnTo>
                <a:lnTo>
                  <a:pt x="650" y="1759"/>
                </a:lnTo>
                <a:lnTo>
                  <a:pt x="649" y="1760"/>
                </a:lnTo>
                <a:lnTo>
                  <a:pt x="647" y="1760"/>
                </a:lnTo>
                <a:lnTo>
                  <a:pt x="646" y="1760"/>
                </a:lnTo>
                <a:lnTo>
                  <a:pt x="645" y="1760"/>
                </a:lnTo>
                <a:lnTo>
                  <a:pt x="644" y="1760"/>
                </a:lnTo>
                <a:lnTo>
                  <a:pt x="643" y="1760"/>
                </a:lnTo>
                <a:lnTo>
                  <a:pt x="643" y="1759"/>
                </a:lnTo>
                <a:lnTo>
                  <a:pt x="642" y="1759"/>
                </a:lnTo>
                <a:lnTo>
                  <a:pt x="642" y="1758"/>
                </a:lnTo>
                <a:lnTo>
                  <a:pt x="641" y="1758"/>
                </a:lnTo>
                <a:lnTo>
                  <a:pt x="640" y="1759"/>
                </a:lnTo>
                <a:lnTo>
                  <a:pt x="639" y="1759"/>
                </a:lnTo>
                <a:lnTo>
                  <a:pt x="638" y="1759"/>
                </a:lnTo>
                <a:lnTo>
                  <a:pt x="637" y="1759"/>
                </a:lnTo>
                <a:lnTo>
                  <a:pt x="636" y="1758"/>
                </a:lnTo>
                <a:lnTo>
                  <a:pt x="636" y="1757"/>
                </a:lnTo>
                <a:lnTo>
                  <a:pt x="635" y="1757"/>
                </a:lnTo>
                <a:lnTo>
                  <a:pt x="635" y="1758"/>
                </a:lnTo>
                <a:lnTo>
                  <a:pt x="634" y="1759"/>
                </a:lnTo>
                <a:lnTo>
                  <a:pt x="633" y="1759"/>
                </a:lnTo>
                <a:lnTo>
                  <a:pt x="630" y="1761"/>
                </a:lnTo>
                <a:lnTo>
                  <a:pt x="629" y="1761"/>
                </a:lnTo>
                <a:lnTo>
                  <a:pt x="628" y="1760"/>
                </a:lnTo>
                <a:lnTo>
                  <a:pt x="627" y="1760"/>
                </a:lnTo>
                <a:lnTo>
                  <a:pt x="626" y="1761"/>
                </a:lnTo>
                <a:lnTo>
                  <a:pt x="625" y="1761"/>
                </a:lnTo>
                <a:lnTo>
                  <a:pt x="624" y="1761"/>
                </a:lnTo>
                <a:lnTo>
                  <a:pt x="622" y="1760"/>
                </a:lnTo>
                <a:lnTo>
                  <a:pt x="621" y="1761"/>
                </a:lnTo>
                <a:lnTo>
                  <a:pt x="620" y="1762"/>
                </a:lnTo>
                <a:lnTo>
                  <a:pt x="618" y="1762"/>
                </a:lnTo>
                <a:lnTo>
                  <a:pt x="617" y="1762"/>
                </a:lnTo>
                <a:lnTo>
                  <a:pt x="616" y="1763"/>
                </a:lnTo>
                <a:lnTo>
                  <a:pt x="615" y="1762"/>
                </a:lnTo>
                <a:lnTo>
                  <a:pt x="615" y="1761"/>
                </a:lnTo>
                <a:lnTo>
                  <a:pt x="614" y="1761"/>
                </a:lnTo>
                <a:lnTo>
                  <a:pt x="613" y="1761"/>
                </a:lnTo>
                <a:lnTo>
                  <a:pt x="612" y="1761"/>
                </a:lnTo>
                <a:lnTo>
                  <a:pt x="611" y="1761"/>
                </a:lnTo>
                <a:lnTo>
                  <a:pt x="608" y="1761"/>
                </a:lnTo>
                <a:lnTo>
                  <a:pt x="607" y="1761"/>
                </a:lnTo>
                <a:lnTo>
                  <a:pt x="607" y="1762"/>
                </a:lnTo>
                <a:lnTo>
                  <a:pt x="606" y="1762"/>
                </a:lnTo>
                <a:lnTo>
                  <a:pt x="606" y="1763"/>
                </a:lnTo>
                <a:lnTo>
                  <a:pt x="604" y="1764"/>
                </a:lnTo>
                <a:lnTo>
                  <a:pt x="603" y="1764"/>
                </a:lnTo>
                <a:lnTo>
                  <a:pt x="602" y="1763"/>
                </a:lnTo>
                <a:lnTo>
                  <a:pt x="602" y="1764"/>
                </a:lnTo>
                <a:lnTo>
                  <a:pt x="601" y="1764"/>
                </a:lnTo>
                <a:lnTo>
                  <a:pt x="599" y="1764"/>
                </a:lnTo>
                <a:lnTo>
                  <a:pt x="598" y="1764"/>
                </a:lnTo>
                <a:lnTo>
                  <a:pt x="598" y="1763"/>
                </a:lnTo>
                <a:lnTo>
                  <a:pt x="597" y="1763"/>
                </a:lnTo>
                <a:lnTo>
                  <a:pt x="596" y="1763"/>
                </a:lnTo>
                <a:lnTo>
                  <a:pt x="596" y="1762"/>
                </a:lnTo>
                <a:lnTo>
                  <a:pt x="595" y="1762"/>
                </a:lnTo>
                <a:lnTo>
                  <a:pt x="595" y="1761"/>
                </a:lnTo>
                <a:lnTo>
                  <a:pt x="595" y="1760"/>
                </a:lnTo>
                <a:lnTo>
                  <a:pt x="594" y="1761"/>
                </a:lnTo>
                <a:lnTo>
                  <a:pt x="593" y="1762"/>
                </a:lnTo>
                <a:lnTo>
                  <a:pt x="591" y="1763"/>
                </a:lnTo>
                <a:lnTo>
                  <a:pt x="589" y="1763"/>
                </a:lnTo>
                <a:lnTo>
                  <a:pt x="587" y="1764"/>
                </a:lnTo>
                <a:lnTo>
                  <a:pt x="585" y="1765"/>
                </a:lnTo>
                <a:lnTo>
                  <a:pt x="585" y="1767"/>
                </a:lnTo>
                <a:lnTo>
                  <a:pt x="584" y="1768"/>
                </a:lnTo>
                <a:lnTo>
                  <a:pt x="584" y="1771"/>
                </a:lnTo>
                <a:lnTo>
                  <a:pt x="584" y="1772"/>
                </a:lnTo>
                <a:lnTo>
                  <a:pt x="583" y="1772"/>
                </a:lnTo>
                <a:lnTo>
                  <a:pt x="583" y="1774"/>
                </a:lnTo>
                <a:lnTo>
                  <a:pt x="582" y="1774"/>
                </a:lnTo>
                <a:lnTo>
                  <a:pt x="581" y="1774"/>
                </a:lnTo>
                <a:lnTo>
                  <a:pt x="581" y="1773"/>
                </a:lnTo>
                <a:lnTo>
                  <a:pt x="580" y="1773"/>
                </a:lnTo>
                <a:lnTo>
                  <a:pt x="579" y="1773"/>
                </a:lnTo>
                <a:lnTo>
                  <a:pt x="579" y="1772"/>
                </a:lnTo>
                <a:lnTo>
                  <a:pt x="578" y="1772"/>
                </a:lnTo>
                <a:lnTo>
                  <a:pt x="577" y="1772"/>
                </a:lnTo>
                <a:lnTo>
                  <a:pt x="577" y="1771"/>
                </a:lnTo>
                <a:lnTo>
                  <a:pt x="576" y="1771"/>
                </a:lnTo>
                <a:lnTo>
                  <a:pt x="575" y="1771"/>
                </a:lnTo>
                <a:lnTo>
                  <a:pt x="575" y="1770"/>
                </a:lnTo>
                <a:lnTo>
                  <a:pt x="574" y="1770"/>
                </a:lnTo>
                <a:lnTo>
                  <a:pt x="575" y="1769"/>
                </a:lnTo>
                <a:lnTo>
                  <a:pt x="574" y="1769"/>
                </a:lnTo>
                <a:lnTo>
                  <a:pt x="575" y="1768"/>
                </a:lnTo>
                <a:lnTo>
                  <a:pt x="574" y="1768"/>
                </a:lnTo>
                <a:lnTo>
                  <a:pt x="573" y="1767"/>
                </a:lnTo>
                <a:lnTo>
                  <a:pt x="573" y="1768"/>
                </a:lnTo>
                <a:lnTo>
                  <a:pt x="572" y="1768"/>
                </a:lnTo>
                <a:lnTo>
                  <a:pt x="571" y="1768"/>
                </a:lnTo>
                <a:lnTo>
                  <a:pt x="571" y="1769"/>
                </a:lnTo>
                <a:lnTo>
                  <a:pt x="571" y="1770"/>
                </a:lnTo>
                <a:lnTo>
                  <a:pt x="570" y="1770"/>
                </a:lnTo>
                <a:lnTo>
                  <a:pt x="569" y="1770"/>
                </a:lnTo>
                <a:lnTo>
                  <a:pt x="568" y="1770"/>
                </a:lnTo>
                <a:lnTo>
                  <a:pt x="568" y="1771"/>
                </a:lnTo>
                <a:lnTo>
                  <a:pt x="569" y="1771"/>
                </a:lnTo>
                <a:lnTo>
                  <a:pt x="568" y="1771"/>
                </a:lnTo>
                <a:lnTo>
                  <a:pt x="568" y="1772"/>
                </a:lnTo>
                <a:lnTo>
                  <a:pt x="567" y="1771"/>
                </a:lnTo>
                <a:lnTo>
                  <a:pt x="566" y="1771"/>
                </a:lnTo>
                <a:lnTo>
                  <a:pt x="566" y="1770"/>
                </a:lnTo>
                <a:lnTo>
                  <a:pt x="565" y="1770"/>
                </a:lnTo>
                <a:lnTo>
                  <a:pt x="565" y="1769"/>
                </a:lnTo>
                <a:lnTo>
                  <a:pt x="564" y="1769"/>
                </a:lnTo>
                <a:lnTo>
                  <a:pt x="565" y="1769"/>
                </a:lnTo>
                <a:lnTo>
                  <a:pt x="565" y="1768"/>
                </a:lnTo>
                <a:lnTo>
                  <a:pt x="565" y="1767"/>
                </a:lnTo>
                <a:lnTo>
                  <a:pt x="565" y="1766"/>
                </a:lnTo>
                <a:lnTo>
                  <a:pt x="564" y="1766"/>
                </a:lnTo>
                <a:lnTo>
                  <a:pt x="564" y="1765"/>
                </a:lnTo>
                <a:lnTo>
                  <a:pt x="563" y="1765"/>
                </a:lnTo>
                <a:lnTo>
                  <a:pt x="563" y="1764"/>
                </a:lnTo>
                <a:lnTo>
                  <a:pt x="562" y="1764"/>
                </a:lnTo>
                <a:lnTo>
                  <a:pt x="561" y="1764"/>
                </a:lnTo>
                <a:lnTo>
                  <a:pt x="560" y="1764"/>
                </a:lnTo>
                <a:lnTo>
                  <a:pt x="559" y="1764"/>
                </a:lnTo>
                <a:lnTo>
                  <a:pt x="559" y="1763"/>
                </a:lnTo>
                <a:lnTo>
                  <a:pt x="558" y="1763"/>
                </a:lnTo>
                <a:lnTo>
                  <a:pt x="558" y="1762"/>
                </a:lnTo>
                <a:lnTo>
                  <a:pt x="557" y="1762"/>
                </a:lnTo>
                <a:lnTo>
                  <a:pt x="556" y="1761"/>
                </a:lnTo>
                <a:lnTo>
                  <a:pt x="555" y="1761"/>
                </a:lnTo>
                <a:lnTo>
                  <a:pt x="555" y="1762"/>
                </a:lnTo>
                <a:lnTo>
                  <a:pt x="554" y="1762"/>
                </a:lnTo>
                <a:lnTo>
                  <a:pt x="554" y="1761"/>
                </a:lnTo>
                <a:lnTo>
                  <a:pt x="553" y="1761"/>
                </a:lnTo>
                <a:lnTo>
                  <a:pt x="553" y="1760"/>
                </a:lnTo>
                <a:lnTo>
                  <a:pt x="552" y="1760"/>
                </a:lnTo>
                <a:lnTo>
                  <a:pt x="551" y="1760"/>
                </a:lnTo>
                <a:lnTo>
                  <a:pt x="551" y="1759"/>
                </a:lnTo>
                <a:lnTo>
                  <a:pt x="552" y="1759"/>
                </a:lnTo>
                <a:lnTo>
                  <a:pt x="553" y="1759"/>
                </a:lnTo>
                <a:lnTo>
                  <a:pt x="553" y="1758"/>
                </a:lnTo>
                <a:lnTo>
                  <a:pt x="553" y="1757"/>
                </a:lnTo>
                <a:lnTo>
                  <a:pt x="553" y="1756"/>
                </a:lnTo>
                <a:lnTo>
                  <a:pt x="552" y="1756"/>
                </a:lnTo>
                <a:lnTo>
                  <a:pt x="552" y="1755"/>
                </a:lnTo>
                <a:lnTo>
                  <a:pt x="551" y="1755"/>
                </a:lnTo>
                <a:lnTo>
                  <a:pt x="550" y="1755"/>
                </a:lnTo>
                <a:lnTo>
                  <a:pt x="549" y="1755"/>
                </a:lnTo>
                <a:lnTo>
                  <a:pt x="549" y="1754"/>
                </a:lnTo>
                <a:lnTo>
                  <a:pt x="548" y="1754"/>
                </a:lnTo>
                <a:lnTo>
                  <a:pt x="548" y="1753"/>
                </a:lnTo>
                <a:lnTo>
                  <a:pt x="548" y="1752"/>
                </a:lnTo>
                <a:lnTo>
                  <a:pt x="548" y="1751"/>
                </a:lnTo>
                <a:lnTo>
                  <a:pt x="547" y="1751"/>
                </a:lnTo>
                <a:lnTo>
                  <a:pt x="546" y="1751"/>
                </a:lnTo>
                <a:lnTo>
                  <a:pt x="545" y="1751"/>
                </a:lnTo>
                <a:lnTo>
                  <a:pt x="544" y="1751"/>
                </a:lnTo>
                <a:lnTo>
                  <a:pt x="544" y="1750"/>
                </a:lnTo>
                <a:lnTo>
                  <a:pt x="543" y="1750"/>
                </a:lnTo>
                <a:lnTo>
                  <a:pt x="542" y="1750"/>
                </a:lnTo>
                <a:lnTo>
                  <a:pt x="541" y="1749"/>
                </a:lnTo>
                <a:lnTo>
                  <a:pt x="541" y="1750"/>
                </a:lnTo>
                <a:lnTo>
                  <a:pt x="541" y="1749"/>
                </a:lnTo>
                <a:lnTo>
                  <a:pt x="540" y="1749"/>
                </a:lnTo>
                <a:lnTo>
                  <a:pt x="539" y="1750"/>
                </a:lnTo>
                <a:lnTo>
                  <a:pt x="538" y="1750"/>
                </a:lnTo>
                <a:lnTo>
                  <a:pt x="537" y="1750"/>
                </a:lnTo>
                <a:lnTo>
                  <a:pt x="537" y="1751"/>
                </a:lnTo>
                <a:lnTo>
                  <a:pt x="536" y="1751"/>
                </a:lnTo>
                <a:lnTo>
                  <a:pt x="535" y="1751"/>
                </a:lnTo>
                <a:lnTo>
                  <a:pt x="536" y="1752"/>
                </a:lnTo>
                <a:lnTo>
                  <a:pt x="535" y="1752"/>
                </a:lnTo>
                <a:lnTo>
                  <a:pt x="535" y="1753"/>
                </a:lnTo>
                <a:lnTo>
                  <a:pt x="535" y="1754"/>
                </a:lnTo>
                <a:lnTo>
                  <a:pt x="534" y="1754"/>
                </a:lnTo>
                <a:lnTo>
                  <a:pt x="534" y="1753"/>
                </a:lnTo>
                <a:lnTo>
                  <a:pt x="533" y="1753"/>
                </a:lnTo>
                <a:lnTo>
                  <a:pt x="532" y="1753"/>
                </a:lnTo>
                <a:lnTo>
                  <a:pt x="532" y="1752"/>
                </a:lnTo>
                <a:lnTo>
                  <a:pt x="531" y="1752"/>
                </a:lnTo>
                <a:lnTo>
                  <a:pt x="532" y="1752"/>
                </a:lnTo>
                <a:lnTo>
                  <a:pt x="532" y="1751"/>
                </a:lnTo>
                <a:lnTo>
                  <a:pt x="532" y="1750"/>
                </a:lnTo>
                <a:lnTo>
                  <a:pt x="532" y="1749"/>
                </a:lnTo>
                <a:lnTo>
                  <a:pt x="532" y="1748"/>
                </a:lnTo>
                <a:lnTo>
                  <a:pt x="532" y="1747"/>
                </a:lnTo>
                <a:lnTo>
                  <a:pt x="531" y="1747"/>
                </a:lnTo>
                <a:lnTo>
                  <a:pt x="531" y="1746"/>
                </a:lnTo>
                <a:lnTo>
                  <a:pt x="530" y="1746"/>
                </a:lnTo>
                <a:lnTo>
                  <a:pt x="530" y="1745"/>
                </a:lnTo>
                <a:lnTo>
                  <a:pt x="529" y="1745"/>
                </a:lnTo>
                <a:lnTo>
                  <a:pt x="528" y="1745"/>
                </a:lnTo>
                <a:lnTo>
                  <a:pt x="528" y="1746"/>
                </a:lnTo>
                <a:lnTo>
                  <a:pt x="527" y="1746"/>
                </a:lnTo>
                <a:lnTo>
                  <a:pt x="527" y="1745"/>
                </a:lnTo>
                <a:lnTo>
                  <a:pt x="526" y="1745"/>
                </a:lnTo>
                <a:lnTo>
                  <a:pt x="526" y="1744"/>
                </a:lnTo>
                <a:lnTo>
                  <a:pt x="525" y="1744"/>
                </a:lnTo>
                <a:lnTo>
                  <a:pt x="525" y="1745"/>
                </a:lnTo>
                <a:lnTo>
                  <a:pt x="524" y="1745"/>
                </a:lnTo>
                <a:lnTo>
                  <a:pt x="523" y="1745"/>
                </a:lnTo>
                <a:lnTo>
                  <a:pt x="523" y="1746"/>
                </a:lnTo>
                <a:lnTo>
                  <a:pt x="522" y="1746"/>
                </a:lnTo>
                <a:lnTo>
                  <a:pt x="521" y="1746"/>
                </a:lnTo>
                <a:lnTo>
                  <a:pt x="521" y="1747"/>
                </a:lnTo>
                <a:lnTo>
                  <a:pt x="521" y="1748"/>
                </a:lnTo>
                <a:lnTo>
                  <a:pt x="520" y="1748"/>
                </a:lnTo>
                <a:lnTo>
                  <a:pt x="520" y="1749"/>
                </a:lnTo>
                <a:lnTo>
                  <a:pt x="519" y="1749"/>
                </a:lnTo>
                <a:lnTo>
                  <a:pt x="519" y="1748"/>
                </a:lnTo>
                <a:lnTo>
                  <a:pt x="518" y="1748"/>
                </a:lnTo>
                <a:lnTo>
                  <a:pt x="518" y="1747"/>
                </a:lnTo>
                <a:lnTo>
                  <a:pt x="518" y="1746"/>
                </a:lnTo>
                <a:lnTo>
                  <a:pt x="519" y="1746"/>
                </a:lnTo>
                <a:lnTo>
                  <a:pt x="519" y="1745"/>
                </a:lnTo>
                <a:lnTo>
                  <a:pt x="518" y="1745"/>
                </a:lnTo>
                <a:lnTo>
                  <a:pt x="518" y="1743"/>
                </a:lnTo>
                <a:lnTo>
                  <a:pt x="517" y="1743"/>
                </a:lnTo>
                <a:lnTo>
                  <a:pt x="516" y="1743"/>
                </a:lnTo>
                <a:lnTo>
                  <a:pt x="516" y="1742"/>
                </a:lnTo>
                <a:lnTo>
                  <a:pt x="515" y="1742"/>
                </a:lnTo>
                <a:lnTo>
                  <a:pt x="514" y="1742"/>
                </a:lnTo>
                <a:lnTo>
                  <a:pt x="513" y="1742"/>
                </a:lnTo>
                <a:lnTo>
                  <a:pt x="512" y="1742"/>
                </a:lnTo>
                <a:lnTo>
                  <a:pt x="512" y="1741"/>
                </a:lnTo>
                <a:lnTo>
                  <a:pt x="511" y="1741"/>
                </a:lnTo>
                <a:lnTo>
                  <a:pt x="511" y="1742"/>
                </a:lnTo>
                <a:lnTo>
                  <a:pt x="510" y="1742"/>
                </a:lnTo>
                <a:lnTo>
                  <a:pt x="509" y="1742"/>
                </a:lnTo>
                <a:lnTo>
                  <a:pt x="508" y="1742"/>
                </a:lnTo>
                <a:lnTo>
                  <a:pt x="508" y="1741"/>
                </a:lnTo>
                <a:lnTo>
                  <a:pt x="507" y="1741"/>
                </a:lnTo>
                <a:lnTo>
                  <a:pt x="506" y="1741"/>
                </a:lnTo>
                <a:lnTo>
                  <a:pt x="505" y="1741"/>
                </a:lnTo>
                <a:lnTo>
                  <a:pt x="505" y="1740"/>
                </a:lnTo>
                <a:lnTo>
                  <a:pt x="504" y="1740"/>
                </a:lnTo>
                <a:lnTo>
                  <a:pt x="503" y="1740"/>
                </a:lnTo>
                <a:lnTo>
                  <a:pt x="503" y="1739"/>
                </a:lnTo>
                <a:lnTo>
                  <a:pt x="502" y="1739"/>
                </a:lnTo>
                <a:lnTo>
                  <a:pt x="502" y="1738"/>
                </a:lnTo>
                <a:lnTo>
                  <a:pt x="501" y="1738"/>
                </a:lnTo>
                <a:lnTo>
                  <a:pt x="502" y="1737"/>
                </a:lnTo>
                <a:lnTo>
                  <a:pt x="501" y="1737"/>
                </a:lnTo>
                <a:lnTo>
                  <a:pt x="502" y="1737"/>
                </a:lnTo>
                <a:lnTo>
                  <a:pt x="501" y="1737"/>
                </a:lnTo>
                <a:lnTo>
                  <a:pt x="501" y="1736"/>
                </a:lnTo>
                <a:lnTo>
                  <a:pt x="501" y="1735"/>
                </a:lnTo>
                <a:lnTo>
                  <a:pt x="501" y="1734"/>
                </a:lnTo>
                <a:lnTo>
                  <a:pt x="502" y="1734"/>
                </a:lnTo>
                <a:lnTo>
                  <a:pt x="502" y="1733"/>
                </a:lnTo>
                <a:lnTo>
                  <a:pt x="502" y="1732"/>
                </a:lnTo>
                <a:lnTo>
                  <a:pt x="502" y="1731"/>
                </a:lnTo>
                <a:lnTo>
                  <a:pt x="502" y="1730"/>
                </a:lnTo>
                <a:lnTo>
                  <a:pt x="501" y="1730"/>
                </a:lnTo>
                <a:lnTo>
                  <a:pt x="500" y="1730"/>
                </a:lnTo>
                <a:lnTo>
                  <a:pt x="500" y="1729"/>
                </a:lnTo>
                <a:lnTo>
                  <a:pt x="499" y="1729"/>
                </a:lnTo>
                <a:lnTo>
                  <a:pt x="498" y="1729"/>
                </a:lnTo>
                <a:lnTo>
                  <a:pt x="497" y="1729"/>
                </a:lnTo>
                <a:lnTo>
                  <a:pt x="497" y="1728"/>
                </a:lnTo>
                <a:lnTo>
                  <a:pt x="496" y="1728"/>
                </a:lnTo>
                <a:lnTo>
                  <a:pt x="495" y="1728"/>
                </a:lnTo>
                <a:lnTo>
                  <a:pt x="495" y="1727"/>
                </a:lnTo>
                <a:lnTo>
                  <a:pt x="495" y="1726"/>
                </a:lnTo>
                <a:lnTo>
                  <a:pt x="494" y="1726"/>
                </a:lnTo>
                <a:lnTo>
                  <a:pt x="495" y="1726"/>
                </a:lnTo>
                <a:lnTo>
                  <a:pt x="495" y="1725"/>
                </a:lnTo>
                <a:lnTo>
                  <a:pt x="495" y="1724"/>
                </a:lnTo>
                <a:lnTo>
                  <a:pt x="495" y="1723"/>
                </a:lnTo>
                <a:lnTo>
                  <a:pt x="496" y="1722"/>
                </a:lnTo>
                <a:lnTo>
                  <a:pt x="497" y="1722"/>
                </a:lnTo>
                <a:lnTo>
                  <a:pt x="497" y="1721"/>
                </a:lnTo>
                <a:lnTo>
                  <a:pt x="497" y="1720"/>
                </a:lnTo>
                <a:lnTo>
                  <a:pt x="497" y="1719"/>
                </a:lnTo>
                <a:lnTo>
                  <a:pt x="498" y="1719"/>
                </a:lnTo>
                <a:lnTo>
                  <a:pt x="498" y="1718"/>
                </a:lnTo>
                <a:lnTo>
                  <a:pt x="497" y="1718"/>
                </a:lnTo>
                <a:lnTo>
                  <a:pt x="497" y="1717"/>
                </a:lnTo>
                <a:lnTo>
                  <a:pt x="497" y="1716"/>
                </a:lnTo>
                <a:lnTo>
                  <a:pt x="497" y="1715"/>
                </a:lnTo>
                <a:lnTo>
                  <a:pt x="498" y="1715"/>
                </a:lnTo>
                <a:lnTo>
                  <a:pt x="498" y="1714"/>
                </a:lnTo>
                <a:lnTo>
                  <a:pt x="498" y="1713"/>
                </a:lnTo>
                <a:lnTo>
                  <a:pt x="497" y="1713"/>
                </a:lnTo>
                <a:lnTo>
                  <a:pt x="497" y="1712"/>
                </a:lnTo>
                <a:lnTo>
                  <a:pt x="498" y="1712"/>
                </a:lnTo>
                <a:lnTo>
                  <a:pt x="498" y="1711"/>
                </a:lnTo>
                <a:lnTo>
                  <a:pt x="498" y="1710"/>
                </a:lnTo>
                <a:lnTo>
                  <a:pt x="498" y="1709"/>
                </a:lnTo>
                <a:lnTo>
                  <a:pt x="497" y="1709"/>
                </a:lnTo>
                <a:lnTo>
                  <a:pt x="497" y="1708"/>
                </a:lnTo>
                <a:lnTo>
                  <a:pt x="496" y="1708"/>
                </a:lnTo>
                <a:lnTo>
                  <a:pt x="495" y="1708"/>
                </a:lnTo>
                <a:lnTo>
                  <a:pt x="494" y="1708"/>
                </a:lnTo>
                <a:lnTo>
                  <a:pt x="494" y="1707"/>
                </a:lnTo>
                <a:lnTo>
                  <a:pt x="495" y="1707"/>
                </a:lnTo>
                <a:lnTo>
                  <a:pt x="495" y="1706"/>
                </a:lnTo>
                <a:lnTo>
                  <a:pt x="494" y="1706"/>
                </a:lnTo>
                <a:lnTo>
                  <a:pt x="494" y="1705"/>
                </a:lnTo>
                <a:lnTo>
                  <a:pt x="493" y="1705"/>
                </a:lnTo>
                <a:lnTo>
                  <a:pt x="493" y="1704"/>
                </a:lnTo>
                <a:lnTo>
                  <a:pt x="492" y="1703"/>
                </a:lnTo>
                <a:lnTo>
                  <a:pt x="492" y="1702"/>
                </a:lnTo>
                <a:lnTo>
                  <a:pt x="491" y="1702"/>
                </a:lnTo>
                <a:lnTo>
                  <a:pt x="492" y="1701"/>
                </a:lnTo>
                <a:lnTo>
                  <a:pt x="492" y="1702"/>
                </a:lnTo>
                <a:lnTo>
                  <a:pt x="493" y="1702"/>
                </a:lnTo>
                <a:lnTo>
                  <a:pt x="493" y="1701"/>
                </a:lnTo>
                <a:lnTo>
                  <a:pt x="494" y="1701"/>
                </a:lnTo>
                <a:lnTo>
                  <a:pt x="494" y="1700"/>
                </a:lnTo>
                <a:lnTo>
                  <a:pt x="495" y="1700"/>
                </a:lnTo>
                <a:lnTo>
                  <a:pt x="495" y="1698"/>
                </a:lnTo>
                <a:lnTo>
                  <a:pt x="494" y="1698"/>
                </a:lnTo>
                <a:lnTo>
                  <a:pt x="494" y="1697"/>
                </a:lnTo>
                <a:lnTo>
                  <a:pt x="493" y="1697"/>
                </a:lnTo>
                <a:lnTo>
                  <a:pt x="492" y="1697"/>
                </a:lnTo>
                <a:lnTo>
                  <a:pt x="492" y="1696"/>
                </a:lnTo>
                <a:lnTo>
                  <a:pt x="491" y="1696"/>
                </a:lnTo>
                <a:lnTo>
                  <a:pt x="490" y="1696"/>
                </a:lnTo>
                <a:lnTo>
                  <a:pt x="489" y="1696"/>
                </a:lnTo>
                <a:lnTo>
                  <a:pt x="489" y="1695"/>
                </a:lnTo>
                <a:lnTo>
                  <a:pt x="489" y="1694"/>
                </a:lnTo>
                <a:lnTo>
                  <a:pt x="488" y="1694"/>
                </a:lnTo>
                <a:lnTo>
                  <a:pt x="488" y="1693"/>
                </a:lnTo>
                <a:lnTo>
                  <a:pt x="487" y="1693"/>
                </a:lnTo>
                <a:lnTo>
                  <a:pt x="487" y="1692"/>
                </a:lnTo>
                <a:lnTo>
                  <a:pt x="486" y="1691"/>
                </a:lnTo>
                <a:lnTo>
                  <a:pt x="485" y="1691"/>
                </a:lnTo>
                <a:lnTo>
                  <a:pt x="485" y="1690"/>
                </a:lnTo>
                <a:lnTo>
                  <a:pt x="486" y="1690"/>
                </a:lnTo>
                <a:lnTo>
                  <a:pt x="486" y="1689"/>
                </a:lnTo>
                <a:lnTo>
                  <a:pt x="487" y="1689"/>
                </a:lnTo>
                <a:lnTo>
                  <a:pt x="488" y="1688"/>
                </a:lnTo>
                <a:lnTo>
                  <a:pt x="487" y="1688"/>
                </a:lnTo>
                <a:lnTo>
                  <a:pt x="487" y="1687"/>
                </a:lnTo>
                <a:lnTo>
                  <a:pt x="488" y="1687"/>
                </a:lnTo>
                <a:lnTo>
                  <a:pt x="488" y="1686"/>
                </a:lnTo>
                <a:lnTo>
                  <a:pt x="488" y="1685"/>
                </a:lnTo>
                <a:lnTo>
                  <a:pt x="487" y="1684"/>
                </a:lnTo>
                <a:lnTo>
                  <a:pt x="487" y="1683"/>
                </a:lnTo>
                <a:lnTo>
                  <a:pt x="486" y="1683"/>
                </a:lnTo>
                <a:lnTo>
                  <a:pt x="486" y="1682"/>
                </a:lnTo>
                <a:lnTo>
                  <a:pt x="485" y="1682"/>
                </a:lnTo>
                <a:lnTo>
                  <a:pt x="484" y="1682"/>
                </a:lnTo>
                <a:lnTo>
                  <a:pt x="484" y="1683"/>
                </a:lnTo>
                <a:lnTo>
                  <a:pt x="483" y="1683"/>
                </a:lnTo>
                <a:lnTo>
                  <a:pt x="483" y="1682"/>
                </a:lnTo>
                <a:lnTo>
                  <a:pt x="482" y="1682"/>
                </a:lnTo>
                <a:lnTo>
                  <a:pt x="482" y="1683"/>
                </a:lnTo>
                <a:lnTo>
                  <a:pt x="481" y="1683"/>
                </a:lnTo>
                <a:lnTo>
                  <a:pt x="480" y="1683"/>
                </a:lnTo>
                <a:lnTo>
                  <a:pt x="479" y="1682"/>
                </a:lnTo>
                <a:lnTo>
                  <a:pt x="479" y="1681"/>
                </a:lnTo>
                <a:lnTo>
                  <a:pt x="478" y="1681"/>
                </a:lnTo>
                <a:lnTo>
                  <a:pt x="479" y="1681"/>
                </a:lnTo>
                <a:lnTo>
                  <a:pt x="479" y="1680"/>
                </a:lnTo>
                <a:lnTo>
                  <a:pt x="479" y="1679"/>
                </a:lnTo>
                <a:lnTo>
                  <a:pt x="479" y="1678"/>
                </a:lnTo>
                <a:lnTo>
                  <a:pt x="478" y="1677"/>
                </a:lnTo>
                <a:lnTo>
                  <a:pt x="479" y="1677"/>
                </a:lnTo>
                <a:lnTo>
                  <a:pt x="479" y="1676"/>
                </a:lnTo>
                <a:lnTo>
                  <a:pt x="479" y="1675"/>
                </a:lnTo>
                <a:lnTo>
                  <a:pt x="479" y="1674"/>
                </a:lnTo>
                <a:lnTo>
                  <a:pt x="479" y="1673"/>
                </a:lnTo>
                <a:lnTo>
                  <a:pt x="478" y="1672"/>
                </a:lnTo>
                <a:lnTo>
                  <a:pt x="478" y="1671"/>
                </a:lnTo>
                <a:lnTo>
                  <a:pt x="477" y="1671"/>
                </a:lnTo>
                <a:lnTo>
                  <a:pt x="477" y="1670"/>
                </a:lnTo>
                <a:lnTo>
                  <a:pt x="476" y="1670"/>
                </a:lnTo>
                <a:lnTo>
                  <a:pt x="476" y="1669"/>
                </a:lnTo>
                <a:lnTo>
                  <a:pt x="475" y="1669"/>
                </a:lnTo>
                <a:lnTo>
                  <a:pt x="475" y="1668"/>
                </a:lnTo>
                <a:lnTo>
                  <a:pt x="474" y="1668"/>
                </a:lnTo>
                <a:lnTo>
                  <a:pt x="474" y="1667"/>
                </a:lnTo>
                <a:lnTo>
                  <a:pt x="474" y="1666"/>
                </a:lnTo>
                <a:lnTo>
                  <a:pt x="473" y="1666"/>
                </a:lnTo>
                <a:lnTo>
                  <a:pt x="474" y="1665"/>
                </a:lnTo>
                <a:lnTo>
                  <a:pt x="474" y="1663"/>
                </a:lnTo>
                <a:lnTo>
                  <a:pt x="474" y="1662"/>
                </a:lnTo>
                <a:lnTo>
                  <a:pt x="474" y="1661"/>
                </a:lnTo>
                <a:lnTo>
                  <a:pt x="474" y="1659"/>
                </a:lnTo>
                <a:lnTo>
                  <a:pt x="474" y="1658"/>
                </a:lnTo>
                <a:lnTo>
                  <a:pt x="474" y="1657"/>
                </a:lnTo>
                <a:lnTo>
                  <a:pt x="474" y="1656"/>
                </a:lnTo>
                <a:lnTo>
                  <a:pt x="474" y="1655"/>
                </a:lnTo>
                <a:lnTo>
                  <a:pt x="475" y="1654"/>
                </a:lnTo>
                <a:lnTo>
                  <a:pt x="475" y="1653"/>
                </a:lnTo>
                <a:lnTo>
                  <a:pt x="474" y="1653"/>
                </a:lnTo>
                <a:lnTo>
                  <a:pt x="474" y="1652"/>
                </a:lnTo>
                <a:lnTo>
                  <a:pt x="475" y="1652"/>
                </a:lnTo>
                <a:lnTo>
                  <a:pt x="475" y="1651"/>
                </a:lnTo>
                <a:lnTo>
                  <a:pt x="476" y="1650"/>
                </a:lnTo>
                <a:lnTo>
                  <a:pt x="477" y="1650"/>
                </a:lnTo>
                <a:lnTo>
                  <a:pt x="478" y="1649"/>
                </a:lnTo>
                <a:lnTo>
                  <a:pt x="478" y="1648"/>
                </a:lnTo>
                <a:lnTo>
                  <a:pt x="479" y="1648"/>
                </a:lnTo>
                <a:lnTo>
                  <a:pt x="479" y="1647"/>
                </a:lnTo>
                <a:lnTo>
                  <a:pt x="480" y="1646"/>
                </a:lnTo>
                <a:lnTo>
                  <a:pt x="481" y="1646"/>
                </a:lnTo>
                <a:lnTo>
                  <a:pt x="481" y="1645"/>
                </a:lnTo>
                <a:lnTo>
                  <a:pt x="482" y="1644"/>
                </a:lnTo>
                <a:lnTo>
                  <a:pt x="483" y="1644"/>
                </a:lnTo>
                <a:lnTo>
                  <a:pt x="484" y="1643"/>
                </a:lnTo>
                <a:lnTo>
                  <a:pt x="484" y="1642"/>
                </a:lnTo>
                <a:lnTo>
                  <a:pt x="484" y="1641"/>
                </a:lnTo>
                <a:lnTo>
                  <a:pt x="484" y="1640"/>
                </a:lnTo>
                <a:lnTo>
                  <a:pt x="485" y="1639"/>
                </a:lnTo>
                <a:lnTo>
                  <a:pt x="485" y="1638"/>
                </a:lnTo>
                <a:lnTo>
                  <a:pt x="486" y="1638"/>
                </a:lnTo>
                <a:lnTo>
                  <a:pt x="486" y="1637"/>
                </a:lnTo>
                <a:lnTo>
                  <a:pt x="487" y="1637"/>
                </a:lnTo>
                <a:lnTo>
                  <a:pt x="487" y="1636"/>
                </a:lnTo>
                <a:lnTo>
                  <a:pt x="488" y="1636"/>
                </a:lnTo>
                <a:lnTo>
                  <a:pt x="487" y="1636"/>
                </a:lnTo>
                <a:lnTo>
                  <a:pt x="486" y="1636"/>
                </a:lnTo>
                <a:lnTo>
                  <a:pt x="485" y="1636"/>
                </a:lnTo>
                <a:lnTo>
                  <a:pt x="485" y="1635"/>
                </a:lnTo>
                <a:lnTo>
                  <a:pt x="484" y="1635"/>
                </a:lnTo>
                <a:lnTo>
                  <a:pt x="483" y="1635"/>
                </a:lnTo>
                <a:lnTo>
                  <a:pt x="482" y="1635"/>
                </a:lnTo>
                <a:lnTo>
                  <a:pt x="482" y="1636"/>
                </a:lnTo>
                <a:lnTo>
                  <a:pt x="481" y="1636"/>
                </a:lnTo>
                <a:lnTo>
                  <a:pt x="480" y="1636"/>
                </a:lnTo>
                <a:lnTo>
                  <a:pt x="480" y="1637"/>
                </a:lnTo>
                <a:lnTo>
                  <a:pt x="480" y="1636"/>
                </a:lnTo>
                <a:lnTo>
                  <a:pt x="479" y="1636"/>
                </a:lnTo>
                <a:lnTo>
                  <a:pt x="478" y="1636"/>
                </a:lnTo>
                <a:lnTo>
                  <a:pt x="477" y="1636"/>
                </a:lnTo>
                <a:lnTo>
                  <a:pt x="477" y="1637"/>
                </a:lnTo>
                <a:lnTo>
                  <a:pt x="477" y="1638"/>
                </a:lnTo>
                <a:lnTo>
                  <a:pt x="477" y="1639"/>
                </a:lnTo>
                <a:lnTo>
                  <a:pt x="476" y="1639"/>
                </a:lnTo>
                <a:lnTo>
                  <a:pt x="476" y="1638"/>
                </a:lnTo>
                <a:lnTo>
                  <a:pt x="475" y="1638"/>
                </a:lnTo>
                <a:lnTo>
                  <a:pt x="474" y="1637"/>
                </a:lnTo>
                <a:lnTo>
                  <a:pt x="474" y="1636"/>
                </a:lnTo>
                <a:lnTo>
                  <a:pt x="473" y="1636"/>
                </a:lnTo>
                <a:lnTo>
                  <a:pt x="472" y="1636"/>
                </a:lnTo>
                <a:lnTo>
                  <a:pt x="471" y="1636"/>
                </a:lnTo>
                <a:lnTo>
                  <a:pt x="470" y="1636"/>
                </a:lnTo>
                <a:lnTo>
                  <a:pt x="469" y="1637"/>
                </a:lnTo>
                <a:lnTo>
                  <a:pt x="468" y="1637"/>
                </a:lnTo>
                <a:lnTo>
                  <a:pt x="467" y="1637"/>
                </a:lnTo>
                <a:lnTo>
                  <a:pt x="466" y="1636"/>
                </a:lnTo>
                <a:lnTo>
                  <a:pt x="465" y="1635"/>
                </a:lnTo>
                <a:lnTo>
                  <a:pt x="464" y="1635"/>
                </a:lnTo>
                <a:lnTo>
                  <a:pt x="464" y="1636"/>
                </a:lnTo>
                <a:lnTo>
                  <a:pt x="464" y="1637"/>
                </a:lnTo>
                <a:lnTo>
                  <a:pt x="464" y="1638"/>
                </a:lnTo>
                <a:lnTo>
                  <a:pt x="464" y="1639"/>
                </a:lnTo>
                <a:lnTo>
                  <a:pt x="463" y="1639"/>
                </a:lnTo>
                <a:lnTo>
                  <a:pt x="462" y="1639"/>
                </a:lnTo>
                <a:lnTo>
                  <a:pt x="461" y="1638"/>
                </a:lnTo>
                <a:lnTo>
                  <a:pt x="460" y="1636"/>
                </a:lnTo>
                <a:lnTo>
                  <a:pt x="460" y="1635"/>
                </a:lnTo>
                <a:lnTo>
                  <a:pt x="459" y="1635"/>
                </a:lnTo>
                <a:lnTo>
                  <a:pt x="458" y="1636"/>
                </a:lnTo>
                <a:lnTo>
                  <a:pt x="457" y="1636"/>
                </a:lnTo>
                <a:lnTo>
                  <a:pt x="456" y="1635"/>
                </a:lnTo>
                <a:lnTo>
                  <a:pt x="455" y="1634"/>
                </a:lnTo>
                <a:lnTo>
                  <a:pt x="455" y="1633"/>
                </a:lnTo>
                <a:lnTo>
                  <a:pt x="454" y="1632"/>
                </a:lnTo>
                <a:lnTo>
                  <a:pt x="453" y="1632"/>
                </a:lnTo>
                <a:lnTo>
                  <a:pt x="453" y="1633"/>
                </a:lnTo>
                <a:lnTo>
                  <a:pt x="453" y="1634"/>
                </a:lnTo>
                <a:lnTo>
                  <a:pt x="452" y="1634"/>
                </a:lnTo>
                <a:lnTo>
                  <a:pt x="452" y="1635"/>
                </a:lnTo>
                <a:lnTo>
                  <a:pt x="452" y="1636"/>
                </a:lnTo>
                <a:lnTo>
                  <a:pt x="451" y="1636"/>
                </a:lnTo>
                <a:lnTo>
                  <a:pt x="448" y="1635"/>
                </a:lnTo>
                <a:lnTo>
                  <a:pt x="447" y="1635"/>
                </a:lnTo>
                <a:lnTo>
                  <a:pt x="446" y="1636"/>
                </a:lnTo>
                <a:lnTo>
                  <a:pt x="446" y="1637"/>
                </a:lnTo>
                <a:lnTo>
                  <a:pt x="445" y="1638"/>
                </a:lnTo>
                <a:lnTo>
                  <a:pt x="445" y="1639"/>
                </a:lnTo>
                <a:lnTo>
                  <a:pt x="444" y="1640"/>
                </a:lnTo>
                <a:lnTo>
                  <a:pt x="443" y="1640"/>
                </a:lnTo>
                <a:lnTo>
                  <a:pt x="442" y="1640"/>
                </a:lnTo>
                <a:lnTo>
                  <a:pt x="441" y="1641"/>
                </a:lnTo>
                <a:lnTo>
                  <a:pt x="440" y="1641"/>
                </a:lnTo>
                <a:lnTo>
                  <a:pt x="439" y="1640"/>
                </a:lnTo>
                <a:lnTo>
                  <a:pt x="438" y="1639"/>
                </a:lnTo>
                <a:lnTo>
                  <a:pt x="438" y="1638"/>
                </a:lnTo>
                <a:lnTo>
                  <a:pt x="437" y="1638"/>
                </a:lnTo>
                <a:lnTo>
                  <a:pt x="436" y="1638"/>
                </a:lnTo>
                <a:lnTo>
                  <a:pt x="435" y="1638"/>
                </a:lnTo>
                <a:lnTo>
                  <a:pt x="435" y="1640"/>
                </a:lnTo>
                <a:lnTo>
                  <a:pt x="433" y="1640"/>
                </a:lnTo>
                <a:lnTo>
                  <a:pt x="432" y="1639"/>
                </a:lnTo>
                <a:lnTo>
                  <a:pt x="431" y="1639"/>
                </a:lnTo>
                <a:lnTo>
                  <a:pt x="430" y="1639"/>
                </a:lnTo>
                <a:lnTo>
                  <a:pt x="429" y="1639"/>
                </a:lnTo>
                <a:lnTo>
                  <a:pt x="429" y="1638"/>
                </a:lnTo>
                <a:lnTo>
                  <a:pt x="429" y="1637"/>
                </a:lnTo>
                <a:lnTo>
                  <a:pt x="426" y="1637"/>
                </a:lnTo>
                <a:lnTo>
                  <a:pt x="424" y="1637"/>
                </a:lnTo>
                <a:lnTo>
                  <a:pt x="423" y="1637"/>
                </a:lnTo>
                <a:lnTo>
                  <a:pt x="422" y="1637"/>
                </a:lnTo>
                <a:lnTo>
                  <a:pt x="421" y="1637"/>
                </a:lnTo>
                <a:lnTo>
                  <a:pt x="420" y="1637"/>
                </a:lnTo>
                <a:lnTo>
                  <a:pt x="417" y="1638"/>
                </a:lnTo>
                <a:lnTo>
                  <a:pt x="416" y="1639"/>
                </a:lnTo>
                <a:lnTo>
                  <a:pt x="415" y="1639"/>
                </a:lnTo>
                <a:lnTo>
                  <a:pt x="414" y="1639"/>
                </a:lnTo>
                <a:lnTo>
                  <a:pt x="413" y="1639"/>
                </a:lnTo>
                <a:lnTo>
                  <a:pt x="412" y="1639"/>
                </a:lnTo>
                <a:lnTo>
                  <a:pt x="410" y="1638"/>
                </a:lnTo>
                <a:lnTo>
                  <a:pt x="409" y="1638"/>
                </a:lnTo>
                <a:lnTo>
                  <a:pt x="408" y="1638"/>
                </a:lnTo>
                <a:lnTo>
                  <a:pt x="408" y="1637"/>
                </a:lnTo>
                <a:lnTo>
                  <a:pt x="407" y="1636"/>
                </a:lnTo>
                <a:lnTo>
                  <a:pt x="407" y="1635"/>
                </a:lnTo>
                <a:lnTo>
                  <a:pt x="406" y="1635"/>
                </a:lnTo>
                <a:lnTo>
                  <a:pt x="405" y="1636"/>
                </a:lnTo>
                <a:lnTo>
                  <a:pt x="404" y="1635"/>
                </a:lnTo>
                <a:lnTo>
                  <a:pt x="404" y="1634"/>
                </a:lnTo>
                <a:lnTo>
                  <a:pt x="404" y="1633"/>
                </a:lnTo>
                <a:lnTo>
                  <a:pt x="403" y="1632"/>
                </a:lnTo>
                <a:lnTo>
                  <a:pt x="403" y="1631"/>
                </a:lnTo>
                <a:lnTo>
                  <a:pt x="402" y="1631"/>
                </a:lnTo>
                <a:lnTo>
                  <a:pt x="401" y="1630"/>
                </a:lnTo>
                <a:lnTo>
                  <a:pt x="400" y="1630"/>
                </a:lnTo>
                <a:lnTo>
                  <a:pt x="399" y="1630"/>
                </a:lnTo>
                <a:lnTo>
                  <a:pt x="398" y="1630"/>
                </a:lnTo>
                <a:lnTo>
                  <a:pt x="397" y="1630"/>
                </a:lnTo>
                <a:lnTo>
                  <a:pt x="396" y="1630"/>
                </a:lnTo>
                <a:lnTo>
                  <a:pt x="395" y="1630"/>
                </a:lnTo>
                <a:lnTo>
                  <a:pt x="394" y="1631"/>
                </a:lnTo>
                <a:lnTo>
                  <a:pt x="393" y="1631"/>
                </a:lnTo>
                <a:lnTo>
                  <a:pt x="393" y="1632"/>
                </a:lnTo>
                <a:lnTo>
                  <a:pt x="392" y="1632"/>
                </a:lnTo>
                <a:lnTo>
                  <a:pt x="391" y="1633"/>
                </a:lnTo>
                <a:lnTo>
                  <a:pt x="390" y="1633"/>
                </a:lnTo>
                <a:lnTo>
                  <a:pt x="389" y="1633"/>
                </a:lnTo>
                <a:lnTo>
                  <a:pt x="388" y="1633"/>
                </a:lnTo>
                <a:lnTo>
                  <a:pt x="387" y="1632"/>
                </a:lnTo>
                <a:lnTo>
                  <a:pt x="386" y="1631"/>
                </a:lnTo>
                <a:lnTo>
                  <a:pt x="385" y="1631"/>
                </a:lnTo>
                <a:lnTo>
                  <a:pt x="384" y="1630"/>
                </a:lnTo>
                <a:lnTo>
                  <a:pt x="383" y="1630"/>
                </a:lnTo>
                <a:lnTo>
                  <a:pt x="382" y="1629"/>
                </a:lnTo>
                <a:lnTo>
                  <a:pt x="381" y="1628"/>
                </a:lnTo>
                <a:lnTo>
                  <a:pt x="380" y="1628"/>
                </a:lnTo>
                <a:lnTo>
                  <a:pt x="379" y="1627"/>
                </a:lnTo>
                <a:lnTo>
                  <a:pt x="378" y="1627"/>
                </a:lnTo>
                <a:lnTo>
                  <a:pt x="377" y="1626"/>
                </a:lnTo>
                <a:lnTo>
                  <a:pt x="376" y="1625"/>
                </a:lnTo>
                <a:lnTo>
                  <a:pt x="375" y="1624"/>
                </a:lnTo>
                <a:lnTo>
                  <a:pt x="374" y="1623"/>
                </a:lnTo>
                <a:lnTo>
                  <a:pt x="372" y="1623"/>
                </a:lnTo>
                <a:lnTo>
                  <a:pt x="370" y="1622"/>
                </a:lnTo>
                <a:lnTo>
                  <a:pt x="369" y="1622"/>
                </a:lnTo>
                <a:lnTo>
                  <a:pt x="368" y="1622"/>
                </a:lnTo>
                <a:lnTo>
                  <a:pt x="367" y="1622"/>
                </a:lnTo>
                <a:lnTo>
                  <a:pt x="367" y="1623"/>
                </a:lnTo>
                <a:lnTo>
                  <a:pt x="366" y="1623"/>
                </a:lnTo>
                <a:lnTo>
                  <a:pt x="365" y="1623"/>
                </a:lnTo>
                <a:lnTo>
                  <a:pt x="364" y="1624"/>
                </a:lnTo>
                <a:lnTo>
                  <a:pt x="363" y="1624"/>
                </a:lnTo>
                <a:lnTo>
                  <a:pt x="363" y="1623"/>
                </a:lnTo>
                <a:lnTo>
                  <a:pt x="361" y="1622"/>
                </a:lnTo>
                <a:lnTo>
                  <a:pt x="360" y="1622"/>
                </a:lnTo>
                <a:lnTo>
                  <a:pt x="358" y="1621"/>
                </a:lnTo>
                <a:lnTo>
                  <a:pt x="357" y="1621"/>
                </a:lnTo>
                <a:lnTo>
                  <a:pt x="356" y="1619"/>
                </a:lnTo>
                <a:lnTo>
                  <a:pt x="355" y="1618"/>
                </a:lnTo>
                <a:lnTo>
                  <a:pt x="354" y="1618"/>
                </a:lnTo>
                <a:lnTo>
                  <a:pt x="353" y="1617"/>
                </a:lnTo>
                <a:lnTo>
                  <a:pt x="352" y="1616"/>
                </a:lnTo>
                <a:lnTo>
                  <a:pt x="352" y="1615"/>
                </a:lnTo>
                <a:lnTo>
                  <a:pt x="351" y="1615"/>
                </a:lnTo>
                <a:lnTo>
                  <a:pt x="350" y="1615"/>
                </a:lnTo>
                <a:lnTo>
                  <a:pt x="349" y="1615"/>
                </a:lnTo>
                <a:lnTo>
                  <a:pt x="348" y="1615"/>
                </a:lnTo>
                <a:lnTo>
                  <a:pt x="347" y="1616"/>
                </a:lnTo>
                <a:lnTo>
                  <a:pt x="345" y="1616"/>
                </a:lnTo>
                <a:lnTo>
                  <a:pt x="344" y="1616"/>
                </a:lnTo>
                <a:lnTo>
                  <a:pt x="343" y="1616"/>
                </a:lnTo>
                <a:lnTo>
                  <a:pt x="342" y="1615"/>
                </a:lnTo>
                <a:lnTo>
                  <a:pt x="342" y="1614"/>
                </a:lnTo>
                <a:lnTo>
                  <a:pt x="342" y="1613"/>
                </a:lnTo>
                <a:lnTo>
                  <a:pt x="341" y="1613"/>
                </a:lnTo>
                <a:lnTo>
                  <a:pt x="340" y="1611"/>
                </a:lnTo>
                <a:lnTo>
                  <a:pt x="339" y="1610"/>
                </a:lnTo>
                <a:lnTo>
                  <a:pt x="338" y="1609"/>
                </a:lnTo>
                <a:lnTo>
                  <a:pt x="337" y="1609"/>
                </a:lnTo>
                <a:lnTo>
                  <a:pt x="337" y="1608"/>
                </a:lnTo>
                <a:lnTo>
                  <a:pt x="336" y="1608"/>
                </a:lnTo>
                <a:lnTo>
                  <a:pt x="336" y="1607"/>
                </a:lnTo>
                <a:lnTo>
                  <a:pt x="336" y="1606"/>
                </a:lnTo>
                <a:lnTo>
                  <a:pt x="335" y="1605"/>
                </a:lnTo>
                <a:lnTo>
                  <a:pt x="334" y="1605"/>
                </a:lnTo>
                <a:lnTo>
                  <a:pt x="333" y="1605"/>
                </a:lnTo>
                <a:lnTo>
                  <a:pt x="331" y="1604"/>
                </a:lnTo>
                <a:lnTo>
                  <a:pt x="331" y="1603"/>
                </a:lnTo>
                <a:lnTo>
                  <a:pt x="330" y="1603"/>
                </a:lnTo>
                <a:lnTo>
                  <a:pt x="329" y="1603"/>
                </a:lnTo>
                <a:lnTo>
                  <a:pt x="328" y="1604"/>
                </a:lnTo>
                <a:lnTo>
                  <a:pt x="327" y="1604"/>
                </a:lnTo>
                <a:lnTo>
                  <a:pt x="326" y="1603"/>
                </a:lnTo>
                <a:lnTo>
                  <a:pt x="325" y="1603"/>
                </a:lnTo>
                <a:lnTo>
                  <a:pt x="325" y="1602"/>
                </a:lnTo>
                <a:lnTo>
                  <a:pt x="324" y="1601"/>
                </a:lnTo>
                <a:lnTo>
                  <a:pt x="324" y="1600"/>
                </a:lnTo>
                <a:lnTo>
                  <a:pt x="323" y="1599"/>
                </a:lnTo>
                <a:lnTo>
                  <a:pt x="323" y="1598"/>
                </a:lnTo>
                <a:lnTo>
                  <a:pt x="322" y="1597"/>
                </a:lnTo>
                <a:lnTo>
                  <a:pt x="322" y="1596"/>
                </a:lnTo>
                <a:lnTo>
                  <a:pt x="323" y="1595"/>
                </a:lnTo>
                <a:lnTo>
                  <a:pt x="324" y="1595"/>
                </a:lnTo>
                <a:lnTo>
                  <a:pt x="325" y="1594"/>
                </a:lnTo>
                <a:lnTo>
                  <a:pt x="325" y="1593"/>
                </a:lnTo>
                <a:lnTo>
                  <a:pt x="324" y="1592"/>
                </a:lnTo>
                <a:lnTo>
                  <a:pt x="324" y="1591"/>
                </a:lnTo>
                <a:lnTo>
                  <a:pt x="324" y="1590"/>
                </a:lnTo>
                <a:lnTo>
                  <a:pt x="325" y="1589"/>
                </a:lnTo>
                <a:lnTo>
                  <a:pt x="325" y="1588"/>
                </a:lnTo>
                <a:lnTo>
                  <a:pt x="325" y="1587"/>
                </a:lnTo>
                <a:lnTo>
                  <a:pt x="325" y="1586"/>
                </a:lnTo>
                <a:lnTo>
                  <a:pt x="324" y="1585"/>
                </a:lnTo>
                <a:lnTo>
                  <a:pt x="324" y="1584"/>
                </a:lnTo>
                <a:lnTo>
                  <a:pt x="323" y="1584"/>
                </a:lnTo>
                <a:lnTo>
                  <a:pt x="322" y="1584"/>
                </a:lnTo>
                <a:lnTo>
                  <a:pt x="321" y="1584"/>
                </a:lnTo>
                <a:lnTo>
                  <a:pt x="320" y="1585"/>
                </a:lnTo>
                <a:lnTo>
                  <a:pt x="320" y="1587"/>
                </a:lnTo>
                <a:lnTo>
                  <a:pt x="319" y="1587"/>
                </a:lnTo>
                <a:lnTo>
                  <a:pt x="318" y="1588"/>
                </a:lnTo>
                <a:lnTo>
                  <a:pt x="317" y="1589"/>
                </a:lnTo>
                <a:lnTo>
                  <a:pt x="316" y="1589"/>
                </a:lnTo>
                <a:lnTo>
                  <a:pt x="315" y="1588"/>
                </a:lnTo>
                <a:lnTo>
                  <a:pt x="314" y="1588"/>
                </a:lnTo>
                <a:lnTo>
                  <a:pt x="313" y="1588"/>
                </a:lnTo>
                <a:lnTo>
                  <a:pt x="311" y="1589"/>
                </a:lnTo>
                <a:lnTo>
                  <a:pt x="310" y="1590"/>
                </a:lnTo>
                <a:lnTo>
                  <a:pt x="309" y="1591"/>
                </a:lnTo>
                <a:lnTo>
                  <a:pt x="309" y="1592"/>
                </a:lnTo>
                <a:lnTo>
                  <a:pt x="308" y="1593"/>
                </a:lnTo>
                <a:lnTo>
                  <a:pt x="307" y="1593"/>
                </a:lnTo>
                <a:lnTo>
                  <a:pt x="306" y="1592"/>
                </a:lnTo>
                <a:lnTo>
                  <a:pt x="304" y="1592"/>
                </a:lnTo>
                <a:lnTo>
                  <a:pt x="303" y="1592"/>
                </a:lnTo>
                <a:lnTo>
                  <a:pt x="301" y="1592"/>
                </a:lnTo>
                <a:lnTo>
                  <a:pt x="300" y="1592"/>
                </a:lnTo>
                <a:lnTo>
                  <a:pt x="300" y="1594"/>
                </a:lnTo>
                <a:lnTo>
                  <a:pt x="301" y="1595"/>
                </a:lnTo>
                <a:lnTo>
                  <a:pt x="301" y="1596"/>
                </a:lnTo>
                <a:lnTo>
                  <a:pt x="300" y="1596"/>
                </a:lnTo>
                <a:lnTo>
                  <a:pt x="299" y="1595"/>
                </a:lnTo>
                <a:lnTo>
                  <a:pt x="298" y="1595"/>
                </a:lnTo>
                <a:lnTo>
                  <a:pt x="296" y="1595"/>
                </a:lnTo>
                <a:lnTo>
                  <a:pt x="295" y="1595"/>
                </a:lnTo>
                <a:lnTo>
                  <a:pt x="295" y="1594"/>
                </a:lnTo>
                <a:lnTo>
                  <a:pt x="294" y="1594"/>
                </a:lnTo>
                <a:lnTo>
                  <a:pt x="292" y="1594"/>
                </a:lnTo>
                <a:lnTo>
                  <a:pt x="291" y="1595"/>
                </a:lnTo>
                <a:lnTo>
                  <a:pt x="290" y="1595"/>
                </a:lnTo>
                <a:lnTo>
                  <a:pt x="288" y="1595"/>
                </a:lnTo>
                <a:lnTo>
                  <a:pt x="287" y="1595"/>
                </a:lnTo>
                <a:lnTo>
                  <a:pt x="286" y="1595"/>
                </a:lnTo>
                <a:lnTo>
                  <a:pt x="286" y="1596"/>
                </a:lnTo>
                <a:lnTo>
                  <a:pt x="285" y="1596"/>
                </a:lnTo>
                <a:lnTo>
                  <a:pt x="280" y="1596"/>
                </a:lnTo>
                <a:lnTo>
                  <a:pt x="279" y="1595"/>
                </a:lnTo>
                <a:lnTo>
                  <a:pt x="278" y="1595"/>
                </a:lnTo>
                <a:lnTo>
                  <a:pt x="278" y="1594"/>
                </a:lnTo>
                <a:lnTo>
                  <a:pt x="278" y="1593"/>
                </a:lnTo>
                <a:lnTo>
                  <a:pt x="279" y="1592"/>
                </a:lnTo>
                <a:lnTo>
                  <a:pt x="279" y="1591"/>
                </a:lnTo>
                <a:lnTo>
                  <a:pt x="279" y="1589"/>
                </a:lnTo>
                <a:lnTo>
                  <a:pt x="279" y="1588"/>
                </a:lnTo>
                <a:lnTo>
                  <a:pt x="280" y="1586"/>
                </a:lnTo>
                <a:lnTo>
                  <a:pt x="280" y="1585"/>
                </a:lnTo>
                <a:lnTo>
                  <a:pt x="279" y="1584"/>
                </a:lnTo>
                <a:lnTo>
                  <a:pt x="278" y="1582"/>
                </a:lnTo>
                <a:lnTo>
                  <a:pt x="277" y="1580"/>
                </a:lnTo>
                <a:lnTo>
                  <a:pt x="275" y="1578"/>
                </a:lnTo>
                <a:lnTo>
                  <a:pt x="274" y="1577"/>
                </a:lnTo>
                <a:lnTo>
                  <a:pt x="274" y="1576"/>
                </a:lnTo>
                <a:lnTo>
                  <a:pt x="274" y="1573"/>
                </a:lnTo>
                <a:lnTo>
                  <a:pt x="273" y="1573"/>
                </a:lnTo>
                <a:lnTo>
                  <a:pt x="272" y="1572"/>
                </a:lnTo>
                <a:lnTo>
                  <a:pt x="271" y="1572"/>
                </a:lnTo>
                <a:lnTo>
                  <a:pt x="269" y="1572"/>
                </a:lnTo>
                <a:lnTo>
                  <a:pt x="268" y="1572"/>
                </a:lnTo>
                <a:lnTo>
                  <a:pt x="267" y="1572"/>
                </a:lnTo>
                <a:lnTo>
                  <a:pt x="266" y="1573"/>
                </a:lnTo>
                <a:lnTo>
                  <a:pt x="265" y="1573"/>
                </a:lnTo>
                <a:lnTo>
                  <a:pt x="264" y="1573"/>
                </a:lnTo>
                <a:lnTo>
                  <a:pt x="263" y="1573"/>
                </a:lnTo>
                <a:lnTo>
                  <a:pt x="262" y="1572"/>
                </a:lnTo>
                <a:lnTo>
                  <a:pt x="261" y="1572"/>
                </a:lnTo>
                <a:lnTo>
                  <a:pt x="260" y="1571"/>
                </a:lnTo>
                <a:lnTo>
                  <a:pt x="259" y="1570"/>
                </a:lnTo>
                <a:lnTo>
                  <a:pt x="258" y="1568"/>
                </a:lnTo>
                <a:lnTo>
                  <a:pt x="258" y="1567"/>
                </a:lnTo>
                <a:lnTo>
                  <a:pt x="257" y="1567"/>
                </a:lnTo>
                <a:lnTo>
                  <a:pt x="258" y="1566"/>
                </a:lnTo>
                <a:lnTo>
                  <a:pt x="257" y="1565"/>
                </a:lnTo>
                <a:lnTo>
                  <a:pt x="257" y="1564"/>
                </a:lnTo>
                <a:lnTo>
                  <a:pt x="257" y="1563"/>
                </a:lnTo>
                <a:lnTo>
                  <a:pt x="257" y="1562"/>
                </a:lnTo>
                <a:lnTo>
                  <a:pt x="257" y="1561"/>
                </a:lnTo>
                <a:lnTo>
                  <a:pt x="256" y="1560"/>
                </a:lnTo>
                <a:lnTo>
                  <a:pt x="256" y="1559"/>
                </a:lnTo>
                <a:lnTo>
                  <a:pt x="257" y="1559"/>
                </a:lnTo>
                <a:lnTo>
                  <a:pt x="258" y="1558"/>
                </a:lnTo>
                <a:lnTo>
                  <a:pt x="260" y="1558"/>
                </a:lnTo>
                <a:lnTo>
                  <a:pt x="260" y="1557"/>
                </a:lnTo>
                <a:lnTo>
                  <a:pt x="259" y="1556"/>
                </a:lnTo>
                <a:lnTo>
                  <a:pt x="260" y="1556"/>
                </a:lnTo>
                <a:lnTo>
                  <a:pt x="263" y="1556"/>
                </a:lnTo>
                <a:lnTo>
                  <a:pt x="264" y="1556"/>
                </a:lnTo>
                <a:lnTo>
                  <a:pt x="264" y="1555"/>
                </a:lnTo>
                <a:lnTo>
                  <a:pt x="264" y="1554"/>
                </a:lnTo>
                <a:lnTo>
                  <a:pt x="264" y="1552"/>
                </a:lnTo>
                <a:lnTo>
                  <a:pt x="264" y="1550"/>
                </a:lnTo>
                <a:lnTo>
                  <a:pt x="264" y="1549"/>
                </a:lnTo>
                <a:lnTo>
                  <a:pt x="264" y="1548"/>
                </a:lnTo>
                <a:lnTo>
                  <a:pt x="265" y="1547"/>
                </a:lnTo>
                <a:lnTo>
                  <a:pt x="266" y="1547"/>
                </a:lnTo>
                <a:lnTo>
                  <a:pt x="267" y="1548"/>
                </a:lnTo>
                <a:lnTo>
                  <a:pt x="269" y="1548"/>
                </a:lnTo>
                <a:lnTo>
                  <a:pt x="270" y="1548"/>
                </a:lnTo>
                <a:lnTo>
                  <a:pt x="270" y="1547"/>
                </a:lnTo>
                <a:lnTo>
                  <a:pt x="269" y="1546"/>
                </a:lnTo>
                <a:lnTo>
                  <a:pt x="268" y="1545"/>
                </a:lnTo>
                <a:lnTo>
                  <a:pt x="266" y="1543"/>
                </a:lnTo>
                <a:lnTo>
                  <a:pt x="265" y="1541"/>
                </a:lnTo>
                <a:lnTo>
                  <a:pt x="265" y="1540"/>
                </a:lnTo>
                <a:lnTo>
                  <a:pt x="265" y="1539"/>
                </a:lnTo>
                <a:lnTo>
                  <a:pt x="264" y="1539"/>
                </a:lnTo>
                <a:lnTo>
                  <a:pt x="263" y="1539"/>
                </a:lnTo>
                <a:lnTo>
                  <a:pt x="263" y="1538"/>
                </a:lnTo>
                <a:lnTo>
                  <a:pt x="262" y="1537"/>
                </a:lnTo>
                <a:lnTo>
                  <a:pt x="261" y="1536"/>
                </a:lnTo>
                <a:lnTo>
                  <a:pt x="261" y="1535"/>
                </a:lnTo>
                <a:lnTo>
                  <a:pt x="261" y="1534"/>
                </a:lnTo>
                <a:lnTo>
                  <a:pt x="262" y="1533"/>
                </a:lnTo>
                <a:lnTo>
                  <a:pt x="262" y="1532"/>
                </a:lnTo>
                <a:lnTo>
                  <a:pt x="263" y="1531"/>
                </a:lnTo>
                <a:lnTo>
                  <a:pt x="263" y="1530"/>
                </a:lnTo>
                <a:lnTo>
                  <a:pt x="264" y="1529"/>
                </a:lnTo>
                <a:lnTo>
                  <a:pt x="265" y="1529"/>
                </a:lnTo>
                <a:lnTo>
                  <a:pt x="266" y="1528"/>
                </a:lnTo>
                <a:lnTo>
                  <a:pt x="266" y="1527"/>
                </a:lnTo>
                <a:lnTo>
                  <a:pt x="266" y="1525"/>
                </a:lnTo>
                <a:lnTo>
                  <a:pt x="265" y="1524"/>
                </a:lnTo>
                <a:lnTo>
                  <a:pt x="265" y="1523"/>
                </a:lnTo>
                <a:lnTo>
                  <a:pt x="264" y="1522"/>
                </a:lnTo>
                <a:lnTo>
                  <a:pt x="264" y="1521"/>
                </a:lnTo>
                <a:lnTo>
                  <a:pt x="264" y="1520"/>
                </a:lnTo>
                <a:lnTo>
                  <a:pt x="264" y="1519"/>
                </a:lnTo>
                <a:lnTo>
                  <a:pt x="264" y="1518"/>
                </a:lnTo>
                <a:lnTo>
                  <a:pt x="263" y="1518"/>
                </a:lnTo>
                <a:lnTo>
                  <a:pt x="262" y="1518"/>
                </a:lnTo>
                <a:lnTo>
                  <a:pt x="262" y="1517"/>
                </a:lnTo>
                <a:lnTo>
                  <a:pt x="262" y="1516"/>
                </a:lnTo>
                <a:lnTo>
                  <a:pt x="262" y="1515"/>
                </a:lnTo>
                <a:lnTo>
                  <a:pt x="261" y="1515"/>
                </a:lnTo>
                <a:lnTo>
                  <a:pt x="260" y="1514"/>
                </a:lnTo>
                <a:lnTo>
                  <a:pt x="259" y="1513"/>
                </a:lnTo>
                <a:lnTo>
                  <a:pt x="258" y="1512"/>
                </a:lnTo>
                <a:lnTo>
                  <a:pt x="258" y="1511"/>
                </a:lnTo>
                <a:lnTo>
                  <a:pt x="258" y="1510"/>
                </a:lnTo>
                <a:lnTo>
                  <a:pt x="257" y="1508"/>
                </a:lnTo>
                <a:lnTo>
                  <a:pt x="256" y="1508"/>
                </a:lnTo>
                <a:lnTo>
                  <a:pt x="256" y="1507"/>
                </a:lnTo>
                <a:lnTo>
                  <a:pt x="256" y="1506"/>
                </a:lnTo>
                <a:lnTo>
                  <a:pt x="256" y="1505"/>
                </a:lnTo>
                <a:lnTo>
                  <a:pt x="256" y="1504"/>
                </a:lnTo>
                <a:lnTo>
                  <a:pt x="257" y="1503"/>
                </a:lnTo>
                <a:lnTo>
                  <a:pt x="256" y="1503"/>
                </a:lnTo>
                <a:lnTo>
                  <a:pt x="255" y="1502"/>
                </a:lnTo>
                <a:lnTo>
                  <a:pt x="254" y="1501"/>
                </a:lnTo>
                <a:lnTo>
                  <a:pt x="253" y="1500"/>
                </a:lnTo>
                <a:lnTo>
                  <a:pt x="253" y="1499"/>
                </a:lnTo>
                <a:lnTo>
                  <a:pt x="252" y="1499"/>
                </a:lnTo>
                <a:lnTo>
                  <a:pt x="251" y="1498"/>
                </a:lnTo>
                <a:lnTo>
                  <a:pt x="250" y="1497"/>
                </a:lnTo>
                <a:lnTo>
                  <a:pt x="249" y="1497"/>
                </a:lnTo>
                <a:lnTo>
                  <a:pt x="248" y="1495"/>
                </a:lnTo>
                <a:lnTo>
                  <a:pt x="246" y="1494"/>
                </a:lnTo>
                <a:lnTo>
                  <a:pt x="244" y="1492"/>
                </a:lnTo>
                <a:lnTo>
                  <a:pt x="243" y="1492"/>
                </a:lnTo>
                <a:lnTo>
                  <a:pt x="242" y="1492"/>
                </a:lnTo>
                <a:lnTo>
                  <a:pt x="242" y="1491"/>
                </a:lnTo>
                <a:lnTo>
                  <a:pt x="242" y="1490"/>
                </a:lnTo>
                <a:lnTo>
                  <a:pt x="241" y="1490"/>
                </a:lnTo>
                <a:lnTo>
                  <a:pt x="240" y="1490"/>
                </a:lnTo>
                <a:lnTo>
                  <a:pt x="240" y="1489"/>
                </a:lnTo>
                <a:lnTo>
                  <a:pt x="239" y="1489"/>
                </a:lnTo>
                <a:lnTo>
                  <a:pt x="238" y="1488"/>
                </a:lnTo>
                <a:lnTo>
                  <a:pt x="237" y="1487"/>
                </a:lnTo>
                <a:lnTo>
                  <a:pt x="235" y="1486"/>
                </a:lnTo>
                <a:lnTo>
                  <a:pt x="234" y="1485"/>
                </a:lnTo>
                <a:lnTo>
                  <a:pt x="233" y="1485"/>
                </a:lnTo>
                <a:lnTo>
                  <a:pt x="233" y="1486"/>
                </a:lnTo>
                <a:lnTo>
                  <a:pt x="232" y="1486"/>
                </a:lnTo>
                <a:lnTo>
                  <a:pt x="231" y="1486"/>
                </a:lnTo>
                <a:lnTo>
                  <a:pt x="230" y="1485"/>
                </a:lnTo>
                <a:lnTo>
                  <a:pt x="230" y="1484"/>
                </a:lnTo>
                <a:lnTo>
                  <a:pt x="229" y="1484"/>
                </a:lnTo>
                <a:lnTo>
                  <a:pt x="228" y="1484"/>
                </a:lnTo>
                <a:lnTo>
                  <a:pt x="226" y="1483"/>
                </a:lnTo>
                <a:lnTo>
                  <a:pt x="225" y="1483"/>
                </a:lnTo>
                <a:lnTo>
                  <a:pt x="224" y="1483"/>
                </a:lnTo>
                <a:lnTo>
                  <a:pt x="222" y="1483"/>
                </a:lnTo>
                <a:lnTo>
                  <a:pt x="221" y="1483"/>
                </a:lnTo>
                <a:lnTo>
                  <a:pt x="221" y="1484"/>
                </a:lnTo>
                <a:lnTo>
                  <a:pt x="220" y="1484"/>
                </a:lnTo>
                <a:lnTo>
                  <a:pt x="219" y="1484"/>
                </a:lnTo>
                <a:lnTo>
                  <a:pt x="218" y="1484"/>
                </a:lnTo>
                <a:lnTo>
                  <a:pt x="218" y="1483"/>
                </a:lnTo>
                <a:lnTo>
                  <a:pt x="217" y="1483"/>
                </a:lnTo>
                <a:lnTo>
                  <a:pt x="215" y="1483"/>
                </a:lnTo>
                <a:lnTo>
                  <a:pt x="214" y="1483"/>
                </a:lnTo>
                <a:lnTo>
                  <a:pt x="214" y="1484"/>
                </a:lnTo>
                <a:lnTo>
                  <a:pt x="213" y="1485"/>
                </a:lnTo>
                <a:lnTo>
                  <a:pt x="213" y="1486"/>
                </a:lnTo>
                <a:lnTo>
                  <a:pt x="214" y="1487"/>
                </a:lnTo>
                <a:lnTo>
                  <a:pt x="213" y="1488"/>
                </a:lnTo>
                <a:lnTo>
                  <a:pt x="212" y="1488"/>
                </a:lnTo>
                <a:lnTo>
                  <a:pt x="211" y="1488"/>
                </a:lnTo>
                <a:lnTo>
                  <a:pt x="211" y="1487"/>
                </a:lnTo>
                <a:lnTo>
                  <a:pt x="210" y="1486"/>
                </a:lnTo>
                <a:lnTo>
                  <a:pt x="209" y="1487"/>
                </a:lnTo>
                <a:lnTo>
                  <a:pt x="207" y="1489"/>
                </a:lnTo>
                <a:lnTo>
                  <a:pt x="206" y="1489"/>
                </a:lnTo>
                <a:lnTo>
                  <a:pt x="205" y="1489"/>
                </a:lnTo>
                <a:lnTo>
                  <a:pt x="205" y="1488"/>
                </a:lnTo>
                <a:lnTo>
                  <a:pt x="204" y="1487"/>
                </a:lnTo>
                <a:lnTo>
                  <a:pt x="204" y="1486"/>
                </a:lnTo>
                <a:lnTo>
                  <a:pt x="203" y="1484"/>
                </a:lnTo>
                <a:lnTo>
                  <a:pt x="203" y="1483"/>
                </a:lnTo>
                <a:lnTo>
                  <a:pt x="202" y="1482"/>
                </a:lnTo>
                <a:lnTo>
                  <a:pt x="202" y="1480"/>
                </a:lnTo>
                <a:lnTo>
                  <a:pt x="202" y="1479"/>
                </a:lnTo>
                <a:lnTo>
                  <a:pt x="202" y="1478"/>
                </a:lnTo>
                <a:lnTo>
                  <a:pt x="203" y="1476"/>
                </a:lnTo>
                <a:lnTo>
                  <a:pt x="203" y="1475"/>
                </a:lnTo>
                <a:lnTo>
                  <a:pt x="203" y="1474"/>
                </a:lnTo>
                <a:lnTo>
                  <a:pt x="203" y="1473"/>
                </a:lnTo>
                <a:lnTo>
                  <a:pt x="203" y="1472"/>
                </a:lnTo>
                <a:lnTo>
                  <a:pt x="202" y="1471"/>
                </a:lnTo>
                <a:lnTo>
                  <a:pt x="202" y="1470"/>
                </a:lnTo>
                <a:lnTo>
                  <a:pt x="201" y="1469"/>
                </a:lnTo>
                <a:lnTo>
                  <a:pt x="199" y="1467"/>
                </a:lnTo>
                <a:lnTo>
                  <a:pt x="199" y="1466"/>
                </a:lnTo>
                <a:lnTo>
                  <a:pt x="199" y="1465"/>
                </a:lnTo>
                <a:lnTo>
                  <a:pt x="199" y="1464"/>
                </a:lnTo>
                <a:lnTo>
                  <a:pt x="200" y="1464"/>
                </a:lnTo>
                <a:lnTo>
                  <a:pt x="201" y="1463"/>
                </a:lnTo>
                <a:lnTo>
                  <a:pt x="201" y="1462"/>
                </a:lnTo>
                <a:lnTo>
                  <a:pt x="200" y="1461"/>
                </a:lnTo>
                <a:lnTo>
                  <a:pt x="199" y="1461"/>
                </a:lnTo>
                <a:lnTo>
                  <a:pt x="198" y="1461"/>
                </a:lnTo>
                <a:lnTo>
                  <a:pt x="197" y="1461"/>
                </a:lnTo>
                <a:lnTo>
                  <a:pt x="195" y="1460"/>
                </a:lnTo>
                <a:lnTo>
                  <a:pt x="194" y="1460"/>
                </a:lnTo>
                <a:lnTo>
                  <a:pt x="193" y="1460"/>
                </a:lnTo>
                <a:lnTo>
                  <a:pt x="191" y="1460"/>
                </a:lnTo>
                <a:lnTo>
                  <a:pt x="190" y="1459"/>
                </a:lnTo>
                <a:lnTo>
                  <a:pt x="189" y="1459"/>
                </a:lnTo>
                <a:lnTo>
                  <a:pt x="188" y="1459"/>
                </a:lnTo>
                <a:lnTo>
                  <a:pt x="187" y="1459"/>
                </a:lnTo>
                <a:lnTo>
                  <a:pt x="186" y="1459"/>
                </a:lnTo>
                <a:lnTo>
                  <a:pt x="185" y="1459"/>
                </a:lnTo>
                <a:lnTo>
                  <a:pt x="184" y="1460"/>
                </a:lnTo>
                <a:lnTo>
                  <a:pt x="183" y="1460"/>
                </a:lnTo>
                <a:lnTo>
                  <a:pt x="182" y="1460"/>
                </a:lnTo>
                <a:lnTo>
                  <a:pt x="182" y="1459"/>
                </a:lnTo>
                <a:lnTo>
                  <a:pt x="181" y="1459"/>
                </a:lnTo>
                <a:lnTo>
                  <a:pt x="179" y="1459"/>
                </a:lnTo>
                <a:lnTo>
                  <a:pt x="178" y="1458"/>
                </a:lnTo>
                <a:lnTo>
                  <a:pt x="176" y="1458"/>
                </a:lnTo>
                <a:lnTo>
                  <a:pt x="175" y="1457"/>
                </a:lnTo>
                <a:lnTo>
                  <a:pt x="175" y="1456"/>
                </a:lnTo>
                <a:lnTo>
                  <a:pt x="176" y="1455"/>
                </a:lnTo>
                <a:lnTo>
                  <a:pt x="175" y="1454"/>
                </a:lnTo>
                <a:lnTo>
                  <a:pt x="174" y="1453"/>
                </a:lnTo>
                <a:lnTo>
                  <a:pt x="173" y="1453"/>
                </a:lnTo>
                <a:lnTo>
                  <a:pt x="172" y="1452"/>
                </a:lnTo>
                <a:lnTo>
                  <a:pt x="172" y="1453"/>
                </a:lnTo>
                <a:lnTo>
                  <a:pt x="171" y="1454"/>
                </a:lnTo>
                <a:lnTo>
                  <a:pt x="169" y="1454"/>
                </a:lnTo>
                <a:lnTo>
                  <a:pt x="169" y="1455"/>
                </a:lnTo>
                <a:lnTo>
                  <a:pt x="168" y="1454"/>
                </a:lnTo>
                <a:lnTo>
                  <a:pt x="167" y="1455"/>
                </a:lnTo>
                <a:lnTo>
                  <a:pt x="166" y="1455"/>
                </a:lnTo>
                <a:lnTo>
                  <a:pt x="165" y="1455"/>
                </a:lnTo>
                <a:lnTo>
                  <a:pt x="164" y="1455"/>
                </a:lnTo>
                <a:lnTo>
                  <a:pt x="163" y="1454"/>
                </a:lnTo>
                <a:lnTo>
                  <a:pt x="162" y="1454"/>
                </a:lnTo>
                <a:lnTo>
                  <a:pt x="161" y="1454"/>
                </a:lnTo>
                <a:lnTo>
                  <a:pt x="160" y="1454"/>
                </a:lnTo>
                <a:lnTo>
                  <a:pt x="159" y="1456"/>
                </a:lnTo>
                <a:lnTo>
                  <a:pt x="158" y="1456"/>
                </a:lnTo>
                <a:lnTo>
                  <a:pt x="157" y="1456"/>
                </a:lnTo>
                <a:lnTo>
                  <a:pt x="156" y="1456"/>
                </a:lnTo>
                <a:lnTo>
                  <a:pt x="155" y="1456"/>
                </a:lnTo>
                <a:lnTo>
                  <a:pt x="154" y="1456"/>
                </a:lnTo>
                <a:lnTo>
                  <a:pt x="154" y="1457"/>
                </a:lnTo>
                <a:lnTo>
                  <a:pt x="153" y="1457"/>
                </a:lnTo>
                <a:lnTo>
                  <a:pt x="152" y="1457"/>
                </a:lnTo>
                <a:lnTo>
                  <a:pt x="151" y="1458"/>
                </a:lnTo>
                <a:lnTo>
                  <a:pt x="150" y="1458"/>
                </a:lnTo>
                <a:lnTo>
                  <a:pt x="150" y="1459"/>
                </a:lnTo>
                <a:lnTo>
                  <a:pt x="150" y="1460"/>
                </a:lnTo>
                <a:lnTo>
                  <a:pt x="150" y="1461"/>
                </a:lnTo>
                <a:lnTo>
                  <a:pt x="151" y="1462"/>
                </a:lnTo>
                <a:lnTo>
                  <a:pt x="150" y="1462"/>
                </a:lnTo>
                <a:lnTo>
                  <a:pt x="149" y="1462"/>
                </a:lnTo>
                <a:lnTo>
                  <a:pt x="149" y="1463"/>
                </a:lnTo>
                <a:lnTo>
                  <a:pt x="148" y="1464"/>
                </a:lnTo>
                <a:lnTo>
                  <a:pt x="147" y="1463"/>
                </a:lnTo>
                <a:lnTo>
                  <a:pt x="146" y="1463"/>
                </a:lnTo>
                <a:lnTo>
                  <a:pt x="146" y="1462"/>
                </a:lnTo>
                <a:lnTo>
                  <a:pt x="145" y="1461"/>
                </a:lnTo>
                <a:lnTo>
                  <a:pt x="145" y="1460"/>
                </a:lnTo>
                <a:lnTo>
                  <a:pt x="144" y="1459"/>
                </a:lnTo>
                <a:lnTo>
                  <a:pt x="144" y="1457"/>
                </a:lnTo>
                <a:lnTo>
                  <a:pt x="142" y="1455"/>
                </a:lnTo>
                <a:lnTo>
                  <a:pt x="142" y="1454"/>
                </a:lnTo>
                <a:lnTo>
                  <a:pt x="142" y="1452"/>
                </a:lnTo>
                <a:lnTo>
                  <a:pt x="142" y="1451"/>
                </a:lnTo>
                <a:lnTo>
                  <a:pt x="141" y="1451"/>
                </a:lnTo>
                <a:lnTo>
                  <a:pt x="142" y="1450"/>
                </a:lnTo>
                <a:lnTo>
                  <a:pt x="142" y="1449"/>
                </a:lnTo>
                <a:lnTo>
                  <a:pt x="141" y="1449"/>
                </a:lnTo>
                <a:lnTo>
                  <a:pt x="137" y="1449"/>
                </a:lnTo>
                <a:lnTo>
                  <a:pt x="136" y="1450"/>
                </a:lnTo>
                <a:lnTo>
                  <a:pt x="136" y="1452"/>
                </a:lnTo>
                <a:lnTo>
                  <a:pt x="135" y="1452"/>
                </a:lnTo>
                <a:lnTo>
                  <a:pt x="133" y="1453"/>
                </a:lnTo>
                <a:lnTo>
                  <a:pt x="131" y="1453"/>
                </a:lnTo>
                <a:lnTo>
                  <a:pt x="130" y="1452"/>
                </a:lnTo>
                <a:lnTo>
                  <a:pt x="129" y="1452"/>
                </a:lnTo>
                <a:lnTo>
                  <a:pt x="128" y="1451"/>
                </a:lnTo>
                <a:lnTo>
                  <a:pt x="128" y="1450"/>
                </a:lnTo>
                <a:lnTo>
                  <a:pt x="128" y="1449"/>
                </a:lnTo>
                <a:lnTo>
                  <a:pt x="128" y="1448"/>
                </a:lnTo>
                <a:lnTo>
                  <a:pt x="127" y="1447"/>
                </a:lnTo>
                <a:lnTo>
                  <a:pt x="127" y="1446"/>
                </a:lnTo>
                <a:lnTo>
                  <a:pt x="127" y="1445"/>
                </a:lnTo>
                <a:lnTo>
                  <a:pt x="126" y="1445"/>
                </a:lnTo>
                <a:lnTo>
                  <a:pt x="125" y="1445"/>
                </a:lnTo>
                <a:lnTo>
                  <a:pt x="124" y="1446"/>
                </a:lnTo>
                <a:lnTo>
                  <a:pt x="123" y="1446"/>
                </a:lnTo>
                <a:lnTo>
                  <a:pt x="122" y="1447"/>
                </a:lnTo>
                <a:lnTo>
                  <a:pt x="121" y="1447"/>
                </a:lnTo>
                <a:lnTo>
                  <a:pt x="120" y="1447"/>
                </a:lnTo>
                <a:lnTo>
                  <a:pt x="119" y="1447"/>
                </a:lnTo>
                <a:lnTo>
                  <a:pt x="119" y="1448"/>
                </a:lnTo>
                <a:lnTo>
                  <a:pt x="118" y="1448"/>
                </a:lnTo>
                <a:lnTo>
                  <a:pt x="118" y="1449"/>
                </a:lnTo>
                <a:lnTo>
                  <a:pt x="118" y="1450"/>
                </a:lnTo>
                <a:lnTo>
                  <a:pt x="117" y="1450"/>
                </a:lnTo>
                <a:lnTo>
                  <a:pt x="116" y="1451"/>
                </a:lnTo>
                <a:lnTo>
                  <a:pt x="115" y="1451"/>
                </a:lnTo>
                <a:lnTo>
                  <a:pt x="113" y="1451"/>
                </a:lnTo>
                <a:lnTo>
                  <a:pt x="112" y="1452"/>
                </a:lnTo>
                <a:lnTo>
                  <a:pt x="112" y="1451"/>
                </a:lnTo>
                <a:lnTo>
                  <a:pt x="110" y="1449"/>
                </a:lnTo>
                <a:lnTo>
                  <a:pt x="109" y="1448"/>
                </a:lnTo>
                <a:lnTo>
                  <a:pt x="109" y="1447"/>
                </a:lnTo>
                <a:lnTo>
                  <a:pt x="108" y="1446"/>
                </a:lnTo>
                <a:lnTo>
                  <a:pt x="107" y="1446"/>
                </a:lnTo>
                <a:lnTo>
                  <a:pt x="106" y="1446"/>
                </a:lnTo>
                <a:lnTo>
                  <a:pt x="106" y="1447"/>
                </a:lnTo>
                <a:lnTo>
                  <a:pt x="106" y="1448"/>
                </a:lnTo>
                <a:lnTo>
                  <a:pt x="105" y="1448"/>
                </a:lnTo>
                <a:lnTo>
                  <a:pt x="105" y="1447"/>
                </a:lnTo>
                <a:lnTo>
                  <a:pt x="104" y="1447"/>
                </a:lnTo>
                <a:lnTo>
                  <a:pt x="104" y="1443"/>
                </a:lnTo>
                <a:lnTo>
                  <a:pt x="104" y="1442"/>
                </a:lnTo>
                <a:lnTo>
                  <a:pt x="103" y="1441"/>
                </a:lnTo>
                <a:lnTo>
                  <a:pt x="102" y="1441"/>
                </a:lnTo>
                <a:lnTo>
                  <a:pt x="101" y="1440"/>
                </a:lnTo>
                <a:lnTo>
                  <a:pt x="101" y="1438"/>
                </a:lnTo>
                <a:lnTo>
                  <a:pt x="102" y="1438"/>
                </a:lnTo>
                <a:lnTo>
                  <a:pt x="102" y="1437"/>
                </a:lnTo>
                <a:lnTo>
                  <a:pt x="103" y="1437"/>
                </a:lnTo>
                <a:lnTo>
                  <a:pt x="104" y="1437"/>
                </a:lnTo>
                <a:lnTo>
                  <a:pt x="104" y="1436"/>
                </a:lnTo>
                <a:lnTo>
                  <a:pt x="104" y="1434"/>
                </a:lnTo>
                <a:lnTo>
                  <a:pt x="102" y="1432"/>
                </a:lnTo>
                <a:lnTo>
                  <a:pt x="102" y="1431"/>
                </a:lnTo>
                <a:lnTo>
                  <a:pt x="103" y="1431"/>
                </a:lnTo>
                <a:lnTo>
                  <a:pt x="104" y="1430"/>
                </a:lnTo>
                <a:lnTo>
                  <a:pt x="105" y="1430"/>
                </a:lnTo>
                <a:lnTo>
                  <a:pt x="105" y="1429"/>
                </a:lnTo>
                <a:lnTo>
                  <a:pt x="106" y="1428"/>
                </a:lnTo>
                <a:lnTo>
                  <a:pt x="106" y="1427"/>
                </a:lnTo>
                <a:lnTo>
                  <a:pt x="107" y="1427"/>
                </a:lnTo>
                <a:lnTo>
                  <a:pt x="108" y="1426"/>
                </a:lnTo>
                <a:lnTo>
                  <a:pt x="109" y="1426"/>
                </a:lnTo>
                <a:lnTo>
                  <a:pt x="110" y="1426"/>
                </a:lnTo>
                <a:lnTo>
                  <a:pt x="111" y="1426"/>
                </a:lnTo>
                <a:lnTo>
                  <a:pt x="112" y="1427"/>
                </a:lnTo>
                <a:lnTo>
                  <a:pt x="113" y="1428"/>
                </a:lnTo>
                <a:lnTo>
                  <a:pt x="114" y="1428"/>
                </a:lnTo>
                <a:lnTo>
                  <a:pt x="115" y="1428"/>
                </a:lnTo>
                <a:lnTo>
                  <a:pt x="115" y="1427"/>
                </a:lnTo>
                <a:lnTo>
                  <a:pt x="115" y="1425"/>
                </a:lnTo>
                <a:lnTo>
                  <a:pt x="116" y="1425"/>
                </a:lnTo>
                <a:lnTo>
                  <a:pt x="117" y="1425"/>
                </a:lnTo>
                <a:lnTo>
                  <a:pt x="118" y="1425"/>
                </a:lnTo>
                <a:lnTo>
                  <a:pt x="118" y="1424"/>
                </a:lnTo>
                <a:lnTo>
                  <a:pt x="119" y="1424"/>
                </a:lnTo>
                <a:lnTo>
                  <a:pt x="120" y="1425"/>
                </a:lnTo>
                <a:lnTo>
                  <a:pt x="120" y="1426"/>
                </a:lnTo>
                <a:lnTo>
                  <a:pt x="121" y="1427"/>
                </a:lnTo>
                <a:lnTo>
                  <a:pt x="122" y="1427"/>
                </a:lnTo>
                <a:lnTo>
                  <a:pt x="123" y="1427"/>
                </a:lnTo>
                <a:lnTo>
                  <a:pt x="123" y="1426"/>
                </a:lnTo>
                <a:lnTo>
                  <a:pt x="124" y="1425"/>
                </a:lnTo>
                <a:lnTo>
                  <a:pt x="125" y="1424"/>
                </a:lnTo>
                <a:lnTo>
                  <a:pt x="127" y="1423"/>
                </a:lnTo>
                <a:lnTo>
                  <a:pt x="128" y="1422"/>
                </a:lnTo>
                <a:lnTo>
                  <a:pt x="129" y="1422"/>
                </a:lnTo>
                <a:lnTo>
                  <a:pt x="130" y="1421"/>
                </a:lnTo>
                <a:lnTo>
                  <a:pt x="130" y="1422"/>
                </a:lnTo>
                <a:lnTo>
                  <a:pt x="131" y="1422"/>
                </a:lnTo>
                <a:lnTo>
                  <a:pt x="132" y="1422"/>
                </a:lnTo>
                <a:lnTo>
                  <a:pt x="132" y="1423"/>
                </a:lnTo>
                <a:lnTo>
                  <a:pt x="133" y="1424"/>
                </a:lnTo>
                <a:lnTo>
                  <a:pt x="134" y="1424"/>
                </a:lnTo>
                <a:lnTo>
                  <a:pt x="135" y="1425"/>
                </a:lnTo>
                <a:lnTo>
                  <a:pt x="136" y="1426"/>
                </a:lnTo>
                <a:lnTo>
                  <a:pt x="137" y="1428"/>
                </a:lnTo>
                <a:lnTo>
                  <a:pt x="137" y="1429"/>
                </a:lnTo>
                <a:lnTo>
                  <a:pt x="138" y="1429"/>
                </a:lnTo>
                <a:lnTo>
                  <a:pt x="138" y="1430"/>
                </a:lnTo>
                <a:lnTo>
                  <a:pt x="139" y="1430"/>
                </a:lnTo>
                <a:lnTo>
                  <a:pt x="141" y="1429"/>
                </a:lnTo>
                <a:lnTo>
                  <a:pt x="142" y="1429"/>
                </a:lnTo>
                <a:lnTo>
                  <a:pt x="143" y="1429"/>
                </a:lnTo>
                <a:lnTo>
                  <a:pt x="144" y="1429"/>
                </a:lnTo>
                <a:lnTo>
                  <a:pt x="145" y="1429"/>
                </a:lnTo>
                <a:lnTo>
                  <a:pt x="146" y="1428"/>
                </a:lnTo>
                <a:lnTo>
                  <a:pt x="147" y="1428"/>
                </a:lnTo>
                <a:lnTo>
                  <a:pt x="148" y="1428"/>
                </a:lnTo>
                <a:lnTo>
                  <a:pt x="148" y="1427"/>
                </a:lnTo>
                <a:lnTo>
                  <a:pt x="149" y="1427"/>
                </a:lnTo>
                <a:lnTo>
                  <a:pt x="149" y="1426"/>
                </a:lnTo>
                <a:lnTo>
                  <a:pt x="149" y="1425"/>
                </a:lnTo>
                <a:lnTo>
                  <a:pt x="149" y="1424"/>
                </a:lnTo>
                <a:lnTo>
                  <a:pt x="150" y="1423"/>
                </a:lnTo>
                <a:lnTo>
                  <a:pt x="151" y="1422"/>
                </a:lnTo>
                <a:lnTo>
                  <a:pt x="152" y="1422"/>
                </a:lnTo>
                <a:lnTo>
                  <a:pt x="153" y="1422"/>
                </a:lnTo>
                <a:lnTo>
                  <a:pt x="155" y="1422"/>
                </a:lnTo>
                <a:lnTo>
                  <a:pt x="156" y="1421"/>
                </a:lnTo>
                <a:lnTo>
                  <a:pt x="157" y="1421"/>
                </a:lnTo>
                <a:lnTo>
                  <a:pt x="158" y="1421"/>
                </a:lnTo>
                <a:lnTo>
                  <a:pt x="160" y="1420"/>
                </a:lnTo>
                <a:lnTo>
                  <a:pt x="161" y="1420"/>
                </a:lnTo>
                <a:lnTo>
                  <a:pt x="163" y="1419"/>
                </a:lnTo>
                <a:lnTo>
                  <a:pt x="165" y="1418"/>
                </a:lnTo>
                <a:lnTo>
                  <a:pt x="166" y="1418"/>
                </a:lnTo>
                <a:lnTo>
                  <a:pt x="167" y="1418"/>
                </a:lnTo>
                <a:lnTo>
                  <a:pt x="168" y="1418"/>
                </a:lnTo>
                <a:lnTo>
                  <a:pt x="169" y="1418"/>
                </a:lnTo>
                <a:lnTo>
                  <a:pt x="170" y="1418"/>
                </a:lnTo>
                <a:lnTo>
                  <a:pt x="170" y="1417"/>
                </a:lnTo>
                <a:lnTo>
                  <a:pt x="171" y="1416"/>
                </a:lnTo>
                <a:lnTo>
                  <a:pt x="171" y="1415"/>
                </a:lnTo>
                <a:lnTo>
                  <a:pt x="172" y="1414"/>
                </a:lnTo>
                <a:lnTo>
                  <a:pt x="172" y="1413"/>
                </a:lnTo>
                <a:lnTo>
                  <a:pt x="172" y="1412"/>
                </a:lnTo>
                <a:lnTo>
                  <a:pt x="171" y="1411"/>
                </a:lnTo>
                <a:lnTo>
                  <a:pt x="171" y="1410"/>
                </a:lnTo>
                <a:lnTo>
                  <a:pt x="171" y="1409"/>
                </a:lnTo>
                <a:lnTo>
                  <a:pt x="173" y="1407"/>
                </a:lnTo>
                <a:lnTo>
                  <a:pt x="174" y="1407"/>
                </a:lnTo>
                <a:lnTo>
                  <a:pt x="173" y="1405"/>
                </a:lnTo>
                <a:lnTo>
                  <a:pt x="172" y="1401"/>
                </a:lnTo>
                <a:lnTo>
                  <a:pt x="171" y="1401"/>
                </a:lnTo>
                <a:lnTo>
                  <a:pt x="169" y="1399"/>
                </a:lnTo>
                <a:lnTo>
                  <a:pt x="168" y="1398"/>
                </a:lnTo>
                <a:lnTo>
                  <a:pt x="167" y="1397"/>
                </a:lnTo>
                <a:lnTo>
                  <a:pt x="166" y="1397"/>
                </a:lnTo>
                <a:lnTo>
                  <a:pt x="166" y="1396"/>
                </a:lnTo>
                <a:lnTo>
                  <a:pt x="166" y="1395"/>
                </a:lnTo>
                <a:lnTo>
                  <a:pt x="165" y="1395"/>
                </a:lnTo>
                <a:lnTo>
                  <a:pt x="164" y="1395"/>
                </a:lnTo>
                <a:lnTo>
                  <a:pt x="162" y="1396"/>
                </a:lnTo>
                <a:lnTo>
                  <a:pt x="161" y="1396"/>
                </a:lnTo>
                <a:lnTo>
                  <a:pt x="159" y="1395"/>
                </a:lnTo>
                <a:lnTo>
                  <a:pt x="158" y="1395"/>
                </a:lnTo>
                <a:lnTo>
                  <a:pt x="158" y="1394"/>
                </a:lnTo>
                <a:lnTo>
                  <a:pt x="157" y="1394"/>
                </a:lnTo>
                <a:lnTo>
                  <a:pt x="158" y="1394"/>
                </a:lnTo>
                <a:lnTo>
                  <a:pt x="158" y="1393"/>
                </a:lnTo>
                <a:lnTo>
                  <a:pt x="157" y="1392"/>
                </a:lnTo>
                <a:lnTo>
                  <a:pt x="156" y="1392"/>
                </a:lnTo>
                <a:lnTo>
                  <a:pt x="153" y="1390"/>
                </a:lnTo>
                <a:lnTo>
                  <a:pt x="152" y="1390"/>
                </a:lnTo>
                <a:lnTo>
                  <a:pt x="152" y="1389"/>
                </a:lnTo>
                <a:lnTo>
                  <a:pt x="151" y="1389"/>
                </a:lnTo>
                <a:lnTo>
                  <a:pt x="151" y="1388"/>
                </a:lnTo>
                <a:lnTo>
                  <a:pt x="150" y="1388"/>
                </a:lnTo>
                <a:lnTo>
                  <a:pt x="150" y="1387"/>
                </a:lnTo>
                <a:lnTo>
                  <a:pt x="150" y="1386"/>
                </a:lnTo>
                <a:lnTo>
                  <a:pt x="149" y="1384"/>
                </a:lnTo>
                <a:lnTo>
                  <a:pt x="149" y="1383"/>
                </a:lnTo>
                <a:lnTo>
                  <a:pt x="149" y="1382"/>
                </a:lnTo>
                <a:lnTo>
                  <a:pt x="149" y="1381"/>
                </a:lnTo>
                <a:lnTo>
                  <a:pt x="148" y="1380"/>
                </a:lnTo>
                <a:lnTo>
                  <a:pt x="147" y="1378"/>
                </a:lnTo>
                <a:lnTo>
                  <a:pt x="146" y="1377"/>
                </a:lnTo>
                <a:lnTo>
                  <a:pt x="146" y="1376"/>
                </a:lnTo>
                <a:lnTo>
                  <a:pt x="147" y="1376"/>
                </a:lnTo>
                <a:lnTo>
                  <a:pt x="147" y="1375"/>
                </a:lnTo>
                <a:lnTo>
                  <a:pt x="149" y="1375"/>
                </a:lnTo>
                <a:lnTo>
                  <a:pt x="149" y="1374"/>
                </a:lnTo>
                <a:lnTo>
                  <a:pt x="149" y="1373"/>
                </a:lnTo>
                <a:lnTo>
                  <a:pt x="149" y="1371"/>
                </a:lnTo>
                <a:lnTo>
                  <a:pt x="149" y="1370"/>
                </a:lnTo>
                <a:lnTo>
                  <a:pt x="150" y="1370"/>
                </a:lnTo>
                <a:lnTo>
                  <a:pt x="151" y="1370"/>
                </a:lnTo>
                <a:lnTo>
                  <a:pt x="152" y="1369"/>
                </a:lnTo>
                <a:lnTo>
                  <a:pt x="154" y="1367"/>
                </a:lnTo>
                <a:lnTo>
                  <a:pt x="155" y="1366"/>
                </a:lnTo>
                <a:lnTo>
                  <a:pt x="156" y="1365"/>
                </a:lnTo>
                <a:lnTo>
                  <a:pt x="157" y="1365"/>
                </a:lnTo>
                <a:lnTo>
                  <a:pt x="157" y="1364"/>
                </a:lnTo>
                <a:lnTo>
                  <a:pt x="158" y="1363"/>
                </a:lnTo>
                <a:lnTo>
                  <a:pt x="159" y="1363"/>
                </a:lnTo>
                <a:lnTo>
                  <a:pt x="158" y="1362"/>
                </a:lnTo>
                <a:lnTo>
                  <a:pt x="158" y="1361"/>
                </a:lnTo>
                <a:lnTo>
                  <a:pt x="157" y="1361"/>
                </a:lnTo>
                <a:lnTo>
                  <a:pt x="156" y="1360"/>
                </a:lnTo>
                <a:lnTo>
                  <a:pt x="155" y="1359"/>
                </a:lnTo>
                <a:lnTo>
                  <a:pt x="153" y="1358"/>
                </a:lnTo>
                <a:lnTo>
                  <a:pt x="151" y="1357"/>
                </a:lnTo>
                <a:lnTo>
                  <a:pt x="150" y="1356"/>
                </a:lnTo>
                <a:lnTo>
                  <a:pt x="149" y="1356"/>
                </a:lnTo>
                <a:lnTo>
                  <a:pt x="149" y="1355"/>
                </a:lnTo>
                <a:lnTo>
                  <a:pt x="149" y="1354"/>
                </a:lnTo>
                <a:lnTo>
                  <a:pt x="149" y="1353"/>
                </a:lnTo>
                <a:lnTo>
                  <a:pt x="150" y="1353"/>
                </a:lnTo>
                <a:lnTo>
                  <a:pt x="151" y="1351"/>
                </a:lnTo>
                <a:lnTo>
                  <a:pt x="151" y="1350"/>
                </a:lnTo>
                <a:lnTo>
                  <a:pt x="150" y="1350"/>
                </a:lnTo>
                <a:lnTo>
                  <a:pt x="150" y="1348"/>
                </a:lnTo>
                <a:lnTo>
                  <a:pt x="149" y="1347"/>
                </a:lnTo>
                <a:lnTo>
                  <a:pt x="149" y="1346"/>
                </a:lnTo>
                <a:lnTo>
                  <a:pt x="149" y="1345"/>
                </a:lnTo>
                <a:lnTo>
                  <a:pt x="149" y="1344"/>
                </a:lnTo>
                <a:lnTo>
                  <a:pt x="148" y="1342"/>
                </a:lnTo>
                <a:lnTo>
                  <a:pt x="148" y="1341"/>
                </a:lnTo>
                <a:lnTo>
                  <a:pt x="148" y="1340"/>
                </a:lnTo>
                <a:lnTo>
                  <a:pt x="149" y="1339"/>
                </a:lnTo>
                <a:lnTo>
                  <a:pt x="149" y="1338"/>
                </a:lnTo>
                <a:lnTo>
                  <a:pt x="150" y="1337"/>
                </a:lnTo>
                <a:lnTo>
                  <a:pt x="150" y="1336"/>
                </a:lnTo>
                <a:lnTo>
                  <a:pt x="150" y="1334"/>
                </a:lnTo>
                <a:lnTo>
                  <a:pt x="150" y="1333"/>
                </a:lnTo>
                <a:lnTo>
                  <a:pt x="149" y="1333"/>
                </a:lnTo>
                <a:lnTo>
                  <a:pt x="149" y="1332"/>
                </a:lnTo>
                <a:lnTo>
                  <a:pt x="148" y="1332"/>
                </a:lnTo>
                <a:lnTo>
                  <a:pt x="148" y="1333"/>
                </a:lnTo>
                <a:lnTo>
                  <a:pt x="146" y="1333"/>
                </a:lnTo>
                <a:lnTo>
                  <a:pt x="145" y="1333"/>
                </a:lnTo>
                <a:lnTo>
                  <a:pt x="144" y="1333"/>
                </a:lnTo>
                <a:lnTo>
                  <a:pt x="143" y="1331"/>
                </a:lnTo>
                <a:lnTo>
                  <a:pt x="143" y="1329"/>
                </a:lnTo>
                <a:lnTo>
                  <a:pt x="142" y="1328"/>
                </a:lnTo>
                <a:lnTo>
                  <a:pt x="141" y="1327"/>
                </a:lnTo>
                <a:lnTo>
                  <a:pt x="140" y="1327"/>
                </a:lnTo>
                <a:lnTo>
                  <a:pt x="139" y="1325"/>
                </a:lnTo>
                <a:lnTo>
                  <a:pt x="138" y="1324"/>
                </a:lnTo>
                <a:lnTo>
                  <a:pt x="138" y="1323"/>
                </a:lnTo>
                <a:lnTo>
                  <a:pt x="138" y="1321"/>
                </a:lnTo>
                <a:lnTo>
                  <a:pt x="138" y="1319"/>
                </a:lnTo>
                <a:lnTo>
                  <a:pt x="138" y="1318"/>
                </a:lnTo>
                <a:lnTo>
                  <a:pt x="138" y="1315"/>
                </a:lnTo>
                <a:lnTo>
                  <a:pt x="138" y="1313"/>
                </a:lnTo>
                <a:lnTo>
                  <a:pt x="138" y="1312"/>
                </a:lnTo>
                <a:lnTo>
                  <a:pt x="138" y="1310"/>
                </a:lnTo>
                <a:lnTo>
                  <a:pt x="137" y="1307"/>
                </a:lnTo>
                <a:lnTo>
                  <a:pt x="136" y="1305"/>
                </a:lnTo>
                <a:lnTo>
                  <a:pt x="136" y="1304"/>
                </a:lnTo>
                <a:lnTo>
                  <a:pt x="137" y="1303"/>
                </a:lnTo>
                <a:lnTo>
                  <a:pt x="137" y="1302"/>
                </a:lnTo>
                <a:lnTo>
                  <a:pt x="137" y="1301"/>
                </a:lnTo>
                <a:lnTo>
                  <a:pt x="136" y="1299"/>
                </a:lnTo>
                <a:lnTo>
                  <a:pt x="136" y="1298"/>
                </a:lnTo>
                <a:lnTo>
                  <a:pt x="136" y="1297"/>
                </a:lnTo>
                <a:lnTo>
                  <a:pt x="136" y="1296"/>
                </a:lnTo>
                <a:lnTo>
                  <a:pt x="137" y="1294"/>
                </a:lnTo>
                <a:lnTo>
                  <a:pt x="138" y="1293"/>
                </a:lnTo>
                <a:lnTo>
                  <a:pt x="139" y="1293"/>
                </a:lnTo>
                <a:lnTo>
                  <a:pt x="140" y="1293"/>
                </a:lnTo>
                <a:lnTo>
                  <a:pt x="140" y="1292"/>
                </a:lnTo>
                <a:lnTo>
                  <a:pt x="141" y="1291"/>
                </a:lnTo>
                <a:lnTo>
                  <a:pt x="142" y="1289"/>
                </a:lnTo>
                <a:lnTo>
                  <a:pt x="143" y="1287"/>
                </a:lnTo>
                <a:lnTo>
                  <a:pt x="144" y="1286"/>
                </a:lnTo>
                <a:lnTo>
                  <a:pt x="144" y="1285"/>
                </a:lnTo>
                <a:lnTo>
                  <a:pt x="144" y="1284"/>
                </a:lnTo>
                <a:lnTo>
                  <a:pt x="144" y="1283"/>
                </a:lnTo>
                <a:lnTo>
                  <a:pt x="143" y="1282"/>
                </a:lnTo>
                <a:lnTo>
                  <a:pt x="143" y="1280"/>
                </a:lnTo>
                <a:lnTo>
                  <a:pt x="143" y="1279"/>
                </a:lnTo>
                <a:lnTo>
                  <a:pt x="143" y="1278"/>
                </a:lnTo>
                <a:lnTo>
                  <a:pt x="142" y="1278"/>
                </a:lnTo>
                <a:lnTo>
                  <a:pt x="142" y="1277"/>
                </a:lnTo>
                <a:lnTo>
                  <a:pt x="141" y="1277"/>
                </a:lnTo>
                <a:lnTo>
                  <a:pt x="140" y="1278"/>
                </a:lnTo>
                <a:lnTo>
                  <a:pt x="139" y="1278"/>
                </a:lnTo>
                <a:lnTo>
                  <a:pt x="138" y="1277"/>
                </a:lnTo>
                <a:lnTo>
                  <a:pt x="138" y="1276"/>
                </a:lnTo>
                <a:lnTo>
                  <a:pt x="138" y="1275"/>
                </a:lnTo>
                <a:lnTo>
                  <a:pt x="137" y="1274"/>
                </a:lnTo>
                <a:lnTo>
                  <a:pt x="136" y="1273"/>
                </a:lnTo>
                <a:lnTo>
                  <a:pt x="135" y="1272"/>
                </a:lnTo>
                <a:lnTo>
                  <a:pt x="134" y="1272"/>
                </a:lnTo>
                <a:lnTo>
                  <a:pt x="133" y="1272"/>
                </a:lnTo>
                <a:lnTo>
                  <a:pt x="132" y="1272"/>
                </a:lnTo>
                <a:lnTo>
                  <a:pt x="130" y="1273"/>
                </a:lnTo>
                <a:lnTo>
                  <a:pt x="130" y="1272"/>
                </a:lnTo>
                <a:lnTo>
                  <a:pt x="129" y="1272"/>
                </a:lnTo>
                <a:lnTo>
                  <a:pt x="128" y="1272"/>
                </a:lnTo>
                <a:lnTo>
                  <a:pt x="127" y="1271"/>
                </a:lnTo>
                <a:lnTo>
                  <a:pt x="126" y="1270"/>
                </a:lnTo>
                <a:lnTo>
                  <a:pt x="124" y="1269"/>
                </a:lnTo>
                <a:lnTo>
                  <a:pt x="122" y="1267"/>
                </a:lnTo>
                <a:lnTo>
                  <a:pt x="122" y="1266"/>
                </a:lnTo>
                <a:lnTo>
                  <a:pt x="120" y="1265"/>
                </a:lnTo>
                <a:lnTo>
                  <a:pt x="119" y="1264"/>
                </a:lnTo>
                <a:lnTo>
                  <a:pt x="118" y="1264"/>
                </a:lnTo>
                <a:lnTo>
                  <a:pt x="117" y="1265"/>
                </a:lnTo>
                <a:lnTo>
                  <a:pt x="116" y="1265"/>
                </a:lnTo>
                <a:lnTo>
                  <a:pt x="115" y="1265"/>
                </a:lnTo>
                <a:lnTo>
                  <a:pt x="114" y="1264"/>
                </a:lnTo>
                <a:lnTo>
                  <a:pt x="112" y="1264"/>
                </a:lnTo>
                <a:lnTo>
                  <a:pt x="111" y="1264"/>
                </a:lnTo>
                <a:lnTo>
                  <a:pt x="110" y="1264"/>
                </a:lnTo>
                <a:lnTo>
                  <a:pt x="110" y="1263"/>
                </a:lnTo>
                <a:lnTo>
                  <a:pt x="109" y="1263"/>
                </a:lnTo>
                <a:lnTo>
                  <a:pt x="108" y="1262"/>
                </a:lnTo>
                <a:lnTo>
                  <a:pt x="107" y="1261"/>
                </a:lnTo>
                <a:lnTo>
                  <a:pt x="106" y="1261"/>
                </a:lnTo>
                <a:lnTo>
                  <a:pt x="105" y="1261"/>
                </a:lnTo>
                <a:lnTo>
                  <a:pt x="104" y="1260"/>
                </a:lnTo>
                <a:lnTo>
                  <a:pt x="102" y="1261"/>
                </a:lnTo>
                <a:lnTo>
                  <a:pt x="101" y="1261"/>
                </a:lnTo>
                <a:lnTo>
                  <a:pt x="100" y="1261"/>
                </a:lnTo>
                <a:lnTo>
                  <a:pt x="99" y="1260"/>
                </a:lnTo>
                <a:lnTo>
                  <a:pt x="96" y="1259"/>
                </a:lnTo>
                <a:lnTo>
                  <a:pt x="95" y="1259"/>
                </a:lnTo>
                <a:lnTo>
                  <a:pt x="94" y="1259"/>
                </a:lnTo>
                <a:lnTo>
                  <a:pt x="93" y="1258"/>
                </a:lnTo>
                <a:lnTo>
                  <a:pt x="92" y="1258"/>
                </a:lnTo>
                <a:lnTo>
                  <a:pt x="90" y="1258"/>
                </a:lnTo>
                <a:lnTo>
                  <a:pt x="87" y="1258"/>
                </a:lnTo>
                <a:lnTo>
                  <a:pt x="86" y="1258"/>
                </a:lnTo>
                <a:lnTo>
                  <a:pt x="85" y="1258"/>
                </a:lnTo>
                <a:lnTo>
                  <a:pt x="84" y="1258"/>
                </a:lnTo>
                <a:lnTo>
                  <a:pt x="82" y="1258"/>
                </a:lnTo>
                <a:lnTo>
                  <a:pt x="81" y="1258"/>
                </a:lnTo>
                <a:lnTo>
                  <a:pt x="78" y="1258"/>
                </a:lnTo>
                <a:lnTo>
                  <a:pt x="76" y="1258"/>
                </a:lnTo>
                <a:lnTo>
                  <a:pt x="75" y="1257"/>
                </a:lnTo>
                <a:lnTo>
                  <a:pt x="74" y="1257"/>
                </a:lnTo>
                <a:lnTo>
                  <a:pt x="73" y="1257"/>
                </a:lnTo>
                <a:lnTo>
                  <a:pt x="70" y="1256"/>
                </a:lnTo>
                <a:lnTo>
                  <a:pt x="69" y="1256"/>
                </a:lnTo>
                <a:lnTo>
                  <a:pt x="68" y="1256"/>
                </a:lnTo>
                <a:lnTo>
                  <a:pt x="67" y="1256"/>
                </a:lnTo>
                <a:lnTo>
                  <a:pt x="66" y="1256"/>
                </a:lnTo>
                <a:lnTo>
                  <a:pt x="65" y="1258"/>
                </a:lnTo>
                <a:lnTo>
                  <a:pt x="65" y="1259"/>
                </a:lnTo>
                <a:lnTo>
                  <a:pt x="65" y="1260"/>
                </a:lnTo>
                <a:lnTo>
                  <a:pt x="65" y="1262"/>
                </a:lnTo>
                <a:lnTo>
                  <a:pt x="64" y="1263"/>
                </a:lnTo>
                <a:lnTo>
                  <a:pt x="63" y="1263"/>
                </a:lnTo>
                <a:lnTo>
                  <a:pt x="62" y="1263"/>
                </a:lnTo>
                <a:lnTo>
                  <a:pt x="61" y="1263"/>
                </a:lnTo>
                <a:lnTo>
                  <a:pt x="61" y="1264"/>
                </a:lnTo>
                <a:lnTo>
                  <a:pt x="60" y="1264"/>
                </a:lnTo>
                <a:lnTo>
                  <a:pt x="59" y="1266"/>
                </a:lnTo>
                <a:lnTo>
                  <a:pt x="59" y="1267"/>
                </a:lnTo>
                <a:lnTo>
                  <a:pt x="60" y="1268"/>
                </a:lnTo>
                <a:lnTo>
                  <a:pt x="61" y="1270"/>
                </a:lnTo>
                <a:lnTo>
                  <a:pt x="61" y="1271"/>
                </a:lnTo>
                <a:lnTo>
                  <a:pt x="61" y="1272"/>
                </a:lnTo>
                <a:lnTo>
                  <a:pt x="59" y="1272"/>
                </a:lnTo>
                <a:lnTo>
                  <a:pt x="57" y="1271"/>
                </a:lnTo>
                <a:lnTo>
                  <a:pt x="56" y="1271"/>
                </a:lnTo>
                <a:lnTo>
                  <a:pt x="56" y="1272"/>
                </a:lnTo>
                <a:lnTo>
                  <a:pt x="55" y="1272"/>
                </a:lnTo>
                <a:lnTo>
                  <a:pt x="54" y="1273"/>
                </a:lnTo>
                <a:lnTo>
                  <a:pt x="53" y="1273"/>
                </a:lnTo>
                <a:lnTo>
                  <a:pt x="52" y="1274"/>
                </a:lnTo>
                <a:lnTo>
                  <a:pt x="51" y="1273"/>
                </a:lnTo>
                <a:lnTo>
                  <a:pt x="50" y="1273"/>
                </a:lnTo>
                <a:lnTo>
                  <a:pt x="50" y="1272"/>
                </a:lnTo>
                <a:lnTo>
                  <a:pt x="49" y="1272"/>
                </a:lnTo>
                <a:lnTo>
                  <a:pt x="48" y="1273"/>
                </a:lnTo>
                <a:lnTo>
                  <a:pt x="47" y="1273"/>
                </a:lnTo>
                <a:lnTo>
                  <a:pt x="46" y="1272"/>
                </a:lnTo>
                <a:lnTo>
                  <a:pt x="45" y="1272"/>
                </a:lnTo>
                <a:lnTo>
                  <a:pt x="44" y="1272"/>
                </a:lnTo>
                <a:lnTo>
                  <a:pt x="43" y="1272"/>
                </a:lnTo>
                <a:lnTo>
                  <a:pt x="43" y="1271"/>
                </a:lnTo>
                <a:lnTo>
                  <a:pt x="42" y="1270"/>
                </a:lnTo>
                <a:lnTo>
                  <a:pt x="42" y="1268"/>
                </a:lnTo>
                <a:lnTo>
                  <a:pt x="41" y="1267"/>
                </a:lnTo>
                <a:lnTo>
                  <a:pt x="40" y="1267"/>
                </a:lnTo>
                <a:lnTo>
                  <a:pt x="39" y="1267"/>
                </a:lnTo>
                <a:lnTo>
                  <a:pt x="38" y="1267"/>
                </a:lnTo>
                <a:lnTo>
                  <a:pt x="37" y="1267"/>
                </a:lnTo>
                <a:lnTo>
                  <a:pt x="35" y="1266"/>
                </a:lnTo>
                <a:lnTo>
                  <a:pt x="33" y="1265"/>
                </a:lnTo>
                <a:lnTo>
                  <a:pt x="32" y="1264"/>
                </a:lnTo>
                <a:lnTo>
                  <a:pt x="32" y="1263"/>
                </a:lnTo>
                <a:lnTo>
                  <a:pt x="32" y="1262"/>
                </a:lnTo>
                <a:lnTo>
                  <a:pt x="32" y="1261"/>
                </a:lnTo>
                <a:lnTo>
                  <a:pt x="32" y="1260"/>
                </a:lnTo>
                <a:lnTo>
                  <a:pt x="31" y="1259"/>
                </a:lnTo>
                <a:lnTo>
                  <a:pt x="31" y="1258"/>
                </a:lnTo>
                <a:lnTo>
                  <a:pt x="30" y="1257"/>
                </a:lnTo>
                <a:lnTo>
                  <a:pt x="29" y="1256"/>
                </a:lnTo>
                <a:lnTo>
                  <a:pt x="28" y="1255"/>
                </a:lnTo>
                <a:lnTo>
                  <a:pt x="28" y="1254"/>
                </a:lnTo>
                <a:lnTo>
                  <a:pt x="28" y="1252"/>
                </a:lnTo>
                <a:lnTo>
                  <a:pt x="28" y="1251"/>
                </a:lnTo>
                <a:lnTo>
                  <a:pt x="27" y="1251"/>
                </a:lnTo>
                <a:lnTo>
                  <a:pt x="26" y="1250"/>
                </a:lnTo>
                <a:lnTo>
                  <a:pt x="26" y="1249"/>
                </a:lnTo>
                <a:lnTo>
                  <a:pt x="26" y="1247"/>
                </a:lnTo>
                <a:lnTo>
                  <a:pt x="26" y="1246"/>
                </a:lnTo>
                <a:lnTo>
                  <a:pt x="26" y="1245"/>
                </a:lnTo>
                <a:lnTo>
                  <a:pt x="27" y="1245"/>
                </a:lnTo>
                <a:lnTo>
                  <a:pt x="27" y="1244"/>
                </a:lnTo>
                <a:lnTo>
                  <a:pt x="28" y="1244"/>
                </a:lnTo>
                <a:lnTo>
                  <a:pt x="27" y="1243"/>
                </a:lnTo>
                <a:lnTo>
                  <a:pt x="26" y="1242"/>
                </a:lnTo>
                <a:lnTo>
                  <a:pt x="26" y="1241"/>
                </a:lnTo>
                <a:lnTo>
                  <a:pt x="26" y="1240"/>
                </a:lnTo>
                <a:lnTo>
                  <a:pt x="25" y="1239"/>
                </a:lnTo>
                <a:lnTo>
                  <a:pt x="24" y="1238"/>
                </a:lnTo>
                <a:lnTo>
                  <a:pt x="24" y="1237"/>
                </a:lnTo>
                <a:lnTo>
                  <a:pt x="23" y="1237"/>
                </a:lnTo>
                <a:lnTo>
                  <a:pt x="23" y="1236"/>
                </a:lnTo>
                <a:lnTo>
                  <a:pt x="22" y="1235"/>
                </a:lnTo>
                <a:lnTo>
                  <a:pt x="21" y="1235"/>
                </a:lnTo>
                <a:lnTo>
                  <a:pt x="20" y="1234"/>
                </a:lnTo>
                <a:lnTo>
                  <a:pt x="20" y="1233"/>
                </a:lnTo>
                <a:lnTo>
                  <a:pt x="21" y="1232"/>
                </a:lnTo>
                <a:lnTo>
                  <a:pt x="21" y="1231"/>
                </a:lnTo>
                <a:lnTo>
                  <a:pt x="21" y="1230"/>
                </a:lnTo>
                <a:lnTo>
                  <a:pt x="21" y="1229"/>
                </a:lnTo>
                <a:lnTo>
                  <a:pt x="22" y="1229"/>
                </a:lnTo>
                <a:lnTo>
                  <a:pt x="22" y="1228"/>
                </a:lnTo>
                <a:lnTo>
                  <a:pt x="23" y="1228"/>
                </a:lnTo>
                <a:lnTo>
                  <a:pt x="23" y="1227"/>
                </a:lnTo>
                <a:lnTo>
                  <a:pt x="24" y="1226"/>
                </a:lnTo>
                <a:lnTo>
                  <a:pt x="25" y="1225"/>
                </a:lnTo>
                <a:lnTo>
                  <a:pt x="26" y="1225"/>
                </a:lnTo>
                <a:lnTo>
                  <a:pt x="27" y="1225"/>
                </a:lnTo>
                <a:lnTo>
                  <a:pt x="27" y="1224"/>
                </a:lnTo>
                <a:lnTo>
                  <a:pt x="28" y="1224"/>
                </a:lnTo>
                <a:lnTo>
                  <a:pt x="29" y="1224"/>
                </a:lnTo>
                <a:lnTo>
                  <a:pt x="29" y="1225"/>
                </a:lnTo>
                <a:lnTo>
                  <a:pt x="30" y="1225"/>
                </a:lnTo>
                <a:lnTo>
                  <a:pt x="31" y="1225"/>
                </a:lnTo>
                <a:lnTo>
                  <a:pt x="32" y="1225"/>
                </a:lnTo>
                <a:lnTo>
                  <a:pt x="32" y="1226"/>
                </a:lnTo>
                <a:lnTo>
                  <a:pt x="33" y="1227"/>
                </a:lnTo>
                <a:lnTo>
                  <a:pt x="34" y="1226"/>
                </a:lnTo>
                <a:lnTo>
                  <a:pt x="36" y="1224"/>
                </a:lnTo>
                <a:lnTo>
                  <a:pt x="36" y="1223"/>
                </a:lnTo>
                <a:lnTo>
                  <a:pt x="36" y="1222"/>
                </a:lnTo>
                <a:lnTo>
                  <a:pt x="36" y="1221"/>
                </a:lnTo>
                <a:lnTo>
                  <a:pt x="35" y="1219"/>
                </a:lnTo>
                <a:lnTo>
                  <a:pt x="35" y="1218"/>
                </a:lnTo>
                <a:lnTo>
                  <a:pt x="35" y="1216"/>
                </a:lnTo>
                <a:lnTo>
                  <a:pt x="35" y="1215"/>
                </a:lnTo>
                <a:lnTo>
                  <a:pt x="34" y="1214"/>
                </a:lnTo>
                <a:lnTo>
                  <a:pt x="33" y="1213"/>
                </a:lnTo>
                <a:lnTo>
                  <a:pt x="33" y="1212"/>
                </a:lnTo>
                <a:lnTo>
                  <a:pt x="32" y="1212"/>
                </a:lnTo>
                <a:lnTo>
                  <a:pt x="31" y="1212"/>
                </a:lnTo>
                <a:lnTo>
                  <a:pt x="30" y="1212"/>
                </a:lnTo>
                <a:lnTo>
                  <a:pt x="30" y="1213"/>
                </a:lnTo>
                <a:lnTo>
                  <a:pt x="29" y="1214"/>
                </a:lnTo>
                <a:lnTo>
                  <a:pt x="28" y="1214"/>
                </a:lnTo>
                <a:lnTo>
                  <a:pt x="27" y="1214"/>
                </a:lnTo>
                <a:lnTo>
                  <a:pt x="26" y="1214"/>
                </a:lnTo>
                <a:lnTo>
                  <a:pt x="25" y="1214"/>
                </a:lnTo>
                <a:lnTo>
                  <a:pt x="24" y="1214"/>
                </a:lnTo>
                <a:lnTo>
                  <a:pt x="24" y="1213"/>
                </a:lnTo>
                <a:lnTo>
                  <a:pt x="24" y="1212"/>
                </a:lnTo>
                <a:lnTo>
                  <a:pt x="24" y="1211"/>
                </a:lnTo>
                <a:lnTo>
                  <a:pt x="24" y="1210"/>
                </a:lnTo>
                <a:lnTo>
                  <a:pt x="23" y="1209"/>
                </a:lnTo>
                <a:lnTo>
                  <a:pt x="22" y="1208"/>
                </a:lnTo>
                <a:lnTo>
                  <a:pt x="22" y="1207"/>
                </a:lnTo>
                <a:lnTo>
                  <a:pt x="22" y="1206"/>
                </a:lnTo>
                <a:lnTo>
                  <a:pt x="22" y="1204"/>
                </a:lnTo>
                <a:lnTo>
                  <a:pt x="22" y="1203"/>
                </a:lnTo>
                <a:lnTo>
                  <a:pt x="22" y="1202"/>
                </a:lnTo>
                <a:lnTo>
                  <a:pt x="21" y="1201"/>
                </a:lnTo>
                <a:lnTo>
                  <a:pt x="20" y="1201"/>
                </a:lnTo>
                <a:lnTo>
                  <a:pt x="20" y="1200"/>
                </a:lnTo>
                <a:lnTo>
                  <a:pt x="20" y="1199"/>
                </a:lnTo>
                <a:lnTo>
                  <a:pt x="20" y="1198"/>
                </a:lnTo>
                <a:lnTo>
                  <a:pt x="19" y="1198"/>
                </a:lnTo>
                <a:lnTo>
                  <a:pt x="18" y="1199"/>
                </a:lnTo>
                <a:lnTo>
                  <a:pt x="17" y="1199"/>
                </a:lnTo>
                <a:lnTo>
                  <a:pt x="16" y="1198"/>
                </a:lnTo>
                <a:lnTo>
                  <a:pt x="16" y="1197"/>
                </a:lnTo>
                <a:lnTo>
                  <a:pt x="16" y="1196"/>
                </a:lnTo>
                <a:lnTo>
                  <a:pt x="16" y="1195"/>
                </a:lnTo>
                <a:lnTo>
                  <a:pt x="16" y="1194"/>
                </a:lnTo>
                <a:lnTo>
                  <a:pt x="15" y="1194"/>
                </a:lnTo>
                <a:lnTo>
                  <a:pt x="14" y="1193"/>
                </a:lnTo>
                <a:lnTo>
                  <a:pt x="14" y="1192"/>
                </a:lnTo>
                <a:lnTo>
                  <a:pt x="14" y="1191"/>
                </a:lnTo>
                <a:lnTo>
                  <a:pt x="14" y="1190"/>
                </a:lnTo>
                <a:lnTo>
                  <a:pt x="13" y="1190"/>
                </a:lnTo>
                <a:lnTo>
                  <a:pt x="13" y="1189"/>
                </a:lnTo>
                <a:lnTo>
                  <a:pt x="12" y="1188"/>
                </a:lnTo>
                <a:lnTo>
                  <a:pt x="11" y="1188"/>
                </a:lnTo>
                <a:lnTo>
                  <a:pt x="10" y="1188"/>
                </a:lnTo>
                <a:lnTo>
                  <a:pt x="8" y="1189"/>
                </a:lnTo>
                <a:lnTo>
                  <a:pt x="8" y="1188"/>
                </a:lnTo>
                <a:lnTo>
                  <a:pt x="7" y="1188"/>
                </a:lnTo>
                <a:lnTo>
                  <a:pt x="7" y="1187"/>
                </a:lnTo>
                <a:lnTo>
                  <a:pt x="7" y="1186"/>
                </a:lnTo>
                <a:lnTo>
                  <a:pt x="7" y="1185"/>
                </a:lnTo>
                <a:lnTo>
                  <a:pt x="6" y="1185"/>
                </a:lnTo>
                <a:lnTo>
                  <a:pt x="5" y="1185"/>
                </a:lnTo>
                <a:lnTo>
                  <a:pt x="4" y="1185"/>
                </a:lnTo>
                <a:lnTo>
                  <a:pt x="4" y="1184"/>
                </a:lnTo>
                <a:lnTo>
                  <a:pt x="5" y="1183"/>
                </a:lnTo>
                <a:lnTo>
                  <a:pt x="5" y="1182"/>
                </a:lnTo>
                <a:lnTo>
                  <a:pt x="5" y="1181"/>
                </a:lnTo>
                <a:lnTo>
                  <a:pt x="5" y="1180"/>
                </a:lnTo>
                <a:lnTo>
                  <a:pt x="4" y="1179"/>
                </a:lnTo>
                <a:lnTo>
                  <a:pt x="4" y="1178"/>
                </a:lnTo>
                <a:lnTo>
                  <a:pt x="5" y="1177"/>
                </a:lnTo>
                <a:lnTo>
                  <a:pt x="5" y="1175"/>
                </a:lnTo>
                <a:lnTo>
                  <a:pt x="3" y="1173"/>
                </a:lnTo>
                <a:lnTo>
                  <a:pt x="1" y="1172"/>
                </a:lnTo>
                <a:lnTo>
                  <a:pt x="0" y="1172"/>
                </a:lnTo>
                <a:lnTo>
                  <a:pt x="0" y="1171"/>
                </a:lnTo>
                <a:lnTo>
                  <a:pt x="2" y="1171"/>
                </a:lnTo>
                <a:lnTo>
                  <a:pt x="4" y="1170"/>
                </a:lnTo>
                <a:lnTo>
                  <a:pt x="5" y="1170"/>
                </a:lnTo>
                <a:lnTo>
                  <a:pt x="8" y="1170"/>
                </a:lnTo>
                <a:lnTo>
                  <a:pt x="9" y="1169"/>
                </a:lnTo>
                <a:lnTo>
                  <a:pt x="9" y="1167"/>
                </a:lnTo>
                <a:lnTo>
                  <a:pt x="10" y="1165"/>
                </a:lnTo>
                <a:lnTo>
                  <a:pt x="10" y="1163"/>
                </a:lnTo>
                <a:lnTo>
                  <a:pt x="11" y="1162"/>
                </a:lnTo>
                <a:lnTo>
                  <a:pt x="12" y="1161"/>
                </a:lnTo>
                <a:lnTo>
                  <a:pt x="13" y="1161"/>
                </a:lnTo>
                <a:lnTo>
                  <a:pt x="15" y="1161"/>
                </a:lnTo>
                <a:lnTo>
                  <a:pt x="16" y="1161"/>
                </a:lnTo>
                <a:lnTo>
                  <a:pt x="18" y="1161"/>
                </a:lnTo>
                <a:lnTo>
                  <a:pt x="20" y="1162"/>
                </a:lnTo>
                <a:lnTo>
                  <a:pt x="22" y="1162"/>
                </a:lnTo>
                <a:lnTo>
                  <a:pt x="26" y="1162"/>
                </a:lnTo>
                <a:lnTo>
                  <a:pt x="29" y="1161"/>
                </a:lnTo>
                <a:lnTo>
                  <a:pt x="30" y="1161"/>
                </a:lnTo>
                <a:lnTo>
                  <a:pt x="33" y="1161"/>
                </a:lnTo>
                <a:lnTo>
                  <a:pt x="34" y="1161"/>
                </a:lnTo>
                <a:lnTo>
                  <a:pt x="36" y="1160"/>
                </a:lnTo>
                <a:lnTo>
                  <a:pt x="37" y="1160"/>
                </a:lnTo>
                <a:lnTo>
                  <a:pt x="38" y="1160"/>
                </a:lnTo>
                <a:lnTo>
                  <a:pt x="38" y="1159"/>
                </a:lnTo>
                <a:lnTo>
                  <a:pt x="39" y="1158"/>
                </a:lnTo>
                <a:lnTo>
                  <a:pt x="39" y="1157"/>
                </a:lnTo>
                <a:lnTo>
                  <a:pt x="40" y="1155"/>
                </a:lnTo>
                <a:lnTo>
                  <a:pt x="41" y="1155"/>
                </a:lnTo>
                <a:lnTo>
                  <a:pt x="41" y="1154"/>
                </a:lnTo>
                <a:lnTo>
                  <a:pt x="41" y="1153"/>
                </a:lnTo>
                <a:lnTo>
                  <a:pt x="40" y="1153"/>
                </a:lnTo>
                <a:lnTo>
                  <a:pt x="40" y="1152"/>
                </a:lnTo>
                <a:lnTo>
                  <a:pt x="42" y="1151"/>
                </a:lnTo>
                <a:lnTo>
                  <a:pt x="42" y="1150"/>
                </a:lnTo>
                <a:lnTo>
                  <a:pt x="43" y="1150"/>
                </a:lnTo>
                <a:lnTo>
                  <a:pt x="44" y="1149"/>
                </a:lnTo>
                <a:lnTo>
                  <a:pt x="43" y="1148"/>
                </a:lnTo>
                <a:lnTo>
                  <a:pt x="43" y="1147"/>
                </a:lnTo>
                <a:lnTo>
                  <a:pt x="44" y="1147"/>
                </a:lnTo>
                <a:lnTo>
                  <a:pt x="45" y="1147"/>
                </a:lnTo>
                <a:lnTo>
                  <a:pt x="46" y="1146"/>
                </a:lnTo>
                <a:lnTo>
                  <a:pt x="47" y="1146"/>
                </a:lnTo>
                <a:lnTo>
                  <a:pt x="47" y="1145"/>
                </a:lnTo>
                <a:lnTo>
                  <a:pt x="47" y="1144"/>
                </a:lnTo>
                <a:lnTo>
                  <a:pt x="47" y="1143"/>
                </a:lnTo>
                <a:lnTo>
                  <a:pt x="47" y="1141"/>
                </a:lnTo>
                <a:lnTo>
                  <a:pt x="47" y="1140"/>
                </a:lnTo>
                <a:lnTo>
                  <a:pt x="47" y="1139"/>
                </a:lnTo>
                <a:lnTo>
                  <a:pt x="46" y="1138"/>
                </a:lnTo>
                <a:lnTo>
                  <a:pt x="46" y="1137"/>
                </a:lnTo>
                <a:lnTo>
                  <a:pt x="45" y="1136"/>
                </a:lnTo>
                <a:lnTo>
                  <a:pt x="45" y="1135"/>
                </a:lnTo>
                <a:lnTo>
                  <a:pt x="45" y="1134"/>
                </a:lnTo>
                <a:lnTo>
                  <a:pt x="44" y="1133"/>
                </a:lnTo>
                <a:lnTo>
                  <a:pt x="44" y="1132"/>
                </a:lnTo>
                <a:lnTo>
                  <a:pt x="43" y="1131"/>
                </a:lnTo>
                <a:lnTo>
                  <a:pt x="44" y="1131"/>
                </a:lnTo>
                <a:lnTo>
                  <a:pt x="43" y="1130"/>
                </a:lnTo>
                <a:lnTo>
                  <a:pt x="43" y="1129"/>
                </a:lnTo>
                <a:lnTo>
                  <a:pt x="43" y="1128"/>
                </a:lnTo>
                <a:lnTo>
                  <a:pt x="42" y="1128"/>
                </a:lnTo>
                <a:lnTo>
                  <a:pt x="41" y="1128"/>
                </a:lnTo>
                <a:lnTo>
                  <a:pt x="40" y="1128"/>
                </a:lnTo>
                <a:lnTo>
                  <a:pt x="39" y="1128"/>
                </a:lnTo>
                <a:lnTo>
                  <a:pt x="39" y="1127"/>
                </a:lnTo>
                <a:lnTo>
                  <a:pt x="38" y="1126"/>
                </a:lnTo>
                <a:lnTo>
                  <a:pt x="37" y="1126"/>
                </a:lnTo>
                <a:lnTo>
                  <a:pt x="37" y="1127"/>
                </a:lnTo>
                <a:lnTo>
                  <a:pt x="36" y="1127"/>
                </a:lnTo>
                <a:lnTo>
                  <a:pt x="36" y="1126"/>
                </a:lnTo>
                <a:lnTo>
                  <a:pt x="36" y="1124"/>
                </a:lnTo>
                <a:lnTo>
                  <a:pt x="36" y="1122"/>
                </a:lnTo>
                <a:lnTo>
                  <a:pt x="36" y="1121"/>
                </a:lnTo>
                <a:lnTo>
                  <a:pt x="36" y="1120"/>
                </a:lnTo>
                <a:lnTo>
                  <a:pt x="36" y="1119"/>
                </a:lnTo>
                <a:lnTo>
                  <a:pt x="37" y="1116"/>
                </a:lnTo>
                <a:lnTo>
                  <a:pt x="39" y="1116"/>
                </a:lnTo>
                <a:lnTo>
                  <a:pt x="40" y="1115"/>
                </a:lnTo>
                <a:lnTo>
                  <a:pt x="41" y="1114"/>
                </a:lnTo>
                <a:lnTo>
                  <a:pt x="42" y="1114"/>
                </a:lnTo>
                <a:lnTo>
                  <a:pt x="43" y="1113"/>
                </a:lnTo>
                <a:lnTo>
                  <a:pt x="44" y="1112"/>
                </a:lnTo>
                <a:lnTo>
                  <a:pt x="44" y="1110"/>
                </a:lnTo>
                <a:lnTo>
                  <a:pt x="43" y="1109"/>
                </a:lnTo>
                <a:lnTo>
                  <a:pt x="43" y="1108"/>
                </a:lnTo>
                <a:lnTo>
                  <a:pt x="43" y="1107"/>
                </a:lnTo>
                <a:lnTo>
                  <a:pt x="43" y="1106"/>
                </a:lnTo>
                <a:lnTo>
                  <a:pt x="44" y="1105"/>
                </a:lnTo>
                <a:lnTo>
                  <a:pt x="45" y="1104"/>
                </a:lnTo>
                <a:lnTo>
                  <a:pt x="45" y="1103"/>
                </a:lnTo>
                <a:lnTo>
                  <a:pt x="46" y="1102"/>
                </a:lnTo>
                <a:lnTo>
                  <a:pt x="47" y="1101"/>
                </a:lnTo>
                <a:lnTo>
                  <a:pt x="49" y="1099"/>
                </a:lnTo>
                <a:lnTo>
                  <a:pt x="49" y="1098"/>
                </a:lnTo>
                <a:lnTo>
                  <a:pt x="49" y="1097"/>
                </a:lnTo>
                <a:lnTo>
                  <a:pt x="50" y="1097"/>
                </a:lnTo>
                <a:lnTo>
                  <a:pt x="49" y="1096"/>
                </a:lnTo>
                <a:lnTo>
                  <a:pt x="48" y="1096"/>
                </a:lnTo>
                <a:lnTo>
                  <a:pt x="47" y="1096"/>
                </a:lnTo>
                <a:lnTo>
                  <a:pt x="46" y="1096"/>
                </a:lnTo>
                <a:lnTo>
                  <a:pt x="46" y="1095"/>
                </a:lnTo>
                <a:lnTo>
                  <a:pt x="47" y="1094"/>
                </a:lnTo>
                <a:lnTo>
                  <a:pt x="48" y="1094"/>
                </a:lnTo>
                <a:lnTo>
                  <a:pt x="51" y="1093"/>
                </a:lnTo>
                <a:lnTo>
                  <a:pt x="52" y="1092"/>
                </a:lnTo>
                <a:lnTo>
                  <a:pt x="53" y="1091"/>
                </a:lnTo>
                <a:lnTo>
                  <a:pt x="53" y="1089"/>
                </a:lnTo>
                <a:lnTo>
                  <a:pt x="54" y="1088"/>
                </a:lnTo>
                <a:lnTo>
                  <a:pt x="55" y="1087"/>
                </a:lnTo>
                <a:lnTo>
                  <a:pt x="56" y="1086"/>
                </a:lnTo>
                <a:lnTo>
                  <a:pt x="57" y="1086"/>
                </a:lnTo>
                <a:lnTo>
                  <a:pt x="58" y="1086"/>
                </a:lnTo>
                <a:lnTo>
                  <a:pt x="59" y="1087"/>
                </a:lnTo>
                <a:lnTo>
                  <a:pt x="61" y="1088"/>
                </a:lnTo>
                <a:lnTo>
                  <a:pt x="62" y="1088"/>
                </a:lnTo>
                <a:lnTo>
                  <a:pt x="63" y="1088"/>
                </a:lnTo>
                <a:lnTo>
                  <a:pt x="64" y="1087"/>
                </a:lnTo>
                <a:lnTo>
                  <a:pt x="65" y="1085"/>
                </a:lnTo>
                <a:lnTo>
                  <a:pt x="67" y="1085"/>
                </a:lnTo>
                <a:lnTo>
                  <a:pt x="69" y="1084"/>
                </a:lnTo>
                <a:lnTo>
                  <a:pt x="71" y="1084"/>
                </a:lnTo>
                <a:lnTo>
                  <a:pt x="75" y="1083"/>
                </a:lnTo>
                <a:lnTo>
                  <a:pt x="77" y="1083"/>
                </a:lnTo>
                <a:lnTo>
                  <a:pt x="79" y="1082"/>
                </a:lnTo>
                <a:lnTo>
                  <a:pt x="80" y="1082"/>
                </a:lnTo>
                <a:lnTo>
                  <a:pt x="80" y="1083"/>
                </a:lnTo>
                <a:lnTo>
                  <a:pt x="81" y="1083"/>
                </a:lnTo>
                <a:lnTo>
                  <a:pt x="81" y="1084"/>
                </a:lnTo>
                <a:lnTo>
                  <a:pt x="81" y="1085"/>
                </a:lnTo>
                <a:lnTo>
                  <a:pt x="82" y="1086"/>
                </a:lnTo>
                <a:lnTo>
                  <a:pt x="83" y="1086"/>
                </a:lnTo>
                <a:lnTo>
                  <a:pt x="84" y="1085"/>
                </a:lnTo>
                <a:lnTo>
                  <a:pt x="85" y="1085"/>
                </a:lnTo>
                <a:lnTo>
                  <a:pt x="86" y="1085"/>
                </a:lnTo>
                <a:lnTo>
                  <a:pt x="87" y="1086"/>
                </a:lnTo>
                <a:lnTo>
                  <a:pt x="88" y="1086"/>
                </a:lnTo>
                <a:lnTo>
                  <a:pt x="89" y="1087"/>
                </a:lnTo>
                <a:lnTo>
                  <a:pt x="91" y="1086"/>
                </a:lnTo>
                <a:lnTo>
                  <a:pt x="94" y="1083"/>
                </a:lnTo>
                <a:lnTo>
                  <a:pt x="96" y="1082"/>
                </a:lnTo>
                <a:lnTo>
                  <a:pt x="99" y="1081"/>
                </a:lnTo>
                <a:lnTo>
                  <a:pt x="100" y="1080"/>
                </a:lnTo>
                <a:lnTo>
                  <a:pt x="101" y="1077"/>
                </a:lnTo>
                <a:lnTo>
                  <a:pt x="104" y="1075"/>
                </a:lnTo>
                <a:lnTo>
                  <a:pt x="105" y="1074"/>
                </a:lnTo>
                <a:lnTo>
                  <a:pt x="108" y="1073"/>
                </a:lnTo>
                <a:lnTo>
                  <a:pt x="109" y="1072"/>
                </a:lnTo>
                <a:lnTo>
                  <a:pt x="110" y="1071"/>
                </a:lnTo>
                <a:lnTo>
                  <a:pt x="111" y="1069"/>
                </a:lnTo>
                <a:lnTo>
                  <a:pt x="112" y="1067"/>
                </a:lnTo>
                <a:lnTo>
                  <a:pt x="114" y="1065"/>
                </a:lnTo>
                <a:lnTo>
                  <a:pt x="116" y="1064"/>
                </a:lnTo>
                <a:lnTo>
                  <a:pt x="117" y="1064"/>
                </a:lnTo>
                <a:lnTo>
                  <a:pt x="119" y="1064"/>
                </a:lnTo>
                <a:lnTo>
                  <a:pt x="120" y="1065"/>
                </a:lnTo>
                <a:lnTo>
                  <a:pt x="121" y="1065"/>
                </a:lnTo>
                <a:lnTo>
                  <a:pt x="122" y="1065"/>
                </a:lnTo>
                <a:lnTo>
                  <a:pt x="124" y="1063"/>
                </a:lnTo>
                <a:lnTo>
                  <a:pt x="125" y="1063"/>
                </a:lnTo>
                <a:lnTo>
                  <a:pt x="125" y="1062"/>
                </a:lnTo>
                <a:lnTo>
                  <a:pt x="125" y="1061"/>
                </a:lnTo>
                <a:lnTo>
                  <a:pt x="126" y="1059"/>
                </a:lnTo>
                <a:lnTo>
                  <a:pt x="126" y="1057"/>
                </a:lnTo>
                <a:lnTo>
                  <a:pt x="126" y="1056"/>
                </a:lnTo>
                <a:lnTo>
                  <a:pt x="128" y="1056"/>
                </a:lnTo>
                <a:lnTo>
                  <a:pt x="131" y="1056"/>
                </a:lnTo>
                <a:lnTo>
                  <a:pt x="133" y="1056"/>
                </a:lnTo>
                <a:lnTo>
                  <a:pt x="135" y="1056"/>
                </a:lnTo>
                <a:lnTo>
                  <a:pt x="137" y="1056"/>
                </a:lnTo>
                <a:lnTo>
                  <a:pt x="139" y="1056"/>
                </a:lnTo>
                <a:lnTo>
                  <a:pt x="141" y="1057"/>
                </a:lnTo>
                <a:lnTo>
                  <a:pt x="143" y="1058"/>
                </a:lnTo>
                <a:lnTo>
                  <a:pt x="145" y="1058"/>
                </a:lnTo>
                <a:lnTo>
                  <a:pt x="146" y="1057"/>
                </a:lnTo>
                <a:lnTo>
                  <a:pt x="147" y="1057"/>
                </a:lnTo>
                <a:lnTo>
                  <a:pt x="148" y="1057"/>
                </a:lnTo>
                <a:lnTo>
                  <a:pt x="148" y="1056"/>
                </a:lnTo>
                <a:lnTo>
                  <a:pt x="147" y="1055"/>
                </a:lnTo>
                <a:lnTo>
                  <a:pt x="146" y="1054"/>
                </a:lnTo>
                <a:lnTo>
                  <a:pt x="145" y="1054"/>
                </a:lnTo>
                <a:lnTo>
                  <a:pt x="143" y="1052"/>
                </a:lnTo>
                <a:lnTo>
                  <a:pt x="143" y="1051"/>
                </a:lnTo>
                <a:lnTo>
                  <a:pt x="142" y="1050"/>
                </a:lnTo>
                <a:lnTo>
                  <a:pt x="141" y="1049"/>
                </a:lnTo>
                <a:lnTo>
                  <a:pt x="140" y="1048"/>
                </a:lnTo>
                <a:lnTo>
                  <a:pt x="137" y="1046"/>
                </a:lnTo>
                <a:lnTo>
                  <a:pt x="136" y="1045"/>
                </a:lnTo>
                <a:lnTo>
                  <a:pt x="136" y="1044"/>
                </a:lnTo>
                <a:lnTo>
                  <a:pt x="136" y="1043"/>
                </a:lnTo>
                <a:lnTo>
                  <a:pt x="137" y="1043"/>
                </a:lnTo>
                <a:lnTo>
                  <a:pt x="138" y="1043"/>
                </a:lnTo>
                <a:lnTo>
                  <a:pt x="138" y="1042"/>
                </a:lnTo>
                <a:lnTo>
                  <a:pt x="138" y="1041"/>
                </a:lnTo>
                <a:lnTo>
                  <a:pt x="138" y="1039"/>
                </a:lnTo>
                <a:lnTo>
                  <a:pt x="138" y="1037"/>
                </a:lnTo>
                <a:lnTo>
                  <a:pt x="139" y="1036"/>
                </a:lnTo>
                <a:lnTo>
                  <a:pt x="140" y="1036"/>
                </a:lnTo>
                <a:lnTo>
                  <a:pt x="141" y="1035"/>
                </a:lnTo>
                <a:lnTo>
                  <a:pt x="143" y="1036"/>
                </a:lnTo>
                <a:lnTo>
                  <a:pt x="145" y="1036"/>
                </a:lnTo>
                <a:lnTo>
                  <a:pt x="146" y="1037"/>
                </a:lnTo>
                <a:lnTo>
                  <a:pt x="148" y="1038"/>
                </a:lnTo>
                <a:lnTo>
                  <a:pt x="149" y="1038"/>
                </a:lnTo>
                <a:lnTo>
                  <a:pt x="150" y="1039"/>
                </a:lnTo>
                <a:lnTo>
                  <a:pt x="152" y="1041"/>
                </a:lnTo>
                <a:lnTo>
                  <a:pt x="153" y="1042"/>
                </a:lnTo>
                <a:lnTo>
                  <a:pt x="154" y="1042"/>
                </a:lnTo>
                <a:lnTo>
                  <a:pt x="155" y="1043"/>
                </a:lnTo>
                <a:lnTo>
                  <a:pt x="156" y="1043"/>
                </a:lnTo>
                <a:lnTo>
                  <a:pt x="157" y="1043"/>
                </a:lnTo>
                <a:lnTo>
                  <a:pt x="158" y="1043"/>
                </a:lnTo>
                <a:lnTo>
                  <a:pt x="159" y="1042"/>
                </a:lnTo>
                <a:lnTo>
                  <a:pt x="160" y="1042"/>
                </a:lnTo>
                <a:lnTo>
                  <a:pt x="162" y="1043"/>
                </a:lnTo>
                <a:lnTo>
                  <a:pt x="163" y="1044"/>
                </a:lnTo>
                <a:lnTo>
                  <a:pt x="165" y="1044"/>
                </a:lnTo>
                <a:lnTo>
                  <a:pt x="168" y="1045"/>
                </a:lnTo>
                <a:lnTo>
                  <a:pt x="169" y="1044"/>
                </a:lnTo>
                <a:lnTo>
                  <a:pt x="170" y="1043"/>
                </a:lnTo>
                <a:lnTo>
                  <a:pt x="171" y="1042"/>
                </a:lnTo>
                <a:lnTo>
                  <a:pt x="172" y="1042"/>
                </a:lnTo>
                <a:lnTo>
                  <a:pt x="173" y="1042"/>
                </a:lnTo>
                <a:lnTo>
                  <a:pt x="174" y="1043"/>
                </a:lnTo>
                <a:lnTo>
                  <a:pt x="175" y="1043"/>
                </a:lnTo>
                <a:lnTo>
                  <a:pt x="178" y="1044"/>
                </a:lnTo>
                <a:lnTo>
                  <a:pt x="179" y="1044"/>
                </a:lnTo>
                <a:lnTo>
                  <a:pt x="181" y="1044"/>
                </a:lnTo>
                <a:lnTo>
                  <a:pt x="183" y="1044"/>
                </a:lnTo>
                <a:lnTo>
                  <a:pt x="183" y="1042"/>
                </a:lnTo>
                <a:lnTo>
                  <a:pt x="184" y="1042"/>
                </a:lnTo>
                <a:lnTo>
                  <a:pt x="185" y="1041"/>
                </a:lnTo>
                <a:lnTo>
                  <a:pt x="186" y="1040"/>
                </a:lnTo>
                <a:lnTo>
                  <a:pt x="188" y="1040"/>
                </a:lnTo>
                <a:lnTo>
                  <a:pt x="189" y="1039"/>
                </a:lnTo>
                <a:lnTo>
                  <a:pt x="189" y="1038"/>
                </a:lnTo>
                <a:lnTo>
                  <a:pt x="190" y="1037"/>
                </a:lnTo>
                <a:lnTo>
                  <a:pt x="191" y="1036"/>
                </a:lnTo>
                <a:lnTo>
                  <a:pt x="194" y="1034"/>
                </a:lnTo>
                <a:lnTo>
                  <a:pt x="196" y="1033"/>
                </a:lnTo>
                <a:lnTo>
                  <a:pt x="197" y="1032"/>
                </a:lnTo>
                <a:lnTo>
                  <a:pt x="198" y="1032"/>
                </a:lnTo>
                <a:lnTo>
                  <a:pt x="200" y="1032"/>
                </a:lnTo>
                <a:lnTo>
                  <a:pt x="201" y="1031"/>
                </a:lnTo>
                <a:lnTo>
                  <a:pt x="203" y="1030"/>
                </a:lnTo>
                <a:lnTo>
                  <a:pt x="203" y="1029"/>
                </a:lnTo>
                <a:lnTo>
                  <a:pt x="204" y="1028"/>
                </a:lnTo>
                <a:lnTo>
                  <a:pt x="205" y="1028"/>
                </a:lnTo>
                <a:lnTo>
                  <a:pt x="206" y="1027"/>
                </a:lnTo>
                <a:lnTo>
                  <a:pt x="207" y="1026"/>
                </a:lnTo>
                <a:lnTo>
                  <a:pt x="207" y="1025"/>
                </a:lnTo>
                <a:lnTo>
                  <a:pt x="210" y="1024"/>
                </a:lnTo>
                <a:lnTo>
                  <a:pt x="212" y="1022"/>
                </a:lnTo>
                <a:lnTo>
                  <a:pt x="214" y="1020"/>
                </a:lnTo>
                <a:lnTo>
                  <a:pt x="216" y="1020"/>
                </a:lnTo>
                <a:lnTo>
                  <a:pt x="217" y="1019"/>
                </a:lnTo>
                <a:lnTo>
                  <a:pt x="218" y="1019"/>
                </a:lnTo>
                <a:lnTo>
                  <a:pt x="220" y="1019"/>
                </a:lnTo>
                <a:lnTo>
                  <a:pt x="221" y="1019"/>
                </a:lnTo>
                <a:lnTo>
                  <a:pt x="221" y="1020"/>
                </a:lnTo>
                <a:lnTo>
                  <a:pt x="222" y="1020"/>
                </a:lnTo>
                <a:lnTo>
                  <a:pt x="222" y="1021"/>
                </a:lnTo>
                <a:lnTo>
                  <a:pt x="223" y="1022"/>
                </a:lnTo>
                <a:lnTo>
                  <a:pt x="224" y="1022"/>
                </a:lnTo>
                <a:lnTo>
                  <a:pt x="224" y="1023"/>
                </a:lnTo>
                <a:lnTo>
                  <a:pt x="224" y="1024"/>
                </a:lnTo>
                <a:lnTo>
                  <a:pt x="223" y="1024"/>
                </a:lnTo>
                <a:lnTo>
                  <a:pt x="223" y="1025"/>
                </a:lnTo>
                <a:lnTo>
                  <a:pt x="223" y="1026"/>
                </a:lnTo>
                <a:lnTo>
                  <a:pt x="223" y="1028"/>
                </a:lnTo>
                <a:lnTo>
                  <a:pt x="223" y="1031"/>
                </a:lnTo>
                <a:lnTo>
                  <a:pt x="224" y="1032"/>
                </a:lnTo>
                <a:lnTo>
                  <a:pt x="225" y="1034"/>
                </a:lnTo>
                <a:lnTo>
                  <a:pt x="225" y="1035"/>
                </a:lnTo>
                <a:lnTo>
                  <a:pt x="226" y="1036"/>
                </a:lnTo>
                <a:lnTo>
                  <a:pt x="227" y="1037"/>
                </a:lnTo>
                <a:lnTo>
                  <a:pt x="227" y="1038"/>
                </a:lnTo>
                <a:lnTo>
                  <a:pt x="228" y="1038"/>
                </a:lnTo>
                <a:lnTo>
                  <a:pt x="230" y="1038"/>
                </a:lnTo>
                <a:lnTo>
                  <a:pt x="231" y="1039"/>
                </a:lnTo>
                <a:lnTo>
                  <a:pt x="232" y="1039"/>
                </a:lnTo>
                <a:lnTo>
                  <a:pt x="233" y="1040"/>
                </a:lnTo>
                <a:lnTo>
                  <a:pt x="234" y="1040"/>
                </a:lnTo>
                <a:lnTo>
                  <a:pt x="234" y="1041"/>
                </a:lnTo>
                <a:lnTo>
                  <a:pt x="234" y="1042"/>
                </a:lnTo>
                <a:lnTo>
                  <a:pt x="233" y="1043"/>
                </a:lnTo>
                <a:lnTo>
                  <a:pt x="233" y="1044"/>
                </a:lnTo>
                <a:lnTo>
                  <a:pt x="233" y="1045"/>
                </a:lnTo>
                <a:lnTo>
                  <a:pt x="232" y="1046"/>
                </a:lnTo>
                <a:lnTo>
                  <a:pt x="231" y="1046"/>
                </a:lnTo>
                <a:lnTo>
                  <a:pt x="230" y="1047"/>
                </a:lnTo>
                <a:lnTo>
                  <a:pt x="229" y="1048"/>
                </a:lnTo>
                <a:lnTo>
                  <a:pt x="229" y="1049"/>
                </a:lnTo>
                <a:lnTo>
                  <a:pt x="229" y="1050"/>
                </a:lnTo>
                <a:lnTo>
                  <a:pt x="228" y="1050"/>
                </a:lnTo>
                <a:lnTo>
                  <a:pt x="228" y="1052"/>
                </a:lnTo>
                <a:lnTo>
                  <a:pt x="228" y="1053"/>
                </a:lnTo>
                <a:lnTo>
                  <a:pt x="228" y="1054"/>
                </a:lnTo>
                <a:lnTo>
                  <a:pt x="228" y="1055"/>
                </a:lnTo>
                <a:lnTo>
                  <a:pt x="229" y="1056"/>
                </a:lnTo>
                <a:lnTo>
                  <a:pt x="230" y="1056"/>
                </a:lnTo>
                <a:lnTo>
                  <a:pt x="230" y="1057"/>
                </a:lnTo>
                <a:lnTo>
                  <a:pt x="231" y="1059"/>
                </a:lnTo>
                <a:lnTo>
                  <a:pt x="231" y="1060"/>
                </a:lnTo>
                <a:lnTo>
                  <a:pt x="232" y="1060"/>
                </a:lnTo>
                <a:lnTo>
                  <a:pt x="231" y="1061"/>
                </a:lnTo>
                <a:lnTo>
                  <a:pt x="231" y="1062"/>
                </a:lnTo>
                <a:lnTo>
                  <a:pt x="231" y="1063"/>
                </a:lnTo>
                <a:lnTo>
                  <a:pt x="231" y="1064"/>
                </a:lnTo>
                <a:lnTo>
                  <a:pt x="232" y="1064"/>
                </a:lnTo>
                <a:lnTo>
                  <a:pt x="233" y="1064"/>
                </a:lnTo>
                <a:lnTo>
                  <a:pt x="234" y="1063"/>
                </a:lnTo>
                <a:lnTo>
                  <a:pt x="235" y="1062"/>
                </a:lnTo>
                <a:lnTo>
                  <a:pt x="236" y="1062"/>
                </a:lnTo>
                <a:lnTo>
                  <a:pt x="237" y="1062"/>
                </a:lnTo>
                <a:lnTo>
                  <a:pt x="238" y="1061"/>
                </a:lnTo>
                <a:lnTo>
                  <a:pt x="239" y="1062"/>
                </a:lnTo>
                <a:lnTo>
                  <a:pt x="240" y="1062"/>
                </a:lnTo>
                <a:lnTo>
                  <a:pt x="241" y="1061"/>
                </a:lnTo>
                <a:lnTo>
                  <a:pt x="243" y="1059"/>
                </a:lnTo>
                <a:lnTo>
                  <a:pt x="244" y="1059"/>
                </a:lnTo>
                <a:lnTo>
                  <a:pt x="244" y="1058"/>
                </a:lnTo>
                <a:lnTo>
                  <a:pt x="245" y="1058"/>
                </a:lnTo>
                <a:lnTo>
                  <a:pt x="245" y="1059"/>
                </a:lnTo>
                <a:lnTo>
                  <a:pt x="246" y="1060"/>
                </a:lnTo>
                <a:lnTo>
                  <a:pt x="248" y="1060"/>
                </a:lnTo>
                <a:lnTo>
                  <a:pt x="249" y="1060"/>
                </a:lnTo>
                <a:lnTo>
                  <a:pt x="250" y="1061"/>
                </a:lnTo>
                <a:lnTo>
                  <a:pt x="251" y="1061"/>
                </a:lnTo>
                <a:lnTo>
                  <a:pt x="252" y="1061"/>
                </a:lnTo>
                <a:lnTo>
                  <a:pt x="253" y="1061"/>
                </a:lnTo>
                <a:lnTo>
                  <a:pt x="254" y="1062"/>
                </a:lnTo>
                <a:lnTo>
                  <a:pt x="255" y="1062"/>
                </a:lnTo>
                <a:lnTo>
                  <a:pt x="255" y="1061"/>
                </a:lnTo>
                <a:lnTo>
                  <a:pt x="255" y="1060"/>
                </a:lnTo>
                <a:lnTo>
                  <a:pt x="255" y="1059"/>
                </a:lnTo>
                <a:lnTo>
                  <a:pt x="255" y="1058"/>
                </a:lnTo>
                <a:lnTo>
                  <a:pt x="256" y="1057"/>
                </a:lnTo>
                <a:lnTo>
                  <a:pt x="257" y="1056"/>
                </a:lnTo>
                <a:lnTo>
                  <a:pt x="258" y="1055"/>
                </a:lnTo>
                <a:lnTo>
                  <a:pt x="258" y="1053"/>
                </a:lnTo>
                <a:lnTo>
                  <a:pt x="260" y="1052"/>
                </a:lnTo>
                <a:lnTo>
                  <a:pt x="262" y="1052"/>
                </a:lnTo>
                <a:lnTo>
                  <a:pt x="262" y="1053"/>
                </a:lnTo>
                <a:lnTo>
                  <a:pt x="264" y="1054"/>
                </a:lnTo>
                <a:lnTo>
                  <a:pt x="265" y="1055"/>
                </a:lnTo>
                <a:lnTo>
                  <a:pt x="267" y="1055"/>
                </a:lnTo>
                <a:lnTo>
                  <a:pt x="268" y="1055"/>
                </a:lnTo>
                <a:lnTo>
                  <a:pt x="268" y="1054"/>
                </a:lnTo>
                <a:lnTo>
                  <a:pt x="267" y="1053"/>
                </a:lnTo>
                <a:lnTo>
                  <a:pt x="267" y="1052"/>
                </a:lnTo>
                <a:lnTo>
                  <a:pt x="267" y="1051"/>
                </a:lnTo>
                <a:lnTo>
                  <a:pt x="268" y="1051"/>
                </a:lnTo>
                <a:lnTo>
                  <a:pt x="269" y="1051"/>
                </a:lnTo>
                <a:lnTo>
                  <a:pt x="270" y="1050"/>
                </a:lnTo>
                <a:lnTo>
                  <a:pt x="271" y="1050"/>
                </a:lnTo>
                <a:lnTo>
                  <a:pt x="272" y="1050"/>
                </a:lnTo>
                <a:lnTo>
                  <a:pt x="273" y="1051"/>
                </a:lnTo>
                <a:lnTo>
                  <a:pt x="274" y="1050"/>
                </a:lnTo>
                <a:lnTo>
                  <a:pt x="275" y="1050"/>
                </a:lnTo>
                <a:lnTo>
                  <a:pt x="277" y="1050"/>
                </a:lnTo>
                <a:lnTo>
                  <a:pt x="278" y="1051"/>
                </a:lnTo>
                <a:lnTo>
                  <a:pt x="280" y="1052"/>
                </a:lnTo>
                <a:lnTo>
                  <a:pt x="281" y="1052"/>
                </a:lnTo>
                <a:lnTo>
                  <a:pt x="283" y="1051"/>
                </a:lnTo>
                <a:lnTo>
                  <a:pt x="285" y="1050"/>
                </a:lnTo>
                <a:lnTo>
                  <a:pt x="286" y="1049"/>
                </a:lnTo>
                <a:lnTo>
                  <a:pt x="287" y="1048"/>
                </a:lnTo>
                <a:lnTo>
                  <a:pt x="289" y="1047"/>
                </a:lnTo>
                <a:lnTo>
                  <a:pt x="290" y="1046"/>
                </a:lnTo>
                <a:lnTo>
                  <a:pt x="291" y="1046"/>
                </a:lnTo>
                <a:lnTo>
                  <a:pt x="292" y="1045"/>
                </a:lnTo>
                <a:lnTo>
                  <a:pt x="292" y="1046"/>
                </a:lnTo>
                <a:lnTo>
                  <a:pt x="293" y="1046"/>
                </a:lnTo>
                <a:lnTo>
                  <a:pt x="292" y="1047"/>
                </a:lnTo>
                <a:lnTo>
                  <a:pt x="292" y="1048"/>
                </a:lnTo>
                <a:lnTo>
                  <a:pt x="293" y="1049"/>
                </a:lnTo>
                <a:lnTo>
                  <a:pt x="294" y="1049"/>
                </a:lnTo>
                <a:lnTo>
                  <a:pt x="295" y="1049"/>
                </a:lnTo>
                <a:lnTo>
                  <a:pt x="296" y="1050"/>
                </a:lnTo>
                <a:lnTo>
                  <a:pt x="296" y="1051"/>
                </a:lnTo>
                <a:lnTo>
                  <a:pt x="297" y="1051"/>
                </a:lnTo>
                <a:lnTo>
                  <a:pt x="297" y="1053"/>
                </a:lnTo>
                <a:lnTo>
                  <a:pt x="297" y="1054"/>
                </a:lnTo>
                <a:lnTo>
                  <a:pt x="297" y="1055"/>
                </a:lnTo>
                <a:lnTo>
                  <a:pt x="297" y="1056"/>
                </a:lnTo>
                <a:lnTo>
                  <a:pt x="298" y="1057"/>
                </a:lnTo>
                <a:lnTo>
                  <a:pt x="299" y="1056"/>
                </a:lnTo>
                <a:lnTo>
                  <a:pt x="299" y="1055"/>
                </a:lnTo>
                <a:lnTo>
                  <a:pt x="299" y="1054"/>
                </a:lnTo>
                <a:lnTo>
                  <a:pt x="300" y="1054"/>
                </a:lnTo>
                <a:lnTo>
                  <a:pt x="300" y="1053"/>
                </a:lnTo>
                <a:lnTo>
                  <a:pt x="301" y="1052"/>
                </a:lnTo>
                <a:lnTo>
                  <a:pt x="302" y="1051"/>
                </a:lnTo>
                <a:lnTo>
                  <a:pt x="303" y="1051"/>
                </a:lnTo>
                <a:lnTo>
                  <a:pt x="303" y="1052"/>
                </a:lnTo>
                <a:lnTo>
                  <a:pt x="304" y="1053"/>
                </a:lnTo>
                <a:lnTo>
                  <a:pt x="304" y="1052"/>
                </a:lnTo>
                <a:lnTo>
                  <a:pt x="305" y="1052"/>
                </a:lnTo>
                <a:lnTo>
                  <a:pt x="306" y="1051"/>
                </a:lnTo>
                <a:lnTo>
                  <a:pt x="308" y="1051"/>
                </a:lnTo>
                <a:lnTo>
                  <a:pt x="309" y="1051"/>
                </a:lnTo>
                <a:lnTo>
                  <a:pt x="309" y="1050"/>
                </a:lnTo>
                <a:lnTo>
                  <a:pt x="311" y="1049"/>
                </a:lnTo>
                <a:lnTo>
                  <a:pt x="311" y="1048"/>
                </a:lnTo>
                <a:lnTo>
                  <a:pt x="312" y="1047"/>
                </a:lnTo>
                <a:lnTo>
                  <a:pt x="314" y="1046"/>
                </a:lnTo>
                <a:lnTo>
                  <a:pt x="315" y="1046"/>
                </a:lnTo>
                <a:lnTo>
                  <a:pt x="316" y="1046"/>
                </a:lnTo>
                <a:lnTo>
                  <a:pt x="316" y="1045"/>
                </a:lnTo>
                <a:lnTo>
                  <a:pt x="316" y="1044"/>
                </a:lnTo>
                <a:lnTo>
                  <a:pt x="318" y="1043"/>
                </a:lnTo>
                <a:lnTo>
                  <a:pt x="319" y="1042"/>
                </a:lnTo>
                <a:lnTo>
                  <a:pt x="320" y="1041"/>
                </a:lnTo>
                <a:lnTo>
                  <a:pt x="320" y="1039"/>
                </a:lnTo>
                <a:lnTo>
                  <a:pt x="319" y="1037"/>
                </a:lnTo>
                <a:lnTo>
                  <a:pt x="319" y="1036"/>
                </a:lnTo>
                <a:lnTo>
                  <a:pt x="320" y="1034"/>
                </a:lnTo>
                <a:lnTo>
                  <a:pt x="321" y="1033"/>
                </a:lnTo>
                <a:lnTo>
                  <a:pt x="323" y="1030"/>
                </a:lnTo>
                <a:lnTo>
                  <a:pt x="324" y="1030"/>
                </a:lnTo>
                <a:lnTo>
                  <a:pt x="326" y="1028"/>
                </a:lnTo>
                <a:lnTo>
                  <a:pt x="326" y="1026"/>
                </a:lnTo>
                <a:lnTo>
                  <a:pt x="327" y="1026"/>
                </a:lnTo>
                <a:lnTo>
                  <a:pt x="328" y="1025"/>
                </a:lnTo>
                <a:lnTo>
                  <a:pt x="329" y="1024"/>
                </a:lnTo>
                <a:lnTo>
                  <a:pt x="330" y="1024"/>
                </a:lnTo>
                <a:lnTo>
                  <a:pt x="332" y="1023"/>
                </a:lnTo>
                <a:lnTo>
                  <a:pt x="332" y="1022"/>
                </a:lnTo>
                <a:lnTo>
                  <a:pt x="331" y="1021"/>
                </a:lnTo>
                <a:lnTo>
                  <a:pt x="331" y="1020"/>
                </a:lnTo>
                <a:lnTo>
                  <a:pt x="331" y="1019"/>
                </a:lnTo>
                <a:lnTo>
                  <a:pt x="332" y="1019"/>
                </a:lnTo>
                <a:lnTo>
                  <a:pt x="332" y="1018"/>
                </a:lnTo>
                <a:lnTo>
                  <a:pt x="332" y="1017"/>
                </a:lnTo>
                <a:lnTo>
                  <a:pt x="332" y="1016"/>
                </a:lnTo>
                <a:lnTo>
                  <a:pt x="333" y="1015"/>
                </a:lnTo>
                <a:lnTo>
                  <a:pt x="333" y="1013"/>
                </a:lnTo>
                <a:lnTo>
                  <a:pt x="332" y="1012"/>
                </a:lnTo>
                <a:lnTo>
                  <a:pt x="331" y="1011"/>
                </a:lnTo>
                <a:lnTo>
                  <a:pt x="331" y="1010"/>
                </a:lnTo>
                <a:lnTo>
                  <a:pt x="330" y="1009"/>
                </a:lnTo>
                <a:lnTo>
                  <a:pt x="330" y="1007"/>
                </a:lnTo>
                <a:lnTo>
                  <a:pt x="331" y="1007"/>
                </a:lnTo>
                <a:lnTo>
                  <a:pt x="331" y="1006"/>
                </a:lnTo>
                <a:lnTo>
                  <a:pt x="332" y="1006"/>
                </a:lnTo>
                <a:lnTo>
                  <a:pt x="332" y="1005"/>
                </a:lnTo>
                <a:lnTo>
                  <a:pt x="333" y="1004"/>
                </a:lnTo>
                <a:lnTo>
                  <a:pt x="334" y="1004"/>
                </a:lnTo>
                <a:lnTo>
                  <a:pt x="335" y="1004"/>
                </a:lnTo>
                <a:lnTo>
                  <a:pt x="336" y="1004"/>
                </a:lnTo>
                <a:lnTo>
                  <a:pt x="337" y="1003"/>
                </a:lnTo>
                <a:lnTo>
                  <a:pt x="337" y="1002"/>
                </a:lnTo>
                <a:lnTo>
                  <a:pt x="338" y="1002"/>
                </a:lnTo>
                <a:lnTo>
                  <a:pt x="338" y="1001"/>
                </a:lnTo>
                <a:lnTo>
                  <a:pt x="338" y="1000"/>
                </a:lnTo>
                <a:lnTo>
                  <a:pt x="339" y="1000"/>
                </a:lnTo>
                <a:lnTo>
                  <a:pt x="339" y="999"/>
                </a:lnTo>
                <a:lnTo>
                  <a:pt x="338" y="998"/>
                </a:lnTo>
                <a:lnTo>
                  <a:pt x="338" y="997"/>
                </a:lnTo>
                <a:lnTo>
                  <a:pt x="339" y="997"/>
                </a:lnTo>
                <a:lnTo>
                  <a:pt x="340" y="996"/>
                </a:lnTo>
                <a:lnTo>
                  <a:pt x="339" y="996"/>
                </a:lnTo>
                <a:lnTo>
                  <a:pt x="339" y="995"/>
                </a:lnTo>
                <a:lnTo>
                  <a:pt x="340" y="994"/>
                </a:lnTo>
                <a:lnTo>
                  <a:pt x="340" y="993"/>
                </a:lnTo>
                <a:lnTo>
                  <a:pt x="340" y="990"/>
                </a:lnTo>
                <a:lnTo>
                  <a:pt x="340" y="989"/>
                </a:lnTo>
                <a:lnTo>
                  <a:pt x="340" y="988"/>
                </a:lnTo>
                <a:lnTo>
                  <a:pt x="341" y="987"/>
                </a:lnTo>
                <a:lnTo>
                  <a:pt x="342" y="986"/>
                </a:lnTo>
                <a:lnTo>
                  <a:pt x="342" y="985"/>
                </a:lnTo>
                <a:lnTo>
                  <a:pt x="342" y="984"/>
                </a:lnTo>
                <a:lnTo>
                  <a:pt x="343" y="983"/>
                </a:lnTo>
                <a:lnTo>
                  <a:pt x="345" y="983"/>
                </a:lnTo>
                <a:lnTo>
                  <a:pt x="346" y="983"/>
                </a:lnTo>
                <a:lnTo>
                  <a:pt x="347" y="982"/>
                </a:lnTo>
                <a:lnTo>
                  <a:pt x="348" y="981"/>
                </a:lnTo>
                <a:lnTo>
                  <a:pt x="349" y="981"/>
                </a:lnTo>
                <a:lnTo>
                  <a:pt x="350" y="981"/>
                </a:lnTo>
                <a:lnTo>
                  <a:pt x="351" y="981"/>
                </a:lnTo>
                <a:lnTo>
                  <a:pt x="352" y="981"/>
                </a:lnTo>
                <a:lnTo>
                  <a:pt x="352" y="980"/>
                </a:lnTo>
                <a:lnTo>
                  <a:pt x="352" y="979"/>
                </a:lnTo>
                <a:lnTo>
                  <a:pt x="353" y="978"/>
                </a:lnTo>
                <a:lnTo>
                  <a:pt x="353" y="977"/>
                </a:lnTo>
                <a:lnTo>
                  <a:pt x="354" y="976"/>
                </a:lnTo>
                <a:lnTo>
                  <a:pt x="354" y="975"/>
                </a:lnTo>
                <a:lnTo>
                  <a:pt x="355" y="975"/>
                </a:lnTo>
                <a:lnTo>
                  <a:pt x="356" y="975"/>
                </a:lnTo>
                <a:lnTo>
                  <a:pt x="357" y="976"/>
                </a:lnTo>
                <a:lnTo>
                  <a:pt x="358" y="976"/>
                </a:lnTo>
                <a:lnTo>
                  <a:pt x="359" y="975"/>
                </a:lnTo>
                <a:lnTo>
                  <a:pt x="361" y="975"/>
                </a:lnTo>
                <a:lnTo>
                  <a:pt x="363" y="974"/>
                </a:lnTo>
                <a:lnTo>
                  <a:pt x="363" y="973"/>
                </a:lnTo>
                <a:lnTo>
                  <a:pt x="364" y="972"/>
                </a:lnTo>
                <a:lnTo>
                  <a:pt x="365" y="971"/>
                </a:lnTo>
                <a:lnTo>
                  <a:pt x="366" y="970"/>
                </a:lnTo>
                <a:lnTo>
                  <a:pt x="367" y="970"/>
                </a:lnTo>
                <a:lnTo>
                  <a:pt x="368" y="969"/>
                </a:lnTo>
                <a:lnTo>
                  <a:pt x="368" y="970"/>
                </a:lnTo>
                <a:lnTo>
                  <a:pt x="369" y="970"/>
                </a:lnTo>
                <a:lnTo>
                  <a:pt x="369" y="971"/>
                </a:lnTo>
                <a:lnTo>
                  <a:pt x="369" y="972"/>
                </a:lnTo>
                <a:lnTo>
                  <a:pt x="370" y="972"/>
                </a:lnTo>
                <a:lnTo>
                  <a:pt x="371" y="971"/>
                </a:lnTo>
                <a:lnTo>
                  <a:pt x="373" y="971"/>
                </a:lnTo>
                <a:lnTo>
                  <a:pt x="376" y="971"/>
                </a:lnTo>
                <a:lnTo>
                  <a:pt x="377" y="971"/>
                </a:lnTo>
                <a:lnTo>
                  <a:pt x="378" y="971"/>
                </a:lnTo>
                <a:lnTo>
                  <a:pt x="379" y="972"/>
                </a:lnTo>
                <a:lnTo>
                  <a:pt x="379" y="973"/>
                </a:lnTo>
                <a:lnTo>
                  <a:pt x="379" y="974"/>
                </a:lnTo>
                <a:lnTo>
                  <a:pt x="380" y="974"/>
                </a:lnTo>
                <a:lnTo>
                  <a:pt x="380" y="975"/>
                </a:lnTo>
                <a:lnTo>
                  <a:pt x="381" y="975"/>
                </a:lnTo>
                <a:lnTo>
                  <a:pt x="382" y="975"/>
                </a:lnTo>
                <a:lnTo>
                  <a:pt x="383" y="975"/>
                </a:lnTo>
                <a:lnTo>
                  <a:pt x="384" y="976"/>
                </a:lnTo>
                <a:lnTo>
                  <a:pt x="385" y="977"/>
                </a:lnTo>
                <a:lnTo>
                  <a:pt x="386" y="977"/>
                </a:lnTo>
                <a:lnTo>
                  <a:pt x="387" y="977"/>
                </a:lnTo>
                <a:lnTo>
                  <a:pt x="388" y="976"/>
                </a:lnTo>
                <a:lnTo>
                  <a:pt x="390" y="976"/>
                </a:lnTo>
                <a:lnTo>
                  <a:pt x="390" y="975"/>
                </a:lnTo>
                <a:lnTo>
                  <a:pt x="391" y="975"/>
                </a:lnTo>
                <a:lnTo>
                  <a:pt x="392" y="975"/>
                </a:lnTo>
                <a:lnTo>
                  <a:pt x="393" y="975"/>
                </a:lnTo>
                <a:lnTo>
                  <a:pt x="394" y="975"/>
                </a:lnTo>
                <a:lnTo>
                  <a:pt x="394" y="976"/>
                </a:lnTo>
                <a:lnTo>
                  <a:pt x="395" y="976"/>
                </a:lnTo>
                <a:lnTo>
                  <a:pt x="396" y="976"/>
                </a:lnTo>
                <a:lnTo>
                  <a:pt x="396" y="977"/>
                </a:lnTo>
                <a:lnTo>
                  <a:pt x="396" y="978"/>
                </a:lnTo>
                <a:lnTo>
                  <a:pt x="397" y="978"/>
                </a:lnTo>
                <a:lnTo>
                  <a:pt x="398" y="978"/>
                </a:lnTo>
                <a:lnTo>
                  <a:pt x="400" y="977"/>
                </a:lnTo>
                <a:lnTo>
                  <a:pt x="401" y="976"/>
                </a:lnTo>
                <a:lnTo>
                  <a:pt x="402" y="975"/>
                </a:lnTo>
                <a:lnTo>
                  <a:pt x="404" y="975"/>
                </a:lnTo>
                <a:lnTo>
                  <a:pt x="405" y="974"/>
                </a:lnTo>
                <a:lnTo>
                  <a:pt x="406" y="973"/>
                </a:lnTo>
                <a:lnTo>
                  <a:pt x="407" y="974"/>
                </a:lnTo>
                <a:lnTo>
                  <a:pt x="408" y="974"/>
                </a:lnTo>
                <a:lnTo>
                  <a:pt x="409" y="975"/>
                </a:lnTo>
                <a:lnTo>
                  <a:pt x="410" y="974"/>
                </a:lnTo>
                <a:lnTo>
                  <a:pt x="411" y="974"/>
                </a:lnTo>
                <a:lnTo>
                  <a:pt x="412" y="975"/>
                </a:lnTo>
                <a:lnTo>
                  <a:pt x="413" y="975"/>
                </a:lnTo>
                <a:lnTo>
                  <a:pt x="414" y="976"/>
                </a:lnTo>
                <a:lnTo>
                  <a:pt x="415" y="976"/>
                </a:lnTo>
                <a:lnTo>
                  <a:pt x="416" y="975"/>
                </a:lnTo>
                <a:lnTo>
                  <a:pt x="417" y="975"/>
                </a:lnTo>
                <a:lnTo>
                  <a:pt x="417" y="976"/>
                </a:lnTo>
                <a:lnTo>
                  <a:pt x="417" y="977"/>
                </a:lnTo>
                <a:lnTo>
                  <a:pt x="417" y="978"/>
                </a:lnTo>
                <a:lnTo>
                  <a:pt x="418" y="979"/>
                </a:lnTo>
                <a:lnTo>
                  <a:pt x="419" y="979"/>
                </a:lnTo>
                <a:lnTo>
                  <a:pt x="421" y="978"/>
                </a:lnTo>
                <a:lnTo>
                  <a:pt x="423" y="978"/>
                </a:lnTo>
                <a:lnTo>
                  <a:pt x="424" y="978"/>
                </a:lnTo>
                <a:lnTo>
                  <a:pt x="425" y="978"/>
                </a:lnTo>
                <a:lnTo>
                  <a:pt x="427" y="978"/>
                </a:lnTo>
                <a:lnTo>
                  <a:pt x="429" y="978"/>
                </a:lnTo>
                <a:lnTo>
                  <a:pt x="430" y="978"/>
                </a:lnTo>
                <a:lnTo>
                  <a:pt x="431" y="978"/>
                </a:lnTo>
                <a:lnTo>
                  <a:pt x="432" y="977"/>
                </a:lnTo>
                <a:lnTo>
                  <a:pt x="433" y="977"/>
                </a:lnTo>
                <a:lnTo>
                  <a:pt x="435" y="977"/>
                </a:lnTo>
                <a:lnTo>
                  <a:pt x="436" y="976"/>
                </a:lnTo>
                <a:lnTo>
                  <a:pt x="437" y="976"/>
                </a:lnTo>
                <a:lnTo>
                  <a:pt x="437" y="977"/>
                </a:lnTo>
                <a:lnTo>
                  <a:pt x="439" y="977"/>
                </a:lnTo>
                <a:lnTo>
                  <a:pt x="441" y="977"/>
                </a:lnTo>
                <a:lnTo>
                  <a:pt x="442" y="976"/>
                </a:lnTo>
                <a:lnTo>
                  <a:pt x="443" y="976"/>
                </a:lnTo>
                <a:lnTo>
                  <a:pt x="444" y="976"/>
                </a:lnTo>
                <a:lnTo>
                  <a:pt x="445" y="975"/>
                </a:lnTo>
                <a:lnTo>
                  <a:pt x="445" y="974"/>
                </a:lnTo>
                <a:lnTo>
                  <a:pt x="447" y="975"/>
                </a:lnTo>
                <a:lnTo>
                  <a:pt x="448" y="976"/>
                </a:lnTo>
                <a:lnTo>
                  <a:pt x="449" y="976"/>
                </a:lnTo>
                <a:lnTo>
                  <a:pt x="449" y="975"/>
                </a:lnTo>
                <a:lnTo>
                  <a:pt x="450" y="974"/>
                </a:lnTo>
                <a:lnTo>
                  <a:pt x="450" y="973"/>
                </a:lnTo>
                <a:lnTo>
                  <a:pt x="451" y="973"/>
                </a:lnTo>
                <a:lnTo>
                  <a:pt x="451" y="972"/>
                </a:lnTo>
                <a:lnTo>
                  <a:pt x="452" y="972"/>
                </a:lnTo>
                <a:lnTo>
                  <a:pt x="453" y="973"/>
                </a:lnTo>
                <a:lnTo>
                  <a:pt x="454" y="972"/>
                </a:lnTo>
                <a:lnTo>
                  <a:pt x="455" y="972"/>
                </a:lnTo>
                <a:lnTo>
                  <a:pt x="454" y="971"/>
                </a:lnTo>
                <a:lnTo>
                  <a:pt x="454" y="970"/>
                </a:lnTo>
                <a:lnTo>
                  <a:pt x="453" y="969"/>
                </a:lnTo>
                <a:lnTo>
                  <a:pt x="453" y="968"/>
                </a:lnTo>
                <a:lnTo>
                  <a:pt x="452" y="967"/>
                </a:lnTo>
                <a:lnTo>
                  <a:pt x="452" y="966"/>
                </a:lnTo>
                <a:lnTo>
                  <a:pt x="452" y="965"/>
                </a:lnTo>
                <a:lnTo>
                  <a:pt x="453" y="964"/>
                </a:lnTo>
                <a:lnTo>
                  <a:pt x="453" y="963"/>
                </a:lnTo>
                <a:lnTo>
                  <a:pt x="453" y="962"/>
                </a:lnTo>
                <a:lnTo>
                  <a:pt x="454" y="962"/>
                </a:lnTo>
                <a:lnTo>
                  <a:pt x="454" y="961"/>
                </a:lnTo>
                <a:lnTo>
                  <a:pt x="455" y="960"/>
                </a:lnTo>
                <a:lnTo>
                  <a:pt x="456" y="960"/>
                </a:lnTo>
                <a:lnTo>
                  <a:pt x="457" y="960"/>
                </a:lnTo>
                <a:lnTo>
                  <a:pt x="458" y="959"/>
                </a:lnTo>
                <a:lnTo>
                  <a:pt x="460" y="958"/>
                </a:lnTo>
                <a:lnTo>
                  <a:pt x="461" y="957"/>
                </a:lnTo>
                <a:lnTo>
                  <a:pt x="462" y="957"/>
                </a:lnTo>
                <a:lnTo>
                  <a:pt x="462" y="956"/>
                </a:lnTo>
                <a:lnTo>
                  <a:pt x="463" y="956"/>
                </a:lnTo>
                <a:lnTo>
                  <a:pt x="464" y="956"/>
                </a:lnTo>
                <a:lnTo>
                  <a:pt x="465" y="956"/>
                </a:lnTo>
                <a:lnTo>
                  <a:pt x="468" y="955"/>
                </a:lnTo>
                <a:lnTo>
                  <a:pt x="469" y="955"/>
                </a:lnTo>
                <a:lnTo>
                  <a:pt x="469" y="956"/>
                </a:lnTo>
                <a:lnTo>
                  <a:pt x="470" y="956"/>
                </a:lnTo>
                <a:lnTo>
                  <a:pt x="471" y="956"/>
                </a:lnTo>
                <a:lnTo>
                  <a:pt x="472" y="955"/>
                </a:lnTo>
                <a:lnTo>
                  <a:pt x="473" y="955"/>
                </a:lnTo>
                <a:lnTo>
                  <a:pt x="474" y="955"/>
                </a:lnTo>
                <a:lnTo>
                  <a:pt x="475" y="955"/>
                </a:lnTo>
                <a:lnTo>
                  <a:pt x="476" y="955"/>
                </a:lnTo>
                <a:lnTo>
                  <a:pt x="478" y="954"/>
                </a:lnTo>
                <a:lnTo>
                  <a:pt x="480" y="953"/>
                </a:lnTo>
                <a:lnTo>
                  <a:pt x="481" y="953"/>
                </a:lnTo>
                <a:lnTo>
                  <a:pt x="482" y="952"/>
                </a:lnTo>
                <a:lnTo>
                  <a:pt x="484" y="952"/>
                </a:lnTo>
                <a:lnTo>
                  <a:pt x="486" y="952"/>
                </a:lnTo>
                <a:lnTo>
                  <a:pt x="487" y="951"/>
                </a:lnTo>
                <a:lnTo>
                  <a:pt x="487" y="950"/>
                </a:lnTo>
                <a:lnTo>
                  <a:pt x="487" y="949"/>
                </a:lnTo>
                <a:lnTo>
                  <a:pt x="487" y="948"/>
                </a:lnTo>
                <a:lnTo>
                  <a:pt x="488" y="942"/>
                </a:lnTo>
                <a:lnTo>
                  <a:pt x="488" y="941"/>
                </a:lnTo>
                <a:lnTo>
                  <a:pt x="488" y="940"/>
                </a:lnTo>
                <a:lnTo>
                  <a:pt x="490" y="939"/>
                </a:lnTo>
                <a:lnTo>
                  <a:pt x="490" y="938"/>
                </a:lnTo>
                <a:lnTo>
                  <a:pt x="490" y="936"/>
                </a:lnTo>
                <a:lnTo>
                  <a:pt x="489" y="936"/>
                </a:lnTo>
                <a:lnTo>
                  <a:pt x="489" y="935"/>
                </a:lnTo>
                <a:lnTo>
                  <a:pt x="489" y="934"/>
                </a:lnTo>
                <a:lnTo>
                  <a:pt x="490" y="933"/>
                </a:lnTo>
                <a:lnTo>
                  <a:pt x="492" y="932"/>
                </a:lnTo>
                <a:lnTo>
                  <a:pt x="495" y="931"/>
                </a:lnTo>
                <a:lnTo>
                  <a:pt x="497" y="931"/>
                </a:lnTo>
                <a:lnTo>
                  <a:pt x="498" y="931"/>
                </a:lnTo>
                <a:lnTo>
                  <a:pt x="501" y="931"/>
                </a:lnTo>
                <a:lnTo>
                  <a:pt x="503" y="932"/>
                </a:lnTo>
                <a:lnTo>
                  <a:pt x="503" y="931"/>
                </a:lnTo>
                <a:lnTo>
                  <a:pt x="504" y="931"/>
                </a:lnTo>
                <a:lnTo>
                  <a:pt x="505" y="931"/>
                </a:lnTo>
                <a:lnTo>
                  <a:pt x="506" y="931"/>
                </a:lnTo>
                <a:lnTo>
                  <a:pt x="507" y="932"/>
                </a:lnTo>
                <a:lnTo>
                  <a:pt x="508" y="932"/>
                </a:lnTo>
                <a:lnTo>
                  <a:pt x="509" y="931"/>
                </a:lnTo>
                <a:lnTo>
                  <a:pt x="510" y="931"/>
                </a:lnTo>
                <a:lnTo>
                  <a:pt x="511" y="931"/>
                </a:lnTo>
                <a:lnTo>
                  <a:pt x="513" y="931"/>
                </a:lnTo>
                <a:lnTo>
                  <a:pt x="514" y="931"/>
                </a:lnTo>
                <a:lnTo>
                  <a:pt x="514" y="930"/>
                </a:lnTo>
                <a:lnTo>
                  <a:pt x="514" y="929"/>
                </a:lnTo>
                <a:lnTo>
                  <a:pt x="515" y="929"/>
                </a:lnTo>
                <a:lnTo>
                  <a:pt x="516" y="929"/>
                </a:lnTo>
                <a:lnTo>
                  <a:pt x="517" y="929"/>
                </a:lnTo>
                <a:lnTo>
                  <a:pt x="518" y="929"/>
                </a:lnTo>
                <a:lnTo>
                  <a:pt x="520" y="929"/>
                </a:lnTo>
                <a:lnTo>
                  <a:pt x="521" y="929"/>
                </a:lnTo>
                <a:lnTo>
                  <a:pt x="521" y="928"/>
                </a:lnTo>
                <a:lnTo>
                  <a:pt x="523" y="928"/>
                </a:lnTo>
                <a:lnTo>
                  <a:pt x="524" y="927"/>
                </a:lnTo>
                <a:lnTo>
                  <a:pt x="526" y="927"/>
                </a:lnTo>
                <a:lnTo>
                  <a:pt x="528" y="926"/>
                </a:lnTo>
                <a:lnTo>
                  <a:pt x="529" y="925"/>
                </a:lnTo>
                <a:lnTo>
                  <a:pt x="529" y="924"/>
                </a:lnTo>
                <a:lnTo>
                  <a:pt x="530" y="923"/>
                </a:lnTo>
                <a:lnTo>
                  <a:pt x="531" y="922"/>
                </a:lnTo>
                <a:lnTo>
                  <a:pt x="532" y="921"/>
                </a:lnTo>
                <a:lnTo>
                  <a:pt x="533" y="921"/>
                </a:lnTo>
                <a:lnTo>
                  <a:pt x="534" y="921"/>
                </a:lnTo>
                <a:lnTo>
                  <a:pt x="535" y="922"/>
                </a:lnTo>
                <a:lnTo>
                  <a:pt x="536" y="922"/>
                </a:lnTo>
                <a:lnTo>
                  <a:pt x="537" y="921"/>
                </a:lnTo>
                <a:lnTo>
                  <a:pt x="538" y="921"/>
                </a:lnTo>
                <a:lnTo>
                  <a:pt x="539" y="921"/>
                </a:lnTo>
                <a:lnTo>
                  <a:pt x="540" y="921"/>
                </a:lnTo>
                <a:lnTo>
                  <a:pt x="540" y="922"/>
                </a:lnTo>
                <a:lnTo>
                  <a:pt x="541" y="922"/>
                </a:lnTo>
                <a:lnTo>
                  <a:pt x="542" y="921"/>
                </a:lnTo>
                <a:lnTo>
                  <a:pt x="543" y="919"/>
                </a:lnTo>
                <a:lnTo>
                  <a:pt x="544" y="918"/>
                </a:lnTo>
                <a:lnTo>
                  <a:pt x="545" y="918"/>
                </a:lnTo>
                <a:lnTo>
                  <a:pt x="546" y="917"/>
                </a:lnTo>
                <a:lnTo>
                  <a:pt x="547" y="916"/>
                </a:lnTo>
                <a:lnTo>
                  <a:pt x="546" y="914"/>
                </a:lnTo>
                <a:lnTo>
                  <a:pt x="546" y="913"/>
                </a:lnTo>
                <a:lnTo>
                  <a:pt x="547" y="912"/>
                </a:lnTo>
                <a:lnTo>
                  <a:pt x="548" y="912"/>
                </a:lnTo>
                <a:lnTo>
                  <a:pt x="549" y="912"/>
                </a:lnTo>
                <a:lnTo>
                  <a:pt x="552" y="911"/>
                </a:lnTo>
                <a:lnTo>
                  <a:pt x="553" y="911"/>
                </a:lnTo>
                <a:lnTo>
                  <a:pt x="555" y="911"/>
                </a:lnTo>
                <a:lnTo>
                  <a:pt x="556" y="911"/>
                </a:lnTo>
                <a:lnTo>
                  <a:pt x="557" y="910"/>
                </a:lnTo>
                <a:lnTo>
                  <a:pt x="557" y="911"/>
                </a:lnTo>
                <a:lnTo>
                  <a:pt x="558" y="911"/>
                </a:lnTo>
                <a:lnTo>
                  <a:pt x="559" y="911"/>
                </a:lnTo>
                <a:lnTo>
                  <a:pt x="560" y="910"/>
                </a:lnTo>
                <a:lnTo>
                  <a:pt x="562" y="909"/>
                </a:lnTo>
                <a:lnTo>
                  <a:pt x="562" y="908"/>
                </a:lnTo>
                <a:lnTo>
                  <a:pt x="563" y="907"/>
                </a:lnTo>
                <a:lnTo>
                  <a:pt x="564" y="907"/>
                </a:lnTo>
                <a:lnTo>
                  <a:pt x="565" y="907"/>
                </a:lnTo>
                <a:lnTo>
                  <a:pt x="567" y="906"/>
                </a:lnTo>
                <a:lnTo>
                  <a:pt x="569" y="905"/>
                </a:lnTo>
                <a:lnTo>
                  <a:pt x="569" y="904"/>
                </a:lnTo>
                <a:lnTo>
                  <a:pt x="570" y="904"/>
                </a:lnTo>
                <a:lnTo>
                  <a:pt x="570" y="903"/>
                </a:lnTo>
                <a:lnTo>
                  <a:pt x="571" y="903"/>
                </a:lnTo>
                <a:lnTo>
                  <a:pt x="571" y="902"/>
                </a:lnTo>
                <a:lnTo>
                  <a:pt x="572" y="902"/>
                </a:lnTo>
                <a:lnTo>
                  <a:pt x="572" y="901"/>
                </a:lnTo>
                <a:lnTo>
                  <a:pt x="573" y="901"/>
                </a:lnTo>
                <a:lnTo>
                  <a:pt x="574" y="900"/>
                </a:lnTo>
                <a:lnTo>
                  <a:pt x="575" y="900"/>
                </a:lnTo>
                <a:lnTo>
                  <a:pt x="576" y="899"/>
                </a:lnTo>
                <a:lnTo>
                  <a:pt x="577" y="899"/>
                </a:lnTo>
                <a:lnTo>
                  <a:pt x="578" y="899"/>
                </a:lnTo>
                <a:lnTo>
                  <a:pt x="579" y="899"/>
                </a:lnTo>
                <a:lnTo>
                  <a:pt x="580" y="900"/>
                </a:lnTo>
                <a:lnTo>
                  <a:pt x="581" y="900"/>
                </a:lnTo>
                <a:lnTo>
                  <a:pt x="581" y="899"/>
                </a:lnTo>
                <a:lnTo>
                  <a:pt x="582" y="898"/>
                </a:lnTo>
                <a:lnTo>
                  <a:pt x="582" y="897"/>
                </a:lnTo>
                <a:lnTo>
                  <a:pt x="583" y="897"/>
                </a:lnTo>
                <a:lnTo>
                  <a:pt x="585" y="896"/>
                </a:lnTo>
                <a:lnTo>
                  <a:pt x="588" y="895"/>
                </a:lnTo>
                <a:lnTo>
                  <a:pt x="589" y="895"/>
                </a:lnTo>
                <a:lnTo>
                  <a:pt x="590" y="894"/>
                </a:lnTo>
                <a:lnTo>
                  <a:pt x="591" y="892"/>
                </a:lnTo>
                <a:lnTo>
                  <a:pt x="593" y="892"/>
                </a:lnTo>
                <a:lnTo>
                  <a:pt x="595" y="892"/>
                </a:lnTo>
                <a:lnTo>
                  <a:pt x="597" y="891"/>
                </a:lnTo>
                <a:lnTo>
                  <a:pt x="598" y="892"/>
                </a:lnTo>
                <a:lnTo>
                  <a:pt x="600" y="892"/>
                </a:lnTo>
                <a:lnTo>
                  <a:pt x="600" y="891"/>
                </a:lnTo>
                <a:lnTo>
                  <a:pt x="602" y="891"/>
                </a:lnTo>
                <a:lnTo>
                  <a:pt x="602" y="890"/>
                </a:lnTo>
                <a:lnTo>
                  <a:pt x="603" y="890"/>
                </a:lnTo>
                <a:lnTo>
                  <a:pt x="605" y="888"/>
                </a:lnTo>
                <a:lnTo>
                  <a:pt x="605" y="887"/>
                </a:lnTo>
                <a:lnTo>
                  <a:pt x="606" y="887"/>
                </a:lnTo>
                <a:lnTo>
                  <a:pt x="607" y="886"/>
                </a:lnTo>
                <a:lnTo>
                  <a:pt x="607" y="885"/>
                </a:lnTo>
                <a:lnTo>
                  <a:pt x="609" y="884"/>
                </a:lnTo>
                <a:lnTo>
                  <a:pt x="610" y="883"/>
                </a:lnTo>
                <a:lnTo>
                  <a:pt x="611" y="883"/>
                </a:lnTo>
                <a:lnTo>
                  <a:pt x="612" y="882"/>
                </a:lnTo>
                <a:lnTo>
                  <a:pt x="612" y="881"/>
                </a:lnTo>
                <a:lnTo>
                  <a:pt x="613" y="882"/>
                </a:lnTo>
                <a:lnTo>
                  <a:pt x="614" y="883"/>
                </a:lnTo>
                <a:lnTo>
                  <a:pt x="615" y="883"/>
                </a:lnTo>
                <a:lnTo>
                  <a:pt x="616" y="883"/>
                </a:lnTo>
                <a:lnTo>
                  <a:pt x="617" y="882"/>
                </a:lnTo>
                <a:lnTo>
                  <a:pt x="618" y="881"/>
                </a:lnTo>
                <a:lnTo>
                  <a:pt x="619" y="880"/>
                </a:lnTo>
                <a:lnTo>
                  <a:pt x="621" y="878"/>
                </a:lnTo>
                <a:lnTo>
                  <a:pt x="622" y="878"/>
                </a:lnTo>
                <a:lnTo>
                  <a:pt x="623" y="878"/>
                </a:lnTo>
                <a:lnTo>
                  <a:pt x="625" y="877"/>
                </a:lnTo>
                <a:lnTo>
                  <a:pt x="626" y="877"/>
                </a:lnTo>
                <a:lnTo>
                  <a:pt x="627" y="877"/>
                </a:lnTo>
                <a:lnTo>
                  <a:pt x="628" y="877"/>
                </a:lnTo>
                <a:lnTo>
                  <a:pt x="629" y="877"/>
                </a:lnTo>
                <a:lnTo>
                  <a:pt x="629" y="878"/>
                </a:lnTo>
                <a:lnTo>
                  <a:pt x="630" y="878"/>
                </a:lnTo>
                <a:lnTo>
                  <a:pt x="631" y="878"/>
                </a:lnTo>
                <a:lnTo>
                  <a:pt x="632" y="878"/>
                </a:lnTo>
                <a:lnTo>
                  <a:pt x="634" y="878"/>
                </a:lnTo>
                <a:lnTo>
                  <a:pt x="636" y="878"/>
                </a:lnTo>
                <a:lnTo>
                  <a:pt x="638" y="878"/>
                </a:lnTo>
                <a:lnTo>
                  <a:pt x="641" y="877"/>
                </a:lnTo>
                <a:lnTo>
                  <a:pt x="642" y="876"/>
                </a:lnTo>
                <a:lnTo>
                  <a:pt x="643" y="876"/>
                </a:lnTo>
                <a:lnTo>
                  <a:pt x="643" y="875"/>
                </a:lnTo>
                <a:lnTo>
                  <a:pt x="644" y="874"/>
                </a:lnTo>
                <a:lnTo>
                  <a:pt x="645" y="873"/>
                </a:lnTo>
                <a:lnTo>
                  <a:pt x="646" y="872"/>
                </a:lnTo>
                <a:lnTo>
                  <a:pt x="647" y="872"/>
                </a:lnTo>
                <a:lnTo>
                  <a:pt x="650" y="872"/>
                </a:lnTo>
                <a:lnTo>
                  <a:pt x="652" y="872"/>
                </a:lnTo>
                <a:lnTo>
                  <a:pt x="653" y="871"/>
                </a:lnTo>
                <a:lnTo>
                  <a:pt x="654" y="871"/>
                </a:lnTo>
                <a:lnTo>
                  <a:pt x="656" y="871"/>
                </a:lnTo>
                <a:lnTo>
                  <a:pt x="657" y="871"/>
                </a:lnTo>
                <a:lnTo>
                  <a:pt x="658" y="871"/>
                </a:lnTo>
                <a:lnTo>
                  <a:pt x="659" y="871"/>
                </a:lnTo>
                <a:lnTo>
                  <a:pt x="660" y="871"/>
                </a:lnTo>
                <a:lnTo>
                  <a:pt x="660" y="870"/>
                </a:lnTo>
                <a:lnTo>
                  <a:pt x="661" y="869"/>
                </a:lnTo>
                <a:lnTo>
                  <a:pt x="662" y="868"/>
                </a:lnTo>
                <a:lnTo>
                  <a:pt x="663" y="867"/>
                </a:lnTo>
                <a:lnTo>
                  <a:pt x="663" y="866"/>
                </a:lnTo>
                <a:lnTo>
                  <a:pt x="663" y="865"/>
                </a:lnTo>
                <a:lnTo>
                  <a:pt x="663" y="864"/>
                </a:lnTo>
                <a:lnTo>
                  <a:pt x="664" y="864"/>
                </a:lnTo>
                <a:lnTo>
                  <a:pt x="665" y="863"/>
                </a:lnTo>
                <a:lnTo>
                  <a:pt x="666" y="862"/>
                </a:lnTo>
                <a:lnTo>
                  <a:pt x="668" y="861"/>
                </a:lnTo>
                <a:lnTo>
                  <a:pt x="668" y="860"/>
                </a:lnTo>
                <a:lnTo>
                  <a:pt x="668" y="859"/>
                </a:lnTo>
                <a:lnTo>
                  <a:pt x="668" y="858"/>
                </a:lnTo>
                <a:lnTo>
                  <a:pt x="668" y="857"/>
                </a:lnTo>
                <a:lnTo>
                  <a:pt x="668" y="856"/>
                </a:lnTo>
                <a:lnTo>
                  <a:pt x="669" y="856"/>
                </a:lnTo>
                <a:lnTo>
                  <a:pt x="670" y="855"/>
                </a:lnTo>
                <a:lnTo>
                  <a:pt x="671" y="855"/>
                </a:lnTo>
                <a:lnTo>
                  <a:pt x="672" y="855"/>
                </a:lnTo>
                <a:lnTo>
                  <a:pt x="675" y="854"/>
                </a:lnTo>
                <a:lnTo>
                  <a:pt x="677" y="854"/>
                </a:lnTo>
                <a:lnTo>
                  <a:pt x="678" y="853"/>
                </a:lnTo>
                <a:lnTo>
                  <a:pt x="680" y="854"/>
                </a:lnTo>
                <a:lnTo>
                  <a:pt x="683" y="854"/>
                </a:lnTo>
                <a:lnTo>
                  <a:pt x="685" y="854"/>
                </a:lnTo>
                <a:lnTo>
                  <a:pt x="687" y="853"/>
                </a:lnTo>
                <a:lnTo>
                  <a:pt x="689" y="853"/>
                </a:lnTo>
                <a:lnTo>
                  <a:pt x="690" y="853"/>
                </a:lnTo>
                <a:lnTo>
                  <a:pt x="692" y="853"/>
                </a:lnTo>
                <a:lnTo>
                  <a:pt x="693" y="853"/>
                </a:lnTo>
                <a:lnTo>
                  <a:pt x="694" y="854"/>
                </a:lnTo>
                <a:lnTo>
                  <a:pt x="695" y="854"/>
                </a:lnTo>
                <a:lnTo>
                  <a:pt x="697" y="855"/>
                </a:lnTo>
                <a:lnTo>
                  <a:pt x="699" y="855"/>
                </a:lnTo>
                <a:lnTo>
                  <a:pt x="699" y="854"/>
                </a:lnTo>
                <a:lnTo>
                  <a:pt x="700" y="854"/>
                </a:lnTo>
                <a:lnTo>
                  <a:pt x="700" y="853"/>
                </a:lnTo>
                <a:lnTo>
                  <a:pt x="700" y="852"/>
                </a:lnTo>
                <a:lnTo>
                  <a:pt x="701" y="851"/>
                </a:lnTo>
                <a:lnTo>
                  <a:pt x="703" y="850"/>
                </a:lnTo>
                <a:lnTo>
                  <a:pt x="703" y="849"/>
                </a:lnTo>
                <a:lnTo>
                  <a:pt x="703" y="848"/>
                </a:lnTo>
                <a:lnTo>
                  <a:pt x="702" y="848"/>
                </a:lnTo>
                <a:lnTo>
                  <a:pt x="701" y="847"/>
                </a:lnTo>
                <a:lnTo>
                  <a:pt x="700" y="846"/>
                </a:lnTo>
                <a:lnTo>
                  <a:pt x="699" y="844"/>
                </a:lnTo>
                <a:lnTo>
                  <a:pt x="698" y="842"/>
                </a:lnTo>
                <a:lnTo>
                  <a:pt x="698" y="841"/>
                </a:lnTo>
                <a:lnTo>
                  <a:pt x="698" y="840"/>
                </a:lnTo>
                <a:lnTo>
                  <a:pt x="700" y="841"/>
                </a:lnTo>
                <a:lnTo>
                  <a:pt x="700" y="840"/>
                </a:lnTo>
                <a:lnTo>
                  <a:pt x="701" y="839"/>
                </a:lnTo>
                <a:lnTo>
                  <a:pt x="701" y="836"/>
                </a:lnTo>
                <a:lnTo>
                  <a:pt x="701" y="834"/>
                </a:lnTo>
                <a:lnTo>
                  <a:pt x="702" y="834"/>
                </a:lnTo>
                <a:lnTo>
                  <a:pt x="704" y="834"/>
                </a:lnTo>
                <a:lnTo>
                  <a:pt x="706" y="834"/>
                </a:lnTo>
                <a:lnTo>
                  <a:pt x="708" y="833"/>
                </a:lnTo>
                <a:lnTo>
                  <a:pt x="710" y="832"/>
                </a:lnTo>
                <a:lnTo>
                  <a:pt x="711" y="832"/>
                </a:lnTo>
                <a:lnTo>
                  <a:pt x="713" y="831"/>
                </a:lnTo>
                <a:lnTo>
                  <a:pt x="714" y="830"/>
                </a:lnTo>
                <a:lnTo>
                  <a:pt x="714" y="828"/>
                </a:lnTo>
                <a:lnTo>
                  <a:pt x="714" y="827"/>
                </a:lnTo>
                <a:lnTo>
                  <a:pt x="713" y="826"/>
                </a:lnTo>
                <a:lnTo>
                  <a:pt x="712" y="825"/>
                </a:lnTo>
                <a:lnTo>
                  <a:pt x="712" y="824"/>
                </a:lnTo>
                <a:lnTo>
                  <a:pt x="712" y="823"/>
                </a:lnTo>
                <a:lnTo>
                  <a:pt x="712" y="822"/>
                </a:lnTo>
                <a:lnTo>
                  <a:pt x="713" y="822"/>
                </a:lnTo>
                <a:lnTo>
                  <a:pt x="713" y="821"/>
                </a:lnTo>
                <a:lnTo>
                  <a:pt x="712" y="820"/>
                </a:lnTo>
                <a:lnTo>
                  <a:pt x="711" y="819"/>
                </a:lnTo>
                <a:lnTo>
                  <a:pt x="709" y="817"/>
                </a:lnTo>
                <a:lnTo>
                  <a:pt x="708" y="817"/>
                </a:lnTo>
                <a:lnTo>
                  <a:pt x="708" y="816"/>
                </a:lnTo>
                <a:lnTo>
                  <a:pt x="708" y="814"/>
                </a:lnTo>
                <a:lnTo>
                  <a:pt x="708" y="812"/>
                </a:lnTo>
                <a:lnTo>
                  <a:pt x="707" y="810"/>
                </a:lnTo>
                <a:lnTo>
                  <a:pt x="706" y="808"/>
                </a:lnTo>
                <a:lnTo>
                  <a:pt x="705" y="808"/>
                </a:lnTo>
                <a:lnTo>
                  <a:pt x="705" y="807"/>
                </a:lnTo>
                <a:lnTo>
                  <a:pt x="706" y="805"/>
                </a:lnTo>
                <a:lnTo>
                  <a:pt x="706" y="803"/>
                </a:lnTo>
                <a:lnTo>
                  <a:pt x="707" y="801"/>
                </a:lnTo>
                <a:lnTo>
                  <a:pt x="708" y="800"/>
                </a:lnTo>
                <a:lnTo>
                  <a:pt x="712" y="798"/>
                </a:lnTo>
                <a:lnTo>
                  <a:pt x="713" y="798"/>
                </a:lnTo>
                <a:lnTo>
                  <a:pt x="710" y="798"/>
                </a:lnTo>
                <a:lnTo>
                  <a:pt x="710" y="797"/>
                </a:lnTo>
                <a:lnTo>
                  <a:pt x="709" y="796"/>
                </a:lnTo>
                <a:lnTo>
                  <a:pt x="708" y="796"/>
                </a:lnTo>
                <a:lnTo>
                  <a:pt x="707" y="795"/>
                </a:lnTo>
                <a:lnTo>
                  <a:pt x="706" y="794"/>
                </a:lnTo>
                <a:lnTo>
                  <a:pt x="706" y="793"/>
                </a:lnTo>
                <a:lnTo>
                  <a:pt x="705" y="792"/>
                </a:lnTo>
                <a:lnTo>
                  <a:pt x="704" y="790"/>
                </a:lnTo>
                <a:lnTo>
                  <a:pt x="703" y="789"/>
                </a:lnTo>
                <a:lnTo>
                  <a:pt x="702" y="788"/>
                </a:lnTo>
                <a:lnTo>
                  <a:pt x="701" y="785"/>
                </a:lnTo>
                <a:lnTo>
                  <a:pt x="701" y="784"/>
                </a:lnTo>
                <a:lnTo>
                  <a:pt x="701" y="783"/>
                </a:lnTo>
                <a:lnTo>
                  <a:pt x="701" y="782"/>
                </a:lnTo>
                <a:lnTo>
                  <a:pt x="702" y="780"/>
                </a:lnTo>
                <a:lnTo>
                  <a:pt x="702" y="779"/>
                </a:lnTo>
                <a:lnTo>
                  <a:pt x="702" y="778"/>
                </a:lnTo>
                <a:lnTo>
                  <a:pt x="705" y="777"/>
                </a:lnTo>
                <a:lnTo>
                  <a:pt x="708" y="776"/>
                </a:lnTo>
                <a:lnTo>
                  <a:pt x="706" y="773"/>
                </a:lnTo>
                <a:lnTo>
                  <a:pt x="711" y="765"/>
                </a:lnTo>
                <a:lnTo>
                  <a:pt x="711" y="760"/>
                </a:lnTo>
                <a:lnTo>
                  <a:pt x="712" y="759"/>
                </a:lnTo>
                <a:lnTo>
                  <a:pt x="713" y="759"/>
                </a:lnTo>
                <a:lnTo>
                  <a:pt x="714" y="759"/>
                </a:lnTo>
                <a:lnTo>
                  <a:pt x="715" y="759"/>
                </a:lnTo>
                <a:lnTo>
                  <a:pt x="716" y="759"/>
                </a:lnTo>
                <a:lnTo>
                  <a:pt x="717" y="759"/>
                </a:lnTo>
                <a:lnTo>
                  <a:pt x="718" y="759"/>
                </a:lnTo>
                <a:lnTo>
                  <a:pt x="718" y="760"/>
                </a:lnTo>
                <a:lnTo>
                  <a:pt x="719" y="760"/>
                </a:lnTo>
                <a:lnTo>
                  <a:pt x="720" y="760"/>
                </a:lnTo>
                <a:lnTo>
                  <a:pt x="721" y="760"/>
                </a:lnTo>
                <a:lnTo>
                  <a:pt x="721" y="759"/>
                </a:lnTo>
                <a:lnTo>
                  <a:pt x="722" y="759"/>
                </a:lnTo>
                <a:lnTo>
                  <a:pt x="722" y="760"/>
                </a:lnTo>
                <a:lnTo>
                  <a:pt x="723" y="760"/>
                </a:lnTo>
                <a:lnTo>
                  <a:pt x="723" y="759"/>
                </a:lnTo>
                <a:lnTo>
                  <a:pt x="724" y="758"/>
                </a:lnTo>
                <a:lnTo>
                  <a:pt x="725" y="759"/>
                </a:lnTo>
                <a:lnTo>
                  <a:pt x="726" y="759"/>
                </a:lnTo>
                <a:lnTo>
                  <a:pt x="727" y="759"/>
                </a:lnTo>
                <a:lnTo>
                  <a:pt x="727" y="758"/>
                </a:lnTo>
                <a:lnTo>
                  <a:pt x="728" y="758"/>
                </a:lnTo>
                <a:lnTo>
                  <a:pt x="728" y="757"/>
                </a:lnTo>
                <a:lnTo>
                  <a:pt x="729" y="756"/>
                </a:lnTo>
                <a:lnTo>
                  <a:pt x="730" y="756"/>
                </a:lnTo>
                <a:lnTo>
                  <a:pt x="731" y="756"/>
                </a:lnTo>
                <a:lnTo>
                  <a:pt x="732" y="756"/>
                </a:lnTo>
                <a:lnTo>
                  <a:pt x="733" y="755"/>
                </a:lnTo>
                <a:lnTo>
                  <a:pt x="734" y="755"/>
                </a:lnTo>
                <a:lnTo>
                  <a:pt x="735" y="755"/>
                </a:lnTo>
                <a:lnTo>
                  <a:pt x="736" y="754"/>
                </a:lnTo>
                <a:lnTo>
                  <a:pt x="737" y="754"/>
                </a:lnTo>
                <a:lnTo>
                  <a:pt x="738" y="754"/>
                </a:lnTo>
                <a:lnTo>
                  <a:pt x="739" y="754"/>
                </a:lnTo>
                <a:lnTo>
                  <a:pt x="739" y="753"/>
                </a:lnTo>
                <a:lnTo>
                  <a:pt x="740" y="753"/>
                </a:lnTo>
                <a:lnTo>
                  <a:pt x="741" y="754"/>
                </a:lnTo>
                <a:lnTo>
                  <a:pt x="741" y="753"/>
                </a:lnTo>
                <a:lnTo>
                  <a:pt x="742" y="753"/>
                </a:lnTo>
                <a:lnTo>
                  <a:pt x="743" y="753"/>
                </a:lnTo>
                <a:lnTo>
                  <a:pt x="744" y="753"/>
                </a:lnTo>
                <a:lnTo>
                  <a:pt x="744" y="752"/>
                </a:lnTo>
                <a:lnTo>
                  <a:pt x="745" y="753"/>
                </a:lnTo>
                <a:lnTo>
                  <a:pt x="746" y="752"/>
                </a:lnTo>
                <a:lnTo>
                  <a:pt x="746" y="751"/>
                </a:lnTo>
                <a:lnTo>
                  <a:pt x="746" y="750"/>
                </a:lnTo>
                <a:lnTo>
                  <a:pt x="745" y="750"/>
                </a:lnTo>
                <a:lnTo>
                  <a:pt x="744" y="749"/>
                </a:lnTo>
                <a:lnTo>
                  <a:pt x="744" y="748"/>
                </a:lnTo>
                <a:lnTo>
                  <a:pt x="743" y="748"/>
                </a:lnTo>
                <a:lnTo>
                  <a:pt x="741" y="747"/>
                </a:lnTo>
                <a:lnTo>
                  <a:pt x="740" y="747"/>
                </a:lnTo>
                <a:lnTo>
                  <a:pt x="739" y="747"/>
                </a:lnTo>
                <a:lnTo>
                  <a:pt x="738" y="746"/>
                </a:lnTo>
                <a:lnTo>
                  <a:pt x="736" y="746"/>
                </a:lnTo>
                <a:lnTo>
                  <a:pt x="735" y="746"/>
                </a:lnTo>
                <a:lnTo>
                  <a:pt x="734" y="746"/>
                </a:lnTo>
                <a:lnTo>
                  <a:pt x="733" y="745"/>
                </a:lnTo>
                <a:lnTo>
                  <a:pt x="731" y="744"/>
                </a:lnTo>
                <a:lnTo>
                  <a:pt x="730" y="743"/>
                </a:lnTo>
                <a:lnTo>
                  <a:pt x="729" y="742"/>
                </a:lnTo>
                <a:lnTo>
                  <a:pt x="727" y="742"/>
                </a:lnTo>
                <a:lnTo>
                  <a:pt x="726" y="740"/>
                </a:lnTo>
                <a:lnTo>
                  <a:pt x="725" y="740"/>
                </a:lnTo>
                <a:lnTo>
                  <a:pt x="725" y="739"/>
                </a:lnTo>
                <a:lnTo>
                  <a:pt x="724" y="739"/>
                </a:lnTo>
                <a:lnTo>
                  <a:pt x="724" y="738"/>
                </a:lnTo>
                <a:lnTo>
                  <a:pt x="723" y="738"/>
                </a:lnTo>
                <a:lnTo>
                  <a:pt x="723" y="737"/>
                </a:lnTo>
                <a:lnTo>
                  <a:pt x="723" y="736"/>
                </a:lnTo>
                <a:lnTo>
                  <a:pt x="724" y="735"/>
                </a:lnTo>
                <a:lnTo>
                  <a:pt x="725" y="734"/>
                </a:lnTo>
                <a:lnTo>
                  <a:pt x="727" y="733"/>
                </a:lnTo>
                <a:lnTo>
                  <a:pt x="729" y="732"/>
                </a:lnTo>
                <a:lnTo>
                  <a:pt x="730" y="731"/>
                </a:lnTo>
                <a:lnTo>
                  <a:pt x="732" y="731"/>
                </a:lnTo>
                <a:lnTo>
                  <a:pt x="734" y="731"/>
                </a:lnTo>
                <a:lnTo>
                  <a:pt x="737" y="730"/>
                </a:lnTo>
                <a:lnTo>
                  <a:pt x="739" y="728"/>
                </a:lnTo>
                <a:lnTo>
                  <a:pt x="740" y="728"/>
                </a:lnTo>
                <a:lnTo>
                  <a:pt x="742" y="727"/>
                </a:lnTo>
                <a:lnTo>
                  <a:pt x="743" y="726"/>
                </a:lnTo>
                <a:lnTo>
                  <a:pt x="744" y="725"/>
                </a:lnTo>
                <a:lnTo>
                  <a:pt x="745" y="724"/>
                </a:lnTo>
                <a:lnTo>
                  <a:pt x="746" y="723"/>
                </a:lnTo>
                <a:lnTo>
                  <a:pt x="747" y="723"/>
                </a:lnTo>
                <a:lnTo>
                  <a:pt x="749" y="723"/>
                </a:lnTo>
                <a:lnTo>
                  <a:pt x="750" y="722"/>
                </a:lnTo>
                <a:lnTo>
                  <a:pt x="752" y="722"/>
                </a:lnTo>
                <a:lnTo>
                  <a:pt x="753" y="722"/>
                </a:lnTo>
                <a:lnTo>
                  <a:pt x="754" y="722"/>
                </a:lnTo>
                <a:lnTo>
                  <a:pt x="757" y="722"/>
                </a:lnTo>
                <a:lnTo>
                  <a:pt x="758" y="723"/>
                </a:lnTo>
                <a:lnTo>
                  <a:pt x="759" y="723"/>
                </a:lnTo>
                <a:lnTo>
                  <a:pt x="760" y="724"/>
                </a:lnTo>
                <a:lnTo>
                  <a:pt x="761" y="722"/>
                </a:lnTo>
                <a:lnTo>
                  <a:pt x="762" y="722"/>
                </a:lnTo>
                <a:lnTo>
                  <a:pt x="763" y="722"/>
                </a:lnTo>
                <a:lnTo>
                  <a:pt x="765" y="723"/>
                </a:lnTo>
                <a:lnTo>
                  <a:pt x="766" y="723"/>
                </a:lnTo>
                <a:lnTo>
                  <a:pt x="767" y="723"/>
                </a:lnTo>
                <a:lnTo>
                  <a:pt x="767" y="721"/>
                </a:lnTo>
                <a:lnTo>
                  <a:pt x="767" y="720"/>
                </a:lnTo>
                <a:lnTo>
                  <a:pt x="767" y="719"/>
                </a:lnTo>
                <a:lnTo>
                  <a:pt x="768" y="718"/>
                </a:lnTo>
                <a:lnTo>
                  <a:pt x="767" y="718"/>
                </a:lnTo>
                <a:lnTo>
                  <a:pt x="767" y="717"/>
                </a:lnTo>
                <a:lnTo>
                  <a:pt x="766" y="716"/>
                </a:lnTo>
                <a:lnTo>
                  <a:pt x="766" y="714"/>
                </a:lnTo>
                <a:lnTo>
                  <a:pt x="766" y="711"/>
                </a:lnTo>
                <a:lnTo>
                  <a:pt x="766" y="710"/>
                </a:lnTo>
                <a:lnTo>
                  <a:pt x="765" y="709"/>
                </a:lnTo>
                <a:lnTo>
                  <a:pt x="764" y="708"/>
                </a:lnTo>
                <a:lnTo>
                  <a:pt x="764" y="707"/>
                </a:lnTo>
                <a:lnTo>
                  <a:pt x="765" y="705"/>
                </a:lnTo>
                <a:lnTo>
                  <a:pt x="765" y="704"/>
                </a:lnTo>
                <a:lnTo>
                  <a:pt x="765" y="703"/>
                </a:lnTo>
                <a:lnTo>
                  <a:pt x="765" y="702"/>
                </a:lnTo>
                <a:lnTo>
                  <a:pt x="763" y="702"/>
                </a:lnTo>
                <a:lnTo>
                  <a:pt x="762" y="702"/>
                </a:lnTo>
                <a:lnTo>
                  <a:pt x="761" y="702"/>
                </a:lnTo>
                <a:lnTo>
                  <a:pt x="759" y="702"/>
                </a:lnTo>
                <a:lnTo>
                  <a:pt x="757" y="702"/>
                </a:lnTo>
                <a:lnTo>
                  <a:pt x="756" y="702"/>
                </a:lnTo>
                <a:lnTo>
                  <a:pt x="756" y="700"/>
                </a:lnTo>
                <a:lnTo>
                  <a:pt x="756" y="698"/>
                </a:lnTo>
                <a:lnTo>
                  <a:pt x="757" y="697"/>
                </a:lnTo>
                <a:lnTo>
                  <a:pt x="758" y="696"/>
                </a:lnTo>
                <a:lnTo>
                  <a:pt x="759" y="694"/>
                </a:lnTo>
                <a:lnTo>
                  <a:pt x="760" y="694"/>
                </a:lnTo>
                <a:lnTo>
                  <a:pt x="761" y="693"/>
                </a:lnTo>
                <a:lnTo>
                  <a:pt x="761" y="691"/>
                </a:lnTo>
                <a:lnTo>
                  <a:pt x="761" y="690"/>
                </a:lnTo>
                <a:lnTo>
                  <a:pt x="761" y="689"/>
                </a:lnTo>
                <a:lnTo>
                  <a:pt x="761" y="688"/>
                </a:lnTo>
                <a:lnTo>
                  <a:pt x="761" y="687"/>
                </a:lnTo>
                <a:lnTo>
                  <a:pt x="762" y="687"/>
                </a:lnTo>
                <a:lnTo>
                  <a:pt x="763" y="686"/>
                </a:lnTo>
                <a:lnTo>
                  <a:pt x="763" y="681"/>
                </a:lnTo>
                <a:lnTo>
                  <a:pt x="756" y="670"/>
                </a:lnTo>
                <a:lnTo>
                  <a:pt x="748" y="657"/>
                </a:lnTo>
                <a:lnTo>
                  <a:pt x="738" y="642"/>
                </a:lnTo>
                <a:lnTo>
                  <a:pt x="738" y="641"/>
                </a:lnTo>
                <a:lnTo>
                  <a:pt x="738" y="639"/>
                </a:lnTo>
                <a:lnTo>
                  <a:pt x="738" y="638"/>
                </a:lnTo>
                <a:lnTo>
                  <a:pt x="738" y="637"/>
                </a:lnTo>
                <a:lnTo>
                  <a:pt x="738" y="636"/>
                </a:lnTo>
                <a:lnTo>
                  <a:pt x="737" y="636"/>
                </a:lnTo>
                <a:lnTo>
                  <a:pt x="737" y="635"/>
                </a:lnTo>
                <a:lnTo>
                  <a:pt x="737" y="634"/>
                </a:lnTo>
                <a:lnTo>
                  <a:pt x="737" y="633"/>
                </a:lnTo>
                <a:lnTo>
                  <a:pt x="737" y="632"/>
                </a:lnTo>
                <a:lnTo>
                  <a:pt x="737" y="631"/>
                </a:lnTo>
                <a:lnTo>
                  <a:pt x="736" y="631"/>
                </a:lnTo>
                <a:lnTo>
                  <a:pt x="736" y="630"/>
                </a:lnTo>
                <a:lnTo>
                  <a:pt x="735" y="630"/>
                </a:lnTo>
                <a:lnTo>
                  <a:pt x="735" y="629"/>
                </a:lnTo>
                <a:lnTo>
                  <a:pt x="734" y="628"/>
                </a:lnTo>
                <a:lnTo>
                  <a:pt x="734" y="627"/>
                </a:lnTo>
                <a:lnTo>
                  <a:pt x="734" y="626"/>
                </a:lnTo>
                <a:lnTo>
                  <a:pt x="735" y="626"/>
                </a:lnTo>
                <a:lnTo>
                  <a:pt x="735" y="625"/>
                </a:lnTo>
                <a:lnTo>
                  <a:pt x="734" y="625"/>
                </a:lnTo>
                <a:lnTo>
                  <a:pt x="734" y="624"/>
                </a:lnTo>
                <a:lnTo>
                  <a:pt x="733" y="624"/>
                </a:lnTo>
                <a:lnTo>
                  <a:pt x="732" y="623"/>
                </a:lnTo>
                <a:lnTo>
                  <a:pt x="732" y="621"/>
                </a:lnTo>
                <a:lnTo>
                  <a:pt x="731" y="620"/>
                </a:lnTo>
                <a:lnTo>
                  <a:pt x="731" y="619"/>
                </a:lnTo>
                <a:lnTo>
                  <a:pt x="731" y="618"/>
                </a:lnTo>
                <a:lnTo>
                  <a:pt x="731" y="616"/>
                </a:lnTo>
                <a:lnTo>
                  <a:pt x="731" y="615"/>
                </a:lnTo>
                <a:lnTo>
                  <a:pt x="731" y="614"/>
                </a:lnTo>
                <a:lnTo>
                  <a:pt x="730" y="612"/>
                </a:lnTo>
                <a:lnTo>
                  <a:pt x="730" y="611"/>
                </a:lnTo>
                <a:lnTo>
                  <a:pt x="730" y="610"/>
                </a:lnTo>
                <a:lnTo>
                  <a:pt x="729" y="609"/>
                </a:lnTo>
                <a:lnTo>
                  <a:pt x="728" y="608"/>
                </a:lnTo>
                <a:lnTo>
                  <a:pt x="726" y="607"/>
                </a:lnTo>
                <a:lnTo>
                  <a:pt x="725" y="607"/>
                </a:lnTo>
                <a:lnTo>
                  <a:pt x="725" y="606"/>
                </a:lnTo>
                <a:lnTo>
                  <a:pt x="725" y="605"/>
                </a:lnTo>
                <a:lnTo>
                  <a:pt x="726" y="604"/>
                </a:lnTo>
                <a:lnTo>
                  <a:pt x="726" y="603"/>
                </a:lnTo>
                <a:lnTo>
                  <a:pt x="726" y="601"/>
                </a:lnTo>
                <a:lnTo>
                  <a:pt x="726" y="596"/>
                </a:lnTo>
                <a:lnTo>
                  <a:pt x="726" y="594"/>
                </a:lnTo>
                <a:lnTo>
                  <a:pt x="726" y="592"/>
                </a:lnTo>
                <a:lnTo>
                  <a:pt x="726" y="591"/>
                </a:lnTo>
                <a:lnTo>
                  <a:pt x="726" y="590"/>
                </a:lnTo>
                <a:lnTo>
                  <a:pt x="726" y="588"/>
                </a:lnTo>
                <a:lnTo>
                  <a:pt x="726" y="586"/>
                </a:lnTo>
                <a:lnTo>
                  <a:pt x="726" y="585"/>
                </a:lnTo>
                <a:lnTo>
                  <a:pt x="726" y="584"/>
                </a:lnTo>
                <a:lnTo>
                  <a:pt x="725" y="584"/>
                </a:lnTo>
                <a:lnTo>
                  <a:pt x="725" y="583"/>
                </a:lnTo>
                <a:lnTo>
                  <a:pt x="724" y="579"/>
                </a:lnTo>
                <a:lnTo>
                  <a:pt x="724" y="575"/>
                </a:lnTo>
                <a:lnTo>
                  <a:pt x="724" y="572"/>
                </a:lnTo>
                <a:lnTo>
                  <a:pt x="723" y="570"/>
                </a:lnTo>
                <a:lnTo>
                  <a:pt x="722" y="567"/>
                </a:lnTo>
                <a:lnTo>
                  <a:pt x="721" y="564"/>
                </a:lnTo>
                <a:lnTo>
                  <a:pt x="720" y="563"/>
                </a:lnTo>
                <a:lnTo>
                  <a:pt x="720" y="562"/>
                </a:lnTo>
                <a:lnTo>
                  <a:pt x="721" y="561"/>
                </a:lnTo>
                <a:lnTo>
                  <a:pt x="722" y="560"/>
                </a:lnTo>
                <a:lnTo>
                  <a:pt x="723" y="558"/>
                </a:lnTo>
                <a:lnTo>
                  <a:pt x="723" y="556"/>
                </a:lnTo>
                <a:lnTo>
                  <a:pt x="724" y="554"/>
                </a:lnTo>
                <a:lnTo>
                  <a:pt x="724" y="553"/>
                </a:lnTo>
                <a:lnTo>
                  <a:pt x="725" y="551"/>
                </a:lnTo>
                <a:lnTo>
                  <a:pt x="725" y="549"/>
                </a:lnTo>
                <a:lnTo>
                  <a:pt x="726" y="547"/>
                </a:lnTo>
                <a:lnTo>
                  <a:pt x="726" y="546"/>
                </a:lnTo>
                <a:lnTo>
                  <a:pt x="726" y="545"/>
                </a:lnTo>
                <a:lnTo>
                  <a:pt x="725" y="544"/>
                </a:lnTo>
                <a:lnTo>
                  <a:pt x="722" y="541"/>
                </a:lnTo>
                <a:lnTo>
                  <a:pt x="720" y="538"/>
                </a:lnTo>
                <a:lnTo>
                  <a:pt x="718" y="536"/>
                </a:lnTo>
                <a:lnTo>
                  <a:pt x="716" y="535"/>
                </a:lnTo>
                <a:lnTo>
                  <a:pt x="714" y="535"/>
                </a:lnTo>
                <a:lnTo>
                  <a:pt x="712" y="534"/>
                </a:lnTo>
                <a:lnTo>
                  <a:pt x="710" y="533"/>
                </a:lnTo>
                <a:lnTo>
                  <a:pt x="709" y="533"/>
                </a:lnTo>
                <a:lnTo>
                  <a:pt x="706" y="531"/>
                </a:lnTo>
                <a:lnTo>
                  <a:pt x="705" y="530"/>
                </a:lnTo>
                <a:lnTo>
                  <a:pt x="705" y="529"/>
                </a:lnTo>
                <a:lnTo>
                  <a:pt x="705" y="528"/>
                </a:lnTo>
                <a:lnTo>
                  <a:pt x="704" y="527"/>
                </a:lnTo>
                <a:lnTo>
                  <a:pt x="703" y="525"/>
                </a:lnTo>
                <a:lnTo>
                  <a:pt x="702" y="525"/>
                </a:lnTo>
                <a:lnTo>
                  <a:pt x="702" y="524"/>
                </a:lnTo>
                <a:lnTo>
                  <a:pt x="703" y="524"/>
                </a:lnTo>
                <a:lnTo>
                  <a:pt x="703" y="522"/>
                </a:lnTo>
                <a:lnTo>
                  <a:pt x="703" y="521"/>
                </a:lnTo>
                <a:lnTo>
                  <a:pt x="702" y="520"/>
                </a:lnTo>
                <a:lnTo>
                  <a:pt x="701" y="519"/>
                </a:lnTo>
                <a:lnTo>
                  <a:pt x="700" y="519"/>
                </a:lnTo>
                <a:lnTo>
                  <a:pt x="699" y="521"/>
                </a:lnTo>
                <a:lnTo>
                  <a:pt x="698" y="521"/>
                </a:lnTo>
                <a:lnTo>
                  <a:pt x="697" y="522"/>
                </a:lnTo>
                <a:lnTo>
                  <a:pt x="696" y="522"/>
                </a:lnTo>
                <a:lnTo>
                  <a:pt x="695" y="522"/>
                </a:lnTo>
                <a:lnTo>
                  <a:pt x="694" y="522"/>
                </a:lnTo>
                <a:lnTo>
                  <a:pt x="690" y="523"/>
                </a:lnTo>
                <a:lnTo>
                  <a:pt x="688" y="524"/>
                </a:lnTo>
                <a:lnTo>
                  <a:pt x="686" y="524"/>
                </a:lnTo>
                <a:lnTo>
                  <a:pt x="685" y="525"/>
                </a:lnTo>
                <a:lnTo>
                  <a:pt x="684" y="525"/>
                </a:lnTo>
                <a:lnTo>
                  <a:pt x="683" y="525"/>
                </a:lnTo>
                <a:lnTo>
                  <a:pt x="683" y="524"/>
                </a:lnTo>
                <a:lnTo>
                  <a:pt x="683" y="523"/>
                </a:lnTo>
                <a:lnTo>
                  <a:pt x="683" y="522"/>
                </a:lnTo>
                <a:lnTo>
                  <a:pt x="683" y="521"/>
                </a:lnTo>
                <a:lnTo>
                  <a:pt x="682" y="520"/>
                </a:lnTo>
                <a:lnTo>
                  <a:pt x="681" y="520"/>
                </a:lnTo>
                <a:lnTo>
                  <a:pt x="679" y="518"/>
                </a:lnTo>
                <a:lnTo>
                  <a:pt x="678" y="518"/>
                </a:lnTo>
                <a:lnTo>
                  <a:pt x="678" y="517"/>
                </a:lnTo>
                <a:lnTo>
                  <a:pt x="678" y="516"/>
                </a:lnTo>
                <a:lnTo>
                  <a:pt x="679" y="516"/>
                </a:lnTo>
                <a:lnTo>
                  <a:pt x="680" y="515"/>
                </a:lnTo>
                <a:lnTo>
                  <a:pt x="679" y="514"/>
                </a:lnTo>
                <a:lnTo>
                  <a:pt x="678" y="514"/>
                </a:lnTo>
                <a:lnTo>
                  <a:pt x="676" y="513"/>
                </a:lnTo>
                <a:lnTo>
                  <a:pt x="675" y="513"/>
                </a:lnTo>
                <a:lnTo>
                  <a:pt x="673" y="513"/>
                </a:lnTo>
                <a:lnTo>
                  <a:pt x="672" y="513"/>
                </a:lnTo>
                <a:lnTo>
                  <a:pt x="672" y="512"/>
                </a:lnTo>
                <a:lnTo>
                  <a:pt x="672" y="511"/>
                </a:lnTo>
                <a:lnTo>
                  <a:pt x="673" y="510"/>
                </a:lnTo>
                <a:lnTo>
                  <a:pt x="674" y="510"/>
                </a:lnTo>
                <a:lnTo>
                  <a:pt x="676" y="508"/>
                </a:lnTo>
                <a:lnTo>
                  <a:pt x="677" y="508"/>
                </a:lnTo>
                <a:lnTo>
                  <a:pt x="678" y="507"/>
                </a:lnTo>
                <a:lnTo>
                  <a:pt x="678" y="506"/>
                </a:lnTo>
                <a:lnTo>
                  <a:pt x="678" y="505"/>
                </a:lnTo>
                <a:lnTo>
                  <a:pt x="680" y="505"/>
                </a:lnTo>
                <a:lnTo>
                  <a:pt x="681" y="505"/>
                </a:lnTo>
                <a:lnTo>
                  <a:pt x="682" y="504"/>
                </a:lnTo>
                <a:lnTo>
                  <a:pt x="683" y="503"/>
                </a:lnTo>
                <a:lnTo>
                  <a:pt x="684" y="502"/>
                </a:lnTo>
                <a:lnTo>
                  <a:pt x="686" y="502"/>
                </a:lnTo>
                <a:lnTo>
                  <a:pt x="687" y="501"/>
                </a:lnTo>
                <a:lnTo>
                  <a:pt x="688" y="500"/>
                </a:lnTo>
                <a:lnTo>
                  <a:pt x="689" y="498"/>
                </a:lnTo>
                <a:lnTo>
                  <a:pt x="690" y="497"/>
                </a:lnTo>
                <a:lnTo>
                  <a:pt x="691" y="496"/>
                </a:lnTo>
                <a:lnTo>
                  <a:pt x="693" y="495"/>
                </a:lnTo>
                <a:lnTo>
                  <a:pt x="694" y="494"/>
                </a:lnTo>
                <a:lnTo>
                  <a:pt x="695" y="494"/>
                </a:lnTo>
                <a:lnTo>
                  <a:pt x="696" y="494"/>
                </a:lnTo>
                <a:lnTo>
                  <a:pt x="697" y="495"/>
                </a:lnTo>
                <a:lnTo>
                  <a:pt x="698" y="495"/>
                </a:lnTo>
                <a:lnTo>
                  <a:pt x="698" y="494"/>
                </a:lnTo>
                <a:lnTo>
                  <a:pt x="698" y="493"/>
                </a:lnTo>
                <a:lnTo>
                  <a:pt x="699" y="493"/>
                </a:lnTo>
                <a:lnTo>
                  <a:pt x="700" y="493"/>
                </a:lnTo>
                <a:lnTo>
                  <a:pt x="701" y="494"/>
                </a:lnTo>
                <a:lnTo>
                  <a:pt x="704" y="496"/>
                </a:lnTo>
                <a:lnTo>
                  <a:pt x="705" y="497"/>
                </a:lnTo>
                <a:lnTo>
                  <a:pt x="707" y="497"/>
                </a:lnTo>
                <a:lnTo>
                  <a:pt x="710" y="496"/>
                </a:lnTo>
                <a:lnTo>
                  <a:pt x="711" y="495"/>
                </a:lnTo>
                <a:lnTo>
                  <a:pt x="712" y="494"/>
                </a:lnTo>
                <a:lnTo>
                  <a:pt x="713" y="493"/>
                </a:lnTo>
                <a:lnTo>
                  <a:pt x="715" y="492"/>
                </a:lnTo>
                <a:lnTo>
                  <a:pt x="717" y="492"/>
                </a:lnTo>
                <a:lnTo>
                  <a:pt x="718" y="492"/>
                </a:lnTo>
                <a:lnTo>
                  <a:pt x="719" y="494"/>
                </a:lnTo>
                <a:lnTo>
                  <a:pt x="720" y="495"/>
                </a:lnTo>
                <a:lnTo>
                  <a:pt x="721" y="495"/>
                </a:lnTo>
                <a:lnTo>
                  <a:pt x="723" y="495"/>
                </a:lnTo>
                <a:lnTo>
                  <a:pt x="725" y="495"/>
                </a:lnTo>
                <a:lnTo>
                  <a:pt x="726" y="494"/>
                </a:lnTo>
                <a:lnTo>
                  <a:pt x="728" y="492"/>
                </a:lnTo>
                <a:lnTo>
                  <a:pt x="730" y="491"/>
                </a:lnTo>
                <a:lnTo>
                  <a:pt x="730" y="489"/>
                </a:lnTo>
                <a:lnTo>
                  <a:pt x="730" y="488"/>
                </a:lnTo>
                <a:lnTo>
                  <a:pt x="732" y="487"/>
                </a:lnTo>
                <a:lnTo>
                  <a:pt x="734" y="485"/>
                </a:lnTo>
                <a:lnTo>
                  <a:pt x="735" y="485"/>
                </a:lnTo>
                <a:lnTo>
                  <a:pt x="736" y="485"/>
                </a:lnTo>
                <a:lnTo>
                  <a:pt x="736" y="486"/>
                </a:lnTo>
                <a:lnTo>
                  <a:pt x="737" y="486"/>
                </a:lnTo>
                <a:lnTo>
                  <a:pt x="737" y="487"/>
                </a:lnTo>
                <a:lnTo>
                  <a:pt x="738" y="487"/>
                </a:lnTo>
                <a:lnTo>
                  <a:pt x="739" y="487"/>
                </a:lnTo>
                <a:lnTo>
                  <a:pt x="741" y="487"/>
                </a:lnTo>
                <a:lnTo>
                  <a:pt x="742" y="487"/>
                </a:lnTo>
                <a:lnTo>
                  <a:pt x="743" y="487"/>
                </a:lnTo>
                <a:lnTo>
                  <a:pt x="745" y="488"/>
                </a:lnTo>
                <a:lnTo>
                  <a:pt x="746" y="488"/>
                </a:lnTo>
                <a:lnTo>
                  <a:pt x="748" y="487"/>
                </a:lnTo>
                <a:lnTo>
                  <a:pt x="749" y="486"/>
                </a:lnTo>
                <a:lnTo>
                  <a:pt x="752" y="486"/>
                </a:lnTo>
                <a:lnTo>
                  <a:pt x="756" y="485"/>
                </a:lnTo>
                <a:lnTo>
                  <a:pt x="757" y="484"/>
                </a:lnTo>
                <a:lnTo>
                  <a:pt x="758" y="483"/>
                </a:lnTo>
                <a:lnTo>
                  <a:pt x="759" y="482"/>
                </a:lnTo>
                <a:lnTo>
                  <a:pt x="760" y="482"/>
                </a:lnTo>
                <a:lnTo>
                  <a:pt x="760" y="481"/>
                </a:lnTo>
                <a:lnTo>
                  <a:pt x="759" y="480"/>
                </a:lnTo>
                <a:lnTo>
                  <a:pt x="759" y="479"/>
                </a:lnTo>
                <a:lnTo>
                  <a:pt x="760" y="479"/>
                </a:lnTo>
                <a:lnTo>
                  <a:pt x="761" y="480"/>
                </a:lnTo>
                <a:lnTo>
                  <a:pt x="762" y="480"/>
                </a:lnTo>
                <a:lnTo>
                  <a:pt x="763" y="481"/>
                </a:lnTo>
                <a:lnTo>
                  <a:pt x="765" y="482"/>
                </a:lnTo>
                <a:lnTo>
                  <a:pt x="766" y="482"/>
                </a:lnTo>
                <a:lnTo>
                  <a:pt x="768" y="482"/>
                </a:lnTo>
                <a:lnTo>
                  <a:pt x="769" y="482"/>
                </a:lnTo>
                <a:lnTo>
                  <a:pt x="771" y="483"/>
                </a:lnTo>
                <a:lnTo>
                  <a:pt x="772" y="485"/>
                </a:lnTo>
                <a:lnTo>
                  <a:pt x="773" y="485"/>
                </a:lnTo>
                <a:lnTo>
                  <a:pt x="774" y="485"/>
                </a:lnTo>
                <a:lnTo>
                  <a:pt x="777" y="485"/>
                </a:lnTo>
                <a:lnTo>
                  <a:pt x="778" y="485"/>
                </a:lnTo>
                <a:lnTo>
                  <a:pt x="779" y="484"/>
                </a:lnTo>
                <a:lnTo>
                  <a:pt x="780" y="483"/>
                </a:lnTo>
                <a:lnTo>
                  <a:pt x="781" y="481"/>
                </a:lnTo>
                <a:lnTo>
                  <a:pt x="783" y="481"/>
                </a:lnTo>
                <a:lnTo>
                  <a:pt x="784" y="480"/>
                </a:lnTo>
                <a:lnTo>
                  <a:pt x="786" y="480"/>
                </a:lnTo>
                <a:lnTo>
                  <a:pt x="787" y="481"/>
                </a:lnTo>
                <a:lnTo>
                  <a:pt x="788" y="481"/>
                </a:lnTo>
                <a:lnTo>
                  <a:pt x="791" y="480"/>
                </a:lnTo>
                <a:lnTo>
                  <a:pt x="794" y="480"/>
                </a:lnTo>
                <a:lnTo>
                  <a:pt x="794" y="479"/>
                </a:lnTo>
                <a:lnTo>
                  <a:pt x="795" y="479"/>
                </a:lnTo>
                <a:lnTo>
                  <a:pt x="797" y="478"/>
                </a:lnTo>
                <a:lnTo>
                  <a:pt x="797" y="477"/>
                </a:lnTo>
                <a:lnTo>
                  <a:pt x="798" y="477"/>
                </a:lnTo>
                <a:lnTo>
                  <a:pt x="799" y="476"/>
                </a:lnTo>
                <a:lnTo>
                  <a:pt x="800" y="476"/>
                </a:lnTo>
                <a:lnTo>
                  <a:pt x="800" y="474"/>
                </a:lnTo>
                <a:lnTo>
                  <a:pt x="801" y="474"/>
                </a:lnTo>
                <a:lnTo>
                  <a:pt x="802" y="474"/>
                </a:lnTo>
                <a:lnTo>
                  <a:pt x="803" y="474"/>
                </a:lnTo>
                <a:lnTo>
                  <a:pt x="804" y="475"/>
                </a:lnTo>
                <a:lnTo>
                  <a:pt x="805" y="475"/>
                </a:lnTo>
                <a:lnTo>
                  <a:pt x="806" y="475"/>
                </a:lnTo>
                <a:lnTo>
                  <a:pt x="807" y="474"/>
                </a:lnTo>
                <a:lnTo>
                  <a:pt x="807" y="473"/>
                </a:lnTo>
                <a:lnTo>
                  <a:pt x="808" y="473"/>
                </a:lnTo>
                <a:lnTo>
                  <a:pt x="810" y="472"/>
                </a:lnTo>
                <a:lnTo>
                  <a:pt x="811" y="472"/>
                </a:lnTo>
                <a:lnTo>
                  <a:pt x="812" y="472"/>
                </a:lnTo>
                <a:lnTo>
                  <a:pt x="812" y="471"/>
                </a:lnTo>
                <a:lnTo>
                  <a:pt x="813" y="471"/>
                </a:lnTo>
                <a:lnTo>
                  <a:pt x="814" y="471"/>
                </a:lnTo>
                <a:lnTo>
                  <a:pt x="815" y="471"/>
                </a:lnTo>
                <a:lnTo>
                  <a:pt x="816" y="472"/>
                </a:lnTo>
                <a:lnTo>
                  <a:pt x="818" y="472"/>
                </a:lnTo>
                <a:lnTo>
                  <a:pt x="819" y="471"/>
                </a:lnTo>
                <a:lnTo>
                  <a:pt x="821" y="470"/>
                </a:lnTo>
                <a:lnTo>
                  <a:pt x="823" y="469"/>
                </a:lnTo>
                <a:lnTo>
                  <a:pt x="824" y="469"/>
                </a:lnTo>
                <a:lnTo>
                  <a:pt x="826" y="469"/>
                </a:lnTo>
                <a:lnTo>
                  <a:pt x="828" y="469"/>
                </a:lnTo>
                <a:lnTo>
                  <a:pt x="828" y="470"/>
                </a:lnTo>
                <a:lnTo>
                  <a:pt x="829" y="469"/>
                </a:lnTo>
                <a:lnTo>
                  <a:pt x="829" y="468"/>
                </a:lnTo>
                <a:lnTo>
                  <a:pt x="830" y="468"/>
                </a:lnTo>
                <a:lnTo>
                  <a:pt x="831" y="467"/>
                </a:lnTo>
                <a:lnTo>
                  <a:pt x="832" y="467"/>
                </a:lnTo>
                <a:lnTo>
                  <a:pt x="834" y="467"/>
                </a:lnTo>
                <a:lnTo>
                  <a:pt x="835" y="467"/>
                </a:lnTo>
                <a:lnTo>
                  <a:pt x="835" y="468"/>
                </a:lnTo>
                <a:lnTo>
                  <a:pt x="836" y="469"/>
                </a:lnTo>
                <a:lnTo>
                  <a:pt x="837" y="469"/>
                </a:lnTo>
                <a:lnTo>
                  <a:pt x="839" y="468"/>
                </a:lnTo>
                <a:lnTo>
                  <a:pt x="841" y="467"/>
                </a:lnTo>
                <a:lnTo>
                  <a:pt x="843" y="467"/>
                </a:lnTo>
                <a:lnTo>
                  <a:pt x="844" y="466"/>
                </a:lnTo>
                <a:lnTo>
                  <a:pt x="845" y="464"/>
                </a:lnTo>
                <a:lnTo>
                  <a:pt x="846" y="464"/>
                </a:lnTo>
                <a:lnTo>
                  <a:pt x="849" y="463"/>
                </a:lnTo>
                <a:lnTo>
                  <a:pt x="849" y="462"/>
                </a:lnTo>
                <a:lnTo>
                  <a:pt x="849" y="461"/>
                </a:lnTo>
                <a:lnTo>
                  <a:pt x="850" y="460"/>
                </a:lnTo>
                <a:lnTo>
                  <a:pt x="852" y="459"/>
                </a:lnTo>
                <a:lnTo>
                  <a:pt x="854" y="458"/>
                </a:lnTo>
                <a:lnTo>
                  <a:pt x="856" y="458"/>
                </a:lnTo>
                <a:lnTo>
                  <a:pt x="857" y="458"/>
                </a:lnTo>
                <a:lnTo>
                  <a:pt x="859" y="458"/>
                </a:lnTo>
                <a:lnTo>
                  <a:pt x="860" y="457"/>
                </a:lnTo>
                <a:lnTo>
                  <a:pt x="862" y="457"/>
                </a:lnTo>
                <a:lnTo>
                  <a:pt x="862" y="456"/>
                </a:lnTo>
                <a:lnTo>
                  <a:pt x="863" y="456"/>
                </a:lnTo>
                <a:lnTo>
                  <a:pt x="864" y="457"/>
                </a:lnTo>
                <a:lnTo>
                  <a:pt x="865" y="457"/>
                </a:lnTo>
                <a:lnTo>
                  <a:pt x="866" y="456"/>
                </a:lnTo>
                <a:lnTo>
                  <a:pt x="867" y="456"/>
                </a:lnTo>
                <a:lnTo>
                  <a:pt x="867" y="455"/>
                </a:lnTo>
                <a:lnTo>
                  <a:pt x="868" y="455"/>
                </a:lnTo>
                <a:lnTo>
                  <a:pt x="870" y="455"/>
                </a:lnTo>
                <a:lnTo>
                  <a:pt x="870" y="454"/>
                </a:lnTo>
                <a:lnTo>
                  <a:pt x="871" y="454"/>
                </a:lnTo>
                <a:lnTo>
                  <a:pt x="872" y="455"/>
                </a:lnTo>
                <a:lnTo>
                  <a:pt x="873" y="456"/>
                </a:lnTo>
                <a:lnTo>
                  <a:pt x="874" y="458"/>
                </a:lnTo>
                <a:lnTo>
                  <a:pt x="876" y="460"/>
                </a:lnTo>
                <a:lnTo>
                  <a:pt x="876" y="462"/>
                </a:lnTo>
                <a:lnTo>
                  <a:pt x="878" y="464"/>
                </a:lnTo>
                <a:lnTo>
                  <a:pt x="879" y="464"/>
                </a:lnTo>
                <a:lnTo>
                  <a:pt x="879" y="465"/>
                </a:lnTo>
                <a:lnTo>
                  <a:pt x="880" y="466"/>
                </a:lnTo>
                <a:lnTo>
                  <a:pt x="881" y="466"/>
                </a:lnTo>
                <a:lnTo>
                  <a:pt x="881" y="467"/>
                </a:lnTo>
                <a:lnTo>
                  <a:pt x="882" y="467"/>
                </a:lnTo>
                <a:lnTo>
                  <a:pt x="882" y="468"/>
                </a:lnTo>
                <a:lnTo>
                  <a:pt x="884" y="469"/>
                </a:lnTo>
                <a:lnTo>
                  <a:pt x="885" y="470"/>
                </a:lnTo>
                <a:lnTo>
                  <a:pt x="885" y="472"/>
                </a:lnTo>
                <a:lnTo>
                  <a:pt x="886" y="473"/>
                </a:lnTo>
                <a:lnTo>
                  <a:pt x="887" y="472"/>
                </a:lnTo>
                <a:lnTo>
                  <a:pt x="889" y="472"/>
                </a:lnTo>
                <a:lnTo>
                  <a:pt x="893" y="472"/>
                </a:lnTo>
                <a:lnTo>
                  <a:pt x="895" y="471"/>
                </a:lnTo>
                <a:lnTo>
                  <a:pt x="896" y="471"/>
                </a:lnTo>
                <a:lnTo>
                  <a:pt x="897" y="471"/>
                </a:lnTo>
                <a:lnTo>
                  <a:pt x="898" y="470"/>
                </a:lnTo>
                <a:lnTo>
                  <a:pt x="899" y="470"/>
                </a:lnTo>
                <a:lnTo>
                  <a:pt x="900" y="470"/>
                </a:lnTo>
                <a:lnTo>
                  <a:pt x="903" y="470"/>
                </a:lnTo>
                <a:lnTo>
                  <a:pt x="903" y="471"/>
                </a:lnTo>
                <a:lnTo>
                  <a:pt x="903" y="472"/>
                </a:lnTo>
                <a:lnTo>
                  <a:pt x="903" y="473"/>
                </a:lnTo>
                <a:lnTo>
                  <a:pt x="903" y="474"/>
                </a:lnTo>
                <a:lnTo>
                  <a:pt x="904" y="474"/>
                </a:lnTo>
                <a:lnTo>
                  <a:pt x="904" y="475"/>
                </a:lnTo>
                <a:lnTo>
                  <a:pt x="905" y="475"/>
                </a:lnTo>
                <a:lnTo>
                  <a:pt x="906" y="475"/>
                </a:lnTo>
                <a:lnTo>
                  <a:pt x="907" y="475"/>
                </a:lnTo>
                <a:lnTo>
                  <a:pt x="908" y="474"/>
                </a:lnTo>
                <a:lnTo>
                  <a:pt x="910" y="474"/>
                </a:lnTo>
                <a:lnTo>
                  <a:pt x="911" y="473"/>
                </a:lnTo>
                <a:lnTo>
                  <a:pt x="912" y="473"/>
                </a:lnTo>
                <a:lnTo>
                  <a:pt x="913" y="473"/>
                </a:lnTo>
                <a:lnTo>
                  <a:pt x="914" y="473"/>
                </a:lnTo>
                <a:lnTo>
                  <a:pt x="916" y="472"/>
                </a:lnTo>
                <a:lnTo>
                  <a:pt x="918" y="472"/>
                </a:lnTo>
                <a:lnTo>
                  <a:pt x="920" y="472"/>
                </a:lnTo>
                <a:lnTo>
                  <a:pt x="922" y="471"/>
                </a:lnTo>
                <a:lnTo>
                  <a:pt x="923" y="471"/>
                </a:lnTo>
                <a:lnTo>
                  <a:pt x="925" y="471"/>
                </a:lnTo>
                <a:lnTo>
                  <a:pt x="931" y="475"/>
                </a:lnTo>
                <a:lnTo>
                  <a:pt x="936" y="476"/>
                </a:lnTo>
                <a:lnTo>
                  <a:pt x="944" y="479"/>
                </a:lnTo>
                <a:lnTo>
                  <a:pt x="952" y="477"/>
                </a:lnTo>
                <a:lnTo>
                  <a:pt x="955" y="474"/>
                </a:lnTo>
                <a:lnTo>
                  <a:pt x="957" y="459"/>
                </a:lnTo>
                <a:lnTo>
                  <a:pt x="953" y="453"/>
                </a:lnTo>
                <a:lnTo>
                  <a:pt x="951" y="450"/>
                </a:lnTo>
                <a:lnTo>
                  <a:pt x="941" y="445"/>
                </a:lnTo>
                <a:lnTo>
                  <a:pt x="923" y="436"/>
                </a:lnTo>
                <a:lnTo>
                  <a:pt x="923" y="434"/>
                </a:lnTo>
                <a:lnTo>
                  <a:pt x="922" y="427"/>
                </a:lnTo>
                <a:lnTo>
                  <a:pt x="924" y="423"/>
                </a:lnTo>
                <a:lnTo>
                  <a:pt x="924" y="422"/>
                </a:lnTo>
                <a:lnTo>
                  <a:pt x="924" y="417"/>
                </a:lnTo>
                <a:lnTo>
                  <a:pt x="924" y="415"/>
                </a:lnTo>
                <a:lnTo>
                  <a:pt x="925" y="414"/>
                </a:lnTo>
                <a:lnTo>
                  <a:pt x="927" y="411"/>
                </a:lnTo>
                <a:lnTo>
                  <a:pt x="928" y="409"/>
                </a:lnTo>
                <a:lnTo>
                  <a:pt x="929" y="409"/>
                </a:lnTo>
                <a:lnTo>
                  <a:pt x="930" y="407"/>
                </a:lnTo>
                <a:lnTo>
                  <a:pt x="930" y="403"/>
                </a:lnTo>
                <a:lnTo>
                  <a:pt x="930" y="402"/>
                </a:lnTo>
                <a:lnTo>
                  <a:pt x="930" y="400"/>
                </a:lnTo>
                <a:lnTo>
                  <a:pt x="930" y="399"/>
                </a:lnTo>
                <a:lnTo>
                  <a:pt x="929" y="397"/>
                </a:lnTo>
                <a:lnTo>
                  <a:pt x="929" y="396"/>
                </a:lnTo>
                <a:lnTo>
                  <a:pt x="929" y="395"/>
                </a:lnTo>
                <a:lnTo>
                  <a:pt x="930" y="394"/>
                </a:lnTo>
                <a:lnTo>
                  <a:pt x="930" y="392"/>
                </a:lnTo>
                <a:lnTo>
                  <a:pt x="930" y="389"/>
                </a:lnTo>
                <a:lnTo>
                  <a:pt x="930" y="388"/>
                </a:lnTo>
                <a:lnTo>
                  <a:pt x="933" y="386"/>
                </a:lnTo>
                <a:lnTo>
                  <a:pt x="935" y="384"/>
                </a:lnTo>
                <a:lnTo>
                  <a:pt x="937" y="384"/>
                </a:lnTo>
                <a:lnTo>
                  <a:pt x="939" y="385"/>
                </a:lnTo>
                <a:lnTo>
                  <a:pt x="942" y="384"/>
                </a:lnTo>
                <a:lnTo>
                  <a:pt x="948" y="362"/>
                </a:lnTo>
                <a:lnTo>
                  <a:pt x="958" y="346"/>
                </a:lnTo>
                <a:lnTo>
                  <a:pt x="970" y="322"/>
                </a:lnTo>
                <a:lnTo>
                  <a:pt x="976" y="309"/>
                </a:lnTo>
                <a:lnTo>
                  <a:pt x="977" y="300"/>
                </a:lnTo>
                <a:lnTo>
                  <a:pt x="982" y="289"/>
                </a:lnTo>
                <a:lnTo>
                  <a:pt x="987" y="286"/>
                </a:lnTo>
                <a:lnTo>
                  <a:pt x="987" y="283"/>
                </a:lnTo>
                <a:lnTo>
                  <a:pt x="992" y="267"/>
                </a:lnTo>
                <a:lnTo>
                  <a:pt x="993" y="264"/>
                </a:lnTo>
                <a:lnTo>
                  <a:pt x="993" y="261"/>
                </a:lnTo>
                <a:lnTo>
                  <a:pt x="993" y="259"/>
                </a:lnTo>
                <a:lnTo>
                  <a:pt x="994" y="259"/>
                </a:lnTo>
                <a:lnTo>
                  <a:pt x="994" y="258"/>
                </a:lnTo>
                <a:lnTo>
                  <a:pt x="996" y="257"/>
                </a:lnTo>
                <a:lnTo>
                  <a:pt x="997" y="255"/>
                </a:lnTo>
                <a:lnTo>
                  <a:pt x="999" y="253"/>
                </a:lnTo>
                <a:lnTo>
                  <a:pt x="999" y="251"/>
                </a:lnTo>
                <a:lnTo>
                  <a:pt x="1000" y="250"/>
                </a:lnTo>
                <a:lnTo>
                  <a:pt x="1001" y="247"/>
                </a:lnTo>
                <a:lnTo>
                  <a:pt x="1001" y="246"/>
                </a:lnTo>
                <a:lnTo>
                  <a:pt x="1002" y="245"/>
                </a:lnTo>
                <a:lnTo>
                  <a:pt x="1002" y="243"/>
                </a:lnTo>
                <a:lnTo>
                  <a:pt x="1002" y="242"/>
                </a:lnTo>
                <a:lnTo>
                  <a:pt x="1003" y="240"/>
                </a:lnTo>
                <a:lnTo>
                  <a:pt x="1003" y="239"/>
                </a:lnTo>
                <a:lnTo>
                  <a:pt x="1003" y="236"/>
                </a:lnTo>
                <a:lnTo>
                  <a:pt x="1003" y="235"/>
                </a:lnTo>
                <a:lnTo>
                  <a:pt x="1003" y="234"/>
                </a:lnTo>
                <a:lnTo>
                  <a:pt x="1004" y="234"/>
                </a:lnTo>
                <a:lnTo>
                  <a:pt x="1005" y="234"/>
                </a:lnTo>
                <a:lnTo>
                  <a:pt x="1006" y="234"/>
                </a:lnTo>
                <a:lnTo>
                  <a:pt x="1007" y="234"/>
                </a:lnTo>
                <a:lnTo>
                  <a:pt x="1008" y="233"/>
                </a:lnTo>
                <a:lnTo>
                  <a:pt x="1010" y="233"/>
                </a:lnTo>
                <a:lnTo>
                  <a:pt x="1011" y="234"/>
                </a:lnTo>
                <a:lnTo>
                  <a:pt x="1012" y="234"/>
                </a:lnTo>
                <a:lnTo>
                  <a:pt x="1013" y="233"/>
                </a:lnTo>
                <a:lnTo>
                  <a:pt x="1015" y="232"/>
                </a:lnTo>
                <a:lnTo>
                  <a:pt x="1016" y="232"/>
                </a:lnTo>
                <a:lnTo>
                  <a:pt x="1018" y="234"/>
                </a:lnTo>
                <a:lnTo>
                  <a:pt x="1019" y="234"/>
                </a:lnTo>
                <a:lnTo>
                  <a:pt x="1021" y="235"/>
                </a:lnTo>
                <a:lnTo>
                  <a:pt x="1022" y="235"/>
                </a:lnTo>
                <a:lnTo>
                  <a:pt x="1022" y="236"/>
                </a:lnTo>
                <a:lnTo>
                  <a:pt x="1023" y="237"/>
                </a:lnTo>
                <a:lnTo>
                  <a:pt x="1023" y="238"/>
                </a:lnTo>
                <a:lnTo>
                  <a:pt x="1024" y="238"/>
                </a:lnTo>
                <a:lnTo>
                  <a:pt x="1025" y="238"/>
                </a:lnTo>
                <a:lnTo>
                  <a:pt x="1026" y="239"/>
                </a:lnTo>
                <a:lnTo>
                  <a:pt x="1027" y="240"/>
                </a:lnTo>
                <a:lnTo>
                  <a:pt x="1030" y="239"/>
                </a:lnTo>
                <a:lnTo>
                  <a:pt x="1032" y="239"/>
                </a:lnTo>
                <a:lnTo>
                  <a:pt x="1033" y="239"/>
                </a:lnTo>
                <a:lnTo>
                  <a:pt x="1034" y="240"/>
                </a:lnTo>
                <a:lnTo>
                  <a:pt x="1035" y="240"/>
                </a:lnTo>
                <a:lnTo>
                  <a:pt x="1036" y="240"/>
                </a:lnTo>
                <a:lnTo>
                  <a:pt x="1038" y="239"/>
                </a:lnTo>
                <a:lnTo>
                  <a:pt x="1039" y="240"/>
                </a:lnTo>
                <a:lnTo>
                  <a:pt x="1039" y="241"/>
                </a:lnTo>
                <a:lnTo>
                  <a:pt x="1040" y="242"/>
                </a:lnTo>
                <a:lnTo>
                  <a:pt x="1042" y="243"/>
                </a:lnTo>
                <a:lnTo>
                  <a:pt x="1042" y="244"/>
                </a:lnTo>
                <a:lnTo>
                  <a:pt x="1043" y="245"/>
                </a:lnTo>
                <a:lnTo>
                  <a:pt x="1044" y="246"/>
                </a:lnTo>
                <a:lnTo>
                  <a:pt x="1045" y="246"/>
                </a:lnTo>
                <a:lnTo>
                  <a:pt x="1046" y="245"/>
                </a:lnTo>
                <a:lnTo>
                  <a:pt x="1048" y="245"/>
                </a:lnTo>
                <a:lnTo>
                  <a:pt x="1049" y="245"/>
                </a:lnTo>
                <a:lnTo>
                  <a:pt x="1049" y="246"/>
                </a:lnTo>
                <a:lnTo>
                  <a:pt x="1050" y="246"/>
                </a:lnTo>
                <a:lnTo>
                  <a:pt x="1051" y="247"/>
                </a:lnTo>
                <a:lnTo>
                  <a:pt x="1052" y="248"/>
                </a:lnTo>
                <a:lnTo>
                  <a:pt x="1053" y="247"/>
                </a:lnTo>
                <a:lnTo>
                  <a:pt x="1054" y="248"/>
                </a:lnTo>
                <a:lnTo>
                  <a:pt x="1055" y="249"/>
                </a:lnTo>
                <a:lnTo>
                  <a:pt x="1056" y="250"/>
                </a:lnTo>
                <a:lnTo>
                  <a:pt x="1057" y="250"/>
                </a:lnTo>
                <a:lnTo>
                  <a:pt x="1058" y="251"/>
                </a:lnTo>
                <a:lnTo>
                  <a:pt x="1060" y="251"/>
                </a:lnTo>
                <a:lnTo>
                  <a:pt x="1060" y="252"/>
                </a:lnTo>
                <a:lnTo>
                  <a:pt x="1060" y="253"/>
                </a:lnTo>
                <a:lnTo>
                  <a:pt x="1061" y="253"/>
                </a:lnTo>
                <a:lnTo>
                  <a:pt x="1062" y="253"/>
                </a:lnTo>
                <a:lnTo>
                  <a:pt x="1063" y="254"/>
                </a:lnTo>
                <a:lnTo>
                  <a:pt x="1065" y="254"/>
                </a:lnTo>
                <a:lnTo>
                  <a:pt x="1067" y="255"/>
                </a:lnTo>
                <a:lnTo>
                  <a:pt x="1068" y="255"/>
                </a:lnTo>
                <a:lnTo>
                  <a:pt x="1070" y="255"/>
                </a:lnTo>
                <a:lnTo>
                  <a:pt x="1072" y="256"/>
                </a:lnTo>
                <a:lnTo>
                  <a:pt x="1073" y="256"/>
                </a:lnTo>
                <a:lnTo>
                  <a:pt x="1073" y="257"/>
                </a:lnTo>
                <a:lnTo>
                  <a:pt x="1073" y="258"/>
                </a:lnTo>
                <a:lnTo>
                  <a:pt x="1074" y="259"/>
                </a:lnTo>
                <a:lnTo>
                  <a:pt x="1075" y="258"/>
                </a:lnTo>
                <a:lnTo>
                  <a:pt x="1076" y="258"/>
                </a:lnTo>
                <a:lnTo>
                  <a:pt x="1077" y="257"/>
                </a:lnTo>
                <a:lnTo>
                  <a:pt x="1078" y="257"/>
                </a:lnTo>
                <a:lnTo>
                  <a:pt x="1079" y="257"/>
                </a:lnTo>
                <a:lnTo>
                  <a:pt x="1080" y="257"/>
                </a:lnTo>
                <a:lnTo>
                  <a:pt x="1081" y="257"/>
                </a:lnTo>
                <a:lnTo>
                  <a:pt x="1081" y="258"/>
                </a:lnTo>
                <a:lnTo>
                  <a:pt x="1083" y="258"/>
                </a:lnTo>
                <a:lnTo>
                  <a:pt x="1083" y="259"/>
                </a:lnTo>
                <a:lnTo>
                  <a:pt x="1085" y="259"/>
                </a:lnTo>
                <a:lnTo>
                  <a:pt x="1087" y="260"/>
                </a:lnTo>
                <a:lnTo>
                  <a:pt x="1088" y="260"/>
                </a:lnTo>
                <a:lnTo>
                  <a:pt x="1089" y="261"/>
                </a:lnTo>
                <a:lnTo>
                  <a:pt x="1090" y="261"/>
                </a:lnTo>
                <a:lnTo>
                  <a:pt x="1091" y="261"/>
                </a:lnTo>
                <a:lnTo>
                  <a:pt x="1092" y="261"/>
                </a:lnTo>
                <a:lnTo>
                  <a:pt x="1092" y="262"/>
                </a:lnTo>
                <a:lnTo>
                  <a:pt x="1093" y="262"/>
                </a:lnTo>
                <a:lnTo>
                  <a:pt x="1094" y="262"/>
                </a:lnTo>
                <a:lnTo>
                  <a:pt x="1095" y="262"/>
                </a:lnTo>
                <a:lnTo>
                  <a:pt x="1096" y="262"/>
                </a:lnTo>
                <a:lnTo>
                  <a:pt x="1096" y="263"/>
                </a:lnTo>
                <a:lnTo>
                  <a:pt x="1096" y="264"/>
                </a:lnTo>
                <a:lnTo>
                  <a:pt x="1097" y="264"/>
                </a:lnTo>
                <a:lnTo>
                  <a:pt x="1098" y="264"/>
                </a:lnTo>
                <a:lnTo>
                  <a:pt x="1098" y="263"/>
                </a:lnTo>
                <a:lnTo>
                  <a:pt x="1099" y="262"/>
                </a:lnTo>
                <a:lnTo>
                  <a:pt x="1100" y="262"/>
                </a:lnTo>
                <a:lnTo>
                  <a:pt x="1101" y="262"/>
                </a:lnTo>
                <a:lnTo>
                  <a:pt x="1102" y="262"/>
                </a:lnTo>
                <a:lnTo>
                  <a:pt x="1103" y="262"/>
                </a:lnTo>
                <a:lnTo>
                  <a:pt x="1105" y="262"/>
                </a:lnTo>
                <a:lnTo>
                  <a:pt x="1106" y="262"/>
                </a:lnTo>
                <a:lnTo>
                  <a:pt x="1108" y="263"/>
                </a:lnTo>
                <a:lnTo>
                  <a:pt x="1112" y="264"/>
                </a:lnTo>
                <a:lnTo>
                  <a:pt x="1115" y="265"/>
                </a:lnTo>
                <a:lnTo>
                  <a:pt x="1119" y="264"/>
                </a:lnTo>
                <a:lnTo>
                  <a:pt x="1121" y="263"/>
                </a:lnTo>
                <a:lnTo>
                  <a:pt x="1126" y="260"/>
                </a:lnTo>
                <a:lnTo>
                  <a:pt x="1127" y="260"/>
                </a:lnTo>
                <a:lnTo>
                  <a:pt x="1128" y="260"/>
                </a:lnTo>
                <a:lnTo>
                  <a:pt x="1130" y="260"/>
                </a:lnTo>
                <a:lnTo>
                  <a:pt x="1131" y="261"/>
                </a:lnTo>
                <a:lnTo>
                  <a:pt x="1132" y="261"/>
                </a:lnTo>
                <a:lnTo>
                  <a:pt x="1133" y="260"/>
                </a:lnTo>
                <a:lnTo>
                  <a:pt x="1134" y="260"/>
                </a:lnTo>
                <a:lnTo>
                  <a:pt x="1135" y="261"/>
                </a:lnTo>
                <a:lnTo>
                  <a:pt x="1136" y="261"/>
                </a:lnTo>
                <a:lnTo>
                  <a:pt x="1137" y="261"/>
                </a:lnTo>
                <a:lnTo>
                  <a:pt x="1139" y="261"/>
                </a:lnTo>
                <a:lnTo>
                  <a:pt x="1140" y="260"/>
                </a:lnTo>
                <a:lnTo>
                  <a:pt x="1141" y="260"/>
                </a:lnTo>
                <a:lnTo>
                  <a:pt x="1142" y="261"/>
                </a:lnTo>
                <a:lnTo>
                  <a:pt x="1143" y="261"/>
                </a:lnTo>
                <a:lnTo>
                  <a:pt x="1145" y="261"/>
                </a:lnTo>
                <a:lnTo>
                  <a:pt x="1147" y="261"/>
                </a:lnTo>
                <a:lnTo>
                  <a:pt x="1149" y="260"/>
                </a:lnTo>
                <a:lnTo>
                  <a:pt x="1151" y="260"/>
                </a:lnTo>
                <a:lnTo>
                  <a:pt x="1152" y="260"/>
                </a:lnTo>
                <a:lnTo>
                  <a:pt x="1153" y="260"/>
                </a:lnTo>
                <a:lnTo>
                  <a:pt x="1153" y="261"/>
                </a:lnTo>
                <a:lnTo>
                  <a:pt x="1154" y="261"/>
                </a:lnTo>
                <a:lnTo>
                  <a:pt x="1155" y="262"/>
                </a:lnTo>
                <a:lnTo>
                  <a:pt x="1156" y="262"/>
                </a:lnTo>
                <a:lnTo>
                  <a:pt x="1158" y="263"/>
                </a:lnTo>
                <a:lnTo>
                  <a:pt x="1159" y="264"/>
                </a:lnTo>
                <a:lnTo>
                  <a:pt x="1161" y="263"/>
                </a:lnTo>
                <a:lnTo>
                  <a:pt x="1163" y="262"/>
                </a:lnTo>
                <a:lnTo>
                  <a:pt x="1165" y="261"/>
                </a:lnTo>
                <a:lnTo>
                  <a:pt x="1167" y="261"/>
                </a:lnTo>
                <a:lnTo>
                  <a:pt x="1169" y="261"/>
                </a:lnTo>
                <a:lnTo>
                  <a:pt x="1172" y="261"/>
                </a:lnTo>
                <a:lnTo>
                  <a:pt x="1174" y="261"/>
                </a:lnTo>
                <a:lnTo>
                  <a:pt x="1174" y="260"/>
                </a:lnTo>
                <a:lnTo>
                  <a:pt x="1175" y="261"/>
                </a:lnTo>
                <a:lnTo>
                  <a:pt x="1176" y="261"/>
                </a:lnTo>
                <a:lnTo>
                  <a:pt x="1177" y="260"/>
                </a:lnTo>
                <a:lnTo>
                  <a:pt x="1181" y="259"/>
                </a:lnTo>
                <a:lnTo>
                  <a:pt x="1184" y="259"/>
                </a:lnTo>
                <a:lnTo>
                  <a:pt x="1184" y="260"/>
                </a:lnTo>
                <a:lnTo>
                  <a:pt x="1186" y="261"/>
                </a:lnTo>
                <a:lnTo>
                  <a:pt x="1187" y="263"/>
                </a:lnTo>
                <a:lnTo>
                  <a:pt x="1189" y="264"/>
                </a:lnTo>
                <a:lnTo>
                  <a:pt x="1191" y="264"/>
                </a:lnTo>
                <a:lnTo>
                  <a:pt x="1193" y="265"/>
                </a:lnTo>
                <a:lnTo>
                  <a:pt x="1194" y="266"/>
                </a:lnTo>
                <a:lnTo>
                  <a:pt x="1195" y="267"/>
                </a:lnTo>
                <a:lnTo>
                  <a:pt x="1195" y="268"/>
                </a:lnTo>
                <a:lnTo>
                  <a:pt x="1196" y="270"/>
                </a:lnTo>
                <a:lnTo>
                  <a:pt x="1200" y="273"/>
                </a:lnTo>
                <a:lnTo>
                  <a:pt x="1201" y="274"/>
                </a:lnTo>
                <a:lnTo>
                  <a:pt x="1202" y="276"/>
                </a:lnTo>
                <a:lnTo>
                  <a:pt x="1203" y="277"/>
                </a:lnTo>
                <a:lnTo>
                  <a:pt x="1204" y="277"/>
                </a:lnTo>
                <a:lnTo>
                  <a:pt x="1205" y="277"/>
                </a:lnTo>
                <a:lnTo>
                  <a:pt x="1207" y="276"/>
                </a:lnTo>
                <a:lnTo>
                  <a:pt x="1208" y="275"/>
                </a:lnTo>
                <a:lnTo>
                  <a:pt x="1208" y="274"/>
                </a:lnTo>
                <a:lnTo>
                  <a:pt x="1208" y="273"/>
                </a:lnTo>
                <a:lnTo>
                  <a:pt x="1208" y="272"/>
                </a:lnTo>
                <a:lnTo>
                  <a:pt x="1209" y="271"/>
                </a:lnTo>
                <a:lnTo>
                  <a:pt x="1210" y="270"/>
                </a:lnTo>
                <a:lnTo>
                  <a:pt x="1211" y="270"/>
                </a:lnTo>
                <a:lnTo>
                  <a:pt x="1212" y="269"/>
                </a:lnTo>
                <a:lnTo>
                  <a:pt x="1214" y="269"/>
                </a:lnTo>
                <a:lnTo>
                  <a:pt x="1215" y="269"/>
                </a:lnTo>
                <a:lnTo>
                  <a:pt x="1217" y="269"/>
                </a:lnTo>
                <a:lnTo>
                  <a:pt x="1218" y="269"/>
                </a:lnTo>
                <a:lnTo>
                  <a:pt x="1219" y="267"/>
                </a:lnTo>
                <a:lnTo>
                  <a:pt x="1220" y="265"/>
                </a:lnTo>
                <a:lnTo>
                  <a:pt x="1222" y="264"/>
                </a:lnTo>
                <a:lnTo>
                  <a:pt x="1224" y="262"/>
                </a:lnTo>
                <a:lnTo>
                  <a:pt x="1225" y="262"/>
                </a:lnTo>
                <a:lnTo>
                  <a:pt x="1227" y="261"/>
                </a:lnTo>
                <a:lnTo>
                  <a:pt x="1228" y="261"/>
                </a:lnTo>
                <a:lnTo>
                  <a:pt x="1229" y="260"/>
                </a:lnTo>
                <a:lnTo>
                  <a:pt x="1231" y="258"/>
                </a:lnTo>
                <a:lnTo>
                  <a:pt x="1231" y="257"/>
                </a:lnTo>
                <a:lnTo>
                  <a:pt x="1232" y="255"/>
                </a:lnTo>
                <a:lnTo>
                  <a:pt x="1233" y="254"/>
                </a:lnTo>
                <a:lnTo>
                  <a:pt x="1235" y="254"/>
                </a:lnTo>
                <a:lnTo>
                  <a:pt x="1238" y="254"/>
                </a:lnTo>
                <a:lnTo>
                  <a:pt x="1239" y="254"/>
                </a:lnTo>
                <a:lnTo>
                  <a:pt x="1239" y="253"/>
                </a:lnTo>
                <a:lnTo>
                  <a:pt x="1239" y="252"/>
                </a:lnTo>
                <a:lnTo>
                  <a:pt x="1240" y="252"/>
                </a:lnTo>
                <a:lnTo>
                  <a:pt x="1241" y="253"/>
                </a:lnTo>
                <a:lnTo>
                  <a:pt x="1243" y="254"/>
                </a:lnTo>
                <a:lnTo>
                  <a:pt x="1244" y="255"/>
                </a:lnTo>
                <a:lnTo>
                  <a:pt x="1245" y="255"/>
                </a:lnTo>
                <a:lnTo>
                  <a:pt x="1246" y="255"/>
                </a:lnTo>
                <a:lnTo>
                  <a:pt x="1248" y="254"/>
                </a:lnTo>
                <a:lnTo>
                  <a:pt x="1249" y="254"/>
                </a:lnTo>
                <a:lnTo>
                  <a:pt x="1250" y="254"/>
                </a:lnTo>
                <a:lnTo>
                  <a:pt x="1251" y="255"/>
                </a:lnTo>
                <a:lnTo>
                  <a:pt x="1252" y="254"/>
                </a:lnTo>
                <a:lnTo>
                  <a:pt x="1253" y="254"/>
                </a:lnTo>
                <a:lnTo>
                  <a:pt x="1255" y="253"/>
                </a:lnTo>
                <a:lnTo>
                  <a:pt x="1257" y="253"/>
                </a:lnTo>
                <a:lnTo>
                  <a:pt x="1259" y="253"/>
                </a:lnTo>
                <a:lnTo>
                  <a:pt x="1261" y="254"/>
                </a:lnTo>
                <a:lnTo>
                  <a:pt x="1263" y="254"/>
                </a:lnTo>
                <a:lnTo>
                  <a:pt x="1267" y="254"/>
                </a:lnTo>
                <a:lnTo>
                  <a:pt x="1268" y="253"/>
                </a:lnTo>
                <a:lnTo>
                  <a:pt x="1267" y="253"/>
                </a:lnTo>
                <a:lnTo>
                  <a:pt x="1267" y="250"/>
                </a:lnTo>
                <a:lnTo>
                  <a:pt x="1268" y="249"/>
                </a:lnTo>
                <a:lnTo>
                  <a:pt x="1268" y="247"/>
                </a:lnTo>
                <a:lnTo>
                  <a:pt x="1270" y="245"/>
                </a:lnTo>
                <a:lnTo>
                  <a:pt x="1271" y="244"/>
                </a:lnTo>
                <a:lnTo>
                  <a:pt x="1275" y="240"/>
                </a:lnTo>
                <a:lnTo>
                  <a:pt x="1278" y="237"/>
                </a:lnTo>
                <a:lnTo>
                  <a:pt x="1280" y="235"/>
                </a:lnTo>
                <a:lnTo>
                  <a:pt x="1281" y="234"/>
                </a:lnTo>
                <a:lnTo>
                  <a:pt x="1282" y="233"/>
                </a:lnTo>
                <a:lnTo>
                  <a:pt x="1283" y="232"/>
                </a:lnTo>
                <a:lnTo>
                  <a:pt x="1283" y="231"/>
                </a:lnTo>
                <a:lnTo>
                  <a:pt x="1283" y="230"/>
                </a:lnTo>
                <a:lnTo>
                  <a:pt x="1283" y="229"/>
                </a:lnTo>
                <a:lnTo>
                  <a:pt x="1284" y="228"/>
                </a:lnTo>
                <a:lnTo>
                  <a:pt x="1284" y="227"/>
                </a:lnTo>
                <a:lnTo>
                  <a:pt x="1284" y="226"/>
                </a:lnTo>
                <a:lnTo>
                  <a:pt x="1283" y="225"/>
                </a:lnTo>
                <a:lnTo>
                  <a:pt x="1283" y="224"/>
                </a:lnTo>
                <a:lnTo>
                  <a:pt x="1281" y="223"/>
                </a:lnTo>
                <a:lnTo>
                  <a:pt x="1281" y="222"/>
                </a:lnTo>
                <a:lnTo>
                  <a:pt x="1282" y="221"/>
                </a:lnTo>
                <a:lnTo>
                  <a:pt x="1282" y="220"/>
                </a:lnTo>
                <a:lnTo>
                  <a:pt x="1283" y="219"/>
                </a:lnTo>
                <a:lnTo>
                  <a:pt x="1283" y="218"/>
                </a:lnTo>
                <a:lnTo>
                  <a:pt x="1283" y="217"/>
                </a:lnTo>
                <a:lnTo>
                  <a:pt x="1284" y="216"/>
                </a:lnTo>
                <a:lnTo>
                  <a:pt x="1284" y="215"/>
                </a:lnTo>
                <a:lnTo>
                  <a:pt x="1284" y="214"/>
                </a:lnTo>
                <a:lnTo>
                  <a:pt x="1284" y="213"/>
                </a:lnTo>
                <a:lnTo>
                  <a:pt x="1283" y="211"/>
                </a:lnTo>
                <a:lnTo>
                  <a:pt x="1283" y="209"/>
                </a:lnTo>
                <a:lnTo>
                  <a:pt x="1283" y="208"/>
                </a:lnTo>
                <a:lnTo>
                  <a:pt x="1282" y="207"/>
                </a:lnTo>
                <a:lnTo>
                  <a:pt x="1281" y="207"/>
                </a:lnTo>
                <a:lnTo>
                  <a:pt x="1279" y="206"/>
                </a:lnTo>
                <a:lnTo>
                  <a:pt x="1278" y="204"/>
                </a:lnTo>
                <a:lnTo>
                  <a:pt x="1277" y="203"/>
                </a:lnTo>
                <a:lnTo>
                  <a:pt x="1277" y="202"/>
                </a:lnTo>
                <a:lnTo>
                  <a:pt x="1276" y="201"/>
                </a:lnTo>
                <a:lnTo>
                  <a:pt x="1275" y="200"/>
                </a:lnTo>
                <a:lnTo>
                  <a:pt x="1275" y="198"/>
                </a:lnTo>
                <a:lnTo>
                  <a:pt x="1276" y="196"/>
                </a:lnTo>
                <a:lnTo>
                  <a:pt x="1275" y="195"/>
                </a:lnTo>
                <a:lnTo>
                  <a:pt x="1275" y="193"/>
                </a:lnTo>
                <a:lnTo>
                  <a:pt x="1275" y="190"/>
                </a:lnTo>
                <a:lnTo>
                  <a:pt x="1274" y="187"/>
                </a:lnTo>
                <a:lnTo>
                  <a:pt x="1274" y="185"/>
                </a:lnTo>
                <a:lnTo>
                  <a:pt x="1271" y="161"/>
                </a:lnTo>
                <a:lnTo>
                  <a:pt x="1269" y="148"/>
                </a:lnTo>
                <a:lnTo>
                  <a:pt x="1269" y="147"/>
                </a:lnTo>
                <a:lnTo>
                  <a:pt x="1269" y="145"/>
                </a:lnTo>
                <a:lnTo>
                  <a:pt x="1268" y="144"/>
                </a:lnTo>
                <a:lnTo>
                  <a:pt x="1268" y="143"/>
                </a:lnTo>
                <a:lnTo>
                  <a:pt x="1267" y="142"/>
                </a:lnTo>
                <a:lnTo>
                  <a:pt x="1267" y="141"/>
                </a:lnTo>
                <a:lnTo>
                  <a:pt x="1268" y="141"/>
                </a:lnTo>
                <a:lnTo>
                  <a:pt x="1268" y="140"/>
                </a:lnTo>
                <a:lnTo>
                  <a:pt x="1268" y="139"/>
                </a:lnTo>
                <a:lnTo>
                  <a:pt x="1267" y="139"/>
                </a:lnTo>
                <a:lnTo>
                  <a:pt x="1267" y="138"/>
                </a:lnTo>
                <a:lnTo>
                  <a:pt x="1266" y="138"/>
                </a:lnTo>
                <a:lnTo>
                  <a:pt x="1267" y="136"/>
                </a:lnTo>
                <a:lnTo>
                  <a:pt x="1267" y="135"/>
                </a:lnTo>
                <a:lnTo>
                  <a:pt x="1268" y="135"/>
                </a:lnTo>
                <a:lnTo>
                  <a:pt x="1268" y="134"/>
                </a:lnTo>
                <a:lnTo>
                  <a:pt x="1268" y="133"/>
                </a:lnTo>
                <a:lnTo>
                  <a:pt x="1268" y="132"/>
                </a:lnTo>
                <a:lnTo>
                  <a:pt x="1268" y="131"/>
                </a:lnTo>
                <a:lnTo>
                  <a:pt x="1268" y="130"/>
                </a:lnTo>
                <a:lnTo>
                  <a:pt x="1268" y="129"/>
                </a:lnTo>
                <a:lnTo>
                  <a:pt x="1269" y="128"/>
                </a:lnTo>
                <a:lnTo>
                  <a:pt x="1268" y="127"/>
                </a:lnTo>
                <a:lnTo>
                  <a:pt x="1269" y="126"/>
                </a:lnTo>
                <a:lnTo>
                  <a:pt x="1270" y="126"/>
                </a:lnTo>
                <a:lnTo>
                  <a:pt x="1270" y="125"/>
                </a:lnTo>
                <a:lnTo>
                  <a:pt x="1270" y="124"/>
                </a:lnTo>
                <a:lnTo>
                  <a:pt x="1270" y="123"/>
                </a:lnTo>
                <a:lnTo>
                  <a:pt x="1271" y="122"/>
                </a:lnTo>
                <a:lnTo>
                  <a:pt x="1272" y="121"/>
                </a:lnTo>
                <a:lnTo>
                  <a:pt x="1272" y="120"/>
                </a:lnTo>
                <a:lnTo>
                  <a:pt x="1273" y="119"/>
                </a:lnTo>
                <a:lnTo>
                  <a:pt x="1273" y="118"/>
                </a:lnTo>
                <a:lnTo>
                  <a:pt x="1273" y="117"/>
                </a:lnTo>
                <a:lnTo>
                  <a:pt x="1274" y="117"/>
                </a:lnTo>
                <a:lnTo>
                  <a:pt x="1275" y="116"/>
                </a:lnTo>
                <a:lnTo>
                  <a:pt x="1276" y="116"/>
                </a:lnTo>
                <a:lnTo>
                  <a:pt x="1277" y="116"/>
                </a:lnTo>
                <a:lnTo>
                  <a:pt x="1277" y="115"/>
                </a:lnTo>
                <a:lnTo>
                  <a:pt x="1277" y="114"/>
                </a:lnTo>
                <a:lnTo>
                  <a:pt x="1278" y="114"/>
                </a:lnTo>
                <a:lnTo>
                  <a:pt x="1278" y="113"/>
                </a:lnTo>
                <a:lnTo>
                  <a:pt x="1279" y="112"/>
                </a:lnTo>
                <a:lnTo>
                  <a:pt x="1280" y="112"/>
                </a:lnTo>
                <a:lnTo>
                  <a:pt x="1280" y="111"/>
                </a:lnTo>
                <a:lnTo>
                  <a:pt x="1281" y="111"/>
                </a:lnTo>
                <a:lnTo>
                  <a:pt x="1281" y="110"/>
                </a:lnTo>
                <a:lnTo>
                  <a:pt x="1282" y="109"/>
                </a:lnTo>
                <a:lnTo>
                  <a:pt x="1283" y="108"/>
                </a:lnTo>
                <a:lnTo>
                  <a:pt x="1283" y="107"/>
                </a:lnTo>
                <a:lnTo>
                  <a:pt x="1283" y="106"/>
                </a:lnTo>
                <a:lnTo>
                  <a:pt x="1283" y="105"/>
                </a:lnTo>
                <a:lnTo>
                  <a:pt x="1284" y="105"/>
                </a:lnTo>
                <a:lnTo>
                  <a:pt x="1284" y="104"/>
                </a:lnTo>
                <a:lnTo>
                  <a:pt x="1284" y="103"/>
                </a:lnTo>
                <a:lnTo>
                  <a:pt x="1284" y="102"/>
                </a:lnTo>
                <a:lnTo>
                  <a:pt x="1284" y="101"/>
                </a:lnTo>
                <a:lnTo>
                  <a:pt x="1285" y="100"/>
                </a:lnTo>
                <a:lnTo>
                  <a:pt x="1286" y="99"/>
                </a:lnTo>
                <a:lnTo>
                  <a:pt x="1286" y="98"/>
                </a:lnTo>
                <a:lnTo>
                  <a:pt x="1286" y="97"/>
                </a:lnTo>
                <a:lnTo>
                  <a:pt x="1288" y="96"/>
                </a:lnTo>
                <a:lnTo>
                  <a:pt x="1289" y="95"/>
                </a:lnTo>
                <a:lnTo>
                  <a:pt x="1290" y="94"/>
                </a:lnTo>
                <a:lnTo>
                  <a:pt x="1290" y="93"/>
                </a:lnTo>
                <a:lnTo>
                  <a:pt x="1291" y="92"/>
                </a:lnTo>
                <a:lnTo>
                  <a:pt x="1293" y="92"/>
                </a:lnTo>
                <a:lnTo>
                  <a:pt x="1293" y="91"/>
                </a:lnTo>
                <a:lnTo>
                  <a:pt x="1294" y="91"/>
                </a:lnTo>
                <a:lnTo>
                  <a:pt x="1295" y="91"/>
                </a:lnTo>
                <a:lnTo>
                  <a:pt x="1296" y="91"/>
                </a:lnTo>
                <a:lnTo>
                  <a:pt x="1297" y="90"/>
                </a:lnTo>
                <a:lnTo>
                  <a:pt x="1298" y="90"/>
                </a:lnTo>
                <a:lnTo>
                  <a:pt x="1299" y="90"/>
                </a:lnTo>
                <a:lnTo>
                  <a:pt x="1300" y="90"/>
                </a:lnTo>
                <a:lnTo>
                  <a:pt x="1302" y="90"/>
                </a:lnTo>
                <a:lnTo>
                  <a:pt x="1304" y="90"/>
                </a:lnTo>
                <a:lnTo>
                  <a:pt x="1305" y="90"/>
                </a:lnTo>
                <a:lnTo>
                  <a:pt x="1306" y="89"/>
                </a:lnTo>
                <a:lnTo>
                  <a:pt x="1307" y="89"/>
                </a:lnTo>
                <a:lnTo>
                  <a:pt x="1323" y="88"/>
                </a:lnTo>
                <a:lnTo>
                  <a:pt x="1339" y="89"/>
                </a:lnTo>
                <a:lnTo>
                  <a:pt x="1339" y="90"/>
                </a:lnTo>
                <a:lnTo>
                  <a:pt x="1340" y="89"/>
                </a:lnTo>
                <a:lnTo>
                  <a:pt x="1341" y="89"/>
                </a:lnTo>
                <a:lnTo>
                  <a:pt x="1342" y="88"/>
                </a:lnTo>
                <a:lnTo>
                  <a:pt x="1343" y="87"/>
                </a:lnTo>
                <a:lnTo>
                  <a:pt x="1344" y="87"/>
                </a:lnTo>
                <a:lnTo>
                  <a:pt x="1345" y="86"/>
                </a:lnTo>
                <a:lnTo>
                  <a:pt x="1346" y="85"/>
                </a:lnTo>
                <a:lnTo>
                  <a:pt x="1346" y="84"/>
                </a:lnTo>
                <a:lnTo>
                  <a:pt x="1347" y="84"/>
                </a:lnTo>
                <a:lnTo>
                  <a:pt x="1348" y="83"/>
                </a:lnTo>
                <a:lnTo>
                  <a:pt x="1350" y="83"/>
                </a:lnTo>
                <a:lnTo>
                  <a:pt x="1351" y="82"/>
                </a:lnTo>
                <a:lnTo>
                  <a:pt x="1352" y="82"/>
                </a:lnTo>
                <a:lnTo>
                  <a:pt x="1353" y="82"/>
                </a:lnTo>
                <a:lnTo>
                  <a:pt x="1354" y="82"/>
                </a:lnTo>
                <a:lnTo>
                  <a:pt x="1355" y="82"/>
                </a:lnTo>
                <a:lnTo>
                  <a:pt x="1355" y="81"/>
                </a:lnTo>
                <a:lnTo>
                  <a:pt x="1356" y="81"/>
                </a:lnTo>
                <a:lnTo>
                  <a:pt x="1356" y="82"/>
                </a:lnTo>
                <a:lnTo>
                  <a:pt x="1357" y="83"/>
                </a:lnTo>
                <a:lnTo>
                  <a:pt x="1358" y="83"/>
                </a:lnTo>
                <a:lnTo>
                  <a:pt x="1358" y="84"/>
                </a:lnTo>
                <a:lnTo>
                  <a:pt x="1359" y="84"/>
                </a:lnTo>
                <a:lnTo>
                  <a:pt x="1377" y="77"/>
                </a:lnTo>
                <a:lnTo>
                  <a:pt x="1377" y="76"/>
                </a:lnTo>
                <a:lnTo>
                  <a:pt x="1378" y="76"/>
                </a:lnTo>
                <a:lnTo>
                  <a:pt x="1379" y="75"/>
                </a:lnTo>
                <a:lnTo>
                  <a:pt x="1379" y="74"/>
                </a:lnTo>
                <a:lnTo>
                  <a:pt x="1379" y="73"/>
                </a:lnTo>
                <a:lnTo>
                  <a:pt x="1379" y="72"/>
                </a:lnTo>
                <a:lnTo>
                  <a:pt x="1379" y="71"/>
                </a:lnTo>
                <a:lnTo>
                  <a:pt x="1380" y="71"/>
                </a:lnTo>
                <a:lnTo>
                  <a:pt x="1380" y="70"/>
                </a:lnTo>
                <a:lnTo>
                  <a:pt x="1381" y="70"/>
                </a:lnTo>
                <a:lnTo>
                  <a:pt x="1381" y="69"/>
                </a:lnTo>
                <a:lnTo>
                  <a:pt x="1382" y="69"/>
                </a:lnTo>
                <a:lnTo>
                  <a:pt x="1382" y="68"/>
                </a:lnTo>
                <a:lnTo>
                  <a:pt x="1382" y="67"/>
                </a:lnTo>
                <a:lnTo>
                  <a:pt x="1383" y="67"/>
                </a:lnTo>
                <a:lnTo>
                  <a:pt x="1383" y="66"/>
                </a:lnTo>
                <a:lnTo>
                  <a:pt x="1384" y="66"/>
                </a:lnTo>
                <a:lnTo>
                  <a:pt x="1385" y="66"/>
                </a:lnTo>
                <a:lnTo>
                  <a:pt x="1387" y="65"/>
                </a:lnTo>
                <a:lnTo>
                  <a:pt x="1388" y="65"/>
                </a:lnTo>
                <a:lnTo>
                  <a:pt x="1389" y="64"/>
                </a:lnTo>
                <a:lnTo>
                  <a:pt x="1390" y="63"/>
                </a:lnTo>
                <a:lnTo>
                  <a:pt x="1390" y="61"/>
                </a:lnTo>
                <a:lnTo>
                  <a:pt x="1391" y="60"/>
                </a:lnTo>
                <a:lnTo>
                  <a:pt x="1393" y="59"/>
                </a:lnTo>
                <a:lnTo>
                  <a:pt x="1395" y="58"/>
                </a:lnTo>
                <a:lnTo>
                  <a:pt x="1397" y="56"/>
                </a:lnTo>
                <a:lnTo>
                  <a:pt x="1397" y="55"/>
                </a:lnTo>
                <a:lnTo>
                  <a:pt x="1398" y="53"/>
                </a:lnTo>
                <a:lnTo>
                  <a:pt x="1398" y="52"/>
                </a:lnTo>
                <a:lnTo>
                  <a:pt x="1397" y="51"/>
                </a:lnTo>
                <a:lnTo>
                  <a:pt x="1396" y="50"/>
                </a:lnTo>
                <a:lnTo>
                  <a:pt x="1396" y="49"/>
                </a:lnTo>
                <a:lnTo>
                  <a:pt x="1396" y="48"/>
                </a:lnTo>
                <a:lnTo>
                  <a:pt x="1396" y="46"/>
                </a:lnTo>
                <a:lnTo>
                  <a:pt x="1396" y="45"/>
                </a:lnTo>
                <a:lnTo>
                  <a:pt x="1397" y="44"/>
                </a:lnTo>
                <a:lnTo>
                  <a:pt x="1400" y="43"/>
                </a:lnTo>
                <a:lnTo>
                  <a:pt x="1401" y="42"/>
                </a:lnTo>
                <a:lnTo>
                  <a:pt x="1402" y="42"/>
                </a:lnTo>
                <a:lnTo>
                  <a:pt x="1402" y="41"/>
                </a:lnTo>
                <a:lnTo>
                  <a:pt x="1402" y="40"/>
                </a:lnTo>
                <a:lnTo>
                  <a:pt x="1402" y="39"/>
                </a:lnTo>
                <a:lnTo>
                  <a:pt x="1401" y="39"/>
                </a:lnTo>
                <a:lnTo>
                  <a:pt x="1401" y="38"/>
                </a:lnTo>
                <a:lnTo>
                  <a:pt x="1400" y="38"/>
                </a:lnTo>
                <a:lnTo>
                  <a:pt x="1400" y="37"/>
                </a:lnTo>
                <a:lnTo>
                  <a:pt x="1398" y="36"/>
                </a:lnTo>
                <a:lnTo>
                  <a:pt x="1398" y="35"/>
                </a:lnTo>
                <a:lnTo>
                  <a:pt x="1397" y="35"/>
                </a:lnTo>
                <a:lnTo>
                  <a:pt x="1396" y="34"/>
                </a:lnTo>
                <a:lnTo>
                  <a:pt x="1394" y="32"/>
                </a:lnTo>
                <a:lnTo>
                  <a:pt x="1394" y="31"/>
                </a:lnTo>
                <a:lnTo>
                  <a:pt x="1394" y="30"/>
                </a:lnTo>
                <a:lnTo>
                  <a:pt x="1393" y="28"/>
                </a:lnTo>
                <a:lnTo>
                  <a:pt x="1393" y="27"/>
                </a:lnTo>
                <a:lnTo>
                  <a:pt x="1393" y="25"/>
                </a:lnTo>
                <a:lnTo>
                  <a:pt x="1393" y="24"/>
                </a:lnTo>
                <a:lnTo>
                  <a:pt x="1393" y="23"/>
                </a:lnTo>
                <a:lnTo>
                  <a:pt x="1393" y="22"/>
                </a:lnTo>
                <a:lnTo>
                  <a:pt x="1393" y="21"/>
                </a:lnTo>
                <a:lnTo>
                  <a:pt x="1394" y="21"/>
                </a:lnTo>
                <a:lnTo>
                  <a:pt x="1395" y="20"/>
                </a:lnTo>
                <a:lnTo>
                  <a:pt x="1396" y="19"/>
                </a:lnTo>
                <a:lnTo>
                  <a:pt x="1397" y="18"/>
                </a:lnTo>
                <a:lnTo>
                  <a:pt x="1398" y="18"/>
                </a:lnTo>
                <a:lnTo>
                  <a:pt x="1399" y="18"/>
                </a:lnTo>
                <a:lnTo>
                  <a:pt x="1399" y="17"/>
                </a:lnTo>
                <a:lnTo>
                  <a:pt x="1400" y="17"/>
                </a:lnTo>
                <a:lnTo>
                  <a:pt x="1401" y="17"/>
                </a:lnTo>
                <a:lnTo>
                  <a:pt x="1402" y="16"/>
                </a:lnTo>
                <a:lnTo>
                  <a:pt x="1403" y="16"/>
                </a:lnTo>
                <a:lnTo>
                  <a:pt x="1404" y="16"/>
                </a:lnTo>
                <a:lnTo>
                  <a:pt x="1404" y="15"/>
                </a:lnTo>
                <a:lnTo>
                  <a:pt x="1404" y="14"/>
                </a:lnTo>
                <a:lnTo>
                  <a:pt x="1405" y="14"/>
                </a:lnTo>
                <a:lnTo>
                  <a:pt x="1405" y="13"/>
                </a:lnTo>
                <a:lnTo>
                  <a:pt x="1405" y="12"/>
                </a:lnTo>
                <a:lnTo>
                  <a:pt x="1404" y="12"/>
                </a:lnTo>
                <a:lnTo>
                  <a:pt x="1404" y="10"/>
                </a:lnTo>
                <a:lnTo>
                  <a:pt x="1405" y="10"/>
                </a:lnTo>
                <a:lnTo>
                  <a:pt x="1405" y="9"/>
                </a:lnTo>
                <a:lnTo>
                  <a:pt x="1405" y="8"/>
                </a:lnTo>
                <a:lnTo>
                  <a:pt x="1406" y="8"/>
                </a:lnTo>
                <a:lnTo>
                  <a:pt x="1407" y="8"/>
                </a:lnTo>
                <a:lnTo>
                  <a:pt x="1407" y="7"/>
                </a:lnTo>
                <a:lnTo>
                  <a:pt x="1408" y="7"/>
                </a:lnTo>
                <a:lnTo>
                  <a:pt x="1408" y="6"/>
                </a:lnTo>
                <a:lnTo>
                  <a:pt x="1409" y="6"/>
                </a:lnTo>
                <a:lnTo>
                  <a:pt x="1410" y="6"/>
                </a:lnTo>
                <a:lnTo>
                  <a:pt x="1411" y="5"/>
                </a:lnTo>
                <a:lnTo>
                  <a:pt x="1412" y="6"/>
                </a:lnTo>
                <a:lnTo>
                  <a:pt x="1413" y="6"/>
                </a:lnTo>
                <a:lnTo>
                  <a:pt x="1414" y="6"/>
                </a:lnTo>
                <a:lnTo>
                  <a:pt x="1415" y="6"/>
                </a:lnTo>
                <a:lnTo>
                  <a:pt x="1417" y="6"/>
                </a:lnTo>
                <a:lnTo>
                  <a:pt x="1418" y="6"/>
                </a:lnTo>
                <a:lnTo>
                  <a:pt x="1418" y="5"/>
                </a:lnTo>
                <a:lnTo>
                  <a:pt x="1419" y="5"/>
                </a:lnTo>
                <a:lnTo>
                  <a:pt x="1420" y="5"/>
                </a:lnTo>
                <a:lnTo>
                  <a:pt x="1421" y="5"/>
                </a:lnTo>
                <a:lnTo>
                  <a:pt x="1423" y="5"/>
                </a:lnTo>
                <a:lnTo>
                  <a:pt x="1424" y="5"/>
                </a:lnTo>
                <a:lnTo>
                  <a:pt x="1425" y="6"/>
                </a:lnTo>
                <a:lnTo>
                  <a:pt x="1426" y="6"/>
                </a:lnTo>
                <a:lnTo>
                  <a:pt x="1426" y="5"/>
                </a:lnTo>
                <a:lnTo>
                  <a:pt x="1427" y="5"/>
                </a:lnTo>
                <a:lnTo>
                  <a:pt x="1429" y="5"/>
                </a:lnTo>
                <a:lnTo>
                  <a:pt x="1430" y="6"/>
                </a:lnTo>
                <a:lnTo>
                  <a:pt x="1430" y="5"/>
                </a:lnTo>
                <a:lnTo>
                  <a:pt x="1432" y="4"/>
                </a:lnTo>
                <a:lnTo>
                  <a:pt x="1432" y="3"/>
                </a:lnTo>
                <a:lnTo>
                  <a:pt x="1433" y="3"/>
                </a:lnTo>
                <a:lnTo>
                  <a:pt x="1435" y="3"/>
                </a:lnTo>
                <a:lnTo>
                  <a:pt x="1437" y="4"/>
                </a:lnTo>
                <a:lnTo>
                  <a:pt x="1438" y="4"/>
                </a:lnTo>
                <a:lnTo>
                  <a:pt x="1442" y="5"/>
                </a:lnTo>
                <a:lnTo>
                  <a:pt x="1443" y="5"/>
                </a:lnTo>
                <a:lnTo>
                  <a:pt x="1445" y="8"/>
                </a:lnTo>
                <a:lnTo>
                  <a:pt x="1450" y="8"/>
                </a:lnTo>
                <a:lnTo>
                  <a:pt x="1452" y="7"/>
                </a:lnTo>
                <a:lnTo>
                  <a:pt x="1453" y="9"/>
                </a:lnTo>
                <a:lnTo>
                  <a:pt x="1456" y="9"/>
                </a:lnTo>
                <a:lnTo>
                  <a:pt x="1460" y="10"/>
                </a:lnTo>
                <a:lnTo>
                  <a:pt x="1461" y="10"/>
                </a:lnTo>
                <a:lnTo>
                  <a:pt x="1463" y="12"/>
                </a:lnTo>
                <a:lnTo>
                  <a:pt x="1465" y="12"/>
                </a:lnTo>
                <a:lnTo>
                  <a:pt x="1467" y="13"/>
                </a:lnTo>
                <a:lnTo>
                  <a:pt x="1468" y="12"/>
                </a:lnTo>
                <a:lnTo>
                  <a:pt x="1470" y="11"/>
                </a:lnTo>
                <a:lnTo>
                  <a:pt x="1471" y="11"/>
                </a:lnTo>
                <a:lnTo>
                  <a:pt x="1472" y="11"/>
                </a:lnTo>
                <a:lnTo>
                  <a:pt x="1474" y="10"/>
                </a:lnTo>
                <a:lnTo>
                  <a:pt x="1475" y="9"/>
                </a:lnTo>
                <a:lnTo>
                  <a:pt x="1475" y="8"/>
                </a:lnTo>
                <a:lnTo>
                  <a:pt x="1474" y="8"/>
                </a:lnTo>
                <a:lnTo>
                  <a:pt x="1473" y="6"/>
                </a:lnTo>
                <a:lnTo>
                  <a:pt x="1473" y="5"/>
                </a:lnTo>
                <a:lnTo>
                  <a:pt x="1474" y="4"/>
                </a:lnTo>
                <a:lnTo>
                  <a:pt x="1478" y="4"/>
                </a:lnTo>
                <a:lnTo>
                  <a:pt x="1480" y="5"/>
                </a:lnTo>
                <a:lnTo>
                  <a:pt x="1481" y="5"/>
                </a:lnTo>
                <a:lnTo>
                  <a:pt x="1483" y="4"/>
                </a:lnTo>
                <a:lnTo>
                  <a:pt x="1484" y="3"/>
                </a:lnTo>
                <a:lnTo>
                  <a:pt x="1485" y="3"/>
                </a:lnTo>
                <a:lnTo>
                  <a:pt x="1486" y="4"/>
                </a:lnTo>
                <a:lnTo>
                  <a:pt x="1487" y="4"/>
                </a:lnTo>
                <a:lnTo>
                  <a:pt x="1489" y="3"/>
                </a:lnTo>
                <a:lnTo>
                  <a:pt x="1491" y="3"/>
                </a:lnTo>
                <a:lnTo>
                  <a:pt x="1492" y="3"/>
                </a:lnTo>
                <a:lnTo>
                  <a:pt x="1493" y="2"/>
                </a:lnTo>
                <a:lnTo>
                  <a:pt x="1493" y="1"/>
                </a:lnTo>
                <a:lnTo>
                  <a:pt x="1494" y="1"/>
                </a:lnTo>
                <a:lnTo>
                  <a:pt x="1495" y="1"/>
                </a:lnTo>
                <a:lnTo>
                  <a:pt x="1496" y="0"/>
                </a:lnTo>
                <a:lnTo>
                  <a:pt x="1498" y="0"/>
                </a:lnTo>
                <a:lnTo>
                  <a:pt x="1500" y="0"/>
                </a:lnTo>
                <a:lnTo>
                  <a:pt x="1501" y="1"/>
                </a:lnTo>
                <a:lnTo>
                  <a:pt x="1502" y="1"/>
                </a:lnTo>
                <a:lnTo>
                  <a:pt x="1503" y="1"/>
                </a:lnTo>
                <a:lnTo>
                  <a:pt x="1503" y="0"/>
                </a:lnTo>
                <a:lnTo>
                  <a:pt x="1504" y="0"/>
                </a:lnTo>
                <a:lnTo>
                  <a:pt x="1505" y="0"/>
                </a:lnTo>
                <a:lnTo>
                  <a:pt x="1507" y="1"/>
                </a:lnTo>
                <a:lnTo>
                  <a:pt x="1507" y="3"/>
                </a:lnTo>
                <a:lnTo>
                  <a:pt x="1507" y="4"/>
                </a:lnTo>
                <a:lnTo>
                  <a:pt x="1509" y="4"/>
                </a:lnTo>
                <a:lnTo>
                  <a:pt x="1510" y="5"/>
                </a:lnTo>
                <a:lnTo>
                  <a:pt x="1511" y="6"/>
                </a:lnTo>
                <a:lnTo>
                  <a:pt x="1512" y="7"/>
                </a:lnTo>
                <a:lnTo>
                  <a:pt x="1512" y="8"/>
                </a:lnTo>
                <a:lnTo>
                  <a:pt x="1512" y="9"/>
                </a:lnTo>
                <a:lnTo>
                  <a:pt x="1511" y="10"/>
                </a:lnTo>
                <a:lnTo>
                  <a:pt x="1510" y="10"/>
                </a:lnTo>
                <a:lnTo>
                  <a:pt x="1510" y="11"/>
                </a:lnTo>
                <a:lnTo>
                  <a:pt x="1510" y="12"/>
                </a:lnTo>
                <a:lnTo>
                  <a:pt x="1511" y="13"/>
                </a:lnTo>
                <a:lnTo>
                  <a:pt x="1510" y="13"/>
                </a:lnTo>
                <a:lnTo>
                  <a:pt x="1510" y="14"/>
                </a:lnTo>
                <a:lnTo>
                  <a:pt x="1509" y="14"/>
                </a:lnTo>
                <a:lnTo>
                  <a:pt x="1509" y="15"/>
                </a:lnTo>
                <a:lnTo>
                  <a:pt x="1509" y="16"/>
                </a:lnTo>
                <a:lnTo>
                  <a:pt x="1509" y="17"/>
                </a:lnTo>
                <a:lnTo>
                  <a:pt x="1510" y="17"/>
                </a:lnTo>
                <a:lnTo>
                  <a:pt x="1511" y="18"/>
                </a:lnTo>
                <a:lnTo>
                  <a:pt x="1513" y="18"/>
                </a:lnTo>
                <a:lnTo>
                  <a:pt x="1514" y="19"/>
                </a:lnTo>
                <a:lnTo>
                  <a:pt x="1513" y="20"/>
                </a:lnTo>
                <a:lnTo>
                  <a:pt x="1514" y="22"/>
                </a:lnTo>
                <a:lnTo>
                  <a:pt x="1514" y="23"/>
                </a:lnTo>
                <a:lnTo>
                  <a:pt x="1516" y="23"/>
                </a:lnTo>
                <a:lnTo>
                  <a:pt x="1517" y="24"/>
                </a:lnTo>
                <a:lnTo>
                  <a:pt x="1516" y="24"/>
                </a:lnTo>
                <a:lnTo>
                  <a:pt x="1515" y="25"/>
                </a:lnTo>
                <a:lnTo>
                  <a:pt x="1514" y="25"/>
                </a:lnTo>
                <a:lnTo>
                  <a:pt x="1513" y="25"/>
                </a:lnTo>
                <a:lnTo>
                  <a:pt x="1513" y="26"/>
                </a:lnTo>
                <a:lnTo>
                  <a:pt x="1513" y="27"/>
                </a:lnTo>
                <a:lnTo>
                  <a:pt x="1513" y="28"/>
                </a:lnTo>
                <a:lnTo>
                  <a:pt x="1512" y="28"/>
                </a:lnTo>
                <a:lnTo>
                  <a:pt x="1510" y="28"/>
                </a:lnTo>
                <a:lnTo>
                  <a:pt x="1508" y="28"/>
                </a:lnTo>
                <a:lnTo>
                  <a:pt x="1507" y="28"/>
                </a:lnTo>
                <a:lnTo>
                  <a:pt x="1506" y="28"/>
                </a:lnTo>
                <a:lnTo>
                  <a:pt x="1506" y="29"/>
                </a:lnTo>
                <a:lnTo>
                  <a:pt x="1505" y="30"/>
                </a:lnTo>
                <a:lnTo>
                  <a:pt x="1504" y="30"/>
                </a:lnTo>
                <a:lnTo>
                  <a:pt x="1503" y="30"/>
                </a:lnTo>
                <a:lnTo>
                  <a:pt x="1501" y="30"/>
                </a:lnTo>
                <a:lnTo>
                  <a:pt x="1500" y="31"/>
                </a:lnTo>
                <a:lnTo>
                  <a:pt x="1501" y="32"/>
                </a:lnTo>
                <a:lnTo>
                  <a:pt x="1500" y="33"/>
                </a:lnTo>
                <a:lnTo>
                  <a:pt x="1499" y="34"/>
                </a:lnTo>
                <a:lnTo>
                  <a:pt x="1499" y="36"/>
                </a:lnTo>
                <a:lnTo>
                  <a:pt x="1499" y="37"/>
                </a:lnTo>
                <a:lnTo>
                  <a:pt x="1500" y="37"/>
                </a:lnTo>
                <a:lnTo>
                  <a:pt x="1503" y="37"/>
                </a:lnTo>
                <a:lnTo>
                  <a:pt x="1504" y="38"/>
                </a:lnTo>
                <a:lnTo>
                  <a:pt x="1504" y="39"/>
                </a:lnTo>
                <a:lnTo>
                  <a:pt x="1504" y="40"/>
                </a:lnTo>
                <a:lnTo>
                  <a:pt x="1505" y="40"/>
                </a:lnTo>
                <a:lnTo>
                  <a:pt x="1506" y="40"/>
                </a:lnTo>
                <a:lnTo>
                  <a:pt x="1507" y="41"/>
                </a:lnTo>
                <a:lnTo>
                  <a:pt x="1508" y="42"/>
                </a:lnTo>
                <a:lnTo>
                  <a:pt x="1507" y="43"/>
                </a:lnTo>
                <a:lnTo>
                  <a:pt x="1506" y="43"/>
                </a:lnTo>
                <a:lnTo>
                  <a:pt x="1505" y="43"/>
                </a:lnTo>
                <a:lnTo>
                  <a:pt x="1506" y="44"/>
                </a:lnTo>
                <a:lnTo>
                  <a:pt x="1507" y="45"/>
                </a:lnTo>
                <a:lnTo>
                  <a:pt x="1508" y="46"/>
                </a:lnTo>
                <a:lnTo>
                  <a:pt x="1510" y="45"/>
                </a:lnTo>
                <a:lnTo>
                  <a:pt x="1511" y="45"/>
                </a:lnTo>
                <a:lnTo>
                  <a:pt x="1513" y="46"/>
                </a:lnTo>
                <a:lnTo>
                  <a:pt x="1515" y="47"/>
                </a:lnTo>
                <a:lnTo>
                  <a:pt x="1517" y="48"/>
                </a:lnTo>
                <a:lnTo>
                  <a:pt x="1518" y="50"/>
                </a:lnTo>
                <a:lnTo>
                  <a:pt x="1520" y="51"/>
                </a:lnTo>
                <a:lnTo>
                  <a:pt x="1521" y="50"/>
                </a:lnTo>
                <a:lnTo>
                  <a:pt x="1522" y="49"/>
                </a:lnTo>
                <a:lnTo>
                  <a:pt x="1523" y="49"/>
                </a:lnTo>
                <a:lnTo>
                  <a:pt x="1524" y="49"/>
                </a:lnTo>
                <a:lnTo>
                  <a:pt x="1526" y="50"/>
                </a:lnTo>
                <a:lnTo>
                  <a:pt x="1529" y="51"/>
                </a:lnTo>
                <a:lnTo>
                  <a:pt x="1530" y="52"/>
                </a:lnTo>
                <a:lnTo>
                  <a:pt x="1531" y="53"/>
                </a:lnTo>
                <a:lnTo>
                  <a:pt x="1532" y="54"/>
                </a:lnTo>
                <a:lnTo>
                  <a:pt x="1532" y="55"/>
                </a:lnTo>
                <a:lnTo>
                  <a:pt x="1532" y="56"/>
                </a:lnTo>
                <a:lnTo>
                  <a:pt x="1533" y="56"/>
                </a:lnTo>
                <a:lnTo>
                  <a:pt x="1534" y="56"/>
                </a:lnTo>
                <a:lnTo>
                  <a:pt x="1535" y="55"/>
                </a:lnTo>
                <a:lnTo>
                  <a:pt x="1536" y="55"/>
                </a:lnTo>
                <a:lnTo>
                  <a:pt x="1536" y="56"/>
                </a:lnTo>
                <a:lnTo>
                  <a:pt x="1536" y="57"/>
                </a:lnTo>
                <a:lnTo>
                  <a:pt x="1534" y="59"/>
                </a:lnTo>
                <a:lnTo>
                  <a:pt x="1533" y="60"/>
                </a:lnTo>
                <a:lnTo>
                  <a:pt x="1532" y="61"/>
                </a:lnTo>
                <a:lnTo>
                  <a:pt x="1529" y="63"/>
                </a:lnTo>
                <a:lnTo>
                  <a:pt x="1529" y="64"/>
                </a:lnTo>
                <a:lnTo>
                  <a:pt x="1529" y="65"/>
                </a:lnTo>
                <a:lnTo>
                  <a:pt x="1529" y="66"/>
                </a:lnTo>
                <a:lnTo>
                  <a:pt x="1528" y="67"/>
                </a:lnTo>
                <a:lnTo>
                  <a:pt x="1526" y="68"/>
                </a:lnTo>
                <a:lnTo>
                  <a:pt x="1524" y="68"/>
                </a:lnTo>
                <a:lnTo>
                  <a:pt x="1523" y="69"/>
                </a:lnTo>
                <a:lnTo>
                  <a:pt x="1522" y="69"/>
                </a:lnTo>
                <a:lnTo>
                  <a:pt x="1522" y="70"/>
                </a:lnTo>
                <a:lnTo>
                  <a:pt x="1522" y="71"/>
                </a:lnTo>
                <a:lnTo>
                  <a:pt x="1523" y="72"/>
                </a:lnTo>
                <a:lnTo>
                  <a:pt x="1524" y="73"/>
                </a:lnTo>
                <a:lnTo>
                  <a:pt x="1525" y="73"/>
                </a:lnTo>
                <a:lnTo>
                  <a:pt x="1527" y="74"/>
                </a:lnTo>
                <a:lnTo>
                  <a:pt x="1528" y="74"/>
                </a:lnTo>
                <a:lnTo>
                  <a:pt x="1529" y="75"/>
                </a:lnTo>
                <a:lnTo>
                  <a:pt x="1530" y="75"/>
                </a:lnTo>
                <a:lnTo>
                  <a:pt x="1531" y="76"/>
                </a:lnTo>
                <a:lnTo>
                  <a:pt x="1532" y="76"/>
                </a:lnTo>
                <a:lnTo>
                  <a:pt x="1533" y="76"/>
                </a:lnTo>
                <a:lnTo>
                  <a:pt x="1534" y="75"/>
                </a:lnTo>
                <a:lnTo>
                  <a:pt x="1536" y="75"/>
                </a:lnTo>
                <a:lnTo>
                  <a:pt x="1537" y="76"/>
                </a:lnTo>
                <a:lnTo>
                  <a:pt x="1538" y="76"/>
                </a:lnTo>
                <a:lnTo>
                  <a:pt x="1538" y="77"/>
                </a:lnTo>
                <a:lnTo>
                  <a:pt x="1539" y="78"/>
                </a:lnTo>
                <a:lnTo>
                  <a:pt x="1539" y="79"/>
                </a:lnTo>
                <a:lnTo>
                  <a:pt x="1540" y="78"/>
                </a:lnTo>
                <a:lnTo>
                  <a:pt x="1541" y="78"/>
                </a:lnTo>
                <a:lnTo>
                  <a:pt x="1542" y="78"/>
                </a:lnTo>
                <a:lnTo>
                  <a:pt x="1545" y="81"/>
                </a:lnTo>
                <a:lnTo>
                  <a:pt x="1546" y="82"/>
                </a:lnTo>
                <a:lnTo>
                  <a:pt x="1547" y="82"/>
                </a:lnTo>
                <a:lnTo>
                  <a:pt x="1548" y="82"/>
                </a:lnTo>
                <a:lnTo>
                  <a:pt x="1549" y="81"/>
                </a:lnTo>
                <a:lnTo>
                  <a:pt x="1551" y="82"/>
                </a:lnTo>
                <a:lnTo>
                  <a:pt x="1552" y="82"/>
                </a:lnTo>
                <a:lnTo>
                  <a:pt x="1554" y="82"/>
                </a:lnTo>
                <a:lnTo>
                  <a:pt x="1559" y="84"/>
                </a:lnTo>
                <a:lnTo>
                  <a:pt x="1562" y="85"/>
                </a:lnTo>
                <a:lnTo>
                  <a:pt x="1563" y="86"/>
                </a:lnTo>
                <a:lnTo>
                  <a:pt x="1564" y="86"/>
                </a:lnTo>
                <a:lnTo>
                  <a:pt x="1563" y="87"/>
                </a:lnTo>
                <a:lnTo>
                  <a:pt x="1563" y="88"/>
                </a:lnTo>
                <a:lnTo>
                  <a:pt x="1563" y="89"/>
                </a:lnTo>
                <a:lnTo>
                  <a:pt x="1564" y="90"/>
                </a:lnTo>
                <a:lnTo>
                  <a:pt x="1567" y="91"/>
                </a:lnTo>
                <a:lnTo>
                  <a:pt x="1568" y="92"/>
                </a:lnTo>
                <a:lnTo>
                  <a:pt x="1570" y="92"/>
                </a:lnTo>
                <a:lnTo>
                  <a:pt x="1571" y="93"/>
                </a:lnTo>
                <a:lnTo>
                  <a:pt x="1572" y="94"/>
                </a:lnTo>
                <a:lnTo>
                  <a:pt x="1573" y="94"/>
                </a:lnTo>
                <a:lnTo>
                  <a:pt x="1575" y="94"/>
                </a:lnTo>
                <a:lnTo>
                  <a:pt x="1577" y="93"/>
                </a:lnTo>
                <a:lnTo>
                  <a:pt x="1578" y="92"/>
                </a:lnTo>
                <a:lnTo>
                  <a:pt x="1579" y="92"/>
                </a:lnTo>
                <a:lnTo>
                  <a:pt x="1580" y="92"/>
                </a:lnTo>
                <a:lnTo>
                  <a:pt x="1581" y="93"/>
                </a:lnTo>
                <a:lnTo>
                  <a:pt x="1581" y="94"/>
                </a:lnTo>
                <a:lnTo>
                  <a:pt x="1581" y="96"/>
                </a:lnTo>
                <a:lnTo>
                  <a:pt x="1582" y="97"/>
                </a:lnTo>
                <a:lnTo>
                  <a:pt x="1583" y="97"/>
                </a:lnTo>
                <a:lnTo>
                  <a:pt x="1584" y="97"/>
                </a:lnTo>
                <a:lnTo>
                  <a:pt x="1585" y="97"/>
                </a:lnTo>
                <a:lnTo>
                  <a:pt x="1586" y="97"/>
                </a:lnTo>
                <a:lnTo>
                  <a:pt x="1586" y="98"/>
                </a:lnTo>
                <a:lnTo>
                  <a:pt x="1586" y="99"/>
                </a:lnTo>
                <a:lnTo>
                  <a:pt x="1587" y="99"/>
                </a:lnTo>
                <a:lnTo>
                  <a:pt x="1587" y="100"/>
                </a:lnTo>
                <a:lnTo>
                  <a:pt x="1589" y="100"/>
                </a:lnTo>
                <a:lnTo>
                  <a:pt x="1590" y="101"/>
                </a:lnTo>
                <a:lnTo>
                  <a:pt x="1589" y="103"/>
                </a:lnTo>
                <a:lnTo>
                  <a:pt x="1587" y="105"/>
                </a:lnTo>
                <a:lnTo>
                  <a:pt x="1587" y="106"/>
                </a:lnTo>
                <a:lnTo>
                  <a:pt x="1587" y="107"/>
                </a:lnTo>
                <a:lnTo>
                  <a:pt x="1586" y="107"/>
                </a:lnTo>
                <a:lnTo>
                  <a:pt x="1587" y="108"/>
                </a:lnTo>
                <a:lnTo>
                  <a:pt x="1588" y="109"/>
                </a:lnTo>
                <a:lnTo>
                  <a:pt x="1588" y="110"/>
                </a:lnTo>
                <a:lnTo>
                  <a:pt x="1589" y="112"/>
                </a:lnTo>
                <a:lnTo>
                  <a:pt x="1589" y="114"/>
                </a:lnTo>
                <a:lnTo>
                  <a:pt x="1589" y="115"/>
                </a:lnTo>
                <a:lnTo>
                  <a:pt x="1590" y="115"/>
                </a:lnTo>
                <a:lnTo>
                  <a:pt x="1590" y="116"/>
                </a:lnTo>
                <a:lnTo>
                  <a:pt x="1591" y="116"/>
                </a:lnTo>
                <a:lnTo>
                  <a:pt x="1592" y="116"/>
                </a:lnTo>
                <a:lnTo>
                  <a:pt x="1592" y="117"/>
                </a:lnTo>
                <a:lnTo>
                  <a:pt x="1593" y="117"/>
                </a:lnTo>
                <a:lnTo>
                  <a:pt x="1593" y="118"/>
                </a:lnTo>
                <a:lnTo>
                  <a:pt x="1593" y="119"/>
                </a:lnTo>
                <a:lnTo>
                  <a:pt x="1594" y="120"/>
                </a:lnTo>
                <a:lnTo>
                  <a:pt x="1595" y="120"/>
                </a:lnTo>
                <a:lnTo>
                  <a:pt x="1597" y="121"/>
                </a:lnTo>
                <a:lnTo>
                  <a:pt x="1598" y="120"/>
                </a:lnTo>
                <a:lnTo>
                  <a:pt x="1599" y="120"/>
                </a:lnTo>
                <a:lnTo>
                  <a:pt x="1599" y="119"/>
                </a:lnTo>
                <a:lnTo>
                  <a:pt x="1600" y="120"/>
                </a:lnTo>
                <a:lnTo>
                  <a:pt x="1601" y="120"/>
                </a:lnTo>
                <a:lnTo>
                  <a:pt x="1602" y="121"/>
                </a:lnTo>
                <a:lnTo>
                  <a:pt x="1602" y="122"/>
                </a:lnTo>
                <a:lnTo>
                  <a:pt x="1603" y="122"/>
                </a:lnTo>
                <a:lnTo>
                  <a:pt x="1605" y="123"/>
                </a:lnTo>
                <a:lnTo>
                  <a:pt x="1606" y="124"/>
                </a:lnTo>
                <a:lnTo>
                  <a:pt x="1607" y="124"/>
                </a:lnTo>
                <a:lnTo>
                  <a:pt x="1608" y="125"/>
                </a:lnTo>
                <a:lnTo>
                  <a:pt x="1609" y="125"/>
                </a:lnTo>
                <a:lnTo>
                  <a:pt x="1611" y="126"/>
                </a:lnTo>
                <a:lnTo>
                  <a:pt x="1612" y="128"/>
                </a:lnTo>
                <a:lnTo>
                  <a:pt x="1613" y="128"/>
                </a:lnTo>
                <a:lnTo>
                  <a:pt x="1614" y="128"/>
                </a:lnTo>
                <a:lnTo>
                  <a:pt x="1615" y="128"/>
                </a:lnTo>
                <a:lnTo>
                  <a:pt x="1617" y="128"/>
                </a:lnTo>
                <a:lnTo>
                  <a:pt x="1618" y="128"/>
                </a:lnTo>
                <a:lnTo>
                  <a:pt x="1621" y="128"/>
                </a:lnTo>
                <a:lnTo>
                  <a:pt x="1622" y="128"/>
                </a:lnTo>
                <a:lnTo>
                  <a:pt x="1624" y="128"/>
                </a:lnTo>
                <a:lnTo>
                  <a:pt x="1625" y="128"/>
                </a:lnTo>
                <a:lnTo>
                  <a:pt x="1625" y="129"/>
                </a:lnTo>
                <a:lnTo>
                  <a:pt x="1626" y="130"/>
                </a:lnTo>
                <a:lnTo>
                  <a:pt x="1630" y="132"/>
                </a:lnTo>
                <a:lnTo>
                  <a:pt x="1633" y="134"/>
                </a:lnTo>
                <a:lnTo>
                  <a:pt x="1635" y="136"/>
                </a:lnTo>
                <a:lnTo>
                  <a:pt x="1635" y="137"/>
                </a:lnTo>
                <a:lnTo>
                  <a:pt x="1635" y="139"/>
                </a:lnTo>
                <a:lnTo>
                  <a:pt x="1636" y="140"/>
                </a:lnTo>
                <a:lnTo>
                  <a:pt x="1637" y="140"/>
                </a:lnTo>
                <a:lnTo>
                  <a:pt x="1637" y="141"/>
                </a:lnTo>
                <a:lnTo>
                  <a:pt x="1637" y="142"/>
                </a:lnTo>
                <a:lnTo>
                  <a:pt x="1638" y="142"/>
                </a:lnTo>
                <a:lnTo>
                  <a:pt x="1637" y="142"/>
                </a:lnTo>
                <a:lnTo>
                  <a:pt x="1638" y="142"/>
                </a:lnTo>
                <a:lnTo>
                  <a:pt x="1638" y="143"/>
                </a:lnTo>
                <a:lnTo>
                  <a:pt x="1639" y="143"/>
                </a:lnTo>
                <a:lnTo>
                  <a:pt x="1642" y="143"/>
                </a:lnTo>
                <a:lnTo>
                  <a:pt x="1644" y="142"/>
                </a:lnTo>
                <a:lnTo>
                  <a:pt x="1646" y="142"/>
                </a:lnTo>
                <a:lnTo>
                  <a:pt x="1647" y="142"/>
                </a:lnTo>
                <a:lnTo>
                  <a:pt x="1648" y="142"/>
                </a:lnTo>
                <a:lnTo>
                  <a:pt x="1649" y="142"/>
                </a:lnTo>
                <a:lnTo>
                  <a:pt x="1650" y="142"/>
                </a:lnTo>
                <a:lnTo>
                  <a:pt x="1652" y="143"/>
                </a:lnTo>
                <a:lnTo>
                  <a:pt x="1653" y="143"/>
                </a:lnTo>
                <a:lnTo>
                  <a:pt x="1655" y="144"/>
                </a:lnTo>
                <a:lnTo>
                  <a:pt x="1657" y="143"/>
                </a:lnTo>
                <a:lnTo>
                  <a:pt x="1658" y="142"/>
                </a:lnTo>
                <a:lnTo>
                  <a:pt x="1660" y="142"/>
                </a:lnTo>
                <a:lnTo>
                  <a:pt x="1661" y="142"/>
                </a:lnTo>
                <a:lnTo>
                  <a:pt x="1661" y="141"/>
                </a:lnTo>
                <a:lnTo>
                  <a:pt x="1662" y="141"/>
                </a:lnTo>
                <a:lnTo>
                  <a:pt x="1662" y="139"/>
                </a:lnTo>
                <a:lnTo>
                  <a:pt x="1663" y="139"/>
                </a:lnTo>
                <a:lnTo>
                  <a:pt x="1666" y="138"/>
                </a:lnTo>
                <a:lnTo>
                  <a:pt x="1668" y="138"/>
                </a:lnTo>
                <a:lnTo>
                  <a:pt x="1669" y="138"/>
                </a:lnTo>
                <a:lnTo>
                  <a:pt x="1671" y="136"/>
                </a:lnTo>
                <a:lnTo>
                  <a:pt x="1672" y="136"/>
                </a:lnTo>
                <a:lnTo>
                  <a:pt x="1673" y="137"/>
                </a:lnTo>
                <a:lnTo>
                  <a:pt x="1678" y="137"/>
                </a:lnTo>
                <a:lnTo>
                  <a:pt x="1681" y="138"/>
                </a:lnTo>
                <a:lnTo>
                  <a:pt x="1682" y="138"/>
                </a:lnTo>
                <a:lnTo>
                  <a:pt x="1687" y="137"/>
                </a:lnTo>
                <a:lnTo>
                  <a:pt x="1689" y="137"/>
                </a:lnTo>
                <a:lnTo>
                  <a:pt x="1690" y="137"/>
                </a:lnTo>
                <a:lnTo>
                  <a:pt x="1692" y="137"/>
                </a:lnTo>
                <a:lnTo>
                  <a:pt x="1694" y="139"/>
                </a:lnTo>
                <a:lnTo>
                  <a:pt x="1694" y="140"/>
                </a:lnTo>
                <a:lnTo>
                  <a:pt x="1694" y="141"/>
                </a:lnTo>
                <a:lnTo>
                  <a:pt x="1693" y="141"/>
                </a:lnTo>
                <a:lnTo>
                  <a:pt x="1693" y="143"/>
                </a:lnTo>
                <a:lnTo>
                  <a:pt x="1693" y="145"/>
                </a:lnTo>
                <a:lnTo>
                  <a:pt x="1694" y="145"/>
                </a:lnTo>
                <a:lnTo>
                  <a:pt x="1695" y="146"/>
                </a:lnTo>
                <a:lnTo>
                  <a:pt x="1696" y="147"/>
                </a:lnTo>
                <a:lnTo>
                  <a:pt x="1697" y="147"/>
                </a:lnTo>
                <a:lnTo>
                  <a:pt x="1698" y="147"/>
                </a:lnTo>
                <a:lnTo>
                  <a:pt x="1699" y="148"/>
                </a:lnTo>
                <a:lnTo>
                  <a:pt x="1699" y="150"/>
                </a:lnTo>
                <a:lnTo>
                  <a:pt x="1699" y="151"/>
                </a:lnTo>
                <a:lnTo>
                  <a:pt x="1699" y="152"/>
                </a:lnTo>
                <a:lnTo>
                  <a:pt x="1700" y="152"/>
                </a:lnTo>
                <a:lnTo>
                  <a:pt x="1703" y="152"/>
                </a:lnTo>
                <a:lnTo>
                  <a:pt x="1704" y="152"/>
                </a:lnTo>
                <a:lnTo>
                  <a:pt x="1706" y="153"/>
                </a:lnTo>
                <a:lnTo>
                  <a:pt x="1708" y="153"/>
                </a:lnTo>
                <a:lnTo>
                  <a:pt x="1709" y="154"/>
                </a:lnTo>
                <a:lnTo>
                  <a:pt x="1710" y="155"/>
                </a:lnTo>
                <a:lnTo>
                  <a:pt x="1710" y="156"/>
                </a:lnTo>
                <a:lnTo>
                  <a:pt x="1710" y="157"/>
                </a:lnTo>
                <a:lnTo>
                  <a:pt x="1710" y="158"/>
                </a:lnTo>
                <a:lnTo>
                  <a:pt x="1710" y="159"/>
                </a:lnTo>
                <a:lnTo>
                  <a:pt x="1711" y="160"/>
                </a:lnTo>
                <a:lnTo>
                  <a:pt x="1711" y="161"/>
                </a:lnTo>
                <a:lnTo>
                  <a:pt x="1712" y="161"/>
                </a:lnTo>
                <a:lnTo>
                  <a:pt x="1713" y="161"/>
                </a:lnTo>
                <a:lnTo>
                  <a:pt x="1715" y="161"/>
                </a:lnTo>
                <a:lnTo>
                  <a:pt x="1717" y="161"/>
                </a:lnTo>
                <a:lnTo>
                  <a:pt x="1718" y="161"/>
                </a:lnTo>
                <a:lnTo>
                  <a:pt x="1720" y="161"/>
                </a:lnTo>
                <a:lnTo>
                  <a:pt x="1722" y="161"/>
                </a:lnTo>
                <a:lnTo>
                  <a:pt x="1723" y="161"/>
                </a:lnTo>
                <a:lnTo>
                  <a:pt x="1724" y="161"/>
                </a:lnTo>
                <a:lnTo>
                  <a:pt x="1725" y="160"/>
                </a:lnTo>
                <a:lnTo>
                  <a:pt x="1726" y="160"/>
                </a:lnTo>
                <a:lnTo>
                  <a:pt x="1727" y="160"/>
                </a:lnTo>
                <a:lnTo>
                  <a:pt x="1727" y="161"/>
                </a:lnTo>
                <a:lnTo>
                  <a:pt x="1730" y="161"/>
                </a:lnTo>
                <a:lnTo>
                  <a:pt x="1731" y="161"/>
                </a:lnTo>
                <a:lnTo>
                  <a:pt x="1732" y="161"/>
                </a:lnTo>
                <a:lnTo>
                  <a:pt x="1732" y="160"/>
                </a:lnTo>
                <a:lnTo>
                  <a:pt x="1732" y="158"/>
                </a:lnTo>
                <a:lnTo>
                  <a:pt x="1732" y="157"/>
                </a:lnTo>
                <a:lnTo>
                  <a:pt x="1732" y="155"/>
                </a:lnTo>
                <a:lnTo>
                  <a:pt x="1733" y="155"/>
                </a:lnTo>
                <a:lnTo>
                  <a:pt x="1735" y="155"/>
                </a:lnTo>
                <a:lnTo>
                  <a:pt x="1737" y="155"/>
                </a:lnTo>
                <a:lnTo>
                  <a:pt x="1739" y="156"/>
                </a:lnTo>
                <a:lnTo>
                  <a:pt x="1740" y="156"/>
                </a:lnTo>
                <a:lnTo>
                  <a:pt x="1741" y="156"/>
                </a:lnTo>
                <a:lnTo>
                  <a:pt x="1742" y="156"/>
                </a:lnTo>
                <a:lnTo>
                  <a:pt x="1743" y="155"/>
                </a:lnTo>
                <a:lnTo>
                  <a:pt x="1744" y="155"/>
                </a:lnTo>
                <a:lnTo>
                  <a:pt x="1745" y="157"/>
                </a:lnTo>
                <a:lnTo>
                  <a:pt x="1745" y="159"/>
                </a:lnTo>
                <a:lnTo>
                  <a:pt x="1745" y="161"/>
                </a:lnTo>
                <a:lnTo>
                  <a:pt x="1744" y="162"/>
                </a:lnTo>
                <a:lnTo>
                  <a:pt x="1744" y="164"/>
                </a:lnTo>
                <a:lnTo>
                  <a:pt x="1744" y="166"/>
                </a:lnTo>
                <a:lnTo>
                  <a:pt x="1745" y="167"/>
                </a:lnTo>
                <a:lnTo>
                  <a:pt x="1745" y="168"/>
                </a:lnTo>
                <a:lnTo>
                  <a:pt x="1746" y="169"/>
                </a:lnTo>
                <a:lnTo>
                  <a:pt x="1747" y="171"/>
                </a:lnTo>
                <a:lnTo>
                  <a:pt x="1748" y="171"/>
                </a:lnTo>
                <a:lnTo>
                  <a:pt x="1750" y="174"/>
                </a:lnTo>
                <a:lnTo>
                  <a:pt x="1752" y="174"/>
                </a:lnTo>
                <a:lnTo>
                  <a:pt x="1755" y="174"/>
                </a:lnTo>
                <a:lnTo>
                  <a:pt x="1757" y="174"/>
                </a:lnTo>
                <a:lnTo>
                  <a:pt x="1758" y="175"/>
                </a:lnTo>
                <a:lnTo>
                  <a:pt x="1759" y="176"/>
                </a:lnTo>
                <a:lnTo>
                  <a:pt x="1760" y="176"/>
                </a:lnTo>
                <a:lnTo>
                  <a:pt x="1760" y="177"/>
                </a:lnTo>
                <a:lnTo>
                  <a:pt x="1762" y="176"/>
                </a:lnTo>
                <a:lnTo>
                  <a:pt x="1763" y="176"/>
                </a:lnTo>
                <a:lnTo>
                  <a:pt x="1765" y="177"/>
                </a:lnTo>
                <a:lnTo>
                  <a:pt x="1768" y="178"/>
                </a:lnTo>
                <a:lnTo>
                  <a:pt x="1770" y="179"/>
                </a:lnTo>
                <a:lnTo>
                  <a:pt x="1773" y="180"/>
                </a:lnTo>
                <a:lnTo>
                  <a:pt x="1774" y="181"/>
                </a:lnTo>
                <a:lnTo>
                  <a:pt x="1775" y="182"/>
                </a:lnTo>
                <a:lnTo>
                  <a:pt x="1776" y="183"/>
                </a:lnTo>
                <a:lnTo>
                  <a:pt x="1778" y="183"/>
                </a:lnTo>
                <a:lnTo>
                  <a:pt x="1778" y="184"/>
                </a:lnTo>
                <a:lnTo>
                  <a:pt x="1775" y="183"/>
                </a:lnTo>
                <a:lnTo>
                  <a:pt x="1774" y="184"/>
                </a:lnTo>
                <a:lnTo>
                  <a:pt x="1773" y="184"/>
                </a:lnTo>
                <a:lnTo>
                  <a:pt x="1773" y="185"/>
                </a:lnTo>
                <a:lnTo>
                  <a:pt x="1773" y="186"/>
                </a:lnTo>
                <a:lnTo>
                  <a:pt x="1774" y="186"/>
                </a:lnTo>
                <a:lnTo>
                  <a:pt x="1776" y="189"/>
                </a:lnTo>
                <a:lnTo>
                  <a:pt x="1777" y="191"/>
                </a:lnTo>
                <a:lnTo>
                  <a:pt x="1778" y="193"/>
                </a:lnTo>
                <a:lnTo>
                  <a:pt x="1779" y="195"/>
                </a:lnTo>
                <a:lnTo>
                  <a:pt x="1780" y="196"/>
                </a:lnTo>
                <a:lnTo>
                  <a:pt x="1782" y="198"/>
                </a:lnTo>
                <a:lnTo>
                  <a:pt x="1785" y="200"/>
                </a:lnTo>
                <a:lnTo>
                  <a:pt x="1786" y="201"/>
                </a:lnTo>
                <a:lnTo>
                  <a:pt x="1786" y="203"/>
                </a:lnTo>
                <a:lnTo>
                  <a:pt x="1786" y="205"/>
                </a:lnTo>
                <a:lnTo>
                  <a:pt x="1786" y="206"/>
                </a:lnTo>
                <a:lnTo>
                  <a:pt x="1786" y="207"/>
                </a:lnTo>
                <a:lnTo>
                  <a:pt x="1785" y="208"/>
                </a:lnTo>
                <a:lnTo>
                  <a:pt x="1785" y="209"/>
                </a:lnTo>
                <a:lnTo>
                  <a:pt x="1785" y="210"/>
                </a:lnTo>
                <a:lnTo>
                  <a:pt x="1785" y="211"/>
                </a:lnTo>
                <a:lnTo>
                  <a:pt x="1785" y="212"/>
                </a:lnTo>
                <a:lnTo>
                  <a:pt x="1786" y="212"/>
                </a:lnTo>
                <a:lnTo>
                  <a:pt x="1787" y="212"/>
                </a:lnTo>
                <a:lnTo>
                  <a:pt x="1789" y="213"/>
                </a:lnTo>
                <a:lnTo>
                  <a:pt x="1790" y="213"/>
                </a:lnTo>
                <a:lnTo>
                  <a:pt x="1791" y="214"/>
                </a:lnTo>
                <a:lnTo>
                  <a:pt x="1792" y="215"/>
                </a:lnTo>
                <a:lnTo>
                  <a:pt x="1791" y="216"/>
                </a:lnTo>
                <a:lnTo>
                  <a:pt x="1790" y="218"/>
                </a:lnTo>
                <a:lnTo>
                  <a:pt x="1789" y="219"/>
                </a:lnTo>
                <a:lnTo>
                  <a:pt x="1790" y="219"/>
                </a:lnTo>
                <a:lnTo>
                  <a:pt x="1790" y="220"/>
                </a:lnTo>
                <a:lnTo>
                  <a:pt x="1790" y="221"/>
                </a:lnTo>
                <a:lnTo>
                  <a:pt x="1789" y="221"/>
                </a:lnTo>
                <a:lnTo>
                  <a:pt x="1788" y="222"/>
                </a:lnTo>
                <a:lnTo>
                  <a:pt x="1788" y="223"/>
                </a:lnTo>
                <a:lnTo>
                  <a:pt x="1791" y="225"/>
                </a:lnTo>
                <a:lnTo>
                  <a:pt x="1792" y="228"/>
                </a:lnTo>
                <a:lnTo>
                  <a:pt x="1793" y="231"/>
                </a:lnTo>
                <a:lnTo>
                  <a:pt x="1794" y="232"/>
                </a:lnTo>
                <a:lnTo>
                  <a:pt x="1795" y="233"/>
                </a:lnTo>
                <a:lnTo>
                  <a:pt x="1796" y="233"/>
                </a:lnTo>
                <a:lnTo>
                  <a:pt x="1795" y="235"/>
                </a:lnTo>
                <a:lnTo>
                  <a:pt x="1796" y="236"/>
                </a:lnTo>
                <a:lnTo>
                  <a:pt x="1798" y="238"/>
                </a:lnTo>
                <a:lnTo>
                  <a:pt x="1799" y="239"/>
                </a:lnTo>
                <a:lnTo>
                  <a:pt x="1799" y="240"/>
                </a:lnTo>
                <a:lnTo>
                  <a:pt x="1800" y="241"/>
                </a:lnTo>
                <a:lnTo>
                  <a:pt x="1801" y="242"/>
                </a:lnTo>
                <a:lnTo>
                  <a:pt x="1802" y="242"/>
                </a:lnTo>
                <a:lnTo>
                  <a:pt x="1803" y="244"/>
                </a:lnTo>
                <a:lnTo>
                  <a:pt x="1804" y="245"/>
                </a:lnTo>
                <a:lnTo>
                  <a:pt x="1805" y="245"/>
                </a:lnTo>
                <a:lnTo>
                  <a:pt x="1805" y="246"/>
                </a:lnTo>
                <a:lnTo>
                  <a:pt x="1805" y="247"/>
                </a:lnTo>
                <a:lnTo>
                  <a:pt x="1806" y="249"/>
                </a:lnTo>
                <a:lnTo>
                  <a:pt x="1807" y="249"/>
                </a:lnTo>
                <a:lnTo>
                  <a:pt x="1807" y="250"/>
                </a:lnTo>
                <a:lnTo>
                  <a:pt x="1809" y="251"/>
                </a:lnTo>
                <a:lnTo>
                  <a:pt x="1810" y="253"/>
                </a:lnTo>
                <a:lnTo>
                  <a:pt x="1812" y="254"/>
                </a:lnTo>
                <a:lnTo>
                  <a:pt x="1814" y="257"/>
                </a:lnTo>
                <a:lnTo>
                  <a:pt x="1815" y="258"/>
                </a:lnTo>
                <a:lnTo>
                  <a:pt x="1816" y="259"/>
                </a:lnTo>
                <a:lnTo>
                  <a:pt x="1816" y="260"/>
                </a:lnTo>
                <a:lnTo>
                  <a:pt x="1817" y="261"/>
                </a:lnTo>
                <a:lnTo>
                  <a:pt x="1817" y="262"/>
                </a:lnTo>
                <a:lnTo>
                  <a:pt x="1818" y="262"/>
                </a:lnTo>
                <a:lnTo>
                  <a:pt x="1820" y="261"/>
                </a:lnTo>
                <a:lnTo>
                  <a:pt x="1821" y="261"/>
                </a:lnTo>
                <a:lnTo>
                  <a:pt x="1824" y="261"/>
                </a:lnTo>
                <a:lnTo>
                  <a:pt x="1826" y="262"/>
                </a:lnTo>
                <a:lnTo>
                  <a:pt x="1828" y="264"/>
                </a:lnTo>
                <a:lnTo>
                  <a:pt x="1829" y="265"/>
                </a:lnTo>
                <a:lnTo>
                  <a:pt x="1830" y="265"/>
                </a:lnTo>
                <a:lnTo>
                  <a:pt x="1831" y="265"/>
                </a:lnTo>
                <a:lnTo>
                  <a:pt x="1832" y="266"/>
                </a:lnTo>
                <a:lnTo>
                  <a:pt x="1833" y="268"/>
                </a:lnTo>
                <a:lnTo>
                  <a:pt x="1833" y="269"/>
                </a:lnTo>
                <a:lnTo>
                  <a:pt x="1833" y="270"/>
                </a:lnTo>
                <a:lnTo>
                  <a:pt x="1833" y="271"/>
                </a:lnTo>
                <a:lnTo>
                  <a:pt x="1833" y="272"/>
                </a:lnTo>
                <a:lnTo>
                  <a:pt x="1834" y="272"/>
                </a:lnTo>
                <a:lnTo>
                  <a:pt x="1834" y="273"/>
                </a:lnTo>
                <a:lnTo>
                  <a:pt x="1835" y="274"/>
                </a:lnTo>
                <a:lnTo>
                  <a:pt x="1837" y="275"/>
                </a:lnTo>
                <a:lnTo>
                  <a:pt x="1837" y="278"/>
                </a:lnTo>
                <a:lnTo>
                  <a:pt x="1836" y="279"/>
                </a:lnTo>
                <a:lnTo>
                  <a:pt x="1836" y="282"/>
                </a:lnTo>
                <a:lnTo>
                  <a:pt x="1839" y="285"/>
                </a:lnTo>
                <a:lnTo>
                  <a:pt x="1840" y="286"/>
                </a:lnTo>
                <a:lnTo>
                  <a:pt x="1841" y="286"/>
                </a:lnTo>
                <a:lnTo>
                  <a:pt x="1841" y="287"/>
                </a:lnTo>
                <a:lnTo>
                  <a:pt x="1841" y="288"/>
                </a:lnTo>
                <a:lnTo>
                  <a:pt x="1841" y="289"/>
                </a:lnTo>
                <a:lnTo>
                  <a:pt x="1843" y="289"/>
                </a:lnTo>
                <a:lnTo>
                  <a:pt x="1844" y="290"/>
                </a:lnTo>
                <a:lnTo>
                  <a:pt x="1844" y="291"/>
                </a:lnTo>
                <a:lnTo>
                  <a:pt x="1844" y="292"/>
                </a:lnTo>
                <a:lnTo>
                  <a:pt x="1846" y="294"/>
                </a:lnTo>
                <a:lnTo>
                  <a:pt x="1847" y="296"/>
                </a:lnTo>
                <a:lnTo>
                  <a:pt x="1845" y="301"/>
                </a:lnTo>
                <a:lnTo>
                  <a:pt x="1844" y="308"/>
                </a:lnTo>
                <a:lnTo>
                  <a:pt x="1843" y="311"/>
                </a:lnTo>
                <a:lnTo>
                  <a:pt x="1844" y="312"/>
                </a:lnTo>
                <a:lnTo>
                  <a:pt x="1848" y="312"/>
                </a:lnTo>
                <a:lnTo>
                  <a:pt x="1849" y="312"/>
                </a:lnTo>
                <a:lnTo>
                  <a:pt x="1849" y="313"/>
                </a:lnTo>
                <a:lnTo>
                  <a:pt x="1849" y="314"/>
                </a:lnTo>
                <a:lnTo>
                  <a:pt x="1850" y="315"/>
                </a:lnTo>
                <a:lnTo>
                  <a:pt x="1849" y="316"/>
                </a:lnTo>
                <a:lnTo>
                  <a:pt x="1848" y="317"/>
                </a:lnTo>
                <a:lnTo>
                  <a:pt x="1848" y="318"/>
                </a:lnTo>
                <a:lnTo>
                  <a:pt x="1847" y="321"/>
                </a:lnTo>
                <a:lnTo>
                  <a:pt x="1845" y="321"/>
                </a:lnTo>
                <a:lnTo>
                  <a:pt x="1845" y="322"/>
                </a:lnTo>
                <a:lnTo>
                  <a:pt x="1845" y="323"/>
                </a:lnTo>
                <a:lnTo>
                  <a:pt x="1845" y="324"/>
                </a:lnTo>
                <a:lnTo>
                  <a:pt x="1844" y="325"/>
                </a:lnTo>
                <a:lnTo>
                  <a:pt x="1844" y="326"/>
                </a:lnTo>
                <a:lnTo>
                  <a:pt x="1844" y="328"/>
                </a:lnTo>
                <a:lnTo>
                  <a:pt x="1842" y="330"/>
                </a:lnTo>
                <a:lnTo>
                  <a:pt x="1841" y="330"/>
                </a:lnTo>
                <a:lnTo>
                  <a:pt x="1841" y="331"/>
                </a:lnTo>
                <a:lnTo>
                  <a:pt x="1841" y="332"/>
                </a:lnTo>
                <a:lnTo>
                  <a:pt x="1840" y="333"/>
                </a:lnTo>
                <a:lnTo>
                  <a:pt x="1840" y="335"/>
                </a:lnTo>
                <a:lnTo>
                  <a:pt x="1839" y="336"/>
                </a:lnTo>
                <a:lnTo>
                  <a:pt x="1838" y="337"/>
                </a:lnTo>
                <a:lnTo>
                  <a:pt x="1836" y="339"/>
                </a:lnTo>
                <a:lnTo>
                  <a:pt x="1834" y="341"/>
                </a:lnTo>
                <a:lnTo>
                  <a:pt x="1833" y="342"/>
                </a:lnTo>
                <a:lnTo>
                  <a:pt x="1833" y="343"/>
                </a:lnTo>
                <a:lnTo>
                  <a:pt x="1832" y="343"/>
                </a:lnTo>
                <a:lnTo>
                  <a:pt x="1832" y="344"/>
                </a:lnTo>
                <a:lnTo>
                  <a:pt x="1831" y="344"/>
                </a:lnTo>
                <a:lnTo>
                  <a:pt x="1831" y="345"/>
                </a:lnTo>
                <a:lnTo>
                  <a:pt x="1833" y="347"/>
                </a:lnTo>
                <a:lnTo>
                  <a:pt x="1833" y="349"/>
                </a:lnTo>
                <a:lnTo>
                  <a:pt x="1834" y="349"/>
                </a:lnTo>
                <a:lnTo>
                  <a:pt x="1837" y="353"/>
                </a:lnTo>
                <a:lnTo>
                  <a:pt x="1836" y="355"/>
                </a:lnTo>
                <a:lnTo>
                  <a:pt x="1840" y="363"/>
                </a:lnTo>
                <a:lnTo>
                  <a:pt x="1843" y="366"/>
                </a:lnTo>
                <a:lnTo>
                  <a:pt x="1843" y="372"/>
                </a:lnTo>
                <a:lnTo>
                  <a:pt x="1843" y="373"/>
                </a:lnTo>
                <a:lnTo>
                  <a:pt x="1844" y="374"/>
                </a:lnTo>
                <a:lnTo>
                  <a:pt x="1844" y="375"/>
                </a:lnTo>
                <a:lnTo>
                  <a:pt x="1844" y="376"/>
                </a:lnTo>
                <a:lnTo>
                  <a:pt x="1844" y="377"/>
                </a:lnTo>
                <a:lnTo>
                  <a:pt x="1844" y="378"/>
                </a:lnTo>
                <a:lnTo>
                  <a:pt x="1843" y="379"/>
                </a:lnTo>
                <a:lnTo>
                  <a:pt x="1842" y="381"/>
                </a:lnTo>
                <a:lnTo>
                  <a:pt x="1841" y="381"/>
                </a:lnTo>
                <a:lnTo>
                  <a:pt x="1835" y="386"/>
                </a:lnTo>
                <a:lnTo>
                  <a:pt x="1832" y="389"/>
                </a:lnTo>
                <a:lnTo>
                  <a:pt x="1830" y="391"/>
                </a:lnTo>
                <a:lnTo>
                  <a:pt x="1826" y="394"/>
                </a:lnTo>
                <a:lnTo>
                  <a:pt x="1818" y="404"/>
                </a:lnTo>
                <a:lnTo>
                  <a:pt x="1812" y="414"/>
                </a:lnTo>
                <a:lnTo>
                  <a:pt x="1808" y="428"/>
                </a:lnTo>
                <a:lnTo>
                  <a:pt x="1807" y="436"/>
                </a:lnTo>
                <a:lnTo>
                  <a:pt x="1807" y="439"/>
                </a:lnTo>
                <a:lnTo>
                  <a:pt x="1807" y="442"/>
                </a:lnTo>
                <a:lnTo>
                  <a:pt x="1809" y="444"/>
                </a:lnTo>
                <a:lnTo>
                  <a:pt x="1810" y="445"/>
                </a:lnTo>
                <a:lnTo>
                  <a:pt x="1812" y="446"/>
                </a:lnTo>
                <a:lnTo>
                  <a:pt x="1815" y="447"/>
                </a:lnTo>
                <a:lnTo>
                  <a:pt x="1817" y="449"/>
                </a:lnTo>
                <a:lnTo>
                  <a:pt x="1818" y="452"/>
                </a:lnTo>
                <a:lnTo>
                  <a:pt x="1818" y="453"/>
                </a:lnTo>
                <a:lnTo>
                  <a:pt x="1820" y="457"/>
                </a:lnTo>
                <a:lnTo>
                  <a:pt x="1822" y="462"/>
                </a:lnTo>
                <a:lnTo>
                  <a:pt x="1821" y="464"/>
                </a:lnTo>
                <a:lnTo>
                  <a:pt x="1821" y="466"/>
                </a:lnTo>
                <a:lnTo>
                  <a:pt x="1824" y="465"/>
                </a:lnTo>
                <a:lnTo>
                  <a:pt x="1829" y="467"/>
                </a:lnTo>
                <a:lnTo>
                  <a:pt x="1831" y="471"/>
                </a:lnTo>
                <a:lnTo>
                  <a:pt x="1828" y="476"/>
                </a:lnTo>
                <a:lnTo>
                  <a:pt x="1830" y="477"/>
                </a:lnTo>
                <a:lnTo>
                  <a:pt x="1829" y="478"/>
                </a:lnTo>
                <a:lnTo>
                  <a:pt x="1838" y="477"/>
                </a:lnTo>
                <a:lnTo>
                  <a:pt x="1841" y="475"/>
                </a:lnTo>
                <a:lnTo>
                  <a:pt x="1844" y="475"/>
                </a:lnTo>
                <a:lnTo>
                  <a:pt x="1847" y="476"/>
                </a:lnTo>
                <a:lnTo>
                  <a:pt x="1850" y="475"/>
                </a:lnTo>
                <a:lnTo>
                  <a:pt x="1852" y="475"/>
                </a:lnTo>
                <a:lnTo>
                  <a:pt x="1853" y="475"/>
                </a:lnTo>
                <a:lnTo>
                  <a:pt x="1855" y="475"/>
                </a:lnTo>
                <a:lnTo>
                  <a:pt x="1856" y="475"/>
                </a:lnTo>
                <a:lnTo>
                  <a:pt x="1859" y="477"/>
                </a:lnTo>
                <a:lnTo>
                  <a:pt x="1860" y="478"/>
                </a:lnTo>
                <a:lnTo>
                  <a:pt x="1860" y="479"/>
                </a:lnTo>
                <a:lnTo>
                  <a:pt x="1862" y="481"/>
                </a:lnTo>
                <a:lnTo>
                  <a:pt x="1864" y="482"/>
                </a:lnTo>
                <a:lnTo>
                  <a:pt x="1865" y="482"/>
                </a:lnTo>
                <a:lnTo>
                  <a:pt x="1866" y="482"/>
                </a:lnTo>
                <a:lnTo>
                  <a:pt x="1867" y="484"/>
                </a:lnTo>
                <a:lnTo>
                  <a:pt x="1868" y="484"/>
                </a:lnTo>
                <a:lnTo>
                  <a:pt x="1871" y="485"/>
                </a:lnTo>
                <a:lnTo>
                  <a:pt x="1873" y="485"/>
                </a:lnTo>
                <a:lnTo>
                  <a:pt x="1877" y="485"/>
                </a:lnTo>
                <a:lnTo>
                  <a:pt x="1879" y="486"/>
                </a:lnTo>
                <a:lnTo>
                  <a:pt x="1881" y="487"/>
                </a:lnTo>
                <a:lnTo>
                  <a:pt x="1883" y="487"/>
                </a:lnTo>
                <a:lnTo>
                  <a:pt x="1882" y="485"/>
                </a:lnTo>
                <a:lnTo>
                  <a:pt x="1887" y="482"/>
                </a:lnTo>
                <a:lnTo>
                  <a:pt x="1889" y="482"/>
                </a:lnTo>
                <a:lnTo>
                  <a:pt x="1890" y="482"/>
                </a:lnTo>
                <a:lnTo>
                  <a:pt x="1893" y="486"/>
                </a:lnTo>
                <a:lnTo>
                  <a:pt x="1894" y="488"/>
                </a:lnTo>
                <a:lnTo>
                  <a:pt x="1898" y="490"/>
                </a:lnTo>
                <a:lnTo>
                  <a:pt x="1901" y="492"/>
                </a:lnTo>
                <a:lnTo>
                  <a:pt x="1902" y="491"/>
                </a:lnTo>
                <a:lnTo>
                  <a:pt x="1903" y="491"/>
                </a:lnTo>
                <a:lnTo>
                  <a:pt x="1907" y="493"/>
                </a:lnTo>
                <a:lnTo>
                  <a:pt x="1912" y="493"/>
                </a:lnTo>
                <a:lnTo>
                  <a:pt x="1913" y="493"/>
                </a:lnTo>
                <a:lnTo>
                  <a:pt x="1916" y="493"/>
                </a:lnTo>
                <a:lnTo>
                  <a:pt x="1917" y="492"/>
                </a:lnTo>
                <a:lnTo>
                  <a:pt x="1926" y="491"/>
                </a:lnTo>
                <a:lnTo>
                  <a:pt x="1936" y="491"/>
                </a:lnTo>
                <a:lnTo>
                  <a:pt x="1940" y="491"/>
                </a:lnTo>
                <a:lnTo>
                  <a:pt x="1943" y="491"/>
                </a:lnTo>
                <a:lnTo>
                  <a:pt x="1945" y="491"/>
                </a:lnTo>
                <a:lnTo>
                  <a:pt x="1947" y="491"/>
                </a:lnTo>
                <a:lnTo>
                  <a:pt x="1953" y="490"/>
                </a:lnTo>
                <a:lnTo>
                  <a:pt x="1957" y="491"/>
                </a:lnTo>
                <a:lnTo>
                  <a:pt x="1962" y="494"/>
                </a:lnTo>
                <a:lnTo>
                  <a:pt x="1968" y="496"/>
                </a:lnTo>
                <a:lnTo>
                  <a:pt x="1972" y="499"/>
                </a:lnTo>
                <a:lnTo>
                  <a:pt x="1973" y="498"/>
                </a:lnTo>
                <a:lnTo>
                  <a:pt x="1974" y="498"/>
                </a:lnTo>
                <a:lnTo>
                  <a:pt x="1975" y="498"/>
                </a:lnTo>
                <a:lnTo>
                  <a:pt x="1980" y="497"/>
                </a:lnTo>
                <a:lnTo>
                  <a:pt x="1983" y="499"/>
                </a:lnTo>
                <a:lnTo>
                  <a:pt x="1990" y="498"/>
                </a:lnTo>
                <a:lnTo>
                  <a:pt x="1998" y="500"/>
                </a:lnTo>
                <a:lnTo>
                  <a:pt x="2002" y="500"/>
                </a:lnTo>
                <a:lnTo>
                  <a:pt x="2004" y="498"/>
                </a:lnTo>
                <a:lnTo>
                  <a:pt x="2007" y="498"/>
                </a:lnTo>
                <a:lnTo>
                  <a:pt x="2009" y="498"/>
                </a:lnTo>
                <a:lnTo>
                  <a:pt x="2011" y="498"/>
                </a:lnTo>
                <a:lnTo>
                  <a:pt x="2016" y="498"/>
                </a:lnTo>
                <a:lnTo>
                  <a:pt x="2019" y="497"/>
                </a:lnTo>
                <a:lnTo>
                  <a:pt x="2022" y="496"/>
                </a:lnTo>
                <a:lnTo>
                  <a:pt x="2023" y="496"/>
                </a:lnTo>
                <a:lnTo>
                  <a:pt x="2024" y="496"/>
                </a:lnTo>
                <a:lnTo>
                  <a:pt x="2026" y="495"/>
                </a:lnTo>
                <a:lnTo>
                  <a:pt x="2029" y="495"/>
                </a:lnTo>
                <a:lnTo>
                  <a:pt x="2036" y="496"/>
                </a:lnTo>
                <a:lnTo>
                  <a:pt x="2039" y="495"/>
                </a:lnTo>
                <a:lnTo>
                  <a:pt x="2040" y="495"/>
                </a:lnTo>
                <a:lnTo>
                  <a:pt x="2041" y="496"/>
                </a:lnTo>
                <a:lnTo>
                  <a:pt x="2042" y="496"/>
                </a:lnTo>
                <a:lnTo>
                  <a:pt x="2044" y="496"/>
                </a:lnTo>
                <a:lnTo>
                  <a:pt x="2045" y="498"/>
                </a:lnTo>
                <a:lnTo>
                  <a:pt x="2048" y="498"/>
                </a:lnTo>
                <a:lnTo>
                  <a:pt x="2049" y="499"/>
                </a:lnTo>
                <a:lnTo>
                  <a:pt x="2050" y="500"/>
                </a:lnTo>
                <a:lnTo>
                  <a:pt x="2051" y="500"/>
                </a:lnTo>
                <a:lnTo>
                  <a:pt x="2052" y="500"/>
                </a:lnTo>
                <a:lnTo>
                  <a:pt x="2054" y="499"/>
                </a:lnTo>
                <a:lnTo>
                  <a:pt x="2056" y="499"/>
                </a:lnTo>
                <a:lnTo>
                  <a:pt x="2057" y="498"/>
                </a:lnTo>
                <a:lnTo>
                  <a:pt x="2059" y="499"/>
                </a:lnTo>
                <a:lnTo>
                  <a:pt x="2061" y="500"/>
                </a:lnTo>
                <a:lnTo>
                  <a:pt x="2062" y="500"/>
                </a:lnTo>
                <a:lnTo>
                  <a:pt x="2067" y="499"/>
                </a:lnTo>
                <a:lnTo>
                  <a:pt x="2069" y="499"/>
                </a:lnTo>
                <a:lnTo>
                  <a:pt x="2070" y="499"/>
                </a:lnTo>
                <a:lnTo>
                  <a:pt x="2077" y="501"/>
                </a:lnTo>
                <a:lnTo>
                  <a:pt x="2078" y="501"/>
                </a:lnTo>
                <a:lnTo>
                  <a:pt x="2080" y="502"/>
                </a:lnTo>
                <a:lnTo>
                  <a:pt x="2082" y="503"/>
                </a:lnTo>
                <a:lnTo>
                  <a:pt x="2085" y="503"/>
                </a:lnTo>
                <a:lnTo>
                  <a:pt x="2085" y="502"/>
                </a:lnTo>
                <a:lnTo>
                  <a:pt x="2085" y="501"/>
                </a:lnTo>
                <a:lnTo>
                  <a:pt x="2086" y="501"/>
                </a:lnTo>
                <a:lnTo>
                  <a:pt x="2087" y="502"/>
                </a:lnTo>
                <a:lnTo>
                  <a:pt x="2088" y="502"/>
                </a:lnTo>
                <a:lnTo>
                  <a:pt x="2091" y="502"/>
                </a:lnTo>
                <a:lnTo>
                  <a:pt x="2091" y="503"/>
                </a:lnTo>
                <a:lnTo>
                  <a:pt x="2093" y="503"/>
                </a:lnTo>
                <a:lnTo>
                  <a:pt x="2094" y="503"/>
                </a:lnTo>
                <a:lnTo>
                  <a:pt x="2095" y="504"/>
                </a:lnTo>
                <a:lnTo>
                  <a:pt x="2096" y="504"/>
                </a:lnTo>
                <a:lnTo>
                  <a:pt x="2097" y="506"/>
                </a:lnTo>
                <a:lnTo>
                  <a:pt x="2098" y="506"/>
                </a:lnTo>
                <a:lnTo>
                  <a:pt x="2099" y="506"/>
                </a:lnTo>
                <a:lnTo>
                  <a:pt x="2101" y="506"/>
                </a:lnTo>
                <a:lnTo>
                  <a:pt x="2103" y="505"/>
                </a:lnTo>
                <a:lnTo>
                  <a:pt x="2104" y="505"/>
                </a:lnTo>
                <a:lnTo>
                  <a:pt x="2105" y="506"/>
                </a:lnTo>
                <a:lnTo>
                  <a:pt x="2105" y="505"/>
                </a:lnTo>
                <a:lnTo>
                  <a:pt x="2105" y="504"/>
                </a:lnTo>
                <a:lnTo>
                  <a:pt x="2106" y="504"/>
                </a:lnTo>
                <a:lnTo>
                  <a:pt x="2107" y="505"/>
                </a:lnTo>
                <a:lnTo>
                  <a:pt x="2110" y="507"/>
                </a:lnTo>
                <a:lnTo>
                  <a:pt x="2113" y="508"/>
                </a:lnTo>
                <a:lnTo>
                  <a:pt x="2114" y="508"/>
                </a:lnTo>
                <a:lnTo>
                  <a:pt x="2117" y="509"/>
                </a:lnTo>
                <a:lnTo>
                  <a:pt x="2120" y="510"/>
                </a:lnTo>
                <a:lnTo>
                  <a:pt x="2121" y="511"/>
                </a:lnTo>
                <a:lnTo>
                  <a:pt x="2123" y="511"/>
                </a:lnTo>
                <a:lnTo>
                  <a:pt x="2124" y="512"/>
                </a:lnTo>
                <a:lnTo>
                  <a:pt x="2125" y="513"/>
                </a:lnTo>
                <a:lnTo>
                  <a:pt x="2127" y="513"/>
                </a:lnTo>
                <a:lnTo>
                  <a:pt x="2127" y="514"/>
                </a:lnTo>
                <a:lnTo>
                  <a:pt x="2128" y="516"/>
                </a:lnTo>
                <a:lnTo>
                  <a:pt x="2129" y="517"/>
                </a:lnTo>
                <a:lnTo>
                  <a:pt x="2132" y="518"/>
                </a:lnTo>
                <a:lnTo>
                  <a:pt x="2137" y="521"/>
                </a:lnTo>
                <a:lnTo>
                  <a:pt x="2139" y="521"/>
                </a:lnTo>
                <a:lnTo>
                  <a:pt x="2147" y="525"/>
                </a:lnTo>
                <a:lnTo>
                  <a:pt x="2152" y="527"/>
                </a:lnTo>
                <a:lnTo>
                  <a:pt x="2156" y="528"/>
                </a:lnTo>
                <a:lnTo>
                  <a:pt x="2160" y="530"/>
                </a:lnTo>
                <a:lnTo>
                  <a:pt x="2164" y="532"/>
                </a:lnTo>
                <a:lnTo>
                  <a:pt x="2173" y="538"/>
                </a:lnTo>
                <a:lnTo>
                  <a:pt x="2177" y="539"/>
                </a:lnTo>
                <a:lnTo>
                  <a:pt x="2180" y="540"/>
                </a:lnTo>
                <a:lnTo>
                  <a:pt x="2181" y="541"/>
                </a:lnTo>
                <a:lnTo>
                  <a:pt x="2181" y="543"/>
                </a:lnTo>
                <a:lnTo>
                  <a:pt x="2185" y="546"/>
                </a:lnTo>
                <a:lnTo>
                  <a:pt x="2187" y="548"/>
                </a:lnTo>
                <a:lnTo>
                  <a:pt x="2192" y="550"/>
                </a:lnTo>
                <a:lnTo>
                  <a:pt x="2192" y="551"/>
                </a:lnTo>
                <a:lnTo>
                  <a:pt x="2193" y="552"/>
                </a:lnTo>
                <a:lnTo>
                  <a:pt x="2194" y="555"/>
                </a:lnTo>
                <a:lnTo>
                  <a:pt x="2194" y="556"/>
                </a:lnTo>
                <a:lnTo>
                  <a:pt x="2194" y="557"/>
                </a:lnTo>
                <a:lnTo>
                  <a:pt x="2194" y="558"/>
                </a:lnTo>
                <a:lnTo>
                  <a:pt x="2195" y="558"/>
                </a:lnTo>
                <a:lnTo>
                  <a:pt x="2198" y="557"/>
                </a:lnTo>
                <a:lnTo>
                  <a:pt x="2200" y="558"/>
                </a:lnTo>
                <a:lnTo>
                  <a:pt x="2204" y="558"/>
                </a:lnTo>
                <a:lnTo>
                  <a:pt x="2209" y="560"/>
                </a:lnTo>
                <a:lnTo>
                  <a:pt x="2214" y="563"/>
                </a:lnTo>
                <a:lnTo>
                  <a:pt x="2221" y="566"/>
                </a:lnTo>
                <a:lnTo>
                  <a:pt x="2228" y="573"/>
                </a:lnTo>
                <a:lnTo>
                  <a:pt x="2230" y="574"/>
                </a:lnTo>
                <a:lnTo>
                  <a:pt x="2233" y="578"/>
                </a:lnTo>
                <a:lnTo>
                  <a:pt x="2234" y="579"/>
                </a:lnTo>
                <a:lnTo>
                  <a:pt x="2236" y="579"/>
                </a:lnTo>
                <a:lnTo>
                  <a:pt x="2238" y="579"/>
                </a:lnTo>
                <a:lnTo>
                  <a:pt x="2239" y="579"/>
                </a:lnTo>
                <a:lnTo>
                  <a:pt x="2241" y="580"/>
                </a:lnTo>
                <a:lnTo>
                  <a:pt x="2242" y="580"/>
                </a:lnTo>
                <a:lnTo>
                  <a:pt x="2243" y="581"/>
                </a:lnTo>
                <a:lnTo>
                  <a:pt x="2245" y="582"/>
                </a:lnTo>
                <a:lnTo>
                  <a:pt x="2246" y="582"/>
                </a:lnTo>
                <a:lnTo>
                  <a:pt x="2248" y="582"/>
                </a:lnTo>
                <a:lnTo>
                  <a:pt x="2250" y="583"/>
                </a:lnTo>
                <a:lnTo>
                  <a:pt x="2251" y="583"/>
                </a:lnTo>
                <a:lnTo>
                  <a:pt x="2252" y="583"/>
                </a:lnTo>
                <a:lnTo>
                  <a:pt x="2252" y="584"/>
                </a:lnTo>
                <a:lnTo>
                  <a:pt x="2253" y="584"/>
                </a:lnTo>
                <a:lnTo>
                  <a:pt x="2254" y="584"/>
                </a:lnTo>
                <a:lnTo>
                  <a:pt x="2255" y="584"/>
                </a:lnTo>
                <a:lnTo>
                  <a:pt x="2257" y="585"/>
                </a:lnTo>
                <a:lnTo>
                  <a:pt x="2257" y="586"/>
                </a:lnTo>
                <a:lnTo>
                  <a:pt x="2258" y="587"/>
                </a:lnTo>
                <a:lnTo>
                  <a:pt x="2260" y="588"/>
                </a:lnTo>
                <a:lnTo>
                  <a:pt x="2262" y="590"/>
                </a:lnTo>
                <a:lnTo>
                  <a:pt x="2266" y="589"/>
                </a:lnTo>
                <a:lnTo>
                  <a:pt x="2276" y="588"/>
                </a:lnTo>
                <a:lnTo>
                  <a:pt x="2282" y="588"/>
                </a:lnTo>
                <a:lnTo>
                  <a:pt x="2296" y="586"/>
                </a:lnTo>
                <a:lnTo>
                  <a:pt x="2306" y="585"/>
                </a:lnTo>
                <a:lnTo>
                  <a:pt x="2308" y="586"/>
                </a:lnTo>
                <a:lnTo>
                  <a:pt x="2307" y="588"/>
                </a:lnTo>
                <a:lnTo>
                  <a:pt x="2305" y="591"/>
                </a:lnTo>
                <a:lnTo>
                  <a:pt x="2302" y="593"/>
                </a:lnTo>
                <a:lnTo>
                  <a:pt x="2300" y="600"/>
                </a:lnTo>
                <a:lnTo>
                  <a:pt x="2299" y="609"/>
                </a:lnTo>
                <a:lnTo>
                  <a:pt x="2297" y="617"/>
                </a:lnTo>
                <a:lnTo>
                  <a:pt x="2302" y="617"/>
                </a:lnTo>
                <a:lnTo>
                  <a:pt x="2308" y="619"/>
                </a:lnTo>
                <a:lnTo>
                  <a:pt x="2312" y="619"/>
                </a:lnTo>
                <a:lnTo>
                  <a:pt x="2318" y="619"/>
                </a:lnTo>
                <a:lnTo>
                  <a:pt x="2318" y="620"/>
                </a:lnTo>
                <a:lnTo>
                  <a:pt x="2320" y="624"/>
                </a:lnTo>
                <a:lnTo>
                  <a:pt x="2322" y="627"/>
                </a:lnTo>
                <a:lnTo>
                  <a:pt x="2323" y="629"/>
                </a:lnTo>
                <a:lnTo>
                  <a:pt x="2324" y="631"/>
                </a:lnTo>
                <a:lnTo>
                  <a:pt x="2326" y="634"/>
                </a:lnTo>
                <a:lnTo>
                  <a:pt x="2328" y="637"/>
                </a:lnTo>
                <a:lnTo>
                  <a:pt x="2331" y="646"/>
                </a:lnTo>
                <a:lnTo>
                  <a:pt x="2334" y="653"/>
                </a:lnTo>
                <a:lnTo>
                  <a:pt x="2337" y="660"/>
                </a:lnTo>
                <a:lnTo>
                  <a:pt x="2338" y="661"/>
                </a:lnTo>
                <a:lnTo>
                  <a:pt x="2339" y="666"/>
                </a:lnTo>
                <a:lnTo>
                  <a:pt x="2340" y="668"/>
                </a:lnTo>
                <a:lnTo>
                  <a:pt x="2353" y="690"/>
                </a:lnTo>
                <a:lnTo>
                  <a:pt x="2355" y="706"/>
                </a:lnTo>
                <a:lnTo>
                  <a:pt x="2358" y="711"/>
                </a:lnTo>
                <a:lnTo>
                  <a:pt x="2361" y="713"/>
                </a:lnTo>
                <a:lnTo>
                  <a:pt x="2368" y="719"/>
                </a:lnTo>
                <a:lnTo>
                  <a:pt x="2380" y="729"/>
                </a:lnTo>
                <a:lnTo>
                  <a:pt x="2406" y="751"/>
                </a:lnTo>
                <a:lnTo>
                  <a:pt x="2408" y="772"/>
                </a:lnTo>
                <a:close/>
              </a:path>
            </a:pathLst>
          </a:custGeom>
          <a:solidFill>
            <a:srgbClr val="5785B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289" name=""/>
          <p:cNvSpPr/>
          <p:nvPr/>
        </p:nvSpPr>
        <p:spPr>
          <a:xfrm>
            <a:off x="6192720" y="1714320"/>
            <a:ext cx="328680" cy="348120"/>
          </a:xfrm>
          <a:custGeom>
            <a:avLst/>
            <a:gdLst/>
            <a:ahLst/>
            <a:rect l="0" t="0" r="r" b="b"/>
            <a:pathLst>
              <a:path w="913" h="967">
                <a:moveTo>
                  <a:pt x="166" y="0"/>
                </a:moveTo>
                <a:lnTo>
                  <a:pt x="166" y="1"/>
                </a:lnTo>
                <a:lnTo>
                  <a:pt x="166" y="2"/>
                </a:lnTo>
                <a:lnTo>
                  <a:pt x="167" y="2"/>
                </a:lnTo>
                <a:lnTo>
                  <a:pt x="167" y="3"/>
                </a:lnTo>
                <a:lnTo>
                  <a:pt x="166" y="4"/>
                </a:lnTo>
                <a:lnTo>
                  <a:pt x="166" y="6"/>
                </a:lnTo>
                <a:lnTo>
                  <a:pt x="166" y="9"/>
                </a:lnTo>
                <a:lnTo>
                  <a:pt x="166" y="10"/>
                </a:lnTo>
                <a:lnTo>
                  <a:pt x="166" y="11"/>
                </a:lnTo>
                <a:lnTo>
                  <a:pt x="166" y="12"/>
                </a:lnTo>
                <a:lnTo>
                  <a:pt x="166" y="14"/>
                </a:lnTo>
                <a:lnTo>
                  <a:pt x="167" y="15"/>
                </a:lnTo>
                <a:lnTo>
                  <a:pt x="167" y="16"/>
                </a:lnTo>
                <a:lnTo>
                  <a:pt x="166" y="18"/>
                </a:lnTo>
                <a:lnTo>
                  <a:pt x="167" y="20"/>
                </a:lnTo>
                <a:lnTo>
                  <a:pt x="167" y="23"/>
                </a:lnTo>
                <a:lnTo>
                  <a:pt x="167" y="24"/>
                </a:lnTo>
                <a:lnTo>
                  <a:pt x="168" y="25"/>
                </a:lnTo>
                <a:lnTo>
                  <a:pt x="168" y="26"/>
                </a:lnTo>
                <a:lnTo>
                  <a:pt x="167" y="27"/>
                </a:lnTo>
                <a:lnTo>
                  <a:pt x="168" y="29"/>
                </a:lnTo>
                <a:lnTo>
                  <a:pt x="168" y="30"/>
                </a:lnTo>
                <a:lnTo>
                  <a:pt x="168" y="31"/>
                </a:lnTo>
                <a:lnTo>
                  <a:pt x="167" y="32"/>
                </a:lnTo>
                <a:lnTo>
                  <a:pt x="168" y="32"/>
                </a:lnTo>
                <a:lnTo>
                  <a:pt x="168" y="33"/>
                </a:lnTo>
                <a:lnTo>
                  <a:pt x="168" y="34"/>
                </a:lnTo>
                <a:lnTo>
                  <a:pt x="168" y="35"/>
                </a:lnTo>
                <a:lnTo>
                  <a:pt x="168" y="37"/>
                </a:lnTo>
                <a:lnTo>
                  <a:pt x="168" y="38"/>
                </a:lnTo>
                <a:lnTo>
                  <a:pt x="168" y="39"/>
                </a:lnTo>
                <a:lnTo>
                  <a:pt x="168" y="40"/>
                </a:lnTo>
                <a:lnTo>
                  <a:pt x="167" y="40"/>
                </a:lnTo>
                <a:lnTo>
                  <a:pt x="166" y="40"/>
                </a:lnTo>
                <a:lnTo>
                  <a:pt x="166" y="41"/>
                </a:lnTo>
                <a:lnTo>
                  <a:pt x="167" y="41"/>
                </a:lnTo>
                <a:lnTo>
                  <a:pt x="167" y="42"/>
                </a:lnTo>
                <a:lnTo>
                  <a:pt x="166" y="42"/>
                </a:lnTo>
                <a:lnTo>
                  <a:pt x="166" y="43"/>
                </a:lnTo>
                <a:lnTo>
                  <a:pt x="166" y="44"/>
                </a:lnTo>
                <a:lnTo>
                  <a:pt x="165" y="46"/>
                </a:lnTo>
                <a:lnTo>
                  <a:pt x="166" y="46"/>
                </a:lnTo>
                <a:lnTo>
                  <a:pt x="165" y="48"/>
                </a:lnTo>
                <a:lnTo>
                  <a:pt x="165" y="49"/>
                </a:lnTo>
                <a:lnTo>
                  <a:pt x="166" y="51"/>
                </a:lnTo>
                <a:lnTo>
                  <a:pt x="166" y="52"/>
                </a:lnTo>
                <a:lnTo>
                  <a:pt x="167" y="53"/>
                </a:lnTo>
                <a:lnTo>
                  <a:pt x="166" y="54"/>
                </a:lnTo>
                <a:lnTo>
                  <a:pt x="166" y="55"/>
                </a:lnTo>
                <a:lnTo>
                  <a:pt x="167" y="56"/>
                </a:lnTo>
                <a:lnTo>
                  <a:pt x="168" y="57"/>
                </a:lnTo>
                <a:lnTo>
                  <a:pt x="168" y="59"/>
                </a:lnTo>
                <a:lnTo>
                  <a:pt x="169" y="59"/>
                </a:lnTo>
                <a:lnTo>
                  <a:pt x="168" y="60"/>
                </a:lnTo>
                <a:lnTo>
                  <a:pt x="168" y="61"/>
                </a:lnTo>
                <a:lnTo>
                  <a:pt x="168" y="62"/>
                </a:lnTo>
                <a:lnTo>
                  <a:pt x="168" y="63"/>
                </a:lnTo>
                <a:lnTo>
                  <a:pt x="169" y="64"/>
                </a:lnTo>
                <a:lnTo>
                  <a:pt x="169" y="65"/>
                </a:lnTo>
                <a:lnTo>
                  <a:pt x="169" y="66"/>
                </a:lnTo>
                <a:lnTo>
                  <a:pt x="169" y="67"/>
                </a:lnTo>
                <a:lnTo>
                  <a:pt x="170" y="67"/>
                </a:lnTo>
                <a:lnTo>
                  <a:pt x="170" y="68"/>
                </a:lnTo>
                <a:lnTo>
                  <a:pt x="170" y="69"/>
                </a:lnTo>
                <a:lnTo>
                  <a:pt x="170" y="70"/>
                </a:lnTo>
                <a:lnTo>
                  <a:pt x="171" y="70"/>
                </a:lnTo>
                <a:lnTo>
                  <a:pt x="172" y="70"/>
                </a:lnTo>
                <a:lnTo>
                  <a:pt x="172" y="71"/>
                </a:lnTo>
                <a:lnTo>
                  <a:pt x="171" y="72"/>
                </a:lnTo>
                <a:lnTo>
                  <a:pt x="172" y="72"/>
                </a:lnTo>
                <a:lnTo>
                  <a:pt x="172" y="73"/>
                </a:lnTo>
                <a:lnTo>
                  <a:pt x="173" y="73"/>
                </a:lnTo>
                <a:lnTo>
                  <a:pt x="173" y="74"/>
                </a:lnTo>
                <a:lnTo>
                  <a:pt x="172" y="74"/>
                </a:lnTo>
                <a:lnTo>
                  <a:pt x="172" y="75"/>
                </a:lnTo>
                <a:lnTo>
                  <a:pt x="173" y="75"/>
                </a:lnTo>
                <a:lnTo>
                  <a:pt x="174" y="76"/>
                </a:lnTo>
                <a:lnTo>
                  <a:pt x="173" y="76"/>
                </a:lnTo>
                <a:lnTo>
                  <a:pt x="173" y="77"/>
                </a:lnTo>
                <a:lnTo>
                  <a:pt x="173" y="78"/>
                </a:lnTo>
                <a:lnTo>
                  <a:pt x="172" y="79"/>
                </a:lnTo>
                <a:lnTo>
                  <a:pt x="172" y="80"/>
                </a:lnTo>
                <a:lnTo>
                  <a:pt x="173" y="80"/>
                </a:lnTo>
                <a:lnTo>
                  <a:pt x="173" y="81"/>
                </a:lnTo>
                <a:lnTo>
                  <a:pt x="173" y="84"/>
                </a:lnTo>
                <a:lnTo>
                  <a:pt x="174" y="86"/>
                </a:lnTo>
                <a:lnTo>
                  <a:pt x="175" y="87"/>
                </a:lnTo>
                <a:lnTo>
                  <a:pt x="174" y="89"/>
                </a:lnTo>
                <a:lnTo>
                  <a:pt x="174" y="90"/>
                </a:lnTo>
                <a:lnTo>
                  <a:pt x="174" y="92"/>
                </a:lnTo>
                <a:lnTo>
                  <a:pt x="174" y="93"/>
                </a:lnTo>
                <a:lnTo>
                  <a:pt x="174" y="94"/>
                </a:lnTo>
                <a:lnTo>
                  <a:pt x="173" y="94"/>
                </a:lnTo>
                <a:lnTo>
                  <a:pt x="172" y="95"/>
                </a:lnTo>
                <a:lnTo>
                  <a:pt x="172" y="96"/>
                </a:lnTo>
                <a:lnTo>
                  <a:pt x="173" y="96"/>
                </a:lnTo>
                <a:lnTo>
                  <a:pt x="173" y="97"/>
                </a:lnTo>
                <a:lnTo>
                  <a:pt x="173" y="98"/>
                </a:lnTo>
                <a:lnTo>
                  <a:pt x="173" y="99"/>
                </a:lnTo>
                <a:lnTo>
                  <a:pt x="174" y="99"/>
                </a:lnTo>
                <a:lnTo>
                  <a:pt x="176" y="101"/>
                </a:lnTo>
                <a:lnTo>
                  <a:pt x="176" y="103"/>
                </a:lnTo>
                <a:lnTo>
                  <a:pt x="177" y="104"/>
                </a:lnTo>
                <a:lnTo>
                  <a:pt x="178" y="104"/>
                </a:lnTo>
                <a:lnTo>
                  <a:pt x="179" y="104"/>
                </a:lnTo>
                <a:lnTo>
                  <a:pt x="179" y="106"/>
                </a:lnTo>
                <a:lnTo>
                  <a:pt x="179" y="108"/>
                </a:lnTo>
                <a:lnTo>
                  <a:pt x="180" y="108"/>
                </a:lnTo>
                <a:lnTo>
                  <a:pt x="181" y="109"/>
                </a:lnTo>
                <a:lnTo>
                  <a:pt x="181" y="110"/>
                </a:lnTo>
                <a:lnTo>
                  <a:pt x="182" y="110"/>
                </a:lnTo>
                <a:lnTo>
                  <a:pt x="183" y="110"/>
                </a:lnTo>
                <a:lnTo>
                  <a:pt x="184" y="111"/>
                </a:lnTo>
                <a:lnTo>
                  <a:pt x="185" y="111"/>
                </a:lnTo>
                <a:lnTo>
                  <a:pt x="185" y="112"/>
                </a:lnTo>
                <a:lnTo>
                  <a:pt x="185" y="114"/>
                </a:lnTo>
                <a:lnTo>
                  <a:pt x="184" y="114"/>
                </a:lnTo>
                <a:lnTo>
                  <a:pt x="184" y="115"/>
                </a:lnTo>
                <a:lnTo>
                  <a:pt x="185" y="115"/>
                </a:lnTo>
                <a:lnTo>
                  <a:pt x="186" y="115"/>
                </a:lnTo>
                <a:lnTo>
                  <a:pt x="187" y="117"/>
                </a:lnTo>
                <a:lnTo>
                  <a:pt x="187" y="118"/>
                </a:lnTo>
                <a:lnTo>
                  <a:pt x="187" y="119"/>
                </a:lnTo>
                <a:lnTo>
                  <a:pt x="188" y="120"/>
                </a:lnTo>
                <a:lnTo>
                  <a:pt x="189" y="121"/>
                </a:lnTo>
                <a:lnTo>
                  <a:pt x="190" y="121"/>
                </a:lnTo>
                <a:lnTo>
                  <a:pt x="191" y="122"/>
                </a:lnTo>
                <a:lnTo>
                  <a:pt x="191" y="123"/>
                </a:lnTo>
                <a:lnTo>
                  <a:pt x="192" y="124"/>
                </a:lnTo>
                <a:lnTo>
                  <a:pt x="193" y="124"/>
                </a:lnTo>
                <a:lnTo>
                  <a:pt x="194" y="125"/>
                </a:lnTo>
                <a:lnTo>
                  <a:pt x="196" y="126"/>
                </a:lnTo>
                <a:lnTo>
                  <a:pt x="196" y="127"/>
                </a:lnTo>
                <a:lnTo>
                  <a:pt x="196" y="128"/>
                </a:lnTo>
                <a:lnTo>
                  <a:pt x="197" y="128"/>
                </a:lnTo>
                <a:lnTo>
                  <a:pt x="197" y="127"/>
                </a:lnTo>
                <a:lnTo>
                  <a:pt x="195" y="125"/>
                </a:lnTo>
                <a:lnTo>
                  <a:pt x="195" y="124"/>
                </a:lnTo>
                <a:lnTo>
                  <a:pt x="195" y="122"/>
                </a:lnTo>
                <a:lnTo>
                  <a:pt x="195" y="121"/>
                </a:lnTo>
                <a:lnTo>
                  <a:pt x="195" y="120"/>
                </a:lnTo>
                <a:lnTo>
                  <a:pt x="196" y="118"/>
                </a:lnTo>
                <a:lnTo>
                  <a:pt x="196" y="117"/>
                </a:lnTo>
                <a:lnTo>
                  <a:pt x="197" y="115"/>
                </a:lnTo>
                <a:lnTo>
                  <a:pt x="198" y="115"/>
                </a:lnTo>
                <a:lnTo>
                  <a:pt x="198" y="114"/>
                </a:lnTo>
                <a:lnTo>
                  <a:pt x="198" y="113"/>
                </a:lnTo>
                <a:lnTo>
                  <a:pt x="198" y="112"/>
                </a:lnTo>
                <a:lnTo>
                  <a:pt x="198" y="111"/>
                </a:lnTo>
                <a:lnTo>
                  <a:pt x="197" y="111"/>
                </a:lnTo>
                <a:lnTo>
                  <a:pt x="197" y="110"/>
                </a:lnTo>
                <a:lnTo>
                  <a:pt x="196" y="108"/>
                </a:lnTo>
                <a:lnTo>
                  <a:pt x="197" y="108"/>
                </a:lnTo>
                <a:lnTo>
                  <a:pt x="197" y="107"/>
                </a:lnTo>
                <a:lnTo>
                  <a:pt x="197" y="106"/>
                </a:lnTo>
                <a:lnTo>
                  <a:pt x="197" y="104"/>
                </a:lnTo>
                <a:lnTo>
                  <a:pt x="198" y="103"/>
                </a:lnTo>
                <a:lnTo>
                  <a:pt x="199" y="102"/>
                </a:lnTo>
                <a:lnTo>
                  <a:pt x="199" y="101"/>
                </a:lnTo>
                <a:lnTo>
                  <a:pt x="199" y="100"/>
                </a:lnTo>
                <a:lnTo>
                  <a:pt x="200" y="100"/>
                </a:lnTo>
                <a:lnTo>
                  <a:pt x="200" y="98"/>
                </a:lnTo>
                <a:lnTo>
                  <a:pt x="200" y="97"/>
                </a:lnTo>
                <a:lnTo>
                  <a:pt x="200" y="96"/>
                </a:lnTo>
                <a:lnTo>
                  <a:pt x="199" y="96"/>
                </a:lnTo>
                <a:lnTo>
                  <a:pt x="198" y="96"/>
                </a:lnTo>
                <a:lnTo>
                  <a:pt x="197" y="95"/>
                </a:lnTo>
                <a:lnTo>
                  <a:pt x="197" y="94"/>
                </a:lnTo>
                <a:lnTo>
                  <a:pt x="197" y="93"/>
                </a:lnTo>
                <a:lnTo>
                  <a:pt x="198" y="93"/>
                </a:lnTo>
                <a:lnTo>
                  <a:pt x="199" y="92"/>
                </a:lnTo>
                <a:lnTo>
                  <a:pt x="198" y="91"/>
                </a:lnTo>
                <a:lnTo>
                  <a:pt x="198" y="90"/>
                </a:lnTo>
                <a:lnTo>
                  <a:pt x="198" y="89"/>
                </a:lnTo>
                <a:lnTo>
                  <a:pt x="197" y="88"/>
                </a:lnTo>
                <a:lnTo>
                  <a:pt x="196" y="88"/>
                </a:lnTo>
                <a:lnTo>
                  <a:pt x="196" y="87"/>
                </a:lnTo>
                <a:lnTo>
                  <a:pt x="196" y="86"/>
                </a:lnTo>
                <a:lnTo>
                  <a:pt x="196" y="83"/>
                </a:lnTo>
                <a:lnTo>
                  <a:pt x="197" y="83"/>
                </a:lnTo>
                <a:lnTo>
                  <a:pt x="197" y="82"/>
                </a:lnTo>
                <a:lnTo>
                  <a:pt x="197" y="81"/>
                </a:lnTo>
                <a:lnTo>
                  <a:pt x="197" y="80"/>
                </a:lnTo>
                <a:lnTo>
                  <a:pt x="199" y="80"/>
                </a:lnTo>
                <a:lnTo>
                  <a:pt x="201" y="80"/>
                </a:lnTo>
                <a:lnTo>
                  <a:pt x="202" y="80"/>
                </a:lnTo>
                <a:lnTo>
                  <a:pt x="203" y="81"/>
                </a:lnTo>
                <a:lnTo>
                  <a:pt x="203" y="80"/>
                </a:lnTo>
                <a:lnTo>
                  <a:pt x="203" y="79"/>
                </a:lnTo>
                <a:lnTo>
                  <a:pt x="203" y="78"/>
                </a:lnTo>
                <a:lnTo>
                  <a:pt x="203" y="77"/>
                </a:lnTo>
                <a:lnTo>
                  <a:pt x="204" y="77"/>
                </a:lnTo>
                <a:lnTo>
                  <a:pt x="205" y="76"/>
                </a:lnTo>
                <a:lnTo>
                  <a:pt x="205" y="75"/>
                </a:lnTo>
                <a:lnTo>
                  <a:pt x="206" y="75"/>
                </a:lnTo>
                <a:lnTo>
                  <a:pt x="207" y="74"/>
                </a:lnTo>
                <a:lnTo>
                  <a:pt x="206" y="73"/>
                </a:lnTo>
                <a:lnTo>
                  <a:pt x="207" y="73"/>
                </a:lnTo>
                <a:lnTo>
                  <a:pt x="207" y="72"/>
                </a:lnTo>
                <a:lnTo>
                  <a:pt x="208" y="72"/>
                </a:lnTo>
                <a:lnTo>
                  <a:pt x="209" y="73"/>
                </a:lnTo>
                <a:lnTo>
                  <a:pt x="210" y="72"/>
                </a:lnTo>
                <a:lnTo>
                  <a:pt x="211" y="71"/>
                </a:lnTo>
                <a:lnTo>
                  <a:pt x="211" y="69"/>
                </a:lnTo>
                <a:lnTo>
                  <a:pt x="212" y="67"/>
                </a:lnTo>
                <a:lnTo>
                  <a:pt x="211" y="66"/>
                </a:lnTo>
                <a:lnTo>
                  <a:pt x="211" y="65"/>
                </a:lnTo>
                <a:lnTo>
                  <a:pt x="210" y="65"/>
                </a:lnTo>
                <a:lnTo>
                  <a:pt x="211" y="64"/>
                </a:lnTo>
                <a:lnTo>
                  <a:pt x="212" y="64"/>
                </a:lnTo>
                <a:lnTo>
                  <a:pt x="212" y="63"/>
                </a:lnTo>
                <a:lnTo>
                  <a:pt x="212" y="62"/>
                </a:lnTo>
                <a:lnTo>
                  <a:pt x="213" y="61"/>
                </a:lnTo>
                <a:lnTo>
                  <a:pt x="214" y="61"/>
                </a:lnTo>
                <a:lnTo>
                  <a:pt x="215" y="61"/>
                </a:lnTo>
                <a:lnTo>
                  <a:pt x="218" y="59"/>
                </a:lnTo>
                <a:lnTo>
                  <a:pt x="218" y="58"/>
                </a:lnTo>
                <a:lnTo>
                  <a:pt x="219" y="58"/>
                </a:lnTo>
                <a:lnTo>
                  <a:pt x="219" y="57"/>
                </a:lnTo>
                <a:lnTo>
                  <a:pt x="218" y="56"/>
                </a:lnTo>
                <a:lnTo>
                  <a:pt x="218" y="54"/>
                </a:lnTo>
                <a:lnTo>
                  <a:pt x="218" y="53"/>
                </a:lnTo>
                <a:lnTo>
                  <a:pt x="219" y="52"/>
                </a:lnTo>
                <a:lnTo>
                  <a:pt x="220" y="51"/>
                </a:lnTo>
                <a:lnTo>
                  <a:pt x="220" y="50"/>
                </a:lnTo>
                <a:lnTo>
                  <a:pt x="220" y="49"/>
                </a:lnTo>
                <a:lnTo>
                  <a:pt x="223" y="49"/>
                </a:lnTo>
                <a:lnTo>
                  <a:pt x="224" y="49"/>
                </a:lnTo>
                <a:lnTo>
                  <a:pt x="226" y="49"/>
                </a:lnTo>
                <a:lnTo>
                  <a:pt x="227" y="49"/>
                </a:lnTo>
                <a:lnTo>
                  <a:pt x="227" y="48"/>
                </a:lnTo>
                <a:lnTo>
                  <a:pt x="228" y="47"/>
                </a:lnTo>
                <a:lnTo>
                  <a:pt x="229" y="47"/>
                </a:lnTo>
                <a:lnTo>
                  <a:pt x="229" y="46"/>
                </a:lnTo>
                <a:lnTo>
                  <a:pt x="230" y="45"/>
                </a:lnTo>
                <a:lnTo>
                  <a:pt x="230" y="46"/>
                </a:lnTo>
                <a:lnTo>
                  <a:pt x="230" y="47"/>
                </a:lnTo>
                <a:lnTo>
                  <a:pt x="231" y="49"/>
                </a:lnTo>
                <a:lnTo>
                  <a:pt x="231" y="52"/>
                </a:lnTo>
                <a:lnTo>
                  <a:pt x="230" y="54"/>
                </a:lnTo>
                <a:lnTo>
                  <a:pt x="230" y="56"/>
                </a:lnTo>
                <a:lnTo>
                  <a:pt x="231" y="57"/>
                </a:lnTo>
                <a:lnTo>
                  <a:pt x="232" y="58"/>
                </a:lnTo>
                <a:lnTo>
                  <a:pt x="231" y="59"/>
                </a:lnTo>
                <a:lnTo>
                  <a:pt x="231" y="60"/>
                </a:lnTo>
                <a:lnTo>
                  <a:pt x="234" y="62"/>
                </a:lnTo>
                <a:lnTo>
                  <a:pt x="234" y="63"/>
                </a:lnTo>
                <a:lnTo>
                  <a:pt x="236" y="63"/>
                </a:lnTo>
                <a:lnTo>
                  <a:pt x="238" y="63"/>
                </a:lnTo>
                <a:lnTo>
                  <a:pt x="239" y="64"/>
                </a:lnTo>
                <a:lnTo>
                  <a:pt x="241" y="66"/>
                </a:lnTo>
                <a:lnTo>
                  <a:pt x="242" y="66"/>
                </a:lnTo>
                <a:lnTo>
                  <a:pt x="242" y="67"/>
                </a:lnTo>
                <a:lnTo>
                  <a:pt x="243" y="68"/>
                </a:lnTo>
                <a:lnTo>
                  <a:pt x="242" y="68"/>
                </a:lnTo>
                <a:lnTo>
                  <a:pt x="242" y="69"/>
                </a:lnTo>
                <a:lnTo>
                  <a:pt x="242" y="71"/>
                </a:lnTo>
                <a:lnTo>
                  <a:pt x="243" y="71"/>
                </a:lnTo>
                <a:lnTo>
                  <a:pt x="244" y="71"/>
                </a:lnTo>
                <a:lnTo>
                  <a:pt x="244" y="70"/>
                </a:lnTo>
                <a:lnTo>
                  <a:pt x="245" y="70"/>
                </a:lnTo>
                <a:lnTo>
                  <a:pt x="246" y="71"/>
                </a:lnTo>
                <a:lnTo>
                  <a:pt x="246" y="72"/>
                </a:lnTo>
                <a:lnTo>
                  <a:pt x="246" y="73"/>
                </a:lnTo>
                <a:lnTo>
                  <a:pt x="247" y="73"/>
                </a:lnTo>
                <a:lnTo>
                  <a:pt x="247" y="74"/>
                </a:lnTo>
                <a:lnTo>
                  <a:pt x="250" y="74"/>
                </a:lnTo>
                <a:lnTo>
                  <a:pt x="251" y="75"/>
                </a:lnTo>
                <a:lnTo>
                  <a:pt x="252" y="76"/>
                </a:lnTo>
                <a:lnTo>
                  <a:pt x="253" y="76"/>
                </a:lnTo>
                <a:lnTo>
                  <a:pt x="254" y="77"/>
                </a:lnTo>
                <a:lnTo>
                  <a:pt x="254" y="78"/>
                </a:lnTo>
                <a:lnTo>
                  <a:pt x="255" y="79"/>
                </a:lnTo>
                <a:lnTo>
                  <a:pt x="256" y="81"/>
                </a:lnTo>
                <a:lnTo>
                  <a:pt x="256" y="82"/>
                </a:lnTo>
                <a:lnTo>
                  <a:pt x="256" y="83"/>
                </a:lnTo>
                <a:lnTo>
                  <a:pt x="257" y="83"/>
                </a:lnTo>
                <a:lnTo>
                  <a:pt x="257" y="82"/>
                </a:lnTo>
                <a:lnTo>
                  <a:pt x="258" y="83"/>
                </a:lnTo>
                <a:lnTo>
                  <a:pt x="258" y="85"/>
                </a:lnTo>
                <a:lnTo>
                  <a:pt x="258" y="86"/>
                </a:lnTo>
                <a:lnTo>
                  <a:pt x="258" y="89"/>
                </a:lnTo>
                <a:lnTo>
                  <a:pt x="259" y="90"/>
                </a:lnTo>
                <a:lnTo>
                  <a:pt x="260" y="91"/>
                </a:lnTo>
                <a:lnTo>
                  <a:pt x="261" y="91"/>
                </a:lnTo>
                <a:lnTo>
                  <a:pt x="263" y="92"/>
                </a:lnTo>
                <a:lnTo>
                  <a:pt x="264" y="93"/>
                </a:lnTo>
                <a:lnTo>
                  <a:pt x="266" y="93"/>
                </a:lnTo>
                <a:lnTo>
                  <a:pt x="266" y="94"/>
                </a:lnTo>
                <a:lnTo>
                  <a:pt x="266" y="95"/>
                </a:lnTo>
                <a:lnTo>
                  <a:pt x="267" y="95"/>
                </a:lnTo>
                <a:lnTo>
                  <a:pt x="267" y="96"/>
                </a:lnTo>
                <a:lnTo>
                  <a:pt x="266" y="98"/>
                </a:lnTo>
                <a:lnTo>
                  <a:pt x="266" y="100"/>
                </a:lnTo>
                <a:lnTo>
                  <a:pt x="265" y="101"/>
                </a:lnTo>
                <a:lnTo>
                  <a:pt x="266" y="102"/>
                </a:lnTo>
                <a:lnTo>
                  <a:pt x="267" y="102"/>
                </a:lnTo>
                <a:lnTo>
                  <a:pt x="270" y="103"/>
                </a:lnTo>
                <a:lnTo>
                  <a:pt x="272" y="104"/>
                </a:lnTo>
                <a:lnTo>
                  <a:pt x="274" y="104"/>
                </a:lnTo>
                <a:lnTo>
                  <a:pt x="275" y="106"/>
                </a:lnTo>
                <a:lnTo>
                  <a:pt x="276" y="107"/>
                </a:lnTo>
                <a:lnTo>
                  <a:pt x="277" y="107"/>
                </a:lnTo>
                <a:lnTo>
                  <a:pt x="278" y="108"/>
                </a:lnTo>
                <a:lnTo>
                  <a:pt x="277" y="109"/>
                </a:lnTo>
                <a:lnTo>
                  <a:pt x="277" y="111"/>
                </a:lnTo>
                <a:lnTo>
                  <a:pt x="276" y="111"/>
                </a:lnTo>
                <a:lnTo>
                  <a:pt x="275" y="111"/>
                </a:lnTo>
                <a:lnTo>
                  <a:pt x="275" y="112"/>
                </a:lnTo>
                <a:lnTo>
                  <a:pt x="276" y="113"/>
                </a:lnTo>
                <a:lnTo>
                  <a:pt x="276" y="114"/>
                </a:lnTo>
                <a:lnTo>
                  <a:pt x="277" y="113"/>
                </a:lnTo>
                <a:lnTo>
                  <a:pt x="277" y="114"/>
                </a:lnTo>
                <a:lnTo>
                  <a:pt x="279" y="115"/>
                </a:lnTo>
                <a:lnTo>
                  <a:pt x="279" y="116"/>
                </a:lnTo>
                <a:lnTo>
                  <a:pt x="278" y="117"/>
                </a:lnTo>
                <a:lnTo>
                  <a:pt x="277" y="118"/>
                </a:lnTo>
                <a:lnTo>
                  <a:pt x="277" y="119"/>
                </a:lnTo>
                <a:lnTo>
                  <a:pt x="277" y="120"/>
                </a:lnTo>
                <a:lnTo>
                  <a:pt x="276" y="122"/>
                </a:lnTo>
                <a:lnTo>
                  <a:pt x="275" y="122"/>
                </a:lnTo>
                <a:lnTo>
                  <a:pt x="274" y="122"/>
                </a:lnTo>
                <a:lnTo>
                  <a:pt x="273" y="122"/>
                </a:lnTo>
                <a:lnTo>
                  <a:pt x="272" y="122"/>
                </a:lnTo>
                <a:lnTo>
                  <a:pt x="271" y="122"/>
                </a:lnTo>
                <a:lnTo>
                  <a:pt x="270" y="122"/>
                </a:lnTo>
                <a:lnTo>
                  <a:pt x="270" y="123"/>
                </a:lnTo>
                <a:lnTo>
                  <a:pt x="269" y="124"/>
                </a:lnTo>
                <a:lnTo>
                  <a:pt x="269" y="125"/>
                </a:lnTo>
                <a:lnTo>
                  <a:pt x="268" y="124"/>
                </a:lnTo>
                <a:lnTo>
                  <a:pt x="267" y="123"/>
                </a:lnTo>
                <a:lnTo>
                  <a:pt x="266" y="123"/>
                </a:lnTo>
                <a:lnTo>
                  <a:pt x="265" y="124"/>
                </a:lnTo>
                <a:lnTo>
                  <a:pt x="263" y="124"/>
                </a:lnTo>
                <a:lnTo>
                  <a:pt x="262" y="126"/>
                </a:lnTo>
                <a:lnTo>
                  <a:pt x="262" y="127"/>
                </a:lnTo>
                <a:lnTo>
                  <a:pt x="262" y="129"/>
                </a:lnTo>
                <a:lnTo>
                  <a:pt x="263" y="130"/>
                </a:lnTo>
                <a:lnTo>
                  <a:pt x="264" y="131"/>
                </a:lnTo>
                <a:lnTo>
                  <a:pt x="264" y="132"/>
                </a:lnTo>
                <a:lnTo>
                  <a:pt x="265" y="133"/>
                </a:lnTo>
                <a:lnTo>
                  <a:pt x="265" y="134"/>
                </a:lnTo>
                <a:lnTo>
                  <a:pt x="266" y="136"/>
                </a:lnTo>
                <a:lnTo>
                  <a:pt x="266" y="137"/>
                </a:lnTo>
                <a:lnTo>
                  <a:pt x="266" y="138"/>
                </a:lnTo>
                <a:lnTo>
                  <a:pt x="267" y="139"/>
                </a:lnTo>
                <a:lnTo>
                  <a:pt x="267" y="140"/>
                </a:lnTo>
                <a:lnTo>
                  <a:pt x="268" y="140"/>
                </a:lnTo>
                <a:lnTo>
                  <a:pt x="268" y="141"/>
                </a:lnTo>
                <a:lnTo>
                  <a:pt x="269" y="142"/>
                </a:lnTo>
                <a:lnTo>
                  <a:pt x="269" y="143"/>
                </a:lnTo>
                <a:lnTo>
                  <a:pt x="272" y="144"/>
                </a:lnTo>
                <a:lnTo>
                  <a:pt x="273" y="145"/>
                </a:lnTo>
                <a:lnTo>
                  <a:pt x="274" y="147"/>
                </a:lnTo>
                <a:lnTo>
                  <a:pt x="275" y="147"/>
                </a:lnTo>
                <a:lnTo>
                  <a:pt x="275" y="148"/>
                </a:lnTo>
                <a:lnTo>
                  <a:pt x="277" y="150"/>
                </a:lnTo>
                <a:lnTo>
                  <a:pt x="278" y="151"/>
                </a:lnTo>
                <a:lnTo>
                  <a:pt x="279" y="151"/>
                </a:lnTo>
                <a:lnTo>
                  <a:pt x="279" y="152"/>
                </a:lnTo>
                <a:lnTo>
                  <a:pt x="280" y="153"/>
                </a:lnTo>
                <a:lnTo>
                  <a:pt x="280" y="154"/>
                </a:lnTo>
                <a:lnTo>
                  <a:pt x="279" y="155"/>
                </a:lnTo>
                <a:lnTo>
                  <a:pt x="278" y="157"/>
                </a:lnTo>
                <a:lnTo>
                  <a:pt x="277" y="158"/>
                </a:lnTo>
                <a:lnTo>
                  <a:pt x="277" y="159"/>
                </a:lnTo>
                <a:lnTo>
                  <a:pt x="278" y="159"/>
                </a:lnTo>
                <a:lnTo>
                  <a:pt x="278" y="158"/>
                </a:lnTo>
                <a:lnTo>
                  <a:pt x="279" y="158"/>
                </a:lnTo>
                <a:lnTo>
                  <a:pt x="281" y="160"/>
                </a:lnTo>
                <a:lnTo>
                  <a:pt x="281" y="161"/>
                </a:lnTo>
                <a:lnTo>
                  <a:pt x="282" y="161"/>
                </a:lnTo>
                <a:lnTo>
                  <a:pt x="283" y="161"/>
                </a:lnTo>
                <a:lnTo>
                  <a:pt x="284" y="161"/>
                </a:lnTo>
                <a:lnTo>
                  <a:pt x="284" y="162"/>
                </a:lnTo>
                <a:lnTo>
                  <a:pt x="285" y="162"/>
                </a:lnTo>
                <a:lnTo>
                  <a:pt x="287" y="162"/>
                </a:lnTo>
                <a:lnTo>
                  <a:pt x="288" y="162"/>
                </a:lnTo>
                <a:lnTo>
                  <a:pt x="289" y="162"/>
                </a:lnTo>
                <a:lnTo>
                  <a:pt x="290" y="162"/>
                </a:lnTo>
                <a:lnTo>
                  <a:pt x="291" y="162"/>
                </a:lnTo>
                <a:lnTo>
                  <a:pt x="292" y="163"/>
                </a:lnTo>
                <a:lnTo>
                  <a:pt x="292" y="164"/>
                </a:lnTo>
                <a:lnTo>
                  <a:pt x="291" y="164"/>
                </a:lnTo>
                <a:lnTo>
                  <a:pt x="291" y="165"/>
                </a:lnTo>
                <a:lnTo>
                  <a:pt x="292" y="165"/>
                </a:lnTo>
                <a:lnTo>
                  <a:pt x="292" y="166"/>
                </a:lnTo>
                <a:lnTo>
                  <a:pt x="291" y="168"/>
                </a:lnTo>
                <a:lnTo>
                  <a:pt x="290" y="168"/>
                </a:lnTo>
                <a:lnTo>
                  <a:pt x="290" y="169"/>
                </a:lnTo>
                <a:lnTo>
                  <a:pt x="290" y="170"/>
                </a:lnTo>
                <a:lnTo>
                  <a:pt x="290" y="171"/>
                </a:lnTo>
                <a:lnTo>
                  <a:pt x="291" y="171"/>
                </a:lnTo>
                <a:lnTo>
                  <a:pt x="292" y="171"/>
                </a:lnTo>
                <a:lnTo>
                  <a:pt x="292" y="172"/>
                </a:lnTo>
                <a:lnTo>
                  <a:pt x="292" y="174"/>
                </a:lnTo>
                <a:lnTo>
                  <a:pt x="292" y="176"/>
                </a:lnTo>
                <a:lnTo>
                  <a:pt x="292" y="177"/>
                </a:lnTo>
                <a:lnTo>
                  <a:pt x="291" y="178"/>
                </a:lnTo>
                <a:lnTo>
                  <a:pt x="292" y="179"/>
                </a:lnTo>
                <a:lnTo>
                  <a:pt x="293" y="179"/>
                </a:lnTo>
                <a:lnTo>
                  <a:pt x="293" y="180"/>
                </a:lnTo>
                <a:lnTo>
                  <a:pt x="294" y="180"/>
                </a:lnTo>
                <a:lnTo>
                  <a:pt x="294" y="179"/>
                </a:lnTo>
                <a:lnTo>
                  <a:pt x="295" y="179"/>
                </a:lnTo>
                <a:lnTo>
                  <a:pt x="295" y="178"/>
                </a:lnTo>
                <a:lnTo>
                  <a:pt x="296" y="178"/>
                </a:lnTo>
                <a:lnTo>
                  <a:pt x="296" y="177"/>
                </a:lnTo>
                <a:lnTo>
                  <a:pt x="296" y="175"/>
                </a:lnTo>
                <a:lnTo>
                  <a:pt x="297" y="175"/>
                </a:lnTo>
                <a:lnTo>
                  <a:pt x="298" y="175"/>
                </a:lnTo>
                <a:lnTo>
                  <a:pt x="299" y="175"/>
                </a:lnTo>
                <a:lnTo>
                  <a:pt x="299" y="176"/>
                </a:lnTo>
                <a:lnTo>
                  <a:pt x="299" y="174"/>
                </a:lnTo>
                <a:lnTo>
                  <a:pt x="299" y="173"/>
                </a:lnTo>
                <a:lnTo>
                  <a:pt x="300" y="173"/>
                </a:lnTo>
                <a:lnTo>
                  <a:pt x="300" y="172"/>
                </a:lnTo>
                <a:lnTo>
                  <a:pt x="301" y="172"/>
                </a:lnTo>
                <a:lnTo>
                  <a:pt x="302" y="170"/>
                </a:lnTo>
                <a:lnTo>
                  <a:pt x="303" y="168"/>
                </a:lnTo>
                <a:lnTo>
                  <a:pt x="303" y="167"/>
                </a:lnTo>
                <a:lnTo>
                  <a:pt x="303" y="166"/>
                </a:lnTo>
                <a:lnTo>
                  <a:pt x="303" y="165"/>
                </a:lnTo>
                <a:lnTo>
                  <a:pt x="304" y="165"/>
                </a:lnTo>
                <a:lnTo>
                  <a:pt x="305" y="164"/>
                </a:lnTo>
                <a:lnTo>
                  <a:pt x="305" y="163"/>
                </a:lnTo>
                <a:lnTo>
                  <a:pt x="305" y="162"/>
                </a:lnTo>
                <a:lnTo>
                  <a:pt x="306" y="162"/>
                </a:lnTo>
                <a:lnTo>
                  <a:pt x="307" y="162"/>
                </a:lnTo>
                <a:lnTo>
                  <a:pt x="309" y="163"/>
                </a:lnTo>
                <a:lnTo>
                  <a:pt x="310" y="163"/>
                </a:lnTo>
                <a:lnTo>
                  <a:pt x="310" y="164"/>
                </a:lnTo>
                <a:lnTo>
                  <a:pt x="311" y="164"/>
                </a:lnTo>
                <a:lnTo>
                  <a:pt x="312" y="165"/>
                </a:lnTo>
                <a:lnTo>
                  <a:pt x="312" y="164"/>
                </a:lnTo>
                <a:lnTo>
                  <a:pt x="313" y="164"/>
                </a:lnTo>
                <a:lnTo>
                  <a:pt x="313" y="167"/>
                </a:lnTo>
                <a:lnTo>
                  <a:pt x="314" y="168"/>
                </a:lnTo>
                <a:lnTo>
                  <a:pt x="315" y="167"/>
                </a:lnTo>
                <a:lnTo>
                  <a:pt x="316" y="167"/>
                </a:lnTo>
                <a:lnTo>
                  <a:pt x="316" y="168"/>
                </a:lnTo>
                <a:lnTo>
                  <a:pt x="317" y="168"/>
                </a:lnTo>
                <a:lnTo>
                  <a:pt x="317" y="169"/>
                </a:lnTo>
                <a:lnTo>
                  <a:pt x="318" y="168"/>
                </a:lnTo>
                <a:lnTo>
                  <a:pt x="318" y="167"/>
                </a:lnTo>
                <a:lnTo>
                  <a:pt x="320" y="166"/>
                </a:lnTo>
                <a:lnTo>
                  <a:pt x="321" y="165"/>
                </a:lnTo>
                <a:lnTo>
                  <a:pt x="322" y="164"/>
                </a:lnTo>
                <a:lnTo>
                  <a:pt x="323" y="164"/>
                </a:lnTo>
                <a:lnTo>
                  <a:pt x="323" y="163"/>
                </a:lnTo>
                <a:lnTo>
                  <a:pt x="324" y="163"/>
                </a:lnTo>
                <a:lnTo>
                  <a:pt x="324" y="162"/>
                </a:lnTo>
                <a:lnTo>
                  <a:pt x="324" y="161"/>
                </a:lnTo>
                <a:lnTo>
                  <a:pt x="325" y="159"/>
                </a:lnTo>
                <a:lnTo>
                  <a:pt x="325" y="158"/>
                </a:lnTo>
                <a:lnTo>
                  <a:pt x="326" y="158"/>
                </a:lnTo>
                <a:lnTo>
                  <a:pt x="326" y="157"/>
                </a:lnTo>
                <a:lnTo>
                  <a:pt x="326" y="156"/>
                </a:lnTo>
                <a:lnTo>
                  <a:pt x="327" y="156"/>
                </a:lnTo>
                <a:lnTo>
                  <a:pt x="328" y="157"/>
                </a:lnTo>
                <a:lnTo>
                  <a:pt x="329" y="157"/>
                </a:lnTo>
                <a:lnTo>
                  <a:pt x="329" y="156"/>
                </a:lnTo>
                <a:lnTo>
                  <a:pt x="330" y="156"/>
                </a:lnTo>
                <a:lnTo>
                  <a:pt x="331" y="155"/>
                </a:lnTo>
                <a:lnTo>
                  <a:pt x="332" y="157"/>
                </a:lnTo>
                <a:lnTo>
                  <a:pt x="332" y="158"/>
                </a:lnTo>
                <a:lnTo>
                  <a:pt x="333" y="159"/>
                </a:lnTo>
                <a:lnTo>
                  <a:pt x="334" y="159"/>
                </a:lnTo>
                <a:lnTo>
                  <a:pt x="334" y="160"/>
                </a:lnTo>
                <a:lnTo>
                  <a:pt x="333" y="161"/>
                </a:lnTo>
                <a:lnTo>
                  <a:pt x="333" y="162"/>
                </a:lnTo>
                <a:lnTo>
                  <a:pt x="334" y="162"/>
                </a:lnTo>
                <a:lnTo>
                  <a:pt x="334" y="163"/>
                </a:lnTo>
                <a:lnTo>
                  <a:pt x="335" y="163"/>
                </a:lnTo>
                <a:lnTo>
                  <a:pt x="335" y="164"/>
                </a:lnTo>
                <a:lnTo>
                  <a:pt x="335" y="165"/>
                </a:lnTo>
                <a:lnTo>
                  <a:pt x="334" y="165"/>
                </a:lnTo>
                <a:lnTo>
                  <a:pt x="334" y="166"/>
                </a:lnTo>
                <a:lnTo>
                  <a:pt x="334" y="167"/>
                </a:lnTo>
                <a:lnTo>
                  <a:pt x="333" y="168"/>
                </a:lnTo>
                <a:lnTo>
                  <a:pt x="333" y="169"/>
                </a:lnTo>
                <a:lnTo>
                  <a:pt x="334" y="170"/>
                </a:lnTo>
                <a:lnTo>
                  <a:pt x="335" y="171"/>
                </a:lnTo>
                <a:lnTo>
                  <a:pt x="336" y="172"/>
                </a:lnTo>
                <a:lnTo>
                  <a:pt x="337" y="173"/>
                </a:lnTo>
                <a:lnTo>
                  <a:pt x="338" y="173"/>
                </a:lnTo>
                <a:lnTo>
                  <a:pt x="339" y="174"/>
                </a:lnTo>
                <a:lnTo>
                  <a:pt x="341" y="176"/>
                </a:lnTo>
                <a:lnTo>
                  <a:pt x="341" y="177"/>
                </a:lnTo>
                <a:lnTo>
                  <a:pt x="341" y="178"/>
                </a:lnTo>
                <a:lnTo>
                  <a:pt x="341" y="180"/>
                </a:lnTo>
                <a:lnTo>
                  <a:pt x="342" y="182"/>
                </a:lnTo>
                <a:lnTo>
                  <a:pt x="342" y="183"/>
                </a:lnTo>
                <a:lnTo>
                  <a:pt x="342" y="184"/>
                </a:lnTo>
                <a:lnTo>
                  <a:pt x="343" y="184"/>
                </a:lnTo>
                <a:lnTo>
                  <a:pt x="344" y="184"/>
                </a:lnTo>
                <a:lnTo>
                  <a:pt x="345" y="184"/>
                </a:lnTo>
                <a:lnTo>
                  <a:pt x="347" y="184"/>
                </a:lnTo>
                <a:lnTo>
                  <a:pt x="348" y="184"/>
                </a:lnTo>
                <a:lnTo>
                  <a:pt x="348" y="185"/>
                </a:lnTo>
                <a:lnTo>
                  <a:pt x="349" y="185"/>
                </a:lnTo>
                <a:lnTo>
                  <a:pt x="349" y="186"/>
                </a:lnTo>
                <a:lnTo>
                  <a:pt x="348" y="186"/>
                </a:lnTo>
                <a:lnTo>
                  <a:pt x="347" y="187"/>
                </a:lnTo>
                <a:lnTo>
                  <a:pt x="347" y="188"/>
                </a:lnTo>
                <a:lnTo>
                  <a:pt x="349" y="188"/>
                </a:lnTo>
                <a:lnTo>
                  <a:pt x="349" y="189"/>
                </a:lnTo>
                <a:lnTo>
                  <a:pt x="348" y="189"/>
                </a:lnTo>
                <a:lnTo>
                  <a:pt x="348" y="190"/>
                </a:lnTo>
                <a:lnTo>
                  <a:pt x="347" y="191"/>
                </a:lnTo>
                <a:lnTo>
                  <a:pt x="347" y="192"/>
                </a:lnTo>
                <a:lnTo>
                  <a:pt x="347" y="193"/>
                </a:lnTo>
                <a:lnTo>
                  <a:pt x="348" y="192"/>
                </a:lnTo>
                <a:lnTo>
                  <a:pt x="348" y="191"/>
                </a:lnTo>
                <a:lnTo>
                  <a:pt x="349" y="191"/>
                </a:lnTo>
                <a:lnTo>
                  <a:pt x="350" y="191"/>
                </a:lnTo>
                <a:lnTo>
                  <a:pt x="350" y="192"/>
                </a:lnTo>
                <a:lnTo>
                  <a:pt x="349" y="193"/>
                </a:lnTo>
                <a:lnTo>
                  <a:pt x="349" y="194"/>
                </a:lnTo>
                <a:lnTo>
                  <a:pt x="350" y="194"/>
                </a:lnTo>
                <a:lnTo>
                  <a:pt x="352" y="197"/>
                </a:lnTo>
                <a:lnTo>
                  <a:pt x="352" y="198"/>
                </a:lnTo>
                <a:lnTo>
                  <a:pt x="353" y="199"/>
                </a:lnTo>
                <a:lnTo>
                  <a:pt x="354" y="202"/>
                </a:lnTo>
                <a:lnTo>
                  <a:pt x="355" y="202"/>
                </a:lnTo>
                <a:lnTo>
                  <a:pt x="355" y="203"/>
                </a:lnTo>
                <a:lnTo>
                  <a:pt x="356" y="204"/>
                </a:lnTo>
                <a:lnTo>
                  <a:pt x="355" y="206"/>
                </a:lnTo>
                <a:lnTo>
                  <a:pt x="355" y="207"/>
                </a:lnTo>
                <a:lnTo>
                  <a:pt x="355" y="208"/>
                </a:lnTo>
                <a:lnTo>
                  <a:pt x="354" y="211"/>
                </a:lnTo>
                <a:lnTo>
                  <a:pt x="355" y="211"/>
                </a:lnTo>
                <a:lnTo>
                  <a:pt x="356" y="210"/>
                </a:lnTo>
                <a:lnTo>
                  <a:pt x="356" y="209"/>
                </a:lnTo>
                <a:lnTo>
                  <a:pt x="357" y="209"/>
                </a:lnTo>
                <a:lnTo>
                  <a:pt x="358" y="210"/>
                </a:lnTo>
                <a:lnTo>
                  <a:pt x="359" y="211"/>
                </a:lnTo>
                <a:lnTo>
                  <a:pt x="360" y="212"/>
                </a:lnTo>
                <a:lnTo>
                  <a:pt x="360" y="213"/>
                </a:lnTo>
                <a:lnTo>
                  <a:pt x="360" y="214"/>
                </a:lnTo>
                <a:lnTo>
                  <a:pt x="359" y="214"/>
                </a:lnTo>
                <a:lnTo>
                  <a:pt x="361" y="218"/>
                </a:lnTo>
                <a:lnTo>
                  <a:pt x="363" y="220"/>
                </a:lnTo>
                <a:lnTo>
                  <a:pt x="364" y="221"/>
                </a:lnTo>
                <a:lnTo>
                  <a:pt x="364" y="222"/>
                </a:lnTo>
                <a:lnTo>
                  <a:pt x="364" y="223"/>
                </a:lnTo>
                <a:lnTo>
                  <a:pt x="365" y="224"/>
                </a:lnTo>
                <a:lnTo>
                  <a:pt x="366" y="224"/>
                </a:lnTo>
                <a:lnTo>
                  <a:pt x="367" y="224"/>
                </a:lnTo>
                <a:lnTo>
                  <a:pt x="367" y="225"/>
                </a:lnTo>
                <a:lnTo>
                  <a:pt x="367" y="226"/>
                </a:lnTo>
                <a:lnTo>
                  <a:pt x="366" y="227"/>
                </a:lnTo>
                <a:lnTo>
                  <a:pt x="366" y="228"/>
                </a:lnTo>
                <a:lnTo>
                  <a:pt x="366" y="229"/>
                </a:lnTo>
                <a:lnTo>
                  <a:pt x="367" y="229"/>
                </a:lnTo>
                <a:lnTo>
                  <a:pt x="368" y="230"/>
                </a:lnTo>
                <a:lnTo>
                  <a:pt x="368" y="232"/>
                </a:lnTo>
                <a:lnTo>
                  <a:pt x="368" y="233"/>
                </a:lnTo>
                <a:lnTo>
                  <a:pt x="367" y="233"/>
                </a:lnTo>
                <a:lnTo>
                  <a:pt x="368" y="235"/>
                </a:lnTo>
                <a:lnTo>
                  <a:pt x="369" y="236"/>
                </a:lnTo>
                <a:lnTo>
                  <a:pt x="369" y="237"/>
                </a:lnTo>
                <a:lnTo>
                  <a:pt x="369" y="238"/>
                </a:lnTo>
                <a:lnTo>
                  <a:pt x="369" y="239"/>
                </a:lnTo>
                <a:lnTo>
                  <a:pt x="370" y="240"/>
                </a:lnTo>
                <a:lnTo>
                  <a:pt x="371" y="240"/>
                </a:lnTo>
                <a:lnTo>
                  <a:pt x="371" y="241"/>
                </a:lnTo>
                <a:lnTo>
                  <a:pt x="371" y="242"/>
                </a:lnTo>
                <a:lnTo>
                  <a:pt x="373" y="243"/>
                </a:lnTo>
                <a:lnTo>
                  <a:pt x="373" y="242"/>
                </a:lnTo>
                <a:lnTo>
                  <a:pt x="374" y="242"/>
                </a:lnTo>
                <a:lnTo>
                  <a:pt x="375" y="241"/>
                </a:lnTo>
                <a:lnTo>
                  <a:pt x="376" y="241"/>
                </a:lnTo>
                <a:lnTo>
                  <a:pt x="377" y="241"/>
                </a:lnTo>
                <a:lnTo>
                  <a:pt x="379" y="241"/>
                </a:lnTo>
                <a:lnTo>
                  <a:pt x="380" y="241"/>
                </a:lnTo>
                <a:lnTo>
                  <a:pt x="380" y="242"/>
                </a:lnTo>
                <a:lnTo>
                  <a:pt x="382" y="242"/>
                </a:lnTo>
                <a:lnTo>
                  <a:pt x="383" y="243"/>
                </a:lnTo>
                <a:lnTo>
                  <a:pt x="383" y="245"/>
                </a:lnTo>
                <a:lnTo>
                  <a:pt x="382" y="247"/>
                </a:lnTo>
                <a:lnTo>
                  <a:pt x="381" y="249"/>
                </a:lnTo>
                <a:lnTo>
                  <a:pt x="381" y="250"/>
                </a:lnTo>
                <a:lnTo>
                  <a:pt x="381" y="251"/>
                </a:lnTo>
                <a:lnTo>
                  <a:pt x="380" y="253"/>
                </a:lnTo>
                <a:lnTo>
                  <a:pt x="381" y="254"/>
                </a:lnTo>
                <a:lnTo>
                  <a:pt x="381" y="255"/>
                </a:lnTo>
                <a:lnTo>
                  <a:pt x="381" y="256"/>
                </a:lnTo>
                <a:lnTo>
                  <a:pt x="380" y="257"/>
                </a:lnTo>
                <a:lnTo>
                  <a:pt x="380" y="258"/>
                </a:lnTo>
                <a:lnTo>
                  <a:pt x="380" y="259"/>
                </a:lnTo>
                <a:lnTo>
                  <a:pt x="380" y="260"/>
                </a:lnTo>
                <a:lnTo>
                  <a:pt x="380" y="261"/>
                </a:lnTo>
                <a:lnTo>
                  <a:pt x="379" y="261"/>
                </a:lnTo>
                <a:lnTo>
                  <a:pt x="379" y="263"/>
                </a:lnTo>
                <a:lnTo>
                  <a:pt x="381" y="264"/>
                </a:lnTo>
                <a:lnTo>
                  <a:pt x="382" y="264"/>
                </a:lnTo>
                <a:lnTo>
                  <a:pt x="382" y="265"/>
                </a:lnTo>
                <a:lnTo>
                  <a:pt x="383" y="265"/>
                </a:lnTo>
                <a:lnTo>
                  <a:pt x="384" y="265"/>
                </a:lnTo>
                <a:lnTo>
                  <a:pt x="384" y="266"/>
                </a:lnTo>
                <a:lnTo>
                  <a:pt x="385" y="266"/>
                </a:lnTo>
                <a:lnTo>
                  <a:pt x="386" y="267"/>
                </a:lnTo>
                <a:lnTo>
                  <a:pt x="387" y="267"/>
                </a:lnTo>
                <a:lnTo>
                  <a:pt x="387" y="266"/>
                </a:lnTo>
                <a:lnTo>
                  <a:pt x="387" y="267"/>
                </a:lnTo>
                <a:lnTo>
                  <a:pt x="388" y="267"/>
                </a:lnTo>
                <a:lnTo>
                  <a:pt x="389" y="267"/>
                </a:lnTo>
                <a:lnTo>
                  <a:pt x="389" y="268"/>
                </a:lnTo>
                <a:lnTo>
                  <a:pt x="388" y="268"/>
                </a:lnTo>
                <a:lnTo>
                  <a:pt x="388" y="271"/>
                </a:lnTo>
                <a:lnTo>
                  <a:pt x="389" y="271"/>
                </a:lnTo>
                <a:lnTo>
                  <a:pt x="390" y="271"/>
                </a:lnTo>
                <a:lnTo>
                  <a:pt x="391" y="271"/>
                </a:lnTo>
                <a:lnTo>
                  <a:pt x="392" y="271"/>
                </a:lnTo>
                <a:lnTo>
                  <a:pt x="393" y="271"/>
                </a:lnTo>
                <a:lnTo>
                  <a:pt x="393" y="272"/>
                </a:lnTo>
                <a:lnTo>
                  <a:pt x="392" y="272"/>
                </a:lnTo>
                <a:lnTo>
                  <a:pt x="392" y="273"/>
                </a:lnTo>
                <a:lnTo>
                  <a:pt x="392" y="274"/>
                </a:lnTo>
                <a:lnTo>
                  <a:pt x="391" y="274"/>
                </a:lnTo>
                <a:lnTo>
                  <a:pt x="391" y="275"/>
                </a:lnTo>
                <a:lnTo>
                  <a:pt x="392" y="275"/>
                </a:lnTo>
                <a:lnTo>
                  <a:pt x="392" y="276"/>
                </a:lnTo>
                <a:lnTo>
                  <a:pt x="392" y="277"/>
                </a:lnTo>
                <a:lnTo>
                  <a:pt x="393" y="277"/>
                </a:lnTo>
                <a:lnTo>
                  <a:pt x="394" y="277"/>
                </a:lnTo>
                <a:lnTo>
                  <a:pt x="394" y="278"/>
                </a:lnTo>
                <a:lnTo>
                  <a:pt x="394" y="277"/>
                </a:lnTo>
                <a:lnTo>
                  <a:pt x="394" y="278"/>
                </a:lnTo>
                <a:lnTo>
                  <a:pt x="395" y="278"/>
                </a:lnTo>
                <a:lnTo>
                  <a:pt x="396" y="278"/>
                </a:lnTo>
                <a:lnTo>
                  <a:pt x="397" y="278"/>
                </a:lnTo>
                <a:lnTo>
                  <a:pt x="397" y="277"/>
                </a:lnTo>
                <a:lnTo>
                  <a:pt x="398" y="277"/>
                </a:lnTo>
                <a:lnTo>
                  <a:pt x="398" y="278"/>
                </a:lnTo>
                <a:lnTo>
                  <a:pt x="398" y="279"/>
                </a:lnTo>
                <a:lnTo>
                  <a:pt x="399" y="279"/>
                </a:lnTo>
                <a:lnTo>
                  <a:pt x="400" y="279"/>
                </a:lnTo>
                <a:lnTo>
                  <a:pt x="401" y="279"/>
                </a:lnTo>
                <a:lnTo>
                  <a:pt x="402" y="279"/>
                </a:lnTo>
                <a:lnTo>
                  <a:pt x="403" y="279"/>
                </a:lnTo>
                <a:lnTo>
                  <a:pt x="403" y="280"/>
                </a:lnTo>
                <a:lnTo>
                  <a:pt x="404" y="282"/>
                </a:lnTo>
                <a:lnTo>
                  <a:pt x="405" y="283"/>
                </a:lnTo>
                <a:lnTo>
                  <a:pt x="406" y="283"/>
                </a:lnTo>
                <a:lnTo>
                  <a:pt x="406" y="284"/>
                </a:lnTo>
                <a:lnTo>
                  <a:pt x="407" y="284"/>
                </a:lnTo>
                <a:lnTo>
                  <a:pt x="407" y="285"/>
                </a:lnTo>
                <a:lnTo>
                  <a:pt x="406" y="286"/>
                </a:lnTo>
                <a:lnTo>
                  <a:pt x="405" y="288"/>
                </a:lnTo>
                <a:lnTo>
                  <a:pt x="405" y="289"/>
                </a:lnTo>
                <a:lnTo>
                  <a:pt x="404" y="289"/>
                </a:lnTo>
                <a:lnTo>
                  <a:pt x="404" y="290"/>
                </a:lnTo>
                <a:lnTo>
                  <a:pt x="405" y="290"/>
                </a:lnTo>
                <a:lnTo>
                  <a:pt x="405" y="291"/>
                </a:lnTo>
                <a:lnTo>
                  <a:pt x="404" y="291"/>
                </a:lnTo>
                <a:lnTo>
                  <a:pt x="404" y="292"/>
                </a:lnTo>
                <a:lnTo>
                  <a:pt x="403" y="292"/>
                </a:lnTo>
                <a:lnTo>
                  <a:pt x="403" y="293"/>
                </a:lnTo>
                <a:lnTo>
                  <a:pt x="402" y="293"/>
                </a:lnTo>
                <a:lnTo>
                  <a:pt x="402" y="294"/>
                </a:lnTo>
                <a:lnTo>
                  <a:pt x="403" y="294"/>
                </a:lnTo>
                <a:lnTo>
                  <a:pt x="403" y="293"/>
                </a:lnTo>
                <a:lnTo>
                  <a:pt x="403" y="294"/>
                </a:lnTo>
                <a:lnTo>
                  <a:pt x="404" y="294"/>
                </a:lnTo>
                <a:lnTo>
                  <a:pt x="404" y="295"/>
                </a:lnTo>
                <a:lnTo>
                  <a:pt x="405" y="295"/>
                </a:lnTo>
                <a:lnTo>
                  <a:pt x="406" y="295"/>
                </a:lnTo>
                <a:lnTo>
                  <a:pt x="406" y="296"/>
                </a:lnTo>
                <a:lnTo>
                  <a:pt x="406" y="297"/>
                </a:lnTo>
                <a:lnTo>
                  <a:pt x="406" y="298"/>
                </a:lnTo>
                <a:lnTo>
                  <a:pt x="406" y="299"/>
                </a:lnTo>
                <a:lnTo>
                  <a:pt x="409" y="299"/>
                </a:lnTo>
                <a:lnTo>
                  <a:pt x="409" y="298"/>
                </a:lnTo>
                <a:lnTo>
                  <a:pt x="409" y="297"/>
                </a:lnTo>
                <a:lnTo>
                  <a:pt x="410" y="297"/>
                </a:lnTo>
                <a:lnTo>
                  <a:pt x="411" y="297"/>
                </a:lnTo>
                <a:lnTo>
                  <a:pt x="412" y="298"/>
                </a:lnTo>
                <a:lnTo>
                  <a:pt x="413" y="298"/>
                </a:lnTo>
                <a:lnTo>
                  <a:pt x="413" y="296"/>
                </a:lnTo>
                <a:lnTo>
                  <a:pt x="413" y="295"/>
                </a:lnTo>
                <a:lnTo>
                  <a:pt x="412" y="294"/>
                </a:lnTo>
                <a:lnTo>
                  <a:pt x="412" y="293"/>
                </a:lnTo>
                <a:lnTo>
                  <a:pt x="412" y="292"/>
                </a:lnTo>
                <a:lnTo>
                  <a:pt x="413" y="291"/>
                </a:lnTo>
                <a:lnTo>
                  <a:pt x="414" y="291"/>
                </a:lnTo>
                <a:lnTo>
                  <a:pt x="416" y="292"/>
                </a:lnTo>
                <a:lnTo>
                  <a:pt x="416" y="293"/>
                </a:lnTo>
                <a:lnTo>
                  <a:pt x="417" y="293"/>
                </a:lnTo>
                <a:lnTo>
                  <a:pt x="418" y="293"/>
                </a:lnTo>
                <a:lnTo>
                  <a:pt x="419" y="293"/>
                </a:lnTo>
                <a:lnTo>
                  <a:pt x="419" y="294"/>
                </a:lnTo>
                <a:lnTo>
                  <a:pt x="418" y="295"/>
                </a:lnTo>
                <a:lnTo>
                  <a:pt x="417" y="295"/>
                </a:lnTo>
                <a:lnTo>
                  <a:pt x="416" y="296"/>
                </a:lnTo>
                <a:lnTo>
                  <a:pt x="417" y="296"/>
                </a:lnTo>
                <a:lnTo>
                  <a:pt x="417" y="297"/>
                </a:lnTo>
                <a:lnTo>
                  <a:pt x="417" y="298"/>
                </a:lnTo>
                <a:lnTo>
                  <a:pt x="416" y="298"/>
                </a:lnTo>
                <a:lnTo>
                  <a:pt x="415" y="299"/>
                </a:lnTo>
                <a:lnTo>
                  <a:pt x="414" y="299"/>
                </a:lnTo>
                <a:lnTo>
                  <a:pt x="414" y="300"/>
                </a:lnTo>
                <a:lnTo>
                  <a:pt x="413" y="301"/>
                </a:lnTo>
                <a:lnTo>
                  <a:pt x="412" y="302"/>
                </a:lnTo>
                <a:lnTo>
                  <a:pt x="413" y="302"/>
                </a:lnTo>
                <a:lnTo>
                  <a:pt x="413" y="303"/>
                </a:lnTo>
                <a:lnTo>
                  <a:pt x="414" y="303"/>
                </a:lnTo>
                <a:lnTo>
                  <a:pt x="414" y="304"/>
                </a:lnTo>
                <a:lnTo>
                  <a:pt x="415" y="304"/>
                </a:lnTo>
                <a:lnTo>
                  <a:pt x="415" y="305"/>
                </a:lnTo>
                <a:lnTo>
                  <a:pt x="414" y="307"/>
                </a:lnTo>
                <a:lnTo>
                  <a:pt x="413" y="308"/>
                </a:lnTo>
                <a:lnTo>
                  <a:pt x="413" y="309"/>
                </a:lnTo>
                <a:lnTo>
                  <a:pt x="414" y="310"/>
                </a:lnTo>
                <a:lnTo>
                  <a:pt x="414" y="311"/>
                </a:lnTo>
                <a:lnTo>
                  <a:pt x="414" y="312"/>
                </a:lnTo>
                <a:lnTo>
                  <a:pt x="413" y="312"/>
                </a:lnTo>
                <a:lnTo>
                  <a:pt x="413" y="313"/>
                </a:lnTo>
                <a:lnTo>
                  <a:pt x="412" y="313"/>
                </a:lnTo>
                <a:lnTo>
                  <a:pt x="411" y="313"/>
                </a:lnTo>
                <a:lnTo>
                  <a:pt x="410" y="313"/>
                </a:lnTo>
                <a:lnTo>
                  <a:pt x="409" y="313"/>
                </a:lnTo>
                <a:lnTo>
                  <a:pt x="408" y="313"/>
                </a:lnTo>
                <a:lnTo>
                  <a:pt x="407" y="313"/>
                </a:lnTo>
                <a:lnTo>
                  <a:pt x="406" y="313"/>
                </a:lnTo>
                <a:lnTo>
                  <a:pt x="406" y="314"/>
                </a:lnTo>
                <a:lnTo>
                  <a:pt x="407" y="316"/>
                </a:lnTo>
                <a:lnTo>
                  <a:pt x="406" y="318"/>
                </a:lnTo>
                <a:lnTo>
                  <a:pt x="407" y="319"/>
                </a:lnTo>
                <a:lnTo>
                  <a:pt x="407" y="320"/>
                </a:lnTo>
                <a:lnTo>
                  <a:pt x="406" y="320"/>
                </a:lnTo>
                <a:lnTo>
                  <a:pt x="407" y="320"/>
                </a:lnTo>
                <a:lnTo>
                  <a:pt x="407" y="321"/>
                </a:lnTo>
                <a:lnTo>
                  <a:pt x="407" y="320"/>
                </a:lnTo>
                <a:lnTo>
                  <a:pt x="408" y="320"/>
                </a:lnTo>
                <a:lnTo>
                  <a:pt x="408" y="319"/>
                </a:lnTo>
                <a:lnTo>
                  <a:pt x="409" y="319"/>
                </a:lnTo>
                <a:lnTo>
                  <a:pt x="409" y="320"/>
                </a:lnTo>
                <a:lnTo>
                  <a:pt x="408" y="320"/>
                </a:lnTo>
                <a:lnTo>
                  <a:pt x="409" y="321"/>
                </a:lnTo>
                <a:lnTo>
                  <a:pt x="409" y="322"/>
                </a:lnTo>
                <a:lnTo>
                  <a:pt x="410" y="321"/>
                </a:lnTo>
                <a:lnTo>
                  <a:pt x="411" y="321"/>
                </a:lnTo>
                <a:lnTo>
                  <a:pt x="412" y="322"/>
                </a:lnTo>
                <a:lnTo>
                  <a:pt x="411" y="322"/>
                </a:lnTo>
                <a:lnTo>
                  <a:pt x="411" y="323"/>
                </a:lnTo>
                <a:lnTo>
                  <a:pt x="411" y="324"/>
                </a:lnTo>
                <a:lnTo>
                  <a:pt x="413" y="326"/>
                </a:lnTo>
                <a:lnTo>
                  <a:pt x="414" y="326"/>
                </a:lnTo>
                <a:lnTo>
                  <a:pt x="416" y="326"/>
                </a:lnTo>
                <a:lnTo>
                  <a:pt x="417" y="326"/>
                </a:lnTo>
                <a:lnTo>
                  <a:pt x="418" y="326"/>
                </a:lnTo>
                <a:lnTo>
                  <a:pt x="419" y="327"/>
                </a:lnTo>
                <a:lnTo>
                  <a:pt x="420" y="329"/>
                </a:lnTo>
                <a:lnTo>
                  <a:pt x="422" y="329"/>
                </a:lnTo>
                <a:lnTo>
                  <a:pt x="422" y="330"/>
                </a:lnTo>
                <a:lnTo>
                  <a:pt x="423" y="330"/>
                </a:lnTo>
                <a:lnTo>
                  <a:pt x="423" y="331"/>
                </a:lnTo>
                <a:lnTo>
                  <a:pt x="424" y="331"/>
                </a:lnTo>
                <a:lnTo>
                  <a:pt x="425" y="332"/>
                </a:lnTo>
                <a:lnTo>
                  <a:pt x="426" y="333"/>
                </a:lnTo>
                <a:lnTo>
                  <a:pt x="426" y="334"/>
                </a:lnTo>
                <a:lnTo>
                  <a:pt x="428" y="335"/>
                </a:lnTo>
                <a:lnTo>
                  <a:pt x="429" y="336"/>
                </a:lnTo>
                <a:lnTo>
                  <a:pt x="431" y="338"/>
                </a:lnTo>
                <a:lnTo>
                  <a:pt x="432" y="338"/>
                </a:lnTo>
                <a:lnTo>
                  <a:pt x="432" y="339"/>
                </a:lnTo>
                <a:lnTo>
                  <a:pt x="431" y="340"/>
                </a:lnTo>
                <a:lnTo>
                  <a:pt x="431" y="341"/>
                </a:lnTo>
                <a:lnTo>
                  <a:pt x="431" y="342"/>
                </a:lnTo>
                <a:lnTo>
                  <a:pt x="432" y="342"/>
                </a:lnTo>
                <a:lnTo>
                  <a:pt x="433" y="343"/>
                </a:lnTo>
                <a:lnTo>
                  <a:pt x="434" y="343"/>
                </a:lnTo>
                <a:lnTo>
                  <a:pt x="434" y="344"/>
                </a:lnTo>
                <a:lnTo>
                  <a:pt x="434" y="345"/>
                </a:lnTo>
                <a:lnTo>
                  <a:pt x="433" y="346"/>
                </a:lnTo>
                <a:lnTo>
                  <a:pt x="432" y="346"/>
                </a:lnTo>
                <a:lnTo>
                  <a:pt x="432" y="347"/>
                </a:lnTo>
                <a:lnTo>
                  <a:pt x="433" y="347"/>
                </a:lnTo>
                <a:lnTo>
                  <a:pt x="433" y="348"/>
                </a:lnTo>
                <a:lnTo>
                  <a:pt x="434" y="348"/>
                </a:lnTo>
                <a:lnTo>
                  <a:pt x="434" y="349"/>
                </a:lnTo>
                <a:lnTo>
                  <a:pt x="433" y="349"/>
                </a:lnTo>
                <a:lnTo>
                  <a:pt x="432" y="348"/>
                </a:lnTo>
                <a:lnTo>
                  <a:pt x="431" y="348"/>
                </a:lnTo>
                <a:lnTo>
                  <a:pt x="431" y="347"/>
                </a:lnTo>
                <a:lnTo>
                  <a:pt x="430" y="347"/>
                </a:lnTo>
                <a:lnTo>
                  <a:pt x="429" y="348"/>
                </a:lnTo>
                <a:lnTo>
                  <a:pt x="427" y="349"/>
                </a:lnTo>
                <a:lnTo>
                  <a:pt x="427" y="351"/>
                </a:lnTo>
                <a:lnTo>
                  <a:pt x="426" y="351"/>
                </a:lnTo>
                <a:lnTo>
                  <a:pt x="426" y="352"/>
                </a:lnTo>
                <a:lnTo>
                  <a:pt x="427" y="352"/>
                </a:lnTo>
                <a:lnTo>
                  <a:pt x="428" y="352"/>
                </a:lnTo>
                <a:lnTo>
                  <a:pt x="428" y="353"/>
                </a:lnTo>
                <a:lnTo>
                  <a:pt x="428" y="354"/>
                </a:lnTo>
                <a:lnTo>
                  <a:pt x="429" y="354"/>
                </a:lnTo>
                <a:lnTo>
                  <a:pt x="430" y="355"/>
                </a:lnTo>
                <a:lnTo>
                  <a:pt x="430" y="356"/>
                </a:lnTo>
                <a:lnTo>
                  <a:pt x="429" y="356"/>
                </a:lnTo>
                <a:lnTo>
                  <a:pt x="430" y="356"/>
                </a:lnTo>
                <a:lnTo>
                  <a:pt x="430" y="357"/>
                </a:lnTo>
                <a:lnTo>
                  <a:pt x="431" y="358"/>
                </a:lnTo>
                <a:lnTo>
                  <a:pt x="432" y="358"/>
                </a:lnTo>
                <a:lnTo>
                  <a:pt x="433" y="357"/>
                </a:lnTo>
                <a:lnTo>
                  <a:pt x="434" y="357"/>
                </a:lnTo>
                <a:lnTo>
                  <a:pt x="435" y="358"/>
                </a:lnTo>
                <a:lnTo>
                  <a:pt x="436" y="357"/>
                </a:lnTo>
                <a:lnTo>
                  <a:pt x="437" y="356"/>
                </a:lnTo>
                <a:lnTo>
                  <a:pt x="438" y="356"/>
                </a:lnTo>
                <a:lnTo>
                  <a:pt x="438" y="357"/>
                </a:lnTo>
                <a:lnTo>
                  <a:pt x="438" y="358"/>
                </a:lnTo>
                <a:lnTo>
                  <a:pt x="439" y="358"/>
                </a:lnTo>
                <a:lnTo>
                  <a:pt x="440" y="358"/>
                </a:lnTo>
                <a:lnTo>
                  <a:pt x="441" y="358"/>
                </a:lnTo>
                <a:lnTo>
                  <a:pt x="442" y="359"/>
                </a:lnTo>
                <a:lnTo>
                  <a:pt x="443" y="359"/>
                </a:lnTo>
                <a:lnTo>
                  <a:pt x="444" y="361"/>
                </a:lnTo>
                <a:lnTo>
                  <a:pt x="445" y="363"/>
                </a:lnTo>
                <a:lnTo>
                  <a:pt x="446" y="364"/>
                </a:lnTo>
                <a:lnTo>
                  <a:pt x="447" y="364"/>
                </a:lnTo>
                <a:lnTo>
                  <a:pt x="449" y="365"/>
                </a:lnTo>
                <a:lnTo>
                  <a:pt x="450" y="366"/>
                </a:lnTo>
                <a:lnTo>
                  <a:pt x="450" y="365"/>
                </a:lnTo>
                <a:lnTo>
                  <a:pt x="450" y="366"/>
                </a:lnTo>
                <a:lnTo>
                  <a:pt x="450" y="367"/>
                </a:lnTo>
                <a:lnTo>
                  <a:pt x="449" y="367"/>
                </a:lnTo>
                <a:lnTo>
                  <a:pt x="449" y="368"/>
                </a:lnTo>
                <a:lnTo>
                  <a:pt x="449" y="372"/>
                </a:lnTo>
                <a:lnTo>
                  <a:pt x="450" y="373"/>
                </a:lnTo>
                <a:lnTo>
                  <a:pt x="451" y="374"/>
                </a:lnTo>
                <a:lnTo>
                  <a:pt x="451" y="375"/>
                </a:lnTo>
                <a:lnTo>
                  <a:pt x="452" y="375"/>
                </a:lnTo>
                <a:lnTo>
                  <a:pt x="453" y="375"/>
                </a:lnTo>
                <a:lnTo>
                  <a:pt x="453" y="377"/>
                </a:lnTo>
                <a:lnTo>
                  <a:pt x="453" y="378"/>
                </a:lnTo>
                <a:lnTo>
                  <a:pt x="452" y="378"/>
                </a:lnTo>
                <a:lnTo>
                  <a:pt x="452" y="379"/>
                </a:lnTo>
                <a:lnTo>
                  <a:pt x="453" y="380"/>
                </a:lnTo>
                <a:lnTo>
                  <a:pt x="453" y="379"/>
                </a:lnTo>
                <a:lnTo>
                  <a:pt x="454" y="379"/>
                </a:lnTo>
                <a:lnTo>
                  <a:pt x="455" y="379"/>
                </a:lnTo>
                <a:lnTo>
                  <a:pt x="456" y="379"/>
                </a:lnTo>
                <a:lnTo>
                  <a:pt x="456" y="378"/>
                </a:lnTo>
                <a:lnTo>
                  <a:pt x="456" y="377"/>
                </a:lnTo>
                <a:lnTo>
                  <a:pt x="457" y="376"/>
                </a:lnTo>
                <a:lnTo>
                  <a:pt x="458" y="375"/>
                </a:lnTo>
                <a:lnTo>
                  <a:pt x="459" y="373"/>
                </a:lnTo>
                <a:lnTo>
                  <a:pt x="460" y="373"/>
                </a:lnTo>
                <a:lnTo>
                  <a:pt x="461" y="372"/>
                </a:lnTo>
                <a:lnTo>
                  <a:pt x="463" y="373"/>
                </a:lnTo>
                <a:lnTo>
                  <a:pt x="464" y="373"/>
                </a:lnTo>
                <a:lnTo>
                  <a:pt x="465" y="375"/>
                </a:lnTo>
                <a:lnTo>
                  <a:pt x="466" y="375"/>
                </a:lnTo>
                <a:lnTo>
                  <a:pt x="468" y="375"/>
                </a:lnTo>
                <a:lnTo>
                  <a:pt x="469" y="375"/>
                </a:lnTo>
                <a:lnTo>
                  <a:pt x="469" y="374"/>
                </a:lnTo>
                <a:lnTo>
                  <a:pt x="470" y="374"/>
                </a:lnTo>
                <a:lnTo>
                  <a:pt x="472" y="374"/>
                </a:lnTo>
                <a:lnTo>
                  <a:pt x="472" y="373"/>
                </a:lnTo>
                <a:lnTo>
                  <a:pt x="472" y="374"/>
                </a:lnTo>
                <a:lnTo>
                  <a:pt x="473" y="374"/>
                </a:lnTo>
                <a:lnTo>
                  <a:pt x="473" y="375"/>
                </a:lnTo>
                <a:lnTo>
                  <a:pt x="474" y="376"/>
                </a:lnTo>
                <a:lnTo>
                  <a:pt x="477" y="377"/>
                </a:lnTo>
                <a:lnTo>
                  <a:pt x="478" y="377"/>
                </a:lnTo>
                <a:lnTo>
                  <a:pt x="479" y="377"/>
                </a:lnTo>
                <a:lnTo>
                  <a:pt x="480" y="377"/>
                </a:lnTo>
                <a:lnTo>
                  <a:pt x="480" y="378"/>
                </a:lnTo>
                <a:lnTo>
                  <a:pt x="480" y="377"/>
                </a:lnTo>
                <a:lnTo>
                  <a:pt x="481" y="377"/>
                </a:lnTo>
                <a:lnTo>
                  <a:pt x="482" y="376"/>
                </a:lnTo>
                <a:lnTo>
                  <a:pt x="482" y="375"/>
                </a:lnTo>
                <a:lnTo>
                  <a:pt x="483" y="375"/>
                </a:lnTo>
                <a:lnTo>
                  <a:pt x="484" y="375"/>
                </a:lnTo>
                <a:lnTo>
                  <a:pt x="484" y="373"/>
                </a:lnTo>
                <a:lnTo>
                  <a:pt x="484" y="372"/>
                </a:lnTo>
                <a:lnTo>
                  <a:pt x="485" y="372"/>
                </a:lnTo>
                <a:lnTo>
                  <a:pt x="486" y="372"/>
                </a:lnTo>
                <a:lnTo>
                  <a:pt x="486" y="371"/>
                </a:lnTo>
                <a:lnTo>
                  <a:pt x="487" y="370"/>
                </a:lnTo>
                <a:lnTo>
                  <a:pt x="488" y="369"/>
                </a:lnTo>
                <a:lnTo>
                  <a:pt x="488" y="368"/>
                </a:lnTo>
                <a:lnTo>
                  <a:pt x="489" y="366"/>
                </a:lnTo>
                <a:lnTo>
                  <a:pt x="490" y="366"/>
                </a:lnTo>
                <a:lnTo>
                  <a:pt x="491" y="366"/>
                </a:lnTo>
                <a:lnTo>
                  <a:pt x="493" y="365"/>
                </a:lnTo>
                <a:lnTo>
                  <a:pt x="493" y="364"/>
                </a:lnTo>
                <a:lnTo>
                  <a:pt x="494" y="364"/>
                </a:lnTo>
                <a:lnTo>
                  <a:pt x="495" y="363"/>
                </a:lnTo>
                <a:lnTo>
                  <a:pt x="496" y="362"/>
                </a:lnTo>
                <a:lnTo>
                  <a:pt x="496" y="360"/>
                </a:lnTo>
                <a:lnTo>
                  <a:pt x="496" y="359"/>
                </a:lnTo>
                <a:lnTo>
                  <a:pt x="497" y="359"/>
                </a:lnTo>
                <a:lnTo>
                  <a:pt x="498" y="359"/>
                </a:lnTo>
                <a:lnTo>
                  <a:pt x="500" y="359"/>
                </a:lnTo>
                <a:lnTo>
                  <a:pt x="501" y="358"/>
                </a:lnTo>
                <a:lnTo>
                  <a:pt x="502" y="358"/>
                </a:lnTo>
                <a:lnTo>
                  <a:pt x="503" y="358"/>
                </a:lnTo>
                <a:lnTo>
                  <a:pt x="503" y="357"/>
                </a:lnTo>
                <a:lnTo>
                  <a:pt x="504" y="357"/>
                </a:lnTo>
                <a:lnTo>
                  <a:pt x="505" y="357"/>
                </a:lnTo>
                <a:lnTo>
                  <a:pt x="506" y="356"/>
                </a:lnTo>
                <a:lnTo>
                  <a:pt x="507" y="356"/>
                </a:lnTo>
                <a:lnTo>
                  <a:pt x="507" y="355"/>
                </a:lnTo>
                <a:lnTo>
                  <a:pt x="508" y="354"/>
                </a:lnTo>
                <a:lnTo>
                  <a:pt x="509" y="353"/>
                </a:lnTo>
                <a:lnTo>
                  <a:pt x="509" y="352"/>
                </a:lnTo>
                <a:lnTo>
                  <a:pt x="510" y="352"/>
                </a:lnTo>
                <a:lnTo>
                  <a:pt x="510" y="351"/>
                </a:lnTo>
                <a:lnTo>
                  <a:pt x="511" y="350"/>
                </a:lnTo>
                <a:lnTo>
                  <a:pt x="511" y="349"/>
                </a:lnTo>
                <a:lnTo>
                  <a:pt x="514" y="349"/>
                </a:lnTo>
                <a:lnTo>
                  <a:pt x="515" y="349"/>
                </a:lnTo>
                <a:lnTo>
                  <a:pt x="516" y="349"/>
                </a:lnTo>
                <a:lnTo>
                  <a:pt x="517" y="349"/>
                </a:lnTo>
                <a:lnTo>
                  <a:pt x="518" y="348"/>
                </a:lnTo>
                <a:lnTo>
                  <a:pt x="520" y="347"/>
                </a:lnTo>
                <a:lnTo>
                  <a:pt x="522" y="346"/>
                </a:lnTo>
                <a:lnTo>
                  <a:pt x="523" y="346"/>
                </a:lnTo>
                <a:lnTo>
                  <a:pt x="526" y="345"/>
                </a:lnTo>
                <a:lnTo>
                  <a:pt x="527" y="345"/>
                </a:lnTo>
                <a:lnTo>
                  <a:pt x="527" y="344"/>
                </a:lnTo>
                <a:lnTo>
                  <a:pt x="527" y="342"/>
                </a:lnTo>
                <a:lnTo>
                  <a:pt x="528" y="342"/>
                </a:lnTo>
                <a:lnTo>
                  <a:pt x="530" y="342"/>
                </a:lnTo>
                <a:lnTo>
                  <a:pt x="531" y="342"/>
                </a:lnTo>
                <a:lnTo>
                  <a:pt x="531" y="343"/>
                </a:lnTo>
                <a:lnTo>
                  <a:pt x="532" y="343"/>
                </a:lnTo>
                <a:lnTo>
                  <a:pt x="534" y="344"/>
                </a:lnTo>
                <a:lnTo>
                  <a:pt x="535" y="344"/>
                </a:lnTo>
                <a:lnTo>
                  <a:pt x="536" y="345"/>
                </a:lnTo>
                <a:lnTo>
                  <a:pt x="537" y="347"/>
                </a:lnTo>
                <a:lnTo>
                  <a:pt x="537" y="348"/>
                </a:lnTo>
                <a:lnTo>
                  <a:pt x="537" y="349"/>
                </a:lnTo>
                <a:lnTo>
                  <a:pt x="536" y="349"/>
                </a:lnTo>
                <a:lnTo>
                  <a:pt x="534" y="351"/>
                </a:lnTo>
                <a:lnTo>
                  <a:pt x="534" y="352"/>
                </a:lnTo>
                <a:lnTo>
                  <a:pt x="534" y="353"/>
                </a:lnTo>
                <a:lnTo>
                  <a:pt x="534" y="354"/>
                </a:lnTo>
                <a:lnTo>
                  <a:pt x="533" y="354"/>
                </a:lnTo>
                <a:lnTo>
                  <a:pt x="533" y="355"/>
                </a:lnTo>
                <a:lnTo>
                  <a:pt x="533" y="356"/>
                </a:lnTo>
                <a:lnTo>
                  <a:pt x="534" y="356"/>
                </a:lnTo>
                <a:lnTo>
                  <a:pt x="535" y="356"/>
                </a:lnTo>
                <a:lnTo>
                  <a:pt x="537" y="357"/>
                </a:lnTo>
                <a:lnTo>
                  <a:pt x="538" y="358"/>
                </a:lnTo>
                <a:lnTo>
                  <a:pt x="539" y="358"/>
                </a:lnTo>
                <a:lnTo>
                  <a:pt x="539" y="359"/>
                </a:lnTo>
                <a:lnTo>
                  <a:pt x="540" y="360"/>
                </a:lnTo>
                <a:lnTo>
                  <a:pt x="541" y="361"/>
                </a:lnTo>
                <a:lnTo>
                  <a:pt x="542" y="360"/>
                </a:lnTo>
                <a:lnTo>
                  <a:pt x="543" y="360"/>
                </a:lnTo>
                <a:lnTo>
                  <a:pt x="543" y="359"/>
                </a:lnTo>
                <a:lnTo>
                  <a:pt x="544" y="360"/>
                </a:lnTo>
                <a:lnTo>
                  <a:pt x="545" y="360"/>
                </a:lnTo>
                <a:lnTo>
                  <a:pt x="546" y="359"/>
                </a:lnTo>
                <a:lnTo>
                  <a:pt x="546" y="358"/>
                </a:lnTo>
                <a:lnTo>
                  <a:pt x="546" y="357"/>
                </a:lnTo>
                <a:lnTo>
                  <a:pt x="546" y="356"/>
                </a:lnTo>
                <a:lnTo>
                  <a:pt x="546" y="355"/>
                </a:lnTo>
                <a:lnTo>
                  <a:pt x="547" y="355"/>
                </a:lnTo>
                <a:lnTo>
                  <a:pt x="547" y="354"/>
                </a:lnTo>
                <a:lnTo>
                  <a:pt x="548" y="354"/>
                </a:lnTo>
                <a:lnTo>
                  <a:pt x="548" y="353"/>
                </a:lnTo>
                <a:lnTo>
                  <a:pt x="549" y="352"/>
                </a:lnTo>
                <a:lnTo>
                  <a:pt x="550" y="352"/>
                </a:lnTo>
                <a:lnTo>
                  <a:pt x="551" y="351"/>
                </a:lnTo>
                <a:lnTo>
                  <a:pt x="552" y="350"/>
                </a:lnTo>
                <a:lnTo>
                  <a:pt x="552" y="349"/>
                </a:lnTo>
                <a:lnTo>
                  <a:pt x="553" y="349"/>
                </a:lnTo>
                <a:lnTo>
                  <a:pt x="554" y="349"/>
                </a:lnTo>
                <a:lnTo>
                  <a:pt x="555" y="349"/>
                </a:lnTo>
                <a:lnTo>
                  <a:pt x="557" y="349"/>
                </a:lnTo>
                <a:lnTo>
                  <a:pt x="558" y="348"/>
                </a:lnTo>
                <a:lnTo>
                  <a:pt x="558" y="347"/>
                </a:lnTo>
                <a:lnTo>
                  <a:pt x="559" y="347"/>
                </a:lnTo>
                <a:lnTo>
                  <a:pt x="560" y="346"/>
                </a:lnTo>
                <a:lnTo>
                  <a:pt x="561" y="345"/>
                </a:lnTo>
                <a:lnTo>
                  <a:pt x="561" y="344"/>
                </a:lnTo>
                <a:lnTo>
                  <a:pt x="562" y="343"/>
                </a:lnTo>
                <a:lnTo>
                  <a:pt x="562" y="342"/>
                </a:lnTo>
                <a:lnTo>
                  <a:pt x="562" y="341"/>
                </a:lnTo>
                <a:lnTo>
                  <a:pt x="563" y="341"/>
                </a:lnTo>
                <a:lnTo>
                  <a:pt x="563" y="342"/>
                </a:lnTo>
                <a:lnTo>
                  <a:pt x="564" y="342"/>
                </a:lnTo>
                <a:lnTo>
                  <a:pt x="563" y="343"/>
                </a:lnTo>
                <a:lnTo>
                  <a:pt x="563" y="344"/>
                </a:lnTo>
                <a:lnTo>
                  <a:pt x="564" y="344"/>
                </a:lnTo>
                <a:lnTo>
                  <a:pt x="564" y="345"/>
                </a:lnTo>
                <a:lnTo>
                  <a:pt x="565" y="345"/>
                </a:lnTo>
                <a:lnTo>
                  <a:pt x="565" y="344"/>
                </a:lnTo>
                <a:lnTo>
                  <a:pt x="566" y="344"/>
                </a:lnTo>
                <a:lnTo>
                  <a:pt x="567" y="344"/>
                </a:lnTo>
                <a:lnTo>
                  <a:pt x="567" y="345"/>
                </a:lnTo>
                <a:lnTo>
                  <a:pt x="568" y="345"/>
                </a:lnTo>
                <a:lnTo>
                  <a:pt x="569" y="345"/>
                </a:lnTo>
                <a:lnTo>
                  <a:pt x="569" y="344"/>
                </a:lnTo>
                <a:lnTo>
                  <a:pt x="571" y="344"/>
                </a:lnTo>
                <a:lnTo>
                  <a:pt x="572" y="344"/>
                </a:lnTo>
                <a:lnTo>
                  <a:pt x="573" y="344"/>
                </a:lnTo>
                <a:lnTo>
                  <a:pt x="574" y="344"/>
                </a:lnTo>
                <a:lnTo>
                  <a:pt x="574" y="343"/>
                </a:lnTo>
                <a:lnTo>
                  <a:pt x="574" y="342"/>
                </a:lnTo>
                <a:lnTo>
                  <a:pt x="574" y="341"/>
                </a:lnTo>
                <a:lnTo>
                  <a:pt x="575" y="341"/>
                </a:lnTo>
                <a:lnTo>
                  <a:pt x="575" y="340"/>
                </a:lnTo>
                <a:lnTo>
                  <a:pt x="574" y="340"/>
                </a:lnTo>
                <a:lnTo>
                  <a:pt x="574" y="339"/>
                </a:lnTo>
                <a:lnTo>
                  <a:pt x="574" y="338"/>
                </a:lnTo>
                <a:lnTo>
                  <a:pt x="574" y="337"/>
                </a:lnTo>
                <a:lnTo>
                  <a:pt x="574" y="336"/>
                </a:lnTo>
                <a:lnTo>
                  <a:pt x="574" y="335"/>
                </a:lnTo>
                <a:lnTo>
                  <a:pt x="574" y="334"/>
                </a:lnTo>
                <a:lnTo>
                  <a:pt x="574" y="333"/>
                </a:lnTo>
                <a:lnTo>
                  <a:pt x="575" y="332"/>
                </a:lnTo>
                <a:lnTo>
                  <a:pt x="575" y="330"/>
                </a:lnTo>
                <a:lnTo>
                  <a:pt x="574" y="329"/>
                </a:lnTo>
                <a:lnTo>
                  <a:pt x="574" y="328"/>
                </a:lnTo>
                <a:lnTo>
                  <a:pt x="574" y="327"/>
                </a:lnTo>
                <a:lnTo>
                  <a:pt x="575" y="327"/>
                </a:lnTo>
                <a:lnTo>
                  <a:pt x="576" y="327"/>
                </a:lnTo>
                <a:lnTo>
                  <a:pt x="577" y="327"/>
                </a:lnTo>
                <a:lnTo>
                  <a:pt x="578" y="327"/>
                </a:lnTo>
                <a:lnTo>
                  <a:pt x="579" y="327"/>
                </a:lnTo>
                <a:lnTo>
                  <a:pt x="579" y="326"/>
                </a:lnTo>
                <a:lnTo>
                  <a:pt x="579" y="325"/>
                </a:lnTo>
                <a:lnTo>
                  <a:pt x="580" y="324"/>
                </a:lnTo>
                <a:lnTo>
                  <a:pt x="581" y="323"/>
                </a:lnTo>
                <a:lnTo>
                  <a:pt x="581" y="321"/>
                </a:lnTo>
                <a:lnTo>
                  <a:pt x="581" y="320"/>
                </a:lnTo>
                <a:lnTo>
                  <a:pt x="581" y="319"/>
                </a:lnTo>
                <a:lnTo>
                  <a:pt x="580" y="319"/>
                </a:lnTo>
                <a:lnTo>
                  <a:pt x="579" y="319"/>
                </a:lnTo>
                <a:lnTo>
                  <a:pt x="579" y="318"/>
                </a:lnTo>
                <a:lnTo>
                  <a:pt x="578" y="318"/>
                </a:lnTo>
                <a:lnTo>
                  <a:pt x="578" y="317"/>
                </a:lnTo>
                <a:lnTo>
                  <a:pt x="578" y="315"/>
                </a:lnTo>
                <a:lnTo>
                  <a:pt x="577" y="315"/>
                </a:lnTo>
                <a:lnTo>
                  <a:pt x="577" y="314"/>
                </a:lnTo>
                <a:lnTo>
                  <a:pt x="578" y="314"/>
                </a:lnTo>
                <a:lnTo>
                  <a:pt x="578" y="313"/>
                </a:lnTo>
                <a:lnTo>
                  <a:pt x="578" y="312"/>
                </a:lnTo>
                <a:lnTo>
                  <a:pt x="578" y="311"/>
                </a:lnTo>
                <a:lnTo>
                  <a:pt x="578" y="310"/>
                </a:lnTo>
                <a:lnTo>
                  <a:pt x="578" y="309"/>
                </a:lnTo>
                <a:lnTo>
                  <a:pt x="578" y="308"/>
                </a:lnTo>
                <a:lnTo>
                  <a:pt x="578" y="307"/>
                </a:lnTo>
                <a:lnTo>
                  <a:pt x="578" y="306"/>
                </a:lnTo>
                <a:lnTo>
                  <a:pt x="577" y="305"/>
                </a:lnTo>
                <a:lnTo>
                  <a:pt x="576" y="305"/>
                </a:lnTo>
                <a:lnTo>
                  <a:pt x="576" y="304"/>
                </a:lnTo>
                <a:lnTo>
                  <a:pt x="576" y="302"/>
                </a:lnTo>
                <a:lnTo>
                  <a:pt x="576" y="301"/>
                </a:lnTo>
                <a:lnTo>
                  <a:pt x="576" y="300"/>
                </a:lnTo>
                <a:lnTo>
                  <a:pt x="575" y="299"/>
                </a:lnTo>
                <a:lnTo>
                  <a:pt x="575" y="298"/>
                </a:lnTo>
                <a:lnTo>
                  <a:pt x="575" y="297"/>
                </a:lnTo>
                <a:lnTo>
                  <a:pt x="574" y="297"/>
                </a:lnTo>
                <a:lnTo>
                  <a:pt x="574" y="296"/>
                </a:lnTo>
                <a:lnTo>
                  <a:pt x="574" y="295"/>
                </a:lnTo>
                <a:lnTo>
                  <a:pt x="574" y="294"/>
                </a:lnTo>
                <a:lnTo>
                  <a:pt x="573" y="294"/>
                </a:lnTo>
                <a:lnTo>
                  <a:pt x="574" y="293"/>
                </a:lnTo>
                <a:lnTo>
                  <a:pt x="574" y="292"/>
                </a:lnTo>
                <a:lnTo>
                  <a:pt x="573" y="292"/>
                </a:lnTo>
                <a:lnTo>
                  <a:pt x="573" y="291"/>
                </a:lnTo>
                <a:lnTo>
                  <a:pt x="573" y="290"/>
                </a:lnTo>
                <a:lnTo>
                  <a:pt x="573" y="289"/>
                </a:lnTo>
                <a:lnTo>
                  <a:pt x="573" y="288"/>
                </a:lnTo>
                <a:lnTo>
                  <a:pt x="572" y="288"/>
                </a:lnTo>
                <a:lnTo>
                  <a:pt x="572" y="287"/>
                </a:lnTo>
                <a:lnTo>
                  <a:pt x="572" y="286"/>
                </a:lnTo>
                <a:lnTo>
                  <a:pt x="572" y="285"/>
                </a:lnTo>
                <a:lnTo>
                  <a:pt x="571" y="285"/>
                </a:lnTo>
                <a:lnTo>
                  <a:pt x="570" y="285"/>
                </a:lnTo>
                <a:lnTo>
                  <a:pt x="570" y="284"/>
                </a:lnTo>
                <a:lnTo>
                  <a:pt x="569" y="283"/>
                </a:lnTo>
                <a:lnTo>
                  <a:pt x="569" y="282"/>
                </a:lnTo>
                <a:lnTo>
                  <a:pt x="568" y="281"/>
                </a:lnTo>
                <a:lnTo>
                  <a:pt x="567" y="280"/>
                </a:lnTo>
                <a:lnTo>
                  <a:pt x="566" y="278"/>
                </a:lnTo>
                <a:lnTo>
                  <a:pt x="565" y="277"/>
                </a:lnTo>
                <a:lnTo>
                  <a:pt x="564" y="276"/>
                </a:lnTo>
                <a:lnTo>
                  <a:pt x="564" y="275"/>
                </a:lnTo>
                <a:lnTo>
                  <a:pt x="564" y="274"/>
                </a:lnTo>
                <a:lnTo>
                  <a:pt x="564" y="273"/>
                </a:lnTo>
                <a:lnTo>
                  <a:pt x="563" y="272"/>
                </a:lnTo>
                <a:lnTo>
                  <a:pt x="563" y="271"/>
                </a:lnTo>
                <a:lnTo>
                  <a:pt x="564" y="271"/>
                </a:lnTo>
                <a:lnTo>
                  <a:pt x="564" y="270"/>
                </a:lnTo>
                <a:lnTo>
                  <a:pt x="564" y="269"/>
                </a:lnTo>
                <a:lnTo>
                  <a:pt x="564" y="268"/>
                </a:lnTo>
                <a:lnTo>
                  <a:pt x="564" y="265"/>
                </a:lnTo>
                <a:lnTo>
                  <a:pt x="563" y="264"/>
                </a:lnTo>
                <a:lnTo>
                  <a:pt x="562" y="263"/>
                </a:lnTo>
                <a:lnTo>
                  <a:pt x="562" y="262"/>
                </a:lnTo>
                <a:lnTo>
                  <a:pt x="562" y="261"/>
                </a:lnTo>
                <a:lnTo>
                  <a:pt x="563" y="259"/>
                </a:lnTo>
                <a:lnTo>
                  <a:pt x="563" y="258"/>
                </a:lnTo>
                <a:lnTo>
                  <a:pt x="564" y="258"/>
                </a:lnTo>
                <a:lnTo>
                  <a:pt x="564" y="257"/>
                </a:lnTo>
                <a:lnTo>
                  <a:pt x="564" y="255"/>
                </a:lnTo>
                <a:lnTo>
                  <a:pt x="565" y="255"/>
                </a:lnTo>
                <a:lnTo>
                  <a:pt x="565" y="254"/>
                </a:lnTo>
                <a:lnTo>
                  <a:pt x="565" y="253"/>
                </a:lnTo>
                <a:lnTo>
                  <a:pt x="566" y="252"/>
                </a:lnTo>
                <a:lnTo>
                  <a:pt x="566" y="251"/>
                </a:lnTo>
                <a:lnTo>
                  <a:pt x="566" y="250"/>
                </a:lnTo>
                <a:lnTo>
                  <a:pt x="566" y="249"/>
                </a:lnTo>
                <a:lnTo>
                  <a:pt x="566" y="247"/>
                </a:lnTo>
                <a:lnTo>
                  <a:pt x="565" y="246"/>
                </a:lnTo>
                <a:lnTo>
                  <a:pt x="565" y="245"/>
                </a:lnTo>
                <a:lnTo>
                  <a:pt x="566" y="244"/>
                </a:lnTo>
                <a:lnTo>
                  <a:pt x="565" y="244"/>
                </a:lnTo>
                <a:lnTo>
                  <a:pt x="565" y="243"/>
                </a:lnTo>
                <a:lnTo>
                  <a:pt x="565" y="242"/>
                </a:lnTo>
                <a:lnTo>
                  <a:pt x="565" y="240"/>
                </a:lnTo>
                <a:lnTo>
                  <a:pt x="565" y="239"/>
                </a:lnTo>
                <a:lnTo>
                  <a:pt x="565" y="238"/>
                </a:lnTo>
                <a:lnTo>
                  <a:pt x="565" y="237"/>
                </a:lnTo>
                <a:lnTo>
                  <a:pt x="564" y="237"/>
                </a:lnTo>
                <a:lnTo>
                  <a:pt x="563" y="236"/>
                </a:lnTo>
                <a:lnTo>
                  <a:pt x="563" y="235"/>
                </a:lnTo>
                <a:lnTo>
                  <a:pt x="563" y="233"/>
                </a:lnTo>
                <a:lnTo>
                  <a:pt x="563" y="232"/>
                </a:lnTo>
                <a:lnTo>
                  <a:pt x="563" y="231"/>
                </a:lnTo>
                <a:lnTo>
                  <a:pt x="563" y="230"/>
                </a:lnTo>
                <a:lnTo>
                  <a:pt x="564" y="229"/>
                </a:lnTo>
                <a:lnTo>
                  <a:pt x="564" y="228"/>
                </a:lnTo>
                <a:lnTo>
                  <a:pt x="565" y="228"/>
                </a:lnTo>
                <a:lnTo>
                  <a:pt x="565" y="227"/>
                </a:lnTo>
                <a:lnTo>
                  <a:pt x="565" y="226"/>
                </a:lnTo>
                <a:lnTo>
                  <a:pt x="565" y="225"/>
                </a:lnTo>
                <a:lnTo>
                  <a:pt x="566" y="224"/>
                </a:lnTo>
                <a:lnTo>
                  <a:pt x="566" y="223"/>
                </a:lnTo>
                <a:lnTo>
                  <a:pt x="567" y="222"/>
                </a:lnTo>
                <a:lnTo>
                  <a:pt x="567" y="221"/>
                </a:lnTo>
                <a:lnTo>
                  <a:pt x="568" y="220"/>
                </a:lnTo>
                <a:lnTo>
                  <a:pt x="568" y="219"/>
                </a:lnTo>
                <a:lnTo>
                  <a:pt x="569" y="219"/>
                </a:lnTo>
                <a:lnTo>
                  <a:pt x="569" y="218"/>
                </a:lnTo>
                <a:lnTo>
                  <a:pt x="569" y="217"/>
                </a:lnTo>
                <a:lnTo>
                  <a:pt x="569" y="216"/>
                </a:lnTo>
                <a:lnTo>
                  <a:pt x="570" y="216"/>
                </a:lnTo>
                <a:lnTo>
                  <a:pt x="570" y="217"/>
                </a:lnTo>
                <a:lnTo>
                  <a:pt x="571" y="217"/>
                </a:lnTo>
                <a:lnTo>
                  <a:pt x="571" y="218"/>
                </a:lnTo>
                <a:lnTo>
                  <a:pt x="571" y="219"/>
                </a:lnTo>
                <a:lnTo>
                  <a:pt x="572" y="220"/>
                </a:lnTo>
                <a:lnTo>
                  <a:pt x="573" y="221"/>
                </a:lnTo>
                <a:lnTo>
                  <a:pt x="573" y="222"/>
                </a:lnTo>
                <a:lnTo>
                  <a:pt x="574" y="222"/>
                </a:lnTo>
                <a:lnTo>
                  <a:pt x="574" y="221"/>
                </a:lnTo>
                <a:lnTo>
                  <a:pt x="575" y="221"/>
                </a:lnTo>
                <a:lnTo>
                  <a:pt x="576" y="221"/>
                </a:lnTo>
                <a:lnTo>
                  <a:pt x="576" y="220"/>
                </a:lnTo>
                <a:lnTo>
                  <a:pt x="577" y="220"/>
                </a:lnTo>
                <a:lnTo>
                  <a:pt x="578" y="220"/>
                </a:lnTo>
                <a:lnTo>
                  <a:pt x="579" y="219"/>
                </a:lnTo>
                <a:lnTo>
                  <a:pt x="580" y="218"/>
                </a:lnTo>
                <a:lnTo>
                  <a:pt x="580" y="217"/>
                </a:lnTo>
                <a:lnTo>
                  <a:pt x="581" y="217"/>
                </a:lnTo>
                <a:lnTo>
                  <a:pt x="583" y="217"/>
                </a:lnTo>
                <a:lnTo>
                  <a:pt x="584" y="217"/>
                </a:lnTo>
                <a:lnTo>
                  <a:pt x="584" y="218"/>
                </a:lnTo>
                <a:lnTo>
                  <a:pt x="585" y="218"/>
                </a:lnTo>
                <a:lnTo>
                  <a:pt x="586" y="218"/>
                </a:lnTo>
                <a:lnTo>
                  <a:pt x="587" y="218"/>
                </a:lnTo>
                <a:lnTo>
                  <a:pt x="588" y="218"/>
                </a:lnTo>
                <a:lnTo>
                  <a:pt x="588" y="217"/>
                </a:lnTo>
                <a:lnTo>
                  <a:pt x="589" y="216"/>
                </a:lnTo>
                <a:lnTo>
                  <a:pt x="590" y="216"/>
                </a:lnTo>
                <a:lnTo>
                  <a:pt x="591" y="216"/>
                </a:lnTo>
                <a:lnTo>
                  <a:pt x="591" y="215"/>
                </a:lnTo>
                <a:lnTo>
                  <a:pt x="591" y="214"/>
                </a:lnTo>
                <a:lnTo>
                  <a:pt x="591" y="213"/>
                </a:lnTo>
                <a:lnTo>
                  <a:pt x="591" y="212"/>
                </a:lnTo>
                <a:lnTo>
                  <a:pt x="592" y="210"/>
                </a:lnTo>
                <a:lnTo>
                  <a:pt x="593" y="208"/>
                </a:lnTo>
                <a:lnTo>
                  <a:pt x="594" y="207"/>
                </a:lnTo>
                <a:lnTo>
                  <a:pt x="595" y="207"/>
                </a:lnTo>
                <a:lnTo>
                  <a:pt x="595" y="206"/>
                </a:lnTo>
                <a:lnTo>
                  <a:pt x="595" y="205"/>
                </a:lnTo>
                <a:lnTo>
                  <a:pt x="595" y="204"/>
                </a:lnTo>
                <a:lnTo>
                  <a:pt x="596" y="203"/>
                </a:lnTo>
                <a:lnTo>
                  <a:pt x="597" y="203"/>
                </a:lnTo>
                <a:lnTo>
                  <a:pt x="598" y="202"/>
                </a:lnTo>
                <a:lnTo>
                  <a:pt x="598" y="201"/>
                </a:lnTo>
                <a:lnTo>
                  <a:pt x="599" y="201"/>
                </a:lnTo>
                <a:lnTo>
                  <a:pt x="599" y="200"/>
                </a:lnTo>
                <a:lnTo>
                  <a:pt x="599" y="199"/>
                </a:lnTo>
                <a:lnTo>
                  <a:pt x="599" y="198"/>
                </a:lnTo>
                <a:lnTo>
                  <a:pt x="600" y="198"/>
                </a:lnTo>
                <a:lnTo>
                  <a:pt x="601" y="198"/>
                </a:lnTo>
                <a:lnTo>
                  <a:pt x="601" y="197"/>
                </a:lnTo>
                <a:lnTo>
                  <a:pt x="602" y="198"/>
                </a:lnTo>
                <a:lnTo>
                  <a:pt x="603" y="198"/>
                </a:lnTo>
                <a:lnTo>
                  <a:pt x="604" y="198"/>
                </a:lnTo>
                <a:lnTo>
                  <a:pt x="605" y="198"/>
                </a:lnTo>
                <a:lnTo>
                  <a:pt x="606" y="199"/>
                </a:lnTo>
                <a:lnTo>
                  <a:pt x="606" y="198"/>
                </a:lnTo>
                <a:lnTo>
                  <a:pt x="607" y="198"/>
                </a:lnTo>
                <a:lnTo>
                  <a:pt x="607" y="197"/>
                </a:lnTo>
                <a:lnTo>
                  <a:pt x="607" y="196"/>
                </a:lnTo>
                <a:lnTo>
                  <a:pt x="607" y="195"/>
                </a:lnTo>
                <a:lnTo>
                  <a:pt x="608" y="194"/>
                </a:lnTo>
                <a:lnTo>
                  <a:pt x="607" y="194"/>
                </a:lnTo>
                <a:lnTo>
                  <a:pt x="607" y="193"/>
                </a:lnTo>
                <a:lnTo>
                  <a:pt x="606" y="192"/>
                </a:lnTo>
                <a:lnTo>
                  <a:pt x="605" y="191"/>
                </a:lnTo>
                <a:lnTo>
                  <a:pt x="605" y="190"/>
                </a:lnTo>
                <a:lnTo>
                  <a:pt x="606" y="190"/>
                </a:lnTo>
                <a:lnTo>
                  <a:pt x="607" y="190"/>
                </a:lnTo>
                <a:lnTo>
                  <a:pt x="607" y="189"/>
                </a:lnTo>
                <a:lnTo>
                  <a:pt x="609" y="187"/>
                </a:lnTo>
                <a:lnTo>
                  <a:pt x="610" y="186"/>
                </a:lnTo>
                <a:lnTo>
                  <a:pt x="611" y="186"/>
                </a:lnTo>
                <a:lnTo>
                  <a:pt x="611" y="185"/>
                </a:lnTo>
                <a:lnTo>
                  <a:pt x="612" y="185"/>
                </a:lnTo>
                <a:lnTo>
                  <a:pt x="613" y="184"/>
                </a:lnTo>
                <a:lnTo>
                  <a:pt x="613" y="183"/>
                </a:lnTo>
                <a:lnTo>
                  <a:pt x="614" y="183"/>
                </a:lnTo>
                <a:lnTo>
                  <a:pt x="614" y="182"/>
                </a:lnTo>
                <a:lnTo>
                  <a:pt x="615" y="182"/>
                </a:lnTo>
                <a:lnTo>
                  <a:pt x="615" y="181"/>
                </a:lnTo>
                <a:lnTo>
                  <a:pt x="616" y="181"/>
                </a:lnTo>
                <a:lnTo>
                  <a:pt x="617" y="181"/>
                </a:lnTo>
                <a:lnTo>
                  <a:pt x="618" y="181"/>
                </a:lnTo>
                <a:lnTo>
                  <a:pt x="618" y="180"/>
                </a:lnTo>
                <a:lnTo>
                  <a:pt x="618" y="179"/>
                </a:lnTo>
                <a:lnTo>
                  <a:pt x="620" y="177"/>
                </a:lnTo>
                <a:lnTo>
                  <a:pt x="621" y="177"/>
                </a:lnTo>
                <a:lnTo>
                  <a:pt x="621" y="176"/>
                </a:lnTo>
                <a:lnTo>
                  <a:pt x="622" y="176"/>
                </a:lnTo>
                <a:lnTo>
                  <a:pt x="623" y="175"/>
                </a:lnTo>
                <a:lnTo>
                  <a:pt x="624" y="175"/>
                </a:lnTo>
                <a:lnTo>
                  <a:pt x="624" y="174"/>
                </a:lnTo>
                <a:lnTo>
                  <a:pt x="624" y="173"/>
                </a:lnTo>
                <a:lnTo>
                  <a:pt x="625" y="172"/>
                </a:lnTo>
                <a:lnTo>
                  <a:pt x="626" y="172"/>
                </a:lnTo>
                <a:lnTo>
                  <a:pt x="627" y="171"/>
                </a:lnTo>
                <a:lnTo>
                  <a:pt x="628" y="170"/>
                </a:lnTo>
                <a:lnTo>
                  <a:pt x="629" y="169"/>
                </a:lnTo>
                <a:lnTo>
                  <a:pt x="629" y="168"/>
                </a:lnTo>
                <a:lnTo>
                  <a:pt x="630" y="165"/>
                </a:lnTo>
                <a:lnTo>
                  <a:pt x="629" y="165"/>
                </a:lnTo>
                <a:lnTo>
                  <a:pt x="629" y="164"/>
                </a:lnTo>
                <a:lnTo>
                  <a:pt x="629" y="162"/>
                </a:lnTo>
                <a:lnTo>
                  <a:pt x="629" y="161"/>
                </a:lnTo>
                <a:lnTo>
                  <a:pt x="629" y="160"/>
                </a:lnTo>
                <a:lnTo>
                  <a:pt x="629" y="158"/>
                </a:lnTo>
                <a:lnTo>
                  <a:pt x="629" y="157"/>
                </a:lnTo>
                <a:lnTo>
                  <a:pt x="629" y="156"/>
                </a:lnTo>
                <a:lnTo>
                  <a:pt x="630" y="156"/>
                </a:lnTo>
                <a:lnTo>
                  <a:pt x="630" y="155"/>
                </a:lnTo>
                <a:lnTo>
                  <a:pt x="631" y="155"/>
                </a:lnTo>
                <a:lnTo>
                  <a:pt x="631" y="154"/>
                </a:lnTo>
                <a:lnTo>
                  <a:pt x="631" y="153"/>
                </a:lnTo>
                <a:lnTo>
                  <a:pt x="632" y="153"/>
                </a:lnTo>
                <a:lnTo>
                  <a:pt x="633" y="152"/>
                </a:lnTo>
                <a:lnTo>
                  <a:pt x="634" y="152"/>
                </a:lnTo>
                <a:lnTo>
                  <a:pt x="635" y="151"/>
                </a:lnTo>
                <a:lnTo>
                  <a:pt x="635" y="150"/>
                </a:lnTo>
                <a:lnTo>
                  <a:pt x="635" y="149"/>
                </a:lnTo>
                <a:lnTo>
                  <a:pt x="634" y="149"/>
                </a:lnTo>
                <a:lnTo>
                  <a:pt x="633" y="150"/>
                </a:lnTo>
                <a:lnTo>
                  <a:pt x="630" y="150"/>
                </a:lnTo>
                <a:lnTo>
                  <a:pt x="629" y="149"/>
                </a:lnTo>
                <a:lnTo>
                  <a:pt x="629" y="148"/>
                </a:lnTo>
                <a:lnTo>
                  <a:pt x="628" y="148"/>
                </a:lnTo>
                <a:lnTo>
                  <a:pt x="628" y="147"/>
                </a:lnTo>
                <a:lnTo>
                  <a:pt x="628" y="146"/>
                </a:lnTo>
                <a:lnTo>
                  <a:pt x="628" y="145"/>
                </a:lnTo>
                <a:lnTo>
                  <a:pt x="628" y="143"/>
                </a:lnTo>
                <a:lnTo>
                  <a:pt x="627" y="142"/>
                </a:lnTo>
                <a:lnTo>
                  <a:pt x="626" y="142"/>
                </a:lnTo>
                <a:lnTo>
                  <a:pt x="625" y="142"/>
                </a:lnTo>
                <a:lnTo>
                  <a:pt x="625" y="143"/>
                </a:lnTo>
                <a:lnTo>
                  <a:pt x="625" y="144"/>
                </a:lnTo>
                <a:lnTo>
                  <a:pt x="624" y="144"/>
                </a:lnTo>
                <a:lnTo>
                  <a:pt x="624" y="143"/>
                </a:lnTo>
                <a:lnTo>
                  <a:pt x="623" y="143"/>
                </a:lnTo>
                <a:lnTo>
                  <a:pt x="622" y="142"/>
                </a:lnTo>
                <a:lnTo>
                  <a:pt x="622" y="141"/>
                </a:lnTo>
                <a:lnTo>
                  <a:pt x="621" y="141"/>
                </a:lnTo>
                <a:lnTo>
                  <a:pt x="621" y="140"/>
                </a:lnTo>
                <a:lnTo>
                  <a:pt x="621" y="139"/>
                </a:lnTo>
                <a:lnTo>
                  <a:pt x="622" y="138"/>
                </a:lnTo>
                <a:lnTo>
                  <a:pt x="622" y="137"/>
                </a:lnTo>
                <a:lnTo>
                  <a:pt x="623" y="137"/>
                </a:lnTo>
                <a:lnTo>
                  <a:pt x="624" y="136"/>
                </a:lnTo>
                <a:lnTo>
                  <a:pt x="624" y="134"/>
                </a:lnTo>
                <a:lnTo>
                  <a:pt x="623" y="133"/>
                </a:lnTo>
                <a:lnTo>
                  <a:pt x="623" y="132"/>
                </a:lnTo>
                <a:lnTo>
                  <a:pt x="624" y="132"/>
                </a:lnTo>
                <a:lnTo>
                  <a:pt x="624" y="131"/>
                </a:lnTo>
                <a:lnTo>
                  <a:pt x="624" y="132"/>
                </a:lnTo>
                <a:lnTo>
                  <a:pt x="625" y="132"/>
                </a:lnTo>
                <a:lnTo>
                  <a:pt x="626" y="131"/>
                </a:lnTo>
                <a:lnTo>
                  <a:pt x="627" y="130"/>
                </a:lnTo>
                <a:lnTo>
                  <a:pt x="628" y="129"/>
                </a:lnTo>
                <a:lnTo>
                  <a:pt x="629" y="129"/>
                </a:lnTo>
                <a:lnTo>
                  <a:pt x="629" y="128"/>
                </a:lnTo>
                <a:lnTo>
                  <a:pt x="630" y="128"/>
                </a:lnTo>
                <a:lnTo>
                  <a:pt x="630" y="127"/>
                </a:lnTo>
                <a:lnTo>
                  <a:pt x="631" y="127"/>
                </a:lnTo>
                <a:lnTo>
                  <a:pt x="632" y="126"/>
                </a:lnTo>
                <a:lnTo>
                  <a:pt x="633" y="126"/>
                </a:lnTo>
                <a:lnTo>
                  <a:pt x="633" y="125"/>
                </a:lnTo>
                <a:lnTo>
                  <a:pt x="633" y="124"/>
                </a:lnTo>
                <a:lnTo>
                  <a:pt x="634" y="124"/>
                </a:lnTo>
                <a:lnTo>
                  <a:pt x="634" y="123"/>
                </a:lnTo>
                <a:lnTo>
                  <a:pt x="635" y="123"/>
                </a:lnTo>
                <a:lnTo>
                  <a:pt x="635" y="121"/>
                </a:lnTo>
                <a:lnTo>
                  <a:pt x="635" y="120"/>
                </a:lnTo>
                <a:lnTo>
                  <a:pt x="636" y="120"/>
                </a:lnTo>
                <a:lnTo>
                  <a:pt x="636" y="119"/>
                </a:lnTo>
                <a:lnTo>
                  <a:pt x="636" y="118"/>
                </a:lnTo>
                <a:lnTo>
                  <a:pt x="637" y="118"/>
                </a:lnTo>
                <a:lnTo>
                  <a:pt x="638" y="118"/>
                </a:lnTo>
                <a:lnTo>
                  <a:pt x="639" y="118"/>
                </a:lnTo>
                <a:lnTo>
                  <a:pt x="640" y="118"/>
                </a:lnTo>
                <a:lnTo>
                  <a:pt x="641" y="117"/>
                </a:lnTo>
                <a:lnTo>
                  <a:pt x="641" y="116"/>
                </a:lnTo>
                <a:lnTo>
                  <a:pt x="642" y="115"/>
                </a:lnTo>
                <a:lnTo>
                  <a:pt x="643" y="115"/>
                </a:lnTo>
                <a:lnTo>
                  <a:pt x="644" y="115"/>
                </a:lnTo>
                <a:lnTo>
                  <a:pt x="645" y="116"/>
                </a:lnTo>
                <a:lnTo>
                  <a:pt x="646" y="117"/>
                </a:lnTo>
                <a:lnTo>
                  <a:pt x="647" y="117"/>
                </a:lnTo>
                <a:lnTo>
                  <a:pt x="647" y="118"/>
                </a:lnTo>
                <a:lnTo>
                  <a:pt x="648" y="118"/>
                </a:lnTo>
                <a:lnTo>
                  <a:pt x="649" y="118"/>
                </a:lnTo>
                <a:lnTo>
                  <a:pt x="649" y="119"/>
                </a:lnTo>
                <a:lnTo>
                  <a:pt x="649" y="120"/>
                </a:lnTo>
                <a:lnTo>
                  <a:pt x="649" y="121"/>
                </a:lnTo>
                <a:lnTo>
                  <a:pt x="649" y="122"/>
                </a:lnTo>
                <a:lnTo>
                  <a:pt x="650" y="122"/>
                </a:lnTo>
                <a:lnTo>
                  <a:pt x="650" y="123"/>
                </a:lnTo>
                <a:lnTo>
                  <a:pt x="651" y="123"/>
                </a:lnTo>
                <a:lnTo>
                  <a:pt x="652" y="122"/>
                </a:lnTo>
                <a:lnTo>
                  <a:pt x="652" y="121"/>
                </a:lnTo>
                <a:lnTo>
                  <a:pt x="653" y="121"/>
                </a:lnTo>
                <a:lnTo>
                  <a:pt x="653" y="120"/>
                </a:lnTo>
                <a:lnTo>
                  <a:pt x="653" y="119"/>
                </a:lnTo>
                <a:lnTo>
                  <a:pt x="653" y="118"/>
                </a:lnTo>
                <a:lnTo>
                  <a:pt x="654" y="118"/>
                </a:lnTo>
                <a:lnTo>
                  <a:pt x="655" y="118"/>
                </a:lnTo>
                <a:lnTo>
                  <a:pt x="656" y="118"/>
                </a:lnTo>
                <a:lnTo>
                  <a:pt x="657" y="118"/>
                </a:lnTo>
                <a:lnTo>
                  <a:pt x="658" y="118"/>
                </a:lnTo>
                <a:lnTo>
                  <a:pt x="658" y="117"/>
                </a:lnTo>
                <a:lnTo>
                  <a:pt x="658" y="116"/>
                </a:lnTo>
                <a:lnTo>
                  <a:pt x="659" y="116"/>
                </a:lnTo>
                <a:lnTo>
                  <a:pt x="659" y="115"/>
                </a:lnTo>
                <a:lnTo>
                  <a:pt x="660" y="115"/>
                </a:lnTo>
                <a:lnTo>
                  <a:pt x="661" y="115"/>
                </a:lnTo>
                <a:lnTo>
                  <a:pt x="662" y="115"/>
                </a:lnTo>
                <a:lnTo>
                  <a:pt x="662" y="114"/>
                </a:lnTo>
                <a:lnTo>
                  <a:pt x="663" y="112"/>
                </a:lnTo>
                <a:lnTo>
                  <a:pt x="665" y="112"/>
                </a:lnTo>
                <a:lnTo>
                  <a:pt x="666" y="111"/>
                </a:lnTo>
                <a:lnTo>
                  <a:pt x="667" y="111"/>
                </a:lnTo>
                <a:lnTo>
                  <a:pt x="667" y="110"/>
                </a:lnTo>
                <a:lnTo>
                  <a:pt x="668" y="110"/>
                </a:lnTo>
                <a:lnTo>
                  <a:pt x="668" y="109"/>
                </a:lnTo>
                <a:lnTo>
                  <a:pt x="668" y="108"/>
                </a:lnTo>
                <a:lnTo>
                  <a:pt x="668" y="107"/>
                </a:lnTo>
                <a:lnTo>
                  <a:pt x="667" y="106"/>
                </a:lnTo>
                <a:lnTo>
                  <a:pt x="667" y="105"/>
                </a:lnTo>
                <a:lnTo>
                  <a:pt x="666" y="105"/>
                </a:lnTo>
                <a:lnTo>
                  <a:pt x="666" y="104"/>
                </a:lnTo>
                <a:lnTo>
                  <a:pt x="666" y="103"/>
                </a:lnTo>
                <a:lnTo>
                  <a:pt x="666" y="102"/>
                </a:lnTo>
                <a:lnTo>
                  <a:pt x="666" y="101"/>
                </a:lnTo>
                <a:lnTo>
                  <a:pt x="667" y="101"/>
                </a:lnTo>
                <a:lnTo>
                  <a:pt x="667" y="100"/>
                </a:lnTo>
                <a:lnTo>
                  <a:pt x="666" y="99"/>
                </a:lnTo>
                <a:lnTo>
                  <a:pt x="666" y="98"/>
                </a:lnTo>
                <a:lnTo>
                  <a:pt x="665" y="98"/>
                </a:lnTo>
                <a:lnTo>
                  <a:pt x="665" y="97"/>
                </a:lnTo>
                <a:lnTo>
                  <a:pt x="665" y="96"/>
                </a:lnTo>
                <a:lnTo>
                  <a:pt x="664" y="96"/>
                </a:lnTo>
                <a:lnTo>
                  <a:pt x="664" y="95"/>
                </a:lnTo>
                <a:lnTo>
                  <a:pt x="663" y="94"/>
                </a:lnTo>
                <a:lnTo>
                  <a:pt x="663" y="93"/>
                </a:lnTo>
                <a:lnTo>
                  <a:pt x="663" y="92"/>
                </a:lnTo>
                <a:lnTo>
                  <a:pt x="663" y="91"/>
                </a:lnTo>
                <a:lnTo>
                  <a:pt x="663" y="90"/>
                </a:lnTo>
                <a:lnTo>
                  <a:pt x="662" y="89"/>
                </a:lnTo>
                <a:lnTo>
                  <a:pt x="662" y="88"/>
                </a:lnTo>
                <a:lnTo>
                  <a:pt x="661" y="87"/>
                </a:lnTo>
                <a:lnTo>
                  <a:pt x="661" y="86"/>
                </a:lnTo>
                <a:lnTo>
                  <a:pt x="660" y="86"/>
                </a:lnTo>
                <a:lnTo>
                  <a:pt x="659" y="85"/>
                </a:lnTo>
                <a:lnTo>
                  <a:pt x="658" y="84"/>
                </a:lnTo>
                <a:lnTo>
                  <a:pt x="658" y="83"/>
                </a:lnTo>
                <a:lnTo>
                  <a:pt x="659" y="83"/>
                </a:lnTo>
                <a:lnTo>
                  <a:pt x="660" y="83"/>
                </a:lnTo>
                <a:lnTo>
                  <a:pt x="660" y="82"/>
                </a:lnTo>
                <a:lnTo>
                  <a:pt x="661" y="82"/>
                </a:lnTo>
                <a:lnTo>
                  <a:pt x="661" y="81"/>
                </a:lnTo>
                <a:lnTo>
                  <a:pt x="660" y="80"/>
                </a:lnTo>
                <a:lnTo>
                  <a:pt x="660" y="79"/>
                </a:lnTo>
                <a:lnTo>
                  <a:pt x="661" y="79"/>
                </a:lnTo>
                <a:lnTo>
                  <a:pt x="662" y="78"/>
                </a:lnTo>
                <a:lnTo>
                  <a:pt x="663" y="78"/>
                </a:lnTo>
                <a:lnTo>
                  <a:pt x="663" y="77"/>
                </a:lnTo>
                <a:lnTo>
                  <a:pt x="664" y="77"/>
                </a:lnTo>
                <a:lnTo>
                  <a:pt x="664" y="76"/>
                </a:lnTo>
                <a:lnTo>
                  <a:pt x="664" y="75"/>
                </a:lnTo>
                <a:lnTo>
                  <a:pt x="664" y="74"/>
                </a:lnTo>
                <a:lnTo>
                  <a:pt x="664" y="73"/>
                </a:lnTo>
                <a:lnTo>
                  <a:pt x="664" y="72"/>
                </a:lnTo>
                <a:lnTo>
                  <a:pt x="664" y="71"/>
                </a:lnTo>
                <a:lnTo>
                  <a:pt x="665" y="71"/>
                </a:lnTo>
                <a:lnTo>
                  <a:pt x="665" y="70"/>
                </a:lnTo>
                <a:lnTo>
                  <a:pt x="665" y="69"/>
                </a:lnTo>
                <a:lnTo>
                  <a:pt x="664" y="69"/>
                </a:lnTo>
                <a:lnTo>
                  <a:pt x="665" y="69"/>
                </a:lnTo>
                <a:lnTo>
                  <a:pt x="665" y="68"/>
                </a:lnTo>
                <a:lnTo>
                  <a:pt x="665" y="67"/>
                </a:lnTo>
                <a:lnTo>
                  <a:pt x="666" y="66"/>
                </a:lnTo>
                <a:lnTo>
                  <a:pt x="667" y="66"/>
                </a:lnTo>
                <a:lnTo>
                  <a:pt x="667" y="67"/>
                </a:lnTo>
                <a:lnTo>
                  <a:pt x="668" y="68"/>
                </a:lnTo>
                <a:lnTo>
                  <a:pt x="668" y="69"/>
                </a:lnTo>
                <a:lnTo>
                  <a:pt x="668" y="70"/>
                </a:lnTo>
                <a:lnTo>
                  <a:pt x="668" y="71"/>
                </a:lnTo>
                <a:lnTo>
                  <a:pt x="668" y="72"/>
                </a:lnTo>
                <a:lnTo>
                  <a:pt x="669" y="72"/>
                </a:lnTo>
                <a:lnTo>
                  <a:pt x="671" y="72"/>
                </a:lnTo>
                <a:lnTo>
                  <a:pt x="671" y="71"/>
                </a:lnTo>
                <a:lnTo>
                  <a:pt x="672" y="71"/>
                </a:lnTo>
                <a:lnTo>
                  <a:pt x="673" y="71"/>
                </a:lnTo>
                <a:lnTo>
                  <a:pt x="674" y="71"/>
                </a:lnTo>
                <a:lnTo>
                  <a:pt x="674" y="72"/>
                </a:lnTo>
                <a:lnTo>
                  <a:pt x="675" y="72"/>
                </a:lnTo>
                <a:lnTo>
                  <a:pt x="675" y="73"/>
                </a:lnTo>
                <a:lnTo>
                  <a:pt x="675" y="74"/>
                </a:lnTo>
                <a:lnTo>
                  <a:pt x="676" y="74"/>
                </a:lnTo>
                <a:lnTo>
                  <a:pt x="677" y="74"/>
                </a:lnTo>
                <a:lnTo>
                  <a:pt x="678" y="74"/>
                </a:lnTo>
                <a:lnTo>
                  <a:pt x="679" y="73"/>
                </a:lnTo>
                <a:lnTo>
                  <a:pt x="680" y="73"/>
                </a:lnTo>
                <a:lnTo>
                  <a:pt x="681" y="73"/>
                </a:lnTo>
                <a:lnTo>
                  <a:pt x="682" y="73"/>
                </a:lnTo>
                <a:lnTo>
                  <a:pt x="682" y="72"/>
                </a:lnTo>
                <a:lnTo>
                  <a:pt x="683" y="72"/>
                </a:lnTo>
                <a:lnTo>
                  <a:pt x="684" y="72"/>
                </a:lnTo>
                <a:lnTo>
                  <a:pt x="685" y="72"/>
                </a:lnTo>
                <a:lnTo>
                  <a:pt x="686" y="72"/>
                </a:lnTo>
                <a:lnTo>
                  <a:pt x="686" y="71"/>
                </a:lnTo>
                <a:lnTo>
                  <a:pt x="687" y="71"/>
                </a:lnTo>
                <a:lnTo>
                  <a:pt x="688" y="71"/>
                </a:lnTo>
                <a:lnTo>
                  <a:pt x="688" y="72"/>
                </a:lnTo>
                <a:lnTo>
                  <a:pt x="689" y="72"/>
                </a:lnTo>
                <a:lnTo>
                  <a:pt x="690" y="73"/>
                </a:lnTo>
                <a:lnTo>
                  <a:pt x="690" y="74"/>
                </a:lnTo>
                <a:lnTo>
                  <a:pt x="691" y="74"/>
                </a:lnTo>
                <a:lnTo>
                  <a:pt x="692" y="74"/>
                </a:lnTo>
                <a:lnTo>
                  <a:pt x="692" y="73"/>
                </a:lnTo>
                <a:lnTo>
                  <a:pt x="693" y="73"/>
                </a:lnTo>
                <a:lnTo>
                  <a:pt x="693" y="72"/>
                </a:lnTo>
                <a:lnTo>
                  <a:pt x="693" y="71"/>
                </a:lnTo>
                <a:lnTo>
                  <a:pt x="694" y="71"/>
                </a:lnTo>
                <a:lnTo>
                  <a:pt x="694" y="70"/>
                </a:lnTo>
                <a:lnTo>
                  <a:pt x="695" y="70"/>
                </a:lnTo>
                <a:lnTo>
                  <a:pt x="696" y="70"/>
                </a:lnTo>
                <a:lnTo>
                  <a:pt x="697" y="70"/>
                </a:lnTo>
                <a:lnTo>
                  <a:pt x="698" y="70"/>
                </a:lnTo>
                <a:lnTo>
                  <a:pt x="699" y="70"/>
                </a:lnTo>
                <a:lnTo>
                  <a:pt x="699" y="69"/>
                </a:lnTo>
                <a:lnTo>
                  <a:pt x="700" y="69"/>
                </a:lnTo>
                <a:lnTo>
                  <a:pt x="700" y="70"/>
                </a:lnTo>
                <a:lnTo>
                  <a:pt x="701" y="70"/>
                </a:lnTo>
                <a:lnTo>
                  <a:pt x="702" y="70"/>
                </a:lnTo>
                <a:lnTo>
                  <a:pt x="703" y="70"/>
                </a:lnTo>
                <a:lnTo>
                  <a:pt x="704" y="70"/>
                </a:lnTo>
                <a:lnTo>
                  <a:pt x="705" y="70"/>
                </a:lnTo>
                <a:lnTo>
                  <a:pt x="706" y="70"/>
                </a:lnTo>
                <a:lnTo>
                  <a:pt x="707" y="69"/>
                </a:lnTo>
                <a:lnTo>
                  <a:pt x="707" y="68"/>
                </a:lnTo>
                <a:lnTo>
                  <a:pt x="707" y="67"/>
                </a:lnTo>
                <a:lnTo>
                  <a:pt x="708" y="68"/>
                </a:lnTo>
                <a:lnTo>
                  <a:pt x="709" y="69"/>
                </a:lnTo>
                <a:lnTo>
                  <a:pt x="709" y="70"/>
                </a:lnTo>
                <a:lnTo>
                  <a:pt x="710" y="70"/>
                </a:lnTo>
                <a:lnTo>
                  <a:pt x="710" y="71"/>
                </a:lnTo>
                <a:lnTo>
                  <a:pt x="711" y="71"/>
                </a:lnTo>
                <a:lnTo>
                  <a:pt x="711" y="70"/>
                </a:lnTo>
                <a:lnTo>
                  <a:pt x="713" y="70"/>
                </a:lnTo>
                <a:lnTo>
                  <a:pt x="713" y="71"/>
                </a:lnTo>
                <a:lnTo>
                  <a:pt x="713" y="72"/>
                </a:lnTo>
                <a:lnTo>
                  <a:pt x="713" y="73"/>
                </a:lnTo>
                <a:lnTo>
                  <a:pt x="714" y="73"/>
                </a:lnTo>
                <a:lnTo>
                  <a:pt x="715" y="72"/>
                </a:lnTo>
                <a:lnTo>
                  <a:pt x="716" y="72"/>
                </a:lnTo>
                <a:lnTo>
                  <a:pt x="716" y="71"/>
                </a:lnTo>
                <a:lnTo>
                  <a:pt x="716" y="70"/>
                </a:lnTo>
                <a:lnTo>
                  <a:pt x="717" y="70"/>
                </a:lnTo>
                <a:lnTo>
                  <a:pt x="718" y="69"/>
                </a:lnTo>
                <a:lnTo>
                  <a:pt x="719" y="69"/>
                </a:lnTo>
                <a:lnTo>
                  <a:pt x="720" y="69"/>
                </a:lnTo>
                <a:lnTo>
                  <a:pt x="721" y="69"/>
                </a:lnTo>
                <a:lnTo>
                  <a:pt x="722" y="69"/>
                </a:lnTo>
                <a:lnTo>
                  <a:pt x="722" y="70"/>
                </a:lnTo>
                <a:lnTo>
                  <a:pt x="723" y="70"/>
                </a:lnTo>
                <a:lnTo>
                  <a:pt x="724" y="70"/>
                </a:lnTo>
                <a:lnTo>
                  <a:pt x="725" y="70"/>
                </a:lnTo>
                <a:lnTo>
                  <a:pt x="725" y="71"/>
                </a:lnTo>
                <a:lnTo>
                  <a:pt x="726" y="71"/>
                </a:lnTo>
                <a:lnTo>
                  <a:pt x="726" y="72"/>
                </a:lnTo>
                <a:lnTo>
                  <a:pt x="725" y="72"/>
                </a:lnTo>
                <a:lnTo>
                  <a:pt x="725" y="73"/>
                </a:lnTo>
                <a:lnTo>
                  <a:pt x="725" y="74"/>
                </a:lnTo>
                <a:lnTo>
                  <a:pt x="725" y="75"/>
                </a:lnTo>
                <a:lnTo>
                  <a:pt x="724" y="75"/>
                </a:lnTo>
                <a:lnTo>
                  <a:pt x="723" y="75"/>
                </a:lnTo>
                <a:lnTo>
                  <a:pt x="722" y="75"/>
                </a:lnTo>
                <a:lnTo>
                  <a:pt x="721" y="75"/>
                </a:lnTo>
                <a:lnTo>
                  <a:pt x="720" y="76"/>
                </a:lnTo>
                <a:lnTo>
                  <a:pt x="720" y="77"/>
                </a:lnTo>
                <a:lnTo>
                  <a:pt x="719" y="78"/>
                </a:lnTo>
                <a:lnTo>
                  <a:pt x="719" y="80"/>
                </a:lnTo>
                <a:lnTo>
                  <a:pt x="718" y="80"/>
                </a:lnTo>
                <a:lnTo>
                  <a:pt x="717" y="80"/>
                </a:lnTo>
                <a:lnTo>
                  <a:pt x="717" y="79"/>
                </a:lnTo>
                <a:lnTo>
                  <a:pt x="716" y="79"/>
                </a:lnTo>
                <a:lnTo>
                  <a:pt x="716" y="80"/>
                </a:lnTo>
                <a:lnTo>
                  <a:pt x="715" y="80"/>
                </a:lnTo>
                <a:lnTo>
                  <a:pt x="715" y="81"/>
                </a:lnTo>
                <a:lnTo>
                  <a:pt x="715" y="82"/>
                </a:lnTo>
                <a:lnTo>
                  <a:pt x="714" y="82"/>
                </a:lnTo>
                <a:lnTo>
                  <a:pt x="713" y="82"/>
                </a:lnTo>
                <a:lnTo>
                  <a:pt x="712" y="82"/>
                </a:lnTo>
                <a:lnTo>
                  <a:pt x="712" y="83"/>
                </a:lnTo>
                <a:lnTo>
                  <a:pt x="711" y="83"/>
                </a:lnTo>
                <a:lnTo>
                  <a:pt x="710" y="82"/>
                </a:lnTo>
                <a:lnTo>
                  <a:pt x="709" y="82"/>
                </a:lnTo>
                <a:lnTo>
                  <a:pt x="708" y="83"/>
                </a:lnTo>
                <a:lnTo>
                  <a:pt x="707" y="83"/>
                </a:lnTo>
                <a:lnTo>
                  <a:pt x="707" y="85"/>
                </a:lnTo>
                <a:lnTo>
                  <a:pt x="708" y="85"/>
                </a:lnTo>
                <a:lnTo>
                  <a:pt x="708" y="86"/>
                </a:lnTo>
                <a:lnTo>
                  <a:pt x="709" y="86"/>
                </a:lnTo>
                <a:lnTo>
                  <a:pt x="709" y="87"/>
                </a:lnTo>
                <a:lnTo>
                  <a:pt x="709" y="88"/>
                </a:lnTo>
                <a:lnTo>
                  <a:pt x="709" y="89"/>
                </a:lnTo>
                <a:lnTo>
                  <a:pt x="709" y="90"/>
                </a:lnTo>
                <a:lnTo>
                  <a:pt x="710" y="90"/>
                </a:lnTo>
                <a:lnTo>
                  <a:pt x="709" y="91"/>
                </a:lnTo>
                <a:lnTo>
                  <a:pt x="708" y="92"/>
                </a:lnTo>
                <a:lnTo>
                  <a:pt x="708" y="93"/>
                </a:lnTo>
                <a:lnTo>
                  <a:pt x="709" y="93"/>
                </a:lnTo>
                <a:lnTo>
                  <a:pt x="709" y="94"/>
                </a:lnTo>
                <a:lnTo>
                  <a:pt x="709" y="95"/>
                </a:lnTo>
                <a:lnTo>
                  <a:pt x="709" y="96"/>
                </a:lnTo>
                <a:lnTo>
                  <a:pt x="709" y="97"/>
                </a:lnTo>
                <a:lnTo>
                  <a:pt x="708" y="97"/>
                </a:lnTo>
                <a:lnTo>
                  <a:pt x="708" y="98"/>
                </a:lnTo>
                <a:lnTo>
                  <a:pt x="708" y="99"/>
                </a:lnTo>
                <a:lnTo>
                  <a:pt x="709" y="99"/>
                </a:lnTo>
                <a:lnTo>
                  <a:pt x="710" y="99"/>
                </a:lnTo>
                <a:lnTo>
                  <a:pt x="710" y="100"/>
                </a:lnTo>
                <a:lnTo>
                  <a:pt x="710" y="101"/>
                </a:lnTo>
                <a:lnTo>
                  <a:pt x="709" y="101"/>
                </a:lnTo>
                <a:lnTo>
                  <a:pt x="710" y="101"/>
                </a:lnTo>
                <a:lnTo>
                  <a:pt x="710" y="102"/>
                </a:lnTo>
                <a:lnTo>
                  <a:pt x="710" y="103"/>
                </a:lnTo>
                <a:lnTo>
                  <a:pt x="710" y="104"/>
                </a:lnTo>
                <a:lnTo>
                  <a:pt x="711" y="105"/>
                </a:lnTo>
                <a:lnTo>
                  <a:pt x="711" y="106"/>
                </a:lnTo>
                <a:lnTo>
                  <a:pt x="712" y="107"/>
                </a:lnTo>
                <a:lnTo>
                  <a:pt x="713" y="107"/>
                </a:lnTo>
                <a:lnTo>
                  <a:pt x="713" y="108"/>
                </a:lnTo>
                <a:lnTo>
                  <a:pt x="712" y="109"/>
                </a:lnTo>
                <a:lnTo>
                  <a:pt x="711" y="109"/>
                </a:lnTo>
                <a:lnTo>
                  <a:pt x="712" y="109"/>
                </a:lnTo>
                <a:lnTo>
                  <a:pt x="713" y="110"/>
                </a:lnTo>
                <a:lnTo>
                  <a:pt x="714" y="110"/>
                </a:lnTo>
                <a:lnTo>
                  <a:pt x="714" y="109"/>
                </a:lnTo>
                <a:lnTo>
                  <a:pt x="715" y="109"/>
                </a:lnTo>
                <a:lnTo>
                  <a:pt x="715" y="108"/>
                </a:lnTo>
                <a:lnTo>
                  <a:pt x="716" y="107"/>
                </a:lnTo>
                <a:lnTo>
                  <a:pt x="717" y="107"/>
                </a:lnTo>
                <a:lnTo>
                  <a:pt x="717" y="106"/>
                </a:lnTo>
                <a:lnTo>
                  <a:pt x="718" y="106"/>
                </a:lnTo>
                <a:lnTo>
                  <a:pt x="719" y="106"/>
                </a:lnTo>
                <a:lnTo>
                  <a:pt x="720" y="106"/>
                </a:lnTo>
                <a:lnTo>
                  <a:pt x="721" y="107"/>
                </a:lnTo>
                <a:lnTo>
                  <a:pt x="722" y="107"/>
                </a:lnTo>
                <a:lnTo>
                  <a:pt x="722" y="108"/>
                </a:lnTo>
                <a:lnTo>
                  <a:pt x="722" y="110"/>
                </a:lnTo>
                <a:lnTo>
                  <a:pt x="722" y="111"/>
                </a:lnTo>
                <a:lnTo>
                  <a:pt x="723" y="112"/>
                </a:lnTo>
                <a:lnTo>
                  <a:pt x="724" y="113"/>
                </a:lnTo>
                <a:lnTo>
                  <a:pt x="724" y="114"/>
                </a:lnTo>
                <a:lnTo>
                  <a:pt x="725" y="114"/>
                </a:lnTo>
                <a:lnTo>
                  <a:pt x="726" y="114"/>
                </a:lnTo>
                <a:lnTo>
                  <a:pt x="727" y="113"/>
                </a:lnTo>
                <a:lnTo>
                  <a:pt x="728" y="114"/>
                </a:lnTo>
                <a:lnTo>
                  <a:pt x="728" y="115"/>
                </a:lnTo>
                <a:lnTo>
                  <a:pt x="728" y="116"/>
                </a:lnTo>
                <a:lnTo>
                  <a:pt x="729" y="116"/>
                </a:lnTo>
                <a:lnTo>
                  <a:pt x="730" y="117"/>
                </a:lnTo>
                <a:lnTo>
                  <a:pt x="730" y="118"/>
                </a:lnTo>
                <a:lnTo>
                  <a:pt x="729" y="118"/>
                </a:lnTo>
                <a:lnTo>
                  <a:pt x="729" y="119"/>
                </a:lnTo>
                <a:lnTo>
                  <a:pt x="729" y="120"/>
                </a:lnTo>
                <a:lnTo>
                  <a:pt x="728" y="120"/>
                </a:lnTo>
                <a:lnTo>
                  <a:pt x="728" y="121"/>
                </a:lnTo>
                <a:lnTo>
                  <a:pt x="727" y="121"/>
                </a:lnTo>
                <a:lnTo>
                  <a:pt x="726" y="121"/>
                </a:lnTo>
                <a:lnTo>
                  <a:pt x="725" y="121"/>
                </a:lnTo>
                <a:lnTo>
                  <a:pt x="725" y="122"/>
                </a:lnTo>
                <a:lnTo>
                  <a:pt x="724" y="122"/>
                </a:lnTo>
                <a:lnTo>
                  <a:pt x="723" y="122"/>
                </a:lnTo>
                <a:lnTo>
                  <a:pt x="723" y="123"/>
                </a:lnTo>
                <a:lnTo>
                  <a:pt x="724" y="123"/>
                </a:lnTo>
                <a:lnTo>
                  <a:pt x="724" y="124"/>
                </a:lnTo>
                <a:lnTo>
                  <a:pt x="724" y="125"/>
                </a:lnTo>
                <a:lnTo>
                  <a:pt x="725" y="126"/>
                </a:lnTo>
                <a:lnTo>
                  <a:pt x="726" y="126"/>
                </a:lnTo>
                <a:lnTo>
                  <a:pt x="727" y="126"/>
                </a:lnTo>
                <a:lnTo>
                  <a:pt x="728" y="126"/>
                </a:lnTo>
                <a:lnTo>
                  <a:pt x="728" y="125"/>
                </a:lnTo>
                <a:lnTo>
                  <a:pt x="729" y="125"/>
                </a:lnTo>
                <a:lnTo>
                  <a:pt x="729" y="126"/>
                </a:lnTo>
                <a:lnTo>
                  <a:pt x="730" y="126"/>
                </a:lnTo>
                <a:lnTo>
                  <a:pt x="729" y="126"/>
                </a:lnTo>
                <a:lnTo>
                  <a:pt x="729" y="127"/>
                </a:lnTo>
                <a:lnTo>
                  <a:pt x="728" y="128"/>
                </a:lnTo>
                <a:lnTo>
                  <a:pt x="728" y="129"/>
                </a:lnTo>
                <a:lnTo>
                  <a:pt x="728" y="130"/>
                </a:lnTo>
                <a:lnTo>
                  <a:pt x="729" y="130"/>
                </a:lnTo>
                <a:lnTo>
                  <a:pt x="729" y="132"/>
                </a:lnTo>
                <a:lnTo>
                  <a:pt x="728" y="132"/>
                </a:lnTo>
                <a:lnTo>
                  <a:pt x="728" y="133"/>
                </a:lnTo>
                <a:lnTo>
                  <a:pt x="727" y="132"/>
                </a:lnTo>
                <a:lnTo>
                  <a:pt x="727" y="133"/>
                </a:lnTo>
                <a:lnTo>
                  <a:pt x="726" y="134"/>
                </a:lnTo>
                <a:lnTo>
                  <a:pt x="725" y="135"/>
                </a:lnTo>
                <a:lnTo>
                  <a:pt x="724" y="135"/>
                </a:lnTo>
                <a:lnTo>
                  <a:pt x="723" y="135"/>
                </a:lnTo>
                <a:lnTo>
                  <a:pt x="723" y="136"/>
                </a:lnTo>
                <a:lnTo>
                  <a:pt x="723" y="137"/>
                </a:lnTo>
                <a:lnTo>
                  <a:pt x="723" y="138"/>
                </a:lnTo>
                <a:lnTo>
                  <a:pt x="723" y="139"/>
                </a:lnTo>
                <a:lnTo>
                  <a:pt x="722" y="139"/>
                </a:lnTo>
                <a:lnTo>
                  <a:pt x="721" y="139"/>
                </a:lnTo>
                <a:lnTo>
                  <a:pt x="721" y="140"/>
                </a:lnTo>
                <a:lnTo>
                  <a:pt x="720" y="140"/>
                </a:lnTo>
                <a:lnTo>
                  <a:pt x="719" y="140"/>
                </a:lnTo>
                <a:lnTo>
                  <a:pt x="717" y="139"/>
                </a:lnTo>
                <a:lnTo>
                  <a:pt x="716" y="140"/>
                </a:lnTo>
                <a:lnTo>
                  <a:pt x="715" y="140"/>
                </a:lnTo>
                <a:lnTo>
                  <a:pt x="715" y="139"/>
                </a:lnTo>
                <a:lnTo>
                  <a:pt x="714" y="139"/>
                </a:lnTo>
                <a:lnTo>
                  <a:pt x="714" y="140"/>
                </a:lnTo>
                <a:lnTo>
                  <a:pt x="713" y="140"/>
                </a:lnTo>
                <a:lnTo>
                  <a:pt x="713" y="141"/>
                </a:lnTo>
                <a:lnTo>
                  <a:pt x="714" y="142"/>
                </a:lnTo>
                <a:lnTo>
                  <a:pt x="715" y="142"/>
                </a:lnTo>
                <a:lnTo>
                  <a:pt x="715" y="143"/>
                </a:lnTo>
                <a:lnTo>
                  <a:pt x="716" y="143"/>
                </a:lnTo>
                <a:lnTo>
                  <a:pt x="717" y="143"/>
                </a:lnTo>
                <a:lnTo>
                  <a:pt x="718" y="144"/>
                </a:lnTo>
                <a:lnTo>
                  <a:pt x="719" y="144"/>
                </a:lnTo>
                <a:lnTo>
                  <a:pt x="720" y="145"/>
                </a:lnTo>
                <a:lnTo>
                  <a:pt x="720" y="146"/>
                </a:lnTo>
                <a:lnTo>
                  <a:pt x="721" y="147"/>
                </a:lnTo>
                <a:lnTo>
                  <a:pt x="720" y="147"/>
                </a:lnTo>
                <a:lnTo>
                  <a:pt x="721" y="148"/>
                </a:lnTo>
                <a:lnTo>
                  <a:pt x="721" y="149"/>
                </a:lnTo>
                <a:lnTo>
                  <a:pt x="722" y="149"/>
                </a:lnTo>
                <a:lnTo>
                  <a:pt x="722" y="150"/>
                </a:lnTo>
                <a:lnTo>
                  <a:pt x="723" y="151"/>
                </a:lnTo>
                <a:lnTo>
                  <a:pt x="723" y="152"/>
                </a:lnTo>
                <a:lnTo>
                  <a:pt x="724" y="152"/>
                </a:lnTo>
                <a:lnTo>
                  <a:pt x="725" y="152"/>
                </a:lnTo>
                <a:lnTo>
                  <a:pt x="725" y="153"/>
                </a:lnTo>
                <a:lnTo>
                  <a:pt x="726" y="153"/>
                </a:lnTo>
                <a:lnTo>
                  <a:pt x="726" y="154"/>
                </a:lnTo>
                <a:lnTo>
                  <a:pt x="727" y="154"/>
                </a:lnTo>
                <a:lnTo>
                  <a:pt x="728" y="154"/>
                </a:lnTo>
                <a:lnTo>
                  <a:pt x="727" y="155"/>
                </a:lnTo>
                <a:lnTo>
                  <a:pt x="728" y="155"/>
                </a:lnTo>
                <a:lnTo>
                  <a:pt x="729" y="155"/>
                </a:lnTo>
                <a:lnTo>
                  <a:pt x="729" y="156"/>
                </a:lnTo>
                <a:lnTo>
                  <a:pt x="730" y="156"/>
                </a:lnTo>
                <a:lnTo>
                  <a:pt x="730" y="157"/>
                </a:lnTo>
                <a:lnTo>
                  <a:pt x="731" y="157"/>
                </a:lnTo>
                <a:lnTo>
                  <a:pt x="731" y="158"/>
                </a:lnTo>
                <a:lnTo>
                  <a:pt x="732" y="158"/>
                </a:lnTo>
                <a:lnTo>
                  <a:pt x="733" y="158"/>
                </a:lnTo>
                <a:lnTo>
                  <a:pt x="733" y="159"/>
                </a:lnTo>
                <a:lnTo>
                  <a:pt x="734" y="159"/>
                </a:lnTo>
                <a:lnTo>
                  <a:pt x="734" y="160"/>
                </a:lnTo>
                <a:lnTo>
                  <a:pt x="735" y="161"/>
                </a:lnTo>
                <a:lnTo>
                  <a:pt x="736" y="161"/>
                </a:lnTo>
                <a:lnTo>
                  <a:pt x="736" y="160"/>
                </a:lnTo>
                <a:lnTo>
                  <a:pt x="736" y="159"/>
                </a:lnTo>
                <a:lnTo>
                  <a:pt x="737" y="160"/>
                </a:lnTo>
                <a:lnTo>
                  <a:pt x="738" y="160"/>
                </a:lnTo>
                <a:lnTo>
                  <a:pt x="738" y="161"/>
                </a:lnTo>
                <a:lnTo>
                  <a:pt x="739" y="161"/>
                </a:lnTo>
                <a:lnTo>
                  <a:pt x="740" y="162"/>
                </a:lnTo>
                <a:lnTo>
                  <a:pt x="740" y="164"/>
                </a:lnTo>
                <a:lnTo>
                  <a:pt x="741" y="164"/>
                </a:lnTo>
                <a:lnTo>
                  <a:pt x="741" y="165"/>
                </a:lnTo>
                <a:lnTo>
                  <a:pt x="742" y="165"/>
                </a:lnTo>
                <a:lnTo>
                  <a:pt x="743" y="165"/>
                </a:lnTo>
                <a:lnTo>
                  <a:pt x="743" y="164"/>
                </a:lnTo>
                <a:lnTo>
                  <a:pt x="744" y="164"/>
                </a:lnTo>
                <a:lnTo>
                  <a:pt x="745" y="163"/>
                </a:lnTo>
                <a:lnTo>
                  <a:pt x="746" y="163"/>
                </a:lnTo>
                <a:lnTo>
                  <a:pt x="747" y="163"/>
                </a:lnTo>
                <a:lnTo>
                  <a:pt x="747" y="164"/>
                </a:lnTo>
                <a:lnTo>
                  <a:pt x="748" y="164"/>
                </a:lnTo>
                <a:lnTo>
                  <a:pt x="748" y="163"/>
                </a:lnTo>
                <a:lnTo>
                  <a:pt x="749" y="163"/>
                </a:lnTo>
                <a:lnTo>
                  <a:pt x="750" y="163"/>
                </a:lnTo>
                <a:lnTo>
                  <a:pt x="750" y="162"/>
                </a:lnTo>
                <a:lnTo>
                  <a:pt x="751" y="162"/>
                </a:lnTo>
                <a:lnTo>
                  <a:pt x="751" y="161"/>
                </a:lnTo>
                <a:lnTo>
                  <a:pt x="752" y="161"/>
                </a:lnTo>
                <a:lnTo>
                  <a:pt x="753" y="160"/>
                </a:lnTo>
                <a:lnTo>
                  <a:pt x="754" y="160"/>
                </a:lnTo>
                <a:lnTo>
                  <a:pt x="755" y="160"/>
                </a:lnTo>
                <a:lnTo>
                  <a:pt x="756" y="159"/>
                </a:lnTo>
                <a:lnTo>
                  <a:pt x="757" y="159"/>
                </a:lnTo>
                <a:lnTo>
                  <a:pt x="758" y="158"/>
                </a:lnTo>
                <a:lnTo>
                  <a:pt x="759" y="158"/>
                </a:lnTo>
                <a:lnTo>
                  <a:pt x="760" y="158"/>
                </a:lnTo>
                <a:lnTo>
                  <a:pt x="760" y="159"/>
                </a:lnTo>
                <a:lnTo>
                  <a:pt x="760" y="160"/>
                </a:lnTo>
                <a:lnTo>
                  <a:pt x="761" y="160"/>
                </a:lnTo>
                <a:lnTo>
                  <a:pt x="762" y="160"/>
                </a:lnTo>
                <a:lnTo>
                  <a:pt x="763" y="159"/>
                </a:lnTo>
                <a:lnTo>
                  <a:pt x="764" y="159"/>
                </a:lnTo>
                <a:lnTo>
                  <a:pt x="765" y="158"/>
                </a:lnTo>
                <a:lnTo>
                  <a:pt x="766" y="158"/>
                </a:lnTo>
                <a:lnTo>
                  <a:pt x="767" y="158"/>
                </a:lnTo>
                <a:lnTo>
                  <a:pt x="768" y="158"/>
                </a:lnTo>
                <a:lnTo>
                  <a:pt x="769" y="158"/>
                </a:lnTo>
                <a:lnTo>
                  <a:pt x="770" y="158"/>
                </a:lnTo>
                <a:lnTo>
                  <a:pt x="771" y="158"/>
                </a:lnTo>
                <a:lnTo>
                  <a:pt x="772" y="158"/>
                </a:lnTo>
                <a:lnTo>
                  <a:pt x="773" y="158"/>
                </a:lnTo>
                <a:lnTo>
                  <a:pt x="773" y="157"/>
                </a:lnTo>
                <a:lnTo>
                  <a:pt x="774" y="157"/>
                </a:lnTo>
                <a:lnTo>
                  <a:pt x="775" y="157"/>
                </a:lnTo>
                <a:lnTo>
                  <a:pt x="774" y="156"/>
                </a:lnTo>
                <a:lnTo>
                  <a:pt x="775" y="155"/>
                </a:lnTo>
                <a:lnTo>
                  <a:pt x="774" y="155"/>
                </a:lnTo>
                <a:lnTo>
                  <a:pt x="775" y="154"/>
                </a:lnTo>
                <a:lnTo>
                  <a:pt x="776" y="154"/>
                </a:lnTo>
                <a:lnTo>
                  <a:pt x="777" y="154"/>
                </a:lnTo>
                <a:lnTo>
                  <a:pt x="778" y="154"/>
                </a:lnTo>
                <a:lnTo>
                  <a:pt x="778" y="153"/>
                </a:lnTo>
                <a:lnTo>
                  <a:pt x="778" y="152"/>
                </a:lnTo>
                <a:lnTo>
                  <a:pt x="777" y="152"/>
                </a:lnTo>
                <a:lnTo>
                  <a:pt x="776" y="152"/>
                </a:lnTo>
                <a:lnTo>
                  <a:pt x="776" y="151"/>
                </a:lnTo>
                <a:lnTo>
                  <a:pt x="776" y="150"/>
                </a:lnTo>
                <a:lnTo>
                  <a:pt x="777" y="150"/>
                </a:lnTo>
                <a:lnTo>
                  <a:pt x="778" y="150"/>
                </a:lnTo>
                <a:lnTo>
                  <a:pt x="778" y="149"/>
                </a:lnTo>
                <a:lnTo>
                  <a:pt x="779" y="148"/>
                </a:lnTo>
                <a:lnTo>
                  <a:pt x="780" y="148"/>
                </a:lnTo>
                <a:lnTo>
                  <a:pt x="780" y="149"/>
                </a:lnTo>
                <a:lnTo>
                  <a:pt x="781" y="149"/>
                </a:lnTo>
                <a:lnTo>
                  <a:pt x="781" y="148"/>
                </a:lnTo>
                <a:lnTo>
                  <a:pt x="781" y="147"/>
                </a:lnTo>
                <a:lnTo>
                  <a:pt x="781" y="146"/>
                </a:lnTo>
                <a:lnTo>
                  <a:pt x="782" y="146"/>
                </a:lnTo>
                <a:lnTo>
                  <a:pt x="782" y="145"/>
                </a:lnTo>
                <a:lnTo>
                  <a:pt x="783" y="145"/>
                </a:lnTo>
                <a:lnTo>
                  <a:pt x="783" y="144"/>
                </a:lnTo>
                <a:lnTo>
                  <a:pt x="784" y="144"/>
                </a:lnTo>
                <a:lnTo>
                  <a:pt x="784" y="143"/>
                </a:lnTo>
                <a:lnTo>
                  <a:pt x="783" y="142"/>
                </a:lnTo>
                <a:lnTo>
                  <a:pt x="784" y="142"/>
                </a:lnTo>
                <a:lnTo>
                  <a:pt x="784" y="141"/>
                </a:lnTo>
                <a:lnTo>
                  <a:pt x="784" y="140"/>
                </a:lnTo>
                <a:lnTo>
                  <a:pt x="784" y="139"/>
                </a:lnTo>
                <a:lnTo>
                  <a:pt x="785" y="139"/>
                </a:lnTo>
                <a:lnTo>
                  <a:pt x="785" y="138"/>
                </a:lnTo>
                <a:lnTo>
                  <a:pt x="786" y="138"/>
                </a:lnTo>
                <a:lnTo>
                  <a:pt x="786" y="139"/>
                </a:lnTo>
                <a:lnTo>
                  <a:pt x="787" y="139"/>
                </a:lnTo>
                <a:lnTo>
                  <a:pt x="787" y="138"/>
                </a:lnTo>
                <a:lnTo>
                  <a:pt x="788" y="138"/>
                </a:lnTo>
                <a:lnTo>
                  <a:pt x="788" y="137"/>
                </a:lnTo>
                <a:lnTo>
                  <a:pt x="789" y="137"/>
                </a:lnTo>
                <a:lnTo>
                  <a:pt x="790" y="137"/>
                </a:lnTo>
                <a:lnTo>
                  <a:pt x="791" y="136"/>
                </a:lnTo>
                <a:lnTo>
                  <a:pt x="791" y="135"/>
                </a:lnTo>
                <a:lnTo>
                  <a:pt x="791" y="134"/>
                </a:lnTo>
                <a:lnTo>
                  <a:pt x="792" y="134"/>
                </a:lnTo>
                <a:lnTo>
                  <a:pt x="793" y="134"/>
                </a:lnTo>
                <a:lnTo>
                  <a:pt x="793" y="135"/>
                </a:lnTo>
                <a:lnTo>
                  <a:pt x="793" y="136"/>
                </a:lnTo>
                <a:lnTo>
                  <a:pt x="794" y="136"/>
                </a:lnTo>
                <a:lnTo>
                  <a:pt x="794" y="135"/>
                </a:lnTo>
                <a:lnTo>
                  <a:pt x="794" y="136"/>
                </a:lnTo>
                <a:lnTo>
                  <a:pt x="795" y="136"/>
                </a:lnTo>
                <a:lnTo>
                  <a:pt x="796" y="136"/>
                </a:lnTo>
                <a:lnTo>
                  <a:pt x="797" y="136"/>
                </a:lnTo>
                <a:lnTo>
                  <a:pt x="797" y="137"/>
                </a:lnTo>
                <a:lnTo>
                  <a:pt x="798" y="137"/>
                </a:lnTo>
                <a:lnTo>
                  <a:pt x="799" y="138"/>
                </a:lnTo>
                <a:lnTo>
                  <a:pt x="800" y="138"/>
                </a:lnTo>
                <a:lnTo>
                  <a:pt x="802" y="138"/>
                </a:lnTo>
                <a:lnTo>
                  <a:pt x="803" y="138"/>
                </a:lnTo>
                <a:lnTo>
                  <a:pt x="804" y="138"/>
                </a:lnTo>
                <a:lnTo>
                  <a:pt x="805" y="138"/>
                </a:lnTo>
                <a:lnTo>
                  <a:pt x="805" y="139"/>
                </a:lnTo>
                <a:lnTo>
                  <a:pt x="806" y="139"/>
                </a:lnTo>
                <a:lnTo>
                  <a:pt x="806" y="140"/>
                </a:lnTo>
                <a:lnTo>
                  <a:pt x="806" y="141"/>
                </a:lnTo>
                <a:lnTo>
                  <a:pt x="805" y="142"/>
                </a:lnTo>
                <a:lnTo>
                  <a:pt x="804" y="142"/>
                </a:lnTo>
                <a:lnTo>
                  <a:pt x="804" y="143"/>
                </a:lnTo>
                <a:lnTo>
                  <a:pt x="804" y="144"/>
                </a:lnTo>
                <a:lnTo>
                  <a:pt x="804" y="145"/>
                </a:lnTo>
                <a:lnTo>
                  <a:pt x="805" y="145"/>
                </a:lnTo>
                <a:lnTo>
                  <a:pt x="805" y="146"/>
                </a:lnTo>
                <a:lnTo>
                  <a:pt x="805" y="147"/>
                </a:lnTo>
                <a:lnTo>
                  <a:pt x="806" y="147"/>
                </a:lnTo>
                <a:lnTo>
                  <a:pt x="807" y="147"/>
                </a:lnTo>
                <a:lnTo>
                  <a:pt x="808" y="147"/>
                </a:lnTo>
                <a:lnTo>
                  <a:pt x="809" y="147"/>
                </a:lnTo>
                <a:lnTo>
                  <a:pt x="810" y="147"/>
                </a:lnTo>
                <a:lnTo>
                  <a:pt x="810" y="146"/>
                </a:lnTo>
                <a:lnTo>
                  <a:pt x="811" y="146"/>
                </a:lnTo>
                <a:lnTo>
                  <a:pt x="812" y="146"/>
                </a:lnTo>
                <a:lnTo>
                  <a:pt x="812" y="145"/>
                </a:lnTo>
                <a:lnTo>
                  <a:pt x="812" y="146"/>
                </a:lnTo>
                <a:lnTo>
                  <a:pt x="813" y="146"/>
                </a:lnTo>
                <a:lnTo>
                  <a:pt x="814" y="146"/>
                </a:lnTo>
                <a:lnTo>
                  <a:pt x="815" y="146"/>
                </a:lnTo>
                <a:lnTo>
                  <a:pt x="815" y="147"/>
                </a:lnTo>
                <a:lnTo>
                  <a:pt x="815" y="148"/>
                </a:lnTo>
                <a:lnTo>
                  <a:pt x="815" y="149"/>
                </a:lnTo>
                <a:lnTo>
                  <a:pt x="816" y="150"/>
                </a:lnTo>
                <a:lnTo>
                  <a:pt x="816" y="151"/>
                </a:lnTo>
                <a:lnTo>
                  <a:pt x="816" y="152"/>
                </a:lnTo>
                <a:lnTo>
                  <a:pt x="816" y="153"/>
                </a:lnTo>
                <a:lnTo>
                  <a:pt x="816" y="154"/>
                </a:lnTo>
                <a:lnTo>
                  <a:pt x="816" y="155"/>
                </a:lnTo>
                <a:lnTo>
                  <a:pt x="815" y="156"/>
                </a:lnTo>
                <a:lnTo>
                  <a:pt x="815" y="157"/>
                </a:lnTo>
                <a:lnTo>
                  <a:pt x="814" y="157"/>
                </a:lnTo>
                <a:lnTo>
                  <a:pt x="813" y="157"/>
                </a:lnTo>
                <a:lnTo>
                  <a:pt x="812" y="157"/>
                </a:lnTo>
                <a:lnTo>
                  <a:pt x="812" y="158"/>
                </a:lnTo>
                <a:lnTo>
                  <a:pt x="811" y="158"/>
                </a:lnTo>
                <a:lnTo>
                  <a:pt x="811" y="159"/>
                </a:lnTo>
                <a:lnTo>
                  <a:pt x="812" y="160"/>
                </a:lnTo>
                <a:lnTo>
                  <a:pt x="812" y="161"/>
                </a:lnTo>
                <a:lnTo>
                  <a:pt x="812" y="162"/>
                </a:lnTo>
                <a:lnTo>
                  <a:pt x="812" y="163"/>
                </a:lnTo>
                <a:lnTo>
                  <a:pt x="812" y="164"/>
                </a:lnTo>
                <a:lnTo>
                  <a:pt x="813" y="165"/>
                </a:lnTo>
                <a:lnTo>
                  <a:pt x="812" y="166"/>
                </a:lnTo>
                <a:lnTo>
                  <a:pt x="811" y="167"/>
                </a:lnTo>
                <a:lnTo>
                  <a:pt x="812" y="167"/>
                </a:lnTo>
                <a:lnTo>
                  <a:pt x="813" y="167"/>
                </a:lnTo>
                <a:lnTo>
                  <a:pt x="814" y="167"/>
                </a:lnTo>
                <a:lnTo>
                  <a:pt x="814" y="168"/>
                </a:lnTo>
                <a:lnTo>
                  <a:pt x="815" y="168"/>
                </a:lnTo>
                <a:lnTo>
                  <a:pt x="816" y="168"/>
                </a:lnTo>
                <a:lnTo>
                  <a:pt x="818" y="168"/>
                </a:lnTo>
                <a:lnTo>
                  <a:pt x="819" y="168"/>
                </a:lnTo>
                <a:lnTo>
                  <a:pt x="820" y="168"/>
                </a:lnTo>
                <a:lnTo>
                  <a:pt x="820" y="169"/>
                </a:lnTo>
                <a:lnTo>
                  <a:pt x="819" y="169"/>
                </a:lnTo>
                <a:lnTo>
                  <a:pt x="818" y="169"/>
                </a:lnTo>
                <a:lnTo>
                  <a:pt x="817" y="169"/>
                </a:lnTo>
                <a:lnTo>
                  <a:pt x="817" y="170"/>
                </a:lnTo>
                <a:lnTo>
                  <a:pt x="816" y="170"/>
                </a:lnTo>
                <a:lnTo>
                  <a:pt x="816" y="171"/>
                </a:lnTo>
                <a:lnTo>
                  <a:pt x="816" y="170"/>
                </a:lnTo>
                <a:lnTo>
                  <a:pt x="815" y="171"/>
                </a:lnTo>
                <a:lnTo>
                  <a:pt x="815" y="172"/>
                </a:lnTo>
                <a:lnTo>
                  <a:pt x="816" y="173"/>
                </a:lnTo>
                <a:lnTo>
                  <a:pt x="817" y="173"/>
                </a:lnTo>
                <a:lnTo>
                  <a:pt x="817" y="174"/>
                </a:lnTo>
                <a:lnTo>
                  <a:pt x="817" y="175"/>
                </a:lnTo>
                <a:lnTo>
                  <a:pt x="817" y="176"/>
                </a:lnTo>
                <a:lnTo>
                  <a:pt x="817" y="177"/>
                </a:lnTo>
                <a:lnTo>
                  <a:pt x="816" y="177"/>
                </a:lnTo>
                <a:lnTo>
                  <a:pt x="817" y="178"/>
                </a:lnTo>
                <a:lnTo>
                  <a:pt x="817" y="179"/>
                </a:lnTo>
                <a:lnTo>
                  <a:pt x="817" y="180"/>
                </a:lnTo>
                <a:lnTo>
                  <a:pt x="817" y="181"/>
                </a:lnTo>
                <a:lnTo>
                  <a:pt x="818" y="181"/>
                </a:lnTo>
                <a:lnTo>
                  <a:pt x="819" y="181"/>
                </a:lnTo>
                <a:lnTo>
                  <a:pt x="819" y="182"/>
                </a:lnTo>
                <a:lnTo>
                  <a:pt x="818" y="182"/>
                </a:lnTo>
                <a:lnTo>
                  <a:pt x="818" y="184"/>
                </a:lnTo>
                <a:lnTo>
                  <a:pt x="818" y="185"/>
                </a:lnTo>
                <a:lnTo>
                  <a:pt x="819" y="186"/>
                </a:lnTo>
                <a:lnTo>
                  <a:pt x="819" y="188"/>
                </a:lnTo>
                <a:lnTo>
                  <a:pt x="819" y="189"/>
                </a:lnTo>
                <a:lnTo>
                  <a:pt x="818" y="189"/>
                </a:lnTo>
                <a:lnTo>
                  <a:pt x="818" y="190"/>
                </a:lnTo>
                <a:lnTo>
                  <a:pt x="817" y="190"/>
                </a:lnTo>
                <a:lnTo>
                  <a:pt x="818" y="190"/>
                </a:lnTo>
                <a:lnTo>
                  <a:pt x="818" y="191"/>
                </a:lnTo>
                <a:lnTo>
                  <a:pt x="818" y="192"/>
                </a:lnTo>
                <a:lnTo>
                  <a:pt x="818" y="193"/>
                </a:lnTo>
                <a:lnTo>
                  <a:pt x="817" y="193"/>
                </a:lnTo>
                <a:lnTo>
                  <a:pt x="817" y="194"/>
                </a:lnTo>
                <a:lnTo>
                  <a:pt x="815" y="195"/>
                </a:lnTo>
                <a:lnTo>
                  <a:pt x="814" y="196"/>
                </a:lnTo>
                <a:lnTo>
                  <a:pt x="812" y="197"/>
                </a:lnTo>
                <a:lnTo>
                  <a:pt x="812" y="198"/>
                </a:lnTo>
                <a:lnTo>
                  <a:pt x="812" y="199"/>
                </a:lnTo>
                <a:lnTo>
                  <a:pt x="812" y="200"/>
                </a:lnTo>
                <a:lnTo>
                  <a:pt x="811" y="200"/>
                </a:lnTo>
                <a:lnTo>
                  <a:pt x="811" y="201"/>
                </a:lnTo>
                <a:lnTo>
                  <a:pt x="812" y="201"/>
                </a:lnTo>
                <a:lnTo>
                  <a:pt x="813" y="201"/>
                </a:lnTo>
                <a:lnTo>
                  <a:pt x="813" y="202"/>
                </a:lnTo>
                <a:lnTo>
                  <a:pt x="813" y="203"/>
                </a:lnTo>
                <a:lnTo>
                  <a:pt x="814" y="203"/>
                </a:lnTo>
                <a:lnTo>
                  <a:pt x="814" y="204"/>
                </a:lnTo>
                <a:lnTo>
                  <a:pt x="813" y="205"/>
                </a:lnTo>
                <a:lnTo>
                  <a:pt x="812" y="207"/>
                </a:lnTo>
                <a:lnTo>
                  <a:pt x="811" y="207"/>
                </a:lnTo>
                <a:lnTo>
                  <a:pt x="811" y="208"/>
                </a:lnTo>
                <a:lnTo>
                  <a:pt x="811" y="209"/>
                </a:lnTo>
                <a:lnTo>
                  <a:pt x="812" y="210"/>
                </a:lnTo>
                <a:lnTo>
                  <a:pt x="811" y="210"/>
                </a:lnTo>
                <a:lnTo>
                  <a:pt x="811" y="211"/>
                </a:lnTo>
                <a:lnTo>
                  <a:pt x="811" y="212"/>
                </a:lnTo>
                <a:lnTo>
                  <a:pt x="810" y="212"/>
                </a:lnTo>
                <a:lnTo>
                  <a:pt x="810" y="213"/>
                </a:lnTo>
                <a:lnTo>
                  <a:pt x="811" y="213"/>
                </a:lnTo>
                <a:lnTo>
                  <a:pt x="811" y="214"/>
                </a:lnTo>
                <a:lnTo>
                  <a:pt x="811" y="215"/>
                </a:lnTo>
                <a:lnTo>
                  <a:pt x="810" y="215"/>
                </a:lnTo>
                <a:lnTo>
                  <a:pt x="810" y="216"/>
                </a:lnTo>
                <a:lnTo>
                  <a:pt x="809" y="217"/>
                </a:lnTo>
                <a:lnTo>
                  <a:pt x="809" y="218"/>
                </a:lnTo>
                <a:lnTo>
                  <a:pt x="808" y="219"/>
                </a:lnTo>
                <a:lnTo>
                  <a:pt x="807" y="219"/>
                </a:lnTo>
                <a:lnTo>
                  <a:pt x="807" y="220"/>
                </a:lnTo>
                <a:lnTo>
                  <a:pt x="807" y="221"/>
                </a:lnTo>
                <a:lnTo>
                  <a:pt x="806" y="221"/>
                </a:lnTo>
                <a:lnTo>
                  <a:pt x="806" y="222"/>
                </a:lnTo>
                <a:lnTo>
                  <a:pt x="805" y="221"/>
                </a:lnTo>
                <a:lnTo>
                  <a:pt x="806" y="220"/>
                </a:lnTo>
                <a:lnTo>
                  <a:pt x="806" y="219"/>
                </a:lnTo>
                <a:lnTo>
                  <a:pt x="805" y="218"/>
                </a:lnTo>
                <a:lnTo>
                  <a:pt x="804" y="218"/>
                </a:lnTo>
                <a:lnTo>
                  <a:pt x="804" y="217"/>
                </a:lnTo>
                <a:lnTo>
                  <a:pt x="803" y="217"/>
                </a:lnTo>
                <a:lnTo>
                  <a:pt x="802" y="217"/>
                </a:lnTo>
                <a:lnTo>
                  <a:pt x="801" y="216"/>
                </a:lnTo>
                <a:lnTo>
                  <a:pt x="799" y="216"/>
                </a:lnTo>
                <a:lnTo>
                  <a:pt x="798" y="216"/>
                </a:lnTo>
                <a:lnTo>
                  <a:pt x="797" y="217"/>
                </a:lnTo>
                <a:lnTo>
                  <a:pt x="796" y="216"/>
                </a:lnTo>
                <a:lnTo>
                  <a:pt x="795" y="216"/>
                </a:lnTo>
                <a:lnTo>
                  <a:pt x="794" y="216"/>
                </a:lnTo>
                <a:lnTo>
                  <a:pt x="792" y="217"/>
                </a:lnTo>
                <a:lnTo>
                  <a:pt x="791" y="217"/>
                </a:lnTo>
                <a:lnTo>
                  <a:pt x="791" y="218"/>
                </a:lnTo>
                <a:lnTo>
                  <a:pt x="791" y="219"/>
                </a:lnTo>
                <a:lnTo>
                  <a:pt x="791" y="218"/>
                </a:lnTo>
                <a:lnTo>
                  <a:pt x="790" y="218"/>
                </a:lnTo>
                <a:lnTo>
                  <a:pt x="788" y="220"/>
                </a:lnTo>
                <a:lnTo>
                  <a:pt x="787" y="220"/>
                </a:lnTo>
                <a:lnTo>
                  <a:pt x="786" y="221"/>
                </a:lnTo>
                <a:lnTo>
                  <a:pt x="785" y="222"/>
                </a:lnTo>
                <a:lnTo>
                  <a:pt x="783" y="223"/>
                </a:lnTo>
                <a:lnTo>
                  <a:pt x="782" y="223"/>
                </a:lnTo>
                <a:lnTo>
                  <a:pt x="782" y="224"/>
                </a:lnTo>
                <a:lnTo>
                  <a:pt x="781" y="224"/>
                </a:lnTo>
                <a:lnTo>
                  <a:pt x="780" y="224"/>
                </a:lnTo>
                <a:lnTo>
                  <a:pt x="780" y="225"/>
                </a:lnTo>
                <a:lnTo>
                  <a:pt x="780" y="226"/>
                </a:lnTo>
                <a:lnTo>
                  <a:pt x="778" y="226"/>
                </a:lnTo>
                <a:lnTo>
                  <a:pt x="777" y="227"/>
                </a:lnTo>
                <a:lnTo>
                  <a:pt x="777" y="229"/>
                </a:lnTo>
                <a:lnTo>
                  <a:pt x="776" y="229"/>
                </a:lnTo>
                <a:lnTo>
                  <a:pt x="775" y="229"/>
                </a:lnTo>
                <a:lnTo>
                  <a:pt x="775" y="230"/>
                </a:lnTo>
                <a:lnTo>
                  <a:pt x="774" y="230"/>
                </a:lnTo>
                <a:lnTo>
                  <a:pt x="773" y="230"/>
                </a:lnTo>
                <a:lnTo>
                  <a:pt x="773" y="231"/>
                </a:lnTo>
                <a:lnTo>
                  <a:pt x="772" y="231"/>
                </a:lnTo>
                <a:lnTo>
                  <a:pt x="771" y="230"/>
                </a:lnTo>
                <a:lnTo>
                  <a:pt x="771" y="229"/>
                </a:lnTo>
                <a:lnTo>
                  <a:pt x="771" y="226"/>
                </a:lnTo>
                <a:lnTo>
                  <a:pt x="771" y="225"/>
                </a:lnTo>
                <a:lnTo>
                  <a:pt x="769" y="224"/>
                </a:lnTo>
                <a:lnTo>
                  <a:pt x="768" y="224"/>
                </a:lnTo>
                <a:lnTo>
                  <a:pt x="766" y="224"/>
                </a:lnTo>
                <a:lnTo>
                  <a:pt x="764" y="228"/>
                </a:lnTo>
                <a:lnTo>
                  <a:pt x="763" y="228"/>
                </a:lnTo>
                <a:lnTo>
                  <a:pt x="762" y="228"/>
                </a:lnTo>
                <a:lnTo>
                  <a:pt x="762" y="226"/>
                </a:lnTo>
                <a:lnTo>
                  <a:pt x="760" y="224"/>
                </a:lnTo>
                <a:lnTo>
                  <a:pt x="759" y="225"/>
                </a:lnTo>
                <a:lnTo>
                  <a:pt x="758" y="225"/>
                </a:lnTo>
                <a:lnTo>
                  <a:pt x="757" y="225"/>
                </a:lnTo>
                <a:lnTo>
                  <a:pt x="756" y="225"/>
                </a:lnTo>
                <a:lnTo>
                  <a:pt x="754" y="226"/>
                </a:lnTo>
                <a:lnTo>
                  <a:pt x="752" y="228"/>
                </a:lnTo>
                <a:lnTo>
                  <a:pt x="751" y="228"/>
                </a:lnTo>
                <a:lnTo>
                  <a:pt x="750" y="227"/>
                </a:lnTo>
                <a:lnTo>
                  <a:pt x="748" y="228"/>
                </a:lnTo>
                <a:lnTo>
                  <a:pt x="746" y="229"/>
                </a:lnTo>
                <a:lnTo>
                  <a:pt x="745" y="229"/>
                </a:lnTo>
                <a:lnTo>
                  <a:pt x="743" y="228"/>
                </a:lnTo>
                <a:lnTo>
                  <a:pt x="742" y="226"/>
                </a:lnTo>
                <a:lnTo>
                  <a:pt x="741" y="226"/>
                </a:lnTo>
                <a:lnTo>
                  <a:pt x="740" y="226"/>
                </a:lnTo>
                <a:lnTo>
                  <a:pt x="739" y="226"/>
                </a:lnTo>
                <a:lnTo>
                  <a:pt x="738" y="226"/>
                </a:lnTo>
                <a:lnTo>
                  <a:pt x="738" y="227"/>
                </a:lnTo>
                <a:lnTo>
                  <a:pt x="738" y="226"/>
                </a:lnTo>
                <a:lnTo>
                  <a:pt x="738" y="225"/>
                </a:lnTo>
                <a:lnTo>
                  <a:pt x="737" y="225"/>
                </a:lnTo>
                <a:lnTo>
                  <a:pt x="737" y="224"/>
                </a:lnTo>
                <a:lnTo>
                  <a:pt x="735" y="220"/>
                </a:lnTo>
                <a:lnTo>
                  <a:pt x="735" y="219"/>
                </a:lnTo>
                <a:lnTo>
                  <a:pt x="735" y="218"/>
                </a:lnTo>
                <a:lnTo>
                  <a:pt x="734" y="218"/>
                </a:lnTo>
                <a:lnTo>
                  <a:pt x="733" y="218"/>
                </a:lnTo>
                <a:lnTo>
                  <a:pt x="733" y="217"/>
                </a:lnTo>
                <a:lnTo>
                  <a:pt x="734" y="216"/>
                </a:lnTo>
                <a:lnTo>
                  <a:pt x="733" y="216"/>
                </a:lnTo>
                <a:lnTo>
                  <a:pt x="732" y="216"/>
                </a:lnTo>
                <a:lnTo>
                  <a:pt x="730" y="216"/>
                </a:lnTo>
                <a:lnTo>
                  <a:pt x="727" y="215"/>
                </a:lnTo>
                <a:lnTo>
                  <a:pt x="727" y="214"/>
                </a:lnTo>
                <a:lnTo>
                  <a:pt x="726" y="214"/>
                </a:lnTo>
                <a:lnTo>
                  <a:pt x="725" y="214"/>
                </a:lnTo>
                <a:lnTo>
                  <a:pt x="725" y="213"/>
                </a:lnTo>
                <a:lnTo>
                  <a:pt x="724" y="213"/>
                </a:lnTo>
                <a:lnTo>
                  <a:pt x="724" y="212"/>
                </a:lnTo>
                <a:lnTo>
                  <a:pt x="724" y="211"/>
                </a:lnTo>
                <a:lnTo>
                  <a:pt x="723" y="211"/>
                </a:lnTo>
                <a:lnTo>
                  <a:pt x="722" y="211"/>
                </a:lnTo>
                <a:lnTo>
                  <a:pt x="721" y="210"/>
                </a:lnTo>
                <a:lnTo>
                  <a:pt x="720" y="211"/>
                </a:lnTo>
                <a:lnTo>
                  <a:pt x="719" y="210"/>
                </a:lnTo>
                <a:lnTo>
                  <a:pt x="718" y="210"/>
                </a:lnTo>
                <a:lnTo>
                  <a:pt x="717" y="211"/>
                </a:lnTo>
                <a:lnTo>
                  <a:pt x="717" y="212"/>
                </a:lnTo>
                <a:lnTo>
                  <a:pt x="717" y="213"/>
                </a:lnTo>
                <a:lnTo>
                  <a:pt x="717" y="214"/>
                </a:lnTo>
                <a:lnTo>
                  <a:pt x="715" y="217"/>
                </a:lnTo>
                <a:lnTo>
                  <a:pt x="714" y="217"/>
                </a:lnTo>
                <a:lnTo>
                  <a:pt x="714" y="218"/>
                </a:lnTo>
                <a:lnTo>
                  <a:pt x="713" y="218"/>
                </a:lnTo>
                <a:lnTo>
                  <a:pt x="713" y="219"/>
                </a:lnTo>
                <a:lnTo>
                  <a:pt x="712" y="221"/>
                </a:lnTo>
                <a:lnTo>
                  <a:pt x="710" y="223"/>
                </a:lnTo>
                <a:lnTo>
                  <a:pt x="709" y="223"/>
                </a:lnTo>
                <a:lnTo>
                  <a:pt x="709" y="224"/>
                </a:lnTo>
                <a:lnTo>
                  <a:pt x="708" y="225"/>
                </a:lnTo>
                <a:lnTo>
                  <a:pt x="707" y="226"/>
                </a:lnTo>
                <a:lnTo>
                  <a:pt x="707" y="227"/>
                </a:lnTo>
                <a:lnTo>
                  <a:pt x="708" y="229"/>
                </a:lnTo>
                <a:lnTo>
                  <a:pt x="708" y="230"/>
                </a:lnTo>
                <a:lnTo>
                  <a:pt x="707" y="231"/>
                </a:lnTo>
                <a:lnTo>
                  <a:pt x="706" y="231"/>
                </a:lnTo>
                <a:lnTo>
                  <a:pt x="705" y="231"/>
                </a:lnTo>
                <a:lnTo>
                  <a:pt x="704" y="230"/>
                </a:lnTo>
                <a:lnTo>
                  <a:pt x="704" y="231"/>
                </a:lnTo>
                <a:lnTo>
                  <a:pt x="704" y="232"/>
                </a:lnTo>
                <a:lnTo>
                  <a:pt x="703" y="232"/>
                </a:lnTo>
                <a:lnTo>
                  <a:pt x="702" y="231"/>
                </a:lnTo>
                <a:lnTo>
                  <a:pt x="701" y="231"/>
                </a:lnTo>
                <a:lnTo>
                  <a:pt x="701" y="233"/>
                </a:lnTo>
                <a:lnTo>
                  <a:pt x="700" y="233"/>
                </a:lnTo>
                <a:lnTo>
                  <a:pt x="700" y="234"/>
                </a:lnTo>
                <a:lnTo>
                  <a:pt x="698" y="233"/>
                </a:lnTo>
                <a:lnTo>
                  <a:pt x="697" y="232"/>
                </a:lnTo>
                <a:lnTo>
                  <a:pt x="696" y="231"/>
                </a:lnTo>
                <a:lnTo>
                  <a:pt x="696" y="230"/>
                </a:lnTo>
                <a:lnTo>
                  <a:pt x="695" y="229"/>
                </a:lnTo>
                <a:lnTo>
                  <a:pt x="695" y="228"/>
                </a:lnTo>
                <a:lnTo>
                  <a:pt x="695" y="227"/>
                </a:lnTo>
                <a:lnTo>
                  <a:pt x="694" y="226"/>
                </a:lnTo>
                <a:lnTo>
                  <a:pt x="693" y="225"/>
                </a:lnTo>
                <a:lnTo>
                  <a:pt x="692" y="225"/>
                </a:lnTo>
                <a:lnTo>
                  <a:pt x="692" y="226"/>
                </a:lnTo>
                <a:lnTo>
                  <a:pt x="691" y="226"/>
                </a:lnTo>
                <a:lnTo>
                  <a:pt x="690" y="226"/>
                </a:lnTo>
                <a:lnTo>
                  <a:pt x="690" y="225"/>
                </a:lnTo>
                <a:lnTo>
                  <a:pt x="689" y="225"/>
                </a:lnTo>
                <a:lnTo>
                  <a:pt x="688" y="224"/>
                </a:lnTo>
                <a:lnTo>
                  <a:pt x="687" y="223"/>
                </a:lnTo>
                <a:lnTo>
                  <a:pt x="686" y="223"/>
                </a:lnTo>
                <a:lnTo>
                  <a:pt x="685" y="222"/>
                </a:lnTo>
                <a:lnTo>
                  <a:pt x="684" y="222"/>
                </a:lnTo>
                <a:lnTo>
                  <a:pt x="684" y="221"/>
                </a:lnTo>
                <a:lnTo>
                  <a:pt x="683" y="221"/>
                </a:lnTo>
                <a:lnTo>
                  <a:pt x="683" y="220"/>
                </a:lnTo>
                <a:lnTo>
                  <a:pt x="683" y="219"/>
                </a:lnTo>
                <a:lnTo>
                  <a:pt x="683" y="217"/>
                </a:lnTo>
                <a:lnTo>
                  <a:pt x="683" y="216"/>
                </a:lnTo>
                <a:lnTo>
                  <a:pt x="683" y="215"/>
                </a:lnTo>
                <a:lnTo>
                  <a:pt x="683" y="214"/>
                </a:lnTo>
                <a:lnTo>
                  <a:pt x="682" y="214"/>
                </a:lnTo>
                <a:lnTo>
                  <a:pt x="681" y="215"/>
                </a:lnTo>
                <a:lnTo>
                  <a:pt x="680" y="216"/>
                </a:lnTo>
                <a:lnTo>
                  <a:pt x="679" y="216"/>
                </a:lnTo>
                <a:lnTo>
                  <a:pt x="679" y="215"/>
                </a:lnTo>
                <a:lnTo>
                  <a:pt x="678" y="215"/>
                </a:lnTo>
                <a:lnTo>
                  <a:pt x="677" y="215"/>
                </a:lnTo>
                <a:lnTo>
                  <a:pt x="676" y="215"/>
                </a:lnTo>
                <a:lnTo>
                  <a:pt x="677" y="214"/>
                </a:lnTo>
                <a:lnTo>
                  <a:pt x="676" y="214"/>
                </a:lnTo>
                <a:lnTo>
                  <a:pt x="675" y="214"/>
                </a:lnTo>
                <a:lnTo>
                  <a:pt x="675" y="213"/>
                </a:lnTo>
                <a:lnTo>
                  <a:pt x="674" y="213"/>
                </a:lnTo>
                <a:lnTo>
                  <a:pt x="674" y="212"/>
                </a:lnTo>
                <a:lnTo>
                  <a:pt x="674" y="213"/>
                </a:lnTo>
                <a:lnTo>
                  <a:pt x="674" y="214"/>
                </a:lnTo>
                <a:lnTo>
                  <a:pt x="674" y="215"/>
                </a:lnTo>
                <a:lnTo>
                  <a:pt x="673" y="215"/>
                </a:lnTo>
                <a:lnTo>
                  <a:pt x="674" y="215"/>
                </a:lnTo>
                <a:lnTo>
                  <a:pt x="673" y="215"/>
                </a:lnTo>
                <a:lnTo>
                  <a:pt x="674" y="216"/>
                </a:lnTo>
                <a:lnTo>
                  <a:pt x="673" y="216"/>
                </a:lnTo>
                <a:lnTo>
                  <a:pt x="673" y="217"/>
                </a:lnTo>
                <a:lnTo>
                  <a:pt x="673" y="218"/>
                </a:lnTo>
                <a:lnTo>
                  <a:pt x="672" y="218"/>
                </a:lnTo>
                <a:lnTo>
                  <a:pt x="672" y="219"/>
                </a:lnTo>
                <a:lnTo>
                  <a:pt x="671" y="219"/>
                </a:lnTo>
                <a:lnTo>
                  <a:pt x="671" y="220"/>
                </a:lnTo>
                <a:lnTo>
                  <a:pt x="671" y="221"/>
                </a:lnTo>
                <a:lnTo>
                  <a:pt x="671" y="224"/>
                </a:lnTo>
                <a:lnTo>
                  <a:pt x="671" y="225"/>
                </a:lnTo>
                <a:lnTo>
                  <a:pt x="670" y="225"/>
                </a:lnTo>
                <a:lnTo>
                  <a:pt x="669" y="225"/>
                </a:lnTo>
                <a:lnTo>
                  <a:pt x="669" y="226"/>
                </a:lnTo>
                <a:lnTo>
                  <a:pt x="668" y="226"/>
                </a:lnTo>
                <a:lnTo>
                  <a:pt x="668" y="227"/>
                </a:lnTo>
                <a:lnTo>
                  <a:pt x="668" y="228"/>
                </a:lnTo>
                <a:lnTo>
                  <a:pt x="667" y="229"/>
                </a:lnTo>
                <a:lnTo>
                  <a:pt x="667" y="230"/>
                </a:lnTo>
                <a:lnTo>
                  <a:pt x="667" y="231"/>
                </a:lnTo>
                <a:lnTo>
                  <a:pt x="666" y="231"/>
                </a:lnTo>
                <a:lnTo>
                  <a:pt x="665" y="231"/>
                </a:lnTo>
                <a:lnTo>
                  <a:pt x="665" y="232"/>
                </a:lnTo>
                <a:lnTo>
                  <a:pt x="664" y="233"/>
                </a:lnTo>
                <a:lnTo>
                  <a:pt x="664" y="234"/>
                </a:lnTo>
                <a:lnTo>
                  <a:pt x="663" y="234"/>
                </a:lnTo>
                <a:lnTo>
                  <a:pt x="661" y="234"/>
                </a:lnTo>
                <a:lnTo>
                  <a:pt x="660" y="234"/>
                </a:lnTo>
                <a:lnTo>
                  <a:pt x="660" y="236"/>
                </a:lnTo>
                <a:lnTo>
                  <a:pt x="659" y="236"/>
                </a:lnTo>
                <a:lnTo>
                  <a:pt x="659" y="235"/>
                </a:lnTo>
                <a:lnTo>
                  <a:pt x="659" y="236"/>
                </a:lnTo>
                <a:lnTo>
                  <a:pt x="659" y="237"/>
                </a:lnTo>
                <a:lnTo>
                  <a:pt x="658" y="237"/>
                </a:lnTo>
                <a:lnTo>
                  <a:pt x="658" y="238"/>
                </a:lnTo>
                <a:lnTo>
                  <a:pt x="657" y="239"/>
                </a:lnTo>
                <a:lnTo>
                  <a:pt x="657" y="240"/>
                </a:lnTo>
                <a:lnTo>
                  <a:pt x="656" y="240"/>
                </a:lnTo>
                <a:lnTo>
                  <a:pt x="655" y="240"/>
                </a:lnTo>
                <a:lnTo>
                  <a:pt x="655" y="241"/>
                </a:lnTo>
                <a:lnTo>
                  <a:pt x="655" y="242"/>
                </a:lnTo>
                <a:lnTo>
                  <a:pt x="654" y="242"/>
                </a:lnTo>
                <a:lnTo>
                  <a:pt x="654" y="243"/>
                </a:lnTo>
                <a:lnTo>
                  <a:pt x="654" y="244"/>
                </a:lnTo>
                <a:lnTo>
                  <a:pt x="653" y="244"/>
                </a:lnTo>
                <a:lnTo>
                  <a:pt x="653" y="245"/>
                </a:lnTo>
                <a:lnTo>
                  <a:pt x="652" y="245"/>
                </a:lnTo>
                <a:lnTo>
                  <a:pt x="652" y="246"/>
                </a:lnTo>
                <a:lnTo>
                  <a:pt x="652" y="247"/>
                </a:lnTo>
                <a:lnTo>
                  <a:pt x="651" y="247"/>
                </a:lnTo>
                <a:lnTo>
                  <a:pt x="651" y="246"/>
                </a:lnTo>
                <a:lnTo>
                  <a:pt x="650" y="247"/>
                </a:lnTo>
                <a:lnTo>
                  <a:pt x="651" y="247"/>
                </a:lnTo>
                <a:lnTo>
                  <a:pt x="651" y="248"/>
                </a:lnTo>
                <a:lnTo>
                  <a:pt x="651" y="249"/>
                </a:lnTo>
                <a:lnTo>
                  <a:pt x="650" y="249"/>
                </a:lnTo>
                <a:lnTo>
                  <a:pt x="650" y="250"/>
                </a:lnTo>
                <a:lnTo>
                  <a:pt x="650" y="249"/>
                </a:lnTo>
                <a:lnTo>
                  <a:pt x="650" y="250"/>
                </a:lnTo>
                <a:lnTo>
                  <a:pt x="649" y="250"/>
                </a:lnTo>
                <a:lnTo>
                  <a:pt x="649" y="251"/>
                </a:lnTo>
                <a:lnTo>
                  <a:pt x="649" y="250"/>
                </a:lnTo>
                <a:lnTo>
                  <a:pt x="648" y="250"/>
                </a:lnTo>
                <a:lnTo>
                  <a:pt x="647" y="250"/>
                </a:lnTo>
                <a:lnTo>
                  <a:pt x="646" y="250"/>
                </a:lnTo>
                <a:lnTo>
                  <a:pt x="646" y="251"/>
                </a:lnTo>
                <a:lnTo>
                  <a:pt x="645" y="251"/>
                </a:lnTo>
                <a:lnTo>
                  <a:pt x="644" y="251"/>
                </a:lnTo>
                <a:lnTo>
                  <a:pt x="643" y="251"/>
                </a:lnTo>
                <a:lnTo>
                  <a:pt x="642" y="252"/>
                </a:lnTo>
                <a:lnTo>
                  <a:pt x="642" y="253"/>
                </a:lnTo>
                <a:lnTo>
                  <a:pt x="641" y="254"/>
                </a:lnTo>
                <a:lnTo>
                  <a:pt x="642" y="254"/>
                </a:lnTo>
                <a:lnTo>
                  <a:pt x="643" y="255"/>
                </a:lnTo>
                <a:lnTo>
                  <a:pt x="644" y="255"/>
                </a:lnTo>
                <a:lnTo>
                  <a:pt x="645" y="255"/>
                </a:lnTo>
                <a:lnTo>
                  <a:pt x="645" y="256"/>
                </a:lnTo>
                <a:lnTo>
                  <a:pt x="645" y="257"/>
                </a:lnTo>
                <a:lnTo>
                  <a:pt x="645" y="258"/>
                </a:lnTo>
                <a:lnTo>
                  <a:pt x="644" y="258"/>
                </a:lnTo>
                <a:lnTo>
                  <a:pt x="643" y="257"/>
                </a:lnTo>
                <a:lnTo>
                  <a:pt x="642" y="257"/>
                </a:lnTo>
                <a:lnTo>
                  <a:pt x="641" y="256"/>
                </a:lnTo>
                <a:lnTo>
                  <a:pt x="640" y="257"/>
                </a:lnTo>
                <a:lnTo>
                  <a:pt x="640" y="258"/>
                </a:lnTo>
                <a:lnTo>
                  <a:pt x="639" y="258"/>
                </a:lnTo>
                <a:lnTo>
                  <a:pt x="639" y="259"/>
                </a:lnTo>
                <a:lnTo>
                  <a:pt x="640" y="259"/>
                </a:lnTo>
                <a:lnTo>
                  <a:pt x="640" y="260"/>
                </a:lnTo>
                <a:lnTo>
                  <a:pt x="640" y="261"/>
                </a:lnTo>
                <a:lnTo>
                  <a:pt x="641" y="261"/>
                </a:lnTo>
                <a:lnTo>
                  <a:pt x="642" y="261"/>
                </a:lnTo>
                <a:lnTo>
                  <a:pt x="642" y="262"/>
                </a:lnTo>
                <a:lnTo>
                  <a:pt x="642" y="263"/>
                </a:lnTo>
                <a:lnTo>
                  <a:pt x="642" y="264"/>
                </a:lnTo>
                <a:lnTo>
                  <a:pt x="641" y="264"/>
                </a:lnTo>
                <a:lnTo>
                  <a:pt x="641" y="265"/>
                </a:lnTo>
                <a:lnTo>
                  <a:pt x="642" y="265"/>
                </a:lnTo>
                <a:lnTo>
                  <a:pt x="642" y="264"/>
                </a:lnTo>
                <a:lnTo>
                  <a:pt x="643" y="264"/>
                </a:lnTo>
                <a:lnTo>
                  <a:pt x="644" y="264"/>
                </a:lnTo>
                <a:lnTo>
                  <a:pt x="645" y="263"/>
                </a:lnTo>
                <a:lnTo>
                  <a:pt x="645" y="262"/>
                </a:lnTo>
                <a:lnTo>
                  <a:pt x="645" y="261"/>
                </a:lnTo>
                <a:lnTo>
                  <a:pt x="646" y="261"/>
                </a:lnTo>
                <a:lnTo>
                  <a:pt x="647" y="260"/>
                </a:lnTo>
                <a:lnTo>
                  <a:pt x="647" y="259"/>
                </a:lnTo>
                <a:lnTo>
                  <a:pt x="648" y="259"/>
                </a:lnTo>
                <a:lnTo>
                  <a:pt x="649" y="260"/>
                </a:lnTo>
                <a:lnTo>
                  <a:pt x="650" y="260"/>
                </a:lnTo>
                <a:lnTo>
                  <a:pt x="651" y="260"/>
                </a:lnTo>
                <a:lnTo>
                  <a:pt x="651" y="261"/>
                </a:lnTo>
                <a:lnTo>
                  <a:pt x="652" y="262"/>
                </a:lnTo>
                <a:lnTo>
                  <a:pt x="653" y="263"/>
                </a:lnTo>
                <a:lnTo>
                  <a:pt x="653" y="264"/>
                </a:lnTo>
                <a:lnTo>
                  <a:pt x="653" y="265"/>
                </a:lnTo>
                <a:lnTo>
                  <a:pt x="654" y="266"/>
                </a:lnTo>
                <a:lnTo>
                  <a:pt x="654" y="267"/>
                </a:lnTo>
                <a:lnTo>
                  <a:pt x="655" y="267"/>
                </a:lnTo>
                <a:lnTo>
                  <a:pt x="655" y="268"/>
                </a:lnTo>
                <a:lnTo>
                  <a:pt x="655" y="269"/>
                </a:lnTo>
                <a:lnTo>
                  <a:pt x="655" y="270"/>
                </a:lnTo>
                <a:lnTo>
                  <a:pt x="656" y="271"/>
                </a:lnTo>
                <a:lnTo>
                  <a:pt x="657" y="271"/>
                </a:lnTo>
                <a:lnTo>
                  <a:pt x="658" y="272"/>
                </a:lnTo>
                <a:lnTo>
                  <a:pt x="658" y="273"/>
                </a:lnTo>
                <a:lnTo>
                  <a:pt x="658" y="274"/>
                </a:lnTo>
                <a:lnTo>
                  <a:pt x="657" y="275"/>
                </a:lnTo>
                <a:lnTo>
                  <a:pt x="656" y="275"/>
                </a:lnTo>
                <a:lnTo>
                  <a:pt x="656" y="276"/>
                </a:lnTo>
                <a:lnTo>
                  <a:pt x="656" y="277"/>
                </a:lnTo>
                <a:lnTo>
                  <a:pt x="657" y="278"/>
                </a:lnTo>
                <a:lnTo>
                  <a:pt x="657" y="279"/>
                </a:lnTo>
                <a:lnTo>
                  <a:pt x="657" y="280"/>
                </a:lnTo>
                <a:lnTo>
                  <a:pt x="658" y="280"/>
                </a:lnTo>
                <a:lnTo>
                  <a:pt x="658" y="281"/>
                </a:lnTo>
                <a:lnTo>
                  <a:pt x="657" y="282"/>
                </a:lnTo>
                <a:lnTo>
                  <a:pt x="656" y="282"/>
                </a:lnTo>
                <a:lnTo>
                  <a:pt x="655" y="282"/>
                </a:lnTo>
                <a:lnTo>
                  <a:pt x="654" y="283"/>
                </a:lnTo>
                <a:lnTo>
                  <a:pt x="653" y="283"/>
                </a:lnTo>
                <a:lnTo>
                  <a:pt x="652" y="283"/>
                </a:lnTo>
                <a:lnTo>
                  <a:pt x="652" y="284"/>
                </a:lnTo>
                <a:lnTo>
                  <a:pt x="652" y="285"/>
                </a:lnTo>
                <a:lnTo>
                  <a:pt x="652" y="286"/>
                </a:lnTo>
                <a:lnTo>
                  <a:pt x="651" y="286"/>
                </a:lnTo>
                <a:lnTo>
                  <a:pt x="650" y="286"/>
                </a:lnTo>
                <a:lnTo>
                  <a:pt x="650" y="288"/>
                </a:lnTo>
                <a:lnTo>
                  <a:pt x="650" y="289"/>
                </a:lnTo>
                <a:lnTo>
                  <a:pt x="650" y="290"/>
                </a:lnTo>
                <a:lnTo>
                  <a:pt x="651" y="291"/>
                </a:lnTo>
                <a:lnTo>
                  <a:pt x="651" y="292"/>
                </a:lnTo>
                <a:lnTo>
                  <a:pt x="652" y="292"/>
                </a:lnTo>
                <a:lnTo>
                  <a:pt x="652" y="293"/>
                </a:lnTo>
                <a:lnTo>
                  <a:pt x="652" y="294"/>
                </a:lnTo>
                <a:lnTo>
                  <a:pt x="652" y="295"/>
                </a:lnTo>
                <a:lnTo>
                  <a:pt x="652" y="296"/>
                </a:lnTo>
                <a:lnTo>
                  <a:pt x="653" y="297"/>
                </a:lnTo>
                <a:lnTo>
                  <a:pt x="653" y="298"/>
                </a:lnTo>
                <a:lnTo>
                  <a:pt x="654" y="298"/>
                </a:lnTo>
                <a:lnTo>
                  <a:pt x="655" y="298"/>
                </a:lnTo>
                <a:lnTo>
                  <a:pt x="656" y="297"/>
                </a:lnTo>
                <a:lnTo>
                  <a:pt x="657" y="297"/>
                </a:lnTo>
                <a:lnTo>
                  <a:pt x="657" y="298"/>
                </a:lnTo>
                <a:lnTo>
                  <a:pt x="657" y="299"/>
                </a:lnTo>
                <a:lnTo>
                  <a:pt x="657" y="300"/>
                </a:lnTo>
                <a:lnTo>
                  <a:pt x="657" y="301"/>
                </a:lnTo>
                <a:lnTo>
                  <a:pt x="657" y="302"/>
                </a:lnTo>
                <a:lnTo>
                  <a:pt x="656" y="302"/>
                </a:lnTo>
                <a:lnTo>
                  <a:pt x="656" y="303"/>
                </a:lnTo>
                <a:lnTo>
                  <a:pt x="656" y="305"/>
                </a:lnTo>
                <a:lnTo>
                  <a:pt x="656" y="306"/>
                </a:lnTo>
                <a:lnTo>
                  <a:pt x="656" y="307"/>
                </a:lnTo>
                <a:lnTo>
                  <a:pt x="655" y="309"/>
                </a:lnTo>
                <a:lnTo>
                  <a:pt x="655" y="310"/>
                </a:lnTo>
                <a:lnTo>
                  <a:pt x="655" y="311"/>
                </a:lnTo>
                <a:lnTo>
                  <a:pt x="656" y="311"/>
                </a:lnTo>
                <a:lnTo>
                  <a:pt x="656" y="312"/>
                </a:lnTo>
                <a:lnTo>
                  <a:pt x="657" y="313"/>
                </a:lnTo>
                <a:lnTo>
                  <a:pt x="657" y="314"/>
                </a:lnTo>
                <a:lnTo>
                  <a:pt x="657" y="315"/>
                </a:lnTo>
                <a:lnTo>
                  <a:pt x="656" y="315"/>
                </a:lnTo>
                <a:lnTo>
                  <a:pt x="657" y="316"/>
                </a:lnTo>
                <a:lnTo>
                  <a:pt x="658" y="316"/>
                </a:lnTo>
                <a:lnTo>
                  <a:pt x="658" y="317"/>
                </a:lnTo>
                <a:lnTo>
                  <a:pt x="659" y="317"/>
                </a:lnTo>
                <a:lnTo>
                  <a:pt x="660" y="317"/>
                </a:lnTo>
                <a:lnTo>
                  <a:pt x="661" y="318"/>
                </a:lnTo>
                <a:lnTo>
                  <a:pt x="661" y="319"/>
                </a:lnTo>
                <a:lnTo>
                  <a:pt x="662" y="319"/>
                </a:lnTo>
                <a:lnTo>
                  <a:pt x="662" y="320"/>
                </a:lnTo>
                <a:lnTo>
                  <a:pt x="661" y="320"/>
                </a:lnTo>
                <a:lnTo>
                  <a:pt x="662" y="320"/>
                </a:lnTo>
                <a:lnTo>
                  <a:pt x="662" y="321"/>
                </a:lnTo>
                <a:lnTo>
                  <a:pt x="662" y="322"/>
                </a:lnTo>
                <a:lnTo>
                  <a:pt x="663" y="322"/>
                </a:lnTo>
                <a:lnTo>
                  <a:pt x="664" y="322"/>
                </a:lnTo>
                <a:lnTo>
                  <a:pt x="664" y="321"/>
                </a:lnTo>
                <a:lnTo>
                  <a:pt x="665" y="322"/>
                </a:lnTo>
                <a:lnTo>
                  <a:pt x="665" y="323"/>
                </a:lnTo>
                <a:lnTo>
                  <a:pt x="666" y="323"/>
                </a:lnTo>
                <a:lnTo>
                  <a:pt x="667" y="324"/>
                </a:lnTo>
                <a:lnTo>
                  <a:pt x="668" y="324"/>
                </a:lnTo>
                <a:lnTo>
                  <a:pt x="668" y="323"/>
                </a:lnTo>
                <a:lnTo>
                  <a:pt x="669" y="323"/>
                </a:lnTo>
                <a:lnTo>
                  <a:pt x="670" y="323"/>
                </a:lnTo>
                <a:lnTo>
                  <a:pt x="671" y="324"/>
                </a:lnTo>
                <a:lnTo>
                  <a:pt x="672" y="324"/>
                </a:lnTo>
                <a:lnTo>
                  <a:pt x="673" y="324"/>
                </a:lnTo>
                <a:lnTo>
                  <a:pt x="674" y="323"/>
                </a:lnTo>
                <a:lnTo>
                  <a:pt x="675" y="323"/>
                </a:lnTo>
                <a:lnTo>
                  <a:pt x="676" y="323"/>
                </a:lnTo>
                <a:lnTo>
                  <a:pt x="677" y="323"/>
                </a:lnTo>
                <a:lnTo>
                  <a:pt x="678" y="323"/>
                </a:lnTo>
                <a:lnTo>
                  <a:pt x="679" y="323"/>
                </a:lnTo>
                <a:lnTo>
                  <a:pt x="680" y="323"/>
                </a:lnTo>
                <a:lnTo>
                  <a:pt x="681" y="323"/>
                </a:lnTo>
                <a:lnTo>
                  <a:pt x="682" y="323"/>
                </a:lnTo>
                <a:lnTo>
                  <a:pt x="682" y="324"/>
                </a:lnTo>
                <a:lnTo>
                  <a:pt x="683" y="324"/>
                </a:lnTo>
                <a:lnTo>
                  <a:pt x="684" y="324"/>
                </a:lnTo>
                <a:lnTo>
                  <a:pt x="684" y="323"/>
                </a:lnTo>
                <a:lnTo>
                  <a:pt x="685" y="324"/>
                </a:lnTo>
                <a:lnTo>
                  <a:pt x="686" y="324"/>
                </a:lnTo>
                <a:lnTo>
                  <a:pt x="686" y="325"/>
                </a:lnTo>
                <a:lnTo>
                  <a:pt x="687" y="325"/>
                </a:lnTo>
                <a:lnTo>
                  <a:pt x="687" y="324"/>
                </a:lnTo>
                <a:lnTo>
                  <a:pt x="688" y="324"/>
                </a:lnTo>
                <a:lnTo>
                  <a:pt x="689" y="323"/>
                </a:lnTo>
                <a:lnTo>
                  <a:pt x="689" y="322"/>
                </a:lnTo>
                <a:lnTo>
                  <a:pt x="689" y="321"/>
                </a:lnTo>
                <a:lnTo>
                  <a:pt x="688" y="320"/>
                </a:lnTo>
                <a:lnTo>
                  <a:pt x="688" y="319"/>
                </a:lnTo>
                <a:lnTo>
                  <a:pt x="688" y="318"/>
                </a:lnTo>
                <a:lnTo>
                  <a:pt x="688" y="317"/>
                </a:lnTo>
                <a:lnTo>
                  <a:pt x="689" y="316"/>
                </a:lnTo>
                <a:lnTo>
                  <a:pt x="690" y="316"/>
                </a:lnTo>
                <a:lnTo>
                  <a:pt x="691" y="314"/>
                </a:lnTo>
                <a:lnTo>
                  <a:pt x="691" y="313"/>
                </a:lnTo>
                <a:lnTo>
                  <a:pt x="692" y="313"/>
                </a:lnTo>
                <a:lnTo>
                  <a:pt x="692" y="312"/>
                </a:lnTo>
                <a:lnTo>
                  <a:pt x="693" y="311"/>
                </a:lnTo>
                <a:lnTo>
                  <a:pt x="693" y="310"/>
                </a:lnTo>
                <a:lnTo>
                  <a:pt x="694" y="309"/>
                </a:lnTo>
                <a:lnTo>
                  <a:pt x="695" y="308"/>
                </a:lnTo>
                <a:lnTo>
                  <a:pt x="696" y="308"/>
                </a:lnTo>
                <a:lnTo>
                  <a:pt x="697" y="308"/>
                </a:lnTo>
                <a:lnTo>
                  <a:pt x="698" y="308"/>
                </a:lnTo>
                <a:lnTo>
                  <a:pt x="699" y="309"/>
                </a:lnTo>
                <a:lnTo>
                  <a:pt x="700" y="309"/>
                </a:lnTo>
                <a:lnTo>
                  <a:pt x="701" y="309"/>
                </a:lnTo>
                <a:lnTo>
                  <a:pt x="702" y="310"/>
                </a:lnTo>
                <a:lnTo>
                  <a:pt x="703" y="310"/>
                </a:lnTo>
                <a:lnTo>
                  <a:pt x="704" y="310"/>
                </a:lnTo>
                <a:lnTo>
                  <a:pt x="705" y="311"/>
                </a:lnTo>
                <a:lnTo>
                  <a:pt x="706" y="311"/>
                </a:lnTo>
                <a:lnTo>
                  <a:pt x="706" y="310"/>
                </a:lnTo>
                <a:lnTo>
                  <a:pt x="707" y="310"/>
                </a:lnTo>
                <a:lnTo>
                  <a:pt x="708" y="310"/>
                </a:lnTo>
                <a:lnTo>
                  <a:pt x="708" y="311"/>
                </a:lnTo>
                <a:lnTo>
                  <a:pt x="709" y="311"/>
                </a:lnTo>
                <a:lnTo>
                  <a:pt x="710" y="311"/>
                </a:lnTo>
                <a:lnTo>
                  <a:pt x="710" y="310"/>
                </a:lnTo>
                <a:lnTo>
                  <a:pt x="710" y="309"/>
                </a:lnTo>
                <a:lnTo>
                  <a:pt x="711" y="309"/>
                </a:lnTo>
                <a:lnTo>
                  <a:pt x="712" y="309"/>
                </a:lnTo>
                <a:lnTo>
                  <a:pt x="713" y="310"/>
                </a:lnTo>
                <a:lnTo>
                  <a:pt x="714" y="311"/>
                </a:lnTo>
                <a:lnTo>
                  <a:pt x="714" y="312"/>
                </a:lnTo>
                <a:lnTo>
                  <a:pt x="715" y="312"/>
                </a:lnTo>
                <a:lnTo>
                  <a:pt x="715" y="311"/>
                </a:lnTo>
                <a:lnTo>
                  <a:pt x="716" y="311"/>
                </a:lnTo>
                <a:lnTo>
                  <a:pt x="717" y="311"/>
                </a:lnTo>
                <a:lnTo>
                  <a:pt x="718" y="311"/>
                </a:lnTo>
                <a:lnTo>
                  <a:pt x="719" y="311"/>
                </a:lnTo>
                <a:lnTo>
                  <a:pt x="719" y="310"/>
                </a:lnTo>
                <a:lnTo>
                  <a:pt x="719" y="309"/>
                </a:lnTo>
                <a:lnTo>
                  <a:pt x="720" y="308"/>
                </a:lnTo>
                <a:lnTo>
                  <a:pt x="721" y="308"/>
                </a:lnTo>
                <a:lnTo>
                  <a:pt x="721" y="307"/>
                </a:lnTo>
                <a:lnTo>
                  <a:pt x="722" y="307"/>
                </a:lnTo>
                <a:lnTo>
                  <a:pt x="721" y="306"/>
                </a:lnTo>
                <a:lnTo>
                  <a:pt x="722" y="304"/>
                </a:lnTo>
                <a:lnTo>
                  <a:pt x="723" y="304"/>
                </a:lnTo>
                <a:lnTo>
                  <a:pt x="723" y="303"/>
                </a:lnTo>
                <a:lnTo>
                  <a:pt x="723" y="301"/>
                </a:lnTo>
                <a:lnTo>
                  <a:pt x="723" y="300"/>
                </a:lnTo>
                <a:lnTo>
                  <a:pt x="724" y="300"/>
                </a:lnTo>
                <a:lnTo>
                  <a:pt x="725" y="300"/>
                </a:lnTo>
                <a:lnTo>
                  <a:pt x="726" y="300"/>
                </a:lnTo>
                <a:lnTo>
                  <a:pt x="726" y="301"/>
                </a:lnTo>
                <a:lnTo>
                  <a:pt x="726" y="302"/>
                </a:lnTo>
                <a:lnTo>
                  <a:pt x="727" y="302"/>
                </a:lnTo>
                <a:lnTo>
                  <a:pt x="728" y="303"/>
                </a:lnTo>
                <a:lnTo>
                  <a:pt x="728" y="304"/>
                </a:lnTo>
                <a:lnTo>
                  <a:pt x="728" y="305"/>
                </a:lnTo>
                <a:lnTo>
                  <a:pt x="729" y="305"/>
                </a:lnTo>
                <a:lnTo>
                  <a:pt x="729" y="306"/>
                </a:lnTo>
                <a:lnTo>
                  <a:pt x="730" y="307"/>
                </a:lnTo>
                <a:lnTo>
                  <a:pt x="730" y="308"/>
                </a:lnTo>
                <a:lnTo>
                  <a:pt x="730" y="309"/>
                </a:lnTo>
                <a:lnTo>
                  <a:pt x="730" y="310"/>
                </a:lnTo>
                <a:lnTo>
                  <a:pt x="730" y="312"/>
                </a:lnTo>
                <a:lnTo>
                  <a:pt x="729" y="312"/>
                </a:lnTo>
                <a:lnTo>
                  <a:pt x="730" y="312"/>
                </a:lnTo>
                <a:lnTo>
                  <a:pt x="730" y="313"/>
                </a:lnTo>
                <a:lnTo>
                  <a:pt x="730" y="314"/>
                </a:lnTo>
                <a:lnTo>
                  <a:pt x="731" y="314"/>
                </a:lnTo>
                <a:lnTo>
                  <a:pt x="731" y="315"/>
                </a:lnTo>
                <a:lnTo>
                  <a:pt x="732" y="316"/>
                </a:lnTo>
                <a:lnTo>
                  <a:pt x="733" y="315"/>
                </a:lnTo>
                <a:lnTo>
                  <a:pt x="734" y="315"/>
                </a:lnTo>
                <a:lnTo>
                  <a:pt x="735" y="315"/>
                </a:lnTo>
                <a:lnTo>
                  <a:pt x="737" y="315"/>
                </a:lnTo>
                <a:lnTo>
                  <a:pt x="738" y="315"/>
                </a:lnTo>
                <a:lnTo>
                  <a:pt x="739" y="315"/>
                </a:lnTo>
                <a:lnTo>
                  <a:pt x="740" y="314"/>
                </a:lnTo>
                <a:lnTo>
                  <a:pt x="741" y="315"/>
                </a:lnTo>
                <a:lnTo>
                  <a:pt x="741" y="316"/>
                </a:lnTo>
                <a:lnTo>
                  <a:pt x="742" y="316"/>
                </a:lnTo>
                <a:lnTo>
                  <a:pt x="741" y="317"/>
                </a:lnTo>
                <a:lnTo>
                  <a:pt x="742" y="317"/>
                </a:lnTo>
                <a:lnTo>
                  <a:pt x="742" y="318"/>
                </a:lnTo>
                <a:lnTo>
                  <a:pt x="742" y="319"/>
                </a:lnTo>
                <a:lnTo>
                  <a:pt x="742" y="320"/>
                </a:lnTo>
                <a:lnTo>
                  <a:pt x="741" y="321"/>
                </a:lnTo>
                <a:lnTo>
                  <a:pt x="741" y="322"/>
                </a:lnTo>
                <a:lnTo>
                  <a:pt x="742" y="322"/>
                </a:lnTo>
                <a:lnTo>
                  <a:pt x="744" y="323"/>
                </a:lnTo>
                <a:lnTo>
                  <a:pt x="745" y="323"/>
                </a:lnTo>
                <a:lnTo>
                  <a:pt x="745" y="324"/>
                </a:lnTo>
                <a:lnTo>
                  <a:pt x="746" y="324"/>
                </a:lnTo>
                <a:lnTo>
                  <a:pt x="746" y="325"/>
                </a:lnTo>
                <a:lnTo>
                  <a:pt x="746" y="326"/>
                </a:lnTo>
                <a:lnTo>
                  <a:pt x="747" y="326"/>
                </a:lnTo>
                <a:lnTo>
                  <a:pt x="748" y="327"/>
                </a:lnTo>
                <a:lnTo>
                  <a:pt x="748" y="328"/>
                </a:lnTo>
                <a:lnTo>
                  <a:pt x="748" y="329"/>
                </a:lnTo>
                <a:lnTo>
                  <a:pt x="748" y="330"/>
                </a:lnTo>
                <a:lnTo>
                  <a:pt x="748" y="331"/>
                </a:lnTo>
                <a:lnTo>
                  <a:pt x="749" y="332"/>
                </a:lnTo>
                <a:lnTo>
                  <a:pt x="749" y="333"/>
                </a:lnTo>
                <a:lnTo>
                  <a:pt x="750" y="333"/>
                </a:lnTo>
                <a:lnTo>
                  <a:pt x="751" y="333"/>
                </a:lnTo>
                <a:lnTo>
                  <a:pt x="751" y="334"/>
                </a:lnTo>
                <a:lnTo>
                  <a:pt x="751" y="335"/>
                </a:lnTo>
                <a:lnTo>
                  <a:pt x="752" y="336"/>
                </a:lnTo>
                <a:lnTo>
                  <a:pt x="751" y="337"/>
                </a:lnTo>
                <a:lnTo>
                  <a:pt x="751" y="338"/>
                </a:lnTo>
                <a:lnTo>
                  <a:pt x="752" y="339"/>
                </a:lnTo>
                <a:lnTo>
                  <a:pt x="753" y="340"/>
                </a:lnTo>
                <a:lnTo>
                  <a:pt x="753" y="341"/>
                </a:lnTo>
                <a:lnTo>
                  <a:pt x="753" y="342"/>
                </a:lnTo>
                <a:lnTo>
                  <a:pt x="752" y="342"/>
                </a:lnTo>
                <a:lnTo>
                  <a:pt x="752" y="341"/>
                </a:lnTo>
                <a:lnTo>
                  <a:pt x="751" y="342"/>
                </a:lnTo>
                <a:lnTo>
                  <a:pt x="750" y="343"/>
                </a:lnTo>
                <a:lnTo>
                  <a:pt x="750" y="344"/>
                </a:lnTo>
                <a:lnTo>
                  <a:pt x="751" y="344"/>
                </a:lnTo>
                <a:lnTo>
                  <a:pt x="751" y="345"/>
                </a:lnTo>
                <a:lnTo>
                  <a:pt x="750" y="345"/>
                </a:lnTo>
                <a:lnTo>
                  <a:pt x="749" y="345"/>
                </a:lnTo>
                <a:lnTo>
                  <a:pt x="748" y="346"/>
                </a:lnTo>
                <a:lnTo>
                  <a:pt x="747" y="346"/>
                </a:lnTo>
                <a:lnTo>
                  <a:pt x="746" y="346"/>
                </a:lnTo>
                <a:lnTo>
                  <a:pt x="746" y="347"/>
                </a:lnTo>
                <a:lnTo>
                  <a:pt x="744" y="347"/>
                </a:lnTo>
                <a:lnTo>
                  <a:pt x="743" y="349"/>
                </a:lnTo>
                <a:lnTo>
                  <a:pt x="742" y="349"/>
                </a:lnTo>
                <a:lnTo>
                  <a:pt x="742" y="350"/>
                </a:lnTo>
                <a:lnTo>
                  <a:pt x="741" y="351"/>
                </a:lnTo>
                <a:lnTo>
                  <a:pt x="741" y="352"/>
                </a:lnTo>
                <a:lnTo>
                  <a:pt x="740" y="352"/>
                </a:lnTo>
                <a:lnTo>
                  <a:pt x="739" y="353"/>
                </a:lnTo>
                <a:lnTo>
                  <a:pt x="739" y="354"/>
                </a:lnTo>
                <a:lnTo>
                  <a:pt x="738" y="355"/>
                </a:lnTo>
                <a:lnTo>
                  <a:pt x="738" y="356"/>
                </a:lnTo>
                <a:lnTo>
                  <a:pt x="739" y="357"/>
                </a:lnTo>
                <a:lnTo>
                  <a:pt x="739" y="358"/>
                </a:lnTo>
                <a:lnTo>
                  <a:pt x="739" y="359"/>
                </a:lnTo>
                <a:lnTo>
                  <a:pt x="738" y="359"/>
                </a:lnTo>
                <a:lnTo>
                  <a:pt x="738" y="360"/>
                </a:lnTo>
                <a:lnTo>
                  <a:pt x="738" y="361"/>
                </a:lnTo>
                <a:lnTo>
                  <a:pt x="738" y="362"/>
                </a:lnTo>
                <a:lnTo>
                  <a:pt x="737" y="363"/>
                </a:lnTo>
                <a:lnTo>
                  <a:pt x="737" y="364"/>
                </a:lnTo>
                <a:lnTo>
                  <a:pt x="736" y="364"/>
                </a:lnTo>
                <a:lnTo>
                  <a:pt x="736" y="365"/>
                </a:lnTo>
                <a:lnTo>
                  <a:pt x="736" y="366"/>
                </a:lnTo>
                <a:lnTo>
                  <a:pt x="736" y="367"/>
                </a:lnTo>
                <a:lnTo>
                  <a:pt x="736" y="368"/>
                </a:lnTo>
                <a:lnTo>
                  <a:pt x="736" y="369"/>
                </a:lnTo>
                <a:lnTo>
                  <a:pt x="736" y="370"/>
                </a:lnTo>
                <a:lnTo>
                  <a:pt x="737" y="370"/>
                </a:lnTo>
                <a:lnTo>
                  <a:pt x="737" y="372"/>
                </a:lnTo>
                <a:lnTo>
                  <a:pt x="737" y="373"/>
                </a:lnTo>
                <a:lnTo>
                  <a:pt x="736" y="374"/>
                </a:lnTo>
                <a:lnTo>
                  <a:pt x="736" y="375"/>
                </a:lnTo>
                <a:lnTo>
                  <a:pt x="735" y="375"/>
                </a:lnTo>
                <a:lnTo>
                  <a:pt x="734" y="375"/>
                </a:lnTo>
                <a:lnTo>
                  <a:pt x="734" y="376"/>
                </a:lnTo>
                <a:lnTo>
                  <a:pt x="734" y="377"/>
                </a:lnTo>
                <a:lnTo>
                  <a:pt x="733" y="377"/>
                </a:lnTo>
                <a:lnTo>
                  <a:pt x="733" y="376"/>
                </a:lnTo>
                <a:lnTo>
                  <a:pt x="732" y="376"/>
                </a:lnTo>
                <a:lnTo>
                  <a:pt x="731" y="375"/>
                </a:lnTo>
                <a:lnTo>
                  <a:pt x="730" y="375"/>
                </a:lnTo>
                <a:lnTo>
                  <a:pt x="729" y="375"/>
                </a:lnTo>
                <a:lnTo>
                  <a:pt x="729" y="376"/>
                </a:lnTo>
                <a:lnTo>
                  <a:pt x="730" y="377"/>
                </a:lnTo>
                <a:lnTo>
                  <a:pt x="731" y="378"/>
                </a:lnTo>
                <a:lnTo>
                  <a:pt x="731" y="379"/>
                </a:lnTo>
                <a:lnTo>
                  <a:pt x="731" y="381"/>
                </a:lnTo>
                <a:lnTo>
                  <a:pt x="730" y="381"/>
                </a:lnTo>
                <a:lnTo>
                  <a:pt x="730" y="382"/>
                </a:lnTo>
                <a:lnTo>
                  <a:pt x="730" y="383"/>
                </a:lnTo>
                <a:lnTo>
                  <a:pt x="731" y="384"/>
                </a:lnTo>
                <a:lnTo>
                  <a:pt x="730" y="384"/>
                </a:lnTo>
                <a:lnTo>
                  <a:pt x="730" y="385"/>
                </a:lnTo>
                <a:lnTo>
                  <a:pt x="730" y="387"/>
                </a:lnTo>
                <a:lnTo>
                  <a:pt x="729" y="388"/>
                </a:lnTo>
                <a:lnTo>
                  <a:pt x="729" y="389"/>
                </a:lnTo>
                <a:lnTo>
                  <a:pt x="728" y="389"/>
                </a:lnTo>
                <a:lnTo>
                  <a:pt x="728" y="390"/>
                </a:lnTo>
                <a:lnTo>
                  <a:pt x="728" y="391"/>
                </a:lnTo>
                <a:lnTo>
                  <a:pt x="728" y="392"/>
                </a:lnTo>
                <a:lnTo>
                  <a:pt x="727" y="392"/>
                </a:lnTo>
                <a:lnTo>
                  <a:pt x="727" y="393"/>
                </a:lnTo>
                <a:lnTo>
                  <a:pt x="727" y="394"/>
                </a:lnTo>
                <a:lnTo>
                  <a:pt x="726" y="395"/>
                </a:lnTo>
                <a:lnTo>
                  <a:pt x="725" y="395"/>
                </a:lnTo>
                <a:lnTo>
                  <a:pt x="725" y="397"/>
                </a:lnTo>
                <a:lnTo>
                  <a:pt x="725" y="398"/>
                </a:lnTo>
                <a:lnTo>
                  <a:pt x="726" y="398"/>
                </a:lnTo>
                <a:lnTo>
                  <a:pt x="727" y="398"/>
                </a:lnTo>
                <a:lnTo>
                  <a:pt x="727" y="399"/>
                </a:lnTo>
                <a:lnTo>
                  <a:pt x="727" y="400"/>
                </a:lnTo>
                <a:lnTo>
                  <a:pt x="728" y="400"/>
                </a:lnTo>
                <a:lnTo>
                  <a:pt x="728" y="401"/>
                </a:lnTo>
                <a:lnTo>
                  <a:pt x="727" y="401"/>
                </a:lnTo>
                <a:lnTo>
                  <a:pt x="727" y="402"/>
                </a:lnTo>
                <a:lnTo>
                  <a:pt x="726" y="402"/>
                </a:lnTo>
                <a:lnTo>
                  <a:pt x="726" y="403"/>
                </a:lnTo>
                <a:lnTo>
                  <a:pt x="726" y="404"/>
                </a:lnTo>
                <a:lnTo>
                  <a:pt x="726" y="405"/>
                </a:lnTo>
                <a:lnTo>
                  <a:pt x="726" y="406"/>
                </a:lnTo>
                <a:lnTo>
                  <a:pt x="726" y="407"/>
                </a:lnTo>
                <a:lnTo>
                  <a:pt x="725" y="407"/>
                </a:lnTo>
                <a:lnTo>
                  <a:pt x="725" y="408"/>
                </a:lnTo>
                <a:lnTo>
                  <a:pt x="725" y="409"/>
                </a:lnTo>
                <a:lnTo>
                  <a:pt x="724" y="409"/>
                </a:lnTo>
                <a:lnTo>
                  <a:pt x="723" y="409"/>
                </a:lnTo>
                <a:lnTo>
                  <a:pt x="723" y="410"/>
                </a:lnTo>
                <a:lnTo>
                  <a:pt x="724" y="410"/>
                </a:lnTo>
                <a:lnTo>
                  <a:pt x="724" y="411"/>
                </a:lnTo>
                <a:lnTo>
                  <a:pt x="723" y="412"/>
                </a:lnTo>
                <a:lnTo>
                  <a:pt x="723" y="413"/>
                </a:lnTo>
                <a:lnTo>
                  <a:pt x="723" y="414"/>
                </a:lnTo>
                <a:lnTo>
                  <a:pt x="722" y="413"/>
                </a:lnTo>
                <a:lnTo>
                  <a:pt x="722" y="414"/>
                </a:lnTo>
                <a:lnTo>
                  <a:pt x="722" y="415"/>
                </a:lnTo>
                <a:lnTo>
                  <a:pt x="722" y="416"/>
                </a:lnTo>
                <a:lnTo>
                  <a:pt x="721" y="416"/>
                </a:lnTo>
                <a:lnTo>
                  <a:pt x="721" y="417"/>
                </a:lnTo>
                <a:lnTo>
                  <a:pt x="720" y="417"/>
                </a:lnTo>
                <a:lnTo>
                  <a:pt x="719" y="417"/>
                </a:lnTo>
                <a:lnTo>
                  <a:pt x="718" y="417"/>
                </a:lnTo>
                <a:lnTo>
                  <a:pt x="718" y="416"/>
                </a:lnTo>
                <a:lnTo>
                  <a:pt x="718" y="415"/>
                </a:lnTo>
                <a:lnTo>
                  <a:pt x="717" y="415"/>
                </a:lnTo>
                <a:lnTo>
                  <a:pt x="716" y="414"/>
                </a:lnTo>
                <a:lnTo>
                  <a:pt x="716" y="413"/>
                </a:lnTo>
                <a:lnTo>
                  <a:pt x="716" y="414"/>
                </a:lnTo>
                <a:lnTo>
                  <a:pt x="715" y="414"/>
                </a:lnTo>
                <a:lnTo>
                  <a:pt x="715" y="415"/>
                </a:lnTo>
                <a:lnTo>
                  <a:pt x="716" y="416"/>
                </a:lnTo>
                <a:lnTo>
                  <a:pt x="716" y="417"/>
                </a:lnTo>
                <a:lnTo>
                  <a:pt x="715" y="417"/>
                </a:lnTo>
                <a:lnTo>
                  <a:pt x="715" y="418"/>
                </a:lnTo>
                <a:lnTo>
                  <a:pt x="715" y="419"/>
                </a:lnTo>
                <a:lnTo>
                  <a:pt x="715" y="420"/>
                </a:lnTo>
                <a:lnTo>
                  <a:pt x="715" y="421"/>
                </a:lnTo>
                <a:lnTo>
                  <a:pt x="715" y="422"/>
                </a:lnTo>
                <a:lnTo>
                  <a:pt x="714" y="424"/>
                </a:lnTo>
                <a:lnTo>
                  <a:pt x="714" y="426"/>
                </a:lnTo>
                <a:lnTo>
                  <a:pt x="714" y="427"/>
                </a:lnTo>
                <a:lnTo>
                  <a:pt x="715" y="428"/>
                </a:lnTo>
                <a:lnTo>
                  <a:pt x="714" y="429"/>
                </a:lnTo>
                <a:lnTo>
                  <a:pt x="715" y="430"/>
                </a:lnTo>
                <a:lnTo>
                  <a:pt x="716" y="430"/>
                </a:lnTo>
                <a:lnTo>
                  <a:pt x="717" y="433"/>
                </a:lnTo>
                <a:lnTo>
                  <a:pt x="718" y="433"/>
                </a:lnTo>
                <a:lnTo>
                  <a:pt x="719" y="433"/>
                </a:lnTo>
                <a:lnTo>
                  <a:pt x="720" y="434"/>
                </a:lnTo>
                <a:lnTo>
                  <a:pt x="720" y="435"/>
                </a:lnTo>
                <a:lnTo>
                  <a:pt x="719" y="435"/>
                </a:lnTo>
                <a:lnTo>
                  <a:pt x="719" y="436"/>
                </a:lnTo>
                <a:lnTo>
                  <a:pt x="720" y="436"/>
                </a:lnTo>
                <a:lnTo>
                  <a:pt x="720" y="435"/>
                </a:lnTo>
                <a:lnTo>
                  <a:pt x="721" y="435"/>
                </a:lnTo>
                <a:lnTo>
                  <a:pt x="721" y="434"/>
                </a:lnTo>
                <a:lnTo>
                  <a:pt x="721" y="435"/>
                </a:lnTo>
                <a:lnTo>
                  <a:pt x="721" y="434"/>
                </a:lnTo>
                <a:lnTo>
                  <a:pt x="722" y="434"/>
                </a:lnTo>
                <a:lnTo>
                  <a:pt x="723" y="434"/>
                </a:lnTo>
                <a:lnTo>
                  <a:pt x="724" y="434"/>
                </a:lnTo>
                <a:lnTo>
                  <a:pt x="725" y="434"/>
                </a:lnTo>
                <a:lnTo>
                  <a:pt x="725" y="435"/>
                </a:lnTo>
                <a:lnTo>
                  <a:pt x="726" y="435"/>
                </a:lnTo>
                <a:lnTo>
                  <a:pt x="726" y="436"/>
                </a:lnTo>
                <a:lnTo>
                  <a:pt x="726" y="437"/>
                </a:lnTo>
                <a:lnTo>
                  <a:pt x="726" y="438"/>
                </a:lnTo>
                <a:lnTo>
                  <a:pt x="727" y="439"/>
                </a:lnTo>
                <a:lnTo>
                  <a:pt x="727" y="440"/>
                </a:lnTo>
                <a:lnTo>
                  <a:pt x="727" y="441"/>
                </a:lnTo>
                <a:lnTo>
                  <a:pt x="727" y="442"/>
                </a:lnTo>
                <a:lnTo>
                  <a:pt x="727" y="443"/>
                </a:lnTo>
                <a:lnTo>
                  <a:pt x="727" y="444"/>
                </a:lnTo>
                <a:lnTo>
                  <a:pt x="726" y="444"/>
                </a:lnTo>
                <a:lnTo>
                  <a:pt x="726" y="445"/>
                </a:lnTo>
                <a:lnTo>
                  <a:pt x="725" y="445"/>
                </a:lnTo>
                <a:lnTo>
                  <a:pt x="725" y="446"/>
                </a:lnTo>
                <a:lnTo>
                  <a:pt x="726" y="446"/>
                </a:lnTo>
                <a:lnTo>
                  <a:pt x="727" y="447"/>
                </a:lnTo>
                <a:lnTo>
                  <a:pt x="727" y="448"/>
                </a:lnTo>
                <a:lnTo>
                  <a:pt x="728" y="448"/>
                </a:lnTo>
                <a:lnTo>
                  <a:pt x="728" y="446"/>
                </a:lnTo>
                <a:lnTo>
                  <a:pt x="729" y="446"/>
                </a:lnTo>
                <a:lnTo>
                  <a:pt x="729" y="445"/>
                </a:lnTo>
                <a:lnTo>
                  <a:pt x="730" y="445"/>
                </a:lnTo>
                <a:lnTo>
                  <a:pt x="731" y="446"/>
                </a:lnTo>
                <a:lnTo>
                  <a:pt x="732" y="446"/>
                </a:lnTo>
                <a:lnTo>
                  <a:pt x="733" y="444"/>
                </a:lnTo>
                <a:lnTo>
                  <a:pt x="734" y="444"/>
                </a:lnTo>
                <a:lnTo>
                  <a:pt x="735" y="443"/>
                </a:lnTo>
                <a:lnTo>
                  <a:pt x="736" y="442"/>
                </a:lnTo>
                <a:lnTo>
                  <a:pt x="737" y="442"/>
                </a:lnTo>
                <a:lnTo>
                  <a:pt x="738" y="442"/>
                </a:lnTo>
                <a:lnTo>
                  <a:pt x="738" y="443"/>
                </a:lnTo>
                <a:lnTo>
                  <a:pt x="739" y="443"/>
                </a:lnTo>
                <a:lnTo>
                  <a:pt x="739" y="442"/>
                </a:lnTo>
                <a:lnTo>
                  <a:pt x="738" y="442"/>
                </a:lnTo>
                <a:lnTo>
                  <a:pt x="739" y="442"/>
                </a:lnTo>
                <a:lnTo>
                  <a:pt x="739" y="441"/>
                </a:lnTo>
                <a:lnTo>
                  <a:pt x="739" y="442"/>
                </a:lnTo>
                <a:lnTo>
                  <a:pt x="740" y="442"/>
                </a:lnTo>
                <a:lnTo>
                  <a:pt x="739" y="442"/>
                </a:lnTo>
                <a:lnTo>
                  <a:pt x="739" y="443"/>
                </a:lnTo>
                <a:lnTo>
                  <a:pt x="740" y="443"/>
                </a:lnTo>
                <a:lnTo>
                  <a:pt x="739" y="445"/>
                </a:lnTo>
                <a:lnTo>
                  <a:pt x="739" y="447"/>
                </a:lnTo>
                <a:lnTo>
                  <a:pt x="739" y="448"/>
                </a:lnTo>
                <a:lnTo>
                  <a:pt x="739" y="449"/>
                </a:lnTo>
                <a:lnTo>
                  <a:pt x="738" y="449"/>
                </a:lnTo>
                <a:lnTo>
                  <a:pt x="738" y="450"/>
                </a:lnTo>
                <a:lnTo>
                  <a:pt x="738" y="451"/>
                </a:lnTo>
                <a:lnTo>
                  <a:pt x="739" y="451"/>
                </a:lnTo>
                <a:lnTo>
                  <a:pt x="739" y="452"/>
                </a:lnTo>
                <a:lnTo>
                  <a:pt x="738" y="452"/>
                </a:lnTo>
                <a:lnTo>
                  <a:pt x="739" y="453"/>
                </a:lnTo>
                <a:lnTo>
                  <a:pt x="739" y="454"/>
                </a:lnTo>
                <a:lnTo>
                  <a:pt x="738" y="454"/>
                </a:lnTo>
                <a:lnTo>
                  <a:pt x="738" y="455"/>
                </a:lnTo>
                <a:lnTo>
                  <a:pt x="738" y="456"/>
                </a:lnTo>
                <a:lnTo>
                  <a:pt x="738" y="457"/>
                </a:lnTo>
                <a:lnTo>
                  <a:pt x="739" y="457"/>
                </a:lnTo>
                <a:lnTo>
                  <a:pt x="740" y="458"/>
                </a:lnTo>
                <a:lnTo>
                  <a:pt x="740" y="457"/>
                </a:lnTo>
                <a:lnTo>
                  <a:pt x="741" y="457"/>
                </a:lnTo>
                <a:lnTo>
                  <a:pt x="741" y="456"/>
                </a:lnTo>
                <a:lnTo>
                  <a:pt x="742" y="456"/>
                </a:lnTo>
                <a:lnTo>
                  <a:pt x="742" y="457"/>
                </a:lnTo>
                <a:lnTo>
                  <a:pt x="743" y="458"/>
                </a:lnTo>
                <a:lnTo>
                  <a:pt x="744" y="458"/>
                </a:lnTo>
                <a:lnTo>
                  <a:pt x="744" y="459"/>
                </a:lnTo>
                <a:lnTo>
                  <a:pt x="744" y="460"/>
                </a:lnTo>
                <a:lnTo>
                  <a:pt x="745" y="460"/>
                </a:lnTo>
                <a:lnTo>
                  <a:pt x="746" y="461"/>
                </a:lnTo>
                <a:lnTo>
                  <a:pt x="748" y="461"/>
                </a:lnTo>
                <a:lnTo>
                  <a:pt x="749" y="461"/>
                </a:lnTo>
                <a:lnTo>
                  <a:pt x="749" y="462"/>
                </a:lnTo>
                <a:lnTo>
                  <a:pt x="749" y="463"/>
                </a:lnTo>
                <a:lnTo>
                  <a:pt x="749" y="464"/>
                </a:lnTo>
                <a:lnTo>
                  <a:pt x="750" y="464"/>
                </a:lnTo>
                <a:lnTo>
                  <a:pt x="749" y="464"/>
                </a:lnTo>
                <a:lnTo>
                  <a:pt x="749" y="465"/>
                </a:lnTo>
                <a:lnTo>
                  <a:pt x="749" y="466"/>
                </a:lnTo>
                <a:lnTo>
                  <a:pt x="749" y="467"/>
                </a:lnTo>
                <a:lnTo>
                  <a:pt x="750" y="468"/>
                </a:lnTo>
                <a:lnTo>
                  <a:pt x="749" y="469"/>
                </a:lnTo>
                <a:lnTo>
                  <a:pt x="748" y="469"/>
                </a:lnTo>
                <a:lnTo>
                  <a:pt x="749" y="469"/>
                </a:lnTo>
                <a:lnTo>
                  <a:pt x="749" y="470"/>
                </a:lnTo>
                <a:lnTo>
                  <a:pt x="750" y="470"/>
                </a:lnTo>
                <a:lnTo>
                  <a:pt x="751" y="470"/>
                </a:lnTo>
                <a:lnTo>
                  <a:pt x="751" y="471"/>
                </a:lnTo>
                <a:lnTo>
                  <a:pt x="752" y="470"/>
                </a:lnTo>
                <a:lnTo>
                  <a:pt x="753" y="470"/>
                </a:lnTo>
                <a:lnTo>
                  <a:pt x="754" y="469"/>
                </a:lnTo>
                <a:lnTo>
                  <a:pt x="755" y="470"/>
                </a:lnTo>
                <a:lnTo>
                  <a:pt x="755" y="469"/>
                </a:lnTo>
                <a:lnTo>
                  <a:pt x="756" y="469"/>
                </a:lnTo>
                <a:lnTo>
                  <a:pt x="756" y="470"/>
                </a:lnTo>
                <a:lnTo>
                  <a:pt x="756" y="471"/>
                </a:lnTo>
                <a:lnTo>
                  <a:pt x="757" y="472"/>
                </a:lnTo>
                <a:lnTo>
                  <a:pt x="758" y="472"/>
                </a:lnTo>
                <a:lnTo>
                  <a:pt x="759" y="472"/>
                </a:lnTo>
                <a:lnTo>
                  <a:pt x="759" y="473"/>
                </a:lnTo>
                <a:lnTo>
                  <a:pt x="760" y="473"/>
                </a:lnTo>
                <a:lnTo>
                  <a:pt x="761" y="473"/>
                </a:lnTo>
                <a:lnTo>
                  <a:pt x="761" y="472"/>
                </a:lnTo>
                <a:lnTo>
                  <a:pt x="762" y="472"/>
                </a:lnTo>
                <a:lnTo>
                  <a:pt x="763" y="472"/>
                </a:lnTo>
                <a:lnTo>
                  <a:pt x="764" y="473"/>
                </a:lnTo>
                <a:lnTo>
                  <a:pt x="764" y="474"/>
                </a:lnTo>
                <a:lnTo>
                  <a:pt x="765" y="475"/>
                </a:lnTo>
                <a:lnTo>
                  <a:pt x="765" y="474"/>
                </a:lnTo>
                <a:lnTo>
                  <a:pt x="766" y="473"/>
                </a:lnTo>
                <a:lnTo>
                  <a:pt x="767" y="473"/>
                </a:lnTo>
                <a:lnTo>
                  <a:pt x="767" y="474"/>
                </a:lnTo>
                <a:lnTo>
                  <a:pt x="768" y="475"/>
                </a:lnTo>
                <a:lnTo>
                  <a:pt x="768" y="476"/>
                </a:lnTo>
                <a:lnTo>
                  <a:pt x="769" y="476"/>
                </a:lnTo>
                <a:lnTo>
                  <a:pt x="768" y="476"/>
                </a:lnTo>
                <a:lnTo>
                  <a:pt x="768" y="477"/>
                </a:lnTo>
                <a:lnTo>
                  <a:pt x="767" y="477"/>
                </a:lnTo>
                <a:lnTo>
                  <a:pt x="766" y="477"/>
                </a:lnTo>
                <a:lnTo>
                  <a:pt x="766" y="478"/>
                </a:lnTo>
                <a:lnTo>
                  <a:pt x="766" y="480"/>
                </a:lnTo>
                <a:lnTo>
                  <a:pt x="767" y="481"/>
                </a:lnTo>
                <a:lnTo>
                  <a:pt x="766" y="481"/>
                </a:lnTo>
                <a:lnTo>
                  <a:pt x="766" y="482"/>
                </a:lnTo>
                <a:lnTo>
                  <a:pt x="767" y="483"/>
                </a:lnTo>
                <a:lnTo>
                  <a:pt x="767" y="484"/>
                </a:lnTo>
                <a:lnTo>
                  <a:pt x="767" y="485"/>
                </a:lnTo>
                <a:lnTo>
                  <a:pt x="766" y="485"/>
                </a:lnTo>
                <a:lnTo>
                  <a:pt x="765" y="485"/>
                </a:lnTo>
                <a:lnTo>
                  <a:pt x="763" y="483"/>
                </a:lnTo>
                <a:lnTo>
                  <a:pt x="762" y="481"/>
                </a:lnTo>
                <a:lnTo>
                  <a:pt x="761" y="480"/>
                </a:lnTo>
                <a:lnTo>
                  <a:pt x="760" y="479"/>
                </a:lnTo>
                <a:lnTo>
                  <a:pt x="758" y="480"/>
                </a:lnTo>
                <a:lnTo>
                  <a:pt x="758" y="481"/>
                </a:lnTo>
                <a:lnTo>
                  <a:pt x="757" y="481"/>
                </a:lnTo>
                <a:lnTo>
                  <a:pt x="757" y="482"/>
                </a:lnTo>
                <a:lnTo>
                  <a:pt x="758" y="482"/>
                </a:lnTo>
                <a:lnTo>
                  <a:pt x="758" y="483"/>
                </a:lnTo>
                <a:lnTo>
                  <a:pt x="758" y="484"/>
                </a:lnTo>
                <a:lnTo>
                  <a:pt x="757" y="485"/>
                </a:lnTo>
                <a:lnTo>
                  <a:pt x="757" y="486"/>
                </a:lnTo>
                <a:lnTo>
                  <a:pt x="757" y="488"/>
                </a:lnTo>
                <a:lnTo>
                  <a:pt x="756" y="488"/>
                </a:lnTo>
                <a:lnTo>
                  <a:pt x="755" y="489"/>
                </a:lnTo>
                <a:lnTo>
                  <a:pt x="755" y="490"/>
                </a:lnTo>
                <a:lnTo>
                  <a:pt x="754" y="490"/>
                </a:lnTo>
                <a:lnTo>
                  <a:pt x="754" y="491"/>
                </a:lnTo>
                <a:lnTo>
                  <a:pt x="754" y="492"/>
                </a:lnTo>
                <a:lnTo>
                  <a:pt x="753" y="493"/>
                </a:lnTo>
                <a:lnTo>
                  <a:pt x="753" y="494"/>
                </a:lnTo>
                <a:lnTo>
                  <a:pt x="753" y="495"/>
                </a:lnTo>
                <a:lnTo>
                  <a:pt x="753" y="496"/>
                </a:lnTo>
                <a:lnTo>
                  <a:pt x="752" y="496"/>
                </a:lnTo>
                <a:lnTo>
                  <a:pt x="751" y="497"/>
                </a:lnTo>
                <a:lnTo>
                  <a:pt x="750" y="497"/>
                </a:lnTo>
                <a:lnTo>
                  <a:pt x="749" y="497"/>
                </a:lnTo>
                <a:lnTo>
                  <a:pt x="748" y="497"/>
                </a:lnTo>
                <a:lnTo>
                  <a:pt x="747" y="497"/>
                </a:lnTo>
                <a:lnTo>
                  <a:pt x="746" y="497"/>
                </a:lnTo>
                <a:lnTo>
                  <a:pt x="746" y="498"/>
                </a:lnTo>
                <a:lnTo>
                  <a:pt x="747" y="498"/>
                </a:lnTo>
                <a:lnTo>
                  <a:pt x="748" y="498"/>
                </a:lnTo>
                <a:lnTo>
                  <a:pt x="749" y="498"/>
                </a:lnTo>
                <a:lnTo>
                  <a:pt x="750" y="497"/>
                </a:lnTo>
                <a:lnTo>
                  <a:pt x="751" y="497"/>
                </a:lnTo>
                <a:lnTo>
                  <a:pt x="752" y="498"/>
                </a:lnTo>
                <a:lnTo>
                  <a:pt x="753" y="498"/>
                </a:lnTo>
                <a:lnTo>
                  <a:pt x="754" y="499"/>
                </a:lnTo>
                <a:lnTo>
                  <a:pt x="755" y="500"/>
                </a:lnTo>
                <a:lnTo>
                  <a:pt x="755" y="501"/>
                </a:lnTo>
                <a:lnTo>
                  <a:pt x="755" y="502"/>
                </a:lnTo>
                <a:lnTo>
                  <a:pt x="755" y="503"/>
                </a:lnTo>
                <a:lnTo>
                  <a:pt x="756" y="503"/>
                </a:lnTo>
                <a:lnTo>
                  <a:pt x="756" y="504"/>
                </a:lnTo>
                <a:lnTo>
                  <a:pt x="756" y="505"/>
                </a:lnTo>
                <a:lnTo>
                  <a:pt x="755" y="505"/>
                </a:lnTo>
                <a:lnTo>
                  <a:pt x="754" y="506"/>
                </a:lnTo>
                <a:lnTo>
                  <a:pt x="753" y="506"/>
                </a:lnTo>
                <a:lnTo>
                  <a:pt x="753" y="507"/>
                </a:lnTo>
                <a:lnTo>
                  <a:pt x="754" y="507"/>
                </a:lnTo>
                <a:lnTo>
                  <a:pt x="753" y="508"/>
                </a:lnTo>
                <a:lnTo>
                  <a:pt x="752" y="508"/>
                </a:lnTo>
                <a:lnTo>
                  <a:pt x="751" y="509"/>
                </a:lnTo>
                <a:lnTo>
                  <a:pt x="751" y="510"/>
                </a:lnTo>
                <a:lnTo>
                  <a:pt x="751" y="511"/>
                </a:lnTo>
                <a:lnTo>
                  <a:pt x="750" y="512"/>
                </a:lnTo>
                <a:lnTo>
                  <a:pt x="749" y="513"/>
                </a:lnTo>
                <a:lnTo>
                  <a:pt x="749" y="514"/>
                </a:lnTo>
                <a:lnTo>
                  <a:pt x="748" y="514"/>
                </a:lnTo>
                <a:lnTo>
                  <a:pt x="748" y="515"/>
                </a:lnTo>
                <a:lnTo>
                  <a:pt x="748" y="516"/>
                </a:lnTo>
                <a:lnTo>
                  <a:pt x="747" y="517"/>
                </a:lnTo>
                <a:lnTo>
                  <a:pt x="746" y="517"/>
                </a:lnTo>
                <a:lnTo>
                  <a:pt x="745" y="517"/>
                </a:lnTo>
                <a:lnTo>
                  <a:pt x="745" y="518"/>
                </a:lnTo>
                <a:lnTo>
                  <a:pt x="744" y="518"/>
                </a:lnTo>
                <a:lnTo>
                  <a:pt x="743" y="520"/>
                </a:lnTo>
                <a:lnTo>
                  <a:pt x="742" y="521"/>
                </a:lnTo>
                <a:lnTo>
                  <a:pt x="742" y="522"/>
                </a:lnTo>
                <a:lnTo>
                  <a:pt x="741" y="523"/>
                </a:lnTo>
                <a:lnTo>
                  <a:pt x="740" y="524"/>
                </a:lnTo>
                <a:lnTo>
                  <a:pt x="739" y="525"/>
                </a:lnTo>
                <a:lnTo>
                  <a:pt x="739" y="526"/>
                </a:lnTo>
                <a:lnTo>
                  <a:pt x="738" y="527"/>
                </a:lnTo>
                <a:lnTo>
                  <a:pt x="738" y="528"/>
                </a:lnTo>
                <a:lnTo>
                  <a:pt x="738" y="529"/>
                </a:lnTo>
                <a:lnTo>
                  <a:pt x="738" y="530"/>
                </a:lnTo>
                <a:lnTo>
                  <a:pt x="739" y="531"/>
                </a:lnTo>
                <a:lnTo>
                  <a:pt x="738" y="532"/>
                </a:lnTo>
                <a:lnTo>
                  <a:pt x="738" y="533"/>
                </a:lnTo>
                <a:lnTo>
                  <a:pt x="738" y="534"/>
                </a:lnTo>
                <a:lnTo>
                  <a:pt x="737" y="535"/>
                </a:lnTo>
                <a:lnTo>
                  <a:pt x="737" y="536"/>
                </a:lnTo>
                <a:lnTo>
                  <a:pt x="737" y="537"/>
                </a:lnTo>
                <a:lnTo>
                  <a:pt x="736" y="537"/>
                </a:lnTo>
                <a:lnTo>
                  <a:pt x="736" y="538"/>
                </a:lnTo>
                <a:lnTo>
                  <a:pt x="735" y="539"/>
                </a:lnTo>
                <a:lnTo>
                  <a:pt x="735" y="540"/>
                </a:lnTo>
                <a:lnTo>
                  <a:pt x="735" y="541"/>
                </a:lnTo>
                <a:lnTo>
                  <a:pt x="734" y="542"/>
                </a:lnTo>
                <a:lnTo>
                  <a:pt x="734" y="544"/>
                </a:lnTo>
                <a:lnTo>
                  <a:pt x="733" y="547"/>
                </a:lnTo>
                <a:lnTo>
                  <a:pt x="732" y="547"/>
                </a:lnTo>
                <a:lnTo>
                  <a:pt x="731" y="547"/>
                </a:lnTo>
                <a:lnTo>
                  <a:pt x="731" y="548"/>
                </a:lnTo>
                <a:lnTo>
                  <a:pt x="730" y="548"/>
                </a:lnTo>
                <a:lnTo>
                  <a:pt x="729" y="548"/>
                </a:lnTo>
                <a:lnTo>
                  <a:pt x="728" y="548"/>
                </a:lnTo>
                <a:lnTo>
                  <a:pt x="728" y="549"/>
                </a:lnTo>
                <a:lnTo>
                  <a:pt x="729" y="549"/>
                </a:lnTo>
                <a:lnTo>
                  <a:pt x="730" y="549"/>
                </a:lnTo>
                <a:lnTo>
                  <a:pt x="731" y="549"/>
                </a:lnTo>
                <a:lnTo>
                  <a:pt x="731" y="548"/>
                </a:lnTo>
                <a:lnTo>
                  <a:pt x="732" y="548"/>
                </a:lnTo>
                <a:lnTo>
                  <a:pt x="733" y="549"/>
                </a:lnTo>
                <a:lnTo>
                  <a:pt x="734" y="550"/>
                </a:lnTo>
                <a:lnTo>
                  <a:pt x="734" y="551"/>
                </a:lnTo>
                <a:lnTo>
                  <a:pt x="734" y="552"/>
                </a:lnTo>
                <a:lnTo>
                  <a:pt x="734" y="554"/>
                </a:lnTo>
                <a:lnTo>
                  <a:pt x="734" y="555"/>
                </a:lnTo>
                <a:lnTo>
                  <a:pt x="735" y="555"/>
                </a:lnTo>
                <a:lnTo>
                  <a:pt x="735" y="556"/>
                </a:lnTo>
                <a:lnTo>
                  <a:pt x="735" y="557"/>
                </a:lnTo>
                <a:lnTo>
                  <a:pt x="735" y="559"/>
                </a:lnTo>
                <a:lnTo>
                  <a:pt x="736" y="559"/>
                </a:lnTo>
                <a:lnTo>
                  <a:pt x="736" y="560"/>
                </a:lnTo>
                <a:lnTo>
                  <a:pt x="736" y="561"/>
                </a:lnTo>
                <a:lnTo>
                  <a:pt x="737" y="561"/>
                </a:lnTo>
                <a:lnTo>
                  <a:pt x="737" y="562"/>
                </a:lnTo>
                <a:lnTo>
                  <a:pt x="737" y="561"/>
                </a:lnTo>
                <a:lnTo>
                  <a:pt x="738" y="562"/>
                </a:lnTo>
                <a:lnTo>
                  <a:pt x="739" y="563"/>
                </a:lnTo>
                <a:lnTo>
                  <a:pt x="739" y="564"/>
                </a:lnTo>
                <a:lnTo>
                  <a:pt x="738" y="564"/>
                </a:lnTo>
                <a:lnTo>
                  <a:pt x="738" y="565"/>
                </a:lnTo>
                <a:lnTo>
                  <a:pt x="739" y="565"/>
                </a:lnTo>
                <a:lnTo>
                  <a:pt x="739" y="566"/>
                </a:lnTo>
                <a:lnTo>
                  <a:pt x="739" y="568"/>
                </a:lnTo>
                <a:lnTo>
                  <a:pt x="740" y="568"/>
                </a:lnTo>
                <a:lnTo>
                  <a:pt x="741" y="568"/>
                </a:lnTo>
                <a:lnTo>
                  <a:pt x="741" y="569"/>
                </a:lnTo>
                <a:lnTo>
                  <a:pt x="741" y="570"/>
                </a:lnTo>
                <a:lnTo>
                  <a:pt x="741" y="571"/>
                </a:lnTo>
                <a:lnTo>
                  <a:pt x="742" y="571"/>
                </a:lnTo>
                <a:lnTo>
                  <a:pt x="742" y="572"/>
                </a:lnTo>
                <a:lnTo>
                  <a:pt x="741" y="572"/>
                </a:lnTo>
                <a:lnTo>
                  <a:pt x="742" y="573"/>
                </a:lnTo>
                <a:lnTo>
                  <a:pt x="742" y="574"/>
                </a:lnTo>
                <a:lnTo>
                  <a:pt x="742" y="575"/>
                </a:lnTo>
                <a:lnTo>
                  <a:pt x="743" y="575"/>
                </a:lnTo>
                <a:lnTo>
                  <a:pt x="744" y="575"/>
                </a:lnTo>
                <a:lnTo>
                  <a:pt x="745" y="575"/>
                </a:lnTo>
                <a:lnTo>
                  <a:pt x="746" y="575"/>
                </a:lnTo>
                <a:lnTo>
                  <a:pt x="747" y="575"/>
                </a:lnTo>
                <a:lnTo>
                  <a:pt x="747" y="576"/>
                </a:lnTo>
                <a:lnTo>
                  <a:pt x="747" y="577"/>
                </a:lnTo>
                <a:lnTo>
                  <a:pt x="747" y="578"/>
                </a:lnTo>
                <a:lnTo>
                  <a:pt x="746" y="578"/>
                </a:lnTo>
                <a:lnTo>
                  <a:pt x="746" y="579"/>
                </a:lnTo>
                <a:lnTo>
                  <a:pt x="746" y="580"/>
                </a:lnTo>
                <a:lnTo>
                  <a:pt x="745" y="580"/>
                </a:lnTo>
                <a:lnTo>
                  <a:pt x="746" y="580"/>
                </a:lnTo>
                <a:lnTo>
                  <a:pt x="747" y="580"/>
                </a:lnTo>
                <a:lnTo>
                  <a:pt x="747" y="581"/>
                </a:lnTo>
                <a:lnTo>
                  <a:pt x="748" y="581"/>
                </a:lnTo>
                <a:lnTo>
                  <a:pt x="749" y="581"/>
                </a:lnTo>
                <a:lnTo>
                  <a:pt x="750" y="581"/>
                </a:lnTo>
                <a:lnTo>
                  <a:pt x="750" y="582"/>
                </a:lnTo>
                <a:lnTo>
                  <a:pt x="750" y="583"/>
                </a:lnTo>
                <a:lnTo>
                  <a:pt x="751" y="583"/>
                </a:lnTo>
                <a:lnTo>
                  <a:pt x="752" y="584"/>
                </a:lnTo>
                <a:lnTo>
                  <a:pt x="752" y="585"/>
                </a:lnTo>
                <a:lnTo>
                  <a:pt x="753" y="585"/>
                </a:lnTo>
                <a:lnTo>
                  <a:pt x="753" y="586"/>
                </a:lnTo>
                <a:lnTo>
                  <a:pt x="754" y="586"/>
                </a:lnTo>
                <a:lnTo>
                  <a:pt x="754" y="587"/>
                </a:lnTo>
                <a:lnTo>
                  <a:pt x="755" y="587"/>
                </a:lnTo>
                <a:lnTo>
                  <a:pt x="756" y="587"/>
                </a:lnTo>
                <a:lnTo>
                  <a:pt x="756" y="586"/>
                </a:lnTo>
                <a:lnTo>
                  <a:pt x="757" y="586"/>
                </a:lnTo>
                <a:lnTo>
                  <a:pt x="757" y="585"/>
                </a:lnTo>
                <a:lnTo>
                  <a:pt x="757" y="584"/>
                </a:lnTo>
                <a:lnTo>
                  <a:pt x="758" y="584"/>
                </a:lnTo>
                <a:lnTo>
                  <a:pt x="757" y="584"/>
                </a:lnTo>
                <a:lnTo>
                  <a:pt x="757" y="583"/>
                </a:lnTo>
                <a:lnTo>
                  <a:pt x="756" y="583"/>
                </a:lnTo>
                <a:lnTo>
                  <a:pt x="756" y="582"/>
                </a:lnTo>
                <a:lnTo>
                  <a:pt x="757" y="582"/>
                </a:lnTo>
                <a:lnTo>
                  <a:pt x="757" y="581"/>
                </a:lnTo>
                <a:lnTo>
                  <a:pt x="757" y="580"/>
                </a:lnTo>
                <a:lnTo>
                  <a:pt x="756" y="580"/>
                </a:lnTo>
                <a:lnTo>
                  <a:pt x="756" y="579"/>
                </a:lnTo>
                <a:lnTo>
                  <a:pt x="756" y="578"/>
                </a:lnTo>
                <a:lnTo>
                  <a:pt x="756" y="577"/>
                </a:lnTo>
                <a:lnTo>
                  <a:pt x="756" y="576"/>
                </a:lnTo>
                <a:lnTo>
                  <a:pt x="756" y="575"/>
                </a:lnTo>
                <a:lnTo>
                  <a:pt x="755" y="575"/>
                </a:lnTo>
                <a:lnTo>
                  <a:pt x="755" y="574"/>
                </a:lnTo>
                <a:lnTo>
                  <a:pt x="756" y="574"/>
                </a:lnTo>
                <a:lnTo>
                  <a:pt x="756" y="573"/>
                </a:lnTo>
                <a:lnTo>
                  <a:pt x="756" y="572"/>
                </a:lnTo>
                <a:lnTo>
                  <a:pt x="757" y="572"/>
                </a:lnTo>
                <a:lnTo>
                  <a:pt x="758" y="572"/>
                </a:lnTo>
                <a:lnTo>
                  <a:pt x="760" y="573"/>
                </a:lnTo>
                <a:lnTo>
                  <a:pt x="760" y="571"/>
                </a:lnTo>
                <a:lnTo>
                  <a:pt x="761" y="571"/>
                </a:lnTo>
                <a:lnTo>
                  <a:pt x="761" y="570"/>
                </a:lnTo>
                <a:lnTo>
                  <a:pt x="762" y="570"/>
                </a:lnTo>
                <a:lnTo>
                  <a:pt x="762" y="571"/>
                </a:lnTo>
                <a:lnTo>
                  <a:pt x="763" y="571"/>
                </a:lnTo>
                <a:lnTo>
                  <a:pt x="763" y="572"/>
                </a:lnTo>
                <a:lnTo>
                  <a:pt x="764" y="572"/>
                </a:lnTo>
                <a:lnTo>
                  <a:pt x="765" y="572"/>
                </a:lnTo>
                <a:lnTo>
                  <a:pt x="766" y="572"/>
                </a:lnTo>
                <a:lnTo>
                  <a:pt x="767" y="573"/>
                </a:lnTo>
                <a:lnTo>
                  <a:pt x="768" y="573"/>
                </a:lnTo>
                <a:lnTo>
                  <a:pt x="768" y="572"/>
                </a:lnTo>
                <a:lnTo>
                  <a:pt x="769" y="572"/>
                </a:lnTo>
                <a:lnTo>
                  <a:pt x="770" y="572"/>
                </a:lnTo>
                <a:lnTo>
                  <a:pt x="771" y="573"/>
                </a:lnTo>
                <a:lnTo>
                  <a:pt x="772" y="573"/>
                </a:lnTo>
                <a:lnTo>
                  <a:pt x="773" y="574"/>
                </a:lnTo>
                <a:lnTo>
                  <a:pt x="773" y="573"/>
                </a:lnTo>
                <a:lnTo>
                  <a:pt x="774" y="573"/>
                </a:lnTo>
                <a:lnTo>
                  <a:pt x="775" y="574"/>
                </a:lnTo>
                <a:lnTo>
                  <a:pt x="776" y="574"/>
                </a:lnTo>
                <a:lnTo>
                  <a:pt x="777" y="574"/>
                </a:lnTo>
                <a:lnTo>
                  <a:pt x="778" y="575"/>
                </a:lnTo>
                <a:lnTo>
                  <a:pt x="779" y="576"/>
                </a:lnTo>
                <a:lnTo>
                  <a:pt x="778" y="576"/>
                </a:lnTo>
                <a:lnTo>
                  <a:pt x="779" y="576"/>
                </a:lnTo>
                <a:lnTo>
                  <a:pt x="780" y="576"/>
                </a:lnTo>
                <a:lnTo>
                  <a:pt x="781" y="576"/>
                </a:lnTo>
                <a:lnTo>
                  <a:pt x="782" y="576"/>
                </a:lnTo>
                <a:lnTo>
                  <a:pt x="783" y="576"/>
                </a:lnTo>
                <a:lnTo>
                  <a:pt x="784" y="576"/>
                </a:lnTo>
                <a:lnTo>
                  <a:pt x="785" y="575"/>
                </a:lnTo>
                <a:lnTo>
                  <a:pt x="785" y="574"/>
                </a:lnTo>
                <a:lnTo>
                  <a:pt x="786" y="574"/>
                </a:lnTo>
                <a:lnTo>
                  <a:pt x="787" y="573"/>
                </a:lnTo>
                <a:lnTo>
                  <a:pt x="788" y="573"/>
                </a:lnTo>
                <a:lnTo>
                  <a:pt x="789" y="573"/>
                </a:lnTo>
                <a:lnTo>
                  <a:pt x="790" y="572"/>
                </a:lnTo>
                <a:lnTo>
                  <a:pt x="791" y="572"/>
                </a:lnTo>
                <a:lnTo>
                  <a:pt x="792" y="572"/>
                </a:lnTo>
                <a:lnTo>
                  <a:pt x="792" y="573"/>
                </a:lnTo>
                <a:lnTo>
                  <a:pt x="792" y="574"/>
                </a:lnTo>
                <a:lnTo>
                  <a:pt x="793" y="574"/>
                </a:lnTo>
                <a:lnTo>
                  <a:pt x="794" y="574"/>
                </a:lnTo>
                <a:lnTo>
                  <a:pt x="795" y="574"/>
                </a:lnTo>
                <a:lnTo>
                  <a:pt x="796" y="575"/>
                </a:lnTo>
                <a:lnTo>
                  <a:pt x="797" y="575"/>
                </a:lnTo>
                <a:lnTo>
                  <a:pt x="798" y="576"/>
                </a:lnTo>
                <a:lnTo>
                  <a:pt x="797" y="577"/>
                </a:lnTo>
                <a:lnTo>
                  <a:pt x="798" y="577"/>
                </a:lnTo>
                <a:lnTo>
                  <a:pt x="798" y="578"/>
                </a:lnTo>
                <a:lnTo>
                  <a:pt x="797" y="578"/>
                </a:lnTo>
                <a:lnTo>
                  <a:pt x="797" y="579"/>
                </a:lnTo>
                <a:lnTo>
                  <a:pt x="797" y="580"/>
                </a:lnTo>
                <a:lnTo>
                  <a:pt x="798" y="580"/>
                </a:lnTo>
                <a:lnTo>
                  <a:pt x="798" y="581"/>
                </a:lnTo>
                <a:lnTo>
                  <a:pt x="799" y="581"/>
                </a:lnTo>
                <a:lnTo>
                  <a:pt x="800" y="581"/>
                </a:lnTo>
                <a:lnTo>
                  <a:pt x="801" y="581"/>
                </a:lnTo>
                <a:lnTo>
                  <a:pt x="802" y="581"/>
                </a:lnTo>
                <a:lnTo>
                  <a:pt x="802" y="582"/>
                </a:lnTo>
                <a:lnTo>
                  <a:pt x="803" y="582"/>
                </a:lnTo>
                <a:lnTo>
                  <a:pt x="804" y="583"/>
                </a:lnTo>
                <a:lnTo>
                  <a:pt x="804" y="584"/>
                </a:lnTo>
                <a:lnTo>
                  <a:pt x="805" y="584"/>
                </a:lnTo>
                <a:lnTo>
                  <a:pt x="807" y="584"/>
                </a:lnTo>
                <a:lnTo>
                  <a:pt x="807" y="585"/>
                </a:lnTo>
                <a:lnTo>
                  <a:pt x="807" y="586"/>
                </a:lnTo>
                <a:lnTo>
                  <a:pt x="805" y="588"/>
                </a:lnTo>
                <a:lnTo>
                  <a:pt x="804" y="589"/>
                </a:lnTo>
                <a:lnTo>
                  <a:pt x="805" y="590"/>
                </a:lnTo>
                <a:lnTo>
                  <a:pt x="805" y="591"/>
                </a:lnTo>
                <a:lnTo>
                  <a:pt x="804" y="591"/>
                </a:lnTo>
                <a:lnTo>
                  <a:pt x="803" y="591"/>
                </a:lnTo>
                <a:lnTo>
                  <a:pt x="803" y="592"/>
                </a:lnTo>
                <a:lnTo>
                  <a:pt x="804" y="591"/>
                </a:lnTo>
                <a:lnTo>
                  <a:pt x="804" y="592"/>
                </a:lnTo>
                <a:lnTo>
                  <a:pt x="805" y="593"/>
                </a:lnTo>
                <a:lnTo>
                  <a:pt x="806" y="594"/>
                </a:lnTo>
                <a:lnTo>
                  <a:pt x="805" y="594"/>
                </a:lnTo>
                <a:lnTo>
                  <a:pt x="805" y="595"/>
                </a:lnTo>
                <a:lnTo>
                  <a:pt x="806" y="595"/>
                </a:lnTo>
                <a:lnTo>
                  <a:pt x="807" y="595"/>
                </a:lnTo>
                <a:lnTo>
                  <a:pt x="808" y="596"/>
                </a:lnTo>
                <a:lnTo>
                  <a:pt x="808" y="597"/>
                </a:lnTo>
                <a:lnTo>
                  <a:pt x="808" y="598"/>
                </a:lnTo>
                <a:lnTo>
                  <a:pt x="809" y="599"/>
                </a:lnTo>
                <a:lnTo>
                  <a:pt x="810" y="599"/>
                </a:lnTo>
                <a:lnTo>
                  <a:pt x="811" y="599"/>
                </a:lnTo>
                <a:lnTo>
                  <a:pt x="811" y="600"/>
                </a:lnTo>
                <a:lnTo>
                  <a:pt x="812" y="600"/>
                </a:lnTo>
                <a:lnTo>
                  <a:pt x="812" y="601"/>
                </a:lnTo>
                <a:lnTo>
                  <a:pt x="812" y="602"/>
                </a:lnTo>
                <a:lnTo>
                  <a:pt x="811" y="604"/>
                </a:lnTo>
                <a:lnTo>
                  <a:pt x="810" y="604"/>
                </a:lnTo>
                <a:lnTo>
                  <a:pt x="811" y="605"/>
                </a:lnTo>
                <a:lnTo>
                  <a:pt x="810" y="606"/>
                </a:lnTo>
                <a:lnTo>
                  <a:pt x="809" y="606"/>
                </a:lnTo>
                <a:lnTo>
                  <a:pt x="808" y="606"/>
                </a:lnTo>
                <a:lnTo>
                  <a:pt x="808" y="605"/>
                </a:lnTo>
                <a:lnTo>
                  <a:pt x="807" y="605"/>
                </a:lnTo>
                <a:lnTo>
                  <a:pt x="806" y="605"/>
                </a:lnTo>
                <a:lnTo>
                  <a:pt x="806" y="606"/>
                </a:lnTo>
                <a:lnTo>
                  <a:pt x="805" y="606"/>
                </a:lnTo>
                <a:lnTo>
                  <a:pt x="805" y="607"/>
                </a:lnTo>
                <a:lnTo>
                  <a:pt x="806" y="607"/>
                </a:lnTo>
                <a:lnTo>
                  <a:pt x="806" y="608"/>
                </a:lnTo>
                <a:lnTo>
                  <a:pt x="805" y="608"/>
                </a:lnTo>
                <a:lnTo>
                  <a:pt x="805" y="609"/>
                </a:lnTo>
                <a:lnTo>
                  <a:pt x="806" y="610"/>
                </a:lnTo>
                <a:lnTo>
                  <a:pt x="807" y="610"/>
                </a:lnTo>
                <a:lnTo>
                  <a:pt x="807" y="611"/>
                </a:lnTo>
                <a:lnTo>
                  <a:pt x="808" y="613"/>
                </a:lnTo>
                <a:lnTo>
                  <a:pt x="809" y="614"/>
                </a:lnTo>
                <a:lnTo>
                  <a:pt x="810" y="615"/>
                </a:lnTo>
                <a:lnTo>
                  <a:pt x="811" y="616"/>
                </a:lnTo>
                <a:lnTo>
                  <a:pt x="812" y="616"/>
                </a:lnTo>
                <a:lnTo>
                  <a:pt x="812" y="617"/>
                </a:lnTo>
                <a:lnTo>
                  <a:pt x="813" y="618"/>
                </a:lnTo>
                <a:lnTo>
                  <a:pt x="814" y="618"/>
                </a:lnTo>
                <a:lnTo>
                  <a:pt x="814" y="617"/>
                </a:lnTo>
                <a:lnTo>
                  <a:pt x="815" y="618"/>
                </a:lnTo>
                <a:lnTo>
                  <a:pt x="816" y="618"/>
                </a:lnTo>
                <a:lnTo>
                  <a:pt x="816" y="617"/>
                </a:lnTo>
                <a:lnTo>
                  <a:pt x="817" y="616"/>
                </a:lnTo>
                <a:lnTo>
                  <a:pt x="817" y="615"/>
                </a:lnTo>
                <a:lnTo>
                  <a:pt x="816" y="615"/>
                </a:lnTo>
                <a:lnTo>
                  <a:pt x="816" y="614"/>
                </a:lnTo>
                <a:lnTo>
                  <a:pt x="815" y="614"/>
                </a:lnTo>
                <a:lnTo>
                  <a:pt x="815" y="613"/>
                </a:lnTo>
                <a:lnTo>
                  <a:pt x="816" y="613"/>
                </a:lnTo>
                <a:lnTo>
                  <a:pt x="817" y="613"/>
                </a:lnTo>
                <a:lnTo>
                  <a:pt x="817" y="612"/>
                </a:lnTo>
                <a:lnTo>
                  <a:pt x="817" y="611"/>
                </a:lnTo>
                <a:lnTo>
                  <a:pt x="818" y="611"/>
                </a:lnTo>
                <a:lnTo>
                  <a:pt x="818" y="612"/>
                </a:lnTo>
                <a:lnTo>
                  <a:pt x="819" y="611"/>
                </a:lnTo>
                <a:lnTo>
                  <a:pt x="820" y="611"/>
                </a:lnTo>
                <a:lnTo>
                  <a:pt x="820" y="612"/>
                </a:lnTo>
                <a:lnTo>
                  <a:pt x="821" y="612"/>
                </a:lnTo>
                <a:lnTo>
                  <a:pt x="821" y="613"/>
                </a:lnTo>
                <a:lnTo>
                  <a:pt x="821" y="614"/>
                </a:lnTo>
                <a:lnTo>
                  <a:pt x="822" y="614"/>
                </a:lnTo>
                <a:lnTo>
                  <a:pt x="823" y="614"/>
                </a:lnTo>
                <a:lnTo>
                  <a:pt x="823" y="615"/>
                </a:lnTo>
                <a:lnTo>
                  <a:pt x="824" y="615"/>
                </a:lnTo>
                <a:lnTo>
                  <a:pt x="825" y="616"/>
                </a:lnTo>
                <a:lnTo>
                  <a:pt x="826" y="616"/>
                </a:lnTo>
                <a:lnTo>
                  <a:pt x="826" y="617"/>
                </a:lnTo>
                <a:lnTo>
                  <a:pt x="827" y="617"/>
                </a:lnTo>
                <a:lnTo>
                  <a:pt x="828" y="617"/>
                </a:lnTo>
                <a:lnTo>
                  <a:pt x="828" y="618"/>
                </a:lnTo>
                <a:lnTo>
                  <a:pt x="828" y="619"/>
                </a:lnTo>
                <a:lnTo>
                  <a:pt x="829" y="620"/>
                </a:lnTo>
                <a:lnTo>
                  <a:pt x="829" y="621"/>
                </a:lnTo>
                <a:lnTo>
                  <a:pt x="830" y="621"/>
                </a:lnTo>
                <a:lnTo>
                  <a:pt x="830" y="622"/>
                </a:lnTo>
                <a:lnTo>
                  <a:pt x="831" y="622"/>
                </a:lnTo>
                <a:lnTo>
                  <a:pt x="832" y="621"/>
                </a:lnTo>
                <a:lnTo>
                  <a:pt x="833" y="621"/>
                </a:lnTo>
                <a:lnTo>
                  <a:pt x="834" y="621"/>
                </a:lnTo>
                <a:lnTo>
                  <a:pt x="834" y="622"/>
                </a:lnTo>
                <a:lnTo>
                  <a:pt x="835" y="622"/>
                </a:lnTo>
                <a:lnTo>
                  <a:pt x="836" y="622"/>
                </a:lnTo>
                <a:lnTo>
                  <a:pt x="837" y="623"/>
                </a:lnTo>
                <a:lnTo>
                  <a:pt x="838" y="623"/>
                </a:lnTo>
                <a:lnTo>
                  <a:pt x="839" y="623"/>
                </a:lnTo>
                <a:lnTo>
                  <a:pt x="839" y="622"/>
                </a:lnTo>
                <a:lnTo>
                  <a:pt x="840" y="622"/>
                </a:lnTo>
                <a:lnTo>
                  <a:pt x="840" y="621"/>
                </a:lnTo>
                <a:lnTo>
                  <a:pt x="839" y="620"/>
                </a:lnTo>
                <a:lnTo>
                  <a:pt x="839" y="619"/>
                </a:lnTo>
                <a:lnTo>
                  <a:pt x="840" y="619"/>
                </a:lnTo>
                <a:lnTo>
                  <a:pt x="840" y="618"/>
                </a:lnTo>
                <a:lnTo>
                  <a:pt x="840" y="617"/>
                </a:lnTo>
                <a:lnTo>
                  <a:pt x="841" y="617"/>
                </a:lnTo>
                <a:lnTo>
                  <a:pt x="841" y="616"/>
                </a:lnTo>
                <a:lnTo>
                  <a:pt x="841" y="615"/>
                </a:lnTo>
                <a:lnTo>
                  <a:pt x="841" y="613"/>
                </a:lnTo>
                <a:lnTo>
                  <a:pt x="841" y="612"/>
                </a:lnTo>
                <a:lnTo>
                  <a:pt x="842" y="612"/>
                </a:lnTo>
                <a:lnTo>
                  <a:pt x="842" y="611"/>
                </a:lnTo>
                <a:lnTo>
                  <a:pt x="842" y="610"/>
                </a:lnTo>
                <a:lnTo>
                  <a:pt x="843" y="609"/>
                </a:lnTo>
                <a:lnTo>
                  <a:pt x="843" y="610"/>
                </a:lnTo>
                <a:lnTo>
                  <a:pt x="844" y="610"/>
                </a:lnTo>
                <a:lnTo>
                  <a:pt x="845" y="610"/>
                </a:lnTo>
                <a:lnTo>
                  <a:pt x="845" y="609"/>
                </a:lnTo>
                <a:lnTo>
                  <a:pt x="846" y="609"/>
                </a:lnTo>
                <a:lnTo>
                  <a:pt x="847" y="609"/>
                </a:lnTo>
                <a:lnTo>
                  <a:pt x="848" y="610"/>
                </a:lnTo>
                <a:lnTo>
                  <a:pt x="848" y="609"/>
                </a:lnTo>
                <a:lnTo>
                  <a:pt x="849" y="608"/>
                </a:lnTo>
                <a:lnTo>
                  <a:pt x="850" y="608"/>
                </a:lnTo>
                <a:lnTo>
                  <a:pt x="850" y="609"/>
                </a:lnTo>
                <a:lnTo>
                  <a:pt x="851" y="609"/>
                </a:lnTo>
                <a:lnTo>
                  <a:pt x="852" y="610"/>
                </a:lnTo>
                <a:lnTo>
                  <a:pt x="852" y="611"/>
                </a:lnTo>
                <a:lnTo>
                  <a:pt x="853" y="612"/>
                </a:lnTo>
                <a:lnTo>
                  <a:pt x="852" y="612"/>
                </a:lnTo>
                <a:lnTo>
                  <a:pt x="853" y="613"/>
                </a:lnTo>
                <a:lnTo>
                  <a:pt x="853" y="614"/>
                </a:lnTo>
                <a:lnTo>
                  <a:pt x="853" y="615"/>
                </a:lnTo>
                <a:lnTo>
                  <a:pt x="854" y="615"/>
                </a:lnTo>
                <a:lnTo>
                  <a:pt x="854" y="614"/>
                </a:lnTo>
                <a:lnTo>
                  <a:pt x="854" y="615"/>
                </a:lnTo>
                <a:lnTo>
                  <a:pt x="854" y="616"/>
                </a:lnTo>
                <a:lnTo>
                  <a:pt x="854" y="617"/>
                </a:lnTo>
                <a:lnTo>
                  <a:pt x="854" y="618"/>
                </a:lnTo>
                <a:lnTo>
                  <a:pt x="854" y="619"/>
                </a:lnTo>
                <a:lnTo>
                  <a:pt x="854" y="620"/>
                </a:lnTo>
                <a:lnTo>
                  <a:pt x="854" y="621"/>
                </a:lnTo>
                <a:lnTo>
                  <a:pt x="855" y="621"/>
                </a:lnTo>
                <a:lnTo>
                  <a:pt x="855" y="620"/>
                </a:lnTo>
                <a:lnTo>
                  <a:pt x="856" y="620"/>
                </a:lnTo>
                <a:lnTo>
                  <a:pt x="856" y="621"/>
                </a:lnTo>
                <a:lnTo>
                  <a:pt x="857" y="621"/>
                </a:lnTo>
                <a:lnTo>
                  <a:pt x="857" y="620"/>
                </a:lnTo>
                <a:lnTo>
                  <a:pt x="858" y="620"/>
                </a:lnTo>
                <a:lnTo>
                  <a:pt x="859" y="619"/>
                </a:lnTo>
                <a:lnTo>
                  <a:pt x="860" y="618"/>
                </a:lnTo>
                <a:lnTo>
                  <a:pt x="860" y="617"/>
                </a:lnTo>
                <a:lnTo>
                  <a:pt x="861" y="617"/>
                </a:lnTo>
                <a:lnTo>
                  <a:pt x="861" y="618"/>
                </a:lnTo>
                <a:lnTo>
                  <a:pt x="862" y="618"/>
                </a:lnTo>
                <a:lnTo>
                  <a:pt x="863" y="618"/>
                </a:lnTo>
                <a:lnTo>
                  <a:pt x="864" y="618"/>
                </a:lnTo>
                <a:lnTo>
                  <a:pt x="865" y="618"/>
                </a:lnTo>
                <a:lnTo>
                  <a:pt x="865" y="617"/>
                </a:lnTo>
                <a:lnTo>
                  <a:pt x="866" y="617"/>
                </a:lnTo>
                <a:lnTo>
                  <a:pt x="866" y="616"/>
                </a:lnTo>
                <a:lnTo>
                  <a:pt x="867" y="616"/>
                </a:lnTo>
                <a:lnTo>
                  <a:pt x="867" y="617"/>
                </a:lnTo>
                <a:lnTo>
                  <a:pt x="868" y="617"/>
                </a:lnTo>
                <a:lnTo>
                  <a:pt x="869" y="617"/>
                </a:lnTo>
                <a:lnTo>
                  <a:pt x="870" y="617"/>
                </a:lnTo>
                <a:lnTo>
                  <a:pt x="870" y="618"/>
                </a:lnTo>
                <a:lnTo>
                  <a:pt x="870" y="619"/>
                </a:lnTo>
                <a:lnTo>
                  <a:pt x="869" y="620"/>
                </a:lnTo>
                <a:lnTo>
                  <a:pt x="869" y="621"/>
                </a:lnTo>
                <a:lnTo>
                  <a:pt x="870" y="622"/>
                </a:lnTo>
                <a:lnTo>
                  <a:pt x="871" y="622"/>
                </a:lnTo>
                <a:lnTo>
                  <a:pt x="872" y="622"/>
                </a:lnTo>
                <a:lnTo>
                  <a:pt x="873" y="621"/>
                </a:lnTo>
                <a:lnTo>
                  <a:pt x="873" y="622"/>
                </a:lnTo>
                <a:lnTo>
                  <a:pt x="874" y="621"/>
                </a:lnTo>
                <a:lnTo>
                  <a:pt x="875" y="621"/>
                </a:lnTo>
                <a:lnTo>
                  <a:pt x="875" y="620"/>
                </a:lnTo>
                <a:lnTo>
                  <a:pt x="876" y="619"/>
                </a:lnTo>
                <a:lnTo>
                  <a:pt x="876" y="618"/>
                </a:lnTo>
                <a:lnTo>
                  <a:pt x="877" y="618"/>
                </a:lnTo>
                <a:lnTo>
                  <a:pt x="877" y="619"/>
                </a:lnTo>
                <a:lnTo>
                  <a:pt x="878" y="619"/>
                </a:lnTo>
                <a:lnTo>
                  <a:pt x="879" y="619"/>
                </a:lnTo>
                <a:lnTo>
                  <a:pt x="879" y="620"/>
                </a:lnTo>
                <a:lnTo>
                  <a:pt x="880" y="620"/>
                </a:lnTo>
                <a:lnTo>
                  <a:pt x="881" y="620"/>
                </a:lnTo>
                <a:lnTo>
                  <a:pt x="882" y="618"/>
                </a:lnTo>
                <a:lnTo>
                  <a:pt x="882" y="617"/>
                </a:lnTo>
                <a:lnTo>
                  <a:pt x="882" y="616"/>
                </a:lnTo>
                <a:lnTo>
                  <a:pt x="881" y="615"/>
                </a:lnTo>
                <a:lnTo>
                  <a:pt x="880" y="615"/>
                </a:lnTo>
                <a:lnTo>
                  <a:pt x="881" y="615"/>
                </a:lnTo>
                <a:lnTo>
                  <a:pt x="881" y="613"/>
                </a:lnTo>
                <a:lnTo>
                  <a:pt x="881" y="612"/>
                </a:lnTo>
                <a:lnTo>
                  <a:pt x="883" y="610"/>
                </a:lnTo>
                <a:lnTo>
                  <a:pt x="885" y="611"/>
                </a:lnTo>
                <a:lnTo>
                  <a:pt x="886" y="611"/>
                </a:lnTo>
                <a:lnTo>
                  <a:pt x="887" y="611"/>
                </a:lnTo>
                <a:lnTo>
                  <a:pt x="887" y="612"/>
                </a:lnTo>
                <a:lnTo>
                  <a:pt x="889" y="611"/>
                </a:lnTo>
                <a:lnTo>
                  <a:pt x="890" y="611"/>
                </a:lnTo>
                <a:lnTo>
                  <a:pt x="891" y="611"/>
                </a:lnTo>
                <a:lnTo>
                  <a:pt x="892" y="613"/>
                </a:lnTo>
                <a:lnTo>
                  <a:pt x="893" y="613"/>
                </a:lnTo>
                <a:lnTo>
                  <a:pt x="894" y="613"/>
                </a:lnTo>
                <a:lnTo>
                  <a:pt x="895" y="613"/>
                </a:lnTo>
                <a:lnTo>
                  <a:pt x="896" y="614"/>
                </a:lnTo>
                <a:lnTo>
                  <a:pt x="897" y="615"/>
                </a:lnTo>
                <a:lnTo>
                  <a:pt x="897" y="617"/>
                </a:lnTo>
                <a:lnTo>
                  <a:pt x="897" y="618"/>
                </a:lnTo>
                <a:lnTo>
                  <a:pt x="897" y="619"/>
                </a:lnTo>
                <a:lnTo>
                  <a:pt x="897" y="620"/>
                </a:lnTo>
                <a:lnTo>
                  <a:pt x="898" y="620"/>
                </a:lnTo>
                <a:lnTo>
                  <a:pt x="899" y="620"/>
                </a:lnTo>
                <a:lnTo>
                  <a:pt x="899" y="621"/>
                </a:lnTo>
                <a:lnTo>
                  <a:pt x="899" y="622"/>
                </a:lnTo>
                <a:lnTo>
                  <a:pt x="900" y="622"/>
                </a:lnTo>
                <a:lnTo>
                  <a:pt x="900" y="621"/>
                </a:lnTo>
                <a:lnTo>
                  <a:pt x="901" y="621"/>
                </a:lnTo>
                <a:lnTo>
                  <a:pt x="901" y="622"/>
                </a:lnTo>
                <a:lnTo>
                  <a:pt x="902" y="622"/>
                </a:lnTo>
                <a:lnTo>
                  <a:pt x="901" y="625"/>
                </a:lnTo>
                <a:lnTo>
                  <a:pt x="900" y="625"/>
                </a:lnTo>
                <a:lnTo>
                  <a:pt x="900" y="626"/>
                </a:lnTo>
                <a:lnTo>
                  <a:pt x="901" y="626"/>
                </a:lnTo>
                <a:lnTo>
                  <a:pt x="902" y="626"/>
                </a:lnTo>
                <a:lnTo>
                  <a:pt x="902" y="627"/>
                </a:lnTo>
                <a:lnTo>
                  <a:pt x="903" y="628"/>
                </a:lnTo>
                <a:lnTo>
                  <a:pt x="903" y="629"/>
                </a:lnTo>
                <a:lnTo>
                  <a:pt x="904" y="629"/>
                </a:lnTo>
                <a:lnTo>
                  <a:pt x="905" y="630"/>
                </a:lnTo>
                <a:lnTo>
                  <a:pt x="906" y="630"/>
                </a:lnTo>
                <a:lnTo>
                  <a:pt x="906" y="631"/>
                </a:lnTo>
                <a:lnTo>
                  <a:pt x="906" y="633"/>
                </a:lnTo>
                <a:lnTo>
                  <a:pt x="906" y="634"/>
                </a:lnTo>
                <a:lnTo>
                  <a:pt x="907" y="634"/>
                </a:lnTo>
                <a:lnTo>
                  <a:pt x="907" y="635"/>
                </a:lnTo>
                <a:lnTo>
                  <a:pt x="907" y="636"/>
                </a:lnTo>
                <a:lnTo>
                  <a:pt x="908" y="636"/>
                </a:lnTo>
                <a:lnTo>
                  <a:pt x="908" y="637"/>
                </a:lnTo>
                <a:lnTo>
                  <a:pt x="908" y="638"/>
                </a:lnTo>
                <a:lnTo>
                  <a:pt x="909" y="638"/>
                </a:lnTo>
                <a:lnTo>
                  <a:pt x="909" y="639"/>
                </a:lnTo>
                <a:lnTo>
                  <a:pt x="910" y="639"/>
                </a:lnTo>
                <a:lnTo>
                  <a:pt x="911" y="639"/>
                </a:lnTo>
                <a:lnTo>
                  <a:pt x="912" y="639"/>
                </a:lnTo>
                <a:lnTo>
                  <a:pt x="913" y="640"/>
                </a:lnTo>
                <a:lnTo>
                  <a:pt x="913" y="641"/>
                </a:lnTo>
                <a:lnTo>
                  <a:pt x="912" y="641"/>
                </a:lnTo>
                <a:lnTo>
                  <a:pt x="912" y="642"/>
                </a:lnTo>
                <a:lnTo>
                  <a:pt x="911" y="642"/>
                </a:lnTo>
                <a:lnTo>
                  <a:pt x="911" y="641"/>
                </a:lnTo>
                <a:lnTo>
                  <a:pt x="910" y="641"/>
                </a:lnTo>
                <a:lnTo>
                  <a:pt x="910" y="642"/>
                </a:lnTo>
                <a:lnTo>
                  <a:pt x="910" y="643"/>
                </a:lnTo>
                <a:lnTo>
                  <a:pt x="911" y="644"/>
                </a:lnTo>
                <a:lnTo>
                  <a:pt x="912" y="644"/>
                </a:lnTo>
                <a:lnTo>
                  <a:pt x="912" y="646"/>
                </a:lnTo>
                <a:lnTo>
                  <a:pt x="912" y="647"/>
                </a:lnTo>
                <a:lnTo>
                  <a:pt x="911" y="647"/>
                </a:lnTo>
                <a:lnTo>
                  <a:pt x="910" y="647"/>
                </a:lnTo>
                <a:lnTo>
                  <a:pt x="909" y="647"/>
                </a:lnTo>
                <a:lnTo>
                  <a:pt x="908" y="647"/>
                </a:lnTo>
                <a:lnTo>
                  <a:pt x="907" y="648"/>
                </a:lnTo>
                <a:lnTo>
                  <a:pt x="906" y="648"/>
                </a:lnTo>
                <a:lnTo>
                  <a:pt x="906" y="649"/>
                </a:lnTo>
                <a:lnTo>
                  <a:pt x="906" y="650"/>
                </a:lnTo>
                <a:lnTo>
                  <a:pt x="906" y="651"/>
                </a:lnTo>
                <a:lnTo>
                  <a:pt x="907" y="652"/>
                </a:lnTo>
                <a:lnTo>
                  <a:pt x="907" y="653"/>
                </a:lnTo>
                <a:lnTo>
                  <a:pt x="907" y="654"/>
                </a:lnTo>
                <a:lnTo>
                  <a:pt x="907" y="655"/>
                </a:lnTo>
                <a:lnTo>
                  <a:pt x="907" y="657"/>
                </a:lnTo>
                <a:lnTo>
                  <a:pt x="908" y="658"/>
                </a:lnTo>
                <a:lnTo>
                  <a:pt x="909" y="658"/>
                </a:lnTo>
                <a:lnTo>
                  <a:pt x="908" y="660"/>
                </a:lnTo>
                <a:lnTo>
                  <a:pt x="908" y="661"/>
                </a:lnTo>
                <a:lnTo>
                  <a:pt x="908" y="662"/>
                </a:lnTo>
                <a:lnTo>
                  <a:pt x="907" y="662"/>
                </a:lnTo>
                <a:lnTo>
                  <a:pt x="907" y="663"/>
                </a:lnTo>
                <a:lnTo>
                  <a:pt x="908" y="663"/>
                </a:lnTo>
                <a:lnTo>
                  <a:pt x="908" y="664"/>
                </a:lnTo>
                <a:lnTo>
                  <a:pt x="908" y="665"/>
                </a:lnTo>
                <a:lnTo>
                  <a:pt x="908" y="666"/>
                </a:lnTo>
                <a:lnTo>
                  <a:pt x="907" y="667"/>
                </a:lnTo>
                <a:lnTo>
                  <a:pt x="906" y="668"/>
                </a:lnTo>
                <a:lnTo>
                  <a:pt x="907" y="668"/>
                </a:lnTo>
                <a:lnTo>
                  <a:pt x="907" y="669"/>
                </a:lnTo>
                <a:lnTo>
                  <a:pt x="906" y="669"/>
                </a:lnTo>
                <a:lnTo>
                  <a:pt x="906" y="671"/>
                </a:lnTo>
                <a:lnTo>
                  <a:pt x="905" y="671"/>
                </a:lnTo>
                <a:lnTo>
                  <a:pt x="904" y="672"/>
                </a:lnTo>
                <a:lnTo>
                  <a:pt x="904" y="673"/>
                </a:lnTo>
                <a:lnTo>
                  <a:pt x="904" y="674"/>
                </a:lnTo>
                <a:lnTo>
                  <a:pt x="904" y="675"/>
                </a:lnTo>
                <a:lnTo>
                  <a:pt x="905" y="675"/>
                </a:lnTo>
                <a:lnTo>
                  <a:pt x="906" y="676"/>
                </a:lnTo>
                <a:lnTo>
                  <a:pt x="906" y="677"/>
                </a:lnTo>
                <a:lnTo>
                  <a:pt x="905" y="677"/>
                </a:lnTo>
                <a:lnTo>
                  <a:pt x="905" y="678"/>
                </a:lnTo>
                <a:lnTo>
                  <a:pt x="905" y="679"/>
                </a:lnTo>
                <a:lnTo>
                  <a:pt x="904" y="680"/>
                </a:lnTo>
                <a:lnTo>
                  <a:pt x="903" y="681"/>
                </a:lnTo>
                <a:lnTo>
                  <a:pt x="901" y="682"/>
                </a:lnTo>
                <a:lnTo>
                  <a:pt x="901" y="681"/>
                </a:lnTo>
                <a:lnTo>
                  <a:pt x="900" y="682"/>
                </a:lnTo>
                <a:lnTo>
                  <a:pt x="900" y="683"/>
                </a:lnTo>
                <a:lnTo>
                  <a:pt x="900" y="684"/>
                </a:lnTo>
                <a:lnTo>
                  <a:pt x="899" y="684"/>
                </a:lnTo>
                <a:lnTo>
                  <a:pt x="900" y="684"/>
                </a:lnTo>
                <a:lnTo>
                  <a:pt x="900" y="685"/>
                </a:lnTo>
                <a:lnTo>
                  <a:pt x="899" y="685"/>
                </a:lnTo>
                <a:lnTo>
                  <a:pt x="899" y="686"/>
                </a:lnTo>
                <a:lnTo>
                  <a:pt x="898" y="686"/>
                </a:lnTo>
                <a:lnTo>
                  <a:pt x="897" y="687"/>
                </a:lnTo>
                <a:lnTo>
                  <a:pt x="896" y="687"/>
                </a:lnTo>
                <a:lnTo>
                  <a:pt x="896" y="686"/>
                </a:lnTo>
                <a:lnTo>
                  <a:pt x="895" y="686"/>
                </a:lnTo>
                <a:lnTo>
                  <a:pt x="895" y="687"/>
                </a:lnTo>
                <a:lnTo>
                  <a:pt x="895" y="688"/>
                </a:lnTo>
                <a:lnTo>
                  <a:pt x="894" y="688"/>
                </a:lnTo>
                <a:lnTo>
                  <a:pt x="894" y="689"/>
                </a:lnTo>
                <a:lnTo>
                  <a:pt x="893" y="689"/>
                </a:lnTo>
                <a:lnTo>
                  <a:pt x="893" y="690"/>
                </a:lnTo>
                <a:lnTo>
                  <a:pt x="893" y="691"/>
                </a:lnTo>
                <a:lnTo>
                  <a:pt x="892" y="691"/>
                </a:lnTo>
                <a:lnTo>
                  <a:pt x="891" y="691"/>
                </a:lnTo>
                <a:lnTo>
                  <a:pt x="890" y="690"/>
                </a:lnTo>
                <a:lnTo>
                  <a:pt x="890" y="689"/>
                </a:lnTo>
                <a:lnTo>
                  <a:pt x="891" y="689"/>
                </a:lnTo>
                <a:lnTo>
                  <a:pt x="891" y="688"/>
                </a:lnTo>
                <a:lnTo>
                  <a:pt x="891" y="687"/>
                </a:lnTo>
                <a:lnTo>
                  <a:pt x="891" y="686"/>
                </a:lnTo>
                <a:lnTo>
                  <a:pt x="890" y="686"/>
                </a:lnTo>
                <a:lnTo>
                  <a:pt x="888" y="686"/>
                </a:lnTo>
                <a:lnTo>
                  <a:pt x="888" y="685"/>
                </a:lnTo>
                <a:lnTo>
                  <a:pt x="887" y="686"/>
                </a:lnTo>
                <a:lnTo>
                  <a:pt x="886" y="686"/>
                </a:lnTo>
                <a:lnTo>
                  <a:pt x="885" y="685"/>
                </a:lnTo>
                <a:lnTo>
                  <a:pt x="885" y="684"/>
                </a:lnTo>
                <a:lnTo>
                  <a:pt x="884" y="684"/>
                </a:lnTo>
                <a:lnTo>
                  <a:pt x="883" y="684"/>
                </a:lnTo>
                <a:lnTo>
                  <a:pt x="883" y="685"/>
                </a:lnTo>
                <a:lnTo>
                  <a:pt x="882" y="685"/>
                </a:lnTo>
                <a:lnTo>
                  <a:pt x="881" y="685"/>
                </a:lnTo>
                <a:lnTo>
                  <a:pt x="881" y="684"/>
                </a:lnTo>
                <a:lnTo>
                  <a:pt x="882" y="684"/>
                </a:lnTo>
                <a:lnTo>
                  <a:pt x="881" y="683"/>
                </a:lnTo>
                <a:lnTo>
                  <a:pt x="881" y="682"/>
                </a:lnTo>
                <a:lnTo>
                  <a:pt x="880" y="681"/>
                </a:lnTo>
                <a:lnTo>
                  <a:pt x="879" y="681"/>
                </a:lnTo>
                <a:lnTo>
                  <a:pt x="878" y="681"/>
                </a:lnTo>
                <a:lnTo>
                  <a:pt x="877" y="681"/>
                </a:lnTo>
                <a:lnTo>
                  <a:pt x="876" y="682"/>
                </a:lnTo>
                <a:lnTo>
                  <a:pt x="876" y="681"/>
                </a:lnTo>
                <a:lnTo>
                  <a:pt x="875" y="682"/>
                </a:lnTo>
                <a:lnTo>
                  <a:pt x="873" y="683"/>
                </a:lnTo>
                <a:lnTo>
                  <a:pt x="873" y="684"/>
                </a:lnTo>
                <a:lnTo>
                  <a:pt x="872" y="684"/>
                </a:lnTo>
                <a:lnTo>
                  <a:pt x="872" y="685"/>
                </a:lnTo>
                <a:lnTo>
                  <a:pt x="872" y="686"/>
                </a:lnTo>
                <a:lnTo>
                  <a:pt x="872" y="687"/>
                </a:lnTo>
                <a:lnTo>
                  <a:pt x="873" y="687"/>
                </a:lnTo>
                <a:lnTo>
                  <a:pt x="872" y="688"/>
                </a:lnTo>
                <a:lnTo>
                  <a:pt x="872" y="689"/>
                </a:lnTo>
                <a:lnTo>
                  <a:pt x="871" y="689"/>
                </a:lnTo>
                <a:lnTo>
                  <a:pt x="871" y="688"/>
                </a:lnTo>
                <a:lnTo>
                  <a:pt x="870" y="688"/>
                </a:lnTo>
                <a:lnTo>
                  <a:pt x="869" y="688"/>
                </a:lnTo>
                <a:lnTo>
                  <a:pt x="869" y="689"/>
                </a:lnTo>
                <a:lnTo>
                  <a:pt x="868" y="689"/>
                </a:lnTo>
                <a:lnTo>
                  <a:pt x="867" y="689"/>
                </a:lnTo>
                <a:lnTo>
                  <a:pt x="866" y="689"/>
                </a:lnTo>
                <a:lnTo>
                  <a:pt x="866" y="690"/>
                </a:lnTo>
                <a:lnTo>
                  <a:pt x="865" y="691"/>
                </a:lnTo>
                <a:lnTo>
                  <a:pt x="866" y="691"/>
                </a:lnTo>
                <a:lnTo>
                  <a:pt x="865" y="692"/>
                </a:lnTo>
                <a:lnTo>
                  <a:pt x="865" y="693"/>
                </a:lnTo>
                <a:lnTo>
                  <a:pt x="864" y="693"/>
                </a:lnTo>
                <a:lnTo>
                  <a:pt x="863" y="693"/>
                </a:lnTo>
                <a:lnTo>
                  <a:pt x="862" y="694"/>
                </a:lnTo>
                <a:lnTo>
                  <a:pt x="862" y="695"/>
                </a:lnTo>
                <a:lnTo>
                  <a:pt x="862" y="696"/>
                </a:lnTo>
                <a:lnTo>
                  <a:pt x="861" y="696"/>
                </a:lnTo>
                <a:lnTo>
                  <a:pt x="860" y="697"/>
                </a:lnTo>
                <a:lnTo>
                  <a:pt x="859" y="697"/>
                </a:lnTo>
                <a:lnTo>
                  <a:pt x="858" y="696"/>
                </a:lnTo>
                <a:lnTo>
                  <a:pt x="857" y="696"/>
                </a:lnTo>
                <a:lnTo>
                  <a:pt x="856" y="697"/>
                </a:lnTo>
                <a:lnTo>
                  <a:pt x="856" y="696"/>
                </a:lnTo>
                <a:lnTo>
                  <a:pt x="854" y="696"/>
                </a:lnTo>
                <a:lnTo>
                  <a:pt x="853" y="696"/>
                </a:lnTo>
                <a:lnTo>
                  <a:pt x="853" y="697"/>
                </a:lnTo>
                <a:lnTo>
                  <a:pt x="854" y="697"/>
                </a:lnTo>
                <a:lnTo>
                  <a:pt x="855" y="697"/>
                </a:lnTo>
                <a:lnTo>
                  <a:pt x="856" y="698"/>
                </a:lnTo>
                <a:lnTo>
                  <a:pt x="857" y="698"/>
                </a:lnTo>
                <a:lnTo>
                  <a:pt x="857" y="699"/>
                </a:lnTo>
                <a:lnTo>
                  <a:pt x="858" y="700"/>
                </a:lnTo>
                <a:lnTo>
                  <a:pt x="859" y="700"/>
                </a:lnTo>
                <a:lnTo>
                  <a:pt x="859" y="701"/>
                </a:lnTo>
                <a:lnTo>
                  <a:pt x="859" y="702"/>
                </a:lnTo>
                <a:lnTo>
                  <a:pt x="858" y="702"/>
                </a:lnTo>
                <a:lnTo>
                  <a:pt x="857" y="702"/>
                </a:lnTo>
                <a:lnTo>
                  <a:pt x="857" y="703"/>
                </a:lnTo>
                <a:lnTo>
                  <a:pt x="858" y="703"/>
                </a:lnTo>
                <a:lnTo>
                  <a:pt x="859" y="703"/>
                </a:lnTo>
                <a:lnTo>
                  <a:pt x="860" y="704"/>
                </a:lnTo>
                <a:lnTo>
                  <a:pt x="860" y="705"/>
                </a:lnTo>
                <a:lnTo>
                  <a:pt x="859" y="706"/>
                </a:lnTo>
                <a:lnTo>
                  <a:pt x="858" y="706"/>
                </a:lnTo>
                <a:lnTo>
                  <a:pt x="857" y="706"/>
                </a:lnTo>
                <a:lnTo>
                  <a:pt x="857" y="705"/>
                </a:lnTo>
                <a:lnTo>
                  <a:pt x="857" y="704"/>
                </a:lnTo>
                <a:lnTo>
                  <a:pt x="857" y="703"/>
                </a:lnTo>
                <a:lnTo>
                  <a:pt x="856" y="703"/>
                </a:lnTo>
                <a:lnTo>
                  <a:pt x="855" y="703"/>
                </a:lnTo>
                <a:lnTo>
                  <a:pt x="855" y="704"/>
                </a:lnTo>
                <a:lnTo>
                  <a:pt x="854" y="704"/>
                </a:lnTo>
                <a:lnTo>
                  <a:pt x="853" y="704"/>
                </a:lnTo>
                <a:lnTo>
                  <a:pt x="853" y="705"/>
                </a:lnTo>
                <a:lnTo>
                  <a:pt x="852" y="705"/>
                </a:lnTo>
                <a:lnTo>
                  <a:pt x="852" y="706"/>
                </a:lnTo>
                <a:lnTo>
                  <a:pt x="852" y="705"/>
                </a:lnTo>
                <a:lnTo>
                  <a:pt x="851" y="705"/>
                </a:lnTo>
                <a:lnTo>
                  <a:pt x="851" y="706"/>
                </a:lnTo>
                <a:lnTo>
                  <a:pt x="851" y="707"/>
                </a:lnTo>
                <a:lnTo>
                  <a:pt x="849" y="707"/>
                </a:lnTo>
                <a:lnTo>
                  <a:pt x="848" y="708"/>
                </a:lnTo>
                <a:lnTo>
                  <a:pt x="848" y="709"/>
                </a:lnTo>
                <a:lnTo>
                  <a:pt x="847" y="710"/>
                </a:lnTo>
                <a:lnTo>
                  <a:pt x="847" y="711"/>
                </a:lnTo>
                <a:lnTo>
                  <a:pt x="846" y="711"/>
                </a:lnTo>
                <a:lnTo>
                  <a:pt x="846" y="712"/>
                </a:lnTo>
                <a:lnTo>
                  <a:pt x="846" y="714"/>
                </a:lnTo>
                <a:lnTo>
                  <a:pt x="845" y="714"/>
                </a:lnTo>
                <a:lnTo>
                  <a:pt x="845" y="715"/>
                </a:lnTo>
                <a:lnTo>
                  <a:pt x="844" y="715"/>
                </a:lnTo>
                <a:lnTo>
                  <a:pt x="843" y="715"/>
                </a:lnTo>
                <a:lnTo>
                  <a:pt x="843" y="716"/>
                </a:lnTo>
                <a:lnTo>
                  <a:pt x="842" y="716"/>
                </a:lnTo>
                <a:lnTo>
                  <a:pt x="843" y="717"/>
                </a:lnTo>
                <a:lnTo>
                  <a:pt x="842" y="717"/>
                </a:lnTo>
                <a:lnTo>
                  <a:pt x="842" y="718"/>
                </a:lnTo>
                <a:lnTo>
                  <a:pt x="843" y="719"/>
                </a:lnTo>
                <a:lnTo>
                  <a:pt x="844" y="720"/>
                </a:lnTo>
                <a:lnTo>
                  <a:pt x="844" y="721"/>
                </a:lnTo>
                <a:lnTo>
                  <a:pt x="844" y="722"/>
                </a:lnTo>
                <a:lnTo>
                  <a:pt x="843" y="722"/>
                </a:lnTo>
                <a:lnTo>
                  <a:pt x="842" y="722"/>
                </a:lnTo>
                <a:lnTo>
                  <a:pt x="841" y="722"/>
                </a:lnTo>
                <a:lnTo>
                  <a:pt x="841" y="721"/>
                </a:lnTo>
                <a:lnTo>
                  <a:pt x="840" y="721"/>
                </a:lnTo>
                <a:lnTo>
                  <a:pt x="839" y="721"/>
                </a:lnTo>
                <a:lnTo>
                  <a:pt x="839" y="720"/>
                </a:lnTo>
                <a:lnTo>
                  <a:pt x="839" y="719"/>
                </a:lnTo>
                <a:lnTo>
                  <a:pt x="838" y="718"/>
                </a:lnTo>
                <a:lnTo>
                  <a:pt x="838" y="717"/>
                </a:lnTo>
                <a:lnTo>
                  <a:pt x="839" y="717"/>
                </a:lnTo>
                <a:lnTo>
                  <a:pt x="838" y="717"/>
                </a:lnTo>
                <a:lnTo>
                  <a:pt x="838" y="716"/>
                </a:lnTo>
                <a:lnTo>
                  <a:pt x="837" y="716"/>
                </a:lnTo>
                <a:lnTo>
                  <a:pt x="837" y="715"/>
                </a:lnTo>
                <a:lnTo>
                  <a:pt x="836" y="715"/>
                </a:lnTo>
                <a:lnTo>
                  <a:pt x="836" y="714"/>
                </a:lnTo>
                <a:lnTo>
                  <a:pt x="836" y="713"/>
                </a:lnTo>
                <a:lnTo>
                  <a:pt x="835" y="713"/>
                </a:lnTo>
                <a:lnTo>
                  <a:pt x="835" y="712"/>
                </a:lnTo>
                <a:lnTo>
                  <a:pt x="834" y="712"/>
                </a:lnTo>
                <a:lnTo>
                  <a:pt x="834" y="711"/>
                </a:lnTo>
                <a:lnTo>
                  <a:pt x="834" y="710"/>
                </a:lnTo>
                <a:lnTo>
                  <a:pt x="833" y="710"/>
                </a:lnTo>
                <a:lnTo>
                  <a:pt x="833" y="709"/>
                </a:lnTo>
                <a:lnTo>
                  <a:pt x="832" y="709"/>
                </a:lnTo>
                <a:lnTo>
                  <a:pt x="832" y="710"/>
                </a:lnTo>
                <a:lnTo>
                  <a:pt x="831" y="710"/>
                </a:lnTo>
                <a:lnTo>
                  <a:pt x="831" y="711"/>
                </a:lnTo>
                <a:lnTo>
                  <a:pt x="830" y="711"/>
                </a:lnTo>
                <a:lnTo>
                  <a:pt x="830" y="710"/>
                </a:lnTo>
                <a:lnTo>
                  <a:pt x="829" y="710"/>
                </a:lnTo>
                <a:lnTo>
                  <a:pt x="829" y="709"/>
                </a:lnTo>
                <a:lnTo>
                  <a:pt x="828" y="709"/>
                </a:lnTo>
                <a:lnTo>
                  <a:pt x="828" y="708"/>
                </a:lnTo>
                <a:lnTo>
                  <a:pt x="827" y="707"/>
                </a:lnTo>
                <a:lnTo>
                  <a:pt x="827" y="708"/>
                </a:lnTo>
                <a:lnTo>
                  <a:pt x="827" y="707"/>
                </a:lnTo>
                <a:lnTo>
                  <a:pt x="826" y="707"/>
                </a:lnTo>
                <a:lnTo>
                  <a:pt x="826" y="706"/>
                </a:lnTo>
                <a:lnTo>
                  <a:pt x="825" y="706"/>
                </a:lnTo>
                <a:lnTo>
                  <a:pt x="825" y="705"/>
                </a:lnTo>
                <a:lnTo>
                  <a:pt x="824" y="705"/>
                </a:lnTo>
                <a:lnTo>
                  <a:pt x="824" y="704"/>
                </a:lnTo>
                <a:lnTo>
                  <a:pt x="824" y="703"/>
                </a:lnTo>
                <a:lnTo>
                  <a:pt x="824" y="702"/>
                </a:lnTo>
                <a:lnTo>
                  <a:pt x="823" y="702"/>
                </a:lnTo>
                <a:lnTo>
                  <a:pt x="824" y="702"/>
                </a:lnTo>
                <a:lnTo>
                  <a:pt x="824" y="701"/>
                </a:lnTo>
                <a:lnTo>
                  <a:pt x="823" y="701"/>
                </a:lnTo>
                <a:lnTo>
                  <a:pt x="823" y="700"/>
                </a:lnTo>
                <a:lnTo>
                  <a:pt x="822" y="700"/>
                </a:lnTo>
                <a:lnTo>
                  <a:pt x="822" y="699"/>
                </a:lnTo>
                <a:lnTo>
                  <a:pt x="821" y="699"/>
                </a:lnTo>
                <a:lnTo>
                  <a:pt x="821" y="698"/>
                </a:lnTo>
                <a:lnTo>
                  <a:pt x="820" y="698"/>
                </a:lnTo>
                <a:lnTo>
                  <a:pt x="820" y="699"/>
                </a:lnTo>
                <a:lnTo>
                  <a:pt x="819" y="699"/>
                </a:lnTo>
                <a:lnTo>
                  <a:pt x="819" y="700"/>
                </a:lnTo>
                <a:lnTo>
                  <a:pt x="818" y="700"/>
                </a:lnTo>
                <a:lnTo>
                  <a:pt x="818" y="701"/>
                </a:lnTo>
                <a:lnTo>
                  <a:pt x="817" y="701"/>
                </a:lnTo>
                <a:lnTo>
                  <a:pt x="817" y="702"/>
                </a:lnTo>
                <a:lnTo>
                  <a:pt x="817" y="703"/>
                </a:lnTo>
                <a:lnTo>
                  <a:pt x="816" y="703"/>
                </a:lnTo>
                <a:lnTo>
                  <a:pt x="816" y="704"/>
                </a:lnTo>
                <a:lnTo>
                  <a:pt x="817" y="704"/>
                </a:lnTo>
                <a:lnTo>
                  <a:pt x="816" y="704"/>
                </a:lnTo>
                <a:lnTo>
                  <a:pt x="815" y="704"/>
                </a:lnTo>
                <a:lnTo>
                  <a:pt x="814" y="704"/>
                </a:lnTo>
                <a:lnTo>
                  <a:pt x="813" y="704"/>
                </a:lnTo>
                <a:lnTo>
                  <a:pt x="813" y="705"/>
                </a:lnTo>
                <a:lnTo>
                  <a:pt x="813" y="706"/>
                </a:lnTo>
                <a:lnTo>
                  <a:pt x="814" y="706"/>
                </a:lnTo>
                <a:lnTo>
                  <a:pt x="814" y="707"/>
                </a:lnTo>
                <a:lnTo>
                  <a:pt x="814" y="708"/>
                </a:lnTo>
                <a:lnTo>
                  <a:pt x="813" y="708"/>
                </a:lnTo>
                <a:lnTo>
                  <a:pt x="813" y="709"/>
                </a:lnTo>
                <a:lnTo>
                  <a:pt x="813" y="710"/>
                </a:lnTo>
                <a:lnTo>
                  <a:pt x="812" y="710"/>
                </a:lnTo>
                <a:lnTo>
                  <a:pt x="811" y="710"/>
                </a:lnTo>
                <a:lnTo>
                  <a:pt x="811" y="711"/>
                </a:lnTo>
                <a:lnTo>
                  <a:pt x="812" y="711"/>
                </a:lnTo>
                <a:lnTo>
                  <a:pt x="812" y="712"/>
                </a:lnTo>
                <a:lnTo>
                  <a:pt x="812" y="713"/>
                </a:lnTo>
                <a:lnTo>
                  <a:pt x="811" y="713"/>
                </a:lnTo>
                <a:lnTo>
                  <a:pt x="811" y="714"/>
                </a:lnTo>
                <a:lnTo>
                  <a:pt x="811" y="713"/>
                </a:lnTo>
                <a:lnTo>
                  <a:pt x="811" y="714"/>
                </a:lnTo>
                <a:lnTo>
                  <a:pt x="810" y="714"/>
                </a:lnTo>
                <a:lnTo>
                  <a:pt x="810" y="713"/>
                </a:lnTo>
                <a:lnTo>
                  <a:pt x="810" y="712"/>
                </a:lnTo>
                <a:lnTo>
                  <a:pt x="810" y="713"/>
                </a:lnTo>
                <a:lnTo>
                  <a:pt x="809" y="713"/>
                </a:lnTo>
                <a:lnTo>
                  <a:pt x="809" y="712"/>
                </a:lnTo>
                <a:lnTo>
                  <a:pt x="808" y="712"/>
                </a:lnTo>
                <a:lnTo>
                  <a:pt x="808" y="711"/>
                </a:lnTo>
                <a:lnTo>
                  <a:pt x="807" y="711"/>
                </a:lnTo>
                <a:lnTo>
                  <a:pt x="806" y="711"/>
                </a:lnTo>
                <a:lnTo>
                  <a:pt x="806" y="712"/>
                </a:lnTo>
                <a:lnTo>
                  <a:pt x="806" y="711"/>
                </a:lnTo>
                <a:lnTo>
                  <a:pt x="806" y="710"/>
                </a:lnTo>
                <a:lnTo>
                  <a:pt x="805" y="710"/>
                </a:lnTo>
                <a:lnTo>
                  <a:pt x="804" y="710"/>
                </a:lnTo>
                <a:lnTo>
                  <a:pt x="804" y="711"/>
                </a:lnTo>
                <a:lnTo>
                  <a:pt x="805" y="711"/>
                </a:lnTo>
                <a:lnTo>
                  <a:pt x="804" y="711"/>
                </a:lnTo>
                <a:lnTo>
                  <a:pt x="804" y="712"/>
                </a:lnTo>
                <a:lnTo>
                  <a:pt x="803" y="712"/>
                </a:lnTo>
                <a:lnTo>
                  <a:pt x="803" y="713"/>
                </a:lnTo>
                <a:lnTo>
                  <a:pt x="802" y="713"/>
                </a:lnTo>
                <a:lnTo>
                  <a:pt x="802" y="714"/>
                </a:lnTo>
                <a:lnTo>
                  <a:pt x="802" y="713"/>
                </a:lnTo>
                <a:lnTo>
                  <a:pt x="801" y="713"/>
                </a:lnTo>
                <a:lnTo>
                  <a:pt x="801" y="714"/>
                </a:lnTo>
                <a:lnTo>
                  <a:pt x="800" y="714"/>
                </a:lnTo>
                <a:lnTo>
                  <a:pt x="800" y="715"/>
                </a:lnTo>
                <a:lnTo>
                  <a:pt x="799" y="715"/>
                </a:lnTo>
                <a:lnTo>
                  <a:pt x="798" y="715"/>
                </a:lnTo>
                <a:lnTo>
                  <a:pt x="797" y="715"/>
                </a:lnTo>
                <a:lnTo>
                  <a:pt x="797" y="714"/>
                </a:lnTo>
                <a:lnTo>
                  <a:pt x="797" y="713"/>
                </a:lnTo>
                <a:lnTo>
                  <a:pt x="797" y="714"/>
                </a:lnTo>
                <a:lnTo>
                  <a:pt x="797" y="713"/>
                </a:lnTo>
                <a:lnTo>
                  <a:pt x="796" y="713"/>
                </a:lnTo>
                <a:lnTo>
                  <a:pt x="795" y="713"/>
                </a:lnTo>
                <a:lnTo>
                  <a:pt x="795" y="714"/>
                </a:lnTo>
                <a:lnTo>
                  <a:pt x="794" y="714"/>
                </a:lnTo>
                <a:lnTo>
                  <a:pt x="793" y="714"/>
                </a:lnTo>
                <a:lnTo>
                  <a:pt x="793" y="715"/>
                </a:lnTo>
                <a:lnTo>
                  <a:pt x="792" y="715"/>
                </a:lnTo>
                <a:lnTo>
                  <a:pt x="792" y="716"/>
                </a:lnTo>
                <a:lnTo>
                  <a:pt x="791" y="716"/>
                </a:lnTo>
                <a:lnTo>
                  <a:pt x="791" y="717"/>
                </a:lnTo>
                <a:lnTo>
                  <a:pt x="790" y="717"/>
                </a:lnTo>
                <a:lnTo>
                  <a:pt x="790" y="718"/>
                </a:lnTo>
                <a:lnTo>
                  <a:pt x="789" y="718"/>
                </a:lnTo>
                <a:lnTo>
                  <a:pt x="789" y="719"/>
                </a:lnTo>
                <a:lnTo>
                  <a:pt x="788" y="719"/>
                </a:lnTo>
                <a:lnTo>
                  <a:pt x="787" y="719"/>
                </a:lnTo>
                <a:lnTo>
                  <a:pt x="786" y="719"/>
                </a:lnTo>
                <a:lnTo>
                  <a:pt x="786" y="720"/>
                </a:lnTo>
                <a:lnTo>
                  <a:pt x="787" y="720"/>
                </a:lnTo>
                <a:lnTo>
                  <a:pt x="786" y="720"/>
                </a:lnTo>
                <a:lnTo>
                  <a:pt x="786" y="721"/>
                </a:lnTo>
                <a:lnTo>
                  <a:pt x="785" y="721"/>
                </a:lnTo>
                <a:lnTo>
                  <a:pt x="785" y="720"/>
                </a:lnTo>
                <a:lnTo>
                  <a:pt x="784" y="720"/>
                </a:lnTo>
                <a:lnTo>
                  <a:pt x="784" y="721"/>
                </a:lnTo>
                <a:lnTo>
                  <a:pt x="783" y="721"/>
                </a:lnTo>
                <a:lnTo>
                  <a:pt x="782" y="721"/>
                </a:lnTo>
                <a:lnTo>
                  <a:pt x="782" y="722"/>
                </a:lnTo>
                <a:lnTo>
                  <a:pt x="782" y="723"/>
                </a:lnTo>
                <a:lnTo>
                  <a:pt x="782" y="724"/>
                </a:lnTo>
                <a:lnTo>
                  <a:pt x="781" y="724"/>
                </a:lnTo>
                <a:lnTo>
                  <a:pt x="781" y="725"/>
                </a:lnTo>
                <a:lnTo>
                  <a:pt x="781" y="726"/>
                </a:lnTo>
                <a:lnTo>
                  <a:pt x="781" y="727"/>
                </a:lnTo>
                <a:lnTo>
                  <a:pt x="781" y="726"/>
                </a:lnTo>
                <a:lnTo>
                  <a:pt x="780" y="726"/>
                </a:lnTo>
                <a:lnTo>
                  <a:pt x="779" y="726"/>
                </a:lnTo>
                <a:lnTo>
                  <a:pt x="779" y="725"/>
                </a:lnTo>
                <a:lnTo>
                  <a:pt x="778" y="725"/>
                </a:lnTo>
                <a:lnTo>
                  <a:pt x="778" y="724"/>
                </a:lnTo>
                <a:lnTo>
                  <a:pt x="778" y="723"/>
                </a:lnTo>
                <a:lnTo>
                  <a:pt x="777" y="723"/>
                </a:lnTo>
                <a:lnTo>
                  <a:pt x="776" y="723"/>
                </a:lnTo>
                <a:lnTo>
                  <a:pt x="775" y="723"/>
                </a:lnTo>
                <a:lnTo>
                  <a:pt x="775" y="724"/>
                </a:lnTo>
                <a:lnTo>
                  <a:pt x="775" y="725"/>
                </a:lnTo>
                <a:lnTo>
                  <a:pt x="774" y="725"/>
                </a:lnTo>
                <a:lnTo>
                  <a:pt x="774" y="726"/>
                </a:lnTo>
                <a:lnTo>
                  <a:pt x="774" y="727"/>
                </a:lnTo>
                <a:lnTo>
                  <a:pt x="774" y="728"/>
                </a:lnTo>
                <a:lnTo>
                  <a:pt x="774" y="729"/>
                </a:lnTo>
                <a:lnTo>
                  <a:pt x="774" y="730"/>
                </a:lnTo>
                <a:lnTo>
                  <a:pt x="773" y="730"/>
                </a:lnTo>
                <a:lnTo>
                  <a:pt x="772" y="730"/>
                </a:lnTo>
                <a:lnTo>
                  <a:pt x="772" y="729"/>
                </a:lnTo>
                <a:lnTo>
                  <a:pt x="772" y="730"/>
                </a:lnTo>
                <a:lnTo>
                  <a:pt x="771" y="730"/>
                </a:lnTo>
                <a:lnTo>
                  <a:pt x="770" y="731"/>
                </a:lnTo>
                <a:lnTo>
                  <a:pt x="769" y="731"/>
                </a:lnTo>
                <a:lnTo>
                  <a:pt x="769" y="732"/>
                </a:lnTo>
                <a:lnTo>
                  <a:pt x="768" y="732"/>
                </a:lnTo>
                <a:lnTo>
                  <a:pt x="768" y="731"/>
                </a:lnTo>
                <a:lnTo>
                  <a:pt x="767" y="731"/>
                </a:lnTo>
                <a:lnTo>
                  <a:pt x="766" y="731"/>
                </a:lnTo>
                <a:lnTo>
                  <a:pt x="766" y="732"/>
                </a:lnTo>
                <a:lnTo>
                  <a:pt x="766" y="733"/>
                </a:lnTo>
                <a:lnTo>
                  <a:pt x="766" y="734"/>
                </a:lnTo>
                <a:lnTo>
                  <a:pt x="766" y="735"/>
                </a:lnTo>
                <a:lnTo>
                  <a:pt x="767" y="735"/>
                </a:lnTo>
                <a:lnTo>
                  <a:pt x="767" y="736"/>
                </a:lnTo>
                <a:lnTo>
                  <a:pt x="767" y="737"/>
                </a:lnTo>
                <a:lnTo>
                  <a:pt x="767" y="738"/>
                </a:lnTo>
                <a:lnTo>
                  <a:pt x="768" y="738"/>
                </a:lnTo>
                <a:lnTo>
                  <a:pt x="768" y="739"/>
                </a:lnTo>
                <a:lnTo>
                  <a:pt x="768" y="740"/>
                </a:lnTo>
                <a:lnTo>
                  <a:pt x="768" y="741"/>
                </a:lnTo>
                <a:lnTo>
                  <a:pt x="768" y="742"/>
                </a:lnTo>
                <a:lnTo>
                  <a:pt x="769" y="742"/>
                </a:lnTo>
                <a:lnTo>
                  <a:pt x="769" y="743"/>
                </a:lnTo>
                <a:lnTo>
                  <a:pt x="769" y="744"/>
                </a:lnTo>
                <a:lnTo>
                  <a:pt x="769" y="745"/>
                </a:lnTo>
                <a:lnTo>
                  <a:pt x="770" y="745"/>
                </a:lnTo>
                <a:lnTo>
                  <a:pt x="769" y="746"/>
                </a:lnTo>
                <a:lnTo>
                  <a:pt x="770" y="746"/>
                </a:lnTo>
                <a:lnTo>
                  <a:pt x="769" y="746"/>
                </a:lnTo>
                <a:lnTo>
                  <a:pt x="769" y="747"/>
                </a:lnTo>
                <a:lnTo>
                  <a:pt x="770" y="747"/>
                </a:lnTo>
                <a:lnTo>
                  <a:pt x="771" y="747"/>
                </a:lnTo>
                <a:lnTo>
                  <a:pt x="772" y="747"/>
                </a:lnTo>
                <a:lnTo>
                  <a:pt x="772" y="748"/>
                </a:lnTo>
                <a:lnTo>
                  <a:pt x="772" y="749"/>
                </a:lnTo>
                <a:lnTo>
                  <a:pt x="773" y="749"/>
                </a:lnTo>
                <a:lnTo>
                  <a:pt x="773" y="750"/>
                </a:lnTo>
                <a:lnTo>
                  <a:pt x="772" y="750"/>
                </a:lnTo>
                <a:lnTo>
                  <a:pt x="773" y="750"/>
                </a:lnTo>
                <a:lnTo>
                  <a:pt x="772" y="750"/>
                </a:lnTo>
                <a:lnTo>
                  <a:pt x="772" y="751"/>
                </a:lnTo>
                <a:lnTo>
                  <a:pt x="772" y="752"/>
                </a:lnTo>
                <a:lnTo>
                  <a:pt x="771" y="752"/>
                </a:lnTo>
                <a:lnTo>
                  <a:pt x="770" y="753"/>
                </a:lnTo>
                <a:lnTo>
                  <a:pt x="770" y="754"/>
                </a:lnTo>
                <a:lnTo>
                  <a:pt x="769" y="754"/>
                </a:lnTo>
                <a:lnTo>
                  <a:pt x="768" y="754"/>
                </a:lnTo>
                <a:lnTo>
                  <a:pt x="767" y="754"/>
                </a:lnTo>
                <a:lnTo>
                  <a:pt x="766" y="755"/>
                </a:lnTo>
                <a:lnTo>
                  <a:pt x="765" y="755"/>
                </a:lnTo>
                <a:lnTo>
                  <a:pt x="765" y="756"/>
                </a:lnTo>
                <a:lnTo>
                  <a:pt x="764" y="756"/>
                </a:lnTo>
                <a:lnTo>
                  <a:pt x="763" y="756"/>
                </a:lnTo>
                <a:lnTo>
                  <a:pt x="763" y="757"/>
                </a:lnTo>
                <a:lnTo>
                  <a:pt x="762" y="757"/>
                </a:lnTo>
                <a:lnTo>
                  <a:pt x="763" y="757"/>
                </a:lnTo>
                <a:lnTo>
                  <a:pt x="763" y="758"/>
                </a:lnTo>
                <a:lnTo>
                  <a:pt x="762" y="758"/>
                </a:lnTo>
                <a:lnTo>
                  <a:pt x="762" y="759"/>
                </a:lnTo>
                <a:lnTo>
                  <a:pt x="762" y="760"/>
                </a:lnTo>
                <a:lnTo>
                  <a:pt x="762" y="761"/>
                </a:lnTo>
                <a:lnTo>
                  <a:pt x="761" y="761"/>
                </a:lnTo>
                <a:lnTo>
                  <a:pt x="761" y="762"/>
                </a:lnTo>
                <a:lnTo>
                  <a:pt x="760" y="762"/>
                </a:lnTo>
                <a:lnTo>
                  <a:pt x="759" y="762"/>
                </a:lnTo>
                <a:lnTo>
                  <a:pt x="758" y="762"/>
                </a:lnTo>
                <a:lnTo>
                  <a:pt x="758" y="763"/>
                </a:lnTo>
                <a:lnTo>
                  <a:pt x="758" y="764"/>
                </a:lnTo>
                <a:lnTo>
                  <a:pt x="759" y="764"/>
                </a:lnTo>
                <a:lnTo>
                  <a:pt x="758" y="764"/>
                </a:lnTo>
                <a:lnTo>
                  <a:pt x="759" y="764"/>
                </a:lnTo>
                <a:lnTo>
                  <a:pt x="758" y="764"/>
                </a:lnTo>
                <a:lnTo>
                  <a:pt x="759" y="764"/>
                </a:lnTo>
                <a:lnTo>
                  <a:pt x="759" y="765"/>
                </a:lnTo>
                <a:lnTo>
                  <a:pt x="759" y="766"/>
                </a:lnTo>
                <a:lnTo>
                  <a:pt x="758" y="766"/>
                </a:lnTo>
                <a:lnTo>
                  <a:pt x="757" y="766"/>
                </a:lnTo>
                <a:lnTo>
                  <a:pt x="756" y="766"/>
                </a:lnTo>
                <a:lnTo>
                  <a:pt x="755" y="766"/>
                </a:lnTo>
                <a:lnTo>
                  <a:pt x="755" y="765"/>
                </a:lnTo>
                <a:lnTo>
                  <a:pt x="755" y="766"/>
                </a:lnTo>
                <a:lnTo>
                  <a:pt x="754" y="766"/>
                </a:lnTo>
                <a:lnTo>
                  <a:pt x="753" y="766"/>
                </a:lnTo>
                <a:lnTo>
                  <a:pt x="752" y="766"/>
                </a:lnTo>
                <a:lnTo>
                  <a:pt x="751" y="765"/>
                </a:lnTo>
                <a:lnTo>
                  <a:pt x="750" y="765"/>
                </a:lnTo>
                <a:lnTo>
                  <a:pt x="750" y="764"/>
                </a:lnTo>
                <a:lnTo>
                  <a:pt x="749" y="764"/>
                </a:lnTo>
                <a:lnTo>
                  <a:pt x="749" y="765"/>
                </a:lnTo>
                <a:lnTo>
                  <a:pt x="748" y="765"/>
                </a:lnTo>
                <a:lnTo>
                  <a:pt x="748" y="764"/>
                </a:lnTo>
                <a:lnTo>
                  <a:pt x="747" y="764"/>
                </a:lnTo>
                <a:lnTo>
                  <a:pt x="747" y="763"/>
                </a:lnTo>
                <a:lnTo>
                  <a:pt x="747" y="764"/>
                </a:lnTo>
                <a:lnTo>
                  <a:pt x="747" y="763"/>
                </a:lnTo>
                <a:lnTo>
                  <a:pt x="747" y="764"/>
                </a:lnTo>
                <a:lnTo>
                  <a:pt x="746" y="764"/>
                </a:lnTo>
                <a:lnTo>
                  <a:pt x="747" y="764"/>
                </a:lnTo>
                <a:lnTo>
                  <a:pt x="746" y="764"/>
                </a:lnTo>
                <a:lnTo>
                  <a:pt x="746" y="765"/>
                </a:lnTo>
                <a:lnTo>
                  <a:pt x="747" y="765"/>
                </a:lnTo>
                <a:lnTo>
                  <a:pt x="747" y="766"/>
                </a:lnTo>
                <a:lnTo>
                  <a:pt x="746" y="766"/>
                </a:lnTo>
                <a:lnTo>
                  <a:pt x="746" y="767"/>
                </a:lnTo>
                <a:lnTo>
                  <a:pt x="746" y="766"/>
                </a:lnTo>
                <a:lnTo>
                  <a:pt x="745" y="766"/>
                </a:lnTo>
                <a:lnTo>
                  <a:pt x="745" y="767"/>
                </a:lnTo>
                <a:lnTo>
                  <a:pt x="744" y="767"/>
                </a:lnTo>
                <a:lnTo>
                  <a:pt x="744" y="766"/>
                </a:lnTo>
                <a:lnTo>
                  <a:pt x="745" y="766"/>
                </a:lnTo>
                <a:lnTo>
                  <a:pt x="745" y="765"/>
                </a:lnTo>
                <a:lnTo>
                  <a:pt x="745" y="764"/>
                </a:lnTo>
                <a:lnTo>
                  <a:pt x="744" y="764"/>
                </a:lnTo>
                <a:lnTo>
                  <a:pt x="745" y="763"/>
                </a:lnTo>
                <a:lnTo>
                  <a:pt x="744" y="763"/>
                </a:lnTo>
                <a:lnTo>
                  <a:pt x="745" y="763"/>
                </a:lnTo>
                <a:lnTo>
                  <a:pt x="744" y="763"/>
                </a:lnTo>
                <a:lnTo>
                  <a:pt x="744" y="762"/>
                </a:lnTo>
                <a:lnTo>
                  <a:pt x="743" y="762"/>
                </a:lnTo>
                <a:lnTo>
                  <a:pt x="743" y="763"/>
                </a:lnTo>
                <a:lnTo>
                  <a:pt x="743" y="762"/>
                </a:lnTo>
                <a:lnTo>
                  <a:pt x="743" y="763"/>
                </a:lnTo>
                <a:lnTo>
                  <a:pt x="742" y="763"/>
                </a:lnTo>
                <a:lnTo>
                  <a:pt x="742" y="762"/>
                </a:lnTo>
                <a:lnTo>
                  <a:pt x="742" y="763"/>
                </a:lnTo>
                <a:lnTo>
                  <a:pt x="741" y="763"/>
                </a:lnTo>
                <a:lnTo>
                  <a:pt x="741" y="764"/>
                </a:lnTo>
                <a:lnTo>
                  <a:pt x="741" y="763"/>
                </a:lnTo>
                <a:lnTo>
                  <a:pt x="741" y="764"/>
                </a:lnTo>
                <a:lnTo>
                  <a:pt x="741" y="763"/>
                </a:lnTo>
                <a:lnTo>
                  <a:pt x="741" y="764"/>
                </a:lnTo>
                <a:lnTo>
                  <a:pt x="740" y="764"/>
                </a:lnTo>
                <a:lnTo>
                  <a:pt x="739" y="764"/>
                </a:lnTo>
                <a:lnTo>
                  <a:pt x="740" y="764"/>
                </a:lnTo>
                <a:lnTo>
                  <a:pt x="740" y="765"/>
                </a:lnTo>
                <a:lnTo>
                  <a:pt x="739" y="765"/>
                </a:lnTo>
                <a:lnTo>
                  <a:pt x="739" y="766"/>
                </a:lnTo>
                <a:lnTo>
                  <a:pt x="738" y="766"/>
                </a:lnTo>
                <a:lnTo>
                  <a:pt x="738" y="765"/>
                </a:lnTo>
                <a:lnTo>
                  <a:pt x="738" y="766"/>
                </a:lnTo>
                <a:lnTo>
                  <a:pt x="738" y="765"/>
                </a:lnTo>
                <a:lnTo>
                  <a:pt x="738" y="766"/>
                </a:lnTo>
                <a:lnTo>
                  <a:pt x="737" y="766"/>
                </a:lnTo>
                <a:lnTo>
                  <a:pt x="737" y="767"/>
                </a:lnTo>
                <a:lnTo>
                  <a:pt x="737" y="768"/>
                </a:lnTo>
                <a:lnTo>
                  <a:pt x="736" y="768"/>
                </a:lnTo>
                <a:lnTo>
                  <a:pt x="736" y="769"/>
                </a:lnTo>
                <a:lnTo>
                  <a:pt x="736" y="770"/>
                </a:lnTo>
                <a:lnTo>
                  <a:pt x="735" y="770"/>
                </a:lnTo>
                <a:lnTo>
                  <a:pt x="734" y="770"/>
                </a:lnTo>
                <a:lnTo>
                  <a:pt x="734" y="771"/>
                </a:lnTo>
                <a:lnTo>
                  <a:pt x="733" y="771"/>
                </a:lnTo>
                <a:lnTo>
                  <a:pt x="733" y="772"/>
                </a:lnTo>
                <a:lnTo>
                  <a:pt x="732" y="772"/>
                </a:lnTo>
                <a:lnTo>
                  <a:pt x="732" y="773"/>
                </a:lnTo>
                <a:lnTo>
                  <a:pt x="731" y="773"/>
                </a:lnTo>
                <a:lnTo>
                  <a:pt x="731" y="774"/>
                </a:lnTo>
                <a:lnTo>
                  <a:pt x="730" y="774"/>
                </a:lnTo>
                <a:lnTo>
                  <a:pt x="729" y="774"/>
                </a:lnTo>
                <a:lnTo>
                  <a:pt x="729" y="775"/>
                </a:lnTo>
                <a:lnTo>
                  <a:pt x="728" y="775"/>
                </a:lnTo>
                <a:lnTo>
                  <a:pt x="727" y="775"/>
                </a:lnTo>
                <a:lnTo>
                  <a:pt x="727" y="776"/>
                </a:lnTo>
                <a:lnTo>
                  <a:pt x="726" y="776"/>
                </a:lnTo>
                <a:lnTo>
                  <a:pt x="726" y="777"/>
                </a:lnTo>
                <a:lnTo>
                  <a:pt x="725" y="777"/>
                </a:lnTo>
                <a:lnTo>
                  <a:pt x="724" y="777"/>
                </a:lnTo>
                <a:lnTo>
                  <a:pt x="724" y="778"/>
                </a:lnTo>
                <a:lnTo>
                  <a:pt x="724" y="779"/>
                </a:lnTo>
                <a:lnTo>
                  <a:pt x="724" y="780"/>
                </a:lnTo>
                <a:lnTo>
                  <a:pt x="723" y="780"/>
                </a:lnTo>
                <a:lnTo>
                  <a:pt x="722" y="780"/>
                </a:lnTo>
                <a:lnTo>
                  <a:pt x="722" y="781"/>
                </a:lnTo>
                <a:lnTo>
                  <a:pt x="721" y="781"/>
                </a:lnTo>
                <a:lnTo>
                  <a:pt x="721" y="782"/>
                </a:lnTo>
                <a:lnTo>
                  <a:pt x="720" y="782"/>
                </a:lnTo>
                <a:lnTo>
                  <a:pt x="719" y="782"/>
                </a:lnTo>
                <a:lnTo>
                  <a:pt x="719" y="781"/>
                </a:lnTo>
                <a:lnTo>
                  <a:pt x="718" y="781"/>
                </a:lnTo>
                <a:lnTo>
                  <a:pt x="718" y="780"/>
                </a:lnTo>
                <a:lnTo>
                  <a:pt x="718" y="779"/>
                </a:lnTo>
                <a:lnTo>
                  <a:pt x="717" y="779"/>
                </a:lnTo>
                <a:lnTo>
                  <a:pt x="718" y="779"/>
                </a:lnTo>
                <a:lnTo>
                  <a:pt x="717" y="779"/>
                </a:lnTo>
                <a:lnTo>
                  <a:pt x="717" y="778"/>
                </a:lnTo>
                <a:lnTo>
                  <a:pt x="716" y="778"/>
                </a:lnTo>
                <a:lnTo>
                  <a:pt x="716" y="777"/>
                </a:lnTo>
                <a:lnTo>
                  <a:pt x="715" y="777"/>
                </a:lnTo>
                <a:lnTo>
                  <a:pt x="714" y="777"/>
                </a:lnTo>
                <a:lnTo>
                  <a:pt x="713" y="777"/>
                </a:lnTo>
                <a:lnTo>
                  <a:pt x="712" y="777"/>
                </a:lnTo>
                <a:lnTo>
                  <a:pt x="712" y="776"/>
                </a:lnTo>
                <a:lnTo>
                  <a:pt x="711" y="776"/>
                </a:lnTo>
                <a:lnTo>
                  <a:pt x="710" y="776"/>
                </a:lnTo>
                <a:lnTo>
                  <a:pt x="710" y="774"/>
                </a:lnTo>
                <a:lnTo>
                  <a:pt x="709" y="774"/>
                </a:lnTo>
                <a:lnTo>
                  <a:pt x="709" y="773"/>
                </a:lnTo>
                <a:lnTo>
                  <a:pt x="709" y="772"/>
                </a:lnTo>
                <a:lnTo>
                  <a:pt x="708" y="772"/>
                </a:lnTo>
                <a:lnTo>
                  <a:pt x="708" y="771"/>
                </a:lnTo>
                <a:lnTo>
                  <a:pt x="709" y="771"/>
                </a:lnTo>
                <a:lnTo>
                  <a:pt x="709" y="770"/>
                </a:lnTo>
                <a:lnTo>
                  <a:pt x="709" y="769"/>
                </a:lnTo>
                <a:lnTo>
                  <a:pt x="709" y="768"/>
                </a:lnTo>
                <a:lnTo>
                  <a:pt x="710" y="768"/>
                </a:lnTo>
                <a:lnTo>
                  <a:pt x="710" y="767"/>
                </a:lnTo>
                <a:lnTo>
                  <a:pt x="709" y="767"/>
                </a:lnTo>
                <a:lnTo>
                  <a:pt x="710" y="767"/>
                </a:lnTo>
                <a:lnTo>
                  <a:pt x="710" y="766"/>
                </a:lnTo>
                <a:lnTo>
                  <a:pt x="709" y="766"/>
                </a:lnTo>
                <a:lnTo>
                  <a:pt x="710" y="766"/>
                </a:lnTo>
                <a:lnTo>
                  <a:pt x="710" y="765"/>
                </a:lnTo>
                <a:lnTo>
                  <a:pt x="710" y="764"/>
                </a:lnTo>
                <a:lnTo>
                  <a:pt x="709" y="764"/>
                </a:lnTo>
                <a:lnTo>
                  <a:pt x="709" y="763"/>
                </a:lnTo>
                <a:lnTo>
                  <a:pt x="708" y="763"/>
                </a:lnTo>
                <a:lnTo>
                  <a:pt x="708" y="764"/>
                </a:lnTo>
                <a:lnTo>
                  <a:pt x="707" y="764"/>
                </a:lnTo>
                <a:lnTo>
                  <a:pt x="707" y="763"/>
                </a:lnTo>
                <a:lnTo>
                  <a:pt x="707" y="764"/>
                </a:lnTo>
                <a:lnTo>
                  <a:pt x="706" y="764"/>
                </a:lnTo>
                <a:lnTo>
                  <a:pt x="706" y="765"/>
                </a:lnTo>
                <a:lnTo>
                  <a:pt x="705" y="765"/>
                </a:lnTo>
                <a:lnTo>
                  <a:pt x="704" y="765"/>
                </a:lnTo>
                <a:lnTo>
                  <a:pt x="703" y="765"/>
                </a:lnTo>
                <a:lnTo>
                  <a:pt x="703" y="766"/>
                </a:lnTo>
                <a:lnTo>
                  <a:pt x="703" y="765"/>
                </a:lnTo>
                <a:lnTo>
                  <a:pt x="702" y="765"/>
                </a:lnTo>
                <a:lnTo>
                  <a:pt x="702" y="766"/>
                </a:lnTo>
                <a:lnTo>
                  <a:pt x="701" y="766"/>
                </a:lnTo>
                <a:lnTo>
                  <a:pt x="700" y="766"/>
                </a:lnTo>
                <a:lnTo>
                  <a:pt x="699" y="766"/>
                </a:lnTo>
                <a:lnTo>
                  <a:pt x="699" y="767"/>
                </a:lnTo>
                <a:lnTo>
                  <a:pt x="698" y="767"/>
                </a:lnTo>
                <a:lnTo>
                  <a:pt x="697" y="767"/>
                </a:lnTo>
                <a:lnTo>
                  <a:pt x="697" y="768"/>
                </a:lnTo>
                <a:lnTo>
                  <a:pt x="696" y="768"/>
                </a:lnTo>
                <a:lnTo>
                  <a:pt x="695" y="768"/>
                </a:lnTo>
                <a:lnTo>
                  <a:pt x="695" y="767"/>
                </a:lnTo>
                <a:lnTo>
                  <a:pt x="694" y="767"/>
                </a:lnTo>
                <a:lnTo>
                  <a:pt x="693" y="767"/>
                </a:lnTo>
                <a:lnTo>
                  <a:pt x="693" y="768"/>
                </a:lnTo>
                <a:lnTo>
                  <a:pt x="692" y="768"/>
                </a:lnTo>
                <a:lnTo>
                  <a:pt x="692" y="769"/>
                </a:lnTo>
                <a:lnTo>
                  <a:pt x="692" y="770"/>
                </a:lnTo>
                <a:lnTo>
                  <a:pt x="691" y="770"/>
                </a:lnTo>
                <a:lnTo>
                  <a:pt x="691" y="771"/>
                </a:lnTo>
                <a:lnTo>
                  <a:pt x="691" y="772"/>
                </a:lnTo>
                <a:lnTo>
                  <a:pt x="690" y="772"/>
                </a:lnTo>
                <a:lnTo>
                  <a:pt x="690" y="773"/>
                </a:lnTo>
                <a:lnTo>
                  <a:pt x="689" y="773"/>
                </a:lnTo>
                <a:lnTo>
                  <a:pt x="689" y="774"/>
                </a:lnTo>
                <a:lnTo>
                  <a:pt x="688" y="774"/>
                </a:lnTo>
                <a:lnTo>
                  <a:pt x="688" y="775"/>
                </a:lnTo>
                <a:lnTo>
                  <a:pt x="687" y="775"/>
                </a:lnTo>
                <a:lnTo>
                  <a:pt x="687" y="776"/>
                </a:lnTo>
                <a:lnTo>
                  <a:pt x="686" y="776"/>
                </a:lnTo>
                <a:lnTo>
                  <a:pt x="686" y="777"/>
                </a:lnTo>
                <a:lnTo>
                  <a:pt x="686" y="778"/>
                </a:lnTo>
                <a:lnTo>
                  <a:pt x="686" y="779"/>
                </a:lnTo>
                <a:lnTo>
                  <a:pt x="685" y="779"/>
                </a:lnTo>
                <a:lnTo>
                  <a:pt x="685" y="780"/>
                </a:lnTo>
                <a:lnTo>
                  <a:pt x="685" y="781"/>
                </a:lnTo>
                <a:lnTo>
                  <a:pt x="684" y="781"/>
                </a:lnTo>
                <a:lnTo>
                  <a:pt x="684" y="782"/>
                </a:lnTo>
                <a:lnTo>
                  <a:pt x="685" y="782"/>
                </a:lnTo>
                <a:lnTo>
                  <a:pt x="685" y="783"/>
                </a:lnTo>
                <a:lnTo>
                  <a:pt x="686" y="783"/>
                </a:lnTo>
                <a:lnTo>
                  <a:pt x="685" y="783"/>
                </a:lnTo>
                <a:lnTo>
                  <a:pt x="685" y="784"/>
                </a:lnTo>
                <a:lnTo>
                  <a:pt x="685" y="785"/>
                </a:lnTo>
                <a:lnTo>
                  <a:pt x="685" y="786"/>
                </a:lnTo>
                <a:lnTo>
                  <a:pt x="685" y="788"/>
                </a:lnTo>
                <a:lnTo>
                  <a:pt x="684" y="788"/>
                </a:lnTo>
                <a:lnTo>
                  <a:pt x="684" y="789"/>
                </a:lnTo>
                <a:lnTo>
                  <a:pt x="685" y="789"/>
                </a:lnTo>
                <a:lnTo>
                  <a:pt x="684" y="789"/>
                </a:lnTo>
                <a:lnTo>
                  <a:pt x="685" y="789"/>
                </a:lnTo>
                <a:lnTo>
                  <a:pt x="684" y="789"/>
                </a:lnTo>
                <a:lnTo>
                  <a:pt x="684" y="790"/>
                </a:lnTo>
                <a:lnTo>
                  <a:pt x="684" y="791"/>
                </a:lnTo>
                <a:lnTo>
                  <a:pt x="684" y="792"/>
                </a:lnTo>
                <a:lnTo>
                  <a:pt x="684" y="793"/>
                </a:lnTo>
                <a:lnTo>
                  <a:pt x="683" y="793"/>
                </a:lnTo>
                <a:lnTo>
                  <a:pt x="683" y="794"/>
                </a:lnTo>
                <a:lnTo>
                  <a:pt x="683" y="795"/>
                </a:lnTo>
                <a:lnTo>
                  <a:pt x="682" y="795"/>
                </a:lnTo>
                <a:lnTo>
                  <a:pt x="682" y="796"/>
                </a:lnTo>
                <a:lnTo>
                  <a:pt x="683" y="796"/>
                </a:lnTo>
                <a:lnTo>
                  <a:pt x="683" y="797"/>
                </a:lnTo>
                <a:lnTo>
                  <a:pt x="683" y="798"/>
                </a:lnTo>
                <a:lnTo>
                  <a:pt x="683" y="799"/>
                </a:lnTo>
                <a:lnTo>
                  <a:pt x="682" y="799"/>
                </a:lnTo>
                <a:lnTo>
                  <a:pt x="682" y="800"/>
                </a:lnTo>
                <a:lnTo>
                  <a:pt x="682" y="801"/>
                </a:lnTo>
                <a:lnTo>
                  <a:pt x="683" y="801"/>
                </a:lnTo>
                <a:lnTo>
                  <a:pt x="682" y="801"/>
                </a:lnTo>
                <a:lnTo>
                  <a:pt x="683" y="801"/>
                </a:lnTo>
                <a:lnTo>
                  <a:pt x="683" y="802"/>
                </a:lnTo>
                <a:lnTo>
                  <a:pt x="682" y="802"/>
                </a:lnTo>
                <a:lnTo>
                  <a:pt x="681" y="802"/>
                </a:lnTo>
                <a:lnTo>
                  <a:pt x="680" y="802"/>
                </a:lnTo>
                <a:lnTo>
                  <a:pt x="680" y="803"/>
                </a:lnTo>
                <a:lnTo>
                  <a:pt x="679" y="803"/>
                </a:lnTo>
                <a:lnTo>
                  <a:pt x="679" y="804"/>
                </a:lnTo>
                <a:lnTo>
                  <a:pt x="678" y="804"/>
                </a:lnTo>
                <a:lnTo>
                  <a:pt x="678" y="803"/>
                </a:lnTo>
                <a:lnTo>
                  <a:pt x="678" y="804"/>
                </a:lnTo>
                <a:lnTo>
                  <a:pt x="677" y="804"/>
                </a:lnTo>
                <a:lnTo>
                  <a:pt x="677" y="803"/>
                </a:lnTo>
                <a:lnTo>
                  <a:pt x="676" y="803"/>
                </a:lnTo>
                <a:lnTo>
                  <a:pt x="676" y="802"/>
                </a:lnTo>
                <a:lnTo>
                  <a:pt x="676" y="801"/>
                </a:lnTo>
                <a:lnTo>
                  <a:pt x="675" y="801"/>
                </a:lnTo>
                <a:lnTo>
                  <a:pt x="674" y="801"/>
                </a:lnTo>
                <a:lnTo>
                  <a:pt x="674" y="800"/>
                </a:lnTo>
                <a:lnTo>
                  <a:pt x="673" y="800"/>
                </a:lnTo>
                <a:lnTo>
                  <a:pt x="672" y="800"/>
                </a:lnTo>
                <a:lnTo>
                  <a:pt x="672" y="799"/>
                </a:lnTo>
                <a:lnTo>
                  <a:pt x="672" y="798"/>
                </a:lnTo>
                <a:lnTo>
                  <a:pt x="671" y="798"/>
                </a:lnTo>
                <a:lnTo>
                  <a:pt x="671" y="797"/>
                </a:lnTo>
                <a:lnTo>
                  <a:pt x="670" y="796"/>
                </a:lnTo>
                <a:lnTo>
                  <a:pt x="669" y="796"/>
                </a:lnTo>
                <a:lnTo>
                  <a:pt x="669" y="797"/>
                </a:lnTo>
                <a:lnTo>
                  <a:pt x="668" y="797"/>
                </a:lnTo>
                <a:lnTo>
                  <a:pt x="668" y="796"/>
                </a:lnTo>
                <a:lnTo>
                  <a:pt x="668" y="795"/>
                </a:lnTo>
                <a:lnTo>
                  <a:pt x="667" y="795"/>
                </a:lnTo>
                <a:lnTo>
                  <a:pt x="667" y="794"/>
                </a:lnTo>
                <a:lnTo>
                  <a:pt x="666" y="794"/>
                </a:lnTo>
                <a:lnTo>
                  <a:pt x="666" y="793"/>
                </a:lnTo>
                <a:lnTo>
                  <a:pt x="665" y="793"/>
                </a:lnTo>
                <a:lnTo>
                  <a:pt x="665" y="792"/>
                </a:lnTo>
                <a:lnTo>
                  <a:pt x="664" y="791"/>
                </a:lnTo>
                <a:lnTo>
                  <a:pt x="663" y="791"/>
                </a:lnTo>
                <a:lnTo>
                  <a:pt x="663" y="790"/>
                </a:lnTo>
                <a:lnTo>
                  <a:pt x="662" y="789"/>
                </a:lnTo>
                <a:lnTo>
                  <a:pt x="662" y="788"/>
                </a:lnTo>
                <a:lnTo>
                  <a:pt x="662" y="787"/>
                </a:lnTo>
                <a:lnTo>
                  <a:pt x="661" y="787"/>
                </a:lnTo>
                <a:lnTo>
                  <a:pt x="661" y="786"/>
                </a:lnTo>
                <a:lnTo>
                  <a:pt x="660" y="786"/>
                </a:lnTo>
                <a:lnTo>
                  <a:pt x="660" y="785"/>
                </a:lnTo>
                <a:lnTo>
                  <a:pt x="659" y="785"/>
                </a:lnTo>
                <a:lnTo>
                  <a:pt x="659" y="784"/>
                </a:lnTo>
                <a:lnTo>
                  <a:pt x="658" y="784"/>
                </a:lnTo>
                <a:lnTo>
                  <a:pt x="658" y="783"/>
                </a:lnTo>
                <a:lnTo>
                  <a:pt x="657" y="783"/>
                </a:lnTo>
                <a:lnTo>
                  <a:pt x="657" y="782"/>
                </a:lnTo>
                <a:lnTo>
                  <a:pt x="656" y="782"/>
                </a:lnTo>
                <a:lnTo>
                  <a:pt x="655" y="782"/>
                </a:lnTo>
                <a:lnTo>
                  <a:pt x="655" y="781"/>
                </a:lnTo>
                <a:lnTo>
                  <a:pt x="654" y="781"/>
                </a:lnTo>
                <a:lnTo>
                  <a:pt x="654" y="780"/>
                </a:lnTo>
                <a:lnTo>
                  <a:pt x="654" y="779"/>
                </a:lnTo>
                <a:lnTo>
                  <a:pt x="653" y="779"/>
                </a:lnTo>
                <a:lnTo>
                  <a:pt x="653" y="778"/>
                </a:lnTo>
                <a:lnTo>
                  <a:pt x="652" y="777"/>
                </a:lnTo>
                <a:lnTo>
                  <a:pt x="651" y="776"/>
                </a:lnTo>
                <a:lnTo>
                  <a:pt x="650" y="775"/>
                </a:lnTo>
                <a:lnTo>
                  <a:pt x="649" y="775"/>
                </a:lnTo>
                <a:lnTo>
                  <a:pt x="648" y="774"/>
                </a:lnTo>
                <a:lnTo>
                  <a:pt x="648" y="773"/>
                </a:lnTo>
                <a:lnTo>
                  <a:pt x="647" y="773"/>
                </a:lnTo>
                <a:lnTo>
                  <a:pt x="647" y="772"/>
                </a:lnTo>
                <a:lnTo>
                  <a:pt x="646" y="772"/>
                </a:lnTo>
                <a:lnTo>
                  <a:pt x="646" y="771"/>
                </a:lnTo>
                <a:lnTo>
                  <a:pt x="646" y="770"/>
                </a:lnTo>
                <a:lnTo>
                  <a:pt x="645" y="770"/>
                </a:lnTo>
                <a:lnTo>
                  <a:pt x="645" y="769"/>
                </a:lnTo>
                <a:lnTo>
                  <a:pt x="644" y="769"/>
                </a:lnTo>
                <a:lnTo>
                  <a:pt x="644" y="770"/>
                </a:lnTo>
                <a:lnTo>
                  <a:pt x="644" y="769"/>
                </a:lnTo>
                <a:lnTo>
                  <a:pt x="643" y="769"/>
                </a:lnTo>
                <a:lnTo>
                  <a:pt x="644" y="769"/>
                </a:lnTo>
                <a:lnTo>
                  <a:pt x="644" y="770"/>
                </a:lnTo>
                <a:lnTo>
                  <a:pt x="643" y="770"/>
                </a:lnTo>
                <a:lnTo>
                  <a:pt x="642" y="770"/>
                </a:lnTo>
                <a:lnTo>
                  <a:pt x="641" y="770"/>
                </a:lnTo>
                <a:lnTo>
                  <a:pt x="641" y="771"/>
                </a:lnTo>
                <a:lnTo>
                  <a:pt x="641" y="772"/>
                </a:lnTo>
                <a:lnTo>
                  <a:pt x="641" y="773"/>
                </a:lnTo>
                <a:lnTo>
                  <a:pt x="640" y="773"/>
                </a:lnTo>
                <a:lnTo>
                  <a:pt x="640" y="774"/>
                </a:lnTo>
                <a:lnTo>
                  <a:pt x="640" y="775"/>
                </a:lnTo>
                <a:lnTo>
                  <a:pt x="639" y="775"/>
                </a:lnTo>
                <a:lnTo>
                  <a:pt x="639" y="776"/>
                </a:lnTo>
                <a:lnTo>
                  <a:pt x="638" y="776"/>
                </a:lnTo>
                <a:lnTo>
                  <a:pt x="639" y="776"/>
                </a:lnTo>
                <a:lnTo>
                  <a:pt x="638" y="776"/>
                </a:lnTo>
                <a:lnTo>
                  <a:pt x="638" y="777"/>
                </a:lnTo>
                <a:lnTo>
                  <a:pt x="637" y="777"/>
                </a:lnTo>
                <a:lnTo>
                  <a:pt x="637" y="778"/>
                </a:lnTo>
                <a:lnTo>
                  <a:pt x="637" y="779"/>
                </a:lnTo>
                <a:lnTo>
                  <a:pt x="636" y="779"/>
                </a:lnTo>
                <a:lnTo>
                  <a:pt x="636" y="780"/>
                </a:lnTo>
                <a:lnTo>
                  <a:pt x="635" y="780"/>
                </a:lnTo>
                <a:lnTo>
                  <a:pt x="635" y="781"/>
                </a:lnTo>
                <a:lnTo>
                  <a:pt x="636" y="781"/>
                </a:lnTo>
                <a:lnTo>
                  <a:pt x="636" y="782"/>
                </a:lnTo>
                <a:lnTo>
                  <a:pt x="636" y="783"/>
                </a:lnTo>
                <a:lnTo>
                  <a:pt x="637" y="783"/>
                </a:lnTo>
                <a:lnTo>
                  <a:pt x="637" y="784"/>
                </a:lnTo>
                <a:lnTo>
                  <a:pt x="637" y="785"/>
                </a:lnTo>
                <a:lnTo>
                  <a:pt x="637" y="786"/>
                </a:lnTo>
                <a:lnTo>
                  <a:pt x="637" y="787"/>
                </a:lnTo>
                <a:lnTo>
                  <a:pt x="636" y="787"/>
                </a:lnTo>
                <a:lnTo>
                  <a:pt x="636" y="788"/>
                </a:lnTo>
                <a:lnTo>
                  <a:pt x="635" y="788"/>
                </a:lnTo>
                <a:lnTo>
                  <a:pt x="634" y="788"/>
                </a:lnTo>
                <a:lnTo>
                  <a:pt x="634" y="789"/>
                </a:lnTo>
                <a:lnTo>
                  <a:pt x="634" y="790"/>
                </a:lnTo>
                <a:lnTo>
                  <a:pt x="634" y="791"/>
                </a:lnTo>
                <a:lnTo>
                  <a:pt x="633" y="791"/>
                </a:lnTo>
                <a:lnTo>
                  <a:pt x="633" y="792"/>
                </a:lnTo>
                <a:lnTo>
                  <a:pt x="633" y="793"/>
                </a:lnTo>
                <a:lnTo>
                  <a:pt x="632" y="793"/>
                </a:lnTo>
                <a:lnTo>
                  <a:pt x="631" y="793"/>
                </a:lnTo>
                <a:lnTo>
                  <a:pt x="630" y="793"/>
                </a:lnTo>
                <a:lnTo>
                  <a:pt x="630" y="792"/>
                </a:lnTo>
                <a:lnTo>
                  <a:pt x="629" y="792"/>
                </a:lnTo>
                <a:lnTo>
                  <a:pt x="630" y="792"/>
                </a:lnTo>
                <a:lnTo>
                  <a:pt x="630" y="791"/>
                </a:lnTo>
                <a:lnTo>
                  <a:pt x="629" y="791"/>
                </a:lnTo>
                <a:lnTo>
                  <a:pt x="629" y="790"/>
                </a:lnTo>
                <a:lnTo>
                  <a:pt x="628" y="790"/>
                </a:lnTo>
                <a:lnTo>
                  <a:pt x="627" y="790"/>
                </a:lnTo>
                <a:lnTo>
                  <a:pt x="627" y="789"/>
                </a:lnTo>
                <a:lnTo>
                  <a:pt x="626" y="789"/>
                </a:lnTo>
                <a:lnTo>
                  <a:pt x="626" y="788"/>
                </a:lnTo>
                <a:lnTo>
                  <a:pt x="627" y="788"/>
                </a:lnTo>
                <a:lnTo>
                  <a:pt x="626" y="788"/>
                </a:lnTo>
                <a:lnTo>
                  <a:pt x="626" y="787"/>
                </a:lnTo>
                <a:lnTo>
                  <a:pt x="625" y="787"/>
                </a:lnTo>
                <a:lnTo>
                  <a:pt x="625" y="786"/>
                </a:lnTo>
                <a:lnTo>
                  <a:pt x="624" y="786"/>
                </a:lnTo>
                <a:lnTo>
                  <a:pt x="624" y="785"/>
                </a:lnTo>
                <a:lnTo>
                  <a:pt x="624" y="784"/>
                </a:lnTo>
                <a:lnTo>
                  <a:pt x="625" y="784"/>
                </a:lnTo>
                <a:lnTo>
                  <a:pt x="624" y="784"/>
                </a:lnTo>
                <a:lnTo>
                  <a:pt x="624" y="783"/>
                </a:lnTo>
                <a:lnTo>
                  <a:pt x="625" y="783"/>
                </a:lnTo>
                <a:lnTo>
                  <a:pt x="624" y="783"/>
                </a:lnTo>
                <a:lnTo>
                  <a:pt x="624" y="782"/>
                </a:lnTo>
                <a:lnTo>
                  <a:pt x="623" y="782"/>
                </a:lnTo>
                <a:lnTo>
                  <a:pt x="623" y="781"/>
                </a:lnTo>
                <a:lnTo>
                  <a:pt x="622" y="781"/>
                </a:lnTo>
                <a:lnTo>
                  <a:pt x="622" y="780"/>
                </a:lnTo>
                <a:lnTo>
                  <a:pt x="622" y="779"/>
                </a:lnTo>
                <a:lnTo>
                  <a:pt x="621" y="779"/>
                </a:lnTo>
                <a:lnTo>
                  <a:pt x="621" y="778"/>
                </a:lnTo>
                <a:lnTo>
                  <a:pt x="622" y="778"/>
                </a:lnTo>
                <a:lnTo>
                  <a:pt x="622" y="777"/>
                </a:lnTo>
                <a:lnTo>
                  <a:pt x="621" y="777"/>
                </a:lnTo>
                <a:lnTo>
                  <a:pt x="621" y="776"/>
                </a:lnTo>
                <a:lnTo>
                  <a:pt x="622" y="776"/>
                </a:lnTo>
                <a:lnTo>
                  <a:pt x="623" y="776"/>
                </a:lnTo>
                <a:lnTo>
                  <a:pt x="623" y="775"/>
                </a:lnTo>
                <a:lnTo>
                  <a:pt x="623" y="774"/>
                </a:lnTo>
                <a:lnTo>
                  <a:pt x="622" y="774"/>
                </a:lnTo>
                <a:lnTo>
                  <a:pt x="622" y="773"/>
                </a:lnTo>
                <a:lnTo>
                  <a:pt x="622" y="774"/>
                </a:lnTo>
                <a:lnTo>
                  <a:pt x="622" y="773"/>
                </a:lnTo>
                <a:lnTo>
                  <a:pt x="621" y="773"/>
                </a:lnTo>
                <a:lnTo>
                  <a:pt x="620" y="773"/>
                </a:lnTo>
                <a:lnTo>
                  <a:pt x="620" y="772"/>
                </a:lnTo>
                <a:lnTo>
                  <a:pt x="620" y="771"/>
                </a:lnTo>
                <a:lnTo>
                  <a:pt x="619" y="771"/>
                </a:lnTo>
                <a:lnTo>
                  <a:pt x="618" y="771"/>
                </a:lnTo>
                <a:lnTo>
                  <a:pt x="617" y="771"/>
                </a:lnTo>
                <a:lnTo>
                  <a:pt x="617" y="770"/>
                </a:lnTo>
                <a:lnTo>
                  <a:pt x="616" y="770"/>
                </a:lnTo>
                <a:lnTo>
                  <a:pt x="616" y="769"/>
                </a:lnTo>
                <a:lnTo>
                  <a:pt x="615" y="769"/>
                </a:lnTo>
                <a:lnTo>
                  <a:pt x="615" y="768"/>
                </a:lnTo>
                <a:lnTo>
                  <a:pt x="614" y="769"/>
                </a:lnTo>
                <a:lnTo>
                  <a:pt x="614" y="768"/>
                </a:lnTo>
                <a:lnTo>
                  <a:pt x="613" y="768"/>
                </a:lnTo>
                <a:lnTo>
                  <a:pt x="612" y="768"/>
                </a:lnTo>
                <a:lnTo>
                  <a:pt x="611" y="768"/>
                </a:lnTo>
                <a:lnTo>
                  <a:pt x="611" y="767"/>
                </a:lnTo>
                <a:lnTo>
                  <a:pt x="610" y="767"/>
                </a:lnTo>
                <a:lnTo>
                  <a:pt x="610" y="768"/>
                </a:lnTo>
                <a:lnTo>
                  <a:pt x="610" y="769"/>
                </a:lnTo>
                <a:lnTo>
                  <a:pt x="610" y="770"/>
                </a:lnTo>
                <a:lnTo>
                  <a:pt x="610" y="771"/>
                </a:lnTo>
                <a:lnTo>
                  <a:pt x="609" y="771"/>
                </a:lnTo>
                <a:lnTo>
                  <a:pt x="609" y="772"/>
                </a:lnTo>
                <a:lnTo>
                  <a:pt x="609" y="773"/>
                </a:lnTo>
                <a:lnTo>
                  <a:pt x="608" y="773"/>
                </a:lnTo>
                <a:lnTo>
                  <a:pt x="608" y="774"/>
                </a:lnTo>
                <a:lnTo>
                  <a:pt x="608" y="773"/>
                </a:lnTo>
                <a:lnTo>
                  <a:pt x="608" y="774"/>
                </a:lnTo>
                <a:lnTo>
                  <a:pt x="608" y="775"/>
                </a:lnTo>
                <a:lnTo>
                  <a:pt x="607" y="775"/>
                </a:lnTo>
                <a:lnTo>
                  <a:pt x="608" y="775"/>
                </a:lnTo>
                <a:lnTo>
                  <a:pt x="607" y="775"/>
                </a:lnTo>
                <a:lnTo>
                  <a:pt x="607" y="776"/>
                </a:lnTo>
                <a:lnTo>
                  <a:pt x="606" y="776"/>
                </a:lnTo>
                <a:lnTo>
                  <a:pt x="606" y="777"/>
                </a:lnTo>
                <a:lnTo>
                  <a:pt x="606" y="778"/>
                </a:lnTo>
                <a:lnTo>
                  <a:pt x="607" y="778"/>
                </a:lnTo>
                <a:lnTo>
                  <a:pt x="606" y="778"/>
                </a:lnTo>
                <a:lnTo>
                  <a:pt x="606" y="779"/>
                </a:lnTo>
                <a:lnTo>
                  <a:pt x="607" y="779"/>
                </a:lnTo>
                <a:lnTo>
                  <a:pt x="606" y="780"/>
                </a:lnTo>
                <a:lnTo>
                  <a:pt x="606" y="781"/>
                </a:lnTo>
                <a:lnTo>
                  <a:pt x="606" y="782"/>
                </a:lnTo>
                <a:lnTo>
                  <a:pt x="606" y="783"/>
                </a:lnTo>
                <a:lnTo>
                  <a:pt x="605" y="783"/>
                </a:lnTo>
                <a:lnTo>
                  <a:pt x="605" y="784"/>
                </a:lnTo>
                <a:lnTo>
                  <a:pt x="604" y="784"/>
                </a:lnTo>
                <a:lnTo>
                  <a:pt x="603" y="784"/>
                </a:lnTo>
                <a:lnTo>
                  <a:pt x="602" y="784"/>
                </a:lnTo>
                <a:lnTo>
                  <a:pt x="602" y="785"/>
                </a:lnTo>
                <a:lnTo>
                  <a:pt x="601" y="785"/>
                </a:lnTo>
                <a:lnTo>
                  <a:pt x="601" y="786"/>
                </a:lnTo>
                <a:lnTo>
                  <a:pt x="600" y="786"/>
                </a:lnTo>
                <a:lnTo>
                  <a:pt x="600" y="787"/>
                </a:lnTo>
                <a:lnTo>
                  <a:pt x="599" y="787"/>
                </a:lnTo>
                <a:lnTo>
                  <a:pt x="598" y="787"/>
                </a:lnTo>
                <a:lnTo>
                  <a:pt x="597" y="787"/>
                </a:lnTo>
                <a:lnTo>
                  <a:pt x="597" y="786"/>
                </a:lnTo>
                <a:lnTo>
                  <a:pt x="597" y="787"/>
                </a:lnTo>
                <a:lnTo>
                  <a:pt x="596" y="787"/>
                </a:lnTo>
                <a:lnTo>
                  <a:pt x="596" y="788"/>
                </a:lnTo>
                <a:lnTo>
                  <a:pt x="595" y="788"/>
                </a:lnTo>
                <a:lnTo>
                  <a:pt x="596" y="788"/>
                </a:lnTo>
                <a:lnTo>
                  <a:pt x="596" y="789"/>
                </a:lnTo>
                <a:lnTo>
                  <a:pt x="595" y="789"/>
                </a:lnTo>
                <a:lnTo>
                  <a:pt x="595" y="790"/>
                </a:lnTo>
                <a:lnTo>
                  <a:pt x="594" y="790"/>
                </a:lnTo>
                <a:lnTo>
                  <a:pt x="594" y="791"/>
                </a:lnTo>
                <a:lnTo>
                  <a:pt x="594" y="792"/>
                </a:lnTo>
                <a:lnTo>
                  <a:pt x="593" y="792"/>
                </a:lnTo>
                <a:lnTo>
                  <a:pt x="593" y="793"/>
                </a:lnTo>
                <a:lnTo>
                  <a:pt x="593" y="794"/>
                </a:lnTo>
                <a:lnTo>
                  <a:pt x="593" y="795"/>
                </a:lnTo>
                <a:lnTo>
                  <a:pt x="594" y="795"/>
                </a:lnTo>
                <a:lnTo>
                  <a:pt x="594" y="796"/>
                </a:lnTo>
                <a:lnTo>
                  <a:pt x="595" y="797"/>
                </a:lnTo>
                <a:lnTo>
                  <a:pt x="595" y="798"/>
                </a:lnTo>
                <a:lnTo>
                  <a:pt x="594" y="798"/>
                </a:lnTo>
                <a:lnTo>
                  <a:pt x="594" y="799"/>
                </a:lnTo>
                <a:lnTo>
                  <a:pt x="593" y="799"/>
                </a:lnTo>
                <a:lnTo>
                  <a:pt x="593" y="800"/>
                </a:lnTo>
                <a:lnTo>
                  <a:pt x="592" y="800"/>
                </a:lnTo>
                <a:lnTo>
                  <a:pt x="592" y="799"/>
                </a:lnTo>
                <a:lnTo>
                  <a:pt x="592" y="800"/>
                </a:lnTo>
                <a:lnTo>
                  <a:pt x="591" y="800"/>
                </a:lnTo>
                <a:lnTo>
                  <a:pt x="591" y="799"/>
                </a:lnTo>
                <a:lnTo>
                  <a:pt x="591" y="800"/>
                </a:lnTo>
                <a:lnTo>
                  <a:pt x="590" y="800"/>
                </a:lnTo>
                <a:lnTo>
                  <a:pt x="590" y="801"/>
                </a:lnTo>
                <a:lnTo>
                  <a:pt x="589" y="801"/>
                </a:lnTo>
                <a:lnTo>
                  <a:pt x="589" y="802"/>
                </a:lnTo>
                <a:lnTo>
                  <a:pt x="588" y="802"/>
                </a:lnTo>
                <a:lnTo>
                  <a:pt x="588" y="803"/>
                </a:lnTo>
                <a:lnTo>
                  <a:pt x="588" y="802"/>
                </a:lnTo>
                <a:lnTo>
                  <a:pt x="586" y="802"/>
                </a:lnTo>
                <a:lnTo>
                  <a:pt x="586" y="803"/>
                </a:lnTo>
                <a:lnTo>
                  <a:pt x="585" y="803"/>
                </a:lnTo>
                <a:lnTo>
                  <a:pt x="585" y="804"/>
                </a:lnTo>
                <a:lnTo>
                  <a:pt x="584" y="804"/>
                </a:lnTo>
                <a:lnTo>
                  <a:pt x="584" y="805"/>
                </a:lnTo>
                <a:lnTo>
                  <a:pt x="584" y="806"/>
                </a:lnTo>
                <a:lnTo>
                  <a:pt x="584" y="807"/>
                </a:lnTo>
                <a:lnTo>
                  <a:pt x="584" y="808"/>
                </a:lnTo>
                <a:lnTo>
                  <a:pt x="585" y="808"/>
                </a:lnTo>
                <a:lnTo>
                  <a:pt x="585" y="809"/>
                </a:lnTo>
                <a:lnTo>
                  <a:pt x="585" y="810"/>
                </a:lnTo>
                <a:lnTo>
                  <a:pt x="584" y="810"/>
                </a:lnTo>
                <a:lnTo>
                  <a:pt x="584" y="811"/>
                </a:lnTo>
                <a:lnTo>
                  <a:pt x="583" y="811"/>
                </a:lnTo>
                <a:lnTo>
                  <a:pt x="583" y="810"/>
                </a:lnTo>
                <a:lnTo>
                  <a:pt x="581" y="810"/>
                </a:lnTo>
                <a:lnTo>
                  <a:pt x="581" y="811"/>
                </a:lnTo>
                <a:lnTo>
                  <a:pt x="580" y="811"/>
                </a:lnTo>
                <a:lnTo>
                  <a:pt x="579" y="811"/>
                </a:lnTo>
                <a:lnTo>
                  <a:pt x="578" y="811"/>
                </a:lnTo>
                <a:lnTo>
                  <a:pt x="578" y="810"/>
                </a:lnTo>
                <a:lnTo>
                  <a:pt x="577" y="810"/>
                </a:lnTo>
                <a:lnTo>
                  <a:pt x="576" y="809"/>
                </a:lnTo>
                <a:lnTo>
                  <a:pt x="575" y="809"/>
                </a:lnTo>
                <a:lnTo>
                  <a:pt x="574" y="809"/>
                </a:lnTo>
                <a:lnTo>
                  <a:pt x="574" y="808"/>
                </a:lnTo>
                <a:lnTo>
                  <a:pt x="574" y="807"/>
                </a:lnTo>
                <a:lnTo>
                  <a:pt x="573" y="807"/>
                </a:lnTo>
                <a:lnTo>
                  <a:pt x="572" y="807"/>
                </a:lnTo>
                <a:lnTo>
                  <a:pt x="571" y="807"/>
                </a:lnTo>
                <a:lnTo>
                  <a:pt x="571" y="806"/>
                </a:lnTo>
                <a:lnTo>
                  <a:pt x="570" y="806"/>
                </a:lnTo>
                <a:lnTo>
                  <a:pt x="569" y="806"/>
                </a:lnTo>
                <a:lnTo>
                  <a:pt x="568" y="806"/>
                </a:lnTo>
                <a:lnTo>
                  <a:pt x="567" y="806"/>
                </a:lnTo>
                <a:lnTo>
                  <a:pt x="567" y="805"/>
                </a:lnTo>
                <a:lnTo>
                  <a:pt x="567" y="804"/>
                </a:lnTo>
                <a:lnTo>
                  <a:pt x="567" y="803"/>
                </a:lnTo>
                <a:lnTo>
                  <a:pt x="566" y="803"/>
                </a:lnTo>
                <a:lnTo>
                  <a:pt x="566" y="802"/>
                </a:lnTo>
                <a:lnTo>
                  <a:pt x="566" y="801"/>
                </a:lnTo>
                <a:lnTo>
                  <a:pt x="565" y="801"/>
                </a:lnTo>
                <a:lnTo>
                  <a:pt x="564" y="801"/>
                </a:lnTo>
                <a:lnTo>
                  <a:pt x="564" y="800"/>
                </a:lnTo>
                <a:lnTo>
                  <a:pt x="564" y="799"/>
                </a:lnTo>
                <a:lnTo>
                  <a:pt x="564" y="798"/>
                </a:lnTo>
                <a:lnTo>
                  <a:pt x="564" y="799"/>
                </a:lnTo>
                <a:lnTo>
                  <a:pt x="564" y="798"/>
                </a:lnTo>
                <a:lnTo>
                  <a:pt x="563" y="798"/>
                </a:lnTo>
                <a:lnTo>
                  <a:pt x="562" y="798"/>
                </a:lnTo>
                <a:lnTo>
                  <a:pt x="562" y="797"/>
                </a:lnTo>
                <a:lnTo>
                  <a:pt x="563" y="797"/>
                </a:lnTo>
                <a:lnTo>
                  <a:pt x="563" y="796"/>
                </a:lnTo>
                <a:lnTo>
                  <a:pt x="562" y="796"/>
                </a:lnTo>
                <a:lnTo>
                  <a:pt x="562" y="795"/>
                </a:lnTo>
                <a:lnTo>
                  <a:pt x="562" y="794"/>
                </a:lnTo>
                <a:lnTo>
                  <a:pt x="562" y="793"/>
                </a:lnTo>
                <a:lnTo>
                  <a:pt x="561" y="793"/>
                </a:lnTo>
                <a:lnTo>
                  <a:pt x="561" y="792"/>
                </a:lnTo>
                <a:lnTo>
                  <a:pt x="561" y="791"/>
                </a:lnTo>
                <a:lnTo>
                  <a:pt x="561" y="792"/>
                </a:lnTo>
                <a:lnTo>
                  <a:pt x="560" y="792"/>
                </a:lnTo>
                <a:lnTo>
                  <a:pt x="560" y="791"/>
                </a:lnTo>
                <a:lnTo>
                  <a:pt x="559" y="791"/>
                </a:lnTo>
                <a:lnTo>
                  <a:pt x="558" y="791"/>
                </a:lnTo>
                <a:lnTo>
                  <a:pt x="559" y="790"/>
                </a:lnTo>
                <a:lnTo>
                  <a:pt x="558" y="790"/>
                </a:lnTo>
                <a:lnTo>
                  <a:pt x="557" y="790"/>
                </a:lnTo>
                <a:lnTo>
                  <a:pt x="557" y="789"/>
                </a:lnTo>
                <a:lnTo>
                  <a:pt x="556" y="789"/>
                </a:lnTo>
                <a:lnTo>
                  <a:pt x="556" y="790"/>
                </a:lnTo>
                <a:lnTo>
                  <a:pt x="555" y="790"/>
                </a:lnTo>
                <a:lnTo>
                  <a:pt x="554" y="790"/>
                </a:lnTo>
                <a:lnTo>
                  <a:pt x="554" y="789"/>
                </a:lnTo>
                <a:lnTo>
                  <a:pt x="553" y="789"/>
                </a:lnTo>
                <a:lnTo>
                  <a:pt x="552" y="789"/>
                </a:lnTo>
                <a:lnTo>
                  <a:pt x="552" y="788"/>
                </a:lnTo>
                <a:lnTo>
                  <a:pt x="553" y="788"/>
                </a:lnTo>
                <a:lnTo>
                  <a:pt x="553" y="787"/>
                </a:lnTo>
                <a:lnTo>
                  <a:pt x="552" y="787"/>
                </a:lnTo>
                <a:lnTo>
                  <a:pt x="551" y="787"/>
                </a:lnTo>
                <a:lnTo>
                  <a:pt x="550" y="787"/>
                </a:lnTo>
                <a:lnTo>
                  <a:pt x="550" y="786"/>
                </a:lnTo>
                <a:lnTo>
                  <a:pt x="549" y="786"/>
                </a:lnTo>
                <a:lnTo>
                  <a:pt x="549" y="785"/>
                </a:lnTo>
                <a:lnTo>
                  <a:pt x="549" y="784"/>
                </a:lnTo>
                <a:lnTo>
                  <a:pt x="548" y="784"/>
                </a:lnTo>
                <a:lnTo>
                  <a:pt x="548" y="785"/>
                </a:lnTo>
                <a:lnTo>
                  <a:pt x="547" y="785"/>
                </a:lnTo>
                <a:lnTo>
                  <a:pt x="547" y="784"/>
                </a:lnTo>
                <a:lnTo>
                  <a:pt x="546" y="784"/>
                </a:lnTo>
                <a:lnTo>
                  <a:pt x="546" y="783"/>
                </a:lnTo>
                <a:lnTo>
                  <a:pt x="545" y="783"/>
                </a:lnTo>
                <a:lnTo>
                  <a:pt x="545" y="782"/>
                </a:lnTo>
                <a:lnTo>
                  <a:pt x="545" y="781"/>
                </a:lnTo>
                <a:lnTo>
                  <a:pt x="544" y="781"/>
                </a:lnTo>
                <a:lnTo>
                  <a:pt x="543" y="781"/>
                </a:lnTo>
                <a:lnTo>
                  <a:pt x="543" y="780"/>
                </a:lnTo>
                <a:lnTo>
                  <a:pt x="542" y="780"/>
                </a:lnTo>
                <a:lnTo>
                  <a:pt x="542" y="781"/>
                </a:lnTo>
                <a:lnTo>
                  <a:pt x="541" y="781"/>
                </a:lnTo>
                <a:lnTo>
                  <a:pt x="540" y="781"/>
                </a:lnTo>
                <a:lnTo>
                  <a:pt x="539" y="781"/>
                </a:lnTo>
                <a:lnTo>
                  <a:pt x="539" y="782"/>
                </a:lnTo>
                <a:lnTo>
                  <a:pt x="539" y="781"/>
                </a:lnTo>
                <a:lnTo>
                  <a:pt x="538" y="781"/>
                </a:lnTo>
                <a:lnTo>
                  <a:pt x="538" y="780"/>
                </a:lnTo>
                <a:lnTo>
                  <a:pt x="538" y="781"/>
                </a:lnTo>
                <a:lnTo>
                  <a:pt x="538" y="780"/>
                </a:lnTo>
                <a:lnTo>
                  <a:pt x="537" y="780"/>
                </a:lnTo>
                <a:lnTo>
                  <a:pt x="537" y="779"/>
                </a:lnTo>
                <a:lnTo>
                  <a:pt x="536" y="779"/>
                </a:lnTo>
                <a:lnTo>
                  <a:pt x="536" y="778"/>
                </a:lnTo>
                <a:lnTo>
                  <a:pt x="535" y="778"/>
                </a:lnTo>
                <a:lnTo>
                  <a:pt x="535" y="777"/>
                </a:lnTo>
                <a:lnTo>
                  <a:pt x="534" y="777"/>
                </a:lnTo>
                <a:lnTo>
                  <a:pt x="533" y="777"/>
                </a:lnTo>
                <a:lnTo>
                  <a:pt x="532" y="777"/>
                </a:lnTo>
                <a:lnTo>
                  <a:pt x="533" y="777"/>
                </a:lnTo>
                <a:lnTo>
                  <a:pt x="532" y="778"/>
                </a:lnTo>
                <a:lnTo>
                  <a:pt x="532" y="779"/>
                </a:lnTo>
                <a:lnTo>
                  <a:pt x="532" y="780"/>
                </a:lnTo>
                <a:lnTo>
                  <a:pt x="531" y="780"/>
                </a:lnTo>
                <a:lnTo>
                  <a:pt x="530" y="780"/>
                </a:lnTo>
                <a:lnTo>
                  <a:pt x="530" y="779"/>
                </a:lnTo>
                <a:lnTo>
                  <a:pt x="529" y="779"/>
                </a:lnTo>
                <a:lnTo>
                  <a:pt x="530" y="779"/>
                </a:lnTo>
                <a:lnTo>
                  <a:pt x="530" y="778"/>
                </a:lnTo>
                <a:lnTo>
                  <a:pt x="529" y="778"/>
                </a:lnTo>
                <a:lnTo>
                  <a:pt x="530" y="778"/>
                </a:lnTo>
                <a:lnTo>
                  <a:pt x="529" y="778"/>
                </a:lnTo>
                <a:lnTo>
                  <a:pt x="529" y="777"/>
                </a:lnTo>
                <a:lnTo>
                  <a:pt x="528" y="777"/>
                </a:lnTo>
                <a:lnTo>
                  <a:pt x="528" y="776"/>
                </a:lnTo>
                <a:lnTo>
                  <a:pt x="528" y="775"/>
                </a:lnTo>
                <a:lnTo>
                  <a:pt x="527" y="775"/>
                </a:lnTo>
                <a:lnTo>
                  <a:pt x="527" y="774"/>
                </a:lnTo>
                <a:lnTo>
                  <a:pt x="526" y="774"/>
                </a:lnTo>
                <a:lnTo>
                  <a:pt x="526" y="773"/>
                </a:lnTo>
                <a:lnTo>
                  <a:pt x="525" y="773"/>
                </a:lnTo>
                <a:lnTo>
                  <a:pt x="524" y="772"/>
                </a:lnTo>
                <a:lnTo>
                  <a:pt x="524" y="771"/>
                </a:lnTo>
                <a:lnTo>
                  <a:pt x="523" y="771"/>
                </a:lnTo>
                <a:lnTo>
                  <a:pt x="522" y="771"/>
                </a:lnTo>
                <a:lnTo>
                  <a:pt x="521" y="771"/>
                </a:lnTo>
                <a:lnTo>
                  <a:pt x="521" y="772"/>
                </a:lnTo>
                <a:lnTo>
                  <a:pt x="520" y="772"/>
                </a:lnTo>
                <a:lnTo>
                  <a:pt x="519" y="772"/>
                </a:lnTo>
                <a:lnTo>
                  <a:pt x="519" y="773"/>
                </a:lnTo>
                <a:lnTo>
                  <a:pt x="518" y="773"/>
                </a:lnTo>
                <a:lnTo>
                  <a:pt x="518" y="774"/>
                </a:lnTo>
                <a:lnTo>
                  <a:pt x="518" y="775"/>
                </a:lnTo>
                <a:lnTo>
                  <a:pt x="517" y="775"/>
                </a:lnTo>
                <a:lnTo>
                  <a:pt x="518" y="776"/>
                </a:lnTo>
                <a:lnTo>
                  <a:pt x="518" y="777"/>
                </a:lnTo>
                <a:lnTo>
                  <a:pt x="517" y="777"/>
                </a:lnTo>
                <a:lnTo>
                  <a:pt x="517" y="778"/>
                </a:lnTo>
                <a:lnTo>
                  <a:pt x="516" y="778"/>
                </a:lnTo>
                <a:lnTo>
                  <a:pt x="517" y="778"/>
                </a:lnTo>
                <a:lnTo>
                  <a:pt x="517" y="779"/>
                </a:lnTo>
                <a:lnTo>
                  <a:pt x="516" y="779"/>
                </a:lnTo>
                <a:lnTo>
                  <a:pt x="516" y="780"/>
                </a:lnTo>
                <a:lnTo>
                  <a:pt x="515" y="781"/>
                </a:lnTo>
                <a:lnTo>
                  <a:pt x="515" y="782"/>
                </a:lnTo>
                <a:lnTo>
                  <a:pt x="514" y="782"/>
                </a:lnTo>
                <a:lnTo>
                  <a:pt x="513" y="782"/>
                </a:lnTo>
                <a:lnTo>
                  <a:pt x="512" y="782"/>
                </a:lnTo>
                <a:lnTo>
                  <a:pt x="511" y="782"/>
                </a:lnTo>
                <a:lnTo>
                  <a:pt x="510" y="782"/>
                </a:lnTo>
                <a:lnTo>
                  <a:pt x="510" y="783"/>
                </a:lnTo>
                <a:lnTo>
                  <a:pt x="511" y="783"/>
                </a:lnTo>
                <a:lnTo>
                  <a:pt x="511" y="784"/>
                </a:lnTo>
                <a:lnTo>
                  <a:pt x="511" y="785"/>
                </a:lnTo>
                <a:lnTo>
                  <a:pt x="512" y="786"/>
                </a:lnTo>
                <a:lnTo>
                  <a:pt x="512" y="787"/>
                </a:lnTo>
                <a:lnTo>
                  <a:pt x="513" y="787"/>
                </a:lnTo>
                <a:lnTo>
                  <a:pt x="514" y="787"/>
                </a:lnTo>
                <a:lnTo>
                  <a:pt x="514" y="788"/>
                </a:lnTo>
                <a:lnTo>
                  <a:pt x="513" y="788"/>
                </a:lnTo>
                <a:lnTo>
                  <a:pt x="513" y="789"/>
                </a:lnTo>
                <a:lnTo>
                  <a:pt x="512" y="789"/>
                </a:lnTo>
                <a:lnTo>
                  <a:pt x="512" y="790"/>
                </a:lnTo>
                <a:lnTo>
                  <a:pt x="511" y="790"/>
                </a:lnTo>
                <a:lnTo>
                  <a:pt x="511" y="791"/>
                </a:lnTo>
                <a:lnTo>
                  <a:pt x="511" y="792"/>
                </a:lnTo>
                <a:lnTo>
                  <a:pt x="510" y="792"/>
                </a:lnTo>
                <a:lnTo>
                  <a:pt x="510" y="793"/>
                </a:lnTo>
                <a:lnTo>
                  <a:pt x="509" y="793"/>
                </a:lnTo>
                <a:lnTo>
                  <a:pt x="508" y="793"/>
                </a:lnTo>
                <a:lnTo>
                  <a:pt x="508" y="794"/>
                </a:lnTo>
                <a:lnTo>
                  <a:pt x="508" y="793"/>
                </a:lnTo>
                <a:lnTo>
                  <a:pt x="507" y="794"/>
                </a:lnTo>
                <a:lnTo>
                  <a:pt x="506" y="794"/>
                </a:lnTo>
                <a:lnTo>
                  <a:pt x="507" y="795"/>
                </a:lnTo>
                <a:lnTo>
                  <a:pt x="507" y="796"/>
                </a:lnTo>
                <a:lnTo>
                  <a:pt x="507" y="797"/>
                </a:lnTo>
                <a:lnTo>
                  <a:pt x="506" y="797"/>
                </a:lnTo>
                <a:lnTo>
                  <a:pt x="505" y="797"/>
                </a:lnTo>
                <a:lnTo>
                  <a:pt x="505" y="798"/>
                </a:lnTo>
                <a:lnTo>
                  <a:pt x="504" y="798"/>
                </a:lnTo>
                <a:lnTo>
                  <a:pt x="504" y="799"/>
                </a:lnTo>
                <a:lnTo>
                  <a:pt x="503" y="799"/>
                </a:lnTo>
                <a:lnTo>
                  <a:pt x="503" y="800"/>
                </a:lnTo>
                <a:lnTo>
                  <a:pt x="503" y="799"/>
                </a:lnTo>
                <a:lnTo>
                  <a:pt x="503" y="800"/>
                </a:lnTo>
                <a:lnTo>
                  <a:pt x="502" y="800"/>
                </a:lnTo>
                <a:lnTo>
                  <a:pt x="502" y="801"/>
                </a:lnTo>
                <a:lnTo>
                  <a:pt x="501" y="801"/>
                </a:lnTo>
                <a:lnTo>
                  <a:pt x="501" y="802"/>
                </a:lnTo>
                <a:lnTo>
                  <a:pt x="501" y="803"/>
                </a:lnTo>
                <a:lnTo>
                  <a:pt x="500" y="803"/>
                </a:lnTo>
                <a:lnTo>
                  <a:pt x="500" y="804"/>
                </a:lnTo>
                <a:lnTo>
                  <a:pt x="499" y="805"/>
                </a:lnTo>
                <a:lnTo>
                  <a:pt x="499" y="806"/>
                </a:lnTo>
                <a:lnTo>
                  <a:pt x="499" y="807"/>
                </a:lnTo>
                <a:lnTo>
                  <a:pt x="498" y="807"/>
                </a:lnTo>
                <a:lnTo>
                  <a:pt x="498" y="808"/>
                </a:lnTo>
                <a:lnTo>
                  <a:pt x="498" y="809"/>
                </a:lnTo>
                <a:lnTo>
                  <a:pt x="497" y="809"/>
                </a:lnTo>
                <a:lnTo>
                  <a:pt x="496" y="809"/>
                </a:lnTo>
                <a:lnTo>
                  <a:pt x="496" y="810"/>
                </a:lnTo>
                <a:lnTo>
                  <a:pt x="497" y="810"/>
                </a:lnTo>
                <a:lnTo>
                  <a:pt x="497" y="811"/>
                </a:lnTo>
                <a:lnTo>
                  <a:pt x="497" y="812"/>
                </a:lnTo>
                <a:lnTo>
                  <a:pt x="498" y="812"/>
                </a:lnTo>
                <a:lnTo>
                  <a:pt x="498" y="813"/>
                </a:lnTo>
                <a:lnTo>
                  <a:pt x="498" y="814"/>
                </a:lnTo>
                <a:lnTo>
                  <a:pt x="498" y="815"/>
                </a:lnTo>
                <a:lnTo>
                  <a:pt x="497" y="815"/>
                </a:lnTo>
                <a:lnTo>
                  <a:pt x="497" y="814"/>
                </a:lnTo>
                <a:lnTo>
                  <a:pt x="496" y="814"/>
                </a:lnTo>
                <a:lnTo>
                  <a:pt x="496" y="813"/>
                </a:lnTo>
                <a:lnTo>
                  <a:pt x="495" y="813"/>
                </a:lnTo>
                <a:lnTo>
                  <a:pt x="494" y="813"/>
                </a:lnTo>
                <a:lnTo>
                  <a:pt x="493" y="813"/>
                </a:lnTo>
                <a:lnTo>
                  <a:pt x="492" y="813"/>
                </a:lnTo>
                <a:lnTo>
                  <a:pt x="491" y="813"/>
                </a:lnTo>
                <a:lnTo>
                  <a:pt x="490" y="813"/>
                </a:lnTo>
                <a:lnTo>
                  <a:pt x="490" y="812"/>
                </a:lnTo>
                <a:lnTo>
                  <a:pt x="489" y="812"/>
                </a:lnTo>
                <a:lnTo>
                  <a:pt x="489" y="813"/>
                </a:lnTo>
                <a:lnTo>
                  <a:pt x="488" y="813"/>
                </a:lnTo>
                <a:lnTo>
                  <a:pt x="487" y="813"/>
                </a:lnTo>
                <a:lnTo>
                  <a:pt x="486" y="813"/>
                </a:lnTo>
                <a:lnTo>
                  <a:pt x="486" y="814"/>
                </a:lnTo>
                <a:lnTo>
                  <a:pt x="486" y="815"/>
                </a:lnTo>
                <a:lnTo>
                  <a:pt x="486" y="816"/>
                </a:lnTo>
                <a:lnTo>
                  <a:pt x="485" y="816"/>
                </a:lnTo>
                <a:lnTo>
                  <a:pt x="484" y="816"/>
                </a:lnTo>
                <a:lnTo>
                  <a:pt x="484" y="815"/>
                </a:lnTo>
                <a:lnTo>
                  <a:pt x="484" y="814"/>
                </a:lnTo>
                <a:lnTo>
                  <a:pt x="483" y="814"/>
                </a:lnTo>
                <a:lnTo>
                  <a:pt x="483" y="813"/>
                </a:lnTo>
                <a:lnTo>
                  <a:pt x="484" y="813"/>
                </a:lnTo>
                <a:lnTo>
                  <a:pt x="484" y="812"/>
                </a:lnTo>
                <a:lnTo>
                  <a:pt x="483" y="812"/>
                </a:lnTo>
                <a:lnTo>
                  <a:pt x="482" y="812"/>
                </a:lnTo>
                <a:lnTo>
                  <a:pt x="481" y="812"/>
                </a:lnTo>
                <a:lnTo>
                  <a:pt x="481" y="811"/>
                </a:lnTo>
                <a:lnTo>
                  <a:pt x="480" y="811"/>
                </a:lnTo>
                <a:lnTo>
                  <a:pt x="479" y="811"/>
                </a:lnTo>
                <a:lnTo>
                  <a:pt x="478" y="811"/>
                </a:lnTo>
                <a:lnTo>
                  <a:pt x="477" y="811"/>
                </a:lnTo>
                <a:lnTo>
                  <a:pt x="476" y="811"/>
                </a:lnTo>
                <a:lnTo>
                  <a:pt x="476" y="810"/>
                </a:lnTo>
                <a:lnTo>
                  <a:pt x="475" y="810"/>
                </a:lnTo>
                <a:lnTo>
                  <a:pt x="475" y="809"/>
                </a:lnTo>
                <a:lnTo>
                  <a:pt x="474" y="809"/>
                </a:lnTo>
                <a:lnTo>
                  <a:pt x="474" y="810"/>
                </a:lnTo>
                <a:lnTo>
                  <a:pt x="472" y="810"/>
                </a:lnTo>
                <a:lnTo>
                  <a:pt x="472" y="811"/>
                </a:lnTo>
                <a:lnTo>
                  <a:pt x="471" y="811"/>
                </a:lnTo>
                <a:lnTo>
                  <a:pt x="470" y="811"/>
                </a:lnTo>
                <a:lnTo>
                  <a:pt x="470" y="812"/>
                </a:lnTo>
                <a:lnTo>
                  <a:pt x="470" y="813"/>
                </a:lnTo>
                <a:lnTo>
                  <a:pt x="469" y="813"/>
                </a:lnTo>
                <a:lnTo>
                  <a:pt x="468" y="813"/>
                </a:lnTo>
                <a:lnTo>
                  <a:pt x="467" y="813"/>
                </a:lnTo>
                <a:lnTo>
                  <a:pt x="466" y="813"/>
                </a:lnTo>
                <a:lnTo>
                  <a:pt x="466" y="812"/>
                </a:lnTo>
                <a:lnTo>
                  <a:pt x="465" y="812"/>
                </a:lnTo>
                <a:lnTo>
                  <a:pt x="465" y="811"/>
                </a:lnTo>
                <a:lnTo>
                  <a:pt x="465" y="812"/>
                </a:lnTo>
                <a:lnTo>
                  <a:pt x="464" y="812"/>
                </a:lnTo>
                <a:lnTo>
                  <a:pt x="463" y="812"/>
                </a:lnTo>
                <a:lnTo>
                  <a:pt x="462" y="812"/>
                </a:lnTo>
                <a:lnTo>
                  <a:pt x="462" y="811"/>
                </a:lnTo>
                <a:lnTo>
                  <a:pt x="462" y="812"/>
                </a:lnTo>
                <a:lnTo>
                  <a:pt x="461" y="812"/>
                </a:lnTo>
                <a:lnTo>
                  <a:pt x="460" y="812"/>
                </a:lnTo>
                <a:lnTo>
                  <a:pt x="461" y="812"/>
                </a:lnTo>
                <a:lnTo>
                  <a:pt x="461" y="813"/>
                </a:lnTo>
                <a:lnTo>
                  <a:pt x="461" y="814"/>
                </a:lnTo>
                <a:lnTo>
                  <a:pt x="461" y="815"/>
                </a:lnTo>
                <a:lnTo>
                  <a:pt x="461" y="816"/>
                </a:lnTo>
                <a:lnTo>
                  <a:pt x="461" y="817"/>
                </a:lnTo>
                <a:lnTo>
                  <a:pt x="460" y="817"/>
                </a:lnTo>
                <a:lnTo>
                  <a:pt x="460" y="818"/>
                </a:lnTo>
                <a:lnTo>
                  <a:pt x="459" y="818"/>
                </a:lnTo>
                <a:lnTo>
                  <a:pt x="459" y="819"/>
                </a:lnTo>
                <a:lnTo>
                  <a:pt x="459" y="818"/>
                </a:lnTo>
                <a:lnTo>
                  <a:pt x="459" y="819"/>
                </a:lnTo>
                <a:lnTo>
                  <a:pt x="459" y="818"/>
                </a:lnTo>
                <a:lnTo>
                  <a:pt x="458" y="818"/>
                </a:lnTo>
                <a:lnTo>
                  <a:pt x="457" y="818"/>
                </a:lnTo>
                <a:lnTo>
                  <a:pt x="456" y="818"/>
                </a:lnTo>
                <a:lnTo>
                  <a:pt x="456" y="817"/>
                </a:lnTo>
                <a:lnTo>
                  <a:pt x="455" y="817"/>
                </a:lnTo>
                <a:lnTo>
                  <a:pt x="455" y="816"/>
                </a:lnTo>
                <a:lnTo>
                  <a:pt x="454" y="816"/>
                </a:lnTo>
                <a:lnTo>
                  <a:pt x="454" y="815"/>
                </a:lnTo>
                <a:lnTo>
                  <a:pt x="453" y="815"/>
                </a:lnTo>
                <a:lnTo>
                  <a:pt x="453" y="814"/>
                </a:lnTo>
                <a:lnTo>
                  <a:pt x="452" y="814"/>
                </a:lnTo>
                <a:lnTo>
                  <a:pt x="452" y="813"/>
                </a:lnTo>
                <a:lnTo>
                  <a:pt x="452" y="812"/>
                </a:lnTo>
                <a:lnTo>
                  <a:pt x="452" y="811"/>
                </a:lnTo>
                <a:lnTo>
                  <a:pt x="452" y="809"/>
                </a:lnTo>
                <a:lnTo>
                  <a:pt x="451" y="809"/>
                </a:lnTo>
                <a:lnTo>
                  <a:pt x="451" y="808"/>
                </a:lnTo>
                <a:lnTo>
                  <a:pt x="451" y="809"/>
                </a:lnTo>
                <a:lnTo>
                  <a:pt x="451" y="808"/>
                </a:lnTo>
                <a:lnTo>
                  <a:pt x="451" y="809"/>
                </a:lnTo>
                <a:lnTo>
                  <a:pt x="450" y="809"/>
                </a:lnTo>
                <a:lnTo>
                  <a:pt x="450" y="808"/>
                </a:lnTo>
                <a:lnTo>
                  <a:pt x="450" y="807"/>
                </a:lnTo>
                <a:lnTo>
                  <a:pt x="450" y="806"/>
                </a:lnTo>
                <a:lnTo>
                  <a:pt x="449" y="806"/>
                </a:lnTo>
                <a:lnTo>
                  <a:pt x="449" y="807"/>
                </a:lnTo>
                <a:lnTo>
                  <a:pt x="449" y="806"/>
                </a:lnTo>
                <a:lnTo>
                  <a:pt x="448" y="806"/>
                </a:lnTo>
                <a:lnTo>
                  <a:pt x="448" y="805"/>
                </a:lnTo>
                <a:lnTo>
                  <a:pt x="447" y="805"/>
                </a:lnTo>
                <a:lnTo>
                  <a:pt x="447" y="804"/>
                </a:lnTo>
                <a:lnTo>
                  <a:pt x="446" y="804"/>
                </a:lnTo>
                <a:lnTo>
                  <a:pt x="445" y="804"/>
                </a:lnTo>
                <a:lnTo>
                  <a:pt x="445" y="803"/>
                </a:lnTo>
                <a:lnTo>
                  <a:pt x="445" y="804"/>
                </a:lnTo>
                <a:lnTo>
                  <a:pt x="444" y="804"/>
                </a:lnTo>
                <a:lnTo>
                  <a:pt x="444" y="805"/>
                </a:lnTo>
                <a:lnTo>
                  <a:pt x="443" y="805"/>
                </a:lnTo>
                <a:lnTo>
                  <a:pt x="443" y="804"/>
                </a:lnTo>
                <a:lnTo>
                  <a:pt x="442" y="804"/>
                </a:lnTo>
                <a:lnTo>
                  <a:pt x="442" y="805"/>
                </a:lnTo>
                <a:lnTo>
                  <a:pt x="442" y="806"/>
                </a:lnTo>
                <a:lnTo>
                  <a:pt x="441" y="806"/>
                </a:lnTo>
                <a:lnTo>
                  <a:pt x="441" y="807"/>
                </a:lnTo>
                <a:lnTo>
                  <a:pt x="440" y="807"/>
                </a:lnTo>
                <a:lnTo>
                  <a:pt x="440" y="806"/>
                </a:lnTo>
                <a:lnTo>
                  <a:pt x="440" y="807"/>
                </a:lnTo>
                <a:lnTo>
                  <a:pt x="439" y="807"/>
                </a:lnTo>
                <a:lnTo>
                  <a:pt x="439" y="808"/>
                </a:lnTo>
                <a:lnTo>
                  <a:pt x="439" y="807"/>
                </a:lnTo>
                <a:lnTo>
                  <a:pt x="438" y="807"/>
                </a:lnTo>
                <a:lnTo>
                  <a:pt x="438" y="808"/>
                </a:lnTo>
                <a:lnTo>
                  <a:pt x="437" y="808"/>
                </a:lnTo>
                <a:lnTo>
                  <a:pt x="437" y="807"/>
                </a:lnTo>
                <a:lnTo>
                  <a:pt x="436" y="807"/>
                </a:lnTo>
                <a:lnTo>
                  <a:pt x="436" y="808"/>
                </a:lnTo>
                <a:lnTo>
                  <a:pt x="435" y="808"/>
                </a:lnTo>
                <a:lnTo>
                  <a:pt x="436" y="808"/>
                </a:lnTo>
                <a:lnTo>
                  <a:pt x="436" y="809"/>
                </a:lnTo>
                <a:lnTo>
                  <a:pt x="435" y="809"/>
                </a:lnTo>
                <a:lnTo>
                  <a:pt x="435" y="810"/>
                </a:lnTo>
                <a:lnTo>
                  <a:pt x="435" y="811"/>
                </a:lnTo>
                <a:lnTo>
                  <a:pt x="435" y="812"/>
                </a:lnTo>
                <a:lnTo>
                  <a:pt x="435" y="813"/>
                </a:lnTo>
                <a:lnTo>
                  <a:pt x="434" y="813"/>
                </a:lnTo>
                <a:lnTo>
                  <a:pt x="435" y="813"/>
                </a:lnTo>
                <a:lnTo>
                  <a:pt x="435" y="814"/>
                </a:lnTo>
                <a:lnTo>
                  <a:pt x="434" y="814"/>
                </a:lnTo>
                <a:lnTo>
                  <a:pt x="433" y="815"/>
                </a:lnTo>
                <a:lnTo>
                  <a:pt x="433" y="816"/>
                </a:lnTo>
                <a:lnTo>
                  <a:pt x="433" y="817"/>
                </a:lnTo>
                <a:lnTo>
                  <a:pt x="434" y="817"/>
                </a:lnTo>
                <a:lnTo>
                  <a:pt x="434" y="818"/>
                </a:lnTo>
                <a:lnTo>
                  <a:pt x="435" y="818"/>
                </a:lnTo>
                <a:lnTo>
                  <a:pt x="435" y="819"/>
                </a:lnTo>
                <a:lnTo>
                  <a:pt x="435" y="820"/>
                </a:lnTo>
                <a:lnTo>
                  <a:pt x="434" y="820"/>
                </a:lnTo>
                <a:lnTo>
                  <a:pt x="434" y="821"/>
                </a:lnTo>
                <a:lnTo>
                  <a:pt x="433" y="821"/>
                </a:lnTo>
                <a:lnTo>
                  <a:pt x="433" y="820"/>
                </a:lnTo>
                <a:lnTo>
                  <a:pt x="433" y="821"/>
                </a:lnTo>
                <a:lnTo>
                  <a:pt x="433" y="822"/>
                </a:lnTo>
                <a:lnTo>
                  <a:pt x="433" y="823"/>
                </a:lnTo>
                <a:lnTo>
                  <a:pt x="433" y="824"/>
                </a:lnTo>
                <a:lnTo>
                  <a:pt x="433" y="825"/>
                </a:lnTo>
                <a:lnTo>
                  <a:pt x="433" y="826"/>
                </a:lnTo>
                <a:lnTo>
                  <a:pt x="432" y="826"/>
                </a:lnTo>
                <a:lnTo>
                  <a:pt x="431" y="826"/>
                </a:lnTo>
                <a:lnTo>
                  <a:pt x="431" y="827"/>
                </a:lnTo>
                <a:lnTo>
                  <a:pt x="431" y="828"/>
                </a:lnTo>
                <a:lnTo>
                  <a:pt x="431" y="829"/>
                </a:lnTo>
                <a:lnTo>
                  <a:pt x="431" y="830"/>
                </a:lnTo>
                <a:lnTo>
                  <a:pt x="431" y="831"/>
                </a:lnTo>
                <a:lnTo>
                  <a:pt x="430" y="831"/>
                </a:lnTo>
                <a:lnTo>
                  <a:pt x="429" y="831"/>
                </a:lnTo>
                <a:lnTo>
                  <a:pt x="429" y="832"/>
                </a:lnTo>
                <a:lnTo>
                  <a:pt x="428" y="832"/>
                </a:lnTo>
                <a:lnTo>
                  <a:pt x="427" y="832"/>
                </a:lnTo>
                <a:lnTo>
                  <a:pt x="426" y="832"/>
                </a:lnTo>
                <a:lnTo>
                  <a:pt x="426" y="831"/>
                </a:lnTo>
                <a:lnTo>
                  <a:pt x="426" y="832"/>
                </a:lnTo>
                <a:lnTo>
                  <a:pt x="425" y="832"/>
                </a:lnTo>
                <a:lnTo>
                  <a:pt x="425" y="831"/>
                </a:lnTo>
                <a:lnTo>
                  <a:pt x="424" y="831"/>
                </a:lnTo>
                <a:lnTo>
                  <a:pt x="425" y="831"/>
                </a:lnTo>
                <a:lnTo>
                  <a:pt x="425" y="832"/>
                </a:lnTo>
                <a:lnTo>
                  <a:pt x="424" y="832"/>
                </a:lnTo>
                <a:lnTo>
                  <a:pt x="424" y="833"/>
                </a:lnTo>
                <a:lnTo>
                  <a:pt x="424" y="834"/>
                </a:lnTo>
                <a:lnTo>
                  <a:pt x="423" y="834"/>
                </a:lnTo>
                <a:lnTo>
                  <a:pt x="423" y="833"/>
                </a:lnTo>
                <a:lnTo>
                  <a:pt x="423" y="834"/>
                </a:lnTo>
                <a:lnTo>
                  <a:pt x="423" y="835"/>
                </a:lnTo>
                <a:lnTo>
                  <a:pt x="423" y="836"/>
                </a:lnTo>
                <a:lnTo>
                  <a:pt x="423" y="837"/>
                </a:lnTo>
                <a:lnTo>
                  <a:pt x="424" y="837"/>
                </a:lnTo>
                <a:lnTo>
                  <a:pt x="424" y="838"/>
                </a:lnTo>
                <a:lnTo>
                  <a:pt x="425" y="838"/>
                </a:lnTo>
                <a:lnTo>
                  <a:pt x="425" y="839"/>
                </a:lnTo>
                <a:lnTo>
                  <a:pt x="425" y="840"/>
                </a:lnTo>
                <a:lnTo>
                  <a:pt x="425" y="841"/>
                </a:lnTo>
                <a:lnTo>
                  <a:pt x="425" y="842"/>
                </a:lnTo>
                <a:lnTo>
                  <a:pt x="426" y="842"/>
                </a:lnTo>
                <a:lnTo>
                  <a:pt x="427" y="842"/>
                </a:lnTo>
                <a:lnTo>
                  <a:pt x="427" y="843"/>
                </a:lnTo>
                <a:lnTo>
                  <a:pt x="427" y="844"/>
                </a:lnTo>
                <a:lnTo>
                  <a:pt x="427" y="845"/>
                </a:lnTo>
                <a:lnTo>
                  <a:pt x="428" y="845"/>
                </a:lnTo>
                <a:lnTo>
                  <a:pt x="428" y="846"/>
                </a:lnTo>
                <a:lnTo>
                  <a:pt x="428" y="847"/>
                </a:lnTo>
                <a:lnTo>
                  <a:pt x="428" y="848"/>
                </a:lnTo>
                <a:lnTo>
                  <a:pt x="429" y="848"/>
                </a:lnTo>
                <a:lnTo>
                  <a:pt x="428" y="849"/>
                </a:lnTo>
                <a:lnTo>
                  <a:pt x="427" y="849"/>
                </a:lnTo>
                <a:lnTo>
                  <a:pt x="427" y="848"/>
                </a:lnTo>
                <a:lnTo>
                  <a:pt x="427" y="849"/>
                </a:lnTo>
                <a:lnTo>
                  <a:pt x="426" y="849"/>
                </a:lnTo>
                <a:lnTo>
                  <a:pt x="425" y="849"/>
                </a:lnTo>
                <a:lnTo>
                  <a:pt x="425" y="850"/>
                </a:lnTo>
                <a:lnTo>
                  <a:pt x="425" y="851"/>
                </a:lnTo>
                <a:lnTo>
                  <a:pt x="426" y="851"/>
                </a:lnTo>
                <a:lnTo>
                  <a:pt x="426" y="852"/>
                </a:lnTo>
                <a:lnTo>
                  <a:pt x="425" y="852"/>
                </a:lnTo>
                <a:lnTo>
                  <a:pt x="426" y="852"/>
                </a:lnTo>
                <a:lnTo>
                  <a:pt x="427" y="852"/>
                </a:lnTo>
                <a:lnTo>
                  <a:pt x="427" y="853"/>
                </a:lnTo>
                <a:lnTo>
                  <a:pt x="427" y="854"/>
                </a:lnTo>
                <a:lnTo>
                  <a:pt x="428" y="854"/>
                </a:lnTo>
                <a:lnTo>
                  <a:pt x="428" y="855"/>
                </a:lnTo>
                <a:lnTo>
                  <a:pt x="427" y="855"/>
                </a:lnTo>
                <a:lnTo>
                  <a:pt x="427" y="856"/>
                </a:lnTo>
                <a:lnTo>
                  <a:pt x="428" y="856"/>
                </a:lnTo>
                <a:lnTo>
                  <a:pt x="428" y="857"/>
                </a:lnTo>
                <a:lnTo>
                  <a:pt x="429" y="857"/>
                </a:lnTo>
                <a:lnTo>
                  <a:pt x="429" y="858"/>
                </a:lnTo>
                <a:lnTo>
                  <a:pt x="429" y="859"/>
                </a:lnTo>
                <a:lnTo>
                  <a:pt x="430" y="859"/>
                </a:lnTo>
                <a:lnTo>
                  <a:pt x="429" y="859"/>
                </a:lnTo>
                <a:lnTo>
                  <a:pt x="430" y="859"/>
                </a:lnTo>
                <a:lnTo>
                  <a:pt x="429" y="860"/>
                </a:lnTo>
                <a:lnTo>
                  <a:pt x="430" y="860"/>
                </a:lnTo>
                <a:lnTo>
                  <a:pt x="430" y="861"/>
                </a:lnTo>
                <a:lnTo>
                  <a:pt x="430" y="862"/>
                </a:lnTo>
                <a:lnTo>
                  <a:pt x="431" y="862"/>
                </a:lnTo>
                <a:lnTo>
                  <a:pt x="431" y="863"/>
                </a:lnTo>
                <a:lnTo>
                  <a:pt x="430" y="864"/>
                </a:lnTo>
                <a:lnTo>
                  <a:pt x="430" y="865"/>
                </a:lnTo>
                <a:lnTo>
                  <a:pt x="430" y="866"/>
                </a:lnTo>
                <a:lnTo>
                  <a:pt x="430" y="867"/>
                </a:lnTo>
                <a:lnTo>
                  <a:pt x="429" y="867"/>
                </a:lnTo>
                <a:lnTo>
                  <a:pt x="428" y="867"/>
                </a:lnTo>
                <a:lnTo>
                  <a:pt x="428" y="868"/>
                </a:lnTo>
                <a:lnTo>
                  <a:pt x="429" y="868"/>
                </a:lnTo>
                <a:lnTo>
                  <a:pt x="429" y="867"/>
                </a:lnTo>
                <a:lnTo>
                  <a:pt x="429" y="868"/>
                </a:lnTo>
                <a:lnTo>
                  <a:pt x="430" y="868"/>
                </a:lnTo>
                <a:lnTo>
                  <a:pt x="431" y="868"/>
                </a:lnTo>
                <a:lnTo>
                  <a:pt x="431" y="869"/>
                </a:lnTo>
                <a:lnTo>
                  <a:pt x="431" y="870"/>
                </a:lnTo>
                <a:lnTo>
                  <a:pt x="432" y="870"/>
                </a:lnTo>
                <a:lnTo>
                  <a:pt x="432" y="869"/>
                </a:lnTo>
                <a:lnTo>
                  <a:pt x="433" y="869"/>
                </a:lnTo>
                <a:lnTo>
                  <a:pt x="433" y="870"/>
                </a:lnTo>
                <a:lnTo>
                  <a:pt x="433" y="869"/>
                </a:lnTo>
                <a:lnTo>
                  <a:pt x="433" y="870"/>
                </a:lnTo>
                <a:lnTo>
                  <a:pt x="434" y="870"/>
                </a:lnTo>
                <a:lnTo>
                  <a:pt x="434" y="871"/>
                </a:lnTo>
                <a:lnTo>
                  <a:pt x="434" y="872"/>
                </a:lnTo>
                <a:lnTo>
                  <a:pt x="435" y="872"/>
                </a:lnTo>
                <a:lnTo>
                  <a:pt x="436" y="872"/>
                </a:lnTo>
                <a:lnTo>
                  <a:pt x="436" y="871"/>
                </a:lnTo>
                <a:lnTo>
                  <a:pt x="437" y="871"/>
                </a:lnTo>
                <a:lnTo>
                  <a:pt x="437" y="870"/>
                </a:lnTo>
                <a:lnTo>
                  <a:pt x="438" y="870"/>
                </a:lnTo>
                <a:lnTo>
                  <a:pt x="438" y="871"/>
                </a:lnTo>
                <a:lnTo>
                  <a:pt x="438" y="872"/>
                </a:lnTo>
                <a:lnTo>
                  <a:pt x="439" y="872"/>
                </a:lnTo>
                <a:lnTo>
                  <a:pt x="439" y="873"/>
                </a:lnTo>
                <a:lnTo>
                  <a:pt x="439" y="874"/>
                </a:lnTo>
                <a:lnTo>
                  <a:pt x="439" y="875"/>
                </a:lnTo>
                <a:lnTo>
                  <a:pt x="438" y="875"/>
                </a:lnTo>
                <a:lnTo>
                  <a:pt x="438" y="876"/>
                </a:lnTo>
                <a:lnTo>
                  <a:pt x="439" y="876"/>
                </a:lnTo>
                <a:lnTo>
                  <a:pt x="439" y="877"/>
                </a:lnTo>
                <a:lnTo>
                  <a:pt x="439" y="878"/>
                </a:lnTo>
                <a:lnTo>
                  <a:pt x="440" y="878"/>
                </a:lnTo>
                <a:lnTo>
                  <a:pt x="441" y="878"/>
                </a:lnTo>
                <a:lnTo>
                  <a:pt x="441" y="879"/>
                </a:lnTo>
                <a:lnTo>
                  <a:pt x="442" y="879"/>
                </a:lnTo>
                <a:lnTo>
                  <a:pt x="443" y="879"/>
                </a:lnTo>
                <a:lnTo>
                  <a:pt x="443" y="880"/>
                </a:lnTo>
                <a:lnTo>
                  <a:pt x="442" y="880"/>
                </a:lnTo>
                <a:lnTo>
                  <a:pt x="443" y="880"/>
                </a:lnTo>
                <a:lnTo>
                  <a:pt x="442" y="880"/>
                </a:lnTo>
                <a:lnTo>
                  <a:pt x="442" y="881"/>
                </a:lnTo>
                <a:lnTo>
                  <a:pt x="442" y="882"/>
                </a:lnTo>
                <a:lnTo>
                  <a:pt x="443" y="882"/>
                </a:lnTo>
                <a:lnTo>
                  <a:pt x="443" y="883"/>
                </a:lnTo>
                <a:lnTo>
                  <a:pt x="444" y="883"/>
                </a:lnTo>
                <a:lnTo>
                  <a:pt x="444" y="884"/>
                </a:lnTo>
                <a:lnTo>
                  <a:pt x="445" y="884"/>
                </a:lnTo>
                <a:lnTo>
                  <a:pt x="446" y="884"/>
                </a:lnTo>
                <a:lnTo>
                  <a:pt x="446" y="885"/>
                </a:lnTo>
                <a:lnTo>
                  <a:pt x="447" y="885"/>
                </a:lnTo>
                <a:lnTo>
                  <a:pt x="447" y="886"/>
                </a:lnTo>
                <a:lnTo>
                  <a:pt x="446" y="886"/>
                </a:lnTo>
                <a:lnTo>
                  <a:pt x="446" y="887"/>
                </a:lnTo>
                <a:lnTo>
                  <a:pt x="446" y="888"/>
                </a:lnTo>
                <a:lnTo>
                  <a:pt x="446" y="889"/>
                </a:lnTo>
                <a:lnTo>
                  <a:pt x="445" y="889"/>
                </a:lnTo>
                <a:lnTo>
                  <a:pt x="445" y="890"/>
                </a:lnTo>
                <a:lnTo>
                  <a:pt x="445" y="891"/>
                </a:lnTo>
                <a:lnTo>
                  <a:pt x="445" y="892"/>
                </a:lnTo>
                <a:lnTo>
                  <a:pt x="445" y="893"/>
                </a:lnTo>
                <a:lnTo>
                  <a:pt x="444" y="893"/>
                </a:lnTo>
                <a:lnTo>
                  <a:pt x="444" y="894"/>
                </a:lnTo>
                <a:lnTo>
                  <a:pt x="443" y="894"/>
                </a:lnTo>
                <a:lnTo>
                  <a:pt x="443" y="895"/>
                </a:lnTo>
                <a:lnTo>
                  <a:pt x="443" y="894"/>
                </a:lnTo>
                <a:lnTo>
                  <a:pt x="443" y="895"/>
                </a:lnTo>
                <a:lnTo>
                  <a:pt x="443" y="896"/>
                </a:lnTo>
                <a:lnTo>
                  <a:pt x="443" y="897"/>
                </a:lnTo>
                <a:lnTo>
                  <a:pt x="444" y="897"/>
                </a:lnTo>
                <a:lnTo>
                  <a:pt x="445" y="897"/>
                </a:lnTo>
                <a:lnTo>
                  <a:pt x="445" y="898"/>
                </a:lnTo>
                <a:lnTo>
                  <a:pt x="446" y="898"/>
                </a:lnTo>
                <a:lnTo>
                  <a:pt x="446" y="899"/>
                </a:lnTo>
                <a:lnTo>
                  <a:pt x="446" y="900"/>
                </a:lnTo>
                <a:lnTo>
                  <a:pt x="446" y="901"/>
                </a:lnTo>
                <a:lnTo>
                  <a:pt x="446" y="902"/>
                </a:lnTo>
                <a:lnTo>
                  <a:pt x="446" y="903"/>
                </a:lnTo>
                <a:lnTo>
                  <a:pt x="446" y="904"/>
                </a:lnTo>
                <a:lnTo>
                  <a:pt x="446" y="905"/>
                </a:lnTo>
                <a:lnTo>
                  <a:pt x="447" y="905"/>
                </a:lnTo>
                <a:lnTo>
                  <a:pt x="447" y="906"/>
                </a:lnTo>
                <a:lnTo>
                  <a:pt x="447" y="907"/>
                </a:lnTo>
                <a:lnTo>
                  <a:pt x="448" y="907"/>
                </a:lnTo>
                <a:lnTo>
                  <a:pt x="449" y="907"/>
                </a:lnTo>
                <a:lnTo>
                  <a:pt x="449" y="906"/>
                </a:lnTo>
                <a:lnTo>
                  <a:pt x="450" y="906"/>
                </a:lnTo>
                <a:lnTo>
                  <a:pt x="450" y="907"/>
                </a:lnTo>
                <a:lnTo>
                  <a:pt x="450" y="908"/>
                </a:lnTo>
                <a:lnTo>
                  <a:pt x="450" y="909"/>
                </a:lnTo>
                <a:lnTo>
                  <a:pt x="451" y="909"/>
                </a:lnTo>
                <a:lnTo>
                  <a:pt x="451" y="908"/>
                </a:lnTo>
                <a:lnTo>
                  <a:pt x="452" y="908"/>
                </a:lnTo>
                <a:lnTo>
                  <a:pt x="452" y="909"/>
                </a:lnTo>
                <a:lnTo>
                  <a:pt x="452" y="908"/>
                </a:lnTo>
                <a:lnTo>
                  <a:pt x="452" y="909"/>
                </a:lnTo>
                <a:lnTo>
                  <a:pt x="453" y="909"/>
                </a:lnTo>
                <a:lnTo>
                  <a:pt x="453" y="910"/>
                </a:lnTo>
                <a:lnTo>
                  <a:pt x="452" y="910"/>
                </a:lnTo>
                <a:lnTo>
                  <a:pt x="453" y="910"/>
                </a:lnTo>
                <a:lnTo>
                  <a:pt x="452" y="910"/>
                </a:lnTo>
                <a:lnTo>
                  <a:pt x="452" y="911"/>
                </a:lnTo>
                <a:lnTo>
                  <a:pt x="452" y="912"/>
                </a:lnTo>
                <a:lnTo>
                  <a:pt x="452" y="913"/>
                </a:lnTo>
                <a:lnTo>
                  <a:pt x="451" y="913"/>
                </a:lnTo>
                <a:lnTo>
                  <a:pt x="450" y="913"/>
                </a:lnTo>
                <a:lnTo>
                  <a:pt x="450" y="914"/>
                </a:lnTo>
                <a:lnTo>
                  <a:pt x="449" y="914"/>
                </a:lnTo>
                <a:lnTo>
                  <a:pt x="449" y="915"/>
                </a:lnTo>
                <a:lnTo>
                  <a:pt x="448" y="915"/>
                </a:lnTo>
                <a:lnTo>
                  <a:pt x="448" y="914"/>
                </a:lnTo>
                <a:lnTo>
                  <a:pt x="448" y="915"/>
                </a:lnTo>
                <a:lnTo>
                  <a:pt x="447" y="915"/>
                </a:lnTo>
                <a:lnTo>
                  <a:pt x="447" y="914"/>
                </a:lnTo>
                <a:lnTo>
                  <a:pt x="446" y="914"/>
                </a:lnTo>
                <a:lnTo>
                  <a:pt x="445" y="914"/>
                </a:lnTo>
                <a:lnTo>
                  <a:pt x="444" y="914"/>
                </a:lnTo>
                <a:lnTo>
                  <a:pt x="444" y="915"/>
                </a:lnTo>
                <a:lnTo>
                  <a:pt x="444" y="916"/>
                </a:lnTo>
                <a:lnTo>
                  <a:pt x="445" y="916"/>
                </a:lnTo>
                <a:lnTo>
                  <a:pt x="445" y="917"/>
                </a:lnTo>
                <a:lnTo>
                  <a:pt x="445" y="918"/>
                </a:lnTo>
                <a:lnTo>
                  <a:pt x="444" y="918"/>
                </a:lnTo>
                <a:lnTo>
                  <a:pt x="445" y="918"/>
                </a:lnTo>
                <a:lnTo>
                  <a:pt x="444" y="918"/>
                </a:lnTo>
                <a:lnTo>
                  <a:pt x="444" y="919"/>
                </a:lnTo>
                <a:lnTo>
                  <a:pt x="445" y="919"/>
                </a:lnTo>
                <a:lnTo>
                  <a:pt x="445" y="920"/>
                </a:lnTo>
                <a:lnTo>
                  <a:pt x="446" y="920"/>
                </a:lnTo>
                <a:lnTo>
                  <a:pt x="446" y="921"/>
                </a:lnTo>
                <a:lnTo>
                  <a:pt x="446" y="922"/>
                </a:lnTo>
                <a:lnTo>
                  <a:pt x="447" y="922"/>
                </a:lnTo>
                <a:lnTo>
                  <a:pt x="446" y="922"/>
                </a:lnTo>
                <a:lnTo>
                  <a:pt x="445" y="922"/>
                </a:lnTo>
                <a:lnTo>
                  <a:pt x="445" y="923"/>
                </a:lnTo>
                <a:lnTo>
                  <a:pt x="445" y="924"/>
                </a:lnTo>
                <a:lnTo>
                  <a:pt x="444" y="924"/>
                </a:lnTo>
                <a:lnTo>
                  <a:pt x="444" y="925"/>
                </a:lnTo>
                <a:lnTo>
                  <a:pt x="443" y="925"/>
                </a:lnTo>
                <a:lnTo>
                  <a:pt x="443" y="926"/>
                </a:lnTo>
                <a:lnTo>
                  <a:pt x="442" y="926"/>
                </a:lnTo>
                <a:lnTo>
                  <a:pt x="443" y="926"/>
                </a:lnTo>
                <a:lnTo>
                  <a:pt x="443" y="927"/>
                </a:lnTo>
                <a:lnTo>
                  <a:pt x="443" y="928"/>
                </a:lnTo>
                <a:lnTo>
                  <a:pt x="443" y="929"/>
                </a:lnTo>
                <a:lnTo>
                  <a:pt x="444" y="929"/>
                </a:lnTo>
                <a:lnTo>
                  <a:pt x="444" y="930"/>
                </a:lnTo>
                <a:lnTo>
                  <a:pt x="444" y="931"/>
                </a:lnTo>
                <a:lnTo>
                  <a:pt x="444" y="932"/>
                </a:lnTo>
                <a:lnTo>
                  <a:pt x="443" y="932"/>
                </a:lnTo>
                <a:lnTo>
                  <a:pt x="443" y="933"/>
                </a:lnTo>
                <a:lnTo>
                  <a:pt x="444" y="933"/>
                </a:lnTo>
                <a:lnTo>
                  <a:pt x="444" y="934"/>
                </a:lnTo>
                <a:lnTo>
                  <a:pt x="444" y="935"/>
                </a:lnTo>
                <a:lnTo>
                  <a:pt x="443" y="935"/>
                </a:lnTo>
                <a:lnTo>
                  <a:pt x="443" y="934"/>
                </a:lnTo>
                <a:lnTo>
                  <a:pt x="443" y="935"/>
                </a:lnTo>
                <a:lnTo>
                  <a:pt x="442" y="935"/>
                </a:lnTo>
                <a:lnTo>
                  <a:pt x="443" y="935"/>
                </a:lnTo>
                <a:lnTo>
                  <a:pt x="443" y="936"/>
                </a:lnTo>
                <a:lnTo>
                  <a:pt x="442" y="936"/>
                </a:lnTo>
                <a:lnTo>
                  <a:pt x="442" y="937"/>
                </a:lnTo>
                <a:lnTo>
                  <a:pt x="443" y="937"/>
                </a:lnTo>
                <a:lnTo>
                  <a:pt x="442" y="937"/>
                </a:lnTo>
                <a:lnTo>
                  <a:pt x="443" y="937"/>
                </a:lnTo>
                <a:lnTo>
                  <a:pt x="442" y="937"/>
                </a:lnTo>
                <a:lnTo>
                  <a:pt x="443" y="937"/>
                </a:lnTo>
                <a:lnTo>
                  <a:pt x="443" y="938"/>
                </a:lnTo>
                <a:lnTo>
                  <a:pt x="443" y="939"/>
                </a:lnTo>
                <a:lnTo>
                  <a:pt x="442" y="939"/>
                </a:lnTo>
                <a:lnTo>
                  <a:pt x="443" y="940"/>
                </a:lnTo>
                <a:lnTo>
                  <a:pt x="442" y="940"/>
                </a:lnTo>
                <a:lnTo>
                  <a:pt x="442" y="941"/>
                </a:lnTo>
                <a:lnTo>
                  <a:pt x="441" y="941"/>
                </a:lnTo>
                <a:lnTo>
                  <a:pt x="441" y="942"/>
                </a:lnTo>
                <a:lnTo>
                  <a:pt x="442" y="942"/>
                </a:lnTo>
                <a:lnTo>
                  <a:pt x="442" y="943"/>
                </a:lnTo>
                <a:lnTo>
                  <a:pt x="442" y="944"/>
                </a:lnTo>
                <a:lnTo>
                  <a:pt x="442" y="945"/>
                </a:lnTo>
                <a:lnTo>
                  <a:pt x="442" y="946"/>
                </a:lnTo>
                <a:lnTo>
                  <a:pt x="443" y="946"/>
                </a:lnTo>
                <a:lnTo>
                  <a:pt x="443" y="947"/>
                </a:lnTo>
                <a:lnTo>
                  <a:pt x="444" y="947"/>
                </a:lnTo>
                <a:lnTo>
                  <a:pt x="444" y="948"/>
                </a:lnTo>
                <a:lnTo>
                  <a:pt x="444" y="949"/>
                </a:lnTo>
                <a:lnTo>
                  <a:pt x="445" y="949"/>
                </a:lnTo>
                <a:lnTo>
                  <a:pt x="446" y="949"/>
                </a:lnTo>
                <a:lnTo>
                  <a:pt x="447" y="949"/>
                </a:lnTo>
                <a:lnTo>
                  <a:pt x="447" y="948"/>
                </a:lnTo>
                <a:lnTo>
                  <a:pt x="447" y="949"/>
                </a:lnTo>
                <a:lnTo>
                  <a:pt x="447" y="948"/>
                </a:lnTo>
                <a:lnTo>
                  <a:pt x="447" y="949"/>
                </a:lnTo>
                <a:lnTo>
                  <a:pt x="448" y="949"/>
                </a:lnTo>
                <a:lnTo>
                  <a:pt x="449" y="949"/>
                </a:lnTo>
                <a:lnTo>
                  <a:pt x="449" y="950"/>
                </a:lnTo>
                <a:lnTo>
                  <a:pt x="449" y="951"/>
                </a:lnTo>
                <a:lnTo>
                  <a:pt x="449" y="952"/>
                </a:lnTo>
                <a:lnTo>
                  <a:pt x="450" y="952"/>
                </a:lnTo>
                <a:lnTo>
                  <a:pt x="450" y="953"/>
                </a:lnTo>
                <a:lnTo>
                  <a:pt x="451" y="953"/>
                </a:lnTo>
                <a:lnTo>
                  <a:pt x="451" y="952"/>
                </a:lnTo>
                <a:lnTo>
                  <a:pt x="451" y="953"/>
                </a:lnTo>
                <a:lnTo>
                  <a:pt x="452" y="953"/>
                </a:lnTo>
                <a:lnTo>
                  <a:pt x="453" y="953"/>
                </a:lnTo>
                <a:lnTo>
                  <a:pt x="453" y="954"/>
                </a:lnTo>
                <a:lnTo>
                  <a:pt x="453" y="955"/>
                </a:lnTo>
                <a:lnTo>
                  <a:pt x="453" y="956"/>
                </a:lnTo>
                <a:lnTo>
                  <a:pt x="453" y="957"/>
                </a:lnTo>
                <a:lnTo>
                  <a:pt x="453" y="958"/>
                </a:lnTo>
                <a:lnTo>
                  <a:pt x="453" y="959"/>
                </a:lnTo>
                <a:lnTo>
                  <a:pt x="452" y="959"/>
                </a:lnTo>
                <a:lnTo>
                  <a:pt x="452" y="958"/>
                </a:lnTo>
                <a:lnTo>
                  <a:pt x="450" y="958"/>
                </a:lnTo>
                <a:lnTo>
                  <a:pt x="449" y="958"/>
                </a:lnTo>
                <a:lnTo>
                  <a:pt x="449" y="959"/>
                </a:lnTo>
                <a:lnTo>
                  <a:pt x="448" y="959"/>
                </a:lnTo>
                <a:lnTo>
                  <a:pt x="448" y="960"/>
                </a:lnTo>
                <a:lnTo>
                  <a:pt x="448" y="961"/>
                </a:lnTo>
                <a:lnTo>
                  <a:pt x="447" y="961"/>
                </a:lnTo>
                <a:lnTo>
                  <a:pt x="448" y="961"/>
                </a:lnTo>
                <a:lnTo>
                  <a:pt x="448" y="962"/>
                </a:lnTo>
                <a:lnTo>
                  <a:pt x="447" y="962"/>
                </a:lnTo>
                <a:lnTo>
                  <a:pt x="447" y="963"/>
                </a:lnTo>
                <a:lnTo>
                  <a:pt x="447" y="964"/>
                </a:lnTo>
                <a:lnTo>
                  <a:pt x="446" y="964"/>
                </a:lnTo>
                <a:lnTo>
                  <a:pt x="446" y="965"/>
                </a:lnTo>
                <a:lnTo>
                  <a:pt x="445" y="965"/>
                </a:lnTo>
                <a:lnTo>
                  <a:pt x="445" y="966"/>
                </a:lnTo>
                <a:lnTo>
                  <a:pt x="445" y="967"/>
                </a:lnTo>
                <a:lnTo>
                  <a:pt x="444" y="967"/>
                </a:lnTo>
                <a:lnTo>
                  <a:pt x="444" y="966"/>
                </a:lnTo>
                <a:lnTo>
                  <a:pt x="443" y="966"/>
                </a:lnTo>
                <a:lnTo>
                  <a:pt x="442" y="966"/>
                </a:lnTo>
                <a:lnTo>
                  <a:pt x="441" y="966"/>
                </a:lnTo>
                <a:lnTo>
                  <a:pt x="441" y="967"/>
                </a:lnTo>
                <a:lnTo>
                  <a:pt x="440" y="967"/>
                </a:lnTo>
                <a:lnTo>
                  <a:pt x="440" y="966"/>
                </a:lnTo>
                <a:lnTo>
                  <a:pt x="439" y="966"/>
                </a:lnTo>
                <a:lnTo>
                  <a:pt x="438" y="966"/>
                </a:lnTo>
                <a:lnTo>
                  <a:pt x="438" y="965"/>
                </a:lnTo>
                <a:lnTo>
                  <a:pt x="438" y="964"/>
                </a:lnTo>
                <a:lnTo>
                  <a:pt x="439" y="964"/>
                </a:lnTo>
                <a:lnTo>
                  <a:pt x="438" y="964"/>
                </a:lnTo>
                <a:lnTo>
                  <a:pt x="438" y="963"/>
                </a:lnTo>
                <a:lnTo>
                  <a:pt x="437" y="963"/>
                </a:lnTo>
                <a:lnTo>
                  <a:pt x="437" y="962"/>
                </a:lnTo>
                <a:lnTo>
                  <a:pt x="436" y="962"/>
                </a:lnTo>
                <a:lnTo>
                  <a:pt x="436" y="961"/>
                </a:lnTo>
                <a:lnTo>
                  <a:pt x="437" y="961"/>
                </a:lnTo>
                <a:lnTo>
                  <a:pt x="436" y="961"/>
                </a:lnTo>
                <a:lnTo>
                  <a:pt x="436" y="960"/>
                </a:lnTo>
                <a:lnTo>
                  <a:pt x="436" y="959"/>
                </a:lnTo>
                <a:lnTo>
                  <a:pt x="435" y="959"/>
                </a:lnTo>
                <a:lnTo>
                  <a:pt x="434" y="959"/>
                </a:lnTo>
                <a:lnTo>
                  <a:pt x="434" y="960"/>
                </a:lnTo>
                <a:lnTo>
                  <a:pt x="433" y="960"/>
                </a:lnTo>
                <a:lnTo>
                  <a:pt x="432" y="960"/>
                </a:lnTo>
                <a:lnTo>
                  <a:pt x="431" y="960"/>
                </a:lnTo>
                <a:lnTo>
                  <a:pt x="431" y="961"/>
                </a:lnTo>
                <a:lnTo>
                  <a:pt x="430" y="961"/>
                </a:lnTo>
                <a:lnTo>
                  <a:pt x="430" y="962"/>
                </a:lnTo>
                <a:lnTo>
                  <a:pt x="429" y="962"/>
                </a:lnTo>
                <a:lnTo>
                  <a:pt x="429" y="963"/>
                </a:lnTo>
                <a:lnTo>
                  <a:pt x="429" y="962"/>
                </a:lnTo>
                <a:lnTo>
                  <a:pt x="428" y="962"/>
                </a:lnTo>
                <a:lnTo>
                  <a:pt x="427" y="962"/>
                </a:lnTo>
                <a:lnTo>
                  <a:pt x="426" y="961"/>
                </a:lnTo>
                <a:lnTo>
                  <a:pt x="427" y="961"/>
                </a:lnTo>
                <a:lnTo>
                  <a:pt x="427" y="960"/>
                </a:lnTo>
                <a:lnTo>
                  <a:pt x="427" y="959"/>
                </a:lnTo>
                <a:lnTo>
                  <a:pt x="428" y="959"/>
                </a:lnTo>
                <a:lnTo>
                  <a:pt x="428" y="958"/>
                </a:lnTo>
                <a:lnTo>
                  <a:pt x="428" y="957"/>
                </a:lnTo>
                <a:lnTo>
                  <a:pt x="429" y="957"/>
                </a:lnTo>
                <a:lnTo>
                  <a:pt x="429" y="956"/>
                </a:lnTo>
                <a:lnTo>
                  <a:pt x="429" y="955"/>
                </a:lnTo>
                <a:lnTo>
                  <a:pt x="428" y="955"/>
                </a:lnTo>
                <a:lnTo>
                  <a:pt x="427" y="955"/>
                </a:lnTo>
                <a:lnTo>
                  <a:pt x="427" y="956"/>
                </a:lnTo>
                <a:lnTo>
                  <a:pt x="427" y="955"/>
                </a:lnTo>
                <a:lnTo>
                  <a:pt x="426" y="955"/>
                </a:lnTo>
                <a:lnTo>
                  <a:pt x="425" y="955"/>
                </a:lnTo>
                <a:lnTo>
                  <a:pt x="425" y="954"/>
                </a:lnTo>
                <a:lnTo>
                  <a:pt x="424" y="954"/>
                </a:lnTo>
                <a:lnTo>
                  <a:pt x="423" y="954"/>
                </a:lnTo>
                <a:lnTo>
                  <a:pt x="422" y="954"/>
                </a:lnTo>
                <a:lnTo>
                  <a:pt x="422" y="953"/>
                </a:lnTo>
                <a:lnTo>
                  <a:pt x="422" y="954"/>
                </a:lnTo>
                <a:lnTo>
                  <a:pt x="422" y="953"/>
                </a:lnTo>
                <a:lnTo>
                  <a:pt x="421" y="953"/>
                </a:lnTo>
                <a:lnTo>
                  <a:pt x="420" y="953"/>
                </a:lnTo>
                <a:lnTo>
                  <a:pt x="420" y="954"/>
                </a:lnTo>
                <a:lnTo>
                  <a:pt x="419" y="954"/>
                </a:lnTo>
                <a:lnTo>
                  <a:pt x="419" y="953"/>
                </a:lnTo>
                <a:lnTo>
                  <a:pt x="419" y="954"/>
                </a:lnTo>
                <a:lnTo>
                  <a:pt x="418" y="954"/>
                </a:lnTo>
                <a:lnTo>
                  <a:pt x="417" y="954"/>
                </a:lnTo>
                <a:lnTo>
                  <a:pt x="416" y="954"/>
                </a:lnTo>
                <a:lnTo>
                  <a:pt x="415" y="954"/>
                </a:lnTo>
                <a:lnTo>
                  <a:pt x="415" y="955"/>
                </a:lnTo>
                <a:lnTo>
                  <a:pt x="414" y="955"/>
                </a:lnTo>
                <a:lnTo>
                  <a:pt x="414" y="956"/>
                </a:lnTo>
                <a:lnTo>
                  <a:pt x="413" y="956"/>
                </a:lnTo>
                <a:lnTo>
                  <a:pt x="413" y="957"/>
                </a:lnTo>
                <a:lnTo>
                  <a:pt x="412" y="957"/>
                </a:lnTo>
                <a:lnTo>
                  <a:pt x="412" y="956"/>
                </a:lnTo>
                <a:lnTo>
                  <a:pt x="410" y="956"/>
                </a:lnTo>
                <a:lnTo>
                  <a:pt x="409" y="956"/>
                </a:lnTo>
                <a:lnTo>
                  <a:pt x="408" y="956"/>
                </a:lnTo>
                <a:lnTo>
                  <a:pt x="408" y="957"/>
                </a:lnTo>
                <a:lnTo>
                  <a:pt x="408" y="956"/>
                </a:lnTo>
                <a:lnTo>
                  <a:pt x="408" y="957"/>
                </a:lnTo>
                <a:lnTo>
                  <a:pt x="407" y="957"/>
                </a:lnTo>
                <a:lnTo>
                  <a:pt x="407" y="956"/>
                </a:lnTo>
                <a:lnTo>
                  <a:pt x="406" y="956"/>
                </a:lnTo>
                <a:lnTo>
                  <a:pt x="405" y="956"/>
                </a:lnTo>
                <a:lnTo>
                  <a:pt x="405" y="957"/>
                </a:lnTo>
                <a:lnTo>
                  <a:pt x="404" y="957"/>
                </a:lnTo>
                <a:lnTo>
                  <a:pt x="403" y="957"/>
                </a:lnTo>
                <a:lnTo>
                  <a:pt x="403" y="958"/>
                </a:lnTo>
                <a:lnTo>
                  <a:pt x="403" y="959"/>
                </a:lnTo>
                <a:lnTo>
                  <a:pt x="402" y="959"/>
                </a:lnTo>
                <a:lnTo>
                  <a:pt x="401" y="959"/>
                </a:lnTo>
                <a:lnTo>
                  <a:pt x="401" y="960"/>
                </a:lnTo>
                <a:lnTo>
                  <a:pt x="400" y="960"/>
                </a:lnTo>
                <a:lnTo>
                  <a:pt x="400" y="961"/>
                </a:lnTo>
                <a:lnTo>
                  <a:pt x="399" y="961"/>
                </a:lnTo>
                <a:lnTo>
                  <a:pt x="398" y="960"/>
                </a:lnTo>
                <a:lnTo>
                  <a:pt x="398" y="961"/>
                </a:lnTo>
                <a:lnTo>
                  <a:pt x="397" y="961"/>
                </a:lnTo>
                <a:lnTo>
                  <a:pt x="397" y="962"/>
                </a:lnTo>
                <a:lnTo>
                  <a:pt x="396" y="962"/>
                </a:lnTo>
                <a:lnTo>
                  <a:pt x="395" y="962"/>
                </a:lnTo>
                <a:lnTo>
                  <a:pt x="395" y="963"/>
                </a:lnTo>
                <a:lnTo>
                  <a:pt x="395" y="962"/>
                </a:lnTo>
                <a:lnTo>
                  <a:pt x="394" y="962"/>
                </a:lnTo>
                <a:lnTo>
                  <a:pt x="394" y="961"/>
                </a:lnTo>
                <a:lnTo>
                  <a:pt x="393" y="960"/>
                </a:lnTo>
                <a:lnTo>
                  <a:pt x="392" y="960"/>
                </a:lnTo>
                <a:lnTo>
                  <a:pt x="391" y="960"/>
                </a:lnTo>
                <a:lnTo>
                  <a:pt x="391" y="959"/>
                </a:lnTo>
                <a:lnTo>
                  <a:pt x="390" y="959"/>
                </a:lnTo>
                <a:lnTo>
                  <a:pt x="391" y="959"/>
                </a:lnTo>
                <a:lnTo>
                  <a:pt x="391" y="958"/>
                </a:lnTo>
                <a:lnTo>
                  <a:pt x="391" y="957"/>
                </a:lnTo>
                <a:lnTo>
                  <a:pt x="390" y="957"/>
                </a:lnTo>
                <a:lnTo>
                  <a:pt x="389" y="957"/>
                </a:lnTo>
                <a:lnTo>
                  <a:pt x="389" y="956"/>
                </a:lnTo>
                <a:lnTo>
                  <a:pt x="388" y="956"/>
                </a:lnTo>
                <a:lnTo>
                  <a:pt x="388" y="955"/>
                </a:lnTo>
                <a:lnTo>
                  <a:pt x="387" y="955"/>
                </a:lnTo>
                <a:lnTo>
                  <a:pt x="388" y="955"/>
                </a:lnTo>
                <a:lnTo>
                  <a:pt x="388" y="954"/>
                </a:lnTo>
                <a:lnTo>
                  <a:pt x="389" y="954"/>
                </a:lnTo>
                <a:lnTo>
                  <a:pt x="389" y="953"/>
                </a:lnTo>
                <a:lnTo>
                  <a:pt x="388" y="953"/>
                </a:lnTo>
                <a:lnTo>
                  <a:pt x="389" y="953"/>
                </a:lnTo>
                <a:lnTo>
                  <a:pt x="389" y="952"/>
                </a:lnTo>
                <a:lnTo>
                  <a:pt x="390" y="952"/>
                </a:lnTo>
                <a:lnTo>
                  <a:pt x="390" y="951"/>
                </a:lnTo>
                <a:lnTo>
                  <a:pt x="390" y="950"/>
                </a:lnTo>
                <a:lnTo>
                  <a:pt x="391" y="950"/>
                </a:lnTo>
                <a:lnTo>
                  <a:pt x="391" y="949"/>
                </a:lnTo>
                <a:lnTo>
                  <a:pt x="391" y="948"/>
                </a:lnTo>
                <a:lnTo>
                  <a:pt x="391" y="947"/>
                </a:lnTo>
                <a:lnTo>
                  <a:pt x="390" y="947"/>
                </a:lnTo>
                <a:lnTo>
                  <a:pt x="389" y="947"/>
                </a:lnTo>
                <a:lnTo>
                  <a:pt x="389" y="946"/>
                </a:lnTo>
                <a:lnTo>
                  <a:pt x="389" y="947"/>
                </a:lnTo>
                <a:lnTo>
                  <a:pt x="388" y="947"/>
                </a:lnTo>
                <a:lnTo>
                  <a:pt x="388" y="946"/>
                </a:lnTo>
                <a:lnTo>
                  <a:pt x="388" y="947"/>
                </a:lnTo>
                <a:lnTo>
                  <a:pt x="388" y="946"/>
                </a:lnTo>
                <a:lnTo>
                  <a:pt x="387" y="946"/>
                </a:lnTo>
                <a:lnTo>
                  <a:pt x="387" y="945"/>
                </a:lnTo>
                <a:lnTo>
                  <a:pt x="386" y="945"/>
                </a:lnTo>
                <a:lnTo>
                  <a:pt x="386" y="946"/>
                </a:lnTo>
                <a:lnTo>
                  <a:pt x="386" y="945"/>
                </a:lnTo>
                <a:lnTo>
                  <a:pt x="385" y="945"/>
                </a:lnTo>
                <a:lnTo>
                  <a:pt x="384" y="944"/>
                </a:lnTo>
                <a:lnTo>
                  <a:pt x="384" y="943"/>
                </a:lnTo>
                <a:lnTo>
                  <a:pt x="384" y="942"/>
                </a:lnTo>
                <a:lnTo>
                  <a:pt x="384" y="941"/>
                </a:lnTo>
                <a:lnTo>
                  <a:pt x="383" y="941"/>
                </a:lnTo>
                <a:lnTo>
                  <a:pt x="383" y="940"/>
                </a:lnTo>
                <a:lnTo>
                  <a:pt x="382" y="940"/>
                </a:lnTo>
                <a:lnTo>
                  <a:pt x="382" y="939"/>
                </a:lnTo>
                <a:lnTo>
                  <a:pt x="382" y="938"/>
                </a:lnTo>
                <a:lnTo>
                  <a:pt x="381" y="938"/>
                </a:lnTo>
                <a:lnTo>
                  <a:pt x="381" y="937"/>
                </a:lnTo>
                <a:lnTo>
                  <a:pt x="381" y="936"/>
                </a:lnTo>
                <a:lnTo>
                  <a:pt x="380" y="936"/>
                </a:lnTo>
                <a:lnTo>
                  <a:pt x="380" y="935"/>
                </a:lnTo>
                <a:lnTo>
                  <a:pt x="380" y="934"/>
                </a:lnTo>
                <a:lnTo>
                  <a:pt x="381" y="934"/>
                </a:lnTo>
                <a:lnTo>
                  <a:pt x="382" y="934"/>
                </a:lnTo>
                <a:lnTo>
                  <a:pt x="382" y="933"/>
                </a:lnTo>
                <a:lnTo>
                  <a:pt x="383" y="933"/>
                </a:lnTo>
                <a:lnTo>
                  <a:pt x="383" y="934"/>
                </a:lnTo>
                <a:lnTo>
                  <a:pt x="384" y="934"/>
                </a:lnTo>
                <a:lnTo>
                  <a:pt x="384" y="933"/>
                </a:lnTo>
                <a:lnTo>
                  <a:pt x="385" y="933"/>
                </a:lnTo>
                <a:lnTo>
                  <a:pt x="385" y="932"/>
                </a:lnTo>
                <a:lnTo>
                  <a:pt x="386" y="932"/>
                </a:lnTo>
                <a:lnTo>
                  <a:pt x="386" y="931"/>
                </a:lnTo>
                <a:lnTo>
                  <a:pt x="386" y="930"/>
                </a:lnTo>
                <a:lnTo>
                  <a:pt x="385" y="930"/>
                </a:lnTo>
                <a:lnTo>
                  <a:pt x="385" y="929"/>
                </a:lnTo>
                <a:lnTo>
                  <a:pt x="385" y="928"/>
                </a:lnTo>
                <a:lnTo>
                  <a:pt x="385" y="927"/>
                </a:lnTo>
                <a:lnTo>
                  <a:pt x="385" y="926"/>
                </a:lnTo>
                <a:lnTo>
                  <a:pt x="386" y="926"/>
                </a:lnTo>
                <a:lnTo>
                  <a:pt x="387" y="926"/>
                </a:lnTo>
                <a:lnTo>
                  <a:pt x="387" y="925"/>
                </a:lnTo>
                <a:lnTo>
                  <a:pt x="388" y="925"/>
                </a:lnTo>
                <a:lnTo>
                  <a:pt x="388" y="924"/>
                </a:lnTo>
                <a:lnTo>
                  <a:pt x="387" y="924"/>
                </a:lnTo>
                <a:lnTo>
                  <a:pt x="387" y="923"/>
                </a:lnTo>
                <a:lnTo>
                  <a:pt x="386" y="923"/>
                </a:lnTo>
                <a:lnTo>
                  <a:pt x="387" y="922"/>
                </a:lnTo>
                <a:lnTo>
                  <a:pt x="386" y="922"/>
                </a:lnTo>
                <a:lnTo>
                  <a:pt x="386" y="921"/>
                </a:lnTo>
                <a:lnTo>
                  <a:pt x="387" y="921"/>
                </a:lnTo>
                <a:lnTo>
                  <a:pt x="386" y="921"/>
                </a:lnTo>
                <a:lnTo>
                  <a:pt x="386" y="920"/>
                </a:lnTo>
                <a:lnTo>
                  <a:pt x="387" y="920"/>
                </a:lnTo>
                <a:lnTo>
                  <a:pt x="387" y="919"/>
                </a:lnTo>
                <a:lnTo>
                  <a:pt x="387" y="918"/>
                </a:lnTo>
                <a:lnTo>
                  <a:pt x="387" y="917"/>
                </a:lnTo>
                <a:lnTo>
                  <a:pt x="386" y="917"/>
                </a:lnTo>
                <a:lnTo>
                  <a:pt x="385" y="917"/>
                </a:lnTo>
                <a:lnTo>
                  <a:pt x="384" y="917"/>
                </a:lnTo>
                <a:lnTo>
                  <a:pt x="383" y="917"/>
                </a:lnTo>
                <a:lnTo>
                  <a:pt x="383" y="916"/>
                </a:lnTo>
                <a:lnTo>
                  <a:pt x="382" y="916"/>
                </a:lnTo>
                <a:lnTo>
                  <a:pt x="381" y="916"/>
                </a:lnTo>
                <a:lnTo>
                  <a:pt x="380" y="916"/>
                </a:lnTo>
                <a:lnTo>
                  <a:pt x="379" y="915"/>
                </a:lnTo>
                <a:lnTo>
                  <a:pt x="380" y="915"/>
                </a:lnTo>
                <a:lnTo>
                  <a:pt x="380" y="914"/>
                </a:lnTo>
                <a:lnTo>
                  <a:pt x="380" y="913"/>
                </a:lnTo>
                <a:lnTo>
                  <a:pt x="381" y="913"/>
                </a:lnTo>
                <a:lnTo>
                  <a:pt x="382" y="913"/>
                </a:lnTo>
                <a:lnTo>
                  <a:pt x="383" y="913"/>
                </a:lnTo>
                <a:lnTo>
                  <a:pt x="383" y="912"/>
                </a:lnTo>
                <a:lnTo>
                  <a:pt x="383" y="911"/>
                </a:lnTo>
                <a:lnTo>
                  <a:pt x="382" y="911"/>
                </a:lnTo>
                <a:lnTo>
                  <a:pt x="382" y="910"/>
                </a:lnTo>
                <a:lnTo>
                  <a:pt x="382" y="909"/>
                </a:lnTo>
                <a:lnTo>
                  <a:pt x="382" y="908"/>
                </a:lnTo>
                <a:lnTo>
                  <a:pt x="382" y="907"/>
                </a:lnTo>
                <a:lnTo>
                  <a:pt x="382" y="906"/>
                </a:lnTo>
                <a:lnTo>
                  <a:pt x="381" y="906"/>
                </a:lnTo>
                <a:lnTo>
                  <a:pt x="381" y="904"/>
                </a:lnTo>
                <a:lnTo>
                  <a:pt x="381" y="903"/>
                </a:lnTo>
                <a:lnTo>
                  <a:pt x="380" y="903"/>
                </a:lnTo>
                <a:lnTo>
                  <a:pt x="379" y="903"/>
                </a:lnTo>
                <a:lnTo>
                  <a:pt x="378" y="903"/>
                </a:lnTo>
                <a:lnTo>
                  <a:pt x="378" y="902"/>
                </a:lnTo>
                <a:lnTo>
                  <a:pt x="378" y="901"/>
                </a:lnTo>
                <a:lnTo>
                  <a:pt x="377" y="901"/>
                </a:lnTo>
                <a:lnTo>
                  <a:pt x="377" y="900"/>
                </a:lnTo>
                <a:lnTo>
                  <a:pt x="377" y="899"/>
                </a:lnTo>
                <a:lnTo>
                  <a:pt x="377" y="898"/>
                </a:lnTo>
                <a:lnTo>
                  <a:pt x="377" y="897"/>
                </a:lnTo>
                <a:lnTo>
                  <a:pt x="377" y="896"/>
                </a:lnTo>
                <a:lnTo>
                  <a:pt x="377" y="895"/>
                </a:lnTo>
                <a:lnTo>
                  <a:pt x="377" y="894"/>
                </a:lnTo>
                <a:lnTo>
                  <a:pt x="376" y="894"/>
                </a:lnTo>
                <a:lnTo>
                  <a:pt x="376" y="893"/>
                </a:lnTo>
                <a:lnTo>
                  <a:pt x="377" y="893"/>
                </a:lnTo>
                <a:lnTo>
                  <a:pt x="377" y="892"/>
                </a:lnTo>
                <a:lnTo>
                  <a:pt x="378" y="891"/>
                </a:lnTo>
                <a:lnTo>
                  <a:pt x="377" y="891"/>
                </a:lnTo>
                <a:lnTo>
                  <a:pt x="376" y="891"/>
                </a:lnTo>
                <a:lnTo>
                  <a:pt x="375" y="891"/>
                </a:lnTo>
                <a:lnTo>
                  <a:pt x="374" y="891"/>
                </a:lnTo>
                <a:lnTo>
                  <a:pt x="373" y="892"/>
                </a:lnTo>
                <a:lnTo>
                  <a:pt x="372" y="893"/>
                </a:lnTo>
                <a:lnTo>
                  <a:pt x="371" y="893"/>
                </a:lnTo>
                <a:lnTo>
                  <a:pt x="371" y="894"/>
                </a:lnTo>
                <a:lnTo>
                  <a:pt x="370" y="894"/>
                </a:lnTo>
                <a:lnTo>
                  <a:pt x="370" y="895"/>
                </a:lnTo>
                <a:lnTo>
                  <a:pt x="370" y="894"/>
                </a:lnTo>
                <a:lnTo>
                  <a:pt x="370" y="895"/>
                </a:lnTo>
                <a:lnTo>
                  <a:pt x="369" y="895"/>
                </a:lnTo>
                <a:lnTo>
                  <a:pt x="369" y="896"/>
                </a:lnTo>
                <a:lnTo>
                  <a:pt x="368" y="896"/>
                </a:lnTo>
                <a:lnTo>
                  <a:pt x="368" y="897"/>
                </a:lnTo>
                <a:lnTo>
                  <a:pt x="367" y="897"/>
                </a:lnTo>
                <a:lnTo>
                  <a:pt x="367" y="898"/>
                </a:lnTo>
                <a:lnTo>
                  <a:pt x="366" y="898"/>
                </a:lnTo>
                <a:lnTo>
                  <a:pt x="366" y="899"/>
                </a:lnTo>
                <a:lnTo>
                  <a:pt x="365" y="899"/>
                </a:lnTo>
                <a:lnTo>
                  <a:pt x="364" y="899"/>
                </a:lnTo>
                <a:lnTo>
                  <a:pt x="363" y="899"/>
                </a:lnTo>
                <a:lnTo>
                  <a:pt x="362" y="900"/>
                </a:lnTo>
                <a:lnTo>
                  <a:pt x="361" y="900"/>
                </a:lnTo>
                <a:lnTo>
                  <a:pt x="360" y="900"/>
                </a:lnTo>
                <a:lnTo>
                  <a:pt x="359" y="900"/>
                </a:lnTo>
                <a:lnTo>
                  <a:pt x="358" y="900"/>
                </a:lnTo>
                <a:lnTo>
                  <a:pt x="358" y="901"/>
                </a:lnTo>
                <a:lnTo>
                  <a:pt x="357" y="901"/>
                </a:lnTo>
                <a:lnTo>
                  <a:pt x="356" y="901"/>
                </a:lnTo>
                <a:lnTo>
                  <a:pt x="355" y="901"/>
                </a:lnTo>
                <a:lnTo>
                  <a:pt x="355" y="902"/>
                </a:lnTo>
                <a:lnTo>
                  <a:pt x="356" y="902"/>
                </a:lnTo>
                <a:lnTo>
                  <a:pt x="355" y="902"/>
                </a:lnTo>
                <a:lnTo>
                  <a:pt x="355" y="901"/>
                </a:lnTo>
                <a:lnTo>
                  <a:pt x="355" y="902"/>
                </a:lnTo>
                <a:lnTo>
                  <a:pt x="354" y="902"/>
                </a:lnTo>
                <a:lnTo>
                  <a:pt x="353" y="902"/>
                </a:lnTo>
                <a:lnTo>
                  <a:pt x="353" y="901"/>
                </a:lnTo>
                <a:lnTo>
                  <a:pt x="353" y="902"/>
                </a:lnTo>
                <a:lnTo>
                  <a:pt x="352" y="902"/>
                </a:lnTo>
                <a:lnTo>
                  <a:pt x="352" y="903"/>
                </a:lnTo>
                <a:lnTo>
                  <a:pt x="351" y="903"/>
                </a:lnTo>
                <a:lnTo>
                  <a:pt x="351" y="904"/>
                </a:lnTo>
                <a:lnTo>
                  <a:pt x="350" y="904"/>
                </a:lnTo>
                <a:lnTo>
                  <a:pt x="351" y="904"/>
                </a:lnTo>
                <a:lnTo>
                  <a:pt x="350" y="904"/>
                </a:lnTo>
                <a:lnTo>
                  <a:pt x="350" y="905"/>
                </a:lnTo>
                <a:lnTo>
                  <a:pt x="350" y="906"/>
                </a:lnTo>
                <a:lnTo>
                  <a:pt x="349" y="906"/>
                </a:lnTo>
                <a:lnTo>
                  <a:pt x="350" y="906"/>
                </a:lnTo>
                <a:lnTo>
                  <a:pt x="349" y="906"/>
                </a:lnTo>
                <a:lnTo>
                  <a:pt x="349" y="907"/>
                </a:lnTo>
                <a:lnTo>
                  <a:pt x="348" y="907"/>
                </a:lnTo>
                <a:lnTo>
                  <a:pt x="347" y="907"/>
                </a:lnTo>
                <a:lnTo>
                  <a:pt x="347" y="908"/>
                </a:lnTo>
                <a:lnTo>
                  <a:pt x="346" y="908"/>
                </a:lnTo>
                <a:lnTo>
                  <a:pt x="346" y="909"/>
                </a:lnTo>
                <a:lnTo>
                  <a:pt x="346" y="910"/>
                </a:lnTo>
                <a:lnTo>
                  <a:pt x="345" y="910"/>
                </a:lnTo>
                <a:lnTo>
                  <a:pt x="345" y="911"/>
                </a:lnTo>
                <a:lnTo>
                  <a:pt x="344" y="911"/>
                </a:lnTo>
                <a:lnTo>
                  <a:pt x="344" y="912"/>
                </a:lnTo>
                <a:lnTo>
                  <a:pt x="344" y="913"/>
                </a:lnTo>
                <a:lnTo>
                  <a:pt x="343" y="913"/>
                </a:lnTo>
                <a:lnTo>
                  <a:pt x="343" y="914"/>
                </a:lnTo>
                <a:lnTo>
                  <a:pt x="343" y="915"/>
                </a:lnTo>
                <a:lnTo>
                  <a:pt x="342" y="915"/>
                </a:lnTo>
                <a:lnTo>
                  <a:pt x="342" y="916"/>
                </a:lnTo>
                <a:lnTo>
                  <a:pt x="342" y="915"/>
                </a:lnTo>
                <a:lnTo>
                  <a:pt x="342" y="916"/>
                </a:lnTo>
                <a:lnTo>
                  <a:pt x="341" y="916"/>
                </a:lnTo>
                <a:lnTo>
                  <a:pt x="341" y="915"/>
                </a:lnTo>
                <a:lnTo>
                  <a:pt x="341" y="916"/>
                </a:lnTo>
                <a:lnTo>
                  <a:pt x="340" y="916"/>
                </a:lnTo>
                <a:lnTo>
                  <a:pt x="340" y="917"/>
                </a:lnTo>
                <a:lnTo>
                  <a:pt x="341" y="917"/>
                </a:lnTo>
                <a:lnTo>
                  <a:pt x="340" y="917"/>
                </a:lnTo>
                <a:lnTo>
                  <a:pt x="339" y="917"/>
                </a:lnTo>
                <a:lnTo>
                  <a:pt x="339" y="918"/>
                </a:lnTo>
                <a:lnTo>
                  <a:pt x="338" y="918"/>
                </a:lnTo>
                <a:lnTo>
                  <a:pt x="338" y="919"/>
                </a:lnTo>
                <a:lnTo>
                  <a:pt x="338" y="920"/>
                </a:lnTo>
                <a:lnTo>
                  <a:pt x="337" y="920"/>
                </a:lnTo>
                <a:lnTo>
                  <a:pt x="337" y="921"/>
                </a:lnTo>
                <a:lnTo>
                  <a:pt x="336" y="921"/>
                </a:lnTo>
                <a:lnTo>
                  <a:pt x="336" y="922"/>
                </a:lnTo>
                <a:lnTo>
                  <a:pt x="335" y="922"/>
                </a:lnTo>
                <a:lnTo>
                  <a:pt x="335" y="923"/>
                </a:lnTo>
                <a:lnTo>
                  <a:pt x="335" y="922"/>
                </a:lnTo>
                <a:lnTo>
                  <a:pt x="334" y="922"/>
                </a:lnTo>
                <a:lnTo>
                  <a:pt x="333" y="922"/>
                </a:lnTo>
                <a:lnTo>
                  <a:pt x="333" y="923"/>
                </a:lnTo>
                <a:lnTo>
                  <a:pt x="332" y="923"/>
                </a:lnTo>
                <a:lnTo>
                  <a:pt x="332" y="924"/>
                </a:lnTo>
                <a:lnTo>
                  <a:pt x="331" y="924"/>
                </a:lnTo>
                <a:lnTo>
                  <a:pt x="332" y="924"/>
                </a:lnTo>
                <a:lnTo>
                  <a:pt x="332" y="925"/>
                </a:lnTo>
                <a:lnTo>
                  <a:pt x="331" y="925"/>
                </a:lnTo>
                <a:lnTo>
                  <a:pt x="331" y="926"/>
                </a:lnTo>
                <a:lnTo>
                  <a:pt x="330" y="926"/>
                </a:lnTo>
                <a:lnTo>
                  <a:pt x="329" y="926"/>
                </a:lnTo>
                <a:lnTo>
                  <a:pt x="328" y="926"/>
                </a:lnTo>
                <a:lnTo>
                  <a:pt x="327" y="926"/>
                </a:lnTo>
                <a:lnTo>
                  <a:pt x="326" y="926"/>
                </a:lnTo>
                <a:lnTo>
                  <a:pt x="326" y="927"/>
                </a:lnTo>
                <a:lnTo>
                  <a:pt x="325" y="927"/>
                </a:lnTo>
                <a:lnTo>
                  <a:pt x="324" y="927"/>
                </a:lnTo>
                <a:lnTo>
                  <a:pt x="324" y="928"/>
                </a:lnTo>
                <a:lnTo>
                  <a:pt x="323" y="928"/>
                </a:lnTo>
                <a:lnTo>
                  <a:pt x="322" y="928"/>
                </a:lnTo>
                <a:lnTo>
                  <a:pt x="322" y="929"/>
                </a:lnTo>
                <a:lnTo>
                  <a:pt x="321" y="929"/>
                </a:lnTo>
                <a:lnTo>
                  <a:pt x="321" y="930"/>
                </a:lnTo>
                <a:lnTo>
                  <a:pt x="320" y="930"/>
                </a:lnTo>
                <a:lnTo>
                  <a:pt x="319" y="930"/>
                </a:lnTo>
                <a:lnTo>
                  <a:pt x="319" y="929"/>
                </a:lnTo>
                <a:lnTo>
                  <a:pt x="318" y="929"/>
                </a:lnTo>
                <a:lnTo>
                  <a:pt x="317" y="929"/>
                </a:lnTo>
                <a:lnTo>
                  <a:pt x="317" y="928"/>
                </a:lnTo>
                <a:lnTo>
                  <a:pt x="316" y="928"/>
                </a:lnTo>
                <a:lnTo>
                  <a:pt x="316" y="927"/>
                </a:lnTo>
                <a:lnTo>
                  <a:pt x="315" y="927"/>
                </a:lnTo>
                <a:lnTo>
                  <a:pt x="314" y="927"/>
                </a:lnTo>
                <a:lnTo>
                  <a:pt x="313" y="927"/>
                </a:lnTo>
                <a:lnTo>
                  <a:pt x="313" y="928"/>
                </a:lnTo>
                <a:lnTo>
                  <a:pt x="312" y="928"/>
                </a:lnTo>
                <a:lnTo>
                  <a:pt x="311" y="928"/>
                </a:lnTo>
                <a:lnTo>
                  <a:pt x="311" y="929"/>
                </a:lnTo>
                <a:lnTo>
                  <a:pt x="310" y="929"/>
                </a:lnTo>
                <a:lnTo>
                  <a:pt x="310" y="928"/>
                </a:lnTo>
                <a:lnTo>
                  <a:pt x="310" y="927"/>
                </a:lnTo>
                <a:lnTo>
                  <a:pt x="309" y="927"/>
                </a:lnTo>
                <a:lnTo>
                  <a:pt x="309" y="926"/>
                </a:lnTo>
                <a:lnTo>
                  <a:pt x="308" y="926"/>
                </a:lnTo>
                <a:lnTo>
                  <a:pt x="308" y="925"/>
                </a:lnTo>
                <a:lnTo>
                  <a:pt x="308" y="924"/>
                </a:lnTo>
                <a:lnTo>
                  <a:pt x="308" y="923"/>
                </a:lnTo>
                <a:lnTo>
                  <a:pt x="308" y="922"/>
                </a:lnTo>
                <a:lnTo>
                  <a:pt x="307" y="922"/>
                </a:lnTo>
                <a:lnTo>
                  <a:pt x="306" y="922"/>
                </a:lnTo>
                <a:lnTo>
                  <a:pt x="306" y="921"/>
                </a:lnTo>
                <a:lnTo>
                  <a:pt x="306" y="920"/>
                </a:lnTo>
                <a:lnTo>
                  <a:pt x="305" y="920"/>
                </a:lnTo>
                <a:lnTo>
                  <a:pt x="305" y="919"/>
                </a:lnTo>
                <a:lnTo>
                  <a:pt x="304" y="919"/>
                </a:lnTo>
                <a:lnTo>
                  <a:pt x="304" y="920"/>
                </a:lnTo>
                <a:lnTo>
                  <a:pt x="303" y="920"/>
                </a:lnTo>
                <a:lnTo>
                  <a:pt x="302" y="920"/>
                </a:lnTo>
                <a:lnTo>
                  <a:pt x="301" y="920"/>
                </a:lnTo>
                <a:lnTo>
                  <a:pt x="301" y="921"/>
                </a:lnTo>
                <a:lnTo>
                  <a:pt x="300" y="921"/>
                </a:lnTo>
                <a:lnTo>
                  <a:pt x="300" y="920"/>
                </a:lnTo>
                <a:lnTo>
                  <a:pt x="299" y="920"/>
                </a:lnTo>
                <a:lnTo>
                  <a:pt x="297" y="920"/>
                </a:lnTo>
                <a:lnTo>
                  <a:pt x="296" y="920"/>
                </a:lnTo>
                <a:lnTo>
                  <a:pt x="296" y="921"/>
                </a:lnTo>
                <a:lnTo>
                  <a:pt x="295" y="921"/>
                </a:lnTo>
                <a:lnTo>
                  <a:pt x="295" y="922"/>
                </a:lnTo>
                <a:lnTo>
                  <a:pt x="294" y="922"/>
                </a:lnTo>
                <a:lnTo>
                  <a:pt x="294" y="923"/>
                </a:lnTo>
                <a:lnTo>
                  <a:pt x="293" y="923"/>
                </a:lnTo>
                <a:lnTo>
                  <a:pt x="293" y="924"/>
                </a:lnTo>
                <a:lnTo>
                  <a:pt x="293" y="925"/>
                </a:lnTo>
                <a:lnTo>
                  <a:pt x="292" y="925"/>
                </a:lnTo>
                <a:lnTo>
                  <a:pt x="292" y="926"/>
                </a:lnTo>
                <a:lnTo>
                  <a:pt x="291" y="926"/>
                </a:lnTo>
                <a:lnTo>
                  <a:pt x="290" y="926"/>
                </a:lnTo>
                <a:lnTo>
                  <a:pt x="289" y="926"/>
                </a:lnTo>
                <a:lnTo>
                  <a:pt x="288" y="926"/>
                </a:lnTo>
                <a:lnTo>
                  <a:pt x="288" y="927"/>
                </a:lnTo>
                <a:lnTo>
                  <a:pt x="289" y="927"/>
                </a:lnTo>
                <a:lnTo>
                  <a:pt x="288" y="927"/>
                </a:lnTo>
                <a:lnTo>
                  <a:pt x="287" y="927"/>
                </a:lnTo>
                <a:lnTo>
                  <a:pt x="286" y="927"/>
                </a:lnTo>
                <a:lnTo>
                  <a:pt x="286" y="928"/>
                </a:lnTo>
                <a:lnTo>
                  <a:pt x="285" y="928"/>
                </a:lnTo>
                <a:lnTo>
                  <a:pt x="286" y="928"/>
                </a:lnTo>
                <a:lnTo>
                  <a:pt x="285" y="928"/>
                </a:lnTo>
                <a:lnTo>
                  <a:pt x="285" y="927"/>
                </a:lnTo>
                <a:lnTo>
                  <a:pt x="284" y="927"/>
                </a:lnTo>
                <a:lnTo>
                  <a:pt x="284" y="928"/>
                </a:lnTo>
                <a:lnTo>
                  <a:pt x="284" y="927"/>
                </a:lnTo>
                <a:lnTo>
                  <a:pt x="284" y="926"/>
                </a:lnTo>
                <a:lnTo>
                  <a:pt x="283" y="926"/>
                </a:lnTo>
                <a:lnTo>
                  <a:pt x="283" y="925"/>
                </a:lnTo>
                <a:lnTo>
                  <a:pt x="282" y="925"/>
                </a:lnTo>
                <a:lnTo>
                  <a:pt x="282" y="924"/>
                </a:lnTo>
                <a:lnTo>
                  <a:pt x="282" y="923"/>
                </a:lnTo>
                <a:lnTo>
                  <a:pt x="281" y="923"/>
                </a:lnTo>
                <a:lnTo>
                  <a:pt x="281" y="922"/>
                </a:lnTo>
                <a:lnTo>
                  <a:pt x="280" y="922"/>
                </a:lnTo>
                <a:lnTo>
                  <a:pt x="279" y="922"/>
                </a:lnTo>
                <a:lnTo>
                  <a:pt x="278" y="922"/>
                </a:lnTo>
                <a:lnTo>
                  <a:pt x="278" y="923"/>
                </a:lnTo>
                <a:lnTo>
                  <a:pt x="278" y="924"/>
                </a:lnTo>
                <a:lnTo>
                  <a:pt x="278" y="925"/>
                </a:lnTo>
                <a:lnTo>
                  <a:pt x="277" y="925"/>
                </a:lnTo>
                <a:lnTo>
                  <a:pt x="277" y="926"/>
                </a:lnTo>
                <a:lnTo>
                  <a:pt x="277" y="925"/>
                </a:lnTo>
                <a:lnTo>
                  <a:pt x="276" y="925"/>
                </a:lnTo>
                <a:lnTo>
                  <a:pt x="276" y="924"/>
                </a:lnTo>
                <a:lnTo>
                  <a:pt x="275" y="924"/>
                </a:lnTo>
                <a:lnTo>
                  <a:pt x="274" y="923"/>
                </a:lnTo>
                <a:lnTo>
                  <a:pt x="273" y="923"/>
                </a:lnTo>
                <a:lnTo>
                  <a:pt x="273" y="922"/>
                </a:lnTo>
                <a:lnTo>
                  <a:pt x="272" y="921"/>
                </a:lnTo>
                <a:lnTo>
                  <a:pt x="273" y="920"/>
                </a:lnTo>
                <a:lnTo>
                  <a:pt x="273" y="919"/>
                </a:lnTo>
                <a:lnTo>
                  <a:pt x="272" y="919"/>
                </a:lnTo>
                <a:lnTo>
                  <a:pt x="272" y="918"/>
                </a:lnTo>
                <a:lnTo>
                  <a:pt x="272" y="916"/>
                </a:lnTo>
                <a:lnTo>
                  <a:pt x="273" y="916"/>
                </a:lnTo>
                <a:lnTo>
                  <a:pt x="272" y="916"/>
                </a:lnTo>
                <a:lnTo>
                  <a:pt x="272" y="915"/>
                </a:lnTo>
                <a:lnTo>
                  <a:pt x="272" y="914"/>
                </a:lnTo>
                <a:lnTo>
                  <a:pt x="271" y="914"/>
                </a:lnTo>
                <a:lnTo>
                  <a:pt x="271" y="912"/>
                </a:lnTo>
                <a:lnTo>
                  <a:pt x="271" y="911"/>
                </a:lnTo>
                <a:lnTo>
                  <a:pt x="272" y="911"/>
                </a:lnTo>
                <a:lnTo>
                  <a:pt x="273" y="911"/>
                </a:lnTo>
                <a:lnTo>
                  <a:pt x="273" y="910"/>
                </a:lnTo>
                <a:lnTo>
                  <a:pt x="274" y="910"/>
                </a:lnTo>
                <a:lnTo>
                  <a:pt x="274" y="909"/>
                </a:lnTo>
                <a:lnTo>
                  <a:pt x="274" y="908"/>
                </a:lnTo>
                <a:lnTo>
                  <a:pt x="274" y="907"/>
                </a:lnTo>
                <a:lnTo>
                  <a:pt x="275" y="907"/>
                </a:lnTo>
                <a:lnTo>
                  <a:pt x="275" y="906"/>
                </a:lnTo>
                <a:lnTo>
                  <a:pt x="276" y="906"/>
                </a:lnTo>
                <a:lnTo>
                  <a:pt x="277" y="906"/>
                </a:lnTo>
                <a:lnTo>
                  <a:pt x="278" y="906"/>
                </a:lnTo>
                <a:lnTo>
                  <a:pt x="278" y="905"/>
                </a:lnTo>
                <a:lnTo>
                  <a:pt x="277" y="905"/>
                </a:lnTo>
                <a:lnTo>
                  <a:pt x="277" y="904"/>
                </a:lnTo>
                <a:lnTo>
                  <a:pt x="277" y="903"/>
                </a:lnTo>
                <a:lnTo>
                  <a:pt x="276" y="903"/>
                </a:lnTo>
                <a:lnTo>
                  <a:pt x="276" y="902"/>
                </a:lnTo>
                <a:lnTo>
                  <a:pt x="275" y="902"/>
                </a:lnTo>
                <a:lnTo>
                  <a:pt x="275" y="901"/>
                </a:lnTo>
                <a:lnTo>
                  <a:pt x="274" y="901"/>
                </a:lnTo>
                <a:lnTo>
                  <a:pt x="274" y="900"/>
                </a:lnTo>
                <a:lnTo>
                  <a:pt x="273" y="900"/>
                </a:lnTo>
                <a:lnTo>
                  <a:pt x="274" y="900"/>
                </a:lnTo>
                <a:lnTo>
                  <a:pt x="273" y="900"/>
                </a:lnTo>
                <a:lnTo>
                  <a:pt x="272" y="900"/>
                </a:lnTo>
                <a:lnTo>
                  <a:pt x="272" y="899"/>
                </a:lnTo>
                <a:lnTo>
                  <a:pt x="271" y="899"/>
                </a:lnTo>
                <a:lnTo>
                  <a:pt x="271" y="900"/>
                </a:lnTo>
                <a:lnTo>
                  <a:pt x="270" y="900"/>
                </a:lnTo>
                <a:lnTo>
                  <a:pt x="270" y="899"/>
                </a:lnTo>
                <a:lnTo>
                  <a:pt x="270" y="900"/>
                </a:lnTo>
                <a:lnTo>
                  <a:pt x="269" y="900"/>
                </a:lnTo>
                <a:lnTo>
                  <a:pt x="269" y="901"/>
                </a:lnTo>
                <a:lnTo>
                  <a:pt x="268" y="901"/>
                </a:lnTo>
                <a:lnTo>
                  <a:pt x="267" y="901"/>
                </a:lnTo>
                <a:lnTo>
                  <a:pt x="266" y="902"/>
                </a:lnTo>
                <a:lnTo>
                  <a:pt x="265" y="903"/>
                </a:lnTo>
                <a:lnTo>
                  <a:pt x="265" y="904"/>
                </a:lnTo>
                <a:lnTo>
                  <a:pt x="264" y="904"/>
                </a:lnTo>
                <a:lnTo>
                  <a:pt x="264" y="903"/>
                </a:lnTo>
                <a:lnTo>
                  <a:pt x="263" y="903"/>
                </a:lnTo>
                <a:lnTo>
                  <a:pt x="263" y="902"/>
                </a:lnTo>
                <a:lnTo>
                  <a:pt x="263" y="901"/>
                </a:lnTo>
                <a:lnTo>
                  <a:pt x="262" y="900"/>
                </a:lnTo>
                <a:lnTo>
                  <a:pt x="262" y="901"/>
                </a:lnTo>
                <a:lnTo>
                  <a:pt x="261" y="901"/>
                </a:lnTo>
                <a:lnTo>
                  <a:pt x="261" y="900"/>
                </a:lnTo>
                <a:lnTo>
                  <a:pt x="260" y="900"/>
                </a:lnTo>
                <a:lnTo>
                  <a:pt x="259" y="900"/>
                </a:lnTo>
                <a:lnTo>
                  <a:pt x="259" y="899"/>
                </a:lnTo>
                <a:lnTo>
                  <a:pt x="258" y="899"/>
                </a:lnTo>
                <a:lnTo>
                  <a:pt x="258" y="898"/>
                </a:lnTo>
                <a:lnTo>
                  <a:pt x="258" y="897"/>
                </a:lnTo>
                <a:lnTo>
                  <a:pt x="258" y="896"/>
                </a:lnTo>
                <a:lnTo>
                  <a:pt x="257" y="896"/>
                </a:lnTo>
                <a:lnTo>
                  <a:pt x="257" y="895"/>
                </a:lnTo>
                <a:lnTo>
                  <a:pt x="257" y="894"/>
                </a:lnTo>
                <a:lnTo>
                  <a:pt x="257" y="893"/>
                </a:lnTo>
                <a:lnTo>
                  <a:pt x="256" y="893"/>
                </a:lnTo>
                <a:lnTo>
                  <a:pt x="256" y="892"/>
                </a:lnTo>
                <a:lnTo>
                  <a:pt x="257" y="892"/>
                </a:lnTo>
                <a:lnTo>
                  <a:pt x="256" y="892"/>
                </a:lnTo>
                <a:lnTo>
                  <a:pt x="256" y="891"/>
                </a:lnTo>
                <a:lnTo>
                  <a:pt x="256" y="890"/>
                </a:lnTo>
                <a:lnTo>
                  <a:pt x="255" y="890"/>
                </a:lnTo>
                <a:lnTo>
                  <a:pt x="255" y="889"/>
                </a:lnTo>
                <a:lnTo>
                  <a:pt x="255" y="888"/>
                </a:lnTo>
                <a:lnTo>
                  <a:pt x="255" y="887"/>
                </a:lnTo>
                <a:lnTo>
                  <a:pt x="254" y="887"/>
                </a:lnTo>
                <a:lnTo>
                  <a:pt x="254" y="886"/>
                </a:lnTo>
                <a:lnTo>
                  <a:pt x="254" y="885"/>
                </a:lnTo>
                <a:lnTo>
                  <a:pt x="254" y="884"/>
                </a:lnTo>
                <a:lnTo>
                  <a:pt x="254" y="883"/>
                </a:lnTo>
                <a:lnTo>
                  <a:pt x="254" y="882"/>
                </a:lnTo>
                <a:lnTo>
                  <a:pt x="254" y="881"/>
                </a:lnTo>
                <a:lnTo>
                  <a:pt x="254" y="880"/>
                </a:lnTo>
                <a:lnTo>
                  <a:pt x="254" y="879"/>
                </a:lnTo>
                <a:lnTo>
                  <a:pt x="255" y="879"/>
                </a:lnTo>
                <a:lnTo>
                  <a:pt x="256" y="879"/>
                </a:lnTo>
                <a:lnTo>
                  <a:pt x="256" y="878"/>
                </a:lnTo>
                <a:lnTo>
                  <a:pt x="256" y="877"/>
                </a:lnTo>
                <a:lnTo>
                  <a:pt x="255" y="877"/>
                </a:lnTo>
                <a:lnTo>
                  <a:pt x="255" y="876"/>
                </a:lnTo>
                <a:lnTo>
                  <a:pt x="256" y="876"/>
                </a:lnTo>
                <a:lnTo>
                  <a:pt x="255" y="876"/>
                </a:lnTo>
                <a:lnTo>
                  <a:pt x="255" y="875"/>
                </a:lnTo>
                <a:lnTo>
                  <a:pt x="256" y="875"/>
                </a:lnTo>
                <a:lnTo>
                  <a:pt x="257" y="875"/>
                </a:lnTo>
                <a:lnTo>
                  <a:pt x="257" y="874"/>
                </a:lnTo>
                <a:lnTo>
                  <a:pt x="258" y="874"/>
                </a:lnTo>
                <a:lnTo>
                  <a:pt x="258" y="873"/>
                </a:lnTo>
                <a:lnTo>
                  <a:pt x="258" y="872"/>
                </a:lnTo>
                <a:lnTo>
                  <a:pt x="258" y="871"/>
                </a:lnTo>
                <a:lnTo>
                  <a:pt x="258" y="870"/>
                </a:lnTo>
                <a:lnTo>
                  <a:pt x="258" y="869"/>
                </a:lnTo>
                <a:lnTo>
                  <a:pt x="259" y="869"/>
                </a:lnTo>
                <a:lnTo>
                  <a:pt x="259" y="868"/>
                </a:lnTo>
                <a:lnTo>
                  <a:pt x="259" y="867"/>
                </a:lnTo>
                <a:lnTo>
                  <a:pt x="259" y="866"/>
                </a:lnTo>
                <a:lnTo>
                  <a:pt x="259" y="865"/>
                </a:lnTo>
                <a:lnTo>
                  <a:pt x="258" y="865"/>
                </a:lnTo>
                <a:lnTo>
                  <a:pt x="258" y="864"/>
                </a:lnTo>
                <a:lnTo>
                  <a:pt x="257" y="864"/>
                </a:lnTo>
                <a:lnTo>
                  <a:pt x="257" y="863"/>
                </a:lnTo>
                <a:lnTo>
                  <a:pt x="256" y="863"/>
                </a:lnTo>
                <a:lnTo>
                  <a:pt x="256" y="862"/>
                </a:lnTo>
                <a:lnTo>
                  <a:pt x="256" y="861"/>
                </a:lnTo>
                <a:lnTo>
                  <a:pt x="255" y="861"/>
                </a:lnTo>
                <a:lnTo>
                  <a:pt x="255" y="860"/>
                </a:lnTo>
                <a:lnTo>
                  <a:pt x="255" y="859"/>
                </a:lnTo>
                <a:lnTo>
                  <a:pt x="256" y="859"/>
                </a:lnTo>
                <a:lnTo>
                  <a:pt x="256" y="858"/>
                </a:lnTo>
                <a:lnTo>
                  <a:pt x="257" y="858"/>
                </a:lnTo>
                <a:lnTo>
                  <a:pt x="257" y="857"/>
                </a:lnTo>
                <a:lnTo>
                  <a:pt x="256" y="857"/>
                </a:lnTo>
                <a:lnTo>
                  <a:pt x="256" y="858"/>
                </a:lnTo>
                <a:lnTo>
                  <a:pt x="255" y="858"/>
                </a:lnTo>
                <a:lnTo>
                  <a:pt x="254" y="858"/>
                </a:lnTo>
                <a:lnTo>
                  <a:pt x="254" y="857"/>
                </a:lnTo>
                <a:lnTo>
                  <a:pt x="253" y="857"/>
                </a:lnTo>
                <a:lnTo>
                  <a:pt x="254" y="857"/>
                </a:lnTo>
                <a:lnTo>
                  <a:pt x="253" y="857"/>
                </a:lnTo>
                <a:lnTo>
                  <a:pt x="252" y="857"/>
                </a:lnTo>
                <a:lnTo>
                  <a:pt x="251" y="857"/>
                </a:lnTo>
                <a:lnTo>
                  <a:pt x="250" y="857"/>
                </a:lnTo>
                <a:lnTo>
                  <a:pt x="250" y="856"/>
                </a:lnTo>
                <a:lnTo>
                  <a:pt x="249" y="856"/>
                </a:lnTo>
                <a:lnTo>
                  <a:pt x="248" y="856"/>
                </a:lnTo>
                <a:lnTo>
                  <a:pt x="247" y="856"/>
                </a:lnTo>
                <a:lnTo>
                  <a:pt x="246" y="856"/>
                </a:lnTo>
                <a:lnTo>
                  <a:pt x="246" y="857"/>
                </a:lnTo>
                <a:lnTo>
                  <a:pt x="245" y="857"/>
                </a:lnTo>
                <a:lnTo>
                  <a:pt x="245" y="858"/>
                </a:lnTo>
                <a:lnTo>
                  <a:pt x="246" y="858"/>
                </a:lnTo>
                <a:lnTo>
                  <a:pt x="246" y="859"/>
                </a:lnTo>
                <a:lnTo>
                  <a:pt x="247" y="859"/>
                </a:lnTo>
                <a:lnTo>
                  <a:pt x="247" y="860"/>
                </a:lnTo>
                <a:lnTo>
                  <a:pt x="246" y="860"/>
                </a:lnTo>
                <a:lnTo>
                  <a:pt x="245" y="861"/>
                </a:lnTo>
                <a:lnTo>
                  <a:pt x="244" y="861"/>
                </a:lnTo>
                <a:lnTo>
                  <a:pt x="243" y="861"/>
                </a:lnTo>
                <a:lnTo>
                  <a:pt x="242" y="861"/>
                </a:lnTo>
                <a:lnTo>
                  <a:pt x="242" y="860"/>
                </a:lnTo>
                <a:lnTo>
                  <a:pt x="242" y="859"/>
                </a:lnTo>
                <a:lnTo>
                  <a:pt x="241" y="859"/>
                </a:lnTo>
                <a:lnTo>
                  <a:pt x="241" y="858"/>
                </a:lnTo>
                <a:lnTo>
                  <a:pt x="240" y="858"/>
                </a:lnTo>
                <a:lnTo>
                  <a:pt x="239" y="858"/>
                </a:lnTo>
                <a:lnTo>
                  <a:pt x="238" y="858"/>
                </a:lnTo>
                <a:lnTo>
                  <a:pt x="238" y="857"/>
                </a:lnTo>
                <a:lnTo>
                  <a:pt x="238" y="858"/>
                </a:lnTo>
                <a:lnTo>
                  <a:pt x="237" y="858"/>
                </a:lnTo>
                <a:lnTo>
                  <a:pt x="237" y="857"/>
                </a:lnTo>
                <a:lnTo>
                  <a:pt x="237" y="858"/>
                </a:lnTo>
                <a:lnTo>
                  <a:pt x="237" y="857"/>
                </a:lnTo>
                <a:lnTo>
                  <a:pt x="236" y="857"/>
                </a:lnTo>
                <a:lnTo>
                  <a:pt x="235" y="857"/>
                </a:lnTo>
                <a:lnTo>
                  <a:pt x="235" y="856"/>
                </a:lnTo>
                <a:lnTo>
                  <a:pt x="234" y="856"/>
                </a:lnTo>
                <a:lnTo>
                  <a:pt x="234" y="855"/>
                </a:lnTo>
                <a:lnTo>
                  <a:pt x="233" y="855"/>
                </a:lnTo>
                <a:lnTo>
                  <a:pt x="233" y="856"/>
                </a:lnTo>
                <a:lnTo>
                  <a:pt x="233" y="855"/>
                </a:lnTo>
                <a:lnTo>
                  <a:pt x="232" y="855"/>
                </a:lnTo>
                <a:lnTo>
                  <a:pt x="232" y="856"/>
                </a:lnTo>
                <a:lnTo>
                  <a:pt x="231" y="856"/>
                </a:lnTo>
                <a:lnTo>
                  <a:pt x="230" y="856"/>
                </a:lnTo>
                <a:lnTo>
                  <a:pt x="230" y="857"/>
                </a:lnTo>
                <a:lnTo>
                  <a:pt x="230" y="858"/>
                </a:lnTo>
                <a:lnTo>
                  <a:pt x="230" y="859"/>
                </a:lnTo>
                <a:lnTo>
                  <a:pt x="229" y="859"/>
                </a:lnTo>
                <a:lnTo>
                  <a:pt x="228" y="859"/>
                </a:lnTo>
                <a:lnTo>
                  <a:pt x="227" y="859"/>
                </a:lnTo>
                <a:lnTo>
                  <a:pt x="227" y="858"/>
                </a:lnTo>
                <a:lnTo>
                  <a:pt x="227" y="857"/>
                </a:lnTo>
                <a:lnTo>
                  <a:pt x="227" y="856"/>
                </a:lnTo>
                <a:lnTo>
                  <a:pt x="228" y="856"/>
                </a:lnTo>
                <a:lnTo>
                  <a:pt x="227" y="856"/>
                </a:lnTo>
                <a:lnTo>
                  <a:pt x="227" y="855"/>
                </a:lnTo>
                <a:lnTo>
                  <a:pt x="226" y="855"/>
                </a:lnTo>
                <a:lnTo>
                  <a:pt x="225" y="855"/>
                </a:lnTo>
                <a:lnTo>
                  <a:pt x="225" y="854"/>
                </a:lnTo>
                <a:lnTo>
                  <a:pt x="224" y="854"/>
                </a:lnTo>
                <a:lnTo>
                  <a:pt x="224" y="853"/>
                </a:lnTo>
                <a:lnTo>
                  <a:pt x="223" y="853"/>
                </a:lnTo>
                <a:lnTo>
                  <a:pt x="223" y="852"/>
                </a:lnTo>
                <a:lnTo>
                  <a:pt x="222" y="852"/>
                </a:lnTo>
                <a:lnTo>
                  <a:pt x="221" y="852"/>
                </a:lnTo>
                <a:lnTo>
                  <a:pt x="220" y="852"/>
                </a:lnTo>
                <a:lnTo>
                  <a:pt x="220" y="853"/>
                </a:lnTo>
                <a:lnTo>
                  <a:pt x="220" y="852"/>
                </a:lnTo>
                <a:lnTo>
                  <a:pt x="220" y="853"/>
                </a:lnTo>
                <a:lnTo>
                  <a:pt x="220" y="852"/>
                </a:lnTo>
                <a:lnTo>
                  <a:pt x="219" y="852"/>
                </a:lnTo>
                <a:lnTo>
                  <a:pt x="219" y="853"/>
                </a:lnTo>
                <a:lnTo>
                  <a:pt x="219" y="852"/>
                </a:lnTo>
                <a:lnTo>
                  <a:pt x="218" y="852"/>
                </a:lnTo>
                <a:lnTo>
                  <a:pt x="218" y="851"/>
                </a:lnTo>
                <a:lnTo>
                  <a:pt x="217" y="851"/>
                </a:lnTo>
                <a:lnTo>
                  <a:pt x="217" y="850"/>
                </a:lnTo>
                <a:lnTo>
                  <a:pt x="217" y="851"/>
                </a:lnTo>
                <a:lnTo>
                  <a:pt x="216" y="851"/>
                </a:lnTo>
                <a:lnTo>
                  <a:pt x="216" y="852"/>
                </a:lnTo>
                <a:lnTo>
                  <a:pt x="215" y="852"/>
                </a:lnTo>
                <a:lnTo>
                  <a:pt x="214" y="852"/>
                </a:lnTo>
                <a:lnTo>
                  <a:pt x="214" y="851"/>
                </a:lnTo>
                <a:lnTo>
                  <a:pt x="214" y="850"/>
                </a:lnTo>
                <a:lnTo>
                  <a:pt x="213" y="850"/>
                </a:lnTo>
                <a:lnTo>
                  <a:pt x="213" y="851"/>
                </a:lnTo>
                <a:lnTo>
                  <a:pt x="212" y="851"/>
                </a:lnTo>
                <a:lnTo>
                  <a:pt x="211" y="851"/>
                </a:lnTo>
                <a:lnTo>
                  <a:pt x="210" y="851"/>
                </a:lnTo>
                <a:lnTo>
                  <a:pt x="210" y="852"/>
                </a:lnTo>
                <a:lnTo>
                  <a:pt x="209" y="852"/>
                </a:lnTo>
                <a:lnTo>
                  <a:pt x="208" y="852"/>
                </a:lnTo>
                <a:lnTo>
                  <a:pt x="208" y="851"/>
                </a:lnTo>
                <a:lnTo>
                  <a:pt x="207" y="851"/>
                </a:lnTo>
                <a:lnTo>
                  <a:pt x="207" y="850"/>
                </a:lnTo>
                <a:lnTo>
                  <a:pt x="207" y="849"/>
                </a:lnTo>
                <a:lnTo>
                  <a:pt x="206" y="849"/>
                </a:lnTo>
                <a:lnTo>
                  <a:pt x="205" y="849"/>
                </a:lnTo>
                <a:lnTo>
                  <a:pt x="205" y="848"/>
                </a:lnTo>
                <a:lnTo>
                  <a:pt x="204" y="848"/>
                </a:lnTo>
                <a:lnTo>
                  <a:pt x="203" y="848"/>
                </a:lnTo>
                <a:lnTo>
                  <a:pt x="203" y="849"/>
                </a:lnTo>
                <a:lnTo>
                  <a:pt x="203" y="850"/>
                </a:lnTo>
                <a:lnTo>
                  <a:pt x="202" y="850"/>
                </a:lnTo>
                <a:lnTo>
                  <a:pt x="202" y="851"/>
                </a:lnTo>
                <a:lnTo>
                  <a:pt x="201" y="851"/>
                </a:lnTo>
                <a:lnTo>
                  <a:pt x="200" y="851"/>
                </a:lnTo>
                <a:lnTo>
                  <a:pt x="200" y="852"/>
                </a:lnTo>
                <a:lnTo>
                  <a:pt x="199" y="851"/>
                </a:lnTo>
                <a:lnTo>
                  <a:pt x="198" y="851"/>
                </a:lnTo>
                <a:lnTo>
                  <a:pt x="198" y="852"/>
                </a:lnTo>
                <a:lnTo>
                  <a:pt x="197" y="852"/>
                </a:lnTo>
                <a:lnTo>
                  <a:pt x="195" y="852"/>
                </a:lnTo>
                <a:lnTo>
                  <a:pt x="194" y="852"/>
                </a:lnTo>
                <a:lnTo>
                  <a:pt x="193" y="851"/>
                </a:lnTo>
                <a:lnTo>
                  <a:pt x="193" y="852"/>
                </a:lnTo>
                <a:lnTo>
                  <a:pt x="193" y="851"/>
                </a:lnTo>
                <a:lnTo>
                  <a:pt x="193" y="852"/>
                </a:lnTo>
                <a:lnTo>
                  <a:pt x="192" y="852"/>
                </a:lnTo>
                <a:lnTo>
                  <a:pt x="192" y="853"/>
                </a:lnTo>
                <a:lnTo>
                  <a:pt x="191" y="853"/>
                </a:lnTo>
                <a:lnTo>
                  <a:pt x="191" y="852"/>
                </a:lnTo>
                <a:lnTo>
                  <a:pt x="190" y="852"/>
                </a:lnTo>
                <a:lnTo>
                  <a:pt x="190" y="853"/>
                </a:lnTo>
                <a:lnTo>
                  <a:pt x="190" y="852"/>
                </a:lnTo>
                <a:lnTo>
                  <a:pt x="189" y="852"/>
                </a:lnTo>
                <a:lnTo>
                  <a:pt x="189" y="853"/>
                </a:lnTo>
                <a:lnTo>
                  <a:pt x="188" y="852"/>
                </a:lnTo>
                <a:lnTo>
                  <a:pt x="187" y="852"/>
                </a:lnTo>
                <a:lnTo>
                  <a:pt x="186" y="852"/>
                </a:lnTo>
                <a:lnTo>
                  <a:pt x="186" y="851"/>
                </a:lnTo>
                <a:lnTo>
                  <a:pt x="185" y="851"/>
                </a:lnTo>
                <a:lnTo>
                  <a:pt x="184" y="851"/>
                </a:lnTo>
                <a:lnTo>
                  <a:pt x="183" y="851"/>
                </a:lnTo>
                <a:lnTo>
                  <a:pt x="183" y="852"/>
                </a:lnTo>
                <a:lnTo>
                  <a:pt x="182" y="852"/>
                </a:lnTo>
                <a:lnTo>
                  <a:pt x="182" y="851"/>
                </a:lnTo>
                <a:lnTo>
                  <a:pt x="181" y="851"/>
                </a:lnTo>
                <a:lnTo>
                  <a:pt x="180" y="851"/>
                </a:lnTo>
                <a:lnTo>
                  <a:pt x="180" y="850"/>
                </a:lnTo>
                <a:lnTo>
                  <a:pt x="179" y="850"/>
                </a:lnTo>
                <a:lnTo>
                  <a:pt x="178" y="850"/>
                </a:lnTo>
                <a:lnTo>
                  <a:pt x="178" y="849"/>
                </a:lnTo>
                <a:lnTo>
                  <a:pt x="177" y="849"/>
                </a:lnTo>
                <a:lnTo>
                  <a:pt x="176" y="849"/>
                </a:lnTo>
                <a:lnTo>
                  <a:pt x="176" y="848"/>
                </a:lnTo>
                <a:lnTo>
                  <a:pt x="175" y="848"/>
                </a:lnTo>
                <a:lnTo>
                  <a:pt x="174" y="848"/>
                </a:lnTo>
                <a:lnTo>
                  <a:pt x="174" y="847"/>
                </a:lnTo>
                <a:lnTo>
                  <a:pt x="173" y="847"/>
                </a:lnTo>
                <a:lnTo>
                  <a:pt x="173" y="846"/>
                </a:lnTo>
                <a:lnTo>
                  <a:pt x="172" y="846"/>
                </a:lnTo>
                <a:lnTo>
                  <a:pt x="172" y="845"/>
                </a:lnTo>
                <a:lnTo>
                  <a:pt x="171" y="845"/>
                </a:lnTo>
                <a:lnTo>
                  <a:pt x="171" y="844"/>
                </a:lnTo>
                <a:lnTo>
                  <a:pt x="172" y="844"/>
                </a:lnTo>
                <a:lnTo>
                  <a:pt x="173" y="844"/>
                </a:lnTo>
                <a:lnTo>
                  <a:pt x="174" y="844"/>
                </a:lnTo>
                <a:lnTo>
                  <a:pt x="175" y="844"/>
                </a:lnTo>
                <a:lnTo>
                  <a:pt x="176" y="844"/>
                </a:lnTo>
                <a:lnTo>
                  <a:pt x="176" y="843"/>
                </a:lnTo>
                <a:lnTo>
                  <a:pt x="175" y="843"/>
                </a:lnTo>
                <a:lnTo>
                  <a:pt x="175" y="844"/>
                </a:lnTo>
                <a:lnTo>
                  <a:pt x="174" y="844"/>
                </a:lnTo>
                <a:lnTo>
                  <a:pt x="174" y="843"/>
                </a:lnTo>
                <a:lnTo>
                  <a:pt x="173" y="843"/>
                </a:lnTo>
                <a:lnTo>
                  <a:pt x="173" y="842"/>
                </a:lnTo>
                <a:lnTo>
                  <a:pt x="173" y="843"/>
                </a:lnTo>
                <a:lnTo>
                  <a:pt x="173" y="842"/>
                </a:lnTo>
                <a:lnTo>
                  <a:pt x="173" y="841"/>
                </a:lnTo>
                <a:lnTo>
                  <a:pt x="174" y="841"/>
                </a:lnTo>
                <a:lnTo>
                  <a:pt x="174" y="840"/>
                </a:lnTo>
                <a:lnTo>
                  <a:pt x="174" y="839"/>
                </a:lnTo>
                <a:lnTo>
                  <a:pt x="175" y="839"/>
                </a:lnTo>
                <a:lnTo>
                  <a:pt x="175" y="838"/>
                </a:lnTo>
                <a:lnTo>
                  <a:pt x="176" y="838"/>
                </a:lnTo>
                <a:lnTo>
                  <a:pt x="176" y="837"/>
                </a:lnTo>
                <a:lnTo>
                  <a:pt x="176" y="836"/>
                </a:lnTo>
                <a:lnTo>
                  <a:pt x="177" y="836"/>
                </a:lnTo>
                <a:lnTo>
                  <a:pt x="178" y="836"/>
                </a:lnTo>
                <a:lnTo>
                  <a:pt x="178" y="835"/>
                </a:lnTo>
                <a:lnTo>
                  <a:pt x="179" y="835"/>
                </a:lnTo>
                <a:lnTo>
                  <a:pt x="179" y="834"/>
                </a:lnTo>
                <a:lnTo>
                  <a:pt x="179" y="833"/>
                </a:lnTo>
                <a:lnTo>
                  <a:pt x="179" y="831"/>
                </a:lnTo>
                <a:lnTo>
                  <a:pt x="179" y="830"/>
                </a:lnTo>
                <a:lnTo>
                  <a:pt x="179" y="829"/>
                </a:lnTo>
                <a:lnTo>
                  <a:pt x="179" y="828"/>
                </a:lnTo>
                <a:lnTo>
                  <a:pt x="180" y="828"/>
                </a:lnTo>
                <a:lnTo>
                  <a:pt x="180" y="827"/>
                </a:lnTo>
                <a:lnTo>
                  <a:pt x="180" y="826"/>
                </a:lnTo>
                <a:lnTo>
                  <a:pt x="181" y="826"/>
                </a:lnTo>
                <a:lnTo>
                  <a:pt x="181" y="825"/>
                </a:lnTo>
                <a:lnTo>
                  <a:pt x="181" y="824"/>
                </a:lnTo>
                <a:lnTo>
                  <a:pt x="182" y="824"/>
                </a:lnTo>
                <a:lnTo>
                  <a:pt x="182" y="823"/>
                </a:lnTo>
                <a:lnTo>
                  <a:pt x="183" y="823"/>
                </a:lnTo>
                <a:lnTo>
                  <a:pt x="184" y="823"/>
                </a:lnTo>
                <a:lnTo>
                  <a:pt x="184" y="822"/>
                </a:lnTo>
                <a:lnTo>
                  <a:pt x="184" y="821"/>
                </a:lnTo>
                <a:lnTo>
                  <a:pt x="183" y="821"/>
                </a:lnTo>
                <a:lnTo>
                  <a:pt x="183" y="820"/>
                </a:lnTo>
                <a:lnTo>
                  <a:pt x="182" y="820"/>
                </a:lnTo>
                <a:lnTo>
                  <a:pt x="182" y="819"/>
                </a:lnTo>
                <a:lnTo>
                  <a:pt x="181" y="819"/>
                </a:lnTo>
                <a:lnTo>
                  <a:pt x="181" y="818"/>
                </a:lnTo>
                <a:lnTo>
                  <a:pt x="181" y="817"/>
                </a:lnTo>
                <a:lnTo>
                  <a:pt x="182" y="817"/>
                </a:lnTo>
                <a:lnTo>
                  <a:pt x="182" y="816"/>
                </a:lnTo>
                <a:lnTo>
                  <a:pt x="183" y="816"/>
                </a:lnTo>
                <a:lnTo>
                  <a:pt x="184" y="816"/>
                </a:lnTo>
                <a:lnTo>
                  <a:pt x="184" y="815"/>
                </a:lnTo>
                <a:lnTo>
                  <a:pt x="185" y="815"/>
                </a:lnTo>
                <a:lnTo>
                  <a:pt x="186" y="815"/>
                </a:lnTo>
                <a:lnTo>
                  <a:pt x="186" y="814"/>
                </a:lnTo>
                <a:lnTo>
                  <a:pt x="186" y="813"/>
                </a:lnTo>
                <a:lnTo>
                  <a:pt x="187" y="813"/>
                </a:lnTo>
                <a:lnTo>
                  <a:pt x="187" y="812"/>
                </a:lnTo>
                <a:lnTo>
                  <a:pt x="187" y="811"/>
                </a:lnTo>
                <a:lnTo>
                  <a:pt x="188" y="811"/>
                </a:lnTo>
                <a:lnTo>
                  <a:pt x="189" y="811"/>
                </a:lnTo>
                <a:lnTo>
                  <a:pt x="189" y="810"/>
                </a:lnTo>
                <a:lnTo>
                  <a:pt x="190" y="810"/>
                </a:lnTo>
                <a:lnTo>
                  <a:pt x="190" y="809"/>
                </a:lnTo>
                <a:lnTo>
                  <a:pt x="191" y="809"/>
                </a:lnTo>
                <a:lnTo>
                  <a:pt x="191" y="808"/>
                </a:lnTo>
                <a:lnTo>
                  <a:pt x="192" y="808"/>
                </a:lnTo>
                <a:lnTo>
                  <a:pt x="192" y="807"/>
                </a:lnTo>
                <a:lnTo>
                  <a:pt x="193" y="807"/>
                </a:lnTo>
                <a:lnTo>
                  <a:pt x="193" y="806"/>
                </a:lnTo>
                <a:lnTo>
                  <a:pt x="194" y="806"/>
                </a:lnTo>
                <a:lnTo>
                  <a:pt x="194" y="805"/>
                </a:lnTo>
                <a:lnTo>
                  <a:pt x="195" y="805"/>
                </a:lnTo>
                <a:lnTo>
                  <a:pt x="195" y="804"/>
                </a:lnTo>
                <a:lnTo>
                  <a:pt x="194" y="804"/>
                </a:lnTo>
                <a:lnTo>
                  <a:pt x="194" y="803"/>
                </a:lnTo>
                <a:lnTo>
                  <a:pt x="193" y="803"/>
                </a:lnTo>
                <a:lnTo>
                  <a:pt x="193" y="802"/>
                </a:lnTo>
                <a:lnTo>
                  <a:pt x="192" y="802"/>
                </a:lnTo>
                <a:lnTo>
                  <a:pt x="192" y="801"/>
                </a:lnTo>
                <a:lnTo>
                  <a:pt x="192" y="800"/>
                </a:lnTo>
                <a:lnTo>
                  <a:pt x="192" y="799"/>
                </a:lnTo>
                <a:lnTo>
                  <a:pt x="193" y="799"/>
                </a:lnTo>
                <a:lnTo>
                  <a:pt x="193" y="798"/>
                </a:lnTo>
                <a:lnTo>
                  <a:pt x="194" y="797"/>
                </a:lnTo>
                <a:lnTo>
                  <a:pt x="194" y="796"/>
                </a:lnTo>
                <a:lnTo>
                  <a:pt x="195" y="796"/>
                </a:lnTo>
                <a:lnTo>
                  <a:pt x="195" y="795"/>
                </a:lnTo>
                <a:lnTo>
                  <a:pt x="195" y="794"/>
                </a:lnTo>
                <a:lnTo>
                  <a:pt x="194" y="794"/>
                </a:lnTo>
                <a:lnTo>
                  <a:pt x="194" y="793"/>
                </a:lnTo>
                <a:lnTo>
                  <a:pt x="194" y="792"/>
                </a:lnTo>
                <a:lnTo>
                  <a:pt x="193" y="792"/>
                </a:lnTo>
                <a:lnTo>
                  <a:pt x="194" y="791"/>
                </a:lnTo>
                <a:lnTo>
                  <a:pt x="193" y="791"/>
                </a:lnTo>
                <a:lnTo>
                  <a:pt x="193" y="790"/>
                </a:lnTo>
                <a:lnTo>
                  <a:pt x="193" y="789"/>
                </a:lnTo>
                <a:lnTo>
                  <a:pt x="193" y="788"/>
                </a:lnTo>
                <a:lnTo>
                  <a:pt x="192" y="788"/>
                </a:lnTo>
                <a:lnTo>
                  <a:pt x="192" y="787"/>
                </a:lnTo>
                <a:lnTo>
                  <a:pt x="193" y="787"/>
                </a:lnTo>
                <a:lnTo>
                  <a:pt x="192" y="787"/>
                </a:lnTo>
                <a:lnTo>
                  <a:pt x="192" y="786"/>
                </a:lnTo>
                <a:lnTo>
                  <a:pt x="192" y="785"/>
                </a:lnTo>
                <a:lnTo>
                  <a:pt x="192" y="784"/>
                </a:lnTo>
                <a:lnTo>
                  <a:pt x="191" y="784"/>
                </a:lnTo>
                <a:lnTo>
                  <a:pt x="191" y="783"/>
                </a:lnTo>
                <a:lnTo>
                  <a:pt x="191" y="782"/>
                </a:lnTo>
                <a:lnTo>
                  <a:pt x="191" y="781"/>
                </a:lnTo>
                <a:lnTo>
                  <a:pt x="190" y="781"/>
                </a:lnTo>
                <a:lnTo>
                  <a:pt x="190" y="780"/>
                </a:lnTo>
                <a:lnTo>
                  <a:pt x="190" y="779"/>
                </a:lnTo>
                <a:lnTo>
                  <a:pt x="189" y="779"/>
                </a:lnTo>
                <a:lnTo>
                  <a:pt x="189" y="778"/>
                </a:lnTo>
                <a:lnTo>
                  <a:pt x="189" y="777"/>
                </a:lnTo>
                <a:lnTo>
                  <a:pt x="188" y="777"/>
                </a:lnTo>
                <a:lnTo>
                  <a:pt x="188" y="776"/>
                </a:lnTo>
                <a:lnTo>
                  <a:pt x="188" y="775"/>
                </a:lnTo>
                <a:lnTo>
                  <a:pt x="188" y="774"/>
                </a:lnTo>
                <a:lnTo>
                  <a:pt x="189" y="774"/>
                </a:lnTo>
                <a:lnTo>
                  <a:pt x="190" y="774"/>
                </a:lnTo>
                <a:lnTo>
                  <a:pt x="191" y="774"/>
                </a:lnTo>
                <a:lnTo>
                  <a:pt x="191" y="773"/>
                </a:lnTo>
                <a:lnTo>
                  <a:pt x="192" y="773"/>
                </a:lnTo>
                <a:lnTo>
                  <a:pt x="193" y="773"/>
                </a:lnTo>
                <a:lnTo>
                  <a:pt x="193" y="772"/>
                </a:lnTo>
                <a:lnTo>
                  <a:pt x="193" y="773"/>
                </a:lnTo>
                <a:lnTo>
                  <a:pt x="194" y="773"/>
                </a:lnTo>
                <a:lnTo>
                  <a:pt x="195" y="773"/>
                </a:lnTo>
                <a:lnTo>
                  <a:pt x="195" y="772"/>
                </a:lnTo>
                <a:lnTo>
                  <a:pt x="195" y="771"/>
                </a:lnTo>
                <a:lnTo>
                  <a:pt x="195" y="770"/>
                </a:lnTo>
                <a:lnTo>
                  <a:pt x="195" y="769"/>
                </a:lnTo>
                <a:lnTo>
                  <a:pt x="196" y="769"/>
                </a:lnTo>
                <a:lnTo>
                  <a:pt x="196" y="768"/>
                </a:lnTo>
                <a:lnTo>
                  <a:pt x="196" y="767"/>
                </a:lnTo>
                <a:lnTo>
                  <a:pt x="195" y="767"/>
                </a:lnTo>
                <a:lnTo>
                  <a:pt x="196" y="767"/>
                </a:lnTo>
                <a:lnTo>
                  <a:pt x="196" y="766"/>
                </a:lnTo>
                <a:lnTo>
                  <a:pt x="196" y="765"/>
                </a:lnTo>
                <a:lnTo>
                  <a:pt x="197" y="765"/>
                </a:lnTo>
                <a:lnTo>
                  <a:pt x="198" y="765"/>
                </a:lnTo>
                <a:lnTo>
                  <a:pt x="199" y="765"/>
                </a:lnTo>
                <a:lnTo>
                  <a:pt x="198" y="765"/>
                </a:lnTo>
                <a:lnTo>
                  <a:pt x="199" y="765"/>
                </a:lnTo>
                <a:lnTo>
                  <a:pt x="198" y="765"/>
                </a:lnTo>
                <a:lnTo>
                  <a:pt x="199" y="765"/>
                </a:lnTo>
                <a:lnTo>
                  <a:pt x="199" y="764"/>
                </a:lnTo>
                <a:lnTo>
                  <a:pt x="200" y="764"/>
                </a:lnTo>
                <a:lnTo>
                  <a:pt x="200" y="763"/>
                </a:lnTo>
                <a:lnTo>
                  <a:pt x="201" y="763"/>
                </a:lnTo>
                <a:lnTo>
                  <a:pt x="202" y="763"/>
                </a:lnTo>
                <a:lnTo>
                  <a:pt x="203" y="763"/>
                </a:lnTo>
                <a:lnTo>
                  <a:pt x="203" y="762"/>
                </a:lnTo>
                <a:lnTo>
                  <a:pt x="202" y="762"/>
                </a:lnTo>
                <a:lnTo>
                  <a:pt x="202" y="761"/>
                </a:lnTo>
                <a:lnTo>
                  <a:pt x="202" y="760"/>
                </a:lnTo>
                <a:lnTo>
                  <a:pt x="202" y="759"/>
                </a:lnTo>
                <a:lnTo>
                  <a:pt x="201" y="759"/>
                </a:lnTo>
                <a:lnTo>
                  <a:pt x="201" y="758"/>
                </a:lnTo>
                <a:lnTo>
                  <a:pt x="201" y="757"/>
                </a:lnTo>
                <a:lnTo>
                  <a:pt x="201" y="756"/>
                </a:lnTo>
                <a:lnTo>
                  <a:pt x="201" y="755"/>
                </a:lnTo>
                <a:lnTo>
                  <a:pt x="200" y="755"/>
                </a:lnTo>
                <a:lnTo>
                  <a:pt x="200" y="754"/>
                </a:lnTo>
                <a:lnTo>
                  <a:pt x="201" y="754"/>
                </a:lnTo>
                <a:lnTo>
                  <a:pt x="200" y="754"/>
                </a:lnTo>
                <a:lnTo>
                  <a:pt x="200" y="753"/>
                </a:lnTo>
                <a:lnTo>
                  <a:pt x="201" y="753"/>
                </a:lnTo>
                <a:lnTo>
                  <a:pt x="201" y="752"/>
                </a:lnTo>
                <a:lnTo>
                  <a:pt x="202" y="752"/>
                </a:lnTo>
                <a:lnTo>
                  <a:pt x="203" y="752"/>
                </a:lnTo>
                <a:lnTo>
                  <a:pt x="203" y="753"/>
                </a:lnTo>
                <a:lnTo>
                  <a:pt x="204" y="753"/>
                </a:lnTo>
                <a:lnTo>
                  <a:pt x="204" y="754"/>
                </a:lnTo>
                <a:lnTo>
                  <a:pt x="205" y="754"/>
                </a:lnTo>
                <a:lnTo>
                  <a:pt x="205" y="755"/>
                </a:lnTo>
                <a:lnTo>
                  <a:pt x="206" y="755"/>
                </a:lnTo>
                <a:lnTo>
                  <a:pt x="207" y="755"/>
                </a:lnTo>
                <a:lnTo>
                  <a:pt x="207" y="756"/>
                </a:lnTo>
                <a:lnTo>
                  <a:pt x="208" y="756"/>
                </a:lnTo>
                <a:lnTo>
                  <a:pt x="209" y="756"/>
                </a:lnTo>
                <a:lnTo>
                  <a:pt x="210" y="756"/>
                </a:lnTo>
                <a:lnTo>
                  <a:pt x="210" y="757"/>
                </a:lnTo>
                <a:lnTo>
                  <a:pt x="211" y="757"/>
                </a:lnTo>
                <a:lnTo>
                  <a:pt x="211" y="756"/>
                </a:lnTo>
                <a:lnTo>
                  <a:pt x="212" y="756"/>
                </a:lnTo>
                <a:lnTo>
                  <a:pt x="213" y="756"/>
                </a:lnTo>
                <a:lnTo>
                  <a:pt x="213" y="755"/>
                </a:lnTo>
                <a:lnTo>
                  <a:pt x="213" y="754"/>
                </a:lnTo>
                <a:lnTo>
                  <a:pt x="214" y="754"/>
                </a:lnTo>
                <a:lnTo>
                  <a:pt x="214" y="753"/>
                </a:lnTo>
                <a:lnTo>
                  <a:pt x="214" y="752"/>
                </a:lnTo>
                <a:lnTo>
                  <a:pt x="213" y="752"/>
                </a:lnTo>
                <a:lnTo>
                  <a:pt x="213" y="751"/>
                </a:lnTo>
                <a:lnTo>
                  <a:pt x="214" y="751"/>
                </a:lnTo>
                <a:lnTo>
                  <a:pt x="213" y="751"/>
                </a:lnTo>
                <a:lnTo>
                  <a:pt x="213" y="750"/>
                </a:lnTo>
                <a:lnTo>
                  <a:pt x="212" y="750"/>
                </a:lnTo>
                <a:lnTo>
                  <a:pt x="212" y="749"/>
                </a:lnTo>
                <a:lnTo>
                  <a:pt x="211" y="749"/>
                </a:lnTo>
                <a:lnTo>
                  <a:pt x="211" y="748"/>
                </a:lnTo>
                <a:lnTo>
                  <a:pt x="211" y="747"/>
                </a:lnTo>
                <a:lnTo>
                  <a:pt x="210" y="747"/>
                </a:lnTo>
                <a:lnTo>
                  <a:pt x="210" y="746"/>
                </a:lnTo>
                <a:lnTo>
                  <a:pt x="209" y="746"/>
                </a:lnTo>
                <a:lnTo>
                  <a:pt x="209" y="745"/>
                </a:lnTo>
                <a:lnTo>
                  <a:pt x="209" y="744"/>
                </a:lnTo>
                <a:lnTo>
                  <a:pt x="209" y="743"/>
                </a:lnTo>
                <a:lnTo>
                  <a:pt x="209" y="742"/>
                </a:lnTo>
                <a:lnTo>
                  <a:pt x="209" y="741"/>
                </a:lnTo>
                <a:lnTo>
                  <a:pt x="209" y="740"/>
                </a:lnTo>
                <a:lnTo>
                  <a:pt x="210" y="740"/>
                </a:lnTo>
                <a:lnTo>
                  <a:pt x="210" y="739"/>
                </a:lnTo>
                <a:lnTo>
                  <a:pt x="209" y="739"/>
                </a:lnTo>
                <a:lnTo>
                  <a:pt x="210" y="739"/>
                </a:lnTo>
                <a:lnTo>
                  <a:pt x="210" y="738"/>
                </a:lnTo>
                <a:lnTo>
                  <a:pt x="210" y="737"/>
                </a:lnTo>
                <a:lnTo>
                  <a:pt x="210" y="736"/>
                </a:lnTo>
                <a:lnTo>
                  <a:pt x="209" y="736"/>
                </a:lnTo>
                <a:lnTo>
                  <a:pt x="210" y="736"/>
                </a:lnTo>
                <a:lnTo>
                  <a:pt x="210" y="735"/>
                </a:lnTo>
                <a:lnTo>
                  <a:pt x="209" y="735"/>
                </a:lnTo>
                <a:lnTo>
                  <a:pt x="209" y="736"/>
                </a:lnTo>
                <a:lnTo>
                  <a:pt x="209" y="735"/>
                </a:lnTo>
                <a:lnTo>
                  <a:pt x="208" y="735"/>
                </a:lnTo>
                <a:lnTo>
                  <a:pt x="207" y="735"/>
                </a:lnTo>
                <a:lnTo>
                  <a:pt x="206" y="735"/>
                </a:lnTo>
                <a:lnTo>
                  <a:pt x="205" y="735"/>
                </a:lnTo>
                <a:lnTo>
                  <a:pt x="205" y="734"/>
                </a:lnTo>
                <a:lnTo>
                  <a:pt x="205" y="735"/>
                </a:lnTo>
                <a:lnTo>
                  <a:pt x="204" y="735"/>
                </a:lnTo>
                <a:lnTo>
                  <a:pt x="203" y="735"/>
                </a:lnTo>
                <a:lnTo>
                  <a:pt x="203" y="734"/>
                </a:lnTo>
                <a:lnTo>
                  <a:pt x="203" y="735"/>
                </a:lnTo>
                <a:lnTo>
                  <a:pt x="202" y="735"/>
                </a:lnTo>
                <a:lnTo>
                  <a:pt x="202" y="734"/>
                </a:lnTo>
                <a:lnTo>
                  <a:pt x="202" y="735"/>
                </a:lnTo>
                <a:lnTo>
                  <a:pt x="201" y="735"/>
                </a:lnTo>
                <a:lnTo>
                  <a:pt x="201" y="734"/>
                </a:lnTo>
                <a:lnTo>
                  <a:pt x="201" y="735"/>
                </a:lnTo>
                <a:lnTo>
                  <a:pt x="200" y="735"/>
                </a:lnTo>
                <a:lnTo>
                  <a:pt x="200" y="734"/>
                </a:lnTo>
                <a:lnTo>
                  <a:pt x="199" y="734"/>
                </a:lnTo>
                <a:lnTo>
                  <a:pt x="198" y="733"/>
                </a:lnTo>
                <a:lnTo>
                  <a:pt x="197" y="733"/>
                </a:lnTo>
                <a:lnTo>
                  <a:pt x="196" y="733"/>
                </a:lnTo>
                <a:lnTo>
                  <a:pt x="195" y="733"/>
                </a:lnTo>
                <a:lnTo>
                  <a:pt x="195" y="732"/>
                </a:lnTo>
                <a:lnTo>
                  <a:pt x="194" y="732"/>
                </a:lnTo>
                <a:lnTo>
                  <a:pt x="194" y="731"/>
                </a:lnTo>
                <a:lnTo>
                  <a:pt x="193" y="731"/>
                </a:lnTo>
                <a:lnTo>
                  <a:pt x="193" y="730"/>
                </a:lnTo>
                <a:lnTo>
                  <a:pt x="192" y="730"/>
                </a:lnTo>
                <a:lnTo>
                  <a:pt x="192" y="729"/>
                </a:lnTo>
                <a:lnTo>
                  <a:pt x="191" y="729"/>
                </a:lnTo>
                <a:lnTo>
                  <a:pt x="191" y="728"/>
                </a:lnTo>
                <a:lnTo>
                  <a:pt x="190" y="728"/>
                </a:lnTo>
                <a:lnTo>
                  <a:pt x="190" y="729"/>
                </a:lnTo>
                <a:lnTo>
                  <a:pt x="189" y="729"/>
                </a:lnTo>
                <a:lnTo>
                  <a:pt x="189" y="728"/>
                </a:lnTo>
                <a:lnTo>
                  <a:pt x="189" y="729"/>
                </a:lnTo>
                <a:lnTo>
                  <a:pt x="189" y="730"/>
                </a:lnTo>
                <a:lnTo>
                  <a:pt x="188" y="730"/>
                </a:lnTo>
                <a:lnTo>
                  <a:pt x="188" y="731"/>
                </a:lnTo>
                <a:lnTo>
                  <a:pt x="189" y="731"/>
                </a:lnTo>
                <a:lnTo>
                  <a:pt x="188" y="731"/>
                </a:lnTo>
                <a:lnTo>
                  <a:pt x="188" y="732"/>
                </a:lnTo>
                <a:lnTo>
                  <a:pt x="187" y="732"/>
                </a:lnTo>
                <a:lnTo>
                  <a:pt x="187" y="733"/>
                </a:lnTo>
                <a:lnTo>
                  <a:pt x="187" y="732"/>
                </a:lnTo>
                <a:lnTo>
                  <a:pt x="186" y="732"/>
                </a:lnTo>
                <a:lnTo>
                  <a:pt x="185" y="732"/>
                </a:lnTo>
                <a:lnTo>
                  <a:pt x="184" y="732"/>
                </a:lnTo>
                <a:lnTo>
                  <a:pt x="184" y="733"/>
                </a:lnTo>
                <a:lnTo>
                  <a:pt x="183" y="733"/>
                </a:lnTo>
                <a:lnTo>
                  <a:pt x="182" y="733"/>
                </a:lnTo>
                <a:lnTo>
                  <a:pt x="182" y="734"/>
                </a:lnTo>
                <a:lnTo>
                  <a:pt x="182" y="735"/>
                </a:lnTo>
                <a:lnTo>
                  <a:pt x="181" y="735"/>
                </a:lnTo>
                <a:lnTo>
                  <a:pt x="180" y="735"/>
                </a:lnTo>
                <a:lnTo>
                  <a:pt x="180" y="734"/>
                </a:lnTo>
                <a:lnTo>
                  <a:pt x="179" y="734"/>
                </a:lnTo>
                <a:lnTo>
                  <a:pt x="179" y="733"/>
                </a:lnTo>
                <a:lnTo>
                  <a:pt x="179" y="734"/>
                </a:lnTo>
                <a:lnTo>
                  <a:pt x="178" y="734"/>
                </a:lnTo>
                <a:lnTo>
                  <a:pt x="177" y="734"/>
                </a:lnTo>
                <a:lnTo>
                  <a:pt x="177" y="733"/>
                </a:lnTo>
                <a:lnTo>
                  <a:pt x="176" y="733"/>
                </a:lnTo>
                <a:lnTo>
                  <a:pt x="176" y="732"/>
                </a:lnTo>
                <a:lnTo>
                  <a:pt x="176" y="731"/>
                </a:lnTo>
                <a:lnTo>
                  <a:pt x="175" y="731"/>
                </a:lnTo>
                <a:lnTo>
                  <a:pt x="175" y="732"/>
                </a:lnTo>
                <a:lnTo>
                  <a:pt x="174" y="732"/>
                </a:lnTo>
                <a:lnTo>
                  <a:pt x="173" y="732"/>
                </a:lnTo>
                <a:lnTo>
                  <a:pt x="172" y="732"/>
                </a:lnTo>
                <a:lnTo>
                  <a:pt x="171" y="732"/>
                </a:lnTo>
                <a:lnTo>
                  <a:pt x="170" y="732"/>
                </a:lnTo>
                <a:lnTo>
                  <a:pt x="169" y="732"/>
                </a:lnTo>
                <a:lnTo>
                  <a:pt x="168" y="732"/>
                </a:lnTo>
                <a:lnTo>
                  <a:pt x="168" y="733"/>
                </a:lnTo>
                <a:lnTo>
                  <a:pt x="167" y="733"/>
                </a:lnTo>
                <a:lnTo>
                  <a:pt x="167" y="732"/>
                </a:lnTo>
                <a:lnTo>
                  <a:pt x="166" y="732"/>
                </a:lnTo>
                <a:lnTo>
                  <a:pt x="166" y="733"/>
                </a:lnTo>
                <a:lnTo>
                  <a:pt x="167" y="733"/>
                </a:lnTo>
                <a:lnTo>
                  <a:pt x="166" y="733"/>
                </a:lnTo>
                <a:lnTo>
                  <a:pt x="167" y="733"/>
                </a:lnTo>
                <a:lnTo>
                  <a:pt x="167" y="734"/>
                </a:lnTo>
                <a:lnTo>
                  <a:pt x="166" y="734"/>
                </a:lnTo>
                <a:lnTo>
                  <a:pt x="165" y="734"/>
                </a:lnTo>
                <a:lnTo>
                  <a:pt x="165" y="733"/>
                </a:lnTo>
                <a:lnTo>
                  <a:pt x="165" y="732"/>
                </a:lnTo>
                <a:lnTo>
                  <a:pt x="164" y="732"/>
                </a:lnTo>
                <a:lnTo>
                  <a:pt x="163" y="732"/>
                </a:lnTo>
                <a:lnTo>
                  <a:pt x="162" y="732"/>
                </a:lnTo>
                <a:lnTo>
                  <a:pt x="162" y="731"/>
                </a:lnTo>
                <a:lnTo>
                  <a:pt x="161" y="731"/>
                </a:lnTo>
                <a:lnTo>
                  <a:pt x="160" y="731"/>
                </a:lnTo>
                <a:lnTo>
                  <a:pt x="160" y="730"/>
                </a:lnTo>
                <a:lnTo>
                  <a:pt x="159" y="730"/>
                </a:lnTo>
                <a:lnTo>
                  <a:pt x="160" y="730"/>
                </a:lnTo>
                <a:lnTo>
                  <a:pt x="159" y="730"/>
                </a:lnTo>
                <a:lnTo>
                  <a:pt x="159" y="729"/>
                </a:lnTo>
                <a:lnTo>
                  <a:pt x="160" y="729"/>
                </a:lnTo>
                <a:lnTo>
                  <a:pt x="160" y="728"/>
                </a:lnTo>
                <a:lnTo>
                  <a:pt x="160" y="727"/>
                </a:lnTo>
                <a:lnTo>
                  <a:pt x="160" y="726"/>
                </a:lnTo>
                <a:lnTo>
                  <a:pt x="161" y="726"/>
                </a:lnTo>
                <a:lnTo>
                  <a:pt x="161" y="725"/>
                </a:lnTo>
                <a:lnTo>
                  <a:pt x="161" y="724"/>
                </a:lnTo>
                <a:lnTo>
                  <a:pt x="161" y="725"/>
                </a:lnTo>
                <a:lnTo>
                  <a:pt x="160" y="725"/>
                </a:lnTo>
                <a:lnTo>
                  <a:pt x="159" y="725"/>
                </a:lnTo>
                <a:lnTo>
                  <a:pt x="158" y="725"/>
                </a:lnTo>
                <a:lnTo>
                  <a:pt x="157" y="725"/>
                </a:lnTo>
                <a:lnTo>
                  <a:pt x="156" y="725"/>
                </a:lnTo>
                <a:lnTo>
                  <a:pt x="155" y="725"/>
                </a:lnTo>
                <a:lnTo>
                  <a:pt x="154" y="725"/>
                </a:lnTo>
                <a:lnTo>
                  <a:pt x="153" y="725"/>
                </a:lnTo>
                <a:lnTo>
                  <a:pt x="153" y="724"/>
                </a:lnTo>
                <a:lnTo>
                  <a:pt x="152" y="724"/>
                </a:lnTo>
                <a:lnTo>
                  <a:pt x="151" y="724"/>
                </a:lnTo>
                <a:lnTo>
                  <a:pt x="150" y="724"/>
                </a:lnTo>
                <a:lnTo>
                  <a:pt x="149" y="724"/>
                </a:lnTo>
                <a:lnTo>
                  <a:pt x="149" y="723"/>
                </a:lnTo>
                <a:lnTo>
                  <a:pt x="148" y="723"/>
                </a:lnTo>
                <a:lnTo>
                  <a:pt x="147" y="723"/>
                </a:lnTo>
                <a:lnTo>
                  <a:pt x="147" y="722"/>
                </a:lnTo>
                <a:lnTo>
                  <a:pt x="146" y="722"/>
                </a:lnTo>
                <a:lnTo>
                  <a:pt x="145" y="722"/>
                </a:lnTo>
                <a:lnTo>
                  <a:pt x="145" y="723"/>
                </a:lnTo>
                <a:lnTo>
                  <a:pt x="144" y="723"/>
                </a:lnTo>
                <a:lnTo>
                  <a:pt x="143" y="723"/>
                </a:lnTo>
                <a:lnTo>
                  <a:pt x="142" y="723"/>
                </a:lnTo>
                <a:lnTo>
                  <a:pt x="142" y="722"/>
                </a:lnTo>
                <a:lnTo>
                  <a:pt x="142" y="721"/>
                </a:lnTo>
                <a:lnTo>
                  <a:pt x="143" y="721"/>
                </a:lnTo>
                <a:lnTo>
                  <a:pt x="143" y="720"/>
                </a:lnTo>
                <a:lnTo>
                  <a:pt x="143" y="719"/>
                </a:lnTo>
                <a:lnTo>
                  <a:pt x="144" y="719"/>
                </a:lnTo>
                <a:lnTo>
                  <a:pt x="144" y="718"/>
                </a:lnTo>
                <a:lnTo>
                  <a:pt x="145" y="718"/>
                </a:lnTo>
                <a:lnTo>
                  <a:pt x="145" y="717"/>
                </a:lnTo>
                <a:lnTo>
                  <a:pt x="145" y="716"/>
                </a:lnTo>
                <a:lnTo>
                  <a:pt x="145" y="715"/>
                </a:lnTo>
                <a:lnTo>
                  <a:pt x="145" y="714"/>
                </a:lnTo>
                <a:lnTo>
                  <a:pt x="146" y="714"/>
                </a:lnTo>
                <a:lnTo>
                  <a:pt x="146" y="713"/>
                </a:lnTo>
                <a:lnTo>
                  <a:pt x="147" y="713"/>
                </a:lnTo>
                <a:lnTo>
                  <a:pt x="147" y="712"/>
                </a:lnTo>
                <a:lnTo>
                  <a:pt x="147" y="711"/>
                </a:lnTo>
                <a:lnTo>
                  <a:pt x="146" y="711"/>
                </a:lnTo>
                <a:lnTo>
                  <a:pt x="146" y="710"/>
                </a:lnTo>
                <a:lnTo>
                  <a:pt x="147" y="710"/>
                </a:lnTo>
                <a:lnTo>
                  <a:pt x="146" y="710"/>
                </a:lnTo>
                <a:lnTo>
                  <a:pt x="146" y="709"/>
                </a:lnTo>
                <a:lnTo>
                  <a:pt x="147" y="709"/>
                </a:lnTo>
                <a:lnTo>
                  <a:pt x="147" y="710"/>
                </a:lnTo>
                <a:lnTo>
                  <a:pt x="148" y="710"/>
                </a:lnTo>
                <a:lnTo>
                  <a:pt x="148" y="709"/>
                </a:lnTo>
                <a:lnTo>
                  <a:pt x="148" y="708"/>
                </a:lnTo>
                <a:lnTo>
                  <a:pt x="149" y="708"/>
                </a:lnTo>
                <a:lnTo>
                  <a:pt x="148" y="707"/>
                </a:lnTo>
                <a:lnTo>
                  <a:pt x="147" y="707"/>
                </a:lnTo>
                <a:lnTo>
                  <a:pt x="147" y="706"/>
                </a:lnTo>
                <a:lnTo>
                  <a:pt x="146" y="706"/>
                </a:lnTo>
                <a:lnTo>
                  <a:pt x="146" y="705"/>
                </a:lnTo>
                <a:lnTo>
                  <a:pt x="145" y="705"/>
                </a:lnTo>
                <a:lnTo>
                  <a:pt x="144" y="705"/>
                </a:lnTo>
                <a:lnTo>
                  <a:pt x="143" y="705"/>
                </a:lnTo>
                <a:lnTo>
                  <a:pt x="142" y="705"/>
                </a:lnTo>
                <a:lnTo>
                  <a:pt x="142" y="704"/>
                </a:lnTo>
                <a:lnTo>
                  <a:pt x="143" y="704"/>
                </a:lnTo>
                <a:lnTo>
                  <a:pt x="143" y="703"/>
                </a:lnTo>
                <a:lnTo>
                  <a:pt x="144" y="703"/>
                </a:lnTo>
                <a:lnTo>
                  <a:pt x="144" y="702"/>
                </a:lnTo>
                <a:lnTo>
                  <a:pt x="145" y="702"/>
                </a:lnTo>
                <a:lnTo>
                  <a:pt x="145" y="703"/>
                </a:lnTo>
                <a:lnTo>
                  <a:pt x="146" y="703"/>
                </a:lnTo>
                <a:lnTo>
                  <a:pt x="146" y="702"/>
                </a:lnTo>
                <a:lnTo>
                  <a:pt x="146" y="701"/>
                </a:lnTo>
                <a:lnTo>
                  <a:pt x="146" y="700"/>
                </a:lnTo>
                <a:lnTo>
                  <a:pt x="146" y="699"/>
                </a:lnTo>
                <a:lnTo>
                  <a:pt x="146" y="698"/>
                </a:lnTo>
                <a:lnTo>
                  <a:pt x="145" y="698"/>
                </a:lnTo>
                <a:lnTo>
                  <a:pt x="145" y="697"/>
                </a:lnTo>
                <a:lnTo>
                  <a:pt x="145" y="696"/>
                </a:lnTo>
                <a:lnTo>
                  <a:pt x="146" y="696"/>
                </a:lnTo>
                <a:lnTo>
                  <a:pt x="146" y="695"/>
                </a:lnTo>
                <a:lnTo>
                  <a:pt x="146" y="694"/>
                </a:lnTo>
                <a:lnTo>
                  <a:pt x="145" y="694"/>
                </a:lnTo>
                <a:lnTo>
                  <a:pt x="145" y="693"/>
                </a:lnTo>
                <a:lnTo>
                  <a:pt x="145" y="692"/>
                </a:lnTo>
                <a:lnTo>
                  <a:pt x="144" y="692"/>
                </a:lnTo>
                <a:lnTo>
                  <a:pt x="144" y="691"/>
                </a:lnTo>
                <a:lnTo>
                  <a:pt x="144" y="690"/>
                </a:lnTo>
                <a:lnTo>
                  <a:pt x="143" y="690"/>
                </a:lnTo>
                <a:lnTo>
                  <a:pt x="143" y="689"/>
                </a:lnTo>
                <a:lnTo>
                  <a:pt x="143" y="688"/>
                </a:lnTo>
                <a:lnTo>
                  <a:pt x="142" y="688"/>
                </a:lnTo>
                <a:lnTo>
                  <a:pt x="142" y="687"/>
                </a:lnTo>
                <a:lnTo>
                  <a:pt x="141" y="687"/>
                </a:lnTo>
                <a:lnTo>
                  <a:pt x="141" y="686"/>
                </a:lnTo>
                <a:lnTo>
                  <a:pt x="141" y="687"/>
                </a:lnTo>
                <a:lnTo>
                  <a:pt x="140" y="687"/>
                </a:lnTo>
                <a:lnTo>
                  <a:pt x="139" y="687"/>
                </a:lnTo>
                <a:lnTo>
                  <a:pt x="138" y="687"/>
                </a:lnTo>
                <a:lnTo>
                  <a:pt x="138" y="688"/>
                </a:lnTo>
                <a:lnTo>
                  <a:pt x="137" y="688"/>
                </a:lnTo>
                <a:lnTo>
                  <a:pt x="137" y="687"/>
                </a:lnTo>
                <a:lnTo>
                  <a:pt x="137" y="688"/>
                </a:lnTo>
                <a:lnTo>
                  <a:pt x="136" y="688"/>
                </a:lnTo>
                <a:lnTo>
                  <a:pt x="136" y="687"/>
                </a:lnTo>
                <a:lnTo>
                  <a:pt x="135" y="687"/>
                </a:lnTo>
                <a:lnTo>
                  <a:pt x="135" y="686"/>
                </a:lnTo>
                <a:lnTo>
                  <a:pt x="135" y="685"/>
                </a:lnTo>
                <a:lnTo>
                  <a:pt x="135" y="684"/>
                </a:lnTo>
                <a:lnTo>
                  <a:pt x="135" y="683"/>
                </a:lnTo>
                <a:lnTo>
                  <a:pt x="134" y="683"/>
                </a:lnTo>
                <a:lnTo>
                  <a:pt x="134" y="682"/>
                </a:lnTo>
                <a:lnTo>
                  <a:pt x="134" y="681"/>
                </a:lnTo>
                <a:lnTo>
                  <a:pt x="133" y="681"/>
                </a:lnTo>
                <a:lnTo>
                  <a:pt x="133" y="680"/>
                </a:lnTo>
                <a:lnTo>
                  <a:pt x="134" y="680"/>
                </a:lnTo>
                <a:lnTo>
                  <a:pt x="134" y="679"/>
                </a:lnTo>
                <a:lnTo>
                  <a:pt x="135" y="679"/>
                </a:lnTo>
                <a:lnTo>
                  <a:pt x="135" y="678"/>
                </a:lnTo>
                <a:lnTo>
                  <a:pt x="136" y="678"/>
                </a:lnTo>
                <a:lnTo>
                  <a:pt x="137" y="677"/>
                </a:lnTo>
                <a:lnTo>
                  <a:pt x="137" y="676"/>
                </a:lnTo>
                <a:lnTo>
                  <a:pt x="138" y="676"/>
                </a:lnTo>
                <a:lnTo>
                  <a:pt x="139" y="676"/>
                </a:lnTo>
                <a:lnTo>
                  <a:pt x="139" y="675"/>
                </a:lnTo>
                <a:lnTo>
                  <a:pt x="140" y="675"/>
                </a:lnTo>
                <a:lnTo>
                  <a:pt x="140" y="676"/>
                </a:lnTo>
                <a:lnTo>
                  <a:pt x="140" y="675"/>
                </a:lnTo>
                <a:lnTo>
                  <a:pt x="140" y="674"/>
                </a:lnTo>
                <a:lnTo>
                  <a:pt x="141" y="674"/>
                </a:lnTo>
                <a:lnTo>
                  <a:pt x="142" y="674"/>
                </a:lnTo>
                <a:lnTo>
                  <a:pt x="142" y="673"/>
                </a:lnTo>
                <a:lnTo>
                  <a:pt x="143" y="673"/>
                </a:lnTo>
                <a:lnTo>
                  <a:pt x="143" y="672"/>
                </a:lnTo>
                <a:lnTo>
                  <a:pt x="143" y="671"/>
                </a:lnTo>
                <a:lnTo>
                  <a:pt x="142" y="671"/>
                </a:lnTo>
                <a:lnTo>
                  <a:pt x="142" y="670"/>
                </a:lnTo>
                <a:lnTo>
                  <a:pt x="141" y="670"/>
                </a:lnTo>
                <a:lnTo>
                  <a:pt x="140" y="670"/>
                </a:lnTo>
                <a:lnTo>
                  <a:pt x="140" y="669"/>
                </a:lnTo>
                <a:lnTo>
                  <a:pt x="139" y="669"/>
                </a:lnTo>
                <a:lnTo>
                  <a:pt x="139" y="668"/>
                </a:lnTo>
                <a:lnTo>
                  <a:pt x="138" y="668"/>
                </a:lnTo>
                <a:lnTo>
                  <a:pt x="138" y="667"/>
                </a:lnTo>
                <a:lnTo>
                  <a:pt x="138" y="666"/>
                </a:lnTo>
                <a:lnTo>
                  <a:pt x="138" y="665"/>
                </a:lnTo>
                <a:lnTo>
                  <a:pt x="137" y="665"/>
                </a:lnTo>
                <a:lnTo>
                  <a:pt x="137" y="664"/>
                </a:lnTo>
                <a:lnTo>
                  <a:pt x="138" y="663"/>
                </a:lnTo>
                <a:lnTo>
                  <a:pt x="137" y="663"/>
                </a:lnTo>
                <a:lnTo>
                  <a:pt x="137" y="662"/>
                </a:lnTo>
                <a:lnTo>
                  <a:pt x="136" y="662"/>
                </a:lnTo>
                <a:lnTo>
                  <a:pt x="135" y="662"/>
                </a:lnTo>
                <a:lnTo>
                  <a:pt x="135" y="661"/>
                </a:lnTo>
                <a:lnTo>
                  <a:pt x="135" y="660"/>
                </a:lnTo>
                <a:lnTo>
                  <a:pt x="135" y="659"/>
                </a:lnTo>
                <a:lnTo>
                  <a:pt x="136" y="659"/>
                </a:lnTo>
                <a:lnTo>
                  <a:pt x="136" y="658"/>
                </a:lnTo>
                <a:lnTo>
                  <a:pt x="137" y="658"/>
                </a:lnTo>
                <a:lnTo>
                  <a:pt x="136" y="658"/>
                </a:lnTo>
                <a:lnTo>
                  <a:pt x="136" y="657"/>
                </a:lnTo>
                <a:lnTo>
                  <a:pt x="136" y="656"/>
                </a:lnTo>
                <a:lnTo>
                  <a:pt x="135" y="656"/>
                </a:lnTo>
                <a:lnTo>
                  <a:pt x="135" y="655"/>
                </a:lnTo>
                <a:lnTo>
                  <a:pt x="134" y="654"/>
                </a:lnTo>
                <a:lnTo>
                  <a:pt x="134" y="653"/>
                </a:lnTo>
                <a:lnTo>
                  <a:pt x="134" y="652"/>
                </a:lnTo>
                <a:lnTo>
                  <a:pt x="134" y="653"/>
                </a:lnTo>
                <a:lnTo>
                  <a:pt x="133" y="653"/>
                </a:lnTo>
                <a:lnTo>
                  <a:pt x="133" y="652"/>
                </a:lnTo>
                <a:lnTo>
                  <a:pt x="133" y="651"/>
                </a:lnTo>
                <a:lnTo>
                  <a:pt x="132" y="651"/>
                </a:lnTo>
                <a:lnTo>
                  <a:pt x="131" y="651"/>
                </a:lnTo>
                <a:lnTo>
                  <a:pt x="132" y="651"/>
                </a:lnTo>
                <a:lnTo>
                  <a:pt x="131" y="651"/>
                </a:lnTo>
                <a:lnTo>
                  <a:pt x="131" y="652"/>
                </a:lnTo>
                <a:lnTo>
                  <a:pt x="129" y="652"/>
                </a:lnTo>
                <a:lnTo>
                  <a:pt x="128" y="652"/>
                </a:lnTo>
                <a:lnTo>
                  <a:pt x="128" y="651"/>
                </a:lnTo>
                <a:lnTo>
                  <a:pt x="127" y="651"/>
                </a:lnTo>
                <a:lnTo>
                  <a:pt x="127" y="650"/>
                </a:lnTo>
                <a:lnTo>
                  <a:pt x="126" y="650"/>
                </a:lnTo>
                <a:lnTo>
                  <a:pt x="125" y="650"/>
                </a:lnTo>
                <a:lnTo>
                  <a:pt x="124" y="650"/>
                </a:lnTo>
                <a:lnTo>
                  <a:pt x="124" y="651"/>
                </a:lnTo>
                <a:lnTo>
                  <a:pt x="123" y="651"/>
                </a:lnTo>
                <a:lnTo>
                  <a:pt x="122" y="651"/>
                </a:lnTo>
                <a:lnTo>
                  <a:pt x="122" y="650"/>
                </a:lnTo>
                <a:lnTo>
                  <a:pt x="122" y="649"/>
                </a:lnTo>
                <a:lnTo>
                  <a:pt x="121" y="649"/>
                </a:lnTo>
                <a:lnTo>
                  <a:pt x="120" y="649"/>
                </a:lnTo>
                <a:lnTo>
                  <a:pt x="120" y="648"/>
                </a:lnTo>
                <a:lnTo>
                  <a:pt x="120" y="647"/>
                </a:lnTo>
                <a:lnTo>
                  <a:pt x="121" y="647"/>
                </a:lnTo>
                <a:lnTo>
                  <a:pt x="121" y="648"/>
                </a:lnTo>
                <a:lnTo>
                  <a:pt x="122" y="648"/>
                </a:lnTo>
                <a:lnTo>
                  <a:pt x="122" y="647"/>
                </a:lnTo>
                <a:lnTo>
                  <a:pt x="122" y="646"/>
                </a:lnTo>
                <a:lnTo>
                  <a:pt x="123" y="646"/>
                </a:lnTo>
                <a:lnTo>
                  <a:pt x="123" y="645"/>
                </a:lnTo>
                <a:lnTo>
                  <a:pt x="123" y="644"/>
                </a:lnTo>
                <a:lnTo>
                  <a:pt x="122" y="644"/>
                </a:lnTo>
                <a:lnTo>
                  <a:pt x="122" y="643"/>
                </a:lnTo>
                <a:lnTo>
                  <a:pt x="122" y="642"/>
                </a:lnTo>
                <a:lnTo>
                  <a:pt x="123" y="642"/>
                </a:lnTo>
                <a:lnTo>
                  <a:pt x="122" y="642"/>
                </a:lnTo>
                <a:lnTo>
                  <a:pt x="123" y="642"/>
                </a:lnTo>
                <a:lnTo>
                  <a:pt x="123" y="641"/>
                </a:lnTo>
                <a:lnTo>
                  <a:pt x="123" y="640"/>
                </a:lnTo>
                <a:lnTo>
                  <a:pt x="122" y="640"/>
                </a:lnTo>
                <a:lnTo>
                  <a:pt x="122" y="639"/>
                </a:lnTo>
                <a:lnTo>
                  <a:pt x="122" y="638"/>
                </a:lnTo>
                <a:lnTo>
                  <a:pt x="121" y="638"/>
                </a:lnTo>
                <a:lnTo>
                  <a:pt x="122" y="638"/>
                </a:lnTo>
                <a:lnTo>
                  <a:pt x="122" y="637"/>
                </a:lnTo>
                <a:lnTo>
                  <a:pt x="121" y="637"/>
                </a:lnTo>
                <a:lnTo>
                  <a:pt x="122" y="637"/>
                </a:lnTo>
                <a:lnTo>
                  <a:pt x="121" y="637"/>
                </a:lnTo>
                <a:lnTo>
                  <a:pt x="121" y="636"/>
                </a:lnTo>
                <a:lnTo>
                  <a:pt x="121" y="635"/>
                </a:lnTo>
                <a:lnTo>
                  <a:pt x="122" y="635"/>
                </a:lnTo>
                <a:lnTo>
                  <a:pt x="122" y="634"/>
                </a:lnTo>
                <a:lnTo>
                  <a:pt x="122" y="633"/>
                </a:lnTo>
                <a:lnTo>
                  <a:pt x="123" y="633"/>
                </a:lnTo>
                <a:lnTo>
                  <a:pt x="123" y="632"/>
                </a:lnTo>
                <a:lnTo>
                  <a:pt x="123" y="631"/>
                </a:lnTo>
                <a:lnTo>
                  <a:pt x="122" y="631"/>
                </a:lnTo>
                <a:lnTo>
                  <a:pt x="121" y="631"/>
                </a:lnTo>
                <a:lnTo>
                  <a:pt x="121" y="630"/>
                </a:lnTo>
                <a:lnTo>
                  <a:pt x="121" y="631"/>
                </a:lnTo>
                <a:lnTo>
                  <a:pt x="120" y="631"/>
                </a:lnTo>
                <a:lnTo>
                  <a:pt x="120" y="630"/>
                </a:lnTo>
                <a:lnTo>
                  <a:pt x="121" y="630"/>
                </a:lnTo>
                <a:lnTo>
                  <a:pt x="121" y="629"/>
                </a:lnTo>
                <a:lnTo>
                  <a:pt x="122" y="629"/>
                </a:lnTo>
                <a:lnTo>
                  <a:pt x="122" y="628"/>
                </a:lnTo>
                <a:lnTo>
                  <a:pt x="123" y="628"/>
                </a:lnTo>
                <a:lnTo>
                  <a:pt x="123" y="627"/>
                </a:lnTo>
                <a:lnTo>
                  <a:pt x="124" y="627"/>
                </a:lnTo>
                <a:lnTo>
                  <a:pt x="124" y="628"/>
                </a:lnTo>
                <a:lnTo>
                  <a:pt x="125" y="628"/>
                </a:lnTo>
                <a:lnTo>
                  <a:pt x="125" y="629"/>
                </a:lnTo>
                <a:lnTo>
                  <a:pt x="126" y="629"/>
                </a:lnTo>
                <a:lnTo>
                  <a:pt x="127" y="629"/>
                </a:lnTo>
                <a:lnTo>
                  <a:pt x="127" y="628"/>
                </a:lnTo>
                <a:lnTo>
                  <a:pt x="127" y="627"/>
                </a:lnTo>
                <a:lnTo>
                  <a:pt x="128" y="627"/>
                </a:lnTo>
                <a:lnTo>
                  <a:pt x="128" y="628"/>
                </a:lnTo>
                <a:lnTo>
                  <a:pt x="128" y="627"/>
                </a:lnTo>
                <a:lnTo>
                  <a:pt x="128" y="628"/>
                </a:lnTo>
                <a:lnTo>
                  <a:pt x="128" y="627"/>
                </a:lnTo>
                <a:lnTo>
                  <a:pt x="129" y="627"/>
                </a:lnTo>
                <a:lnTo>
                  <a:pt x="128" y="627"/>
                </a:lnTo>
                <a:lnTo>
                  <a:pt x="129" y="627"/>
                </a:lnTo>
                <a:lnTo>
                  <a:pt x="129" y="626"/>
                </a:lnTo>
                <a:lnTo>
                  <a:pt x="130" y="626"/>
                </a:lnTo>
                <a:lnTo>
                  <a:pt x="130" y="625"/>
                </a:lnTo>
                <a:lnTo>
                  <a:pt x="130" y="624"/>
                </a:lnTo>
                <a:lnTo>
                  <a:pt x="130" y="623"/>
                </a:lnTo>
                <a:lnTo>
                  <a:pt x="130" y="622"/>
                </a:lnTo>
                <a:lnTo>
                  <a:pt x="132" y="622"/>
                </a:lnTo>
                <a:lnTo>
                  <a:pt x="133" y="622"/>
                </a:lnTo>
                <a:lnTo>
                  <a:pt x="134" y="622"/>
                </a:lnTo>
                <a:lnTo>
                  <a:pt x="134" y="621"/>
                </a:lnTo>
                <a:lnTo>
                  <a:pt x="135" y="621"/>
                </a:lnTo>
                <a:lnTo>
                  <a:pt x="135" y="620"/>
                </a:lnTo>
                <a:lnTo>
                  <a:pt x="136" y="620"/>
                </a:lnTo>
                <a:lnTo>
                  <a:pt x="137" y="620"/>
                </a:lnTo>
                <a:lnTo>
                  <a:pt x="137" y="619"/>
                </a:lnTo>
                <a:lnTo>
                  <a:pt x="138" y="619"/>
                </a:lnTo>
                <a:lnTo>
                  <a:pt x="139" y="619"/>
                </a:lnTo>
                <a:lnTo>
                  <a:pt x="139" y="618"/>
                </a:lnTo>
                <a:lnTo>
                  <a:pt x="140" y="618"/>
                </a:lnTo>
                <a:lnTo>
                  <a:pt x="140" y="617"/>
                </a:lnTo>
                <a:lnTo>
                  <a:pt x="141" y="617"/>
                </a:lnTo>
                <a:lnTo>
                  <a:pt x="141" y="616"/>
                </a:lnTo>
                <a:lnTo>
                  <a:pt x="140" y="616"/>
                </a:lnTo>
                <a:lnTo>
                  <a:pt x="141" y="616"/>
                </a:lnTo>
                <a:lnTo>
                  <a:pt x="140" y="616"/>
                </a:lnTo>
                <a:lnTo>
                  <a:pt x="140" y="615"/>
                </a:lnTo>
                <a:lnTo>
                  <a:pt x="141" y="615"/>
                </a:lnTo>
                <a:lnTo>
                  <a:pt x="142" y="615"/>
                </a:lnTo>
                <a:lnTo>
                  <a:pt x="142" y="614"/>
                </a:lnTo>
                <a:lnTo>
                  <a:pt x="143" y="614"/>
                </a:lnTo>
                <a:lnTo>
                  <a:pt x="143" y="613"/>
                </a:lnTo>
                <a:lnTo>
                  <a:pt x="144" y="613"/>
                </a:lnTo>
                <a:lnTo>
                  <a:pt x="144" y="612"/>
                </a:lnTo>
                <a:lnTo>
                  <a:pt x="143" y="612"/>
                </a:lnTo>
                <a:lnTo>
                  <a:pt x="143" y="611"/>
                </a:lnTo>
                <a:lnTo>
                  <a:pt x="144" y="611"/>
                </a:lnTo>
                <a:lnTo>
                  <a:pt x="143" y="611"/>
                </a:lnTo>
                <a:lnTo>
                  <a:pt x="143" y="610"/>
                </a:lnTo>
                <a:lnTo>
                  <a:pt x="143" y="609"/>
                </a:lnTo>
                <a:lnTo>
                  <a:pt x="143" y="608"/>
                </a:lnTo>
                <a:lnTo>
                  <a:pt x="142" y="608"/>
                </a:lnTo>
                <a:lnTo>
                  <a:pt x="142" y="607"/>
                </a:lnTo>
                <a:lnTo>
                  <a:pt x="141" y="607"/>
                </a:lnTo>
                <a:lnTo>
                  <a:pt x="141" y="608"/>
                </a:lnTo>
                <a:lnTo>
                  <a:pt x="140" y="608"/>
                </a:lnTo>
                <a:lnTo>
                  <a:pt x="140" y="609"/>
                </a:lnTo>
                <a:lnTo>
                  <a:pt x="139" y="609"/>
                </a:lnTo>
                <a:lnTo>
                  <a:pt x="139" y="610"/>
                </a:lnTo>
                <a:lnTo>
                  <a:pt x="138" y="610"/>
                </a:lnTo>
                <a:lnTo>
                  <a:pt x="137" y="610"/>
                </a:lnTo>
                <a:lnTo>
                  <a:pt x="136" y="610"/>
                </a:lnTo>
                <a:lnTo>
                  <a:pt x="136" y="609"/>
                </a:lnTo>
                <a:lnTo>
                  <a:pt x="135" y="609"/>
                </a:lnTo>
                <a:lnTo>
                  <a:pt x="134" y="609"/>
                </a:lnTo>
                <a:lnTo>
                  <a:pt x="133" y="609"/>
                </a:lnTo>
                <a:lnTo>
                  <a:pt x="131" y="609"/>
                </a:lnTo>
                <a:lnTo>
                  <a:pt x="131" y="610"/>
                </a:lnTo>
                <a:lnTo>
                  <a:pt x="130" y="610"/>
                </a:lnTo>
                <a:lnTo>
                  <a:pt x="129" y="610"/>
                </a:lnTo>
                <a:lnTo>
                  <a:pt x="128" y="610"/>
                </a:lnTo>
                <a:lnTo>
                  <a:pt x="127" y="610"/>
                </a:lnTo>
                <a:lnTo>
                  <a:pt x="126" y="610"/>
                </a:lnTo>
                <a:lnTo>
                  <a:pt x="125" y="610"/>
                </a:lnTo>
                <a:lnTo>
                  <a:pt x="124" y="610"/>
                </a:lnTo>
                <a:lnTo>
                  <a:pt x="124" y="611"/>
                </a:lnTo>
                <a:lnTo>
                  <a:pt x="123" y="611"/>
                </a:lnTo>
                <a:lnTo>
                  <a:pt x="123" y="612"/>
                </a:lnTo>
                <a:lnTo>
                  <a:pt x="122" y="613"/>
                </a:lnTo>
                <a:lnTo>
                  <a:pt x="122" y="612"/>
                </a:lnTo>
                <a:lnTo>
                  <a:pt x="122" y="613"/>
                </a:lnTo>
                <a:lnTo>
                  <a:pt x="121" y="613"/>
                </a:lnTo>
                <a:lnTo>
                  <a:pt x="120" y="613"/>
                </a:lnTo>
                <a:lnTo>
                  <a:pt x="119" y="613"/>
                </a:lnTo>
                <a:lnTo>
                  <a:pt x="119" y="612"/>
                </a:lnTo>
                <a:lnTo>
                  <a:pt x="118" y="612"/>
                </a:lnTo>
                <a:lnTo>
                  <a:pt x="117" y="612"/>
                </a:lnTo>
                <a:lnTo>
                  <a:pt x="117" y="613"/>
                </a:lnTo>
                <a:lnTo>
                  <a:pt x="116" y="613"/>
                </a:lnTo>
                <a:lnTo>
                  <a:pt x="115" y="614"/>
                </a:lnTo>
                <a:lnTo>
                  <a:pt x="114" y="615"/>
                </a:lnTo>
                <a:lnTo>
                  <a:pt x="113" y="615"/>
                </a:lnTo>
                <a:lnTo>
                  <a:pt x="112" y="615"/>
                </a:lnTo>
                <a:lnTo>
                  <a:pt x="111" y="615"/>
                </a:lnTo>
                <a:lnTo>
                  <a:pt x="112" y="615"/>
                </a:lnTo>
                <a:lnTo>
                  <a:pt x="111" y="615"/>
                </a:lnTo>
                <a:lnTo>
                  <a:pt x="111" y="614"/>
                </a:lnTo>
                <a:lnTo>
                  <a:pt x="110" y="614"/>
                </a:lnTo>
                <a:lnTo>
                  <a:pt x="110" y="613"/>
                </a:lnTo>
                <a:lnTo>
                  <a:pt x="109" y="613"/>
                </a:lnTo>
                <a:lnTo>
                  <a:pt x="109" y="612"/>
                </a:lnTo>
                <a:lnTo>
                  <a:pt x="108" y="612"/>
                </a:lnTo>
                <a:lnTo>
                  <a:pt x="107" y="612"/>
                </a:lnTo>
                <a:lnTo>
                  <a:pt x="107" y="611"/>
                </a:lnTo>
                <a:lnTo>
                  <a:pt x="107" y="610"/>
                </a:lnTo>
                <a:lnTo>
                  <a:pt x="106" y="610"/>
                </a:lnTo>
                <a:lnTo>
                  <a:pt x="105" y="610"/>
                </a:lnTo>
                <a:lnTo>
                  <a:pt x="104" y="610"/>
                </a:lnTo>
                <a:lnTo>
                  <a:pt x="103" y="610"/>
                </a:lnTo>
                <a:lnTo>
                  <a:pt x="102" y="610"/>
                </a:lnTo>
                <a:lnTo>
                  <a:pt x="101" y="610"/>
                </a:lnTo>
                <a:lnTo>
                  <a:pt x="100" y="610"/>
                </a:lnTo>
                <a:lnTo>
                  <a:pt x="100" y="611"/>
                </a:lnTo>
                <a:lnTo>
                  <a:pt x="100" y="610"/>
                </a:lnTo>
                <a:lnTo>
                  <a:pt x="99" y="610"/>
                </a:lnTo>
                <a:lnTo>
                  <a:pt x="98" y="610"/>
                </a:lnTo>
                <a:lnTo>
                  <a:pt x="97" y="610"/>
                </a:lnTo>
                <a:lnTo>
                  <a:pt x="96" y="610"/>
                </a:lnTo>
                <a:lnTo>
                  <a:pt x="95" y="610"/>
                </a:lnTo>
                <a:lnTo>
                  <a:pt x="94" y="610"/>
                </a:lnTo>
                <a:lnTo>
                  <a:pt x="94" y="611"/>
                </a:lnTo>
                <a:lnTo>
                  <a:pt x="94" y="610"/>
                </a:lnTo>
                <a:lnTo>
                  <a:pt x="94" y="611"/>
                </a:lnTo>
                <a:lnTo>
                  <a:pt x="93" y="611"/>
                </a:lnTo>
                <a:lnTo>
                  <a:pt x="92" y="611"/>
                </a:lnTo>
                <a:lnTo>
                  <a:pt x="91" y="611"/>
                </a:lnTo>
                <a:lnTo>
                  <a:pt x="90" y="611"/>
                </a:lnTo>
                <a:lnTo>
                  <a:pt x="88" y="611"/>
                </a:lnTo>
                <a:lnTo>
                  <a:pt x="88" y="612"/>
                </a:lnTo>
                <a:lnTo>
                  <a:pt x="87" y="612"/>
                </a:lnTo>
                <a:lnTo>
                  <a:pt x="87" y="613"/>
                </a:lnTo>
                <a:lnTo>
                  <a:pt x="86" y="613"/>
                </a:lnTo>
                <a:lnTo>
                  <a:pt x="87" y="613"/>
                </a:lnTo>
                <a:lnTo>
                  <a:pt x="86" y="613"/>
                </a:lnTo>
                <a:lnTo>
                  <a:pt x="85" y="613"/>
                </a:lnTo>
                <a:lnTo>
                  <a:pt x="84" y="613"/>
                </a:lnTo>
                <a:lnTo>
                  <a:pt x="83" y="613"/>
                </a:lnTo>
                <a:lnTo>
                  <a:pt x="82" y="613"/>
                </a:lnTo>
                <a:lnTo>
                  <a:pt x="81" y="613"/>
                </a:lnTo>
                <a:lnTo>
                  <a:pt x="80" y="613"/>
                </a:lnTo>
                <a:lnTo>
                  <a:pt x="79" y="613"/>
                </a:lnTo>
                <a:lnTo>
                  <a:pt x="79" y="612"/>
                </a:lnTo>
                <a:lnTo>
                  <a:pt x="78" y="612"/>
                </a:lnTo>
                <a:lnTo>
                  <a:pt x="77" y="612"/>
                </a:lnTo>
                <a:lnTo>
                  <a:pt x="76" y="612"/>
                </a:lnTo>
                <a:lnTo>
                  <a:pt x="75" y="612"/>
                </a:lnTo>
                <a:lnTo>
                  <a:pt x="73" y="612"/>
                </a:lnTo>
                <a:lnTo>
                  <a:pt x="73" y="611"/>
                </a:lnTo>
                <a:lnTo>
                  <a:pt x="72" y="611"/>
                </a:lnTo>
                <a:lnTo>
                  <a:pt x="72" y="612"/>
                </a:lnTo>
                <a:lnTo>
                  <a:pt x="71" y="612"/>
                </a:lnTo>
                <a:lnTo>
                  <a:pt x="71" y="613"/>
                </a:lnTo>
                <a:lnTo>
                  <a:pt x="70" y="613"/>
                </a:lnTo>
                <a:lnTo>
                  <a:pt x="69" y="613"/>
                </a:lnTo>
                <a:lnTo>
                  <a:pt x="68" y="613"/>
                </a:lnTo>
                <a:lnTo>
                  <a:pt x="67" y="613"/>
                </a:lnTo>
                <a:lnTo>
                  <a:pt x="66" y="613"/>
                </a:lnTo>
                <a:lnTo>
                  <a:pt x="65" y="613"/>
                </a:lnTo>
                <a:lnTo>
                  <a:pt x="65" y="614"/>
                </a:lnTo>
                <a:lnTo>
                  <a:pt x="63" y="614"/>
                </a:lnTo>
                <a:lnTo>
                  <a:pt x="62" y="614"/>
                </a:lnTo>
                <a:lnTo>
                  <a:pt x="61" y="614"/>
                </a:lnTo>
                <a:lnTo>
                  <a:pt x="60" y="614"/>
                </a:lnTo>
                <a:lnTo>
                  <a:pt x="60" y="615"/>
                </a:lnTo>
                <a:lnTo>
                  <a:pt x="59" y="615"/>
                </a:lnTo>
                <a:lnTo>
                  <a:pt x="58" y="615"/>
                </a:lnTo>
                <a:lnTo>
                  <a:pt x="59" y="615"/>
                </a:lnTo>
                <a:lnTo>
                  <a:pt x="58" y="615"/>
                </a:lnTo>
                <a:lnTo>
                  <a:pt x="58" y="616"/>
                </a:lnTo>
                <a:lnTo>
                  <a:pt x="58" y="615"/>
                </a:lnTo>
                <a:lnTo>
                  <a:pt x="58" y="616"/>
                </a:lnTo>
                <a:lnTo>
                  <a:pt x="57" y="616"/>
                </a:lnTo>
                <a:lnTo>
                  <a:pt x="57" y="615"/>
                </a:lnTo>
                <a:lnTo>
                  <a:pt x="57" y="616"/>
                </a:lnTo>
                <a:lnTo>
                  <a:pt x="56" y="615"/>
                </a:lnTo>
                <a:lnTo>
                  <a:pt x="56" y="616"/>
                </a:lnTo>
                <a:lnTo>
                  <a:pt x="55" y="616"/>
                </a:lnTo>
                <a:lnTo>
                  <a:pt x="55" y="617"/>
                </a:lnTo>
                <a:lnTo>
                  <a:pt x="55" y="616"/>
                </a:lnTo>
                <a:lnTo>
                  <a:pt x="54" y="616"/>
                </a:lnTo>
                <a:lnTo>
                  <a:pt x="54" y="617"/>
                </a:lnTo>
                <a:lnTo>
                  <a:pt x="54" y="616"/>
                </a:lnTo>
                <a:lnTo>
                  <a:pt x="53" y="616"/>
                </a:lnTo>
                <a:lnTo>
                  <a:pt x="53" y="617"/>
                </a:lnTo>
                <a:lnTo>
                  <a:pt x="52" y="617"/>
                </a:lnTo>
                <a:lnTo>
                  <a:pt x="52" y="618"/>
                </a:lnTo>
                <a:lnTo>
                  <a:pt x="51" y="618"/>
                </a:lnTo>
                <a:lnTo>
                  <a:pt x="51" y="619"/>
                </a:lnTo>
                <a:lnTo>
                  <a:pt x="51" y="618"/>
                </a:lnTo>
                <a:lnTo>
                  <a:pt x="51" y="619"/>
                </a:lnTo>
                <a:lnTo>
                  <a:pt x="50" y="619"/>
                </a:lnTo>
                <a:lnTo>
                  <a:pt x="49" y="619"/>
                </a:lnTo>
                <a:lnTo>
                  <a:pt x="49" y="620"/>
                </a:lnTo>
                <a:lnTo>
                  <a:pt x="49" y="619"/>
                </a:lnTo>
                <a:lnTo>
                  <a:pt x="49" y="620"/>
                </a:lnTo>
                <a:lnTo>
                  <a:pt x="48" y="620"/>
                </a:lnTo>
                <a:lnTo>
                  <a:pt x="48" y="621"/>
                </a:lnTo>
                <a:lnTo>
                  <a:pt x="47" y="621"/>
                </a:lnTo>
                <a:lnTo>
                  <a:pt x="47" y="622"/>
                </a:lnTo>
                <a:lnTo>
                  <a:pt x="47" y="621"/>
                </a:lnTo>
                <a:lnTo>
                  <a:pt x="47" y="622"/>
                </a:lnTo>
                <a:lnTo>
                  <a:pt x="46" y="622"/>
                </a:lnTo>
                <a:lnTo>
                  <a:pt x="45" y="622"/>
                </a:lnTo>
                <a:lnTo>
                  <a:pt x="44" y="622"/>
                </a:lnTo>
                <a:lnTo>
                  <a:pt x="44" y="623"/>
                </a:lnTo>
                <a:lnTo>
                  <a:pt x="43" y="623"/>
                </a:lnTo>
                <a:lnTo>
                  <a:pt x="42" y="623"/>
                </a:lnTo>
                <a:lnTo>
                  <a:pt x="41" y="623"/>
                </a:lnTo>
                <a:lnTo>
                  <a:pt x="41" y="622"/>
                </a:lnTo>
                <a:lnTo>
                  <a:pt x="41" y="623"/>
                </a:lnTo>
                <a:lnTo>
                  <a:pt x="40" y="623"/>
                </a:lnTo>
                <a:lnTo>
                  <a:pt x="39" y="623"/>
                </a:lnTo>
                <a:lnTo>
                  <a:pt x="39" y="624"/>
                </a:lnTo>
                <a:lnTo>
                  <a:pt x="38" y="624"/>
                </a:lnTo>
                <a:lnTo>
                  <a:pt x="38" y="625"/>
                </a:lnTo>
                <a:lnTo>
                  <a:pt x="37" y="625"/>
                </a:lnTo>
                <a:lnTo>
                  <a:pt x="37" y="626"/>
                </a:lnTo>
                <a:lnTo>
                  <a:pt x="37" y="627"/>
                </a:lnTo>
                <a:lnTo>
                  <a:pt x="38" y="627"/>
                </a:lnTo>
                <a:lnTo>
                  <a:pt x="38" y="628"/>
                </a:lnTo>
                <a:lnTo>
                  <a:pt x="36" y="628"/>
                </a:lnTo>
                <a:lnTo>
                  <a:pt x="35" y="628"/>
                </a:lnTo>
                <a:lnTo>
                  <a:pt x="35" y="627"/>
                </a:lnTo>
                <a:lnTo>
                  <a:pt x="34" y="627"/>
                </a:lnTo>
                <a:lnTo>
                  <a:pt x="34" y="628"/>
                </a:lnTo>
                <a:lnTo>
                  <a:pt x="33" y="628"/>
                </a:lnTo>
                <a:lnTo>
                  <a:pt x="33" y="629"/>
                </a:lnTo>
                <a:lnTo>
                  <a:pt x="33" y="628"/>
                </a:lnTo>
                <a:lnTo>
                  <a:pt x="32" y="628"/>
                </a:lnTo>
                <a:lnTo>
                  <a:pt x="32" y="629"/>
                </a:lnTo>
                <a:lnTo>
                  <a:pt x="32" y="630"/>
                </a:lnTo>
                <a:lnTo>
                  <a:pt x="31" y="630"/>
                </a:lnTo>
                <a:lnTo>
                  <a:pt x="31" y="629"/>
                </a:lnTo>
                <a:lnTo>
                  <a:pt x="30" y="629"/>
                </a:lnTo>
                <a:lnTo>
                  <a:pt x="31" y="630"/>
                </a:lnTo>
                <a:lnTo>
                  <a:pt x="30" y="631"/>
                </a:lnTo>
                <a:lnTo>
                  <a:pt x="30" y="632"/>
                </a:lnTo>
                <a:lnTo>
                  <a:pt x="29" y="632"/>
                </a:lnTo>
                <a:lnTo>
                  <a:pt x="29" y="631"/>
                </a:lnTo>
                <a:lnTo>
                  <a:pt x="30" y="631"/>
                </a:lnTo>
                <a:lnTo>
                  <a:pt x="30" y="630"/>
                </a:lnTo>
                <a:lnTo>
                  <a:pt x="29" y="630"/>
                </a:lnTo>
                <a:lnTo>
                  <a:pt x="29" y="631"/>
                </a:lnTo>
                <a:lnTo>
                  <a:pt x="28" y="631"/>
                </a:lnTo>
                <a:lnTo>
                  <a:pt x="28" y="630"/>
                </a:lnTo>
                <a:lnTo>
                  <a:pt x="28" y="631"/>
                </a:lnTo>
                <a:lnTo>
                  <a:pt x="28" y="632"/>
                </a:lnTo>
                <a:lnTo>
                  <a:pt x="27" y="632"/>
                </a:lnTo>
                <a:lnTo>
                  <a:pt x="26" y="632"/>
                </a:lnTo>
                <a:lnTo>
                  <a:pt x="26" y="633"/>
                </a:lnTo>
                <a:lnTo>
                  <a:pt x="25" y="633"/>
                </a:lnTo>
                <a:lnTo>
                  <a:pt x="24" y="633"/>
                </a:lnTo>
                <a:lnTo>
                  <a:pt x="24" y="634"/>
                </a:lnTo>
                <a:lnTo>
                  <a:pt x="25" y="634"/>
                </a:lnTo>
                <a:lnTo>
                  <a:pt x="24" y="634"/>
                </a:lnTo>
                <a:lnTo>
                  <a:pt x="24" y="635"/>
                </a:lnTo>
                <a:lnTo>
                  <a:pt x="25" y="635"/>
                </a:lnTo>
                <a:lnTo>
                  <a:pt x="25" y="636"/>
                </a:lnTo>
                <a:lnTo>
                  <a:pt x="24" y="636"/>
                </a:lnTo>
                <a:lnTo>
                  <a:pt x="23" y="636"/>
                </a:lnTo>
                <a:lnTo>
                  <a:pt x="23" y="637"/>
                </a:lnTo>
                <a:lnTo>
                  <a:pt x="22" y="637"/>
                </a:lnTo>
                <a:lnTo>
                  <a:pt x="21" y="637"/>
                </a:lnTo>
                <a:lnTo>
                  <a:pt x="20" y="637"/>
                </a:lnTo>
                <a:lnTo>
                  <a:pt x="20" y="638"/>
                </a:lnTo>
                <a:lnTo>
                  <a:pt x="20" y="639"/>
                </a:lnTo>
                <a:lnTo>
                  <a:pt x="19" y="639"/>
                </a:lnTo>
                <a:lnTo>
                  <a:pt x="18" y="639"/>
                </a:lnTo>
                <a:lnTo>
                  <a:pt x="18" y="640"/>
                </a:lnTo>
                <a:lnTo>
                  <a:pt x="19" y="640"/>
                </a:lnTo>
                <a:lnTo>
                  <a:pt x="19" y="641"/>
                </a:lnTo>
                <a:lnTo>
                  <a:pt x="18" y="641"/>
                </a:lnTo>
                <a:lnTo>
                  <a:pt x="17" y="641"/>
                </a:lnTo>
                <a:lnTo>
                  <a:pt x="17" y="640"/>
                </a:lnTo>
                <a:lnTo>
                  <a:pt x="17" y="639"/>
                </a:lnTo>
                <a:lnTo>
                  <a:pt x="16" y="639"/>
                </a:lnTo>
                <a:lnTo>
                  <a:pt x="16" y="640"/>
                </a:lnTo>
                <a:lnTo>
                  <a:pt x="16" y="641"/>
                </a:lnTo>
                <a:lnTo>
                  <a:pt x="16" y="642"/>
                </a:lnTo>
                <a:lnTo>
                  <a:pt x="15" y="642"/>
                </a:lnTo>
                <a:lnTo>
                  <a:pt x="14" y="642"/>
                </a:lnTo>
                <a:lnTo>
                  <a:pt x="14" y="643"/>
                </a:lnTo>
                <a:lnTo>
                  <a:pt x="14" y="642"/>
                </a:lnTo>
                <a:lnTo>
                  <a:pt x="14" y="641"/>
                </a:lnTo>
                <a:lnTo>
                  <a:pt x="13" y="641"/>
                </a:lnTo>
                <a:lnTo>
                  <a:pt x="13" y="642"/>
                </a:lnTo>
                <a:lnTo>
                  <a:pt x="12" y="642"/>
                </a:lnTo>
                <a:lnTo>
                  <a:pt x="12" y="644"/>
                </a:lnTo>
                <a:lnTo>
                  <a:pt x="12" y="643"/>
                </a:lnTo>
                <a:lnTo>
                  <a:pt x="11" y="643"/>
                </a:lnTo>
                <a:lnTo>
                  <a:pt x="12" y="642"/>
                </a:lnTo>
                <a:lnTo>
                  <a:pt x="11" y="642"/>
                </a:lnTo>
                <a:lnTo>
                  <a:pt x="11" y="641"/>
                </a:lnTo>
                <a:lnTo>
                  <a:pt x="11" y="640"/>
                </a:lnTo>
                <a:lnTo>
                  <a:pt x="10" y="640"/>
                </a:lnTo>
                <a:lnTo>
                  <a:pt x="11" y="640"/>
                </a:lnTo>
                <a:lnTo>
                  <a:pt x="11" y="639"/>
                </a:lnTo>
                <a:lnTo>
                  <a:pt x="10" y="639"/>
                </a:lnTo>
                <a:lnTo>
                  <a:pt x="9" y="639"/>
                </a:lnTo>
                <a:lnTo>
                  <a:pt x="9" y="638"/>
                </a:lnTo>
                <a:lnTo>
                  <a:pt x="8" y="638"/>
                </a:lnTo>
                <a:lnTo>
                  <a:pt x="7" y="638"/>
                </a:lnTo>
                <a:lnTo>
                  <a:pt x="7" y="637"/>
                </a:lnTo>
                <a:lnTo>
                  <a:pt x="6" y="637"/>
                </a:lnTo>
                <a:lnTo>
                  <a:pt x="6" y="636"/>
                </a:lnTo>
                <a:lnTo>
                  <a:pt x="5" y="636"/>
                </a:lnTo>
                <a:lnTo>
                  <a:pt x="4" y="636"/>
                </a:lnTo>
                <a:lnTo>
                  <a:pt x="4" y="635"/>
                </a:lnTo>
                <a:lnTo>
                  <a:pt x="4" y="636"/>
                </a:lnTo>
                <a:lnTo>
                  <a:pt x="3" y="636"/>
                </a:lnTo>
                <a:lnTo>
                  <a:pt x="3" y="635"/>
                </a:lnTo>
                <a:lnTo>
                  <a:pt x="2" y="635"/>
                </a:lnTo>
                <a:lnTo>
                  <a:pt x="2" y="634"/>
                </a:lnTo>
                <a:lnTo>
                  <a:pt x="1" y="634"/>
                </a:lnTo>
                <a:lnTo>
                  <a:pt x="1" y="635"/>
                </a:lnTo>
                <a:lnTo>
                  <a:pt x="1" y="634"/>
                </a:lnTo>
                <a:lnTo>
                  <a:pt x="0" y="634"/>
                </a:lnTo>
                <a:lnTo>
                  <a:pt x="0" y="632"/>
                </a:lnTo>
                <a:lnTo>
                  <a:pt x="0" y="631"/>
                </a:lnTo>
                <a:lnTo>
                  <a:pt x="1" y="631"/>
                </a:lnTo>
                <a:lnTo>
                  <a:pt x="1" y="630"/>
                </a:lnTo>
                <a:lnTo>
                  <a:pt x="2" y="630"/>
                </a:lnTo>
                <a:lnTo>
                  <a:pt x="3" y="630"/>
                </a:lnTo>
                <a:lnTo>
                  <a:pt x="3" y="629"/>
                </a:lnTo>
                <a:lnTo>
                  <a:pt x="4" y="629"/>
                </a:lnTo>
                <a:lnTo>
                  <a:pt x="4" y="628"/>
                </a:lnTo>
                <a:lnTo>
                  <a:pt x="4" y="627"/>
                </a:lnTo>
                <a:lnTo>
                  <a:pt x="5" y="627"/>
                </a:lnTo>
                <a:lnTo>
                  <a:pt x="5" y="626"/>
                </a:lnTo>
                <a:lnTo>
                  <a:pt x="6" y="626"/>
                </a:lnTo>
                <a:lnTo>
                  <a:pt x="7" y="626"/>
                </a:lnTo>
                <a:lnTo>
                  <a:pt x="8" y="626"/>
                </a:lnTo>
                <a:lnTo>
                  <a:pt x="8" y="625"/>
                </a:lnTo>
                <a:lnTo>
                  <a:pt x="9" y="625"/>
                </a:lnTo>
                <a:lnTo>
                  <a:pt x="10" y="625"/>
                </a:lnTo>
                <a:lnTo>
                  <a:pt x="10" y="624"/>
                </a:lnTo>
                <a:lnTo>
                  <a:pt x="10" y="623"/>
                </a:lnTo>
                <a:lnTo>
                  <a:pt x="9" y="623"/>
                </a:lnTo>
                <a:lnTo>
                  <a:pt x="10" y="623"/>
                </a:lnTo>
                <a:lnTo>
                  <a:pt x="10" y="622"/>
                </a:lnTo>
                <a:lnTo>
                  <a:pt x="10" y="623"/>
                </a:lnTo>
                <a:lnTo>
                  <a:pt x="11" y="623"/>
                </a:lnTo>
                <a:lnTo>
                  <a:pt x="11" y="621"/>
                </a:lnTo>
                <a:lnTo>
                  <a:pt x="10" y="621"/>
                </a:lnTo>
                <a:lnTo>
                  <a:pt x="11" y="621"/>
                </a:lnTo>
                <a:lnTo>
                  <a:pt x="11" y="620"/>
                </a:lnTo>
                <a:lnTo>
                  <a:pt x="11" y="619"/>
                </a:lnTo>
                <a:lnTo>
                  <a:pt x="11" y="620"/>
                </a:lnTo>
                <a:lnTo>
                  <a:pt x="12" y="620"/>
                </a:lnTo>
                <a:lnTo>
                  <a:pt x="12" y="619"/>
                </a:lnTo>
                <a:lnTo>
                  <a:pt x="12" y="618"/>
                </a:lnTo>
                <a:lnTo>
                  <a:pt x="13" y="618"/>
                </a:lnTo>
                <a:lnTo>
                  <a:pt x="12" y="618"/>
                </a:lnTo>
                <a:lnTo>
                  <a:pt x="13" y="618"/>
                </a:lnTo>
                <a:lnTo>
                  <a:pt x="13" y="617"/>
                </a:lnTo>
                <a:lnTo>
                  <a:pt x="14" y="617"/>
                </a:lnTo>
                <a:lnTo>
                  <a:pt x="15" y="617"/>
                </a:lnTo>
                <a:lnTo>
                  <a:pt x="15" y="616"/>
                </a:lnTo>
                <a:lnTo>
                  <a:pt x="15" y="617"/>
                </a:lnTo>
                <a:lnTo>
                  <a:pt x="15" y="616"/>
                </a:lnTo>
                <a:lnTo>
                  <a:pt x="16" y="616"/>
                </a:lnTo>
                <a:lnTo>
                  <a:pt x="16" y="615"/>
                </a:lnTo>
                <a:lnTo>
                  <a:pt x="17" y="615"/>
                </a:lnTo>
                <a:lnTo>
                  <a:pt x="17" y="614"/>
                </a:lnTo>
                <a:lnTo>
                  <a:pt x="18" y="614"/>
                </a:lnTo>
                <a:lnTo>
                  <a:pt x="19" y="614"/>
                </a:lnTo>
                <a:lnTo>
                  <a:pt x="19" y="613"/>
                </a:lnTo>
                <a:lnTo>
                  <a:pt x="19" y="612"/>
                </a:lnTo>
                <a:lnTo>
                  <a:pt x="20" y="612"/>
                </a:lnTo>
                <a:lnTo>
                  <a:pt x="21" y="612"/>
                </a:lnTo>
                <a:lnTo>
                  <a:pt x="21" y="611"/>
                </a:lnTo>
                <a:lnTo>
                  <a:pt x="21" y="610"/>
                </a:lnTo>
                <a:lnTo>
                  <a:pt x="21" y="609"/>
                </a:lnTo>
                <a:lnTo>
                  <a:pt x="21" y="608"/>
                </a:lnTo>
                <a:lnTo>
                  <a:pt x="22" y="608"/>
                </a:lnTo>
                <a:lnTo>
                  <a:pt x="21" y="608"/>
                </a:lnTo>
                <a:lnTo>
                  <a:pt x="21" y="607"/>
                </a:lnTo>
                <a:lnTo>
                  <a:pt x="22" y="607"/>
                </a:lnTo>
                <a:lnTo>
                  <a:pt x="22" y="606"/>
                </a:lnTo>
                <a:lnTo>
                  <a:pt x="23" y="606"/>
                </a:lnTo>
                <a:lnTo>
                  <a:pt x="23" y="605"/>
                </a:lnTo>
                <a:lnTo>
                  <a:pt x="23" y="604"/>
                </a:lnTo>
                <a:lnTo>
                  <a:pt x="22" y="604"/>
                </a:lnTo>
                <a:lnTo>
                  <a:pt x="22" y="603"/>
                </a:lnTo>
                <a:lnTo>
                  <a:pt x="21" y="603"/>
                </a:lnTo>
                <a:lnTo>
                  <a:pt x="20" y="602"/>
                </a:lnTo>
                <a:lnTo>
                  <a:pt x="20" y="601"/>
                </a:lnTo>
                <a:lnTo>
                  <a:pt x="20" y="600"/>
                </a:lnTo>
                <a:lnTo>
                  <a:pt x="20" y="599"/>
                </a:lnTo>
                <a:lnTo>
                  <a:pt x="21" y="598"/>
                </a:lnTo>
                <a:lnTo>
                  <a:pt x="21" y="597"/>
                </a:lnTo>
                <a:lnTo>
                  <a:pt x="22" y="596"/>
                </a:lnTo>
                <a:lnTo>
                  <a:pt x="23" y="596"/>
                </a:lnTo>
                <a:lnTo>
                  <a:pt x="23" y="595"/>
                </a:lnTo>
                <a:lnTo>
                  <a:pt x="24" y="595"/>
                </a:lnTo>
                <a:lnTo>
                  <a:pt x="24" y="594"/>
                </a:lnTo>
                <a:lnTo>
                  <a:pt x="25" y="594"/>
                </a:lnTo>
                <a:lnTo>
                  <a:pt x="24" y="594"/>
                </a:lnTo>
                <a:lnTo>
                  <a:pt x="24" y="593"/>
                </a:lnTo>
                <a:lnTo>
                  <a:pt x="23" y="593"/>
                </a:lnTo>
                <a:lnTo>
                  <a:pt x="24" y="592"/>
                </a:lnTo>
                <a:lnTo>
                  <a:pt x="23" y="592"/>
                </a:lnTo>
                <a:lnTo>
                  <a:pt x="23" y="591"/>
                </a:lnTo>
                <a:lnTo>
                  <a:pt x="22" y="591"/>
                </a:lnTo>
                <a:lnTo>
                  <a:pt x="22" y="590"/>
                </a:lnTo>
                <a:lnTo>
                  <a:pt x="22" y="591"/>
                </a:lnTo>
                <a:lnTo>
                  <a:pt x="21" y="591"/>
                </a:lnTo>
                <a:lnTo>
                  <a:pt x="21" y="590"/>
                </a:lnTo>
                <a:lnTo>
                  <a:pt x="21" y="591"/>
                </a:lnTo>
                <a:lnTo>
                  <a:pt x="21" y="590"/>
                </a:lnTo>
                <a:lnTo>
                  <a:pt x="20" y="590"/>
                </a:lnTo>
                <a:lnTo>
                  <a:pt x="20" y="589"/>
                </a:lnTo>
                <a:lnTo>
                  <a:pt x="20" y="590"/>
                </a:lnTo>
                <a:lnTo>
                  <a:pt x="20" y="589"/>
                </a:lnTo>
                <a:lnTo>
                  <a:pt x="19" y="589"/>
                </a:lnTo>
                <a:lnTo>
                  <a:pt x="19" y="590"/>
                </a:lnTo>
                <a:lnTo>
                  <a:pt x="18" y="590"/>
                </a:lnTo>
                <a:lnTo>
                  <a:pt x="17" y="590"/>
                </a:lnTo>
                <a:lnTo>
                  <a:pt x="16" y="590"/>
                </a:lnTo>
                <a:lnTo>
                  <a:pt x="15" y="590"/>
                </a:lnTo>
                <a:lnTo>
                  <a:pt x="14" y="590"/>
                </a:lnTo>
                <a:lnTo>
                  <a:pt x="14" y="589"/>
                </a:lnTo>
                <a:lnTo>
                  <a:pt x="14" y="588"/>
                </a:lnTo>
                <a:lnTo>
                  <a:pt x="14" y="587"/>
                </a:lnTo>
                <a:lnTo>
                  <a:pt x="13" y="587"/>
                </a:lnTo>
                <a:lnTo>
                  <a:pt x="14" y="587"/>
                </a:lnTo>
                <a:lnTo>
                  <a:pt x="13" y="587"/>
                </a:lnTo>
                <a:lnTo>
                  <a:pt x="13" y="586"/>
                </a:lnTo>
                <a:lnTo>
                  <a:pt x="13" y="585"/>
                </a:lnTo>
                <a:lnTo>
                  <a:pt x="14" y="585"/>
                </a:lnTo>
                <a:lnTo>
                  <a:pt x="14" y="584"/>
                </a:lnTo>
                <a:lnTo>
                  <a:pt x="15" y="584"/>
                </a:lnTo>
                <a:lnTo>
                  <a:pt x="16" y="584"/>
                </a:lnTo>
                <a:lnTo>
                  <a:pt x="16" y="585"/>
                </a:lnTo>
                <a:lnTo>
                  <a:pt x="16" y="584"/>
                </a:lnTo>
                <a:lnTo>
                  <a:pt x="17" y="584"/>
                </a:lnTo>
                <a:lnTo>
                  <a:pt x="18" y="584"/>
                </a:lnTo>
                <a:lnTo>
                  <a:pt x="18" y="583"/>
                </a:lnTo>
                <a:lnTo>
                  <a:pt x="19" y="583"/>
                </a:lnTo>
                <a:lnTo>
                  <a:pt x="19" y="582"/>
                </a:lnTo>
                <a:lnTo>
                  <a:pt x="20" y="582"/>
                </a:lnTo>
                <a:lnTo>
                  <a:pt x="19" y="581"/>
                </a:lnTo>
                <a:lnTo>
                  <a:pt x="19" y="580"/>
                </a:lnTo>
                <a:lnTo>
                  <a:pt x="18" y="580"/>
                </a:lnTo>
                <a:lnTo>
                  <a:pt x="18" y="579"/>
                </a:lnTo>
                <a:lnTo>
                  <a:pt x="17" y="579"/>
                </a:lnTo>
                <a:lnTo>
                  <a:pt x="16" y="579"/>
                </a:lnTo>
                <a:lnTo>
                  <a:pt x="16" y="578"/>
                </a:lnTo>
                <a:lnTo>
                  <a:pt x="16" y="577"/>
                </a:lnTo>
                <a:lnTo>
                  <a:pt x="15" y="577"/>
                </a:lnTo>
                <a:lnTo>
                  <a:pt x="15" y="576"/>
                </a:lnTo>
                <a:lnTo>
                  <a:pt x="16" y="576"/>
                </a:lnTo>
                <a:lnTo>
                  <a:pt x="16" y="575"/>
                </a:lnTo>
                <a:lnTo>
                  <a:pt x="15" y="575"/>
                </a:lnTo>
                <a:lnTo>
                  <a:pt x="16" y="575"/>
                </a:lnTo>
                <a:lnTo>
                  <a:pt x="15" y="574"/>
                </a:lnTo>
                <a:lnTo>
                  <a:pt x="15" y="573"/>
                </a:lnTo>
                <a:lnTo>
                  <a:pt x="16" y="573"/>
                </a:lnTo>
                <a:lnTo>
                  <a:pt x="15" y="572"/>
                </a:lnTo>
                <a:lnTo>
                  <a:pt x="15" y="571"/>
                </a:lnTo>
                <a:lnTo>
                  <a:pt x="14" y="571"/>
                </a:lnTo>
                <a:lnTo>
                  <a:pt x="13" y="571"/>
                </a:lnTo>
                <a:lnTo>
                  <a:pt x="13" y="572"/>
                </a:lnTo>
                <a:lnTo>
                  <a:pt x="12" y="572"/>
                </a:lnTo>
                <a:lnTo>
                  <a:pt x="11" y="572"/>
                </a:lnTo>
                <a:lnTo>
                  <a:pt x="10" y="572"/>
                </a:lnTo>
                <a:lnTo>
                  <a:pt x="9" y="572"/>
                </a:lnTo>
                <a:lnTo>
                  <a:pt x="8" y="572"/>
                </a:lnTo>
                <a:lnTo>
                  <a:pt x="8" y="573"/>
                </a:lnTo>
                <a:lnTo>
                  <a:pt x="8" y="572"/>
                </a:lnTo>
                <a:lnTo>
                  <a:pt x="7" y="572"/>
                </a:lnTo>
                <a:lnTo>
                  <a:pt x="6" y="572"/>
                </a:lnTo>
                <a:lnTo>
                  <a:pt x="6" y="573"/>
                </a:lnTo>
                <a:lnTo>
                  <a:pt x="5" y="573"/>
                </a:lnTo>
                <a:lnTo>
                  <a:pt x="5" y="572"/>
                </a:lnTo>
                <a:lnTo>
                  <a:pt x="5" y="573"/>
                </a:lnTo>
                <a:lnTo>
                  <a:pt x="4" y="573"/>
                </a:lnTo>
                <a:lnTo>
                  <a:pt x="4" y="572"/>
                </a:lnTo>
                <a:lnTo>
                  <a:pt x="4" y="573"/>
                </a:lnTo>
                <a:lnTo>
                  <a:pt x="3" y="573"/>
                </a:lnTo>
                <a:lnTo>
                  <a:pt x="2" y="573"/>
                </a:lnTo>
                <a:lnTo>
                  <a:pt x="1" y="573"/>
                </a:lnTo>
                <a:lnTo>
                  <a:pt x="0" y="573"/>
                </a:lnTo>
                <a:lnTo>
                  <a:pt x="0" y="572"/>
                </a:lnTo>
                <a:lnTo>
                  <a:pt x="0" y="573"/>
                </a:lnTo>
                <a:lnTo>
                  <a:pt x="0" y="572"/>
                </a:lnTo>
                <a:lnTo>
                  <a:pt x="0" y="571"/>
                </a:lnTo>
                <a:lnTo>
                  <a:pt x="0" y="570"/>
                </a:lnTo>
                <a:lnTo>
                  <a:pt x="1" y="570"/>
                </a:lnTo>
                <a:lnTo>
                  <a:pt x="1" y="569"/>
                </a:lnTo>
                <a:lnTo>
                  <a:pt x="2" y="569"/>
                </a:lnTo>
                <a:lnTo>
                  <a:pt x="2" y="568"/>
                </a:lnTo>
                <a:lnTo>
                  <a:pt x="2" y="567"/>
                </a:lnTo>
                <a:lnTo>
                  <a:pt x="2" y="566"/>
                </a:lnTo>
                <a:lnTo>
                  <a:pt x="2" y="565"/>
                </a:lnTo>
                <a:lnTo>
                  <a:pt x="3" y="565"/>
                </a:lnTo>
                <a:lnTo>
                  <a:pt x="2" y="565"/>
                </a:lnTo>
                <a:lnTo>
                  <a:pt x="2" y="564"/>
                </a:lnTo>
                <a:lnTo>
                  <a:pt x="3" y="564"/>
                </a:lnTo>
                <a:lnTo>
                  <a:pt x="3" y="563"/>
                </a:lnTo>
                <a:lnTo>
                  <a:pt x="2" y="563"/>
                </a:lnTo>
                <a:lnTo>
                  <a:pt x="3" y="563"/>
                </a:lnTo>
                <a:lnTo>
                  <a:pt x="3" y="562"/>
                </a:lnTo>
                <a:lnTo>
                  <a:pt x="3" y="561"/>
                </a:lnTo>
                <a:lnTo>
                  <a:pt x="3" y="560"/>
                </a:lnTo>
                <a:lnTo>
                  <a:pt x="3" y="559"/>
                </a:lnTo>
                <a:lnTo>
                  <a:pt x="3" y="558"/>
                </a:lnTo>
                <a:lnTo>
                  <a:pt x="3" y="557"/>
                </a:lnTo>
                <a:lnTo>
                  <a:pt x="3" y="556"/>
                </a:lnTo>
                <a:lnTo>
                  <a:pt x="3" y="555"/>
                </a:lnTo>
                <a:lnTo>
                  <a:pt x="3" y="554"/>
                </a:lnTo>
                <a:lnTo>
                  <a:pt x="4" y="554"/>
                </a:lnTo>
                <a:lnTo>
                  <a:pt x="4" y="553"/>
                </a:lnTo>
                <a:lnTo>
                  <a:pt x="4" y="552"/>
                </a:lnTo>
                <a:lnTo>
                  <a:pt x="4" y="551"/>
                </a:lnTo>
                <a:lnTo>
                  <a:pt x="4" y="550"/>
                </a:lnTo>
                <a:lnTo>
                  <a:pt x="4" y="549"/>
                </a:lnTo>
                <a:lnTo>
                  <a:pt x="4" y="548"/>
                </a:lnTo>
                <a:lnTo>
                  <a:pt x="4" y="547"/>
                </a:lnTo>
                <a:lnTo>
                  <a:pt x="4" y="545"/>
                </a:lnTo>
                <a:lnTo>
                  <a:pt x="4" y="544"/>
                </a:lnTo>
                <a:lnTo>
                  <a:pt x="4" y="543"/>
                </a:lnTo>
                <a:lnTo>
                  <a:pt x="4" y="542"/>
                </a:lnTo>
                <a:lnTo>
                  <a:pt x="4" y="541"/>
                </a:lnTo>
                <a:lnTo>
                  <a:pt x="3" y="541"/>
                </a:lnTo>
                <a:lnTo>
                  <a:pt x="3" y="540"/>
                </a:lnTo>
                <a:lnTo>
                  <a:pt x="4" y="540"/>
                </a:lnTo>
                <a:lnTo>
                  <a:pt x="3" y="540"/>
                </a:lnTo>
                <a:lnTo>
                  <a:pt x="4" y="540"/>
                </a:lnTo>
                <a:lnTo>
                  <a:pt x="4" y="539"/>
                </a:lnTo>
                <a:lnTo>
                  <a:pt x="4" y="538"/>
                </a:lnTo>
                <a:lnTo>
                  <a:pt x="3" y="538"/>
                </a:lnTo>
                <a:lnTo>
                  <a:pt x="3" y="537"/>
                </a:lnTo>
                <a:lnTo>
                  <a:pt x="2" y="537"/>
                </a:lnTo>
                <a:lnTo>
                  <a:pt x="2" y="536"/>
                </a:lnTo>
                <a:lnTo>
                  <a:pt x="1" y="536"/>
                </a:lnTo>
                <a:lnTo>
                  <a:pt x="2" y="536"/>
                </a:lnTo>
                <a:lnTo>
                  <a:pt x="2" y="535"/>
                </a:lnTo>
                <a:lnTo>
                  <a:pt x="3" y="535"/>
                </a:lnTo>
                <a:lnTo>
                  <a:pt x="3" y="534"/>
                </a:lnTo>
                <a:lnTo>
                  <a:pt x="4" y="534"/>
                </a:lnTo>
                <a:lnTo>
                  <a:pt x="4" y="533"/>
                </a:lnTo>
                <a:lnTo>
                  <a:pt x="4" y="532"/>
                </a:lnTo>
                <a:lnTo>
                  <a:pt x="5" y="532"/>
                </a:lnTo>
                <a:lnTo>
                  <a:pt x="6" y="532"/>
                </a:lnTo>
                <a:lnTo>
                  <a:pt x="7" y="532"/>
                </a:lnTo>
                <a:lnTo>
                  <a:pt x="7" y="531"/>
                </a:lnTo>
                <a:lnTo>
                  <a:pt x="8" y="531"/>
                </a:lnTo>
                <a:lnTo>
                  <a:pt x="9" y="531"/>
                </a:lnTo>
                <a:lnTo>
                  <a:pt x="10" y="531"/>
                </a:lnTo>
                <a:lnTo>
                  <a:pt x="10" y="530"/>
                </a:lnTo>
                <a:lnTo>
                  <a:pt x="11" y="530"/>
                </a:lnTo>
                <a:lnTo>
                  <a:pt x="12" y="530"/>
                </a:lnTo>
                <a:lnTo>
                  <a:pt x="12" y="529"/>
                </a:lnTo>
                <a:lnTo>
                  <a:pt x="13" y="529"/>
                </a:lnTo>
                <a:lnTo>
                  <a:pt x="13" y="528"/>
                </a:lnTo>
                <a:lnTo>
                  <a:pt x="14" y="528"/>
                </a:lnTo>
                <a:lnTo>
                  <a:pt x="14" y="527"/>
                </a:lnTo>
                <a:lnTo>
                  <a:pt x="15" y="527"/>
                </a:lnTo>
                <a:lnTo>
                  <a:pt x="15" y="526"/>
                </a:lnTo>
                <a:lnTo>
                  <a:pt x="15" y="525"/>
                </a:lnTo>
                <a:lnTo>
                  <a:pt x="16" y="525"/>
                </a:lnTo>
                <a:lnTo>
                  <a:pt x="17" y="525"/>
                </a:lnTo>
                <a:lnTo>
                  <a:pt x="17" y="524"/>
                </a:lnTo>
                <a:lnTo>
                  <a:pt x="18" y="524"/>
                </a:lnTo>
                <a:lnTo>
                  <a:pt x="18" y="523"/>
                </a:lnTo>
                <a:lnTo>
                  <a:pt x="18" y="524"/>
                </a:lnTo>
                <a:lnTo>
                  <a:pt x="19" y="524"/>
                </a:lnTo>
                <a:lnTo>
                  <a:pt x="19" y="525"/>
                </a:lnTo>
                <a:lnTo>
                  <a:pt x="20" y="525"/>
                </a:lnTo>
                <a:lnTo>
                  <a:pt x="21" y="525"/>
                </a:lnTo>
                <a:lnTo>
                  <a:pt x="22" y="525"/>
                </a:lnTo>
                <a:lnTo>
                  <a:pt x="23" y="525"/>
                </a:lnTo>
                <a:lnTo>
                  <a:pt x="24" y="525"/>
                </a:lnTo>
                <a:lnTo>
                  <a:pt x="24" y="526"/>
                </a:lnTo>
                <a:lnTo>
                  <a:pt x="25" y="525"/>
                </a:lnTo>
                <a:lnTo>
                  <a:pt x="26" y="525"/>
                </a:lnTo>
                <a:lnTo>
                  <a:pt x="26" y="524"/>
                </a:lnTo>
                <a:lnTo>
                  <a:pt x="27" y="524"/>
                </a:lnTo>
                <a:lnTo>
                  <a:pt x="27" y="523"/>
                </a:lnTo>
                <a:lnTo>
                  <a:pt x="28" y="523"/>
                </a:lnTo>
                <a:lnTo>
                  <a:pt x="28" y="522"/>
                </a:lnTo>
                <a:lnTo>
                  <a:pt x="28" y="521"/>
                </a:lnTo>
                <a:lnTo>
                  <a:pt x="27" y="521"/>
                </a:lnTo>
                <a:lnTo>
                  <a:pt x="27" y="520"/>
                </a:lnTo>
                <a:lnTo>
                  <a:pt x="27" y="519"/>
                </a:lnTo>
                <a:lnTo>
                  <a:pt x="26" y="519"/>
                </a:lnTo>
                <a:lnTo>
                  <a:pt x="25" y="519"/>
                </a:lnTo>
                <a:lnTo>
                  <a:pt x="26" y="519"/>
                </a:lnTo>
                <a:lnTo>
                  <a:pt x="25" y="519"/>
                </a:lnTo>
                <a:lnTo>
                  <a:pt x="25" y="518"/>
                </a:lnTo>
                <a:lnTo>
                  <a:pt x="25" y="519"/>
                </a:lnTo>
                <a:lnTo>
                  <a:pt x="24" y="519"/>
                </a:lnTo>
                <a:lnTo>
                  <a:pt x="24" y="518"/>
                </a:lnTo>
                <a:lnTo>
                  <a:pt x="23" y="518"/>
                </a:lnTo>
                <a:lnTo>
                  <a:pt x="23" y="517"/>
                </a:lnTo>
                <a:lnTo>
                  <a:pt x="22" y="517"/>
                </a:lnTo>
                <a:lnTo>
                  <a:pt x="22" y="516"/>
                </a:lnTo>
                <a:lnTo>
                  <a:pt x="21" y="516"/>
                </a:lnTo>
                <a:lnTo>
                  <a:pt x="21" y="514"/>
                </a:lnTo>
                <a:lnTo>
                  <a:pt x="21" y="513"/>
                </a:lnTo>
                <a:lnTo>
                  <a:pt x="21" y="512"/>
                </a:lnTo>
                <a:lnTo>
                  <a:pt x="21" y="511"/>
                </a:lnTo>
                <a:lnTo>
                  <a:pt x="21" y="510"/>
                </a:lnTo>
                <a:lnTo>
                  <a:pt x="21" y="509"/>
                </a:lnTo>
                <a:lnTo>
                  <a:pt x="20" y="509"/>
                </a:lnTo>
                <a:lnTo>
                  <a:pt x="20" y="508"/>
                </a:lnTo>
                <a:lnTo>
                  <a:pt x="20" y="507"/>
                </a:lnTo>
                <a:lnTo>
                  <a:pt x="19" y="507"/>
                </a:lnTo>
                <a:lnTo>
                  <a:pt x="20" y="507"/>
                </a:lnTo>
                <a:lnTo>
                  <a:pt x="20" y="505"/>
                </a:lnTo>
                <a:lnTo>
                  <a:pt x="19" y="505"/>
                </a:lnTo>
                <a:lnTo>
                  <a:pt x="20" y="505"/>
                </a:lnTo>
                <a:lnTo>
                  <a:pt x="20" y="504"/>
                </a:lnTo>
                <a:lnTo>
                  <a:pt x="20" y="503"/>
                </a:lnTo>
                <a:lnTo>
                  <a:pt x="20" y="502"/>
                </a:lnTo>
                <a:lnTo>
                  <a:pt x="20" y="501"/>
                </a:lnTo>
                <a:lnTo>
                  <a:pt x="20" y="500"/>
                </a:lnTo>
                <a:lnTo>
                  <a:pt x="20" y="499"/>
                </a:lnTo>
                <a:lnTo>
                  <a:pt x="21" y="499"/>
                </a:lnTo>
                <a:lnTo>
                  <a:pt x="20" y="499"/>
                </a:lnTo>
                <a:lnTo>
                  <a:pt x="20" y="498"/>
                </a:lnTo>
                <a:lnTo>
                  <a:pt x="20" y="497"/>
                </a:lnTo>
                <a:lnTo>
                  <a:pt x="20" y="496"/>
                </a:lnTo>
                <a:lnTo>
                  <a:pt x="20" y="495"/>
                </a:lnTo>
                <a:lnTo>
                  <a:pt x="20" y="494"/>
                </a:lnTo>
                <a:lnTo>
                  <a:pt x="21" y="494"/>
                </a:lnTo>
                <a:lnTo>
                  <a:pt x="21" y="495"/>
                </a:lnTo>
                <a:lnTo>
                  <a:pt x="22" y="495"/>
                </a:lnTo>
                <a:lnTo>
                  <a:pt x="23" y="495"/>
                </a:lnTo>
                <a:lnTo>
                  <a:pt x="23" y="494"/>
                </a:lnTo>
                <a:lnTo>
                  <a:pt x="23" y="493"/>
                </a:lnTo>
                <a:lnTo>
                  <a:pt x="24" y="493"/>
                </a:lnTo>
                <a:lnTo>
                  <a:pt x="24" y="492"/>
                </a:lnTo>
                <a:lnTo>
                  <a:pt x="25" y="492"/>
                </a:lnTo>
                <a:lnTo>
                  <a:pt x="25" y="491"/>
                </a:lnTo>
                <a:lnTo>
                  <a:pt x="25" y="490"/>
                </a:lnTo>
                <a:lnTo>
                  <a:pt x="26" y="490"/>
                </a:lnTo>
                <a:lnTo>
                  <a:pt x="26" y="489"/>
                </a:lnTo>
                <a:lnTo>
                  <a:pt x="26" y="488"/>
                </a:lnTo>
                <a:lnTo>
                  <a:pt x="27" y="488"/>
                </a:lnTo>
                <a:lnTo>
                  <a:pt x="27" y="487"/>
                </a:lnTo>
                <a:lnTo>
                  <a:pt x="27" y="486"/>
                </a:lnTo>
                <a:lnTo>
                  <a:pt x="28" y="486"/>
                </a:lnTo>
                <a:lnTo>
                  <a:pt x="28" y="485"/>
                </a:lnTo>
                <a:lnTo>
                  <a:pt x="28" y="484"/>
                </a:lnTo>
                <a:lnTo>
                  <a:pt x="29" y="484"/>
                </a:lnTo>
                <a:lnTo>
                  <a:pt x="29" y="483"/>
                </a:lnTo>
                <a:lnTo>
                  <a:pt x="28" y="483"/>
                </a:lnTo>
                <a:lnTo>
                  <a:pt x="28" y="482"/>
                </a:lnTo>
                <a:lnTo>
                  <a:pt x="29" y="482"/>
                </a:lnTo>
                <a:lnTo>
                  <a:pt x="29" y="481"/>
                </a:lnTo>
                <a:lnTo>
                  <a:pt x="29" y="480"/>
                </a:lnTo>
                <a:lnTo>
                  <a:pt x="29" y="479"/>
                </a:lnTo>
                <a:lnTo>
                  <a:pt x="30" y="479"/>
                </a:lnTo>
                <a:lnTo>
                  <a:pt x="30" y="478"/>
                </a:lnTo>
                <a:lnTo>
                  <a:pt x="30" y="477"/>
                </a:lnTo>
                <a:lnTo>
                  <a:pt x="30" y="476"/>
                </a:lnTo>
                <a:lnTo>
                  <a:pt x="31" y="476"/>
                </a:lnTo>
                <a:lnTo>
                  <a:pt x="31" y="475"/>
                </a:lnTo>
                <a:lnTo>
                  <a:pt x="32" y="474"/>
                </a:lnTo>
                <a:lnTo>
                  <a:pt x="32" y="473"/>
                </a:lnTo>
                <a:lnTo>
                  <a:pt x="32" y="472"/>
                </a:lnTo>
                <a:lnTo>
                  <a:pt x="33" y="472"/>
                </a:lnTo>
                <a:lnTo>
                  <a:pt x="33" y="473"/>
                </a:lnTo>
                <a:lnTo>
                  <a:pt x="34" y="473"/>
                </a:lnTo>
                <a:lnTo>
                  <a:pt x="35" y="473"/>
                </a:lnTo>
                <a:lnTo>
                  <a:pt x="36" y="473"/>
                </a:lnTo>
                <a:lnTo>
                  <a:pt x="36" y="474"/>
                </a:lnTo>
                <a:lnTo>
                  <a:pt x="36" y="475"/>
                </a:lnTo>
                <a:lnTo>
                  <a:pt x="37" y="475"/>
                </a:lnTo>
                <a:lnTo>
                  <a:pt x="37" y="476"/>
                </a:lnTo>
                <a:lnTo>
                  <a:pt x="38" y="476"/>
                </a:lnTo>
                <a:lnTo>
                  <a:pt x="37" y="476"/>
                </a:lnTo>
                <a:lnTo>
                  <a:pt x="38" y="476"/>
                </a:lnTo>
                <a:lnTo>
                  <a:pt x="38" y="477"/>
                </a:lnTo>
                <a:lnTo>
                  <a:pt x="39" y="478"/>
                </a:lnTo>
                <a:lnTo>
                  <a:pt x="39" y="479"/>
                </a:lnTo>
                <a:lnTo>
                  <a:pt x="40" y="479"/>
                </a:lnTo>
                <a:lnTo>
                  <a:pt x="41" y="479"/>
                </a:lnTo>
                <a:lnTo>
                  <a:pt x="42" y="479"/>
                </a:lnTo>
                <a:lnTo>
                  <a:pt x="43" y="479"/>
                </a:lnTo>
                <a:lnTo>
                  <a:pt x="43" y="478"/>
                </a:lnTo>
                <a:lnTo>
                  <a:pt x="44" y="478"/>
                </a:lnTo>
                <a:lnTo>
                  <a:pt x="44" y="477"/>
                </a:lnTo>
                <a:lnTo>
                  <a:pt x="45" y="477"/>
                </a:lnTo>
                <a:lnTo>
                  <a:pt x="45" y="476"/>
                </a:lnTo>
                <a:lnTo>
                  <a:pt x="46" y="476"/>
                </a:lnTo>
                <a:lnTo>
                  <a:pt x="46" y="475"/>
                </a:lnTo>
                <a:lnTo>
                  <a:pt x="47" y="475"/>
                </a:lnTo>
                <a:lnTo>
                  <a:pt x="47" y="474"/>
                </a:lnTo>
                <a:lnTo>
                  <a:pt x="48" y="474"/>
                </a:lnTo>
                <a:lnTo>
                  <a:pt x="48" y="473"/>
                </a:lnTo>
                <a:lnTo>
                  <a:pt x="49" y="473"/>
                </a:lnTo>
                <a:lnTo>
                  <a:pt x="49" y="472"/>
                </a:lnTo>
                <a:lnTo>
                  <a:pt x="49" y="471"/>
                </a:lnTo>
                <a:lnTo>
                  <a:pt x="50" y="471"/>
                </a:lnTo>
                <a:lnTo>
                  <a:pt x="50" y="470"/>
                </a:lnTo>
                <a:lnTo>
                  <a:pt x="50" y="469"/>
                </a:lnTo>
                <a:lnTo>
                  <a:pt x="50" y="468"/>
                </a:lnTo>
                <a:lnTo>
                  <a:pt x="51" y="468"/>
                </a:lnTo>
                <a:lnTo>
                  <a:pt x="52" y="468"/>
                </a:lnTo>
                <a:lnTo>
                  <a:pt x="53" y="468"/>
                </a:lnTo>
                <a:lnTo>
                  <a:pt x="53" y="469"/>
                </a:lnTo>
                <a:lnTo>
                  <a:pt x="53" y="468"/>
                </a:lnTo>
                <a:lnTo>
                  <a:pt x="54" y="468"/>
                </a:lnTo>
                <a:lnTo>
                  <a:pt x="55" y="468"/>
                </a:lnTo>
                <a:lnTo>
                  <a:pt x="56" y="468"/>
                </a:lnTo>
                <a:lnTo>
                  <a:pt x="56" y="467"/>
                </a:lnTo>
                <a:lnTo>
                  <a:pt x="57" y="467"/>
                </a:lnTo>
                <a:lnTo>
                  <a:pt x="57" y="466"/>
                </a:lnTo>
                <a:lnTo>
                  <a:pt x="57" y="465"/>
                </a:lnTo>
                <a:lnTo>
                  <a:pt x="58" y="465"/>
                </a:lnTo>
                <a:lnTo>
                  <a:pt x="59" y="465"/>
                </a:lnTo>
                <a:lnTo>
                  <a:pt x="59" y="464"/>
                </a:lnTo>
                <a:lnTo>
                  <a:pt x="59" y="463"/>
                </a:lnTo>
                <a:lnTo>
                  <a:pt x="59" y="462"/>
                </a:lnTo>
                <a:lnTo>
                  <a:pt x="59" y="461"/>
                </a:lnTo>
                <a:lnTo>
                  <a:pt x="60" y="461"/>
                </a:lnTo>
                <a:lnTo>
                  <a:pt x="60" y="460"/>
                </a:lnTo>
                <a:lnTo>
                  <a:pt x="60" y="459"/>
                </a:lnTo>
                <a:lnTo>
                  <a:pt x="59" y="459"/>
                </a:lnTo>
                <a:lnTo>
                  <a:pt x="60" y="459"/>
                </a:lnTo>
                <a:lnTo>
                  <a:pt x="60" y="458"/>
                </a:lnTo>
                <a:lnTo>
                  <a:pt x="61" y="458"/>
                </a:lnTo>
                <a:lnTo>
                  <a:pt x="62" y="458"/>
                </a:lnTo>
                <a:lnTo>
                  <a:pt x="62" y="459"/>
                </a:lnTo>
                <a:lnTo>
                  <a:pt x="63" y="459"/>
                </a:lnTo>
                <a:lnTo>
                  <a:pt x="63" y="458"/>
                </a:lnTo>
                <a:lnTo>
                  <a:pt x="63" y="459"/>
                </a:lnTo>
                <a:lnTo>
                  <a:pt x="64" y="459"/>
                </a:lnTo>
                <a:lnTo>
                  <a:pt x="64" y="458"/>
                </a:lnTo>
                <a:lnTo>
                  <a:pt x="64" y="457"/>
                </a:lnTo>
                <a:lnTo>
                  <a:pt x="64" y="456"/>
                </a:lnTo>
                <a:lnTo>
                  <a:pt x="65" y="456"/>
                </a:lnTo>
                <a:lnTo>
                  <a:pt x="65" y="455"/>
                </a:lnTo>
                <a:lnTo>
                  <a:pt x="65" y="454"/>
                </a:lnTo>
                <a:lnTo>
                  <a:pt x="64" y="453"/>
                </a:lnTo>
                <a:lnTo>
                  <a:pt x="65" y="453"/>
                </a:lnTo>
                <a:lnTo>
                  <a:pt x="65" y="452"/>
                </a:lnTo>
                <a:lnTo>
                  <a:pt x="66" y="452"/>
                </a:lnTo>
                <a:lnTo>
                  <a:pt x="65" y="452"/>
                </a:lnTo>
                <a:lnTo>
                  <a:pt x="66" y="452"/>
                </a:lnTo>
                <a:lnTo>
                  <a:pt x="66" y="451"/>
                </a:lnTo>
                <a:lnTo>
                  <a:pt x="66" y="450"/>
                </a:lnTo>
                <a:lnTo>
                  <a:pt x="65" y="450"/>
                </a:lnTo>
                <a:lnTo>
                  <a:pt x="65" y="449"/>
                </a:lnTo>
                <a:lnTo>
                  <a:pt x="65" y="448"/>
                </a:lnTo>
                <a:lnTo>
                  <a:pt x="65" y="447"/>
                </a:lnTo>
                <a:lnTo>
                  <a:pt x="64" y="447"/>
                </a:lnTo>
                <a:lnTo>
                  <a:pt x="64" y="446"/>
                </a:lnTo>
                <a:lnTo>
                  <a:pt x="64" y="445"/>
                </a:lnTo>
                <a:lnTo>
                  <a:pt x="63" y="445"/>
                </a:lnTo>
                <a:lnTo>
                  <a:pt x="63" y="444"/>
                </a:lnTo>
                <a:lnTo>
                  <a:pt x="62" y="444"/>
                </a:lnTo>
                <a:lnTo>
                  <a:pt x="63" y="444"/>
                </a:lnTo>
                <a:lnTo>
                  <a:pt x="62" y="444"/>
                </a:lnTo>
                <a:lnTo>
                  <a:pt x="62" y="443"/>
                </a:lnTo>
                <a:lnTo>
                  <a:pt x="63" y="443"/>
                </a:lnTo>
                <a:lnTo>
                  <a:pt x="64" y="443"/>
                </a:lnTo>
                <a:lnTo>
                  <a:pt x="64" y="442"/>
                </a:lnTo>
                <a:lnTo>
                  <a:pt x="64" y="443"/>
                </a:lnTo>
                <a:lnTo>
                  <a:pt x="64" y="442"/>
                </a:lnTo>
                <a:lnTo>
                  <a:pt x="64" y="443"/>
                </a:lnTo>
                <a:lnTo>
                  <a:pt x="64" y="442"/>
                </a:lnTo>
                <a:lnTo>
                  <a:pt x="65" y="442"/>
                </a:lnTo>
                <a:lnTo>
                  <a:pt x="66" y="442"/>
                </a:lnTo>
                <a:lnTo>
                  <a:pt x="66" y="441"/>
                </a:lnTo>
                <a:lnTo>
                  <a:pt x="66" y="440"/>
                </a:lnTo>
                <a:lnTo>
                  <a:pt x="67" y="440"/>
                </a:lnTo>
                <a:lnTo>
                  <a:pt x="67" y="439"/>
                </a:lnTo>
                <a:lnTo>
                  <a:pt x="68" y="439"/>
                </a:lnTo>
                <a:lnTo>
                  <a:pt x="68" y="438"/>
                </a:lnTo>
                <a:lnTo>
                  <a:pt x="68" y="437"/>
                </a:lnTo>
                <a:lnTo>
                  <a:pt x="69" y="437"/>
                </a:lnTo>
                <a:lnTo>
                  <a:pt x="69" y="436"/>
                </a:lnTo>
                <a:lnTo>
                  <a:pt x="69" y="435"/>
                </a:lnTo>
                <a:lnTo>
                  <a:pt x="68" y="435"/>
                </a:lnTo>
                <a:lnTo>
                  <a:pt x="68" y="434"/>
                </a:lnTo>
                <a:lnTo>
                  <a:pt x="68" y="433"/>
                </a:lnTo>
                <a:lnTo>
                  <a:pt x="68" y="432"/>
                </a:lnTo>
                <a:lnTo>
                  <a:pt x="67" y="432"/>
                </a:lnTo>
                <a:lnTo>
                  <a:pt x="67" y="431"/>
                </a:lnTo>
                <a:lnTo>
                  <a:pt x="67" y="430"/>
                </a:lnTo>
                <a:lnTo>
                  <a:pt x="68" y="430"/>
                </a:lnTo>
                <a:lnTo>
                  <a:pt x="69" y="430"/>
                </a:lnTo>
                <a:lnTo>
                  <a:pt x="69" y="431"/>
                </a:lnTo>
                <a:lnTo>
                  <a:pt x="70" y="431"/>
                </a:lnTo>
                <a:lnTo>
                  <a:pt x="71" y="431"/>
                </a:lnTo>
                <a:lnTo>
                  <a:pt x="72" y="431"/>
                </a:lnTo>
                <a:lnTo>
                  <a:pt x="72" y="432"/>
                </a:lnTo>
                <a:lnTo>
                  <a:pt x="73" y="432"/>
                </a:lnTo>
                <a:lnTo>
                  <a:pt x="74" y="432"/>
                </a:lnTo>
                <a:lnTo>
                  <a:pt x="75" y="432"/>
                </a:lnTo>
                <a:lnTo>
                  <a:pt x="75" y="433"/>
                </a:lnTo>
                <a:lnTo>
                  <a:pt x="76" y="433"/>
                </a:lnTo>
                <a:lnTo>
                  <a:pt x="76" y="432"/>
                </a:lnTo>
                <a:lnTo>
                  <a:pt x="76" y="433"/>
                </a:lnTo>
                <a:lnTo>
                  <a:pt x="77" y="433"/>
                </a:lnTo>
                <a:lnTo>
                  <a:pt x="77" y="434"/>
                </a:lnTo>
                <a:lnTo>
                  <a:pt x="78" y="434"/>
                </a:lnTo>
                <a:lnTo>
                  <a:pt x="78" y="435"/>
                </a:lnTo>
                <a:lnTo>
                  <a:pt x="79" y="435"/>
                </a:lnTo>
                <a:lnTo>
                  <a:pt x="79" y="436"/>
                </a:lnTo>
                <a:lnTo>
                  <a:pt x="80" y="436"/>
                </a:lnTo>
                <a:lnTo>
                  <a:pt x="80" y="437"/>
                </a:lnTo>
                <a:lnTo>
                  <a:pt x="80" y="438"/>
                </a:lnTo>
                <a:lnTo>
                  <a:pt x="81" y="438"/>
                </a:lnTo>
                <a:lnTo>
                  <a:pt x="81" y="439"/>
                </a:lnTo>
                <a:lnTo>
                  <a:pt x="82" y="439"/>
                </a:lnTo>
                <a:lnTo>
                  <a:pt x="83" y="439"/>
                </a:lnTo>
                <a:lnTo>
                  <a:pt x="83" y="438"/>
                </a:lnTo>
                <a:lnTo>
                  <a:pt x="84" y="438"/>
                </a:lnTo>
                <a:lnTo>
                  <a:pt x="84" y="437"/>
                </a:lnTo>
                <a:lnTo>
                  <a:pt x="85" y="437"/>
                </a:lnTo>
                <a:lnTo>
                  <a:pt x="85" y="436"/>
                </a:lnTo>
                <a:lnTo>
                  <a:pt x="86" y="436"/>
                </a:lnTo>
                <a:lnTo>
                  <a:pt x="87" y="436"/>
                </a:lnTo>
                <a:lnTo>
                  <a:pt x="87" y="435"/>
                </a:lnTo>
                <a:lnTo>
                  <a:pt x="88" y="435"/>
                </a:lnTo>
                <a:lnTo>
                  <a:pt x="89" y="435"/>
                </a:lnTo>
                <a:lnTo>
                  <a:pt x="89" y="434"/>
                </a:lnTo>
                <a:lnTo>
                  <a:pt x="89" y="433"/>
                </a:lnTo>
                <a:lnTo>
                  <a:pt x="90" y="433"/>
                </a:lnTo>
                <a:lnTo>
                  <a:pt x="90" y="434"/>
                </a:lnTo>
                <a:lnTo>
                  <a:pt x="91" y="434"/>
                </a:lnTo>
                <a:lnTo>
                  <a:pt x="91" y="433"/>
                </a:lnTo>
                <a:lnTo>
                  <a:pt x="92" y="433"/>
                </a:lnTo>
                <a:lnTo>
                  <a:pt x="92" y="432"/>
                </a:lnTo>
                <a:lnTo>
                  <a:pt x="92" y="431"/>
                </a:lnTo>
                <a:lnTo>
                  <a:pt x="92" y="430"/>
                </a:lnTo>
                <a:lnTo>
                  <a:pt x="92" y="429"/>
                </a:lnTo>
                <a:lnTo>
                  <a:pt x="92" y="428"/>
                </a:lnTo>
                <a:lnTo>
                  <a:pt x="92" y="427"/>
                </a:lnTo>
                <a:lnTo>
                  <a:pt x="92" y="426"/>
                </a:lnTo>
                <a:lnTo>
                  <a:pt x="93" y="426"/>
                </a:lnTo>
                <a:lnTo>
                  <a:pt x="93" y="425"/>
                </a:lnTo>
                <a:lnTo>
                  <a:pt x="93" y="424"/>
                </a:lnTo>
                <a:lnTo>
                  <a:pt x="94" y="424"/>
                </a:lnTo>
                <a:lnTo>
                  <a:pt x="95" y="424"/>
                </a:lnTo>
                <a:lnTo>
                  <a:pt x="95" y="423"/>
                </a:lnTo>
                <a:lnTo>
                  <a:pt x="96" y="423"/>
                </a:lnTo>
                <a:lnTo>
                  <a:pt x="97" y="423"/>
                </a:lnTo>
                <a:lnTo>
                  <a:pt x="98" y="423"/>
                </a:lnTo>
                <a:lnTo>
                  <a:pt x="98" y="422"/>
                </a:lnTo>
                <a:lnTo>
                  <a:pt x="98" y="421"/>
                </a:lnTo>
                <a:lnTo>
                  <a:pt x="98" y="420"/>
                </a:lnTo>
                <a:lnTo>
                  <a:pt x="98" y="419"/>
                </a:lnTo>
                <a:lnTo>
                  <a:pt x="98" y="418"/>
                </a:lnTo>
                <a:lnTo>
                  <a:pt x="98" y="417"/>
                </a:lnTo>
                <a:lnTo>
                  <a:pt x="98" y="416"/>
                </a:lnTo>
                <a:lnTo>
                  <a:pt x="98" y="415"/>
                </a:lnTo>
                <a:lnTo>
                  <a:pt x="99" y="415"/>
                </a:lnTo>
                <a:lnTo>
                  <a:pt x="100" y="415"/>
                </a:lnTo>
                <a:lnTo>
                  <a:pt x="100" y="414"/>
                </a:lnTo>
                <a:lnTo>
                  <a:pt x="100" y="413"/>
                </a:lnTo>
                <a:lnTo>
                  <a:pt x="99" y="413"/>
                </a:lnTo>
                <a:lnTo>
                  <a:pt x="99" y="412"/>
                </a:lnTo>
                <a:lnTo>
                  <a:pt x="99" y="411"/>
                </a:lnTo>
                <a:lnTo>
                  <a:pt x="100" y="411"/>
                </a:lnTo>
                <a:lnTo>
                  <a:pt x="100" y="410"/>
                </a:lnTo>
                <a:lnTo>
                  <a:pt x="101" y="410"/>
                </a:lnTo>
                <a:lnTo>
                  <a:pt x="101" y="409"/>
                </a:lnTo>
                <a:lnTo>
                  <a:pt x="101" y="408"/>
                </a:lnTo>
                <a:lnTo>
                  <a:pt x="102" y="408"/>
                </a:lnTo>
                <a:lnTo>
                  <a:pt x="102" y="407"/>
                </a:lnTo>
                <a:lnTo>
                  <a:pt x="103" y="407"/>
                </a:lnTo>
                <a:lnTo>
                  <a:pt x="104" y="407"/>
                </a:lnTo>
                <a:lnTo>
                  <a:pt x="104" y="406"/>
                </a:lnTo>
                <a:lnTo>
                  <a:pt x="104" y="405"/>
                </a:lnTo>
                <a:lnTo>
                  <a:pt x="105" y="405"/>
                </a:lnTo>
                <a:lnTo>
                  <a:pt x="105" y="404"/>
                </a:lnTo>
                <a:lnTo>
                  <a:pt x="106" y="404"/>
                </a:lnTo>
                <a:lnTo>
                  <a:pt x="107" y="404"/>
                </a:lnTo>
                <a:lnTo>
                  <a:pt x="108" y="404"/>
                </a:lnTo>
                <a:lnTo>
                  <a:pt x="109" y="404"/>
                </a:lnTo>
                <a:lnTo>
                  <a:pt x="110" y="404"/>
                </a:lnTo>
                <a:lnTo>
                  <a:pt x="110" y="405"/>
                </a:lnTo>
                <a:lnTo>
                  <a:pt x="110" y="406"/>
                </a:lnTo>
                <a:lnTo>
                  <a:pt x="111" y="406"/>
                </a:lnTo>
                <a:lnTo>
                  <a:pt x="112" y="407"/>
                </a:lnTo>
                <a:lnTo>
                  <a:pt x="113" y="407"/>
                </a:lnTo>
                <a:lnTo>
                  <a:pt x="113" y="408"/>
                </a:lnTo>
                <a:lnTo>
                  <a:pt x="114" y="408"/>
                </a:lnTo>
                <a:lnTo>
                  <a:pt x="115" y="408"/>
                </a:lnTo>
                <a:lnTo>
                  <a:pt x="115" y="409"/>
                </a:lnTo>
                <a:lnTo>
                  <a:pt x="116" y="409"/>
                </a:lnTo>
                <a:lnTo>
                  <a:pt x="117" y="409"/>
                </a:lnTo>
                <a:lnTo>
                  <a:pt x="117" y="408"/>
                </a:lnTo>
                <a:lnTo>
                  <a:pt x="118" y="408"/>
                </a:lnTo>
                <a:lnTo>
                  <a:pt x="118" y="407"/>
                </a:lnTo>
                <a:lnTo>
                  <a:pt x="119" y="407"/>
                </a:lnTo>
                <a:lnTo>
                  <a:pt x="120" y="407"/>
                </a:lnTo>
                <a:lnTo>
                  <a:pt x="120" y="406"/>
                </a:lnTo>
                <a:lnTo>
                  <a:pt x="121" y="406"/>
                </a:lnTo>
                <a:lnTo>
                  <a:pt x="121" y="405"/>
                </a:lnTo>
                <a:lnTo>
                  <a:pt x="121" y="404"/>
                </a:lnTo>
                <a:lnTo>
                  <a:pt x="122" y="404"/>
                </a:lnTo>
                <a:lnTo>
                  <a:pt x="123" y="404"/>
                </a:lnTo>
                <a:lnTo>
                  <a:pt x="123" y="403"/>
                </a:lnTo>
                <a:lnTo>
                  <a:pt x="124" y="403"/>
                </a:lnTo>
                <a:lnTo>
                  <a:pt x="124" y="402"/>
                </a:lnTo>
                <a:lnTo>
                  <a:pt x="123" y="402"/>
                </a:lnTo>
                <a:lnTo>
                  <a:pt x="123" y="401"/>
                </a:lnTo>
                <a:lnTo>
                  <a:pt x="124" y="401"/>
                </a:lnTo>
                <a:lnTo>
                  <a:pt x="124" y="400"/>
                </a:lnTo>
                <a:lnTo>
                  <a:pt x="123" y="400"/>
                </a:lnTo>
                <a:lnTo>
                  <a:pt x="123" y="399"/>
                </a:lnTo>
                <a:lnTo>
                  <a:pt x="123" y="398"/>
                </a:lnTo>
                <a:lnTo>
                  <a:pt x="123" y="397"/>
                </a:lnTo>
                <a:lnTo>
                  <a:pt x="122" y="396"/>
                </a:lnTo>
                <a:lnTo>
                  <a:pt x="122" y="395"/>
                </a:lnTo>
                <a:lnTo>
                  <a:pt x="121" y="395"/>
                </a:lnTo>
                <a:lnTo>
                  <a:pt x="121" y="394"/>
                </a:lnTo>
                <a:lnTo>
                  <a:pt x="122" y="394"/>
                </a:lnTo>
                <a:lnTo>
                  <a:pt x="121" y="394"/>
                </a:lnTo>
                <a:lnTo>
                  <a:pt x="122" y="394"/>
                </a:lnTo>
                <a:lnTo>
                  <a:pt x="121" y="394"/>
                </a:lnTo>
                <a:lnTo>
                  <a:pt x="121" y="393"/>
                </a:lnTo>
                <a:lnTo>
                  <a:pt x="121" y="392"/>
                </a:lnTo>
                <a:lnTo>
                  <a:pt x="120" y="392"/>
                </a:lnTo>
                <a:lnTo>
                  <a:pt x="119" y="392"/>
                </a:lnTo>
                <a:lnTo>
                  <a:pt x="119" y="391"/>
                </a:lnTo>
                <a:lnTo>
                  <a:pt x="119" y="390"/>
                </a:lnTo>
                <a:lnTo>
                  <a:pt x="118" y="390"/>
                </a:lnTo>
                <a:lnTo>
                  <a:pt x="117" y="390"/>
                </a:lnTo>
                <a:lnTo>
                  <a:pt x="117" y="389"/>
                </a:lnTo>
                <a:lnTo>
                  <a:pt x="117" y="388"/>
                </a:lnTo>
                <a:lnTo>
                  <a:pt x="116" y="388"/>
                </a:lnTo>
                <a:lnTo>
                  <a:pt x="116" y="389"/>
                </a:lnTo>
                <a:lnTo>
                  <a:pt x="115" y="389"/>
                </a:lnTo>
                <a:lnTo>
                  <a:pt x="115" y="388"/>
                </a:lnTo>
                <a:lnTo>
                  <a:pt x="114" y="388"/>
                </a:lnTo>
                <a:lnTo>
                  <a:pt x="114" y="389"/>
                </a:lnTo>
                <a:lnTo>
                  <a:pt x="114" y="388"/>
                </a:lnTo>
                <a:lnTo>
                  <a:pt x="114" y="387"/>
                </a:lnTo>
                <a:lnTo>
                  <a:pt x="114" y="386"/>
                </a:lnTo>
                <a:lnTo>
                  <a:pt x="113" y="386"/>
                </a:lnTo>
                <a:lnTo>
                  <a:pt x="113" y="385"/>
                </a:lnTo>
                <a:lnTo>
                  <a:pt x="114" y="385"/>
                </a:lnTo>
                <a:lnTo>
                  <a:pt x="114" y="384"/>
                </a:lnTo>
                <a:lnTo>
                  <a:pt x="113" y="384"/>
                </a:lnTo>
                <a:lnTo>
                  <a:pt x="113" y="383"/>
                </a:lnTo>
                <a:lnTo>
                  <a:pt x="113" y="382"/>
                </a:lnTo>
                <a:lnTo>
                  <a:pt x="112" y="382"/>
                </a:lnTo>
                <a:lnTo>
                  <a:pt x="112" y="381"/>
                </a:lnTo>
                <a:lnTo>
                  <a:pt x="113" y="381"/>
                </a:lnTo>
                <a:lnTo>
                  <a:pt x="113" y="380"/>
                </a:lnTo>
                <a:lnTo>
                  <a:pt x="112" y="380"/>
                </a:lnTo>
                <a:lnTo>
                  <a:pt x="112" y="379"/>
                </a:lnTo>
                <a:lnTo>
                  <a:pt x="113" y="379"/>
                </a:lnTo>
                <a:lnTo>
                  <a:pt x="113" y="378"/>
                </a:lnTo>
                <a:lnTo>
                  <a:pt x="112" y="378"/>
                </a:lnTo>
                <a:lnTo>
                  <a:pt x="112" y="377"/>
                </a:lnTo>
                <a:lnTo>
                  <a:pt x="112" y="376"/>
                </a:lnTo>
                <a:lnTo>
                  <a:pt x="111" y="376"/>
                </a:lnTo>
                <a:lnTo>
                  <a:pt x="111" y="377"/>
                </a:lnTo>
                <a:lnTo>
                  <a:pt x="110" y="377"/>
                </a:lnTo>
                <a:lnTo>
                  <a:pt x="110" y="376"/>
                </a:lnTo>
                <a:lnTo>
                  <a:pt x="111" y="376"/>
                </a:lnTo>
                <a:lnTo>
                  <a:pt x="111" y="375"/>
                </a:lnTo>
                <a:lnTo>
                  <a:pt x="111" y="374"/>
                </a:lnTo>
                <a:lnTo>
                  <a:pt x="110" y="373"/>
                </a:lnTo>
                <a:lnTo>
                  <a:pt x="110" y="372"/>
                </a:lnTo>
                <a:lnTo>
                  <a:pt x="110" y="371"/>
                </a:lnTo>
                <a:lnTo>
                  <a:pt x="110" y="370"/>
                </a:lnTo>
                <a:lnTo>
                  <a:pt x="111" y="370"/>
                </a:lnTo>
                <a:lnTo>
                  <a:pt x="111" y="369"/>
                </a:lnTo>
                <a:lnTo>
                  <a:pt x="111" y="368"/>
                </a:lnTo>
                <a:lnTo>
                  <a:pt x="110" y="368"/>
                </a:lnTo>
                <a:lnTo>
                  <a:pt x="111" y="368"/>
                </a:lnTo>
                <a:lnTo>
                  <a:pt x="112" y="369"/>
                </a:lnTo>
                <a:lnTo>
                  <a:pt x="113" y="369"/>
                </a:lnTo>
                <a:lnTo>
                  <a:pt x="113" y="370"/>
                </a:lnTo>
                <a:lnTo>
                  <a:pt x="113" y="369"/>
                </a:lnTo>
                <a:lnTo>
                  <a:pt x="114" y="369"/>
                </a:lnTo>
                <a:lnTo>
                  <a:pt x="114" y="368"/>
                </a:lnTo>
                <a:lnTo>
                  <a:pt x="115" y="368"/>
                </a:lnTo>
                <a:lnTo>
                  <a:pt x="115" y="367"/>
                </a:lnTo>
                <a:lnTo>
                  <a:pt x="116" y="367"/>
                </a:lnTo>
                <a:lnTo>
                  <a:pt x="116" y="368"/>
                </a:lnTo>
                <a:lnTo>
                  <a:pt x="117" y="368"/>
                </a:lnTo>
                <a:lnTo>
                  <a:pt x="118" y="368"/>
                </a:lnTo>
                <a:lnTo>
                  <a:pt x="118" y="369"/>
                </a:lnTo>
                <a:lnTo>
                  <a:pt x="119" y="369"/>
                </a:lnTo>
                <a:lnTo>
                  <a:pt x="119" y="370"/>
                </a:lnTo>
                <a:lnTo>
                  <a:pt x="119" y="371"/>
                </a:lnTo>
                <a:lnTo>
                  <a:pt x="119" y="372"/>
                </a:lnTo>
                <a:lnTo>
                  <a:pt x="118" y="372"/>
                </a:lnTo>
                <a:lnTo>
                  <a:pt x="118" y="373"/>
                </a:lnTo>
                <a:lnTo>
                  <a:pt x="118" y="374"/>
                </a:lnTo>
                <a:lnTo>
                  <a:pt x="119" y="374"/>
                </a:lnTo>
                <a:lnTo>
                  <a:pt x="119" y="375"/>
                </a:lnTo>
                <a:lnTo>
                  <a:pt x="120" y="375"/>
                </a:lnTo>
                <a:lnTo>
                  <a:pt x="120" y="374"/>
                </a:lnTo>
                <a:lnTo>
                  <a:pt x="121" y="374"/>
                </a:lnTo>
                <a:lnTo>
                  <a:pt x="121" y="373"/>
                </a:lnTo>
                <a:lnTo>
                  <a:pt x="122" y="373"/>
                </a:lnTo>
                <a:lnTo>
                  <a:pt x="122" y="372"/>
                </a:lnTo>
                <a:lnTo>
                  <a:pt x="123" y="372"/>
                </a:lnTo>
                <a:lnTo>
                  <a:pt x="123" y="371"/>
                </a:lnTo>
                <a:lnTo>
                  <a:pt x="124" y="371"/>
                </a:lnTo>
                <a:lnTo>
                  <a:pt x="124" y="370"/>
                </a:lnTo>
                <a:lnTo>
                  <a:pt x="125" y="370"/>
                </a:lnTo>
                <a:lnTo>
                  <a:pt x="125" y="369"/>
                </a:lnTo>
                <a:lnTo>
                  <a:pt x="125" y="368"/>
                </a:lnTo>
                <a:lnTo>
                  <a:pt x="124" y="368"/>
                </a:lnTo>
                <a:lnTo>
                  <a:pt x="124" y="367"/>
                </a:lnTo>
                <a:lnTo>
                  <a:pt x="124" y="366"/>
                </a:lnTo>
                <a:lnTo>
                  <a:pt x="125" y="366"/>
                </a:lnTo>
                <a:lnTo>
                  <a:pt x="126" y="366"/>
                </a:lnTo>
                <a:lnTo>
                  <a:pt x="126" y="365"/>
                </a:lnTo>
                <a:lnTo>
                  <a:pt x="126" y="364"/>
                </a:lnTo>
                <a:lnTo>
                  <a:pt x="126" y="363"/>
                </a:lnTo>
                <a:lnTo>
                  <a:pt x="127" y="363"/>
                </a:lnTo>
                <a:lnTo>
                  <a:pt x="126" y="363"/>
                </a:lnTo>
                <a:lnTo>
                  <a:pt x="126" y="362"/>
                </a:lnTo>
                <a:lnTo>
                  <a:pt x="126" y="361"/>
                </a:lnTo>
                <a:lnTo>
                  <a:pt x="126" y="360"/>
                </a:lnTo>
                <a:lnTo>
                  <a:pt x="125" y="360"/>
                </a:lnTo>
                <a:lnTo>
                  <a:pt x="125" y="359"/>
                </a:lnTo>
                <a:lnTo>
                  <a:pt x="124" y="359"/>
                </a:lnTo>
                <a:lnTo>
                  <a:pt x="124" y="358"/>
                </a:lnTo>
                <a:lnTo>
                  <a:pt x="124" y="357"/>
                </a:lnTo>
                <a:lnTo>
                  <a:pt x="124" y="356"/>
                </a:lnTo>
                <a:lnTo>
                  <a:pt x="123" y="356"/>
                </a:lnTo>
                <a:lnTo>
                  <a:pt x="122" y="356"/>
                </a:lnTo>
                <a:lnTo>
                  <a:pt x="122" y="357"/>
                </a:lnTo>
                <a:lnTo>
                  <a:pt x="121" y="357"/>
                </a:lnTo>
                <a:lnTo>
                  <a:pt x="121" y="356"/>
                </a:lnTo>
                <a:lnTo>
                  <a:pt x="120" y="356"/>
                </a:lnTo>
                <a:lnTo>
                  <a:pt x="120" y="355"/>
                </a:lnTo>
                <a:lnTo>
                  <a:pt x="121" y="355"/>
                </a:lnTo>
                <a:lnTo>
                  <a:pt x="121" y="354"/>
                </a:lnTo>
                <a:lnTo>
                  <a:pt x="121" y="353"/>
                </a:lnTo>
                <a:lnTo>
                  <a:pt x="121" y="352"/>
                </a:lnTo>
                <a:lnTo>
                  <a:pt x="120" y="352"/>
                </a:lnTo>
                <a:lnTo>
                  <a:pt x="121" y="352"/>
                </a:lnTo>
                <a:lnTo>
                  <a:pt x="121" y="351"/>
                </a:lnTo>
                <a:lnTo>
                  <a:pt x="121" y="350"/>
                </a:lnTo>
                <a:lnTo>
                  <a:pt x="121" y="349"/>
                </a:lnTo>
                <a:lnTo>
                  <a:pt x="121" y="348"/>
                </a:lnTo>
                <a:lnTo>
                  <a:pt x="122" y="348"/>
                </a:lnTo>
                <a:lnTo>
                  <a:pt x="122" y="347"/>
                </a:lnTo>
                <a:lnTo>
                  <a:pt x="123" y="347"/>
                </a:lnTo>
                <a:lnTo>
                  <a:pt x="124" y="347"/>
                </a:lnTo>
                <a:lnTo>
                  <a:pt x="124" y="346"/>
                </a:lnTo>
                <a:lnTo>
                  <a:pt x="124" y="345"/>
                </a:lnTo>
                <a:lnTo>
                  <a:pt x="125" y="345"/>
                </a:lnTo>
                <a:lnTo>
                  <a:pt x="124" y="345"/>
                </a:lnTo>
                <a:lnTo>
                  <a:pt x="125" y="345"/>
                </a:lnTo>
                <a:lnTo>
                  <a:pt x="125" y="344"/>
                </a:lnTo>
                <a:lnTo>
                  <a:pt x="126" y="344"/>
                </a:lnTo>
                <a:lnTo>
                  <a:pt x="126" y="343"/>
                </a:lnTo>
                <a:lnTo>
                  <a:pt x="126" y="342"/>
                </a:lnTo>
                <a:lnTo>
                  <a:pt x="126" y="341"/>
                </a:lnTo>
                <a:lnTo>
                  <a:pt x="126" y="340"/>
                </a:lnTo>
                <a:lnTo>
                  <a:pt x="127" y="339"/>
                </a:lnTo>
                <a:lnTo>
                  <a:pt x="127" y="338"/>
                </a:lnTo>
                <a:lnTo>
                  <a:pt x="128" y="338"/>
                </a:lnTo>
                <a:lnTo>
                  <a:pt x="127" y="338"/>
                </a:lnTo>
                <a:lnTo>
                  <a:pt x="127" y="337"/>
                </a:lnTo>
                <a:lnTo>
                  <a:pt x="128" y="337"/>
                </a:lnTo>
                <a:lnTo>
                  <a:pt x="128" y="336"/>
                </a:lnTo>
                <a:lnTo>
                  <a:pt x="128" y="335"/>
                </a:lnTo>
                <a:lnTo>
                  <a:pt x="128" y="334"/>
                </a:lnTo>
                <a:lnTo>
                  <a:pt x="127" y="334"/>
                </a:lnTo>
                <a:lnTo>
                  <a:pt x="127" y="333"/>
                </a:lnTo>
                <a:lnTo>
                  <a:pt x="128" y="332"/>
                </a:lnTo>
                <a:lnTo>
                  <a:pt x="128" y="331"/>
                </a:lnTo>
                <a:lnTo>
                  <a:pt x="128" y="330"/>
                </a:lnTo>
                <a:lnTo>
                  <a:pt x="128" y="329"/>
                </a:lnTo>
                <a:lnTo>
                  <a:pt x="128" y="328"/>
                </a:lnTo>
                <a:lnTo>
                  <a:pt x="128" y="327"/>
                </a:lnTo>
                <a:lnTo>
                  <a:pt x="129" y="327"/>
                </a:lnTo>
                <a:lnTo>
                  <a:pt x="129" y="326"/>
                </a:lnTo>
                <a:lnTo>
                  <a:pt x="129" y="325"/>
                </a:lnTo>
                <a:lnTo>
                  <a:pt x="128" y="325"/>
                </a:lnTo>
                <a:lnTo>
                  <a:pt x="128" y="324"/>
                </a:lnTo>
                <a:lnTo>
                  <a:pt x="128" y="323"/>
                </a:lnTo>
                <a:lnTo>
                  <a:pt x="129" y="323"/>
                </a:lnTo>
                <a:lnTo>
                  <a:pt x="128" y="323"/>
                </a:lnTo>
                <a:lnTo>
                  <a:pt x="129" y="323"/>
                </a:lnTo>
                <a:lnTo>
                  <a:pt x="129" y="322"/>
                </a:lnTo>
                <a:lnTo>
                  <a:pt x="128" y="322"/>
                </a:lnTo>
                <a:lnTo>
                  <a:pt x="128" y="321"/>
                </a:lnTo>
                <a:lnTo>
                  <a:pt x="129" y="321"/>
                </a:lnTo>
                <a:lnTo>
                  <a:pt x="129" y="320"/>
                </a:lnTo>
                <a:lnTo>
                  <a:pt x="129" y="319"/>
                </a:lnTo>
                <a:lnTo>
                  <a:pt x="129" y="318"/>
                </a:lnTo>
                <a:lnTo>
                  <a:pt x="128" y="318"/>
                </a:lnTo>
                <a:lnTo>
                  <a:pt x="129" y="318"/>
                </a:lnTo>
                <a:lnTo>
                  <a:pt x="129" y="317"/>
                </a:lnTo>
                <a:lnTo>
                  <a:pt x="130" y="317"/>
                </a:lnTo>
                <a:lnTo>
                  <a:pt x="130" y="316"/>
                </a:lnTo>
                <a:lnTo>
                  <a:pt x="131" y="316"/>
                </a:lnTo>
                <a:lnTo>
                  <a:pt x="131" y="315"/>
                </a:lnTo>
                <a:lnTo>
                  <a:pt x="131" y="314"/>
                </a:lnTo>
                <a:lnTo>
                  <a:pt x="131" y="313"/>
                </a:lnTo>
                <a:lnTo>
                  <a:pt x="131" y="312"/>
                </a:lnTo>
                <a:lnTo>
                  <a:pt x="131" y="311"/>
                </a:lnTo>
                <a:lnTo>
                  <a:pt x="131" y="310"/>
                </a:lnTo>
                <a:lnTo>
                  <a:pt x="131" y="309"/>
                </a:lnTo>
                <a:lnTo>
                  <a:pt x="130" y="309"/>
                </a:lnTo>
                <a:lnTo>
                  <a:pt x="130" y="308"/>
                </a:lnTo>
                <a:lnTo>
                  <a:pt x="130" y="307"/>
                </a:lnTo>
                <a:lnTo>
                  <a:pt x="130" y="306"/>
                </a:lnTo>
                <a:lnTo>
                  <a:pt x="129" y="306"/>
                </a:lnTo>
                <a:lnTo>
                  <a:pt x="130" y="306"/>
                </a:lnTo>
                <a:lnTo>
                  <a:pt x="130" y="305"/>
                </a:lnTo>
                <a:lnTo>
                  <a:pt x="130" y="304"/>
                </a:lnTo>
                <a:lnTo>
                  <a:pt x="130" y="303"/>
                </a:lnTo>
                <a:lnTo>
                  <a:pt x="129" y="303"/>
                </a:lnTo>
                <a:lnTo>
                  <a:pt x="129" y="302"/>
                </a:lnTo>
                <a:lnTo>
                  <a:pt x="128" y="302"/>
                </a:lnTo>
                <a:lnTo>
                  <a:pt x="128" y="301"/>
                </a:lnTo>
                <a:lnTo>
                  <a:pt x="128" y="300"/>
                </a:lnTo>
                <a:lnTo>
                  <a:pt x="127" y="300"/>
                </a:lnTo>
                <a:lnTo>
                  <a:pt x="128" y="300"/>
                </a:lnTo>
                <a:lnTo>
                  <a:pt x="128" y="299"/>
                </a:lnTo>
                <a:lnTo>
                  <a:pt x="128" y="298"/>
                </a:lnTo>
                <a:lnTo>
                  <a:pt x="129" y="298"/>
                </a:lnTo>
                <a:lnTo>
                  <a:pt x="129" y="297"/>
                </a:lnTo>
                <a:lnTo>
                  <a:pt x="128" y="297"/>
                </a:lnTo>
                <a:lnTo>
                  <a:pt x="128" y="296"/>
                </a:lnTo>
                <a:lnTo>
                  <a:pt x="129" y="296"/>
                </a:lnTo>
                <a:lnTo>
                  <a:pt x="129" y="295"/>
                </a:lnTo>
                <a:lnTo>
                  <a:pt x="129" y="294"/>
                </a:lnTo>
                <a:lnTo>
                  <a:pt x="129" y="293"/>
                </a:lnTo>
                <a:lnTo>
                  <a:pt x="129" y="292"/>
                </a:lnTo>
                <a:lnTo>
                  <a:pt x="129" y="291"/>
                </a:lnTo>
                <a:lnTo>
                  <a:pt x="129" y="290"/>
                </a:lnTo>
                <a:lnTo>
                  <a:pt x="129" y="289"/>
                </a:lnTo>
                <a:lnTo>
                  <a:pt x="129" y="288"/>
                </a:lnTo>
                <a:lnTo>
                  <a:pt x="128" y="288"/>
                </a:lnTo>
                <a:lnTo>
                  <a:pt x="128" y="287"/>
                </a:lnTo>
                <a:lnTo>
                  <a:pt x="128" y="286"/>
                </a:lnTo>
                <a:lnTo>
                  <a:pt x="127" y="286"/>
                </a:lnTo>
                <a:lnTo>
                  <a:pt x="127" y="285"/>
                </a:lnTo>
                <a:lnTo>
                  <a:pt x="126" y="285"/>
                </a:lnTo>
                <a:lnTo>
                  <a:pt x="126" y="284"/>
                </a:lnTo>
                <a:lnTo>
                  <a:pt x="126" y="283"/>
                </a:lnTo>
                <a:lnTo>
                  <a:pt x="127" y="283"/>
                </a:lnTo>
                <a:lnTo>
                  <a:pt x="127" y="282"/>
                </a:lnTo>
                <a:lnTo>
                  <a:pt x="128" y="281"/>
                </a:lnTo>
                <a:lnTo>
                  <a:pt x="129" y="281"/>
                </a:lnTo>
                <a:lnTo>
                  <a:pt x="129" y="280"/>
                </a:lnTo>
                <a:lnTo>
                  <a:pt x="129" y="279"/>
                </a:lnTo>
                <a:lnTo>
                  <a:pt x="129" y="278"/>
                </a:lnTo>
                <a:lnTo>
                  <a:pt x="129" y="277"/>
                </a:lnTo>
                <a:lnTo>
                  <a:pt x="128" y="277"/>
                </a:lnTo>
                <a:lnTo>
                  <a:pt x="129" y="276"/>
                </a:lnTo>
                <a:lnTo>
                  <a:pt x="128" y="276"/>
                </a:lnTo>
                <a:lnTo>
                  <a:pt x="128" y="275"/>
                </a:lnTo>
                <a:lnTo>
                  <a:pt x="128" y="274"/>
                </a:lnTo>
                <a:lnTo>
                  <a:pt x="127" y="274"/>
                </a:lnTo>
                <a:lnTo>
                  <a:pt x="128" y="274"/>
                </a:lnTo>
                <a:lnTo>
                  <a:pt x="128" y="273"/>
                </a:lnTo>
                <a:lnTo>
                  <a:pt x="128" y="272"/>
                </a:lnTo>
                <a:lnTo>
                  <a:pt x="127" y="272"/>
                </a:lnTo>
                <a:lnTo>
                  <a:pt x="127" y="271"/>
                </a:lnTo>
                <a:lnTo>
                  <a:pt x="127" y="270"/>
                </a:lnTo>
                <a:lnTo>
                  <a:pt x="127" y="269"/>
                </a:lnTo>
                <a:lnTo>
                  <a:pt x="127" y="268"/>
                </a:lnTo>
                <a:lnTo>
                  <a:pt x="127" y="267"/>
                </a:lnTo>
                <a:lnTo>
                  <a:pt x="127" y="266"/>
                </a:lnTo>
                <a:lnTo>
                  <a:pt x="126" y="266"/>
                </a:lnTo>
                <a:lnTo>
                  <a:pt x="126" y="265"/>
                </a:lnTo>
                <a:lnTo>
                  <a:pt x="127" y="265"/>
                </a:lnTo>
                <a:lnTo>
                  <a:pt x="127" y="264"/>
                </a:lnTo>
                <a:lnTo>
                  <a:pt x="128" y="264"/>
                </a:lnTo>
                <a:lnTo>
                  <a:pt x="129" y="264"/>
                </a:lnTo>
                <a:lnTo>
                  <a:pt x="129" y="263"/>
                </a:lnTo>
                <a:lnTo>
                  <a:pt x="130" y="263"/>
                </a:lnTo>
                <a:lnTo>
                  <a:pt x="130" y="262"/>
                </a:lnTo>
                <a:lnTo>
                  <a:pt x="130" y="261"/>
                </a:lnTo>
                <a:lnTo>
                  <a:pt x="130" y="260"/>
                </a:lnTo>
                <a:lnTo>
                  <a:pt x="130" y="259"/>
                </a:lnTo>
                <a:lnTo>
                  <a:pt x="129" y="259"/>
                </a:lnTo>
                <a:lnTo>
                  <a:pt x="128" y="259"/>
                </a:lnTo>
                <a:lnTo>
                  <a:pt x="128" y="258"/>
                </a:lnTo>
                <a:lnTo>
                  <a:pt x="128" y="257"/>
                </a:lnTo>
                <a:lnTo>
                  <a:pt x="127" y="257"/>
                </a:lnTo>
                <a:lnTo>
                  <a:pt x="126" y="257"/>
                </a:lnTo>
                <a:lnTo>
                  <a:pt x="126" y="258"/>
                </a:lnTo>
                <a:lnTo>
                  <a:pt x="125" y="258"/>
                </a:lnTo>
                <a:lnTo>
                  <a:pt x="125" y="257"/>
                </a:lnTo>
                <a:lnTo>
                  <a:pt x="124" y="257"/>
                </a:lnTo>
                <a:lnTo>
                  <a:pt x="124" y="256"/>
                </a:lnTo>
                <a:lnTo>
                  <a:pt x="124" y="255"/>
                </a:lnTo>
                <a:lnTo>
                  <a:pt x="124" y="254"/>
                </a:lnTo>
                <a:lnTo>
                  <a:pt x="124" y="253"/>
                </a:lnTo>
                <a:lnTo>
                  <a:pt x="124" y="252"/>
                </a:lnTo>
                <a:lnTo>
                  <a:pt x="124" y="251"/>
                </a:lnTo>
                <a:lnTo>
                  <a:pt x="124" y="250"/>
                </a:lnTo>
                <a:lnTo>
                  <a:pt x="124" y="249"/>
                </a:lnTo>
                <a:lnTo>
                  <a:pt x="124" y="248"/>
                </a:lnTo>
                <a:lnTo>
                  <a:pt x="124" y="247"/>
                </a:lnTo>
                <a:lnTo>
                  <a:pt x="124" y="246"/>
                </a:lnTo>
                <a:lnTo>
                  <a:pt x="123" y="246"/>
                </a:lnTo>
                <a:lnTo>
                  <a:pt x="124" y="246"/>
                </a:lnTo>
                <a:lnTo>
                  <a:pt x="123" y="246"/>
                </a:lnTo>
                <a:lnTo>
                  <a:pt x="124" y="245"/>
                </a:lnTo>
                <a:lnTo>
                  <a:pt x="123" y="245"/>
                </a:lnTo>
                <a:lnTo>
                  <a:pt x="123" y="244"/>
                </a:lnTo>
                <a:lnTo>
                  <a:pt x="123" y="243"/>
                </a:lnTo>
                <a:lnTo>
                  <a:pt x="122" y="243"/>
                </a:lnTo>
                <a:lnTo>
                  <a:pt x="122" y="242"/>
                </a:lnTo>
                <a:lnTo>
                  <a:pt x="122" y="241"/>
                </a:lnTo>
                <a:lnTo>
                  <a:pt x="122" y="240"/>
                </a:lnTo>
                <a:lnTo>
                  <a:pt x="123" y="240"/>
                </a:lnTo>
                <a:lnTo>
                  <a:pt x="124" y="240"/>
                </a:lnTo>
                <a:lnTo>
                  <a:pt x="125" y="240"/>
                </a:lnTo>
                <a:lnTo>
                  <a:pt x="125" y="239"/>
                </a:lnTo>
                <a:lnTo>
                  <a:pt x="125" y="238"/>
                </a:lnTo>
                <a:lnTo>
                  <a:pt x="125" y="237"/>
                </a:lnTo>
                <a:lnTo>
                  <a:pt x="126" y="237"/>
                </a:lnTo>
                <a:lnTo>
                  <a:pt x="126" y="236"/>
                </a:lnTo>
                <a:lnTo>
                  <a:pt x="125" y="236"/>
                </a:lnTo>
                <a:lnTo>
                  <a:pt x="125" y="235"/>
                </a:lnTo>
                <a:lnTo>
                  <a:pt x="124" y="235"/>
                </a:lnTo>
                <a:lnTo>
                  <a:pt x="125" y="235"/>
                </a:lnTo>
                <a:lnTo>
                  <a:pt x="125" y="234"/>
                </a:lnTo>
                <a:lnTo>
                  <a:pt x="125" y="233"/>
                </a:lnTo>
                <a:lnTo>
                  <a:pt x="126" y="233"/>
                </a:lnTo>
                <a:lnTo>
                  <a:pt x="126" y="232"/>
                </a:lnTo>
                <a:lnTo>
                  <a:pt x="126" y="231"/>
                </a:lnTo>
                <a:lnTo>
                  <a:pt x="126" y="230"/>
                </a:lnTo>
                <a:lnTo>
                  <a:pt x="127" y="230"/>
                </a:lnTo>
                <a:lnTo>
                  <a:pt x="127" y="229"/>
                </a:lnTo>
                <a:lnTo>
                  <a:pt x="127" y="228"/>
                </a:lnTo>
                <a:lnTo>
                  <a:pt x="127" y="227"/>
                </a:lnTo>
                <a:lnTo>
                  <a:pt x="127" y="226"/>
                </a:lnTo>
                <a:lnTo>
                  <a:pt x="126" y="226"/>
                </a:lnTo>
                <a:lnTo>
                  <a:pt x="126" y="225"/>
                </a:lnTo>
                <a:lnTo>
                  <a:pt x="126" y="224"/>
                </a:lnTo>
                <a:lnTo>
                  <a:pt x="127" y="224"/>
                </a:lnTo>
                <a:lnTo>
                  <a:pt x="126" y="224"/>
                </a:lnTo>
                <a:lnTo>
                  <a:pt x="125" y="224"/>
                </a:lnTo>
                <a:lnTo>
                  <a:pt x="125" y="223"/>
                </a:lnTo>
                <a:lnTo>
                  <a:pt x="124" y="223"/>
                </a:lnTo>
                <a:lnTo>
                  <a:pt x="124" y="222"/>
                </a:lnTo>
                <a:lnTo>
                  <a:pt x="123" y="222"/>
                </a:lnTo>
                <a:lnTo>
                  <a:pt x="123" y="221"/>
                </a:lnTo>
                <a:lnTo>
                  <a:pt x="123" y="220"/>
                </a:lnTo>
                <a:lnTo>
                  <a:pt x="123" y="219"/>
                </a:lnTo>
                <a:lnTo>
                  <a:pt x="123" y="218"/>
                </a:lnTo>
                <a:lnTo>
                  <a:pt x="123" y="217"/>
                </a:lnTo>
                <a:lnTo>
                  <a:pt x="123" y="216"/>
                </a:lnTo>
                <a:lnTo>
                  <a:pt x="122" y="216"/>
                </a:lnTo>
                <a:lnTo>
                  <a:pt x="122" y="215"/>
                </a:lnTo>
                <a:lnTo>
                  <a:pt x="121" y="215"/>
                </a:lnTo>
                <a:lnTo>
                  <a:pt x="121" y="214"/>
                </a:lnTo>
                <a:lnTo>
                  <a:pt x="122" y="214"/>
                </a:lnTo>
                <a:lnTo>
                  <a:pt x="122" y="213"/>
                </a:lnTo>
                <a:lnTo>
                  <a:pt x="121" y="213"/>
                </a:lnTo>
                <a:lnTo>
                  <a:pt x="122" y="213"/>
                </a:lnTo>
                <a:lnTo>
                  <a:pt x="122" y="212"/>
                </a:lnTo>
                <a:lnTo>
                  <a:pt x="123" y="212"/>
                </a:lnTo>
                <a:lnTo>
                  <a:pt x="123" y="211"/>
                </a:lnTo>
                <a:lnTo>
                  <a:pt x="123" y="210"/>
                </a:lnTo>
                <a:lnTo>
                  <a:pt x="122" y="210"/>
                </a:lnTo>
                <a:lnTo>
                  <a:pt x="122" y="209"/>
                </a:lnTo>
                <a:lnTo>
                  <a:pt x="122" y="208"/>
                </a:lnTo>
                <a:lnTo>
                  <a:pt x="121" y="208"/>
                </a:lnTo>
                <a:lnTo>
                  <a:pt x="121" y="207"/>
                </a:lnTo>
                <a:lnTo>
                  <a:pt x="122" y="207"/>
                </a:lnTo>
                <a:lnTo>
                  <a:pt x="122" y="206"/>
                </a:lnTo>
                <a:lnTo>
                  <a:pt x="122" y="205"/>
                </a:lnTo>
                <a:lnTo>
                  <a:pt x="122" y="204"/>
                </a:lnTo>
                <a:lnTo>
                  <a:pt x="123" y="204"/>
                </a:lnTo>
                <a:lnTo>
                  <a:pt x="123" y="203"/>
                </a:lnTo>
                <a:lnTo>
                  <a:pt x="123" y="202"/>
                </a:lnTo>
                <a:lnTo>
                  <a:pt x="123" y="201"/>
                </a:lnTo>
                <a:lnTo>
                  <a:pt x="123" y="200"/>
                </a:lnTo>
                <a:lnTo>
                  <a:pt x="124" y="200"/>
                </a:lnTo>
                <a:lnTo>
                  <a:pt x="124" y="199"/>
                </a:lnTo>
                <a:lnTo>
                  <a:pt x="123" y="199"/>
                </a:lnTo>
                <a:lnTo>
                  <a:pt x="122" y="199"/>
                </a:lnTo>
                <a:lnTo>
                  <a:pt x="122" y="198"/>
                </a:lnTo>
                <a:lnTo>
                  <a:pt x="121" y="198"/>
                </a:lnTo>
                <a:lnTo>
                  <a:pt x="121" y="197"/>
                </a:lnTo>
                <a:lnTo>
                  <a:pt x="120" y="197"/>
                </a:lnTo>
                <a:lnTo>
                  <a:pt x="120" y="196"/>
                </a:lnTo>
                <a:lnTo>
                  <a:pt x="119" y="196"/>
                </a:lnTo>
                <a:lnTo>
                  <a:pt x="118" y="196"/>
                </a:lnTo>
                <a:lnTo>
                  <a:pt x="118" y="197"/>
                </a:lnTo>
                <a:lnTo>
                  <a:pt x="118" y="198"/>
                </a:lnTo>
                <a:lnTo>
                  <a:pt x="117" y="198"/>
                </a:lnTo>
                <a:lnTo>
                  <a:pt x="116" y="198"/>
                </a:lnTo>
                <a:lnTo>
                  <a:pt x="116" y="197"/>
                </a:lnTo>
                <a:lnTo>
                  <a:pt x="115" y="197"/>
                </a:lnTo>
                <a:lnTo>
                  <a:pt x="114" y="197"/>
                </a:lnTo>
                <a:lnTo>
                  <a:pt x="113" y="197"/>
                </a:lnTo>
                <a:lnTo>
                  <a:pt x="113" y="196"/>
                </a:lnTo>
                <a:lnTo>
                  <a:pt x="113" y="197"/>
                </a:lnTo>
                <a:lnTo>
                  <a:pt x="112" y="197"/>
                </a:lnTo>
                <a:lnTo>
                  <a:pt x="112" y="198"/>
                </a:lnTo>
                <a:lnTo>
                  <a:pt x="111" y="198"/>
                </a:lnTo>
                <a:lnTo>
                  <a:pt x="111" y="197"/>
                </a:lnTo>
                <a:lnTo>
                  <a:pt x="110" y="197"/>
                </a:lnTo>
                <a:lnTo>
                  <a:pt x="111" y="197"/>
                </a:lnTo>
                <a:lnTo>
                  <a:pt x="111" y="196"/>
                </a:lnTo>
                <a:lnTo>
                  <a:pt x="111" y="195"/>
                </a:lnTo>
                <a:lnTo>
                  <a:pt x="110" y="195"/>
                </a:lnTo>
                <a:lnTo>
                  <a:pt x="110" y="194"/>
                </a:lnTo>
                <a:lnTo>
                  <a:pt x="110" y="193"/>
                </a:lnTo>
                <a:lnTo>
                  <a:pt x="109" y="192"/>
                </a:lnTo>
                <a:lnTo>
                  <a:pt x="109" y="191"/>
                </a:lnTo>
                <a:lnTo>
                  <a:pt x="109" y="190"/>
                </a:lnTo>
                <a:lnTo>
                  <a:pt x="109" y="189"/>
                </a:lnTo>
                <a:lnTo>
                  <a:pt x="108" y="189"/>
                </a:lnTo>
                <a:lnTo>
                  <a:pt x="107" y="189"/>
                </a:lnTo>
                <a:lnTo>
                  <a:pt x="106" y="189"/>
                </a:lnTo>
                <a:lnTo>
                  <a:pt x="106" y="190"/>
                </a:lnTo>
                <a:lnTo>
                  <a:pt x="106" y="192"/>
                </a:lnTo>
                <a:lnTo>
                  <a:pt x="105" y="192"/>
                </a:lnTo>
                <a:lnTo>
                  <a:pt x="104" y="192"/>
                </a:lnTo>
                <a:lnTo>
                  <a:pt x="104" y="191"/>
                </a:lnTo>
                <a:lnTo>
                  <a:pt x="103" y="191"/>
                </a:lnTo>
                <a:lnTo>
                  <a:pt x="103" y="190"/>
                </a:lnTo>
                <a:lnTo>
                  <a:pt x="102" y="190"/>
                </a:lnTo>
                <a:lnTo>
                  <a:pt x="101" y="190"/>
                </a:lnTo>
                <a:lnTo>
                  <a:pt x="100" y="190"/>
                </a:lnTo>
                <a:lnTo>
                  <a:pt x="99" y="190"/>
                </a:lnTo>
                <a:lnTo>
                  <a:pt x="99" y="189"/>
                </a:lnTo>
                <a:lnTo>
                  <a:pt x="98" y="189"/>
                </a:lnTo>
                <a:lnTo>
                  <a:pt x="98" y="188"/>
                </a:lnTo>
                <a:lnTo>
                  <a:pt x="97" y="188"/>
                </a:lnTo>
                <a:lnTo>
                  <a:pt x="97" y="187"/>
                </a:lnTo>
                <a:lnTo>
                  <a:pt x="96" y="187"/>
                </a:lnTo>
                <a:lnTo>
                  <a:pt x="96" y="186"/>
                </a:lnTo>
                <a:lnTo>
                  <a:pt x="95" y="186"/>
                </a:lnTo>
                <a:lnTo>
                  <a:pt x="95" y="187"/>
                </a:lnTo>
                <a:lnTo>
                  <a:pt x="95" y="188"/>
                </a:lnTo>
                <a:lnTo>
                  <a:pt x="95" y="189"/>
                </a:lnTo>
                <a:lnTo>
                  <a:pt x="95" y="190"/>
                </a:lnTo>
                <a:lnTo>
                  <a:pt x="95" y="191"/>
                </a:lnTo>
                <a:lnTo>
                  <a:pt x="95" y="192"/>
                </a:lnTo>
                <a:lnTo>
                  <a:pt x="95" y="193"/>
                </a:lnTo>
                <a:lnTo>
                  <a:pt x="94" y="193"/>
                </a:lnTo>
                <a:lnTo>
                  <a:pt x="95" y="193"/>
                </a:lnTo>
                <a:lnTo>
                  <a:pt x="95" y="194"/>
                </a:lnTo>
                <a:lnTo>
                  <a:pt x="95" y="195"/>
                </a:lnTo>
                <a:lnTo>
                  <a:pt x="94" y="195"/>
                </a:lnTo>
                <a:lnTo>
                  <a:pt x="95" y="195"/>
                </a:lnTo>
                <a:lnTo>
                  <a:pt x="95" y="196"/>
                </a:lnTo>
                <a:lnTo>
                  <a:pt x="95" y="197"/>
                </a:lnTo>
                <a:lnTo>
                  <a:pt x="95" y="198"/>
                </a:lnTo>
                <a:lnTo>
                  <a:pt x="95" y="199"/>
                </a:lnTo>
                <a:lnTo>
                  <a:pt x="95" y="200"/>
                </a:lnTo>
                <a:lnTo>
                  <a:pt x="94" y="200"/>
                </a:lnTo>
                <a:lnTo>
                  <a:pt x="93" y="200"/>
                </a:lnTo>
                <a:lnTo>
                  <a:pt x="93" y="201"/>
                </a:lnTo>
                <a:lnTo>
                  <a:pt x="92" y="201"/>
                </a:lnTo>
                <a:lnTo>
                  <a:pt x="91" y="201"/>
                </a:lnTo>
                <a:lnTo>
                  <a:pt x="91" y="202"/>
                </a:lnTo>
                <a:lnTo>
                  <a:pt x="91" y="203"/>
                </a:lnTo>
                <a:lnTo>
                  <a:pt x="91" y="204"/>
                </a:lnTo>
                <a:lnTo>
                  <a:pt x="90" y="204"/>
                </a:lnTo>
                <a:lnTo>
                  <a:pt x="90" y="205"/>
                </a:lnTo>
                <a:lnTo>
                  <a:pt x="89" y="205"/>
                </a:lnTo>
                <a:lnTo>
                  <a:pt x="88" y="205"/>
                </a:lnTo>
                <a:lnTo>
                  <a:pt x="87" y="205"/>
                </a:lnTo>
                <a:lnTo>
                  <a:pt x="87" y="204"/>
                </a:lnTo>
                <a:lnTo>
                  <a:pt x="86" y="204"/>
                </a:lnTo>
                <a:lnTo>
                  <a:pt x="86" y="205"/>
                </a:lnTo>
                <a:lnTo>
                  <a:pt x="85" y="205"/>
                </a:lnTo>
                <a:lnTo>
                  <a:pt x="84" y="205"/>
                </a:lnTo>
                <a:lnTo>
                  <a:pt x="84" y="204"/>
                </a:lnTo>
                <a:lnTo>
                  <a:pt x="83" y="204"/>
                </a:lnTo>
                <a:lnTo>
                  <a:pt x="83" y="203"/>
                </a:lnTo>
                <a:lnTo>
                  <a:pt x="83" y="202"/>
                </a:lnTo>
                <a:lnTo>
                  <a:pt x="82" y="202"/>
                </a:lnTo>
                <a:lnTo>
                  <a:pt x="82" y="201"/>
                </a:lnTo>
                <a:lnTo>
                  <a:pt x="82" y="199"/>
                </a:lnTo>
                <a:lnTo>
                  <a:pt x="81" y="199"/>
                </a:lnTo>
                <a:lnTo>
                  <a:pt x="82" y="198"/>
                </a:lnTo>
                <a:lnTo>
                  <a:pt x="82" y="197"/>
                </a:lnTo>
                <a:lnTo>
                  <a:pt x="82" y="196"/>
                </a:lnTo>
                <a:lnTo>
                  <a:pt x="82" y="195"/>
                </a:lnTo>
                <a:lnTo>
                  <a:pt x="81" y="195"/>
                </a:lnTo>
                <a:lnTo>
                  <a:pt x="81" y="194"/>
                </a:lnTo>
                <a:lnTo>
                  <a:pt x="81" y="193"/>
                </a:lnTo>
                <a:lnTo>
                  <a:pt x="81" y="192"/>
                </a:lnTo>
                <a:lnTo>
                  <a:pt x="81" y="191"/>
                </a:lnTo>
                <a:lnTo>
                  <a:pt x="81" y="190"/>
                </a:lnTo>
                <a:lnTo>
                  <a:pt x="80" y="190"/>
                </a:lnTo>
                <a:lnTo>
                  <a:pt x="79" y="190"/>
                </a:lnTo>
                <a:lnTo>
                  <a:pt x="79" y="189"/>
                </a:lnTo>
                <a:lnTo>
                  <a:pt x="79" y="188"/>
                </a:lnTo>
                <a:lnTo>
                  <a:pt x="79" y="187"/>
                </a:lnTo>
                <a:lnTo>
                  <a:pt x="78" y="187"/>
                </a:lnTo>
                <a:lnTo>
                  <a:pt x="77" y="187"/>
                </a:lnTo>
                <a:lnTo>
                  <a:pt x="77" y="186"/>
                </a:lnTo>
                <a:lnTo>
                  <a:pt x="77" y="185"/>
                </a:lnTo>
                <a:lnTo>
                  <a:pt x="76" y="185"/>
                </a:lnTo>
                <a:lnTo>
                  <a:pt x="75" y="184"/>
                </a:lnTo>
                <a:lnTo>
                  <a:pt x="74" y="184"/>
                </a:lnTo>
                <a:lnTo>
                  <a:pt x="74" y="183"/>
                </a:lnTo>
                <a:lnTo>
                  <a:pt x="74" y="182"/>
                </a:lnTo>
                <a:lnTo>
                  <a:pt x="74" y="181"/>
                </a:lnTo>
                <a:lnTo>
                  <a:pt x="73" y="181"/>
                </a:lnTo>
                <a:lnTo>
                  <a:pt x="73" y="180"/>
                </a:lnTo>
                <a:lnTo>
                  <a:pt x="73" y="179"/>
                </a:lnTo>
                <a:lnTo>
                  <a:pt x="74" y="179"/>
                </a:lnTo>
                <a:lnTo>
                  <a:pt x="74" y="178"/>
                </a:lnTo>
                <a:lnTo>
                  <a:pt x="75" y="178"/>
                </a:lnTo>
                <a:lnTo>
                  <a:pt x="75" y="177"/>
                </a:lnTo>
                <a:lnTo>
                  <a:pt x="75" y="176"/>
                </a:lnTo>
                <a:lnTo>
                  <a:pt x="74" y="176"/>
                </a:lnTo>
                <a:lnTo>
                  <a:pt x="73" y="176"/>
                </a:lnTo>
                <a:lnTo>
                  <a:pt x="73" y="175"/>
                </a:lnTo>
                <a:lnTo>
                  <a:pt x="72" y="175"/>
                </a:lnTo>
                <a:lnTo>
                  <a:pt x="72" y="174"/>
                </a:lnTo>
                <a:lnTo>
                  <a:pt x="72" y="173"/>
                </a:lnTo>
                <a:lnTo>
                  <a:pt x="72" y="172"/>
                </a:lnTo>
                <a:lnTo>
                  <a:pt x="73" y="172"/>
                </a:lnTo>
                <a:lnTo>
                  <a:pt x="73" y="171"/>
                </a:lnTo>
                <a:lnTo>
                  <a:pt x="73" y="170"/>
                </a:lnTo>
                <a:lnTo>
                  <a:pt x="73" y="169"/>
                </a:lnTo>
                <a:lnTo>
                  <a:pt x="72" y="169"/>
                </a:lnTo>
                <a:lnTo>
                  <a:pt x="71" y="169"/>
                </a:lnTo>
                <a:lnTo>
                  <a:pt x="71" y="168"/>
                </a:lnTo>
                <a:lnTo>
                  <a:pt x="70" y="168"/>
                </a:lnTo>
                <a:lnTo>
                  <a:pt x="70" y="167"/>
                </a:lnTo>
                <a:lnTo>
                  <a:pt x="69" y="167"/>
                </a:lnTo>
                <a:lnTo>
                  <a:pt x="68" y="167"/>
                </a:lnTo>
                <a:lnTo>
                  <a:pt x="68" y="166"/>
                </a:lnTo>
                <a:lnTo>
                  <a:pt x="67" y="166"/>
                </a:lnTo>
                <a:lnTo>
                  <a:pt x="67" y="165"/>
                </a:lnTo>
                <a:lnTo>
                  <a:pt x="67" y="164"/>
                </a:lnTo>
                <a:lnTo>
                  <a:pt x="68" y="164"/>
                </a:lnTo>
                <a:lnTo>
                  <a:pt x="68" y="163"/>
                </a:lnTo>
                <a:lnTo>
                  <a:pt x="68" y="162"/>
                </a:lnTo>
                <a:lnTo>
                  <a:pt x="69" y="162"/>
                </a:lnTo>
                <a:lnTo>
                  <a:pt x="70" y="162"/>
                </a:lnTo>
                <a:lnTo>
                  <a:pt x="70" y="161"/>
                </a:lnTo>
                <a:lnTo>
                  <a:pt x="71" y="161"/>
                </a:lnTo>
                <a:lnTo>
                  <a:pt x="70" y="161"/>
                </a:lnTo>
                <a:lnTo>
                  <a:pt x="71" y="161"/>
                </a:lnTo>
                <a:lnTo>
                  <a:pt x="70" y="161"/>
                </a:lnTo>
                <a:lnTo>
                  <a:pt x="70" y="160"/>
                </a:lnTo>
                <a:lnTo>
                  <a:pt x="71" y="160"/>
                </a:lnTo>
                <a:lnTo>
                  <a:pt x="71" y="159"/>
                </a:lnTo>
                <a:lnTo>
                  <a:pt x="70" y="159"/>
                </a:lnTo>
                <a:lnTo>
                  <a:pt x="70" y="158"/>
                </a:lnTo>
                <a:lnTo>
                  <a:pt x="71" y="158"/>
                </a:lnTo>
                <a:lnTo>
                  <a:pt x="70" y="158"/>
                </a:lnTo>
                <a:lnTo>
                  <a:pt x="70" y="157"/>
                </a:lnTo>
                <a:lnTo>
                  <a:pt x="70" y="156"/>
                </a:lnTo>
                <a:lnTo>
                  <a:pt x="70" y="155"/>
                </a:lnTo>
                <a:lnTo>
                  <a:pt x="69" y="155"/>
                </a:lnTo>
                <a:lnTo>
                  <a:pt x="69" y="154"/>
                </a:lnTo>
                <a:lnTo>
                  <a:pt x="69" y="153"/>
                </a:lnTo>
                <a:lnTo>
                  <a:pt x="69" y="154"/>
                </a:lnTo>
                <a:lnTo>
                  <a:pt x="69" y="153"/>
                </a:lnTo>
                <a:lnTo>
                  <a:pt x="68" y="153"/>
                </a:lnTo>
                <a:lnTo>
                  <a:pt x="68" y="154"/>
                </a:lnTo>
                <a:lnTo>
                  <a:pt x="67" y="154"/>
                </a:lnTo>
                <a:lnTo>
                  <a:pt x="67" y="153"/>
                </a:lnTo>
                <a:lnTo>
                  <a:pt x="67" y="154"/>
                </a:lnTo>
                <a:lnTo>
                  <a:pt x="66" y="154"/>
                </a:lnTo>
                <a:lnTo>
                  <a:pt x="65" y="154"/>
                </a:lnTo>
                <a:lnTo>
                  <a:pt x="65" y="153"/>
                </a:lnTo>
                <a:lnTo>
                  <a:pt x="64" y="153"/>
                </a:lnTo>
                <a:lnTo>
                  <a:pt x="64" y="152"/>
                </a:lnTo>
                <a:lnTo>
                  <a:pt x="64" y="151"/>
                </a:lnTo>
                <a:lnTo>
                  <a:pt x="64" y="150"/>
                </a:lnTo>
                <a:lnTo>
                  <a:pt x="64" y="149"/>
                </a:lnTo>
                <a:lnTo>
                  <a:pt x="63" y="149"/>
                </a:lnTo>
                <a:lnTo>
                  <a:pt x="63" y="148"/>
                </a:lnTo>
                <a:lnTo>
                  <a:pt x="63" y="147"/>
                </a:lnTo>
                <a:lnTo>
                  <a:pt x="64" y="147"/>
                </a:lnTo>
                <a:lnTo>
                  <a:pt x="64" y="146"/>
                </a:lnTo>
                <a:lnTo>
                  <a:pt x="64" y="145"/>
                </a:lnTo>
                <a:lnTo>
                  <a:pt x="64" y="144"/>
                </a:lnTo>
                <a:lnTo>
                  <a:pt x="64" y="143"/>
                </a:lnTo>
                <a:lnTo>
                  <a:pt x="64" y="141"/>
                </a:lnTo>
                <a:lnTo>
                  <a:pt x="65" y="140"/>
                </a:lnTo>
                <a:lnTo>
                  <a:pt x="65" y="139"/>
                </a:lnTo>
                <a:lnTo>
                  <a:pt x="66" y="138"/>
                </a:lnTo>
                <a:lnTo>
                  <a:pt x="66" y="136"/>
                </a:lnTo>
                <a:lnTo>
                  <a:pt x="66" y="135"/>
                </a:lnTo>
                <a:lnTo>
                  <a:pt x="66" y="134"/>
                </a:lnTo>
                <a:lnTo>
                  <a:pt x="65" y="133"/>
                </a:lnTo>
                <a:lnTo>
                  <a:pt x="65" y="132"/>
                </a:lnTo>
                <a:lnTo>
                  <a:pt x="65" y="131"/>
                </a:lnTo>
                <a:lnTo>
                  <a:pt x="64" y="130"/>
                </a:lnTo>
                <a:lnTo>
                  <a:pt x="64" y="129"/>
                </a:lnTo>
                <a:lnTo>
                  <a:pt x="65" y="129"/>
                </a:lnTo>
                <a:lnTo>
                  <a:pt x="66" y="127"/>
                </a:lnTo>
                <a:lnTo>
                  <a:pt x="67" y="127"/>
                </a:lnTo>
                <a:lnTo>
                  <a:pt x="67" y="125"/>
                </a:lnTo>
                <a:lnTo>
                  <a:pt x="67" y="121"/>
                </a:lnTo>
                <a:lnTo>
                  <a:pt x="68" y="120"/>
                </a:lnTo>
                <a:lnTo>
                  <a:pt x="70" y="120"/>
                </a:lnTo>
                <a:lnTo>
                  <a:pt x="71" y="120"/>
                </a:lnTo>
                <a:lnTo>
                  <a:pt x="73" y="119"/>
                </a:lnTo>
                <a:lnTo>
                  <a:pt x="75" y="118"/>
                </a:lnTo>
                <a:lnTo>
                  <a:pt x="76" y="118"/>
                </a:lnTo>
                <a:lnTo>
                  <a:pt x="77" y="118"/>
                </a:lnTo>
                <a:lnTo>
                  <a:pt x="77" y="117"/>
                </a:lnTo>
                <a:lnTo>
                  <a:pt x="77" y="116"/>
                </a:lnTo>
                <a:lnTo>
                  <a:pt x="76" y="114"/>
                </a:lnTo>
                <a:lnTo>
                  <a:pt x="75" y="113"/>
                </a:lnTo>
                <a:lnTo>
                  <a:pt x="75" y="112"/>
                </a:lnTo>
                <a:lnTo>
                  <a:pt x="74" y="110"/>
                </a:lnTo>
                <a:lnTo>
                  <a:pt x="73" y="108"/>
                </a:lnTo>
                <a:lnTo>
                  <a:pt x="72" y="108"/>
                </a:lnTo>
                <a:lnTo>
                  <a:pt x="71" y="107"/>
                </a:lnTo>
                <a:lnTo>
                  <a:pt x="71" y="106"/>
                </a:lnTo>
                <a:lnTo>
                  <a:pt x="71" y="105"/>
                </a:lnTo>
                <a:lnTo>
                  <a:pt x="71" y="104"/>
                </a:lnTo>
                <a:lnTo>
                  <a:pt x="71" y="103"/>
                </a:lnTo>
                <a:lnTo>
                  <a:pt x="72" y="104"/>
                </a:lnTo>
                <a:lnTo>
                  <a:pt x="73" y="104"/>
                </a:lnTo>
                <a:lnTo>
                  <a:pt x="74" y="103"/>
                </a:lnTo>
                <a:lnTo>
                  <a:pt x="74" y="102"/>
                </a:lnTo>
                <a:lnTo>
                  <a:pt x="75" y="101"/>
                </a:lnTo>
                <a:lnTo>
                  <a:pt x="76" y="101"/>
                </a:lnTo>
                <a:lnTo>
                  <a:pt x="77" y="101"/>
                </a:lnTo>
                <a:lnTo>
                  <a:pt x="78" y="101"/>
                </a:lnTo>
                <a:lnTo>
                  <a:pt x="78" y="100"/>
                </a:lnTo>
                <a:lnTo>
                  <a:pt x="78" y="99"/>
                </a:lnTo>
                <a:lnTo>
                  <a:pt x="80" y="99"/>
                </a:lnTo>
                <a:lnTo>
                  <a:pt x="81" y="100"/>
                </a:lnTo>
                <a:lnTo>
                  <a:pt x="81" y="101"/>
                </a:lnTo>
                <a:lnTo>
                  <a:pt x="81" y="102"/>
                </a:lnTo>
                <a:lnTo>
                  <a:pt x="81" y="103"/>
                </a:lnTo>
                <a:lnTo>
                  <a:pt x="82" y="104"/>
                </a:lnTo>
                <a:lnTo>
                  <a:pt x="83" y="105"/>
                </a:lnTo>
                <a:lnTo>
                  <a:pt x="83" y="106"/>
                </a:lnTo>
                <a:lnTo>
                  <a:pt x="83" y="107"/>
                </a:lnTo>
                <a:lnTo>
                  <a:pt x="83" y="108"/>
                </a:lnTo>
                <a:lnTo>
                  <a:pt x="86" y="112"/>
                </a:lnTo>
                <a:lnTo>
                  <a:pt x="88" y="115"/>
                </a:lnTo>
                <a:lnTo>
                  <a:pt x="89" y="117"/>
                </a:lnTo>
                <a:lnTo>
                  <a:pt x="89" y="119"/>
                </a:lnTo>
                <a:lnTo>
                  <a:pt x="89" y="121"/>
                </a:lnTo>
                <a:lnTo>
                  <a:pt x="89" y="122"/>
                </a:lnTo>
                <a:lnTo>
                  <a:pt x="88" y="123"/>
                </a:lnTo>
                <a:lnTo>
                  <a:pt x="88" y="124"/>
                </a:lnTo>
                <a:lnTo>
                  <a:pt x="89" y="125"/>
                </a:lnTo>
                <a:lnTo>
                  <a:pt x="90" y="126"/>
                </a:lnTo>
                <a:lnTo>
                  <a:pt x="90" y="128"/>
                </a:lnTo>
                <a:lnTo>
                  <a:pt x="90" y="132"/>
                </a:lnTo>
                <a:lnTo>
                  <a:pt x="90" y="133"/>
                </a:lnTo>
                <a:lnTo>
                  <a:pt x="91" y="134"/>
                </a:lnTo>
                <a:lnTo>
                  <a:pt x="92" y="134"/>
                </a:lnTo>
                <a:lnTo>
                  <a:pt x="94" y="134"/>
                </a:lnTo>
                <a:lnTo>
                  <a:pt x="95" y="132"/>
                </a:lnTo>
                <a:lnTo>
                  <a:pt x="97" y="131"/>
                </a:lnTo>
                <a:lnTo>
                  <a:pt x="98" y="130"/>
                </a:lnTo>
                <a:lnTo>
                  <a:pt x="97" y="130"/>
                </a:lnTo>
                <a:lnTo>
                  <a:pt x="97" y="129"/>
                </a:lnTo>
                <a:lnTo>
                  <a:pt x="98" y="128"/>
                </a:lnTo>
                <a:lnTo>
                  <a:pt x="99" y="128"/>
                </a:lnTo>
                <a:lnTo>
                  <a:pt x="100" y="128"/>
                </a:lnTo>
                <a:lnTo>
                  <a:pt x="100" y="129"/>
                </a:lnTo>
                <a:lnTo>
                  <a:pt x="101" y="129"/>
                </a:lnTo>
                <a:lnTo>
                  <a:pt x="102" y="129"/>
                </a:lnTo>
                <a:lnTo>
                  <a:pt x="103" y="129"/>
                </a:lnTo>
                <a:lnTo>
                  <a:pt x="104" y="127"/>
                </a:lnTo>
                <a:lnTo>
                  <a:pt x="104" y="126"/>
                </a:lnTo>
                <a:lnTo>
                  <a:pt x="106" y="125"/>
                </a:lnTo>
                <a:lnTo>
                  <a:pt x="108" y="124"/>
                </a:lnTo>
                <a:lnTo>
                  <a:pt x="110" y="125"/>
                </a:lnTo>
                <a:lnTo>
                  <a:pt x="112" y="125"/>
                </a:lnTo>
                <a:lnTo>
                  <a:pt x="113" y="126"/>
                </a:lnTo>
                <a:lnTo>
                  <a:pt x="115" y="126"/>
                </a:lnTo>
                <a:lnTo>
                  <a:pt x="116" y="125"/>
                </a:lnTo>
                <a:lnTo>
                  <a:pt x="116" y="124"/>
                </a:lnTo>
                <a:lnTo>
                  <a:pt x="117" y="123"/>
                </a:lnTo>
                <a:lnTo>
                  <a:pt x="118" y="122"/>
                </a:lnTo>
                <a:lnTo>
                  <a:pt x="119" y="121"/>
                </a:lnTo>
                <a:lnTo>
                  <a:pt x="120" y="121"/>
                </a:lnTo>
                <a:lnTo>
                  <a:pt x="121" y="121"/>
                </a:lnTo>
                <a:lnTo>
                  <a:pt x="122" y="121"/>
                </a:lnTo>
                <a:lnTo>
                  <a:pt x="124" y="119"/>
                </a:lnTo>
                <a:lnTo>
                  <a:pt x="124" y="118"/>
                </a:lnTo>
                <a:lnTo>
                  <a:pt x="124" y="117"/>
                </a:lnTo>
                <a:lnTo>
                  <a:pt x="124" y="115"/>
                </a:lnTo>
                <a:lnTo>
                  <a:pt x="125" y="113"/>
                </a:lnTo>
                <a:lnTo>
                  <a:pt x="124" y="113"/>
                </a:lnTo>
                <a:lnTo>
                  <a:pt x="124" y="112"/>
                </a:lnTo>
                <a:lnTo>
                  <a:pt x="124" y="110"/>
                </a:lnTo>
                <a:lnTo>
                  <a:pt x="125" y="109"/>
                </a:lnTo>
                <a:lnTo>
                  <a:pt x="126" y="108"/>
                </a:lnTo>
                <a:lnTo>
                  <a:pt x="126" y="109"/>
                </a:lnTo>
                <a:lnTo>
                  <a:pt x="126" y="108"/>
                </a:lnTo>
                <a:lnTo>
                  <a:pt x="128" y="108"/>
                </a:lnTo>
                <a:lnTo>
                  <a:pt x="128" y="107"/>
                </a:lnTo>
                <a:lnTo>
                  <a:pt x="128" y="106"/>
                </a:lnTo>
                <a:lnTo>
                  <a:pt x="128" y="105"/>
                </a:lnTo>
                <a:lnTo>
                  <a:pt x="127" y="105"/>
                </a:lnTo>
                <a:lnTo>
                  <a:pt x="127" y="104"/>
                </a:lnTo>
                <a:lnTo>
                  <a:pt x="127" y="103"/>
                </a:lnTo>
                <a:lnTo>
                  <a:pt x="126" y="102"/>
                </a:lnTo>
                <a:lnTo>
                  <a:pt x="126" y="101"/>
                </a:lnTo>
                <a:lnTo>
                  <a:pt x="125" y="100"/>
                </a:lnTo>
                <a:lnTo>
                  <a:pt x="124" y="99"/>
                </a:lnTo>
                <a:lnTo>
                  <a:pt x="124" y="98"/>
                </a:lnTo>
                <a:lnTo>
                  <a:pt x="124" y="97"/>
                </a:lnTo>
                <a:lnTo>
                  <a:pt x="123" y="96"/>
                </a:lnTo>
                <a:lnTo>
                  <a:pt x="122" y="95"/>
                </a:lnTo>
                <a:lnTo>
                  <a:pt x="121" y="94"/>
                </a:lnTo>
                <a:lnTo>
                  <a:pt x="122" y="93"/>
                </a:lnTo>
                <a:lnTo>
                  <a:pt x="121" y="92"/>
                </a:lnTo>
                <a:lnTo>
                  <a:pt x="121" y="91"/>
                </a:lnTo>
                <a:lnTo>
                  <a:pt x="120" y="90"/>
                </a:lnTo>
                <a:lnTo>
                  <a:pt x="117" y="88"/>
                </a:lnTo>
                <a:lnTo>
                  <a:pt x="116" y="88"/>
                </a:lnTo>
                <a:lnTo>
                  <a:pt x="115" y="87"/>
                </a:lnTo>
                <a:lnTo>
                  <a:pt x="114" y="87"/>
                </a:lnTo>
                <a:lnTo>
                  <a:pt x="114" y="85"/>
                </a:lnTo>
                <a:lnTo>
                  <a:pt x="115" y="84"/>
                </a:lnTo>
                <a:lnTo>
                  <a:pt x="116" y="82"/>
                </a:lnTo>
                <a:lnTo>
                  <a:pt x="116" y="81"/>
                </a:lnTo>
                <a:lnTo>
                  <a:pt x="115" y="77"/>
                </a:lnTo>
                <a:lnTo>
                  <a:pt x="114" y="76"/>
                </a:lnTo>
                <a:lnTo>
                  <a:pt x="114" y="73"/>
                </a:lnTo>
                <a:lnTo>
                  <a:pt x="114" y="72"/>
                </a:lnTo>
                <a:lnTo>
                  <a:pt x="114" y="71"/>
                </a:lnTo>
                <a:lnTo>
                  <a:pt x="113" y="70"/>
                </a:lnTo>
                <a:lnTo>
                  <a:pt x="112" y="66"/>
                </a:lnTo>
                <a:lnTo>
                  <a:pt x="112" y="65"/>
                </a:lnTo>
                <a:lnTo>
                  <a:pt x="113" y="65"/>
                </a:lnTo>
                <a:lnTo>
                  <a:pt x="114" y="65"/>
                </a:lnTo>
                <a:lnTo>
                  <a:pt x="116" y="64"/>
                </a:lnTo>
                <a:lnTo>
                  <a:pt x="116" y="63"/>
                </a:lnTo>
                <a:lnTo>
                  <a:pt x="117" y="62"/>
                </a:lnTo>
                <a:lnTo>
                  <a:pt x="118" y="62"/>
                </a:lnTo>
                <a:lnTo>
                  <a:pt x="119" y="61"/>
                </a:lnTo>
                <a:lnTo>
                  <a:pt x="120" y="60"/>
                </a:lnTo>
                <a:lnTo>
                  <a:pt x="121" y="59"/>
                </a:lnTo>
                <a:lnTo>
                  <a:pt x="121" y="58"/>
                </a:lnTo>
                <a:lnTo>
                  <a:pt x="121" y="57"/>
                </a:lnTo>
                <a:lnTo>
                  <a:pt x="121" y="56"/>
                </a:lnTo>
                <a:lnTo>
                  <a:pt x="120" y="56"/>
                </a:lnTo>
                <a:lnTo>
                  <a:pt x="120" y="55"/>
                </a:lnTo>
                <a:lnTo>
                  <a:pt x="121" y="54"/>
                </a:lnTo>
                <a:lnTo>
                  <a:pt x="119" y="52"/>
                </a:lnTo>
                <a:lnTo>
                  <a:pt x="119" y="51"/>
                </a:lnTo>
                <a:lnTo>
                  <a:pt x="118" y="50"/>
                </a:lnTo>
                <a:lnTo>
                  <a:pt x="118" y="49"/>
                </a:lnTo>
                <a:lnTo>
                  <a:pt x="118" y="48"/>
                </a:lnTo>
                <a:lnTo>
                  <a:pt x="118" y="47"/>
                </a:lnTo>
                <a:lnTo>
                  <a:pt x="119" y="47"/>
                </a:lnTo>
                <a:lnTo>
                  <a:pt x="119" y="46"/>
                </a:lnTo>
                <a:lnTo>
                  <a:pt x="118" y="44"/>
                </a:lnTo>
                <a:lnTo>
                  <a:pt x="117" y="41"/>
                </a:lnTo>
                <a:lnTo>
                  <a:pt x="117" y="40"/>
                </a:lnTo>
                <a:lnTo>
                  <a:pt x="117" y="37"/>
                </a:lnTo>
                <a:lnTo>
                  <a:pt x="118" y="37"/>
                </a:lnTo>
                <a:lnTo>
                  <a:pt x="118" y="36"/>
                </a:lnTo>
                <a:lnTo>
                  <a:pt x="118" y="35"/>
                </a:lnTo>
                <a:lnTo>
                  <a:pt x="117" y="35"/>
                </a:lnTo>
                <a:lnTo>
                  <a:pt x="117" y="34"/>
                </a:lnTo>
                <a:lnTo>
                  <a:pt x="115" y="32"/>
                </a:lnTo>
                <a:lnTo>
                  <a:pt x="115" y="30"/>
                </a:lnTo>
                <a:lnTo>
                  <a:pt x="116" y="30"/>
                </a:lnTo>
                <a:lnTo>
                  <a:pt x="117" y="30"/>
                </a:lnTo>
                <a:lnTo>
                  <a:pt x="118" y="30"/>
                </a:lnTo>
                <a:lnTo>
                  <a:pt x="118" y="29"/>
                </a:lnTo>
                <a:lnTo>
                  <a:pt x="121" y="30"/>
                </a:lnTo>
                <a:lnTo>
                  <a:pt x="122" y="31"/>
                </a:lnTo>
                <a:lnTo>
                  <a:pt x="123" y="31"/>
                </a:lnTo>
                <a:lnTo>
                  <a:pt x="124" y="31"/>
                </a:lnTo>
                <a:lnTo>
                  <a:pt x="124" y="30"/>
                </a:lnTo>
                <a:lnTo>
                  <a:pt x="125" y="29"/>
                </a:lnTo>
                <a:lnTo>
                  <a:pt x="126" y="29"/>
                </a:lnTo>
                <a:lnTo>
                  <a:pt x="127" y="28"/>
                </a:lnTo>
                <a:lnTo>
                  <a:pt x="128" y="28"/>
                </a:lnTo>
                <a:lnTo>
                  <a:pt x="129" y="27"/>
                </a:lnTo>
                <a:lnTo>
                  <a:pt x="129" y="26"/>
                </a:lnTo>
                <a:lnTo>
                  <a:pt x="130" y="26"/>
                </a:lnTo>
                <a:lnTo>
                  <a:pt x="132" y="27"/>
                </a:lnTo>
                <a:lnTo>
                  <a:pt x="132" y="28"/>
                </a:lnTo>
                <a:lnTo>
                  <a:pt x="133" y="30"/>
                </a:lnTo>
                <a:lnTo>
                  <a:pt x="135" y="33"/>
                </a:lnTo>
                <a:lnTo>
                  <a:pt x="135" y="34"/>
                </a:lnTo>
                <a:lnTo>
                  <a:pt x="135" y="35"/>
                </a:lnTo>
                <a:lnTo>
                  <a:pt x="134" y="35"/>
                </a:lnTo>
                <a:lnTo>
                  <a:pt x="135" y="38"/>
                </a:lnTo>
                <a:lnTo>
                  <a:pt x="136" y="40"/>
                </a:lnTo>
                <a:lnTo>
                  <a:pt x="136" y="41"/>
                </a:lnTo>
                <a:lnTo>
                  <a:pt x="136" y="43"/>
                </a:lnTo>
                <a:lnTo>
                  <a:pt x="136" y="45"/>
                </a:lnTo>
                <a:lnTo>
                  <a:pt x="137" y="46"/>
                </a:lnTo>
                <a:lnTo>
                  <a:pt x="136" y="48"/>
                </a:lnTo>
                <a:lnTo>
                  <a:pt x="137" y="50"/>
                </a:lnTo>
                <a:lnTo>
                  <a:pt x="139" y="51"/>
                </a:lnTo>
                <a:lnTo>
                  <a:pt x="140" y="51"/>
                </a:lnTo>
                <a:lnTo>
                  <a:pt x="140" y="50"/>
                </a:lnTo>
                <a:lnTo>
                  <a:pt x="141" y="50"/>
                </a:lnTo>
                <a:lnTo>
                  <a:pt x="142" y="50"/>
                </a:lnTo>
                <a:lnTo>
                  <a:pt x="143" y="50"/>
                </a:lnTo>
                <a:lnTo>
                  <a:pt x="144" y="51"/>
                </a:lnTo>
                <a:lnTo>
                  <a:pt x="145" y="51"/>
                </a:lnTo>
                <a:lnTo>
                  <a:pt x="146" y="50"/>
                </a:lnTo>
                <a:lnTo>
                  <a:pt x="146" y="49"/>
                </a:lnTo>
                <a:lnTo>
                  <a:pt x="146" y="48"/>
                </a:lnTo>
                <a:lnTo>
                  <a:pt x="147" y="48"/>
                </a:lnTo>
                <a:lnTo>
                  <a:pt x="148" y="48"/>
                </a:lnTo>
                <a:lnTo>
                  <a:pt x="149" y="48"/>
                </a:lnTo>
                <a:lnTo>
                  <a:pt x="151" y="47"/>
                </a:lnTo>
                <a:lnTo>
                  <a:pt x="152" y="47"/>
                </a:lnTo>
                <a:lnTo>
                  <a:pt x="151" y="46"/>
                </a:lnTo>
                <a:lnTo>
                  <a:pt x="151" y="45"/>
                </a:lnTo>
                <a:lnTo>
                  <a:pt x="151" y="44"/>
                </a:lnTo>
                <a:lnTo>
                  <a:pt x="152" y="43"/>
                </a:lnTo>
                <a:lnTo>
                  <a:pt x="151" y="42"/>
                </a:lnTo>
                <a:lnTo>
                  <a:pt x="150" y="42"/>
                </a:lnTo>
                <a:lnTo>
                  <a:pt x="149" y="42"/>
                </a:lnTo>
                <a:lnTo>
                  <a:pt x="146" y="40"/>
                </a:lnTo>
                <a:lnTo>
                  <a:pt x="145" y="38"/>
                </a:lnTo>
                <a:lnTo>
                  <a:pt x="146" y="37"/>
                </a:lnTo>
                <a:lnTo>
                  <a:pt x="146" y="36"/>
                </a:lnTo>
                <a:lnTo>
                  <a:pt x="146" y="35"/>
                </a:lnTo>
                <a:lnTo>
                  <a:pt x="146" y="33"/>
                </a:lnTo>
                <a:lnTo>
                  <a:pt x="146" y="30"/>
                </a:lnTo>
                <a:lnTo>
                  <a:pt x="146" y="29"/>
                </a:lnTo>
                <a:lnTo>
                  <a:pt x="147" y="29"/>
                </a:lnTo>
                <a:lnTo>
                  <a:pt x="148" y="29"/>
                </a:lnTo>
                <a:lnTo>
                  <a:pt x="149" y="29"/>
                </a:lnTo>
                <a:lnTo>
                  <a:pt x="150" y="27"/>
                </a:lnTo>
                <a:lnTo>
                  <a:pt x="150" y="26"/>
                </a:lnTo>
                <a:lnTo>
                  <a:pt x="151" y="26"/>
                </a:lnTo>
                <a:lnTo>
                  <a:pt x="154" y="24"/>
                </a:lnTo>
                <a:lnTo>
                  <a:pt x="154" y="23"/>
                </a:lnTo>
                <a:lnTo>
                  <a:pt x="155" y="23"/>
                </a:lnTo>
                <a:lnTo>
                  <a:pt x="156" y="22"/>
                </a:lnTo>
                <a:lnTo>
                  <a:pt x="156" y="21"/>
                </a:lnTo>
                <a:lnTo>
                  <a:pt x="156" y="20"/>
                </a:lnTo>
                <a:lnTo>
                  <a:pt x="155" y="17"/>
                </a:lnTo>
                <a:lnTo>
                  <a:pt x="154" y="15"/>
                </a:lnTo>
                <a:lnTo>
                  <a:pt x="154" y="14"/>
                </a:lnTo>
                <a:lnTo>
                  <a:pt x="153" y="14"/>
                </a:lnTo>
                <a:lnTo>
                  <a:pt x="152" y="13"/>
                </a:lnTo>
                <a:lnTo>
                  <a:pt x="151" y="11"/>
                </a:lnTo>
                <a:lnTo>
                  <a:pt x="150" y="9"/>
                </a:lnTo>
                <a:lnTo>
                  <a:pt x="150" y="7"/>
                </a:lnTo>
                <a:lnTo>
                  <a:pt x="150" y="6"/>
                </a:lnTo>
                <a:lnTo>
                  <a:pt x="151" y="6"/>
                </a:lnTo>
                <a:lnTo>
                  <a:pt x="152" y="5"/>
                </a:lnTo>
                <a:lnTo>
                  <a:pt x="152" y="2"/>
                </a:lnTo>
                <a:lnTo>
                  <a:pt x="153" y="2"/>
                </a:lnTo>
                <a:lnTo>
                  <a:pt x="154" y="3"/>
                </a:lnTo>
                <a:lnTo>
                  <a:pt x="156" y="3"/>
                </a:lnTo>
                <a:lnTo>
                  <a:pt x="157" y="3"/>
                </a:lnTo>
                <a:lnTo>
                  <a:pt x="158" y="2"/>
                </a:lnTo>
                <a:lnTo>
                  <a:pt x="159" y="2"/>
                </a:lnTo>
                <a:lnTo>
                  <a:pt x="162" y="2"/>
                </a:lnTo>
                <a:lnTo>
                  <a:pt x="162" y="1"/>
                </a:lnTo>
                <a:lnTo>
                  <a:pt x="164" y="0"/>
                </a:lnTo>
                <a:lnTo>
                  <a:pt x="166" y="0"/>
                </a:lnTo>
                <a:close/>
              </a:path>
            </a:pathLst>
          </a:custGeom>
          <a:solidFill>
            <a:srgbClr val="C7E2EF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0" name=""/>
          <p:cNvSpPr/>
          <p:nvPr/>
        </p:nvSpPr>
        <p:spPr>
          <a:xfrm>
            <a:off x="7061400" y="180288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1" y="5"/>
                </a:move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3"/>
                </a:lnTo>
                <a:lnTo>
                  <a:pt x="3" y="5"/>
                </a:lnTo>
                <a:lnTo>
                  <a:pt x="1" y="5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1" name=""/>
          <p:cNvSpPr/>
          <p:nvPr/>
        </p:nvSpPr>
        <p:spPr>
          <a:xfrm>
            <a:off x="7063200" y="180216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2" y="3"/>
                </a:move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2" y="2"/>
                </a:lnTo>
                <a:lnTo>
                  <a:pt x="2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2" name=""/>
          <p:cNvSpPr/>
          <p:nvPr/>
        </p:nvSpPr>
        <p:spPr>
          <a:xfrm>
            <a:off x="7064280" y="17992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3" name=""/>
          <p:cNvSpPr/>
          <p:nvPr/>
        </p:nvSpPr>
        <p:spPr>
          <a:xfrm>
            <a:off x="7065720" y="179496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4" name=""/>
          <p:cNvSpPr/>
          <p:nvPr/>
        </p:nvSpPr>
        <p:spPr>
          <a:xfrm>
            <a:off x="7084080" y="17913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5" name=""/>
          <p:cNvSpPr/>
          <p:nvPr/>
        </p:nvSpPr>
        <p:spPr>
          <a:xfrm>
            <a:off x="7083360" y="1789200"/>
            <a:ext cx="2520" cy="2160"/>
          </a:xfrm>
          <a:custGeom>
            <a:avLst/>
            <a:gdLst/>
            <a:ahLst/>
            <a:rect l="0" t="0" r="r" b="b"/>
            <a:pathLst>
              <a:path w="7" h="6">
                <a:moveTo>
                  <a:pt x="2" y="0"/>
                </a:move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5"/>
                </a:lnTo>
                <a:lnTo>
                  <a:pt x="5" y="3"/>
                </a:lnTo>
                <a:lnTo>
                  <a:pt x="4" y="3"/>
                </a:lnTo>
                <a:lnTo>
                  <a:pt x="5" y="3"/>
                </a:lnTo>
                <a:lnTo>
                  <a:pt x="5" y="5"/>
                </a:lnTo>
                <a:lnTo>
                  <a:pt x="3" y="3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3" y="5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2"/>
                </a:lnTo>
                <a:lnTo>
                  <a:pt x="3" y="1"/>
                </a:lnTo>
                <a:lnTo>
                  <a:pt x="2" y="1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6" name=""/>
          <p:cNvSpPr/>
          <p:nvPr/>
        </p:nvSpPr>
        <p:spPr>
          <a:xfrm>
            <a:off x="7085520" y="17895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7" name=""/>
          <p:cNvSpPr/>
          <p:nvPr/>
        </p:nvSpPr>
        <p:spPr>
          <a:xfrm>
            <a:off x="7086240" y="1789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8" name=""/>
          <p:cNvSpPr/>
          <p:nvPr/>
        </p:nvSpPr>
        <p:spPr>
          <a:xfrm>
            <a:off x="7084800" y="1788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9" name=""/>
          <p:cNvSpPr/>
          <p:nvPr/>
        </p:nvSpPr>
        <p:spPr>
          <a:xfrm>
            <a:off x="7089480" y="17834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0" name=""/>
          <p:cNvSpPr/>
          <p:nvPr/>
        </p:nvSpPr>
        <p:spPr>
          <a:xfrm>
            <a:off x="7089120" y="17834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1" name=""/>
          <p:cNvSpPr/>
          <p:nvPr/>
        </p:nvSpPr>
        <p:spPr>
          <a:xfrm>
            <a:off x="7088760" y="17827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1" y="2"/>
                </a:move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2" name=""/>
          <p:cNvSpPr/>
          <p:nvPr/>
        </p:nvSpPr>
        <p:spPr>
          <a:xfrm>
            <a:off x="7087680" y="1782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3" name=""/>
          <p:cNvSpPr/>
          <p:nvPr/>
        </p:nvSpPr>
        <p:spPr>
          <a:xfrm>
            <a:off x="7074720" y="17820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4" name=""/>
          <p:cNvSpPr/>
          <p:nvPr/>
        </p:nvSpPr>
        <p:spPr>
          <a:xfrm>
            <a:off x="7080120" y="17812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4"/>
                </a:lnTo>
                <a:lnTo>
                  <a:pt x="0" y="4"/>
                </a:lnTo>
                <a:lnTo>
                  <a:pt x="2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5" name=""/>
          <p:cNvSpPr/>
          <p:nvPr/>
        </p:nvSpPr>
        <p:spPr>
          <a:xfrm>
            <a:off x="7075080" y="17805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6" name=""/>
          <p:cNvSpPr/>
          <p:nvPr/>
        </p:nvSpPr>
        <p:spPr>
          <a:xfrm>
            <a:off x="7074360" y="1780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7" name=""/>
          <p:cNvSpPr/>
          <p:nvPr/>
        </p:nvSpPr>
        <p:spPr>
          <a:xfrm>
            <a:off x="7077600" y="17798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8" name=""/>
          <p:cNvSpPr/>
          <p:nvPr/>
        </p:nvSpPr>
        <p:spPr>
          <a:xfrm>
            <a:off x="7077240" y="17794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9" name=""/>
          <p:cNvSpPr/>
          <p:nvPr/>
        </p:nvSpPr>
        <p:spPr>
          <a:xfrm>
            <a:off x="7086960" y="1777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0" name=""/>
          <p:cNvSpPr/>
          <p:nvPr/>
        </p:nvSpPr>
        <p:spPr>
          <a:xfrm>
            <a:off x="7086240" y="17769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1" name=""/>
          <p:cNvSpPr/>
          <p:nvPr/>
        </p:nvSpPr>
        <p:spPr>
          <a:xfrm>
            <a:off x="7086240" y="17766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2" name=""/>
          <p:cNvSpPr/>
          <p:nvPr/>
        </p:nvSpPr>
        <p:spPr>
          <a:xfrm>
            <a:off x="7084080" y="17758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2"/>
                </a:move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3" name=""/>
          <p:cNvSpPr/>
          <p:nvPr/>
        </p:nvSpPr>
        <p:spPr>
          <a:xfrm>
            <a:off x="7086240" y="177480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0" y="4"/>
                </a:moveTo>
                <a:lnTo>
                  <a:pt x="2" y="4"/>
                </a:lnTo>
                <a:lnTo>
                  <a:pt x="0" y="3"/>
                </a:lnTo>
                <a:lnTo>
                  <a:pt x="2" y="3"/>
                </a:lnTo>
                <a:lnTo>
                  <a:pt x="3" y="2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  <a:lnTo>
                  <a:pt x="2" y="6"/>
                </a:lnTo>
                <a:lnTo>
                  <a:pt x="0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4" name=""/>
          <p:cNvSpPr/>
          <p:nvPr/>
        </p:nvSpPr>
        <p:spPr>
          <a:xfrm>
            <a:off x="7089480" y="17744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5" name=""/>
          <p:cNvSpPr/>
          <p:nvPr/>
        </p:nvSpPr>
        <p:spPr>
          <a:xfrm>
            <a:off x="7084800" y="1773000"/>
            <a:ext cx="4320" cy="2520"/>
          </a:xfrm>
          <a:custGeom>
            <a:avLst/>
            <a:gdLst/>
            <a:ahLst/>
            <a:rect l="0" t="0" r="r" b="b"/>
            <a:pathLst>
              <a:path w="12" h="7">
                <a:moveTo>
                  <a:pt x="12" y="2"/>
                </a:moveTo>
                <a:lnTo>
                  <a:pt x="11" y="2"/>
                </a:lnTo>
                <a:lnTo>
                  <a:pt x="11" y="4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10" y="2"/>
                </a:lnTo>
                <a:lnTo>
                  <a:pt x="10" y="4"/>
                </a:lnTo>
                <a:lnTo>
                  <a:pt x="10" y="6"/>
                </a:lnTo>
                <a:lnTo>
                  <a:pt x="11" y="6"/>
                </a:lnTo>
                <a:lnTo>
                  <a:pt x="10" y="7"/>
                </a:lnTo>
                <a:lnTo>
                  <a:pt x="9" y="7"/>
                </a:lnTo>
                <a:lnTo>
                  <a:pt x="9" y="6"/>
                </a:lnTo>
                <a:lnTo>
                  <a:pt x="8" y="5"/>
                </a:lnTo>
                <a:lnTo>
                  <a:pt x="7" y="6"/>
                </a:lnTo>
                <a:lnTo>
                  <a:pt x="6" y="6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6" y="1"/>
                </a:lnTo>
                <a:lnTo>
                  <a:pt x="8" y="1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0"/>
                </a:lnTo>
                <a:lnTo>
                  <a:pt x="12" y="1"/>
                </a:lnTo>
                <a:lnTo>
                  <a:pt x="12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6" name=""/>
          <p:cNvSpPr/>
          <p:nvPr/>
        </p:nvSpPr>
        <p:spPr>
          <a:xfrm>
            <a:off x="7082280" y="1772280"/>
            <a:ext cx="2880" cy="2160"/>
          </a:xfrm>
          <a:custGeom>
            <a:avLst/>
            <a:gdLst/>
            <a:ahLst/>
            <a:rect l="0" t="0" r="r" b="b"/>
            <a:pathLst>
              <a:path w="8" h="6">
                <a:moveTo>
                  <a:pt x="4" y="0"/>
                </a:move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7" y="1"/>
                </a:lnTo>
                <a:lnTo>
                  <a:pt x="8" y="1"/>
                </a:lnTo>
                <a:lnTo>
                  <a:pt x="7" y="2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4" y="4"/>
                </a:lnTo>
                <a:lnTo>
                  <a:pt x="3" y="4"/>
                </a:lnTo>
                <a:lnTo>
                  <a:pt x="2" y="5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7" name=""/>
          <p:cNvSpPr/>
          <p:nvPr/>
        </p:nvSpPr>
        <p:spPr>
          <a:xfrm>
            <a:off x="7086960" y="17722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2"/>
                </a:moveTo>
                <a:lnTo>
                  <a:pt x="3" y="2"/>
                </a:lnTo>
                <a:lnTo>
                  <a:pt x="4" y="0"/>
                </a:lnTo>
                <a:lnTo>
                  <a:pt x="4" y="2"/>
                </a:lnTo>
                <a:lnTo>
                  <a:pt x="1" y="4"/>
                </a:lnTo>
                <a:lnTo>
                  <a:pt x="0" y="4"/>
                </a:lnTo>
                <a:lnTo>
                  <a:pt x="1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8" name=""/>
          <p:cNvSpPr/>
          <p:nvPr/>
        </p:nvSpPr>
        <p:spPr>
          <a:xfrm>
            <a:off x="7085160" y="177120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5" y="4"/>
                </a:moveTo>
                <a:lnTo>
                  <a:pt x="2" y="5"/>
                </a:lnTo>
                <a:lnTo>
                  <a:pt x="0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3" y="1"/>
                </a:lnTo>
                <a:lnTo>
                  <a:pt x="4" y="1"/>
                </a:lnTo>
                <a:lnTo>
                  <a:pt x="5" y="0"/>
                </a:lnTo>
                <a:lnTo>
                  <a:pt x="7" y="0"/>
                </a:lnTo>
                <a:lnTo>
                  <a:pt x="7" y="1"/>
                </a:lnTo>
                <a:lnTo>
                  <a:pt x="7" y="3"/>
                </a:lnTo>
                <a:lnTo>
                  <a:pt x="5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9" name=""/>
          <p:cNvSpPr/>
          <p:nvPr/>
        </p:nvSpPr>
        <p:spPr>
          <a:xfrm>
            <a:off x="7085520" y="17704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0" name=""/>
          <p:cNvSpPr/>
          <p:nvPr/>
        </p:nvSpPr>
        <p:spPr>
          <a:xfrm>
            <a:off x="7083000" y="1767600"/>
            <a:ext cx="3960" cy="2520"/>
          </a:xfrm>
          <a:custGeom>
            <a:avLst/>
            <a:gdLst/>
            <a:ahLst/>
            <a:rect l="0" t="0" r="r" b="b"/>
            <a:pathLst>
              <a:path w="11" h="7">
                <a:moveTo>
                  <a:pt x="7" y="1"/>
                </a:moveTo>
                <a:lnTo>
                  <a:pt x="8" y="0"/>
                </a:lnTo>
                <a:lnTo>
                  <a:pt x="8" y="1"/>
                </a:lnTo>
                <a:lnTo>
                  <a:pt x="9" y="2"/>
                </a:lnTo>
                <a:lnTo>
                  <a:pt x="11" y="2"/>
                </a:lnTo>
                <a:lnTo>
                  <a:pt x="11" y="4"/>
                </a:lnTo>
                <a:lnTo>
                  <a:pt x="11" y="5"/>
                </a:lnTo>
                <a:lnTo>
                  <a:pt x="9" y="5"/>
                </a:lnTo>
                <a:lnTo>
                  <a:pt x="8" y="6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5" y="6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7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1" name=""/>
          <p:cNvSpPr/>
          <p:nvPr/>
        </p:nvSpPr>
        <p:spPr>
          <a:xfrm>
            <a:off x="7088040" y="1766880"/>
            <a:ext cx="2880" cy="1800"/>
          </a:xfrm>
          <a:custGeom>
            <a:avLst/>
            <a:gdLst/>
            <a:ahLst/>
            <a:rect l="0" t="0" r="r" b="b"/>
            <a:pathLst>
              <a:path w="8" h="5">
                <a:moveTo>
                  <a:pt x="4" y="1"/>
                </a:moveTo>
                <a:lnTo>
                  <a:pt x="5" y="3"/>
                </a:lnTo>
                <a:lnTo>
                  <a:pt x="5" y="1"/>
                </a:lnTo>
                <a:lnTo>
                  <a:pt x="7" y="1"/>
                </a:lnTo>
                <a:lnTo>
                  <a:pt x="8" y="1"/>
                </a:lnTo>
                <a:lnTo>
                  <a:pt x="7" y="1"/>
                </a:ln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2" name=""/>
          <p:cNvSpPr/>
          <p:nvPr/>
        </p:nvSpPr>
        <p:spPr>
          <a:xfrm>
            <a:off x="7083000" y="176652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6" y="1"/>
                </a:moveTo>
                <a:lnTo>
                  <a:pt x="5" y="2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3" name=""/>
          <p:cNvSpPr/>
          <p:nvPr/>
        </p:nvSpPr>
        <p:spPr>
          <a:xfrm>
            <a:off x="7086960" y="17661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4" name=""/>
          <p:cNvSpPr/>
          <p:nvPr/>
        </p:nvSpPr>
        <p:spPr>
          <a:xfrm>
            <a:off x="7090920" y="1764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5" name=""/>
          <p:cNvSpPr/>
          <p:nvPr/>
        </p:nvSpPr>
        <p:spPr>
          <a:xfrm>
            <a:off x="7092000" y="176436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6" name=""/>
          <p:cNvSpPr/>
          <p:nvPr/>
        </p:nvSpPr>
        <p:spPr>
          <a:xfrm>
            <a:off x="7086960" y="17593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4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7" name=""/>
          <p:cNvSpPr/>
          <p:nvPr/>
        </p:nvSpPr>
        <p:spPr>
          <a:xfrm>
            <a:off x="7087320" y="175680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1"/>
                </a:move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8" name=""/>
          <p:cNvSpPr/>
          <p:nvPr/>
        </p:nvSpPr>
        <p:spPr>
          <a:xfrm>
            <a:off x="7087680" y="17560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9" name=""/>
          <p:cNvSpPr/>
          <p:nvPr/>
        </p:nvSpPr>
        <p:spPr>
          <a:xfrm>
            <a:off x="7086600" y="175572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0" name=""/>
          <p:cNvSpPr/>
          <p:nvPr/>
        </p:nvSpPr>
        <p:spPr>
          <a:xfrm>
            <a:off x="7086960" y="17553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1" name=""/>
          <p:cNvSpPr/>
          <p:nvPr/>
        </p:nvSpPr>
        <p:spPr>
          <a:xfrm>
            <a:off x="7088040" y="175176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1"/>
                </a:move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2" name=""/>
          <p:cNvSpPr/>
          <p:nvPr/>
        </p:nvSpPr>
        <p:spPr>
          <a:xfrm>
            <a:off x="7088760" y="17514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3" name=""/>
          <p:cNvSpPr/>
          <p:nvPr/>
        </p:nvSpPr>
        <p:spPr>
          <a:xfrm>
            <a:off x="6968880" y="1630440"/>
            <a:ext cx="156240" cy="172800"/>
          </a:xfrm>
          <a:custGeom>
            <a:avLst/>
            <a:gdLst/>
            <a:ahLst/>
            <a:rect l="0" t="0" r="r" b="b"/>
            <a:pathLst>
              <a:path w="434" h="480">
                <a:moveTo>
                  <a:pt x="185" y="1"/>
                </a:moveTo>
                <a:lnTo>
                  <a:pt x="186" y="1"/>
                </a:lnTo>
                <a:lnTo>
                  <a:pt x="185" y="2"/>
                </a:lnTo>
                <a:lnTo>
                  <a:pt x="185" y="3"/>
                </a:lnTo>
                <a:lnTo>
                  <a:pt x="185" y="2"/>
                </a:lnTo>
                <a:lnTo>
                  <a:pt x="186" y="2"/>
                </a:lnTo>
                <a:lnTo>
                  <a:pt x="187" y="3"/>
                </a:lnTo>
                <a:lnTo>
                  <a:pt x="188" y="3"/>
                </a:lnTo>
                <a:lnTo>
                  <a:pt x="189" y="3"/>
                </a:lnTo>
                <a:lnTo>
                  <a:pt x="190" y="2"/>
                </a:lnTo>
                <a:lnTo>
                  <a:pt x="189" y="2"/>
                </a:lnTo>
                <a:lnTo>
                  <a:pt x="189" y="1"/>
                </a:lnTo>
                <a:lnTo>
                  <a:pt x="189" y="2"/>
                </a:lnTo>
                <a:lnTo>
                  <a:pt x="188" y="2"/>
                </a:lnTo>
                <a:lnTo>
                  <a:pt x="188" y="1"/>
                </a:lnTo>
                <a:lnTo>
                  <a:pt x="189" y="1"/>
                </a:lnTo>
                <a:lnTo>
                  <a:pt x="190" y="0"/>
                </a:lnTo>
                <a:lnTo>
                  <a:pt x="191" y="1"/>
                </a:lnTo>
                <a:lnTo>
                  <a:pt x="192" y="1"/>
                </a:lnTo>
                <a:lnTo>
                  <a:pt x="193" y="1"/>
                </a:lnTo>
                <a:lnTo>
                  <a:pt x="193" y="2"/>
                </a:lnTo>
                <a:lnTo>
                  <a:pt x="194" y="2"/>
                </a:lnTo>
                <a:lnTo>
                  <a:pt x="195" y="2"/>
                </a:lnTo>
                <a:lnTo>
                  <a:pt x="196" y="2"/>
                </a:lnTo>
                <a:lnTo>
                  <a:pt x="196" y="1"/>
                </a:lnTo>
                <a:lnTo>
                  <a:pt x="197" y="1"/>
                </a:lnTo>
                <a:lnTo>
                  <a:pt x="198" y="1"/>
                </a:lnTo>
                <a:lnTo>
                  <a:pt x="199" y="1"/>
                </a:lnTo>
                <a:lnTo>
                  <a:pt x="199" y="2"/>
                </a:lnTo>
                <a:lnTo>
                  <a:pt x="200" y="3"/>
                </a:lnTo>
                <a:lnTo>
                  <a:pt x="201" y="4"/>
                </a:lnTo>
                <a:lnTo>
                  <a:pt x="201" y="6"/>
                </a:lnTo>
                <a:lnTo>
                  <a:pt x="201" y="7"/>
                </a:lnTo>
                <a:lnTo>
                  <a:pt x="202" y="7"/>
                </a:lnTo>
                <a:lnTo>
                  <a:pt x="202" y="8"/>
                </a:lnTo>
                <a:lnTo>
                  <a:pt x="202" y="9"/>
                </a:lnTo>
                <a:lnTo>
                  <a:pt x="202" y="10"/>
                </a:lnTo>
                <a:lnTo>
                  <a:pt x="203" y="11"/>
                </a:lnTo>
                <a:lnTo>
                  <a:pt x="204" y="12"/>
                </a:lnTo>
                <a:lnTo>
                  <a:pt x="205" y="13"/>
                </a:lnTo>
                <a:lnTo>
                  <a:pt x="205" y="14"/>
                </a:lnTo>
                <a:lnTo>
                  <a:pt x="206" y="14"/>
                </a:lnTo>
                <a:lnTo>
                  <a:pt x="206" y="15"/>
                </a:lnTo>
                <a:lnTo>
                  <a:pt x="207" y="17"/>
                </a:lnTo>
                <a:lnTo>
                  <a:pt x="207" y="18"/>
                </a:lnTo>
                <a:lnTo>
                  <a:pt x="208" y="18"/>
                </a:lnTo>
                <a:lnTo>
                  <a:pt x="209" y="19"/>
                </a:lnTo>
                <a:lnTo>
                  <a:pt x="210" y="20"/>
                </a:lnTo>
                <a:lnTo>
                  <a:pt x="211" y="20"/>
                </a:lnTo>
                <a:lnTo>
                  <a:pt x="212" y="20"/>
                </a:lnTo>
                <a:lnTo>
                  <a:pt x="213" y="20"/>
                </a:lnTo>
                <a:lnTo>
                  <a:pt x="213" y="21"/>
                </a:lnTo>
                <a:lnTo>
                  <a:pt x="215" y="23"/>
                </a:lnTo>
                <a:lnTo>
                  <a:pt x="215" y="24"/>
                </a:lnTo>
                <a:lnTo>
                  <a:pt x="216" y="24"/>
                </a:lnTo>
                <a:lnTo>
                  <a:pt x="216" y="25"/>
                </a:lnTo>
                <a:lnTo>
                  <a:pt x="217" y="25"/>
                </a:lnTo>
                <a:lnTo>
                  <a:pt x="218" y="26"/>
                </a:lnTo>
                <a:lnTo>
                  <a:pt x="218" y="27"/>
                </a:lnTo>
                <a:lnTo>
                  <a:pt x="219" y="27"/>
                </a:lnTo>
                <a:lnTo>
                  <a:pt x="221" y="29"/>
                </a:lnTo>
                <a:lnTo>
                  <a:pt x="223" y="29"/>
                </a:lnTo>
                <a:lnTo>
                  <a:pt x="224" y="30"/>
                </a:lnTo>
                <a:lnTo>
                  <a:pt x="225" y="30"/>
                </a:lnTo>
                <a:lnTo>
                  <a:pt x="226" y="30"/>
                </a:lnTo>
                <a:lnTo>
                  <a:pt x="227" y="30"/>
                </a:lnTo>
                <a:lnTo>
                  <a:pt x="229" y="30"/>
                </a:lnTo>
                <a:lnTo>
                  <a:pt x="230" y="31"/>
                </a:lnTo>
                <a:lnTo>
                  <a:pt x="231" y="31"/>
                </a:lnTo>
                <a:lnTo>
                  <a:pt x="234" y="31"/>
                </a:lnTo>
                <a:lnTo>
                  <a:pt x="235" y="31"/>
                </a:lnTo>
                <a:lnTo>
                  <a:pt x="236" y="31"/>
                </a:lnTo>
                <a:lnTo>
                  <a:pt x="237" y="30"/>
                </a:lnTo>
                <a:lnTo>
                  <a:pt x="238" y="30"/>
                </a:lnTo>
                <a:lnTo>
                  <a:pt x="239" y="30"/>
                </a:lnTo>
                <a:lnTo>
                  <a:pt x="241" y="30"/>
                </a:lnTo>
                <a:lnTo>
                  <a:pt x="242" y="29"/>
                </a:lnTo>
                <a:lnTo>
                  <a:pt x="243" y="29"/>
                </a:lnTo>
                <a:lnTo>
                  <a:pt x="244" y="29"/>
                </a:lnTo>
                <a:lnTo>
                  <a:pt x="245" y="29"/>
                </a:lnTo>
                <a:lnTo>
                  <a:pt x="246" y="28"/>
                </a:lnTo>
                <a:lnTo>
                  <a:pt x="246" y="29"/>
                </a:lnTo>
                <a:lnTo>
                  <a:pt x="245" y="30"/>
                </a:lnTo>
                <a:lnTo>
                  <a:pt x="245" y="31"/>
                </a:lnTo>
                <a:lnTo>
                  <a:pt x="246" y="31"/>
                </a:lnTo>
                <a:lnTo>
                  <a:pt x="245" y="32"/>
                </a:lnTo>
                <a:lnTo>
                  <a:pt x="245" y="33"/>
                </a:lnTo>
                <a:lnTo>
                  <a:pt x="244" y="33"/>
                </a:lnTo>
                <a:lnTo>
                  <a:pt x="245" y="33"/>
                </a:lnTo>
                <a:lnTo>
                  <a:pt x="245" y="34"/>
                </a:lnTo>
                <a:lnTo>
                  <a:pt x="245" y="35"/>
                </a:lnTo>
                <a:lnTo>
                  <a:pt x="245" y="36"/>
                </a:lnTo>
                <a:lnTo>
                  <a:pt x="246" y="36"/>
                </a:lnTo>
                <a:lnTo>
                  <a:pt x="247" y="36"/>
                </a:lnTo>
                <a:lnTo>
                  <a:pt x="247" y="35"/>
                </a:lnTo>
                <a:lnTo>
                  <a:pt x="248" y="35"/>
                </a:lnTo>
                <a:lnTo>
                  <a:pt x="249" y="35"/>
                </a:lnTo>
                <a:lnTo>
                  <a:pt x="250" y="35"/>
                </a:lnTo>
                <a:lnTo>
                  <a:pt x="250" y="34"/>
                </a:lnTo>
                <a:lnTo>
                  <a:pt x="251" y="34"/>
                </a:lnTo>
                <a:lnTo>
                  <a:pt x="252" y="34"/>
                </a:lnTo>
                <a:lnTo>
                  <a:pt x="252" y="33"/>
                </a:lnTo>
                <a:lnTo>
                  <a:pt x="251" y="32"/>
                </a:lnTo>
                <a:lnTo>
                  <a:pt x="251" y="31"/>
                </a:lnTo>
                <a:lnTo>
                  <a:pt x="252" y="31"/>
                </a:lnTo>
                <a:lnTo>
                  <a:pt x="253" y="31"/>
                </a:lnTo>
                <a:lnTo>
                  <a:pt x="253" y="32"/>
                </a:lnTo>
                <a:lnTo>
                  <a:pt x="253" y="33"/>
                </a:lnTo>
                <a:lnTo>
                  <a:pt x="253" y="34"/>
                </a:lnTo>
                <a:lnTo>
                  <a:pt x="253" y="35"/>
                </a:lnTo>
                <a:lnTo>
                  <a:pt x="253" y="36"/>
                </a:lnTo>
                <a:lnTo>
                  <a:pt x="254" y="36"/>
                </a:lnTo>
                <a:lnTo>
                  <a:pt x="254" y="37"/>
                </a:lnTo>
                <a:lnTo>
                  <a:pt x="255" y="38"/>
                </a:lnTo>
                <a:lnTo>
                  <a:pt x="254" y="38"/>
                </a:lnTo>
                <a:lnTo>
                  <a:pt x="253" y="39"/>
                </a:lnTo>
                <a:lnTo>
                  <a:pt x="254" y="40"/>
                </a:lnTo>
                <a:lnTo>
                  <a:pt x="255" y="40"/>
                </a:lnTo>
                <a:lnTo>
                  <a:pt x="255" y="41"/>
                </a:lnTo>
                <a:lnTo>
                  <a:pt x="256" y="41"/>
                </a:lnTo>
                <a:lnTo>
                  <a:pt x="256" y="43"/>
                </a:lnTo>
                <a:lnTo>
                  <a:pt x="255" y="43"/>
                </a:lnTo>
                <a:lnTo>
                  <a:pt x="255" y="44"/>
                </a:lnTo>
                <a:lnTo>
                  <a:pt x="256" y="44"/>
                </a:lnTo>
                <a:lnTo>
                  <a:pt x="256" y="45"/>
                </a:lnTo>
                <a:lnTo>
                  <a:pt x="257" y="45"/>
                </a:lnTo>
                <a:lnTo>
                  <a:pt x="257" y="46"/>
                </a:lnTo>
                <a:lnTo>
                  <a:pt x="257" y="48"/>
                </a:lnTo>
                <a:lnTo>
                  <a:pt x="258" y="48"/>
                </a:lnTo>
                <a:lnTo>
                  <a:pt x="258" y="49"/>
                </a:lnTo>
                <a:lnTo>
                  <a:pt x="258" y="50"/>
                </a:lnTo>
                <a:lnTo>
                  <a:pt x="259" y="50"/>
                </a:lnTo>
                <a:lnTo>
                  <a:pt x="259" y="51"/>
                </a:lnTo>
                <a:lnTo>
                  <a:pt x="260" y="51"/>
                </a:lnTo>
                <a:lnTo>
                  <a:pt x="261" y="50"/>
                </a:lnTo>
                <a:lnTo>
                  <a:pt x="262" y="49"/>
                </a:lnTo>
                <a:lnTo>
                  <a:pt x="262" y="48"/>
                </a:lnTo>
                <a:lnTo>
                  <a:pt x="263" y="48"/>
                </a:lnTo>
                <a:lnTo>
                  <a:pt x="263" y="47"/>
                </a:lnTo>
                <a:lnTo>
                  <a:pt x="264" y="46"/>
                </a:lnTo>
                <a:lnTo>
                  <a:pt x="264" y="45"/>
                </a:lnTo>
                <a:lnTo>
                  <a:pt x="265" y="44"/>
                </a:lnTo>
                <a:lnTo>
                  <a:pt x="265" y="43"/>
                </a:lnTo>
                <a:lnTo>
                  <a:pt x="266" y="43"/>
                </a:lnTo>
                <a:lnTo>
                  <a:pt x="266" y="42"/>
                </a:lnTo>
                <a:lnTo>
                  <a:pt x="267" y="42"/>
                </a:lnTo>
                <a:lnTo>
                  <a:pt x="267" y="41"/>
                </a:lnTo>
                <a:lnTo>
                  <a:pt x="268" y="41"/>
                </a:lnTo>
                <a:lnTo>
                  <a:pt x="268" y="40"/>
                </a:lnTo>
                <a:lnTo>
                  <a:pt x="269" y="40"/>
                </a:lnTo>
                <a:lnTo>
                  <a:pt x="268" y="40"/>
                </a:lnTo>
                <a:lnTo>
                  <a:pt x="269" y="39"/>
                </a:lnTo>
                <a:lnTo>
                  <a:pt x="270" y="40"/>
                </a:lnTo>
                <a:lnTo>
                  <a:pt x="271" y="40"/>
                </a:lnTo>
                <a:lnTo>
                  <a:pt x="272" y="40"/>
                </a:lnTo>
                <a:lnTo>
                  <a:pt x="273" y="40"/>
                </a:lnTo>
                <a:lnTo>
                  <a:pt x="273" y="39"/>
                </a:lnTo>
                <a:lnTo>
                  <a:pt x="274" y="39"/>
                </a:lnTo>
                <a:lnTo>
                  <a:pt x="275" y="39"/>
                </a:lnTo>
                <a:lnTo>
                  <a:pt x="275" y="40"/>
                </a:lnTo>
                <a:lnTo>
                  <a:pt x="276" y="40"/>
                </a:lnTo>
                <a:lnTo>
                  <a:pt x="276" y="39"/>
                </a:lnTo>
                <a:lnTo>
                  <a:pt x="276" y="38"/>
                </a:lnTo>
                <a:lnTo>
                  <a:pt x="277" y="38"/>
                </a:lnTo>
                <a:lnTo>
                  <a:pt x="277" y="39"/>
                </a:lnTo>
                <a:lnTo>
                  <a:pt x="277" y="38"/>
                </a:lnTo>
                <a:lnTo>
                  <a:pt x="278" y="38"/>
                </a:lnTo>
                <a:lnTo>
                  <a:pt x="278" y="37"/>
                </a:lnTo>
                <a:lnTo>
                  <a:pt x="279" y="37"/>
                </a:lnTo>
                <a:lnTo>
                  <a:pt x="279" y="36"/>
                </a:lnTo>
                <a:lnTo>
                  <a:pt x="280" y="36"/>
                </a:lnTo>
                <a:lnTo>
                  <a:pt x="280" y="37"/>
                </a:lnTo>
                <a:lnTo>
                  <a:pt x="280" y="38"/>
                </a:lnTo>
                <a:lnTo>
                  <a:pt x="281" y="38"/>
                </a:lnTo>
                <a:lnTo>
                  <a:pt x="281" y="37"/>
                </a:lnTo>
                <a:lnTo>
                  <a:pt x="281" y="36"/>
                </a:lnTo>
                <a:lnTo>
                  <a:pt x="282" y="36"/>
                </a:lnTo>
                <a:lnTo>
                  <a:pt x="282" y="35"/>
                </a:lnTo>
                <a:lnTo>
                  <a:pt x="282" y="34"/>
                </a:lnTo>
                <a:lnTo>
                  <a:pt x="282" y="33"/>
                </a:lnTo>
                <a:lnTo>
                  <a:pt x="282" y="31"/>
                </a:lnTo>
                <a:lnTo>
                  <a:pt x="282" y="30"/>
                </a:lnTo>
                <a:lnTo>
                  <a:pt x="282" y="29"/>
                </a:lnTo>
                <a:lnTo>
                  <a:pt x="281" y="28"/>
                </a:lnTo>
                <a:lnTo>
                  <a:pt x="280" y="28"/>
                </a:lnTo>
                <a:lnTo>
                  <a:pt x="279" y="28"/>
                </a:lnTo>
                <a:lnTo>
                  <a:pt x="279" y="27"/>
                </a:lnTo>
                <a:lnTo>
                  <a:pt x="280" y="27"/>
                </a:lnTo>
                <a:lnTo>
                  <a:pt x="280" y="26"/>
                </a:lnTo>
                <a:lnTo>
                  <a:pt x="281" y="26"/>
                </a:lnTo>
                <a:lnTo>
                  <a:pt x="282" y="26"/>
                </a:lnTo>
                <a:lnTo>
                  <a:pt x="284" y="26"/>
                </a:lnTo>
                <a:lnTo>
                  <a:pt x="285" y="26"/>
                </a:lnTo>
                <a:lnTo>
                  <a:pt x="286" y="26"/>
                </a:lnTo>
                <a:lnTo>
                  <a:pt x="287" y="25"/>
                </a:lnTo>
                <a:lnTo>
                  <a:pt x="288" y="25"/>
                </a:lnTo>
                <a:lnTo>
                  <a:pt x="288" y="24"/>
                </a:lnTo>
                <a:lnTo>
                  <a:pt x="288" y="23"/>
                </a:lnTo>
                <a:lnTo>
                  <a:pt x="288" y="21"/>
                </a:lnTo>
                <a:lnTo>
                  <a:pt x="289" y="23"/>
                </a:lnTo>
                <a:lnTo>
                  <a:pt x="289" y="21"/>
                </a:lnTo>
                <a:lnTo>
                  <a:pt x="290" y="21"/>
                </a:lnTo>
                <a:lnTo>
                  <a:pt x="291" y="21"/>
                </a:lnTo>
                <a:lnTo>
                  <a:pt x="292" y="21"/>
                </a:lnTo>
                <a:lnTo>
                  <a:pt x="293" y="20"/>
                </a:lnTo>
                <a:lnTo>
                  <a:pt x="294" y="20"/>
                </a:lnTo>
                <a:lnTo>
                  <a:pt x="295" y="21"/>
                </a:lnTo>
                <a:lnTo>
                  <a:pt x="296" y="23"/>
                </a:lnTo>
                <a:lnTo>
                  <a:pt x="297" y="23"/>
                </a:lnTo>
                <a:lnTo>
                  <a:pt x="300" y="23"/>
                </a:lnTo>
                <a:lnTo>
                  <a:pt x="300" y="21"/>
                </a:lnTo>
                <a:lnTo>
                  <a:pt x="301" y="21"/>
                </a:lnTo>
                <a:lnTo>
                  <a:pt x="302" y="21"/>
                </a:lnTo>
                <a:lnTo>
                  <a:pt x="302" y="20"/>
                </a:lnTo>
                <a:lnTo>
                  <a:pt x="303" y="19"/>
                </a:lnTo>
                <a:lnTo>
                  <a:pt x="304" y="19"/>
                </a:lnTo>
                <a:lnTo>
                  <a:pt x="304" y="20"/>
                </a:lnTo>
                <a:lnTo>
                  <a:pt x="305" y="20"/>
                </a:lnTo>
                <a:lnTo>
                  <a:pt x="306" y="20"/>
                </a:lnTo>
                <a:lnTo>
                  <a:pt x="307" y="20"/>
                </a:lnTo>
                <a:lnTo>
                  <a:pt x="307" y="19"/>
                </a:lnTo>
                <a:lnTo>
                  <a:pt x="308" y="19"/>
                </a:lnTo>
                <a:lnTo>
                  <a:pt x="308" y="18"/>
                </a:lnTo>
                <a:lnTo>
                  <a:pt x="308" y="17"/>
                </a:lnTo>
                <a:lnTo>
                  <a:pt x="309" y="17"/>
                </a:lnTo>
                <a:lnTo>
                  <a:pt x="309" y="18"/>
                </a:lnTo>
                <a:lnTo>
                  <a:pt x="309" y="19"/>
                </a:lnTo>
                <a:lnTo>
                  <a:pt x="310" y="19"/>
                </a:lnTo>
                <a:lnTo>
                  <a:pt x="312" y="19"/>
                </a:lnTo>
                <a:lnTo>
                  <a:pt x="312" y="20"/>
                </a:lnTo>
                <a:lnTo>
                  <a:pt x="313" y="20"/>
                </a:lnTo>
                <a:lnTo>
                  <a:pt x="313" y="21"/>
                </a:lnTo>
                <a:lnTo>
                  <a:pt x="313" y="23"/>
                </a:lnTo>
                <a:lnTo>
                  <a:pt x="313" y="24"/>
                </a:lnTo>
                <a:lnTo>
                  <a:pt x="314" y="25"/>
                </a:lnTo>
                <a:lnTo>
                  <a:pt x="313" y="25"/>
                </a:lnTo>
                <a:lnTo>
                  <a:pt x="313" y="26"/>
                </a:lnTo>
                <a:lnTo>
                  <a:pt x="313" y="27"/>
                </a:lnTo>
                <a:lnTo>
                  <a:pt x="313" y="28"/>
                </a:lnTo>
                <a:lnTo>
                  <a:pt x="313" y="29"/>
                </a:lnTo>
                <a:lnTo>
                  <a:pt x="314" y="29"/>
                </a:lnTo>
                <a:lnTo>
                  <a:pt x="313" y="29"/>
                </a:lnTo>
                <a:lnTo>
                  <a:pt x="313" y="32"/>
                </a:lnTo>
                <a:lnTo>
                  <a:pt x="313" y="33"/>
                </a:lnTo>
                <a:lnTo>
                  <a:pt x="314" y="33"/>
                </a:lnTo>
                <a:lnTo>
                  <a:pt x="313" y="33"/>
                </a:lnTo>
                <a:lnTo>
                  <a:pt x="313" y="34"/>
                </a:lnTo>
                <a:lnTo>
                  <a:pt x="312" y="34"/>
                </a:lnTo>
                <a:lnTo>
                  <a:pt x="313" y="35"/>
                </a:lnTo>
                <a:lnTo>
                  <a:pt x="314" y="35"/>
                </a:lnTo>
                <a:lnTo>
                  <a:pt x="314" y="36"/>
                </a:lnTo>
                <a:lnTo>
                  <a:pt x="315" y="36"/>
                </a:lnTo>
                <a:lnTo>
                  <a:pt x="314" y="36"/>
                </a:lnTo>
                <a:lnTo>
                  <a:pt x="315" y="36"/>
                </a:lnTo>
                <a:lnTo>
                  <a:pt x="316" y="37"/>
                </a:lnTo>
                <a:lnTo>
                  <a:pt x="315" y="38"/>
                </a:lnTo>
                <a:lnTo>
                  <a:pt x="315" y="39"/>
                </a:lnTo>
                <a:lnTo>
                  <a:pt x="315" y="40"/>
                </a:lnTo>
                <a:lnTo>
                  <a:pt x="314" y="40"/>
                </a:lnTo>
                <a:lnTo>
                  <a:pt x="314" y="41"/>
                </a:lnTo>
                <a:lnTo>
                  <a:pt x="313" y="41"/>
                </a:lnTo>
                <a:lnTo>
                  <a:pt x="312" y="41"/>
                </a:lnTo>
                <a:lnTo>
                  <a:pt x="312" y="42"/>
                </a:lnTo>
                <a:lnTo>
                  <a:pt x="312" y="43"/>
                </a:lnTo>
                <a:lnTo>
                  <a:pt x="313" y="43"/>
                </a:lnTo>
                <a:lnTo>
                  <a:pt x="314" y="43"/>
                </a:lnTo>
                <a:lnTo>
                  <a:pt x="314" y="42"/>
                </a:lnTo>
                <a:lnTo>
                  <a:pt x="315" y="42"/>
                </a:lnTo>
                <a:lnTo>
                  <a:pt x="316" y="42"/>
                </a:lnTo>
                <a:lnTo>
                  <a:pt x="317" y="43"/>
                </a:lnTo>
                <a:lnTo>
                  <a:pt x="317" y="44"/>
                </a:lnTo>
                <a:lnTo>
                  <a:pt x="318" y="44"/>
                </a:lnTo>
                <a:lnTo>
                  <a:pt x="317" y="44"/>
                </a:lnTo>
                <a:lnTo>
                  <a:pt x="317" y="43"/>
                </a:lnTo>
                <a:lnTo>
                  <a:pt x="318" y="43"/>
                </a:lnTo>
                <a:lnTo>
                  <a:pt x="319" y="43"/>
                </a:lnTo>
                <a:lnTo>
                  <a:pt x="318" y="42"/>
                </a:lnTo>
                <a:lnTo>
                  <a:pt x="319" y="42"/>
                </a:lnTo>
                <a:lnTo>
                  <a:pt x="320" y="41"/>
                </a:lnTo>
                <a:lnTo>
                  <a:pt x="320" y="40"/>
                </a:lnTo>
                <a:lnTo>
                  <a:pt x="322" y="40"/>
                </a:lnTo>
                <a:lnTo>
                  <a:pt x="323" y="40"/>
                </a:lnTo>
                <a:lnTo>
                  <a:pt x="324" y="39"/>
                </a:lnTo>
                <a:lnTo>
                  <a:pt x="324" y="40"/>
                </a:lnTo>
                <a:lnTo>
                  <a:pt x="325" y="40"/>
                </a:lnTo>
                <a:lnTo>
                  <a:pt x="326" y="40"/>
                </a:lnTo>
                <a:lnTo>
                  <a:pt x="326" y="41"/>
                </a:lnTo>
                <a:lnTo>
                  <a:pt x="326" y="42"/>
                </a:lnTo>
                <a:lnTo>
                  <a:pt x="327" y="42"/>
                </a:lnTo>
                <a:lnTo>
                  <a:pt x="328" y="42"/>
                </a:lnTo>
                <a:lnTo>
                  <a:pt x="328" y="43"/>
                </a:lnTo>
                <a:lnTo>
                  <a:pt x="327" y="44"/>
                </a:lnTo>
                <a:lnTo>
                  <a:pt x="327" y="45"/>
                </a:lnTo>
                <a:lnTo>
                  <a:pt x="327" y="46"/>
                </a:lnTo>
                <a:lnTo>
                  <a:pt x="327" y="47"/>
                </a:lnTo>
                <a:lnTo>
                  <a:pt x="327" y="48"/>
                </a:lnTo>
                <a:lnTo>
                  <a:pt x="327" y="49"/>
                </a:lnTo>
                <a:lnTo>
                  <a:pt x="328" y="49"/>
                </a:lnTo>
                <a:lnTo>
                  <a:pt x="328" y="48"/>
                </a:lnTo>
                <a:lnTo>
                  <a:pt x="329" y="48"/>
                </a:lnTo>
                <a:lnTo>
                  <a:pt x="329" y="49"/>
                </a:lnTo>
                <a:lnTo>
                  <a:pt x="330" y="49"/>
                </a:lnTo>
                <a:lnTo>
                  <a:pt x="331" y="49"/>
                </a:lnTo>
                <a:lnTo>
                  <a:pt x="332" y="49"/>
                </a:lnTo>
                <a:lnTo>
                  <a:pt x="333" y="49"/>
                </a:lnTo>
                <a:lnTo>
                  <a:pt x="333" y="48"/>
                </a:lnTo>
                <a:lnTo>
                  <a:pt x="334" y="48"/>
                </a:lnTo>
                <a:lnTo>
                  <a:pt x="334" y="49"/>
                </a:lnTo>
                <a:lnTo>
                  <a:pt x="335" y="49"/>
                </a:lnTo>
                <a:lnTo>
                  <a:pt x="334" y="49"/>
                </a:lnTo>
                <a:lnTo>
                  <a:pt x="334" y="48"/>
                </a:lnTo>
                <a:lnTo>
                  <a:pt x="335" y="48"/>
                </a:lnTo>
                <a:lnTo>
                  <a:pt x="336" y="48"/>
                </a:lnTo>
                <a:lnTo>
                  <a:pt x="337" y="48"/>
                </a:lnTo>
                <a:lnTo>
                  <a:pt x="337" y="49"/>
                </a:lnTo>
                <a:lnTo>
                  <a:pt x="338" y="50"/>
                </a:lnTo>
                <a:lnTo>
                  <a:pt x="338" y="51"/>
                </a:lnTo>
                <a:lnTo>
                  <a:pt x="339" y="52"/>
                </a:lnTo>
                <a:lnTo>
                  <a:pt x="340" y="52"/>
                </a:lnTo>
                <a:lnTo>
                  <a:pt x="340" y="53"/>
                </a:lnTo>
                <a:lnTo>
                  <a:pt x="341" y="53"/>
                </a:lnTo>
                <a:lnTo>
                  <a:pt x="341" y="54"/>
                </a:lnTo>
                <a:lnTo>
                  <a:pt x="342" y="54"/>
                </a:lnTo>
                <a:lnTo>
                  <a:pt x="342" y="55"/>
                </a:lnTo>
                <a:lnTo>
                  <a:pt x="342" y="56"/>
                </a:lnTo>
                <a:lnTo>
                  <a:pt x="341" y="57"/>
                </a:lnTo>
                <a:lnTo>
                  <a:pt x="342" y="57"/>
                </a:lnTo>
                <a:lnTo>
                  <a:pt x="342" y="58"/>
                </a:lnTo>
                <a:lnTo>
                  <a:pt x="342" y="59"/>
                </a:lnTo>
                <a:lnTo>
                  <a:pt x="341" y="60"/>
                </a:lnTo>
                <a:lnTo>
                  <a:pt x="341" y="62"/>
                </a:lnTo>
                <a:lnTo>
                  <a:pt x="339" y="82"/>
                </a:lnTo>
                <a:lnTo>
                  <a:pt x="339" y="83"/>
                </a:lnTo>
                <a:lnTo>
                  <a:pt x="339" y="88"/>
                </a:lnTo>
                <a:lnTo>
                  <a:pt x="339" y="90"/>
                </a:lnTo>
                <a:lnTo>
                  <a:pt x="338" y="98"/>
                </a:lnTo>
                <a:lnTo>
                  <a:pt x="342" y="98"/>
                </a:lnTo>
                <a:lnTo>
                  <a:pt x="342" y="93"/>
                </a:lnTo>
                <a:lnTo>
                  <a:pt x="346" y="94"/>
                </a:lnTo>
                <a:lnTo>
                  <a:pt x="349" y="96"/>
                </a:lnTo>
                <a:lnTo>
                  <a:pt x="353" y="99"/>
                </a:lnTo>
                <a:lnTo>
                  <a:pt x="352" y="101"/>
                </a:lnTo>
                <a:lnTo>
                  <a:pt x="356" y="104"/>
                </a:lnTo>
                <a:lnTo>
                  <a:pt x="357" y="105"/>
                </a:lnTo>
                <a:lnTo>
                  <a:pt x="360" y="107"/>
                </a:lnTo>
                <a:lnTo>
                  <a:pt x="363" y="109"/>
                </a:lnTo>
                <a:lnTo>
                  <a:pt x="365" y="112"/>
                </a:lnTo>
                <a:lnTo>
                  <a:pt x="368" y="116"/>
                </a:lnTo>
                <a:lnTo>
                  <a:pt x="370" y="118"/>
                </a:lnTo>
                <a:lnTo>
                  <a:pt x="372" y="121"/>
                </a:lnTo>
                <a:lnTo>
                  <a:pt x="372" y="122"/>
                </a:lnTo>
                <a:lnTo>
                  <a:pt x="373" y="124"/>
                </a:lnTo>
                <a:lnTo>
                  <a:pt x="376" y="129"/>
                </a:lnTo>
                <a:lnTo>
                  <a:pt x="377" y="129"/>
                </a:lnTo>
                <a:lnTo>
                  <a:pt x="379" y="133"/>
                </a:lnTo>
                <a:lnTo>
                  <a:pt x="380" y="135"/>
                </a:lnTo>
                <a:lnTo>
                  <a:pt x="381" y="135"/>
                </a:lnTo>
                <a:lnTo>
                  <a:pt x="382" y="134"/>
                </a:lnTo>
                <a:lnTo>
                  <a:pt x="385" y="140"/>
                </a:lnTo>
                <a:lnTo>
                  <a:pt x="384" y="141"/>
                </a:lnTo>
                <a:lnTo>
                  <a:pt x="385" y="141"/>
                </a:lnTo>
                <a:lnTo>
                  <a:pt x="385" y="142"/>
                </a:lnTo>
                <a:lnTo>
                  <a:pt x="386" y="142"/>
                </a:lnTo>
                <a:lnTo>
                  <a:pt x="387" y="143"/>
                </a:lnTo>
                <a:lnTo>
                  <a:pt x="388" y="143"/>
                </a:lnTo>
                <a:lnTo>
                  <a:pt x="389" y="144"/>
                </a:lnTo>
                <a:lnTo>
                  <a:pt x="390" y="144"/>
                </a:lnTo>
                <a:lnTo>
                  <a:pt x="391" y="144"/>
                </a:lnTo>
                <a:lnTo>
                  <a:pt x="392" y="144"/>
                </a:lnTo>
                <a:lnTo>
                  <a:pt x="393" y="144"/>
                </a:lnTo>
                <a:lnTo>
                  <a:pt x="393" y="145"/>
                </a:lnTo>
                <a:lnTo>
                  <a:pt x="395" y="145"/>
                </a:lnTo>
                <a:lnTo>
                  <a:pt x="396" y="145"/>
                </a:lnTo>
                <a:lnTo>
                  <a:pt x="398" y="146"/>
                </a:lnTo>
                <a:lnTo>
                  <a:pt x="398" y="147"/>
                </a:lnTo>
                <a:lnTo>
                  <a:pt x="399" y="147"/>
                </a:lnTo>
                <a:lnTo>
                  <a:pt x="399" y="148"/>
                </a:lnTo>
                <a:lnTo>
                  <a:pt x="400" y="148"/>
                </a:lnTo>
                <a:lnTo>
                  <a:pt x="401" y="148"/>
                </a:lnTo>
                <a:lnTo>
                  <a:pt x="401" y="149"/>
                </a:lnTo>
                <a:lnTo>
                  <a:pt x="402" y="149"/>
                </a:lnTo>
                <a:lnTo>
                  <a:pt x="403" y="149"/>
                </a:lnTo>
                <a:lnTo>
                  <a:pt x="404" y="149"/>
                </a:lnTo>
                <a:lnTo>
                  <a:pt x="406" y="150"/>
                </a:lnTo>
                <a:lnTo>
                  <a:pt x="407" y="150"/>
                </a:lnTo>
                <a:lnTo>
                  <a:pt x="409" y="151"/>
                </a:lnTo>
                <a:lnTo>
                  <a:pt x="410" y="151"/>
                </a:lnTo>
                <a:lnTo>
                  <a:pt x="411" y="153"/>
                </a:lnTo>
                <a:lnTo>
                  <a:pt x="412" y="154"/>
                </a:lnTo>
                <a:lnTo>
                  <a:pt x="412" y="155"/>
                </a:lnTo>
                <a:lnTo>
                  <a:pt x="413" y="155"/>
                </a:lnTo>
                <a:lnTo>
                  <a:pt x="414" y="155"/>
                </a:lnTo>
                <a:lnTo>
                  <a:pt x="415" y="155"/>
                </a:lnTo>
                <a:lnTo>
                  <a:pt x="416" y="155"/>
                </a:lnTo>
                <a:lnTo>
                  <a:pt x="417" y="155"/>
                </a:lnTo>
                <a:lnTo>
                  <a:pt x="418" y="155"/>
                </a:lnTo>
                <a:lnTo>
                  <a:pt x="419" y="155"/>
                </a:lnTo>
                <a:lnTo>
                  <a:pt x="420" y="155"/>
                </a:lnTo>
                <a:lnTo>
                  <a:pt x="420" y="156"/>
                </a:lnTo>
                <a:lnTo>
                  <a:pt x="421" y="156"/>
                </a:lnTo>
                <a:lnTo>
                  <a:pt x="421" y="155"/>
                </a:lnTo>
                <a:lnTo>
                  <a:pt x="422" y="155"/>
                </a:lnTo>
                <a:lnTo>
                  <a:pt x="422" y="154"/>
                </a:lnTo>
                <a:lnTo>
                  <a:pt x="423" y="155"/>
                </a:lnTo>
                <a:lnTo>
                  <a:pt x="424" y="155"/>
                </a:lnTo>
                <a:lnTo>
                  <a:pt x="425" y="155"/>
                </a:lnTo>
                <a:lnTo>
                  <a:pt x="426" y="155"/>
                </a:lnTo>
                <a:lnTo>
                  <a:pt x="427" y="155"/>
                </a:lnTo>
                <a:lnTo>
                  <a:pt x="428" y="154"/>
                </a:lnTo>
                <a:lnTo>
                  <a:pt x="429" y="154"/>
                </a:lnTo>
                <a:lnTo>
                  <a:pt x="429" y="153"/>
                </a:lnTo>
                <a:lnTo>
                  <a:pt x="430" y="153"/>
                </a:lnTo>
                <a:lnTo>
                  <a:pt x="431" y="153"/>
                </a:lnTo>
                <a:lnTo>
                  <a:pt x="432" y="153"/>
                </a:lnTo>
                <a:lnTo>
                  <a:pt x="433" y="153"/>
                </a:lnTo>
                <a:lnTo>
                  <a:pt x="433" y="154"/>
                </a:lnTo>
                <a:lnTo>
                  <a:pt x="434" y="155"/>
                </a:lnTo>
                <a:lnTo>
                  <a:pt x="434" y="156"/>
                </a:lnTo>
                <a:lnTo>
                  <a:pt x="433" y="156"/>
                </a:lnTo>
                <a:lnTo>
                  <a:pt x="432" y="157"/>
                </a:lnTo>
                <a:lnTo>
                  <a:pt x="431" y="157"/>
                </a:lnTo>
                <a:lnTo>
                  <a:pt x="430" y="157"/>
                </a:lnTo>
                <a:lnTo>
                  <a:pt x="430" y="158"/>
                </a:lnTo>
                <a:lnTo>
                  <a:pt x="428" y="158"/>
                </a:lnTo>
                <a:lnTo>
                  <a:pt x="427" y="159"/>
                </a:lnTo>
                <a:lnTo>
                  <a:pt x="426" y="159"/>
                </a:lnTo>
                <a:lnTo>
                  <a:pt x="425" y="160"/>
                </a:lnTo>
                <a:lnTo>
                  <a:pt x="424" y="160"/>
                </a:lnTo>
                <a:lnTo>
                  <a:pt x="424" y="161"/>
                </a:lnTo>
                <a:lnTo>
                  <a:pt x="423" y="161"/>
                </a:lnTo>
                <a:lnTo>
                  <a:pt x="423" y="162"/>
                </a:lnTo>
                <a:lnTo>
                  <a:pt x="422" y="162"/>
                </a:lnTo>
                <a:lnTo>
                  <a:pt x="421" y="162"/>
                </a:lnTo>
                <a:lnTo>
                  <a:pt x="419" y="163"/>
                </a:lnTo>
                <a:lnTo>
                  <a:pt x="418" y="163"/>
                </a:lnTo>
                <a:lnTo>
                  <a:pt x="417" y="164"/>
                </a:lnTo>
                <a:lnTo>
                  <a:pt x="416" y="165"/>
                </a:lnTo>
                <a:lnTo>
                  <a:pt x="415" y="166"/>
                </a:lnTo>
                <a:lnTo>
                  <a:pt x="414" y="167"/>
                </a:lnTo>
                <a:lnTo>
                  <a:pt x="413" y="167"/>
                </a:lnTo>
                <a:lnTo>
                  <a:pt x="412" y="167"/>
                </a:lnTo>
                <a:lnTo>
                  <a:pt x="412" y="168"/>
                </a:lnTo>
                <a:lnTo>
                  <a:pt x="411" y="169"/>
                </a:lnTo>
                <a:lnTo>
                  <a:pt x="410" y="170"/>
                </a:lnTo>
                <a:lnTo>
                  <a:pt x="409" y="171"/>
                </a:lnTo>
                <a:lnTo>
                  <a:pt x="409" y="172"/>
                </a:lnTo>
                <a:lnTo>
                  <a:pt x="408" y="173"/>
                </a:lnTo>
                <a:lnTo>
                  <a:pt x="407" y="173"/>
                </a:lnTo>
                <a:lnTo>
                  <a:pt x="408" y="174"/>
                </a:lnTo>
                <a:lnTo>
                  <a:pt x="407" y="176"/>
                </a:lnTo>
                <a:lnTo>
                  <a:pt x="405" y="178"/>
                </a:lnTo>
                <a:lnTo>
                  <a:pt x="404" y="179"/>
                </a:lnTo>
                <a:lnTo>
                  <a:pt x="403" y="179"/>
                </a:lnTo>
                <a:lnTo>
                  <a:pt x="402" y="179"/>
                </a:lnTo>
                <a:lnTo>
                  <a:pt x="401" y="180"/>
                </a:lnTo>
                <a:lnTo>
                  <a:pt x="400" y="180"/>
                </a:lnTo>
                <a:lnTo>
                  <a:pt x="398" y="181"/>
                </a:lnTo>
                <a:lnTo>
                  <a:pt x="397" y="182"/>
                </a:lnTo>
                <a:lnTo>
                  <a:pt x="396" y="183"/>
                </a:lnTo>
                <a:lnTo>
                  <a:pt x="395" y="183"/>
                </a:lnTo>
                <a:lnTo>
                  <a:pt x="395" y="185"/>
                </a:lnTo>
                <a:lnTo>
                  <a:pt x="394" y="186"/>
                </a:lnTo>
                <a:lnTo>
                  <a:pt x="393" y="187"/>
                </a:lnTo>
                <a:lnTo>
                  <a:pt x="393" y="188"/>
                </a:lnTo>
                <a:lnTo>
                  <a:pt x="392" y="188"/>
                </a:lnTo>
                <a:lnTo>
                  <a:pt x="392" y="189"/>
                </a:lnTo>
                <a:lnTo>
                  <a:pt x="391" y="190"/>
                </a:lnTo>
                <a:lnTo>
                  <a:pt x="390" y="190"/>
                </a:lnTo>
                <a:lnTo>
                  <a:pt x="390" y="191"/>
                </a:lnTo>
                <a:lnTo>
                  <a:pt x="389" y="191"/>
                </a:lnTo>
                <a:lnTo>
                  <a:pt x="388" y="193"/>
                </a:lnTo>
                <a:lnTo>
                  <a:pt x="388" y="194"/>
                </a:lnTo>
                <a:lnTo>
                  <a:pt x="387" y="194"/>
                </a:lnTo>
                <a:lnTo>
                  <a:pt x="386" y="194"/>
                </a:lnTo>
                <a:lnTo>
                  <a:pt x="387" y="194"/>
                </a:lnTo>
                <a:lnTo>
                  <a:pt x="386" y="194"/>
                </a:lnTo>
                <a:lnTo>
                  <a:pt x="385" y="195"/>
                </a:lnTo>
                <a:lnTo>
                  <a:pt x="383" y="196"/>
                </a:lnTo>
                <a:lnTo>
                  <a:pt x="382" y="196"/>
                </a:lnTo>
                <a:lnTo>
                  <a:pt x="382" y="195"/>
                </a:lnTo>
                <a:lnTo>
                  <a:pt x="382" y="196"/>
                </a:lnTo>
                <a:lnTo>
                  <a:pt x="381" y="196"/>
                </a:lnTo>
                <a:lnTo>
                  <a:pt x="380" y="196"/>
                </a:lnTo>
                <a:lnTo>
                  <a:pt x="379" y="196"/>
                </a:lnTo>
                <a:lnTo>
                  <a:pt x="378" y="196"/>
                </a:lnTo>
                <a:lnTo>
                  <a:pt x="377" y="197"/>
                </a:lnTo>
                <a:lnTo>
                  <a:pt x="376" y="197"/>
                </a:lnTo>
                <a:lnTo>
                  <a:pt x="376" y="196"/>
                </a:lnTo>
                <a:lnTo>
                  <a:pt x="375" y="196"/>
                </a:lnTo>
                <a:lnTo>
                  <a:pt x="374" y="196"/>
                </a:lnTo>
                <a:lnTo>
                  <a:pt x="373" y="196"/>
                </a:lnTo>
                <a:lnTo>
                  <a:pt x="373" y="197"/>
                </a:lnTo>
                <a:lnTo>
                  <a:pt x="372" y="197"/>
                </a:lnTo>
                <a:lnTo>
                  <a:pt x="372" y="198"/>
                </a:lnTo>
                <a:lnTo>
                  <a:pt x="371" y="198"/>
                </a:lnTo>
                <a:lnTo>
                  <a:pt x="372" y="198"/>
                </a:lnTo>
                <a:lnTo>
                  <a:pt x="371" y="199"/>
                </a:lnTo>
                <a:lnTo>
                  <a:pt x="370" y="199"/>
                </a:lnTo>
                <a:lnTo>
                  <a:pt x="371" y="199"/>
                </a:lnTo>
                <a:lnTo>
                  <a:pt x="370" y="200"/>
                </a:lnTo>
                <a:lnTo>
                  <a:pt x="369" y="201"/>
                </a:lnTo>
                <a:lnTo>
                  <a:pt x="368" y="201"/>
                </a:lnTo>
                <a:lnTo>
                  <a:pt x="369" y="200"/>
                </a:lnTo>
                <a:lnTo>
                  <a:pt x="368" y="198"/>
                </a:lnTo>
                <a:lnTo>
                  <a:pt x="364" y="199"/>
                </a:lnTo>
                <a:lnTo>
                  <a:pt x="363" y="199"/>
                </a:lnTo>
                <a:lnTo>
                  <a:pt x="363" y="200"/>
                </a:lnTo>
                <a:lnTo>
                  <a:pt x="362" y="200"/>
                </a:lnTo>
                <a:lnTo>
                  <a:pt x="361" y="201"/>
                </a:lnTo>
                <a:lnTo>
                  <a:pt x="362" y="201"/>
                </a:lnTo>
                <a:lnTo>
                  <a:pt x="362" y="202"/>
                </a:lnTo>
                <a:lnTo>
                  <a:pt x="362" y="203"/>
                </a:lnTo>
                <a:lnTo>
                  <a:pt x="360" y="204"/>
                </a:lnTo>
                <a:lnTo>
                  <a:pt x="359" y="205"/>
                </a:lnTo>
                <a:lnTo>
                  <a:pt x="359" y="206"/>
                </a:lnTo>
                <a:lnTo>
                  <a:pt x="359" y="207"/>
                </a:lnTo>
                <a:lnTo>
                  <a:pt x="360" y="207"/>
                </a:lnTo>
                <a:lnTo>
                  <a:pt x="360" y="208"/>
                </a:lnTo>
                <a:lnTo>
                  <a:pt x="361" y="209"/>
                </a:lnTo>
                <a:lnTo>
                  <a:pt x="360" y="210"/>
                </a:lnTo>
                <a:lnTo>
                  <a:pt x="360" y="211"/>
                </a:lnTo>
                <a:lnTo>
                  <a:pt x="360" y="212"/>
                </a:lnTo>
                <a:lnTo>
                  <a:pt x="362" y="212"/>
                </a:lnTo>
                <a:lnTo>
                  <a:pt x="363" y="211"/>
                </a:lnTo>
                <a:lnTo>
                  <a:pt x="363" y="210"/>
                </a:lnTo>
                <a:lnTo>
                  <a:pt x="363" y="209"/>
                </a:lnTo>
                <a:lnTo>
                  <a:pt x="363" y="208"/>
                </a:lnTo>
                <a:lnTo>
                  <a:pt x="363" y="207"/>
                </a:lnTo>
                <a:lnTo>
                  <a:pt x="364" y="207"/>
                </a:lnTo>
                <a:lnTo>
                  <a:pt x="364" y="206"/>
                </a:lnTo>
                <a:lnTo>
                  <a:pt x="364" y="205"/>
                </a:lnTo>
                <a:lnTo>
                  <a:pt x="365" y="204"/>
                </a:lnTo>
                <a:lnTo>
                  <a:pt x="366" y="204"/>
                </a:lnTo>
                <a:lnTo>
                  <a:pt x="367" y="203"/>
                </a:lnTo>
                <a:lnTo>
                  <a:pt x="367" y="202"/>
                </a:lnTo>
                <a:lnTo>
                  <a:pt x="369" y="204"/>
                </a:lnTo>
                <a:lnTo>
                  <a:pt x="369" y="205"/>
                </a:lnTo>
                <a:lnTo>
                  <a:pt x="370" y="205"/>
                </a:lnTo>
                <a:lnTo>
                  <a:pt x="370" y="206"/>
                </a:lnTo>
                <a:lnTo>
                  <a:pt x="369" y="206"/>
                </a:lnTo>
                <a:lnTo>
                  <a:pt x="369" y="207"/>
                </a:lnTo>
                <a:lnTo>
                  <a:pt x="369" y="208"/>
                </a:lnTo>
                <a:lnTo>
                  <a:pt x="368" y="208"/>
                </a:lnTo>
                <a:lnTo>
                  <a:pt x="369" y="208"/>
                </a:lnTo>
                <a:lnTo>
                  <a:pt x="368" y="208"/>
                </a:lnTo>
                <a:lnTo>
                  <a:pt x="368" y="209"/>
                </a:lnTo>
                <a:lnTo>
                  <a:pt x="368" y="210"/>
                </a:lnTo>
                <a:lnTo>
                  <a:pt x="368" y="211"/>
                </a:lnTo>
                <a:lnTo>
                  <a:pt x="367" y="211"/>
                </a:lnTo>
                <a:lnTo>
                  <a:pt x="366" y="211"/>
                </a:lnTo>
                <a:lnTo>
                  <a:pt x="365" y="212"/>
                </a:lnTo>
                <a:lnTo>
                  <a:pt x="365" y="213"/>
                </a:lnTo>
                <a:lnTo>
                  <a:pt x="365" y="214"/>
                </a:lnTo>
                <a:lnTo>
                  <a:pt x="365" y="215"/>
                </a:lnTo>
                <a:lnTo>
                  <a:pt x="365" y="214"/>
                </a:lnTo>
                <a:lnTo>
                  <a:pt x="366" y="214"/>
                </a:lnTo>
                <a:lnTo>
                  <a:pt x="367" y="214"/>
                </a:lnTo>
                <a:lnTo>
                  <a:pt x="367" y="213"/>
                </a:lnTo>
                <a:lnTo>
                  <a:pt x="368" y="213"/>
                </a:lnTo>
                <a:lnTo>
                  <a:pt x="368" y="212"/>
                </a:lnTo>
                <a:lnTo>
                  <a:pt x="369" y="212"/>
                </a:lnTo>
                <a:lnTo>
                  <a:pt x="370" y="211"/>
                </a:lnTo>
                <a:lnTo>
                  <a:pt x="371" y="209"/>
                </a:lnTo>
                <a:lnTo>
                  <a:pt x="371" y="208"/>
                </a:lnTo>
                <a:lnTo>
                  <a:pt x="371" y="207"/>
                </a:lnTo>
                <a:lnTo>
                  <a:pt x="372" y="207"/>
                </a:lnTo>
                <a:lnTo>
                  <a:pt x="373" y="206"/>
                </a:lnTo>
                <a:lnTo>
                  <a:pt x="373" y="205"/>
                </a:lnTo>
                <a:lnTo>
                  <a:pt x="374" y="205"/>
                </a:lnTo>
                <a:lnTo>
                  <a:pt x="375" y="204"/>
                </a:lnTo>
                <a:lnTo>
                  <a:pt x="376" y="204"/>
                </a:lnTo>
                <a:lnTo>
                  <a:pt x="380" y="202"/>
                </a:lnTo>
                <a:lnTo>
                  <a:pt x="381" y="202"/>
                </a:lnTo>
                <a:lnTo>
                  <a:pt x="382" y="202"/>
                </a:lnTo>
                <a:lnTo>
                  <a:pt x="383" y="201"/>
                </a:lnTo>
                <a:lnTo>
                  <a:pt x="384" y="200"/>
                </a:lnTo>
                <a:lnTo>
                  <a:pt x="385" y="199"/>
                </a:lnTo>
                <a:lnTo>
                  <a:pt x="386" y="199"/>
                </a:lnTo>
                <a:lnTo>
                  <a:pt x="386" y="198"/>
                </a:lnTo>
                <a:lnTo>
                  <a:pt x="387" y="198"/>
                </a:lnTo>
                <a:lnTo>
                  <a:pt x="388" y="198"/>
                </a:lnTo>
                <a:lnTo>
                  <a:pt x="389" y="197"/>
                </a:lnTo>
                <a:lnTo>
                  <a:pt x="390" y="197"/>
                </a:lnTo>
                <a:lnTo>
                  <a:pt x="391" y="197"/>
                </a:lnTo>
                <a:lnTo>
                  <a:pt x="392" y="198"/>
                </a:lnTo>
                <a:lnTo>
                  <a:pt x="393" y="198"/>
                </a:lnTo>
                <a:lnTo>
                  <a:pt x="394" y="198"/>
                </a:lnTo>
                <a:lnTo>
                  <a:pt x="394" y="197"/>
                </a:lnTo>
                <a:lnTo>
                  <a:pt x="395" y="197"/>
                </a:lnTo>
                <a:lnTo>
                  <a:pt x="396" y="197"/>
                </a:lnTo>
                <a:lnTo>
                  <a:pt x="396" y="198"/>
                </a:lnTo>
                <a:lnTo>
                  <a:pt x="395" y="198"/>
                </a:lnTo>
                <a:lnTo>
                  <a:pt x="395" y="199"/>
                </a:lnTo>
                <a:lnTo>
                  <a:pt x="394" y="199"/>
                </a:lnTo>
                <a:lnTo>
                  <a:pt x="394" y="200"/>
                </a:lnTo>
                <a:lnTo>
                  <a:pt x="394" y="201"/>
                </a:lnTo>
                <a:lnTo>
                  <a:pt x="394" y="203"/>
                </a:lnTo>
                <a:lnTo>
                  <a:pt x="394" y="204"/>
                </a:lnTo>
                <a:lnTo>
                  <a:pt x="395" y="205"/>
                </a:lnTo>
                <a:lnTo>
                  <a:pt x="396" y="205"/>
                </a:lnTo>
                <a:lnTo>
                  <a:pt x="397" y="204"/>
                </a:lnTo>
                <a:lnTo>
                  <a:pt x="398" y="204"/>
                </a:lnTo>
                <a:lnTo>
                  <a:pt x="399" y="204"/>
                </a:lnTo>
                <a:lnTo>
                  <a:pt x="399" y="203"/>
                </a:lnTo>
                <a:lnTo>
                  <a:pt x="400" y="203"/>
                </a:lnTo>
                <a:lnTo>
                  <a:pt x="400" y="202"/>
                </a:lnTo>
                <a:lnTo>
                  <a:pt x="400" y="201"/>
                </a:lnTo>
                <a:lnTo>
                  <a:pt x="400" y="200"/>
                </a:lnTo>
                <a:lnTo>
                  <a:pt x="401" y="200"/>
                </a:lnTo>
                <a:lnTo>
                  <a:pt x="401" y="199"/>
                </a:lnTo>
                <a:lnTo>
                  <a:pt x="401" y="198"/>
                </a:lnTo>
                <a:lnTo>
                  <a:pt x="402" y="198"/>
                </a:lnTo>
                <a:lnTo>
                  <a:pt x="403" y="197"/>
                </a:lnTo>
                <a:lnTo>
                  <a:pt x="402" y="197"/>
                </a:lnTo>
                <a:lnTo>
                  <a:pt x="401" y="196"/>
                </a:lnTo>
                <a:lnTo>
                  <a:pt x="400" y="196"/>
                </a:lnTo>
                <a:lnTo>
                  <a:pt x="398" y="196"/>
                </a:lnTo>
                <a:lnTo>
                  <a:pt x="397" y="196"/>
                </a:lnTo>
                <a:lnTo>
                  <a:pt x="396" y="196"/>
                </a:lnTo>
                <a:lnTo>
                  <a:pt x="395" y="196"/>
                </a:lnTo>
                <a:lnTo>
                  <a:pt x="394" y="196"/>
                </a:lnTo>
                <a:lnTo>
                  <a:pt x="393" y="196"/>
                </a:lnTo>
                <a:lnTo>
                  <a:pt x="392" y="196"/>
                </a:lnTo>
                <a:lnTo>
                  <a:pt x="392" y="195"/>
                </a:lnTo>
                <a:lnTo>
                  <a:pt x="392" y="194"/>
                </a:lnTo>
                <a:lnTo>
                  <a:pt x="393" y="194"/>
                </a:lnTo>
                <a:lnTo>
                  <a:pt x="394" y="193"/>
                </a:lnTo>
                <a:lnTo>
                  <a:pt x="395" y="193"/>
                </a:lnTo>
                <a:lnTo>
                  <a:pt x="396" y="191"/>
                </a:lnTo>
                <a:lnTo>
                  <a:pt x="397" y="191"/>
                </a:lnTo>
                <a:lnTo>
                  <a:pt x="397" y="190"/>
                </a:lnTo>
                <a:lnTo>
                  <a:pt x="398" y="189"/>
                </a:lnTo>
                <a:lnTo>
                  <a:pt x="399" y="189"/>
                </a:lnTo>
                <a:lnTo>
                  <a:pt x="400" y="189"/>
                </a:lnTo>
                <a:lnTo>
                  <a:pt x="400" y="188"/>
                </a:lnTo>
                <a:lnTo>
                  <a:pt x="402" y="188"/>
                </a:lnTo>
                <a:lnTo>
                  <a:pt x="403" y="187"/>
                </a:lnTo>
                <a:lnTo>
                  <a:pt x="404" y="187"/>
                </a:lnTo>
                <a:lnTo>
                  <a:pt x="405" y="187"/>
                </a:lnTo>
                <a:lnTo>
                  <a:pt x="406" y="188"/>
                </a:lnTo>
                <a:lnTo>
                  <a:pt x="407" y="187"/>
                </a:lnTo>
                <a:lnTo>
                  <a:pt x="408" y="187"/>
                </a:lnTo>
                <a:lnTo>
                  <a:pt x="409" y="186"/>
                </a:lnTo>
                <a:lnTo>
                  <a:pt x="410" y="186"/>
                </a:lnTo>
                <a:lnTo>
                  <a:pt x="410" y="185"/>
                </a:lnTo>
                <a:lnTo>
                  <a:pt x="410" y="184"/>
                </a:lnTo>
                <a:lnTo>
                  <a:pt x="411" y="184"/>
                </a:lnTo>
                <a:lnTo>
                  <a:pt x="412" y="185"/>
                </a:lnTo>
                <a:lnTo>
                  <a:pt x="413" y="185"/>
                </a:lnTo>
                <a:lnTo>
                  <a:pt x="414" y="185"/>
                </a:lnTo>
                <a:lnTo>
                  <a:pt x="414" y="186"/>
                </a:lnTo>
                <a:lnTo>
                  <a:pt x="415" y="186"/>
                </a:lnTo>
                <a:lnTo>
                  <a:pt x="414" y="186"/>
                </a:lnTo>
                <a:lnTo>
                  <a:pt x="414" y="187"/>
                </a:lnTo>
                <a:lnTo>
                  <a:pt x="416" y="187"/>
                </a:lnTo>
                <a:lnTo>
                  <a:pt x="416" y="188"/>
                </a:lnTo>
                <a:lnTo>
                  <a:pt x="416" y="190"/>
                </a:lnTo>
                <a:lnTo>
                  <a:pt x="417" y="190"/>
                </a:lnTo>
                <a:lnTo>
                  <a:pt x="418" y="190"/>
                </a:lnTo>
                <a:lnTo>
                  <a:pt x="418" y="191"/>
                </a:lnTo>
                <a:lnTo>
                  <a:pt x="417" y="192"/>
                </a:lnTo>
                <a:lnTo>
                  <a:pt x="417" y="193"/>
                </a:lnTo>
                <a:lnTo>
                  <a:pt x="417" y="194"/>
                </a:lnTo>
                <a:lnTo>
                  <a:pt x="417" y="195"/>
                </a:lnTo>
                <a:lnTo>
                  <a:pt x="418" y="195"/>
                </a:lnTo>
                <a:lnTo>
                  <a:pt x="418" y="196"/>
                </a:lnTo>
                <a:lnTo>
                  <a:pt x="417" y="196"/>
                </a:lnTo>
                <a:lnTo>
                  <a:pt x="414" y="200"/>
                </a:lnTo>
                <a:lnTo>
                  <a:pt x="414" y="201"/>
                </a:lnTo>
                <a:lnTo>
                  <a:pt x="414" y="204"/>
                </a:lnTo>
                <a:lnTo>
                  <a:pt x="415" y="205"/>
                </a:lnTo>
                <a:lnTo>
                  <a:pt x="416" y="205"/>
                </a:lnTo>
                <a:lnTo>
                  <a:pt x="417" y="206"/>
                </a:lnTo>
                <a:lnTo>
                  <a:pt x="417" y="207"/>
                </a:lnTo>
                <a:lnTo>
                  <a:pt x="417" y="208"/>
                </a:lnTo>
                <a:lnTo>
                  <a:pt x="417" y="207"/>
                </a:lnTo>
                <a:lnTo>
                  <a:pt x="416" y="208"/>
                </a:lnTo>
                <a:lnTo>
                  <a:pt x="417" y="208"/>
                </a:lnTo>
                <a:lnTo>
                  <a:pt x="417" y="209"/>
                </a:lnTo>
                <a:lnTo>
                  <a:pt x="416" y="209"/>
                </a:lnTo>
                <a:lnTo>
                  <a:pt x="415" y="209"/>
                </a:lnTo>
                <a:lnTo>
                  <a:pt x="415" y="210"/>
                </a:lnTo>
                <a:lnTo>
                  <a:pt x="416" y="210"/>
                </a:lnTo>
                <a:lnTo>
                  <a:pt x="415" y="210"/>
                </a:lnTo>
                <a:lnTo>
                  <a:pt x="415" y="211"/>
                </a:lnTo>
                <a:lnTo>
                  <a:pt x="416" y="211"/>
                </a:lnTo>
                <a:lnTo>
                  <a:pt x="415" y="211"/>
                </a:lnTo>
                <a:lnTo>
                  <a:pt x="413" y="213"/>
                </a:lnTo>
                <a:lnTo>
                  <a:pt x="413" y="214"/>
                </a:lnTo>
                <a:lnTo>
                  <a:pt x="412" y="215"/>
                </a:lnTo>
                <a:lnTo>
                  <a:pt x="411" y="215"/>
                </a:lnTo>
                <a:lnTo>
                  <a:pt x="411" y="217"/>
                </a:lnTo>
                <a:lnTo>
                  <a:pt x="412" y="217"/>
                </a:lnTo>
                <a:lnTo>
                  <a:pt x="411" y="218"/>
                </a:lnTo>
                <a:lnTo>
                  <a:pt x="410" y="218"/>
                </a:lnTo>
                <a:lnTo>
                  <a:pt x="411" y="218"/>
                </a:lnTo>
                <a:lnTo>
                  <a:pt x="411" y="219"/>
                </a:lnTo>
                <a:lnTo>
                  <a:pt x="412" y="220"/>
                </a:lnTo>
                <a:lnTo>
                  <a:pt x="413" y="221"/>
                </a:lnTo>
                <a:lnTo>
                  <a:pt x="413" y="222"/>
                </a:lnTo>
                <a:lnTo>
                  <a:pt x="412" y="222"/>
                </a:lnTo>
                <a:lnTo>
                  <a:pt x="412" y="223"/>
                </a:lnTo>
                <a:lnTo>
                  <a:pt x="411" y="224"/>
                </a:lnTo>
                <a:lnTo>
                  <a:pt x="412" y="224"/>
                </a:lnTo>
                <a:lnTo>
                  <a:pt x="412" y="226"/>
                </a:lnTo>
                <a:lnTo>
                  <a:pt x="411" y="226"/>
                </a:lnTo>
                <a:lnTo>
                  <a:pt x="411" y="227"/>
                </a:lnTo>
                <a:lnTo>
                  <a:pt x="414" y="227"/>
                </a:lnTo>
                <a:lnTo>
                  <a:pt x="415" y="228"/>
                </a:lnTo>
                <a:lnTo>
                  <a:pt x="416" y="228"/>
                </a:lnTo>
                <a:lnTo>
                  <a:pt x="417" y="228"/>
                </a:lnTo>
                <a:lnTo>
                  <a:pt x="417" y="227"/>
                </a:lnTo>
                <a:lnTo>
                  <a:pt x="418" y="227"/>
                </a:lnTo>
                <a:lnTo>
                  <a:pt x="418" y="228"/>
                </a:lnTo>
                <a:lnTo>
                  <a:pt x="418" y="229"/>
                </a:lnTo>
                <a:lnTo>
                  <a:pt x="417" y="229"/>
                </a:lnTo>
                <a:lnTo>
                  <a:pt x="416" y="229"/>
                </a:lnTo>
                <a:lnTo>
                  <a:pt x="415" y="230"/>
                </a:lnTo>
                <a:lnTo>
                  <a:pt x="415" y="231"/>
                </a:lnTo>
                <a:lnTo>
                  <a:pt x="415" y="232"/>
                </a:lnTo>
                <a:lnTo>
                  <a:pt x="415" y="233"/>
                </a:lnTo>
                <a:lnTo>
                  <a:pt x="416" y="233"/>
                </a:lnTo>
                <a:lnTo>
                  <a:pt x="416" y="235"/>
                </a:lnTo>
                <a:lnTo>
                  <a:pt x="415" y="235"/>
                </a:lnTo>
                <a:lnTo>
                  <a:pt x="415" y="236"/>
                </a:lnTo>
                <a:lnTo>
                  <a:pt x="415" y="235"/>
                </a:lnTo>
                <a:lnTo>
                  <a:pt x="415" y="234"/>
                </a:lnTo>
                <a:lnTo>
                  <a:pt x="414" y="234"/>
                </a:lnTo>
                <a:lnTo>
                  <a:pt x="414" y="235"/>
                </a:lnTo>
                <a:lnTo>
                  <a:pt x="413" y="236"/>
                </a:lnTo>
                <a:lnTo>
                  <a:pt x="413" y="237"/>
                </a:lnTo>
                <a:lnTo>
                  <a:pt x="412" y="238"/>
                </a:lnTo>
                <a:lnTo>
                  <a:pt x="411" y="238"/>
                </a:lnTo>
                <a:lnTo>
                  <a:pt x="410" y="238"/>
                </a:lnTo>
                <a:lnTo>
                  <a:pt x="409" y="239"/>
                </a:lnTo>
                <a:lnTo>
                  <a:pt x="406" y="240"/>
                </a:lnTo>
                <a:lnTo>
                  <a:pt x="406" y="241"/>
                </a:lnTo>
                <a:lnTo>
                  <a:pt x="405" y="241"/>
                </a:lnTo>
                <a:lnTo>
                  <a:pt x="404" y="241"/>
                </a:lnTo>
                <a:lnTo>
                  <a:pt x="403" y="242"/>
                </a:lnTo>
                <a:lnTo>
                  <a:pt x="402" y="242"/>
                </a:lnTo>
                <a:lnTo>
                  <a:pt x="400" y="242"/>
                </a:lnTo>
                <a:lnTo>
                  <a:pt x="399" y="242"/>
                </a:lnTo>
                <a:lnTo>
                  <a:pt x="398" y="242"/>
                </a:lnTo>
                <a:lnTo>
                  <a:pt x="398" y="241"/>
                </a:lnTo>
                <a:lnTo>
                  <a:pt x="397" y="241"/>
                </a:lnTo>
                <a:lnTo>
                  <a:pt x="396" y="240"/>
                </a:lnTo>
                <a:lnTo>
                  <a:pt x="396" y="238"/>
                </a:lnTo>
                <a:lnTo>
                  <a:pt x="397" y="237"/>
                </a:lnTo>
                <a:lnTo>
                  <a:pt x="397" y="234"/>
                </a:lnTo>
                <a:lnTo>
                  <a:pt x="397" y="233"/>
                </a:lnTo>
                <a:lnTo>
                  <a:pt x="398" y="232"/>
                </a:lnTo>
                <a:lnTo>
                  <a:pt x="398" y="231"/>
                </a:lnTo>
                <a:lnTo>
                  <a:pt x="398" y="230"/>
                </a:lnTo>
                <a:lnTo>
                  <a:pt x="397" y="230"/>
                </a:lnTo>
                <a:lnTo>
                  <a:pt x="397" y="229"/>
                </a:lnTo>
                <a:lnTo>
                  <a:pt x="398" y="227"/>
                </a:lnTo>
                <a:lnTo>
                  <a:pt x="399" y="227"/>
                </a:lnTo>
                <a:lnTo>
                  <a:pt x="399" y="226"/>
                </a:lnTo>
                <a:lnTo>
                  <a:pt x="399" y="225"/>
                </a:lnTo>
                <a:lnTo>
                  <a:pt x="398" y="225"/>
                </a:lnTo>
                <a:lnTo>
                  <a:pt x="399" y="224"/>
                </a:lnTo>
                <a:lnTo>
                  <a:pt x="400" y="224"/>
                </a:lnTo>
                <a:lnTo>
                  <a:pt x="401" y="224"/>
                </a:lnTo>
                <a:lnTo>
                  <a:pt x="401" y="223"/>
                </a:lnTo>
                <a:lnTo>
                  <a:pt x="400" y="223"/>
                </a:lnTo>
                <a:lnTo>
                  <a:pt x="401" y="223"/>
                </a:lnTo>
                <a:lnTo>
                  <a:pt x="402" y="223"/>
                </a:lnTo>
                <a:lnTo>
                  <a:pt x="402" y="222"/>
                </a:lnTo>
                <a:lnTo>
                  <a:pt x="401" y="221"/>
                </a:lnTo>
                <a:lnTo>
                  <a:pt x="400" y="221"/>
                </a:lnTo>
                <a:lnTo>
                  <a:pt x="399" y="221"/>
                </a:lnTo>
                <a:lnTo>
                  <a:pt x="398" y="221"/>
                </a:lnTo>
                <a:lnTo>
                  <a:pt x="398" y="222"/>
                </a:lnTo>
                <a:lnTo>
                  <a:pt x="399" y="223"/>
                </a:lnTo>
                <a:lnTo>
                  <a:pt x="398" y="223"/>
                </a:lnTo>
                <a:lnTo>
                  <a:pt x="397" y="223"/>
                </a:lnTo>
                <a:lnTo>
                  <a:pt x="397" y="222"/>
                </a:lnTo>
                <a:lnTo>
                  <a:pt x="397" y="221"/>
                </a:lnTo>
                <a:lnTo>
                  <a:pt x="398" y="221"/>
                </a:lnTo>
                <a:lnTo>
                  <a:pt x="397" y="221"/>
                </a:lnTo>
                <a:lnTo>
                  <a:pt x="397" y="220"/>
                </a:lnTo>
                <a:lnTo>
                  <a:pt x="398" y="220"/>
                </a:lnTo>
                <a:lnTo>
                  <a:pt x="398" y="219"/>
                </a:lnTo>
                <a:lnTo>
                  <a:pt x="398" y="218"/>
                </a:lnTo>
                <a:lnTo>
                  <a:pt x="397" y="218"/>
                </a:lnTo>
                <a:lnTo>
                  <a:pt x="398" y="217"/>
                </a:lnTo>
                <a:lnTo>
                  <a:pt x="399" y="217"/>
                </a:lnTo>
                <a:lnTo>
                  <a:pt x="399" y="216"/>
                </a:lnTo>
                <a:lnTo>
                  <a:pt x="398" y="216"/>
                </a:lnTo>
                <a:lnTo>
                  <a:pt x="397" y="217"/>
                </a:lnTo>
                <a:lnTo>
                  <a:pt x="396" y="217"/>
                </a:lnTo>
                <a:lnTo>
                  <a:pt x="396" y="218"/>
                </a:lnTo>
                <a:lnTo>
                  <a:pt x="395" y="218"/>
                </a:lnTo>
                <a:lnTo>
                  <a:pt x="395" y="219"/>
                </a:lnTo>
                <a:lnTo>
                  <a:pt x="396" y="219"/>
                </a:lnTo>
                <a:lnTo>
                  <a:pt x="397" y="220"/>
                </a:lnTo>
                <a:lnTo>
                  <a:pt x="397" y="221"/>
                </a:lnTo>
                <a:lnTo>
                  <a:pt x="396" y="221"/>
                </a:lnTo>
                <a:lnTo>
                  <a:pt x="396" y="222"/>
                </a:lnTo>
                <a:lnTo>
                  <a:pt x="396" y="223"/>
                </a:lnTo>
                <a:lnTo>
                  <a:pt x="396" y="224"/>
                </a:lnTo>
                <a:lnTo>
                  <a:pt x="396" y="226"/>
                </a:lnTo>
                <a:lnTo>
                  <a:pt x="396" y="227"/>
                </a:lnTo>
                <a:lnTo>
                  <a:pt x="396" y="229"/>
                </a:lnTo>
                <a:lnTo>
                  <a:pt x="396" y="232"/>
                </a:lnTo>
                <a:lnTo>
                  <a:pt x="395" y="232"/>
                </a:lnTo>
                <a:lnTo>
                  <a:pt x="395" y="234"/>
                </a:lnTo>
                <a:lnTo>
                  <a:pt x="394" y="235"/>
                </a:lnTo>
                <a:lnTo>
                  <a:pt x="394" y="236"/>
                </a:lnTo>
                <a:lnTo>
                  <a:pt x="394" y="237"/>
                </a:lnTo>
                <a:lnTo>
                  <a:pt x="394" y="238"/>
                </a:lnTo>
                <a:lnTo>
                  <a:pt x="394" y="239"/>
                </a:lnTo>
                <a:lnTo>
                  <a:pt x="394" y="240"/>
                </a:lnTo>
                <a:lnTo>
                  <a:pt x="394" y="241"/>
                </a:lnTo>
                <a:lnTo>
                  <a:pt x="394" y="242"/>
                </a:lnTo>
                <a:lnTo>
                  <a:pt x="393" y="242"/>
                </a:lnTo>
                <a:lnTo>
                  <a:pt x="393" y="243"/>
                </a:lnTo>
                <a:lnTo>
                  <a:pt x="392" y="243"/>
                </a:lnTo>
                <a:lnTo>
                  <a:pt x="392" y="244"/>
                </a:lnTo>
                <a:lnTo>
                  <a:pt x="391" y="244"/>
                </a:lnTo>
                <a:lnTo>
                  <a:pt x="390" y="245"/>
                </a:lnTo>
                <a:lnTo>
                  <a:pt x="388" y="245"/>
                </a:lnTo>
                <a:lnTo>
                  <a:pt x="387" y="245"/>
                </a:lnTo>
                <a:lnTo>
                  <a:pt x="386" y="244"/>
                </a:lnTo>
                <a:lnTo>
                  <a:pt x="385" y="244"/>
                </a:lnTo>
                <a:lnTo>
                  <a:pt x="385" y="243"/>
                </a:lnTo>
                <a:lnTo>
                  <a:pt x="384" y="243"/>
                </a:lnTo>
                <a:lnTo>
                  <a:pt x="384" y="242"/>
                </a:lnTo>
                <a:lnTo>
                  <a:pt x="384" y="241"/>
                </a:lnTo>
                <a:lnTo>
                  <a:pt x="381" y="240"/>
                </a:lnTo>
                <a:lnTo>
                  <a:pt x="381" y="239"/>
                </a:lnTo>
                <a:lnTo>
                  <a:pt x="380" y="239"/>
                </a:lnTo>
                <a:lnTo>
                  <a:pt x="380" y="238"/>
                </a:lnTo>
                <a:lnTo>
                  <a:pt x="379" y="237"/>
                </a:lnTo>
                <a:lnTo>
                  <a:pt x="379" y="236"/>
                </a:lnTo>
                <a:lnTo>
                  <a:pt x="378" y="235"/>
                </a:lnTo>
                <a:lnTo>
                  <a:pt x="378" y="234"/>
                </a:lnTo>
                <a:lnTo>
                  <a:pt x="377" y="233"/>
                </a:lnTo>
                <a:lnTo>
                  <a:pt x="377" y="232"/>
                </a:lnTo>
                <a:lnTo>
                  <a:pt x="377" y="231"/>
                </a:lnTo>
                <a:lnTo>
                  <a:pt x="377" y="229"/>
                </a:lnTo>
                <a:lnTo>
                  <a:pt x="376" y="229"/>
                </a:lnTo>
                <a:lnTo>
                  <a:pt x="376" y="230"/>
                </a:lnTo>
                <a:lnTo>
                  <a:pt x="375" y="230"/>
                </a:lnTo>
                <a:lnTo>
                  <a:pt x="374" y="230"/>
                </a:lnTo>
                <a:lnTo>
                  <a:pt x="373" y="230"/>
                </a:lnTo>
                <a:lnTo>
                  <a:pt x="373" y="229"/>
                </a:lnTo>
                <a:lnTo>
                  <a:pt x="372" y="229"/>
                </a:lnTo>
                <a:lnTo>
                  <a:pt x="371" y="228"/>
                </a:lnTo>
                <a:lnTo>
                  <a:pt x="370" y="228"/>
                </a:lnTo>
                <a:lnTo>
                  <a:pt x="369" y="228"/>
                </a:lnTo>
                <a:lnTo>
                  <a:pt x="369" y="229"/>
                </a:lnTo>
                <a:lnTo>
                  <a:pt x="368" y="229"/>
                </a:lnTo>
                <a:lnTo>
                  <a:pt x="369" y="229"/>
                </a:lnTo>
                <a:lnTo>
                  <a:pt x="370" y="229"/>
                </a:lnTo>
                <a:lnTo>
                  <a:pt x="370" y="228"/>
                </a:lnTo>
                <a:lnTo>
                  <a:pt x="371" y="228"/>
                </a:lnTo>
                <a:lnTo>
                  <a:pt x="371" y="229"/>
                </a:lnTo>
                <a:lnTo>
                  <a:pt x="372" y="229"/>
                </a:lnTo>
                <a:lnTo>
                  <a:pt x="372" y="230"/>
                </a:lnTo>
                <a:lnTo>
                  <a:pt x="373" y="230"/>
                </a:lnTo>
                <a:lnTo>
                  <a:pt x="374" y="231"/>
                </a:lnTo>
                <a:lnTo>
                  <a:pt x="374" y="232"/>
                </a:lnTo>
                <a:lnTo>
                  <a:pt x="375" y="232"/>
                </a:lnTo>
                <a:lnTo>
                  <a:pt x="374" y="233"/>
                </a:lnTo>
                <a:lnTo>
                  <a:pt x="375" y="233"/>
                </a:lnTo>
                <a:lnTo>
                  <a:pt x="375" y="234"/>
                </a:lnTo>
                <a:lnTo>
                  <a:pt x="375" y="235"/>
                </a:lnTo>
                <a:lnTo>
                  <a:pt x="374" y="235"/>
                </a:lnTo>
                <a:lnTo>
                  <a:pt x="374" y="234"/>
                </a:lnTo>
                <a:lnTo>
                  <a:pt x="373" y="234"/>
                </a:lnTo>
                <a:lnTo>
                  <a:pt x="372" y="234"/>
                </a:lnTo>
                <a:lnTo>
                  <a:pt x="372" y="235"/>
                </a:lnTo>
                <a:lnTo>
                  <a:pt x="371" y="235"/>
                </a:lnTo>
                <a:lnTo>
                  <a:pt x="370" y="235"/>
                </a:lnTo>
                <a:lnTo>
                  <a:pt x="370" y="236"/>
                </a:lnTo>
                <a:lnTo>
                  <a:pt x="370" y="237"/>
                </a:lnTo>
                <a:lnTo>
                  <a:pt x="369" y="237"/>
                </a:lnTo>
                <a:lnTo>
                  <a:pt x="369" y="239"/>
                </a:lnTo>
                <a:lnTo>
                  <a:pt x="370" y="239"/>
                </a:lnTo>
                <a:lnTo>
                  <a:pt x="370" y="240"/>
                </a:lnTo>
                <a:lnTo>
                  <a:pt x="372" y="241"/>
                </a:lnTo>
                <a:lnTo>
                  <a:pt x="373" y="241"/>
                </a:lnTo>
                <a:lnTo>
                  <a:pt x="374" y="241"/>
                </a:lnTo>
                <a:lnTo>
                  <a:pt x="374" y="242"/>
                </a:lnTo>
                <a:lnTo>
                  <a:pt x="375" y="243"/>
                </a:lnTo>
                <a:lnTo>
                  <a:pt x="375" y="242"/>
                </a:lnTo>
                <a:lnTo>
                  <a:pt x="376" y="242"/>
                </a:lnTo>
                <a:lnTo>
                  <a:pt x="377" y="243"/>
                </a:lnTo>
                <a:lnTo>
                  <a:pt x="377" y="244"/>
                </a:lnTo>
                <a:lnTo>
                  <a:pt x="374" y="245"/>
                </a:lnTo>
                <a:lnTo>
                  <a:pt x="372" y="245"/>
                </a:lnTo>
                <a:lnTo>
                  <a:pt x="372" y="244"/>
                </a:lnTo>
                <a:lnTo>
                  <a:pt x="371" y="244"/>
                </a:lnTo>
                <a:lnTo>
                  <a:pt x="370" y="244"/>
                </a:lnTo>
                <a:lnTo>
                  <a:pt x="368" y="244"/>
                </a:lnTo>
                <a:lnTo>
                  <a:pt x="367" y="243"/>
                </a:lnTo>
                <a:lnTo>
                  <a:pt x="366" y="243"/>
                </a:lnTo>
                <a:lnTo>
                  <a:pt x="366" y="242"/>
                </a:lnTo>
                <a:lnTo>
                  <a:pt x="366" y="241"/>
                </a:lnTo>
                <a:lnTo>
                  <a:pt x="365" y="241"/>
                </a:lnTo>
                <a:lnTo>
                  <a:pt x="364" y="242"/>
                </a:lnTo>
                <a:lnTo>
                  <a:pt x="364" y="243"/>
                </a:lnTo>
                <a:lnTo>
                  <a:pt x="363" y="242"/>
                </a:lnTo>
                <a:lnTo>
                  <a:pt x="363" y="243"/>
                </a:lnTo>
                <a:lnTo>
                  <a:pt x="362" y="242"/>
                </a:lnTo>
                <a:lnTo>
                  <a:pt x="362" y="241"/>
                </a:lnTo>
                <a:lnTo>
                  <a:pt x="360" y="241"/>
                </a:lnTo>
                <a:lnTo>
                  <a:pt x="360" y="242"/>
                </a:lnTo>
                <a:lnTo>
                  <a:pt x="361" y="242"/>
                </a:lnTo>
                <a:lnTo>
                  <a:pt x="362" y="243"/>
                </a:lnTo>
                <a:lnTo>
                  <a:pt x="362" y="244"/>
                </a:lnTo>
                <a:lnTo>
                  <a:pt x="363" y="244"/>
                </a:lnTo>
                <a:lnTo>
                  <a:pt x="365" y="245"/>
                </a:lnTo>
                <a:lnTo>
                  <a:pt x="366" y="245"/>
                </a:lnTo>
                <a:lnTo>
                  <a:pt x="366" y="246"/>
                </a:lnTo>
                <a:lnTo>
                  <a:pt x="367" y="246"/>
                </a:lnTo>
                <a:lnTo>
                  <a:pt x="367" y="247"/>
                </a:lnTo>
                <a:lnTo>
                  <a:pt x="368" y="247"/>
                </a:lnTo>
                <a:lnTo>
                  <a:pt x="369" y="247"/>
                </a:lnTo>
                <a:lnTo>
                  <a:pt x="370" y="246"/>
                </a:lnTo>
                <a:lnTo>
                  <a:pt x="371" y="247"/>
                </a:lnTo>
                <a:lnTo>
                  <a:pt x="372" y="248"/>
                </a:lnTo>
                <a:lnTo>
                  <a:pt x="373" y="247"/>
                </a:lnTo>
                <a:lnTo>
                  <a:pt x="374" y="247"/>
                </a:lnTo>
                <a:lnTo>
                  <a:pt x="375" y="247"/>
                </a:lnTo>
                <a:lnTo>
                  <a:pt x="377" y="248"/>
                </a:lnTo>
                <a:lnTo>
                  <a:pt x="378" y="248"/>
                </a:lnTo>
                <a:lnTo>
                  <a:pt x="378" y="249"/>
                </a:lnTo>
                <a:lnTo>
                  <a:pt x="379" y="249"/>
                </a:lnTo>
                <a:lnTo>
                  <a:pt x="379" y="248"/>
                </a:lnTo>
                <a:lnTo>
                  <a:pt x="381" y="249"/>
                </a:lnTo>
                <a:lnTo>
                  <a:pt x="382" y="249"/>
                </a:lnTo>
                <a:lnTo>
                  <a:pt x="381" y="250"/>
                </a:lnTo>
                <a:lnTo>
                  <a:pt x="380" y="252"/>
                </a:lnTo>
                <a:lnTo>
                  <a:pt x="380" y="253"/>
                </a:lnTo>
                <a:lnTo>
                  <a:pt x="380" y="254"/>
                </a:lnTo>
                <a:lnTo>
                  <a:pt x="381" y="254"/>
                </a:lnTo>
                <a:lnTo>
                  <a:pt x="381" y="255"/>
                </a:lnTo>
                <a:lnTo>
                  <a:pt x="380" y="256"/>
                </a:lnTo>
                <a:lnTo>
                  <a:pt x="379" y="256"/>
                </a:lnTo>
                <a:lnTo>
                  <a:pt x="378" y="256"/>
                </a:lnTo>
                <a:lnTo>
                  <a:pt x="377" y="256"/>
                </a:lnTo>
                <a:lnTo>
                  <a:pt x="376" y="256"/>
                </a:lnTo>
                <a:lnTo>
                  <a:pt x="375" y="256"/>
                </a:lnTo>
                <a:lnTo>
                  <a:pt x="375" y="255"/>
                </a:lnTo>
                <a:lnTo>
                  <a:pt x="374" y="255"/>
                </a:lnTo>
                <a:lnTo>
                  <a:pt x="373" y="255"/>
                </a:lnTo>
                <a:lnTo>
                  <a:pt x="371" y="255"/>
                </a:lnTo>
                <a:lnTo>
                  <a:pt x="371" y="256"/>
                </a:lnTo>
                <a:lnTo>
                  <a:pt x="371" y="257"/>
                </a:lnTo>
                <a:lnTo>
                  <a:pt x="371" y="258"/>
                </a:lnTo>
                <a:lnTo>
                  <a:pt x="370" y="259"/>
                </a:lnTo>
                <a:lnTo>
                  <a:pt x="370" y="260"/>
                </a:lnTo>
                <a:lnTo>
                  <a:pt x="370" y="261"/>
                </a:lnTo>
                <a:lnTo>
                  <a:pt x="372" y="260"/>
                </a:lnTo>
                <a:lnTo>
                  <a:pt x="373" y="260"/>
                </a:lnTo>
                <a:lnTo>
                  <a:pt x="373" y="259"/>
                </a:lnTo>
                <a:lnTo>
                  <a:pt x="372" y="259"/>
                </a:lnTo>
                <a:lnTo>
                  <a:pt x="371" y="258"/>
                </a:lnTo>
                <a:lnTo>
                  <a:pt x="372" y="258"/>
                </a:lnTo>
                <a:lnTo>
                  <a:pt x="372" y="257"/>
                </a:lnTo>
                <a:lnTo>
                  <a:pt x="372" y="256"/>
                </a:lnTo>
                <a:lnTo>
                  <a:pt x="372" y="255"/>
                </a:lnTo>
                <a:lnTo>
                  <a:pt x="374" y="255"/>
                </a:lnTo>
                <a:lnTo>
                  <a:pt x="375" y="256"/>
                </a:lnTo>
                <a:lnTo>
                  <a:pt x="376" y="257"/>
                </a:lnTo>
                <a:lnTo>
                  <a:pt x="377" y="257"/>
                </a:lnTo>
                <a:lnTo>
                  <a:pt x="378" y="257"/>
                </a:lnTo>
                <a:lnTo>
                  <a:pt x="378" y="256"/>
                </a:lnTo>
                <a:lnTo>
                  <a:pt x="379" y="257"/>
                </a:lnTo>
                <a:lnTo>
                  <a:pt x="380" y="257"/>
                </a:lnTo>
                <a:lnTo>
                  <a:pt x="381" y="256"/>
                </a:lnTo>
                <a:lnTo>
                  <a:pt x="382" y="255"/>
                </a:lnTo>
                <a:lnTo>
                  <a:pt x="383" y="255"/>
                </a:lnTo>
                <a:lnTo>
                  <a:pt x="384" y="255"/>
                </a:lnTo>
                <a:lnTo>
                  <a:pt x="384" y="256"/>
                </a:lnTo>
                <a:lnTo>
                  <a:pt x="385" y="256"/>
                </a:lnTo>
                <a:lnTo>
                  <a:pt x="385" y="257"/>
                </a:lnTo>
                <a:lnTo>
                  <a:pt x="386" y="258"/>
                </a:lnTo>
                <a:lnTo>
                  <a:pt x="385" y="258"/>
                </a:lnTo>
                <a:lnTo>
                  <a:pt x="385" y="259"/>
                </a:lnTo>
                <a:lnTo>
                  <a:pt x="386" y="259"/>
                </a:lnTo>
                <a:lnTo>
                  <a:pt x="387" y="259"/>
                </a:lnTo>
                <a:lnTo>
                  <a:pt x="388" y="259"/>
                </a:lnTo>
                <a:lnTo>
                  <a:pt x="388" y="260"/>
                </a:lnTo>
                <a:lnTo>
                  <a:pt x="387" y="260"/>
                </a:lnTo>
                <a:lnTo>
                  <a:pt x="387" y="259"/>
                </a:lnTo>
                <a:lnTo>
                  <a:pt x="386" y="259"/>
                </a:lnTo>
                <a:lnTo>
                  <a:pt x="385" y="259"/>
                </a:lnTo>
                <a:lnTo>
                  <a:pt x="385" y="260"/>
                </a:lnTo>
                <a:lnTo>
                  <a:pt x="386" y="262"/>
                </a:lnTo>
                <a:lnTo>
                  <a:pt x="385" y="263"/>
                </a:lnTo>
                <a:lnTo>
                  <a:pt x="384" y="263"/>
                </a:lnTo>
                <a:lnTo>
                  <a:pt x="384" y="264"/>
                </a:lnTo>
                <a:lnTo>
                  <a:pt x="385" y="265"/>
                </a:lnTo>
                <a:lnTo>
                  <a:pt x="386" y="266"/>
                </a:lnTo>
                <a:lnTo>
                  <a:pt x="386" y="265"/>
                </a:lnTo>
                <a:lnTo>
                  <a:pt x="387" y="265"/>
                </a:lnTo>
                <a:lnTo>
                  <a:pt x="387" y="266"/>
                </a:lnTo>
                <a:lnTo>
                  <a:pt x="388" y="266"/>
                </a:lnTo>
                <a:lnTo>
                  <a:pt x="389" y="266"/>
                </a:lnTo>
                <a:lnTo>
                  <a:pt x="388" y="267"/>
                </a:lnTo>
                <a:lnTo>
                  <a:pt x="388" y="268"/>
                </a:lnTo>
                <a:lnTo>
                  <a:pt x="390" y="268"/>
                </a:lnTo>
                <a:lnTo>
                  <a:pt x="390" y="269"/>
                </a:lnTo>
                <a:lnTo>
                  <a:pt x="389" y="269"/>
                </a:lnTo>
                <a:lnTo>
                  <a:pt x="388" y="269"/>
                </a:lnTo>
                <a:lnTo>
                  <a:pt x="388" y="270"/>
                </a:lnTo>
                <a:lnTo>
                  <a:pt x="387" y="271"/>
                </a:lnTo>
                <a:lnTo>
                  <a:pt x="388" y="271"/>
                </a:lnTo>
                <a:lnTo>
                  <a:pt x="387" y="271"/>
                </a:lnTo>
                <a:lnTo>
                  <a:pt x="386" y="271"/>
                </a:lnTo>
                <a:lnTo>
                  <a:pt x="386" y="272"/>
                </a:lnTo>
                <a:lnTo>
                  <a:pt x="385" y="272"/>
                </a:lnTo>
                <a:lnTo>
                  <a:pt x="384" y="272"/>
                </a:lnTo>
                <a:lnTo>
                  <a:pt x="383" y="273"/>
                </a:lnTo>
                <a:lnTo>
                  <a:pt x="383" y="272"/>
                </a:lnTo>
                <a:lnTo>
                  <a:pt x="382" y="272"/>
                </a:lnTo>
                <a:lnTo>
                  <a:pt x="381" y="272"/>
                </a:lnTo>
                <a:lnTo>
                  <a:pt x="379" y="271"/>
                </a:lnTo>
                <a:lnTo>
                  <a:pt x="378" y="271"/>
                </a:lnTo>
                <a:lnTo>
                  <a:pt x="377" y="270"/>
                </a:lnTo>
                <a:lnTo>
                  <a:pt x="376" y="270"/>
                </a:lnTo>
                <a:lnTo>
                  <a:pt x="375" y="270"/>
                </a:lnTo>
                <a:lnTo>
                  <a:pt x="374" y="269"/>
                </a:lnTo>
                <a:lnTo>
                  <a:pt x="373" y="269"/>
                </a:lnTo>
                <a:lnTo>
                  <a:pt x="373" y="268"/>
                </a:lnTo>
                <a:lnTo>
                  <a:pt x="372" y="268"/>
                </a:lnTo>
                <a:lnTo>
                  <a:pt x="372" y="267"/>
                </a:lnTo>
                <a:lnTo>
                  <a:pt x="371" y="267"/>
                </a:lnTo>
                <a:lnTo>
                  <a:pt x="370" y="267"/>
                </a:lnTo>
                <a:lnTo>
                  <a:pt x="369" y="268"/>
                </a:lnTo>
                <a:lnTo>
                  <a:pt x="368" y="268"/>
                </a:lnTo>
                <a:lnTo>
                  <a:pt x="368" y="269"/>
                </a:lnTo>
                <a:lnTo>
                  <a:pt x="369" y="268"/>
                </a:lnTo>
                <a:lnTo>
                  <a:pt x="370" y="269"/>
                </a:lnTo>
                <a:lnTo>
                  <a:pt x="371" y="269"/>
                </a:lnTo>
                <a:lnTo>
                  <a:pt x="371" y="270"/>
                </a:lnTo>
                <a:lnTo>
                  <a:pt x="373" y="270"/>
                </a:lnTo>
                <a:lnTo>
                  <a:pt x="372" y="270"/>
                </a:lnTo>
                <a:lnTo>
                  <a:pt x="372" y="273"/>
                </a:lnTo>
                <a:lnTo>
                  <a:pt x="373" y="273"/>
                </a:lnTo>
                <a:lnTo>
                  <a:pt x="373" y="272"/>
                </a:lnTo>
                <a:lnTo>
                  <a:pt x="374" y="272"/>
                </a:lnTo>
                <a:lnTo>
                  <a:pt x="375" y="272"/>
                </a:lnTo>
                <a:lnTo>
                  <a:pt x="376" y="273"/>
                </a:lnTo>
                <a:lnTo>
                  <a:pt x="377" y="273"/>
                </a:lnTo>
                <a:lnTo>
                  <a:pt x="378" y="273"/>
                </a:lnTo>
                <a:lnTo>
                  <a:pt x="379" y="273"/>
                </a:lnTo>
                <a:lnTo>
                  <a:pt x="380" y="274"/>
                </a:lnTo>
                <a:lnTo>
                  <a:pt x="381" y="274"/>
                </a:lnTo>
                <a:lnTo>
                  <a:pt x="382" y="275"/>
                </a:lnTo>
                <a:lnTo>
                  <a:pt x="382" y="276"/>
                </a:lnTo>
                <a:lnTo>
                  <a:pt x="382" y="277"/>
                </a:lnTo>
                <a:lnTo>
                  <a:pt x="382" y="278"/>
                </a:lnTo>
                <a:lnTo>
                  <a:pt x="383" y="278"/>
                </a:lnTo>
                <a:lnTo>
                  <a:pt x="384" y="278"/>
                </a:lnTo>
                <a:lnTo>
                  <a:pt x="385" y="278"/>
                </a:lnTo>
                <a:lnTo>
                  <a:pt x="385" y="279"/>
                </a:lnTo>
                <a:lnTo>
                  <a:pt x="384" y="280"/>
                </a:lnTo>
                <a:lnTo>
                  <a:pt x="384" y="281"/>
                </a:lnTo>
                <a:lnTo>
                  <a:pt x="385" y="281"/>
                </a:lnTo>
                <a:lnTo>
                  <a:pt x="386" y="281"/>
                </a:lnTo>
                <a:lnTo>
                  <a:pt x="386" y="282"/>
                </a:lnTo>
                <a:lnTo>
                  <a:pt x="385" y="282"/>
                </a:lnTo>
                <a:lnTo>
                  <a:pt x="386" y="282"/>
                </a:lnTo>
                <a:lnTo>
                  <a:pt x="386" y="283"/>
                </a:lnTo>
                <a:lnTo>
                  <a:pt x="386" y="284"/>
                </a:lnTo>
                <a:lnTo>
                  <a:pt x="385" y="284"/>
                </a:lnTo>
                <a:lnTo>
                  <a:pt x="385" y="285"/>
                </a:lnTo>
                <a:lnTo>
                  <a:pt x="386" y="285"/>
                </a:lnTo>
                <a:lnTo>
                  <a:pt x="385" y="285"/>
                </a:lnTo>
                <a:lnTo>
                  <a:pt x="385" y="286"/>
                </a:lnTo>
                <a:lnTo>
                  <a:pt x="386" y="286"/>
                </a:lnTo>
                <a:lnTo>
                  <a:pt x="385" y="287"/>
                </a:lnTo>
                <a:lnTo>
                  <a:pt x="384" y="293"/>
                </a:lnTo>
                <a:lnTo>
                  <a:pt x="383" y="295"/>
                </a:lnTo>
                <a:lnTo>
                  <a:pt x="382" y="295"/>
                </a:lnTo>
                <a:lnTo>
                  <a:pt x="382" y="296"/>
                </a:lnTo>
                <a:lnTo>
                  <a:pt x="382" y="295"/>
                </a:lnTo>
                <a:lnTo>
                  <a:pt x="381" y="295"/>
                </a:lnTo>
                <a:lnTo>
                  <a:pt x="382" y="296"/>
                </a:lnTo>
                <a:lnTo>
                  <a:pt x="381" y="296"/>
                </a:lnTo>
                <a:lnTo>
                  <a:pt x="381" y="295"/>
                </a:lnTo>
                <a:lnTo>
                  <a:pt x="380" y="294"/>
                </a:lnTo>
                <a:lnTo>
                  <a:pt x="379" y="295"/>
                </a:lnTo>
                <a:lnTo>
                  <a:pt x="379" y="296"/>
                </a:lnTo>
                <a:lnTo>
                  <a:pt x="379" y="297"/>
                </a:lnTo>
                <a:lnTo>
                  <a:pt x="378" y="297"/>
                </a:lnTo>
                <a:lnTo>
                  <a:pt x="377" y="297"/>
                </a:lnTo>
                <a:lnTo>
                  <a:pt x="375" y="298"/>
                </a:lnTo>
                <a:lnTo>
                  <a:pt x="374" y="298"/>
                </a:lnTo>
                <a:lnTo>
                  <a:pt x="371" y="298"/>
                </a:lnTo>
                <a:lnTo>
                  <a:pt x="370" y="298"/>
                </a:lnTo>
                <a:lnTo>
                  <a:pt x="369" y="298"/>
                </a:lnTo>
                <a:lnTo>
                  <a:pt x="368" y="298"/>
                </a:lnTo>
                <a:lnTo>
                  <a:pt x="366" y="298"/>
                </a:lnTo>
                <a:lnTo>
                  <a:pt x="366" y="297"/>
                </a:lnTo>
                <a:lnTo>
                  <a:pt x="366" y="298"/>
                </a:lnTo>
                <a:lnTo>
                  <a:pt x="365" y="299"/>
                </a:lnTo>
                <a:lnTo>
                  <a:pt x="365" y="300"/>
                </a:lnTo>
                <a:lnTo>
                  <a:pt x="366" y="301"/>
                </a:lnTo>
                <a:lnTo>
                  <a:pt x="367" y="301"/>
                </a:lnTo>
                <a:lnTo>
                  <a:pt x="368" y="301"/>
                </a:lnTo>
                <a:lnTo>
                  <a:pt x="370" y="301"/>
                </a:lnTo>
                <a:lnTo>
                  <a:pt x="372" y="302"/>
                </a:lnTo>
                <a:lnTo>
                  <a:pt x="372" y="304"/>
                </a:lnTo>
                <a:lnTo>
                  <a:pt x="374" y="307"/>
                </a:lnTo>
                <a:lnTo>
                  <a:pt x="374" y="309"/>
                </a:lnTo>
                <a:lnTo>
                  <a:pt x="375" y="310"/>
                </a:lnTo>
                <a:lnTo>
                  <a:pt x="377" y="314"/>
                </a:lnTo>
                <a:lnTo>
                  <a:pt x="377" y="315"/>
                </a:lnTo>
                <a:lnTo>
                  <a:pt x="377" y="316"/>
                </a:lnTo>
                <a:lnTo>
                  <a:pt x="377" y="317"/>
                </a:lnTo>
                <a:lnTo>
                  <a:pt x="377" y="316"/>
                </a:lnTo>
                <a:lnTo>
                  <a:pt x="378" y="316"/>
                </a:lnTo>
                <a:lnTo>
                  <a:pt x="379" y="317"/>
                </a:lnTo>
                <a:lnTo>
                  <a:pt x="379" y="318"/>
                </a:lnTo>
                <a:lnTo>
                  <a:pt x="380" y="318"/>
                </a:lnTo>
                <a:lnTo>
                  <a:pt x="380" y="319"/>
                </a:lnTo>
                <a:lnTo>
                  <a:pt x="379" y="319"/>
                </a:lnTo>
                <a:lnTo>
                  <a:pt x="379" y="320"/>
                </a:lnTo>
                <a:lnTo>
                  <a:pt x="379" y="321"/>
                </a:lnTo>
                <a:lnTo>
                  <a:pt x="378" y="321"/>
                </a:lnTo>
                <a:lnTo>
                  <a:pt x="378" y="322"/>
                </a:lnTo>
                <a:lnTo>
                  <a:pt x="378" y="321"/>
                </a:lnTo>
                <a:lnTo>
                  <a:pt x="377" y="322"/>
                </a:lnTo>
                <a:lnTo>
                  <a:pt x="375" y="322"/>
                </a:lnTo>
                <a:lnTo>
                  <a:pt x="375" y="321"/>
                </a:lnTo>
                <a:lnTo>
                  <a:pt x="375" y="322"/>
                </a:lnTo>
                <a:lnTo>
                  <a:pt x="375" y="323"/>
                </a:lnTo>
                <a:lnTo>
                  <a:pt x="376" y="323"/>
                </a:lnTo>
                <a:lnTo>
                  <a:pt x="377" y="323"/>
                </a:lnTo>
                <a:lnTo>
                  <a:pt x="378" y="323"/>
                </a:lnTo>
                <a:lnTo>
                  <a:pt x="378" y="324"/>
                </a:lnTo>
                <a:lnTo>
                  <a:pt x="377" y="325"/>
                </a:lnTo>
                <a:lnTo>
                  <a:pt x="377" y="326"/>
                </a:lnTo>
                <a:lnTo>
                  <a:pt x="377" y="329"/>
                </a:lnTo>
                <a:lnTo>
                  <a:pt x="378" y="330"/>
                </a:lnTo>
                <a:lnTo>
                  <a:pt x="381" y="331"/>
                </a:lnTo>
                <a:lnTo>
                  <a:pt x="382" y="331"/>
                </a:lnTo>
                <a:lnTo>
                  <a:pt x="383" y="332"/>
                </a:lnTo>
                <a:lnTo>
                  <a:pt x="383" y="333"/>
                </a:lnTo>
                <a:lnTo>
                  <a:pt x="382" y="333"/>
                </a:lnTo>
                <a:lnTo>
                  <a:pt x="381" y="335"/>
                </a:lnTo>
                <a:lnTo>
                  <a:pt x="382" y="335"/>
                </a:lnTo>
                <a:lnTo>
                  <a:pt x="382" y="336"/>
                </a:lnTo>
                <a:lnTo>
                  <a:pt x="381" y="337"/>
                </a:lnTo>
                <a:lnTo>
                  <a:pt x="380" y="337"/>
                </a:lnTo>
                <a:lnTo>
                  <a:pt x="379" y="338"/>
                </a:lnTo>
                <a:lnTo>
                  <a:pt x="379" y="337"/>
                </a:lnTo>
                <a:lnTo>
                  <a:pt x="379" y="338"/>
                </a:lnTo>
                <a:lnTo>
                  <a:pt x="379" y="339"/>
                </a:lnTo>
                <a:lnTo>
                  <a:pt x="380" y="340"/>
                </a:lnTo>
                <a:lnTo>
                  <a:pt x="380" y="339"/>
                </a:lnTo>
                <a:lnTo>
                  <a:pt x="382" y="339"/>
                </a:lnTo>
                <a:lnTo>
                  <a:pt x="382" y="338"/>
                </a:lnTo>
                <a:lnTo>
                  <a:pt x="383" y="338"/>
                </a:lnTo>
                <a:lnTo>
                  <a:pt x="383" y="339"/>
                </a:lnTo>
                <a:lnTo>
                  <a:pt x="382" y="339"/>
                </a:lnTo>
                <a:lnTo>
                  <a:pt x="382" y="340"/>
                </a:lnTo>
                <a:lnTo>
                  <a:pt x="383" y="339"/>
                </a:lnTo>
                <a:lnTo>
                  <a:pt x="384" y="339"/>
                </a:lnTo>
                <a:lnTo>
                  <a:pt x="384" y="340"/>
                </a:lnTo>
                <a:lnTo>
                  <a:pt x="383" y="340"/>
                </a:lnTo>
                <a:lnTo>
                  <a:pt x="382" y="341"/>
                </a:lnTo>
                <a:lnTo>
                  <a:pt x="382" y="342"/>
                </a:lnTo>
                <a:lnTo>
                  <a:pt x="382" y="341"/>
                </a:lnTo>
                <a:lnTo>
                  <a:pt x="382" y="342"/>
                </a:lnTo>
                <a:lnTo>
                  <a:pt x="381" y="343"/>
                </a:lnTo>
                <a:lnTo>
                  <a:pt x="381" y="344"/>
                </a:lnTo>
                <a:lnTo>
                  <a:pt x="382" y="343"/>
                </a:lnTo>
                <a:lnTo>
                  <a:pt x="382" y="344"/>
                </a:lnTo>
                <a:lnTo>
                  <a:pt x="381" y="345"/>
                </a:lnTo>
                <a:lnTo>
                  <a:pt x="380" y="345"/>
                </a:lnTo>
                <a:lnTo>
                  <a:pt x="381" y="346"/>
                </a:lnTo>
                <a:lnTo>
                  <a:pt x="381" y="347"/>
                </a:lnTo>
                <a:lnTo>
                  <a:pt x="380" y="346"/>
                </a:lnTo>
                <a:lnTo>
                  <a:pt x="380" y="347"/>
                </a:lnTo>
                <a:lnTo>
                  <a:pt x="379" y="347"/>
                </a:lnTo>
                <a:lnTo>
                  <a:pt x="379" y="348"/>
                </a:lnTo>
                <a:lnTo>
                  <a:pt x="378" y="348"/>
                </a:lnTo>
                <a:lnTo>
                  <a:pt x="378" y="349"/>
                </a:lnTo>
                <a:lnTo>
                  <a:pt x="379" y="349"/>
                </a:lnTo>
                <a:lnTo>
                  <a:pt x="380" y="349"/>
                </a:lnTo>
                <a:lnTo>
                  <a:pt x="379" y="349"/>
                </a:lnTo>
                <a:lnTo>
                  <a:pt x="379" y="350"/>
                </a:lnTo>
                <a:lnTo>
                  <a:pt x="378" y="350"/>
                </a:lnTo>
                <a:lnTo>
                  <a:pt x="377" y="350"/>
                </a:lnTo>
                <a:lnTo>
                  <a:pt x="376" y="350"/>
                </a:lnTo>
                <a:lnTo>
                  <a:pt x="376" y="351"/>
                </a:lnTo>
                <a:lnTo>
                  <a:pt x="375" y="351"/>
                </a:lnTo>
                <a:lnTo>
                  <a:pt x="375" y="349"/>
                </a:lnTo>
                <a:lnTo>
                  <a:pt x="376" y="349"/>
                </a:lnTo>
                <a:lnTo>
                  <a:pt x="376" y="348"/>
                </a:lnTo>
                <a:lnTo>
                  <a:pt x="375" y="348"/>
                </a:lnTo>
                <a:lnTo>
                  <a:pt x="375" y="349"/>
                </a:lnTo>
                <a:lnTo>
                  <a:pt x="374" y="348"/>
                </a:lnTo>
                <a:lnTo>
                  <a:pt x="374" y="347"/>
                </a:lnTo>
                <a:lnTo>
                  <a:pt x="375" y="347"/>
                </a:lnTo>
                <a:lnTo>
                  <a:pt x="375" y="346"/>
                </a:lnTo>
                <a:lnTo>
                  <a:pt x="375" y="345"/>
                </a:lnTo>
                <a:lnTo>
                  <a:pt x="373" y="344"/>
                </a:lnTo>
                <a:lnTo>
                  <a:pt x="371" y="343"/>
                </a:lnTo>
                <a:lnTo>
                  <a:pt x="369" y="342"/>
                </a:lnTo>
                <a:lnTo>
                  <a:pt x="368" y="341"/>
                </a:lnTo>
                <a:lnTo>
                  <a:pt x="366" y="341"/>
                </a:lnTo>
                <a:lnTo>
                  <a:pt x="364" y="341"/>
                </a:lnTo>
                <a:lnTo>
                  <a:pt x="363" y="341"/>
                </a:lnTo>
                <a:lnTo>
                  <a:pt x="362" y="341"/>
                </a:lnTo>
                <a:lnTo>
                  <a:pt x="362" y="343"/>
                </a:lnTo>
                <a:lnTo>
                  <a:pt x="362" y="344"/>
                </a:lnTo>
                <a:lnTo>
                  <a:pt x="361" y="344"/>
                </a:lnTo>
                <a:lnTo>
                  <a:pt x="361" y="345"/>
                </a:lnTo>
                <a:lnTo>
                  <a:pt x="360" y="345"/>
                </a:lnTo>
                <a:lnTo>
                  <a:pt x="360" y="346"/>
                </a:lnTo>
                <a:lnTo>
                  <a:pt x="360" y="347"/>
                </a:lnTo>
                <a:lnTo>
                  <a:pt x="360" y="348"/>
                </a:lnTo>
                <a:lnTo>
                  <a:pt x="360" y="349"/>
                </a:lnTo>
                <a:lnTo>
                  <a:pt x="359" y="349"/>
                </a:lnTo>
                <a:lnTo>
                  <a:pt x="358" y="350"/>
                </a:lnTo>
                <a:lnTo>
                  <a:pt x="358" y="351"/>
                </a:lnTo>
                <a:lnTo>
                  <a:pt x="359" y="351"/>
                </a:lnTo>
                <a:lnTo>
                  <a:pt x="358" y="352"/>
                </a:lnTo>
                <a:lnTo>
                  <a:pt x="357" y="352"/>
                </a:lnTo>
                <a:lnTo>
                  <a:pt x="357" y="353"/>
                </a:lnTo>
                <a:lnTo>
                  <a:pt x="356" y="354"/>
                </a:lnTo>
                <a:lnTo>
                  <a:pt x="356" y="355"/>
                </a:lnTo>
                <a:lnTo>
                  <a:pt x="355" y="356"/>
                </a:lnTo>
                <a:lnTo>
                  <a:pt x="354" y="355"/>
                </a:lnTo>
                <a:lnTo>
                  <a:pt x="355" y="355"/>
                </a:lnTo>
                <a:lnTo>
                  <a:pt x="355" y="354"/>
                </a:lnTo>
                <a:lnTo>
                  <a:pt x="354" y="354"/>
                </a:lnTo>
                <a:lnTo>
                  <a:pt x="352" y="354"/>
                </a:lnTo>
                <a:lnTo>
                  <a:pt x="352" y="355"/>
                </a:lnTo>
                <a:lnTo>
                  <a:pt x="353" y="356"/>
                </a:lnTo>
                <a:lnTo>
                  <a:pt x="354" y="357"/>
                </a:lnTo>
                <a:lnTo>
                  <a:pt x="353" y="357"/>
                </a:lnTo>
                <a:lnTo>
                  <a:pt x="354" y="358"/>
                </a:lnTo>
                <a:lnTo>
                  <a:pt x="355" y="358"/>
                </a:lnTo>
                <a:lnTo>
                  <a:pt x="355" y="357"/>
                </a:lnTo>
                <a:lnTo>
                  <a:pt x="355" y="358"/>
                </a:lnTo>
                <a:lnTo>
                  <a:pt x="355" y="359"/>
                </a:lnTo>
                <a:lnTo>
                  <a:pt x="354" y="360"/>
                </a:lnTo>
                <a:lnTo>
                  <a:pt x="354" y="361"/>
                </a:lnTo>
                <a:lnTo>
                  <a:pt x="353" y="361"/>
                </a:lnTo>
                <a:lnTo>
                  <a:pt x="352" y="363"/>
                </a:lnTo>
                <a:lnTo>
                  <a:pt x="352" y="364"/>
                </a:lnTo>
                <a:lnTo>
                  <a:pt x="351" y="364"/>
                </a:lnTo>
                <a:lnTo>
                  <a:pt x="351" y="363"/>
                </a:lnTo>
                <a:lnTo>
                  <a:pt x="350" y="364"/>
                </a:lnTo>
                <a:lnTo>
                  <a:pt x="349" y="363"/>
                </a:lnTo>
                <a:lnTo>
                  <a:pt x="349" y="362"/>
                </a:lnTo>
                <a:lnTo>
                  <a:pt x="348" y="362"/>
                </a:lnTo>
                <a:lnTo>
                  <a:pt x="346" y="361"/>
                </a:lnTo>
                <a:lnTo>
                  <a:pt x="345" y="361"/>
                </a:lnTo>
                <a:lnTo>
                  <a:pt x="345" y="362"/>
                </a:lnTo>
                <a:lnTo>
                  <a:pt x="345" y="361"/>
                </a:lnTo>
                <a:lnTo>
                  <a:pt x="344" y="361"/>
                </a:lnTo>
                <a:lnTo>
                  <a:pt x="344" y="362"/>
                </a:lnTo>
                <a:lnTo>
                  <a:pt x="343" y="362"/>
                </a:lnTo>
                <a:lnTo>
                  <a:pt x="344" y="362"/>
                </a:lnTo>
                <a:lnTo>
                  <a:pt x="343" y="363"/>
                </a:lnTo>
                <a:lnTo>
                  <a:pt x="343" y="364"/>
                </a:lnTo>
                <a:lnTo>
                  <a:pt x="343" y="365"/>
                </a:lnTo>
                <a:lnTo>
                  <a:pt x="343" y="366"/>
                </a:lnTo>
                <a:lnTo>
                  <a:pt x="342" y="366"/>
                </a:lnTo>
                <a:lnTo>
                  <a:pt x="342" y="367"/>
                </a:lnTo>
                <a:lnTo>
                  <a:pt x="343" y="368"/>
                </a:lnTo>
                <a:lnTo>
                  <a:pt x="344" y="368"/>
                </a:lnTo>
                <a:lnTo>
                  <a:pt x="345" y="368"/>
                </a:lnTo>
                <a:lnTo>
                  <a:pt x="344" y="369"/>
                </a:lnTo>
                <a:lnTo>
                  <a:pt x="344" y="370"/>
                </a:lnTo>
                <a:lnTo>
                  <a:pt x="343" y="370"/>
                </a:lnTo>
                <a:lnTo>
                  <a:pt x="343" y="371"/>
                </a:lnTo>
                <a:lnTo>
                  <a:pt x="344" y="371"/>
                </a:lnTo>
                <a:lnTo>
                  <a:pt x="344" y="372"/>
                </a:lnTo>
                <a:lnTo>
                  <a:pt x="345" y="372"/>
                </a:lnTo>
                <a:lnTo>
                  <a:pt x="344" y="372"/>
                </a:lnTo>
                <a:lnTo>
                  <a:pt x="343" y="372"/>
                </a:lnTo>
                <a:lnTo>
                  <a:pt x="342" y="372"/>
                </a:lnTo>
                <a:lnTo>
                  <a:pt x="342" y="371"/>
                </a:lnTo>
                <a:lnTo>
                  <a:pt x="341" y="371"/>
                </a:lnTo>
                <a:lnTo>
                  <a:pt x="340" y="371"/>
                </a:lnTo>
                <a:lnTo>
                  <a:pt x="341" y="371"/>
                </a:lnTo>
                <a:lnTo>
                  <a:pt x="340" y="371"/>
                </a:lnTo>
                <a:lnTo>
                  <a:pt x="340" y="370"/>
                </a:lnTo>
                <a:lnTo>
                  <a:pt x="339" y="370"/>
                </a:lnTo>
                <a:lnTo>
                  <a:pt x="339" y="371"/>
                </a:lnTo>
                <a:lnTo>
                  <a:pt x="338" y="371"/>
                </a:lnTo>
                <a:lnTo>
                  <a:pt x="338" y="372"/>
                </a:lnTo>
                <a:lnTo>
                  <a:pt x="339" y="372"/>
                </a:lnTo>
                <a:lnTo>
                  <a:pt x="340" y="372"/>
                </a:lnTo>
                <a:lnTo>
                  <a:pt x="340" y="373"/>
                </a:lnTo>
                <a:lnTo>
                  <a:pt x="340" y="374"/>
                </a:lnTo>
                <a:lnTo>
                  <a:pt x="339" y="374"/>
                </a:lnTo>
                <a:lnTo>
                  <a:pt x="339" y="373"/>
                </a:lnTo>
                <a:lnTo>
                  <a:pt x="338" y="373"/>
                </a:lnTo>
                <a:lnTo>
                  <a:pt x="337" y="372"/>
                </a:lnTo>
                <a:lnTo>
                  <a:pt x="337" y="373"/>
                </a:lnTo>
                <a:lnTo>
                  <a:pt x="336" y="373"/>
                </a:lnTo>
                <a:lnTo>
                  <a:pt x="337" y="373"/>
                </a:lnTo>
                <a:lnTo>
                  <a:pt x="337" y="374"/>
                </a:lnTo>
                <a:lnTo>
                  <a:pt x="338" y="374"/>
                </a:lnTo>
                <a:lnTo>
                  <a:pt x="337" y="374"/>
                </a:lnTo>
                <a:lnTo>
                  <a:pt x="335" y="375"/>
                </a:lnTo>
                <a:lnTo>
                  <a:pt x="335" y="374"/>
                </a:lnTo>
                <a:lnTo>
                  <a:pt x="334" y="375"/>
                </a:lnTo>
                <a:lnTo>
                  <a:pt x="333" y="375"/>
                </a:lnTo>
                <a:lnTo>
                  <a:pt x="333" y="376"/>
                </a:lnTo>
                <a:lnTo>
                  <a:pt x="333" y="375"/>
                </a:lnTo>
                <a:lnTo>
                  <a:pt x="332" y="375"/>
                </a:lnTo>
                <a:lnTo>
                  <a:pt x="330" y="376"/>
                </a:lnTo>
                <a:lnTo>
                  <a:pt x="330" y="375"/>
                </a:lnTo>
                <a:lnTo>
                  <a:pt x="330" y="374"/>
                </a:lnTo>
                <a:lnTo>
                  <a:pt x="329" y="374"/>
                </a:lnTo>
                <a:lnTo>
                  <a:pt x="330" y="374"/>
                </a:lnTo>
                <a:lnTo>
                  <a:pt x="330" y="373"/>
                </a:lnTo>
                <a:lnTo>
                  <a:pt x="330" y="372"/>
                </a:lnTo>
                <a:lnTo>
                  <a:pt x="331" y="372"/>
                </a:lnTo>
                <a:lnTo>
                  <a:pt x="330" y="372"/>
                </a:lnTo>
                <a:lnTo>
                  <a:pt x="329" y="371"/>
                </a:lnTo>
                <a:lnTo>
                  <a:pt x="329" y="370"/>
                </a:lnTo>
                <a:lnTo>
                  <a:pt x="328" y="370"/>
                </a:lnTo>
                <a:lnTo>
                  <a:pt x="328" y="369"/>
                </a:lnTo>
                <a:lnTo>
                  <a:pt x="328" y="367"/>
                </a:lnTo>
                <a:lnTo>
                  <a:pt x="328" y="366"/>
                </a:lnTo>
                <a:lnTo>
                  <a:pt x="328" y="365"/>
                </a:lnTo>
                <a:lnTo>
                  <a:pt x="328" y="364"/>
                </a:lnTo>
                <a:lnTo>
                  <a:pt x="329" y="363"/>
                </a:lnTo>
                <a:lnTo>
                  <a:pt x="329" y="364"/>
                </a:lnTo>
                <a:lnTo>
                  <a:pt x="330" y="364"/>
                </a:lnTo>
                <a:lnTo>
                  <a:pt x="331" y="364"/>
                </a:lnTo>
                <a:lnTo>
                  <a:pt x="331" y="363"/>
                </a:lnTo>
                <a:lnTo>
                  <a:pt x="332" y="363"/>
                </a:lnTo>
                <a:lnTo>
                  <a:pt x="332" y="362"/>
                </a:lnTo>
                <a:lnTo>
                  <a:pt x="334" y="361"/>
                </a:lnTo>
                <a:lnTo>
                  <a:pt x="334" y="360"/>
                </a:lnTo>
                <a:lnTo>
                  <a:pt x="335" y="360"/>
                </a:lnTo>
                <a:lnTo>
                  <a:pt x="335" y="359"/>
                </a:lnTo>
                <a:lnTo>
                  <a:pt x="335" y="358"/>
                </a:lnTo>
                <a:lnTo>
                  <a:pt x="336" y="357"/>
                </a:lnTo>
                <a:lnTo>
                  <a:pt x="336" y="356"/>
                </a:lnTo>
                <a:lnTo>
                  <a:pt x="335" y="356"/>
                </a:lnTo>
                <a:lnTo>
                  <a:pt x="335" y="355"/>
                </a:lnTo>
                <a:lnTo>
                  <a:pt x="334" y="355"/>
                </a:lnTo>
                <a:lnTo>
                  <a:pt x="336" y="350"/>
                </a:lnTo>
                <a:lnTo>
                  <a:pt x="337" y="349"/>
                </a:lnTo>
                <a:lnTo>
                  <a:pt x="338" y="349"/>
                </a:lnTo>
                <a:lnTo>
                  <a:pt x="339" y="348"/>
                </a:lnTo>
                <a:lnTo>
                  <a:pt x="339" y="347"/>
                </a:lnTo>
                <a:lnTo>
                  <a:pt x="339" y="346"/>
                </a:lnTo>
                <a:lnTo>
                  <a:pt x="338" y="345"/>
                </a:lnTo>
                <a:lnTo>
                  <a:pt x="339" y="345"/>
                </a:lnTo>
                <a:lnTo>
                  <a:pt x="338" y="344"/>
                </a:lnTo>
                <a:lnTo>
                  <a:pt x="337" y="343"/>
                </a:lnTo>
                <a:lnTo>
                  <a:pt x="336" y="342"/>
                </a:lnTo>
                <a:lnTo>
                  <a:pt x="336" y="341"/>
                </a:lnTo>
                <a:lnTo>
                  <a:pt x="337" y="341"/>
                </a:lnTo>
                <a:lnTo>
                  <a:pt x="337" y="340"/>
                </a:lnTo>
                <a:lnTo>
                  <a:pt x="338" y="340"/>
                </a:lnTo>
                <a:lnTo>
                  <a:pt x="339" y="340"/>
                </a:lnTo>
                <a:lnTo>
                  <a:pt x="339" y="339"/>
                </a:lnTo>
                <a:lnTo>
                  <a:pt x="338" y="339"/>
                </a:lnTo>
                <a:lnTo>
                  <a:pt x="337" y="339"/>
                </a:lnTo>
                <a:lnTo>
                  <a:pt x="336" y="339"/>
                </a:lnTo>
                <a:lnTo>
                  <a:pt x="337" y="338"/>
                </a:lnTo>
                <a:lnTo>
                  <a:pt x="336" y="337"/>
                </a:lnTo>
                <a:lnTo>
                  <a:pt x="336" y="336"/>
                </a:lnTo>
                <a:lnTo>
                  <a:pt x="335" y="336"/>
                </a:lnTo>
                <a:lnTo>
                  <a:pt x="335" y="335"/>
                </a:lnTo>
                <a:lnTo>
                  <a:pt x="335" y="334"/>
                </a:lnTo>
                <a:lnTo>
                  <a:pt x="334" y="334"/>
                </a:lnTo>
                <a:lnTo>
                  <a:pt x="333" y="334"/>
                </a:lnTo>
                <a:lnTo>
                  <a:pt x="333" y="335"/>
                </a:lnTo>
                <a:lnTo>
                  <a:pt x="333" y="336"/>
                </a:lnTo>
                <a:lnTo>
                  <a:pt x="332" y="335"/>
                </a:lnTo>
                <a:lnTo>
                  <a:pt x="332" y="334"/>
                </a:lnTo>
                <a:lnTo>
                  <a:pt x="332" y="336"/>
                </a:lnTo>
                <a:lnTo>
                  <a:pt x="333" y="336"/>
                </a:lnTo>
                <a:lnTo>
                  <a:pt x="333" y="337"/>
                </a:lnTo>
                <a:lnTo>
                  <a:pt x="333" y="338"/>
                </a:lnTo>
                <a:lnTo>
                  <a:pt x="332" y="338"/>
                </a:lnTo>
                <a:lnTo>
                  <a:pt x="331" y="338"/>
                </a:lnTo>
                <a:lnTo>
                  <a:pt x="331" y="339"/>
                </a:lnTo>
                <a:lnTo>
                  <a:pt x="330" y="339"/>
                </a:lnTo>
                <a:lnTo>
                  <a:pt x="330" y="340"/>
                </a:lnTo>
                <a:lnTo>
                  <a:pt x="329" y="340"/>
                </a:lnTo>
                <a:lnTo>
                  <a:pt x="329" y="341"/>
                </a:lnTo>
                <a:lnTo>
                  <a:pt x="329" y="342"/>
                </a:lnTo>
                <a:lnTo>
                  <a:pt x="328" y="343"/>
                </a:lnTo>
                <a:lnTo>
                  <a:pt x="328" y="344"/>
                </a:lnTo>
                <a:lnTo>
                  <a:pt x="327" y="344"/>
                </a:lnTo>
                <a:lnTo>
                  <a:pt x="328" y="344"/>
                </a:lnTo>
                <a:lnTo>
                  <a:pt x="328" y="345"/>
                </a:lnTo>
                <a:lnTo>
                  <a:pt x="327" y="345"/>
                </a:lnTo>
                <a:lnTo>
                  <a:pt x="326" y="347"/>
                </a:lnTo>
                <a:lnTo>
                  <a:pt x="326" y="346"/>
                </a:lnTo>
                <a:lnTo>
                  <a:pt x="325" y="346"/>
                </a:lnTo>
                <a:lnTo>
                  <a:pt x="324" y="347"/>
                </a:lnTo>
                <a:lnTo>
                  <a:pt x="323" y="347"/>
                </a:lnTo>
                <a:lnTo>
                  <a:pt x="322" y="347"/>
                </a:lnTo>
                <a:lnTo>
                  <a:pt x="322" y="346"/>
                </a:lnTo>
                <a:lnTo>
                  <a:pt x="322" y="345"/>
                </a:lnTo>
                <a:lnTo>
                  <a:pt x="322" y="346"/>
                </a:lnTo>
                <a:lnTo>
                  <a:pt x="321" y="346"/>
                </a:lnTo>
                <a:lnTo>
                  <a:pt x="322" y="346"/>
                </a:lnTo>
                <a:lnTo>
                  <a:pt x="321" y="346"/>
                </a:lnTo>
                <a:lnTo>
                  <a:pt x="321" y="347"/>
                </a:lnTo>
                <a:lnTo>
                  <a:pt x="323" y="347"/>
                </a:lnTo>
                <a:lnTo>
                  <a:pt x="324" y="348"/>
                </a:lnTo>
                <a:lnTo>
                  <a:pt x="324" y="347"/>
                </a:lnTo>
                <a:lnTo>
                  <a:pt x="326" y="347"/>
                </a:lnTo>
                <a:lnTo>
                  <a:pt x="326" y="348"/>
                </a:lnTo>
                <a:lnTo>
                  <a:pt x="326" y="349"/>
                </a:lnTo>
                <a:lnTo>
                  <a:pt x="327" y="349"/>
                </a:lnTo>
                <a:lnTo>
                  <a:pt x="327" y="350"/>
                </a:lnTo>
                <a:lnTo>
                  <a:pt x="328" y="351"/>
                </a:lnTo>
                <a:lnTo>
                  <a:pt x="328" y="352"/>
                </a:lnTo>
                <a:lnTo>
                  <a:pt x="327" y="355"/>
                </a:lnTo>
                <a:lnTo>
                  <a:pt x="326" y="356"/>
                </a:lnTo>
                <a:lnTo>
                  <a:pt x="325" y="356"/>
                </a:lnTo>
                <a:lnTo>
                  <a:pt x="324" y="357"/>
                </a:lnTo>
                <a:lnTo>
                  <a:pt x="324" y="358"/>
                </a:lnTo>
                <a:lnTo>
                  <a:pt x="325" y="359"/>
                </a:lnTo>
                <a:lnTo>
                  <a:pt x="324" y="359"/>
                </a:lnTo>
                <a:lnTo>
                  <a:pt x="324" y="360"/>
                </a:lnTo>
                <a:lnTo>
                  <a:pt x="324" y="361"/>
                </a:lnTo>
                <a:lnTo>
                  <a:pt x="324" y="363"/>
                </a:lnTo>
                <a:lnTo>
                  <a:pt x="323" y="363"/>
                </a:lnTo>
                <a:lnTo>
                  <a:pt x="322" y="362"/>
                </a:lnTo>
                <a:lnTo>
                  <a:pt x="321" y="362"/>
                </a:lnTo>
                <a:lnTo>
                  <a:pt x="322" y="362"/>
                </a:lnTo>
                <a:lnTo>
                  <a:pt x="321" y="364"/>
                </a:lnTo>
                <a:lnTo>
                  <a:pt x="316" y="367"/>
                </a:lnTo>
                <a:lnTo>
                  <a:pt x="315" y="368"/>
                </a:lnTo>
                <a:lnTo>
                  <a:pt x="315" y="370"/>
                </a:lnTo>
                <a:lnTo>
                  <a:pt x="314" y="370"/>
                </a:lnTo>
                <a:lnTo>
                  <a:pt x="315" y="371"/>
                </a:lnTo>
                <a:lnTo>
                  <a:pt x="315" y="372"/>
                </a:lnTo>
                <a:lnTo>
                  <a:pt x="315" y="376"/>
                </a:lnTo>
                <a:lnTo>
                  <a:pt x="314" y="376"/>
                </a:lnTo>
                <a:lnTo>
                  <a:pt x="314" y="377"/>
                </a:lnTo>
                <a:lnTo>
                  <a:pt x="314" y="378"/>
                </a:lnTo>
                <a:lnTo>
                  <a:pt x="314" y="377"/>
                </a:lnTo>
                <a:lnTo>
                  <a:pt x="313" y="378"/>
                </a:lnTo>
                <a:lnTo>
                  <a:pt x="314" y="378"/>
                </a:lnTo>
                <a:lnTo>
                  <a:pt x="314" y="379"/>
                </a:lnTo>
                <a:lnTo>
                  <a:pt x="314" y="380"/>
                </a:lnTo>
                <a:lnTo>
                  <a:pt x="313" y="381"/>
                </a:lnTo>
                <a:lnTo>
                  <a:pt x="312" y="382"/>
                </a:lnTo>
                <a:lnTo>
                  <a:pt x="311" y="382"/>
                </a:lnTo>
                <a:lnTo>
                  <a:pt x="310" y="382"/>
                </a:lnTo>
                <a:lnTo>
                  <a:pt x="310" y="383"/>
                </a:lnTo>
                <a:lnTo>
                  <a:pt x="309" y="383"/>
                </a:lnTo>
                <a:lnTo>
                  <a:pt x="309" y="384"/>
                </a:lnTo>
                <a:lnTo>
                  <a:pt x="309" y="385"/>
                </a:lnTo>
                <a:lnTo>
                  <a:pt x="309" y="386"/>
                </a:lnTo>
                <a:lnTo>
                  <a:pt x="311" y="388"/>
                </a:lnTo>
                <a:lnTo>
                  <a:pt x="310" y="388"/>
                </a:lnTo>
                <a:lnTo>
                  <a:pt x="310" y="389"/>
                </a:lnTo>
                <a:lnTo>
                  <a:pt x="310" y="390"/>
                </a:lnTo>
                <a:lnTo>
                  <a:pt x="309" y="390"/>
                </a:lnTo>
                <a:lnTo>
                  <a:pt x="309" y="391"/>
                </a:lnTo>
                <a:lnTo>
                  <a:pt x="308" y="391"/>
                </a:lnTo>
                <a:lnTo>
                  <a:pt x="308" y="392"/>
                </a:lnTo>
                <a:lnTo>
                  <a:pt x="307" y="392"/>
                </a:lnTo>
                <a:lnTo>
                  <a:pt x="307" y="391"/>
                </a:lnTo>
                <a:lnTo>
                  <a:pt x="306" y="391"/>
                </a:lnTo>
                <a:lnTo>
                  <a:pt x="306" y="390"/>
                </a:lnTo>
                <a:lnTo>
                  <a:pt x="305" y="390"/>
                </a:lnTo>
                <a:lnTo>
                  <a:pt x="303" y="390"/>
                </a:lnTo>
                <a:lnTo>
                  <a:pt x="302" y="391"/>
                </a:lnTo>
                <a:lnTo>
                  <a:pt x="301" y="391"/>
                </a:lnTo>
                <a:lnTo>
                  <a:pt x="301" y="393"/>
                </a:lnTo>
                <a:lnTo>
                  <a:pt x="300" y="396"/>
                </a:lnTo>
                <a:lnTo>
                  <a:pt x="296" y="399"/>
                </a:lnTo>
                <a:lnTo>
                  <a:pt x="293" y="402"/>
                </a:lnTo>
                <a:lnTo>
                  <a:pt x="292" y="403"/>
                </a:lnTo>
                <a:lnTo>
                  <a:pt x="291" y="404"/>
                </a:lnTo>
                <a:lnTo>
                  <a:pt x="291" y="405"/>
                </a:lnTo>
                <a:lnTo>
                  <a:pt x="290" y="405"/>
                </a:lnTo>
                <a:lnTo>
                  <a:pt x="289" y="404"/>
                </a:lnTo>
                <a:lnTo>
                  <a:pt x="289" y="405"/>
                </a:lnTo>
                <a:lnTo>
                  <a:pt x="288" y="405"/>
                </a:lnTo>
                <a:lnTo>
                  <a:pt x="288" y="407"/>
                </a:lnTo>
                <a:lnTo>
                  <a:pt x="287" y="407"/>
                </a:lnTo>
                <a:lnTo>
                  <a:pt x="287" y="408"/>
                </a:lnTo>
                <a:lnTo>
                  <a:pt x="286" y="409"/>
                </a:lnTo>
                <a:lnTo>
                  <a:pt x="286" y="410"/>
                </a:lnTo>
                <a:lnTo>
                  <a:pt x="286" y="411"/>
                </a:lnTo>
                <a:lnTo>
                  <a:pt x="285" y="412"/>
                </a:lnTo>
                <a:lnTo>
                  <a:pt x="287" y="413"/>
                </a:lnTo>
                <a:lnTo>
                  <a:pt x="286" y="414"/>
                </a:lnTo>
                <a:lnTo>
                  <a:pt x="285" y="414"/>
                </a:lnTo>
                <a:lnTo>
                  <a:pt x="284" y="416"/>
                </a:lnTo>
                <a:lnTo>
                  <a:pt x="283" y="416"/>
                </a:lnTo>
                <a:lnTo>
                  <a:pt x="282" y="415"/>
                </a:lnTo>
                <a:lnTo>
                  <a:pt x="282" y="414"/>
                </a:lnTo>
                <a:lnTo>
                  <a:pt x="281" y="414"/>
                </a:lnTo>
                <a:lnTo>
                  <a:pt x="280" y="414"/>
                </a:lnTo>
                <a:lnTo>
                  <a:pt x="280" y="416"/>
                </a:lnTo>
                <a:lnTo>
                  <a:pt x="279" y="416"/>
                </a:lnTo>
                <a:lnTo>
                  <a:pt x="280" y="418"/>
                </a:lnTo>
                <a:lnTo>
                  <a:pt x="280" y="419"/>
                </a:lnTo>
                <a:lnTo>
                  <a:pt x="279" y="422"/>
                </a:lnTo>
                <a:lnTo>
                  <a:pt x="279" y="423"/>
                </a:lnTo>
                <a:lnTo>
                  <a:pt x="279" y="424"/>
                </a:lnTo>
                <a:lnTo>
                  <a:pt x="278" y="424"/>
                </a:lnTo>
                <a:lnTo>
                  <a:pt x="277" y="424"/>
                </a:lnTo>
                <a:lnTo>
                  <a:pt x="277" y="425"/>
                </a:lnTo>
                <a:lnTo>
                  <a:pt x="277" y="426"/>
                </a:lnTo>
                <a:lnTo>
                  <a:pt x="277" y="427"/>
                </a:lnTo>
                <a:lnTo>
                  <a:pt x="276" y="427"/>
                </a:lnTo>
                <a:lnTo>
                  <a:pt x="275" y="427"/>
                </a:lnTo>
                <a:lnTo>
                  <a:pt x="275" y="428"/>
                </a:lnTo>
                <a:lnTo>
                  <a:pt x="276" y="429"/>
                </a:lnTo>
                <a:lnTo>
                  <a:pt x="275" y="430"/>
                </a:lnTo>
                <a:lnTo>
                  <a:pt x="274" y="430"/>
                </a:lnTo>
                <a:lnTo>
                  <a:pt x="271" y="429"/>
                </a:lnTo>
                <a:lnTo>
                  <a:pt x="270" y="429"/>
                </a:lnTo>
                <a:lnTo>
                  <a:pt x="270" y="430"/>
                </a:lnTo>
                <a:lnTo>
                  <a:pt x="271" y="430"/>
                </a:lnTo>
                <a:lnTo>
                  <a:pt x="271" y="431"/>
                </a:lnTo>
                <a:lnTo>
                  <a:pt x="274" y="433"/>
                </a:lnTo>
                <a:lnTo>
                  <a:pt x="275" y="434"/>
                </a:lnTo>
                <a:lnTo>
                  <a:pt x="277" y="438"/>
                </a:lnTo>
                <a:lnTo>
                  <a:pt x="277" y="439"/>
                </a:lnTo>
                <a:lnTo>
                  <a:pt x="278" y="439"/>
                </a:lnTo>
                <a:lnTo>
                  <a:pt x="278" y="440"/>
                </a:lnTo>
                <a:lnTo>
                  <a:pt x="277" y="440"/>
                </a:lnTo>
                <a:lnTo>
                  <a:pt x="277" y="439"/>
                </a:lnTo>
                <a:lnTo>
                  <a:pt x="275" y="439"/>
                </a:lnTo>
                <a:lnTo>
                  <a:pt x="275" y="440"/>
                </a:lnTo>
                <a:lnTo>
                  <a:pt x="274" y="441"/>
                </a:lnTo>
                <a:lnTo>
                  <a:pt x="275" y="441"/>
                </a:lnTo>
                <a:lnTo>
                  <a:pt x="275" y="440"/>
                </a:lnTo>
                <a:lnTo>
                  <a:pt x="276" y="440"/>
                </a:lnTo>
                <a:lnTo>
                  <a:pt x="277" y="440"/>
                </a:lnTo>
                <a:lnTo>
                  <a:pt x="278" y="440"/>
                </a:lnTo>
                <a:lnTo>
                  <a:pt x="278" y="442"/>
                </a:lnTo>
                <a:lnTo>
                  <a:pt x="278" y="443"/>
                </a:lnTo>
                <a:lnTo>
                  <a:pt x="279" y="443"/>
                </a:lnTo>
                <a:lnTo>
                  <a:pt x="280" y="443"/>
                </a:lnTo>
                <a:lnTo>
                  <a:pt x="280" y="444"/>
                </a:lnTo>
                <a:lnTo>
                  <a:pt x="279" y="444"/>
                </a:lnTo>
                <a:lnTo>
                  <a:pt x="278" y="445"/>
                </a:lnTo>
                <a:lnTo>
                  <a:pt x="278" y="446"/>
                </a:lnTo>
                <a:lnTo>
                  <a:pt x="277" y="446"/>
                </a:lnTo>
                <a:lnTo>
                  <a:pt x="278" y="446"/>
                </a:lnTo>
                <a:lnTo>
                  <a:pt x="278" y="447"/>
                </a:lnTo>
                <a:lnTo>
                  <a:pt x="277" y="447"/>
                </a:lnTo>
                <a:lnTo>
                  <a:pt x="277" y="446"/>
                </a:lnTo>
                <a:lnTo>
                  <a:pt x="276" y="446"/>
                </a:lnTo>
                <a:lnTo>
                  <a:pt x="276" y="447"/>
                </a:lnTo>
                <a:lnTo>
                  <a:pt x="275" y="449"/>
                </a:lnTo>
                <a:lnTo>
                  <a:pt x="275" y="450"/>
                </a:lnTo>
                <a:lnTo>
                  <a:pt x="275" y="451"/>
                </a:lnTo>
                <a:lnTo>
                  <a:pt x="275" y="452"/>
                </a:lnTo>
                <a:lnTo>
                  <a:pt x="276" y="451"/>
                </a:lnTo>
                <a:lnTo>
                  <a:pt x="276" y="452"/>
                </a:lnTo>
                <a:lnTo>
                  <a:pt x="276" y="453"/>
                </a:lnTo>
                <a:lnTo>
                  <a:pt x="276" y="454"/>
                </a:lnTo>
                <a:lnTo>
                  <a:pt x="276" y="455"/>
                </a:lnTo>
                <a:lnTo>
                  <a:pt x="276" y="456"/>
                </a:lnTo>
                <a:lnTo>
                  <a:pt x="276" y="457"/>
                </a:lnTo>
                <a:lnTo>
                  <a:pt x="275" y="456"/>
                </a:lnTo>
                <a:lnTo>
                  <a:pt x="274" y="456"/>
                </a:lnTo>
                <a:lnTo>
                  <a:pt x="274" y="457"/>
                </a:lnTo>
                <a:lnTo>
                  <a:pt x="273" y="457"/>
                </a:lnTo>
                <a:lnTo>
                  <a:pt x="273" y="456"/>
                </a:lnTo>
                <a:lnTo>
                  <a:pt x="272" y="456"/>
                </a:lnTo>
                <a:lnTo>
                  <a:pt x="273" y="456"/>
                </a:lnTo>
                <a:lnTo>
                  <a:pt x="273" y="455"/>
                </a:lnTo>
                <a:lnTo>
                  <a:pt x="272" y="455"/>
                </a:lnTo>
                <a:lnTo>
                  <a:pt x="272" y="454"/>
                </a:lnTo>
                <a:lnTo>
                  <a:pt x="272" y="453"/>
                </a:lnTo>
                <a:lnTo>
                  <a:pt x="271" y="453"/>
                </a:lnTo>
                <a:lnTo>
                  <a:pt x="271" y="454"/>
                </a:lnTo>
                <a:lnTo>
                  <a:pt x="270" y="454"/>
                </a:lnTo>
                <a:lnTo>
                  <a:pt x="269" y="454"/>
                </a:lnTo>
                <a:lnTo>
                  <a:pt x="268" y="453"/>
                </a:lnTo>
                <a:lnTo>
                  <a:pt x="268" y="452"/>
                </a:lnTo>
                <a:lnTo>
                  <a:pt x="267" y="452"/>
                </a:lnTo>
                <a:lnTo>
                  <a:pt x="266" y="452"/>
                </a:lnTo>
                <a:lnTo>
                  <a:pt x="265" y="451"/>
                </a:lnTo>
                <a:lnTo>
                  <a:pt x="265" y="452"/>
                </a:lnTo>
                <a:lnTo>
                  <a:pt x="265" y="453"/>
                </a:lnTo>
                <a:lnTo>
                  <a:pt x="266" y="453"/>
                </a:lnTo>
                <a:lnTo>
                  <a:pt x="265" y="453"/>
                </a:lnTo>
                <a:lnTo>
                  <a:pt x="264" y="454"/>
                </a:lnTo>
                <a:lnTo>
                  <a:pt x="265" y="455"/>
                </a:lnTo>
                <a:lnTo>
                  <a:pt x="265" y="454"/>
                </a:lnTo>
                <a:lnTo>
                  <a:pt x="266" y="454"/>
                </a:lnTo>
                <a:lnTo>
                  <a:pt x="267" y="455"/>
                </a:lnTo>
                <a:lnTo>
                  <a:pt x="266" y="455"/>
                </a:lnTo>
                <a:lnTo>
                  <a:pt x="266" y="456"/>
                </a:lnTo>
                <a:lnTo>
                  <a:pt x="265" y="457"/>
                </a:lnTo>
                <a:lnTo>
                  <a:pt x="264" y="457"/>
                </a:lnTo>
                <a:lnTo>
                  <a:pt x="264" y="458"/>
                </a:lnTo>
                <a:lnTo>
                  <a:pt x="263" y="458"/>
                </a:lnTo>
                <a:lnTo>
                  <a:pt x="264" y="459"/>
                </a:lnTo>
                <a:lnTo>
                  <a:pt x="264" y="460"/>
                </a:lnTo>
                <a:lnTo>
                  <a:pt x="264" y="459"/>
                </a:lnTo>
                <a:lnTo>
                  <a:pt x="263" y="459"/>
                </a:lnTo>
                <a:lnTo>
                  <a:pt x="263" y="460"/>
                </a:lnTo>
                <a:lnTo>
                  <a:pt x="262" y="460"/>
                </a:lnTo>
                <a:lnTo>
                  <a:pt x="262" y="459"/>
                </a:lnTo>
                <a:lnTo>
                  <a:pt x="261" y="459"/>
                </a:lnTo>
                <a:lnTo>
                  <a:pt x="261" y="460"/>
                </a:lnTo>
                <a:lnTo>
                  <a:pt x="262" y="460"/>
                </a:lnTo>
                <a:lnTo>
                  <a:pt x="263" y="461"/>
                </a:lnTo>
                <a:lnTo>
                  <a:pt x="265" y="461"/>
                </a:lnTo>
                <a:lnTo>
                  <a:pt x="264" y="462"/>
                </a:lnTo>
                <a:lnTo>
                  <a:pt x="265" y="462"/>
                </a:lnTo>
                <a:lnTo>
                  <a:pt x="266" y="462"/>
                </a:lnTo>
                <a:lnTo>
                  <a:pt x="265" y="463"/>
                </a:lnTo>
                <a:lnTo>
                  <a:pt x="265" y="464"/>
                </a:lnTo>
                <a:lnTo>
                  <a:pt x="264" y="464"/>
                </a:lnTo>
                <a:lnTo>
                  <a:pt x="265" y="464"/>
                </a:lnTo>
                <a:lnTo>
                  <a:pt x="266" y="464"/>
                </a:lnTo>
                <a:lnTo>
                  <a:pt x="267" y="465"/>
                </a:lnTo>
                <a:lnTo>
                  <a:pt x="266" y="465"/>
                </a:lnTo>
                <a:lnTo>
                  <a:pt x="265" y="465"/>
                </a:lnTo>
                <a:lnTo>
                  <a:pt x="266" y="466"/>
                </a:lnTo>
                <a:lnTo>
                  <a:pt x="265" y="467"/>
                </a:lnTo>
                <a:lnTo>
                  <a:pt x="264" y="467"/>
                </a:lnTo>
                <a:lnTo>
                  <a:pt x="263" y="467"/>
                </a:lnTo>
                <a:lnTo>
                  <a:pt x="262" y="467"/>
                </a:lnTo>
                <a:lnTo>
                  <a:pt x="263" y="468"/>
                </a:lnTo>
                <a:lnTo>
                  <a:pt x="263" y="469"/>
                </a:lnTo>
                <a:lnTo>
                  <a:pt x="262" y="469"/>
                </a:lnTo>
                <a:lnTo>
                  <a:pt x="262" y="470"/>
                </a:lnTo>
                <a:lnTo>
                  <a:pt x="263" y="471"/>
                </a:lnTo>
                <a:lnTo>
                  <a:pt x="264" y="471"/>
                </a:lnTo>
                <a:lnTo>
                  <a:pt x="264" y="472"/>
                </a:lnTo>
                <a:lnTo>
                  <a:pt x="263" y="472"/>
                </a:lnTo>
                <a:lnTo>
                  <a:pt x="263" y="473"/>
                </a:lnTo>
                <a:lnTo>
                  <a:pt x="264" y="473"/>
                </a:lnTo>
                <a:lnTo>
                  <a:pt x="263" y="473"/>
                </a:lnTo>
                <a:lnTo>
                  <a:pt x="262" y="473"/>
                </a:lnTo>
                <a:lnTo>
                  <a:pt x="262" y="474"/>
                </a:lnTo>
                <a:lnTo>
                  <a:pt x="261" y="474"/>
                </a:lnTo>
                <a:lnTo>
                  <a:pt x="261" y="475"/>
                </a:lnTo>
                <a:lnTo>
                  <a:pt x="261" y="476"/>
                </a:lnTo>
                <a:lnTo>
                  <a:pt x="262" y="476"/>
                </a:lnTo>
                <a:lnTo>
                  <a:pt x="262" y="477"/>
                </a:lnTo>
                <a:lnTo>
                  <a:pt x="261" y="477"/>
                </a:lnTo>
                <a:lnTo>
                  <a:pt x="260" y="477"/>
                </a:lnTo>
                <a:lnTo>
                  <a:pt x="260" y="478"/>
                </a:lnTo>
                <a:lnTo>
                  <a:pt x="259" y="478"/>
                </a:lnTo>
                <a:lnTo>
                  <a:pt x="259" y="479"/>
                </a:lnTo>
                <a:lnTo>
                  <a:pt x="259" y="480"/>
                </a:lnTo>
                <a:lnTo>
                  <a:pt x="258" y="480"/>
                </a:lnTo>
                <a:lnTo>
                  <a:pt x="257" y="480"/>
                </a:lnTo>
                <a:lnTo>
                  <a:pt x="257" y="479"/>
                </a:lnTo>
                <a:lnTo>
                  <a:pt x="256" y="479"/>
                </a:lnTo>
                <a:lnTo>
                  <a:pt x="256" y="477"/>
                </a:lnTo>
                <a:lnTo>
                  <a:pt x="257" y="477"/>
                </a:lnTo>
                <a:lnTo>
                  <a:pt x="257" y="476"/>
                </a:lnTo>
                <a:lnTo>
                  <a:pt x="256" y="475"/>
                </a:lnTo>
                <a:lnTo>
                  <a:pt x="256" y="474"/>
                </a:lnTo>
                <a:lnTo>
                  <a:pt x="255" y="474"/>
                </a:lnTo>
                <a:lnTo>
                  <a:pt x="255" y="475"/>
                </a:lnTo>
                <a:lnTo>
                  <a:pt x="254" y="475"/>
                </a:lnTo>
                <a:lnTo>
                  <a:pt x="254" y="474"/>
                </a:lnTo>
                <a:lnTo>
                  <a:pt x="253" y="474"/>
                </a:lnTo>
                <a:lnTo>
                  <a:pt x="253" y="475"/>
                </a:lnTo>
                <a:lnTo>
                  <a:pt x="253" y="476"/>
                </a:lnTo>
                <a:lnTo>
                  <a:pt x="252" y="477"/>
                </a:lnTo>
                <a:lnTo>
                  <a:pt x="252" y="478"/>
                </a:lnTo>
                <a:lnTo>
                  <a:pt x="253" y="478"/>
                </a:lnTo>
                <a:lnTo>
                  <a:pt x="253" y="479"/>
                </a:lnTo>
                <a:lnTo>
                  <a:pt x="253" y="480"/>
                </a:lnTo>
                <a:lnTo>
                  <a:pt x="253" y="479"/>
                </a:lnTo>
                <a:lnTo>
                  <a:pt x="252" y="479"/>
                </a:lnTo>
                <a:lnTo>
                  <a:pt x="252" y="477"/>
                </a:lnTo>
                <a:lnTo>
                  <a:pt x="251" y="477"/>
                </a:lnTo>
                <a:lnTo>
                  <a:pt x="250" y="476"/>
                </a:lnTo>
                <a:lnTo>
                  <a:pt x="250" y="475"/>
                </a:lnTo>
                <a:lnTo>
                  <a:pt x="250" y="474"/>
                </a:lnTo>
                <a:lnTo>
                  <a:pt x="249" y="474"/>
                </a:lnTo>
                <a:lnTo>
                  <a:pt x="250" y="474"/>
                </a:lnTo>
                <a:lnTo>
                  <a:pt x="250" y="473"/>
                </a:lnTo>
                <a:lnTo>
                  <a:pt x="251" y="472"/>
                </a:lnTo>
                <a:lnTo>
                  <a:pt x="250" y="471"/>
                </a:lnTo>
                <a:lnTo>
                  <a:pt x="249" y="471"/>
                </a:lnTo>
                <a:lnTo>
                  <a:pt x="249" y="470"/>
                </a:lnTo>
                <a:lnTo>
                  <a:pt x="251" y="469"/>
                </a:lnTo>
                <a:lnTo>
                  <a:pt x="251" y="470"/>
                </a:lnTo>
                <a:lnTo>
                  <a:pt x="252" y="470"/>
                </a:lnTo>
                <a:lnTo>
                  <a:pt x="252" y="469"/>
                </a:lnTo>
                <a:lnTo>
                  <a:pt x="252" y="468"/>
                </a:lnTo>
                <a:lnTo>
                  <a:pt x="251" y="468"/>
                </a:lnTo>
                <a:lnTo>
                  <a:pt x="250" y="467"/>
                </a:lnTo>
                <a:lnTo>
                  <a:pt x="250" y="466"/>
                </a:lnTo>
                <a:lnTo>
                  <a:pt x="250" y="465"/>
                </a:lnTo>
                <a:lnTo>
                  <a:pt x="250" y="464"/>
                </a:lnTo>
                <a:lnTo>
                  <a:pt x="249" y="464"/>
                </a:lnTo>
                <a:lnTo>
                  <a:pt x="249" y="463"/>
                </a:lnTo>
                <a:lnTo>
                  <a:pt x="248" y="463"/>
                </a:lnTo>
                <a:lnTo>
                  <a:pt x="248" y="462"/>
                </a:lnTo>
                <a:lnTo>
                  <a:pt x="247" y="462"/>
                </a:lnTo>
                <a:lnTo>
                  <a:pt x="247" y="461"/>
                </a:lnTo>
                <a:lnTo>
                  <a:pt x="246" y="460"/>
                </a:lnTo>
                <a:lnTo>
                  <a:pt x="245" y="459"/>
                </a:lnTo>
                <a:lnTo>
                  <a:pt x="244" y="459"/>
                </a:lnTo>
                <a:lnTo>
                  <a:pt x="244" y="458"/>
                </a:lnTo>
                <a:lnTo>
                  <a:pt x="245" y="458"/>
                </a:lnTo>
                <a:lnTo>
                  <a:pt x="245" y="457"/>
                </a:lnTo>
                <a:lnTo>
                  <a:pt x="244" y="457"/>
                </a:lnTo>
                <a:lnTo>
                  <a:pt x="244" y="456"/>
                </a:lnTo>
                <a:lnTo>
                  <a:pt x="243" y="456"/>
                </a:lnTo>
                <a:lnTo>
                  <a:pt x="244" y="455"/>
                </a:lnTo>
                <a:lnTo>
                  <a:pt x="244" y="454"/>
                </a:lnTo>
                <a:lnTo>
                  <a:pt x="244" y="452"/>
                </a:lnTo>
                <a:lnTo>
                  <a:pt x="243" y="452"/>
                </a:lnTo>
                <a:lnTo>
                  <a:pt x="242" y="452"/>
                </a:lnTo>
                <a:lnTo>
                  <a:pt x="241" y="452"/>
                </a:lnTo>
                <a:lnTo>
                  <a:pt x="241" y="451"/>
                </a:lnTo>
                <a:lnTo>
                  <a:pt x="240" y="452"/>
                </a:lnTo>
                <a:lnTo>
                  <a:pt x="240" y="453"/>
                </a:lnTo>
                <a:lnTo>
                  <a:pt x="239" y="453"/>
                </a:lnTo>
                <a:lnTo>
                  <a:pt x="239" y="452"/>
                </a:lnTo>
                <a:lnTo>
                  <a:pt x="238" y="452"/>
                </a:lnTo>
                <a:lnTo>
                  <a:pt x="237" y="453"/>
                </a:lnTo>
                <a:lnTo>
                  <a:pt x="236" y="453"/>
                </a:lnTo>
                <a:lnTo>
                  <a:pt x="235" y="452"/>
                </a:lnTo>
                <a:lnTo>
                  <a:pt x="235" y="451"/>
                </a:lnTo>
                <a:lnTo>
                  <a:pt x="234" y="451"/>
                </a:lnTo>
                <a:lnTo>
                  <a:pt x="234" y="450"/>
                </a:lnTo>
                <a:lnTo>
                  <a:pt x="235" y="450"/>
                </a:lnTo>
                <a:lnTo>
                  <a:pt x="235" y="449"/>
                </a:lnTo>
                <a:lnTo>
                  <a:pt x="235" y="448"/>
                </a:lnTo>
                <a:lnTo>
                  <a:pt x="234" y="447"/>
                </a:lnTo>
                <a:lnTo>
                  <a:pt x="233" y="447"/>
                </a:lnTo>
                <a:lnTo>
                  <a:pt x="233" y="448"/>
                </a:lnTo>
                <a:lnTo>
                  <a:pt x="232" y="449"/>
                </a:lnTo>
                <a:lnTo>
                  <a:pt x="231" y="449"/>
                </a:lnTo>
                <a:lnTo>
                  <a:pt x="230" y="450"/>
                </a:lnTo>
                <a:lnTo>
                  <a:pt x="229" y="450"/>
                </a:lnTo>
                <a:lnTo>
                  <a:pt x="229" y="449"/>
                </a:lnTo>
                <a:lnTo>
                  <a:pt x="229" y="448"/>
                </a:lnTo>
                <a:lnTo>
                  <a:pt x="228" y="449"/>
                </a:lnTo>
                <a:lnTo>
                  <a:pt x="227" y="449"/>
                </a:lnTo>
                <a:lnTo>
                  <a:pt x="226" y="449"/>
                </a:lnTo>
                <a:lnTo>
                  <a:pt x="225" y="449"/>
                </a:lnTo>
                <a:lnTo>
                  <a:pt x="224" y="449"/>
                </a:lnTo>
                <a:lnTo>
                  <a:pt x="223" y="449"/>
                </a:lnTo>
                <a:lnTo>
                  <a:pt x="221" y="449"/>
                </a:lnTo>
                <a:lnTo>
                  <a:pt x="221" y="450"/>
                </a:lnTo>
                <a:lnTo>
                  <a:pt x="221" y="451"/>
                </a:lnTo>
                <a:lnTo>
                  <a:pt x="222" y="451"/>
                </a:lnTo>
                <a:lnTo>
                  <a:pt x="222" y="452"/>
                </a:lnTo>
                <a:lnTo>
                  <a:pt x="221" y="453"/>
                </a:lnTo>
                <a:lnTo>
                  <a:pt x="220" y="453"/>
                </a:lnTo>
                <a:lnTo>
                  <a:pt x="220" y="452"/>
                </a:lnTo>
                <a:lnTo>
                  <a:pt x="218" y="452"/>
                </a:lnTo>
                <a:lnTo>
                  <a:pt x="217" y="453"/>
                </a:lnTo>
                <a:lnTo>
                  <a:pt x="217" y="454"/>
                </a:lnTo>
                <a:lnTo>
                  <a:pt x="217" y="455"/>
                </a:lnTo>
                <a:lnTo>
                  <a:pt x="216" y="455"/>
                </a:lnTo>
                <a:lnTo>
                  <a:pt x="215" y="456"/>
                </a:lnTo>
                <a:lnTo>
                  <a:pt x="215" y="457"/>
                </a:lnTo>
                <a:lnTo>
                  <a:pt x="214" y="458"/>
                </a:lnTo>
                <a:lnTo>
                  <a:pt x="213" y="458"/>
                </a:lnTo>
                <a:lnTo>
                  <a:pt x="213" y="459"/>
                </a:lnTo>
                <a:lnTo>
                  <a:pt x="212" y="459"/>
                </a:lnTo>
                <a:lnTo>
                  <a:pt x="211" y="459"/>
                </a:lnTo>
                <a:lnTo>
                  <a:pt x="210" y="458"/>
                </a:lnTo>
                <a:lnTo>
                  <a:pt x="209" y="456"/>
                </a:lnTo>
                <a:lnTo>
                  <a:pt x="208" y="456"/>
                </a:lnTo>
                <a:lnTo>
                  <a:pt x="208" y="455"/>
                </a:lnTo>
                <a:lnTo>
                  <a:pt x="207" y="454"/>
                </a:lnTo>
                <a:lnTo>
                  <a:pt x="206" y="455"/>
                </a:lnTo>
                <a:lnTo>
                  <a:pt x="205" y="455"/>
                </a:lnTo>
                <a:lnTo>
                  <a:pt x="204" y="456"/>
                </a:lnTo>
                <a:lnTo>
                  <a:pt x="203" y="456"/>
                </a:lnTo>
                <a:lnTo>
                  <a:pt x="202" y="457"/>
                </a:lnTo>
                <a:lnTo>
                  <a:pt x="203" y="457"/>
                </a:lnTo>
                <a:lnTo>
                  <a:pt x="204" y="457"/>
                </a:lnTo>
                <a:lnTo>
                  <a:pt x="203" y="458"/>
                </a:lnTo>
                <a:lnTo>
                  <a:pt x="202" y="458"/>
                </a:lnTo>
                <a:lnTo>
                  <a:pt x="202" y="459"/>
                </a:lnTo>
                <a:lnTo>
                  <a:pt x="201" y="459"/>
                </a:lnTo>
                <a:lnTo>
                  <a:pt x="201" y="460"/>
                </a:lnTo>
                <a:lnTo>
                  <a:pt x="201" y="461"/>
                </a:lnTo>
                <a:lnTo>
                  <a:pt x="202" y="462"/>
                </a:lnTo>
                <a:lnTo>
                  <a:pt x="201" y="462"/>
                </a:lnTo>
                <a:lnTo>
                  <a:pt x="199" y="462"/>
                </a:lnTo>
                <a:lnTo>
                  <a:pt x="198" y="462"/>
                </a:lnTo>
                <a:lnTo>
                  <a:pt x="197" y="462"/>
                </a:lnTo>
                <a:lnTo>
                  <a:pt x="196" y="462"/>
                </a:lnTo>
                <a:lnTo>
                  <a:pt x="195" y="462"/>
                </a:lnTo>
                <a:lnTo>
                  <a:pt x="194" y="463"/>
                </a:lnTo>
                <a:lnTo>
                  <a:pt x="194" y="464"/>
                </a:lnTo>
                <a:lnTo>
                  <a:pt x="193" y="463"/>
                </a:lnTo>
                <a:lnTo>
                  <a:pt x="194" y="462"/>
                </a:lnTo>
                <a:lnTo>
                  <a:pt x="192" y="462"/>
                </a:lnTo>
                <a:lnTo>
                  <a:pt x="191" y="462"/>
                </a:lnTo>
                <a:lnTo>
                  <a:pt x="191" y="461"/>
                </a:lnTo>
                <a:lnTo>
                  <a:pt x="190" y="462"/>
                </a:lnTo>
                <a:lnTo>
                  <a:pt x="190" y="463"/>
                </a:lnTo>
                <a:lnTo>
                  <a:pt x="191" y="463"/>
                </a:lnTo>
                <a:lnTo>
                  <a:pt x="191" y="464"/>
                </a:lnTo>
                <a:lnTo>
                  <a:pt x="190" y="464"/>
                </a:lnTo>
                <a:lnTo>
                  <a:pt x="189" y="464"/>
                </a:lnTo>
                <a:lnTo>
                  <a:pt x="188" y="464"/>
                </a:lnTo>
                <a:lnTo>
                  <a:pt x="187" y="464"/>
                </a:lnTo>
                <a:lnTo>
                  <a:pt x="187" y="463"/>
                </a:lnTo>
                <a:lnTo>
                  <a:pt x="186" y="463"/>
                </a:lnTo>
                <a:lnTo>
                  <a:pt x="185" y="463"/>
                </a:lnTo>
                <a:lnTo>
                  <a:pt x="185" y="464"/>
                </a:lnTo>
                <a:lnTo>
                  <a:pt x="184" y="463"/>
                </a:lnTo>
                <a:lnTo>
                  <a:pt x="183" y="463"/>
                </a:lnTo>
                <a:lnTo>
                  <a:pt x="183" y="462"/>
                </a:lnTo>
                <a:lnTo>
                  <a:pt x="183" y="461"/>
                </a:lnTo>
                <a:lnTo>
                  <a:pt x="184" y="461"/>
                </a:lnTo>
                <a:lnTo>
                  <a:pt x="185" y="461"/>
                </a:lnTo>
                <a:lnTo>
                  <a:pt x="184" y="460"/>
                </a:lnTo>
                <a:lnTo>
                  <a:pt x="183" y="460"/>
                </a:lnTo>
                <a:lnTo>
                  <a:pt x="183" y="459"/>
                </a:lnTo>
                <a:lnTo>
                  <a:pt x="183" y="458"/>
                </a:lnTo>
                <a:lnTo>
                  <a:pt x="182" y="458"/>
                </a:lnTo>
                <a:lnTo>
                  <a:pt x="181" y="458"/>
                </a:lnTo>
                <a:lnTo>
                  <a:pt x="181" y="457"/>
                </a:lnTo>
                <a:lnTo>
                  <a:pt x="180" y="456"/>
                </a:lnTo>
                <a:lnTo>
                  <a:pt x="180" y="455"/>
                </a:lnTo>
                <a:lnTo>
                  <a:pt x="181" y="455"/>
                </a:lnTo>
                <a:lnTo>
                  <a:pt x="181" y="454"/>
                </a:lnTo>
                <a:lnTo>
                  <a:pt x="180" y="454"/>
                </a:lnTo>
                <a:lnTo>
                  <a:pt x="180" y="455"/>
                </a:lnTo>
                <a:lnTo>
                  <a:pt x="180" y="454"/>
                </a:lnTo>
                <a:lnTo>
                  <a:pt x="180" y="453"/>
                </a:lnTo>
                <a:lnTo>
                  <a:pt x="179" y="453"/>
                </a:lnTo>
                <a:lnTo>
                  <a:pt x="179" y="452"/>
                </a:lnTo>
                <a:lnTo>
                  <a:pt x="178" y="452"/>
                </a:lnTo>
                <a:lnTo>
                  <a:pt x="178" y="451"/>
                </a:lnTo>
                <a:lnTo>
                  <a:pt x="177" y="451"/>
                </a:lnTo>
                <a:lnTo>
                  <a:pt x="176" y="450"/>
                </a:lnTo>
                <a:lnTo>
                  <a:pt x="176" y="449"/>
                </a:lnTo>
                <a:lnTo>
                  <a:pt x="175" y="449"/>
                </a:lnTo>
                <a:lnTo>
                  <a:pt x="175" y="448"/>
                </a:lnTo>
                <a:lnTo>
                  <a:pt x="174" y="448"/>
                </a:lnTo>
                <a:lnTo>
                  <a:pt x="174" y="447"/>
                </a:lnTo>
                <a:lnTo>
                  <a:pt x="175" y="447"/>
                </a:lnTo>
                <a:lnTo>
                  <a:pt x="176" y="446"/>
                </a:lnTo>
                <a:lnTo>
                  <a:pt x="176" y="445"/>
                </a:lnTo>
                <a:lnTo>
                  <a:pt x="177" y="444"/>
                </a:lnTo>
                <a:lnTo>
                  <a:pt x="176" y="443"/>
                </a:lnTo>
                <a:lnTo>
                  <a:pt x="177" y="443"/>
                </a:lnTo>
                <a:lnTo>
                  <a:pt x="176" y="442"/>
                </a:lnTo>
                <a:lnTo>
                  <a:pt x="176" y="441"/>
                </a:lnTo>
                <a:lnTo>
                  <a:pt x="177" y="441"/>
                </a:lnTo>
                <a:lnTo>
                  <a:pt x="177" y="440"/>
                </a:lnTo>
                <a:lnTo>
                  <a:pt x="176" y="440"/>
                </a:lnTo>
                <a:lnTo>
                  <a:pt x="176" y="439"/>
                </a:lnTo>
                <a:lnTo>
                  <a:pt x="177" y="439"/>
                </a:lnTo>
                <a:lnTo>
                  <a:pt x="177" y="438"/>
                </a:lnTo>
                <a:lnTo>
                  <a:pt x="176" y="438"/>
                </a:lnTo>
                <a:lnTo>
                  <a:pt x="176" y="437"/>
                </a:lnTo>
                <a:lnTo>
                  <a:pt x="174" y="436"/>
                </a:lnTo>
                <a:lnTo>
                  <a:pt x="174" y="435"/>
                </a:lnTo>
                <a:lnTo>
                  <a:pt x="173" y="435"/>
                </a:lnTo>
                <a:lnTo>
                  <a:pt x="172" y="436"/>
                </a:lnTo>
                <a:lnTo>
                  <a:pt x="171" y="435"/>
                </a:lnTo>
                <a:lnTo>
                  <a:pt x="172" y="434"/>
                </a:lnTo>
                <a:lnTo>
                  <a:pt x="172" y="433"/>
                </a:lnTo>
                <a:lnTo>
                  <a:pt x="173" y="433"/>
                </a:lnTo>
                <a:lnTo>
                  <a:pt x="173" y="432"/>
                </a:lnTo>
                <a:lnTo>
                  <a:pt x="173" y="431"/>
                </a:lnTo>
                <a:lnTo>
                  <a:pt x="172" y="431"/>
                </a:lnTo>
                <a:lnTo>
                  <a:pt x="171" y="431"/>
                </a:lnTo>
                <a:lnTo>
                  <a:pt x="170" y="430"/>
                </a:lnTo>
                <a:lnTo>
                  <a:pt x="169" y="430"/>
                </a:lnTo>
                <a:lnTo>
                  <a:pt x="168" y="430"/>
                </a:lnTo>
                <a:lnTo>
                  <a:pt x="168" y="429"/>
                </a:lnTo>
                <a:lnTo>
                  <a:pt x="168" y="428"/>
                </a:lnTo>
                <a:lnTo>
                  <a:pt x="168" y="427"/>
                </a:lnTo>
                <a:lnTo>
                  <a:pt x="168" y="426"/>
                </a:lnTo>
                <a:lnTo>
                  <a:pt x="168" y="425"/>
                </a:lnTo>
                <a:lnTo>
                  <a:pt x="169" y="425"/>
                </a:lnTo>
                <a:lnTo>
                  <a:pt x="170" y="425"/>
                </a:lnTo>
                <a:lnTo>
                  <a:pt x="170" y="424"/>
                </a:lnTo>
                <a:lnTo>
                  <a:pt x="170" y="423"/>
                </a:lnTo>
                <a:lnTo>
                  <a:pt x="169" y="422"/>
                </a:lnTo>
                <a:lnTo>
                  <a:pt x="170" y="421"/>
                </a:lnTo>
                <a:lnTo>
                  <a:pt x="170" y="420"/>
                </a:lnTo>
                <a:lnTo>
                  <a:pt x="169" y="420"/>
                </a:lnTo>
                <a:lnTo>
                  <a:pt x="168" y="420"/>
                </a:lnTo>
                <a:lnTo>
                  <a:pt x="167" y="420"/>
                </a:lnTo>
                <a:lnTo>
                  <a:pt x="167" y="419"/>
                </a:lnTo>
                <a:lnTo>
                  <a:pt x="166" y="419"/>
                </a:lnTo>
                <a:lnTo>
                  <a:pt x="165" y="419"/>
                </a:lnTo>
                <a:lnTo>
                  <a:pt x="165" y="420"/>
                </a:lnTo>
                <a:lnTo>
                  <a:pt x="164" y="420"/>
                </a:lnTo>
                <a:lnTo>
                  <a:pt x="163" y="420"/>
                </a:lnTo>
                <a:lnTo>
                  <a:pt x="163" y="419"/>
                </a:lnTo>
                <a:lnTo>
                  <a:pt x="162" y="419"/>
                </a:lnTo>
                <a:lnTo>
                  <a:pt x="162" y="420"/>
                </a:lnTo>
                <a:lnTo>
                  <a:pt x="163" y="420"/>
                </a:lnTo>
                <a:lnTo>
                  <a:pt x="162" y="420"/>
                </a:lnTo>
                <a:lnTo>
                  <a:pt x="161" y="420"/>
                </a:lnTo>
                <a:lnTo>
                  <a:pt x="161" y="421"/>
                </a:lnTo>
                <a:lnTo>
                  <a:pt x="160" y="420"/>
                </a:lnTo>
                <a:lnTo>
                  <a:pt x="159" y="419"/>
                </a:lnTo>
                <a:lnTo>
                  <a:pt x="159" y="420"/>
                </a:lnTo>
                <a:lnTo>
                  <a:pt x="159" y="421"/>
                </a:lnTo>
                <a:lnTo>
                  <a:pt x="158" y="421"/>
                </a:lnTo>
                <a:lnTo>
                  <a:pt x="157" y="421"/>
                </a:lnTo>
                <a:lnTo>
                  <a:pt x="157" y="422"/>
                </a:lnTo>
                <a:lnTo>
                  <a:pt x="156" y="422"/>
                </a:lnTo>
                <a:lnTo>
                  <a:pt x="155" y="422"/>
                </a:lnTo>
                <a:lnTo>
                  <a:pt x="155" y="424"/>
                </a:lnTo>
                <a:lnTo>
                  <a:pt x="154" y="425"/>
                </a:lnTo>
                <a:lnTo>
                  <a:pt x="155" y="426"/>
                </a:lnTo>
                <a:lnTo>
                  <a:pt x="155" y="427"/>
                </a:lnTo>
                <a:lnTo>
                  <a:pt x="154" y="427"/>
                </a:lnTo>
                <a:lnTo>
                  <a:pt x="154" y="428"/>
                </a:lnTo>
                <a:lnTo>
                  <a:pt x="153" y="428"/>
                </a:lnTo>
                <a:lnTo>
                  <a:pt x="153" y="429"/>
                </a:lnTo>
                <a:lnTo>
                  <a:pt x="154" y="429"/>
                </a:lnTo>
                <a:lnTo>
                  <a:pt x="154" y="430"/>
                </a:lnTo>
                <a:lnTo>
                  <a:pt x="153" y="430"/>
                </a:lnTo>
                <a:lnTo>
                  <a:pt x="153" y="431"/>
                </a:lnTo>
                <a:lnTo>
                  <a:pt x="154" y="432"/>
                </a:lnTo>
                <a:lnTo>
                  <a:pt x="154" y="433"/>
                </a:lnTo>
                <a:lnTo>
                  <a:pt x="153" y="433"/>
                </a:lnTo>
                <a:lnTo>
                  <a:pt x="153" y="434"/>
                </a:lnTo>
                <a:lnTo>
                  <a:pt x="152" y="435"/>
                </a:lnTo>
                <a:lnTo>
                  <a:pt x="152" y="436"/>
                </a:lnTo>
                <a:lnTo>
                  <a:pt x="151" y="436"/>
                </a:lnTo>
                <a:lnTo>
                  <a:pt x="151" y="437"/>
                </a:lnTo>
                <a:lnTo>
                  <a:pt x="150" y="438"/>
                </a:lnTo>
                <a:lnTo>
                  <a:pt x="149" y="439"/>
                </a:lnTo>
                <a:lnTo>
                  <a:pt x="148" y="439"/>
                </a:lnTo>
                <a:lnTo>
                  <a:pt x="147" y="439"/>
                </a:lnTo>
                <a:lnTo>
                  <a:pt x="147" y="438"/>
                </a:lnTo>
                <a:lnTo>
                  <a:pt x="148" y="437"/>
                </a:lnTo>
                <a:lnTo>
                  <a:pt x="146" y="436"/>
                </a:lnTo>
                <a:lnTo>
                  <a:pt x="145" y="436"/>
                </a:lnTo>
                <a:lnTo>
                  <a:pt x="144" y="436"/>
                </a:lnTo>
                <a:lnTo>
                  <a:pt x="143" y="436"/>
                </a:lnTo>
                <a:lnTo>
                  <a:pt x="142" y="436"/>
                </a:lnTo>
                <a:lnTo>
                  <a:pt x="141" y="436"/>
                </a:lnTo>
                <a:lnTo>
                  <a:pt x="140" y="437"/>
                </a:lnTo>
                <a:lnTo>
                  <a:pt x="139" y="438"/>
                </a:lnTo>
                <a:lnTo>
                  <a:pt x="139" y="437"/>
                </a:lnTo>
                <a:lnTo>
                  <a:pt x="139" y="438"/>
                </a:lnTo>
                <a:lnTo>
                  <a:pt x="138" y="437"/>
                </a:lnTo>
                <a:lnTo>
                  <a:pt x="138" y="438"/>
                </a:lnTo>
                <a:lnTo>
                  <a:pt x="138" y="439"/>
                </a:lnTo>
                <a:lnTo>
                  <a:pt x="138" y="440"/>
                </a:lnTo>
                <a:lnTo>
                  <a:pt x="139" y="440"/>
                </a:lnTo>
                <a:lnTo>
                  <a:pt x="139" y="441"/>
                </a:lnTo>
                <a:lnTo>
                  <a:pt x="138" y="441"/>
                </a:lnTo>
                <a:lnTo>
                  <a:pt x="138" y="442"/>
                </a:lnTo>
                <a:lnTo>
                  <a:pt x="137" y="442"/>
                </a:lnTo>
                <a:lnTo>
                  <a:pt x="136" y="442"/>
                </a:lnTo>
                <a:lnTo>
                  <a:pt x="136" y="443"/>
                </a:lnTo>
                <a:lnTo>
                  <a:pt x="135" y="444"/>
                </a:lnTo>
                <a:lnTo>
                  <a:pt x="134" y="444"/>
                </a:lnTo>
                <a:lnTo>
                  <a:pt x="133" y="444"/>
                </a:lnTo>
                <a:lnTo>
                  <a:pt x="132" y="445"/>
                </a:lnTo>
                <a:lnTo>
                  <a:pt x="132" y="446"/>
                </a:lnTo>
                <a:lnTo>
                  <a:pt x="132" y="445"/>
                </a:lnTo>
                <a:lnTo>
                  <a:pt x="131" y="445"/>
                </a:lnTo>
                <a:lnTo>
                  <a:pt x="131" y="446"/>
                </a:lnTo>
                <a:lnTo>
                  <a:pt x="131" y="447"/>
                </a:lnTo>
                <a:lnTo>
                  <a:pt x="131" y="448"/>
                </a:lnTo>
                <a:lnTo>
                  <a:pt x="130" y="449"/>
                </a:lnTo>
                <a:lnTo>
                  <a:pt x="128" y="449"/>
                </a:lnTo>
                <a:lnTo>
                  <a:pt x="128" y="450"/>
                </a:lnTo>
                <a:lnTo>
                  <a:pt x="128" y="449"/>
                </a:lnTo>
                <a:lnTo>
                  <a:pt x="128" y="448"/>
                </a:lnTo>
                <a:lnTo>
                  <a:pt x="127" y="448"/>
                </a:lnTo>
                <a:lnTo>
                  <a:pt x="127" y="449"/>
                </a:lnTo>
                <a:lnTo>
                  <a:pt x="128" y="449"/>
                </a:lnTo>
                <a:lnTo>
                  <a:pt x="128" y="450"/>
                </a:lnTo>
                <a:lnTo>
                  <a:pt x="127" y="450"/>
                </a:lnTo>
                <a:lnTo>
                  <a:pt x="127" y="449"/>
                </a:lnTo>
                <a:lnTo>
                  <a:pt x="126" y="450"/>
                </a:lnTo>
                <a:lnTo>
                  <a:pt x="125" y="450"/>
                </a:lnTo>
                <a:lnTo>
                  <a:pt x="124" y="449"/>
                </a:lnTo>
                <a:lnTo>
                  <a:pt x="123" y="449"/>
                </a:lnTo>
                <a:lnTo>
                  <a:pt x="123" y="450"/>
                </a:lnTo>
                <a:lnTo>
                  <a:pt x="122" y="449"/>
                </a:lnTo>
                <a:lnTo>
                  <a:pt x="121" y="449"/>
                </a:lnTo>
                <a:lnTo>
                  <a:pt x="120" y="449"/>
                </a:lnTo>
                <a:lnTo>
                  <a:pt x="119" y="449"/>
                </a:lnTo>
                <a:lnTo>
                  <a:pt x="118" y="449"/>
                </a:lnTo>
                <a:lnTo>
                  <a:pt x="118" y="448"/>
                </a:lnTo>
                <a:lnTo>
                  <a:pt x="118" y="449"/>
                </a:lnTo>
                <a:lnTo>
                  <a:pt x="117" y="449"/>
                </a:lnTo>
                <a:lnTo>
                  <a:pt x="117" y="448"/>
                </a:lnTo>
                <a:lnTo>
                  <a:pt x="116" y="448"/>
                </a:lnTo>
                <a:lnTo>
                  <a:pt x="115" y="448"/>
                </a:lnTo>
                <a:lnTo>
                  <a:pt x="115" y="446"/>
                </a:lnTo>
                <a:lnTo>
                  <a:pt x="115" y="445"/>
                </a:lnTo>
                <a:lnTo>
                  <a:pt x="114" y="445"/>
                </a:lnTo>
                <a:lnTo>
                  <a:pt x="115" y="444"/>
                </a:lnTo>
                <a:lnTo>
                  <a:pt x="116" y="444"/>
                </a:lnTo>
                <a:lnTo>
                  <a:pt x="116" y="443"/>
                </a:lnTo>
                <a:lnTo>
                  <a:pt x="115" y="442"/>
                </a:lnTo>
                <a:lnTo>
                  <a:pt x="114" y="442"/>
                </a:lnTo>
                <a:lnTo>
                  <a:pt x="113" y="442"/>
                </a:lnTo>
                <a:lnTo>
                  <a:pt x="113" y="443"/>
                </a:lnTo>
                <a:lnTo>
                  <a:pt x="112" y="443"/>
                </a:lnTo>
                <a:lnTo>
                  <a:pt x="112" y="444"/>
                </a:lnTo>
                <a:lnTo>
                  <a:pt x="111" y="444"/>
                </a:lnTo>
                <a:lnTo>
                  <a:pt x="110" y="444"/>
                </a:lnTo>
                <a:lnTo>
                  <a:pt x="110" y="443"/>
                </a:lnTo>
                <a:lnTo>
                  <a:pt x="109" y="444"/>
                </a:lnTo>
                <a:lnTo>
                  <a:pt x="108" y="444"/>
                </a:lnTo>
                <a:lnTo>
                  <a:pt x="108" y="443"/>
                </a:lnTo>
                <a:lnTo>
                  <a:pt x="108" y="442"/>
                </a:lnTo>
                <a:lnTo>
                  <a:pt x="107" y="442"/>
                </a:lnTo>
                <a:lnTo>
                  <a:pt x="106" y="442"/>
                </a:lnTo>
                <a:lnTo>
                  <a:pt x="105" y="442"/>
                </a:lnTo>
                <a:lnTo>
                  <a:pt x="105" y="441"/>
                </a:lnTo>
                <a:lnTo>
                  <a:pt x="104" y="441"/>
                </a:lnTo>
                <a:lnTo>
                  <a:pt x="104" y="440"/>
                </a:lnTo>
                <a:lnTo>
                  <a:pt x="103" y="440"/>
                </a:lnTo>
                <a:lnTo>
                  <a:pt x="102" y="440"/>
                </a:lnTo>
                <a:lnTo>
                  <a:pt x="102" y="441"/>
                </a:lnTo>
                <a:lnTo>
                  <a:pt x="102" y="440"/>
                </a:lnTo>
                <a:lnTo>
                  <a:pt x="101" y="440"/>
                </a:lnTo>
                <a:lnTo>
                  <a:pt x="100" y="440"/>
                </a:lnTo>
                <a:lnTo>
                  <a:pt x="100" y="441"/>
                </a:lnTo>
                <a:lnTo>
                  <a:pt x="101" y="441"/>
                </a:lnTo>
                <a:lnTo>
                  <a:pt x="101" y="442"/>
                </a:lnTo>
                <a:lnTo>
                  <a:pt x="101" y="443"/>
                </a:lnTo>
                <a:lnTo>
                  <a:pt x="100" y="443"/>
                </a:lnTo>
                <a:lnTo>
                  <a:pt x="98" y="443"/>
                </a:lnTo>
                <a:lnTo>
                  <a:pt x="98" y="444"/>
                </a:lnTo>
                <a:lnTo>
                  <a:pt x="98" y="445"/>
                </a:lnTo>
                <a:lnTo>
                  <a:pt x="98" y="446"/>
                </a:lnTo>
                <a:lnTo>
                  <a:pt x="97" y="446"/>
                </a:lnTo>
                <a:lnTo>
                  <a:pt x="97" y="445"/>
                </a:lnTo>
                <a:lnTo>
                  <a:pt x="96" y="445"/>
                </a:lnTo>
                <a:lnTo>
                  <a:pt x="96" y="444"/>
                </a:lnTo>
                <a:lnTo>
                  <a:pt x="95" y="444"/>
                </a:lnTo>
                <a:lnTo>
                  <a:pt x="93" y="444"/>
                </a:lnTo>
                <a:lnTo>
                  <a:pt x="93" y="445"/>
                </a:lnTo>
                <a:lnTo>
                  <a:pt x="92" y="444"/>
                </a:lnTo>
                <a:lnTo>
                  <a:pt x="92" y="443"/>
                </a:lnTo>
                <a:lnTo>
                  <a:pt x="91" y="442"/>
                </a:lnTo>
                <a:lnTo>
                  <a:pt x="90" y="442"/>
                </a:lnTo>
                <a:lnTo>
                  <a:pt x="90" y="441"/>
                </a:lnTo>
                <a:lnTo>
                  <a:pt x="91" y="441"/>
                </a:lnTo>
                <a:lnTo>
                  <a:pt x="90" y="441"/>
                </a:lnTo>
                <a:lnTo>
                  <a:pt x="90" y="440"/>
                </a:lnTo>
                <a:lnTo>
                  <a:pt x="89" y="440"/>
                </a:lnTo>
                <a:lnTo>
                  <a:pt x="89" y="439"/>
                </a:lnTo>
                <a:lnTo>
                  <a:pt x="89" y="438"/>
                </a:lnTo>
                <a:lnTo>
                  <a:pt x="88" y="438"/>
                </a:lnTo>
                <a:lnTo>
                  <a:pt x="87" y="438"/>
                </a:lnTo>
                <a:lnTo>
                  <a:pt x="87" y="439"/>
                </a:lnTo>
                <a:lnTo>
                  <a:pt x="87" y="438"/>
                </a:lnTo>
                <a:lnTo>
                  <a:pt x="87" y="437"/>
                </a:lnTo>
                <a:lnTo>
                  <a:pt x="88" y="437"/>
                </a:lnTo>
                <a:lnTo>
                  <a:pt x="88" y="436"/>
                </a:lnTo>
                <a:lnTo>
                  <a:pt x="88" y="435"/>
                </a:lnTo>
                <a:lnTo>
                  <a:pt x="89" y="435"/>
                </a:lnTo>
                <a:lnTo>
                  <a:pt x="90" y="435"/>
                </a:lnTo>
                <a:lnTo>
                  <a:pt x="91" y="434"/>
                </a:lnTo>
                <a:lnTo>
                  <a:pt x="91" y="433"/>
                </a:lnTo>
                <a:lnTo>
                  <a:pt x="91" y="432"/>
                </a:lnTo>
                <a:lnTo>
                  <a:pt x="92" y="432"/>
                </a:lnTo>
                <a:lnTo>
                  <a:pt x="93" y="432"/>
                </a:lnTo>
                <a:lnTo>
                  <a:pt x="93" y="431"/>
                </a:lnTo>
                <a:lnTo>
                  <a:pt x="92" y="431"/>
                </a:lnTo>
                <a:lnTo>
                  <a:pt x="92" y="430"/>
                </a:lnTo>
                <a:lnTo>
                  <a:pt x="92" y="429"/>
                </a:lnTo>
                <a:lnTo>
                  <a:pt x="92" y="428"/>
                </a:lnTo>
                <a:lnTo>
                  <a:pt x="92" y="427"/>
                </a:lnTo>
                <a:lnTo>
                  <a:pt x="93" y="427"/>
                </a:lnTo>
                <a:lnTo>
                  <a:pt x="93" y="426"/>
                </a:lnTo>
                <a:lnTo>
                  <a:pt x="93" y="425"/>
                </a:lnTo>
                <a:lnTo>
                  <a:pt x="92" y="425"/>
                </a:lnTo>
                <a:lnTo>
                  <a:pt x="92" y="424"/>
                </a:lnTo>
                <a:lnTo>
                  <a:pt x="92" y="423"/>
                </a:lnTo>
                <a:lnTo>
                  <a:pt x="92" y="422"/>
                </a:lnTo>
                <a:lnTo>
                  <a:pt x="91" y="422"/>
                </a:lnTo>
                <a:lnTo>
                  <a:pt x="91" y="421"/>
                </a:lnTo>
                <a:lnTo>
                  <a:pt x="90" y="421"/>
                </a:lnTo>
                <a:lnTo>
                  <a:pt x="89" y="419"/>
                </a:lnTo>
                <a:lnTo>
                  <a:pt x="89" y="418"/>
                </a:lnTo>
                <a:lnTo>
                  <a:pt x="89" y="417"/>
                </a:lnTo>
                <a:lnTo>
                  <a:pt x="89" y="416"/>
                </a:lnTo>
                <a:lnTo>
                  <a:pt x="90" y="415"/>
                </a:lnTo>
                <a:lnTo>
                  <a:pt x="91" y="416"/>
                </a:lnTo>
                <a:lnTo>
                  <a:pt x="92" y="415"/>
                </a:lnTo>
                <a:lnTo>
                  <a:pt x="91" y="415"/>
                </a:lnTo>
                <a:lnTo>
                  <a:pt x="91" y="414"/>
                </a:lnTo>
                <a:lnTo>
                  <a:pt x="90" y="413"/>
                </a:lnTo>
                <a:lnTo>
                  <a:pt x="90" y="412"/>
                </a:lnTo>
                <a:lnTo>
                  <a:pt x="89" y="412"/>
                </a:lnTo>
                <a:lnTo>
                  <a:pt x="88" y="412"/>
                </a:lnTo>
                <a:lnTo>
                  <a:pt x="88" y="411"/>
                </a:lnTo>
                <a:lnTo>
                  <a:pt x="88" y="410"/>
                </a:lnTo>
                <a:lnTo>
                  <a:pt x="88" y="409"/>
                </a:lnTo>
                <a:lnTo>
                  <a:pt x="87" y="409"/>
                </a:lnTo>
                <a:lnTo>
                  <a:pt x="87" y="408"/>
                </a:lnTo>
                <a:lnTo>
                  <a:pt x="87" y="407"/>
                </a:lnTo>
                <a:lnTo>
                  <a:pt x="86" y="407"/>
                </a:lnTo>
                <a:lnTo>
                  <a:pt x="85" y="407"/>
                </a:lnTo>
                <a:lnTo>
                  <a:pt x="85" y="406"/>
                </a:lnTo>
                <a:lnTo>
                  <a:pt x="85" y="405"/>
                </a:lnTo>
                <a:lnTo>
                  <a:pt x="86" y="405"/>
                </a:lnTo>
                <a:lnTo>
                  <a:pt x="86" y="404"/>
                </a:lnTo>
                <a:lnTo>
                  <a:pt x="86" y="403"/>
                </a:lnTo>
                <a:lnTo>
                  <a:pt x="86" y="402"/>
                </a:lnTo>
                <a:lnTo>
                  <a:pt x="85" y="402"/>
                </a:lnTo>
                <a:lnTo>
                  <a:pt x="85" y="401"/>
                </a:lnTo>
                <a:lnTo>
                  <a:pt x="85" y="400"/>
                </a:lnTo>
                <a:lnTo>
                  <a:pt x="85" y="399"/>
                </a:lnTo>
                <a:lnTo>
                  <a:pt x="84" y="399"/>
                </a:lnTo>
                <a:lnTo>
                  <a:pt x="84" y="398"/>
                </a:lnTo>
                <a:lnTo>
                  <a:pt x="85" y="397"/>
                </a:lnTo>
                <a:lnTo>
                  <a:pt x="85" y="396"/>
                </a:lnTo>
                <a:lnTo>
                  <a:pt x="84" y="395"/>
                </a:lnTo>
                <a:lnTo>
                  <a:pt x="84" y="394"/>
                </a:lnTo>
                <a:lnTo>
                  <a:pt x="84" y="393"/>
                </a:lnTo>
                <a:lnTo>
                  <a:pt x="83" y="393"/>
                </a:lnTo>
                <a:lnTo>
                  <a:pt x="83" y="392"/>
                </a:lnTo>
                <a:lnTo>
                  <a:pt x="83" y="391"/>
                </a:lnTo>
                <a:lnTo>
                  <a:pt x="83" y="390"/>
                </a:lnTo>
                <a:lnTo>
                  <a:pt x="82" y="390"/>
                </a:lnTo>
                <a:lnTo>
                  <a:pt x="81" y="390"/>
                </a:lnTo>
                <a:lnTo>
                  <a:pt x="81" y="389"/>
                </a:lnTo>
                <a:lnTo>
                  <a:pt x="82" y="389"/>
                </a:lnTo>
                <a:lnTo>
                  <a:pt x="81" y="388"/>
                </a:lnTo>
                <a:lnTo>
                  <a:pt x="80" y="388"/>
                </a:lnTo>
                <a:lnTo>
                  <a:pt x="79" y="388"/>
                </a:lnTo>
                <a:lnTo>
                  <a:pt x="78" y="388"/>
                </a:lnTo>
                <a:lnTo>
                  <a:pt x="78" y="387"/>
                </a:lnTo>
                <a:lnTo>
                  <a:pt x="77" y="387"/>
                </a:lnTo>
                <a:lnTo>
                  <a:pt x="76" y="387"/>
                </a:lnTo>
                <a:lnTo>
                  <a:pt x="76" y="386"/>
                </a:lnTo>
                <a:lnTo>
                  <a:pt x="75" y="385"/>
                </a:lnTo>
                <a:lnTo>
                  <a:pt x="74" y="384"/>
                </a:lnTo>
                <a:lnTo>
                  <a:pt x="73" y="384"/>
                </a:lnTo>
                <a:lnTo>
                  <a:pt x="73" y="383"/>
                </a:lnTo>
                <a:lnTo>
                  <a:pt x="74" y="383"/>
                </a:lnTo>
                <a:lnTo>
                  <a:pt x="74" y="381"/>
                </a:lnTo>
                <a:lnTo>
                  <a:pt x="73" y="381"/>
                </a:lnTo>
                <a:lnTo>
                  <a:pt x="73" y="380"/>
                </a:lnTo>
                <a:lnTo>
                  <a:pt x="73" y="379"/>
                </a:lnTo>
                <a:lnTo>
                  <a:pt x="73" y="378"/>
                </a:lnTo>
                <a:lnTo>
                  <a:pt x="74" y="377"/>
                </a:lnTo>
                <a:lnTo>
                  <a:pt x="74" y="376"/>
                </a:lnTo>
                <a:lnTo>
                  <a:pt x="73" y="376"/>
                </a:lnTo>
                <a:lnTo>
                  <a:pt x="72" y="376"/>
                </a:lnTo>
                <a:lnTo>
                  <a:pt x="73" y="374"/>
                </a:lnTo>
                <a:lnTo>
                  <a:pt x="72" y="374"/>
                </a:lnTo>
                <a:lnTo>
                  <a:pt x="72" y="373"/>
                </a:lnTo>
                <a:lnTo>
                  <a:pt x="73" y="372"/>
                </a:lnTo>
                <a:lnTo>
                  <a:pt x="73" y="373"/>
                </a:lnTo>
                <a:lnTo>
                  <a:pt x="73" y="372"/>
                </a:lnTo>
                <a:lnTo>
                  <a:pt x="74" y="371"/>
                </a:lnTo>
                <a:lnTo>
                  <a:pt x="74" y="370"/>
                </a:lnTo>
                <a:lnTo>
                  <a:pt x="75" y="370"/>
                </a:lnTo>
                <a:lnTo>
                  <a:pt x="76" y="369"/>
                </a:lnTo>
                <a:lnTo>
                  <a:pt x="77" y="369"/>
                </a:lnTo>
                <a:lnTo>
                  <a:pt x="77" y="368"/>
                </a:lnTo>
                <a:lnTo>
                  <a:pt x="78" y="368"/>
                </a:lnTo>
                <a:lnTo>
                  <a:pt x="78" y="367"/>
                </a:lnTo>
                <a:lnTo>
                  <a:pt x="79" y="367"/>
                </a:lnTo>
                <a:lnTo>
                  <a:pt x="79" y="366"/>
                </a:lnTo>
                <a:lnTo>
                  <a:pt x="80" y="367"/>
                </a:lnTo>
                <a:lnTo>
                  <a:pt x="81" y="367"/>
                </a:lnTo>
                <a:lnTo>
                  <a:pt x="81" y="366"/>
                </a:lnTo>
                <a:lnTo>
                  <a:pt x="81" y="365"/>
                </a:lnTo>
                <a:lnTo>
                  <a:pt x="81" y="364"/>
                </a:lnTo>
                <a:lnTo>
                  <a:pt x="82" y="364"/>
                </a:lnTo>
                <a:lnTo>
                  <a:pt x="82" y="363"/>
                </a:lnTo>
                <a:lnTo>
                  <a:pt x="82" y="362"/>
                </a:lnTo>
                <a:lnTo>
                  <a:pt x="81" y="362"/>
                </a:lnTo>
                <a:lnTo>
                  <a:pt x="82" y="362"/>
                </a:lnTo>
                <a:lnTo>
                  <a:pt x="81" y="362"/>
                </a:lnTo>
                <a:lnTo>
                  <a:pt x="81" y="361"/>
                </a:lnTo>
                <a:lnTo>
                  <a:pt x="81" y="360"/>
                </a:lnTo>
                <a:lnTo>
                  <a:pt x="80" y="360"/>
                </a:lnTo>
                <a:lnTo>
                  <a:pt x="79" y="360"/>
                </a:lnTo>
                <a:lnTo>
                  <a:pt x="78" y="360"/>
                </a:lnTo>
                <a:lnTo>
                  <a:pt x="77" y="360"/>
                </a:lnTo>
                <a:lnTo>
                  <a:pt x="77" y="359"/>
                </a:lnTo>
                <a:lnTo>
                  <a:pt x="78" y="358"/>
                </a:lnTo>
                <a:lnTo>
                  <a:pt x="78" y="357"/>
                </a:lnTo>
                <a:lnTo>
                  <a:pt x="79" y="357"/>
                </a:lnTo>
                <a:lnTo>
                  <a:pt x="80" y="357"/>
                </a:lnTo>
                <a:lnTo>
                  <a:pt x="80" y="356"/>
                </a:lnTo>
                <a:lnTo>
                  <a:pt x="81" y="356"/>
                </a:lnTo>
                <a:lnTo>
                  <a:pt x="81" y="355"/>
                </a:lnTo>
                <a:lnTo>
                  <a:pt x="82" y="354"/>
                </a:lnTo>
                <a:lnTo>
                  <a:pt x="82" y="353"/>
                </a:lnTo>
                <a:lnTo>
                  <a:pt x="81" y="352"/>
                </a:lnTo>
                <a:lnTo>
                  <a:pt x="81" y="351"/>
                </a:lnTo>
                <a:lnTo>
                  <a:pt x="80" y="351"/>
                </a:lnTo>
                <a:lnTo>
                  <a:pt x="78" y="352"/>
                </a:lnTo>
                <a:lnTo>
                  <a:pt x="77" y="352"/>
                </a:lnTo>
                <a:lnTo>
                  <a:pt x="76" y="351"/>
                </a:lnTo>
                <a:lnTo>
                  <a:pt x="76" y="350"/>
                </a:lnTo>
                <a:lnTo>
                  <a:pt x="75" y="350"/>
                </a:lnTo>
                <a:lnTo>
                  <a:pt x="74" y="350"/>
                </a:lnTo>
                <a:lnTo>
                  <a:pt x="73" y="350"/>
                </a:lnTo>
                <a:lnTo>
                  <a:pt x="74" y="350"/>
                </a:lnTo>
                <a:lnTo>
                  <a:pt x="74" y="349"/>
                </a:lnTo>
                <a:lnTo>
                  <a:pt x="75" y="348"/>
                </a:lnTo>
                <a:lnTo>
                  <a:pt x="75" y="347"/>
                </a:lnTo>
                <a:lnTo>
                  <a:pt x="74" y="347"/>
                </a:lnTo>
                <a:lnTo>
                  <a:pt x="73" y="347"/>
                </a:lnTo>
                <a:lnTo>
                  <a:pt x="73" y="346"/>
                </a:lnTo>
                <a:lnTo>
                  <a:pt x="73" y="345"/>
                </a:lnTo>
                <a:lnTo>
                  <a:pt x="73" y="344"/>
                </a:lnTo>
                <a:lnTo>
                  <a:pt x="73" y="343"/>
                </a:lnTo>
                <a:lnTo>
                  <a:pt x="72" y="343"/>
                </a:lnTo>
                <a:lnTo>
                  <a:pt x="71" y="343"/>
                </a:lnTo>
                <a:lnTo>
                  <a:pt x="70" y="344"/>
                </a:lnTo>
                <a:lnTo>
                  <a:pt x="70" y="345"/>
                </a:lnTo>
                <a:lnTo>
                  <a:pt x="70" y="346"/>
                </a:lnTo>
                <a:lnTo>
                  <a:pt x="69" y="346"/>
                </a:lnTo>
                <a:lnTo>
                  <a:pt x="69" y="347"/>
                </a:lnTo>
                <a:lnTo>
                  <a:pt x="68" y="348"/>
                </a:lnTo>
                <a:lnTo>
                  <a:pt x="67" y="348"/>
                </a:lnTo>
                <a:lnTo>
                  <a:pt x="66" y="348"/>
                </a:lnTo>
                <a:lnTo>
                  <a:pt x="66" y="347"/>
                </a:lnTo>
                <a:lnTo>
                  <a:pt x="65" y="347"/>
                </a:lnTo>
                <a:lnTo>
                  <a:pt x="65" y="348"/>
                </a:lnTo>
                <a:lnTo>
                  <a:pt x="65" y="347"/>
                </a:lnTo>
                <a:lnTo>
                  <a:pt x="64" y="348"/>
                </a:lnTo>
                <a:lnTo>
                  <a:pt x="64" y="349"/>
                </a:lnTo>
                <a:lnTo>
                  <a:pt x="63" y="349"/>
                </a:lnTo>
                <a:lnTo>
                  <a:pt x="62" y="349"/>
                </a:lnTo>
                <a:lnTo>
                  <a:pt x="62" y="350"/>
                </a:lnTo>
                <a:lnTo>
                  <a:pt x="61" y="349"/>
                </a:lnTo>
                <a:lnTo>
                  <a:pt x="61" y="348"/>
                </a:lnTo>
                <a:lnTo>
                  <a:pt x="61" y="349"/>
                </a:lnTo>
                <a:lnTo>
                  <a:pt x="60" y="350"/>
                </a:lnTo>
                <a:lnTo>
                  <a:pt x="59" y="349"/>
                </a:lnTo>
                <a:lnTo>
                  <a:pt x="60" y="348"/>
                </a:lnTo>
                <a:lnTo>
                  <a:pt x="59" y="347"/>
                </a:lnTo>
                <a:lnTo>
                  <a:pt x="58" y="346"/>
                </a:lnTo>
                <a:lnTo>
                  <a:pt x="57" y="346"/>
                </a:lnTo>
                <a:lnTo>
                  <a:pt x="56" y="346"/>
                </a:lnTo>
                <a:lnTo>
                  <a:pt x="56" y="347"/>
                </a:lnTo>
                <a:lnTo>
                  <a:pt x="55" y="347"/>
                </a:lnTo>
                <a:lnTo>
                  <a:pt x="54" y="347"/>
                </a:lnTo>
                <a:lnTo>
                  <a:pt x="54" y="348"/>
                </a:lnTo>
                <a:lnTo>
                  <a:pt x="53" y="348"/>
                </a:lnTo>
                <a:lnTo>
                  <a:pt x="52" y="347"/>
                </a:lnTo>
                <a:lnTo>
                  <a:pt x="51" y="347"/>
                </a:lnTo>
                <a:lnTo>
                  <a:pt x="52" y="348"/>
                </a:lnTo>
                <a:lnTo>
                  <a:pt x="51" y="348"/>
                </a:lnTo>
                <a:lnTo>
                  <a:pt x="51" y="347"/>
                </a:lnTo>
                <a:lnTo>
                  <a:pt x="50" y="347"/>
                </a:lnTo>
                <a:lnTo>
                  <a:pt x="49" y="347"/>
                </a:lnTo>
                <a:lnTo>
                  <a:pt x="49" y="348"/>
                </a:lnTo>
                <a:lnTo>
                  <a:pt x="49" y="349"/>
                </a:lnTo>
                <a:lnTo>
                  <a:pt x="49" y="350"/>
                </a:lnTo>
                <a:lnTo>
                  <a:pt x="50" y="350"/>
                </a:lnTo>
                <a:lnTo>
                  <a:pt x="50" y="351"/>
                </a:lnTo>
                <a:lnTo>
                  <a:pt x="49" y="351"/>
                </a:lnTo>
                <a:lnTo>
                  <a:pt x="49" y="352"/>
                </a:lnTo>
                <a:lnTo>
                  <a:pt x="48" y="352"/>
                </a:lnTo>
                <a:lnTo>
                  <a:pt x="48" y="351"/>
                </a:lnTo>
                <a:lnTo>
                  <a:pt x="47" y="351"/>
                </a:lnTo>
                <a:lnTo>
                  <a:pt x="46" y="351"/>
                </a:lnTo>
                <a:lnTo>
                  <a:pt x="45" y="351"/>
                </a:lnTo>
                <a:lnTo>
                  <a:pt x="44" y="351"/>
                </a:lnTo>
                <a:lnTo>
                  <a:pt x="44" y="350"/>
                </a:lnTo>
                <a:lnTo>
                  <a:pt x="43" y="350"/>
                </a:lnTo>
                <a:lnTo>
                  <a:pt x="44" y="350"/>
                </a:lnTo>
                <a:lnTo>
                  <a:pt x="44" y="349"/>
                </a:lnTo>
                <a:lnTo>
                  <a:pt x="43" y="349"/>
                </a:lnTo>
                <a:lnTo>
                  <a:pt x="43" y="348"/>
                </a:lnTo>
                <a:lnTo>
                  <a:pt x="42" y="348"/>
                </a:lnTo>
                <a:lnTo>
                  <a:pt x="42" y="347"/>
                </a:lnTo>
                <a:lnTo>
                  <a:pt x="42" y="346"/>
                </a:lnTo>
                <a:lnTo>
                  <a:pt x="44" y="345"/>
                </a:lnTo>
                <a:lnTo>
                  <a:pt x="45" y="345"/>
                </a:lnTo>
                <a:lnTo>
                  <a:pt x="45" y="344"/>
                </a:lnTo>
                <a:lnTo>
                  <a:pt x="46" y="344"/>
                </a:lnTo>
                <a:lnTo>
                  <a:pt x="46" y="343"/>
                </a:lnTo>
                <a:lnTo>
                  <a:pt x="46" y="342"/>
                </a:lnTo>
                <a:lnTo>
                  <a:pt x="47" y="342"/>
                </a:lnTo>
                <a:lnTo>
                  <a:pt x="48" y="341"/>
                </a:lnTo>
                <a:lnTo>
                  <a:pt x="47" y="340"/>
                </a:lnTo>
                <a:lnTo>
                  <a:pt x="47" y="341"/>
                </a:lnTo>
                <a:lnTo>
                  <a:pt x="46" y="341"/>
                </a:lnTo>
                <a:lnTo>
                  <a:pt x="47" y="341"/>
                </a:lnTo>
                <a:lnTo>
                  <a:pt x="47" y="340"/>
                </a:lnTo>
                <a:lnTo>
                  <a:pt x="47" y="341"/>
                </a:lnTo>
                <a:lnTo>
                  <a:pt x="46" y="341"/>
                </a:lnTo>
                <a:lnTo>
                  <a:pt x="46" y="340"/>
                </a:lnTo>
                <a:lnTo>
                  <a:pt x="47" y="340"/>
                </a:lnTo>
                <a:lnTo>
                  <a:pt x="46" y="339"/>
                </a:lnTo>
                <a:lnTo>
                  <a:pt x="46" y="338"/>
                </a:lnTo>
                <a:lnTo>
                  <a:pt x="46" y="337"/>
                </a:lnTo>
                <a:lnTo>
                  <a:pt x="45" y="336"/>
                </a:lnTo>
                <a:lnTo>
                  <a:pt x="45" y="335"/>
                </a:lnTo>
                <a:lnTo>
                  <a:pt x="45" y="334"/>
                </a:lnTo>
                <a:lnTo>
                  <a:pt x="44" y="334"/>
                </a:lnTo>
                <a:lnTo>
                  <a:pt x="43" y="333"/>
                </a:lnTo>
                <a:lnTo>
                  <a:pt x="43" y="332"/>
                </a:lnTo>
                <a:lnTo>
                  <a:pt x="42" y="332"/>
                </a:lnTo>
                <a:lnTo>
                  <a:pt x="42" y="333"/>
                </a:lnTo>
                <a:lnTo>
                  <a:pt x="42" y="332"/>
                </a:lnTo>
                <a:lnTo>
                  <a:pt x="43" y="332"/>
                </a:lnTo>
                <a:lnTo>
                  <a:pt x="43" y="331"/>
                </a:lnTo>
                <a:lnTo>
                  <a:pt x="44" y="331"/>
                </a:lnTo>
                <a:lnTo>
                  <a:pt x="45" y="331"/>
                </a:lnTo>
                <a:lnTo>
                  <a:pt x="45" y="330"/>
                </a:lnTo>
                <a:lnTo>
                  <a:pt x="44" y="330"/>
                </a:lnTo>
                <a:lnTo>
                  <a:pt x="45" y="330"/>
                </a:lnTo>
                <a:lnTo>
                  <a:pt x="45" y="329"/>
                </a:lnTo>
                <a:lnTo>
                  <a:pt x="45" y="328"/>
                </a:lnTo>
                <a:lnTo>
                  <a:pt x="46" y="327"/>
                </a:lnTo>
                <a:lnTo>
                  <a:pt x="46" y="326"/>
                </a:lnTo>
                <a:lnTo>
                  <a:pt x="46" y="325"/>
                </a:lnTo>
                <a:lnTo>
                  <a:pt x="47" y="324"/>
                </a:lnTo>
                <a:lnTo>
                  <a:pt x="47" y="325"/>
                </a:lnTo>
                <a:lnTo>
                  <a:pt x="47" y="324"/>
                </a:lnTo>
                <a:lnTo>
                  <a:pt x="47" y="323"/>
                </a:lnTo>
                <a:lnTo>
                  <a:pt x="46" y="323"/>
                </a:lnTo>
                <a:lnTo>
                  <a:pt x="45" y="323"/>
                </a:lnTo>
                <a:lnTo>
                  <a:pt x="44" y="323"/>
                </a:lnTo>
                <a:lnTo>
                  <a:pt x="43" y="322"/>
                </a:lnTo>
                <a:lnTo>
                  <a:pt x="43" y="321"/>
                </a:lnTo>
                <a:lnTo>
                  <a:pt x="43" y="322"/>
                </a:lnTo>
                <a:lnTo>
                  <a:pt x="42" y="321"/>
                </a:lnTo>
                <a:lnTo>
                  <a:pt x="41" y="321"/>
                </a:lnTo>
                <a:lnTo>
                  <a:pt x="40" y="321"/>
                </a:lnTo>
                <a:lnTo>
                  <a:pt x="41" y="320"/>
                </a:lnTo>
                <a:lnTo>
                  <a:pt x="41" y="321"/>
                </a:lnTo>
                <a:lnTo>
                  <a:pt x="42" y="321"/>
                </a:lnTo>
                <a:lnTo>
                  <a:pt x="42" y="320"/>
                </a:lnTo>
                <a:lnTo>
                  <a:pt x="43" y="320"/>
                </a:lnTo>
                <a:lnTo>
                  <a:pt x="44" y="319"/>
                </a:lnTo>
                <a:lnTo>
                  <a:pt x="43" y="318"/>
                </a:lnTo>
                <a:lnTo>
                  <a:pt x="42" y="318"/>
                </a:lnTo>
                <a:lnTo>
                  <a:pt x="41" y="318"/>
                </a:lnTo>
                <a:lnTo>
                  <a:pt x="41" y="317"/>
                </a:lnTo>
                <a:lnTo>
                  <a:pt x="42" y="317"/>
                </a:lnTo>
                <a:lnTo>
                  <a:pt x="41" y="316"/>
                </a:lnTo>
                <a:lnTo>
                  <a:pt x="42" y="316"/>
                </a:lnTo>
                <a:lnTo>
                  <a:pt x="42" y="317"/>
                </a:lnTo>
                <a:lnTo>
                  <a:pt x="42" y="316"/>
                </a:lnTo>
                <a:lnTo>
                  <a:pt x="41" y="316"/>
                </a:lnTo>
                <a:lnTo>
                  <a:pt x="41" y="315"/>
                </a:lnTo>
                <a:lnTo>
                  <a:pt x="42" y="315"/>
                </a:lnTo>
                <a:lnTo>
                  <a:pt x="41" y="315"/>
                </a:lnTo>
                <a:lnTo>
                  <a:pt x="40" y="314"/>
                </a:lnTo>
                <a:lnTo>
                  <a:pt x="40" y="313"/>
                </a:lnTo>
                <a:lnTo>
                  <a:pt x="40" y="312"/>
                </a:lnTo>
                <a:lnTo>
                  <a:pt x="41" y="312"/>
                </a:lnTo>
                <a:lnTo>
                  <a:pt x="41" y="311"/>
                </a:lnTo>
                <a:lnTo>
                  <a:pt x="40" y="311"/>
                </a:lnTo>
                <a:lnTo>
                  <a:pt x="41" y="311"/>
                </a:lnTo>
                <a:lnTo>
                  <a:pt x="41" y="310"/>
                </a:lnTo>
                <a:lnTo>
                  <a:pt x="42" y="310"/>
                </a:lnTo>
                <a:lnTo>
                  <a:pt x="41" y="309"/>
                </a:lnTo>
                <a:lnTo>
                  <a:pt x="40" y="309"/>
                </a:lnTo>
                <a:lnTo>
                  <a:pt x="40" y="308"/>
                </a:lnTo>
                <a:lnTo>
                  <a:pt x="40" y="307"/>
                </a:lnTo>
                <a:lnTo>
                  <a:pt x="41" y="307"/>
                </a:lnTo>
                <a:lnTo>
                  <a:pt x="41" y="308"/>
                </a:lnTo>
                <a:lnTo>
                  <a:pt x="41" y="307"/>
                </a:lnTo>
                <a:lnTo>
                  <a:pt x="42" y="307"/>
                </a:lnTo>
                <a:lnTo>
                  <a:pt x="42" y="306"/>
                </a:lnTo>
                <a:lnTo>
                  <a:pt x="42" y="305"/>
                </a:lnTo>
                <a:lnTo>
                  <a:pt x="41" y="304"/>
                </a:lnTo>
                <a:lnTo>
                  <a:pt x="41" y="303"/>
                </a:lnTo>
                <a:lnTo>
                  <a:pt x="42" y="303"/>
                </a:lnTo>
                <a:lnTo>
                  <a:pt x="42" y="302"/>
                </a:lnTo>
                <a:lnTo>
                  <a:pt x="42" y="301"/>
                </a:lnTo>
                <a:lnTo>
                  <a:pt x="42" y="300"/>
                </a:lnTo>
                <a:lnTo>
                  <a:pt x="42" y="299"/>
                </a:lnTo>
                <a:lnTo>
                  <a:pt x="41" y="299"/>
                </a:lnTo>
                <a:lnTo>
                  <a:pt x="40" y="298"/>
                </a:lnTo>
                <a:lnTo>
                  <a:pt x="41" y="298"/>
                </a:lnTo>
                <a:lnTo>
                  <a:pt x="41" y="297"/>
                </a:lnTo>
                <a:lnTo>
                  <a:pt x="40" y="297"/>
                </a:lnTo>
                <a:lnTo>
                  <a:pt x="39" y="296"/>
                </a:lnTo>
                <a:lnTo>
                  <a:pt x="38" y="296"/>
                </a:lnTo>
                <a:lnTo>
                  <a:pt x="38" y="297"/>
                </a:lnTo>
                <a:lnTo>
                  <a:pt x="38" y="296"/>
                </a:lnTo>
                <a:lnTo>
                  <a:pt x="38" y="295"/>
                </a:lnTo>
                <a:lnTo>
                  <a:pt x="39" y="295"/>
                </a:lnTo>
                <a:lnTo>
                  <a:pt x="39" y="294"/>
                </a:lnTo>
                <a:lnTo>
                  <a:pt x="38" y="294"/>
                </a:lnTo>
                <a:lnTo>
                  <a:pt x="39" y="294"/>
                </a:lnTo>
                <a:lnTo>
                  <a:pt x="38" y="294"/>
                </a:lnTo>
                <a:lnTo>
                  <a:pt x="39" y="294"/>
                </a:lnTo>
                <a:lnTo>
                  <a:pt x="39" y="293"/>
                </a:lnTo>
                <a:lnTo>
                  <a:pt x="38" y="293"/>
                </a:lnTo>
                <a:lnTo>
                  <a:pt x="39" y="293"/>
                </a:lnTo>
                <a:lnTo>
                  <a:pt x="39" y="292"/>
                </a:lnTo>
                <a:lnTo>
                  <a:pt x="38" y="292"/>
                </a:lnTo>
                <a:lnTo>
                  <a:pt x="38" y="291"/>
                </a:lnTo>
                <a:lnTo>
                  <a:pt x="38" y="290"/>
                </a:lnTo>
                <a:lnTo>
                  <a:pt x="37" y="290"/>
                </a:lnTo>
                <a:lnTo>
                  <a:pt x="37" y="289"/>
                </a:lnTo>
                <a:lnTo>
                  <a:pt x="37" y="288"/>
                </a:lnTo>
                <a:lnTo>
                  <a:pt x="37" y="286"/>
                </a:lnTo>
                <a:lnTo>
                  <a:pt x="36" y="286"/>
                </a:lnTo>
                <a:lnTo>
                  <a:pt x="36" y="285"/>
                </a:lnTo>
                <a:lnTo>
                  <a:pt x="36" y="284"/>
                </a:lnTo>
                <a:lnTo>
                  <a:pt x="35" y="283"/>
                </a:lnTo>
                <a:lnTo>
                  <a:pt x="34" y="283"/>
                </a:lnTo>
                <a:lnTo>
                  <a:pt x="33" y="283"/>
                </a:lnTo>
                <a:lnTo>
                  <a:pt x="32" y="283"/>
                </a:lnTo>
                <a:lnTo>
                  <a:pt x="31" y="283"/>
                </a:lnTo>
                <a:lnTo>
                  <a:pt x="31" y="282"/>
                </a:lnTo>
                <a:lnTo>
                  <a:pt x="30" y="282"/>
                </a:lnTo>
                <a:lnTo>
                  <a:pt x="29" y="282"/>
                </a:lnTo>
                <a:lnTo>
                  <a:pt x="28" y="281"/>
                </a:lnTo>
                <a:lnTo>
                  <a:pt x="28" y="280"/>
                </a:lnTo>
                <a:lnTo>
                  <a:pt x="29" y="280"/>
                </a:lnTo>
                <a:lnTo>
                  <a:pt x="29" y="279"/>
                </a:lnTo>
                <a:lnTo>
                  <a:pt x="28" y="279"/>
                </a:lnTo>
                <a:lnTo>
                  <a:pt x="28" y="278"/>
                </a:lnTo>
                <a:lnTo>
                  <a:pt x="28" y="277"/>
                </a:lnTo>
                <a:lnTo>
                  <a:pt x="27" y="277"/>
                </a:lnTo>
                <a:lnTo>
                  <a:pt x="27" y="276"/>
                </a:lnTo>
                <a:lnTo>
                  <a:pt x="27" y="275"/>
                </a:lnTo>
                <a:lnTo>
                  <a:pt x="26" y="275"/>
                </a:lnTo>
                <a:lnTo>
                  <a:pt x="26" y="274"/>
                </a:lnTo>
                <a:lnTo>
                  <a:pt x="26" y="273"/>
                </a:lnTo>
                <a:lnTo>
                  <a:pt x="26" y="272"/>
                </a:lnTo>
                <a:lnTo>
                  <a:pt x="26" y="271"/>
                </a:lnTo>
                <a:lnTo>
                  <a:pt x="25" y="271"/>
                </a:lnTo>
                <a:lnTo>
                  <a:pt x="24" y="270"/>
                </a:lnTo>
                <a:lnTo>
                  <a:pt x="23" y="270"/>
                </a:lnTo>
                <a:lnTo>
                  <a:pt x="23" y="271"/>
                </a:lnTo>
                <a:lnTo>
                  <a:pt x="23" y="270"/>
                </a:lnTo>
                <a:lnTo>
                  <a:pt x="22" y="270"/>
                </a:lnTo>
                <a:lnTo>
                  <a:pt x="22" y="271"/>
                </a:lnTo>
                <a:lnTo>
                  <a:pt x="21" y="271"/>
                </a:lnTo>
                <a:lnTo>
                  <a:pt x="20" y="271"/>
                </a:lnTo>
                <a:lnTo>
                  <a:pt x="20" y="272"/>
                </a:lnTo>
                <a:lnTo>
                  <a:pt x="19" y="272"/>
                </a:lnTo>
                <a:lnTo>
                  <a:pt x="18" y="272"/>
                </a:lnTo>
                <a:lnTo>
                  <a:pt x="17" y="272"/>
                </a:lnTo>
                <a:lnTo>
                  <a:pt x="17" y="271"/>
                </a:lnTo>
                <a:lnTo>
                  <a:pt x="18" y="271"/>
                </a:lnTo>
                <a:lnTo>
                  <a:pt x="19" y="270"/>
                </a:lnTo>
                <a:lnTo>
                  <a:pt x="19" y="269"/>
                </a:lnTo>
                <a:lnTo>
                  <a:pt x="20" y="269"/>
                </a:lnTo>
                <a:lnTo>
                  <a:pt x="20" y="268"/>
                </a:lnTo>
                <a:lnTo>
                  <a:pt x="21" y="268"/>
                </a:lnTo>
                <a:lnTo>
                  <a:pt x="21" y="267"/>
                </a:lnTo>
                <a:lnTo>
                  <a:pt x="20" y="267"/>
                </a:lnTo>
                <a:lnTo>
                  <a:pt x="19" y="267"/>
                </a:lnTo>
                <a:lnTo>
                  <a:pt x="19" y="266"/>
                </a:lnTo>
                <a:lnTo>
                  <a:pt x="18" y="267"/>
                </a:lnTo>
                <a:lnTo>
                  <a:pt x="18" y="266"/>
                </a:lnTo>
                <a:lnTo>
                  <a:pt x="17" y="265"/>
                </a:lnTo>
                <a:lnTo>
                  <a:pt x="17" y="264"/>
                </a:lnTo>
                <a:lnTo>
                  <a:pt x="16" y="264"/>
                </a:lnTo>
                <a:lnTo>
                  <a:pt x="16" y="263"/>
                </a:lnTo>
                <a:lnTo>
                  <a:pt x="15" y="263"/>
                </a:lnTo>
                <a:lnTo>
                  <a:pt x="14" y="263"/>
                </a:lnTo>
                <a:lnTo>
                  <a:pt x="14" y="262"/>
                </a:lnTo>
                <a:lnTo>
                  <a:pt x="14" y="263"/>
                </a:lnTo>
                <a:lnTo>
                  <a:pt x="13" y="263"/>
                </a:lnTo>
                <a:lnTo>
                  <a:pt x="13" y="262"/>
                </a:lnTo>
                <a:lnTo>
                  <a:pt x="12" y="263"/>
                </a:lnTo>
                <a:lnTo>
                  <a:pt x="11" y="263"/>
                </a:lnTo>
                <a:lnTo>
                  <a:pt x="10" y="262"/>
                </a:lnTo>
                <a:lnTo>
                  <a:pt x="10" y="261"/>
                </a:lnTo>
                <a:lnTo>
                  <a:pt x="11" y="260"/>
                </a:lnTo>
                <a:lnTo>
                  <a:pt x="10" y="259"/>
                </a:lnTo>
                <a:lnTo>
                  <a:pt x="9" y="260"/>
                </a:lnTo>
                <a:lnTo>
                  <a:pt x="8" y="260"/>
                </a:lnTo>
                <a:lnTo>
                  <a:pt x="8" y="261"/>
                </a:lnTo>
                <a:lnTo>
                  <a:pt x="8" y="262"/>
                </a:lnTo>
                <a:lnTo>
                  <a:pt x="7" y="262"/>
                </a:lnTo>
                <a:lnTo>
                  <a:pt x="8" y="261"/>
                </a:lnTo>
                <a:lnTo>
                  <a:pt x="8" y="260"/>
                </a:lnTo>
                <a:lnTo>
                  <a:pt x="7" y="260"/>
                </a:lnTo>
                <a:lnTo>
                  <a:pt x="7" y="261"/>
                </a:lnTo>
                <a:lnTo>
                  <a:pt x="7" y="260"/>
                </a:lnTo>
                <a:lnTo>
                  <a:pt x="6" y="260"/>
                </a:lnTo>
                <a:lnTo>
                  <a:pt x="6" y="259"/>
                </a:lnTo>
                <a:lnTo>
                  <a:pt x="6" y="258"/>
                </a:lnTo>
                <a:lnTo>
                  <a:pt x="6" y="257"/>
                </a:lnTo>
                <a:lnTo>
                  <a:pt x="5" y="257"/>
                </a:lnTo>
                <a:lnTo>
                  <a:pt x="5" y="256"/>
                </a:lnTo>
                <a:lnTo>
                  <a:pt x="5" y="257"/>
                </a:lnTo>
                <a:lnTo>
                  <a:pt x="4" y="256"/>
                </a:lnTo>
                <a:lnTo>
                  <a:pt x="4" y="255"/>
                </a:lnTo>
                <a:lnTo>
                  <a:pt x="4" y="254"/>
                </a:lnTo>
                <a:lnTo>
                  <a:pt x="5" y="253"/>
                </a:lnTo>
                <a:lnTo>
                  <a:pt x="4" y="253"/>
                </a:lnTo>
                <a:lnTo>
                  <a:pt x="5" y="252"/>
                </a:lnTo>
                <a:lnTo>
                  <a:pt x="4" y="251"/>
                </a:lnTo>
                <a:lnTo>
                  <a:pt x="3" y="251"/>
                </a:lnTo>
                <a:lnTo>
                  <a:pt x="2" y="250"/>
                </a:lnTo>
                <a:lnTo>
                  <a:pt x="1" y="250"/>
                </a:lnTo>
                <a:lnTo>
                  <a:pt x="0" y="249"/>
                </a:lnTo>
                <a:lnTo>
                  <a:pt x="1" y="249"/>
                </a:lnTo>
                <a:lnTo>
                  <a:pt x="1" y="248"/>
                </a:lnTo>
                <a:lnTo>
                  <a:pt x="2" y="248"/>
                </a:lnTo>
                <a:lnTo>
                  <a:pt x="2" y="247"/>
                </a:lnTo>
                <a:lnTo>
                  <a:pt x="2" y="246"/>
                </a:lnTo>
                <a:lnTo>
                  <a:pt x="1" y="246"/>
                </a:lnTo>
                <a:lnTo>
                  <a:pt x="1" y="245"/>
                </a:lnTo>
                <a:lnTo>
                  <a:pt x="1" y="244"/>
                </a:lnTo>
                <a:lnTo>
                  <a:pt x="1" y="242"/>
                </a:lnTo>
                <a:lnTo>
                  <a:pt x="1" y="241"/>
                </a:lnTo>
                <a:lnTo>
                  <a:pt x="0" y="241"/>
                </a:lnTo>
                <a:lnTo>
                  <a:pt x="0" y="240"/>
                </a:lnTo>
                <a:lnTo>
                  <a:pt x="0" y="239"/>
                </a:lnTo>
                <a:lnTo>
                  <a:pt x="1" y="238"/>
                </a:lnTo>
                <a:lnTo>
                  <a:pt x="1" y="237"/>
                </a:lnTo>
                <a:lnTo>
                  <a:pt x="1" y="236"/>
                </a:lnTo>
                <a:lnTo>
                  <a:pt x="2" y="235"/>
                </a:lnTo>
                <a:lnTo>
                  <a:pt x="3" y="235"/>
                </a:lnTo>
                <a:lnTo>
                  <a:pt x="4" y="235"/>
                </a:lnTo>
                <a:lnTo>
                  <a:pt x="5" y="235"/>
                </a:lnTo>
                <a:lnTo>
                  <a:pt x="6" y="235"/>
                </a:lnTo>
                <a:lnTo>
                  <a:pt x="6" y="234"/>
                </a:lnTo>
                <a:lnTo>
                  <a:pt x="5" y="234"/>
                </a:lnTo>
                <a:lnTo>
                  <a:pt x="5" y="233"/>
                </a:lnTo>
                <a:lnTo>
                  <a:pt x="5" y="232"/>
                </a:lnTo>
                <a:lnTo>
                  <a:pt x="5" y="231"/>
                </a:lnTo>
                <a:lnTo>
                  <a:pt x="5" y="230"/>
                </a:lnTo>
                <a:lnTo>
                  <a:pt x="5" y="228"/>
                </a:lnTo>
                <a:lnTo>
                  <a:pt x="5" y="227"/>
                </a:lnTo>
                <a:lnTo>
                  <a:pt x="4" y="227"/>
                </a:lnTo>
                <a:lnTo>
                  <a:pt x="4" y="226"/>
                </a:lnTo>
                <a:lnTo>
                  <a:pt x="5" y="226"/>
                </a:lnTo>
                <a:lnTo>
                  <a:pt x="6" y="226"/>
                </a:lnTo>
                <a:lnTo>
                  <a:pt x="6" y="227"/>
                </a:lnTo>
                <a:lnTo>
                  <a:pt x="7" y="227"/>
                </a:lnTo>
                <a:lnTo>
                  <a:pt x="8" y="227"/>
                </a:lnTo>
                <a:lnTo>
                  <a:pt x="8" y="226"/>
                </a:lnTo>
                <a:lnTo>
                  <a:pt x="9" y="226"/>
                </a:lnTo>
                <a:lnTo>
                  <a:pt x="10" y="227"/>
                </a:lnTo>
                <a:lnTo>
                  <a:pt x="11" y="227"/>
                </a:lnTo>
                <a:lnTo>
                  <a:pt x="12" y="227"/>
                </a:lnTo>
                <a:lnTo>
                  <a:pt x="13" y="227"/>
                </a:lnTo>
                <a:lnTo>
                  <a:pt x="14" y="227"/>
                </a:lnTo>
                <a:lnTo>
                  <a:pt x="15" y="227"/>
                </a:lnTo>
                <a:lnTo>
                  <a:pt x="14" y="226"/>
                </a:lnTo>
                <a:lnTo>
                  <a:pt x="15" y="226"/>
                </a:lnTo>
                <a:lnTo>
                  <a:pt x="16" y="225"/>
                </a:lnTo>
                <a:lnTo>
                  <a:pt x="15" y="224"/>
                </a:lnTo>
                <a:lnTo>
                  <a:pt x="14" y="224"/>
                </a:lnTo>
                <a:lnTo>
                  <a:pt x="14" y="223"/>
                </a:lnTo>
                <a:lnTo>
                  <a:pt x="15" y="223"/>
                </a:lnTo>
                <a:lnTo>
                  <a:pt x="16" y="222"/>
                </a:lnTo>
                <a:lnTo>
                  <a:pt x="16" y="221"/>
                </a:lnTo>
                <a:lnTo>
                  <a:pt x="17" y="220"/>
                </a:lnTo>
                <a:lnTo>
                  <a:pt x="18" y="220"/>
                </a:lnTo>
                <a:lnTo>
                  <a:pt x="19" y="220"/>
                </a:lnTo>
                <a:lnTo>
                  <a:pt x="19" y="219"/>
                </a:lnTo>
                <a:lnTo>
                  <a:pt x="19" y="218"/>
                </a:lnTo>
                <a:lnTo>
                  <a:pt x="18" y="217"/>
                </a:lnTo>
                <a:lnTo>
                  <a:pt x="19" y="217"/>
                </a:lnTo>
                <a:lnTo>
                  <a:pt x="19" y="216"/>
                </a:lnTo>
                <a:lnTo>
                  <a:pt x="18" y="216"/>
                </a:lnTo>
                <a:lnTo>
                  <a:pt x="18" y="215"/>
                </a:lnTo>
                <a:lnTo>
                  <a:pt x="17" y="214"/>
                </a:lnTo>
                <a:lnTo>
                  <a:pt x="18" y="214"/>
                </a:lnTo>
                <a:lnTo>
                  <a:pt x="19" y="213"/>
                </a:lnTo>
                <a:lnTo>
                  <a:pt x="18" y="213"/>
                </a:lnTo>
                <a:lnTo>
                  <a:pt x="19" y="213"/>
                </a:lnTo>
                <a:lnTo>
                  <a:pt x="19" y="212"/>
                </a:lnTo>
                <a:lnTo>
                  <a:pt x="19" y="211"/>
                </a:lnTo>
                <a:lnTo>
                  <a:pt x="20" y="210"/>
                </a:lnTo>
                <a:lnTo>
                  <a:pt x="21" y="210"/>
                </a:lnTo>
                <a:lnTo>
                  <a:pt x="22" y="210"/>
                </a:lnTo>
                <a:lnTo>
                  <a:pt x="23" y="209"/>
                </a:lnTo>
                <a:lnTo>
                  <a:pt x="24" y="210"/>
                </a:lnTo>
                <a:lnTo>
                  <a:pt x="25" y="210"/>
                </a:lnTo>
                <a:lnTo>
                  <a:pt x="26" y="210"/>
                </a:lnTo>
                <a:lnTo>
                  <a:pt x="27" y="210"/>
                </a:lnTo>
                <a:lnTo>
                  <a:pt x="27" y="211"/>
                </a:lnTo>
                <a:lnTo>
                  <a:pt x="28" y="211"/>
                </a:lnTo>
                <a:lnTo>
                  <a:pt x="29" y="211"/>
                </a:lnTo>
                <a:lnTo>
                  <a:pt x="30" y="210"/>
                </a:lnTo>
                <a:lnTo>
                  <a:pt x="30" y="209"/>
                </a:lnTo>
                <a:lnTo>
                  <a:pt x="30" y="208"/>
                </a:lnTo>
                <a:lnTo>
                  <a:pt x="30" y="207"/>
                </a:lnTo>
                <a:lnTo>
                  <a:pt x="30" y="206"/>
                </a:lnTo>
                <a:lnTo>
                  <a:pt x="30" y="205"/>
                </a:lnTo>
                <a:lnTo>
                  <a:pt x="29" y="205"/>
                </a:lnTo>
                <a:lnTo>
                  <a:pt x="29" y="204"/>
                </a:lnTo>
                <a:lnTo>
                  <a:pt x="29" y="202"/>
                </a:lnTo>
                <a:lnTo>
                  <a:pt x="30" y="201"/>
                </a:lnTo>
                <a:lnTo>
                  <a:pt x="30" y="202"/>
                </a:lnTo>
                <a:lnTo>
                  <a:pt x="30" y="201"/>
                </a:lnTo>
                <a:lnTo>
                  <a:pt x="31" y="201"/>
                </a:lnTo>
                <a:lnTo>
                  <a:pt x="32" y="202"/>
                </a:lnTo>
                <a:lnTo>
                  <a:pt x="32" y="203"/>
                </a:lnTo>
                <a:lnTo>
                  <a:pt x="33" y="204"/>
                </a:lnTo>
                <a:lnTo>
                  <a:pt x="34" y="204"/>
                </a:lnTo>
                <a:lnTo>
                  <a:pt x="35" y="204"/>
                </a:lnTo>
                <a:lnTo>
                  <a:pt x="35" y="203"/>
                </a:lnTo>
                <a:lnTo>
                  <a:pt x="36" y="202"/>
                </a:lnTo>
                <a:lnTo>
                  <a:pt x="36" y="201"/>
                </a:lnTo>
                <a:lnTo>
                  <a:pt x="37" y="201"/>
                </a:lnTo>
                <a:lnTo>
                  <a:pt x="37" y="200"/>
                </a:lnTo>
                <a:lnTo>
                  <a:pt x="38" y="200"/>
                </a:lnTo>
                <a:lnTo>
                  <a:pt x="39" y="200"/>
                </a:lnTo>
                <a:lnTo>
                  <a:pt x="40" y="200"/>
                </a:lnTo>
                <a:lnTo>
                  <a:pt x="41" y="200"/>
                </a:lnTo>
                <a:lnTo>
                  <a:pt x="42" y="201"/>
                </a:lnTo>
                <a:lnTo>
                  <a:pt x="43" y="200"/>
                </a:lnTo>
                <a:lnTo>
                  <a:pt x="43" y="199"/>
                </a:lnTo>
                <a:lnTo>
                  <a:pt x="43" y="200"/>
                </a:lnTo>
                <a:lnTo>
                  <a:pt x="44" y="200"/>
                </a:lnTo>
                <a:lnTo>
                  <a:pt x="45" y="200"/>
                </a:lnTo>
                <a:lnTo>
                  <a:pt x="46" y="199"/>
                </a:lnTo>
                <a:lnTo>
                  <a:pt x="46" y="200"/>
                </a:lnTo>
                <a:lnTo>
                  <a:pt x="47" y="200"/>
                </a:lnTo>
                <a:lnTo>
                  <a:pt x="48" y="199"/>
                </a:lnTo>
                <a:lnTo>
                  <a:pt x="49" y="199"/>
                </a:lnTo>
                <a:lnTo>
                  <a:pt x="49" y="198"/>
                </a:lnTo>
                <a:lnTo>
                  <a:pt x="49" y="197"/>
                </a:lnTo>
                <a:lnTo>
                  <a:pt x="49" y="196"/>
                </a:lnTo>
                <a:lnTo>
                  <a:pt x="49" y="195"/>
                </a:lnTo>
                <a:lnTo>
                  <a:pt x="49" y="194"/>
                </a:lnTo>
                <a:lnTo>
                  <a:pt x="49" y="193"/>
                </a:lnTo>
                <a:lnTo>
                  <a:pt x="49" y="192"/>
                </a:lnTo>
                <a:lnTo>
                  <a:pt x="50" y="192"/>
                </a:lnTo>
                <a:lnTo>
                  <a:pt x="51" y="191"/>
                </a:lnTo>
                <a:lnTo>
                  <a:pt x="52" y="191"/>
                </a:lnTo>
                <a:lnTo>
                  <a:pt x="53" y="190"/>
                </a:lnTo>
                <a:lnTo>
                  <a:pt x="55" y="188"/>
                </a:lnTo>
                <a:lnTo>
                  <a:pt x="55" y="187"/>
                </a:lnTo>
                <a:lnTo>
                  <a:pt x="55" y="188"/>
                </a:lnTo>
                <a:lnTo>
                  <a:pt x="55" y="187"/>
                </a:lnTo>
                <a:lnTo>
                  <a:pt x="56" y="187"/>
                </a:lnTo>
                <a:lnTo>
                  <a:pt x="56" y="186"/>
                </a:lnTo>
                <a:lnTo>
                  <a:pt x="57" y="186"/>
                </a:lnTo>
                <a:lnTo>
                  <a:pt x="57" y="185"/>
                </a:lnTo>
                <a:lnTo>
                  <a:pt x="58" y="184"/>
                </a:lnTo>
                <a:lnTo>
                  <a:pt x="59" y="184"/>
                </a:lnTo>
                <a:lnTo>
                  <a:pt x="60" y="184"/>
                </a:lnTo>
                <a:lnTo>
                  <a:pt x="61" y="184"/>
                </a:lnTo>
                <a:lnTo>
                  <a:pt x="61" y="183"/>
                </a:lnTo>
                <a:lnTo>
                  <a:pt x="62" y="183"/>
                </a:lnTo>
                <a:lnTo>
                  <a:pt x="63" y="183"/>
                </a:lnTo>
                <a:lnTo>
                  <a:pt x="64" y="183"/>
                </a:lnTo>
                <a:lnTo>
                  <a:pt x="64" y="184"/>
                </a:lnTo>
                <a:lnTo>
                  <a:pt x="65" y="184"/>
                </a:lnTo>
                <a:lnTo>
                  <a:pt x="66" y="183"/>
                </a:lnTo>
                <a:lnTo>
                  <a:pt x="67" y="181"/>
                </a:lnTo>
                <a:lnTo>
                  <a:pt x="68" y="181"/>
                </a:lnTo>
                <a:lnTo>
                  <a:pt x="68" y="180"/>
                </a:lnTo>
                <a:lnTo>
                  <a:pt x="69" y="179"/>
                </a:lnTo>
                <a:lnTo>
                  <a:pt x="69" y="178"/>
                </a:lnTo>
                <a:lnTo>
                  <a:pt x="70" y="178"/>
                </a:lnTo>
                <a:lnTo>
                  <a:pt x="70" y="177"/>
                </a:lnTo>
                <a:lnTo>
                  <a:pt x="70" y="176"/>
                </a:lnTo>
                <a:lnTo>
                  <a:pt x="71" y="177"/>
                </a:lnTo>
                <a:lnTo>
                  <a:pt x="72" y="177"/>
                </a:lnTo>
                <a:lnTo>
                  <a:pt x="72" y="176"/>
                </a:lnTo>
                <a:lnTo>
                  <a:pt x="73" y="176"/>
                </a:lnTo>
                <a:lnTo>
                  <a:pt x="73" y="175"/>
                </a:lnTo>
                <a:lnTo>
                  <a:pt x="73" y="174"/>
                </a:lnTo>
                <a:lnTo>
                  <a:pt x="74" y="174"/>
                </a:lnTo>
                <a:lnTo>
                  <a:pt x="74" y="173"/>
                </a:lnTo>
                <a:lnTo>
                  <a:pt x="75" y="173"/>
                </a:lnTo>
                <a:lnTo>
                  <a:pt x="75" y="172"/>
                </a:lnTo>
                <a:lnTo>
                  <a:pt x="76" y="171"/>
                </a:lnTo>
                <a:lnTo>
                  <a:pt x="76" y="170"/>
                </a:lnTo>
                <a:lnTo>
                  <a:pt x="75" y="170"/>
                </a:lnTo>
                <a:lnTo>
                  <a:pt x="75" y="169"/>
                </a:lnTo>
                <a:lnTo>
                  <a:pt x="75" y="168"/>
                </a:lnTo>
                <a:lnTo>
                  <a:pt x="75" y="167"/>
                </a:lnTo>
                <a:lnTo>
                  <a:pt x="74" y="167"/>
                </a:lnTo>
                <a:lnTo>
                  <a:pt x="74" y="166"/>
                </a:lnTo>
                <a:lnTo>
                  <a:pt x="74" y="165"/>
                </a:lnTo>
                <a:lnTo>
                  <a:pt x="74" y="164"/>
                </a:lnTo>
                <a:lnTo>
                  <a:pt x="75" y="164"/>
                </a:lnTo>
                <a:lnTo>
                  <a:pt x="75" y="163"/>
                </a:lnTo>
                <a:lnTo>
                  <a:pt x="77" y="163"/>
                </a:lnTo>
                <a:lnTo>
                  <a:pt x="77" y="162"/>
                </a:lnTo>
                <a:lnTo>
                  <a:pt x="76" y="162"/>
                </a:lnTo>
                <a:lnTo>
                  <a:pt x="76" y="161"/>
                </a:lnTo>
                <a:lnTo>
                  <a:pt x="76" y="160"/>
                </a:lnTo>
                <a:lnTo>
                  <a:pt x="77" y="160"/>
                </a:lnTo>
                <a:lnTo>
                  <a:pt x="77" y="159"/>
                </a:lnTo>
                <a:lnTo>
                  <a:pt x="78" y="160"/>
                </a:lnTo>
                <a:lnTo>
                  <a:pt x="79" y="160"/>
                </a:lnTo>
                <a:lnTo>
                  <a:pt x="80" y="159"/>
                </a:lnTo>
                <a:lnTo>
                  <a:pt x="81" y="158"/>
                </a:lnTo>
                <a:lnTo>
                  <a:pt x="82" y="158"/>
                </a:lnTo>
                <a:lnTo>
                  <a:pt x="82" y="157"/>
                </a:lnTo>
                <a:lnTo>
                  <a:pt x="83" y="156"/>
                </a:lnTo>
                <a:lnTo>
                  <a:pt x="84" y="156"/>
                </a:lnTo>
                <a:lnTo>
                  <a:pt x="85" y="154"/>
                </a:lnTo>
                <a:lnTo>
                  <a:pt x="86" y="154"/>
                </a:lnTo>
                <a:lnTo>
                  <a:pt x="86" y="153"/>
                </a:lnTo>
                <a:lnTo>
                  <a:pt x="86" y="152"/>
                </a:lnTo>
                <a:lnTo>
                  <a:pt x="85" y="151"/>
                </a:lnTo>
                <a:lnTo>
                  <a:pt x="86" y="151"/>
                </a:lnTo>
                <a:lnTo>
                  <a:pt x="85" y="150"/>
                </a:lnTo>
                <a:lnTo>
                  <a:pt x="85" y="149"/>
                </a:lnTo>
                <a:lnTo>
                  <a:pt x="86" y="148"/>
                </a:lnTo>
                <a:lnTo>
                  <a:pt x="87" y="149"/>
                </a:lnTo>
                <a:lnTo>
                  <a:pt x="88" y="149"/>
                </a:lnTo>
                <a:lnTo>
                  <a:pt x="88" y="148"/>
                </a:lnTo>
                <a:lnTo>
                  <a:pt x="89" y="148"/>
                </a:lnTo>
                <a:lnTo>
                  <a:pt x="90" y="148"/>
                </a:lnTo>
                <a:lnTo>
                  <a:pt x="91" y="149"/>
                </a:lnTo>
                <a:lnTo>
                  <a:pt x="91" y="148"/>
                </a:lnTo>
                <a:lnTo>
                  <a:pt x="91" y="147"/>
                </a:lnTo>
                <a:lnTo>
                  <a:pt x="90" y="147"/>
                </a:lnTo>
                <a:lnTo>
                  <a:pt x="91" y="147"/>
                </a:lnTo>
                <a:lnTo>
                  <a:pt x="91" y="146"/>
                </a:lnTo>
                <a:lnTo>
                  <a:pt x="91" y="145"/>
                </a:lnTo>
                <a:lnTo>
                  <a:pt x="91" y="144"/>
                </a:lnTo>
                <a:lnTo>
                  <a:pt x="91" y="143"/>
                </a:lnTo>
                <a:lnTo>
                  <a:pt x="91" y="142"/>
                </a:lnTo>
                <a:lnTo>
                  <a:pt x="90" y="142"/>
                </a:lnTo>
                <a:lnTo>
                  <a:pt x="91" y="142"/>
                </a:lnTo>
                <a:lnTo>
                  <a:pt x="91" y="141"/>
                </a:lnTo>
                <a:lnTo>
                  <a:pt x="91" y="140"/>
                </a:lnTo>
                <a:lnTo>
                  <a:pt x="91" y="139"/>
                </a:lnTo>
                <a:lnTo>
                  <a:pt x="92" y="139"/>
                </a:lnTo>
                <a:lnTo>
                  <a:pt x="92" y="138"/>
                </a:lnTo>
                <a:lnTo>
                  <a:pt x="91" y="138"/>
                </a:lnTo>
                <a:lnTo>
                  <a:pt x="90" y="137"/>
                </a:lnTo>
                <a:lnTo>
                  <a:pt x="90" y="136"/>
                </a:lnTo>
                <a:lnTo>
                  <a:pt x="91" y="136"/>
                </a:lnTo>
                <a:lnTo>
                  <a:pt x="91" y="135"/>
                </a:lnTo>
                <a:lnTo>
                  <a:pt x="91" y="133"/>
                </a:lnTo>
                <a:lnTo>
                  <a:pt x="90" y="133"/>
                </a:lnTo>
                <a:lnTo>
                  <a:pt x="90" y="132"/>
                </a:lnTo>
                <a:lnTo>
                  <a:pt x="90" y="131"/>
                </a:lnTo>
                <a:lnTo>
                  <a:pt x="90" y="130"/>
                </a:lnTo>
                <a:lnTo>
                  <a:pt x="90" y="129"/>
                </a:lnTo>
                <a:lnTo>
                  <a:pt x="89" y="129"/>
                </a:lnTo>
                <a:lnTo>
                  <a:pt x="89" y="130"/>
                </a:lnTo>
                <a:lnTo>
                  <a:pt x="88" y="130"/>
                </a:lnTo>
                <a:lnTo>
                  <a:pt x="88" y="129"/>
                </a:lnTo>
                <a:lnTo>
                  <a:pt x="88" y="128"/>
                </a:lnTo>
                <a:lnTo>
                  <a:pt x="88" y="127"/>
                </a:lnTo>
                <a:lnTo>
                  <a:pt x="87" y="127"/>
                </a:lnTo>
                <a:lnTo>
                  <a:pt x="87" y="126"/>
                </a:lnTo>
                <a:lnTo>
                  <a:pt x="88" y="125"/>
                </a:lnTo>
                <a:lnTo>
                  <a:pt x="89" y="126"/>
                </a:lnTo>
                <a:lnTo>
                  <a:pt x="89" y="127"/>
                </a:lnTo>
                <a:lnTo>
                  <a:pt x="91" y="126"/>
                </a:lnTo>
                <a:lnTo>
                  <a:pt x="91" y="125"/>
                </a:lnTo>
                <a:lnTo>
                  <a:pt x="91" y="124"/>
                </a:lnTo>
                <a:lnTo>
                  <a:pt x="90" y="124"/>
                </a:lnTo>
                <a:lnTo>
                  <a:pt x="90" y="125"/>
                </a:lnTo>
                <a:lnTo>
                  <a:pt x="90" y="126"/>
                </a:lnTo>
                <a:lnTo>
                  <a:pt x="89" y="126"/>
                </a:lnTo>
                <a:lnTo>
                  <a:pt x="89" y="125"/>
                </a:lnTo>
                <a:lnTo>
                  <a:pt x="88" y="125"/>
                </a:lnTo>
                <a:lnTo>
                  <a:pt x="87" y="125"/>
                </a:lnTo>
                <a:lnTo>
                  <a:pt x="87" y="124"/>
                </a:lnTo>
                <a:lnTo>
                  <a:pt x="87" y="123"/>
                </a:lnTo>
                <a:lnTo>
                  <a:pt x="86" y="123"/>
                </a:lnTo>
                <a:lnTo>
                  <a:pt x="86" y="122"/>
                </a:lnTo>
                <a:lnTo>
                  <a:pt x="87" y="121"/>
                </a:lnTo>
                <a:lnTo>
                  <a:pt x="88" y="121"/>
                </a:lnTo>
                <a:lnTo>
                  <a:pt x="90" y="121"/>
                </a:lnTo>
                <a:lnTo>
                  <a:pt x="90" y="120"/>
                </a:lnTo>
                <a:lnTo>
                  <a:pt x="91" y="120"/>
                </a:lnTo>
                <a:lnTo>
                  <a:pt x="92" y="120"/>
                </a:lnTo>
                <a:lnTo>
                  <a:pt x="92" y="119"/>
                </a:lnTo>
                <a:lnTo>
                  <a:pt x="93" y="118"/>
                </a:lnTo>
                <a:lnTo>
                  <a:pt x="94" y="117"/>
                </a:lnTo>
                <a:lnTo>
                  <a:pt x="95" y="117"/>
                </a:lnTo>
                <a:lnTo>
                  <a:pt x="94" y="117"/>
                </a:lnTo>
                <a:lnTo>
                  <a:pt x="94" y="116"/>
                </a:lnTo>
                <a:lnTo>
                  <a:pt x="93" y="116"/>
                </a:lnTo>
                <a:lnTo>
                  <a:pt x="92" y="116"/>
                </a:lnTo>
                <a:lnTo>
                  <a:pt x="92" y="115"/>
                </a:lnTo>
                <a:lnTo>
                  <a:pt x="91" y="114"/>
                </a:lnTo>
                <a:lnTo>
                  <a:pt x="90" y="113"/>
                </a:lnTo>
                <a:lnTo>
                  <a:pt x="89" y="112"/>
                </a:lnTo>
                <a:lnTo>
                  <a:pt x="90" y="112"/>
                </a:lnTo>
                <a:lnTo>
                  <a:pt x="90" y="111"/>
                </a:lnTo>
                <a:lnTo>
                  <a:pt x="91" y="111"/>
                </a:lnTo>
                <a:lnTo>
                  <a:pt x="91" y="110"/>
                </a:lnTo>
                <a:lnTo>
                  <a:pt x="90" y="109"/>
                </a:lnTo>
                <a:lnTo>
                  <a:pt x="90" y="108"/>
                </a:lnTo>
                <a:lnTo>
                  <a:pt x="89" y="108"/>
                </a:lnTo>
                <a:lnTo>
                  <a:pt x="89" y="107"/>
                </a:lnTo>
                <a:lnTo>
                  <a:pt x="90" y="106"/>
                </a:lnTo>
                <a:lnTo>
                  <a:pt x="90" y="105"/>
                </a:lnTo>
                <a:lnTo>
                  <a:pt x="89" y="105"/>
                </a:lnTo>
                <a:lnTo>
                  <a:pt x="89" y="104"/>
                </a:lnTo>
                <a:lnTo>
                  <a:pt x="90" y="104"/>
                </a:lnTo>
                <a:lnTo>
                  <a:pt x="91" y="103"/>
                </a:lnTo>
                <a:lnTo>
                  <a:pt x="92" y="103"/>
                </a:lnTo>
                <a:lnTo>
                  <a:pt x="92" y="102"/>
                </a:lnTo>
                <a:lnTo>
                  <a:pt x="93" y="102"/>
                </a:lnTo>
                <a:lnTo>
                  <a:pt x="94" y="101"/>
                </a:lnTo>
                <a:lnTo>
                  <a:pt x="95" y="101"/>
                </a:lnTo>
                <a:lnTo>
                  <a:pt x="95" y="100"/>
                </a:lnTo>
                <a:lnTo>
                  <a:pt x="96" y="100"/>
                </a:lnTo>
                <a:lnTo>
                  <a:pt x="96" y="99"/>
                </a:lnTo>
                <a:lnTo>
                  <a:pt x="97" y="99"/>
                </a:lnTo>
                <a:lnTo>
                  <a:pt x="98" y="100"/>
                </a:lnTo>
                <a:lnTo>
                  <a:pt x="99" y="100"/>
                </a:lnTo>
                <a:lnTo>
                  <a:pt x="99" y="99"/>
                </a:lnTo>
                <a:lnTo>
                  <a:pt x="99" y="100"/>
                </a:lnTo>
                <a:lnTo>
                  <a:pt x="100" y="100"/>
                </a:lnTo>
                <a:lnTo>
                  <a:pt x="101" y="100"/>
                </a:lnTo>
                <a:lnTo>
                  <a:pt x="101" y="101"/>
                </a:lnTo>
                <a:lnTo>
                  <a:pt x="101" y="102"/>
                </a:lnTo>
                <a:lnTo>
                  <a:pt x="102" y="102"/>
                </a:lnTo>
                <a:lnTo>
                  <a:pt x="103" y="102"/>
                </a:lnTo>
                <a:lnTo>
                  <a:pt x="104" y="102"/>
                </a:lnTo>
                <a:lnTo>
                  <a:pt x="105" y="102"/>
                </a:lnTo>
                <a:lnTo>
                  <a:pt x="105" y="103"/>
                </a:lnTo>
                <a:lnTo>
                  <a:pt x="105" y="104"/>
                </a:lnTo>
                <a:lnTo>
                  <a:pt x="106" y="104"/>
                </a:lnTo>
                <a:lnTo>
                  <a:pt x="107" y="104"/>
                </a:lnTo>
                <a:lnTo>
                  <a:pt x="107" y="105"/>
                </a:lnTo>
                <a:lnTo>
                  <a:pt x="108" y="105"/>
                </a:lnTo>
                <a:lnTo>
                  <a:pt x="109" y="105"/>
                </a:lnTo>
                <a:lnTo>
                  <a:pt x="110" y="104"/>
                </a:lnTo>
                <a:lnTo>
                  <a:pt x="111" y="103"/>
                </a:lnTo>
                <a:lnTo>
                  <a:pt x="112" y="103"/>
                </a:lnTo>
                <a:lnTo>
                  <a:pt x="112" y="104"/>
                </a:lnTo>
                <a:lnTo>
                  <a:pt x="113" y="104"/>
                </a:lnTo>
                <a:lnTo>
                  <a:pt x="114" y="104"/>
                </a:lnTo>
                <a:lnTo>
                  <a:pt x="115" y="104"/>
                </a:lnTo>
                <a:lnTo>
                  <a:pt x="115" y="105"/>
                </a:lnTo>
                <a:lnTo>
                  <a:pt x="116" y="105"/>
                </a:lnTo>
                <a:lnTo>
                  <a:pt x="117" y="105"/>
                </a:lnTo>
                <a:lnTo>
                  <a:pt x="118" y="105"/>
                </a:lnTo>
                <a:lnTo>
                  <a:pt x="118" y="106"/>
                </a:lnTo>
                <a:lnTo>
                  <a:pt x="119" y="106"/>
                </a:lnTo>
                <a:lnTo>
                  <a:pt x="120" y="106"/>
                </a:lnTo>
                <a:lnTo>
                  <a:pt x="121" y="106"/>
                </a:lnTo>
                <a:lnTo>
                  <a:pt x="122" y="107"/>
                </a:lnTo>
                <a:lnTo>
                  <a:pt x="123" y="107"/>
                </a:lnTo>
                <a:lnTo>
                  <a:pt x="124" y="107"/>
                </a:lnTo>
                <a:lnTo>
                  <a:pt x="124" y="106"/>
                </a:lnTo>
                <a:lnTo>
                  <a:pt x="124" y="105"/>
                </a:lnTo>
                <a:lnTo>
                  <a:pt x="124" y="106"/>
                </a:lnTo>
                <a:lnTo>
                  <a:pt x="124" y="107"/>
                </a:lnTo>
                <a:lnTo>
                  <a:pt x="125" y="107"/>
                </a:lnTo>
                <a:lnTo>
                  <a:pt x="125" y="106"/>
                </a:lnTo>
                <a:lnTo>
                  <a:pt x="126" y="106"/>
                </a:lnTo>
                <a:lnTo>
                  <a:pt x="126" y="107"/>
                </a:lnTo>
                <a:lnTo>
                  <a:pt x="127" y="107"/>
                </a:lnTo>
                <a:lnTo>
                  <a:pt x="127" y="106"/>
                </a:lnTo>
                <a:lnTo>
                  <a:pt x="127" y="105"/>
                </a:lnTo>
                <a:lnTo>
                  <a:pt x="128" y="104"/>
                </a:lnTo>
                <a:lnTo>
                  <a:pt x="128" y="103"/>
                </a:lnTo>
                <a:lnTo>
                  <a:pt x="128" y="102"/>
                </a:lnTo>
                <a:lnTo>
                  <a:pt x="128" y="101"/>
                </a:lnTo>
                <a:lnTo>
                  <a:pt x="129" y="101"/>
                </a:lnTo>
                <a:lnTo>
                  <a:pt x="130" y="101"/>
                </a:lnTo>
                <a:lnTo>
                  <a:pt x="131" y="101"/>
                </a:lnTo>
                <a:lnTo>
                  <a:pt x="132" y="100"/>
                </a:lnTo>
                <a:lnTo>
                  <a:pt x="133" y="100"/>
                </a:lnTo>
                <a:lnTo>
                  <a:pt x="133" y="99"/>
                </a:lnTo>
                <a:lnTo>
                  <a:pt x="134" y="98"/>
                </a:lnTo>
                <a:lnTo>
                  <a:pt x="135" y="98"/>
                </a:lnTo>
                <a:lnTo>
                  <a:pt x="135" y="97"/>
                </a:lnTo>
                <a:lnTo>
                  <a:pt x="136" y="97"/>
                </a:lnTo>
                <a:lnTo>
                  <a:pt x="137" y="98"/>
                </a:lnTo>
                <a:lnTo>
                  <a:pt x="138" y="98"/>
                </a:lnTo>
                <a:lnTo>
                  <a:pt x="138" y="99"/>
                </a:lnTo>
                <a:lnTo>
                  <a:pt x="139" y="100"/>
                </a:lnTo>
                <a:lnTo>
                  <a:pt x="140" y="100"/>
                </a:lnTo>
                <a:lnTo>
                  <a:pt x="141" y="99"/>
                </a:lnTo>
                <a:lnTo>
                  <a:pt x="142" y="99"/>
                </a:lnTo>
                <a:lnTo>
                  <a:pt x="142" y="98"/>
                </a:lnTo>
                <a:lnTo>
                  <a:pt x="143" y="98"/>
                </a:lnTo>
                <a:lnTo>
                  <a:pt x="144" y="98"/>
                </a:lnTo>
                <a:lnTo>
                  <a:pt x="144" y="97"/>
                </a:lnTo>
                <a:lnTo>
                  <a:pt x="144" y="96"/>
                </a:lnTo>
                <a:lnTo>
                  <a:pt x="143" y="96"/>
                </a:lnTo>
                <a:lnTo>
                  <a:pt x="141" y="96"/>
                </a:lnTo>
                <a:lnTo>
                  <a:pt x="141" y="95"/>
                </a:lnTo>
                <a:lnTo>
                  <a:pt x="141" y="94"/>
                </a:lnTo>
                <a:lnTo>
                  <a:pt x="140" y="94"/>
                </a:lnTo>
                <a:lnTo>
                  <a:pt x="139" y="93"/>
                </a:lnTo>
                <a:lnTo>
                  <a:pt x="140" y="92"/>
                </a:lnTo>
                <a:lnTo>
                  <a:pt x="139" y="92"/>
                </a:lnTo>
                <a:lnTo>
                  <a:pt x="139" y="91"/>
                </a:lnTo>
                <a:lnTo>
                  <a:pt x="139" y="90"/>
                </a:lnTo>
                <a:lnTo>
                  <a:pt x="139" y="89"/>
                </a:lnTo>
                <a:lnTo>
                  <a:pt x="138" y="88"/>
                </a:lnTo>
                <a:lnTo>
                  <a:pt x="137" y="88"/>
                </a:lnTo>
                <a:lnTo>
                  <a:pt x="138" y="87"/>
                </a:lnTo>
                <a:lnTo>
                  <a:pt x="137" y="86"/>
                </a:lnTo>
                <a:lnTo>
                  <a:pt x="137" y="85"/>
                </a:lnTo>
                <a:lnTo>
                  <a:pt x="137" y="84"/>
                </a:lnTo>
                <a:lnTo>
                  <a:pt x="136" y="84"/>
                </a:lnTo>
                <a:lnTo>
                  <a:pt x="137" y="83"/>
                </a:lnTo>
                <a:lnTo>
                  <a:pt x="137" y="82"/>
                </a:lnTo>
                <a:lnTo>
                  <a:pt x="137" y="81"/>
                </a:lnTo>
                <a:lnTo>
                  <a:pt x="137" y="80"/>
                </a:lnTo>
                <a:lnTo>
                  <a:pt x="136" y="79"/>
                </a:lnTo>
                <a:lnTo>
                  <a:pt x="136" y="78"/>
                </a:lnTo>
                <a:lnTo>
                  <a:pt x="137" y="78"/>
                </a:lnTo>
                <a:lnTo>
                  <a:pt x="135" y="78"/>
                </a:lnTo>
                <a:lnTo>
                  <a:pt x="134" y="79"/>
                </a:lnTo>
                <a:lnTo>
                  <a:pt x="133" y="80"/>
                </a:lnTo>
                <a:lnTo>
                  <a:pt x="132" y="80"/>
                </a:lnTo>
                <a:lnTo>
                  <a:pt x="132" y="81"/>
                </a:lnTo>
                <a:lnTo>
                  <a:pt x="130" y="81"/>
                </a:lnTo>
                <a:lnTo>
                  <a:pt x="129" y="80"/>
                </a:lnTo>
                <a:lnTo>
                  <a:pt x="129" y="79"/>
                </a:lnTo>
                <a:lnTo>
                  <a:pt x="130" y="79"/>
                </a:lnTo>
                <a:lnTo>
                  <a:pt x="129" y="78"/>
                </a:lnTo>
                <a:lnTo>
                  <a:pt x="128" y="78"/>
                </a:lnTo>
                <a:lnTo>
                  <a:pt x="128" y="79"/>
                </a:lnTo>
                <a:lnTo>
                  <a:pt x="127" y="78"/>
                </a:lnTo>
                <a:lnTo>
                  <a:pt x="127" y="77"/>
                </a:lnTo>
                <a:lnTo>
                  <a:pt x="127" y="76"/>
                </a:lnTo>
                <a:lnTo>
                  <a:pt x="128" y="76"/>
                </a:lnTo>
                <a:lnTo>
                  <a:pt x="128" y="75"/>
                </a:lnTo>
                <a:lnTo>
                  <a:pt x="128" y="74"/>
                </a:lnTo>
                <a:lnTo>
                  <a:pt x="129" y="73"/>
                </a:lnTo>
                <a:lnTo>
                  <a:pt x="130" y="73"/>
                </a:lnTo>
                <a:lnTo>
                  <a:pt x="130" y="72"/>
                </a:lnTo>
                <a:lnTo>
                  <a:pt x="129" y="71"/>
                </a:lnTo>
                <a:lnTo>
                  <a:pt x="129" y="70"/>
                </a:lnTo>
                <a:lnTo>
                  <a:pt x="128" y="70"/>
                </a:lnTo>
                <a:lnTo>
                  <a:pt x="127" y="69"/>
                </a:lnTo>
                <a:lnTo>
                  <a:pt x="127" y="68"/>
                </a:lnTo>
                <a:lnTo>
                  <a:pt x="128" y="68"/>
                </a:lnTo>
                <a:lnTo>
                  <a:pt x="128" y="67"/>
                </a:lnTo>
                <a:lnTo>
                  <a:pt x="128" y="68"/>
                </a:lnTo>
                <a:lnTo>
                  <a:pt x="129" y="68"/>
                </a:lnTo>
                <a:lnTo>
                  <a:pt x="130" y="68"/>
                </a:lnTo>
                <a:lnTo>
                  <a:pt x="131" y="68"/>
                </a:lnTo>
                <a:lnTo>
                  <a:pt x="132" y="68"/>
                </a:lnTo>
                <a:lnTo>
                  <a:pt x="133" y="68"/>
                </a:lnTo>
                <a:lnTo>
                  <a:pt x="133" y="67"/>
                </a:lnTo>
                <a:lnTo>
                  <a:pt x="134" y="68"/>
                </a:lnTo>
                <a:lnTo>
                  <a:pt x="135" y="67"/>
                </a:lnTo>
                <a:lnTo>
                  <a:pt x="136" y="67"/>
                </a:lnTo>
                <a:lnTo>
                  <a:pt x="136" y="66"/>
                </a:lnTo>
                <a:lnTo>
                  <a:pt x="136" y="65"/>
                </a:lnTo>
                <a:lnTo>
                  <a:pt x="137" y="65"/>
                </a:lnTo>
                <a:lnTo>
                  <a:pt x="137" y="64"/>
                </a:lnTo>
                <a:lnTo>
                  <a:pt x="137" y="63"/>
                </a:lnTo>
                <a:lnTo>
                  <a:pt x="138" y="63"/>
                </a:lnTo>
                <a:lnTo>
                  <a:pt x="138" y="62"/>
                </a:lnTo>
                <a:lnTo>
                  <a:pt x="139" y="62"/>
                </a:lnTo>
                <a:lnTo>
                  <a:pt x="140" y="61"/>
                </a:lnTo>
                <a:lnTo>
                  <a:pt x="141" y="61"/>
                </a:lnTo>
                <a:lnTo>
                  <a:pt x="141" y="60"/>
                </a:lnTo>
                <a:lnTo>
                  <a:pt x="142" y="60"/>
                </a:lnTo>
                <a:lnTo>
                  <a:pt x="143" y="60"/>
                </a:lnTo>
                <a:lnTo>
                  <a:pt x="143" y="59"/>
                </a:lnTo>
                <a:lnTo>
                  <a:pt x="143" y="60"/>
                </a:lnTo>
                <a:lnTo>
                  <a:pt x="144" y="61"/>
                </a:lnTo>
                <a:lnTo>
                  <a:pt x="144" y="62"/>
                </a:lnTo>
                <a:lnTo>
                  <a:pt x="144" y="63"/>
                </a:lnTo>
                <a:lnTo>
                  <a:pt x="144" y="64"/>
                </a:lnTo>
                <a:lnTo>
                  <a:pt x="145" y="64"/>
                </a:lnTo>
                <a:lnTo>
                  <a:pt x="145" y="65"/>
                </a:lnTo>
                <a:lnTo>
                  <a:pt x="146" y="65"/>
                </a:lnTo>
                <a:lnTo>
                  <a:pt x="147" y="65"/>
                </a:lnTo>
                <a:lnTo>
                  <a:pt x="147" y="64"/>
                </a:lnTo>
                <a:lnTo>
                  <a:pt x="148" y="64"/>
                </a:lnTo>
                <a:lnTo>
                  <a:pt x="149" y="64"/>
                </a:lnTo>
                <a:lnTo>
                  <a:pt x="149" y="62"/>
                </a:lnTo>
                <a:lnTo>
                  <a:pt x="149" y="61"/>
                </a:lnTo>
                <a:lnTo>
                  <a:pt x="150" y="61"/>
                </a:lnTo>
                <a:lnTo>
                  <a:pt x="151" y="60"/>
                </a:lnTo>
                <a:lnTo>
                  <a:pt x="151" y="59"/>
                </a:lnTo>
                <a:lnTo>
                  <a:pt x="151" y="58"/>
                </a:lnTo>
                <a:lnTo>
                  <a:pt x="152" y="58"/>
                </a:lnTo>
                <a:lnTo>
                  <a:pt x="153" y="58"/>
                </a:lnTo>
                <a:lnTo>
                  <a:pt x="153" y="57"/>
                </a:lnTo>
                <a:lnTo>
                  <a:pt x="153" y="56"/>
                </a:lnTo>
                <a:lnTo>
                  <a:pt x="154" y="56"/>
                </a:lnTo>
                <a:lnTo>
                  <a:pt x="153" y="55"/>
                </a:lnTo>
                <a:lnTo>
                  <a:pt x="152" y="54"/>
                </a:lnTo>
                <a:lnTo>
                  <a:pt x="153" y="53"/>
                </a:lnTo>
                <a:lnTo>
                  <a:pt x="153" y="52"/>
                </a:lnTo>
                <a:lnTo>
                  <a:pt x="152" y="52"/>
                </a:lnTo>
                <a:lnTo>
                  <a:pt x="152" y="51"/>
                </a:lnTo>
                <a:lnTo>
                  <a:pt x="153" y="50"/>
                </a:lnTo>
                <a:lnTo>
                  <a:pt x="152" y="49"/>
                </a:lnTo>
                <a:lnTo>
                  <a:pt x="153" y="49"/>
                </a:lnTo>
                <a:lnTo>
                  <a:pt x="154" y="49"/>
                </a:lnTo>
                <a:lnTo>
                  <a:pt x="155" y="49"/>
                </a:lnTo>
                <a:lnTo>
                  <a:pt x="156" y="49"/>
                </a:lnTo>
                <a:lnTo>
                  <a:pt x="157" y="49"/>
                </a:lnTo>
                <a:lnTo>
                  <a:pt x="158" y="49"/>
                </a:lnTo>
                <a:lnTo>
                  <a:pt x="158" y="48"/>
                </a:lnTo>
                <a:lnTo>
                  <a:pt x="158" y="46"/>
                </a:lnTo>
                <a:lnTo>
                  <a:pt x="159" y="46"/>
                </a:lnTo>
                <a:lnTo>
                  <a:pt x="159" y="45"/>
                </a:lnTo>
                <a:lnTo>
                  <a:pt x="159" y="44"/>
                </a:lnTo>
                <a:lnTo>
                  <a:pt x="160" y="44"/>
                </a:lnTo>
                <a:lnTo>
                  <a:pt x="160" y="43"/>
                </a:lnTo>
                <a:lnTo>
                  <a:pt x="161" y="43"/>
                </a:lnTo>
                <a:lnTo>
                  <a:pt x="161" y="42"/>
                </a:lnTo>
                <a:lnTo>
                  <a:pt x="162" y="42"/>
                </a:lnTo>
                <a:lnTo>
                  <a:pt x="162" y="43"/>
                </a:lnTo>
                <a:lnTo>
                  <a:pt x="163" y="42"/>
                </a:lnTo>
                <a:lnTo>
                  <a:pt x="163" y="41"/>
                </a:lnTo>
                <a:lnTo>
                  <a:pt x="162" y="41"/>
                </a:lnTo>
                <a:lnTo>
                  <a:pt x="163" y="40"/>
                </a:lnTo>
                <a:lnTo>
                  <a:pt x="163" y="39"/>
                </a:lnTo>
                <a:lnTo>
                  <a:pt x="162" y="39"/>
                </a:lnTo>
                <a:lnTo>
                  <a:pt x="161" y="39"/>
                </a:lnTo>
                <a:lnTo>
                  <a:pt x="161" y="38"/>
                </a:lnTo>
                <a:lnTo>
                  <a:pt x="161" y="37"/>
                </a:lnTo>
                <a:lnTo>
                  <a:pt x="160" y="36"/>
                </a:lnTo>
                <a:lnTo>
                  <a:pt x="161" y="36"/>
                </a:lnTo>
                <a:lnTo>
                  <a:pt x="161" y="35"/>
                </a:lnTo>
                <a:lnTo>
                  <a:pt x="160" y="34"/>
                </a:lnTo>
                <a:lnTo>
                  <a:pt x="161" y="33"/>
                </a:lnTo>
                <a:lnTo>
                  <a:pt x="161" y="32"/>
                </a:lnTo>
                <a:lnTo>
                  <a:pt x="162" y="32"/>
                </a:lnTo>
                <a:lnTo>
                  <a:pt x="162" y="31"/>
                </a:lnTo>
                <a:lnTo>
                  <a:pt x="163" y="31"/>
                </a:lnTo>
                <a:lnTo>
                  <a:pt x="163" y="30"/>
                </a:lnTo>
                <a:lnTo>
                  <a:pt x="164" y="30"/>
                </a:lnTo>
                <a:lnTo>
                  <a:pt x="163" y="30"/>
                </a:lnTo>
                <a:lnTo>
                  <a:pt x="163" y="29"/>
                </a:lnTo>
                <a:lnTo>
                  <a:pt x="164" y="29"/>
                </a:lnTo>
                <a:lnTo>
                  <a:pt x="164" y="28"/>
                </a:lnTo>
                <a:lnTo>
                  <a:pt x="163" y="27"/>
                </a:lnTo>
                <a:lnTo>
                  <a:pt x="163" y="26"/>
                </a:lnTo>
                <a:lnTo>
                  <a:pt x="164" y="26"/>
                </a:lnTo>
                <a:lnTo>
                  <a:pt x="165" y="26"/>
                </a:lnTo>
                <a:lnTo>
                  <a:pt x="165" y="25"/>
                </a:lnTo>
                <a:lnTo>
                  <a:pt x="165" y="24"/>
                </a:lnTo>
                <a:lnTo>
                  <a:pt x="166" y="23"/>
                </a:lnTo>
                <a:lnTo>
                  <a:pt x="167" y="23"/>
                </a:lnTo>
                <a:lnTo>
                  <a:pt x="167" y="21"/>
                </a:lnTo>
                <a:lnTo>
                  <a:pt x="168" y="20"/>
                </a:lnTo>
                <a:lnTo>
                  <a:pt x="168" y="19"/>
                </a:lnTo>
                <a:lnTo>
                  <a:pt x="169" y="18"/>
                </a:lnTo>
                <a:lnTo>
                  <a:pt x="168" y="18"/>
                </a:lnTo>
                <a:lnTo>
                  <a:pt x="168" y="17"/>
                </a:lnTo>
                <a:lnTo>
                  <a:pt x="168" y="16"/>
                </a:lnTo>
                <a:lnTo>
                  <a:pt x="169" y="16"/>
                </a:lnTo>
                <a:lnTo>
                  <a:pt x="169" y="15"/>
                </a:lnTo>
                <a:lnTo>
                  <a:pt x="168" y="15"/>
                </a:lnTo>
                <a:lnTo>
                  <a:pt x="168" y="14"/>
                </a:lnTo>
                <a:lnTo>
                  <a:pt x="169" y="13"/>
                </a:lnTo>
                <a:lnTo>
                  <a:pt x="168" y="13"/>
                </a:lnTo>
                <a:lnTo>
                  <a:pt x="168" y="12"/>
                </a:lnTo>
                <a:lnTo>
                  <a:pt x="168" y="11"/>
                </a:lnTo>
                <a:lnTo>
                  <a:pt x="169" y="10"/>
                </a:lnTo>
                <a:lnTo>
                  <a:pt x="169" y="9"/>
                </a:lnTo>
                <a:lnTo>
                  <a:pt x="170" y="9"/>
                </a:lnTo>
                <a:lnTo>
                  <a:pt x="170" y="8"/>
                </a:lnTo>
                <a:lnTo>
                  <a:pt x="169" y="8"/>
                </a:lnTo>
                <a:lnTo>
                  <a:pt x="170" y="8"/>
                </a:lnTo>
                <a:lnTo>
                  <a:pt x="170" y="7"/>
                </a:lnTo>
                <a:lnTo>
                  <a:pt x="169" y="7"/>
                </a:lnTo>
                <a:lnTo>
                  <a:pt x="169" y="8"/>
                </a:lnTo>
                <a:lnTo>
                  <a:pt x="168" y="8"/>
                </a:lnTo>
                <a:lnTo>
                  <a:pt x="168" y="7"/>
                </a:lnTo>
                <a:lnTo>
                  <a:pt x="167" y="7"/>
                </a:lnTo>
                <a:lnTo>
                  <a:pt x="167" y="6"/>
                </a:lnTo>
                <a:lnTo>
                  <a:pt x="168" y="6"/>
                </a:lnTo>
                <a:lnTo>
                  <a:pt x="169" y="5"/>
                </a:lnTo>
                <a:lnTo>
                  <a:pt x="170" y="5"/>
                </a:lnTo>
                <a:lnTo>
                  <a:pt x="171" y="5"/>
                </a:lnTo>
                <a:lnTo>
                  <a:pt x="171" y="4"/>
                </a:lnTo>
                <a:lnTo>
                  <a:pt x="170" y="5"/>
                </a:lnTo>
                <a:lnTo>
                  <a:pt x="169" y="5"/>
                </a:lnTo>
                <a:lnTo>
                  <a:pt x="170" y="4"/>
                </a:lnTo>
                <a:lnTo>
                  <a:pt x="169" y="4"/>
                </a:lnTo>
                <a:lnTo>
                  <a:pt x="169" y="3"/>
                </a:lnTo>
                <a:lnTo>
                  <a:pt x="170" y="3"/>
                </a:lnTo>
                <a:lnTo>
                  <a:pt x="171" y="3"/>
                </a:lnTo>
                <a:lnTo>
                  <a:pt x="171" y="2"/>
                </a:lnTo>
                <a:lnTo>
                  <a:pt x="172" y="2"/>
                </a:lnTo>
                <a:lnTo>
                  <a:pt x="173" y="2"/>
                </a:lnTo>
                <a:lnTo>
                  <a:pt x="174" y="1"/>
                </a:lnTo>
                <a:lnTo>
                  <a:pt x="174" y="2"/>
                </a:lnTo>
                <a:lnTo>
                  <a:pt x="175" y="2"/>
                </a:lnTo>
                <a:lnTo>
                  <a:pt x="176" y="3"/>
                </a:lnTo>
                <a:lnTo>
                  <a:pt x="177" y="2"/>
                </a:lnTo>
                <a:lnTo>
                  <a:pt x="177" y="1"/>
                </a:lnTo>
                <a:lnTo>
                  <a:pt x="178" y="1"/>
                </a:lnTo>
                <a:lnTo>
                  <a:pt x="179" y="1"/>
                </a:lnTo>
                <a:lnTo>
                  <a:pt x="180" y="1"/>
                </a:lnTo>
                <a:lnTo>
                  <a:pt x="180" y="0"/>
                </a:lnTo>
                <a:lnTo>
                  <a:pt x="180" y="1"/>
                </a:lnTo>
                <a:lnTo>
                  <a:pt x="181" y="1"/>
                </a:lnTo>
                <a:lnTo>
                  <a:pt x="182" y="1"/>
                </a:lnTo>
                <a:lnTo>
                  <a:pt x="182" y="0"/>
                </a:lnTo>
                <a:lnTo>
                  <a:pt x="183" y="0"/>
                </a:lnTo>
                <a:lnTo>
                  <a:pt x="184" y="0"/>
                </a:lnTo>
                <a:lnTo>
                  <a:pt x="185" y="0"/>
                </a:lnTo>
                <a:lnTo>
                  <a:pt x="185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4" name=""/>
          <p:cNvSpPr/>
          <p:nvPr/>
        </p:nvSpPr>
        <p:spPr>
          <a:xfrm>
            <a:off x="7096680" y="1764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5" name=""/>
          <p:cNvSpPr/>
          <p:nvPr/>
        </p:nvSpPr>
        <p:spPr>
          <a:xfrm>
            <a:off x="7100280" y="17625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3"/>
                </a:move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3" y="1"/>
                </a:lnTo>
                <a:lnTo>
                  <a:pt x="3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6" name=""/>
          <p:cNvSpPr/>
          <p:nvPr/>
        </p:nvSpPr>
        <p:spPr>
          <a:xfrm>
            <a:off x="7096680" y="176256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7" name=""/>
          <p:cNvSpPr/>
          <p:nvPr/>
        </p:nvSpPr>
        <p:spPr>
          <a:xfrm>
            <a:off x="7094520" y="1762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3"/>
                </a:moveTo>
                <a:lnTo>
                  <a:pt x="1" y="3"/>
                </a:lnTo>
                <a:lnTo>
                  <a:pt x="3" y="1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  <a:lnTo>
                  <a:pt x="1" y="4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8" name=""/>
          <p:cNvSpPr/>
          <p:nvPr/>
        </p:nvSpPr>
        <p:spPr>
          <a:xfrm>
            <a:off x="7095960" y="17614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2" y="2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9" name=""/>
          <p:cNvSpPr/>
          <p:nvPr/>
        </p:nvSpPr>
        <p:spPr>
          <a:xfrm>
            <a:off x="7105320" y="17568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0" name=""/>
          <p:cNvSpPr/>
          <p:nvPr/>
        </p:nvSpPr>
        <p:spPr>
          <a:xfrm>
            <a:off x="7107120" y="17546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1" name=""/>
          <p:cNvSpPr/>
          <p:nvPr/>
        </p:nvSpPr>
        <p:spPr>
          <a:xfrm>
            <a:off x="7106400" y="175428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2" name=""/>
          <p:cNvSpPr/>
          <p:nvPr/>
        </p:nvSpPr>
        <p:spPr>
          <a:xfrm>
            <a:off x="7105680" y="17539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3" name=""/>
          <p:cNvSpPr/>
          <p:nvPr/>
        </p:nvSpPr>
        <p:spPr>
          <a:xfrm>
            <a:off x="7105680" y="17514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4" name=""/>
          <p:cNvSpPr/>
          <p:nvPr/>
        </p:nvSpPr>
        <p:spPr>
          <a:xfrm>
            <a:off x="7107120" y="17510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5" name=""/>
          <p:cNvSpPr/>
          <p:nvPr/>
        </p:nvSpPr>
        <p:spPr>
          <a:xfrm>
            <a:off x="7108920" y="175068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6" name=""/>
          <p:cNvSpPr/>
          <p:nvPr/>
        </p:nvSpPr>
        <p:spPr>
          <a:xfrm>
            <a:off x="7107480" y="17503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7" name=""/>
          <p:cNvSpPr/>
          <p:nvPr/>
        </p:nvSpPr>
        <p:spPr>
          <a:xfrm>
            <a:off x="7106400" y="17492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8" name=""/>
          <p:cNvSpPr/>
          <p:nvPr/>
        </p:nvSpPr>
        <p:spPr>
          <a:xfrm>
            <a:off x="7106760" y="174924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2"/>
                </a:move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9" name=""/>
          <p:cNvSpPr/>
          <p:nvPr/>
        </p:nvSpPr>
        <p:spPr>
          <a:xfrm>
            <a:off x="7106040" y="1748880"/>
            <a:ext cx="720" cy="0"/>
          </a:xfrm>
          <a:custGeom>
            <a:avLst/>
            <a:gdLst/>
            <a:ahLst/>
            <a:rect l="0" t="0" r="r" b="b"/>
            <a:pathLst>
              <a:path w="2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0" name=""/>
          <p:cNvSpPr/>
          <p:nvPr/>
        </p:nvSpPr>
        <p:spPr>
          <a:xfrm>
            <a:off x="7105680" y="1748520"/>
            <a:ext cx="1080" cy="0"/>
          </a:xfrm>
          <a:custGeom>
            <a:avLst/>
            <a:gdLst/>
            <a:ahLst/>
            <a:rect l="0" t="0" r="r" b="b"/>
            <a:pathLst>
              <a:path w="3" h="0">
                <a:moveTo>
                  <a:pt x="3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1" name=""/>
          <p:cNvSpPr/>
          <p:nvPr/>
        </p:nvSpPr>
        <p:spPr>
          <a:xfrm>
            <a:off x="7104600" y="1745640"/>
            <a:ext cx="2160" cy="2520"/>
          </a:xfrm>
          <a:custGeom>
            <a:avLst/>
            <a:gdLst/>
            <a:ahLst/>
            <a:rect l="0" t="0" r="r" b="b"/>
            <a:pathLst>
              <a:path w="6" h="7">
                <a:moveTo>
                  <a:pt x="4" y="4"/>
                </a:moveTo>
                <a:lnTo>
                  <a:pt x="2" y="4"/>
                </a:lnTo>
                <a:lnTo>
                  <a:pt x="4" y="4"/>
                </a:lnTo>
                <a:lnTo>
                  <a:pt x="4" y="5"/>
                </a:lnTo>
                <a:lnTo>
                  <a:pt x="4" y="4"/>
                </a:lnTo>
                <a:lnTo>
                  <a:pt x="4" y="5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6" y="7"/>
                </a:lnTo>
                <a:lnTo>
                  <a:pt x="5" y="7"/>
                </a:lnTo>
                <a:lnTo>
                  <a:pt x="5" y="5"/>
                </a:lnTo>
                <a:lnTo>
                  <a:pt x="5" y="7"/>
                </a:lnTo>
                <a:lnTo>
                  <a:pt x="4" y="7"/>
                </a:lnTo>
                <a:lnTo>
                  <a:pt x="4" y="5"/>
                </a:lnTo>
                <a:lnTo>
                  <a:pt x="2" y="5"/>
                </a:lnTo>
                <a:lnTo>
                  <a:pt x="1" y="5"/>
                </a:lnTo>
                <a:lnTo>
                  <a:pt x="0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2"/>
                </a:lnTo>
                <a:lnTo>
                  <a:pt x="4" y="2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2" name=""/>
          <p:cNvSpPr/>
          <p:nvPr/>
        </p:nvSpPr>
        <p:spPr>
          <a:xfrm>
            <a:off x="7112160" y="17409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3" name=""/>
          <p:cNvSpPr/>
          <p:nvPr/>
        </p:nvSpPr>
        <p:spPr>
          <a:xfrm>
            <a:off x="7111800" y="17406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4" name=""/>
          <p:cNvSpPr/>
          <p:nvPr/>
        </p:nvSpPr>
        <p:spPr>
          <a:xfrm>
            <a:off x="7110360" y="17366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3"/>
                </a:move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4" y="3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4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5" name=""/>
          <p:cNvSpPr/>
          <p:nvPr/>
        </p:nvSpPr>
        <p:spPr>
          <a:xfrm>
            <a:off x="7113600" y="17348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2"/>
                </a:moveTo>
                <a:lnTo>
                  <a:pt x="2" y="2"/>
                </a:lnTo>
                <a:lnTo>
                  <a:pt x="2" y="3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1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6" name=""/>
          <p:cNvSpPr/>
          <p:nvPr/>
        </p:nvSpPr>
        <p:spPr>
          <a:xfrm>
            <a:off x="7112160" y="1733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7" name=""/>
          <p:cNvSpPr/>
          <p:nvPr/>
        </p:nvSpPr>
        <p:spPr>
          <a:xfrm>
            <a:off x="7113240" y="1731960"/>
            <a:ext cx="1800" cy="2160"/>
          </a:xfrm>
          <a:custGeom>
            <a:avLst/>
            <a:gdLst/>
            <a:ahLst/>
            <a:rect l="0" t="0" r="r" b="b"/>
            <a:pathLst>
              <a:path w="5" h="6">
                <a:moveTo>
                  <a:pt x="2" y="3"/>
                </a:moveTo>
                <a:lnTo>
                  <a:pt x="2" y="4"/>
                </a:lnTo>
                <a:lnTo>
                  <a:pt x="2" y="5"/>
                </a:lnTo>
                <a:lnTo>
                  <a:pt x="0" y="6"/>
                </a:lnTo>
                <a:lnTo>
                  <a:pt x="1" y="5"/>
                </a:lnTo>
                <a:lnTo>
                  <a:pt x="2" y="3"/>
                </a:lnTo>
                <a:lnTo>
                  <a:pt x="2" y="1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5" y="3"/>
                </a:lnTo>
                <a:lnTo>
                  <a:pt x="4" y="3"/>
                </a:lnTo>
                <a:lnTo>
                  <a:pt x="2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8" name=""/>
          <p:cNvSpPr/>
          <p:nvPr/>
        </p:nvSpPr>
        <p:spPr>
          <a:xfrm>
            <a:off x="7106400" y="172800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3" y="3"/>
                </a:moveTo>
                <a:lnTo>
                  <a:pt x="3" y="5"/>
                </a:ln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4" y="5"/>
                </a:lnTo>
                <a:lnTo>
                  <a:pt x="4" y="3"/>
                </a:lnTo>
                <a:lnTo>
                  <a:pt x="3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9" name=""/>
          <p:cNvSpPr/>
          <p:nvPr/>
        </p:nvSpPr>
        <p:spPr>
          <a:xfrm>
            <a:off x="7106400" y="172116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2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0" name=""/>
          <p:cNvSpPr/>
          <p:nvPr/>
        </p:nvSpPr>
        <p:spPr>
          <a:xfrm>
            <a:off x="7111440" y="1719720"/>
            <a:ext cx="2160" cy="2880"/>
          </a:xfrm>
          <a:custGeom>
            <a:avLst/>
            <a:gdLst/>
            <a:ahLst/>
            <a:rect l="0" t="0" r="r" b="b"/>
            <a:pathLst>
              <a:path w="6" h="8">
                <a:moveTo>
                  <a:pt x="6" y="3"/>
                </a:move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6" y="6"/>
                </a:lnTo>
                <a:lnTo>
                  <a:pt x="5" y="8"/>
                </a:lnTo>
                <a:lnTo>
                  <a:pt x="3" y="8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1" y="6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6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1" name=""/>
          <p:cNvSpPr/>
          <p:nvPr/>
        </p:nvSpPr>
        <p:spPr>
          <a:xfrm>
            <a:off x="7107840" y="17200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2" name=""/>
          <p:cNvSpPr/>
          <p:nvPr/>
        </p:nvSpPr>
        <p:spPr>
          <a:xfrm>
            <a:off x="7107120" y="17193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3" name=""/>
          <p:cNvSpPr/>
          <p:nvPr/>
        </p:nvSpPr>
        <p:spPr>
          <a:xfrm>
            <a:off x="7111080" y="1717560"/>
            <a:ext cx="4320" cy="3240"/>
          </a:xfrm>
          <a:custGeom>
            <a:avLst/>
            <a:gdLst/>
            <a:ahLst/>
            <a:rect l="0" t="0" r="r" b="b"/>
            <a:pathLst>
              <a:path w="12" h="9">
                <a:moveTo>
                  <a:pt x="10" y="1"/>
                </a:move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1" y="5"/>
                </a:lnTo>
                <a:lnTo>
                  <a:pt x="11" y="6"/>
                </a:lnTo>
                <a:lnTo>
                  <a:pt x="11" y="8"/>
                </a:lnTo>
                <a:lnTo>
                  <a:pt x="10" y="8"/>
                </a:lnTo>
                <a:lnTo>
                  <a:pt x="10" y="9"/>
                </a:lnTo>
                <a:lnTo>
                  <a:pt x="8" y="9"/>
                </a:lnTo>
                <a:lnTo>
                  <a:pt x="8" y="8"/>
                </a:lnTo>
                <a:lnTo>
                  <a:pt x="6" y="8"/>
                </a:lnTo>
                <a:lnTo>
                  <a:pt x="5" y="6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2" y="4"/>
                </a:lnTo>
                <a:lnTo>
                  <a:pt x="1" y="4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10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4" name=""/>
          <p:cNvSpPr/>
          <p:nvPr/>
        </p:nvSpPr>
        <p:spPr>
          <a:xfrm>
            <a:off x="7113960" y="17168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5" name=""/>
          <p:cNvSpPr/>
          <p:nvPr/>
        </p:nvSpPr>
        <p:spPr>
          <a:xfrm>
            <a:off x="7103880" y="1715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6" name=""/>
          <p:cNvSpPr/>
          <p:nvPr/>
        </p:nvSpPr>
        <p:spPr>
          <a:xfrm>
            <a:off x="7111440" y="171036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0" y="4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7" name=""/>
          <p:cNvSpPr/>
          <p:nvPr/>
        </p:nvSpPr>
        <p:spPr>
          <a:xfrm>
            <a:off x="7103160" y="17028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8" name=""/>
          <p:cNvSpPr/>
          <p:nvPr/>
        </p:nvSpPr>
        <p:spPr>
          <a:xfrm>
            <a:off x="7103880" y="17020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9" name=""/>
          <p:cNvSpPr/>
          <p:nvPr/>
        </p:nvSpPr>
        <p:spPr>
          <a:xfrm>
            <a:off x="7102440" y="17010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4"/>
                </a:moveTo>
                <a:lnTo>
                  <a:pt x="3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0" name=""/>
          <p:cNvSpPr/>
          <p:nvPr/>
        </p:nvSpPr>
        <p:spPr>
          <a:xfrm>
            <a:off x="7103520" y="170100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1" name=""/>
          <p:cNvSpPr/>
          <p:nvPr/>
        </p:nvSpPr>
        <p:spPr>
          <a:xfrm>
            <a:off x="7106400" y="17010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2" name=""/>
          <p:cNvSpPr/>
          <p:nvPr/>
        </p:nvSpPr>
        <p:spPr>
          <a:xfrm>
            <a:off x="7104600" y="17010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3" name=""/>
          <p:cNvSpPr/>
          <p:nvPr/>
        </p:nvSpPr>
        <p:spPr>
          <a:xfrm>
            <a:off x="7106760" y="17002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4" name=""/>
          <p:cNvSpPr/>
          <p:nvPr/>
        </p:nvSpPr>
        <p:spPr>
          <a:xfrm>
            <a:off x="7109640" y="1698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5" name=""/>
          <p:cNvSpPr/>
          <p:nvPr/>
        </p:nvSpPr>
        <p:spPr>
          <a:xfrm>
            <a:off x="7112520" y="16772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2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1" y="3"/>
                </a:lnTo>
                <a:lnTo>
                  <a:pt x="0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6" name=""/>
          <p:cNvSpPr/>
          <p:nvPr/>
        </p:nvSpPr>
        <p:spPr>
          <a:xfrm>
            <a:off x="7113960" y="167580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7" name=""/>
          <p:cNvSpPr/>
          <p:nvPr/>
        </p:nvSpPr>
        <p:spPr>
          <a:xfrm>
            <a:off x="7104600" y="1654560"/>
            <a:ext cx="1080" cy="360"/>
          </a:xfrm>
          <a:custGeom>
            <a:avLst/>
            <a:gdLst/>
            <a:ahLst/>
            <a:rect l="0" t="0" r="r" b="b"/>
            <a:pathLst>
              <a:path w="3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2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8" name=""/>
          <p:cNvSpPr/>
          <p:nvPr/>
        </p:nvSpPr>
        <p:spPr>
          <a:xfrm>
            <a:off x="7115760" y="17499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9" name=""/>
          <p:cNvSpPr/>
          <p:nvPr/>
        </p:nvSpPr>
        <p:spPr>
          <a:xfrm>
            <a:off x="7114680" y="174708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2" y="4"/>
                </a:moveTo>
                <a:lnTo>
                  <a:pt x="2" y="5"/>
                </a:lnTo>
                <a:lnTo>
                  <a:pt x="1" y="4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lnTo>
                  <a:pt x="2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0" name=""/>
          <p:cNvSpPr/>
          <p:nvPr/>
        </p:nvSpPr>
        <p:spPr>
          <a:xfrm>
            <a:off x="7114320" y="174492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5" y="2"/>
                </a:moveTo>
                <a:lnTo>
                  <a:pt x="6" y="2"/>
                </a:lnTo>
                <a:lnTo>
                  <a:pt x="5" y="4"/>
                </a:lnTo>
                <a:lnTo>
                  <a:pt x="3" y="5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2" y="4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2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3" y="2"/>
                </a:lnTo>
                <a:lnTo>
                  <a:pt x="5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1" name=""/>
          <p:cNvSpPr/>
          <p:nvPr/>
        </p:nvSpPr>
        <p:spPr>
          <a:xfrm>
            <a:off x="7116120" y="17359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2" name=""/>
          <p:cNvSpPr/>
          <p:nvPr/>
        </p:nvSpPr>
        <p:spPr>
          <a:xfrm>
            <a:off x="7114680" y="17341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4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3" y="2"/>
                </a:lnTo>
                <a:lnTo>
                  <a:pt x="3" y="4"/>
                </a:lnTo>
                <a:lnTo>
                  <a:pt x="1" y="2"/>
                </a:lnTo>
                <a:lnTo>
                  <a:pt x="0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3" name=""/>
          <p:cNvSpPr/>
          <p:nvPr/>
        </p:nvSpPr>
        <p:spPr>
          <a:xfrm>
            <a:off x="7116480" y="172188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2"/>
                </a:moveTo>
                <a:lnTo>
                  <a:pt x="0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4" name=""/>
          <p:cNvSpPr/>
          <p:nvPr/>
        </p:nvSpPr>
        <p:spPr>
          <a:xfrm>
            <a:off x="7114320" y="1716120"/>
            <a:ext cx="4680" cy="6120"/>
          </a:xfrm>
          <a:custGeom>
            <a:avLst/>
            <a:gdLst/>
            <a:ahLst/>
            <a:rect l="0" t="0" r="r" b="b"/>
            <a:pathLst>
              <a:path w="13" h="17">
                <a:moveTo>
                  <a:pt x="12" y="5"/>
                </a:move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3" y="7"/>
                </a:lnTo>
                <a:lnTo>
                  <a:pt x="13" y="8"/>
                </a:lnTo>
                <a:lnTo>
                  <a:pt x="13" y="9"/>
                </a:lnTo>
                <a:lnTo>
                  <a:pt x="13" y="10"/>
                </a:lnTo>
                <a:lnTo>
                  <a:pt x="12" y="10"/>
                </a:lnTo>
                <a:lnTo>
                  <a:pt x="11" y="12"/>
                </a:lnTo>
                <a:lnTo>
                  <a:pt x="12" y="12"/>
                </a:lnTo>
                <a:lnTo>
                  <a:pt x="13" y="12"/>
                </a:lnTo>
                <a:lnTo>
                  <a:pt x="13" y="13"/>
                </a:lnTo>
                <a:lnTo>
                  <a:pt x="12" y="13"/>
                </a:lnTo>
                <a:lnTo>
                  <a:pt x="11" y="13"/>
                </a:lnTo>
                <a:lnTo>
                  <a:pt x="11" y="14"/>
                </a:lnTo>
                <a:lnTo>
                  <a:pt x="11" y="15"/>
                </a:lnTo>
                <a:lnTo>
                  <a:pt x="10" y="15"/>
                </a:lnTo>
                <a:lnTo>
                  <a:pt x="10" y="16"/>
                </a:lnTo>
                <a:lnTo>
                  <a:pt x="11" y="16"/>
                </a:lnTo>
                <a:lnTo>
                  <a:pt x="10" y="17"/>
                </a:lnTo>
                <a:lnTo>
                  <a:pt x="9" y="17"/>
                </a:lnTo>
                <a:lnTo>
                  <a:pt x="10" y="17"/>
                </a:lnTo>
                <a:lnTo>
                  <a:pt x="10" y="16"/>
                </a:lnTo>
                <a:lnTo>
                  <a:pt x="9" y="16"/>
                </a:lnTo>
                <a:lnTo>
                  <a:pt x="7" y="17"/>
                </a:lnTo>
                <a:lnTo>
                  <a:pt x="7" y="16"/>
                </a:lnTo>
                <a:lnTo>
                  <a:pt x="7" y="14"/>
                </a:lnTo>
                <a:lnTo>
                  <a:pt x="6" y="14"/>
                </a:lnTo>
                <a:lnTo>
                  <a:pt x="5" y="13"/>
                </a:lnTo>
                <a:lnTo>
                  <a:pt x="4" y="14"/>
                </a:lnTo>
                <a:lnTo>
                  <a:pt x="3" y="14"/>
                </a:lnTo>
                <a:lnTo>
                  <a:pt x="4" y="14"/>
                </a:lnTo>
                <a:lnTo>
                  <a:pt x="4" y="13"/>
                </a:lnTo>
                <a:lnTo>
                  <a:pt x="4" y="12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3" y="3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9" y="0"/>
                </a:lnTo>
                <a:lnTo>
                  <a:pt x="10" y="1"/>
                </a:lnTo>
                <a:lnTo>
                  <a:pt x="10" y="2"/>
                </a:lnTo>
                <a:lnTo>
                  <a:pt x="11" y="2"/>
                </a:lnTo>
                <a:lnTo>
                  <a:pt x="12" y="3"/>
                </a:lnTo>
                <a:lnTo>
                  <a:pt x="13" y="4"/>
                </a:lnTo>
                <a:lnTo>
                  <a:pt x="13" y="5"/>
                </a:lnTo>
                <a:lnTo>
                  <a:pt x="13" y="4"/>
                </a:lnTo>
                <a:lnTo>
                  <a:pt x="12" y="4"/>
                </a:lnTo>
                <a:lnTo>
                  <a:pt x="12" y="5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5" name=""/>
          <p:cNvSpPr/>
          <p:nvPr/>
        </p:nvSpPr>
        <p:spPr>
          <a:xfrm>
            <a:off x="7115040" y="17168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6" name=""/>
          <p:cNvSpPr/>
          <p:nvPr/>
        </p:nvSpPr>
        <p:spPr>
          <a:xfrm>
            <a:off x="7117560" y="1715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4"/>
                </a:moveTo>
                <a:lnTo>
                  <a:pt x="2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2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7" name=""/>
          <p:cNvSpPr/>
          <p:nvPr/>
        </p:nvSpPr>
        <p:spPr>
          <a:xfrm>
            <a:off x="7119720" y="1715040"/>
            <a:ext cx="2520" cy="2880"/>
          </a:xfrm>
          <a:custGeom>
            <a:avLst/>
            <a:gdLst/>
            <a:ahLst/>
            <a:rect l="0" t="0" r="r" b="b"/>
            <a:pathLst>
              <a:path w="7" h="8">
                <a:moveTo>
                  <a:pt x="4" y="5"/>
                </a:moveTo>
                <a:lnTo>
                  <a:pt x="5" y="5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3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6"/>
                </a:lnTo>
                <a:lnTo>
                  <a:pt x="3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6" y="2"/>
                </a:lnTo>
                <a:lnTo>
                  <a:pt x="5" y="2"/>
                </a:lnTo>
                <a:lnTo>
                  <a:pt x="4" y="4"/>
                </a:lnTo>
                <a:lnTo>
                  <a:pt x="4" y="5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8" name=""/>
          <p:cNvSpPr/>
          <p:nvPr/>
        </p:nvSpPr>
        <p:spPr>
          <a:xfrm>
            <a:off x="7117560" y="171468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9" name=""/>
          <p:cNvSpPr/>
          <p:nvPr/>
        </p:nvSpPr>
        <p:spPr>
          <a:xfrm>
            <a:off x="7118640" y="17143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0" name=""/>
          <p:cNvSpPr/>
          <p:nvPr/>
        </p:nvSpPr>
        <p:spPr>
          <a:xfrm>
            <a:off x="7119360" y="17139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1" name=""/>
          <p:cNvSpPr/>
          <p:nvPr/>
        </p:nvSpPr>
        <p:spPr>
          <a:xfrm>
            <a:off x="7118280" y="17089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2" name=""/>
          <p:cNvSpPr/>
          <p:nvPr/>
        </p:nvSpPr>
        <p:spPr>
          <a:xfrm>
            <a:off x="7119360" y="17064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3" name=""/>
          <p:cNvSpPr/>
          <p:nvPr/>
        </p:nvSpPr>
        <p:spPr>
          <a:xfrm>
            <a:off x="7118280" y="170352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4" name=""/>
          <p:cNvSpPr/>
          <p:nvPr/>
        </p:nvSpPr>
        <p:spPr>
          <a:xfrm>
            <a:off x="7118280" y="17020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1" y="2"/>
                </a:moveTo>
                <a:lnTo>
                  <a:pt x="1" y="4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5" name=""/>
          <p:cNvSpPr/>
          <p:nvPr/>
        </p:nvSpPr>
        <p:spPr>
          <a:xfrm>
            <a:off x="7120080" y="169704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2" y="0"/>
                </a:moveTo>
                <a:lnTo>
                  <a:pt x="2" y="2"/>
                </a:lnTo>
                <a:lnTo>
                  <a:pt x="2" y="3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6" name=""/>
          <p:cNvSpPr/>
          <p:nvPr/>
        </p:nvSpPr>
        <p:spPr>
          <a:xfrm>
            <a:off x="7119360" y="16970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7" name=""/>
          <p:cNvSpPr/>
          <p:nvPr/>
        </p:nvSpPr>
        <p:spPr>
          <a:xfrm>
            <a:off x="7119720" y="169128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2" y="7"/>
                </a:move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4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2" y="6"/>
                </a:lnTo>
                <a:lnTo>
                  <a:pt x="2" y="7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8" name=""/>
          <p:cNvSpPr/>
          <p:nvPr/>
        </p:nvSpPr>
        <p:spPr>
          <a:xfrm>
            <a:off x="7116480" y="1688760"/>
            <a:ext cx="4320" cy="3600"/>
          </a:xfrm>
          <a:custGeom>
            <a:avLst/>
            <a:gdLst/>
            <a:ahLst/>
            <a:rect l="0" t="0" r="r" b="b"/>
            <a:pathLst>
              <a:path w="12" h="10">
                <a:moveTo>
                  <a:pt x="10" y="7"/>
                </a:move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lnTo>
                  <a:pt x="0" y="9"/>
                </a:lnTo>
                <a:lnTo>
                  <a:pt x="0" y="10"/>
                </a:lnTo>
                <a:lnTo>
                  <a:pt x="0" y="9"/>
                </a:lnTo>
                <a:lnTo>
                  <a:pt x="1" y="8"/>
                </a:lnTo>
                <a:lnTo>
                  <a:pt x="2" y="7"/>
                </a:lnTo>
                <a:lnTo>
                  <a:pt x="3" y="6"/>
                </a:lnTo>
                <a:lnTo>
                  <a:pt x="4" y="5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2" y="1"/>
                </a:lnTo>
                <a:lnTo>
                  <a:pt x="12" y="2"/>
                </a:lnTo>
                <a:lnTo>
                  <a:pt x="11" y="4"/>
                </a:lnTo>
                <a:lnTo>
                  <a:pt x="10" y="6"/>
                </a:lnTo>
                <a:lnTo>
                  <a:pt x="10" y="7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9" name=""/>
          <p:cNvSpPr/>
          <p:nvPr/>
        </p:nvSpPr>
        <p:spPr>
          <a:xfrm>
            <a:off x="7119720" y="16855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0" name=""/>
          <p:cNvSpPr/>
          <p:nvPr/>
        </p:nvSpPr>
        <p:spPr>
          <a:xfrm>
            <a:off x="7119000" y="16855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1" name=""/>
          <p:cNvSpPr/>
          <p:nvPr/>
        </p:nvSpPr>
        <p:spPr>
          <a:xfrm>
            <a:off x="7119360" y="16851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2" name=""/>
          <p:cNvSpPr/>
          <p:nvPr/>
        </p:nvSpPr>
        <p:spPr>
          <a:xfrm>
            <a:off x="7119360" y="1684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3" name=""/>
          <p:cNvSpPr/>
          <p:nvPr/>
        </p:nvSpPr>
        <p:spPr>
          <a:xfrm>
            <a:off x="7116480" y="1683000"/>
            <a:ext cx="3240" cy="2880"/>
          </a:xfrm>
          <a:custGeom>
            <a:avLst/>
            <a:gdLst/>
            <a:ahLst/>
            <a:rect l="0" t="0" r="r" b="b"/>
            <a:pathLst>
              <a:path w="9" h="8">
                <a:moveTo>
                  <a:pt x="3" y="8"/>
                </a:moveTo>
                <a:lnTo>
                  <a:pt x="2" y="8"/>
                </a:lnTo>
                <a:lnTo>
                  <a:pt x="1" y="7"/>
                </a:lnTo>
                <a:lnTo>
                  <a:pt x="1" y="6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2"/>
                </a:lnTo>
                <a:lnTo>
                  <a:pt x="7" y="3"/>
                </a:lnTo>
                <a:lnTo>
                  <a:pt x="8" y="3"/>
                </a:lnTo>
                <a:lnTo>
                  <a:pt x="8" y="4"/>
                </a:lnTo>
                <a:lnTo>
                  <a:pt x="9" y="4"/>
                </a:lnTo>
                <a:lnTo>
                  <a:pt x="8" y="6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3" y="8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4" name=""/>
          <p:cNvSpPr/>
          <p:nvPr/>
        </p:nvSpPr>
        <p:spPr>
          <a:xfrm>
            <a:off x="7121160" y="16833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5" name=""/>
          <p:cNvSpPr/>
          <p:nvPr/>
        </p:nvSpPr>
        <p:spPr>
          <a:xfrm>
            <a:off x="7122240" y="168300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1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6" name=""/>
          <p:cNvSpPr/>
          <p:nvPr/>
        </p:nvSpPr>
        <p:spPr>
          <a:xfrm>
            <a:off x="7120440" y="168264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1"/>
                </a:move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  <a:lnTo>
                  <a:pt x="0" y="4"/>
                </a:lnTo>
                <a:lnTo>
                  <a:pt x="0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7" name=""/>
          <p:cNvSpPr/>
          <p:nvPr/>
        </p:nvSpPr>
        <p:spPr>
          <a:xfrm>
            <a:off x="7121880" y="16826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8" name=""/>
          <p:cNvSpPr/>
          <p:nvPr/>
        </p:nvSpPr>
        <p:spPr>
          <a:xfrm>
            <a:off x="7120800" y="16815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9" name=""/>
          <p:cNvSpPr/>
          <p:nvPr/>
        </p:nvSpPr>
        <p:spPr>
          <a:xfrm>
            <a:off x="7121880" y="16812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2"/>
                </a:move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3" y="4"/>
                </a:lnTo>
                <a:lnTo>
                  <a:pt x="3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0" name=""/>
          <p:cNvSpPr/>
          <p:nvPr/>
        </p:nvSpPr>
        <p:spPr>
          <a:xfrm>
            <a:off x="7122960" y="1680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1" name=""/>
          <p:cNvSpPr/>
          <p:nvPr/>
        </p:nvSpPr>
        <p:spPr>
          <a:xfrm>
            <a:off x="7122960" y="16808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2" name=""/>
          <p:cNvSpPr/>
          <p:nvPr/>
        </p:nvSpPr>
        <p:spPr>
          <a:xfrm>
            <a:off x="7113240" y="1676520"/>
            <a:ext cx="4320" cy="6480"/>
          </a:xfrm>
          <a:custGeom>
            <a:avLst/>
            <a:gdLst/>
            <a:ahLst/>
            <a:rect l="0" t="0" r="r" b="b"/>
            <a:pathLst>
              <a:path w="12" h="18">
                <a:moveTo>
                  <a:pt x="3" y="2"/>
                </a:move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8" y="7"/>
                </a:lnTo>
                <a:lnTo>
                  <a:pt x="9" y="7"/>
                </a:lnTo>
                <a:lnTo>
                  <a:pt x="10" y="8"/>
                </a:lnTo>
                <a:lnTo>
                  <a:pt x="9" y="8"/>
                </a:lnTo>
                <a:lnTo>
                  <a:pt x="9" y="9"/>
                </a:lnTo>
                <a:lnTo>
                  <a:pt x="10" y="10"/>
                </a:lnTo>
                <a:lnTo>
                  <a:pt x="10" y="11"/>
                </a:lnTo>
                <a:lnTo>
                  <a:pt x="10" y="12"/>
                </a:lnTo>
                <a:lnTo>
                  <a:pt x="12" y="13"/>
                </a:lnTo>
                <a:lnTo>
                  <a:pt x="12" y="14"/>
                </a:lnTo>
                <a:lnTo>
                  <a:pt x="10" y="14"/>
                </a:lnTo>
                <a:lnTo>
                  <a:pt x="8" y="15"/>
                </a:lnTo>
                <a:lnTo>
                  <a:pt x="7" y="15"/>
                </a:lnTo>
                <a:lnTo>
                  <a:pt x="7" y="16"/>
                </a:lnTo>
                <a:lnTo>
                  <a:pt x="6" y="16"/>
                </a:lnTo>
                <a:lnTo>
                  <a:pt x="5" y="18"/>
                </a:lnTo>
                <a:lnTo>
                  <a:pt x="4" y="18"/>
                </a:lnTo>
                <a:lnTo>
                  <a:pt x="3" y="18"/>
                </a:lnTo>
                <a:lnTo>
                  <a:pt x="2" y="18"/>
                </a:lnTo>
                <a:lnTo>
                  <a:pt x="2" y="16"/>
                </a:lnTo>
                <a:lnTo>
                  <a:pt x="2" y="15"/>
                </a:lnTo>
                <a:lnTo>
                  <a:pt x="0" y="15"/>
                </a:lnTo>
                <a:lnTo>
                  <a:pt x="0" y="14"/>
                </a:lnTo>
                <a:lnTo>
                  <a:pt x="2" y="13"/>
                </a:lnTo>
                <a:lnTo>
                  <a:pt x="2" y="12"/>
                </a:lnTo>
                <a:lnTo>
                  <a:pt x="2" y="10"/>
                </a:lnTo>
                <a:lnTo>
                  <a:pt x="0" y="10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2" y="6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3" name=""/>
          <p:cNvSpPr/>
          <p:nvPr/>
        </p:nvSpPr>
        <p:spPr>
          <a:xfrm>
            <a:off x="7117920" y="167832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4" name=""/>
          <p:cNvSpPr/>
          <p:nvPr/>
        </p:nvSpPr>
        <p:spPr>
          <a:xfrm>
            <a:off x="7118280" y="167724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3"/>
                </a:move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5" name=""/>
          <p:cNvSpPr/>
          <p:nvPr/>
        </p:nvSpPr>
        <p:spPr>
          <a:xfrm>
            <a:off x="7115760" y="1676160"/>
            <a:ext cx="2520" cy="2520"/>
          </a:xfrm>
          <a:custGeom>
            <a:avLst/>
            <a:gdLst/>
            <a:ahLst/>
            <a:rect l="0" t="0" r="r" b="b"/>
            <a:pathLst>
              <a:path w="7" h="7">
                <a:moveTo>
                  <a:pt x="5" y="6"/>
                </a:moveTo>
                <a:lnTo>
                  <a:pt x="5" y="7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4" y="5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lnTo>
                  <a:pt x="6" y="4"/>
                </a:lnTo>
                <a:lnTo>
                  <a:pt x="6" y="5"/>
                </a:lnTo>
                <a:lnTo>
                  <a:pt x="5" y="6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6" name=""/>
          <p:cNvSpPr/>
          <p:nvPr/>
        </p:nvSpPr>
        <p:spPr>
          <a:xfrm>
            <a:off x="7117920" y="16768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7" name=""/>
          <p:cNvSpPr/>
          <p:nvPr/>
        </p:nvSpPr>
        <p:spPr>
          <a:xfrm>
            <a:off x="7119720" y="167256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4" y="5"/>
                </a:moveTo>
                <a:lnTo>
                  <a:pt x="3" y="5"/>
                </a:lnTo>
                <a:lnTo>
                  <a:pt x="2" y="5"/>
                </a:lnTo>
                <a:lnTo>
                  <a:pt x="2" y="2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6" y="2"/>
                </a:lnTo>
                <a:lnTo>
                  <a:pt x="4" y="5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8" name=""/>
          <p:cNvSpPr/>
          <p:nvPr/>
        </p:nvSpPr>
        <p:spPr>
          <a:xfrm>
            <a:off x="7116120" y="16675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9" name=""/>
          <p:cNvSpPr/>
          <p:nvPr/>
        </p:nvSpPr>
        <p:spPr>
          <a:xfrm>
            <a:off x="7117560" y="1666440"/>
            <a:ext cx="1440" cy="2520"/>
          </a:xfrm>
          <a:custGeom>
            <a:avLst/>
            <a:gdLst/>
            <a:ahLst/>
            <a:rect l="0" t="0" r="r" b="b"/>
            <a:pathLst>
              <a:path w="4" h="7">
                <a:moveTo>
                  <a:pt x="3" y="5"/>
                </a:moveTo>
                <a:lnTo>
                  <a:pt x="3" y="6"/>
                </a:lnTo>
                <a:lnTo>
                  <a:pt x="2" y="6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0" name=""/>
          <p:cNvSpPr/>
          <p:nvPr/>
        </p:nvSpPr>
        <p:spPr>
          <a:xfrm>
            <a:off x="7121520" y="1655280"/>
            <a:ext cx="1440" cy="1800"/>
          </a:xfrm>
          <a:custGeom>
            <a:avLst/>
            <a:gdLst/>
            <a:ahLst/>
            <a:rect l="0" t="0" r="r" b="b"/>
            <a:pathLst>
              <a:path w="4" h="5">
                <a:moveTo>
                  <a:pt x="0" y="3"/>
                </a:move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0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1" name=""/>
          <p:cNvSpPr/>
          <p:nvPr/>
        </p:nvSpPr>
        <p:spPr>
          <a:xfrm>
            <a:off x="7120800" y="165312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7" y="6"/>
                </a:moveTo>
                <a:lnTo>
                  <a:pt x="7" y="8"/>
                </a:lnTo>
                <a:lnTo>
                  <a:pt x="3" y="5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8" y="4"/>
                </a:lnTo>
                <a:lnTo>
                  <a:pt x="8" y="5"/>
                </a:lnTo>
                <a:lnTo>
                  <a:pt x="7" y="6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2" name=""/>
          <p:cNvSpPr/>
          <p:nvPr/>
        </p:nvSpPr>
        <p:spPr>
          <a:xfrm>
            <a:off x="7119720" y="1652760"/>
            <a:ext cx="2160" cy="720"/>
          </a:xfrm>
          <a:custGeom>
            <a:avLst/>
            <a:gdLst/>
            <a:ahLst/>
            <a:rect l="0" t="0" r="r" b="b"/>
            <a:pathLst>
              <a:path w="6" h="2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6" y="2"/>
                </a:lnTo>
                <a:lnTo>
                  <a:pt x="4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3" name=""/>
          <p:cNvSpPr/>
          <p:nvPr/>
        </p:nvSpPr>
        <p:spPr>
          <a:xfrm>
            <a:off x="7128000" y="17298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4" name=""/>
          <p:cNvSpPr/>
          <p:nvPr/>
        </p:nvSpPr>
        <p:spPr>
          <a:xfrm>
            <a:off x="7129080" y="17287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5" name=""/>
          <p:cNvSpPr/>
          <p:nvPr/>
        </p:nvSpPr>
        <p:spPr>
          <a:xfrm>
            <a:off x="7127640" y="170784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6" name=""/>
          <p:cNvSpPr/>
          <p:nvPr/>
        </p:nvSpPr>
        <p:spPr>
          <a:xfrm>
            <a:off x="7125840" y="17064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7" name=""/>
          <p:cNvSpPr/>
          <p:nvPr/>
        </p:nvSpPr>
        <p:spPr>
          <a:xfrm>
            <a:off x="7125840" y="170496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2"/>
                </a:moveTo>
                <a:lnTo>
                  <a:pt x="5" y="2"/>
                </a:lnTo>
                <a:lnTo>
                  <a:pt x="5" y="1"/>
                </a:lnTo>
                <a:lnTo>
                  <a:pt x="3" y="1"/>
                </a:lnTo>
                <a:lnTo>
                  <a:pt x="3" y="2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4"/>
                </a:lnTo>
                <a:lnTo>
                  <a:pt x="1" y="2"/>
                </a:lnTo>
                <a:lnTo>
                  <a:pt x="1" y="4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5" y="0"/>
                </a:lnTo>
                <a:lnTo>
                  <a:pt x="6" y="1"/>
                </a:lnTo>
                <a:lnTo>
                  <a:pt x="6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8" name=""/>
          <p:cNvSpPr/>
          <p:nvPr/>
        </p:nvSpPr>
        <p:spPr>
          <a:xfrm>
            <a:off x="7126200" y="170388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2" y="2"/>
                </a:move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9" name=""/>
          <p:cNvSpPr/>
          <p:nvPr/>
        </p:nvSpPr>
        <p:spPr>
          <a:xfrm>
            <a:off x="7124760" y="169740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0" name=""/>
          <p:cNvSpPr/>
          <p:nvPr/>
        </p:nvSpPr>
        <p:spPr>
          <a:xfrm>
            <a:off x="7127280" y="16966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1" name=""/>
          <p:cNvSpPr/>
          <p:nvPr/>
        </p:nvSpPr>
        <p:spPr>
          <a:xfrm>
            <a:off x="7128000" y="16956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2" name=""/>
          <p:cNvSpPr/>
          <p:nvPr/>
        </p:nvSpPr>
        <p:spPr>
          <a:xfrm>
            <a:off x="7128000" y="16948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3" name=""/>
          <p:cNvSpPr/>
          <p:nvPr/>
        </p:nvSpPr>
        <p:spPr>
          <a:xfrm>
            <a:off x="7127280" y="16941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4" name=""/>
          <p:cNvSpPr/>
          <p:nvPr/>
        </p:nvSpPr>
        <p:spPr>
          <a:xfrm>
            <a:off x="7126920" y="1693080"/>
            <a:ext cx="3240" cy="2160"/>
          </a:xfrm>
          <a:custGeom>
            <a:avLst/>
            <a:gdLst/>
            <a:ahLst/>
            <a:rect l="0" t="0" r="r" b="b"/>
            <a:pathLst>
              <a:path w="9" h="6">
                <a:moveTo>
                  <a:pt x="7" y="5"/>
                </a:move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8" y="6"/>
                </a:lnTo>
                <a:lnTo>
                  <a:pt x="9" y="6"/>
                </a:lnTo>
                <a:lnTo>
                  <a:pt x="8" y="5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4"/>
                </a:lnTo>
                <a:lnTo>
                  <a:pt x="2" y="4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4" y="1"/>
                </a:lnTo>
                <a:lnTo>
                  <a:pt x="4" y="2"/>
                </a:lnTo>
                <a:lnTo>
                  <a:pt x="4" y="4"/>
                </a:lnTo>
                <a:lnTo>
                  <a:pt x="5" y="4"/>
                </a:lnTo>
                <a:lnTo>
                  <a:pt x="6" y="4"/>
                </a:lnTo>
                <a:lnTo>
                  <a:pt x="7" y="5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5" name=""/>
          <p:cNvSpPr/>
          <p:nvPr/>
        </p:nvSpPr>
        <p:spPr>
          <a:xfrm>
            <a:off x="7121160" y="1689840"/>
            <a:ext cx="6480" cy="6480"/>
          </a:xfrm>
          <a:custGeom>
            <a:avLst/>
            <a:gdLst/>
            <a:ahLst/>
            <a:rect l="0" t="0" r="r" b="b"/>
            <a:pathLst>
              <a:path w="18" h="18">
                <a:moveTo>
                  <a:pt x="10" y="5"/>
                </a:moveTo>
                <a:lnTo>
                  <a:pt x="10" y="6"/>
                </a:lnTo>
                <a:lnTo>
                  <a:pt x="10" y="7"/>
                </a:lnTo>
                <a:lnTo>
                  <a:pt x="11" y="7"/>
                </a:lnTo>
                <a:lnTo>
                  <a:pt x="11" y="8"/>
                </a:lnTo>
                <a:lnTo>
                  <a:pt x="12" y="9"/>
                </a:lnTo>
                <a:lnTo>
                  <a:pt x="14" y="9"/>
                </a:lnTo>
                <a:lnTo>
                  <a:pt x="14" y="10"/>
                </a:lnTo>
                <a:lnTo>
                  <a:pt x="14" y="9"/>
                </a:lnTo>
                <a:lnTo>
                  <a:pt x="14" y="10"/>
                </a:lnTo>
                <a:lnTo>
                  <a:pt x="14" y="9"/>
                </a:lnTo>
                <a:lnTo>
                  <a:pt x="15" y="10"/>
                </a:lnTo>
                <a:lnTo>
                  <a:pt x="16" y="11"/>
                </a:lnTo>
                <a:lnTo>
                  <a:pt x="17" y="11"/>
                </a:lnTo>
                <a:lnTo>
                  <a:pt x="17" y="12"/>
                </a:lnTo>
                <a:lnTo>
                  <a:pt x="18" y="13"/>
                </a:lnTo>
                <a:lnTo>
                  <a:pt x="17" y="14"/>
                </a:lnTo>
                <a:lnTo>
                  <a:pt x="17" y="13"/>
                </a:lnTo>
                <a:lnTo>
                  <a:pt x="17" y="14"/>
                </a:lnTo>
                <a:lnTo>
                  <a:pt x="17" y="15"/>
                </a:lnTo>
                <a:lnTo>
                  <a:pt x="16" y="16"/>
                </a:lnTo>
                <a:lnTo>
                  <a:pt x="16" y="17"/>
                </a:lnTo>
                <a:lnTo>
                  <a:pt x="15" y="17"/>
                </a:lnTo>
                <a:lnTo>
                  <a:pt x="15" y="18"/>
                </a:lnTo>
                <a:lnTo>
                  <a:pt x="14" y="18"/>
                </a:lnTo>
                <a:lnTo>
                  <a:pt x="14" y="17"/>
                </a:lnTo>
                <a:lnTo>
                  <a:pt x="15" y="17"/>
                </a:lnTo>
                <a:lnTo>
                  <a:pt x="15" y="16"/>
                </a:lnTo>
                <a:lnTo>
                  <a:pt x="14" y="16"/>
                </a:lnTo>
                <a:lnTo>
                  <a:pt x="13" y="16"/>
                </a:lnTo>
                <a:lnTo>
                  <a:pt x="13" y="17"/>
                </a:lnTo>
                <a:lnTo>
                  <a:pt x="12" y="17"/>
                </a:lnTo>
                <a:lnTo>
                  <a:pt x="13" y="16"/>
                </a:lnTo>
                <a:lnTo>
                  <a:pt x="12" y="16"/>
                </a:lnTo>
                <a:lnTo>
                  <a:pt x="11" y="16"/>
                </a:lnTo>
                <a:lnTo>
                  <a:pt x="11" y="17"/>
                </a:lnTo>
                <a:lnTo>
                  <a:pt x="10" y="17"/>
                </a:lnTo>
                <a:lnTo>
                  <a:pt x="10" y="16"/>
                </a:lnTo>
                <a:lnTo>
                  <a:pt x="11" y="16"/>
                </a:lnTo>
                <a:lnTo>
                  <a:pt x="11" y="15"/>
                </a:lnTo>
                <a:lnTo>
                  <a:pt x="10" y="15"/>
                </a:lnTo>
                <a:lnTo>
                  <a:pt x="10" y="16"/>
                </a:lnTo>
                <a:lnTo>
                  <a:pt x="10" y="15"/>
                </a:lnTo>
                <a:lnTo>
                  <a:pt x="9" y="13"/>
                </a:lnTo>
                <a:lnTo>
                  <a:pt x="9" y="12"/>
                </a:lnTo>
                <a:lnTo>
                  <a:pt x="8" y="12"/>
                </a:lnTo>
                <a:lnTo>
                  <a:pt x="7" y="10"/>
                </a:lnTo>
                <a:lnTo>
                  <a:pt x="6" y="10"/>
                </a:lnTo>
                <a:lnTo>
                  <a:pt x="5" y="10"/>
                </a:lnTo>
                <a:lnTo>
                  <a:pt x="4" y="11"/>
                </a:lnTo>
                <a:lnTo>
                  <a:pt x="4" y="12"/>
                </a:lnTo>
                <a:lnTo>
                  <a:pt x="2" y="11"/>
                </a:lnTo>
                <a:lnTo>
                  <a:pt x="1" y="11"/>
                </a:lnTo>
                <a:lnTo>
                  <a:pt x="0" y="11"/>
                </a:lnTo>
                <a:lnTo>
                  <a:pt x="0" y="10"/>
                </a:lnTo>
                <a:lnTo>
                  <a:pt x="1" y="9"/>
                </a:lnTo>
                <a:lnTo>
                  <a:pt x="1" y="8"/>
                </a:lnTo>
                <a:lnTo>
                  <a:pt x="2" y="6"/>
                </a:lnTo>
                <a:lnTo>
                  <a:pt x="2" y="4"/>
                </a:lnTo>
                <a:lnTo>
                  <a:pt x="2" y="3"/>
                </a:lnTo>
                <a:lnTo>
                  <a:pt x="4" y="3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7" y="1"/>
                </a:lnTo>
                <a:lnTo>
                  <a:pt x="8" y="1"/>
                </a:lnTo>
                <a:lnTo>
                  <a:pt x="9" y="0"/>
                </a:lnTo>
                <a:lnTo>
                  <a:pt x="9" y="1"/>
                </a:lnTo>
                <a:lnTo>
                  <a:pt x="10" y="3"/>
                </a:lnTo>
                <a:lnTo>
                  <a:pt x="10" y="4"/>
                </a:lnTo>
                <a:lnTo>
                  <a:pt x="10" y="5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6" name=""/>
          <p:cNvSpPr/>
          <p:nvPr/>
        </p:nvSpPr>
        <p:spPr>
          <a:xfrm>
            <a:off x="7126920" y="16927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7" name=""/>
          <p:cNvSpPr/>
          <p:nvPr/>
        </p:nvSpPr>
        <p:spPr>
          <a:xfrm>
            <a:off x="7127640" y="16923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0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8" name=""/>
          <p:cNvSpPr/>
          <p:nvPr/>
        </p:nvSpPr>
        <p:spPr>
          <a:xfrm>
            <a:off x="7127280" y="1690200"/>
            <a:ext cx="4320" cy="2880"/>
          </a:xfrm>
          <a:custGeom>
            <a:avLst/>
            <a:gdLst/>
            <a:ahLst/>
            <a:rect l="0" t="0" r="r" b="b"/>
            <a:pathLst>
              <a:path w="12" h="8">
                <a:moveTo>
                  <a:pt x="9" y="5"/>
                </a:moveTo>
                <a:lnTo>
                  <a:pt x="10" y="5"/>
                </a:lnTo>
                <a:lnTo>
                  <a:pt x="11" y="5"/>
                </a:lnTo>
                <a:lnTo>
                  <a:pt x="12" y="7"/>
                </a:lnTo>
                <a:lnTo>
                  <a:pt x="11" y="7"/>
                </a:lnTo>
                <a:lnTo>
                  <a:pt x="11" y="8"/>
                </a:lnTo>
                <a:lnTo>
                  <a:pt x="10" y="7"/>
                </a:lnTo>
                <a:lnTo>
                  <a:pt x="9" y="7"/>
                </a:lnTo>
                <a:lnTo>
                  <a:pt x="9" y="8"/>
                </a:lnTo>
                <a:lnTo>
                  <a:pt x="8" y="7"/>
                </a:lnTo>
                <a:lnTo>
                  <a:pt x="6" y="7"/>
                </a:lnTo>
                <a:lnTo>
                  <a:pt x="5" y="7"/>
                </a:lnTo>
                <a:lnTo>
                  <a:pt x="4" y="5"/>
                </a:lnTo>
                <a:lnTo>
                  <a:pt x="2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9" y="5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9" name=""/>
          <p:cNvSpPr/>
          <p:nvPr/>
        </p:nvSpPr>
        <p:spPr>
          <a:xfrm>
            <a:off x="7126560" y="16912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0" name=""/>
          <p:cNvSpPr/>
          <p:nvPr/>
        </p:nvSpPr>
        <p:spPr>
          <a:xfrm>
            <a:off x="7125840" y="1689840"/>
            <a:ext cx="1800" cy="720"/>
          </a:xfrm>
          <a:custGeom>
            <a:avLst/>
            <a:gdLst/>
            <a:ahLst/>
            <a:rect l="0" t="0" r="r" b="b"/>
            <a:pathLst>
              <a:path w="5" h="2">
                <a:moveTo>
                  <a:pt x="5" y="0"/>
                </a:move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1" name=""/>
          <p:cNvSpPr/>
          <p:nvPr/>
        </p:nvSpPr>
        <p:spPr>
          <a:xfrm>
            <a:off x="7125480" y="16894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2" name=""/>
          <p:cNvSpPr/>
          <p:nvPr/>
        </p:nvSpPr>
        <p:spPr>
          <a:xfrm>
            <a:off x="7127640" y="168912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3" name=""/>
          <p:cNvSpPr/>
          <p:nvPr/>
        </p:nvSpPr>
        <p:spPr>
          <a:xfrm>
            <a:off x="7127640" y="1687680"/>
            <a:ext cx="4320" cy="3600"/>
          </a:xfrm>
          <a:custGeom>
            <a:avLst/>
            <a:gdLst/>
            <a:ahLst/>
            <a:rect l="0" t="0" r="r" b="b"/>
            <a:pathLst>
              <a:path w="12" h="10">
                <a:moveTo>
                  <a:pt x="9" y="1"/>
                </a:moveTo>
                <a:lnTo>
                  <a:pt x="10" y="2"/>
                </a:lnTo>
                <a:lnTo>
                  <a:pt x="11" y="2"/>
                </a:lnTo>
                <a:lnTo>
                  <a:pt x="12" y="3"/>
                </a:lnTo>
                <a:lnTo>
                  <a:pt x="11" y="3"/>
                </a:lnTo>
                <a:lnTo>
                  <a:pt x="10" y="2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1" y="5"/>
                </a:lnTo>
                <a:lnTo>
                  <a:pt x="10" y="5"/>
                </a:lnTo>
                <a:lnTo>
                  <a:pt x="10" y="7"/>
                </a:lnTo>
                <a:lnTo>
                  <a:pt x="11" y="8"/>
                </a:lnTo>
                <a:lnTo>
                  <a:pt x="12" y="9"/>
                </a:lnTo>
                <a:lnTo>
                  <a:pt x="11" y="10"/>
                </a:lnTo>
                <a:lnTo>
                  <a:pt x="10" y="10"/>
                </a:lnTo>
                <a:lnTo>
                  <a:pt x="9" y="9"/>
                </a:lnTo>
                <a:lnTo>
                  <a:pt x="8" y="9"/>
                </a:lnTo>
                <a:lnTo>
                  <a:pt x="6" y="8"/>
                </a:lnTo>
                <a:lnTo>
                  <a:pt x="5" y="7"/>
                </a:lnTo>
                <a:lnTo>
                  <a:pt x="4" y="7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0"/>
                </a:lnTo>
                <a:lnTo>
                  <a:pt x="8" y="1"/>
                </a:lnTo>
                <a:lnTo>
                  <a:pt x="9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4" name=""/>
          <p:cNvSpPr/>
          <p:nvPr/>
        </p:nvSpPr>
        <p:spPr>
          <a:xfrm>
            <a:off x="7126200" y="168876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0"/>
                </a:move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5" name=""/>
          <p:cNvSpPr/>
          <p:nvPr/>
        </p:nvSpPr>
        <p:spPr>
          <a:xfrm>
            <a:off x="7128720" y="16862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6" name=""/>
          <p:cNvSpPr/>
          <p:nvPr/>
        </p:nvSpPr>
        <p:spPr>
          <a:xfrm>
            <a:off x="7130160" y="168336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0" y="2"/>
                </a:move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7" name=""/>
          <p:cNvSpPr/>
          <p:nvPr/>
        </p:nvSpPr>
        <p:spPr>
          <a:xfrm>
            <a:off x="7127280" y="168264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2" y="2"/>
                </a:move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8" name=""/>
          <p:cNvSpPr/>
          <p:nvPr/>
        </p:nvSpPr>
        <p:spPr>
          <a:xfrm>
            <a:off x="7124400" y="168264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lnTo>
                  <a:pt x="4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9" name=""/>
          <p:cNvSpPr/>
          <p:nvPr/>
        </p:nvSpPr>
        <p:spPr>
          <a:xfrm>
            <a:off x="7124040" y="168228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0" name=""/>
          <p:cNvSpPr/>
          <p:nvPr/>
        </p:nvSpPr>
        <p:spPr>
          <a:xfrm>
            <a:off x="7123320" y="16819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1" name=""/>
          <p:cNvSpPr/>
          <p:nvPr/>
        </p:nvSpPr>
        <p:spPr>
          <a:xfrm>
            <a:off x="7124760" y="1681560"/>
            <a:ext cx="2160" cy="1800"/>
          </a:xfrm>
          <a:custGeom>
            <a:avLst/>
            <a:gdLst/>
            <a:ahLst/>
            <a:rect l="0" t="0" r="r" b="b"/>
            <a:pathLst>
              <a:path w="6" h="5">
                <a:moveTo>
                  <a:pt x="6" y="5"/>
                </a:move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6" y="4"/>
                </a:lnTo>
                <a:lnTo>
                  <a:pt x="6" y="5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2" name=""/>
          <p:cNvSpPr/>
          <p:nvPr/>
        </p:nvSpPr>
        <p:spPr>
          <a:xfrm>
            <a:off x="7124400" y="1681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3" name=""/>
          <p:cNvSpPr/>
          <p:nvPr/>
        </p:nvSpPr>
        <p:spPr>
          <a:xfrm>
            <a:off x="7116840" y="1673280"/>
            <a:ext cx="15840" cy="10800"/>
          </a:xfrm>
          <a:custGeom>
            <a:avLst/>
            <a:gdLst/>
            <a:ahLst/>
            <a:rect l="0" t="0" r="r" b="b"/>
            <a:pathLst>
              <a:path w="44" h="30">
                <a:moveTo>
                  <a:pt x="6" y="2"/>
                </a:move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2" y="4"/>
                </a:lnTo>
                <a:lnTo>
                  <a:pt x="13" y="4"/>
                </a:lnTo>
                <a:lnTo>
                  <a:pt x="14" y="4"/>
                </a:lnTo>
                <a:lnTo>
                  <a:pt x="15" y="3"/>
                </a:lnTo>
                <a:lnTo>
                  <a:pt x="16" y="3"/>
                </a:lnTo>
                <a:lnTo>
                  <a:pt x="18" y="3"/>
                </a:lnTo>
                <a:lnTo>
                  <a:pt x="19" y="4"/>
                </a:lnTo>
                <a:lnTo>
                  <a:pt x="19" y="5"/>
                </a:lnTo>
                <a:lnTo>
                  <a:pt x="20" y="5"/>
                </a:lnTo>
                <a:lnTo>
                  <a:pt x="20" y="6"/>
                </a:lnTo>
                <a:lnTo>
                  <a:pt x="21" y="8"/>
                </a:lnTo>
                <a:lnTo>
                  <a:pt x="22" y="9"/>
                </a:lnTo>
                <a:lnTo>
                  <a:pt x="23" y="9"/>
                </a:lnTo>
                <a:lnTo>
                  <a:pt x="25" y="9"/>
                </a:lnTo>
                <a:lnTo>
                  <a:pt x="27" y="10"/>
                </a:lnTo>
                <a:lnTo>
                  <a:pt x="28" y="10"/>
                </a:lnTo>
                <a:lnTo>
                  <a:pt x="29" y="10"/>
                </a:lnTo>
                <a:lnTo>
                  <a:pt x="31" y="10"/>
                </a:lnTo>
                <a:lnTo>
                  <a:pt x="32" y="10"/>
                </a:lnTo>
                <a:lnTo>
                  <a:pt x="33" y="10"/>
                </a:lnTo>
                <a:lnTo>
                  <a:pt x="35" y="11"/>
                </a:lnTo>
                <a:lnTo>
                  <a:pt x="36" y="11"/>
                </a:lnTo>
                <a:lnTo>
                  <a:pt x="37" y="10"/>
                </a:lnTo>
                <a:lnTo>
                  <a:pt x="38" y="11"/>
                </a:lnTo>
                <a:lnTo>
                  <a:pt x="39" y="11"/>
                </a:lnTo>
                <a:lnTo>
                  <a:pt x="39" y="12"/>
                </a:lnTo>
                <a:lnTo>
                  <a:pt x="39" y="13"/>
                </a:lnTo>
                <a:lnTo>
                  <a:pt x="38" y="13"/>
                </a:lnTo>
                <a:lnTo>
                  <a:pt x="38" y="14"/>
                </a:lnTo>
                <a:lnTo>
                  <a:pt x="38" y="13"/>
                </a:lnTo>
                <a:lnTo>
                  <a:pt x="37" y="13"/>
                </a:lnTo>
                <a:lnTo>
                  <a:pt x="36" y="13"/>
                </a:lnTo>
                <a:lnTo>
                  <a:pt x="35" y="13"/>
                </a:lnTo>
                <a:lnTo>
                  <a:pt x="35" y="14"/>
                </a:lnTo>
                <a:lnTo>
                  <a:pt x="33" y="14"/>
                </a:lnTo>
                <a:lnTo>
                  <a:pt x="33" y="15"/>
                </a:lnTo>
                <a:lnTo>
                  <a:pt x="35" y="15"/>
                </a:lnTo>
                <a:lnTo>
                  <a:pt x="36" y="15"/>
                </a:lnTo>
                <a:lnTo>
                  <a:pt x="37" y="15"/>
                </a:lnTo>
                <a:lnTo>
                  <a:pt x="38" y="15"/>
                </a:lnTo>
                <a:lnTo>
                  <a:pt x="39" y="15"/>
                </a:lnTo>
                <a:lnTo>
                  <a:pt x="39" y="16"/>
                </a:lnTo>
                <a:lnTo>
                  <a:pt x="40" y="17"/>
                </a:lnTo>
                <a:lnTo>
                  <a:pt x="40" y="18"/>
                </a:lnTo>
                <a:lnTo>
                  <a:pt x="41" y="18"/>
                </a:lnTo>
                <a:lnTo>
                  <a:pt x="42" y="19"/>
                </a:lnTo>
                <a:lnTo>
                  <a:pt x="42" y="20"/>
                </a:lnTo>
                <a:lnTo>
                  <a:pt x="43" y="20"/>
                </a:lnTo>
                <a:lnTo>
                  <a:pt x="43" y="21"/>
                </a:lnTo>
                <a:lnTo>
                  <a:pt x="44" y="20"/>
                </a:lnTo>
                <a:lnTo>
                  <a:pt x="44" y="21"/>
                </a:lnTo>
                <a:lnTo>
                  <a:pt x="43" y="21"/>
                </a:lnTo>
                <a:lnTo>
                  <a:pt x="43" y="22"/>
                </a:lnTo>
                <a:lnTo>
                  <a:pt x="43" y="23"/>
                </a:lnTo>
                <a:lnTo>
                  <a:pt x="42" y="26"/>
                </a:lnTo>
                <a:lnTo>
                  <a:pt x="42" y="28"/>
                </a:lnTo>
                <a:lnTo>
                  <a:pt x="41" y="29"/>
                </a:lnTo>
                <a:lnTo>
                  <a:pt x="40" y="29"/>
                </a:lnTo>
                <a:lnTo>
                  <a:pt x="39" y="29"/>
                </a:lnTo>
                <a:lnTo>
                  <a:pt x="38" y="30"/>
                </a:lnTo>
                <a:lnTo>
                  <a:pt x="37" y="30"/>
                </a:lnTo>
                <a:lnTo>
                  <a:pt x="36" y="29"/>
                </a:lnTo>
                <a:lnTo>
                  <a:pt x="35" y="28"/>
                </a:lnTo>
                <a:lnTo>
                  <a:pt x="33" y="28"/>
                </a:lnTo>
                <a:lnTo>
                  <a:pt x="33" y="27"/>
                </a:lnTo>
                <a:lnTo>
                  <a:pt x="32" y="27"/>
                </a:lnTo>
                <a:lnTo>
                  <a:pt x="31" y="26"/>
                </a:lnTo>
                <a:lnTo>
                  <a:pt x="30" y="26"/>
                </a:lnTo>
                <a:lnTo>
                  <a:pt x="29" y="26"/>
                </a:lnTo>
                <a:lnTo>
                  <a:pt x="27" y="25"/>
                </a:lnTo>
                <a:lnTo>
                  <a:pt x="26" y="24"/>
                </a:lnTo>
                <a:lnTo>
                  <a:pt x="25" y="24"/>
                </a:lnTo>
                <a:lnTo>
                  <a:pt x="24" y="23"/>
                </a:lnTo>
                <a:lnTo>
                  <a:pt x="24" y="24"/>
                </a:lnTo>
                <a:lnTo>
                  <a:pt x="23" y="24"/>
                </a:lnTo>
                <a:lnTo>
                  <a:pt x="22" y="24"/>
                </a:lnTo>
                <a:lnTo>
                  <a:pt x="21" y="24"/>
                </a:lnTo>
                <a:lnTo>
                  <a:pt x="20" y="24"/>
                </a:lnTo>
                <a:lnTo>
                  <a:pt x="19" y="24"/>
                </a:lnTo>
                <a:lnTo>
                  <a:pt x="19" y="23"/>
                </a:lnTo>
                <a:lnTo>
                  <a:pt x="18" y="22"/>
                </a:lnTo>
                <a:lnTo>
                  <a:pt x="17" y="22"/>
                </a:lnTo>
                <a:lnTo>
                  <a:pt x="16" y="22"/>
                </a:lnTo>
                <a:lnTo>
                  <a:pt x="15" y="21"/>
                </a:lnTo>
                <a:lnTo>
                  <a:pt x="14" y="21"/>
                </a:lnTo>
                <a:lnTo>
                  <a:pt x="14" y="22"/>
                </a:lnTo>
                <a:lnTo>
                  <a:pt x="13" y="22"/>
                </a:lnTo>
                <a:lnTo>
                  <a:pt x="13" y="23"/>
                </a:lnTo>
                <a:lnTo>
                  <a:pt x="12" y="23"/>
                </a:lnTo>
                <a:lnTo>
                  <a:pt x="11" y="23"/>
                </a:lnTo>
                <a:lnTo>
                  <a:pt x="11" y="24"/>
                </a:lnTo>
                <a:lnTo>
                  <a:pt x="10" y="24"/>
                </a:lnTo>
                <a:lnTo>
                  <a:pt x="10" y="23"/>
                </a:lnTo>
                <a:lnTo>
                  <a:pt x="9" y="23"/>
                </a:lnTo>
                <a:lnTo>
                  <a:pt x="9" y="21"/>
                </a:lnTo>
                <a:lnTo>
                  <a:pt x="8" y="20"/>
                </a:lnTo>
                <a:lnTo>
                  <a:pt x="7" y="18"/>
                </a:lnTo>
                <a:lnTo>
                  <a:pt x="6" y="17"/>
                </a:lnTo>
                <a:lnTo>
                  <a:pt x="5" y="17"/>
                </a:lnTo>
                <a:lnTo>
                  <a:pt x="5" y="16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5" y="13"/>
                </a:lnTo>
                <a:lnTo>
                  <a:pt x="6" y="13"/>
                </a:lnTo>
                <a:lnTo>
                  <a:pt x="6" y="11"/>
                </a:lnTo>
                <a:lnTo>
                  <a:pt x="5" y="10"/>
                </a:lnTo>
                <a:lnTo>
                  <a:pt x="5" y="9"/>
                </a:lnTo>
                <a:lnTo>
                  <a:pt x="4" y="9"/>
                </a:lnTo>
                <a:lnTo>
                  <a:pt x="4" y="8"/>
                </a:lnTo>
                <a:lnTo>
                  <a:pt x="3" y="6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1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4" name=""/>
          <p:cNvSpPr/>
          <p:nvPr/>
        </p:nvSpPr>
        <p:spPr>
          <a:xfrm>
            <a:off x="7124760" y="1675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2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5" name=""/>
          <p:cNvSpPr/>
          <p:nvPr/>
        </p:nvSpPr>
        <p:spPr>
          <a:xfrm>
            <a:off x="7124760" y="1672560"/>
            <a:ext cx="2880" cy="2880"/>
          </a:xfrm>
          <a:custGeom>
            <a:avLst/>
            <a:gdLst/>
            <a:ahLst/>
            <a:rect l="0" t="0" r="r" b="b"/>
            <a:pathLst>
              <a:path w="8" h="8">
                <a:moveTo>
                  <a:pt x="6" y="1"/>
                </a:move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lnTo>
                  <a:pt x="7" y="3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1" y="7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6" name=""/>
          <p:cNvSpPr/>
          <p:nvPr/>
        </p:nvSpPr>
        <p:spPr>
          <a:xfrm>
            <a:off x="7124040" y="16714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4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7" name=""/>
          <p:cNvSpPr/>
          <p:nvPr/>
        </p:nvSpPr>
        <p:spPr>
          <a:xfrm>
            <a:off x="7126200" y="1671120"/>
            <a:ext cx="1080" cy="1080"/>
          </a:xfrm>
          <a:custGeom>
            <a:avLst/>
            <a:gdLst/>
            <a:ahLst/>
            <a:rect l="0" t="0" r="r" b="b"/>
            <a:pathLst>
              <a:path w="3" h="3">
                <a:moveTo>
                  <a:pt x="1" y="3"/>
                </a:moveTo>
                <a:lnTo>
                  <a:pt x="0" y="2"/>
                </a:lnTo>
                <a:lnTo>
                  <a:pt x="0" y="3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8" name=""/>
          <p:cNvSpPr/>
          <p:nvPr/>
        </p:nvSpPr>
        <p:spPr>
          <a:xfrm>
            <a:off x="7127640" y="167112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0" y="0"/>
                </a:move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9" name=""/>
          <p:cNvSpPr/>
          <p:nvPr/>
        </p:nvSpPr>
        <p:spPr>
          <a:xfrm>
            <a:off x="7127280" y="16707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0" name=""/>
          <p:cNvSpPr/>
          <p:nvPr/>
        </p:nvSpPr>
        <p:spPr>
          <a:xfrm>
            <a:off x="7128720" y="1669320"/>
            <a:ext cx="3240" cy="1800"/>
          </a:xfrm>
          <a:custGeom>
            <a:avLst/>
            <a:gdLst/>
            <a:ahLst/>
            <a:rect l="0" t="0" r="r" b="b"/>
            <a:pathLst>
              <a:path w="9" h="5">
                <a:moveTo>
                  <a:pt x="7" y="2"/>
                </a:moveTo>
                <a:lnTo>
                  <a:pt x="9" y="3"/>
                </a:lnTo>
                <a:lnTo>
                  <a:pt x="9" y="4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6" y="0"/>
                </a:lnTo>
                <a:lnTo>
                  <a:pt x="6" y="2"/>
                </a:lnTo>
                <a:lnTo>
                  <a:pt x="7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1" name=""/>
          <p:cNvSpPr/>
          <p:nvPr/>
        </p:nvSpPr>
        <p:spPr>
          <a:xfrm>
            <a:off x="7121160" y="1666440"/>
            <a:ext cx="7560" cy="5040"/>
          </a:xfrm>
          <a:custGeom>
            <a:avLst/>
            <a:gdLst/>
            <a:ahLst/>
            <a:rect l="0" t="0" r="r" b="b"/>
            <a:pathLst>
              <a:path w="21" h="14">
                <a:moveTo>
                  <a:pt x="17" y="1"/>
                </a:moveTo>
                <a:lnTo>
                  <a:pt x="18" y="1"/>
                </a:lnTo>
                <a:lnTo>
                  <a:pt x="19" y="1"/>
                </a:lnTo>
                <a:lnTo>
                  <a:pt x="20" y="1"/>
                </a:lnTo>
                <a:lnTo>
                  <a:pt x="19" y="1"/>
                </a:lnTo>
                <a:lnTo>
                  <a:pt x="19" y="2"/>
                </a:lnTo>
                <a:lnTo>
                  <a:pt x="19" y="3"/>
                </a:lnTo>
                <a:lnTo>
                  <a:pt x="20" y="4"/>
                </a:lnTo>
                <a:lnTo>
                  <a:pt x="21" y="4"/>
                </a:lnTo>
                <a:lnTo>
                  <a:pt x="21" y="5"/>
                </a:lnTo>
                <a:lnTo>
                  <a:pt x="20" y="7"/>
                </a:lnTo>
                <a:lnTo>
                  <a:pt x="19" y="7"/>
                </a:lnTo>
                <a:lnTo>
                  <a:pt x="19" y="5"/>
                </a:lnTo>
                <a:lnTo>
                  <a:pt x="19" y="7"/>
                </a:lnTo>
                <a:lnTo>
                  <a:pt x="20" y="9"/>
                </a:lnTo>
                <a:lnTo>
                  <a:pt x="20" y="8"/>
                </a:lnTo>
                <a:lnTo>
                  <a:pt x="21" y="9"/>
                </a:lnTo>
                <a:lnTo>
                  <a:pt x="20" y="9"/>
                </a:lnTo>
                <a:lnTo>
                  <a:pt x="20" y="10"/>
                </a:lnTo>
                <a:lnTo>
                  <a:pt x="20" y="12"/>
                </a:lnTo>
                <a:lnTo>
                  <a:pt x="20" y="14"/>
                </a:lnTo>
                <a:lnTo>
                  <a:pt x="19" y="14"/>
                </a:lnTo>
                <a:lnTo>
                  <a:pt x="19" y="13"/>
                </a:lnTo>
                <a:lnTo>
                  <a:pt x="18" y="13"/>
                </a:lnTo>
                <a:lnTo>
                  <a:pt x="17" y="13"/>
                </a:lnTo>
                <a:lnTo>
                  <a:pt x="16" y="12"/>
                </a:lnTo>
                <a:lnTo>
                  <a:pt x="15" y="12"/>
                </a:lnTo>
                <a:lnTo>
                  <a:pt x="13" y="12"/>
                </a:lnTo>
                <a:lnTo>
                  <a:pt x="12" y="12"/>
                </a:lnTo>
                <a:lnTo>
                  <a:pt x="11" y="11"/>
                </a:lnTo>
                <a:lnTo>
                  <a:pt x="10" y="11"/>
                </a:lnTo>
                <a:lnTo>
                  <a:pt x="7" y="9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2" y="7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6" y="4"/>
                </a:lnTo>
                <a:lnTo>
                  <a:pt x="7" y="3"/>
                </a:lnTo>
                <a:lnTo>
                  <a:pt x="8" y="3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3" y="1"/>
                </a:lnTo>
                <a:lnTo>
                  <a:pt x="14" y="1"/>
                </a:lnTo>
                <a:lnTo>
                  <a:pt x="14" y="0"/>
                </a:lnTo>
                <a:lnTo>
                  <a:pt x="15" y="0"/>
                </a:lnTo>
                <a:lnTo>
                  <a:pt x="16" y="1"/>
                </a:lnTo>
                <a:lnTo>
                  <a:pt x="16" y="2"/>
                </a:lnTo>
                <a:lnTo>
                  <a:pt x="17" y="2"/>
                </a:lnTo>
                <a:lnTo>
                  <a:pt x="17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2" name=""/>
          <p:cNvSpPr/>
          <p:nvPr/>
        </p:nvSpPr>
        <p:spPr>
          <a:xfrm>
            <a:off x="7130880" y="165960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1"/>
                </a:move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3" name=""/>
          <p:cNvSpPr/>
          <p:nvPr/>
        </p:nvSpPr>
        <p:spPr>
          <a:xfrm>
            <a:off x="7129080" y="16585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1" y="2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4" name=""/>
          <p:cNvSpPr/>
          <p:nvPr/>
        </p:nvSpPr>
        <p:spPr>
          <a:xfrm>
            <a:off x="7122960" y="165456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6" y="2"/>
                </a:moveTo>
                <a:lnTo>
                  <a:pt x="6" y="4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5" name=""/>
          <p:cNvSpPr/>
          <p:nvPr/>
        </p:nvSpPr>
        <p:spPr>
          <a:xfrm>
            <a:off x="7124400" y="165456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6" name=""/>
          <p:cNvSpPr/>
          <p:nvPr/>
        </p:nvSpPr>
        <p:spPr>
          <a:xfrm>
            <a:off x="7129800" y="1653120"/>
            <a:ext cx="1080" cy="720"/>
          </a:xfrm>
          <a:custGeom>
            <a:avLst/>
            <a:gdLst/>
            <a:ahLst/>
            <a:rect l="0" t="0" r="r" b="b"/>
            <a:pathLst>
              <a:path w="3" h="2">
                <a:moveTo>
                  <a:pt x="1" y="2"/>
                </a:move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7" name=""/>
          <p:cNvSpPr/>
          <p:nvPr/>
        </p:nvSpPr>
        <p:spPr>
          <a:xfrm>
            <a:off x="7131240" y="168804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8" name=""/>
          <p:cNvSpPr/>
          <p:nvPr/>
        </p:nvSpPr>
        <p:spPr>
          <a:xfrm>
            <a:off x="7132680" y="168768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3" y="0"/>
                </a:move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9" name=""/>
          <p:cNvSpPr/>
          <p:nvPr/>
        </p:nvSpPr>
        <p:spPr>
          <a:xfrm>
            <a:off x="7130160" y="1685880"/>
            <a:ext cx="2520" cy="1800"/>
          </a:xfrm>
          <a:custGeom>
            <a:avLst/>
            <a:gdLst/>
            <a:ahLst/>
            <a:rect l="0" t="0" r="r" b="b"/>
            <a:pathLst>
              <a:path w="7" h="5">
                <a:moveTo>
                  <a:pt x="7" y="1"/>
                </a:moveTo>
                <a:lnTo>
                  <a:pt x="7" y="3"/>
                </a:lnTo>
                <a:lnTo>
                  <a:pt x="6" y="3"/>
                </a:lnTo>
                <a:lnTo>
                  <a:pt x="7" y="4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0" name=""/>
          <p:cNvSpPr/>
          <p:nvPr/>
        </p:nvSpPr>
        <p:spPr>
          <a:xfrm>
            <a:off x="7131600" y="1683000"/>
            <a:ext cx="4320" cy="5760"/>
          </a:xfrm>
          <a:custGeom>
            <a:avLst/>
            <a:gdLst/>
            <a:ahLst/>
            <a:rect l="0" t="0" r="r" b="b"/>
            <a:pathLst>
              <a:path w="12" h="16">
                <a:moveTo>
                  <a:pt x="5" y="1"/>
                </a:move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10" y="1"/>
                </a:lnTo>
                <a:lnTo>
                  <a:pt x="11" y="1"/>
                </a:lnTo>
                <a:lnTo>
                  <a:pt x="11" y="2"/>
                </a:lnTo>
                <a:lnTo>
                  <a:pt x="11" y="3"/>
                </a:lnTo>
                <a:lnTo>
                  <a:pt x="11" y="4"/>
                </a:lnTo>
                <a:lnTo>
                  <a:pt x="12" y="4"/>
                </a:lnTo>
                <a:lnTo>
                  <a:pt x="11" y="4"/>
                </a:lnTo>
                <a:lnTo>
                  <a:pt x="9" y="4"/>
                </a:lnTo>
                <a:lnTo>
                  <a:pt x="10" y="5"/>
                </a:lnTo>
                <a:lnTo>
                  <a:pt x="11" y="5"/>
                </a:lnTo>
                <a:lnTo>
                  <a:pt x="12" y="5"/>
                </a:lnTo>
                <a:lnTo>
                  <a:pt x="12" y="6"/>
                </a:lnTo>
                <a:lnTo>
                  <a:pt x="11" y="7"/>
                </a:lnTo>
                <a:lnTo>
                  <a:pt x="12" y="7"/>
                </a:lnTo>
                <a:lnTo>
                  <a:pt x="12" y="8"/>
                </a:lnTo>
                <a:lnTo>
                  <a:pt x="11" y="8"/>
                </a:lnTo>
                <a:lnTo>
                  <a:pt x="10" y="9"/>
                </a:lnTo>
                <a:lnTo>
                  <a:pt x="9" y="10"/>
                </a:lnTo>
                <a:lnTo>
                  <a:pt x="8" y="10"/>
                </a:lnTo>
                <a:lnTo>
                  <a:pt x="8" y="11"/>
                </a:lnTo>
                <a:lnTo>
                  <a:pt x="8" y="12"/>
                </a:lnTo>
                <a:lnTo>
                  <a:pt x="9" y="12"/>
                </a:lnTo>
                <a:lnTo>
                  <a:pt x="10" y="14"/>
                </a:lnTo>
                <a:lnTo>
                  <a:pt x="10" y="15"/>
                </a:lnTo>
                <a:lnTo>
                  <a:pt x="10" y="16"/>
                </a:lnTo>
                <a:lnTo>
                  <a:pt x="9" y="16"/>
                </a:lnTo>
                <a:lnTo>
                  <a:pt x="9" y="15"/>
                </a:lnTo>
                <a:lnTo>
                  <a:pt x="8" y="16"/>
                </a:lnTo>
                <a:lnTo>
                  <a:pt x="6" y="15"/>
                </a:lnTo>
                <a:lnTo>
                  <a:pt x="6" y="14"/>
                </a:lnTo>
                <a:lnTo>
                  <a:pt x="5" y="14"/>
                </a:lnTo>
                <a:lnTo>
                  <a:pt x="5" y="12"/>
                </a:lnTo>
                <a:lnTo>
                  <a:pt x="5" y="11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5" y="8"/>
                </a:lnTo>
                <a:lnTo>
                  <a:pt x="5" y="7"/>
                </a:lnTo>
                <a:lnTo>
                  <a:pt x="5" y="6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3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1" name=""/>
          <p:cNvSpPr/>
          <p:nvPr/>
        </p:nvSpPr>
        <p:spPr>
          <a:xfrm>
            <a:off x="7136280" y="1683360"/>
            <a:ext cx="720" cy="1080"/>
          </a:xfrm>
          <a:custGeom>
            <a:avLst/>
            <a:gdLst/>
            <a:ahLst/>
            <a:rect l="0" t="0" r="r" b="b"/>
            <a:pathLst>
              <a:path w="2" h="3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2" name=""/>
          <p:cNvSpPr/>
          <p:nvPr/>
        </p:nvSpPr>
        <p:spPr>
          <a:xfrm>
            <a:off x="7136280" y="168300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3" name=""/>
          <p:cNvSpPr/>
          <p:nvPr/>
        </p:nvSpPr>
        <p:spPr>
          <a:xfrm>
            <a:off x="7135920" y="168228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4" name=""/>
          <p:cNvSpPr/>
          <p:nvPr/>
        </p:nvSpPr>
        <p:spPr>
          <a:xfrm>
            <a:off x="7133400" y="1679760"/>
            <a:ext cx="2160" cy="2880"/>
          </a:xfrm>
          <a:custGeom>
            <a:avLst/>
            <a:gdLst/>
            <a:ahLst/>
            <a:rect l="0" t="0" r="r" b="b"/>
            <a:pathLst>
              <a:path w="6" h="8">
                <a:moveTo>
                  <a:pt x="5" y="3"/>
                </a:move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  <a:lnTo>
                  <a:pt x="1" y="8"/>
                </a:lnTo>
                <a:lnTo>
                  <a:pt x="0" y="6"/>
                </a:lnTo>
                <a:lnTo>
                  <a:pt x="0" y="5"/>
                </a:ln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4" y="1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5" name=""/>
          <p:cNvSpPr/>
          <p:nvPr/>
        </p:nvSpPr>
        <p:spPr>
          <a:xfrm>
            <a:off x="7135200" y="167940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0" y="0"/>
                </a:moveTo>
                <a:lnTo>
                  <a:pt x="2" y="0"/>
                </a:lnTo>
                <a:lnTo>
                  <a:pt x="2" y="1"/>
                </a:lnTo>
                <a:lnTo>
                  <a:pt x="4" y="3"/>
                </a:ln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6" name=""/>
          <p:cNvSpPr/>
          <p:nvPr/>
        </p:nvSpPr>
        <p:spPr>
          <a:xfrm>
            <a:off x="7148160" y="1674720"/>
            <a:ext cx="1080" cy="1800"/>
          </a:xfrm>
          <a:custGeom>
            <a:avLst/>
            <a:gdLst/>
            <a:ahLst/>
            <a:rect l="0" t="0" r="r" b="b"/>
            <a:pathLst>
              <a:path w="3" h="5">
                <a:moveTo>
                  <a:pt x="2" y="3"/>
                </a:moveTo>
                <a:lnTo>
                  <a:pt x="0" y="5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7" name=""/>
          <p:cNvSpPr/>
          <p:nvPr/>
        </p:nvSpPr>
        <p:spPr>
          <a:xfrm>
            <a:off x="7146360" y="167328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8" name=""/>
          <p:cNvSpPr/>
          <p:nvPr/>
        </p:nvSpPr>
        <p:spPr>
          <a:xfrm>
            <a:off x="7144560" y="1671840"/>
            <a:ext cx="1800" cy="1800"/>
          </a:xfrm>
          <a:custGeom>
            <a:avLst/>
            <a:gdLst/>
            <a:ahLst/>
            <a:rect l="0" t="0" r="r" b="b"/>
            <a:pathLst>
              <a:path w="5" h="5">
                <a:moveTo>
                  <a:pt x="2" y="0"/>
                </a:moveTo>
                <a:lnTo>
                  <a:pt x="3" y="1"/>
                </a:lnTo>
                <a:lnTo>
                  <a:pt x="3" y="3"/>
                </a:lnTo>
                <a:lnTo>
                  <a:pt x="5" y="4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9" name=""/>
          <p:cNvSpPr/>
          <p:nvPr/>
        </p:nvSpPr>
        <p:spPr>
          <a:xfrm>
            <a:off x="7146000" y="1671840"/>
            <a:ext cx="720" cy="1800"/>
          </a:xfrm>
          <a:custGeom>
            <a:avLst/>
            <a:gdLst/>
            <a:ahLst/>
            <a:rect l="0" t="0" r="r" b="b"/>
            <a:pathLst>
              <a:path w="2" h="5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720" rIns="108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0" name=""/>
          <p:cNvSpPr/>
          <p:nvPr/>
        </p:nvSpPr>
        <p:spPr>
          <a:xfrm>
            <a:off x="7143480" y="167184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1"/>
                </a:move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1" name=""/>
          <p:cNvSpPr/>
          <p:nvPr/>
        </p:nvSpPr>
        <p:spPr>
          <a:xfrm>
            <a:off x="7141320" y="1672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2" name=""/>
          <p:cNvSpPr/>
          <p:nvPr/>
        </p:nvSpPr>
        <p:spPr>
          <a:xfrm>
            <a:off x="7137000" y="1671120"/>
            <a:ext cx="2160" cy="1440"/>
          </a:xfrm>
          <a:custGeom>
            <a:avLst/>
            <a:gdLst/>
            <a:ahLst/>
            <a:rect l="0" t="0" r="r" b="b"/>
            <a:pathLst>
              <a:path w="6" h="4">
                <a:moveTo>
                  <a:pt x="2" y="0"/>
                </a:moveTo>
                <a:lnTo>
                  <a:pt x="4" y="0"/>
                </a:lnTo>
                <a:lnTo>
                  <a:pt x="6" y="0"/>
                </a:lnTo>
                <a:lnTo>
                  <a:pt x="6" y="2"/>
                </a:lnTo>
                <a:lnTo>
                  <a:pt x="6" y="4"/>
                </a:lnTo>
                <a:lnTo>
                  <a:pt x="4" y="4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3" name=""/>
          <p:cNvSpPr/>
          <p:nvPr/>
        </p:nvSpPr>
        <p:spPr>
          <a:xfrm>
            <a:off x="7131600" y="1671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4" name=""/>
          <p:cNvSpPr/>
          <p:nvPr/>
        </p:nvSpPr>
        <p:spPr>
          <a:xfrm>
            <a:off x="7138800" y="167112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5" name=""/>
          <p:cNvSpPr/>
          <p:nvPr/>
        </p:nvSpPr>
        <p:spPr>
          <a:xfrm>
            <a:off x="7129800" y="1669320"/>
            <a:ext cx="5760" cy="2880"/>
          </a:xfrm>
          <a:custGeom>
            <a:avLst/>
            <a:gdLst/>
            <a:ahLst/>
            <a:rect l="0" t="0" r="r" b="b"/>
            <a:pathLst>
              <a:path w="16" h="8">
                <a:moveTo>
                  <a:pt x="16" y="4"/>
                </a:moveTo>
                <a:lnTo>
                  <a:pt x="16" y="5"/>
                </a:ln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lnTo>
                  <a:pt x="14" y="8"/>
                </a:lnTo>
                <a:lnTo>
                  <a:pt x="13" y="8"/>
                </a:lnTo>
                <a:lnTo>
                  <a:pt x="13" y="6"/>
                </a:lnTo>
                <a:lnTo>
                  <a:pt x="14" y="5"/>
                </a:lnTo>
                <a:lnTo>
                  <a:pt x="13" y="5"/>
                </a:lnTo>
                <a:lnTo>
                  <a:pt x="12" y="4"/>
                </a:lnTo>
                <a:lnTo>
                  <a:pt x="12" y="5"/>
                </a:lnTo>
                <a:lnTo>
                  <a:pt x="12" y="4"/>
                </a:lnTo>
                <a:lnTo>
                  <a:pt x="12" y="5"/>
                </a:lnTo>
                <a:lnTo>
                  <a:pt x="12" y="6"/>
                </a:lnTo>
                <a:lnTo>
                  <a:pt x="9" y="5"/>
                </a:lnTo>
                <a:lnTo>
                  <a:pt x="8" y="6"/>
                </a:lnTo>
                <a:lnTo>
                  <a:pt x="7" y="6"/>
                </a:lnTo>
                <a:lnTo>
                  <a:pt x="6" y="6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1" y="4"/>
                </a:lnTo>
                <a:lnTo>
                  <a:pt x="2" y="4"/>
                </a:lnTo>
                <a:lnTo>
                  <a:pt x="5" y="4"/>
                </a:lnTo>
                <a:lnTo>
                  <a:pt x="5" y="3"/>
                </a:lnTo>
                <a:lnTo>
                  <a:pt x="6" y="2"/>
                </a:lnTo>
                <a:lnTo>
                  <a:pt x="7" y="2"/>
                </a:lnTo>
                <a:lnTo>
                  <a:pt x="7" y="0"/>
                </a:lnTo>
                <a:lnTo>
                  <a:pt x="8" y="2"/>
                </a:lnTo>
                <a:lnTo>
                  <a:pt x="9" y="2"/>
                </a:lnTo>
                <a:lnTo>
                  <a:pt x="9" y="0"/>
                </a:lnTo>
                <a:lnTo>
                  <a:pt x="10" y="0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5" y="2"/>
                </a:lnTo>
                <a:lnTo>
                  <a:pt x="15" y="3"/>
                </a:lnTo>
                <a:lnTo>
                  <a:pt x="16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6" name=""/>
          <p:cNvSpPr/>
          <p:nvPr/>
        </p:nvSpPr>
        <p:spPr>
          <a:xfrm>
            <a:off x="7132680" y="166896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1" y="0"/>
                </a:moveTo>
                <a:lnTo>
                  <a:pt x="2" y="0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7" name=""/>
          <p:cNvSpPr/>
          <p:nvPr/>
        </p:nvSpPr>
        <p:spPr>
          <a:xfrm>
            <a:off x="7137000" y="166320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8" name=""/>
          <p:cNvSpPr/>
          <p:nvPr/>
        </p:nvSpPr>
        <p:spPr>
          <a:xfrm>
            <a:off x="7136280" y="166212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2" y="1"/>
                </a:lnTo>
                <a:lnTo>
                  <a:pt x="4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9" name=""/>
          <p:cNvSpPr/>
          <p:nvPr/>
        </p:nvSpPr>
        <p:spPr>
          <a:xfrm>
            <a:off x="7129800" y="1660680"/>
            <a:ext cx="6480" cy="3240"/>
          </a:xfrm>
          <a:custGeom>
            <a:avLst/>
            <a:gdLst/>
            <a:ahLst/>
            <a:rect l="0" t="0" r="r" b="b"/>
            <a:pathLst>
              <a:path w="18" h="9">
                <a:moveTo>
                  <a:pt x="10" y="0"/>
                </a:moveTo>
                <a:lnTo>
                  <a:pt x="10" y="1"/>
                </a:lnTo>
                <a:lnTo>
                  <a:pt x="10" y="2"/>
                </a:lnTo>
                <a:lnTo>
                  <a:pt x="12" y="3"/>
                </a:lnTo>
                <a:lnTo>
                  <a:pt x="13" y="3"/>
                </a:lnTo>
                <a:lnTo>
                  <a:pt x="13" y="2"/>
                </a:lnTo>
                <a:lnTo>
                  <a:pt x="14" y="2"/>
                </a:lnTo>
                <a:lnTo>
                  <a:pt x="15" y="3"/>
                </a:lnTo>
                <a:lnTo>
                  <a:pt x="16" y="3"/>
                </a:lnTo>
                <a:lnTo>
                  <a:pt x="16" y="5"/>
                </a:lnTo>
                <a:lnTo>
                  <a:pt x="17" y="5"/>
                </a:lnTo>
                <a:lnTo>
                  <a:pt x="16" y="6"/>
                </a:lnTo>
                <a:lnTo>
                  <a:pt x="17" y="7"/>
                </a:lnTo>
                <a:lnTo>
                  <a:pt x="17" y="8"/>
                </a:lnTo>
                <a:lnTo>
                  <a:pt x="18" y="8"/>
                </a:lnTo>
                <a:lnTo>
                  <a:pt x="17" y="9"/>
                </a:lnTo>
                <a:lnTo>
                  <a:pt x="16" y="8"/>
                </a:lnTo>
                <a:lnTo>
                  <a:pt x="15" y="8"/>
                </a:lnTo>
                <a:lnTo>
                  <a:pt x="14" y="7"/>
                </a:lnTo>
                <a:lnTo>
                  <a:pt x="13" y="7"/>
                </a:lnTo>
                <a:lnTo>
                  <a:pt x="12" y="7"/>
                </a:lnTo>
                <a:lnTo>
                  <a:pt x="10" y="7"/>
                </a:lnTo>
                <a:lnTo>
                  <a:pt x="10" y="8"/>
                </a:lnTo>
                <a:lnTo>
                  <a:pt x="9" y="8"/>
                </a:lnTo>
                <a:lnTo>
                  <a:pt x="9" y="7"/>
                </a:lnTo>
                <a:lnTo>
                  <a:pt x="9" y="6"/>
                </a:lnTo>
                <a:lnTo>
                  <a:pt x="8" y="6"/>
                </a:lnTo>
                <a:lnTo>
                  <a:pt x="7" y="6"/>
                </a:lnTo>
                <a:lnTo>
                  <a:pt x="7" y="7"/>
                </a:lnTo>
                <a:lnTo>
                  <a:pt x="8" y="7"/>
                </a:lnTo>
                <a:lnTo>
                  <a:pt x="7" y="8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2"/>
                </a:lnTo>
                <a:lnTo>
                  <a:pt x="8" y="2"/>
                </a:lnTo>
                <a:lnTo>
                  <a:pt x="9" y="1"/>
                </a:lnTo>
                <a:lnTo>
                  <a:pt x="10" y="0"/>
                </a:lnTo>
                <a:lnTo>
                  <a:pt x="12" y="0"/>
                </a:lnTo>
                <a:lnTo>
                  <a:pt x="1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0" name=""/>
          <p:cNvSpPr/>
          <p:nvPr/>
        </p:nvSpPr>
        <p:spPr>
          <a:xfrm>
            <a:off x="7131240" y="1658520"/>
            <a:ext cx="1440" cy="1080"/>
          </a:xfrm>
          <a:custGeom>
            <a:avLst/>
            <a:gdLst/>
            <a:ahLst/>
            <a:rect l="0" t="0" r="r" b="b"/>
            <a:pathLst>
              <a:path w="4" h="3">
                <a:moveTo>
                  <a:pt x="3" y="3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1" name=""/>
          <p:cNvSpPr/>
          <p:nvPr/>
        </p:nvSpPr>
        <p:spPr>
          <a:xfrm>
            <a:off x="7132680" y="16552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0"/>
                </a:moveTo>
                <a:lnTo>
                  <a:pt x="2" y="0"/>
                </a:lnTo>
                <a:lnTo>
                  <a:pt x="4" y="2"/>
                </a:lnTo>
                <a:lnTo>
                  <a:pt x="0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2" name=""/>
          <p:cNvSpPr/>
          <p:nvPr/>
        </p:nvSpPr>
        <p:spPr>
          <a:xfrm>
            <a:off x="7131600" y="165528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3" name=""/>
          <p:cNvSpPr/>
          <p:nvPr/>
        </p:nvSpPr>
        <p:spPr>
          <a:xfrm>
            <a:off x="7135200" y="165420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0"/>
                </a:moveTo>
                <a:lnTo>
                  <a:pt x="1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4" name=""/>
          <p:cNvSpPr/>
          <p:nvPr/>
        </p:nvSpPr>
        <p:spPr>
          <a:xfrm>
            <a:off x="7138800" y="165312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5" name=""/>
          <p:cNvSpPr/>
          <p:nvPr/>
        </p:nvSpPr>
        <p:spPr>
          <a:xfrm>
            <a:off x="7139880" y="1652040"/>
            <a:ext cx="1800" cy="1440"/>
          </a:xfrm>
          <a:custGeom>
            <a:avLst/>
            <a:gdLst/>
            <a:ahLst/>
            <a:rect l="0" t="0" r="r" b="b"/>
            <a:pathLst>
              <a:path w="5" h="4">
                <a:moveTo>
                  <a:pt x="5" y="1"/>
                </a:moveTo>
                <a:lnTo>
                  <a:pt x="5" y="2"/>
                </a:lnTo>
                <a:lnTo>
                  <a:pt x="4" y="2"/>
                </a:lnTo>
                <a:lnTo>
                  <a:pt x="3" y="2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6" name=""/>
          <p:cNvSpPr/>
          <p:nvPr/>
        </p:nvSpPr>
        <p:spPr>
          <a:xfrm>
            <a:off x="7139160" y="165204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4"/>
                </a:move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3" y="2"/>
                </a:lnTo>
                <a:lnTo>
                  <a:pt x="3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7" name=""/>
          <p:cNvSpPr/>
          <p:nvPr/>
        </p:nvSpPr>
        <p:spPr>
          <a:xfrm>
            <a:off x="7134840" y="1651680"/>
            <a:ext cx="1080" cy="1440"/>
          </a:xfrm>
          <a:custGeom>
            <a:avLst/>
            <a:gdLst/>
            <a:ahLst/>
            <a:rect l="0" t="0" r="r" b="b"/>
            <a:pathLst>
              <a:path w="3" h="4">
                <a:moveTo>
                  <a:pt x="3" y="2"/>
                </a:move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8" name=""/>
          <p:cNvSpPr/>
          <p:nvPr/>
        </p:nvSpPr>
        <p:spPr>
          <a:xfrm>
            <a:off x="7147800" y="1649520"/>
            <a:ext cx="2160" cy="2160"/>
          </a:xfrm>
          <a:custGeom>
            <a:avLst/>
            <a:gdLst/>
            <a:ahLst/>
            <a:rect l="0" t="0" r="r" b="b"/>
            <a:pathLst>
              <a:path w="6" h="6">
                <a:moveTo>
                  <a:pt x="5" y="2"/>
                </a:moveTo>
                <a:lnTo>
                  <a:pt x="4" y="3"/>
                </a:lnTo>
                <a:lnTo>
                  <a:pt x="5" y="4"/>
                </a:lnTo>
                <a:lnTo>
                  <a:pt x="5" y="6"/>
                </a:lnTo>
                <a:lnTo>
                  <a:pt x="4" y="6"/>
                </a:lnTo>
                <a:lnTo>
                  <a:pt x="2" y="4"/>
                </a:lnTo>
                <a:lnTo>
                  <a:pt x="1" y="4"/>
                </a:lnTo>
                <a:lnTo>
                  <a:pt x="1" y="6"/>
                </a:lnTo>
                <a:lnTo>
                  <a:pt x="0" y="4"/>
                </a:lnTo>
                <a:lnTo>
                  <a:pt x="0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4" y="2"/>
                </a:lnTo>
                <a:lnTo>
                  <a:pt x="5" y="0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9" name=""/>
          <p:cNvSpPr/>
          <p:nvPr/>
        </p:nvSpPr>
        <p:spPr>
          <a:xfrm>
            <a:off x="7135200" y="1649160"/>
            <a:ext cx="4680" cy="2880"/>
          </a:xfrm>
          <a:custGeom>
            <a:avLst/>
            <a:gdLst/>
            <a:ahLst/>
            <a:rect l="0" t="0" r="r" b="b"/>
            <a:pathLst>
              <a:path w="13" h="8">
                <a:moveTo>
                  <a:pt x="10" y="4"/>
                </a:moveTo>
                <a:lnTo>
                  <a:pt x="11" y="4"/>
                </a:lnTo>
                <a:lnTo>
                  <a:pt x="12" y="3"/>
                </a:ln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lnTo>
                  <a:pt x="12" y="5"/>
                </a:lnTo>
                <a:lnTo>
                  <a:pt x="13" y="5"/>
                </a:lnTo>
                <a:lnTo>
                  <a:pt x="13" y="6"/>
                </a:lnTo>
                <a:lnTo>
                  <a:pt x="12" y="6"/>
                </a:lnTo>
                <a:lnTo>
                  <a:pt x="12" y="5"/>
                </a:lnTo>
                <a:lnTo>
                  <a:pt x="11" y="5"/>
                </a:lnTo>
                <a:lnTo>
                  <a:pt x="10" y="6"/>
                </a:lnTo>
                <a:lnTo>
                  <a:pt x="9" y="6"/>
                </a:lnTo>
                <a:lnTo>
                  <a:pt x="7" y="6"/>
                </a:lnTo>
                <a:lnTo>
                  <a:pt x="7" y="5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3" y="6"/>
                </a:lnTo>
                <a:lnTo>
                  <a:pt x="2" y="6"/>
                </a:lnTo>
                <a:lnTo>
                  <a:pt x="1" y="7"/>
                </a:lnTo>
                <a:lnTo>
                  <a:pt x="1" y="8"/>
                </a:lnTo>
                <a:lnTo>
                  <a:pt x="0" y="7"/>
                </a:lnTo>
                <a:lnTo>
                  <a:pt x="1" y="6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2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7" y="5"/>
                </a:lnTo>
                <a:lnTo>
                  <a:pt x="9" y="5"/>
                </a:lnTo>
                <a:lnTo>
                  <a:pt x="10" y="4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0" name=""/>
          <p:cNvSpPr/>
          <p:nvPr/>
        </p:nvSpPr>
        <p:spPr>
          <a:xfrm>
            <a:off x="7149960" y="1649520"/>
            <a:ext cx="1440" cy="2160"/>
          </a:xfrm>
          <a:custGeom>
            <a:avLst/>
            <a:gdLst/>
            <a:ahLst/>
            <a:rect l="0" t="0" r="r" b="b"/>
            <a:pathLst>
              <a:path w="4" h="6">
                <a:moveTo>
                  <a:pt x="3" y="3"/>
                </a:move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3" y="6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1" name=""/>
          <p:cNvSpPr/>
          <p:nvPr/>
        </p:nvSpPr>
        <p:spPr>
          <a:xfrm>
            <a:off x="7136280" y="164844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4" y="2"/>
                </a:moveTo>
                <a:lnTo>
                  <a:pt x="4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2" name=""/>
          <p:cNvSpPr/>
          <p:nvPr/>
        </p:nvSpPr>
        <p:spPr>
          <a:xfrm>
            <a:off x="7133760" y="1648440"/>
            <a:ext cx="360" cy="720"/>
          </a:xfrm>
          <a:custGeom>
            <a:avLst/>
            <a:gdLst/>
            <a:ahLst/>
            <a:rect l="0" t="0" r="r" b="b"/>
            <a:pathLst>
              <a:path w="1" h="2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3" name=""/>
          <p:cNvSpPr/>
          <p:nvPr/>
        </p:nvSpPr>
        <p:spPr>
          <a:xfrm>
            <a:off x="7148520" y="1647000"/>
            <a:ext cx="1440" cy="1440"/>
          </a:xfrm>
          <a:custGeom>
            <a:avLst/>
            <a:gdLst/>
            <a:ahLst/>
            <a:rect l="0" t="0" r="r" b="b"/>
            <a:pathLst>
              <a:path w="4" h="4">
                <a:moveTo>
                  <a:pt x="1" y="0"/>
                </a:moveTo>
                <a:lnTo>
                  <a:pt x="3" y="0"/>
                </a:lnTo>
                <a:lnTo>
                  <a:pt x="4" y="4"/>
                </a:lnTo>
                <a:lnTo>
                  <a:pt x="3" y="4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4" name=""/>
          <p:cNvSpPr/>
          <p:nvPr/>
        </p:nvSpPr>
        <p:spPr>
          <a:xfrm>
            <a:off x="7148160" y="1646640"/>
            <a:ext cx="360" cy="360"/>
          </a:xfrm>
          <a:custGeom>
            <a:avLst/>
            <a:gdLst/>
            <a:ahLst/>
            <a:rect l="0" t="0" r="r" b="b"/>
            <a:pathLst>
              <a:path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5" name=""/>
          <p:cNvSpPr/>
          <p:nvPr/>
        </p:nvSpPr>
        <p:spPr>
          <a:xfrm>
            <a:off x="7142400" y="1645560"/>
            <a:ext cx="1440" cy="720"/>
          </a:xfrm>
          <a:custGeom>
            <a:avLst/>
            <a:gdLst/>
            <a:ahLst/>
            <a:rect l="0" t="0" r="r" b="b"/>
            <a:pathLst>
              <a:path w="4" h="2">
                <a:moveTo>
                  <a:pt x="3" y="2"/>
                </a:move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2"/>
                </a:lnTo>
                <a:lnTo>
                  <a:pt x="3" y="2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6" name=""/>
          <p:cNvSpPr/>
          <p:nvPr/>
        </p:nvSpPr>
        <p:spPr>
          <a:xfrm>
            <a:off x="7143480" y="1645560"/>
            <a:ext cx="720" cy="720"/>
          </a:xfrm>
          <a:custGeom>
            <a:avLst/>
            <a:gdLst/>
            <a:ahLst/>
            <a:rect l="0" t="0" r="r" b="b"/>
            <a:pathLst>
              <a:path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-360" rIns="108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7" name=""/>
          <p:cNvSpPr/>
          <p:nvPr/>
        </p:nvSpPr>
        <p:spPr>
          <a:xfrm>
            <a:off x="7144560" y="1644120"/>
            <a:ext cx="1800" cy="1080"/>
          </a:xfrm>
          <a:custGeom>
            <a:avLst/>
            <a:gdLst/>
            <a:ahLst/>
            <a:rect l="0" t="0" r="r" b="b"/>
            <a:pathLst>
              <a:path w="5" h="3">
                <a:moveTo>
                  <a:pt x="5" y="1"/>
                </a:move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1"/>
                </a:lnTo>
                <a:lnTo>
                  <a:pt x="3" y="1"/>
                </a:lnTo>
                <a:lnTo>
                  <a:pt x="5" y="1"/>
                </a:lnTo>
                <a:close/>
              </a:path>
            </a:pathLst>
          </a:custGeom>
          <a:solidFill>
            <a:srgbClr val="E1F3F7"/>
          </a:solidFill>
          <a:ln w="2520">
            <a:solidFill>
              <a:srgbClr val="737373"/>
            </a:solidFill>
            <a:round/>
          </a:ln>
        </p:spPr>
        <p:txBody>
          <a:bodyPr lIns="1080" tIns="0" rIns="108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8" name=""/>
          <p:cNvSpPr/>
          <p:nvPr/>
        </p:nvSpPr>
        <p:spPr>
          <a:xfrm>
            <a:off x="7206120" y="12528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9" name=""/>
          <p:cNvSpPr/>
          <p:nvPr/>
        </p:nvSpPr>
        <p:spPr>
          <a:xfrm>
            <a:off x="7206120" y="12528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0" name=""/>
          <p:cNvSpPr/>
          <p:nvPr/>
        </p:nvSpPr>
        <p:spPr>
          <a:xfrm>
            <a:off x="7206120" y="125280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1" name=""/>
          <p:cNvSpPr/>
          <p:nvPr/>
        </p:nvSpPr>
        <p:spPr>
          <a:xfrm>
            <a:off x="7206120" y="12524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2" name=""/>
          <p:cNvSpPr/>
          <p:nvPr/>
        </p:nvSpPr>
        <p:spPr>
          <a:xfrm>
            <a:off x="7213320" y="1245240"/>
            <a:ext cx="0" cy="360"/>
          </a:xfrm>
          <a:custGeom>
            <a:avLst/>
            <a:gdLst/>
            <a:ahLst/>
            <a:rect l="0" t="0" r="r" b="b"/>
            <a:pathLst>
              <a:path w="0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3" name=""/>
          <p:cNvSpPr/>
          <p:nvPr/>
        </p:nvSpPr>
        <p:spPr>
          <a:xfrm>
            <a:off x="7213320" y="1244520"/>
            <a:ext cx="720" cy="1440"/>
          </a:xfrm>
          <a:custGeom>
            <a:avLst/>
            <a:gdLst/>
            <a:ahLst/>
            <a:rect l="0" t="0" r="r" b="b"/>
            <a:pathLst>
              <a:path w="2" h="4">
                <a:moveTo>
                  <a:pt x="0" y="4"/>
                </a:move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0" y="4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360" rIns="108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4" name=""/>
          <p:cNvSpPr/>
          <p:nvPr/>
        </p:nvSpPr>
        <p:spPr>
          <a:xfrm>
            <a:off x="7219080" y="1238400"/>
            <a:ext cx="360" cy="0"/>
          </a:xfrm>
          <a:custGeom>
            <a:avLst/>
            <a:gdLst/>
            <a:ahLst/>
            <a:rect l="0" t="0" r="r" b="b"/>
            <a:pathLst>
              <a:path w="1" h="0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5" name=""/>
          <p:cNvSpPr/>
          <p:nvPr/>
        </p:nvSpPr>
        <p:spPr>
          <a:xfrm>
            <a:off x="7219080" y="1238040"/>
            <a:ext cx="720" cy="360"/>
          </a:xfrm>
          <a:custGeom>
            <a:avLst/>
            <a:gdLst/>
            <a:ahLst/>
            <a:rect l="0" t="0" r="r" b="b"/>
            <a:pathLst>
              <a:path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-720" rIns="108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6" name=""/>
          <p:cNvSpPr/>
          <p:nvPr/>
        </p:nvSpPr>
        <p:spPr>
          <a:xfrm>
            <a:off x="7220160" y="1238040"/>
            <a:ext cx="0" cy="0"/>
          </a:xfrm>
          <a:custGeom>
            <a:avLst/>
            <a:gdLst/>
            <a:ahLst/>
            <a:rect l="0" t="0" r="r" b="b"/>
            <a:pathLst>
              <a:path w="0" h="0">
                <a:moveTo>
                  <a:pt x="0" y="0"/>
                </a:moveTo>
                <a:lnTo>
                  <a:pt x="0" y="0"/>
                </a:lnTo>
                <a:close/>
              </a:path>
            </a:pathLst>
          </a:custGeom>
          <a:noFill/>
          <a:ln w="2520">
            <a:solidFill>
              <a:srgbClr val="737373"/>
            </a:solidFill>
            <a:round/>
          </a:ln>
        </p:spPr>
        <p:txBody>
          <a:bodyPr lIns="1080" tIns="-1080" rIns="108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7" name=""/>
          <p:cNvSpPr/>
          <p:nvPr/>
        </p:nvSpPr>
        <p:spPr>
          <a:xfrm>
            <a:off x="7201080" y="1212120"/>
            <a:ext cx="70920" cy="47880"/>
          </a:xfrm>
          <a:custGeom>
            <a:avLst/>
            <a:gdLst/>
            <a:ahLst/>
            <a:rect l="0" t="0" r="r" b="b"/>
            <a:pathLst>
              <a:path w="197" h="133">
                <a:moveTo>
                  <a:pt x="14" y="113"/>
                </a:moveTo>
                <a:lnTo>
                  <a:pt x="13" y="113"/>
                </a:lnTo>
                <a:lnTo>
                  <a:pt x="13" y="114"/>
                </a:lnTo>
                <a:lnTo>
                  <a:pt x="13" y="115"/>
                </a:lnTo>
                <a:lnTo>
                  <a:pt x="14" y="115"/>
                </a:lnTo>
                <a:lnTo>
                  <a:pt x="14" y="116"/>
                </a:lnTo>
                <a:lnTo>
                  <a:pt x="13" y="116"/>
                </a:lnTo>
                <a:lnTo>
                  <a:pt x="13" y="117"/>
                </a:lnTo>
                <a:lnTo>
                  <a:pt x="14" y="116"/>
                </a:lnTo>
                <a:lnTo>
                  <a:pt x="15" y="116"/>
                </a:lnTo>
                <a:lnTo>
                  <a:pt x="15" y="115"/>
                </a:lnTo>
                <a:lnTo>
                  <a:pt x="16" y="115"/>
                </a:lnTo>
                <a:lnTo>
                  <a:pt x="18" y="114"/>
                </a:lnTo>
                <a:lnTo>
                  <a:pt x="19" y="114"/>
                </a:lnTo>
                <a:lnTo>
                  <a:pt x="19" y="113"/>
                </a:lnTo>
                <a:lnTo>
                  <a:pt x="20" y="113"/>
                </a:lnTo>
                <a:lnTo>
                  <a:pt x="20" y="112"/>
                </a:lnTo>
                <a:lnTo>
                  <a:pt x="20" y="110"/>
                </a:lnTo>
                <a:lnTo>
                  <a:pt x="20" y="112"/>
                </a:lnTo>
                <a:lnTo>
                  <a:pt x="20" y="111"/>
                </a:lnTo>
                <a:lnTo>
                  <a:pt x="20" y="110"/>
                </a:lnTo>
                <a:lnTo>
                  <a:pt x="21" y="110"/>
                </a:lnTo>
                <a:lnTo>
                  <a:pt x="21" y="109"/>
                </a:lnTo>
                <a:lnTo>
                  <a:pt x="21" y="108"/>
                </a:lnTo>
                <a:lnTo>
                  <a:pt x="22" y="108"/>
                </a:lnTo>
                <a:lnTo>
                  <a:pt x="22" y="107"/>
                </a:lnTo>
                <a:lnTo>
                  <a:pt x="22" y="106"/>
                </a:lnTo>
                <a:lnTo>
                  <a:pt x="22" y="105"/>
                </a:lnTo>
                <a:lnTo>
                  <a:pt x="21" y="104"/>
                </a:lnTo>
                <a:lnTo>
                  <a:pt x="20" y="104"/>
                </a:lnTo>
                <a:lnTo>
                  <a:pt x="19" y="104"/>
                </a:lnTo>
                <a:lnTo>
                  <a:pt x="19" y="103"/>
                </a:lnTo>
                <a:lnTo>
                  <a:pt x="18" y="103"/>
                </a:lnTo>
                <a:lnTo>
                  <a:pt x="18" y="102"/>
                </a:lnTo>
                <a:lnTo>
                  <a:pt x="18" y="101"/>
                </a:lnTo>
                <a:lnTo>
                  <a:pt x="19" y="101"/>
                </a:lnTo>
                <a:lnTo>
                  <a:pt x="19" y="100"/>
                </a:lnTo>
                <a:lnTo>
                  <a:pt x="19" y="99"/>
                </a:lnTo>
                <a:lnTo>
                  <a:pt x="20" y="99"/>
                </a:lnTo>
                <a:lnTo>
                  <a:pt x="20" y="98"/>
                </a:lnTo>
                <a:lnTo>
                  <a:pt x="21" y="98"/>
                </a:lnTo>
                <a:lnTo>
                  <a:pt x="21" y="97"/>
                </a:lnTo>
                <a:lnTo>
                  <a:pt x="22" y="97"/>
                </a:lnTo>
                <a:lnTo>
                  <a:pt x="22" y="96"/>
                </a:lnTo>
                <a:lnTo>
                  <a:pt x="23" y="96"/>
                </a:lnTo>
                <a:lnTo>
                  <a:pt x="23" y="95"/>
                </a:lnTo>
                <a:lnTo>
                  <a:pt x="24" y="95"/>
                </a:lnTo>
                <a:lnTo>
                  <a:pt x="24" y="94"/>
                </a:lnTo>
                <a:lnTo>
                  <a:pt x="25" y="94"/>
                </a:lnTo>
                <a:lnTo>
                  <a:pt x="25" y="93"/>
                </a:lnTo>
                <a:lnTo>
                  <a:pt x="26" y="92"/>
                </a:lnTo>
                <a:lnTo>
                  <a:pt x="27" y="92"/>
                </a:lnTo>
                <a:lnTo>
                  <a:pt x="27" y="91"/>
                </a:lnTo>
                <a:lnTo>
                  <a:pt x="28" y="91"/>
                </a:lnTo>
                <a:lnTo>
                  <a:pt x="29" y="91"/>
                </a:lnTo>
                <a:lnTo>
                  <a:pt x="28" y="91"/>
                </a:lnTo>
                <a:lnTo>
                  <a:pt x="29" y="91"/>
                </a:lnTo>
                <a:lnTo>
                  <a:pt x="29" y="90"/>
                </a:lnTo>
                <a:lnTo>
                  <a:pt x="29" y="89"/>
                </a:lnTo>
                <a:lnTo>
                  <a:pt x="30" y="89"/>
                </a:lnTo>
                <a:lnTo>
                  <a:pt x="30" y="88"/>
                </a:lnTo>
                <a:lnTo>
                  <a:pt x="31" y="88"/>
                </a:lnTo>
                <a:lnTo>
                  <a:pt x="31" y="87"/>
                </a:lnTo>
                <a:lnTo>
                  <a:pt x="32" y="87"/>
                </a:lnTo>
                <a:lnTo>
                  <a:pt x="33" y="87"/>
                </a:lnTo>
                <a:lnTo>
                  <a:pt x="34" y="87"/>
                </a:lnTo>
                <a:lnTo>
                  <a:pt x="33" y="87"/>
                </a:lnTo>
                <a:lnTo>
                  <a:pt x="34" y="87"/>
                </a:lnTo>
                <a:lnTo>
                  <a:pt x="33" y="87"/>
                </a:lnTo>
                <a:lnTo>
                  <a:pt x="32" y="87"/>
                </a:lnTo>
                <a:lnTo>
                  <a:pt x="33" y="87"/>
                </a:lnTo>
                <a:lnTo>
                  <a:pt x="33" y="88"/>
                </a:lnTo>
                <a:lnTo>
                  <a:pt x="33" y="87"/>
                </a:lnTo>
                <a:lnTo>
                  <a:pt x="33" y="88"/>
                </a:lnTo>
                <a:lnTo>
                  <a:pt x="34" y="88"/>
                </a:lnTo>
                <a:lnTo>
                  <a:pt x="34" y="87"/>
                </a:lnTo>
                <a:lnTo>
                  <a:pt x="35" y="87"/>
                </a:lnTo>
                <a:lnTo>
                  <a:pt x="35" y="86"/>
                </a:lnTo>
                <a:lnTo>
                  <a:pt x="35" y="85"/>
                </a:lnTo>
                <a:lnTo>
                  <a:pt x="36" y="85"/>
                </a:lnTo>
                <a:lnTo>
                  <a:pt x="36" y="84"/>
                </a:lnTo>
                <a:lnTo>
                  <a:pt x="37" y="84"/>
                </a:lnTo>
                <a:lnTo>
                  <a:pt x="38" y="83"/>
                </a:lnTo>
                <a:lnTo>
                  <a:pt x="39" y="83"/>
                </a:lnTo>
                <a:lnTo>
                  <a:pt x="40" y="83"/>
                </a:lnTo>
                <a:lnTo>
                  <a:pt x="40" y="82"/>
                </a:lnTo>
                <a:lnTo>
                  <a:pt x="41" y="82"/>
                </a:lnTo>
                <a:lnTo>
                  <a:pt x="41" y="81"/>
                </a:lnTo>
                <a:lnTo>
                  <a:pt x="40" y="81"/>
                </a:lnTo>
                <a:lnTo>
                  <a:pt x="41" y="81"/>
                </a:lnTo>
                <a:lnTo>
                  <a:pt x="40" y="81"/>
                </a:lnTo>
                <a:lnTo>
                  <a:pt x="40" y="80"/>
                </a:lnTo>
                <a:lnTo>
                  <a:pt x="41" y="80"/>
                </a:lnTo>
                <a:lnTo>
                  <a:pt x="41" y="79"/>
                </a:lnTo>
                <a:lnTo>
                  <a:pt x="42" y="79"/>
                </a:lnTo>
                <a:lnTo>
                  <a:pt x="43" y="79"/>
                </a:lnTo>
                <a:lnTo>
                  <a:pt x="43" y="78"/>
                </a:lnTo>
                <a:lnTo>
                  <a:pt x="44" y="78"/>
                </a:lnTo>
                <a:lnTo>
                  <a:pt x="44" y="77"/>
                </a:lnTo>
                <a:lnTo>
                  <a:pt x="45" y="77"/>
                </a:lnTo>
                <a:lnTo>
                  <a:pt x="45" y="76"/>
                </a:lnTo>
                <a:lnTo>
                  <a:pt x="46" y="76"/>
                </a:lnTo>
                <a:lnTo>
                  <a:pt x="46" y="75"/>
                </a:lnTo>
                <a:lnTo>
                  <a:pt x="47" y="75"/>
                </a:lnTo>
                <a:lnTo>
                  <a:pt x="48" y="74"/>
                </a:lnTo>
                <a:lnTo>
                  <a:pt x="49" y="74"/>
                </a:lnTo>
                <a:lnTo>
                  <a:pt x="49" y="73"/>
                </a:lnTo>
                <a:lnTo>
                  <a:pt x="50" y="73"/>
                </a:lnTo>
                <a:lnTo>
                  <a:pt x="49" y="74"/>
                </a:lnTo>
                <a:lnTo>
                  <a:pt x="50" y="74"/>
                </a:lnTo>
                <a:lnTo>
                  <a:pt x="50" y="73"/>
                </a:lnTo>
                <a:lnTo>
                  <a:pt x="51" y="73"/>
                </a:lnTo>
                <a:lnTo>
                  <a:pt x="51" y="74"/>
                </a:lnTo>
                <a:lnTo>
                  <a:pt x="51" y="73"/>
                </a:lnTo>
                <a:lnTo>
                  <a:pt x="52" y="73"/>
                </a:lnTo>
                <a:lnTo>
                  <a:pt x="53" y="73"/>
                </a:lnTo>
                <a:lnTo>
                  <a:pt x="54" y="73"/>
                </a:lnTo>
                <a:lnTo>
                  <a:pt x="54" y="72"/>
                </a:lnTo>
                <a:lnTo>
                  <a:pt x="55" y="72"/>
                </a:lnTo>
                <a:lnTo>
                  <a:pt x="56" y="72"/>
                </a:lnTo>
                <a:lnTo>
                  <a:pt x="56" y="71"/>
                </a:lnTo>
                <a:lnTo>
                  <a:pt x="57" y="71"/>
                </a:lnTo>
                <a:lnTo>
                  <a:pt x="56" y="71"/>
                </a:lnTo>
                <a:lnTo>
                  <a:pt x="57" y="71"/>
                </a:lnTo>
                <a:lnTo>
                  <a:pt x="58" y="71"/>
                </a:lnTo>
                <a:lnTo>
                  <a:pt x="57" y="71"/>
                </a:lnTo>
                <a:lnTo>
                  <a:pt x="57" y="70"/>
                </a:lnTo>
                <a:lnTo>
                  <a:pt x="58" y="70"/>
                </a:lnTo>
                <a:lnTo>
                  <a:pt x="58" y="71"/>
                </a:lnTo>
                <a:lnTo>
                  <a:pt x="58" y="70"/>
                </a:lnTo>
                <a:lnTo>
                  <a:pt x="59" y="70"/>
                </a:lnTo>
                <a:lnTo>
                  <a:pt x="60" y="69"/>
                </a:lnTo>
                <a:lnTo>
                  <a:pt x="60" y="68"/>
                </a:lnTo>
                <a:lnTo>
                  <a:pt x="60" y="67"/>
                </a:lnTo>
                <a:lnTo>
                  <a:pt x="60" y="66"/>
                </a:lnTo>
                <a:lnTo>
                  <a:pt x="60" y="64"/>
                </a:lnTo>
                <a:lnTo>
                  <a:pt x="61" y="64"/>
                </a:lnTo>
                <a:lnTo>
                  <a:pt x="62" y="63"/>
                </a:lnTo>
                <a:lnTo>
                  <a:pt x="63" y="63"/>
                </a:lnTo>
                <a:lnTo>
                  <a:pt x="63" y="62"/>
                </a:lnTo>
                <a:lnTo>
                  <a:pt x="64" y="62"/>
                </a:lnTo>
                <a:lnTo>
                  <a:pt x="64" y="61"/>
                </a:lnTo>
                <a:lnTo>
                  <a:pt x="65" y="61"/>
                </a:lnTo>
                <a:lnTo>
                  <a:pt x="66" y="61"/>
                </a:lnTo>
                <a:lnTo>
                  <a:pt x="67" y="60"/>
                </a:lnTo>
                <a:lnTo>
                  <a:pt x="68" y="60"/>
                </a:lnTo>
                <a:lnTo>
                  <a:pt x="68" y="59"/>
                </a:lnTo>
                <a:lnTo>
                  <a:pt x="69" y="59"/>
                </a:lnTo>
                <a:lnTo>
                  <a:pt x="70" y="58"/>
                </a:lnTo>
                <a:lnTo>
                  <a:pt x="71" y="58"/>
                </a:lnTo>
                <a:lnTo>
                  <a:pt x="71" y="57"/>
                </a:lnTo>
                <a:lnTo>
                  <a:pt x="72" y="57"/>
                </a:lnTo>
                <a:lnTo>
                  <a:pt x="73" y="57"/>
                </a:lnTo>
                <a:lnTo>
                  <a:pt x="73" y="56"/>
                </a:lnTo>
                <a:lnTo>
                  <a:pt x="74" y="56"/>
                </a:lnTo>
                <a:lnTo>
                  <a:pt x="74" y="55"/>
                </a:lnTo>
                <a:lnTo>
                  <a:pt x="75" y="54"/>
                </a:lnTo>
                <a:lnTo>
                  <a:pt x="76" y="53"/>
                </a:lnTo>
                <a:lnTo>
                  <a:pt x="77" y="52"/>
                </a:lnTo>
                <a:lnTo>
                  <a:pt x="77" y="51"/>
                </a:lnTo>
                <a:lnTo>
                  <a:pt x="78" y="51"/>
                </a:lnTo>
                <a:lnTo>
                  <a:pt x="79" y="50"/>
                </a:lnTo>
                <a:lnTo>
                  <a:pt x="79" y="51"/>
                </a:lnTo>
                <a:lnTo>
                  <a:pt x="79" y="52"/>
                </a:lnTo>
                <a:lnTo>
                  <a:pt x="79" y="53"/>
                </a:lnTo>
                <a:lnTo>
                  <a:pt x="80" y="54"/>
                </a:lnTo>
                <a:lnTo>
                  <a:pt x="81" y="54"/>
                </a:lnTo>
                <a:lnTo>
                  <a:pt x="82" y="54"/>
                </a:lnTo>
                <a:lnTo>
                  <a:pt x="83" y="54"/>
                </a:lnTo>
                <a:lnTo>
                  <a:pt x="84" y="54"/>
                </a:lnTo>
                <a:lnTo>
                  <a:pt x="84" y="53"/>
                </a:lnTo>
                <a:lnTo>
                  <a:pt x="85" y="53"/>
                </a:lnTo>
                <a:lnTo>
                  <a:pt x="84" y="53"/>
                </a:lnTo>
                <a:lnTo>
                  <a:pt x="85" y="53"/>
                </a:lnTo>
                <a:lnTo>
                  <a:pt x="85" y="52"/>
                </a:lnTo>
                <a:lnTo>
                  <a:pt x="86" y="52"/>
                </a:lnTo>
                <a:lnTo>
                  <a:pt x="87" y="52"/>
                </a:lnTo>
                <a:lnTo>
                  <a:pt x="88" y="52"/>
                </a:lnTo>
                <a:lnTo>
                  <a:pt x="89" y="52"/>
                </a:lnTo>
                <a:lnTo>
                  <a:pt x="90" y="53"/>
                </a:lnTo>
                <a:lnTo>
                  <a:pt x="90" y="52"/>
                </a:lnTo>
                <a:lnTo>
                  <a:pt x="91" y="52"/>
                </a:lnTo>
                <a:lnTo>
                  <a:pt x="90" y="52"/>
                </a:lnTo>
                <a:lnTo>
                  <a:pt x="90" y="53"/>
                </a:lnTo>
                <a:lnTo>
                  <a:pt x="91" y="53"/>
                </a:lnTo>
                <a:lnTo>
                  <a:pt x="91" y="54"/>
                </a:lnTo>
                <a:lnTo>
                  <a:pt x="91" y="53"/>
                </a:lnTo>
                <a:lnTo>
                  <a:pt x="92" y="53"/>
                </a:lnTo>
                <a:lnTo>
                  <a:pt x="92" y="52"/>
                </a:lnTo>
                <a:lnTo>
                  <a:pt x="92" y="51"/>
                </a:lnTo>
                <a:lnTo>
                  <a:pt x="92" y="52"/>
                </a:lnTo>
                <a:lnTo>
                  <a:pt x="92" y="51"/>
                </a:lnTo>
                <a:lnTo>
                  <a:pt x="91" y="51"/>
                </a:lnTo>
                <a:lnTo>
                  <a:pt x="91" y="50"/>
                </a:lnTo>
                <a:lnTo>
                  <a:pt x="90" y="50"/>
                </a:lnTo>
                <a:lnTo>
                  <a:pt x="89" y="50"/>
                </a:lnTo>
                <a:lnTo>
                  <a:pt x="88" y="50"/>
                </a:lnTo>
                <a:lnTo>
                  <a:pt x="88" y="49"/>
                </a:lnTo>
                <a:lnTo>
                  <a:pt x="88" y="47"/>
                </a:lnTo>
                <a:lnTo>
                  <a:pt x="88" y="46"/>
                </a:lnTo>
                <a:lnTo>
                  <a:pt x="89" y="46"/>
                </a:lnTo>
                <a:lnTo>
                  <a:pt x="89" y="45"/>
                </a:lnTo>
                <a:lnTo>
                  <a:pt x="90" y="45"/>
                </a:lnTo>
                <a:lnTo>
                  <a:pt x="90" y="44"/>
                </a:lnTo>
                <a:lnTo>
                  <a:pt x="90" y="45"/>
                </a:lnTo>
                <a:lnTo>
                  <a:pt x="90" y="44"/>
                </a:lnTo>
                <a:lnTo>
                  <a:pt x="91" y="44"/>
                </a:lnTo>
                <a:lnTo>
                  <a:pt x="92" y="44"/>
                </a:lnTo>
                <a:lnTo>
                  <a:pt x="92" y="43"/>
                </a:lnTo>
                <a:lnTo>
                  <a:pt x="92" y="44"/>
                </a:lnTo>
                <a:lnTo>
                  <a:pt x="92" y="43"/>
                </a:lnTo>
                <a:lnTo>
                  <a:pt x="93" y="43"/>
                </a:lnTo>
                <a:lnTo>
                  <a:pt x="92" y="42"/>
                </a:lnTo>
                <a:lnTo>
                  <a:pt x="91" y="41"/>
                </a:lnTo>
                <a:lnTo>
                  <a:pt x="92" y="41"/>
                </a:lnTo>
                <a:lnTo>
                  <a:pt x="92" y="42"/>
                </a:lnTo>
                <a:lnTo>
                  <a:pt x="93" y="42"/>
                </a:lnTo>
                <a:lnTo>
                  <a:pt x="93" y="43"/>
                </a:lnTo>
                <a:lnTo>
                  <a:pt x="94" y="43"/>
                </a:lnTo>
                <a:lnTo>
                  <a:pt x="94" y="42"/>
                </a:lnTo>
                <a:lnTo>
                  <a:pt x="95" y="42"/>
                </a:lnTo>
                <a:lnTo>
                  <a:pt x="96" y="42"/>
                </a:lnTo>
                <a:lnTo>
                  <a:pt x="96" y="41"/>
                </a:lnTo>
                <a:lnTo>
                  <a:pt x="95" y="41"/>
                </a:lnTo>
                <a:lnTo>
                  <a:pt x="95" y="40"/>
                </a:lnTo>
                <a:lnTo>
                  <a:pt x="94" y="40"/>
                </a:lnTo>
                <a:lnTo>
                  <a:pt x="95" y="39"/>
                </a:lnTo>
                <a:lnTo>
                  <a:pt x="95" y="38"/>
                </a:lnTo>
                <a:lnTo>
                  <a:pt x="95" y="37"/>
                </a:lnTo>
                <a:lnTo>
                  <a:pt x="96" y="37"/>
                </a:lnTo>
                <a:lnTo>
                  <a:pt x="96" y="38"/>
                </a:lnTo>
                <a:lnTo>
                  <a:pt x="96" y="39"/>
                </a:lnTo>
                <a:lnTo>
                  <a:pt x="95" y="39"/>
                </a:lnTo>
                <a:lnTo>
                  <a:pt x="95" y="40"/>
                </a:lnTo>
                <a:lnTo>
                  <a:pt x="96" y="40"/>
                </a:lnTo>
                <a:lnTo>
                  <a:pt x="97" y="40"/>
                </a:lnTo>
                <a:lnTo>
                  <a:pt x="97" y="41"/>
                </a:lnTo>
                <a:lnTo>
                  <a:pt x="97" y="42"/>
                </a:lnTo>
                <a:lnTo>
                  <a:pt x="97" y="41"/>
                </a:lnTo>
                <a:lnTo>
                  <a:pt x="98" y="41"/>
                </a:lnTo>
                <a:lnTo>
                  <a:pt x="99" y="41"/>
                </a:lnTo>
                <a:lnTo>
                  <a:pt x="100" y="41"/>
                </a:lnTo>
                <a:lnTo>
                  <a:pt x="100" y="40"/>
                </a:lnTo>
                <a:lnTo>
                  <a:pt x="101" y="40"/>
                </a:lnTo>
                <a:lnTo>
                  <a:pt x="101" y="39"/>
                </a:lnTo>
                <a:lnTo>
                  <a:pt x="100" y="38"/>
                </a:lnTo>
                <a:lnTo>
                  <a:pt x="101" y="38"/>
                </a:lnTo>
                <a:lnTo>
                  <a:pt x="101" y="39"/>
                </a:lnTo>
                <a:lnTo>
                  <a:pt x="102" y="40"/>
                </a:lnTo>
                <a:lnTo>
                  <a:pt x="102" y="39"/>
                </a:lnTo>
                <a:lnTo>
                  <a:pt x="103" y="39"/>
                </a:lnTo>
                <a:lnTo>
                  <a:pt x="103" y="38"/>
                </a:lnTo>
                <a:lnTo>
                  <a:pt x="104" y="38"/>
                </a:lnTo>
                <a:lnTo>
                  <a:pt x="103" y="38"/>
                </a:lnTo>
                <a:lnTo>
                  <a:pt x="104" y="38"/>
                </a:lnTo>
                <a:lnTo>
                  <a:pt x="104" y="37"/>
                </a:lnTo>
                <a:lnTo>
                  <a:pt x="105" y="37"/>
                </a:lnTo>
                <a:lnTo>
                  <a:pt x="106" y="37"/>
                </a:lnTo>
                <a:lnTo>
                  <a:pt x="106" y="36"/>
                </a:lnTo>
                <a:lnTo>
                  <a:pt x="107" y="36"/>
                </a:lnTo>
                <a:lnTo>
                  <a:pt x="107" y="35"/>
                </a:lnTo>
                <a:lnTo>
                  <a:pt x="107" y="36"/>
                </a:lnTo>
                <a:lnTo>
                  <a:pt x="107" y="35"/>
                </a:lnTo>
                <a:lnTo>
                  <a:pt x="108" y="35"/>
                </a:lnTo>
                <a:lnTo>
                  <a:pt x="108" y="34"/>
                </a:lnTo>
                <a:lnTo>
                  <a:pt x="108" y="33"/>
                </a:lnTo>
                <a:lnTo>
                  <a:pt x="107" y="33"/>
                </a:lnTo>
                <a:lnTo>
                  <a:pt x="106" y="32"/>
                </a:lnTo>
                <a:lnTo>
                  <a:pt x="106" y="31"/>
                </a:lnTo>
                <a:lnTo>
                  <a:pt x="106" y="30"/>
                </a:lnTo>
                <a:lnTo>
                  <a:pt x="107" y="30"/>
                </a:lnTo>
                <a:lnTo>
                  <a:pt x="108" y="30"/>
                </a:lnTo>
                <a:lnTo>
                  <a:pt x="107" y="31"/>
                </a:lnTo>
                <a:lnTo>
                  <a:pt x="107" y="32"/>
                </a:lnTo>
                <a:lnTo>
                  <a:pt x="108" y="33"/>
                </a:lnTo>
                <a:lnTo>
                  <a:pt x="108" y="34"/>
                </a:lnTo>
                <a:lnTo>
                  <a:pt x="109" y="34"/>
                </a:lnTo>
                <a:lnTo>
                  <a:pt x="109" y="35"/>
                </a:lnTo>
                <a:lnTo>
                  <a:pt x="110" y="35"/>
                </a:lnTo>
                <a:lnTo>
                  <a:pt x="110" y="34"/>
                </a:lnTo>
                <a:lnTo>
                  <a:pt x="111" y="34"/>
                </a:lnTo>
                <a:lnTo>
                  <a:pt x="111" y="35"/>
                </a:lnTo>
                <a:lnTo>
                  <a:pt x="112" y="35"/>
                </a:lnTo>
                <a:lnTo>
                  <a:pt x="113" y="35"/>
                </a:lnTo>
                <a:lnTo>
                  <a:pt x="115" y="35"/>
                </a:lnTo>
                <a:lnTo>
                  <a:pt x="115" y="34"/>
                </a:lnTo>
                <a:lnTo>
                  <a:pt x="116" y="35"/>
                </a:lnTo>
                <a:lnTo>
                  <a:pt x="116" y="34"/>
                </a:lnTo>
                <a:lnTo>
                  <a:pt x="115" y="34"/>
                </a:lnTo>
                <a:lnTo>
                  <a:pt x="116" y="34"/>
                </a:lnTo>
                <a:lnTo>
                  <a:pt x="116" y="33"/>
                </a:lnTo>
                <a:lnTo>
                  <a:pt x="116" y="32"/>
                </a:lnTo>
                <a:lnTo>
                  <a:pt x="116" y="31"/>
                </a:lnTo>
                <a:lnTo>
                  <a:pt x="116" y="30"/>
                </a:lnTo>
                <a:lnTo>
                  <a:pt x="116" y="31"/>
                </a:lnTo>
                <a:lnTo>
                  <a:pt x="117" y="31"/>
                </a:lnTo>
                <a:lnTo>
                  <a:pt x="117" y="30"/>
                </a:lnTo>
                <a:lnTo>
                  <a:pt x="118" y="30"/>
                </a:lnTo>
                <a:lnTo>
                  <a:pt x="120" y="30"/>
                </a:lnTo>
                <a:lnTo>
                  <a:pt x="121" y="30"/>
                </a:lnTo>
                <a:lnTo>
                  <a:pt x="122" y="31"/>
                </a:lnTo>
                <a:lnTo>
                  <a:pt x="122" y="32"/>
                </a:lnTo>
                <a:lnTo>
                  <a:pt x="123" y="32"/>
                </a:lnTo>
                <a:lnTo>
                  <a:pt x="124" y="32"/>
                </a:lnTo>
                <a:lnTo>
                  <a:pt x="124" y="31"/>
                </a:lnTo>
                <a:lnTo>
                  <a:pt x="125" y="31"/>
                </a:lnTo>
                <a:lnTo>
                  <a:pt x="126" y="31"/>
                </a:lnTo>
                <a:lnTo>
                  <a:pt x="126" y="30"/>
                </a:lnTo>
                <a:lnTo>
                  <a:pt x="127" y="30"/>
                </a:lnTo>
                <a:lnTo>
                  <a:pt x="128" y="30"/>
                </a:lnTo>
                <a:lnTo>
                  <a:pt x="128" y="31"/>
                </a:lnTo>
                <a:lnTo>
                  <a:pt x="129" y="31"/>
                </a:lnTo>
                <a:lnTo>
                  <a:pt x="129" y="32"/>
                </a:lnTo>
                <a:lnTo>
                  <a:pt x="130" y="32"/>
                </a:lnTo>
                <a:lnTo>
                  <a:pt x="130" y="33"/>
                </a:lnTo>
                <a:lnTo>
                  <a:pt x="131" y="33"/>
                </a:lnTo>
                <a:lnTo>
                  <a:pt x="132" y="33"/>
                </a:lnTo>
                <a:lnTo>
                  <a:pt x="132" y="32"/>
                </a:lnTo>
                <a:lnTo>
                  <a:pt x="132" y="31"/>
                </a:lnTo>
                <a:lnTo>
                  <a:pt x="132" y="30"/>
                </a:lnTo>
                <a:lnTo>
                  <a:pt x="131" y="30"/>
                </a:lnTo>
                <a:lnTo>
                  <a:pt x="131" y="29"/>
                </a:lnTo>
                <a:lnTo>
                  <a:pt x="132" y="28"/>
                </a:lnTo>
                <a:lnTo>
                  <a:pt x="133" y="28"/>
                </a:lnTo>
                <a:lnTo>
                  <a:pt x="132" y="28"/>
                </a:lnTo>
                <a:lnTo>
                  <a:pt x="133" y="28"/>
                </a:lnTo>
                <a:lnTo>
                  <a:pt x="134" y="28"/>
                </a:lnTo>
                <a:lnTo>
                  <a:pt x="134" y="27"/>
                </a:lnTo>
                <a:lnTo>
                  <a:pt x="133" y="26"/>
                </a:lnTo>
                <a:lnTo>
                  <a:pt x="134" y="26"/>
                </a:lnTo>
                <a:lnTo>
                  <a:pt x="135" y="27"/>
                </a:lnTo>
                <a:lnTo>
                  <a:pt x="135" y="28"/>
                </a:lnTo>
                <a:lnTo>
                  <a:pt x="134" y="29"/>
                </a:lnTo>
                <a:lnTo>
                  <a:pt x="135" y="29"/>
                </a:lnTo>
                <a:lnTo>
                  <a:pt x="136" y="28"/>
                </a:lnTo>
                <a:lnTo>
                  <a:pt x="135" y="28"/>
                </a:lnTo>
                <a:lnTo>
                  <a:pt x="136" y="28"/>
                </a:lnTo>
                <a:lnTo>
                  <a:pt x="136" y="27"/>
                </a:lnTo>
                <a:lnTo>
                  <a:pt x="136" y="26"/>
                </a:lnTo>
                <a:lnTo>
                  <a:pt x="136" y="25"/>
                </a:lnTo>
                <a:lnTo>
                  <a:pt x="136" y="24"/>
                </a:lnTo>
                <a:lnTo>
                  <a:pt x="137" y="24"/>
                </a:lnTo>
                <a:lnTo>
                  <a:pt x="137" y="23"/>
                </a:lnTo>
                <a:lnTo>
                  <a:pt x="138" y="23"/>
                </a:lnTo>
                <a:lnTo>
                  <a:pt x="139" y="22"/>
                </a:lnTo>
                <a:lnTo>
                  <a:pt x="140" y="22"/>
                </a:lnTo>
                <a:lnTo>
                  <a:pt x="140" y="21"/>
                </a:lnTo>
                <a:lnTo>
                  <a:pt x="141" y="21"/>
                </a:lnTo>
                <a:lnTo>
                  <a:pt x="141" y="22"/>
                </a:lnTo>
                <a:lnTo>
                  <a:pt x="142" y="22"/>
                </a:lnTo>
                <a:lnTo>
                  <a:pt x="143" y="22"/>
                </a:lnTo>
                <a:lnTo>
                  <a:pt x="144" y="22"/>
                </a:lnTo>
                <a:lnTo>
                  <a:pt x="145" y="22"/>
                </a:lnTo>
                <a:lnTo>
                  <a:pt x="144" y="22"/>
                </a:lnTo>
                <a:lnTo>
                  <a:pt x="145" y="22"/>
                </a:lnTo>
                <a:lnTo>
                  <a:pt x="144" y="20"/>
                </a:lnTo>
                <a:lnTo>
                  <a:pt x="144" y="19"/>
                </a:lnTo>
                <a:lnTo>
                  <a:pt x="145" y="20"/>
                </a:lnTo>
                <a:lnTo>
                  <a:pt x="145" y="21"/>
                </a:lnTo>
                <a:lnTo>
                  <a:pt x="145" y="22"/>
                </a:lnTo>
                <a:lnTo>
                  <a:pt x="145" y="21"/>
                </a:lnTo>
                <a:lnTo>
                  <a:pt x="145" y="20"/>
                </a:lnTo>
                <a:lnTo>
                  <a:pt x="145" y="21"/>
                </a:lnTo>
                <a:lnTo>
                  <a:pt x="145" y="20"/>
                </a:lnTo>
                <a:lnTo>
                  <a:pt x="146" y="20"/>
                </a:lnTo>
                <a:lnTo>
                  <a:pt x="146" y="19"/>
                </a:lnTo>
                <a:lnTo>
                  <a:pt x="145" y="19"/>
                </a:lnTo>
                <a:lnTo>
                  <a:pt x="145" y="18"/>
                </a:lnTo>
                <a:lnTo>
                  <a:pt x="146" y="18"/>
                </a:lnTo>
                <a:lnTo>
                  <a:pt x="146" y="17"/>
                </a:lnTo>
                <a:lnTo>
                  <a:pt x="147" y="17"/>
                </a:lnTo>
                <a:lnTo>
                  <a:pt x="147" y="16"/>
                </a:lnTo>
                <a:lnTo>
                  <a:pt x="148" y="15"/>
                </a:lnTo>
                <a:lnTo>
                  <a:pt x="149" y="15"/>
                </a:lnTo>
                <a:lnTo>
                  <a:pt x="149" y="14"/>
                </a:lnTo>
                <a:lnTo>
                  <a:pt x="150" y="14"/>
                </a:lnTo>
                <a:lnTo>
                  <a:pt x="150" y="15"/>
                </a:lnTo>
                <a:lnTo>
                  <a:pt x="151" y="15"/>
                </a:lnTo>
                <a:lnTo>
                  <a:pt x="152" y="15"/>
                </a:lnTo>
                <a:lnTo>
                  <a:pt x="151" y="16"/>
                </a:lnTo>
                <a:lnTo>
                  <a:pt x="151" y="17"/>
                </a:lnTo>
                <a:lnTo>
                  <a:pt x="152" y="17"/>
                </a:lnTo>
                <a:lnTo>
                  <a:pt x="152" y="18"/>
                </a:lnTo>
                <a:lnTo>
                  <a:pt x="153" y="18"/>
                </a:lnTo>
                <a:lnTo>
                  <a:pt x="154" y="18"/>
                </a:lnTo>
                <a:lnTo>
                  <a:pt x="155" y="17"/>
                </a:lnTo>
                <a:lnTo>
                  <a:pt x="156" y="17"/>
                </a:lnTo>
                <a:lnTo>
                  <a:pt x="157" y="17"/>
                </a:lnTo>
                <a:lnTo>
                  <a:pt x="158" y="17"/>
                </a:lnTo>
                <a:lnTo>
                  <a:pt x="160" y="17"/>
                </a:lnTo>
                <a:lnTo>
                  <a:pt x="160" y="16"/>
                </a:lnTo>
                <a:lnTo>
                  <a:pt x="160" y="15"/>
                </a:lnTo>
                <a:lnTo>
                  <a:pt x="159" y="15"/>
                </a:lnTo>
                <a:lnTo>
                  <a:pt x="159" y="14"/>
                </a:lnTo>
                <a:lnTo>
                  <a:pt x="158" y="14"/>
                </a:lnTo>
                <a:lnTo>
                  <a:pt x="157" y="14"/>
                </a:lnTo>
                <a:lnTo>
                  <a:pt x="156" y="14"/>
                </a:lnTo>
                <a:lnTo>
                  <a:pt x="155" y="14"/>
                </a:lnTo>
                <a:lnTo>
                  <a:pt x="155" y="13"/>
                </a:lnTo>
                <a:lnTo>
                  <a:pt x="155" y="12"/>
                </a:lnTo>
                <a:lnTo>
                  <a:pt x="155" y="11"/>
                </a:lnTo>
                <a:lnTo>
                  <a:pt x="156" y="10"/>
                </a:lnTo>
                <a:lnTo>
                  <a:pt x="157" y="10"/>
                </a:lnTo>
                <a:lnTo>
                  <a:pt x="157" y="9"/>
                </a:lnTo>
                <a:lnTo>
                  <a:pt x="158" y="9"/>
                </a:lnTo>
                <a:lnTo>
                  <a:pt x="159" y="9"/>
                </a:lnTo>
                <a:lnTo>
                  <a:pt x="159" y="8"/>
                </a:lnTo>
                <a:lnTo>
                  <a:pt x="160" y="8"/>
                </a:lnTo>
                <a:lnTo>
                  <a:pt x="160" y="7"/>
                </a:lnTo>
                <a:lnTo>
                  <a:pt x="161" y="7"/>
                </a:lnTo>
                <a:lnTo>
                  <a:pt x="161" y="6"/>
                </a:lnTo>
                <a:lnTo>
                  <a:pt x="162" y="6"/>
                </a:lnTo>
                <a:lnTo>
                  <a:pt x="162" y="5"/>
                </a:lnTo>
                <a:lnTo>
                  <a:pt x="163" y="5"/>
                </a:lnTo>
                <a:lnTo>
                  <a:pt x="164" y="4"/>
                </a:lnTo>
                <a:lnTo>
                  <a:pt x="165" y="4"/>
                </a:lnTo>
                <a:lnTo>
                  <a:pt x="165" y="5"/>
                </a:lnTo>
                <a:lnTo>
                  <a:pt x="166" y="5"/>
                </a:lnTo>
                <a:lnTo>
                  <a:pt x="166" y="4"/>
                </a:lnTo>
                <a:lnTo>
                  <a:pt x="166" y="5"/>
                </a:lnTo>
                <a:lnTo>
                  <a:pt x="166" y="4"/>
                </a:lnTo>
                <a:lnTo>
                  <a:pt x="167" y="4"/>
                </a:lnTo>
                <a:lnTo>
                  <a:pt x="168" y="3"/>
                </a:lnTo>
                <a:lnTo>
                  <a:pt x="168" y="2"/>
                </a:lnTo>
                <a:lnTo>
                  <a:pt x="169" y="2"/>
                </a:lnTo>
                <a:lnTo>
                  <a:pt x="170" y="2"/>
                </a:lnTo>
                <a:lnTo>
                  <a:pt x="171" y="2"/>
                </a:lnTo>
                <a:lnTo>
                  <a:pt x="172" y="2"/>
                </a:lnTo>
                <a:lnTo>
                  <a:pt x="172" y="3"/>
                </a:lnTo>
                <a:lnTo>
                  <a:pt x="173" y="3"/>
                </a:lnTo>
                <a:lnTo>
                  <a:pt x="173" y="4"/>
                </a:lnTo>
                <a:lnTo>
                  <a:pt x="173" y="5"/>
                </a:lnTo>
                <a:lnTo>
                  <a:pt x="172" y="5"/>
                </a:lnTo>
                <a:lnTo>
                  <a:pt x="173" y="5"/>
                </a:lnTo>
                <a:lnTo>
                  <a:pt x="174" y="5"/>
                </a:lnTo>
                <a:lnTo>
                  <a:pt x="175" y="5"/>
                </a:lnTo>
                <a:lnTo>
                  <a:pt x="175" y="4"/>
                </a:lnTo>
                <a:lnTo>
                  <a:pt x="176" y="4"/>
                </a:lnTo>
                <a:lnTo>
                  <a:pt x="177" y="4"/>
                </a:lnTo>
                <a:lnTo>
                  <a:pt x="177" y="3"/>
                </a:lnTo>
                <a:lnTo>
                  <a:pt x="178" y="3"/>
                </a:lnTo>
                <a:lnTo>
                  <a:pt x="179" y="3"/>
                </a:lnTo>
                <a:lnTo>
                  <a:pt x="179" y="2"/>
                </a:lnTo>
                <a:lnTo>
                  <a:pt x="179" y="1"/>
                </a:lnTo>
                <a:lnTo>
                  <a:pt x="181" y="1"/>
                </a:lnTo>
                <a:lnTo>
                  <a:pt x="181" y="0"/>
                </a:lnTo>
                <a:lnTo>
                  <a:pt x="182" y="0"/>
                </a:lnTo>
                <a:lnTo>
                  <a:pt x="182" y="1"/>
                </a:lnTo>
                <a:lnTo>
                  <a:pt x="183" y="1"/>
                </a:lnTo>
                <a:lnTo>
                  <a:pt x="184" y="1"/>
                </a:lnTo>
                <a:lnTo>
                  <a:pt x="185" y="1"/>
                </a:lnTo>
                <a:lnTo>
                  <a:pt x="185" y="0"/>
                </a:lnTo>
                <a:lnTo>
                  <a:pt x="186" y="0"/>
                </a:lnTo>
                <a:lnTo>
                  <a:pt x="186" y="1"/>
                </a:lnTo>
                <a:lnTo>
                  <a:pt x="185" y="1"/>
                </a:lnTo>
                <a:lnTo>
                  <a:pt x="185" y="2"/>
                </a:lnTo>
                <a:lnTo>
                  <a:pt x="185" y="3"/>
                </a:lnTo>
                <a:lnTo>
                  <a:pt x="186" y="3"/>
                </a:lnTo>
                <a:lnTo>
                  <a:pt x="187" y="3"/>
                </a:lnTo>
                <a:lnTo>
                  <a:pt x="187" y="4"/>
                </a:lnTo>
                <a:lnTo>
                  <a:pt x="189" y="4"/>
                </a:lnTo>
                <a:lnTo>
                  <a:pt x="189" y="3"/>
                </a:lnTo>
                <a:lnTo>
                  <a:pt x="190" y="3"/>
                </a:lnTo>
                <a:lnTo>
                  <a:pt x="191" y="3"/>
                </a:lnTo>
                <a:lnTo>
                  <a:pt x="191" y="2"/>
                </a:lnTo>
                <a:lnTo>
                  <a:pt x="191" y="1"/>
                </a:lnTo>
                <a:lnTo>
                  <a:pt x="192" y="1"/>
                </a:lnTo>
                <a:lnTo>
                  <a:pt x="192" y="0"/>
                </a:lnTo>
                <a:lnTo>
                  <a:pt x="193" y="1"/>
                </a:lnTo>
                <a:lnTo>
                  <a:pt x="194" y="1"/>
                </a:lnTo>
                <a:lnTo>
                  <a:pt x="194" y="2"/>
                </a:lnTo>
                <a:lnTo>
                  <a:pt x="194" y="1"/>
                </a:lnTo>
                <a:lnTo>
                  <a:pt x="194" y="2"/>
                </a:lnTo>
                <a:lnTo>
                  <a:pt x="195" y="2"/>
                </a:lnTo>
                <a:lnTo>
                  <a:pt x="195" y="1"/>
                </a:lnTo>
                <a:lnTo>
                  <a:pt x="196" y="1"/>
                </a:lnTo>
                <a:lnTo>
                  <a:pt x="197" y="1"/>
                </a:lnTo>
                <a:lnTo>
                  <a:pt x="196" y="2"/>
                </a:lnTo>
                <a:lnTo>
                  <a:pt x="195" y="2"/>
                </a:lnTo>
                <a:lnTo>
                  <a:pt x="194" y="2"/>
                </a:lnTo>
                <a:lnTo>
                  <a:pt x="193" y="2"/>
                </a:lnTo>
                <a:lnTo>
                  <a:pt x="193" y="1"/>
                </a:lnTo>
                <a:lnTo>
                  <a:pt x="192" y="1"/>
                </a:lnTo>
                <a:lnTo>
                  <a:pt x="191" y="1"/>
                </a:lnTo>
                <a:lnTo>
                  <a:pt x="191" y="2"/>
                </a:lnTo>
                <a:lnTo>
                  <a:pt x="191" y="3"/>
                </a:lnTo>
                <a:lnTo>
                  <a:pt x="190" y="3"/>
                </a:lnTo>
                <a:lnTo>
                  <a:pt x="190" y="4"/>
                </a:lnTo>
                <a:lnTo>
                  <a:pt x="189" y="4"/>
                </a:lnTo>
                <a:lnTo>
                  <a:pt x="188" y="4"/>
                </a:lnTo>
                <a:lnTo>
                  <a:pt x="187" y="4"/>
                </a:lnTo>
                <a:lnTo>
                  <a:pt x="186" y="4"/>
                </a:lnTo>
                <a:lnTo>
                  <a:pt x="186" y="3"/>
                </a:lnTo>
                <a:lnTo>
                  <a:pt x="185" y="3"/>
                </a:lnTo>
                <a:lnTo>
                  <a:pt x="185" y="2"/>
                </a:lnTo>
                <a:lnTo>
                  <a:pt x="185" y="1"/>
                </a:lnTo>
                <a:lnTo>
                  <a:pt x="186" y="0"/>
                </a:lnTo>
                <a:lnTo>
                  <a:pt x="185" y="0"/>
                </a:lnTo>
                <a:lnTo>
                  <a:pt x="185" y="1"/>
                </a:lnTo>
                <a:lnTo>
                  <a:pt x="184" y="1"/>
                </a:lnTo>
                <a:lnTo>
                  <a:pt x="184" y="2"/>
                </a:lnTo>
                <a:lnTo>
                  <a:pt x="183" y="2"/>
                </a:lnTo>
                <a:lnTo>
                  <a:pt x="183" y="1"/>
                </a:lnTo>
                <a:lnTo>
                  <a:pt x="182" y="1"/>
                </a:lnTo>
                <a:lnTo>
                  <a:pt x="182" y="0"/>
                </a:lnTo>
                <a:lnTo>
                  <a:pt x="181" y="0"/>
                </a:lnTo>
                <a:lnTo>
                  <a:pt x="181" y="1"/>
                </a:lnTo>
                <a:lnTo>
                  <a:pt x="181" y="2"/>
                </a:lnTo>
                <a:lnTo>
                  <a:pt x="179" y="2"/>
                </a:lnTo>
                <a:lnTo>
                  <a:pt x="179" y="3"/>
                </a:lnTo>
                <a:lnTo>
                  <a:pt x="178" y="3"/>
                </a:lnTo>
                <a:lnTo>
                  <a:pt x="178" y="4"/>
                </a:lnTo>
                <a:lnTo>
                  <a:pt x="177" y="4"/>
                </a:lnTo>
                <a:lnTo>
                  <a:pt x="176" y="4"/>
                </a:lnTo>
                <a:lnTo>
                  <a:pt x="176" y="5"/>
                </a:lnTo>
                <a:lnTo>
                  <a:pt x="175" y="5"/>
                </a:lnTo>
                <a:lnTo>
                  <a:pt x="174" y="6"/>
                </a:lnTo>
                <a:lnTo>
                  <a:pt x="173" y="6"/>
                </a:lnTo>
                <a:lnTo>
                  <a:pt x="173" y="5"/>
                </a:lnTo>
                <a:lnTo>
                  <a:pt x="172" y="5"/>
                </a:lnTo>
                <a:lnTo>
                  <a:pt x="172" y="4"/>
                </a:lnTo>
                <a:lnTo>
                  <a:pt x="172" y="3"/>
                </a:lnTo>
                <a:lnTo>
                  <a:pt x="171" y="3"/>
                </a:lnTo>
                <a:lnTo>
                  <a:pt x="171" y="2"/>
                </a:lnTo>
                <a:lnTo>
                  <a:pt x="170" y="2"/>
                </a:lnTo>
                <a:lnTo>
                  <a:pt x="169" y="2"/>
                </a:lnTo>
                <a:lnTo>
                  <a:pt x="169" y="3"/>
                </a:lnTo>
                <a:lnTo>
                  <a:pt x="168" y="3"/>
                </a:lnTo>
                <a:lnTo>
                  <a:pt x="168" y="4"/>
                </a:lnTo>
                <a:lnTo>
                  <a:pt x="169" y="3"/>
                </a:lnTo>
                <a:lnTo>
                  <a:pt x="169" y="4"/>
                </a:lnTo>
                <a:lnTo>
                  <a:pt x="168" y="4"/>
                </a:lnTo>
                <a:lnTo>
                  <a:pt x="168" y="5"/>
                </a:lnTo>
                <a:lnTo>
                  <a:pt x="169" y="4"/>
                </a:lnTo>
                <a:lnTo>
                  <a:pt x="169" y="5"/>
                </a:lnTo>
                <a:lnTo>
                  <a:pt x="168" y="5"/>
                </a:lnTo>
                <a:lnTo>
                  <a:pt x="167" y="5"/>
                </a:lnTo>
                <a:lnTo>
                  <a:pt x="166" y="5"/>
                </a:lnTo>
                <a:lnTo>
                  <a:pt x="165" y="5"/>
                </a:lnTo>
                <a:lnTo>
                  <a:pt x="164" y="6"/>
                </a:lnTo>
                <a:lnTo>
                  <a:pt x="163" y="6"/>
                </a:lnTo>
                <a:lnTo>
                  <a:pt x="163" y="7"/>
                </a:lnTo>
                <a:lnTo>
                  <a:pt x="162" y="7"/>
                </a:lnTo>
                <a:lnTo>
                  <a:pt x="162" y="8"/>
                </a:lnTo>
                <a:lnTo>
                  <a:pt x="161" y="8"/>
                </a:lnTo>
                <a:lnTo>
                  <a:pt x="161" y="9"/>
                </a:lnTo>
                <a:lnTo>
                  <a:pt x="160" y="9"/>
                </a:lnTo>
                <a:lnTo>
                  <a:pt x="159" y="10"/>
                </a:lnTo>
                <a:lnTo>
                  <a:pt x="158" y="10"/>
                </a:lnTo>
                <a:lnTo>
                  <a:pt x="158" y="11"/>
                </a:lnTo>
                <a:lnTo>
                  <a:pt x="157" y="11"/>
                </a:lnTo>
                <a:lnTo>
                  <a:pt x="156" y="11"/>
                </a:lnTo>
                <a:lnTo>
                  <a:pt x="156" y="12"/>
                </a:lnTo>
                <a:lnTo>
                  <a:pt x="156" y="13"/>
                </a:lnTo>
                <a:lnTo>
                  <a:pt x="157" y="13"/>
                </a:lnTo>
                <a:lnTo>
                  <a:pt x="157" y="14"/>
                </a:lnTo>
                <a:lnTo>
                  <a:pt x="158" y="13"/>
                </a:lnTo>
                <a:lnTo>
                  <a:pt x="158" y="14"/>
                </a:lnTo>
                <a:lnTo>
                  <a:pt x="159" y="14"/>
                </a:lnTo>
                <a:lnTo>
                  <a:pt x="160" y="14"/>
                </a:lnTo>
                <a:lnTo>
                  <a:pt x="161" y="14"/>
                </a:lnTo>
                <a:lnTo>
                  <a:pt x="161" y="15"/>
                </a:lnTo>
                <a:lnTo>
                  <a:pt x="161" y="17"/>
                </a:lnTo>
                <a:lnTo>
                  <a:pt x="160" y="18"/>
                </a:lnTo>
                <a:lnTo>
                  <a:pt x="159" y="18"/>
                </a:lnTo>
                <a:lnTo>
                  <a:pt x="158" y="18"/>
                </a:lnTo>
                <a:lnTo>
                  <a:pt x="156" y="18"/>
                </a:lnTo>
                <a:lnTo>
                  <a:pt x="155" y="18"/>
                </a:lnTo>
                <a:lnTo>
                  <a:pt x="154" y="18"/>
                </a:lnTo>
                <a:lnTo>
                  <a:pt x="153" y="18"/>
                </a:lnTo>
                <a:lnTo>
                  <a:pt x="152" y="19"/>
                </a:lnTo>
                <a:lnTo>
                  <a:pt x="151" y="18"/>
                </a:lnTo>
                <a:lnTo>
                  <a:pt x="150" y="18"/>
                </a:lnTo>
                <a:lnTo>
                  <a:pt x="150" y="17"/>
                </a:lnTo>
                <a:lnTo>
                  <a:pt x="149" y="17"/>
                </a:lnTo>
                <a:lnTo>
                  <a:pt x="148" y="17"/>
                </a:lnTo>
                <a:lnTo>
                  <a:pt x="147" y="17"/>
                </a:lnTo>
                <a:lnTo>
                  <a:pt x="147" y="19"/>
                </a:lnTo>
                <a:lnTo>
                  <a:pt x="147" y="20"/>
                </a:lnTo>
                <a:lnTo>
                  <a:pt x="147" y="21"/>
                </a:lnTo>
                <a:lnTo>
                  <a:pt x="146" y="21"/>
                </a:lnTo>
                <a:lnTo>
                  <a:pt x="146" y="22"/>
                </a:lnTo>
                <a:lnTo>
                  <a:pt x="146" y="23"/>
                </a:lnTo>
                <a:lnTo>
                  <a:pt x="145" y="23"/>
                </a:lnTo>
                <a:lnTo>
                  <a:pt x="143" y="23"/>
                </a:lnTo>
                <a:lnTo>
                  <a:pt x="142" y="23"/>
                </a:lnTo>
                <a:lnTo>
                  <a:pt x="141" y="23"/>
                </a:lnTo>
                <a:lnTo>
                  <a:pt x="140" y="23"/>
                </a:lnTo>
                <a:lnTo>
                  <a:pt x="139" y="23"/>
                </a:lnTo>
                <a:lnTo>
                  <a:pt x="138" y="23"/>
                </a:lnTo>
                <a:lnTo>
                  <a:pt x="138" y="24"/>
                </a:lnTo>
                <a:lnTo>
                  <a:pt x="138" y="25"/>
                </a:lnTo>
                <a:lnTo>
                  <a:pt x="137" y="25"/>
                </a:lnTo>
                <a:lnTo>
                  <a:pt x="137" y="26"/>
                </a:lnTo>
                <a:lnTo>
                  <a:pt x="137" y="27"/>
                </a:lnTo>
                <a:lnTo>
                  <a:pt x="137" y="28"/>
                </a:lnTo>
                <a:lnTo>
                  <a:pt x="137" y="29"/>
                </a:lnTo>
                <a:lnTo>
                  <a:pt x="136" y="29"/>
                </a:lnTo>
                <a:lnTo>
                  <a:pt x="135" y="30"/>
                </a:lnTo>
                <a:lnTo>
                  <a:pt x="134" y="29"/>
                </a:lnTo>
                <a:lnTo>
                  <a:pt x="133" y="29"/>
                </a:lnTo>
                <a:lnTo>
                  <a:pt x="132" y="29"/>
                </a:lnTo>
                <a:lnTo>
                  <a:pt x="132" y="30"/>
                </a:lnTo>
                <a:lnTo>
                  <a:pt x="133" y="30"/>
                </a:lnTo>
                <a:lnTo>
                  <a:pt x="133" y="31"/>
                </a:lnTo>
                <a:lnTo>
                  <a:pt x="133" y="32"/>
                </a:lnTo>
                <a:lnTo>
                  <a:pt x="133" y="33"/>
                </a:lnTo>
                <a:lnTo>
                  <a:pt x="133" y="34"/>
                </a:lnTo>
                <a:lnTo>
                  <a:pt x="132" y="34"/>
                </a:lnTo>
                <a:lnTo>
                  <a:pt x="131" y="34"/>
                </a:lnTo>
                <a:lnTo>
                  <a:pt x="130" y="34"/>
                </a:lnTo>
                <a:lnTo>
                  <a:pt x="129" y="33"/>
                </a:lnTo>
                <a:lnTo>
                  <a:pt x="129" y="32"/>
                </a:lnTo>
                <a:lnTo>
                  <a:pt x="128" y="32"/>
                </a:lnTo>
                <a:lnTo>
                  <a:pt x="128" y="31"/>
                </a:lnTo>
                <a:lnTo>
                  <a:pt x="128" y="32"/>
                </a:lnTo>
                <a:lnTo>
                  <a:pt x="128" y="31"/>
                </a:lnTo>
                <a:lnTo>
                  <a:pt x="127" y="31"/>
                </a:lnTo>
                <a:lnTo>
                  <a:pt x="126" y="31"/>
                </a:lnTo>
                <a:lnTo>
                  <a:pt x="126" y="32"/>
                </a:lnTo>
                <a:lnTo>
                  <a:pt x="125" y="32"/>
                </a:lnTo>
                <a:lnTo>
                  <a:pt x="124" y="32"/>
                </a:lnTo>
                <a:lnTo>
                  <a:pt x="124" y="33"/>
                </a:lnTo>
                <a:lnTo>
                  <a:pt x="122" y="33"/>
                </a:lnTo>
                <a:lnTo>
                  <a:pt x="122" y="32"/>
                </a:lnTo>
                <a:lnTo>
                  <a:pt x="121" y="32"/>
                </a:lnTo>
                <a:lnTo>
                  <a:pt x="121" y="31"/>
                </a:lnTo>
                <a:lnTo>
                  <a:pt x="120" y="31"/>
                </a:lnTo>
                <a:lnTo>
                  <a:pt x="119" y="31"/>
                </a:lnTo>
                <a:lnTo>
                  <a:pt x="118" y="31"/>
                </a:lnTo>
                <a:lnTo>
                  <a:pt x="118" y="32"/>
                </a:lnTo>
                <a:lnTo>
                  <a:pt x="118" y="31"/>
                </a:lnTo>
                <a:lnTo>
                  <a:pt x="117" y="31"/>
                </a:lnTo>
                <a:lnTo>
                  <a:pt x="117" y="32"/>
                </a:lnTo>
                <a:lnTo>
                  <a:pt x="117" y="34"/>
                </a:lnTo>
                <a:lnTo>
                  <a:pt x="117" y="35"/>
                </a:lnTo>
                <a:lnTo>
                  <a:pt x="116" y="35"/>
                </a:lnTo>
                <a:lnTo>
                  <a:pt x="116" y="36"/>
                </a:lnTo>
                <a:lnTo>
                  <a:pt x="115" y="36"/>
                </a:lnTo>
                <a:lnTo>
                  <a:pt x="116" y="36"/>
                </a:lnTo>
                <a:lnTo>
                  <a:pt x="116" y="37"/>
                </a:lnTo>
                <a:lnTo>
                  <a:pt x="115" y="37"/>
                </a:lnTo>
                <a:lnTo>
                  <a:pt x="115" y="36"/>
                </a:lnTo>
                <a:lnTo>
                  <a:pt x="114" y="36"/>
                </a:lnTo>
                <a:lnTo>
                  <a:pt x="113" y="36"/>
                </a:lnTo>
                <a:lnTo>
                  <a:pt x="112" y="36"/>
                </a:lnTo>
                <a:lnTo>
                  <a:pt x="111" y="36"/>
                </a:lnTo>
                <a:lnTo>
                  <a:pt x="110" y="37"/>
                </a:lnTo>
                <a:lnTo>
                  <a:pt x="109" y="37"/>
                </a:lnTo>
                <a:lnTo>
                  <a:pt x="108" y="37"/>
                </a:lnTo>
                <a:lnTo>
                  <a:pt x="108" y="38"/>
                </a:lnTo>
                <a:lnTo>
                  <a:pt x="107" y="38"/>
                </a:lnTo>
                <a:lnTo>
                  <a:pt x="106" y="38"/>
                </a:lnTo>
                <a:lnTo>
                  <a:pt x="105" y="38"/>
                </a:lnTo>
                <a:lnTo>
                  <a:pt x="105" y="39"/>
                </a:lnTo>
                <a:lnTo>
                  <a:pt x="104" y="39"/>
                </a:lnTo>
                <a:lnTo>
                  <a:pt x="104" y="40"/>
                </a:lnTo>
                <a:lnTo>
                  <a:pt x="103" y="40"/>
                </a:lnTo>
                <a:lnTo>
                  <a:pt x="103" y="41"/>
                </a:lnTo>
                <a:lnTo>
                  <a:pt x="102" y="41"/>
                </a:lnTo>
                <a:lnTo>
                  <a:pt x="101" y="41"/>
                </a:lnTo>
                <a:lnTo>
                  <a:pt x="101" y="42"/>
                </a:lnTo>
                <a:lnTo>
                  <a:pt x="100" y="42"/>
                </a:lnTo>
                <a:lnTo>
                  <a:pt x="101" y="42"/>
                </a:lnTo>
                <a:lnTo>
                  <a:pt x="102" y="42"/>
                </a:lnTo>
                <a:lnTo>
                  <a:pt x="103" y="43"/>
                </a:lnTo>
                <a:lnTo>
                  <a:pt x="102" y="43"/>
                </a:lnTo>
                <a:lnTo>
                  <a:pt x="102" y="42"/>
                </a:lnTo>
                <a:lnTo>
                  <a:pt x="101" y="42"/>
                </a:lnTo>
                <a:lnTo>
                  <a:pt x="100" y="42"/>
                </a:lnTo>
                <a:lnTo>
                  <a:pt x="99" y="42"/>
                </a:lnTo>
                <a:lnTo>
                  <a:pt x="98" y="43"/>
                </a:lnTo>
                <a:lnTo>
                  <a:pt x="97" y="43"/>
                </a:lnTo>
                <a:lnTo>
                  <a:pt x="96" y="43"/>
                </a:lnTo>
                <a:lnTo>
                  <a:pt x="96" y="44"/>
                </a:lnTo>
                <a:lnTo>
                  <a:pt x="95" y="44"/>
                </a:lnTo>
                <a:lnTo>
                  <a:pt x="96" y="44"/>
                </a:lnTo>
                <a:lnTo>
                  <a:pt x="96" y="45"/>
                </a:lnTo>
                <a:lnTo>
                  <a:pt x="97" y="45"/>
                </a:lnTo>
                <a:lnTo>
                  <a:pt x="98" y="45"/>
                </a:lnTo>
                <a:lnTo>
                  <a:pt x="98" y="46"/>
                </a:lnTo>
                <a:lnTo>
                  <a:pt x="98" y="45"/>
                </a:lnTo>
                <a:lnTo>
                  <a:pt x="97" y="45"/>
                </a:lnTo>
                <a:lnTo>
                  <a:pt x="96" y="45"/>
                </a:lnTo>
                <a:lnTo>
                  <a:pt x="95" y="45"/>
                </a:lnTo>
                <a:lnTo>
                  <a:pt x="94" y="45"/>
                </a:lnTo>
                <a:lnTo>
                  <a:pt x="93" y="45"/>
                </a:lnTo>
                <a:lnTo>
                  <a:pt x="92" y="45"/>
                </a:lnTo>
                <a:lnTo>
                  <a:pt x="91" y="45"/>
                </a:lnTo>
                <a:lnTo>
                  <a:pt x="91" y="46"/>
                </a:lnTo>
                <a:lnTo>
                  <a:pt x="90" y="46"/>
                </a:lnTo>
                <a:lnTo>
                  <a:pt x="90" y="47"/>
                </a:lnTo>
                <a:lnTo>
                  <a:pt x="90" y="48"/>
                </a:lnTo>
                <a:lnTo>
                  <a:pt x="91" y="49"/>
                </a:lnTo>
                <a:lnTo>
                  <a:pt x="92" y="49"/>
                </a:lnTo>
                <a:lnTo>
                  <a:pt x="94" y="50"/>
                </a:lnTo>
                <a:lnTo>
                  <a:pt x="95" y="50"/>
                </a:lnTo>
                <a:lnTo>
                  <a:pt x="95" y="51"/>
                </a:lnTo>
                <a:lnTo>
                  <a:pt x="96" y="51"/>
                </a:lnTo>
                <a:lnTo>
                  <a:pt x="97" y="51"/>
                </a:lnTo>
                <a:lnTo>
                  <a:pt x="96" y="51"/>
                </a:lnTo>
                <a:lnTo>
                  <a:pt x="95" y="51"/>
                </a:lnTo>
                <a:lnTo>
                  <a:pt x="95" y="52"/>
                </a:lnTo>
                <a:lnTo>
                  <a:pt x="95" y="53"/>
                </a:lnTo>
                <a:lnTo>
                  <a:pt x="94" y="53"/>
                </a:lnTo>
                <a:lnTo>
                  <a:pt x="93" y="54"/>
                </a:lnTo>
                <a:lnTo>
                  <a:pt x="92" y="54"/>
                </a:lnTo>
                <a:lnTo>
                  <a:pt x="91" y="55"/>
                </a:lnTo>
                <a:lnTo>
                  <a:pt x="91" y="54"/>
                </a:lnTo>
                <a:lnTo>
                  <a:pt x="90" y="54"/>
                </a:lnTo>
                <a:lnTo>
                  <a:pt x="89" y="54"/>
                </a:lnTo>
                <a:lnTo>
                  <a:pt x="89" y="53"/>
                </a:lnTo>
                <a:lnTo>
                  <a:pt x="88" y="53"/>
                </a:lnTo>
                <a:lnTo>
                  <a:pt x="87" y="53"/>
                </a:lnTo>
                <a:lnTo>
                  <a:pt x="86" y="53"/>
                </a:lnTo>
                <a:lnTo>
                  <a:pt x="85" y="53"/>
                </a:lnTo>
                <a:lnTo>
                  <a:pt x="85" y="54"/>
                </a:lnTo>
                <a:lnTo>
                  <a:pt x="85" y="53"/>
                </a:lnTo>
                <a:lnTo>
                  <a:pt x="85" y="54"/>
                </a:lnTo>
                <a:lnTo>
                  <a:pt x="84" y="54"/>
                </a:lnTo>
                <a:lnTo>
                  <a:pt x="83" y="54"/>
                </a:lnTo>
                <a:lnTo>
                  <a:pt x="82" y="55"/>
                </a:lnTo>
                <a:lnTo>
                  <a:pt x="81" y="55"/>
                </a:lnTo>
                <a:lnTo>
                  <a:pt x="81" y="54"/>
                </a:lnTo>
                <a:lnTo>
                  <a:pt x="80" y="54"/>
                </a:lnTo>
                <a:lnTo>
                  <a:pt x="79" y="54"/>
                </a:lnTo>
                <a:lnTo>
                  <a:pt x="78" y="53"/>
                </a:lnTo>
                <a:lnTo>
                  <a:pt x="79" y="53"/>
                </a:lnTo>
                <a:lnTo>
                  <a:pt x="79" y="52"/>
                </a:lnTo>
                <a:lnTo>
                  <a:pt x="79" y="51"/>
                </a:lnTo>
                <a:lnTo>
                  <a:pt x="78" y="51"/>
                </a:lnTo>
                <a:lnTo>
                  <a:pt x="77" y="52"/>
                </a:lnTo>
                <a:lnTo>
                  <a:pt x="77" y="53"/>
                </a:lnTo>
                <a:lnTo>
                  <a:pt x="77" y="54"/>
                </a:lnTo>
                <a:lnTo>
                  <a:pt x="76" y="54"/>
                </a:lnTo>
                <a:lnTo>
                  <a:pt x="76" y="55"/>
                </a:lnTo>
                <a:lnTo>
                  <a:pt x="75" y="55"/>
                </a:lnTo>
                <a:lnTo>
                  <a:pt x="75" y="56"/>
                </a:lnTo>
                <a:lnTo>
                  <a:pt x="75" y="57"/>
                </a:lnTo>
                <a:lnTo>
                  <a:pt x="74" y="57"/>
                </a:lnTo>
                <a:lnTo>
                  <a:pt x="74" y="58"/>
                </a:lnTo>
                <a:lnTo>
                  <a:pt x="73" y="58"/>
                </a:lnTo>
                <a:lnTo>
                  <a:pt x="72" y="59"/>
                </a:lnTo>
                <a:lnTo>
                  <a:pt x="71" y="60"/>
                </a:lnTo>
                <a:lnTo>
                  <a:pt x="70" y="60"/>
                </a:lnTo>
                <a:lnTo>
                  <a:pt x="70" y="61"/>
                </a:lnTo>
                <a:lnTo>
                  <a:pt x="69" y="61"/>
                </a:lnTo>
                <a:lnTo>
                  <a:pt x="68" y="61"/>
                </a:lnTo>
                <a:lnTo>
                  <a:pt x="68" y="62"/>
                </a:lnTo>
                <a:lnTo>
                  <a:pt x="67" y="62"/>
                </a:lnTo>
                <a:lnTo>
                  <a:pt x="66" y="62"/>
                </a:lnTo>
                <a:lnTo>
                  <a:pt x="65" y="62"/>
                </a:lnTo>
                <a:lnTo>
                  <a:pt x="64" y="62"/>
                </a:lnTo>
                <a:lnTo>
                  <a:pt x="64" y="63"/>
                </a:lnTo>
                <a:lnTo>
                  <a:pt x="63" y="63"/>
                </a:lnTo>
                <a:lnTo>
                  <a:pt x="63" y="64"/>
                </a:lnTo>
                <a:lnTo>
                  <a:pt x="62" y="64"/>
                </a:lnTo>
                <a:lnTo>
                  <a:pt x="62" y="65"/>
                </a:lnTo>
                <a:lnTo>
                  <a:pt x="62" y="66"/>
                </a:lnTo>
                <a:lnTo>
                  <a:pt x="62" y="65"/>
                </a:lnTo>
                <a:lnTo>
                  <a:pt x="62" y="66"/>
                </a:lnTo>
                <a:lnTo>
                  <a:pt x="61" y="66"/>
                </a:lnTo>
                <a:lnTo>
                  <a:pt x="62" y="66"/>
                </a:lnTo>
                <a:lnTo>
                  <a:pt x="61" y="66"/>
                </a:lnTo>
                <a:lnTo>
                  <a:pt x="61" y="67"/>
                </a:lnTo>
                <a:lnTo>
                  <a:pt x="61" y="68"/>
                </a:lnTo>
                <a:lnTo>
                  <a:pt x="60" y="68"/>
                </a:lnTo>
                <a:lnTo>
                  <a:pt x="61" y="68"/>
                </a:lnTo>
                <a:lnTo>
                  <a:pt x="61" y="69"/>
                </a:lnTo>
                <a:lnTo>
                  <a:pt x="60" y="69"/>
                </a:lnTo>
                <a:lnTo>
                  <a:pt x="61" y="69"/>
                </a:lnTo>
                <a:lnTo>
                  <a:pt x="60" y="69"/>
                </a:lnTo>
                <a:lnTo>
                  <a:pt x="60" y="70"/>
                </a:lnTo>
                <a:lnTo>
                  <a:pt x="60" y="71"/>
                </a:lnTo>
                <a:lnTo>
                  <a:pt x="59" y="71"/>
                </a:lnTo>
                <a:lnTo>
                  <a:pt x="58" y="71"/>
                </a:lnTo>
                <a:lnTo>
                  <a:pt x="59" y="71"/>
                </a:lnTo>
                <a:lnTo>
                  <a:pt x="58" y="71"/>
                </a:lnTo>
                <a:lnTo>
                  <a:pt x="57" y="71"/>
                </a:lnTo>
                <a:lnTo>
                  <a:pt x="57" y="72"/>
                </a:lnTo>
                <a:lnTo>
                  <a:pt x="56" y="72"/>
                </a:lnTo>
                <a:lnTo>
                  <a:pt x="55" y="72"/>
                </a:lnTo>
                <a:lnTo>
                  <a:pt x="55" y="73"/>
                </a:lnTo>
                <a:lnTo>
                  <a:pt x="54" y="73"/>
                </a:lnTo>
                <a:lnTo>
                  <a:pt x="53" y="73"/>
                </a:lnTo>
                <a:lnTo>
                  <a:pt x="52" y="73"/>
                </a:lnTo>
                <a:lnTo>
                  <a:pt x="52" y="74"/>
                </a:lnTo>
                <a:lnTo>
                  <a:pt x="51" y="74"/>
                </a:lnTo>
                <a:lnTo>
                  <a:pt x="50" y="74"/>
                </a:lnTo>
                <a:lnTo>
                  <a:pt x="49" y="74"/>
                </a:lnTo>
                <a:lnTo>
                  <a:pt x="48" y="74"/>
                </a:lnTo>
                <a:lnTo>
                  <a:pt x="48" y="75"/>
                </a:lnTo>
                <a:lnTo>
                  <a:pt x="47" y="75"/>
                </a:lnTo>
                <a:lnTo>
                  <a:pt x="47" y="76"/>
                </a:lnTo>
                <a:lnTo>
                  <a:pt x="46" y="76"/>
                </a:lnTo>
                <a:lnTo>
                  <a:pt x="47" y="76"/>
                </a:lnTo>
                <a:lnTo>
                  <a:pt x="46" y="76"/>
                </a:lnTo>
                <a:lnTo>
                  <a:pt x="46" y="77"/>
                </a:lnTo>
                <a:lnTo>
                  <a:pt x="45" y="77"/>
                </a:lnTo>
                <a:lnTo>
                  <a:pt x="45" y="78"/>
                </a:lnTo>
                <a:lnTo>
                  <a:pt x="45" y="79"/>
                </a:lnTo>
                <a:lnTo>
                  <a:pt x="45" y="80"/>
                </a:lnTo>
                <a:lnTo>
                  <a:pt x="45" y="81"/>
                </a:lnTo>
                <a:lnTo>
                  <a:pt x="44" y="81"/>
                </a:lnTo>
                <a:lnTo>
                  <a:pt x="43" y="81"/>
                </a:lnTo>
                <a:lnTo>
                  <a:pt x="43" y="82"/>
                </a:lnTo>
                <a:lnTo>
                  <a:pt x="42" y="82"/>
                </a:lnTo>
                <a:lnTo>
                  <a:pt x="41" y="82"/>
                </a:lnTo>
                <a:lnTo>
                  <a:pt x="41" y="83"/>
                </a:lnTo>
                <a:lnTo>
                  <a:pt x="40" y="83"/>
                </a:lnTo>
                <a:lnTo>
                  <a:pt x="39" y="83"/>
                </a:lnTo>
                <a:lnTo>
                  <a:pt x="38" y="83"/>
                </a:lnTo>
                <a:lnTo>
                  <a:pt x="38" y="84"/>
                </a:lnTo>
                <a:lnTo>
                  <a:pt x="38" y="85"/>
                </a:lnTo>
                <a:lnTo>
                  <a:pt x="38" y="86"/>
                </a:lnTo>
                <a:lnTo>
                  <a:pt x="38" y="87"/>
                </a:lnTo>
                <a:lnTo>
                  <a:pt x="39" y="87"/>
                </a:lnTo>
                <a:lnTo>
                  <a:pt x="39" y="88"/>
                </a:lnTo>
                <a:lnTo>
                  <a:pt x="39" y="89"/>
                </a:lnTo>
                <a:lnTo>
                  <a:pt x="38" y="89"/>
                </a:lnTo>
                <a:lnTo>
                  <a:pt x="37" y="89"/>
                </a:lnTo>
                <a:lnTo>
                  <a:pt x="36" y="89"/>
                </a:lnTo>
                <a:lnTo>
                  <a:pt x="35" y="89"/>
                </a:lnTo>
                <a:lnTo>
                  <a:pt x="36" y="89"/>
                </a:lnTo>
                <a:lnTo>
                  <a:pt x="37" y="89"/>
                </a:lnTo>
                <a:lnTo>
                  <a:pt x="38" y="89"/>
                </a:lnTo>
                <a:lnTo>
                  <a:pt x="38" y="88"/>
                </a:lnTo>
                <a:lnTo>
                  <a:pt x="39" y="88"/>
                </a:lnTo>
                <a:lnTo>
                  <a:pt x="38" y="88"/>
                </a:lnTo>
                <a:lnTo>
                  <a:pt x="39" y="88"/>
                </a:lnTo>
                <a:lnTo>
                  <a:pt x="38" y="88"/>
                </a:lnTo>
                <a:lnTo>
                  <a:pt x="38" y="87"/>
                </a:lnTo>
                <a:lnTo>
                  <a:pt x="38" y="86"/>
                </a:lnTo>
                <a:lnTo>
                  <a:pt x="38" y="85"/>
                </a:lnTo>
                <a:lnTo>
                  <a:pt x="38" y="84"/>
                </a:lnTo>
                <a:lnTo>
                  <a:pt x="37" y="84"/>
                </a:lnTo>
                <a:lnTo>
                  <a:pt x="36" y="85"/>
                </a:lnTo>
                <a:lnTo>
                  <a:pt x="36" y="86"/>
                </a:lnTo>
                <a:lnTo>
                  <a:pt x="35" y="86"/>
                </a:lnTo>
                <a:lnTo>
                  <a:pt x="35" y="87"/>
                </a:lnTo>
                <a:lnTo>
                  <a:pt x="35" y="88"/>
                </a:lnTo>
                <a:lnTo>
                  <a:pt x="34" y="88"/>
                </a:lnTo>
                <a:lnTo>
                  <a:pt x="33" y="88"/>
                </a:lnTo>
                <a:lnTo>
                  <a:pt x="32" y="88"/>
                </a:lnTo>
                <a:lnTo>
                  <a:pt x="32" y="89"/>
                </a:lnTo>
                <a:lnTo>
                  <a:pt x="31" y="89"/>
                </a:lnTo>
                <a:lnTo>
                  <a:pt x="31" y="90"/>
                </a:lnTo>
                <a:lnTo>
                  <a:pt x="30" y="90"/>
                </a:lnTo>
                <a:lnTo>
                  <a:pt x="30" y="91"/>
                </a:lnTo>
                <a:lnTo>
                  <a:pt x="29" y="92"/>
                </a:lnTo>
                <a:lnTo>
                  <a:pt x="28" y="92"/>
                </a:lnTo>
                <a:lnTo>
                  <a:pt x="27" y="92"/>
                </a:lnTo>
                <a:lnTo>
                  <a:pt x="26" y="92"/>
                </a:lnTo>
                <a:lnTo>
                  <a:pt x="26" y="93"/>
                </a:lnTo>
                <a:lnTo>
                  <a:pt x="26" y="94"/>
                </a:lnTo>
                <a:lnTo>
                  <a:pt x="28" y="94"/>
                </a:lnTo>
                <a:lnTo>
                  <a:pt x="29" y="94"/>
                </a:lnTo>
                <a:lnTo>
                  <a:pt x="29" y="93"/>
                </a:lnTo>
                <a:lnTo>
                  <a:pt x="31" y="93"/>
                </a:lnTo>
                <a:lnTo>
                  <a:pt x="32" y="93"/>
                </a:lnTo>
                <a:lnTo>
                  <a:pt x="32" y="92"/>
                </a:lnTo>
                <a:lnTo>
                  <a:pt x="32" y="91"/>
                </a:lnTo>
                <a:lnTo>
                  <a:pt x="33" y="91"/>
                </a:lnTo>
                <a:lnTo>
                  <a:pt x="33" y="90"/>
                </a:lnTo>
                <a:lnTo>
                  <a:pt x="33" y="89"/>
                </a:lnTo>
                <a:lnTo>
                  <a:pt x="33" y="90"/>
                </a:lnTo>
                <a:lnTo>
                  <a:pt x="33" y="91"/>
                </a:lnTo>
                <a:lnTo>
                  <a:pt x="33" y="92"/>
                </a:lnTo>
                <a:lnTo>
                  <a:pt x="32" y="92"/>
                </a:lnTo>
                <a:lnTo>
                  <a:pt x="32" y="93"/>
                </a:lnTo>
                <a:lnTo>
                  <a:pt x="31" y="93"/>
                </a:lnTo>
                <a:lnTo>
                  <a:pt x="30" y="93"/>
                </a:lnTo>
                <a:lnTo>
                  <a:pt x="30" y="94"/>
                </a:lnTo>
                <a:lnTo>
                  <a:pt x="29" y="94"/>
                </a:lnTo>
                <a:lnTo>
                  <a:pt x="28" y="94"/>
                </a:lnTo>
                <a:lnTo>
                  <a:pt x="28" y="95"/>
                </a:lnTo>
                <a:lnTo>
                  <a:pt x="29" y="95"/>
                </a:lnTo>
                <a:lnTo>
                  <a:pt x="28" y="95"/>
                </a:lnTo>
                <a:lnTo>
                  <a:pt x="28" y="94"/>
                </a:lnTo>
                <a:lnTo>
                  <a:pt x="28" y="95"/>
                </a:lnTo>
                <a:lnTo>
                  <a:pt x="27" y="95"/>
                </a:lnTo>
                <a:lnTo>
                  <a:pt x="27" y="94"/>
                </a:lnTo>
                <a:lnTo>
                  <a:pt x="26" y="94"/>
                </a:lnTo>
                <a:lnTo>
                  <a:pt x="26" y="95"/>
                </a:lnTo>
                <a:lnTo>
                  <a:pt x="25" y="95"/>
                </a:lnTo>
                <a:lnTo>
                  <a:pt x="25" y="96"/>
                </a:lnTo>
                <a:lnTo>
                  <a:pt x="24" y="96"/>
                </a:lnTo>
                <a:lnTo>
                  <a:pt x="23" y="96"/>
                </a:lnTo>
                <a:lnTo>
                  <a:pt x="23" y="97"/>
                </a:lnTo>
                <a:lnTo>
                  <a:pt x="22" y="98"/>
                </a:lnTo>
                <a:lnTo>
                  <a:pt x="22" y="99"/>
                </a:lnTo>
                <a:lnTo>
                  <a:pt x="23" y="100"/>
                </a:lnTo>
                <a:lnTo>
                  <a:pt x="23" y="102"/>
                </a:lnTo>
                <a:lnTo>
                  <a:pt x="23" y="103"/>
                </a:lnTo>
                <a:lnTo>
                  <a:pt x="23" y="104"/>
                </a:lnTo>
                <a:lnTo>
                  <a:pt x="23" y="105"/>
                </a:lnTo>
                <a:lnTo>
                  <a:pt x="23" y="107"/>
                </a:lnTo>
                <a:lnTo>
                  <a:pt x="23" y="108"/>
                </a:lnTo>
                <a:lnTo>
                  <a:pt x="22" y="108"/>
                </a:lnTo>
                <a:lnTo>
                  <a:pt x="22" y="109"/>
                </a:lnTo>
                <a:lnTo>
                  <a:pt x="22" y="110"/>
                </a:lnTo>
                <a:lnTo>
                  <a:pt x="22" y="111"/>
                </a:lnTo>
                <a:lnTo>
                  <a:pt x="22" y="112"/>
                </a:lnTo>
                <a:lnTo>
                  <a:pt x="22" y="113"/>
                </a:lnTo>
                <a:lnTo>
                  <a:pt x="22" y="114"/>
                </a:lnTo>
                <a:lnTo>
                  <a:pt x="22" y="113"/>
                </a:lnTo>
                <a:lnTo>
                  <a:pt x="21" y="113"/>
                </a:lnTo>
                <a:lnTo>
                  <a:pt x="21" y="114"/>
                </a:lnTo>
                <a:lnTo>
                  <a:pt x="20" y="114"/>
                </a:lnTo>
                <a:lnTo>
                  <a:pt x="20" y="115"/>
                </a:lnTo>
                <a:lnTo>
                  <a:pt x="19" y="115"/>
                </a:lnTo>
                <a:lnTo>
                  <a:pt x="19" y="116"/>
                </a:lnTo>
                <a:lnTo>
                  <a:pt x="20" y="116"/>
                </a:lnTo>
                <a:lnTo>
                  <a:pt x="21" y="116"/>
                </a:lnTo>
                <a:lnTo>
                  <a:pt x="21" y="115"/>
                </a:lnTo>
                <a:lnTo>
                  <a:pt x="21" y="116"/>
                </a:lnTo>
                <a:lnTo>
                  <a:pt x="20" y="116"/>
                </a:lnTo>
                <a:lnTo>
                  <a:pt x="18" y="116"/>
                </a:lnTo>
                <a:lnTo>
                  <a:pt x="18" y="117"/>
                </a:lnTo>
                <a:lnTo>
                  <a:pt x="17" y="117"/>
                </a:lnTo>
                <a:lnTo>
                  <a:pt x="17" y="118"/>
                </a:lnTo>
                <a:lnTo>
                  <a:pt x="16" y="118"/>
                </a:lnTo>
                <a:lnTo>
                  <a:pt x="16" y="119"/>
                </a:lnTo>
                <a:lnTo>
                  <a:pt x="16" y="120"/>
                </a:lnTo>
                <a:lnTo>
                  <a:pt x="17" y="120"/>
                </a:lnTo>
                <a:lnTo>
                  <a:pt x="17" y="121"/>
                </a:lnTo>
                <a:lnTo>
                  <a:pt x="18" y="121"/>
                </a:lnTo>
                <a:lnTo>
                  <a:pt x="18" y="122"/>
                </a:lnTo>
                <a:lnTo>
                  <a:pt x="19" y="122"/>
                </a:lnTo>
                <a:lnTo>
                  <a:pt x="20" y="123"/>
                </a:lnTo>
                <a:lnTo>
                  <a:pt x="20" y="124"/>
                </a:lnTo>
                <a:lnTo>
                  <a:pt x="20" y="125"/>
                </a:lnTo>
                <a:lnTo>
                  <a:pt x="20" y="126"/>
                </a:lnTo>
                <a:lnTo>
                  <a:pt x="21" y="127"/>
                </a:lnTo>
                <a:lnTo>
                  <a:pt x="22" y="127"/>
                </a:lnTo>
                <a:lnTo>
                  <a:pt x="23" y="128"/>
                </a:lnTo>
                <a:lnTo>
                  <a:pt x="23" y="127"/>
                </a:lnTo>
                <a:lnTo>
                  <a:pt x="22" y="127"/>
                </a:lnTo>
                <a:lnTo>
                  <a:pt x="22" y="126"/>
                </a:lnTo>
                <a:lnTo>
                  <a:pt x="21" y="126"/>
                </a:lnTo>
                <a:lnTo>
                  <a:pt x="21" y="125"/>
                </a:lnTo>
                <a:lnTo>
                  <a:pt x="22" y="125"/>
                </a:lnTo>
                <a:lnTo>
                  <a:pt x="22" y="124"/>
                </a:lnTo>
                <a:lnTo>
                  <a:pt x="21" y="124"/>
                </a:lnTo>
                <a:lnTo>
                  <a:pt x="21" y="123"/>
                </a:lnTo>
                <a:lnTo>
                  <a:pt x="21" y="122"/>
                </a:lnTo>
                <a:lnTo>
                  <a:pt x="20" y="122"/>
                </a:lnTo>
                <a:lnTo>
                  <a:pt x="20" y="121"/>
                </a:lnTo>
                <a:lnTo>
                  <a:pt x="19" y="121"/>
                </a:lnTo>
                <a:lnTo>
                  <a:pt x="20" y="121"/>
                </a:lnTo>
                <a:lnTo>
                  <a:pt x="20" y="122"/>
                </a:lnTo>
                <a:lnTo>
                  <a:pt x="21" y="122"/>
                </a:lnTo>
                <a:lnTo>
                  <a:pt x="21" y="123"/>
                </a:lnTo>
                <a:lnTo>
                  <a:pt x="22" y="124"/>
                </a:lnTo>
                <a:lnTo>
                  <a:pt x="22" y="125"/>
                </a:lnTo>
                <a:lnTo>
                  <a:pt x="21" y="125"/>
                </a:lnTo>
                <a:lnTo>
                  <a:pt x="21" y="126"/>
                </a:lnTo>
                <a:lnTo>
                  <a:pt x="22" y="126"/>
                </a:lnTo>
                <a:lnTo>
                  <a:pt x="22" y="127"/>
                </a:lnTo>
                <a:lnTo>
                  <a:pt x="23" y="127"/>
                </a:lnTo>
                <a:lnTo>
                  <a:pt x="24" y="127"/>
                </a:lnTo>
                <a:lnTo>
                  <a:pt x="24" y="126"/>
                </a:lnTo>
                <a:lnTo>
                  <a:pt x="24" y="125"/>
                </a:lnTo>
                <a:lnTo>
                  <a:pt x="24" y="124"/>
                </a:lnTo>
                <a:lnTo>
                  <a:pt x="25" y="124"/>
                </a:lnTo>
                <a:lnTo>
                  <a:pt x="24" y="124"/>
                </a:lnTo>
                <a:lnTo>
                  <a:pt x="24" y="123"/>
                </a:lnTo>
                <a:lnTo>
                  <a:pt x="23" y="123"/>
                </a:lnTo>
                <a:lnTo>
                  <a:pt x="24" y="123"/>
                </a:lnTo>
                <a:lnTo>
                  <a:pt x="25" y="123"/>
                </a:lnTo>
                <a:lnTo>
                  <a:pt x="25" y="124"/>
                </a:lnTo>
                <a:lnTo>
                  <a:pt x="24" y="124"/>
                </a:lnTo>
                <a:lnTo>
                  <a:pt x="24" y="125"/>
                </a:lnTo>
                <a:lnTo>
                  <a:pt x="24" y="126"/>
                </a:lnTo>
                <a:lnTo>
                  <a:pt x="25" y="126"/>
                </a:lnTo>
                <a:lnTo>
                  <a:pt x="25" y="127"/>
                </a:lnTo>
                <a:lnTo>
                  <a:pt x="26" y="127"/>
                </a:lnTo>
                <a:lnTo>
                  <a:pt x="26" y="128"/>
                </a:lnTo>
                <a:lnTo>
                  <a:pt x="26" y="129"/>
                </a:lnTo>
                <a:lnTo>
                  <a:pt x="27" y="129"/>
                </a:lnTo>
                <a:lnTo>
                  <a:pt x="27" y="130"/>
                </a:lnTo>
                <a:lnTo>
                  <a:pt x="27" y="132"/>
                </a:lnTo>
                <a:lnTo>
                  <a:pt x="27" y="133"/>
                </a:lnTo>
                <a:lnTo>
                  <a:pt x="25" y="132"/>
                </a:lnTo>
                <a:lnTo>
                  <a:pt x="24" y="132"/>
                </a:lnTo>
                <a:lnTo>
                  <a:pt x="23" y="132"/>
                </a:lnTo>
                <a:lnTo>
                  <a:pt x="22" y="132"/>
                </a:lnTo>
                <a:lnTo>
                  <a:pt x="21" y="132"/>
                </a:lnTo>
                <a:lnTo>
                  <a:pt x="20" y="132"/>
                </a:lnTo>
                <a:lnTo>
                  <a:pt x="19" y="132"/>
                </a:lnTo>
                <a:lnTo>
                  <a:pt x="18" y="132"/>
                </a:lnTo>
                <a:lnTo>
                  <a:pt x="17" y="132"/>
                </a:lnTo>
                <a:lnTo>
                  <a:pt x="15" y="130"/>
                </a:lnTo>
                <a:lnTo>
                  <a:pt x="13" y="130"/>
                </a:lnTo>
                <a:lnTo>
                  <a:pt x="12" y="130"/>
                </a:lnTo>
                <a:lnTo>
                  <a:pt x="12" y="129"/>
                </a:lnTo>
                <a:lnTo>
                  <a:pt x="12" y="128"/>
                </a:lnTo>
                <a:lnTo>
                  <a:pt x="12" y="127"/>
                </a:lnTo>
                <a:lnTo>
                  <a:pt x="12" y="126"/>
                </a:lnTo>
                <a:lnTo>
                  <a:pt x="12" y="125"/>
                </a:lnTo>
                <a:lnTo>
                  <a:pt x="12" y="124"/>
                </a:lnTo>
                <a:lnTo>
                  <a:pt x="12" y="123"/>
                </a:lnTo>
                <a:lnTo>
                  <a:pt x="12" y="122"/>
                </a:lnTo>
                <a:lnTo>
                  <a:pt x="12" y="121"/>
                </a:lnTo>
                <a:lnTo>
                  <a:pt x="13" y="121"/>
                </a:lnTo>
                <a:lnTo>
                  <a:pt x="13" y="119"/>
                </a:lnTo>
                <a:lnTo>
                  <a:pt x="13" y="118"/>
                </a:lnTo>
                <a:lnTo>
                  <a:pt x="13" y="117"/>
                </a:lnTo>
                <a:lnTo>
                  <a:pt x="12" y="117"/>
                </a:lnTo>
                <a:lnTo>
                  <a:pt x="11" y="117"/>
                </a:lnTo>
                <a:lnTo>
                  <a:pt x="10" y="117"/>
                </a:lnTo>
                <a:lnTo>
                  <a:pt x="9" y="117"/>
                </a:lnTo>
                <a:lnTo>
                  <a:pt x="8" y="117"/>
                </a:lnTo>
                <a:lnTo>
                  <a:pt x="8" y="118"/>
                </a:lnTo>
                <a:lnTo>
                  <a:pt x="7" y="118"/>
                </a:lnTo>
                <a:lnTo>
                  <a:pt x="7" y="119"/>
                </a:lnTo>
                <a:lnTo>
                  <a:pt x="7" y="120"/>
                </a:lnTo>
                <a:lnTo>
                  <a:pt x="6" y="121"/>
                </a:lnTo>
                <a:lnTo>
                  <a:pt x="6" y="122"/>
                </a:lnTo>
                <a:lnTo>
                  <a:pt x="6" y="123"/>
                </a:lnTo>
                <a:lnTo>
                  <a:pt x="6" y="124"/>
                </a:lnTo>
                <a:lnTo>
                  <a:pt x="7" y="125"/>
                </a:lnTo>
                <a:lnTo>
                  <a:pt x="6" y="125"/>
                </a:lnTo>
                <a:lnTo>
                  <a:pt x="6" y="126"/>
                </a:lnTo>
                <a:lnTo>
                  <a:pt x="7" y="126"/>
                </a:lnTo>
                <a:lnTo>
                  <a:pt x="6" y="126"/>
                </a:lnTo>
                <a:lnTo>
                  <a:pt x="6" y="127"/>
                </a:lnTo>
                <a:lnTo>
                  <a:pt x="5" y="127"/>
                </a:lnTo>
                <a:lnTo>
                  <a:pt x="5" y="128"/>
                </a:lnTo>
                <a:lnTo>
                  <a:pt x="4" y="128"/>
                </a:lnTo>
                <a:lnTo>
                  <a:pt x="4" y="129"/>
                </a:lnTo>
                <a:lnTo>
                  <a:pt x="3" y="129"/>
                </a:lnTo>
                <a:lnTo>
                  <a:pt x="1" y="129"/>
                </a:lnTo>
                <a:lnTo>
                  <a:pt x="0" y="129"/>
                </a:lnTo>
                <a:lnTo>
                  <a:pt x="0" y="128"/>
                </a:lnTo>
                <a:lnTo>
                  <a:pt x="1" y="128"/>
                </a:lnTo>
                <a:lnTo>
                  <a:pt x="1" y="127"/>
                </a:lnTo>
                <a:lnTo>
                  <a:pt x="2" y="127"/>
                </a:lnTo>
                <a:lnTo>
                  <a:pt x="3" y="127"/>
                </a:lnTo>
                <a:lnTo>
                  <a:pt x="4" y="127"/>
                </a:lnTo>
                <a:lnTo>
                  <a:pt x="4" y="126"/>
                </a:lnTo>
                <a:lnTo>
                  <a:pt x="5" y="126"/>
                </a:lnTo>
                <a:lnTo>
                  <a:pt x="5" y="125"/>
                </a:lnTo>
                <a:lnTo>
                  <a:pt x="6" y="125"/>
                </a:lnTo>
                <a:lnTo>
                  <a:pt x="5" y="125"/>
                </a:lnTo>
                <a:lnTo>
                  <a:pt x="5" y="124"/>
                </a:lnTo>
                <a:lnTo>
                  <a:pt x="6" y="124"/>
                </a:lnTo>
                <a:lnTo>
                  <a:pt x="5" y="124"/>
                </a:lnTo>
                <a:lnTo>
                  <a:pt x="6" y="124"/>
                </a:lnTo>
                <a:lnTo>
                  <a:pt x="6" y="122"/>
                </a:lnTo>
                <a:lnTo>
                  <a:pt x="6" y="121"/>
                </a:lnTo>
                <a:lnTo>
                  <a:pt x="6" y="120"/>
                </a:lnTo>
                <a:lnTo>
                  <a:pt x="7" y="120"/>
                </a:lnTo>
                <a:lnTo>
                  <a:pt x="7" y="119"/>
                </a:lnTo>
                <a:lnTo>
                  <a:pt x="8" y="118"/>
                </a:lnTo>
                <a:lnTo>
                  <a:pt x="8" y="117"/>
                </a:lnTo>
                <a:lnTo>
                  <a:pt x="9" y="117"/>
                </a:lnTo>
                <a:lnTo>
                  <a:pt x="10" y="117"/>
                </a:lnTo>
                <a:lnTo>
                  <a:pt x="11" y="117"/>
                </a:lnTo>
                <a:lnTo>
                  <a:pt x="11" y="116"/>
                </a:lnTo>
                <a:lnTo>
                  <a:pt x="12" y="116"/>
                </a:lnTo>
                <a:lnTo>
                  <a:pt x="12" y="117"/>
                </a:lnTo>
                <a:lnTo>
                  <a:pt x="13" y="117"/>
                </a:lnTo>
                <a:lnTo>
                  <a:pt x="13" y="116"/>
                </a:lnTo>
                <a:lnTo>
                  <a:pt x="14" y="116"/>
                </a:lnTo>
                <a:lnTo>
                  <a:pt x="14" y="115"/>
                </a:lnTo>
                <a:lnTo>
                  <a:pt x="13" y="115"/>
                </a:lnTo>
                <a:lnTo>
                  <a:pt x="13" y="114"/>
                </a:lnTo>
                <a:lnTo>
                  <a:pt x="13" y="113"/>
                </a:lnTo>
                <a:lnTo>
                  <a:pt x="14" y="113"/>
                </a:lnTo>
                <a:moveTo>
                  <a:pt x="20" y="128"/>
                </a:moveTo>
                <a:lnTo>
                  <a:pt x="20" y="127"/>
                </a:lnTo>
                <a:lnTo>
                  <a:pt x="20" y="126"/>
                </a:lnTo>
                <a:lnTo>
                  <a:pt x="19" y="126"/>
                </a:lnTo>
                <a:lnTo>
                  <a:pt x="19" y="127"/>
                </a:lnTo>
                <a:lnTo>
                  <a:pt x="20" y="128"/>
                </a:lnTo>
                <a:moveTo>
                  <a:pt x="15" y="119"/>
                </a:moveTo>
                <a:lnTo>
                  <a:pt x="16" y="118"/>
                </a:lnTo>
                <a:lnTo>
                  <a:pt x="16" y="117"/>
                </a:lnTo>
                <a:lnTo>
                  <a:pt x="15" y="118"/>
                </a:lnTo>
                <a:lnTo>
                  <a:pt x="15" y="119"/>
                </a:lnTo>
                <a:moveTo>
                  <a:pt x="18" y="115"/>
                </a:moveTo>
                <a:lnTo>
                  <a:pt x="17" y="115"/>
                </a:lnTo>
                <a:lnTo>
                  <a:pt x="17" y="116"/>
                </a:lnTo>
                <a:lnTo>
                  <a:pt x="18" y="116"/>
                </a:lnTo>
                <a:lnTo>
                  <a:pt x="18" y="115"/>
                </a:lnTo>
                <a:moveTo>
                  <a:pt x="21" y="101"/>
                </a:moveTo>
                <a:lnTo>
                  <a:pt x="21" y="100"/>
                </a:lnTo>
                <a:lnTo>
                  <a:pt x="21" y="99"/>
                </a:lnTo>
                <a:lnTo>
                  <a:pt x="20" y="100"/>
                </a:lnTo>
                <a:lnTo>
                  <a:pt x="20" y="101"/>
                </a:lnTo>
                <a:lnTo>
                  <a:pt x="19" y="101"/>
                </a:lnTo>
                <a:lnTo>
                  <a:pt x="19" y="102"/>
                </a:lnTo>
                <a:lnTo>
                  <a:pt x="19" y="103"/>
                </a:lnTo>
                <a:lnTo>
                  <a:pt x="20" y="103"/>
                </a:lnTo>
                <a:lnTo>
                  <a:pt x="21" y="103"/>
                </a:lnTo>
                <a:lnTo>
                  <a:pt x="21" y="104"/>
                </a:lnTo>
                <a:lnTo>
                  <a:pt x="21" y="103"/>
                </a:lnTo>
                <a:lnTo>
                  <a:pt x="21" y="104"/>
                </a:lnTo>
                <a:lnTo>
                  <a:pt x="22" y="104"/>
                </a:lnTo>
                <a:lnTo>
                  <a:pt x="22" y="103"/>
                </a:lnTo>
                <a:lnTo>
                  <a:pt x="22" y="102"/>
                </a:lnTo>
                <a:lnTo>
                  <a:pt x="21" y="102"/>
                </a:lnTo>
                <a:lnTo>
                  <a:pt x="21" y="101"/>
                </a:lnTo>
                <a:moveTo>
                  <a:pt x="23" y="101"/>
                </a:moveTo>
                <a:lnTo>
                  <a:pt x="23" y="100"/>
                </a:lnTo>
                <a:lnTo>
                  <a:pt x="22" y="100"/>
                </a:lnTo>
                <a:lnTo>
                  <a:pt x="22" y="101"/>
                </a:lnTo>
                <a:lnTo>
                  <a:pt x="23" y="101"/>
                </a:lnTo>
                <a:moveTo>
                  <a:pt x="30" y="90"/>
                </a:moveTo>
                <a:lnTo>
                  <a:pt x="29" y="90"/>
                </a:lnTo>
                <a:lnTo>
                  <a:pt x="29" y="91"/>
                </a:lnTo>
                <a:lnTo>
                  <a:pt x="30" y="91"/>
                </a:lnTo>
                <a:lnTo>
                  <a:pt x="30" y="90"/>
                </a:lnTo>
                <a:moveTo>
                  <a:pt x="31" y="90"/>
                </a:moveTo>
                <a:lnTo>
                  <a:pt x="31" y="89"/>
                </a:lnTo>
                <a:lnTo>
                  <a:pt x="31" y="90"/>
                </a:lnTo>
                <a:lnTo>
                  <a:pt x="30" y="90"/>
                </a:lnTo>
                <a:lnTo>
                  <a:pt x="31" y="90"/>
                </a:lnTo>
                <a:moveTo>
                  <a:pt x="32" y="88"/>
                </a:moveTo>
                <a:lnTo>
                  <a:pt x="31" y="88"/>
                </a:lnTo>
                <a:lnTo>
                  <a:pt x="32" y="88"/>
                </a:lnTo>
                <a:moveTo>
                  <a:pt x="41" y="82"/>
                </a:moveTo>
                <a:lnTo>
                  <a:pt x="42" y="82"/>
                </a:lnTo>
                <a:lnTo>
                  <a:pt x="42" y="81"/>
                </a:lnTo>
                <a:lnTo>
                  <a:pt x="43" y="81"/>
                </a:lnTo>
                <a:lnTo>
                  <a:pt x="44" y="81"/>
                </a:lnTo>
                <a:lnTo>
                  <a:pt x="44" y="80"/>
                </a:lnTo>
                <a:lnTo>
                  <a:pt x="45" y="80"/>
                </a:lnTo>
                <a:lnTo>
                  <a:pt x="45" y="78"/>
                </a:lnTo>
                <a:lnTo>
                  <a:pt x="44" y="78"/>
                </a:lnTo>
                <a:lnTo>
                  <a:pt x="44" y="79"/>
                </a:lnTo>
                <a:lnTo>
                  <a:pt x="44" y="78"/>
                </a:lnTo>
                <a:lnTo>
                  <a:pt x="44" y="79"/>
                </a:lnTo>
                <a:lnTo>
                  <a:pt x="43" y="79"/>
                </a:lnTo>
                <a:lnTo>
                  <a:pt x="42" y="79"/>
                </a:lnTo>
                <a:lnTo>
                  <a:pt x="42" y="80"/>
                </a:lnTo>
                <a:lnTo>
                  <a:pt x="41" y="80"/>
                </a:lnTo>
                <a:lnTo>
                  <a:pt x="41" y="81"/>
                </a:lnTo>
                <a:lnTo>
                  <a:pt x="41" y="82"/>
                </a:lnTo>
                <a:moveTo>
                  <a:pt x="44" y="78"/>
                </a:moveTo>
                <a:lnTo>
                  <a:pt x="43" y="78"/>
                </a:lnTo>
                <a:lnTo>
                  <a:pt x="43" y="79"/>
                </a:lnTo>
                <a:lnTo>
                  <a:pt x="42" y="79"/>
                </a:lnTo>
                <a:lnTo>
                  <a:pt x="43" y="79"/>
                </a:lnTo>
                <a:lnTo>
                  <a:pt x="43" y="78"/>
                </a:lnTo>
                <a:lnTo>
                  <a:pt x="44" y="78"/>
                </a:lnTo>
                <a:moveTo>
                  <a:pt x="44" y="78"/>
                </a:moveTo>
                <a:lnTo>
                  <a:pt x="45" y="78"/>
                </a:lnTo>
                <a:lnTo>
                  <a:pt x="45" y="77"/>
                </a:lnTo>
                <a:lnTo>
                  <a:pt x="44" y="77"/>
                </a:lnTo>
                <a:lnTo>
                  <a:pt x="44" y="78"/>
                </a:lnTo>
                <a:moveTo>
                  <a:pt x="56" y="72"/>
                </a:moveTo>
                <a:lnTo>
                  <a:pt x="55" y="72"/>
                </a:lnTo>
                <a:lnTo>
                  <a:pt x="54" y="72"/>
                </a:lnTo>
                <a:lnTo>
                  <a:pt x="54" y="73"/>
                </a:lnTo>
                <a:lnTo>
                  <a:pt x="55" y="73"/>
                </a:lnTo>
                <a:lnTo>
                  <a:pt x="55" y="72"/>
                </a:lnTo>
                <a:lnTo>
                  <a:pt x="56" y="72"/>
                </a:lnTo>
                <a:moveTo>
                  <a:pt x="59" y="71"/>
                </a:moveTo>
                <a:lnTo>
                  <a:pt x="60" y="71"/>
                </a:lnTo>
                <a:lnTo>
                  <a:pt x="60" y="70"/>
                </a:lnTo>
                <a:lnTo>
                  <a:pt x="60" y="69"/>
                </a:lnTo>
                <a:lnTo>
                  <a:pt x="60" y="70"/>
                </a:lnTo>
                <a:lnTo>
                  <a:pt x="59" y="70"/>
                </a:lnTo>
                <a:lnTo>
                  <a:pt x="59" y="71"/>
                </a:lnTo>
                <a:moveTo>
                  <a:pt x="74" y="56"/>
                </a:moveTo>
                <a:lnTo>
                  <a:pt x="73" y="57"/>
                </a:lnTo>
                <a:lnTo>
                  <a:pt x="74" y="57"/>
                </a:lnTo>
                <a:lnTo>
                  <a:pt x="74" y="56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8" name=""/>
          <p:cNvSpPr/>
          <p:nvPr/>
        </p:nvSpPr>
        <p:spPr>
          <a:xfrm>
            <a:off x="7289640" y="1175760"/>
            <a:ext cx="10080" cy="16560"/>
          </a:xfrm>
          <a:custGeom>
            <a:avLst/>
            <a:gdLst/>
            <a:ahLst/>
            <a:rect l="0" t="0" r="r" b="b"/>
            <a:pathLst>
              <a:path w="28" h="46">
                <a:moveTo>
                  <a:pt x="26" y="2"/>
                </a:moveTo>
                <a:lnTo>
                  <a:pt x="27" y="1"/>
                </a:lnTo>
                <a:lnTo>
                  <a:pt x="27" y="2"/>
                </a:lnTo>
                <a:lnTo>
                  <a:pt x="27" y="3"/>
                </a:lnTo>
                <a:lnTo>
                  <a:pt x="28" y="3"/>
                </a:lnTo>
                <a:lnTo>
                  <a:pt x="28" y="4"/>
                </a:lnTo>
                <a:lnTo>
                  <a:pt x="27" y="3"/>
                </a:lnTo>
                <a:lnTo>
                  <a:pt x="26" y="3"/>
                </a:lnTo>
                <a:lnTo>
                  <a:pt x="26" y="2"/>
                </a:lnTo>
                <a:lnTo>
                  <a:pt x="25" y="1"/>
                </a:lnTo>
                <a:lnTo>
                  <a:pt x="24" y="1"/>
                </a:lnTo>
                <a:lnTo>
                  <a:pt x="23" y="1"/>
                </a:lnTo>
                <a:lnTo>
                  <a:pt x="22" y="1"/>
                </a:lnTo>
                <a:lnTo>
                  <a:pt x="21" y="2"/>
                </a:lnTo>
                <a:lnTo>
                  <a:pt x="22" y="2"/>
                </a:lnTo>
                <a:lnTo>
                  <a:pt x="23" y="2"/>
                </a:lnTo>
                <a:lnTo>
                  <a:pt x="23" y="3"/>
                </a:lnTo>
                <a:lnTo>
                  <a:pt x="24" y="3"/>
                </a:lnTo>
                <a:lnTo>
                  <a:pt x="25" y="3"/>
                </a:lnTo>
                <a:lnTo>
                  <a:pt x="26" y="4"/>
                </a:lnTo>
                <a:lnTo>
                  <a:pt x="26" y="5"/>
                </a:lnTo>
                <a:lnTo>
                  <a:pt x="25" y="6"/>
                </a:lnTo>
                <a:lnTo>
                  <a:pt x="23" y="8"/>
                </a:lnTo>
                <a:lnTo>
                  <a:pt x="22" y="8"/>
                </a:lnTo>
                <a:lnTo>
                  <a:pt x="22" y="9"/>
                </a:lnTo>
                <a:lnTo>
                  <a:pt x="21" y="9"/>
                </a:lnTo>
                <a:lnTo>
                  <a:pt x="22" y="9"/>
                </a:lnTo>
                <a:lnTo>
                  <a:pt x="22" y="10"/>
                </a:lnTo>
                <a:lnTo>
                  <a:pt x="22" y="11"/>
                </a:lnTo>
                <a:lnTo>
                  <a:pt x="21" y="11"/>
                </a:lnTo>
                <a:lnTo>
                  <a:pt x="20" y="11"/>
                </a:lnTo>
                <a:lnTo>
                  <a:pt x="19" y="11"/>
                </a:lnTo>
                <a:lnTo>
                  <a:pt x="19" y="13"/>
                </a:lnTo>
                <a:lnTo>
                  <a:pt x="18" y="13"/>
                </a:lnTo>
                <a:lnTo>
                  <a:pt x="17" y="13"/>
                </a:lnTo>
                <a:lnTo>
                  <a:pt x="16" y="13"/>
                </a:lnTo>
                <a:lnTo>
                  <a:pt x="14" y="11"/>
                </a:lnTo>
                <a:lnTo>
                  <a:pt x="13" y="11"/>
                </a:lnTo>
                <a:lnTo>
                  <a:pt x="12" y="11"/>
                </a:lnTo>
                <a:lnTo>
                  <a:pt x="12" y="13"/>
                </a:lnTo>
                <a:lnTo>
                  <a:pt x="13" y="14"/>
                </a:lnTo>
                <a:lnTo>
                  <a:pt x="13" y="15"/>
                </a:lnTo>
                <a:lnTo>
                  <a:pt x="12" y="15"/>
                </a:lnTo>
                <a:lnTo>
                  <a:pt x="11" y="16"/>
                </a:lnTo>
                <a:lnTo>
                  <a:pt x="10" y="16"/>
                </a:lnTo>
                <a:lnTo>
                  <a:pt x="10" y="17"/>
                </a:lnTo>
                <a:lnTo>
                  <a:pt x="11" y="18"/>
                </a:lnTo>
                <a:lnTo>
                  <a:pt x="10" y="18"/>
                </a:lnTo>
                <a:lnTo>
                  <a:pt x="9" y="18"/>
                </a:lnTo>
                <a:lnTo>
                  <a:pt x="8" y="18"/>
                </a:lnTo>
                <a:lnTo>
                  <a:pt x="8" y="19"/>
                </a:lnTo>
                <a:lnTo>
                  <a:pt x="8" y="20"/>
                </a:lnTo>
                <a:lnTo>
                  <a:pt x="8" y="21"/>
                </a:lnTo>
                <a:lnTo>
                  <a:pt x="9" y="22"/>
                </a:lnTo>
                <a:lnTo>
                  <a:pt x="10" y="23"/>
                </a:lnTo>
                <a:lnTo>
                  <a:pt x="10" y="24"/>
                </a:lnTo>
                <a:lnTo>
                  <a:pt x="10" y="25"/>
                </a:lnTo>
                <a:lnTo>
                  <a:pt x="10" y="26"/>
                </a:lnTo>
                <a:lnTo>
                  <a:pt x="9" y="26"/>
                </a:lnTo>
                <a:lnTo>
                  <a:pt x="8" y="26"/>
                </a:lnTo>
                <a:lnTo>
                  <a:pt x="8" y="27"/>
                </a:lnTo>
                <a:lnTo>
                  <a:pt x="8" y="28"/>
                </a:lnTo>
                <a:lnTo>
                  <a:pt x="7" y="29"/>
                </a:lnTo>
                <a:lnTo>
                  <a:pt x="7" y="30"/>
                </a:lnTo>
                <a:lnTo>
                  <a:pt x="7" y="31"/>
                </a:lnTo>
                <a:lnTo>
                  <a:pt x="6" y="31"/>
                </a:lnTo>
                <a:lnTo>
                  <a:pt x="6" y="32"/>
                </a:lnTo>
                <a:lnTo>
                  <a:pt x="7" y="33"/>
                </a:lnTo>
                <a:lnTo>
                  <a:pt x="6" y="33"/>
                </a:lnTo>
                <a:lnTo>
                  <a:pt x="6" y="34"/>
                </a:lnTo>
                <a:lnTo>
                  <a:pt x="5" y="34"/>
                </a:lnTo>
                <a:lnTo>
                  <a:pt x="4" y="35"/>
                </a:lnTo>
                <a:lnTo>
                  <a:pt x="4" y="36"/>
                </a:lnTo>
                <a:lnTo>
                  <a:pt x="3" y="36"/>
                </a:lnTo>
                <a:lnTo>
                  <a:pt x="3" y="37"/>
                </a:lnTo>
                <a:lnTo>
                  <a:pt x="3" y="38"/>
                </a:lnTo>
                <a:lnTo>
                  <a:pt x="2" y="38"/>
                </a:lnTo>
                <a:lnTo>
                  <a:pt x="1" y="39"/>
                </a:lnTo>
                <a:lnTo>
                  <a:pt x="2" y="39"/>
                </a:lnTo>
                <a:lnTo>
                  <a:pt x="3" y="39"/>
                </a:lnTo>
                <a:lnTo>
                  <a:pt x="4" y="40"/>
                </a:lnTo>
                <a:lnTo>
                  <a:pt x="3" y="40"/>
                </a:lnTo>
                <a:lnTo>
                  <a:pt x="2" y="41"/>
                </a:lnTo>
                <a:lnTo>
                  <a:pt x="2" y="42"/>
                </a:lnTo>
                <a:lnTo>
                  <a:pt x="2" y="43"/>
                </a:lnTo>
                <a:lnTo>
                  <a:pt x="2" y="44"/>
                </a:lnTo>
                <a:lnTo>
                  <a:pt x="2" y="43"/>
                </a:lnTo>
                <a:lnTo>
                  <a:pt x="3" y="43"/>
                </a:lnTo>
                <a:lnTo>
                  <a:pt x="4" y="43"/>
                </a:lnTo>
                <a:lnTo>
                  <a:pt x="3" y="44"/>
                </a:lnTo>
                <a:lnTo>
                  <a:pt x="2" y="44"/>
                </a:lnTo>
                <a:lnTo>
                  <a:pt x="2" y="45"/>
                </a:lnTo>
                <a:lnTo>
                  <a:pt x="2" y="46"/>
                </a:lnTo>
                <a:lnTo>
                  <a:pt x="1" y="45"/>
                </a:lnTo>
                <a:lnTo>
                  <a:pt x="0" y="44"/>
                </a:lnTo>
                <a:lnTo>
                  <a:pt x="0" y="43"/>
                </a:lnTo>
                <a:lnTo>
                  <a:pt x="0" y="42"/>
                </a:lnTo>
                <a:lnTo>
                  <a:pt x="0" y="41"/>
                </a:lnTo>
                <a:lnTo>
                  <a:pt x="1" y="40"/>
                </a:lnTo>
                <a:lnTo>
                  <a:pt x="0" y="40"/>
                </a:lnTo>
                <a:lnTo>
                  <a:pt x="0" y="39"/>
                </a:lnTo>
                <a:lnTo>
                  <a:pt x="1" y="39"/>
                </a:lnTo>
                <a:lnTo>
                  <a:pt x="2" y="38"/>
                </a:lnTo>
                <a:lnTo>
                  <a:pt x="2" y="37"/>
                </a:lnTo>
                <a:lnTo>
                  <a:pt x="3" y="36"/>
                </a:lnTo>
                <a:lnTo>
                  <a:pt x="3" y="35"/>
                </a:lnTo>
                <a:lnTo>
                  <a:pt x="3" y="34"/>
                </a:lnTo>
                <a:lnTo>
                  <a:pt x="4" y="34"/>
                </a:lnTo>
                <a:lnTo>
                  <a:pt x="4" y="33"/>
                </a:lnTo>
                <a:lnTo>
                  <a:pt x="5" y="33"/>
                </a:lnTo>
                <a:lnTo>
                  <a:pt x="4" y="32"/>
                </a:lnTo>
                <a:lnTo>
                  <a:pt x="4" y="31"/>
                </a:lnTo>
                <a:lnTo>
                  <a:pt x="4" y="30"/>
                </a:lnTo>
                <a:lnTo>
                  <a:pt x="5" y="30"/>
                </a:lnTo>
                <a:lnTo>
                  <a:pt x="5" y="29"/>
                </a:lnTo>
                <a:lnTo>
                  <a:pt x="5" y="28"/>
                </a:lnTo>
                <a:lnTo>
                  <a:pt x="6" y="27"/>
                </a:lnTo>
                <a:lnTo>
                  <a:pt x="6" y="26"/>
                </a:lnTo>
                <a:lnTo>
                  <a:pt x="7" y="26"/>
                </a:lnTo>
                <a:lnTo>
                  <a:pt x="7" y="25"/>
                </a:lnTo>
                <a:lnTo>
                  <a:pt x="8" y="25"/>
                </a:lnTo>
                <a:lnTo>
                  <a:pt x="9" y="25"/>
                </a:lnTo>
                <a:lnTo>
                  <a:pt x="8" y="25"/>
                </a:lnTo>
                <a:lnTo>
                  <a:pt x="9" y="24"/>
                </a:lnTo>
                <a:lnTo>
                  <a:pt x="9" y="23"/>
                </a:lnTo>
                <a:lnTo>
                  <a:pt x="8" y="22"/>
                </a:lnTo>
                <a:lnTo>
                  <a:pt x="8" y="21"/>
                </a:lnTo>
                <a:lnTo>
                  <a:pt x="7" y="21"/>
                </a:lnTo>
                <a:lnTo>
                  <a:pt x="7" y="20"/>
                </a:lnTo>
                <a:lnTo>
                  <a:pt x="7" y="19"/>
                </a:lnTo>
                <a:lnTo>
                  <a:pt x="7" y="17"/>
                </a:lnTo>
                <a:lnTo>
                  <a:pt x="8" y="17"/>
                </a:lnTo>
                <a:lnTo>
                  <a:pt x="9" y="17"/>
                </a:lnTo>
                <a:lnTo>
                  <a:pt x="9" y="16"/>
                </a:lnTo>
                <a:lnTo>
                  <a:pt x="9" y="17"/>
                </a:lnTo>
                <a:lnTo>
                  <a:pt x="10" y="17"/>
                </a:lnTo>
                <a:lnTo>
                  <a:pt x="10" y="16"/>
                </a:lnTo>
                <a:lnTo>
                  <a:pt x="10" y="15"/>
                </a:lnTo>
                <a:lnTo>
                  <a:pt x="11" y="15"/>
                </a:lnTo>
                <a:lnTo>
                  <a:pt x="12" y="14"/>
                </a:lnTo>
                <a:lnTo>
                  <a:pt x="12" y="13"/>
                </a:lnTo>
                <a:lnTo>
                  <a:pt x="11" y="13"/>
                </a:lnTo>
                <a:lnTo>
                  <a:pt x="11" y="11"/>
                </a:lnTo>
                <a:lnTo>
                  <a:pt x="11" y="10"/>
                </a:lnTo>
                <a:lnTo>
                  <a:pt x="12" y="10"/>
                </a:lnTo>
                <a:lnTo>
                  <a:pt x="13" y="9"/>
                </a:lnTo>
                <a:lnTo>
                  <a:pt x="14" y="10"/>
                </a:lnTo>
                <a:lnTo>
                  <a:pt x="16" y="11"/>
                </a:lnTo>
                <a:lnTo>
                  <a:pt x="17" y="13"/>
                </a:lnTo>
                <a:lnTo>
                  <a:pt x="18" y="11"/>
                </a:lnTo>
                <a:lnTo>
                  <a:pt x="18" y="10"/>
                </a:lnTo>
                <a:lnTo>
                  <a:pt x="19" y="10"/>
                </a:lnTo>
                <a:lnTo>
                  <a:pt x="20" y="10"/>
                </a:lnTo>
                <a:lnTo>
                  <a:pt x="21" y="10"/>
                </a:lnTo>
                <a:lnTo>
                  <a:pt x="21" y="9"/>
                </a:lnTo>
                <a:lnTo>
                  <a:pt x="22" y="8"/>
                </a:lnTo>
                <a:lnTo>
                  <a:pt x="23" y="8"/>
                </a:lnTo>
                <a:lnTo>
                  <a:pt x="23" y="7"/>
                </a:lnTo>
                <a:lnTo>
                  <a:pt x="24" y="6"/>
                </a:lnTo>
                <a:lnTo>
                  <a:pt x="25" y="5"/>
                </a:lnTo>
                <a:lnTo>
                  <a:pt x="24" y="4"/>
                </a:lnTo>
                <a:lnTo>
                  <a:pt x="23" y="4"/>
                </a:lnTo>
                <a:lnTo>
                  <a:pt x="22" y="4"/>
                </a:lnTo>
                <a:lnTo>
                  <a:pt x="21" y="4"/>
                </a:lnTo>
                <a:lnTo>
                  <a:pt x="21" y="3"/>
                </a:lnTo>
                <a:lnTo>
                  <a:pt x="20" y="3"/>
                </a:lnTo>
                <a:lnTo>
                  <a:pt x="20" y="2"/>
                </a:lnTo>
                <a:lnTo>
                  <a:pt x="21" y="2"/>
                </a:lnTo>
                <a:lnTo>
                  <a:pt x="21" y="1"/>
                </a:lnTo>
                <a:lnTo>
                  <a:pt x="22" y="0"/>
                </a:lnTo>
                <a:lnTo>
                  <a:pt x="23" y="0"/>
                </a:lnTo>
                <a:lnTo>
                  <a:pt x="24" y="0"/>
                </a:lnTo>
                <a:lnTo>
                  <a:pt x="25" y="0"/>
                </a:lnTo>
                <a:lnTo>
                  <a:pt x="25" y="1"/>
                </a:lnTo>
                <a:lnTo>
                  <a:pt x="26" y="1"/>
                </a:lnTo>
                <a:lnTo>
                  <a:pt x="26" y="2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9" name=""/>
          <p:cNvSpPr/>
          <p:nvPr/>
        </p:nvSpPr>
        <p:spPr>
          <a:xfrm>
            <a:off x="7430760" y="1126800"/>
            <a:ext cx="16200" cy="20880"/>
          </a:xfrm>
          <a:custGeom>
            <a:avLst/>
            <a:gdLst/>
            <a:ahLst/>
            <a:rect l="0" t="0" r="r" b="b"/>
            <a:pathLst>
              <a:path w="45" h="58">
                <a:moveTo>
                  <a:pt x="3" y="4"/>
                </a:moveTo>
                <a:lnTo>
                  <a:pt x="3" y="5"/>
                </a:lnTo>
                <a:lnTo>
                  <a:pt x="4" y="6"/>
                </a:lnTo>
                <a:lnTo>
                  <a:pt x="4" y="7"/>
                </a:lnTo>
                <a:lnTo>
                  <a:pt x="3" y="7"/>
                </a:lnTo>
                <a:lnTo>
                  <a:pt x="3" y="8"/>
                </a:lnTo>
                <a:lnTo>
                  <a:pt x="2" y="8"/>
                </a:lnTo>
                <a:lnTo>
                  <a:pt x="2" y="9"/>
                </a:lnTo>
                <a:lnTo>
                  <a:pt x="2" y="10"/>
                </a:lnTo>
                <a:lnTo>
                  <a:pt x="2" y="11"/>
                </a:lnTo>
                <a:lnTo>
                  <a:pt x="1" y="12"/>
                </a:lnTo>
                <a:lnTo>
                  <a:pt x="1" y="13"/>
                </a:lnTo>
                <a:lnTo>
                  <a:pt x="1" y="14"/>
                </a:lnTo>
                <a:lnTo>
                  <a:pt x="2" y="14"/>
                </a:lnTo>
                <a:lnTo>
                  <a:pt x="2" y="15"/>
                </a:lnTo>
                <a:lnTo>
                  <a:pt x="2" y="16"/>
                </a:lnTo>
                <a:lnTo>
                  <a:pt x="2" y="17"/>
                </a:lnTo>
                <a:lnTo>
                  <a:pt x="2" y="18"/>
                </a:lnTo>
                <a:lnTo>
                  <a:pt x="2" y="19"/>
                </a:lnTo>
                <a:lnTo>
                  <a:pt x="2" y="20"/>
                </a:lnTo>
                <a:lnTo>
                  <a:pt x="3" y="20"/>
                </a:lnTo>
                <a:lnTo>
                  <a:pt x="3" y="21"/>
                </a:lnTo>
                <a:lnTo>
                  <a:pt x="3" y="22"/>
                </a:lnTo>
                <a:lnTo>
                  <a:pt x="4" y="22"/>
                </a:lnTo>
                <a:lnTo>
                  <a:pt x="5" y="22"/>
                </a:lnTo>
                <a:lnTo>
                  <a:pt x="5" y="23"/>
                </a:lnTo>
                <a:lnTo>
                  <a:pt x="6" y="23"/>
                </a:lnTo>
                <a:lnTo>
                  <a:pt x="7" y="23"/>
                </a:lnTo>
                <a:lnTo>
                  <a:pt x="8" y="24"/>
                </a:lnTo>
                <a:lnTo>
                  <a:pt x="8" y="25"/>
                </a:lnTo>
                <a:lnTo>
                  <a:pt x="9" y="26"/>
                </a:lnTo>
                <a:lnTo>
                  <a:pt x="8" y="26"/>
                </a:lnTo>
                <a:lnTo>
                  <a:pt x="9" y="27"/>
                </a:lnTo>
                <a:lnTo>
                  <a:pt x="10" y="28"/>
                </a:lnTo>
                <a:lnTo>
                  <a:pt x="10" y="29"/>
                </a:lnTo>
                <a:lnTo>
                  <a:pt x="11" y="29"/>
                </a:lnTo>
                <a:lnTo>
                  <a:pt x="12" y="29"/>
                </a:lnTo>
                <a:lnTo>
                  <a:pt x="13" y="30"/>
                </a:lnTo>
                <a:lnTo>
                  <a:pt x="14" y="30"/>
                </a:lnTo>
                <a:lnTo>
                  <a:pt x="14" y="31"/>
                </a:lnTo>
                <a:lnTo>
                  <a:pt x="15" y="31"/>
                </a:lnTo>
                <a:lnTo>
                  <a:pt x="15" y="32"/>
                </a:lnTo>
                <a:lnTo>
                  <a:pt x="16" y="33"/>
                </a:lnTo>
                <a:lnTo>
                  <a:pt x="17" y="35"/>
                </a:lnTo>
                <a:lnTo>
                  <a:pt x="16" y="36"/>
                </a:lnTo>
                <a:lnTo>
                  <a:pt x="17" y="36"/>
                </a:lnTo>
                <a:lnTo>
                  <a:pt x="18" y="36"/>
                </a:lnTo>
                <a:lnTo>
                  <a:pt x="19" y="35"/>
                </a:lnTo>
                <a:lnTo>
                  <a:pt x="19" y="33"/>
                </a:lnTo>
                <a:lnTo>
                  <a:pt x="20" y="33"/>
                </a:lnTo>
                <a:lnTo>
                  <a:pt x="22" y="33"/>
                </a:lnTo>
                <a:lnTo>
                  <a:pt x="23" y="35"/>
                </a:lnTo>
                <a:lnTo>
                  <a:pt x="24" y="36"/>
                </a:lnTo>
                <a:lnTo>
                  <a:pt x="23" y="37"/>
                </a:lnTo>
                <a:lnTo>
                  <a:pt x="23" y="38"/>
                </a:lnTo>
                <a:lnTo>
                  <a:pt x="20" y="39"/>
                </a:lnTo>
                <a:lnTo>
                  <a:pt x="22" y="39"/>
                </a:lnTo>
                <a:lnTo>
                  <a:pt x="22" y="40"/>
                </a:lnTo>
                <a:lnTo>
                  <a:pt x="22" y="41"/>
                </a:lnTo>
                <a:lnTo>
                  <a:pt x="23" y="41"/>
                </a:lnTo>
                <a:lnTo>
                  <a:pt x="24" y="42"/>
                </a:lnTo>
                <a:lnTo>
                  <a:pt x="25" y="42"/>
                </a:lnTo>
                <a:lnTo>
                  <a:pt x="26" y="42"/>
                </a:lnTo>
                <a:lnTo>
                  <a:pt x="27" y="42"/>
                </a:lnTo>
                <a:lnTo>
                  <a:pt x="27" y="41"/>
                </a:lnTo>
                <a:lnTo>
                  <a:pt x="28" y="41"/>
                </a:lnTo>
                <a:lnTo>
                  <a:pt x="28" y="40"/>
                </a:lnTo>
                <a:lnTo>
                  <a:pt x="28" y="39"/>
                </a:lnTo>
                <a:lnTo>
                  <a:pt x="27" y="39"/>
                </a:lnTo>
                <a:lnTo>
                  <a:pt x="27" y="38"/>
                </a:lnTo>
                <a:lnTo>
                  <a:pt x="26" y="38"/>
                </a:lnTo>
                <a:lnTo>
                  <a:pt x="26" y="37"/>
                </a:lnTo>
                <a:lnTo>
                  <a:pt x="26" y="36"/>
                </a:lnTo>
                <a:lnTo>
                  <a:pt x="26" y="35"/>
                </a:lnTo>
                <a:lnTo>
                  <a:pt x="27" y="35"/>
                </a:lnTo>
                <a:lnTo>
                  <a:pt x="27" y="33"/>
                </a:lnTo>
                <a:lnTo>
                  <a:pt x="28" y="33"/>
                </a:lnTo>
                <a:lnTo>
                  <a:pt x="29" y="32"/>
                </a:lnTo>
                <a:lnTo>
                  <a:pt x="30" y="32"/>
                </a:lnTo>
                <a:lnTo>
                  <a:pt x="31" y="32"/>
                </a:lnTo>
                <a:lnTo>
                  <a:pt x="32" y="33"/>
                </a:lnTo>
                <a:lnTo>
                  <a:pt x="33" y="35"/>
                </a:lnTo>
                <a:lnTo>
                  <a:pt x="33" y="36"/>
                </a:lnTo>
                <a:lnTo>
                  <a:pt x="33" y="37"/>
                </a:lnTo>
                <a:lnTo>
                  <a:pt x="32" y="37"/>
                </a:lnTo>
                <a:lnTo>
                  <a:pt x="32" y="38"/>
                </a:lnTo>
                <a:lnTo>
                  <a:pt x="31" y="38"/>
                </a:lnTo>
                <a:lnTo>
                  <a:pt x="32" y="38"/>
                </a:lnTo>
                <a:lnTo>
                  <a:pt x="32" y="39"/>
                </a:lnTo>
                <a:lnTo>
                  <a:pt x="33" y="40"/>
                </a:lnTo>
                <a:lnTo>
                  <a:pt x="33" y="42"/>
                </a:lnTo>
                <a:lnTo>
                  <a:pt x="33" y="43"/>
                </a:lnTo>
                <a:lnTo>
                  <a:pt x="34" y="43"/>
                </a:lnTo>
                <a:lnTo>
                  <a:pt x="34" y="44"/>
                </a:lnTo>
                <a:lnTo>
                  <a:pt x="36" y="45"/>
                </a:lnTo>
                <a:lnTo>
                  <a:pt x="36" y="46"/>
                </a:lnTo>
                <a:lnTo>
                  <a:pt x="36" y="47"/>
                </a:lnTo>
                <a:lnTo>
                  <a:pt x="35" y="48"/>
                </a:lnTo>
                <a:lnTo>
                  <a:pt x="36" y="48"/>
                </a:lnTo>
                <a:lnTo>
                  <a:pt x="36" y="49"/>
                </a:lnTo>
                <a:lnTo>
                  <a:pt x="37" y="49"/>
                </a:lnTo>
                <a:lnTo>
                  <a:pt x="38" y="49"/>
                </a:lnTo>
                <a:lnTo>
                  <a:pt x="39" y="50"/>
                </a:lnTo>
                <a:lnTo>
                  <a:pt x="39" y="51"/>
                </a:lnTo>
                <a:lnTo>
                  <a:pt x="38" y="51"/>
                </a:lnTo>
                <a:lnTo>
                  <a:pt x="38" y="53"/>
                </a:lnTo>
                <a:lnTo>
                  <a:pt x="37" y="55"/>
                </a:lnTo>
                <a:lnTo>
                  <a:pt x="38" y="55"/>
                </a:lnTo>
                <a:lnTo>
                  <a:pt x="38" y="56"/>
                </a:lnTo>
                <a:lnTo>
                  <a:pt x="39" y="56"/>
                </a:lnTo>
                <a:lnTo>
                  <a:pt x="40" y="56"/>
                </a:lnTo>
                <a:lnTo>
                  <a:pt x="42" y="56"/>
                </a:lnTo>
                <a:lnTo>
                  <a:pt x="43" y="56"/>
                </a:lnTo>
                <a:lnTo>
                  <a:pt x="43" y="57"/>
                </a:lnTo>
                <a:lnTo>
                  <a:pt x="44" y="57"/>
                </a:lnTo>
                <a:lnTo>
                  <a:pt x="45" y="57"/>
                </a:lnTo>
                <a:lnTo>
                  <a:pt x="45" y="58"/>
                </a:lnTo>
                <a:lnTo>
                  <a:pt x="44" y="57"/>
                </a:lnTo>
                <a:lnTo>
                  <a:pt x="43" y="57"/>
                </a:lnTo>
                <a:lnTo>
                  <a:pt x="42" y="56"/>
                </a:lnTo>
                <a:lnTo>
                  <a:pt x="41" y="56"/>
                </a:lnTo>
                <a:lnTo>
                  <a:pt x="40" y="56"/>
                </a:lnTo>
                <a:lnTo>
                  <a:pt x="39" y="56"/>
                </a:lnTo>
                <a:lnTo>
                  <a:pt x="38" y="56"/>
                </a:lnTo>
                <a:lnTo>
                  <a:pt x="37" y="56"/>
                </a:lnTo>
                <a:lnTo>
                  <a:pt x="37" y="55"/>
                </a:lnTo>
                <a:lnTo>
                  <a:pt x="37" y="54"/>
                </a:lnTo>
                <a:lnTo>
                  <a:pt x="37" y="53"/>
                </a:lnTo>
                <a:lnTo>
                  <a:pt x="37" y="52"/>
                </a:lnTo>
                <a:lnTo>
                  <a:pt x="37" y="51"/>
                </a:lnTo>
                <a:lnTo>
                  <a:pt x="37" y="50"/>
                </a:lnTo>
                <a:lnTo>
                  <a:pt x="37" y="49"/>
                </a:lnTo>
                <a:lnTo>
                  <a:pt x="36" y="49"/>
                </a:lnTo>
                <a:lnTo>
                  <a:pt x="35" y="49"/>
                </a:lnTo>
                <a:lnTo>
                  <a:pt x="35" y="48"/>
                </a:lnTo>
                <a:lnTo>
                  <a:pt x="35" y="47"/>
                </a:lnTo>
                <a:lnTo>
                  <a:pt x="35" y="46"/>
                </a:lnTo>
                <a:lnTo>
                  <a:pt x="35" y="45"/>
                </a:lnTo>
                <a:lnTo>
                  <a:pt x="34" y="45"/>
                </a:lnTo>
                <a:lnTo>
                  <a:pt x="34" y="44"/>
                </a:lnTo>
                <a:lnTo>
                  <a:pt x="34" y="43"/>
                </a:lnTo>
                <a:lnTo>
                  <a:pt x="33" y="43"/>
                </a:lnTo>
                <a:lnTo>
                  <a:pt x="33" y="42"/>
                </a:lnTo>
                <a:lnTo>
                  <a:pt x="33" y="41"/>
                </a:lnTo>
                <a:lnTo>
                  <a:pt x="33" y="40"/>
                </a:lnTo>
                <a:lnTo>
                  <a:pt x="32" y="39"/>
                </a:lnTo>
                <a:lnTo>
                  <a:pt x="31" y="39"/>
                </a:lnTo>
                <a:lnTo>
                  <a:pt x="31" y="38"/>
                </a:lnTo>
                <a:lnTo>
                  <a:pt x="31" y="37"/>
                </a:lnTo>
                <a:lnTo>
                  <a:pt x="32" y="37"/>
                </a:lnTo>
                <a:lnTo>
                  <a:pt x="32" y="36"/>
                </a:lnTo>
                <a:lnTo>
                  <a:pt x="33" y="35"/>
                </a:lnTo>
                <a:lnTo>
                  <a:pt x="32" y="35"/>
                </a:lnTo>
                <a:lnTo>
                  <a:pt x="32" y="33"/>
                </a:lnTo>
                <a:lnTo>
                  <a:pt x="31" y="33"/>
                </a:lnTo>
                <a:lnTo>
                  <a:pt x="29" y="33"/>
                </a:lnTo>
                <a:lnTo>
                  <a:pt x="28" y="33"/>
                </a:lnTo>
                <a:lnTo>
                  <a:pt x="27" y="35"/>
                </a:lnTo>
                <a:lnTo>
                  <a:pt x="27" y="36"/>
                </a:lnTo>
                <a:lnTo>
                  <a:pt x="27" y="37"/>
                </a:lnTo>
                <a:lnTo>
                  <a:pt x="27" y="38"/>
                </a:lnTo>
                <a:lnTo>
                  <a:pt x="28" y="38"/>
                </a:lnTo>
                <a:lnTo>
                  <a:pt x="28" y="39"/>
                </a:lnTo>
                <a:lnTo>
                  <a:pt x="28" y="40"/>
                </a:lnTo>
                <a:lnTo>
                  <a:pt x="28" y="41"/>
                </a:lnTo>
                <a:lnTo>
                  <a:pt x="27" y="42"/>
                </a:lnTo>
                <a:lnTo>
                  <a:pt x="26" y="42"/>
                </a:lnTo>
                <a:lnTo>
                  <a:pt x="25" y="43"/>
                </a:lnTo>
                <a:lnTo>
                  <a:pt x="24" y="42"/>
                </a:lnTo>
                <a:lnTo>
                  <a:pt x="23" y="42"/>
                </a:lnTo>
                <a:lnTo>
                  <a:pt x="22" y="42"/>
                </a:lnTo>
                <a:lnTo>
                  <a:pt x="22" y="41"/>
                </a:lnTo>
                <a:lnTo>
                  <a:pt x="22" y="40"/>
                </a:lnTo>
                <a:lnTo>
                  <a:pt x="20" y="40"/>
                </a:lnTo>
                <a:lnTo>
                  <a:pt x="20" y="39"/>
                </a:lnTo>
                <a:lnTo>
                  <a:pt x="22" y="38"/>
                </a:lnTo>
                <a:lnTo>
                  <a:pt x="23" y="38"/>
                </a:lnTo>
                <a:lnTo>
                  <a:pt x="23" y="37"/>
                </a:lnTo>
                <a:lnTo>
                  <a:pt x="23" y="36"/>
                </a:lnTo>
                <a:lnTo>
                  <a:pt x="23" y="35"/>
                </a:lnTo>
                <a:lnTo>
                  <a:pt x="22" y="35"/>
                </a:lnTo>
                <a:lnTo>
                  <a:pt x="22" y="33"/>
                </a:lnTo>
                <a:lnTo>
                  <a:pt x="20" y="35"/>
                </a:lnTo>
                <a:lnTo>
                  <a:pt x="19" y="35"/>
                </a:lnTo>
                <a:lnTo>
                  <a:pt x="19" y="36"/>
                </a:lnTo>
                <a:lnTo>
                  <a:pt x="18" y="36"/>
                </a:lnTo>
                <a:lnTo>
                  <a:pt x="17" y="36"/>
                </a:lnTo>
                <a:lnTo>
                  <a:pt x="16" y="36"/>
                </a:lnTo>
                <a:lnTo>
                  <a:pt x="16" y="35"/>
                </a:lnTo>
                <a:lnTo>
                  <a:pt x="16" y="33"/>
                </a:lnTo>
                <a:lnTo>
                  <a:pt x="15" y="33"/>
                </a:lnTo>
                <a:lnTo>
                  <a:pt x="15" y="32"/>
                </a:lnTo>
                <a:lnTo>
                  <a:pt x="14" y="31"/>
                </a:lnTo>
                <a:lnTo>
                  <a:pt x="13" y="31"/>
                </a:lnTo>
                <a:lnTo>
                  <a:pt x="13" y="30"/>
                </a:lnTo>
                <a:lnTo>
                  <a:pt x="12" y="30"/>
                </a:lnTo>
                <a:lnTo>
                  <a:pt x="11" y="29"/>
                </a:lnTo>
                <a:lnTo>
                  <a:pt x="10" y="29"/>
                </a:lnTo>
                <a:lnTo>
                  <a:pt x="9" y="28"/>
                </a:lnTo>
                <a:lnTo>
                  <a:pt x="9" y="27"/>
                </a:lnTo>
                <a:lnTo>
                  <a:pt x="8" y="27"/>
                </a:lnTo>
                <a:lnTo>
                  <a:pt x="8" y="26"/>
                </a:lnTo>
                <a:lnTo>
                  <a:pt x="8" y="25"/>
                </a:lnTo>
                <a:lnTo>
                  <a:pt x="7" y="24"/>
                </a:lnTo>
                <a:lnTo>
                  <a:pt x="7" y="23"/>
                </a:lnTo>
                <a:lnTo>
                  <a:pt x="6" y="23"/>
                </a:lnTo>
                <a:lnTo>
                  <a:pt x="5" y="23"/>
                </a:lnTo>
                <a:lnTo>
                  <a:pt x="4" y="23"/>
                </a:lnTo>
                <a:lnTo>
                  <a:pt x="3" y="22"/>
                </a:lnTo>
                <a:lnTo>
                  <a:pt x="3" y="21"/>
                </a:lnTo>
                <a:lnTo>
                  <a:pt x="2" y="21"/>
                </a:lnTo>
                <a:lnTo>
                  <a:pt x="2" y="20"/>
                </a:lnTo>
                <a:lnTo>
                  <a:pt x="1" y="19"/>
                </a:lnTo>
                <a:lnTo>
                  <a:pt x="1" y="18"/>
                </a:lnTo>
                <a:lnTo>
                  <a:pt x="2" y="17"/>
                </a:lnTo>
                <a:lnTo>
                  <a:pt x="2" y="16"/>
                </a:lnTo>
                <a:lnTo>
                  <a:pt x="2" y="15"/>
                </a:lnTo>
                <a:lnTo>
                  <a:pt x="1" y="14"/>
                </a:lnTo>
                <a:lnTo>
                  <a:pt x="1" y="13"/>
                </a:lnTo>
                <a:lnTo>
                  <a:pt x="0" y="12"/>
                </a:lnTo>
                <a:lnTo>
                  <a:pt x="1" y="12"/>
                </a:lnTo>
                <a:lnTo>
                  <a:pt x="1" y="11"/>
                </a:lnTo>
                <a:lnTo>
                  <a:pt x="1" y="9"/>
                </a:lnTo>
                <a:lnTo>
                  <a:pt x="2" y="9"/>
                </a:lnTo>
                <a:lnTo>
                  <a:pt x="2" y="8"/>
                </a:lnTo>
                <a:lnTo>
                  <a:pt x="2" y="7"/>
                </a:lnTo>
                <a:lnTo>
                  <a:pt x="3" y="6"/>
                </a:lnTo>
                <a:lnTo>
                  <a:pt x="2" y="6"/>
                </a:lnTo>
                <a:lnTo>
                  <a:pt x="2" y="5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5" y="2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moveTo>
                  <a:pt x="37" y="54"/>
                </a:moveTo>
                <a:lnTo>
                  <a:pt x="38" y="53"/>
                </a:lnTo>
                <a:lnTo>
                  <a:pt x="38" y="52"/>
                </a:lnTo>
                <a:lnTo>
                  <a:pt x="37" y="52"/>
                </a:lnTo>
                <a:lnTo>
                  <a:pt x="37" y="53"/>
                </a:lnTo>
                <a:lnTo>
                  <a:pt x="37" y="54"/>
                </a:lnTo>
                <a:moveTo>
                  <a:pt x="38" y="51"/>
                </a:moveTo>
                <a:lnTo>
                  <a:pt x="39" y="51"/>
                </a:lnTo>
                <a:lnTo>
                  <a:pt x="39" y="50"/>
                </a:lnTo>
                <a:lnTo>
                  <a:pt x="38" y="50"/>
                </a:lnTo>
                <a:lnTo>
                  <a:pt x="37" y="50"/>
                </a:lnTo>
                <a:lnTo>
                  <a:pt x="37" y="51"/>
                </a:lnTo>
                <a:lnTo>
                  <a:pt x="37" y="52"/>
                </a:lnTo>
                <a:lnTo>
                  <a:pt x="38" y="51"/>
                </a:lnTo>
                <a:moveTo>
                  <a:pt x="35" y="47"/>
                </a:moveTo>
                <a:lnTo>
                  <a:pt x="35" y="46"/>
                </a:lnTo>
                <a:lnTo>
                  <a:pt x="35" y="45"/>
                </a:lnTo>
                <a:lnTo>
                  <a:pt x="35" y="44"/>
                </a:lnTo>
                <a:lnTo>
                  <a:pt x="34" y="44"/>
                </a:lnTo>
                <a:lnTo>
                  <a:pt x="34" y="45"/>
                </a:lnTo>
                <a:lnTo>
                  <a:pt x="35" y="45"/>
                </a:lnTo>
                <a:lnTo>
                  <a:pt x="35" y="46"/>
                </a:lnTo>
                <a:lnTo>
                  <a:pt x="35" y="47"/>
                </a:lnTo>
                <a:moveTo>
                  <a:pt x="30" y="32"/>
                </a:moveTo>
                <a:lnTo>
                  <a:pt x="29" y="32"/>
                </a:lnTo>
                <a:lnTo>
                  <a:pt x="30" y="33"/>
                </a:lnTo>
                <a:lnTo>
                  <a:pt x="31" y="33"/>
                </a:lnTo>
                <a:lnTo>
                  <a:pt x="31" y="32"/>
                </a:lnTo>
                <a:lnTo>
                  <a:pt x="30" y="32"/>
                </a:lnTo>
                <a:moveTo>
                  <a:pt x="2" y="20"/>
                </a:moveTo>
                <a:lnTo>
                  <a:pt x="2" y="20"/>
                </a:lnTo>
                <a:moveTo>
                  <a:pt x="2" y="17"/>
                </a:moveTo>
                <a:lnTo>
                  <a:pt x="2" y="16"/>
                </a:lnTo>
                <a:lnTo>
                  <a:pt x="2" y="17"/>
                </a:lnTo>
                <a:moveTo>
                  <a:pt x="2" y="10"/>
                </a:moveTo>
                <a:lnTo>
                  <a:pt x="2" y="9"/>
                </a:lnTo>
                <a:lnTo>
                  <a:pt x="2" y="8"/>
                </a:lnTo>
                <a:lnTo>
                  <a:pt x="2" y="9"/>
                </a:lnTo>
                <a:lnTo>
                  <a:pt x="2" y="10"/>
                </a:lnTo>
                <a:moveTo>
                  <a:pt x="5" y="3"/>
                </a:moveTo>
                <a:lnTo>
                  <a:pt x="4" y="3"/>
                </a:lnTo>
                <a:lnTo>
                  <a:pt x="5" y="3"/>
                </a:lnTo>
                <a:close/>
              </a:path>
            </a:pathLst>
          </a:custGeom>
          <a:solidFill>
            <a:srgbClr val="EDEDED"/>
          </a:solidFill>
          <a:ln w="2520">
            <a:solidFill>
              <a:srgbClr val="737373"/>
            </a:solidFill>
            <a:round/>
          </a:ln>
        </p:spPr>
        <p:txBody>
          <a:bodyPr lIns="1080" tIns="1080" rIns="108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0" name=""/>
          <p:cNvSpPr/>
          <p:nvPr/>
        </p:nvSpPr>
        <p:spPr>
          <a:xfrm>
            <a:off x="6787080" y="2698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1" name=""/>
          <p:cNvSpPr/>
          <p:nvPr/>
        </p:nvSpPr>
        <p:spPr>
          <a:xfrm>
            <a:off x="6787800" y="2698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2" name=""/>
          <p:cNvSpPr/>
          <p:nvPr/>
        </p:nvSpPr>
        <p:spPr>
          <a:xfrm>
            <a:off x="6792120" y="2613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3" name=""/>
          <p:cNvSpPr/>
          <p:nvPr/>
        </p:nvSpPr>
        <p:spPr>
          <a:xfrm>
            <a:off x="6805440" y="258480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4" name=""/>
          <p:cNvSpPr/>
          <p:nvPr/>
        </p:nvSpPr>
        <p:spPr>
          <a:xfrm>
            <a:off x="6830280" y="2524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5" name=""/>
          <p:cNvSpPr/>
          <p:nvPr/>
        </p:nvSpPr>
        <p:spPr>
          <a:xfrm>
            <a:off x="6827040" y="2495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6" name=""/>
          <p:cNvSpPr/>
          <p:nvPr/>
        </p:nvSpPr>
        <p:spPr>
          <a:xfrm>
            <a:off x="6957720" y="2320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7" name=""/>
          <p:cNvSpPr/>
          <p:nvPr/>
        </p:nvSpPr>
        <p:spPr>
          <a:xfrm>
            <a:off x="6959160" y="2320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8" name=""/>
          <p:cNvSpPr/>
          <p:nvPr/>
        </p:nvSpPr>
        <p:spPr>
          <a:xfrm>
            <a:off x="6960960" y="23212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9" name=""/>
          <p:cNvSpPr/>
          <p:nvPr/>
        </p:nvSpPr>
        <p:spPr>
          <a:xfrm>
            <a:off x="6710040" y="22914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1" y="5"/>
                </a:move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1"/>
                </a:lnTo>
                <a:lnTo>
                  <a:pt x="4" y="0"/>
                </a:lnTo>
                <a:lnTo>
                  <a:pt x="4" y="1"/>
                </a:lnTo>
                <a:lnTo>
                  <a:pt x="5" y="2"/>
                </a:lnTo>
                <a:lnTo>
                  <a:pt x="4" y="4"/>
                </a:lnTo>
                <a:lnTo>
                  <a:pt x="3" y="5"/>
                </a:lnTo>
                <a:lnTo>
                  <a:pt x="1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0" name=""/>
          <p:cNvSpPr/>
          <p:nvPr/>
        </p:nvSpPr>
        <p:spPr>
          <a:xfrm>
            <a:off x="6961680" y="232020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1" name=""/>
          <p:cNvSpPr/>
          <p:nvPr/>
        </p:nvSpPr>
        <p:spPr>
          <a:xfrm>
            <a:off x="6748200" y="229392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4" y="8"/>
                </a:moveTo>
                <a:lnTo>
                  <a:pt x="2" y="8"/>
                </a:lnTo>
                <a:lnTo>
                  <a:pt x="1" y="8"/>
                </a:lnTo>
                <a:lnTo>
                  <a:pt x="0" y="6"/>
                </a:lnTo>
                <a:lnTo>
                  <a:pt x="0" y="5"/>
                </a:lnTo>
                <a:lnTo>
                  <a:pt x="1" y="4"/>
                </a:lnTo>
                <a:lnTo>
                  <a:pt x="2" y="2"/>
                </a:lnTo>
                <a:lnTo>
                  <a:pt x="5" y="2"/>
                </a:lnTo>
                <a:lnTo>
                  <a:pt x="6" y="0"/>
                </a:lnTo>
                <a:lnTo>
                  <a:pt x="7" y="2"/>
                </a:lnTo>
                <a:lnTo>
                  <a:pt x="7" y="4"/>
                </a:lnTo>
                <a:lnTo>
                  <a:pt x="6" y="5"/>
                </a:lnTo>
                <a:lnTo>
                  <a:pt x="4" y="8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2" name=""/>
          <p:cNvSpPr/>
          <p:nvPr/>
        </p:nvSpPr>
        <p:spPr>
          <a:xfrm>
            <a:off x="6957720" y="2316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3" name=""/>
          <p:cNvSpPr/>
          <p:nvPr/>
        </p:nvSpPr>
        <p:spPr>
          <a:xfrm>
            <a:off x="6731280" y="227988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5" y="6"/>
                </a:moveTo>
                <a:lnTo>
                  <a:pt x="4" y="6"/>
                </a:lnTo>
                <a:lnTo>
                  <a:pt x="3" y="6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4" y="1"/>
                </a:lnTo>
                <a:lnTo>
                  <a:pt x="5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lnTo>
                  <a:pt x="6" y="4"/>
                </a:lnTo>
                <a:lnTo>
                  <a:pt x="5" y="6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4" name=""/>
          <p:cNvSpPr/>
          <p:nvPr/>
        </p:nvSpPr>
        <p:spPr>
          <a:xfrm>
            <a:off x="6757200" y="2279880"/>
            <a:ext cx="6840" cy="3240"/>
          </a:xfrm>
          <a:custGeom>
            <a:avLst/>
            <a:gdLst/>
            <a:ahLst/>
            <a:rect l="0" t="0" r="r" b="b"/>
            <a:pathLst>
              <a:path fill="none" w="19" h="9">
                <a:moveTo>
                  <a:pt x="17" y="0"/>
                </a:moveTo>
                <a:lnTo>
                  <a:pt x="18" y="1"/>
                </a:lnTo>
                <a:lnTo>
                  <a:pt x="19" y="1"/>
                </a:lnTo>
                <a:lnTo>
                  <a:pt x="19" y="3"/>
                </a:lnTo>
                <a:lnTo>
                  <a:pt x="19" y="4"/>
                </a:lnTo>
                <a:lnTo>
                  <a:pt x="18" y="5"/>
                </a:lnTo>
                <a:lnTo>
                  <a:pt x="18" y="6"/>
                </a:lnTo>
                <a:lnTo>
                  <a:pt x="17" y="6"/>
                </a:lnTo>
                <a:lnTo>
                  <a:pt x="16" y="8"/>
                </a:lnTo>
                <a:lnTo>
                  <a:pt x="15" y="8"/>
                </a:lnTo>
                <a:lnTo>
                  <a:pt x="10" y="9"/>
                </a:lnTo>
                <a:lnTo>
                  <a:pt x="4" y="9"/>
                </a:lnTo>
                <a:lnTo>
                  <a:pt x="1" y="9"/>
                </a:lnTo>
                <a:lnTo>
                  <a:pt x="0" y="8"/>
                </a:lnTo>
                <a:lnTo>
                  <a:pt x="0" y="6"/>
                </a:lnTo>
                <a:lnTo>
                  <a:pt x="1" y="5"/>
                </a:lnTo>
                <a:lnTo>
                  <a:pt x="1" y="4"/>
                </a:lnTo>
                <a:lnTo>
                  <a:pt x="2" y="3"/>
                </a:lnTo>
                <a:lnTo>
                  <a:pt x="3" y="3"/>
                </a:lnTo>
                <a:lnTo>
                  <a:pt x="4" y="3"/>
                </a:lnTo>
                <a:lnTo>
                  <a:pt x="10" y="2"/>
                </a:lnTo>
                <a:lnTo>
                  <a:pt x="11" y="1"/>
                </a:lnTo>
                <a:lnTo>
                  <a:pt x="12" y="1"/>
                </a:lnTo>
                <a:lnTo>
                  <a:pt x="13" y="1"/>
                </a:lnTo>
                <a:lnTo>
                  <a:pt x="14" y="1"/>
                </a:lnTo>
                <a:lnTo>
                  <a:pt x="15" y="0"/>
                </a:lnTo>
                <a:lnTo>
                  <a:pt x="16" y="0"/>
                </a:lnTo>
                <a:lnTo>
                  <a:pt x="17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" rIns="360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5" name=""/>
          <p:cNvSpPr/>
          <p:nvPr/>
        </p:nvSpPr>
        <p:spPr>
          <a:xfrm>
            <a:off x="6729120" y="22737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6" name=""/>
          <p:cNvSpPr/>
          <p:nvPr/>
        </p:nvSpPr>
        <p:spPr>
          <a:xfrm>
            <a:off x="6724080" y="2271600"/>
            <a:ext cx="5400" cy="5040"/>
          </a:xfrm>
          <a:custGeom>
            <a:avLst/>
            <a:gdLst/>
            <a:ahLst/>
            <a:rect l="0" t="0" r="r" b="b"/>
            <a:pathLst>
              <a:path fill="none" w="15" h="14">
                <a:moveTo>
                  <a:pt x="13" y="1"/>
                </a:moveTo>
                <a:lnTo>
                  <a:pt x="12" y="2"/>
                </a:lnTo>
                <a:lnTo>
                  <a:pt x="11" y="3"/>
                </a:lnTo>
                <a:lnTo>
                  <a:pt x="10" y="3"/>
                </a:lnTo>
                <a:lnTo>
                  <a:pt x="7" y="5"/>
                </a:lnTo>
                <a:lnTo>
                  <a:pt x="6" y="7"/>
                </a:lnTo>
                <a:lnTo>
                  <a:pt x="3" y="8"/>
                </a:lnTo>
                <a:lnTo>
                  <a:pt x="3" y="10"/>
                </a:lnTo>
                <a:lnTo>
                  <a:pt x="4" y="11"/>
                </a:lnTo>
                <a:lnTo>
                  <a:pt x="6" y="11"/>
                </a:lnTo>
                <a:lnTo>
                  <a:pt x="7" y="11"/>
                </a:lnTo>
                <a:lnTo>
                  <a:pt x="8" y="10"/>
                </a:lnTo>
                <a:lnTo>
                  <a:pt x="9" y="8"/>
                </a:lnTo>
                <a:lnTo>
                  <a:pt x="10" y="8"/>
                </a:lnTo>
                <a:lnTo>
                  <a:pt x="12" y="7"/>
                </a:lnTo>
                <a:lnTo>
                  <a:pt x="14" y="6"/>
                </a:lnTo>
                <a:lnTo>
                  <a:pt x="15" y="6"/>
                </a:lnTo>
                <a:lnTo>
                  <a:pt x="15" y="7"/>
                </a:lnTo>
                <a:lnTo>
                  <a:pt x="15" y="8"/>
                </a:lnTo>
                <a:lnTo>
                  <a:pt x="14" y="8"/>
                </a:lnTo>
                <a:lnTo>
                  <a:pt x="12" y="10"/>
                </a:lnTo>
                <a:lnTo>
                  <a:pt x="10" y="10"/>
                </a:lnTo>
                <a:lnTo>
                  <a:pt x="9" y="12"/>
                </a:lnTo>
                <a:lnTo>
                  <a:pt x="8" y="13"/>
                </a:lnTo>
                <a:lnTo>
                  <a:pt x="7" y="13"/>
                </a:lnTo>
                <a:lnTo>
                  <a:pt x="6" y="14"/>
                </a:lnTo>
                <a:lnTo>
                  <a:pt x="2" y="14"/>
                </a:lnTo>
                <a:lnTo>
                  <a:pt x="1" y="14"/>
                </a:lnTo>
                <a:lnTo>
                  <a:pt x="0" y="13"/>
                </a:lnTo>
                <a:lnTo>
                  <a:pt x="0" y="12"/>
                </a:lnTo>
                <a:lnTo>
                  <a:pt x="0" y="8"/>
                </a:lnTo>
                <a:lnTo>
                  <a:pt x="1" y="7"/>
                </a:lnTo>
                <a:lnTo>
                  <a:pt x="6" y="4"/>
                </a:lnTo>
                <a:lnTo>
                  <a:pt x="10" y="1"/>
                </a:lnTo>
                <a:lnTo>
                  <a:pt x="11" y="1"/>
                </a:lnTo>
                <a:lnTo>
                  <a:pt x="12" y="1"/>
                </a:lnTo>
                <a:lnTo>
                  <a:pt x="13" y="0"/>
                </a:lnTo>
                <a:lnTo>
                  <a:pt x="1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1440" rIns="360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7" name=""/>
          <p:cNvSpPr/>
          <p:nvPr/>
        </p:nvSpPr>
        <p:spPr>
          <a:xfrm>
            <a:off x="6728400" y="2271240"/>
            <a:ext cx="5760" cy="3600"/>
          </a:xfrm>
          <a:custGeom>
            <a:avLst/>
            <a:gdLst/>
            <a:ahLst/>
            <a:rect l="0" t="0" r="r" b="b"/>
            <a:pathLst>
              <a:path fill="none" w="16" h="10">
                <a:moveTo>
                  <a:pt x="15" y="1"/>
                </a:moveTo>
                <a:lnTo>
                  <a:pt x="16" y="3"/>
                </a:lnTo>
                <a:lnTo>
                  <a:pt x="16" y="4"/>
                </a:lnTo>
                <a:lnTo>
                  <a:pt x="15" y="7"/>
                </a:lnTo>
                <a:lnTo>
                  <a:pt x="14" y="9"/>
                </a:lnTo>
                <a:lnTo>
                  <a:pt x="11" y="10"/>
                </a:lnTo>
                <a:lnTo>
                  <a:pt x="10" y="10"/>
                </a:lnTo>
                <a:lnTo>
                  <a:pt x="9" y="10"/>
                </a:lnTo>
                <a:lnTo>
                  <a:pt x="8" y="10"/>
                </a:lnTo>
                <a:lnTo>
                  <a:pt x="6" y="10"/>
                </a:lnTo>
                <a:lnTo>
                  <a:pt x="5" y="10"/>
                </a:lnTo>
                <a:lnTo>
                  <a:pt x="5" y="9"/>
                </a:lnTo>
                <a:lnTo>
                  <a:pt x="6" y="9"/>
                </a:lnTo>
                <a:lnTo>
                  <a:pt x="9" y="9"/>
                </a:lnTo>
                <a:lnTo>
                  <a:pt x="10" y="9"/>
                </a:lnTo>
                <a:lnTo>
                  <a:pt x="11" y="8"/>
                </a:lnTo>
                <a:lnTo>
                  <a:pt x="13" y="7"/>
                </a:lnTo>
                <a:lnTo>
                  <a:pt x="13" y="4"/>
                </a:lnTo>
                <a:lnTo>
                  <a:pt x="13" y="3"/>
                </a:lnTo>
                <a:lnTo>
                  <a:pt x="12" y="3"/>
                </a:lnTo>
                <a:lnTo>
                  <a:pt x="12" y="2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8" y="3"/>
                </a:lnTo>
                <a:lnTo>
                  <a:pt x="5" y="3"/>
                </a:lnTo>
                <a:lnTo>
                  <a:pt x="4" y="3"/>
                </a:lnTo>
                <a:lnTo>
                  <a:pt x="2" y="3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5" y="1"/>
                </a:lnTo>
                <a:lnTo>
                  <a:pt x="8" y="1"/>
                </a:lnTo>
                <a:lnTo>
                  <a:pt x="9" y="0"/>
                </a:lnTo>
                <a:lnTo>
                  <a:pt x="12" y="0"/>
                </a:lnTo>
                <a:lnTo>
                  <a:pt x="13" y="0"/>
                </a:lnTo>
                <a:lnTo>
                  <a:pt x="14" y="1"/>
                </a:lnTo>
                <a:lnTo>
                  <a:pt x="1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0" rIns="360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8" name=""/>
          <p:cNvSpPr/>
          <p:nvPr/>
        </p:nvSpPr>
        <p:spPr>
          <a:xfrm>
            <a:off x="6754680" y="2269080"/>
            <a:ext cx="6480" cy="2880"/>
          </a:xfrm>
          <a:custGeom>
            <a:avLst/>
            <a:gdLst/>
            <a:ahLst/>
            <a:rect l="0" t="0" r="r" b="b"/>
            <a:pathLst>
              <a:path fill="none" w="18" h="8">
                <a:moveTo>
                  <a:pt x="17" y="4"/>
                </a:moveTo>
                <a:lnTo>
                  <a:pt x="15" y="4"/>
                </a:lnTo>
                <a:lnTo>
                  <a:pt x="12" y="4"/>
                </a:lnTo>
                <a:lnTo>
                  <a:pt x="11" y="4"/>
                </a:lnTo>
                <a:lnTo>
                  <a:pt x="9" y="4"/>
                </a:lnTo>
                <a:lnTo>
                  <a:pt x="8" y="5"/>
                </a:lnTo>
                <a:lnTo>
                  <a:pt x="6" y="7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1" y="8"/>
                </a:lnTo>
                <a:lnTo>
                  <a:pt x="0" y="7"/>
                </a:lnTo>
                <a:lnTo>
                  <a:pt x="0" y="5"/>
                </a:lnTo>
                <a:lnTo>
                  <a:pt x="1" y="4"/>
                </a:lnTo>
                <a:lnTo>
                  <a:pt x="3" y="3"/>
                </a:lnTo>
                <a:lnTo>
                  <a:pt x="6" y="2"/>
                </a:lnTo>
                <a:lnTo>
                  <a:pt x="8" y="2"/>
                </a:lnTo>
                <a:lnTo>
                  <a:pt x="11" y="1"/>
                </a:lnTo>
                <a:lnTo>
                  <a:pt x="14" y="1"/>
                </a:lnTo>
                <a:lnTo>
                  <a:pt x="15" y="1"/>
                </a:lnTo>
                <a:lnTo>
                  <a:pt x="17" y="0"/>
                </a:lnTo>
                <a:lnTo>
                  <a:pt x="18" y="1"/>
                </a:lnTo>
                <a:lnTo>
                  <a:pt x="18" y="3"/>
                </a:lnTo>
                <a:lnTo>
                  <a:pt x="18" y="4"/>
                </a:lnTo>
                <a:lnTo>
                  <a:pt x="17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9" name=""/>
          <p:cNvSpPr/>
          <p:nvPr/>
        </p:nvSpPr>
        <p:spPr>
          <a:xfrm>
            <a:off x="6739560" y="2267640"/>
            <a:ext cx="4320" cy="2520"/>
          </a:xfrm>
          <a:custGeom>
            <a:avLst/>
            <a:gdLst/>
            <a:ahLst/>
            <a:rect l="0" t="0" r="r" b="b"/>
            <a:pathLst>
              <a:path fill="none" w="12" h="7">
                <a:moveTo>
                  <a:pt x="3" y="7"/>
                </a:moveTo>
                <a:lnTo>
                  <a:pt x="2" y="7"/>
                </a:lnTo>
                <a:lnTo>
                  <a:pt x="1" y="6"/>
                </a:lnTo>
                <a:lnTo>
                  <a:pt x="0" y="5"/>
                </a:lnTo>
                <a:lnTo>
                  <a:pt x="0" y="3"/>
                </a:lnTo>
                <a:lnTo>
                  <a:pt x="1" y="2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1"/>
                </a:lnTo>
                <a:lnTo>
                  <a:pt x="12" y="1"/>
                </a:lnTo>
                <a:lnTo>
                  <a:pt x="12" y="2"/>
                </a:lnTo>
                <a:lnTo>
                  <a:pt x="12" y="3"/>
                </a:lnTo>
                <a:lnTo>
                  <a:pt x="12" y="5"/>
                </a:lnTo>
                <a:lnTo>
                  <a:pt x="11" y="5"/>
                </a:lnTo>
                <a:lnTo>
                  <a:pt x="10" y="6"/>
                </a:lnTo>
                <a:lnTo>
                  <a:pt x="8" y="6"/>
                </a:lnTo>
                <a:lnTo>
                  <a:pt x="6" y="6"/>
                </a:lnTo>
                <a:lnTo>
                  <a:pt x="4" y="7"/>
                </a:lnTo>
                <a:lnTo>
                  <a:pt x="3" y="7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0" name=""/>
          <p:cNvSpPr/>
          <p:nvPr/>
        </p:nvSpPr>
        <p:spPr>
          <a:xfrm>
            <a:off x="6765840" y="22672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5"/>
                </a:moveTo>
                <a:lnTo>
                  <a:pt x="1" y="5"/>
                </a:lnTo>
                <a:lnTo>
                  <a:pt x="0" y="5"/>
                </a:lnTo>
                <a:lnTo>
                  <a:pt x="0" y="2"/>
                </a:lnTo>
                <a:lnTo>
                  <a:pt x="1" y="1"/>
                </a:lnTo>
                <a:lnTo>
                  <a:pt x="2" y="0"/>
                </a:lnTo>
                <a:lnTo>
                  <a:pt x="4" y="1"/>
                </a:lnTo>
                <a:lnTo>
                  <a:pt x="4" y="2"/>
                </a:lnTo>
                <a:lnTo>
                  <a:pt x="4" y="5"/>
                </a:lnTo>
                <a:lnTo>
                  <a:pt x="2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1" name=""/>
          <p:cNvSpPr/>
          <p:nvPr/>
        </p:nvSpPr>
        <p:spPr>
          <a:xfrm>
            <a:off x="6721200" y="226296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7" y="4"/>
                </a:moveTo>
                <a:lnTo>
                  <a:pt x="7" y="6"/>
                </a:lnTo>
                <a:lnTo>
                  <a:pt x="6" y="6"/>
                </a:lnTo>
                <a:lnTo>
                  <a:pt x="5" y="6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4" y="2"/>
                </a:lnTo>
                <a:lnTo>
                  <a:pt x="6" y="0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2" name=""/>
          <p:cNvSpPr/>
          <p:nvPr/>
        </p:nvSpPr>
        <p:spPr>
          <a:xfrm>
            <a:off x="6729120" y="22633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3" name=""/>
          <p:cNvSpPr/>
          <p:nvPr/>
        </p:nvSpPr>
        <p:spPr>
          <a:xfrm>
            <a:off x="6724440" y="2261880"/>
            <a:ext cx="1800" cy="2520"/>
          </a:xfrm>
          <a:custGeom>
            <a:avLst/>
            <a:gdLst/>
            <a:ahLst/>
            <a:rect l="0" t="0" r="r" b="b"/>
            <a:pathLst>
              <a:path fill="none" w="5" h="7">
                <a:moveTo>
                  <a:pt x="4" y="7"/>
                </a:moveTo>
                <a:lnTo>
                  <a:pt x="2" y="7"/>
                </a:lnTo>
                <a:lnTo>
                  <a:pt x="1" y="7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4" y="3"/>
                </a:ln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4" name=""/>
          <p:cNvSpPr/>
          <p:nvPr/>
        </p:nvSpPr>
        <p:spPr>
          <a:xfrm>
            <a:off x="6764760" y="226476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5" y="5"/>
                </a:moveTo>
                <a:lnTo>
                  <a:pt x="2" y="6"/>
                </a:lnTo>
                <a:lnTo>
                  <a:pt x="1" y="5"/>
                </a:lnTo>
                <a:lnTo>
                  <a:pt x="0" y="3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1"/>
                </a:lnTo>
                <a:lnTo>
                  <a:pt x="5" y="4"/>
                </a:lnTo>
                <a:lnTo>
                  <a:pt x="5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5" name=""/>
          <p:cNvSpPr/>
          <p:nvPr/>
        </p:nvSpPr>
        <p:spPr>
          <a:xfrm>
            <a:off x="6724800" y="2261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6" name=""/>
          <p:cNvSpPr/>
          <p:nvPr/>
        </p:nvSpPr>
        <p:spPr>
          <a:xfrm>
            <a:off x="6725160" y="225936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5"/>
                </a:moveTo>
                <a:lnTo>
                  <a:pt x="1" y="5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7" name=""/>
          <p:cNvSpPr/>
          <p:nvPr/>
        </p:nvSpPr>
        <p:spPr>
          <a:xfrm>
            <a:off x="6729840" y="2259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8" name=""/>
          <p:cNvSpPr/>
          <p:nvPr/>
        </p:nvSpPr>
        <p:spPr>
          <a:xfrm>
            <a:off x="6729480" y="225936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9" name=""/>
          <p:cNvSpPr/>
          <p:nvPr/>
        </p:nvSpPr>
        <p:spPr>
          <a:xfrm>
            <a:off x="6730560" y="2259360"/>
            <a:ext cx="2160" cy="4320"/>
          </a:xfrm>
          <a:custGeom>
            <a:avLst/>
            <a:gdLst/>
            <a:ahLst/>
            <a:rect l="0" t="0" r="r" b="b"/>
            <a:pathLst>
              <a:path fill="none" w="6" h="12">
                <a:moveTo>
                  <a:pt x="1" y="12"/>
                </a:moveTo>
                <a:lnTo>
                  <a:pt x="0" y="12"/>
                </a:lnTo>
                <a:lnTo>
                  <a:pt x="0" y="10"/>
                </a:lnTo>
                <a:lnTo>
                  <a:pt x="1" y="9"/>
                </a:lnTo>
                <a:lnTo>
                  <a:pt x="3" y="8"/>
                </a:lnTo>
                <a:lnTo>
                  <a:pt x="4" y="7"/>
                </a:lnTo>
                <a:lnTo>
                  <a:pt x="4" y="6"/>
                </a:lnTo>
                <a:lnTo>
                  <a:pt x="4" y="4"/>
                </a:lnTo>
                <a:lnTo>
                  <a:pt x="3" y="3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5" y="8"/>
                </a:lnTo>
                <a:lnTo>
                  <a:pt x="4" y="9"/>
                </a:lnTo>
                <a:lnTo>
                  <a:pt x="4" y="10"/>
                </a:lnTo>
                <a:lnTo>
                  <a:pt x="3" y="12"/>
                </a:lnTo>
                <a:lnTo>
                  <a:pt x="1" y="1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720" rIns="360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0" name=""/>
          <p:cNvSpPr/>
          <p:nvPr/>
        </p:nvSpPr>
        <p:spPr>
          <a:xfrm>
            <a:off x="6728760" y="22586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1" name=""/>
          <p:cNvSpPr/>
          <p:nvPr/>
        </p:nvSpPr>
        <p:spPr>
          <a:xfrm>
            <a:off x="6727320" y="22579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5"/>
                </a:move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3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2" name=""/>
          <p:cNvSpPr/>
          <p:nvPr/>
        </p:nvSpPr>
        <p:spPr>
          <a:xfrm>
            <a:off x="6728760" y="225720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5" y="6"/>
                </a:moveTo>
                <a:lnTo>
                  <a:pt x="4" y="5"/>
                </a:lnTo>
                <a:lnTo>
                  <a:pt x="2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5" y="3"/>
                </a:lnTo>
                <a:lnTo>
                  <a:pt x="5" y="5"/>
                </a:lnTo>
                <a:lnTo>
                  <a:pt x="5" y="6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3" name=""/>
          <p:cNvSpPr/>
          <p:nvPr/>
        </p:nvSpPr>
        <p:spPr>
          <a:xfrm>
            <a:off x="6759360" y="2259720"/>
            <a:ext cx="3600" cy="3600"/>
          </a:xfrm>
          <a:custGeom>
            <a:avLst/>
            <a:gdLst/>
            <a:ahLst/>
            <a:rect l="0" t="0" r="r" b="b"/>
            <a:pathLst>
              <a:path fill="none" w="10" h="10">
                <a:moveTo>
                  <a:pt x="1" y="10"/>
                </a:moveTo>
                <a:lnTo>
                  <a:pt x="0" y="9"/>
                </a:lnTo>
                <a:lnTo>
                  <a:pt x="0" y="6"/>
                </a:lnTo>
                <a:lnTo>
                  <a:pt x="1" y="5"/>
                </a:lnTo>
                <a:lnTo>
                  <a:pt x="2" y="4"/>
                </a:lnTo>
                <a:lnTo>
                  <a:pt x="5" y="3"/>
                </a:lnTo>
                <a:lnTo>
                  <a:pt x="6" y="3"/>
                </a:lnTo>
                <a:lnTo>
                  <a:pt x="8" y="1"/>
                </a:lnTo>
                <a:lnTo>
                  <a:pt x="9" y="0"/>
                </a:lnTo>
                <a:lnTo>
                  <a:pt x="10" y="1"/>
                </a:lnTo>
                <a:lnTo>
                  <a:pt x="10" y="2"/>
                </a:lnTo>
                <a:lnTo>
                  <a:pt x="9" y="3"/>
                </a:lnTo>
                <a:lnTo>
                  <a:pt x="8" y="4"/>
                </a:lnTo>
                <a:lnTo>
                  <a:pt x="7" y="5"/>
                </a:lnTo>
                <a:lnTo>
                  <a:pt x="6" y="5"/>
                </a:lnTo>
                <a:lnTo>
                  <a:pt x="5" y="6"/>
                </a:lnTo>
                <a:lnTo>
                  <a:pt x="2" y="8"/>
                </a:lnTo>
                <a:lnTo>
                  <a:pt x="1" y="1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0" rIns="360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4" name=""/>
          <p:cNvSpPr/>
          <p:nvPr/>
        </p:nvSpPr>
        <p:spPr>
          <a:xfrm>
            <a:off x="6764760" y="2258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5" name=""/>
          <p:cNvSpPr/>
          <p:nvPr/>
        </p:nvSpPr>
        <p:spPr>
          <a:xfrm>
            <a:off x="6767640" y="225360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4" y="4"/>
                </a:move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6" y="2"/>
                </a:lnTo>
                <a:lnTo>
                  <a:pt x="6" y="4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6" name=""/>
          <p:cNvSpPr/>
          <p:nvPr/>
        </p:nvSpPr>
        <p:spPr>
          <a:xfrm>
            <a:off x="6748200" y="2248560"/>
            <a:ext cx="2520" cy="2520"/>
          </a:xfrm>
          <a:custGeom>
            <a:avLst/>
            <a:gdLst/>
            <a:ahLst/>
            <a:rect l="0" t="0" r="r" b="b"/>
            <a:pathLst>
              <a:path fill="none" w="7" h="7">
                <a:moveTo>
                  <a:pt x="6" y="7"/>
                </a:moveTo>
                <a:lnTo>
                  <a:pt x="5" y="7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0" y="4"/>
                </a:lnTo>
                <a:lnTo>
                  <a:pt x="0" y="3"/>
                </a:lnTo>
                <a:lnTo>
                  <a:pt x="1" y="0"/>
                </a:lnTo>
                <a:lnTo>
                  <a:pt x="3" y="1"/>
                </a:lnTo>
                <a:lnTo>
                  <a:pt x="5" y="3"/>
                </a:lnTo>
                <a:lnTo>
                  <a:pt x="7" y="4"/>
                </a:lnTo>
                <a:lnTo>
                  <a:pt x="7" y="5"/>
                </a:lnTo>
                <a:lnTo>
                  <a:pt x="7" y="6"/>
                </a:lnTo>
                <a:lnTo>
                  <a:pt x="6" y="7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7" name=""/>
          <p:cNvSpPr/>
          <p:nvPr/>
        </p:nvSpPr>
        <p:spPr>
          <a:xfrm>
            <a:off x="6918120" y="2266920"/>
            <a:ext cx="2880" cy="3600"/>
          </a:xfrm>
          <a:custGeom>
            <a:avLst/>
            <a:gdLst/>
            <a:ahLst/>
            <a:rect l="0" t="0" r="r" b="b"/>
            <a:pathLst>
              <a:path fill="none" w="8" h="10">
                <a:moveTo>
                  <a:pt x="6" y="10"/>
                </a:moveTo>
                <a:lnTo>
                  <a:pt x="3" y="10"/>
                </a:lnTo>
                <a:lnTo>
                  <a:pt x="1" y="7"/>
                </a:lnTo>
                <a:lnTo>
                  <a:pt x="0" y="5"/>
                </a:lnTo>
                <a:lnTo>
                  <a:pt x="1" y="2"/>
                </a:lnTo>
                <a:lnTo>
                  <a:pt x="2" y="1"/>
                </a:lnTo>
                <a:lnTo>
                  <a:pt x="5" y="0"/>
                </a:lnTo>
                <a:lnTo>
                  <a:pt x="7" y="1"/>
                </a:lnTo>
                <a:lnTo>
                  <a:pt x="8" y="2"/>
                </a:lnTo>
                <a:lnTo>
                  <a:pt x="8" y="5"/>
                </a:lnTo>
                <a:lnTo>
                  <a:pt x="7" y="7"/>
                </a:lnTo>
                <a:lnTo>
                  <a:pt x="6" y="1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0" rIns="360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8" name=""/>
          <p:cNvSpPr/>
          <p:nvPr/>
        </p:nvSpPr>
        <p:spPr>
          <a:xfrm>
            <a:off x="6773400" y="22492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1" y="5"/>
                </a:move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3"/>
                </a:lnTo>
                <a:lnTo>
                  <a:pt x="4" y="4"/>
                </a:lnTo>
                <a:lnTo>
                  <a:pt x="1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9" name=""/>
          <p:cNvSpPr/>
          <p:nvPr/>
        </p:nvSpPr>
        <p:spPr>
          <a:xfrm>
            <a:off x="6753240" y="224640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2"/>
                </a:moveTo>
                <a:lnTo>
                  <a:pt x="1" y="2"/>
                </a:lnTo>
                <a:lnTo>
                  <a:pt x="1" y="3"/>
                </a:lnTo>
                <a:lnTo>
                  <a:pt x="3" y="3"/>
                </a:lnTo>
                <a:lnTo>
                  <a:pt x="3" y="2"/>
                </a:lnTo>
                <a:lnTo>
                  <a:pt x="3" y="3"/>
                </a:lnTo>
                <a:lnTo>
                  <a:pt x="1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0" name=""/>
          <p:cNvSpPr/>
          <p:nvPr/>
        </p:nvSpPr>
        <p:spPr>
          <a:xfrm>
            <a:off x="6751800" y="2241000"/>
            <a:ext cx="2520" cy="3240"/>
          </a:xfrm>
          <a:custGeom>
            <a:avLst/>
            <a:gdLst/>
            <a:ahLst/>
            <a:rect l="0" t="0" r="r" b="b"/>
            <a:pathLst>
              <a:path fill="none" w="7" h="9">
                <a:moveTo>
                  <a:pt x="7" y="9"/>
                </a:moveTo>
                <a:lnTo>
                  <a:pt x="6" y="9"/>
                </a:lnTo>
                <a:lnTo>
                  <a:pt x="5" y="8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5" y="3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7" y="8"/>
                </a:lnTo>
                <a:lnTo>
                  <a:pt x="7" y="9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" rIns="360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1" name=""/>
          <p:cNvSpPr/>
          <p:nvPr/>
        </p:nvSpPr>
        <p:spPr>
          <a:xfrm>
            <a:off x="6748200" y="2239920"/>
            <a:ext cx="3960" cy="2160"/>
          </a:xfrm>
          <a:custGeom>
            <a:avLst/>
            <a:gdLst/>
            <a:ahLst/>
            <a:rect l="0" t="0" r="r" b="b"/>
            <a:pathLst>
              <a:path fill="none" w="11" h="6">
                <a:moveTo>
                  <a:pt x="3" y="6"/>
                </a:move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3" y="1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7" y="1"/>
                </a:lnTo>
                <a:lnTo>
                  <a:pt x="8" y="2"/>
                </a:lnTo>
                <a:lnTo>
                  <a:pt x="9" y="2"/>
                </a:lnTo>
                <a:lnTo>
                  <a:pt x="11" y="3"/>
                </a:lnTo>
                <a:lnTo>
                  <a:pt x="11" y="5"/>
                </a:lnTo>
                <a:lnTo>
                  <a:pt x="9" y="5"/>
                </a:lnTo>
                <a:lnTo>
                  <a:pt x="8" y="5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3" y="6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2" name=""/>
          <p:cNvSpPr/>
          <p:nvPr/>
        </p:nvSpPr>
        <p:spPr>
          <a:xfrm>
            <a:off x="6720120" y="22366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3" name=""/>
          <p:cNvSpPr/>
          <p:nvPr/>
        </p:nvSpPr>
        <p:spPr>
          <a:xfrm>
            <a:off x="6719760" y="2234880"/>
            <a:ext cx="4680" cy="2880"/>
          </a:xfrm>
          <a:custGeom>
            <a:avLst/>
            <a:gdLst/>
            <a:ahLst/>
            <a:rect l="0" t="0" r="r" b="b"/>
            <a:pathLst>
              <a:path fill="none" w="13" h="8">
                <a:moveTo>
                  <a:pt x="12" y="1"/>
                </a:moveTo>
                <a:lnTo>
                  <a:pt x="13" y="2"/>
                </a:lnTo>
                <a:lnTo>
                  <a:pt x="13" y="3"/>
                </a:lnTo>
                <a:lnTo>
                  <a:pt x="12" y="4"/>
                </a:lnTo>
                <a:lnTo>
                  <a:pt x="11" y="4"/>
                </a:lnTo>
                <a:lnTo>
                  <a:pt x="11" y="6"/>
                </a:lnTo>
                <a:lnTo>
                  <a:pt x="10" y="6"/>
                </a:lnTo>
                <a:lnTo>
                  <a:pt x="9" y="6"/>
                </a:lnTo>
                <a:lnTo>
                  <a:pt x="8" y="7"/>
                </a:lnTo>
                <a:lnTo>
                  <a:pt x="6" y="7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5" y="6"/>
                </a:lnTo>
                <a:lnTo>
                  <a:pt x="6" y="6"/>
                </a:lnTo>
                <a:lnTo>
                  <a:pt x="6" y="4"/>
                </a:lnTo>
                <a:lnTo>
                  <a:pt x="8" y="3"/>
                </a:lnTo>
                <a:lnTo>
                  <a:pt x="9" y="3"/>
                </a:lnTo>
                <a:lnTo>
                  <a:pt x="10" y="3"/>
                </a:lnTo>
                <a:lnTo>
                  <a:pt x="10" y="2"/>
                </a:lnTo>
                <a:lnTo>
                  <a:pt x="9" y="2"/>
                </a:lnTo>
                <a:lnTo>
                  <a:pt x="8" y="2"/>
                </a:lnTo>
                <a:lnTo>
                  <a:pt x="6" y="2"/>
                </a:lnTo>
                <a:lnTo>
                  <a:pt x="5" y="3"/>
                </a:lnTo>
                <a:lnTo>
                  <a:pt x="4" y="3"/>
                </a:lnTo>
                <a:lnTo>
                  <a:pt x="3" y="4"/>
                </a:lnTo>
                <a:lnTo>
                  <a:pt x="2" y="4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4" y="1"/>
                </a:lnTo>
                <a:lnTo>
                  <a:pt x="5" y="1"/>
                </a:lnTo>
                <a:lnTo>
                  <a:pt x="6" y="0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4" name=""/>
          <p:cNvSpPr/>
          <p:nvPr/>
        </p:nvSpPr>
        <p:spPr>
          <a:xfrm>
            <a:off x="6653160" y="2188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5" name=""/>
          <p:cNvSpPr/>
          <p:nvPr/>
        </p:nvSpPr>
        <p:spPr>
          <a:xfrm>
            <a:off x="6642720" y="218736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6" name=""/>
          <p:cNvSpPr/>
          <p:nvPr/>
        </p:nvSpPr>
        <p:spPr>
          <a:xfrm>
            <a:off x="6652080" y="21873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7" name=""/>
          <p:cNvSpPr/>
          <p:nvPr/>
        </p:nvSpPr>
        <p:spPr>
          <a:xfrm>
            <a:off x="6640920" y="21862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8" name=""/>
          <p:cNvSpPr/>
          <p:nvPr/>
        </p:nvSpPr>
        <p:spPr>
          <a:xfrm>
            <a:off x="6645600" y="21866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9" name=""/>
          <p:cNvSpPr/>
          <p:nvPr/>
        </p:nvSpPr>
        <p:spPr>
          <a:xfrm>
            <a:off x="6655680" y="21834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0" name=""/>
          <p:cNvSpPr/>
          <p:nvPr/>
        </p:nvSpPr>
        <p:spPr>
          <a:xfrm>
            <a:off x="6678360" y="2169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1" name=""/>
          <p:cNvSpPr/>
          <p:nvPr/>
        </p:nvSpPr>
        <p:spPr>
          <a:xfrm>
            <a:off x="6683040" y="216792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0" y="5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2" y="3"/>
                </a:lnTo>
                <a:lnTo>
                  <a:pt x="0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2" name=""/>
          <p:cNvSpPr/>
          <p:nvPr/>
        </p:nvSpPr>
        <p:spPr>
          <a:xfrm>
            <a:off x="6682680" y="2167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3" name=""/>
          <p:cNvSpPr/>
          <p:nvPr/>
        </p:nvSpPr>
        <p:spPr>
          <a:xfrm>
            <a:off x="6686280" y="21474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4" name=""/>
          <p:cNvSpPr/>
          <p:nvPr/>
        </p:nvSpPr>
        <p:spPr>
          <a:xfrm>
            <a:off x="6688440" y="214452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5" name=""/>
          <p:cNvSpPr/>
          <p:nvPr/>
        </p:nvSpPr>
        <p:spPr>
          <a:xfrm>
            <a:off x="6614280" y="2140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6" name=""/>
          <p:cNvSpPr/>
          <p:nvPr/>
        </p:nvSpPr>
        <p:spPr>
          <a:xfrm>
            <a:off x="6808680" y="2143800"/>
            <a:ext cx="5400" cy="3960"/>
          </a:xfrm>
          <a:custGeom>
            <a:avLst/>
            <a:gdLst/>
            <a:ahLst/>
            <a:rect l="0" t="0" r="r" b="b"/>
            <a:pathLst>
              <a:path fill="none" w="15" h="11">
                <a:moveTo>
                  <a:pt x="8" y="11"/>
                </a:moveTo>
                <a:lnTo>
                  <a:pt x="6" y="11"/>
                </a:lnTo>
                <a:lnTo>
                  <a:pt x="3" y="9"/>
                </a:lnTo>
                <a:lnTo>
                  <a:pt x="1" y="8"/>
                </a:lnTo>
                <a:lnTo>
                  <a:pt x="0" y="5"/>
                </a:lnTo>
                <a:lnTo>
                  <a:pt x="1" y="2"/>
                </a:lnTo>
                <a:lnTo>
                  <a:pt x="3" y="1"/>
                </a:lnTo>
                <a:lnTo>
                  <a:pt x="5" y="0"/>
                </a:lnTo>
                <a:lnTo>
                  <a:pt x="8" y="0"/>
                </a:lnTo>
                <a:lnTo>
                  <a:pt x="11" y="1"/>
                </a:lnTo>
                <a:lnTo>
                  <a:pt x="14" y="1"/>
                </a:lnTo>
                <a:lnTo>
                  <a:pt x="15" y="4"/>
                </a:lnTo>
                <a:lnTo>
                  <a:pt x="14" y="6"/>
                </a:lnTo>
                <a:lnTo>
                  <a:pt x="13" y="8"/>
                </a:lnTo>
                <a:lnTo>
                  <a:pt x="11" y="9"/>
                </a:lnTo>
                <a:lnTo>
                  <a:pt x="8" y="1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" rIns="360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7" name=""/>
          <p:cNvSpPr/>
          <p:nvPr/>
        </p:nvSpPr>
        <p:spPr>
          <a:xfrm>
            <a:off x="6633000" y="21250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8" name=""/>
          <p:cNvSpPr/>
          <p:nvPr/>
        </p:nvSpPr>
        <p:spPr>
          <a:xfrm>
            <a:off x="6777720" y="213120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5" y="8"/>
                </a:moveTo>
                <a:lnTo>
                  <a:pt x="3" y="8"/>
                </a:lnTo>
                <a:lnTo>
                  <a:pt x="2" y="8"/>
                </a:lnTo>
                <a:lnTo>
                  <a:pt x="1" y="8"/>
                </a:lnTo>
                <a:lnTo>
                  <a:pt x="0" y="7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  <a:lnTo>
                  <a:pt x="8" y="3"/>
                </a:lnTo>
                <a:lnTo>
                  <a:pt x="8" y="4"/>
                </a:lnTo>
                <a:lnTo>
                  <a:pt x="6" y="7"/>
                </a:lnTo>
                <a:lnTo>
                  <a:pt x="5" y="8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9" name=""/>
          <p:cNvSpPr/>
          <p:nvPr/>
        </p:nvSpPr>
        <p:spPr>
          <a:xfrm>
            <a:off x="6710400" y="211464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0" name=""/>
          <p:cNvSpPr/>
          <p:nvPr/>
        </p:nvSpPr>
        <p:spPr>
          <a:xfrm>
            <a:off x="6685920" y="2109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1" name=""/>
          <p:cNvSpPr/>
          <p:nvPr/>
        </p:nvSpPr>
        <p:spPr>
          <a:xfrm>
            <a:off x="6673680" y="2107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2" name=""/>
          <p:cNvSpPr/>
          <p:nvPr/>
        </p:nvSpPr>
        <p:spPr>
          <a:xfrm>
            <a:off x="6612480" y="2104200"/>
            <a:ext cx="92160" cy="86400"/>
          </a:xfrm>
          <a:custGeom>
            <a:avLst/>
            <a:gdLst/>
            <a:ahLst/>
            <a:rect l="0" t="0" r="r" b="b"/>
            <a:pathLst>
              <a:path fill="none" w="256" h="240">
                <a:moveTo>
                  <a:pt x="220" y="4"/>
                </a:moveTo>
                <a:lnTo>
                  <a:pt x="221" y="7"/>
                </a:lnTo>
                <a:lnTo>
                  <a:pt x="222" y="10"/>
                </a:lnTo>
                <a:lnTo>
                  <a:pt x="224" y="13"/>
                </a:lnTo>
                <a:lnTo>
                  <a:pt x="224" y="14"/>
                </a:lnTo>
                <a:lnTo>
                  <a:pt x="225" y="14"/>
                </a:lnTo>
                <a:lnTo>
                  <a:pt x="225" y="15"/>
                </a:lnTo>
                <a:lnTo>
                  <a:pt x="226" y="15"/>
                </a:lnTo>
                <a:lnTo>
                  <a:pt x="227" y="15"/>
                </a:lnTo>
                <a:lnTo>
                  <a:pt x="227" y="16"/>
                </a:lnTo>
                <a:lnTo>
                  <a:pt x="227" y="17"/>
                </a:lnTo>
                <a:lnTo>
                  <a:pt x="228" y="17"/>
                </a:lnTo>
                <a:lnTo>
                  <a:pt x="228" y="18"/>
                </a:lnTo>
                <a:lnTo>
                  <a:pt x="230" y="19"/>
                </a:lnTo>
                <a:lnTo>
                  <a:pt x="232" y="19"/>
                </a:lnTo>
                <a:lnTo>
                  <a:pt x="233" y="20"/>
                </a:lnTo>
                <a:lnTo>
                  <a:pt x="234" y="20"/>
                </a:lnTo>
                <a:lnTo>
                  <a:pt x="235" y="20"/>
                </a:lnTo>
                <a:lnTo>
                  <a:pt x="235" y="21"/>
                </a:lnTo>
                <a:lnTo>
                  <a:pt x="235" y="20"/>
                </a:lnTo>
                <a:lnTo>
                  <a:pt x="236" y="20"/>
                </a:lnTo>
                <a:lnTo>
                  <a:pt x="236" y="21"/>
                </a:lnTo>
                <a:lnTo>
                  <a:pt x="237" y="21"/>
                </a:lnTo>
                <a:lnTo>
                  <a:pt x="237" y="20"/>
                </a:lnTo>
                <a:lnTo>
                  <a:pt x="237" y="21"/>
                </a:lnTo>
                <a:lnTo>
                  <a:pt x="238" y="21"/>
                </a:lnTo>
                <a:lnTo>
                  <a:pt x="239" y="21"/>
                </a:lnTo>
                <a:lnTo>
                  <a:pt x="240" y="21"/>
                </a:lnTo>
                <a:lnTo>
                  <a:pt x="240" y="20"/>
                </a:lnTo>
                <a:lnTo>
                  <a:pt x="242" y="20"/>
                </a:lnTo>
                <a:lnTo>
                  <a:pt x="243" y="20"/>
                </a:lnTo>
                <a:lnTo>
                  <a:pt x="243" y="19"/>
                </a:lnTo>
                <a:lnTo>
                  <a:pt x="244" y="19"/>
                </a:lnTo>
                <a:lnTo>
                  <a:pt x="244" y="18"/>
                </a:lnTo>
                <a:lnTo>
                  <a:pt x="245" y="18"/>
                </a:lnTo>
                <a:lnTo>
                  <a:pt x="245" y="19"/>
                </a:lnTo>
                <a:lnTo>
                  <a:pt x="245" y="20"/>
                </a:lnTo>
                <a:lnTo>
                  <a:pt x="247" y="23"/>
                </a:lnTo>
                <a:lnTo>
                  <a:pt x="247" y="26"/>
                </a:lnTo>
                <a:lnTo>
                  <a:pt x="247" y="27"/>
                </a:lnTo>
                <a:lnTo>
                  <a:pt x="247" y="28"/>
                </a:lnTo>
                <a:lnTo>
                  <a:pt x="248" y="29"/>
                </a:lnTo>
                <a:lnTo>
                  <a:pt x="248" y="30"/>
                </a:lnTo>
                <a:lnTo>
                  <a:pt x="248" y="31"/>
                </a:lnTo>
                <a:lnTo>
                  <a:pt x="249" y="31"/>
                </a:lnTo>
                <a:lnTo>
                  <a:pt x="249" y="32"/>
                </a:lnTo>
                <a:lnTo>
                  <a:pt x="249" y="33"/>
                </a:lnTo>
                <a:lnTo>
                  <a:pt x="249" y="34"/>
                </a:lnTo>
                <a:lnTo>
                  <a:pt x="250" y="35"/>
                </a:lnTo>
                <a:lnTo>
                  <a:pt x="250" y="37"/>
                </a:lnTo>
                <a:lnTo>
                  <a:pt x="251" y="39"/>
                </a:lnTo>
                <a:lnTo>
                  <a:pt x="251" y="41"/>
                </a:lnTo>
                <a:lnTo>
                  <a:pt x="251" y="42"/>
                </a:lnTo>
                <a:lnTo>
                  <a:pt x="251" y="45"/>
                </a:lnTo>
                <a:lnTo>
                  <a:pt x="252" y="46"/>
                </a:lnTo>
                <a:lnTo>
                  <a:pt x="252" y="50"/>
                </a:lnTo>
                <a:lnTo>
                  <a:pt x="252" y="51"/>
                </a:lnTo>
                <a:lnTo>
                  <a:pt x="252" y="52"/>
                </a:lnTo>
                <a:lnTo>
                  <a:pt x="252" y="55"/>
                </a:lnTo>
                <a:lnTo>
                  <a:pt x="252" y="56"/>
                </a:lnTo>
                <a:lnTo>
                  <a:pt x="253" y="58"/>
                </a:lnTo>
                <a:lnTo>
                  <a:pt x="254" y="58"/>
                </a:lnTo>
                <a:lnTo>
                  <a:pt x="255" y="58"/>
                </a:lnTo>
                <a:lnTo>
                  <a:pt x="254" y="58"/>
                </a:lnTo>
                <a:lnTo>
                  <a:pt x="254" y="59"/>
                </a:lnTo>
                <a:lnTo>
                  <a:pt x="255" y="59"/>
                </a:lnTo>
                <a:lnTo>
                  <a:pt x="255" y="60"/>
                </a:lnTo>
                <a:lnTo>
                  <a:pt x="255" y="61"/>
                </a:lnTo>
                <a:lnTo>
                  <a:pt x="255" y="62"/>
                </a:lnTo>
                <a:lnTo>
                  <a:pt x="255" y="63"/>
                </a:lnTo>
                <a:lnTo>
                  <a:pt x="256" y="62"/>
                </a:lnTo>
                <a:lnTo>
                  <a:pt x="256" y="63"/>
                </a:lnTo>
                <a:lnTo>
                  <a:pt x="255" y="64"/>
                </a:lnTo>
                <a:lnTo>
                  <a:pt x="253" y="63"/>
                </a:lnTo>
                <a:lnTo>
                  <a:pt x="252" y="63"/>
                </a:lnTo>
                <a:lnTo>
                  <a:pt x="250" y="63"/>
                </a:lnTo>
                <a:lnTo>
                  <a:pt x="248" y="65"/>
                </a:lnTo>
                <a:lnTo>
                  <a:pt x="248" y="66"/>
                </a:lnTo>
                <a:lnTo>
                  <a:pt x="247" y="67"/>
                </a:lnTo>
                <a:lnTo>
                  <a:pt x="247" y="68"/>
                </a:lnTo>
                <a:lnTo>
                  <a:pt x="246" y="68"/>
                </a:lnTo>
                <a:lnTo>
                  <a:pt x="245" y="69"/>
                </a:lnTo>
                <a:lnTo>
                  <a:pt x="244" y="69"/>
                </a:lnTo>
                <a:lnTo>
                  <a:pt x="243" y="69"/>
                </a:lnTo>
                <a:lnTo>
                  <a:pt x="243" y="70"/>
                </a:lnTo>
                <a:lnTo>
                  <a:pt x="242" y="70"/>
                </a:lnTo>
                <a:lnTo>
                  <a:pt x="242" y="71"/>
                </a:lnTo>
                <a:lnTo>
                  <a:pt x="242" y="72"/>
                </a:lnTo>
                <a:lnTo>
                  <a:pt x="241" y="72"/>
                </a:lnTo>
                <a:lnTo>
                  <a:pt x="241" y="73"/>
                </a:lnTo>
                <a:lnTo>
                  <a:pt x="240" y="74"/>
                </a:lnTo>
                <a:lnTo>
                  <a:pt x="239" y="75"/>
                </a:lnTo>
                <a:lnTo>
                  <a:pt x="239" y="76"/>
                </a:lnTo>
                <a:lnTo>
                  <a:pt x="238" y="76"/>
                </a:lnTo>
                <a:lnTo>
                  <a:pt x="238" y="77"/>
                </a:lnTo>
                <a:lnTo>
                  <a:pt x="237" y="77"/>
                </a:lnTo>
                <a:lnTo>
                  <a:pt x="236" y="76"/>
                </a:lnTo>
                <a:lnTo>
                  <a:pt x="235" y="76"/>
                </a:lnTo>
                <a:lnTo>
                  <a:pt x="235" y="75"/>
                </a:lnTo>
                <a:lnTo>
                  <a:pt x="236" y="75"/>
                </a:lnTo>
                <a:lnTo>
                  <a:pt x="235" y="75"/>
                </a:lnTo>
                <a:lnTo>
                  <a:pt x="235" y="74"/>
                </a:lnTo>
                <a:lnTo>
                  <a:pt x="235" y="73"/>
                </a:lnTo>
                <a:lnTo>
                  <a:pt x="234" y="73"/>
                </a:lnTo>
                <a:lnTo>
                  <a:pt x="235" y="73"/>
                </a:lnTo>
                <a:lnTo>
                  <a:pt x="235" y="72"/>
                </a:lnTo>
                <a:lnTo>
                  <a:pt x="234" y="72"/>
                </a:lnTo>
                <a:lnTo>
                  <a:pt x="234" y="71"/>
                </a:lnTo>
                <a:lnTo>
                  <a:pt x="234" y="70"/>
                </a:lnTo>
                <a:lnTo>
                  <a:pt x="234" y="69"/>
                </a:lnTo>
                <a:lnTo>
                  <a:pt x="233" y="68"/>
                </a:lnTo>
                <a:lnTo>
                  <a:pt x="234" y="67"/>
                </a:lnTo>
                <a:lnTo>
                  <a:pt x="235" y="67"/>
                </a:lnTo>
                <a:lnTo>
                  <a:pt x="235" y="66"/>
                </a:lnTo>
                <a:lnTo>
                  <a:pt x="236" y="67"/>
                </a:lnTo>
                <a:lnTo>
                  <a:pt x="238" y="67"/>
                </a:lnTo>
                <a:lnTo>
                  <a:pt x="239" y="67"/>
                </a:lnTo>
                <a:lnTo>
                  <a:pt x="238" y="67"/>
                </a:lnTo>
                <a:lnTo>
                  <a:pt x="238" y="66"/>
                </a:lnTo>
                <a:lnTo>
                  <a:pt x="239" y="65"/>
                </a:lnTo>
                <a:lnTo>
                  <a:pt x="239" y="64"/>
                </a:lnTo>
                <a:lnTo>
                  <a:pt x="239" y="63"/>
                </a:lnTo>
                <a:lnTo>
                  <a:pt x="240" y="62"/>
                </a:lnTo>
                <a:lnTo>
                  <a:pt x="241" y="62"/>
                </a:lnTo>
                <a:lnTo>
                  <a:pt x="242" y="62"/>
                </a:lnTo>
                <a:lnTo>
                  <a:pt x="241" y="62"/>
                </a:lnTo>
                <a:lnTo>
                  <a:pt x="240" y="62"/>
                </a:lnTo>
                <a:lnTo>
                  <a:pt x="241" y="62"/>
                </a:lnTo>
                <a:lnTo>
                  <a:pt x="240" y="62"/>
                </a:lnTo>
                <a:lnTo>
                  <a:pt x="239" y="62"/>
                </a:lnTo>
                <a:lnTo>
                  <a:pt x="239" y="63"/>
                </a:lnTo>
                <a:lnTo>
                  <a:pt x="239" y="64"/>
                </a:lnTo>
                <a:lnTo>
                  <a:pt x="239" y="65"/>
                </a:lnTo>
                <a:lnTo>
                  <a:pt x="238" y="65"/>
                </a:lnTo>
                <a:lnTo>
                  <a:pt x="237" y="65"/>
                </a:lnTo>
                <a:lnTo>
                  <a:pt x="235" y="65"/>
                </a:lnTo>
                <a:lnTo>
                  <a:pt x="235" y="64"/>
                </a:lnTo>
                <a:lnTo>
                  <a:pt x="234" y="65"/>
                </a:lnTo>
                <a:lnTo>
                  <a:pt x="233" y="65"/>
                </a:lnTo>
                <a:lnTo>
                  <a:pt x="232" y="65"/>
                </a:lnTo>
                <a:lnTo>
                  <a:pt x="231" y="65"/>
                </a:lnTo>
                <a:lnTo>
                  <a:pt x="230" y="65"/>
                </a:lnTo>
                <a:lnTo>
                  <a:pt x="230" y="64"/>
                </a:lnTo>
                <a:lnTo>
                  <a:pt x="229" y="64"/>
                </a:lnTo>
                <a:lnTo>
                  <a:pt x="229" y="65"/>
                </a:lnTo>
                <a:lnTo>
                  <a:pt x="228" y="65"/>
                </a:lnTo>
                <a:lnTo>
                  <a:pt x="227" y="65"/>
                </a:lnTo>
                <a:lnTo>
                  <a:pt x="227" y="66"/>
                </a:lnTo>
                <a:lnTo>
                  <a:pt x="228" y="66"/>
                </a:lnTo>
                <a:lnTo>
                  <a:pt x="228" y="65"/>
                </a:lnTo>
                <a:lnTo>
                  <a:pt x="229" y="65"/>
                </a:lnTo>
                <a:lnTo>
                  <a:pt x="229" y="66"/>
                </a:lnTo>
                <a:lnTo>
                  <a:pt x="230" y="67"/>
                </a:lnTo>
                <a:lnTo>
                  <a:pt x="231" y="69"/>
                </a:lnTo>
                <a:lnTo>
                  <a:pt x="232" y="69"/>
                </a:lnTo>
                <a:lnTo>
                  <a:pt x="232" y="70"/>
                </a:lnTo>
                <a:lnTo>
                  <a:pt x="233" y="70"/>
                </a:lnTo>
                <a:lnTo>
                  <a:pt x="233" y="71"/>
                </a:lnTo>
                <a:lnTo>
                  <a:pt x="233" y="72"/>
                </a:lnTo>
                <a:lnTo>
                  <a:pt x="235" y="75"/>
                </a:lnTo>
                <a:lnTo>
                  <a:pt x="235" y="76"/>
                </a:lnTo>
                <a:lnTo>
                  <a:pt x="234" y="76"/>
                </a:lnTo>
                <a:lnTo>
                  <a:pt x="234" y="75"/>
                </a:lnTo>
                <a:lnTo>
                  <a:pt x="233" y="75"/>
                </a:lnTo>
                <a:lnTo>
                  <a:pt x="232" y="75"/>
                </a:lnTo>
                <a:lnTo>
                  <a:pt x="232" y="76"/>
                </a:lnTo>
                <a:lnTo>
                  <a:pt x="231" y="77"/>
                </a:lnTo>
                <a:lnTo>
                  <a:pt x="231" y="78"/>
                </a:lnTo>
                <a:lnTo>
                  <a:pt x="232" y="79"/>
                </a:lnTo>
                <a:lnTo>
                  <a:pt x="232" y="80"/>
                </a:lnTo>
                <a:lnTo>
                  <a:pt x="231" y="81"/>
                </a:lnTo>
                <a:lnTo>
                  <a:pt x="231" y="82"/>
                </a:lnTo>
                <a:lnTo>
                  <a:pt x="230" y="82"/>
                </a:lnTo>
                <a:lnTo>
                  <a:pt x="230" y="83"/>
                </a:lnTo>
                <a:lnTo>
                  <a:pt x="229" y="84"/>
                </a:lnTo>
                <a:lnTo>
                  <a:pt x="228" y="84"/>
                </a:lnTo>
                <a:lnTo>
                  <a:pt x="228" y="85"/>
                </a:lnTo>
                <a:lnTo>
                  <a:pt x="227" y="85"/>
                </a:lnTo>
                <a:lnTo>
                  <a:pt x="227" y="86"/>
                </a:lnTo>
                <a:lnTo>
                  <a:pt x="228" y="85"/>
                </a:lnTo>
                <a:lnTo>
                  <a:pt x="228" y="86"/>
                </a:lnTo>
                <a:lnTo>
                  <a:pt x="227" y="86"/>
                </a:lnTo>
                <a:lnTo>
                  <a:pt x="227" y="87"/>
                </a:lnTo>
                <a:lnTo>
                  <a:pt x="227" y="88"/>
                </a:lnTo>
                <a:lnTo>
                  <a:pt x="227" y="89"/>
                </a:lnTo>
                <a:lnTo>
                  <a:pt x="226" y="89"/>
                </a:lnTo>
                <a:lnTo>
                  <a:pt x="225" y="90"/>
                </a:lnTo>
                <a:lnTo>
                  <a:pt x="224" y="90"/>
                </a:lnTo>
                <a:lnTo>
                  <a:pt x="224" y="91"/>
                </a:lnTo>
                <a:lnTo>
                  <a:pt x="223" y="91"/>
                </a:lnTo>
                <a:lnTo>
                  <a:pt x="223" y="90"/>
                </a:lnTo>
                <a:lnTo>
                  <a:pt x="221" y="90"/>
                </a:lnTo>
                <a:lnTo>
                  <a:pt x="220" y="90"/>
                </a:lnTo>
                <a:lnTo>
                  <a:pt x="219" y="91"/>
                </a:lnTo>
                <a:lnTo>
                  <a:pt x="219" y="92"/>
                </a:lnTo>
                <a:lnTo>
                  <a:pt x="218" y="92"/>
                </a:lnTo>
                <a:lnTo>
                  <a:pt x="218" y="93"/>
                </a:lnTo>
                <a:lnTo>
                  <a:pt x="217" y="94"/>
                </a:lnTo>
                <a:lnTo>
                  <a:pt x="217" y="95"/>
                </a:lnTo>
                <a:lnTo>
                  <a:pt x="217" y="96"/>
                </a:lnTo>
                <a:lnTo>
                  <a:pt x="217" y="97"/>
                </a:lnTo>
                <a:lnTo>
                  <a:pt x="218" y="97"/>
                </a:lnTo>
                <a:lnTo>
                  <a:pt x="218" y="98"/>
                </a:lnTo>
                <a:lnTo>
                  <a:pt x="218" y="99"/>
                </a:lnTo>
                <a:lnTo>
                  <a:pt x="219" y="99"/>
                </a:lnTo>
                <a:lnTo>
                  <a:pt x="219" y="100"/>
                </a:lnTo>
                <a:lnTo>
                  <a:pt x="218" y="100"/>
                </a:lnTo>
                <a:lnTo>
                  <a:pt x="218" y="101"/>
                </a:lnTo>
                <a:lnTo>
                  <a:pt x="217" y="102"/>
                </a:lnTo>
                <a:lnTo>
                  <a:pt x="216" y="102"/>
                </a:lnTo>
                <a:lnTo>
                  <a:pt x="216" y="103"/>
                </a:lnTo>
                <a:lnTo>
                  <a:pt x="216" y="102"/>
                </a:lnTo>
                <a:lnTo>
                  <a:pt x="215" y="102"/>
                </a:lnTo>
                <a:lnTo>
                  <a:pt x="214" y="103"/>
                </a:lnTo>
                <a:lnTo>
                  <a:pt x="213" y="103"/>
                </a:lnTo>
                <a:lnTo>
                  <a:pt x="213" y="105"/>
                </a:lnTo>
                <a:lnTo>
                  <a:pt x="214" y="105"/>
                </a:lnTo>
                <a:lnTo>
                  <a:pt x="214" y="106"/>
                </a:lnTo>
                <a:lnTo>
                  <a:pt x="214" y="108"/>
                </a:lnTo>
                <a:lnTo>
                  <a:pt x="213" y="109"/>
                </a:lnTo>
                <a:lnTo>
                  <a:pt x="212" y="111"/>
                </a:lnTo>
                <a:lnTo>
                  <a:pt x="212" y="112"/>
                </a:lnTo>
                <a:lnTo>
                  <a:pt x="211" y="113"/>
                </a:lnTo>
                <a:lnTo>
                  <a:pt x="211" y="114"/>
                </a:lnTo>
                <a:lnTo>
                  <a:pt x="211" y="115"/>
                </a:lnTo>
                <a:lnTo>
                  <a:pt x="210" y="116"/>
                </a:lnTo>
                <a:lnTo>
                  <a:pt x="209" y="116"/>
                </a:lnTo>
                <a:lnTo>
                  <a:pt x="209" y="117"/>
                </a:lnTo>
                <a:lnTo>
                  <a:pt x="209" y="118"/>
                </a:lnTo>
                <a:lnTo>
                  <a:pt x="209" y="119"/>
                </a:lnTo>
                <a:lnTo>
                  <a:pt x="208" y="120"/>
                </a:lnTo>
                <a:lnTo>
                  <a:pt x="208" y="121"/>
                </a:lnTo>
                <a:lnTo>
                  <a:pt x="208" y="120"/>
                </a:lnTo>
                <a:lnTo>
                  <a:pt x="207" y="121"/>
                </a:lnTo>
                <a:lnTo>
                  <a:pt x="206" y="121"/>
                </a:lnTo>
                <a:lnTo>
                  <a:pt x="206" y="122"/>
                </a:lnTo>
                <a:lnTo>
                  <a:pt x="205" y="122"/>
                </a:lnTo>
                <a:lnTo>
                  <a:pt x="205" y="123"/>
                </a:lnTo>
                <a:lnTo>
                  <a:pt x="206" y="123"/>
                </a:lnTo>
                <a:lnTo>
                  <a:pt x="206" y="124"/>
                </a:lnTo>
                <a:lnTo>
                  <a:pt x="206" y="125"/>
                </a:lnTo>
                <a:lnTo>
                  <a:pt x="206" y="126"/>
                </a:lnTo>
                <a:lnTo>
                  <a:pt x="206" y="127"/>
                </a:lnTo>
                <a:lnTo>
                  <a:pt x="205" y="127"/>
                </a:lnTo>
                <a:lnTo>
                  <a:pt x="205" y="128"/>
                </a:lnTo>
                <a:lnTo>
                  <a:pt x="206" y="128"/>
                </a:lnTo>
                <a:lnTo>
                  <a:pt x="206" y="127"/>
                </a:lnTo>
                <a:lnTo>
                  <a:pt x="206" y="126"/>
                </a:lnTo>
                <a:lnTo>
                  <a:pt x="206" y="124"/>
                </a:lnTo>
                <a:lnTo>
                  <a:pt x="207" y="123"/>
                </a:lnTo>
                <a:lnTo>
                  <a:pt x="207" y="124"/>
                </a:lnTo>
                <a:lnTo>
                  <a:pt x="207" y="125"/>
                </a:lnTo>
                <a:lnTo>
                  <a:pt x="207" y="126"/>
                </a:lnTo>
                <a:lnTo>
                  <a:pt x="207" y="127"/>
                </a:lnTo>
                <a:lnTo>
                  <a:pt x="207" y="128"/>
                </a:lnTo>
                <a:lnTo>
                  <a:pt x="207" y="129"/>
                </a:lnTo>
                <a:lnTo>
                  <a:pt x="207" y="132"/>
                </a:lnTo>
                <a:lnTo>
                  <a:pt x="206" y="133"/>
                </a:lnTo>
                <a:lnTo>
                  <a:pt x="206" y="134"/>
                </a:lnTo>
                <a:lnTo>
                  <a:pt x="204" y="134"/>
                </a:lnTo>
                <a:lnTo>
                  <a:pt x="203" y="135"/>
                </a:lnTo>
                <a:lnTo>
                  <a:pt x="203" y="136"/>
                </a:lnTo>
                <a:lnTo>
                  <a:pt x="203" y="137"/>
                </a:lnTo>
                <a:lnTo>
                  <a:pt x="202" y="138"/>
                </a:lnTo>
                <a:lnTo>
                  <a:pt x="202" y="139"/>
                </a:lnTo>
                <a:lnTo>
                  <a:pt x="201" y="140"/>
                </a:lnTo>
                <a:lnTo>
                  <a:pt x="201" y="141"/>
                </a:lnTo>
                <a:lnTo>
                  <a:pt x="201" y="143"/>
                </a:lnTo>
                <a:lnTo>
                  <a:pt x="201" y="144"/>
                </a:lnTo>
                <a:lnTo>
                  <a:pt x="201" y="145"/>
                </a:lnTo>
                <a:lnTo>
                  <a:pt x="200" y="147"/>
                </a:lnTo>
                <a:lnTo>
                  <a:pt x="200" y="150"/>
                </a:lnTo>
                <a:lnTo>
                  <a:pt x="201" y="150"/>
                </a:lnTo>
                <a:lnTo>
                  <a:pt x="201" y="151"/>
                </a:lnTo>
                <a:lnTo>
                  <a:pt x="201" y="152"/>
                </a:lnTo>
                <a:lnTo>
                  <a:pt x="201" y="153"/>
                </a:lnTo>
                <a:lnTo>
                  <a:pt x="200" y="152"/>
                </a:lnTo>
                <a:lnTo>
                  <a:pt x="199" y="152"/>
                </a:lnTo>
                <a:lnTo>
                  <a:pt x="198" y="153"/>
                </a:lnTo>
                <a:lnTo>
                  <a:pt x="197" y="153"/>
                </a:lnTo>
                <a:lnTo>
                  <a:pt x="197" y="154"/>
                </a:lnTo>
                <a:lnTo>
                  <a:pt x="196" y="155"/>
                </a:lnTo>
                <a:lnTo>
                  <a:pt x="196" y="154"/>
                </a:lnTo>
                <a:lnTo>
                  <a:pt x="195" y="154"/>
                </a:lnTo>
                <a:lnTo>
                  <a:pt x="195" y="155"/>
                </a:lnTo>
                <a:lnTo>
                  <a:pt x="196" y="155"/>
                </a:lnTo>
                <a:lnTo>
                  <a:pt x="196" y="156"/>
                </a:lnTo>
                <a:lnTo>
                  <a:pt x="196" y="157"/>
                </a:lnTo>
                <a:lnTo>
                  <a:pt x="196" y="158"/>
                </a:lnTo>
                <a:lnTo>
                  <a:pt x="195" y="159"/>
                </a:lnTo>
                <a:lnTo>
                  <a:pt x="194" y="159"/>
                </a:lnTo>
                <a:lnTo>
                  <a:pt x="193" y="159"/>
                </a:lnTo>
                <a:lnTo>
                  <a:pt x="192" y="159"/>
                </a:lnTo>
                <a:lnTo>
                  <a:pt x="193" y="160"/>
                </a:lnTo>
                <a:lnTo>
                  <a:pt x="192" y="160"/>
                </a:lnTo>
                <a:lnTo>
                  <a:pt x="192" y="161"/>
                </a:lnTo>
                <a:lnTo>
                  <a:pt x="193" y="162"/>
                </a:lnTo>
                <a:lnTo>
                  <a:pt x="194" y="162"/>
                </a:lnTo>
                <a:lnTo>
                  <a:pt x="195" y="162"/>
                </a:lnTo>
                <a:lnTo>
                  <a:pt x="195" y="163"/>
                </a:lnTo>
                <a:lnTo>
                  <a:pt x="196" y="163"/>
                </a:lnTo>
                <a:lnTo>
                  <a:pt x="197" y="163"/>
                </a:lnTo>
                <a:lnTo>
                  <a:pt x="198" y="163"/>
                </a:lnTo>
                <a:lnTo>
                  <a:pt x="198" y="164"/>
                </a:lnTo>
                <a:lnTo>
                  <a:pt x="199" y="164"/>
                </a:lnTo>
                <a:lnTo>
                  <a:pt x="200" y="163"/>
                </a:lnTo>
                <a:lnTo>
                  <a:pt x="201" y="163"/>
                </a:lnTo>
                <a:lnTo>
                  <a:pt x="200" y="162"/>
                </a:lnTo>
                <a:lnTo>
                  <a:pt x="199" y="161"/>
                </a:lnTo>
                <a:lnTo>
                  <a:pt x="199" y="160"/>
                </a:lnTo>
                <a:lnTo>
                  <a:pt x="200" y="160"/>
                </a:lnTo>
                <a:lnTo>
                  <a:pt x="200" y="159"/>
                </a:lnTo>
                <a:lnTo>
                  <a:pt x="199" y="158"/>
                </a:lnTo>
                <a:lnTo>
                  <a:pt x="199" y="157"/>
                </a:lnTo>
                <a:lnTo>
                  <a:pt x="199" y="156"/>
                </a:lnTo>
                <a:lnTo>
                  <a:pt x="198" y="156"/>
                </a:lnTo>
                <a:lnTo>
                  <a:pt x="198" y="155"/>
                </a:lnTo>
                <a:lnTo>
                  <a:pt x="199" y="154"/>
                </a:lnTo>
                <a:lnTo>
                  <a:pt x="199" y="153"/>
                </a:lnTo>
                <a:lnTo>
                  <a:pt x="200" y="152"/>
                </a:lnTo>
                <a:lnTo>
                  <a:pt x="200" y="153"/>
                </a:lnTo>
                <a:lnTo>
                  <a:pt x="201" y="154"/>
                </a:lnTo>
                <a:lnTo>
                  <a:pt x="201" y="156"/>
                </a:lnTo>
                <a:lnTo>
                  <a:pt x="201" y="158"/>
                </a:lnTo>
                <a:lnTo>
                  <a:pt x="201" y="160"/>
                </a:lnTo>
                <a:lnTo>
                  <a:pt x="202" y="161"/>
                </a:lnTo>
                <a:lnTo>
                  <a:pt x="202" y="162"/>
                </a:lnTo>
                <a:lnTo>
                  <a:pt x="202" y="163"/>
                </a:lnTo>
                <a:lnTo>
                  <a:pt x="202" y="164"/>
                </a:lnTo>
                <a:lnTo>
                  <a:pt x="203" y="164"/>
                </a:lnTo>
                <a:lnTo>
                  <a:pt x="204" y="165"/>
                </a:lnTo>
                <a:lnTo>
                  <a:pt x="203" y="166"/>
                </a:lnTo>
                <a:lnTo>
                  <a:pt x="203" y="165"/>
                </a:lnTo>
                <a:lnTo>
                  <a:pt x="202" y="165"/>
                </a:lnTo>
                <a:lnTo>
                  <a:pt x="201" y="165"/>
                </a:lnTo>
                <a:lnTo>
                  <a:pt x="201" y="166"/>
                </a:lnTo>
                <a:lnTo>
                  <a:pt x="201" y="167"/>
                </a:lnTo>
                <a:lnTo>
                  <a:pt x="200" y="166"/>
                </a:lnTo>
                <a:lnTo>
                  <a:pt x="199" y="166"/>
                </a:lnTo>
                <a:lnTo>
                  <a:pt x="199" y="167"/>
                </a:lnTo>
                <a:lnTo>
                  <a:pt x="198" y="167"/>
                </a:lnTo>
                <a:lnTo>
                  <a:pt x="198" y="166"/>
                </a:lnTo>
                <a:lnTo>
                  <a:pt x="197" y="166"/>
                </a:lnTo>
                <a:lnTo>
                  <a:pt x="196" y="166"/>
                </a:lnTo>
                <a:lnTo>
                  <a:pt x="196" y="167"/>
                </a:lnTo>
                <a:lnTo>
                  <a:pt x="195" y="167"/>
                </a:lnTo>
                <a:lnTo>
                  <a:pt x="195" y="168"/>
                </a:lnTo>
                <a:lnTo>
                  <a:pt x="194" y="169"/>
                </a:lnTo>
                <a:lnTo>
                  <a:pt x="194" y="171"/>
                </a:lnTo>
                <a:lnTo>
                  <a:pt x="194" y="172"/>
                </a:lnTo>
                <a:lnTo>
                  <a:pt x="193" y="172"/>
                </a:lnTo>
                <a:lnTo>
                  <a:pt x="193" y="171"/>
                </a:lnTo>
                <a:lnTo>
                  <a:pt x="192" y="172"/>
                </a:lnTo>
                <a:lnTo>
                  <a:pt x="192" y="173"/>
                </a:lnTo>
                <a:lnTo>
                  <a:pt x="192" y="174"/>
                </a:lnTo>
                <a:lnTo>
                  <a:pt x="192" y="177"/>
                </a:lnTo>
                <a:lnTo>
                  <a:pt x="192" y="178"/>
                </a:lnTo>
                <a:lnTo>
                  <a:pt x="191" y="178"/>
                </a:lnTo>
                <a:lnTo>
                  <a:pt x="190" y="179"/>
                </a:lnTo>
                <a:lnTo>
                  <a:pt x="190" y="180"/>
                </a:lnTo>
                <a:lnTo>
                  <a:pt x="189" y="179"/>
                </a:lnTo>
                <a:lnTo>
                  <a:pt x="188" y="179"/>
                </a:lnTo>
                <a:lnTo>
                  <a:pt x="188" y="178"/>
                </a:lnTo>
                <a:lnTo>
                  <a:pt x="187" y="178"/>
                </a:lnTo>
                <a:lnTo>
                  <a:pt x="187" y="179"/>
                </a:lnTo>
                <a:lnTo>
                  <a:pt x="186" y="179"/>
                </a:lnTo>
                <a:lnTo>
                  <a:pt x="186" y="178"/>
                </a:lnTo>
                <a:lnTo>
                  <a:pt x="186" y="179"/>
                </a:lnTo>
                <a:lnTo>
                  <a:pt x="185" y="179"/>
                </a:lnTo>
                <a:lnTo>
                  <a:pt x="185" y="180"/>
                </a:lnTo>
                <a:lnTo>
                  <a:pt x="184" y="180"/>
                </a:lnTo>
                <a:lnTo>
                  <a:pt x="184" y="179"/>
                </a:lnTo>
                <a:lnTo>
                  <a:pt x="183" y="179"/>
                </a:lnTo>
                <a:lnTo>
                  <a:pt x="183" y="178"/>
                </a:lnTo>
                <a:lnTo>
                  <a:pt x="182" y="178"/>
                </a:lnTo>
                <a:lnTo>
                  <a:pt x="182" y="179"/>
                </a:lnTo>
                <a:lnTo>
                  <a:pt x="181" y="179"/>
                </a:lnTo>
                <a:lnTo>
                  <a:pt x="182" y="178"/>
                </a:lnTo>
                <a:lnTo>
                  <a:pt x="183" y="177"/>
                </a:lnTo>
                <a:lnTo>
                  <a:pt x="184" y="177"/>
                </a:lnTo>
                <a:lnTo>
                  <a:pt x="185" y="177"/>
                </a:lnTo>
                <a:lnTo>
                  <a:pt x="186" y="177"/>
                </a:lnTo>
                <a:lnTo>
                  <a:pt x="187" y="177"/>
                </a:lnTo>
                <a:lnTo>
                  <a:pt x="188" y="177"/>
                </a:lnTo>
                <a:lnTo>
                  <a:pt x="189" y="177"/>
                </a:lnTo>
                <a:lnTo>
                  <a:pt x="189" y="176"/>
                </a:lnTo>
                <a:lnTo>
                  <a:pt x="190" y="176"/>
                </a:lnTo>
                <a:lnTo>
                  <a:pt x="190" y="177"/>
                </a:lnTo>
                <a:lnTo>
                  <a:pt x="190" y="176"/>
                </a:lnTo>
                <a:lnTo>
                  <a:pt x="189" y="175"/>
                </a:lnTo>
                <a:lnTo>
                  <a:pt x="188" y="175"/>
                </a:lnTo>
                <a:lnTo>
                  <a:pt x="188" y="176"/>
                </a:lnTo>
                <a:lnTo>
                  <a:pt x="189" y="176"/>
                </a:lnTo>
                <a:lnTo>
                  <a:pt x="189" y="177"/>
                </a:lnTo>
                <a:lnTo>
                  <a:pt x="188" y="177"/>
                </a:lnTo>
                <a:lnTo>
                  <a:pt x="187" y="176"/>
                </a:lnTo>
                <a:lnTo>
                  <a:pt x="186" y="176"/>
                </a:lnTo>
                <a:lnTo>
                  <a:pt x="186" y="177"/>
                </a:lnTo>
                <a:lnTo>
                  <a:pt x="185" y="176"/>
                </a:lnTo>
                <a:lnTo>
                  <a:pt x="184" y="176"/>
                </a:lnTo>
                <a:lnTo>
                  <a:pt x="183" y="176"/>
                </a:lnTo>
                <a:lnTo>
                  <a:pt x="183" y="177"/>
                </a:lnTo>
                <a:lnTo>
                  <a:pt x="182" y="177"/>
                </a:lnTo>
                <a:lnTo>
                  <a:pt x="181" y="178"/>
                </a:lnTo>
                <a:lnTo>
                  <a:pt x="181" y="179"/>
                </a:lnTo>
                <a:lnTo>
                  <a:pt x="180" y="180"/>
                </a:lnTo>
                <a:lnTo>
                  <a:pt x="179" y="180"/>
                </a:lnTo>
                <a:lnTo>
                  <a:pt x="178" y="179"/>
                </a:lnTo>
                <a:lnTo>
                  <a:pt x="177" y="179"/>
                </a:lnTo>
                <a:lnTo>
                  <a:pt x="176" y="179"/>
                </a:lnTo>
                <a:lnTo>
                  <a:pt x="175" y="180"/>
                </a:lnTo>
                <a:lnTo>
                  <a:pt x="174" y="180"/>
                </a:lnTo>
                <a:lnTo>
                  <a:pt x="172" y="181"/>
                </a:lnTo>
                <a:lnTo>
                  <a:pt x="171" y="183"/>
                </a:lnTo>
                <a:lnTo>
                  <a:pt x="171" y="184"/>
                </a:lnTo>
                <a:lnTo>
                  <a:pt x="170" y="184"/>
                </a:lnTo>
                <a:lnTo>
                  <a:pt x="170" y="183"/>
                </a:lnTo>
                <a:lnTo>
                  <a:pt x="169" y="183"/>
                </a:lnTo>
                <a:lnTo>
                  <a:pt x="169" y="184"/>
                </a:lnTo>
                <a:lnTo>
                  <a:pt x="168" y="185"/>
                </a:lnTo>
                <a:lnTo>
                  <a:pt x="167" y="185"/>
                </a:lnTo>
                <a:lnTo>
                  <a:pt x="167" y="186"/>
                </a:lnTo>
                <a:lnTo>
                  <a:pt x="166" y="186"/>
                </a:lnTo>
                <a:lnTo>
                  <a:pt x="166" y="187"/>
                </a:lnTo>
                <a:lnTo>
                  <a:pt x="165" y="188"/>
                </a:lnTo>
                <a:lnTo>
                  <a:pt x="165" y="189"/>
                </a:lnTo>
                <a:lnTo>
                  <a:pt x="164" y="189"/>
                </a:lnTo>
                <a:lnTo>
                  <a:pt x="163" y="189"/>
                </a:lnTo>
                <a:lnTo>
                  <a:pt x="163" y="190"/>
                </a:lnTo>
                <a:lnTo>
                  <a:pt x="162" y="190"/>
                </a:lnTo>
                <a:lnTo>
                  <a:pt x="162" y="191"/>
                </a:lnTo>
                <a:lnTo>
                  <a:pt x="162" y="192"/>
                </a:lnTo>
                <a:lnTo>
                  <a:pt x="161" y="193"/>
                </a:lnTo>
                <a:lnTo>
                  <a:pt x="160" y="193"/>
                </a:lnTo>
                <a:lnTo>
                  <a:pt x="159" y="193"/>
                </a:lnTo>
                <a:lnTo>
                  <a:pt x="159" y="194"/>
                </a:lnTo>
                <a:lnTo>
                  <a:pt x="158" y="194"/>
                </a:lnTo>
                <a:lnTo>
                  <a:pt x="158" y="195"/>
                </a:lnTo>
                <a:lnTo>
                  <a:pt x="157" y="197"/>
                </a:lnTo>
                <a:lnTo>
                  <a:pt x="156" y="199"/>
                </a:lnTo>
                <a:lnTo>
                  <a:pt x="156" y="200"/>
                </a:lnTo>
                <a:lnTo>
                  <a:pt x="156" y="201"/>
                </a:lnTo>
                <a:lnTo>
                  <a:pt x="155" y="201"/>
                </a:lnTo>
                <a:lnTo>
                  <a:pt x="155" y="204"/>
                </a:lnTo>
                <a:lnTo>
                  <a:pt x="154" y="206"/>
                </a:lnTo>
                <a:lnTo>
                  <a:pt x="154" y="208"/>
                </a:lnTo>
                <a:lnTo>
                  <a:pt x="154" y="209"/>
                </a:lnTo>
                <a:lnTo>
                  <a:pt x="154" y="210"/>
                </a:lnTo>
                <a:lnTo>
                  <a:pt x="153" y="210"/>
                </a:lnTo>
                <a:lnTo>
                  <a:pt x="153" y="209"/>
                </a:lnTo>
                <a:lnTo>
                  <a:pt x="153" y="208"/>
                </a:lnTo>
                <a:lnTo>
                  <a:pt x="153" y="207"/>
                </a:lnTo>
                <a:lnTo>
                  <a:pt x="153" y="206"/>
                </a:lnTo>
                <a:lnTo>
                  <a:pt x="152" y="206"/>
                </a:lnTo>
                <a:lnTo>
                  <a:pt x="151" y="207"/>
                </a:lnTo>
                <a:lnTo>
                  <a:pt x="151" y="208"/>
                </a:lnTo>
                <a:lnTo>
                  <a:pt x="151" y="209"/>
                </a:lnTo>
                <a:lnTo>
                  <a:pt x="151" y="208"/>
                </a:lnTo>
                <a:lnTo>
                  <a:pt x="152" y="209"/>
                </a:lnTo>
                <a:lnTo>
                  <a:pt x="151" y="209"/>
                </a:lnTo>
                <a:lnTo>
                  <a:pt x="150" y="209"/>
                </a:lnTo>
                <a:lnTo>
                  <a:pt x="150" y="210"/>
                </a:lnTo>
                <a:lnTo>
                  <a:pt x="150" y="211"/>
                </a:lnTo>
                <a:lnTo>
                  <a:pt x="150" y="210"/>
                </a:lnTo>
                <a:lnTo>
                  <a:pt x="150" y="209"/>
                </a:lnTo>
                <a:lnTo>
                  <a:pt x="151" y="209"/>
                </a:lnTo>
                <a:lnTo>
                  <a:pt x="151" y="210"/>
                </a:lnTo>
                <a:lnTo>
                  <a:pt x="152" y="210"/>
                </a:lnTo>
                <a:lnTo>
                  <a:pt x="153" y="210"/>
                </a:lnTo>
                <a:lnTo>
                  <a:pt x="153" y="211"/>
                </a:lnTo>
                <a:lnTo>
                  <a:pt x="152" y="212"/>
                </a:lnTo>
                <a:lnTo>
                  <a:pt x="152" y="213"/>
                </a:lnTo>
                <a:lnTo>
                  <a:pt x="151" y="213"/>
                </a:lnTo>
                <a:lnTo>
                  <a:pt x="150" y="213"/>
                </a:lnTo>
                <a:lnTo>
                  <a:pt x="149" y="213"/>
                </a:lnTo>
                <a:lnTo>
                  <a:pt x="148" y="214"/>
                </a:lnTo>
                <a:lnTo>
                  <a:pt x="147" y="214"/>
                </a:lnTo>
                <a:lnTo>
                  <a:pt x="146" y="214"/>
                </a:lnTo>
                <a:lnTo>
                  <a:pt x="147" y="214"/>
                </a:lnTo>
                <a:lnTo>
                  <a:pt x="147" y="213"/>
                </a:lnTo>
                <a:lnTo>
                  <a:pt x="146" y="213"/>
                </a:lnTo>
                <a:lnTo>
                  <a:pt x="145" y="213"/>
                </a:lnTo>
                <a:lnTo>
                  <a:pt x="143" y="213"/>
                </a:lnTo>
                <a:lnTo>
                  <a:pt x="143" y="212"/>
                </a:lnTo>
                <a:lnTo>
                  <a:pt x="143" y="211"/>
                </a:lnTo>
                <a:lnTo>
                  <a:pt x="143" y="210"/>
                </a:lnTo>
                <a:lnTo>
                  <a:pt x="144" y="210"/>
                </a:lnTo>
                <a:lnTo>
                  <a:pt x="145" y="211"/>
                </a:lnTo>
                <a:lnTo>
                  <a:pt x="146" y="212"/>
                </a:lnTo>
                <a:lnTo>
                  <a:pt x="147" y="212"/>
                </a:lnTo>
                <a:lnTo>
                  <a:pt x="149" y="210"/>
                </a:lnTo>
                <a:lnTo>
                  <a:pt x="149" y="209"/>
                </a:lnTo>
                <a:lnTo>
                  <a:pt x="149" y="208"/>
                </a:lnTo>
                <a:lnTo>
                  <a:pt x="150" y="208"/>
                </a:lnTo>
                <a:lnTo>
                  <a:pt x="150" y="207"/>
                </a:lnTo>
                <a:lnTo>
                  <a:pt x="150" y="206"/>
                </a:lnTo>
                <a:lnTo>
                  <a:pt x="149" y="206"/>
                </a:lnTo>
                <a:lnTo>
                  <a:pt x="149" y="205"/>
                </a:lnTo>
                <a:lnTo>
                  <a:pt x="148" y="206"/>
                </a:lnTo>
                <a:lnTo>
                  <a:pt x="149" y="206"/>
                </a:lnTo>
                <a:lnTo>
                  <a:pt x="148" y="207"/>
                </a:lnTo>
                <a:lnTo>
                  <a:pt x="147" y="207"/>
                </a:lnTo>
                <a:lnTo>
                  <a:pt x="146" y="207"/>
                </a:lnTo>
                <a:lnTo>
                  <a:pt x="145" y="207"/>
                </a:lnTo>
                <a:lnTo>
                  <a:pt x="145" y="208"/>
                </a:lnTo>
                <a:lnTo>
                  <a:pt x="144" y="209"/>
                </a:lnTo>
                <a:lnTo>
                  <a:pt x="143" y="210"/>
                </a:lnTo>
                <a:lnTo>
                  <a:pt x="142" y="210"/>
                </a:lnTo>
                <a:lnTo>
                  <a:pt x="140" y="209"/>
                </a:lnTo>
                <a:lnTo>
                  <a:pt x="138" y="209"/>
                </a:lnTo>
                <a:lnTo>
                  <a:pt x="137" y="209"/>
                </a:lnTo>
                <a:lnTo>
                  <a:pt x="136" y="209"/>
                </a:lnTo>
                <a:lnTo>
                  <a:pt x="135" y="210"/>
                </a:lnTo>
                <a:lnTo>
                  <a:pt x="134" y="211"/>
                </a:lnTo>
                <a:lnTo>
                  <a:pt x="133" y="211"/>
                </a:lnTo>
                <a:lnTo>
                  <a:pt x="132" y="212"/>
                </a:lnTo>
                <a:lnTo>
                  <a:pt x="130" y="213"/>
                </a:lnTo>
                <a:lnTo>
                  <a:pt x="129" y="213"/>
                </a:lnTo>
                <a:lnTo>
                  <a:pt x="128" y="214"/>
                </a:lnTo>
                <a:lnTo>
                  <a:pt x="127" y="214"/>
                </a:lnTo>
                <a:lnTo>
                  <a:pt x="127" y="212"/>
                </a:lnTo>
                <a:lnTo>
                  <a:pt x="127" y="211"/>
                </a:lnTo>
                <a:lnTo>
                  <a:pt x="126" y="211"/>
                </a:lnTo>
                <a:lnTo>
                  <a:pt x="125" y="211"/>
                </a:lnTo>
                <a:lnTo>
                  <a:pt x="124" y="211"/>
                </a:lnTo>
                <a:lnTo>
                  <a:pt x="123" y="211"/>
                </a:lnTo>
                <a:lnTo>
                  <a:pt x="123" y="212"/>
                </a:lnTo>
                <a:lnTo>
                  <a:pt x="122" y="212"/>
                </a:lnTo>
                <a:lnTo>
                  <a:pt x="121" y="214"/>
                </a:lnTo>
                <a:lnTo>
                  <a:pt x="119" y="215"/>
                </a:lnTo>
                <a:lnTo>
                  <a:pt x="118" y="217"/>
                </a:lnTo>
                <a:lnTo>
                  <a:pt x="118" y="218"/>
                </a:lnTo>
                <a:lnTo>
                  <a:pt x="118" y="219"/>
                </a:lnTo>
                <a:lnTo>
                  <a:pt x="118" y="220"/>
                </a:lnTo>
                <a:lnTo>
                  <a:pt x="117" y="221"/>
                </a:lnTo>
                <a:lnTo>
                  <a:pt x="117" y="222"/>
                </a:lnTo>
                <a:lnTo>
                  <a:pt x="116" y="223"/>
                </a:lnTo>
                <a:lnTo>
                  <a:pt x="116" y="225"/>
                </a:lnTo>
                <a:lnTo>
                  <a:pt x="116" y="226"/>
                </a:lnTo>
                <a:lnTo>
                  <a:pt x="117" y="226"/>
                </a:lnTo>
                <a:lnTo>
                  <a:pt x="118" y="226"/>
                </a:lnTo>
                <a:lnTo>
                  <a:pt x="117" y="227"/>
                </a:lnTo>
                <a:lnTo>
                  <a:pt x="117" y="226"/>
                </a:lnTo>
                <a:lnTo>
                  <a:pt x="116" y="227"/>
                </a:lnTo>
                <a:lnTo>
                  <a:pt x="115" y="227"/>
                </a:lnTo>
                <a:lnTo>
                  <a:pt x="115" y="226"/>
                </a:lnTo>
                <a:lnTo>
                  <a:pt x="115" y="225"/>
                </a:lnTo>
                <a:lnTo>
                  <a:pt x="114" y="225"/>
                </a:lnTo>
                <a:lnTo>
                  <a:pt x="113" y="225"/>
                </a:lnTo>
                <a:lnTo>
                  <a:pt x="113" y="226"/>
                </a:lnTo>
                <a:lnTo>
                  <a:pt x="112" y="225"/>
                </a:lnTo>
                <a:lnTo>
                  <a:pt x="111" y="226"/>
                </a:lnTo>
                <a:lnTo>
                  <a:pt x="111" y="227"/>
                </a:lnTo>
                <a:lnTo>
                  <a:pt x="112" y="227"/>
                </a:lnTo>
                <a:lnTo>
                  <a:pt x="112" y="228"/>
                </a:lnTo>
                <a:lnTo>
                  <a:pt x="113" y="228"/>
                </a:lnTo>
                <a:lnTo>
                  <a:pt x="113" y="227"/>
                </a:lnTo>
                <a:lnTo>
                  <a:pt x="114" y="227"/>
                </a:lnTo>
                <a:lnTo>
                  <a:pt x="114" y="226"/>
                </a:lnTo>
                <a:lnTo>
                  <a:pt x="114" y="225"/>
                </a:lnTo>
                <a:lnTo>
                  <a:pt x="114" y="226"/>
                </a:lnTo>
                <a:lnTo>
                  <a:pt x="114" y="227"/>
                </a:lnTo>
                <a:lnTo>
                  <a:pt x="114" y="228"/>
                </a:lnTo>
                <a:lnTo>
                  <a:pt x="115" y="228"/>
                </a:lnTo>
                <a:lnTo>
                  <a:pt x="116" y="228"/>
                </a:lnTo>
                <a:lnTo>
                  <a:pt x="117" y="228"/>
                </a:lnTo>
                <a:lnTo>
                  <a:pt x="118" y="228"/>
                </a:lnTo>
                <a:lnTo>
                  <a:pt x="119" y="229"/>
                </a:lnTo>
                <a:lnTo>
                  <a:pt x="119" y="230"/>
                </a:lnTo>
                <a:lnTo>
                  <a:pt x="118" y="230"/>
                </a:lnTo>
                <a:lnTo>
                  <a:pt x="118" y="231"/>
                </a:lnTo>
                <a:lnTo>
                  <a:pt x="117" y="231"/>
                </a:lnTo>
                <a:lnTo>
                  <a:pt x="117" y="232"/>
                </a:lnTo>
                <a:lnTo>
                  <a:pt x="117" y="233"/>
                </a:lnTo>
                <a:lnTo>
                  <a:pt x="116" y="233"/>
                </a:lnTo>
                <a:lnTo>
                  <a:pt x="115" y="233"/>
                </a:lnTo>
                <a:lnTo>
                  <a:pt x="114" y="233"/>
                </a:lnTo>
                <a:lnTo>
                  <a:pt x="114" y="234"/>
                </a:lnTo>
                <a:lnTo>
                  <a:pt x="115" y="234"/>
                </a:lnTo>
                <a:lnTo>
                  <a:pt x="115" y="235"/>
                </a:lnTo>
                <a:lnTo>
                  <a:pt x="114" y="235"/>
                </a:lnTo>
                <a:lnTo>
                  <a:pt x="113" y="234"/>
                </a:lnTo>
                <a:lnTo>
                  <a:pt x="113" y="233"/>
                </a:lnTo>
                <a:lnTo>
                  <a:pt x="113" y="232"/>
                </a:lnTo>
                <a:lnTo>
                  <a:pt x="114" y="233"/>
                </a:lnTo>
                <a:lnTo>
                  <a:pt x="114" y="232"/>
                </a:lnTo>
                <a:lnTo>
                  <a:pt x="113" y="232"/>
                </a:lnTo>
                <a:lnTo>
                  <a:pt x="113" y="231"/>
                </a:lnTo>
                <a:lnTo>
                  <a:pt x="112" y="231"/>
                </a:lnTo>
                <a:lnTo>
                  <a:pt x="111" y="231"/>
                </a:lnTo>
                <a:lnTo>
                  <a:pt x="110" y="231"/>
                </a:lnTo>
                <a:lnTo>
                  <a:pt x="109" y="231"/>
                </a:lnTo>
                <a:lnTo>
                  <a:pt x="107" y="232"/>
                </a:lnTo>
                <a:lnTo>
                  <a:pt x="106" y="232"/>
                </a:lnTo>
                <a:lnTo>
                  <a:pt x="105" y="233"/>
                </a:lnTo>
                <a:lnTo>
                  <a:pt x="105" y="235"/>
                </a:lnTo>
                <a:lnTo>
                  <a:pt x="104" y="235"/>
                </a:lnTo>
                <a:lnTo>
                  <a:pt x="104" y="236"/>
                </a:lnTo>
                <a:lnTo>
                  <a:pt x="105" y="236"/>
                </a:lnTo>
                <a:lnTo>
                  <a:pt x="106" y="238"/>
                </a:lnTo>
                <a:lnTo>
                  <a:pt x="105" y="238"/>
                </a:lnTo>
                <a:lnTo>
                  <a:pt x="105" y="237"/>
                </a:lnTo>
                <a:lnTo>
                  <a:pt x="104" y="237"/>
                </a:lnTo>
                <a:lnTo>
                  <a:pt x="104" y="238"/>
                </a:lnTo>
                <a:lnTo>
                  <a:pt x="103" y="238"/>
                </a:lnTo>
                <a:lnTo>
                  <a:pt x="102" y="237"/>
                </a:lnTo>
                <a:lnTo>
                  <a:pt x="101" y="238"/>
                </a:lnTo>
                <a:lnTo>
                  <a:pt x="102" y="238"/>
                </a:lnTo>
                <a:lnTo>
                  <a:pt x="101" y="239"/>
                </a:lnTo>
                <a:lnTo>
                  <a:pt x="101" y="240"/>
                </a:lnTo>
                <a:lnTo>
                  <a:pt x="99" y="238"/>
                </a:lnTo>
                <a:lnTo>
                  <a:pt x="100" y="238"/>
                </a:lnTo>
                <a:lnTo>
                  <a:pt x="100" y="237"/>
                </a:lnTo>
                <a:lnTo>
                  <a:pt x="100" y="236"/>
                </a:lnTo>
                <a:lnTo>
                  <a:pt x="101" y="235"/>
                </a:lnTo>
                <a:lnTo>
                  <a:pt x="101" y="234"/>
                </a:lnTo>
                <a:lnTo>
                  <a:pt x="100" y="234"/>
                </a:lnTo>
                <a:lnTo>
                  <a:pt x="99" y="234"/>
                </a:lnTo>
                <a:lnTo>
                  <a:pt x="99" y="233"/>
                </a:lnTo>
                <a:lnTo>
                  <a:pt x="98" y="233"/>
                </a:lnTo>
                <a:lnTo>
                  <a:pt x="98" y="232"/>
                </a:lnTo>
                <a:lnTo>
                  <a:pt x="99" y="231"/>
                </a:lnTo>
                <a:lnTo>
                  <a:pt x="99" y="232"/>
                </a:lnTo>
                <a:lnTo>
                  <a:pt x="100" y="231"/>
                </a:lnTo>
                <a:lnTo>
                  <a:pt x="101" y="230"/>
                </a:lnTo>
                <a:lnTo>
                  <a:pt x="101" y="228"/>
                </a:lnTo>
                <a:lnTo>
                  <a:pt x="100" y="228"/>
                </a:lnTo>
                <a:lnTo>
                  <a:pt x="100" y="229"/>
                </a:lnTo>
                <a:lnTo>
                  <a:pt x="100" y="230"/>
                </a:lnTo>
                <a:lnTo>
                  <a:pt x="99" y="230"/>
                </a:lnTo>
                <a:lnTo>
                  <a:pt x="98" y="231"/>
                </a:lnTo>
                <a:lnTo>
                  <a:pt x="97" y="231"/>
                </a:lnTo>
                <a:lnTo>
                  <a:pt x="97" y="232"/>
                </a:lnTo>
                <a:lnTo>
                  <a:pt x="96" y="232"/>
                </a:lnTo>
                <a:lnTo>
                  <a:pt x="97" y="232"/>
                </a:lnTo>
                <a:lnTo>
                  <a:pt x="97" y="233"/>
                </a:lnTo>
                <a:lnTo>
                  <a:pt x="97" y="232"/>
                </a:lnTo>
                <a:lnTo>
                  <a:pt x="97" y="233"/>
                </a:lnTo>
                <a:lnTo>
                  <a:pt x="97" y="234"/>
                </a:lnTo>
                <a:lnTo>
                  <a:pt x="96" y="234"/>
                </a:lnTo>
                <a:lnTo>
                  <a:pt x="96" y="233"/>
                </a:lnTo>
                <a:lnTo>
                  <a:pt x="95" y="232"/>
                </a:lnTo>
                <a:lnTo>
                  <a:pt x="94" y="232"/>
                </a:lnTo>
                <a:lnTo>
                  <a:pt x="94" y="233"/>
                </a:lnTo>
                <a:lnTo>
                  <a:pt x="94" y="234"/>
                </a:lnTo>
                <a:lnTo>
                  <a:pt x="93" y="234"/>
                </a:lnTo>
                <a:lnTo>
                  <a:pt x="92" y="235"/>
                </a:lnTo>
                <a:lnTo>
                  <a:pt x="92" y="236"/>
                </a:lnTo>
                <a:lnTo>
                  <a:pt x="91" y="236"/>
                </a:lnTo>
                <a:lnTo>
                  <a:pt x="90" y="235"/>
                </a:lnTo>
                <a:lnTo>
                  <a:pt x="90" y="234"/>
                </a:lnTo>
                <a:lnTo>
                  <a:pt x="91" y="233"/>
                </a:lnTo>
                <a:lnTo>
                  <a:pt x="92" y="233"/>
                </a:lnTo>
                <a:lnTo>
                  <a:pt x="92" y="232"/>
                </a:lnTo>
                <a:lnTo>
                  <a:pt x="91" y="232"/>
                </a:lnTo>
                <a:lnTo>
                  <a:pt x="91" y="231"/>
                </a:lnTo>
                <a:lnTo>
                  <a:pt x="92" y="231"/>
                </a:lnTo>
                <a:lnTo>
                  <a:pt x="93" y="231"/>
                </a:lnTo>
                <a:lnTo>
                  <a:pt x="93" y="230"/>
                </a:lnTo>
                <a:lnTo>
                  <a:pt x="93" y="228"/>
                </a:lnTo>
                <a:lnTo>
                  <a:pt x="92" y="228"/>
                </a:lnTo>
                <a:lnTo>
                  <a:pt x="92" y="227"/>
                </a:lnTo>
                <a:lnTo>
                  <a:pt x="91" y="226"/>
                </a:lnTo>
                <a:lnTo>
                  <a:pt x="90" y="226"/>
                </a:lnTo>
                <a:lnTo>
                  <a:pt x="89" y="226"/>
                </a:lnTo>
                <a:lnTo>
                  <a:pt x="89" y="225"/>
                </a:lnTo>
                <a:lnTo>
                  <a:pt x="88" y="225"/>
                </a:lnTo>
                <a:lnTo>
                  <a:pt x="87" y="225"/>
                </a:lnTo>
                <a:lnTo>
                  <a:pt x="85" y="224"/>
                </a:lnTo>
                <a:lnTo>
                  <a:pt x="82" y="224"/>
                </a:lnTo>
                <a:lnTo>
                  <a:pt x="81" y="224"/>
                </a:lnTo>
                <a:lnTo>
                  <a:pt x="80" y="224"/>
                </a:lnTo>
                <a:lnTo>
                  <a:pt x="79" y="224"/>
                </a:lnTo>
                <a:lnTo>
                  <a:pt x="78" y="224"/>
                </a:lnTo>
                <a:lnTo>
                  <a:pt x="77" y="224"/>
                </a:lnTo>
                <a:lnTo>
                  <a:pt x="77" y="223"/>
                </a:lnTo>
                <a:lnTo>
                  <a:pt x="76" y="223"/>
                </a:lnTo>
                <a:lnTo>
                  <a:pt x="75" y="222"/>
                </a:lnTo>
                <a:lnTo>
                  <a:pt x="74" y="222"/>
                </a:lnTo>
                <a:lnTo>
                  <a:pt x="72" y="222"/>
                </a:lnTo>
                <a:lnTo>
                  <a:pt x="71" y="222"/>
                </a:lnTo>
                <a:lnTo>
                  <a:pt x="69" y="223"/>
                </a:lnTo>
                <a:lnTo>
                  <a:pt x="68" y="223"/>
                </a:lnTo>
                <a:lnTo>
                  <a:pt x="67" y="223"/>
                </a:lnTo>
                <a:lnTo>
                  <a:pt x="66" y="223"/>
                </a:lnTo>
                <a:lnTo>
                  <a:pt x="64" y="223"/>
                </a:lnTo>
                <a:lnTo>
                  <a:pt x="63" y="223"/>
                </a:lnTo>
                <a:lnTo>
                  <a:pt x="62" y="224"/>
                </a:lnTo>
                <a:lnTo>
                  <a:pt x="61" y="225"/>
                </a:lnTo>
                <a:lnTo>
                  <a:pt x="60" y="225"/>
                </a:lnTo>
                <a:lnTo>
                  <a:pt x="59" y="225"/>
                </a:lnTo>
                <a:lnTo>
                  <a:pt x="58" y="224"/>
                </a:lnTo>
                <a:lnTo>
                  <a:pt x="57" y="224"/>
                </a:lnTo>
                <a:lnTo>
                  <a:pt x="56" y="223"/>
                </a:lnTo>
                <a:lnTo>
                  <a:pt x="55" y="221"/>
                </a:lnTo>
                <a:lnTo>
                  <a:pt x="56" y="221"/>
                </a:lnTo>
                <a:lnTo>
                  <a:pt x="56" y="220"/>
                </a:lnTo>
                <a:lnTo>
                  <a:pt x="56" y="219"/>
                </a:lnTo>
                <a:lnTo>
                  <a:pt x="55" y="218"/>
                </a:lnTo>
                <a:lnTo>
                  <a:pt x="54" y="218"/>
                </a:lnTo>
                <a:lnTo>
                  <a:pt x="53" y="218"/>
                </a:lnTo>
                <a:lnTo>
                  <a:pt x="53" y="217"/>
                </a:lnTo>
                <a:lnTo>
                  <a:pt x="52" y="216"/>
                </a:lnTo>
                <a:lnTo>
                  <a:pt x="51" y="215"/>
                </a:lnTo>
                <a:lnTo>
                  <a:pt x="50" y="215"/>
                </a:lnTo>
                <a:lnTo>
                  <a:pt x="49" y="215"/>
                </a:lnTo>
                <a:lnTo>
                  <a:pt x="47" y="215"/>
                </a:lnTo>
                <a:lnTo>
                  <a:pt x="46" y="215"/>
                </a:lnTo>
                <a:lnTo>
                  <a:pt x="44" y="215"/>
                </a:lnTo>
                <a:lnTo>
                  <a:pt x="43" y="216"/>
                </a:lnTo>
                <a:lnTo>
                  <a:pt x="42" y="216"/>
                </a:lnTo>
                <a:lnTo>
                  <a:pt x="41" y="216"/>
                </a:lnTo>
                <a:lnTo>
                  <a:pt x="40" y="216"/>
                </a:lnTo>
                <a:lnTo>
                  <a:pt x="39" y="216"/>
                </a:lnTo>
                <a:lnTo>
                  <a:pt x="39" y="215"/>
                </a:lnTo>
                <a:lnTo>
                  <a:pt x="39" y="214"/>
                </a:lnTo>
                <a:lnTo>
                  <a:pt x="38" y="214"/>
                </a:lnTo>
                <a:lnTo>
                  <a:pt x="38" y="213"/>
                </a:lnTo>
                <a:lnTo>
                  <a:pt x="37" y="213"/>
                </a:lnTo>
                <a:lnTo>
                  <a:pt x="37" y="212"/>
                </a:lnTo>
                <a:lnTo>
                  <a:pt x="37" y="211"/>
                </a:lnTo>
                <a:lnTo>
                  <a:pt x="36" y="211"/>
                </a:lnTo>
                <a:lnTo>
                  <a:pt x="35" y="210"/>
                </a:lnTo>
                <a:lnTo>
                  <a:pt x="34" y="210"/>
                </a:lnTo>
                <a:lnTo>
                  <a:pt x="33" y="210"/>
                </a:lnTo>
                <a:lnTo>
                  <a:pt x="33" y="209"/>
                </a:lnTo>
                <a:lnTo>
                  <a:pt x="31" y="209"/>
                </a:lnTo>
                <a:lnTo>
                  <a:pt x="30" y="209"/>
                </a:lnTo>
                <a:lnTo>
                  <a:pt x="29" y="209"/>
                </a:lnTo>
                <a:lnTo>
                  <a:pt x="28" y="208"/>
                </a:lnTo>
                <a:lnTo>
                  <a:pt x="27" y="208"/>
                </a:lnTo>
                <a:lnTo>
                  <a:pt x="26" y="208"/>
                </a:lnTo>
                <a:lnTo>
                  <a:pt x="26" y="207"/>
                </a:lnTo>
                <a:lnTo>
                  <a:pt x="26" y="206"/>
                </a:lnTo>
                <a:lnTo>
                  <a:pt x="26" y="207"/>
                </a:lnTo>
                <a:lnTo>
                  <a:pt x="25" y="207"/>
                </a:lnTo>
                <a:lnTo>
                  <a:pt x="25" y="206"/>
                </a:lnTo>
                <a:lnTo>
                  <a:pt x="25" y="205"/>
                </a:lnTo>
                <a:lnTo>
                  <a:pt x="25" y="206"/>
                </a:lnTo>
                <a:lnTo>
                  <a:pt x="25" y="205"/>
                </a:lnTo>
                <a:lnTo>
                  <a:pt x="24" y="205"/>
                </a:lnTo>
                <a:lnTo>
                  <a:pt x="23" y="204"/>
                </a:lnTo>
                <a:lnTo>
                  <a:pt x="22" y="203"/>
                </a:lnTo>
                <a:lnTo>
                  <a:pt x="21" y="202"/>
                </a:lnTo>
                <a:lnTo>
                  <a:pt x="19" y="201"/>
                </a:lnTo>
                <a:lnTo>
                  <a:pt x="17" y="201"/>
                </a:lnTo>
                <a:lnTo>
                  <a:pt x="15" y="200"/>
                </a:lnTo>
                <a:lnTo>
                  <a:pt x="14" y="200"/>
                </a:lnTo>
                <a:lnTo>
                  <a:pt x="10" y="200"/>
                </a:lnTo>
                <a:lnTo>
                  <a:pt x="9" y="199"/>
                </a:lnTo>
                <a:lnTo>
                  <a:pt x="8" y="199"/>
                </a:lnTo>
                <a:lnTo>
                  <a:pt x="8" y="198"/>
                </a:lnTo>
                <a:lnTo>
                  <a:pt x="7" y="197"/>
                </a:lnTo>
                <a:lnTo>
                  <a:pt x="7" y="196"/>
                </a:lnTo>
                <a:lnTo>
                  <a:pt x="7" y="195"/>
                </a:lnTo>
                <a:lnTo>
                  <a:pt x="6" y="194"/>
                </a:lnTo>
                <a:lnTo>
                  <a:pt x="6" y="193"/>
                </a:lnTo>
                <a:lnTo>
                  <a:pt x="7" y="191"/>
                </a:lnTo>
                <a:lnTo>
                  <a:pt x="7" y="190"/>
                </a:lnTo>
                <a:lnTo>
                  <a:pt x="7" y="189"/>
                </a:lnTo>
                <a:lnTo>
                  <a:pt x="8" y="188"/>
                </a:lnTo>
                <a:lnTo>
                  <a:pt x="9" y="186"/>
                </a:lnTo>
                <a:lnTo>
                  <a:pt x="9" y="185"/>
                </a:lnTo>
                <a:lnTo>
                  <a:pt x="9" y="184"/>
                </a:lnTo>
                <a:lnTo>
                  <a:pt x="9" y="183"/>
                </a:lnTo>
                <a:lnTo>
                  <a:pt x="9" y="182"/>
                </a:lnTo>
                <a:lnTo>
                  <a:pt x="9" y="181"/>
                </a:lnTo>
                <a:lnTo>
                  <a:pt x="9" y="180"/>
                </a:lnTo>
                <a:lnTo>
                  <a:pt x="9" y="179"/>
                </a:lnTo>
                <a:lnTo>
                  <a:pt x="9" y="178"/>
                </a:lnTo>
                <a:lnTo>
                  <a:pt x="9" y="177"/>
                </a:lnTo>
                <a:lnTo>
                  <a:pt x="8" y="177"/>
                </a:lnTo>
                <a:lnTo>
                  <a:pt x="9" y="176"/>
                </a:lnTo>
                <a:lnTo>
                  <a:pt x="9" y="175"/>
                </a:lnTo>
                <a:lnTo>
                  <a:pt x="9" y="174"/>
                </a:lnTo>
                <a:lnTo>
                  <a:pt x="8" y="174"/>
                </a:lnTo>
                <a:lnTo>
                  <a:pt x="9" y="173"/>
                </a:lnTo>
                <a:lnTo>
                  <a:pt x="8" y="172"/>
                </a:lnTo>
                <a:lnTo>
                  <a:pt x="8" y="171"/>
                </a:lnTo>
                <a:lnTo>
                  <a:pt x="8" y="170"/>
                </a:lnTo>
                <a:lnTo>
                  <a:pt x="8" y="169"/>
                </a:lnTo>
                <a:lnTo>
                  <a:pt x="7" y="169"/>
                </a:lnTo>
                <a:lnTo>
                  <a:pt x="6" y="166"/>
                </a:lnTo>
                <a:lnTo>
                  <a:pt x="6" y="165"/>
                </a:lnTo>
                <a:lnTo>
                  <a:pt x="5" y="163"/>
                </a:lnTo>
                <a:lnTo>
                  <a:pt x="5" y="162"/>
                </a:lnTo>
                <a:lnTo>
                  <a:pt x="4" y="162"/>
                </a:lnTo>
                <a:lnTo>
                  <a:pt x="3" y="161"/>
                </a:lnTo>
                <a:lnTo>
                  <a:pt x="2" y="161"/>
                </a:lnTo>
                <a:lnTo>
                  <a:pt x="1" y="161"/>
                </a:lnTo>
                <a:lnTo>
                  <a:pt x="1" y="160"/>
                </a:lnTo>
                <a:lnTo>
                  <a:pt x="1" y="159"/>
                </a:lnTo>
                <a:lnTo>
                  <a:pt x="1" y="158"/>
                </a:lnTo>
                <a:lnTo>
                  <a:pt x="2" y="156"/>
                </a:lnTo>
                <a:lnTo>
                  <a:pt x="3" y="156"/>
                </a:lnTo>
                <a:lnTo>
                  <a:pt x="2" y="156"/>
                </a:lnTo>
                <a:lnTo>
                  <a:pt x="2" y="155"/>
                </a:lnTo>
                <a:lnTo>
                  <a:pt x="3" y="154"/>
                </a:lnTo>
                <a:lnTo>
                  <a:pt x="3" y="153"/>
                </a:lnTo>
                <a:lnTo>
                  <a:pt x="4" y="152"/>
                </a:lnTo>
                <a:lnTo>
                  <a:pt x="4" y="151"/>
                </a:lnTo>
                <a:lnTo>
                  <a:pt x="4" y="150"/>
                </a:lnTo>
                <a:lnTo>
                  <a:pt x="4" y="149"/>
                </a:lnTo>
                <a:lnTo>
                  <a:pt x="5" y="148"/>
                </a:lnTo>
                <a:lnTo>
                  <a:pt x="5" y="147"/>
                </a:lnTo>
                <a:lnTo>
                  <a:pt x="4" y="146"/>
                </a:lnTo>
                <a:lnTo>
                  <a:pt x="4" y="145"/>
                </a:lnTo>
                <a:lnTo>
                  <a:pt x="3" y="145"/>
                </a:lnTo>
                <a:lnTo>
                  <a:pt x="3" y="144"/>
                </a:lnTo>
                <a:lnTo>
                  <a:pt x="3" y="143"/>
                </a:lnTo>
                <a:lnTo>
                  <a:pt x="3" y="142"/>
                </a:lnTo>
                <a:lnTo>
                  <a:pt x="3" y="140"/>
                </a:lnTo>
                <a:lnTo>
                  <a:pt x="3" y="139"/>
                </a:lnTo>
                <a:lnTo>
                  <a:pt x="3" y="138"/>
                </a:lnTo>
                <a:lnTo>
                  <a:pt x="3" y="137"/>
                </a:lnTo>
                <a:lnTo>
                  <a:pt x="2" y="136"/>
                </a:lnTo>
                <a:lnTo>
                  <a:pt x="2" y="135"/>
                </a:lnTo>
                <a:lnTo>
                  <a:pt x="2" y="134"/>
                </a:lnTo>
                <a:lnTo>
                  <a:pt x="1" y="131"/>
                </a:lnTo>
                <a:lnTo>
                  <a:pt x="1" y="129"/>
                </a:lnTo>
                <a:lnTo>
                  <a:pt x="0" y="129"/>
                </a:lnTo>
                <a:lnTo>
                  <a:pt x="0" y="128"/>
                </a:lnTo>
                <a:lnTo>
                  <a:pt x="0" y="127"/>
                </a:lnTo>
                <a:lnTo>
                  <a:pt x="1" y="127"/>
                </a:lnTo>
                <a:lnTo>
                  <a:pt x="2" y="127"/>
                </a:lnTo>
                <a:lnTo>
                  <a:pt x="3" y="126"/>
                </a:lnTo>
                <a:lnTo>
                  <a:pt x="4" y="125"/>
                </a:lnTo>
                <a:lnTo>
                  <a:pt x="5" y="124"/>
                </a:lnTo>
                <a:lnTo>
                  <a:pt x="5" y="123"/>
                </a:lnTo>
                <a:lnTo>
                  <a:pt x="5" y="122"/>
                </a:lnTo>
                <a:lnTo>
                  <a:pt x="5" y="121"/>
                </a:lnTo>
                <a:lnTo>
                  <a:pt x="6" y="121"/>
                </a:lnTo>
                <a:lnTo>
                  <a:pt x="6" y="120"/>
                </a:lnTo>
                <a:lnTo>
                  <a:pt x="7" y="120"/>
                </a:lnTo>
                <a:lnTo>
                  <a:pt x="7" y="119"/>
                </a:lnTo>
                <a:lnTo>
                  <a:pt x="6" y="119"/>
                </a:lnTo>
                <a:lnTo>
                  <a:pt x="6" y="117"/>
                </a:lnTo>
                <a:lnTo>
                  <a:pt x="6" y="116"/>
                </a:lnTo>
                <a:lnTo>
                  <a:pt x="5" y="115"/>
                </a:lnTo>
                <a:lnTo>
                  <a:pt x="4" y="115"/>
                </a:lnTo>
                <a:lnTo>
                  <a:pt x="3" y="114"/>
                </a:lnTo>
                <a:lnTo>
                  <a:pt x="2" y="114"/>
                </a:lnTo>
                <a:lnTo>
                  <a:pt x="2" y="113"/>
                </a:lnTo>
                <a:lnTo>
                  <a:pt x="2" y="112"/>
                </a:lnTo>
                <a:lnTo>
                  <a:pt x="2" y="111"/>
                </a:lnTo>
                <a:lnTo>
                  <a:pt x="2" y="109"/>
                </a:lnTo>
                <a:lnTo>
                  <a:pt x="2" y="108"/>
                </a:lnTo>
                <a:lnTo>
                  <a:pt x="2" y="107"/>
                </a:lnTo>
                <a:lnTo>
                  <a:pt x="2" y="105"/>
                </a:lnTo>
                <a:lnTo>
                  <a:pt x="2" y="104"/>
                </a:lnTo>
                <a:lnTo>
                  <a:pt x="3" y="104"/>
                </a:lnTo>
                <a:lnTo>
                  <a:pt x="4" y="105"/>
                </a:lnTo>
                <a:lnTo>
                  <a:pt x="5" y="105"/>
                </a:lnTo>
                <a:lnTo>
                  <a:pt x="6" y="105"/>
                </a:lnTo>
                <a:lnTo>
                  <a:pt x="5" y="105"/>
                </a:lnTo>
                <a:lnTo>
                  <a:pt x="5" y="104"/>
                </a:lnTo>
                <a:lnTo>
                  <a:pt x="4" y="104"/>
                </a:lnTo>
                <a:lnTo>
                  <a:pt x="5" y="104"/>
                </a:lnTo>
                <a:lnTo>
                  <a:pt x="4" y="104"/>
                </a:lnTo>
                <a:lnTo>
                  <a:pt x="4" y="103"/>
                </a:lnTo>
                <a:lnTo>
                  <a:pt x="3" y="103"/>
                </a:lnTo>
                <a:lnTo>
                  <a:pt x="4" y="102"/>
                </a:lnTo>
                <a:lnTo>
                  <a:pt x="5" y="102"/>
                </a:lnTo>
                <a:lnTo>
                  <a:pt x="4" y="102"/>
                </a:lnTo>
                <a:lnTo>
                  <a:pt x="5" y="102"/>
                </a:lnTo>
                <a:lnTo>
                  <a:pt x="5" y="103"/>
                </a:lnTo>
                <a:lnTo>
                  <a:pt x="6" y="104"/>
                </a:lnTo>
                <a:lnTo>
                  <a:pt x="6" y="103"/>
                </a:lnTo>
                <a:lnTo>
                  <a:pt x="5" y="102"/>
                </a:lnTo>
                <a:lnTo>
                  <a:pt x="5" y="101"/>
                </a:lnTo>
                <a:lnTo>
                  <a:pt x="6" y="101"/>
                </a:lnTo>
                <a:lnTo>
                  <a:pt x="7" y="102"/>
                </a:lnTo>
                <a:lnTo>
                  <a:pt x="7" y="103"/>
                </a:lnTo>
                <a:lnTo>
                  <a:pt x="8" y="103"/>
                </a:lnTo>
                <a:lnTo>
                  <a:pt x="7" y="102"/>
                </a:lnTo>
                <a:lnTo>
                  <a:pt x="7" y="101"/>
                </a:lnTo>
                <a:lnTo>
                  <a:pt x="7" y="100"/>
                </a:lnTo>
                <a:lnTo>
                  <a:pt x="6" y="100"/>
                </a:lnTo>
                <a:lnTo>
                  <a:pt x="6" y="99"/>
                </a:lnTo>
                <a:lnTo>
                  <a:pt x="5" y="99"/>
                </a:lnTo>
                <a:lnTo>
                  <a:pt x="5" y="98"/>
                </a:lnTo>
                <a:lnTo>
                  <a:pt x="6" y="97"/>
                </a:lnTo>
                <a:lnTo>
                  <a:pt x="7" y="97"/>
                </a:lnTo>
                <a:lnTo>
                  <a:pt x="7" y="96"/>
                </a:lnTo>
                <a:lnTo>
                  <a:pt x="7" y="95"/>
                </a:lnTo>
                <a:lnTo>
                  <a:pt x="8" y="95"/>
                </a:lnTo>
                <a:lnTo>
                  <a:pt x="11" y="95"/>
                </a:lnTo>
                <a:lnTo>
                  <a:pt x="12" y="95"/>
                </a:lnTo>
                <a:lnTo>
                  <a:pt x="13" y="95"/>
                </a:lnTo>
                <a:lnTo>
                  <a:pt x="14" y="94"/>
                </a:lnTo>
                <a:lnTo>
                  <a:pt x="15" y="94"/>
                </a:lnTo>
                <a:lnTo>
                  <a:pt x="15" y="93"/>
                </a:lnTo>
                <a:lnTo>
                  <a:pt x="16" y="93"/>
                </a:lnTo>
                <a:lnTo>
                  <a:pt x="17" y="92"/>
                </a:lnTo>
                <a:lnTo>
                  <a:pt x="19" y="90"/>
                </a:lnTo>
                <a:lnTo>
                  <a:pt x="20" y="89"/>
                </a:lnTo>
                <a:lnTo>
                  <a:pt x="21" y="88"/>
                </a:lnTo>
                <a:lnTo>
                  <a:pt x="21" y="87"/>
                </a:lnTo>
                <a:lnTo>
                  <a:pt x="22" y="87"/>
                </a:lnTo>
                <a:lnTo>
                  <a:pt x="22" y="86"/>
                </a:lnTo>
                <a:lnTo>
                  <a:pt x="23" y="86"/>
                </a:lnTo>
                <a:lnTo>
                  <a:pt x="24" y="86"/>
                </a:lnTo>
                <a:lnTo>
                  <a:pt x="25" y="86"/>
                </a:lnTo>
                <a:lnTo>
                  <a:pt x="26" y="85"/>
                </a:lnTo>
                <a:lnTo>
                  <a:pt x="27" y="85"/>
                </a:lnTo>
                <a:lnTo>
                  <a:pt x="27" y="84"/>
                </a:lnTo>
                <a:lnTo>
                  <a:pt x="28" y="84"/>
                </a:lnTo>
                <a:lnTo>
                  <a:pt x="29" y="83"/>
                </a:lnTo>
                <a:lnTo>
                  <a:pt x="31" y="81"/>
                </a:lnTo>
                <a:lnTo>
                  <a:pt x="32" y="80"/>
                </a:lnTo>
                <a:lnTo>
                  <a:pt x="33" y="79"/>
                </a:lnTo>
                <a:lnTo>
                  <a:pt x="34" y="79"/>
                </a:lnTo>
                <a:lnTo>
                  <a:pt x="34" y="78"/>
                </a:lnTo>
                <a:lnTo>
                  <a:pt x="35" y="78"/>
                </a:lnTo>
                <a:lnTo>
                  <a:pt x="35" y="79"/>
                </a:lnTo>
                <a:lnTo>
                  <a:pt x="36" y="79"/>
                </a:lnTo>
                <a:lnTo>
                  <a:pt x="35" y="78"/>
                </a:lnTo>
                <a:lnTo>
                  <a:pt x="34" y="78"/>
                </a:lnTo>
                <a:lnTo>
                  <a:pt x="34" y="79"/>
                </a:lnTo>
                <a:lnTo>
                  <a:pt x="34" y="78"/>
                </a:lnTo>
                <a:lnTo>
                  <a:pt x="35" y="76"/>
                </a:lnTo>
                <a:lnTo>
                  <a:pt x="36" y="76"/>
                </a:lnTo>
                <a:lnTo>
                  <a:pt x="37" y="75"/>
                </a:lnTo>
                <a:lnTo>
                  <a:pt x="38" y="75"/>
                </a:lnTo>
                <a:lnTo>
                  <a:pt x="39" y="73"/>
                </a:lnTo>
                <a:lnTo>
                  <a:pt x="40" y="72"/>
                </a:lnTo>
                <a:lnTo>
                  <a:pt x="41" y="70"/>
                </a:lnTo>
                <a:lnTo>
                  <a:pt x="42" y="70"/>
                </a:lnTo>
                <a:lnTo>
                  <a:pt x="42" y="69"/>
                </a:lnTo>
                <a:lnTo>
                  <a:pt x="44" y="69"/>
                </a:lnTo>
                <a:lnTo>
                  <a:pt x="44" y="68"/>
                </a:lnTo>
                <a:lnTo>
                  <a:pt x="46" y="68"/>
                </a:lnTo>
                <a:lnTo>
                  <a:pt x="47" y="68"/>
                </a:lnTo>
                <a:lnTo>
                  <a:pt x="49" y="67"/>
                </a:lnTo>
                <a:lnTo>
                  <a:pt x="50" y="66"/>
                </a:lnTo>
                <a:lnTo>
                  <a:pt x="51" y="65"/>
                </a:lnTo>
                <a:lnTo>
                  <a:pt x="52" y="65"/>
                </a:lnTo>
                <a:lnTo>
                  <a:pt x="53" y="64"/>
                </a:lnTo>
                <a:lnTo>
                  <a:pt x="55" y="63"/>
                </a:lnTo>
                <a:lnTo>
                  <a:pt x="56" y="63"/>
                </a:lnTo>
                <a:lnTo>
                  <a:pt x="57" y="63"/>
                </a:lnTo>
                <a:lnTo>
                  <a:pt x="58" y="62"/>
                </a:lnTo>
                <a:lnTo>
                  <a:pt x="60" y="61"/>
                </a:lnTo>
                <a:lnTo>
                  <a:pt x="61" y="60"/>
                </a:lnTo>
                <a:lnTo>
                  <a:pt x="62" y="59"/>
                </a:lnTo>
                <a:lnTo>
                  <a:pt x="61" y="59"/>
                </a:lnTo>
                <a:lnTo>
                  <a:pt x="62" y="59"/>
                </a:lnTo>
                <a:lnTo>
                  <a:pt x="62" y="58"/>
                </a:lnTo>
                <a:lnTo>
                  <a:pt x="63" y="58"/>
                </a:lnTo>
                <a:lnTo>
                  <a:pt x="63" y="57"/>
                </a:lnTo>
                <a:lnTo>
                  <a:pt x="63" y="56"/>
                </a:lnTo>
                <a:lnTo>
                  <a:pt x="63" y="55"/>
                </a:lnTo>
                <a:lnTo>
                  <a:pt x="63" y="54"/>
                </a:lnTo>
                <a:lnTo>
                  <a:pt x="63" y="53"/>
                </a:lnTo>
                <a:lnTo>
                  <a:pt x="63" y="54"/>
                </a:lnTo>
                <a:lnTo>
                  <a:pt x="64" y="54"/>
                </a:lnTo>
                <a:lnTo>
                  <a:pt x="64" y="55"/>
                </a:lnTo>
                <a:lnTo>
                  <a:pt x="64" y="54"/>
                </a:lnTo>
                <a:lnTo>
                  <a:pt x="65" y="54"/>
                </a:lnTo>
                <a:lnTo>
                  <a:pt x="65" y="53"/>
                </a:lnTo>
                <a:lnTo>
                  <a:pt x="66" y="53"/>
                </a:lnTo>
                <a:lnTo>
                  <a:pt x="69" y="53"/>
                </a:lnTo>
                <a:lnTo>
                  <a:pt x="71" y="54"/>
                </a:lnTo>
                <a:lnTo>
                  <a:pt x="71" y="55"/>
                </a:lnTo>
                <a:lnTo>
                  <a:pt x="72" y="55"/>
                </a:lnTo>
                <a:lnTo>
                  <a:pt x="71" y="55"/>
                </a:lnTo>
                <a:lnTo>
                  <a:pt x="72" y="55"/>
                </a:lnTo>
                <a:lnTo>
                  <a:pt x="72" y="56"/>
                </a:lnTo>
                <a:lnTo>
                  <a:pt x="72" y="57"/>
                </a:lnTo>
                <a:lnTo>
                  <a:pt x="73" y="57"/>
                </a:lnTo>
                <a:lnTo>
                  <a:pt x="73" y="56"/>
                </a:lnTo>
                <a:lnTo>
                  <a:pt x="73" y="54"/>
                </a:lnTo>
                <a:lnTo>
                  <a:pt x="72" y="53"/>
                </a:lnTo>
                <a:lnTo>
                  <a:pt x="71" y="53"/>
                </a:lnTo>
                <a:lnTo>
                  <a:pt x="70" y="52"/>
                </a:lnTo>
                <a:lnTo>
                  <a:pt x="69" y="51"/>
                </a:lnTo>
                <a:lnTo>
                  <a:pt x="69" y="50"/>
                </a:lnTo>
                <a:lnTo>
                  <a:pt x="70" y="50"/>
                </a:lnTo>
                <a:lnTo>
                  <a:pt x="71" y="49"/>
                </a:lnTo>
                <a:lnTo>
                  <a:pt x="72" y="49"/>
                </a:lnTo>
                <a:lnTo>
                  <a:pt x="72" y="50"/>
                </a:lnTo>
                <a:lnTo>
                  <a:pt x="73" y="50"/>
                </a:lnTo>
                <a:lnTo>
                  <a:pt x="73" y="49"/>
                </a:lnTo>
                <a:lnTo>
                  <a:pt x="72" y="49"/>
                </a:lnTo>
                <a:lnTo>
                  <a:pt x="73" y="48"/>
                </a:lnTo>
                <a:lnTo>
                  <a:pt x="73" y="47"/>
                </a:lnTo>
                <a:lnTo>
                  <a:pt x="74" y="46"/>
                </a:lnTo>
                <a:lnTo>
                  <a:pt x="74" y="47"/>
                </a:lnTo>
                <a:lnTo>
                  <a:pt x="74" y="46"/>
                </a:lnTo>
                <a:lnTo>
                  <a:pt x="73" y="46"/>
                </a:lnTo>
                <a:lnTo>
                  <a:pt x="72" y="46"/>
                </a:lnTo>
                <a:lnTo>
                  <a:pt x="71" y="46"/>
                </a:lnTo>
                <a:lnTo>
                  <a:pt x="71" y="45"/>
                </a:lnTo>
                <a:lnTo>
                  <a:pt x="70" y="45"/>
                </a:lnTo>
                <a:lnTo>
                  <a:pt x="69" y="45"/>
                </a:lnTo>
                <a:lnTo>
                  <a:pt x="70" y="45"/>
                </a:lnTo>
                <a:lnTo>
                  <a:pt x="69" y="46"/>
                </a:lnTo>
                <a:lnTo>
                  <a:pt x="69" y="47"/>
                </a:lnTo>
                <a:lnTo>
                  <a:pt x="69" y="48"/>
                </a:lnTo>
                <a:lnTo>
                  <a:pt x="68" y="49"/>
                </a:lnTo>
                <a:lnTo>
                  <a:pt x="68" y="48"/>
                </a:lnTo>
                <a:lnTo>
                  <a:pt x="68" y="47"/>
                </a:lnTo>
                <a:lnTo>
                  <a:pt x="67" y="48"/>
                </a:lnTo>
                <a:lnTo>
                  <a:pt x="67" y="49"/>
                </a:lnTo>
                <a:lnTo>
                  <a:pt x="66" y="49"/>
                </a:lnTo>
                <a:lnTo>
                  <a:pt x="66" y="48"/>
                </a:lnTo>
                <a:lnTo>
                  <a:pt x="65" y="48"/>
                </a:lnTo>
                <a:lnTo>
                  <a:pt x="65" y="49"/>
                </a:lnTo>
                <a:lnTo>
                  <a:pt x="65" y="48"/>
                </a:lnTo>
                <a:lnTo>
                  <a:pt x="64" y="49"/>
                </a:lnTo>
                <a:lnTo>
                  <a:pt x="65" y="49"/>
                </a:lnTo>
                <a:lnTo>
                  <a:pt x="65" y="50"/>
                </a:lnTo>
                <a:lnTo>
                  <a:pt x="64" y="51"/>
                </a:lnTo>
                <a:lnTo>
                  <a:pt x="63" y="51"/>
                </a:lnTo>
                <a:lnTo>
                  <a:pt x="63" y="50"/>
                </a:lnTo>
                <a:lnTo>
                  <a:pt x="63" y="51"/>
                </a:lnTo>
                <a:lnTo>
                  <a:pt x="63" y="52"/>
                </a:lnTo>
                <a:lnTo>
                  <a:pt x="63" y="53"/>
                </a:lnTo>
                <a:lnTo>
                  <a:pt x="62" y="53"/>
                </a:lnTo>
                <a:lnTo>
                  <a:pt x="61" y="52"/>
                </a:lnTo>
                <a:lnTo>
                  <a:pt x="60" y="52"/>
                </a:lnTo>
                <a:lnTo>
                  <a:pt x="60" y="53"/>
                </a:lnTo>
                <a:lnTo>
                  <a:pt x="59" y="54"/>
                </a:lnTo>
                <a:lnTo>
                  <a:pt x="58" y="54"/>
                </a:lnTo>
                <a:lnTo>
                  <a:pt x="57" y="54"/>
                </a:lnTo>
                <a:lnTo>
                  <a:pt x="57" y="55"/>
                </a:lnTo>
                <a:lnTo>
                  <a:pt x="56" y="55"/>
                </a:lnTo>
                <a:lnTo>
                  <a:pt x="56" y="53"/>
                </a:lnTo>
                <a:lnTo>
                  <a:pt x="57" y="53"/>
                </a:lnTo>
                <a:lnTo>
                  <a:pt x="58" y="53"/>
                </a:lnTo>
                <a:lnTo>
                  <a:pt x="58" y="52"/>
                </a:lnTo>
                <a:lnTo>
                  <a:pt x="59" y="52"/>
                </a:lnTo>
                <a:lnTo>
                  <a:pt x="59" y="51"/>
                </a:lnTo>
                <a:lnTo>
                  <a:pt x="58" y="50"/>
                </a:lnTo>
                <a:lnTo>
                  <a:pt x="58" y="49"/>
                </a:lnTo>
                <a:lnTo>
                  <a:pt x="58" y="48"/>
                </a:lnTo>
                <a:lnTo>
                  <a:pt x="58" y="47"/>
                </a:lnTo>
                <a:lnTo>
                  <a:pt x="57" y="47"/>
                </a:lnTo>
                <a:lnTo>
                  <a:pt x="57" y="45"/>
                </a:lnTo>
                <a:lnTo>
                  <a:pt x="58" y="44"/>
                </a:lnTo>
                <a:lnTo>
                  <a:pt x="58" y="42"/>
                </a:lnTo>
                <a:lnTo>
                  <a:pt x="59" y="42"/>
                </a:lnTo>
                <a:lnTo>
                  <a:pt x="59" y="41"/>
                </a:lnTo>
                <a:lnTo>
                  <a:pt x="60" y="41"/>
                </a:lnTo>
                <a:lnTo>
                  <a:pt x="61" y="40"/>
                </a:lnTo>
                <a:lnTo>
                  <a:pt x="62" y="41"/>
                </a:lnTo>
                <a:lnTo>
                  <a:pt x="63" y="40"/>
                </a:lnTo>
                <a:lnTo>
                  <a:pt x="63" y="39"/>
                </a:lnTo>
                <a:lnTo>
                  <a:pt x="63" y="38"/>
                </a:lnTo>
                <a:lnTo>
                  <a:pt x="64" y="38"/>
                </a:lnTo>
                <a:lnTo>
                  <a:pt x="64" y="37"/>
                </a:lnTo>
                <a:lnTo>
                  <a:pt x="65" y="37"/>
                </a:lnTo>
                <a:lnTo>
                  <a:pt x="64" y="38"/>
                </a:lnTo>
                <a:lnTo>
                  <a:pt x="65" y="38"/>
                </a:lnTo>
                <a:lnTo>
                  <a:pt x="66" y="38"/>
                </a:lnTo>
                <a:lnTo>
                  <a:pt x="65" y="38"/>
                </a:lnTo>
                <a:lnTo>
                  <a:pt x="65" y="37"/>
                </a:lnTo>
                <a:lnTo>
                  <a:pt x="66" y="37"/>
                </a:lnTo>
                <a:lnTo>
                  <a:pt x="67" y="37"/>
                </a:lnTo>
                <a:lnTo>
                  <a:pt x="68" y="37"/>
                </a:lnTo>
                <a:lnTo>
                  <a:pt x="68" y="36"/>
                </a:lnTo>
                <a:lnTo>
                  <a:pt x="67" y="36"/>
                </a:lnTo>
                <a:lnTo>
                  <a:pt x="67" y="35"/>
                </a:lnTo>
                <a:lnTo>
                  <a:pt x="68" y="35"/>
                </a:lnTo>
                <a:lnTo>
                  <a:pt x="68" y="34"/>
                </a:lnTo>
                <a:lnTo>
                  <a:pt x="68" y="33"/>
                </a:lnTo>
                <a:lnTo>
                  <a:pt x="68" y="32"/>
                </a:lnTo>
                <a:lnTo>
                  <a:pt x="69" y="32"/>
                </a:lnTo>
                <a:lnTo>
                  <a:pt x="70" y="32"/>
                </a:lnTo>
                <a:lnTo>
                  <a:pt x="70" y="33"/>
                </a:lnTo>
                <a:lnTo>
                  <a:pt x="71" y="33"/>
                </a:lnTo>
                <a:lnTo>
                  <a:pt x="71" y="32"/>
                </a:lnTo>
                <a:lnTo>
                  <a:pt x="71" y="31"/>
                </a:lnTo>
                <a:lnTo>
                  <a:pt x="72" y="30"/>
                </a:lnTo>
                <a:lnTo>
                  <a:pt x="73" y="30"/>
                </a:lnTo>
                <a:lnTo>
                  <a:pt x="74" y="30"/>
                </a:lnTo>
                <a:lnTo>
                  <a:pt x="75" y="31"/>
                </a:lnTo>
                <a:lnTo>
                  <a:pt x="75" y="32"/>
                </a:lnTo>
                <a:lnTo>
                  <a:pt x="74" y="32"/>
                </a:lnTo>
                <a:lnTo>
                  <a:pt x="74" y="33"/>
                </a:lnTo>
                <a:lnTo>
                  <a:pt x="74" y="34"/>
                </a:lnTo>
                <a:lnTo>
                  <a:pt x="75" y="34"/>
                </a:lnTo>
                <a:lnTo>
                  <a:pt x="76" y="34"/>
                </a:lnTo>
                <a:lnTo>
                  <a:pt x="77" y="34"/>
                </a:lnTo>
                <a:lnTo>
                  <a:pt x="78" y="33"/>
                </a:lnTo>
                <a:lnTo>
                  <a:pt x="79" y="33"/>
                </a:lnTo>
                <a:lnTo>
                  <a:pt x="80" y="33"/>
                </a:lnTo>
                <a:lnTo>
                  <a:pt x="80" y="34"/>
                </a:lnTo>
                <a:lnTo>
                  <a:pt x="80" y="35"/>
                </a:lnTo>
                <a:lnTo>
                  <a:pt x="81" y="34"/>
                </a:lnTo>
                <a:lnTo>
                  <a:pt x="80" y="34"/>
                </a:lnTo>
                <a:lnTo>
                  <a:pt x="80" y="33"/>
                </a:lnTo>
                <a:lnTo>
                  <a:pt x="81" y="33"/>
                </a:lnTo>
                <a:lnTo>
                  <a:pt x="81" y="34"/>
                </a:lnTo>
                <a:lnTo>
                  <a:pt x="81" y="35"/>
                </a:lnTo>
                <a:lnTo>
                  <a:pt x="82" y="35"/>
                </a:lnTo>
                <a:lnTo>
                  <a:pt x="83" y="36"/>
                </a:lnTo>
                <a:lnTo>
                  <a:pt x="83" y="37"/>
                </a:lnTo>
                <a:lnTo>
                  <a:pt x="84" y="37"/>
                </a:lnTo>
                <a:lnTo>
                  <a:pt x="85" y="37"/>
                </a:lnTo>
                <a:lnTo>
                  <a:pt x="84" y="38"/>
                </a:lnTo>
                <a:lnTo>
                  <a:pt x="85" y="38"/>
                </a:lnTo>
                <a:lnTo>
                  <a:pt x="85" y="37"/>
                </a:lnTo>
                <a:lnTo>
                  <a:pt x="86" y="37"/>
                </a:lnTo>
                <a:lnTo>
                  <a:pt x="86" y="36"/>
                </a:lnTo>
                <a:lnTo>
                  <a:pt x="87" y="35"/>
                </a:lnTo>
                <a:lnTo>
                  <a:pt x="87" y="36"/>
                </a:lnTo>
                <a:lnTo>
                  <a:pt x="88" y="36"/>
                </a:lnTo>
                <a:lnTo>
                  <a:pt x="87" y="36"/>
                </a:lnTo>
                <a:lnTo>
                  <a:pt x="88" y="37"/>
                </a:lnTo>
                <a:lnTo>
                  <a:pt x="88" y="36"/>
                </a:lnTo>
                <a:lnTo>
                  <a:pt x="89" y="36"/>
                </a:lnTo>
                <a:lnTo>
                  <a:pt x="90" y="37"/>
                </a:lnTo>
                <a:lnTo>
                  <a:pt x="90" y="38"/>
                </a:lnTo>
                <a:lnTo>
                  <a:pt x="90" y="40"/>
                </a:lnTo>
                <a:lnTo>
                  <a:pt x="90" y="41"/>
                </a:lnTo>
                <a:lnTo>
                  <a:pt x="91" y="41"/>
                </a:lnTo>
                <a:lnTo>
                  <a:pt x="91" y="40"/>
                </a:lnTo>
                <a:lnTo>
                  <a:pt x="91" y="39"/>
                </a:lnTo>
                <a:lnTo>
                  <a:pt x="92" y="39"/>
                </a:lnTo>
                <a:lnTo>
                  <a:pt x="93" y="39"/>
                </a:lnTo>
                <a:lnTo>
                  <a:pt x="94" y="39"/>
                </a:lnTo>
                <a:lnTo>
                  <a:pt x="95" y="38"/>
                </a:lnTo>
                <a:lnTo>
                  <a:pt x="96" y="38"/>
                </a:lnTo>
                <a:lnTo>
                  <a:pt x="96" y="37"/>
                </a:lnTo>
                <a:lnTo>
                  <a:pt x="97" y="36"/>
                </a:lnTo>
                <a:lnTo>
                  <a:pt x="97" y="38"/>
                </a:lnTo>
                <a:lnTo>
                  <a:pt x="97" y="39"/>
                </a:lnTo>
                <a:lnTo>
                  <a:pt x="96" y="39"/>
                </a:lnTo>
                <a:lnTo>
                  <a:pt x="95" y="40"/>
                </a:lnTo>
                <a:lnTo>
                  <a:pt x="96" y="40"/>
                </a:lnTo>
                <a:lnTo>
                  <a:pt x="96" y="39"/>
                </a:lnTo>
                <a:lnTo>
                  <a:pt x="97" y="39"/>
                </a:lnTo>
                <a:lnTo>
                  <a:pt x="97" y="40"/>
                </a:lnTo>
                <a:lnTo>
                  <a:pt x="96" y="40"/>
                </a:lnTo>
                <a:lnTo>
                  <a:pt x="97" y="39"/>
                </a:lnTo>
                <a:lnTo>
                  <a:pt x="98" y="38"/>
                </a:lnTo>
                <a:lnTo>
                  <a:pt x="99" y="37"/>
                </a:lnTo>
                <a:lnTo>
                  <a:pt x="99" y="38"/>
                </a:lnTo>
                <a:lnTo>
                  <a:pt x="100" y="38"/>
                </a:lnTo>
                <a:lnTo>
                  <a:pt x="100" y="37"/>
                </a:lnTo>
                <a:lnTo>
                  <a:pt x="101" y="37"/>
                </a:lnTo>
                <a:lnTo>
                  <a:pt x="100" y="37"/>
                </a:lnTo>
                <a:lnTo>
                  <a:pt x="99" y="36"/>
                </a:lnTo>
                <a:lnTo>
                  <a:pt x="98" y="36"/>
                </a:lnTo>
                <a:lnTo>
                  <a:pt x="97" y="36"/>
                </a:lnTo>
                <a:lnTo>
                  <a:pt x="97" y="35"/>
                </a:lnTo>
                <a:lnTo>
                  <a:pt x="96" y="35"/>
                </a:lnTo>
                <a:lnTo>
                  <a:pt x="96" y="36"/>
                </a:lnTo>
                <a:lnTo>
                  <a:pt x="95" y="35"/>
                </a:lnTo>
                <a:lnTo>
                  <a:pt x="95" y="34"/>
                </a:lnTo>
                <a:lnTo>
                  <a:pt x="96" y="34"/>
                </a:lnTo>
                <a:lnTo>
                  <a:pt x="96" y="33"/>
                </a:lnTo>
                <a:lnTo>
                  <a:pt x="95" y="32"/>
                </a:lnTo>
                <a:lnTo>
                  <a:pt x="95" y="31"/>
                </a:lnTo>
                <a:lnTo>
                  <a:pt x="96" y="30"/>
                </a:lnTo>
                <a:lnTo>
                  <a:pt x="97" y="30"/>
                </a:lnTo>
                <a:lnTo>
                  <a:pt x="98" y="30"/>
                </a:lnTo>
                <a:lnTo>
                  <a:pt x="98" y="31"/>
                </a:lnTo>
                <a:lnTo>
                  <a:pt x="98" y="30"/>
                </a:lnTo>
                <a:lnTo>
                  <a:pt x="99" y="30"/>
                </a:lnTo>
                <a:lnTo>
                  <a:pt x="99" y="31"/>
                </a:lnTo>
                <a:lnTo>
                  <a:pt x="100" y="31"/>
                </a:lnTo>
                <a:lnTo>
                  <a:pt x="99" y="31"/>
                </a:lnTo>
                <a:lnTo>
                  <a:pt x="99" y="30"/>
                </a:lnTo>
                <a:lnTo>
                  <a:pt x="98" y="30"/>
                </a:lnTo>
                <a:lnTo>
                  <a:pt x="97" y="30"/>
                </a:lnTo>
                <a:lnTo>
                  <a:pt x="96" y="29"/>
                </a:lnTo>
                <a:lnTo>
                  <a:pt x="96" y="28"/>
                </a:lnTo>
                <a:lnTo>
                  <a:pt x="97" y="27"/>
                </a:lnTo>
                <a:lnTo>
                  <a:pt x="97" y="26"/>
                </a:lnTo>
                <a:lnTo>
                  <a:pt x="98" y="26"/>
                </a:lnTo>
                <a:lnTo>
                  <a:pt x="99" y="26"/>
                </a:lnTo>
                <a:lnTo>
                  <a:pt x="99" y="25"/>
                </a:lnTo>
                <a:lnTo>
                  <a:pt x="100" y="25"/>
                </a:lnTo>
                <a:lnTo>
                  <a:pt x="100" y="24"/>
                </a:lnTo>
                <a:lnTo>
                  <a:pt x="101" y="24"/>
                </a:lnTo>
                <a:lnTo>
                  <a:pt x="101" y="23"/>
                </a:lnTo>
                <a:lnTo>
                  <a:pt x="101" y="22"/>
                </a:lnTo>
                <a:lnTo>
                  <a:pt x="102" y="22"/>
                </a:lnTo>
                <a:lnTo>
                  <a:pt x="103" y="22"/>
                </a:lnTo>
                <a:lnTo>
                  <a:pt x="105" y="21"/>
                </a:lnTo>
                <a:lnTo>
                  <a:pt x="108" y="21"/>
                </a:lnTo>
                <a:lnTo>
                  <a:pt x="109" y="20"/>
                </a:lnTo>
                <a:lnTo>
                  <a:pt x="110" y="20"/>
                </a:lnTo>
                <a:lnTo>
                  <a:pt x="111" y="20"/>
                </a:lnTo>
                <a:lnTo>
                  <a:pt x="111" y="19"/>
                </a:lnTo>
                <a:lnTo>
                  <a:pt x="112" y="19"/>
                </a:lnTo>
                <a:lnTo>
                  <a:pt x="112" y="20"/>
                </a:lnTo>
                <a:lnTo>
                  <a:pt x="112" y="19"/>
                </a:lnTo>
                <a:lnTo>
                  <a:pt x="112" y="20"/>
                </a:lnTo>
                <a:lnTo>
                  <a:pt x="112" y="19"/>
                </a:lnTo>
                <a:lnTo>
                  <a:pt x="114" y="19"/>
                </a:lnTo>
                <a:lnTo>
                  <a:pt x="115" y="19"/>
                </a:lnTo>
                <a:lnTo>
                  <a:pt x="115" y="18"/>
                </a:lnTo>
                <a:lnTo>
                  <a:pt x="115" y="19"/>
                </a:lnTo>
                <a:lnTo>
                  <a:pt x="116" y="19"/>
                </a:lnTo>
                <a:lnTo>
                  <a:pt x="116" y="20"/>
                </a:lnTo>
                <a:lnTo>
                  <a:pt x="117" y="20"/>
                </a:lnTo>
                <a:lnTo>
                  <a:pt x="117" y="21"/>
                </a:lnTo>
                <a:lnTo>
                  <a:pt x="117" y="22"/>
                </a:lnTo>
                <a:lnTo>
                  <a:pt x="117" y="23"/>
                </a:lnTo>
                <a:lnTo>
                  <a:pt x="118" y="23"/>
                </a:lnTo>
                <a:lnTo>
                  <a:pt x="118" y="22"/>
                </a:lnTo>
                <a:lnTo>
                  <a:pt x="119" y="22"/>
                </a:lnTo>
                <a:lnTo>
                  <a:pt x="119" y="23"/>
                </a:lnTo>
                <a:lnTo>
                  <a:pt x="121" y="24"/>
                </a:lnTo>
                <a:lnTo>
                  <a:pt x="122" y="24"/>
                </a:lnTo>
                <a:lnTo>
                  <a:pt x="124" y="24"/>
                </a:lnTo>
                <a:lnTo>
                  <a:pt x="125" y="24"/>
                </a:lnTo>
                <a:lnTo>
                  <a:pt x="126" y="24"/>
                </a:lnTo>
                <a:lnTo>
                  <a:pt x="126" y="25"/>
                </a:lnTo>
                <a:lnTo>
                  <a:pt x="126" y="26"/>
                </a:lnTo>
                <a:lnTo>
                  <a:pt x="126" y="27"/>
                </a:lnTo>
                <a:lnTo>
                  <a:pt x="126" y="28"/>
                </a:lnTo>
                <a:lnTo>
                  <a:pt x="128" y="27"/>
                </a:lnTo>
                <a:lnTo>
                  <a:pt x="128" y="26"/>
                </a:lnTo>
                <a:lnTo>
                  <a:pt x="128" y="25"/>
                </a:lnTo>
                <a:lnTo>
                  <a:pt x="127" y="24"/>
                </a:lnTo>
                <a:lnTo>
                  <a:pt x="128" y="23"/>
                </a:lnTo>
                <a:lnTo>
                  <a:pt x="127" y="23"/>
                </a:lnTo>
                <a:lnTo>
                  <a:pt x="127" y="22"/>
                </a:lnTo>
                <a:lnTo>
                  <a:pt x="129" y="22"/>
                </a:lnTo>
                <a:lnTo>
                  <a:pt x="129" y="23"/>
                </a:lnTo>
                <a:lnTo>
                  <a:pt x="130" y="23"/>
                </a:lnTo>
                <a:lnTo>
                  <a:pt x="129" y="24"/>
                </a:lnTo>
                <a:lnTo>
                  <a:pt x="130" y="26"/>
                </a:lnTo>
                <a:lnTo>
                  <a:pt x="131" y="27"/>
                </a:lnTo>
                <a:lnTo>
                  <a:pt x="130" y="27"/>
                </a:lnTo>
                <a:lnTo>
                  <a:pt x="130" y="28"/>
                </a:lnTo>
                <a:lnTo>
                  <a:pt x="129" y="28"/>
                </a:lnTo>
                <a:lnTo>
                  <a:pt x="129" y="29"/>
                </a:lnTo>
                <a:lnTo>
                  <a:pt x="129" y="30"/>
                </a:lnTo>
                <a:lnTo>
                  <a:pt x="130" y="30"/>
                </a:lnTo>
                <a:lnTo>
                  <a:pt x="130" y="31"/>
                </a:lnTo>
                <a:lnTo>
                  <a:pt x="131" y="30"/>
                </a:lnTo>
                <a:lnTo>
                  <a:pt x="130" y="29"/>
                </a:lnTo>
                <a:lnTo>
                  <a:pt x="129" y="28"/>
                </a:lnTo>
                <a:lnTo>
                  <a:pt x="130" y="27"/>
                </a:lnTo>
                <a:lnTo>
                  <a:pt x="133" y="27"/>
                </a:lnTo>
                <a:lnTo>
                  <a:pt x="133" y="28"/>
                </a:lnTo>
                <a:lnTo>
                  <a:pt x="133" y="27"/>
                </a:lnTo>
                <a:lnTo>
                  <a:pt x="132" y="27"/>
                </a:lnTo>
                <a:lnTo>
                  <a:pt x="133" y="27"/>
                </a:lnTo>
                <a:lnTo>
                  <a:pt x="133" y="26"/>
                </a:lnTo>
                <a:lnTo>
                  <a:pt x="134" y="26"/>
                </a:lnTo>
                <a:lnTo>
                  <a:pt x="134" y="25"/>
                </a:lnTo>
                <a:lnTo>
                  <a:pt x="133" y="24"/>
                </a:lnTo>
                <a:lnTo>
                  <a:pt x="134" y="24"/>
                </a:lnTo>
                <a:lnTo>
                  <a:pt x="135" y="24"/>
                </a:lnTo>
                <a:lnTo>
                  <a:pt x="135" y="23"/>
                </a:lnTo>
                <a:lnTo>
                  <a:pt x="135" y="22"/>
                </a:lnTo>
                <a:lnTo>
                  <a:pt x="134" y="22"/>
                </a:lnTo>
                <a:lnTo>
                  <a:pt x="134" y="21"/>
                </a:lnTo>
                <a:lnTo>
                  <a:pt x="135" y="21"/>
                </a:lnTo>
                <a:lnTo>
                  <a:pt x="135" y="22"/>
                </a:lnTo>
                <a:lnTo>
                  <a:pt x="136" y="22"/>
                </a:lnTo>
                <a:lnTo>
                  <a:pt x="137" y="22"/>
                </a:lnTo>
                <a:lnTo>
                  <a:pt x="138" y="22"/>
                </a:lnTo>
                <a:lnTo>
                  <a:pt x="139" y="22"/>
                </a:lnTo>
                <a:lnTo>
                  <a:pt x="139" y="21"/>
                </a:lnTo>
                <a:lnTo>
                  <a:pt x="140" y="21"/>
                </a:lnTo>
                <a:lnTo>
                  <a:pt x="141" y="21"/>
                </a:lnTo>
                <a:lnTo>
                  <a:pt x="141" y="22"/>
                </a:lnTo>
                <a:lnTo>
                  <a:pt x="142" y="23"/>
                </a:lnTo>
                <a:lnTo>
                  <a:pt x="142" y="24"/>
                </a:lnTo>
                <a:lnTo>
                  <a:pt x="142" y="25"/>
                </a:lnTo>
                <a:lnTo>
                  <a:pt x="143" y="26"/>
                </a:lnTo>
                <a:lnTo>
                  <a:pt x="144" y="26"/>
                </a:lnTo>
                <a:lnTo>
                  <a:pt x="145" y="27"/>
                </a:lnTo>
                <a:lnTo>
                  <a:pt x="146" y="27"/>
                </a:lnTo>
                <a:lnTo>
                  <a:pt x="147" y="27"/>
                </a:lnTo>
                <a:lnTo>
                  <a:pt x="148" y="27"/>
                </a:lnTo>
                <a:lnTo>
                  <a:pt x="149" y="27"/>
                </a:lnTo>
                <a:lnTo>
                  <a:pt x="149" y="26"/>
                </a:lnTo>
                <a:lnTo>
                  <a:pt x="148" y="26"/>
                </a:lnTo>
                <a:lnTo>
                  <a:pt x="149" y="26"/>
                </a:lnTo>
                <a:lnTo>
                  <a:pt x="149" y="27"/>
                </a:lnTo>
                <a:lnTo>
                  <a:pt x="148" y="27"/>
                </a:lnTo>
                <a:lnTo>
                  <a:pt x="147" y="28"/>
                </a:lnTo>
                <a:lnTo>
                  <a:pt x="146" y="27"/>
                </a:lnTo>
                <a:lnTo>
                  <a:pt x="145" y="27"/>
                </a:lnTo>
                <a:lnTo>
                  <a:pt x="145" y="28"/>
                </a:lnTo>
                <a:lnTo>
                  <a:pt x="145" y="29"/>
                </a:lnTo>
                <a:lnTo>
                  <a:pt x="144" y="29"/>
                </a:lnTo>
                <a:lnTo>
                  <a:pt x="143" y="29"/>
                </a:lnTo>
                <a:lnTo>
                  <a:pt x="142" y="30"/>
                </a:lnTo>
                <a:lnTo>
                  <a:pt x="143" y="31"/>
                </a:lnTo>
                <a:lnTo>
                  <a:pt x="144" y="31"/>
                </a:lnTo>
                <a:lnTo>
                  <a:pt x="145" y="31"/>
                </a:lnTo>
                <a:lnTo>
                  <a:pt x="146" y="31"/>
                </a:lnTo>
                <a:lnTo>
                  <a:pt x="146" y="32"/>
                </a:lnTo>
                <a:lnTo>
                  <a:pt x="146" y="31"/>
                </a:lnTo>
                <a:lnTo>
                  <a:pt x="146" y="30"/>
                </a:lnTo>
                <a:lnTo>
                  <a:pt x="147" y="30"/>
                </a:lnTo>
                <a:lnTo>
                  <a:pt x="147" y="31"/>
                </a:lnTo>
                <a:lnTo>
                  <a:pt x="148" y="30"/>
                </a:lnTo>
                <a:lnTo>
                  <a:pt x="147" y="30"/>
                </a:lnTo>
                <a:lnTo>
                  <a:pt x="146" y="30"/>
                </a:lnTo>
                <a:lnTo>
                  <a:pt x="146" y="29"/>
                </a:lnTo>
                <a:lnTo>
                  <a:pt x="145" y="29"/>
                </a:lnTo>
                <a:lnTo>
                  <a:pt x="145" y="28"/>
                </a:lnTo>
                <a:lnTo>
                  <a:pt x="146" y="28"/>
                </a:lnTo>
                <a:lnTo>
                  <a:pt x="147" y="28"/>
                </a:lnTo>
                <a:lnTo>
                  <a:pt x="148" y="28"/>
                </a:lnTo>
                <a:lnTo>
                  <a:pt x="149" y="27"/>
                </a:lnTo>
                <a:lnTo>
                  <a:pt x="149" y="26"/>
                </a:lnTo>
                <a:lnTo>
                  <a:pt x="148" y="26"/>
                </a:lnTo>
                <a:lnTo>
                  <a:pt x="148" y="25"/>
                </a:lnTo>
                <a:lnTo>
                  <a:pt x="149" y="25"/>
                </a:lnTo>
                <a:lnTo>
                  <a:pt x="150" y="25"/>
                </a:lnTo>
                <a:lnTo>
                  <a:pt x="151" y="24"/>
                </a:lnTo>
                <a:lnTo>
                  <a:pt x="152" y="24"/>
                </a:lnTo>
                <a:lnTo>
                  <a:pt x="152" y="23"/>
                </a:lnTo>
                <a:lnTo>
                  <a:pt x="153" y="23"/>
                </a:lnTo>
                <a:lnTo>
                  <a:pt x="153" y="22"/>
                </a:lnTo>
                <a:lnTo>
                  <a:pt x="154" y="22"/>
                </a:lnTo>
                <a:lnTo>
                  <a:pt x="154" y="23"/>
                </a:lnTo>
                <a:lnTo>
                  <a:pt x="155" y="23"/>
                </a:lnTo>
                <a:lnTo>
                  <a:pt x="156" y="23"/>
                </a:lnTo>
                <a:lnTo>
                  <a:pt x="157" y="23"/>
                </a:lnTo>
                <a:lnTo>
                  <a:pt x="158" y="23"/>
                </a:lnTo>
                <a:lnTo>
                  <a:pt x="159" y="23"/>
                </a:lnTo>
                <a:lnTo>
                  <a:pt x="159" y="24"/>
                </a:lnTo>
                <a:lnTo>
                  <a:pt x="159" y="25"/>
                </a:lnTo>
                <a:lnTo>
                  <a:pt x="159" y="24"/>
                </a:lnTo>
                <a:lnTo>
                  <a:pt x="159" y="23"/>
                </a:lnTo>
                <a:lnTo>
                  <a:pt x="160" y="23"/>
                </a:lnTo>
                <a:lnTo>
                  <a:pt x="160" y="22"/>
                </a:lnTo>
                <a:lnTo>
                  <a:pt x="159" y="22"/>
                </a:lnTo>
                <a:lnTo>
                  <a:pt x="158" y="22"/>
                </a:lnTo>
                <a:lnTo>
                  <a:pt x="157" y="23"/>
                </a:lnTo>
                <a:lnTo>
                  <a:pt x="156" y="22"/>
                </a:lnTo>
                <a:lnTo>
                  <a:pt x="155" y="22"/>
                </a:lnTo>
                <a:lnTo>
                  <a:pt x="154" y="22"/>
                </a:lnTo>
                <a:lnTo>
                  <a:pt x="156" y="22"/>
                </a:lnTo>
                <a:lnTo>
                  <a:pt x="157" y="22"/>
                </a:lnTo>
                <a:lnTo>
                  <a:pt x="157" y="21"/>
                </a:lnTo>
                <a:lnTo>
                  <a:pt x="159" y="21"/>
                </a:lnTo>
                <a:lnTo>
                  <a:pt x="160" y="20"/>
                </a:lnTo>
                <a:lnTo>
                  <a:pt x="160" y="19"/>
                </a:lnTo>
                <a:lnTo>
                  <a:pt x="161" y="19"/>
                </a:lnTo>
                <a:lnTo>
                  <a:pt x="161" y="18"/>
                </a:lnTo>
                <a:lnTo>
                  <a:pt x="162" y="17"/>
                </a:lnTo>
                <a:lnTo>
                  <a:pt x="162" y="16"/>
                </a:lnTo>
                <a:lnTo>
                  <a:pt x="162" y="15"/>
                </a:lnTo>
                <a:lnTo>
                  <a:pt x="163" y="14"/>
                </a:lnTo>
                <a:lnTo>
                  <a:pt x="163" y="13"/>
                </a:lnTo>
                <a:lnTo>
                  <a:pt x="164" y="13"/>
                </a:lnTo>
                <a:lnTo>
                  <a:pt x="165" y="13"/>
                </a:lnTo>
                <a:lnTo>
                  <a:pt x="165" y="12"/>
                </a:lnTo>
                <a:lnTo>
                  <a:pt x="166" y="13"/>
                </a:lnTo>
                <a:lnTo>
                  <a:pt x="167" y="13"/>
                </a:lnTo>
                <a:lnTo>
                  <a:pt x="167" y="12"/>
                </a:lnTo>
                <a:lnTo>
                  <a:pt x="168" y="13"/>
                </a:lnTo>
                <a:lnTo>
                  <a:pt x="169" y="13"/>
                </a:lnTo>
                <a:lnTo>
                  <a:pt x="169" y="14"/>
                </a:lnTo>
                <a:lnTo>
                  <a:pt x="170" y="14"/>
                </a:lnTo>
                <a:lnTo>
                  <a:pt x="170" y="15"/>
                </a:lnTo>
                <a:lnTo>
                  <a:pt x="171" y="15"/>
                </a:lnTo>
                <a:lnTo>
                  <a:pt x="172" y="16"/>
                </a:lnTo>
                <a:lnTo>
                  <a:pt x="173" y="16"/>
                </a:lnTo>
                <a:lnTo>
                  <a:pt x="173" y="17"/>
                </a:lnTo>
                <a:lnTo>
                  <a:pt x="174" y="17"/>
                </a:lnTo>
                <a:lnTo>
                  <a:pt x="175" y="17"/>
                </a:lnTo>
                <a:lnTo>
                  <a:pt x="176" y="17"/>
                </a:lnTo>
                <a:lnTo>
                  <a:pt x="176" y="16"/>
                </a:lnTo>
                <a:lnTo>
                  <a:pt x="176" y="15"/>
                </a:lnTo>
                <a:lnTo>
                  <a:pt x="177" y="15"/>
                </a:lnTo>
                <a:lnTo>
                  <a:pt x="177" y="16"/>
                </a:lnTo>
                <a:lnTo>
                  <a:pt x="178" y="16"/>
                </a:lnTo>
                <a:lnTo>
                  <a:pt x="179" y="15"/>
                </a:lnTo>
                <a:lnTo>
                  <a:pt x="180" y="15"/>
                </a:lnTo>
                <a:lnTo>
                  <a:pt x="180" y="14"/>
                </a:lnTo>
                <a:lnTo>
                  <a:pt x="181" y="14"/>
                </a:lnTo>
                <a:lnTo>
                  <a:pt x="179" y="13"/>
                </a:lnTo>
                <a:lnTo>
                  <a:pt x="178" y="13"/>
                </a:lnTo>
                <a:lnTo>
                  <a:pt x="178" y="12"/>
                </a:lnTo>
                <a:lnTo>
                  <a:pt x="179" y="12"/>
                </a:lnTo>
                <a:lnTo>
                  <a:pt x="179" y="10"/>
                </a:lnTo>
                <a:lnTo>
                  <a:pt x="180" y="10"/>
                </a:lnTo>
                <a:lnTo>
                  <a:pt x="181" y="10"/>
                </a:lnTo>
                <a:lnTo>
                  <a:pt x="183" y="9"/>
                </a:lnTo>
                <a:lnTo>
                  <a:pt x="184" y="8"/>
                </a:lnTo>
                <a:lnTo>
                  <a:pt x="185" y="8"/>
                </a:lnTo>
                <a:lnTo>
                  <a:pt x="186" y="9"/>
                </a:lnTo>
                <a:lnTo>
                  <a:pt x="186" y="10"/>
                </a:lnTo>
                <a:lnTo>
                  <a:pt x="187" y="10"/>
                </a:lnTo>
                <a:lnTo>
                  <a:pt x="188" y="10"/>
                </a:lnTo>
                <a:lnTo>
                  <a:pt x="189" y="10"/>
                </a:lnTo>
                <a:lnTo>
                  <a:pt x="189" y="12"/>
                </a:lnTo>
                <a:lnTo>
                  <a:pt x="190" y="12"/>
                </a:lnTo>
                <a:lnTo>
                  <a:pt x="190" y="13"/>
                </a:lnTo>
                <a:lnTo>
                  <a:pt x="191" y="13"/>
                </a:lnTo>
                <a:lnTo>
                  <a:pt x="192" y="13"/>
                </a:lnTo>
                <a:lnTo>
                  <a:pt x="192" y="14"/>
                </a:lnTo>
                <a:lnTo>
                  <a:pt x="193" y="14"/>
                </a:lnTo>
                <a:lnTo>
                  <a:pt x="193" y="15"/>
                </a:lnTo>
                <a:lnTo>
                  <a:pt x="194" y="15"/>
                </a:lnTo>
                <a:lnTo>
                  <a:pt x="195" y="15"/>
                </a:lnTo>
                <a:lnTo>
                  <a:pt x="195" y="16"/>
                </a:lnTo>
                <a:lnTo>
                  <a:pt x="196" y="16"/>
                </a:lnTo>
                <a:lnTo>
                  <a:pt x="197" y="17"/>
                </a:lnTo>
                <a:lnTo>
                  <a:pt x="198" y="17"/>
                </a:lnTo>
                <a:lnTo>
                  <a:pt x="199" y="17"/>
                </a:lnTo>
                <a:lnTo>
                  <a:pt x="199" y="18"/>
                </a:lnTo>
                <a:lnTo>
                  <a:pt x="200" y="18"/>
                </a:lnTo>
                <a:lnTo>
                  <a:pt x="202" y="18"/>
                </a:lnTo>
                <a:lnTo>
                  <a:pt x="203" y="18"/>
                </a:lnTo>
                <a:lnTo>
                  <a:pt x="204" y="18"/>
                </a:lnTo>
                <a:lnTo>
                  <a:pt x="203" y="18"/>
                </a:lnTo>
                <a:lnTo>
                  <a:pt x="203" y="19"/>
                </a:lnTo>
                <a:lnTo>
                  <a:pt x="203" y="20"/>
                </a:lnTo>
                <a:lnTo>
                  <a:pt x="203" y="21"/>
                </a:lnTo>
                <a:lnTo>
                  <a:pt x="204" y="23"/>
                </a:lnTo>
                <a:lnTo>
                  <a:pt x="204" y="24"/>
                </a:lnTo>
                <a:lnTo>
                  <a:pt x="205" y="24"/>
                </a:lnTo>
                <a:lnTo>
                  <a:pt x="205" y="23"/>
                </a:lnTo>
                <a:lnTo>
                  <a:pt x="206" y="23"/>
                </a:lnTo>
                <a:lnTo>
                  <a:pt x="207" y="22"/>
                </a:lnTo>
                <a:lnTo>
                  <a:pt x="206" y="21"/>
                </a:lnTo>
                <a:lnTo>
                  <a:pt x="207" y="20"/>
                </a:lnTo>
                <a:lnTo>
                  <a:pt x="208" y="20"/>
                </a:lnTo>
                <a:lnTo>
                  <a:pt x="208" y="21"/>
                </a:lnTo>
                <a:lnTo>
                  <a:pt x="208" y="22"/>
                </a:lnTo>
                <a:lnTo>
                  <a:pt x="208" y="23"/>
                </a:lnTo>
                <a:lnTo>
                  <a:pt x="208" y="24"/>
                </a:lnTo>
                <a:lnTo>
                  <a:pt x="209" y="25"/>
                </a:lnTo>
                <a:lnTo>
                  <a:pt x="208" y="25"/>
                </a:lnTo>
                <a:lnTo>
                  <a:pt x="207" y="26"/>
                </a:lnTo>
                <a:lnTo>
                  <a:pt x="205" y="26"/>
                </a:lnTo>
                <a:lnTo>
                  <a:pt x="206" y="26"/>
                </a:lnTo>
                <a:lnTo>
                  <a:pt x="207" y="26"/>
                </a:lnTo>
                <a:lnTo>
                  <a:pt x="207" y="27"/>
                </a:lnTo>
                <a:lnTo>
                  <a:pt x="208" y="27"/>
                </a:lnTo>
                <a:lnTo>
                  <a:pt x="208" y="26"/>
                </a:lnTo>
                <a:lnTo>
                  <a:pt x="209" y="26"/>
                </a:lnTo>
                <a:lnTo>
                  <a:pt x="209" y="27"/>
                </a:lnTo>
                <a:lnTo>
                  <a:pt x="208" y="27"/>
                </a:lnTo>
                <a:lnTo>
                  <a:pt x="208" y="28"/>
                </a:lnTo>
                <a:lnTo>
                  <a:pt x="208" y="27"/>
                </a:lnTo>
                <a:lnTo>
                  <a:pt x="208" y="28"/>
                </a:lnTo>
                <a:lnTo>
                  <a:pt x="209" y="29"/>
                </a:lnTo>
                <a:lnTo>
                  <a:pt x="209" y="28"/>
                </a:lnTo>
                <a:lnTo>
                  <a:pt x="209" y="29"/>
                </a:lnTo>
                <a:lnTo>
                  <a:pt x="209" y="30"/>
                </a:lnTo>
                <a:lnTo>
                  <a:pt x="210" y="31"/>
                </a:lnTo>
                <a:lnTo>
                  <a:pt x="210" y="32"/>
                </a:lnTo>
                <a:lnTo>
                  <a:pt x="210" y="33"/>
                </a:lnTo>
                <a:lnTo>
                  <a:pt x="211" y="32"/>
                </a:lnTo>
                <a:lnTo>
                  <a:pt x="210" y="32"/>
                </a:lnTo>
                <a:lnTo>
                  <a:pt x="210" y="31"/>
                </a:lnTo>
                <a:lnTo>
                  <a:pt x="210" y="30"/>
                </a:lnTo>
                <a:lnTo>
                  <a:pt x="210" y="29"/>
                </a:lnTo>
                <a:lnTo>
                  <a:pt x="212" y="29"/>
                </a:lnTo>
                <a:lnTo>
                  <a:pt x="213" y="30"/>
                </a:lnTo>
                <a:lnTo>
                  <a:pt x="213" y="29"/>
                </a:lnTo>
                <a:lnTo>
                  <a:pt x="213" y="28"/>
                </a:lnTo>
                <a:lnTo>
                  <a:pt x="212" y="27"/>
                </a:lnTo>
                <a:lnTo>
                  <a:pt x="212" y="26"/>
                </a:lnTo>
                <a:lnTo>
                  <a:pt x="212" y="24"/>
                </a:lnTo>
                <a:lnTo>
                  <a:pt x="212" y="23"/>
                </a:lnTo>
                <a:lnTo>
                  <a:pt x="211" y="22"/>
                </a:lnTo>
                <a:lnTo>
                  <a:pt x="211" y="20"/>
                </a:lnTo>
                <a:lnTo>
                  <a:pt x="211" y="19"/>
                </a:lnTo>
                <a:lnTo>
                  <a:pt x="210" y="19"/>
                </a:lnTo>
                <a:lnTo>
                  <a:pt x="211" y="19"/>
                </a:lnTo>
                <a:lnTo>
                  <a:pt x="210" y="19"/>
                </a:lnTo>
                <a:lnTo>
                  <a:pt x="210" y="18"/>
                </a:lnTo>
                <a:lnTo>
                  <a:pt x="211" y="19"/>
                </a:lnTo>
                <a:lnTo>
                  <a:pt x="211" y="18"/>
                </a:lnTo>
                <a:lnTo>
                  <a:pt x="211" y="17"/>
                </a:lnTo>
                <a:lnTo>
                  <a:pt x="211" y="18"/>
                </a:lnTo>
                <a:lnTo>
                  <a:pt x="210" y="18"/>
                </a:lnTo>
                <a:lnTo>
                  <a:pt x="210" y="17"/>
                </a:lnTo>
                <a:lnTo>
                  <a:pt x="209" y="17"/>
                </a:lnTo>
                <a:lnTo>
                  <a:pt x="208" y="17"/>
                </a:lnTo>
                <a:lnTo>
                  <a:pt x="208" y="18"/>
                </a:lnTo>
                <a:lnTo>
                  <a:pt x="207" y="18"/>
                </a:lnTo>
                <a:lnTo>
                  <a:pt x="207" y="17"/>
                </a:lnTo>
                <a:lnTo>
                  <a:pt x="207" y="16"/>
                </a:lnTo>
                <a:lnTo>
                  <a:pt x="206" y="16"/>
                </a:lnTo>
                <a:lnTo>
                  <a:pt x="206" y="14"/>
                </a:lnTo>
                <a:lnTo>
                  <a:pt x="207" y="14"/>
                </a:lnTo>
                <a:lnTo>
                  <a:pt x="207" y="13"/>
                </a:lnTo>
                <a:lnTo>
                  <a:pt x="207" y="12"/>
                </a:lnTo>
                <a:lnTo>
                  <a:pt x="207" y="10"/>
                </a:lnTo>
                <a:lnTo>
                  <a:pt x="208" y="10"/>
                </a:lnTo>
                <a:lnTo>
                  <a:pt x="208" y="9"/>
                </a:lnTo>
                <a:lnTo>
                  <a:pt x="207" y="9"/>
                </a:lnTo>
                <a:lnTo>
                  <a:pt x="207" y="8"/>
                </a:lnTo>
                <a:lnTo>
                  <a:pt x="208" y="8"/>
                </a:lnTo>
                <a:lnTo>
                  <a:pt x="208" y="7"/>
                </a:lnTo>
                <a:lnTo>
                  <a:pt x="209" y="7"/>
                </a:lnTo>
                <a:lnTo>
                  <a:pt x="209" y="6"/>
                </a:lnTo>
                <a:lnTo>
                  <a:pt x="210" y="6"/>
                </a:lnTo>
                <a:lnTo>
                  <a:pt x="211" y="6"/>
                </a:lnTo>
                <a:lnTo>
                  <a:pt x="212" y="6"/>
                </a:lnTo>
                <a:lnTo>
                  <a:pt x="214" y="6"/>
                </a:lnTo>
                <a:lnTo>
                  <a:pt x="215" y="6"/>
                </a:lnTo>
                <a:lnTo>
                  <a:pt x="215" y="5"/>
                </a:lnTo>
                <a:lnTo>
                  <a:pt x="216" y="5"/>
                </a:lnTo>
                <a:lnTo>
                  <a:pt x="216" y="4"/>
                </a:lnTo>
                <a:lnTo>
                  <a:pt x="217" y="4"/>
                </a:lnTo>
                <a:lnTo>
                  <a:pt x="217" y="3"/>
                </a:lnTo>
                <a:lnTo>
                  <a:pt x="218" y="2"/>
                </a:lnTo>
                <a:lnTo>
                  <a:pt x="218" y="1"/>
                </a:lnTo>
                <a:lnTo>
                  <a:pt x="217" y="1"/>
                </a:lnTo>
                <a:lnTo>
                  <a:pt x="218" y="1"/>
                </a:lnTo>
                <a:lnTo>
                  <a:pt x="219" y="0"/>
                </a:lnTo>
                <a:lnTo>
                  <a:pt x="219" y="1"/>
                </a:lnTo>
                <a:lnTo>
                  <a:pt x="219" y="2"/>
                </a:lnTo>
                <a:lnTo>
                  <a:pt x="220" y="2"/>
                </a:lnTo>
                <a:lnTo>
                  <a:pt x="220" y="3"/>
                </a:lnTo>
                <a:lnTo>
                  <a:pt x="22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3" name=""/>
          <p:cNvSpPr/>
          <p:nvPr/>
        </p:nvSpPr>
        <p:spPr>
          <a:xfrm>
            <a:off x="6685920" y="20948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0" y="6"/>
                </a:moveTo>
                <a:lnTo>
                  <a:pt x="1" y="3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4" y="2"/>
                </a:lnTo>
                <a:lnTo>
                  <a:pt x="3" y="3"/>
                </a:lnTo>
                <a:lnTo>
                  <a:pt x="1" y="6"/>
                </a:lnTo>
                <a:lnTo>
                  <a:pt x="0" y="6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4" name=""/>
          <p:cNvSpPr/>
          <p:nvPr/>
        </p:nvSpPr>
        <p:spPr>
          <a:xfrm>
            <a:off x="6685560" y="208728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0"/>
                </a:move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5" name=""/>
          <p:cNvSpPr/>
          <p:nvPr/>
        </p:nvSpPr>
        <p:spPr>
          <a:xfrm>
            <a:off x="6680520" y="20847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0"/>
                </a:move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6" name=""/>
          <p:cNvSpPr/>
          <p:nvPr/>
        </p:nvSpPr>
        <p:spPr>
          <a:xfrm>
            <a:off x="6678000" y="208152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3" y="3"/>
                </a:moveTo>
                <a:lnTo>
                  <a:pt x="2" y="3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  <a:lnTo>
                  <a:pt x="3" y="3"/>
                </a:lnTo>
                <a:lnTo>
                  <a:pt x="5" y="3"/>
                </a:lnTo>
                <a:lnTo>
                  <a:pt x="3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7" name=""/>
          <p:cNvSpPr/>
          <p:nvPr/>
        </p:nvSpPr>
        <p:spPr>
          <a:xfrm>
            <a:off x="6680160" y="208044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3" y="0"/>
                </a:move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4" y="6"/>
                </a:lnTo>
                <a:lnTo>
                  <a:pt x="3" y="6"/>
                </a:lnTo>
                <a:lnTo>
                  <a:pt x="3" y="4"/>
                </a:lnTo>
                <a:lnTo>
                  <a:pt x="2" y="4"/>
                </a:lnTo>
                <a:lnTo>
                  <a:pt x="2" y="6"/>
                </a:ln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8" name=""/>
          <p:cNvSpPr/>
          <p:nvPr/>
        </p:nvSpPr>
        <p:spPr>
          <a:xfrm>
            <a:off x="6654960" y="20768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2"/>
                </a:move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9" name=""/>
          <p:cNvSpPr/>
          <p:nvPr/>
        </p:nvSpPr>
        <p:spPr>
          <a:xfrm>
            <a:off x="6634800" y="207144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0"/>
                </a:move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0" name=""/>
          <p:cNvSpPr/>
          <p:nvPr/>
        </p:nvSpPr>
        <p:spPr>
          <a:xfrm>
            <a:off x="6683040" y="20710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1" name=""/>
          <p:cNvSpPr/>
          <p:nvPr/>
        </p:nvSpPr>
        <p:spPr>
          <a:xfrm>
            <a:off x="6685560" y="2070360"/>
            <a:ext cx="4320" cy="3960"/>
          </a:xfrm>
          <a:custGeom>
            <a:avLst/>
            <a:gdLst/>
            <a:ahLst/>
            <a:rect l="0" t="0" r="r" b="b"/>
            <a:pathLst>
              <a:path fill="none" w="12" h="11">
                <a:moveTo>
                  <a:pt x="6" y="0"/>
                </a:move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8" y="0"/>
                </a:lnTo>
                <a:lnTo>
                  <a:pt x="8" y="1"/>
                </a:lnTo>
                <a:lnTo>
                  <a:pt x="9" y="1"/>
                </a:lnTo>
                <a:lnTo>
                  <a:pt x="10" y="1"/>
                </a:lnTo>
                <a:lnTo>
                  <a:pt x="12" y="1"/>
                </a:lnTo>
                <a:lnTo>
                  <a:pt x="12" y="2"/>
                </a:lnTo>
                <a:lnTo>
                  <a:pt x="10" y="2"/>
                </a:lnTo>
                <a:lnTo>
                  <a:pt x="10" y="3"/>
                </a:lnTo>
                <a:lnTo>
                  <a:pt x="12" y="3"/>
                </a:lnTo>
                <a:lnTo>
                  <a:pt x="10" y="3"/>
                </a:lnTo>
                <a:lnTo>
                  <a:pt x="12" y="3"/>
                </a:lnTo>
                <a:lnTo>
                  <a:pt x="12" y="5"/>
                </a:lnTo>
                <a:lnTo>
                  <a:pt x="10" y="5"/>
                </a:lnTo>
                <a:lnTo>
                  <a:pt x="9" y="5"/>
                </a:lnTo>
                <a:lnTo>
                  <a:pt x="9" y="6"/>
                </a:ln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lnTo>
                  <a:pt x="8" y="9"/>
                </a:lnTo>
                <a:lnTo>
                  <a:pt x="7" y="9"/>
                </a:lnTo>
                <a:lnTo>
                  <a:pt x="8" y="9"/>
                </a:lnTo>
                <a:lnTo>
                  <a:pt x="7" y="9"/>
                </a:lnTo>
                <a:lnTo>
                  <a:pt x="7" y="10"/>
                </a:lnTo>
                <a:lnTo>
                  <a:pt x="8" y="10"/>
                </a:lnTo>
                <a:lnTo>
                  <a:pt x="7" y="10"/>
                </a:lnTo>
                <a:lnTo>
                  <a:pt x="6" y="10"/>
                </a:lnTo>
                <a:lnTo>
                  <a:pt x="6" y="11"/>
                </a:lnTo>
                <a:lnTo>
                  <a:pt x="6" y="10"/>
                </a:lnTo>
                <a:lnTo>
                  <a:pt x="6" y="11"/>
                </a:lnTo>
                <a:lnTo>
                  <a:pt x="5" y="11"/>
                </a:lnTo>
                <a:lnTo>
                  <a:pt x="5" y="10"/>
                </a:lnTo>
                <a:lnTo>
                  <a:pt x="4" y="10"/>
                </a:lnTo>
                <a:lnTo>
                  <a:pt x="3" y="10"/>
                </a:lnTo>
                <a:lnTo>
                  <a:pt x="3" y="9"/>
                </a:lnTo>
                <a:lnTo>
                  <a:pt x="2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3" y="9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0" y="7"/>
                </a:lnTo>
                <a:lnTo>
                  <a:pt x="0" y="6"/>
                </a:lnTo>
                <a:lnTo>
                  <a:pt x="2" y="6"/>
                </a:lnTo>
                <a:lnTo>
                  <a:pt x="2" y="5"/>
                </a:lnTo>
                <a:lnTo>
                  <a:pt x="3" y="5"/>
                </a:lnTo>
                <a:lnTo>
                  <a:pt x="3" y="3"/>
                </a:lnTo>
                <a:lnTo>
                  <a:pt x="4" y="3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" rIns="360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2" name=""/>
          <p:cNvSpPr/>
          <p:nvPr/>
        </p:nvSpPr>
        <p:spPr>
          <a:xfrm>
            <a:off x="6672600" y="206892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4" y="1"/>
                </a:move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3" name=""/>
          <p:cNvSpPr/>
          <p:nvPr/>
        </p:nvSpPr>
        <p:spPr>
          <a:xfrm>
            <a:off x="6630120" y="2064960"/>
            <a:ext cx="2520" cy="3600"/>
          </a:xfrm>
          <a:custGeom>
            <a:avLst/>
            <a:gdLst/>
            <a:ahLst/>
            <a:rect l="0" t="0" r="r" b="b"/>
            <a:pathLst>
              <a:path fill="none" w="7" h="10">
                <a:moveTo>
                  <a:pt x="7" y="5"/>
                </a:moveTo>
                <a:lnTo>
                  <a:pt x="5" y="7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2" y="6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2" y="10"/>
                </a:lnTo>
                <a:lnTo>
                  <a:pt x="1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0" rIns="360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4" name=""/>
          <p:cNvSpPr/>
          <p:nvPr/>
        </p:nvSpPr>
        <p:spPr>
          <a:xfrm>
            <a:off x="6680880" y="20646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4"/>
                </a:move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lnTo>
                  <a:pt x="3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5" name=""/>
          <p:cNvSpPr/>
          <p:nvPr/>
        </p:nvSpPr>
        <p:spPr>
          <a:xfrm>
            <a:off x="6674400" y="2063880"/>
            <a:ext cx="11880" cy="7920"/>
          </a:xfrm>
          <a:custGeom>
            <a:avLst/>
            <a:gdLst/>
            <a:ahLst/>
            <a:rect l="0" t="0" r="r" b="b"/>
            <a:pathLst>
              <a:path fill="none" w="33" h="22">
                <a:moveTo>
                  <a:pt x="18" y="3"/>
                </a:moveTo>
                <a:lnTo>
                  <a:pt x="19" y="4"/>
                </a:lnTo>
                <a:lnTo>
                  <a:pt x="19" y="5"/>
                </a:lnTo>
                <a:lnTo>
                  <a:pt x="20" y="5"/>
                </a:lnTo>
                <a:lnTo>
                  <a:pt x="21" y="5"/>
                </a:lnTo>
                <a:lnTo>
                  <a:pt x="23" y="5"/>
                </a:lnTo>
                <a:lnTo>
                  <a:pt x="24" y="5"/>
                </a:lnTo>
                <a:lnTo>
                  <a:pt x="25" y="5"/>
                </a:lnTo>
                <a:lnTo>
                  <a:pt x="25" y="4"/>
                </a:lnTo>
                <a:lnTo>
                  <a:pt x="26" y="3"/>
                </a:lnTo>
                <a:lnTo>
                  <a:pt x="27" y="3"/>
                </a:lnTo>
                <a:lnTo>
                  <a:pt x="28" y="2"/>
                </a:lnTo>
                <a:lnTo>
                  <a:pt x="29" y="2"/>
                </a:lnTo>
                <a:lnTo>
                  <a:pt x="30" y="2"/>
                </a:lnTo>
                <a:lnTo>
                  <a:pt x="30" y="3"/>
                </a:lnTo>
                <a:lnTo>
                  <a:pt x="31" y="3"/>
                </a:lnTo>
                <a:lnTo>
                  <a:pt x="32" y="3"/>
                </a:lnTo>
                <a:lnTo>
                  <a:pt x="32" y="4"/>
                </a:lnTo>
                <a:lnTo>
                  <a:pt x="33" y="4"/>
                </a:lnTo>
                <a:lnTo>
                  <a:pt x="33" y="5"/>
                </a:lnTo>
                <a:lnTo>
                  <a:pt x="32" y="5"/>
                </a:lnTo>
                <a:lnTo>
                  <a:pt x="32" y="6"/>
                </a:lnTo>
                <a:lnTo>
                  <a:pt x="32" y="7"/>
                </a:lnTo>
                <a:lnTo>
                  <a:pt x="32" y="8"/>
                </a:lnTo>
                <a:lnTo>
                  <a:pt x="32" y="9"/>
                </a:lnTo>
                <a:lnTo>
                  <a:pt x="31" y="10"/>
                </a:lnTo>
                <a:lnTo>
                  <a:pt x="31" y="12"/>
                </a:lnTo>
                <a:lnTo>
                  <a:pt x="30" y="12"/>
                </a:lnTo>
                <a:lnTo>
                  <a:pt x="30" y="13"/>
                </a:lnTo>
                <a:lnTo>
                  <a:pt x="30" y="14"/>
                </a:lnTo>
                <a:lnTo>
                  <a:pt x="30" y="16"/>
                </a:lnTo>
                <a:lnTo>
                  <a:pt x="30" y="18"/>
                </a:lnTo>
                <a:lnTo>
                  <a:pt x="30" y="19"/>
                </a:lnTo>
                <a:lnTo>
                  <a:pt x="30" y="21"/>
                </a:lnTo>
                <a:lnTo>
                  <a:pt x="29" y="22"/>
                </a:lnTo>
                <a:lnTo>
                  <a:pt x="28" y="22"/>
                </a:lnTo>
                <a:lnTo>
                  <a:pt x="28" y="21"/>
                </a:lnTo>
                <a:lnTo>
                  <a:pt x="28" y="20"/>
                </a:lnTo>
                <a:lnTo>
                  <a:pt x="27" y="20"/>
                </a:lnTo>
                <a:lnTo>
                  <a:pt x="27" y="19"/>
                </a:lnTo>
                <a:lnTo>
                  <a:pt x="28" y="18"/>
                </a:lnTo>
                <a:lnTo>
                  <a:pt x="27" y="16"/>
                </a:lnTo>
                <a:lnTo>
                  <a:pt x="27" y="18"/>
                </a:lnTo>
                <a:lnTo>
                  <a:pt x="27" y="16"/>
                </a:lnTo>
                <a:lnTo>
                  <a:pt x="26" y="16"/>
                </a:lnTo>
                <a:lnTo>
                  <a:pt x="26" y="15"/>
                </a:lnTo>
                <a:lnTo>
                  <a:pt x="25" y="15"/>
                </a:lnTo>
                <a:lnTo>
                  <a:pt x="25" y="14"/>
                </a:lnTo>
                <a:lnTo>
                  <a:pt x="24" y="13"/>
                </a:lnTo>
                <a:lnTo>
                  <a:pt x="24" y="12"/>
                </a:lnTo>
                <a:lnTo>
                  <a:pt x="23" y="12"/>
                </a:lnTo>
                <a:lnTo>
                  <a:pt x="22" y="12"/>
                </a:lnTo>
                <a:lnTo>
                  <a:pt x="21" y="12"/>
                </a:lnTo>
                <a:lnTo>
                  <a:pt x="20" y="12"/>
                </a:lnTo>
                <a:lnTo>
                  <a:pt x="19" y="12"/>
                </a:lnTo>
                <a:lnTo>
                  <a:pt x="19" y="11"/>
                </a:lnTo>
                <a:lnTo>
                  <a:pt x="18" y="11"/>
                </a:lnTo>
                <a:lnTo>
                  <a:pt x="17" y="11"/>
                </a:lnTo>
                <a:lnTo>
                  <a:pt x="17" y="12"/>
                </a:lnTo>
                <a:lnTo>
                  <a:pt x="16" y="12"/>
                </a:lnTo>
                <a:lnTo>
                  <a:pt x="15" y="12"/>
                </a:lnTo>
                <a:lnTo>
                  <a:pt x="13" y="12"/>
                </a:lnTo>
                <a:lnTo>
                  <a:pt x="11" y="12"/>
                </a:lnTo>
                <a:lnTo>
                  <a:pt x="10" y="12"/>
                </a:lnTo>
                <a:lnTo>
                  <a:pt x="9" y="13"/>
                </a:lnTo>
                <a:lnTo>
                  <a:pt x="8" y="13"/>
                </a:lnTo>
                <a:lnTo>
                  <a:pt x="8" y="14"/>
                </a:lnTo>
                <a:lnTo>
                  <a:pt x="7" y="14"/>
                </a:lnTo>
                <a:lnTo>
                  <a:pt x="6" y="14"/>
                </a:lnTo>
                <a:lnTo>
                  <a:pt x="6" y="15"/>
                </a:lnTo>
                <a:lnTo>
                  <a:pt x="5" y="15"/>
                </a:lnTo>
                <a:lnTo>
                  <a:pt x="4" y="15"/>
                </a:lnTo>
                <a:lnTo>
                  <a:pt x="4" y="16"/>
                </a:lnTo>
                <a:lnTo>
                  <a:pt x="3" y="16"/>
                </a:lnTo>
                <a:lnTo>
                  <a:pt x="2" y="16"/>
                </a:lnTo>
                <a:lnTo>
                  <a:pt x="1" y="16"/>
                </a:lnTo>
                <a:lnTo>
                  <a:pt x="0" y="16"/>
                </a:lnTo>
                <a:lnTo>
                  <a:pt x="1" y="16"/>
                </a:lnTo>
                <a:lnTo>
                  <a:pt x="1" y="15"/>
                </a:lnTo>
                <a:lnTo>
                  <a:pt x="0" y="15"/>
                </a:lnTo>
                <a:lnTo>
                  <a:pt x="1" y="15"/>
                </a:lnTo>
                <a:lnTo>
                  <a:pt x="1" y="14"/>
                </a:lnTo>
                <a:lnTo>
                  <a:pt x="2" y="13"/>
                </a:lnTo>
                <a:lnTo>
                  <a:pt x="2" y="12"/>
                </a:lnTo>
                <a:lnTo>
                  <a:pt x="3" y="12"/>
                </a:lnTo>
                <a:lnTo>
                  <a:pt x="3" y="10"/>
                </a:lnTo>
                <a:lnTo>
                  <a:pt x="3" y="9"/>
                </a:lnTo>
                <a:lnTo>
                  <a:pt x="5" y="8"/>
                </a:lnTo>
                <a:lnTo>
                  <a:pt x="6" y="8"/>
                </a:lnTo>
                <a:lnTo>
                  <a:pt x="7" y="8"/>
                </a:lnTo>
                <a:lnTo>
                  <a:pt x="8" y="8"/>
                </a:lnTo>
                <a:lnTo>
                  <a:pt x="7" y="8"/>
                </a:lnTo>
                <a:lnTo>
                  <a:pt x="7" y="7"/>
                </a:lnTo>
                <a:lnTo>
                  <a:pt x="7" y="6"/>
                </a:lnTo>
                <a:lnTo>
                  <a:pt x="6" y="5"/>
                </a:lnTo>
                <a:lnTo>
                  <a:pt x="7" y="5"/>
                </a:lnTo>
                <a:lnTo>
                  <a:pt x="7" y="4"/>
                </a:lnTo>
                <a:lnTo>
                  <a:pt x="7" y="3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10" y="3"/>
                </a:lnTo>
                <a:lnTo>
                  <a:pt x="11" y="3"/>
                </a:lnTo>
                <a:lnTo>
                  <a:pt x="11" y="2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3" y="2"/>
                </a:lnTo>
                <a:lnTo>
                  <a:pt x="15" y="1"/>
                </a:lnTo>
                <a:lnTo>
                  <a:pt x="16" y="1"/>
                </a:lnTo>
                <a:lnTo>
                  <a:pt x="16" y="0"/>
                </a:lnTo>
                <a:lnTo>
                  <a:pt x="17" y="1"/>
                </a:lnTo>
                <a:lnTo>
                  <a:pt x="18" y="1"/>
                </a:lnTo>
                <a:lnTo>
                  <a:pt x="18" y="2"/>
                </a:lnTo>
                <a:lnTo>
                  <a:pt x="18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6" name=""/>
          <p:cNvSpPr/>
          <p:nvPr/>
        </p:nvSpPr>
        <p:spPr>
          <a:xfrm>
            <a:off x="6679800" y="20631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7" name=""/>
          <p:cNvSpPr/>
          <p:nvPr/>
        </p:nvSpPr>
        <p:spPr>
          <a:xfrm>
            <a:off x="6680520" y="20610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8" name=""/>
          <p:cNvSpPr/>
          <p:nvPr/>
        </p:nvSpPr>
        <p:spPr>
          <a:xfrm>
            <a:off x="6684120" y="2058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9" name=""/>
          <p:cNvSpPr/>
          <p:nvPr/>
        </p:nvSpPr>
        <p:spPr>
          <a:xfrm>
            <a:off x="6681240" y="2058840"/>
            <a:ext cx="7560" cy="5760"/>
          </a:xfrm>
          <a:custGeom>
            <a:avLst/>
            <a:gdLst/>
            <a:ahLst/>
            <a:rect l="0" t="0" r="r" b="b"/>
            <a:pathLst>
              <a:path fill="none" w="21" h="16">
                <a:moveTo>
                  <a:pt x="21" y="1"/>
                </a:moveTo>
                <a:lnTo>
                  <a:pt x="21" y="2"/>
                </a:lnTo>
                <a:lnTo>
                  <a:pt x="21" y="3"/>
                </a:lnTo>
                <a:lnTo>
                  <a:pt x="20" y="4"/>
                </a:lnTo>
                <a:lnTo>
                  <a:pt x="19" y="6"/>
                </a:lnTo>
                <a:lnTo>
                  <a:pt x="18" y="7"/>
                </a:lnTo>
                <a:lnTo>
                  <a:pt x="18" y="8"/>
                </a:lnTo>
                <a:lnTo>
                  <a:pt x="18" y="9"/>
                </a:lnTo>
                <a:lnTo>
                  <a:pt x="17" y="11"/>
                </a:lnTo>
                <a:lnTo>
                  <a:pt x="17" y="12"/>
                </a:lnTo>
                <a:lnTo>
                  <a:pt x="16" y="13"/>
                </a:lnTo>
                <a:lnTo>
                  <a:pt x="16" y="15"/>
                </a:lnTo>
                <a:lnTo>
                  <a:pt x="15" y="15"/>
                </a:lnTo>
                <a:lnTo>
                  <a:pt x="13" y="16"/>
                </a:lnTo>
                <a:lnTo>
                  <a:pt x="12" y="16"/>
                </a:lnTo>
                <a:lnTo>
                  <a:pt x="10" y="15"/>
                </a:lnTo>
                <a:lnTo>
                  <a:pt x="10" y="13"/>
                </a:lnTo>
                <a:lnTo>
                  <a:pt x="12" y="13"/>
                </a:lnTo>
                <a:lnTo>
                  <a:pt x="12" y="12"/>
                </a:lnTo>
                <a:lnTo>
                  <a:pt x="10" y="11"/>
                </a:lnTo>
                <a:lnTo>
                  <a:pt x="9" y="12"/>
                </a:lnTo>
                <a:lnTo>
                  <a:pt x="9" y="11"/>
                </a:lnTo>
                <a:lnTo>
                  <a:pt x="9" y="10"/>
                </a:lnTo>
                <a:lnTo>
                  <a:pt x="9" y="9"/>
                </a:lnTo>
                <a:lnTo>
                  <a:pt x="8" y="9"/>
                </a:lnTo>
                <a:lnTo>
                  <a:pt x="9" y="9"/>
                </a:lnTo>
                <a:lnTo>
                  <a:pt x="9" y="8"/>
                </a:lnTo>
                <a:lnTo>
                  <a:pt x="8" y="8"/>
                </a:lnTo>
                <a:lnTo>
                  <a:pt x="9" y="8"/>
                </a:lnTo>
                <a:lnTo>
                  <a:pt x="9" y="7"/>
                </a:ln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7" y="7"/>
                </a:lnTo>
                <a:lnTo>
                  <a:pt x="6" y="7"/>
                </a:lnTo>
                <a:lnTo>
                  <a:pt x="6" y="8"/>
                </a:lnTo>
                <a:lnTo>
                  <a:pt x="5" y="8"/>
                </a:lnTo>
                <a:lnTo>
                  <a:pt x="4" y="8"/>
                </a:lnTo>
                <a:lnTo>
                  <a:pt x="4" y="7"/>
                </a:lnTo>
                <a:lnTo>
                  <a:pt x="3" y="7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3" y="3"/>
                </a:lnTo>
                <a:lnTo>
                  <a:pt x="4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0"/>
                </a:lnTo>
                <a:lnTo>
                  <a:pt x="8" y="1"/>
                </a:ln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9" y="4"/>
                </a:lnTo>
                <a:lnTo>
                  <a:pt x="10" y="3"/>
                </a:lnTo>
                <a:lnTo>
                  <a:pt x="12" y="2"/>
                </a:lnTo>
                <a:lnTo>
                  <a:pt x="13" y="2"/>
                </a:lnTo>
                <a:lnTo>
                  <a:pt x="14" y="2"/>
                </a:lnTo>
                <a:lnTo>
                  <a:pt x="14" y="1"/>
                </a:lnTo>
                <a:lnTo>
                  <a:pt x="16" y="1"/>
                </a:lnTo>
                <a:lnTo>
                  <a:pt x="17" y="2"/>
                </a:lnTo>
                <a:lnTo>
                  <a:pt x="18" y="2"/>
                </a:lnTo>
                <a:lnTo>
                  <a:pt x="19" y="2"/>
                </a:lnTo>
                <a:lnTo>
                  <a:pt x="20" y="1"/>
                </a:lnTo>
                <a:lnTo>
                  <a:pt x="21" y="0"/>
                </a:lnTo>
                <a:lnTo>
                  <a:pt x="2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2160" rIns="360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0" name=""/>
          <p:cNvSpPr/>
          <p:nvPr/>
        </p:nvSpPr>
        <p:spPr>
          <a:xfrm>
            <a:off x="6630120" y="2046960"/>
            <a:ext cx="1080" cy="360"/>
          </a:xfrm>
          <a:custGeom>
            <a:avLst/>
            <a:gdLst/>
            <a:ahLst/>
            <a:rect l="0" t="0" r="r" b="b"/>
            <a:pathLst>
              <a:path fill="none" w="3" h="1">
                <a:moveTo>
                  <a:pt x="3" y="1"/>
                </a:moveTo>
                <a:lnTo>
                  <a:pt x="2" y="1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1" name=""/>
          <p:cNvSpPr/>
          <p:nvPr/>
        </p:nvSpPr>
        <p:spPr>
          <a:xfrm>
            <a:off x="6709320" y="20512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2" name=""/>
          <p:cNvSpPr/>
          <p:nvPr/>
        </p:nvSpPr>
        <p:spPr>
          <a:xfrm>
            <a:off x="6704280" y="20466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3" name=""/>
          <p:cNvSpPr/>
          <p:nvPr/>
        </p:nvSpPr>
        <p:spPr>
          <a:xfrm>
            <a:off x="6614640" y="20415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1"/>
                </a:moveTo>
                <a:lnTo>
                  <a:pt x="3" y="3"/>
                </a:lnTo>
                <a:lnTo>
                  <a:pt x="2" y="3"/>
                </a:lnTo>
                <a:lnTo>
                  <a:pt x="0" y="4"/>
                </a:lnTo>
                <a:lnTo>
                  <a:pt x="2" y="1"/>
                </a:lnTo>
                <a:lnTo>
                  <a:pt x="2" y="3"/>
                </a:lnTo>
                <a:lnTo>
                  <a:pt x="3" y="0"/>
                </a:lnTo>
                <a:lnTo>
                  <a:pt x="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4" name=""/>
          <p:cNvSpPr/>
          <p:nvPr/>
        </p:nvSpPr>
        <p:spPr>
          <a:xfrm>
            <a:off x="6628320" y="20408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0" y="2"/>
                </a:lnTo>
                <a:lnTo>
                  <a:pt x="3" y="1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5" name=""/>
          <p:cNvSpPr/>
          <p:nvPr/>
        </p:nvSpPr>
        <p:spPr>
          <a:xfrm>
            <a:off x="6602040" y="2039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6" name=""/>
          <p:cNvSpPr/>
          <p:nvPr/>
        </p:nvSpPr>
        <p:spPr>
          <a:xfrm>
            <a:off x="6629760" y="203976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7" name=""/>
          <p:cNvSpPr/>
          <p:nvPr/>
        </p:nvSpPr>
        <p:spPr>
          <a:xfrm>
            <a:off x="6601680" y="2038680"/>
            <a:ext cx="2520" cy="5760"/>
          </a:xfrm>
          <a:custGeom>
            <a:avLst/>
            <a:gdLst/>
            <a:ahLst/>
            <a:rect l="0" t="0" r="r" b="b"/>
            <a:pathLst>
              <a:path fill="none" w="7" h="16">
                <a:moveTo>
                  <a:pt x="6" y="2"/>
                </a:move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4" y="6"/>
                </a:lnTo>
                <a:lnTo>
                  <a:pt x="5" y="7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10"/>
                </a:lnTo>
                <a:lnTo>
                  <a:pt x="4" y="12"/>
                </a:lnTo>
                <a:lnTo>
                  <a:pt x="3" y="11"/>
                </a:lnTo>
                <a:lnTo>
                  <a:pt x="2" y="11"/>
                </a:lnTo>
                <a:lnTo>
                  <a:pt x="2" y="12"/>
                </a:lnTo>
                <a:lnTo>
                  <a:pt x="3" y="13"/>
                </a:lnTo>
                <a:lnTo>
                  <a:pt x="4" y="13"/>
                </a:lnTo>
                <a:lnTo>
                  <a:pt x="3" y="16"/>
                </a:lnTo>
                <a:lnTo>
                  <a:pt x="2" y="15"/>
                </a:lnTo>
                <a:lnTo>
                  <a:pt x="0" y="12"/>
                </a:lnTo>
                <a:lnTo>
                  <a:pt x="0" y="10"/>
                </a:lnTo>
                <a:lnTo>
                  <a:pt x="0" y="9"/>
                </a:lnTo>
                <a:lnTo>
                  <a:pt x="0" y="8"/>
                </a:lnTo>
                <a:lnTo>
                  <a:pt x="2" y="7"/>
                </a:lnTo>
                <a:lnTo>
                  <a:pt x="2" y="6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5" y="0"/>
                </a:lnTo>
                <a:lnTo>
                  <a:pt x="5" y="1"/>
                </a:lnTo>
                <a:lnTo>
                  <a:pt x="6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2160" rIns="360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8" name=""/>
          <p:cNvSpPr/>
          <p:nvPr/>
        </p:nvSpPr>
        <p:spPr>
          <a:xfrm>
            <a:off x="6601680" y="20376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9" name=""/>
          <p:cNvSpPr/>
          <p:nvPr/>
        </p:nvSpPr>
        <p:spPr>
          <a:xfrm>
            <a:off x="6621480" y="203688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0" name=""/>
          <p:cNvSpPr/>
          <p:nvPr/>
        </p:nvSpPr>
        <p:spPr>
          <a:xfrm>
            <a:off x="6611040" y="203616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2" y="0"/>
                </a:moveTo>
                <a:lnTo>
                  <a:pt x="3" y="2"/>
                </a:ln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1" name=""/>
          <p:cNvSpPr/>
          <p:nvPr/>
        </p:nvSpPr>
        <p:spPr>
          <a:xfrm>
            <a:off x="6747120" y="2043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2" name=""/>
          <p:cNvSpPr/>
          <p:nvPr/>
        </p:nvSpPr>
        <p:spPr>
          <a:xfrm>
            <a:off x="6610680" y="2035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3" name=""/>
          <p:cNvSpPr/>
          <p:nvPr/>
        </p:nvSpPr>
        <p:spPr>
          <a:xfrm>
            <a:off x="6610680" y="20350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1"/>
                </a:moveTo>
                <a:lnTo>
                  <a:pt x="1" y="3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4" name=""/>
          <p:cNvSpPr/>
          <p:nvPr/>
        </p:nvSpPr>
        <p:spPr>
          <a:xfrm>
            <a:off x="6610680" y="2034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5" name=""/>
          <p:cNvSpPr/>
          <p:nvPr/>
        </p:nvSpPr>
        <p:spPr>
          <a:xfrm>
            <a:off x="6745680" y="2041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6" name=""/>
          <p:cNvSpPr/>
          <p:nvPr/>
        </p:nvSpPr>
        <p:spPr>
          <a:xfrm>
            <a:off x="6770520" y="20430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4"/>
                </a:moveTo>
                <a:lnTo>
                  <a:pt x="0" y="4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7" name=""/>
          <p:cNvSpPr/>
          <p:nvPr/>
        </p:nvSpPr>
        <p:spPr>
          <a:xfrm>
            <a:off x="6762240" y="204228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5" y="2"/>
                </a:move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8" name=""/>
          <p:cNvSpPr/>
          <p:nvPr/>
        </p:nvSpPr>
        <p:spPr>
          <a:xfrm>
            <a:off x="6744960" y="2040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9" name=""/>
          <p:cNvSpPr/>
          <p:nvPr/>
        </p:nvSpPr>
        <p:spPr>
          <a:xfrm>
            <a:off x="6765120" y="20419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0" name=""/>
          <p:cNvSpPr/>
          <p:nvPr/>
        </p:nvSpPr>
        <p:spPr>
          <a:xfrm>
            <a:off x="6733440" y="2039400"/>
            <a:ext cx="8280" cy="5040"/>
          </a:xfrm>
          <a:custGeom>
            <a:avLst/>
            <a:gdLst/>
            <a:ahLst/>
            <a:rect l="0" t="0" r="r" b="b"/>
            <a:pathLst>
              <a:path fill="none" w="23" h="14">
                <a:moveTo>
                  <a:pt x="14" y="1"/>
                </a:moveTo>
                <a:lnTo>
                  <a:pt x="14" y="2"/>
                </a:lnTo>
                <a:lnTo>
                  <a:pt x="15" y="3"/>
                </a:lnTo>
                <a:lnTo>
                  <a:pt x="15" y="2"/>
                </a:lnTo>
                <a:lnTo>
                  <a:pt x="16" y="2"/>
                </a:lnTo>
                <a:lnTo>
                  <a:pt x="16" y="1"/>
                </a:lnTo>
                <a:lnTo>
                  <a:pt x="17" y="1"/>
                </a:lnTo>
                <a:lnTo>
                  <a:pt x="17" y="2"/>
                </a:lnTo>
                <a:lnTo>
                  <a:pt x="18" y="3"/>
                </a:lnTo>
                <a:lnTo>
                  <a:pt x="19" y="2"/>
                </a:lnTo>
                <a:lnTo>
                  <a:pt x="18" y="2"/>
                </a:lnTo>
                <a:lnTo>
                  <a:pt x="19" y="2"/>
                </a:lnTo>
                <a:lnTo>
                  <a:pt x="19" y="1"/>
                </a:lnTo>
                <a:lnTo>
                  <a:pt x="20" y="1"/>
                </a:lnTo>
                <a:lnTo>
                  <a:pt x="21" y="2"/>
                </a:lnTo>
                <a:lnTo>
                  <a:pt x="22" y="2"/>
                </a:lnTo>
                <a:lnTo>
                  <a:pt x="23" y="3"/>
                </a:lnTo>
                <a:lnTo>
                  <a:pt x="23" y="4"/>
                </a:lnTo>
                <a:lnTo>
                  <a:pt x="22" y="4"/>
                </a:lnTo>
                <a:lnTo>
                  <a:pt x="22" y="5"/>
                </a:lnTo>
                <a:lnTo>
                  <a:pt x="22" y="6"/>
                </a:lnTo>
                <a:lnTo>
                  <a:pt x="21" y="5"/>
                </a:lnTo>
                <a:lnTo>
                  <a:pt x="20" y="5"/>
                </a:lnTo>
                <a:lnTo>
                  <a:pt x="19" y="6"/>
                </a:lnTo>
                <a:lnTo>
                  <a:pt x="18" y="6"/>
                </a:lnTo>
                <a:lnTo>
                  <a:pt x="18" y="7"/>
                </a:lnTo>
                <a:lnTo>
                  <a:pt x="17" y="7"/>
                </a:lnTo>
                <a:lnTo>
                  <a:pt x="16" y="7"/>
                </a:lnTo>
                <a:lnTo>
                  <a:pt x="15" y="7"/>
                </a:lnTo>
                <a:lnTo>
                  <a:pt x="15" y="6"/>
                </a:lnTo>
                <a:lnTo>
                  <a:pt x="14" y="6"/>
                </a:lnTo>
                <a:lnTo>
                  <a:pt x="13" y="7"/>
                </a:lnTo>
                <a:lnTo>
                  <a:pt x="12" y="7"/>
                </a:lnTo>
                <a:lnTo>
                  <a:pt x="11" y="8"/>
                </a:lnTo>
                <a:lnTo>
                  <a:pt x="10" y="8"/>
                </a:lnTo>
                <a:lnTo>
                  <a:pt x="10" y="9"/>
                </a:lnTo>
                <a:lnTo>
                  <a:pt x="9" y="11"/>
                </a:lnTo>
                <a:lnTo>
                  <a:pt x="8" y="11"/>
                </a:lnTo>
                <a:lnTo>
                  <a:pt x="8" y="12"/>
                </a:lnTo>
                <a:lnTo>
                  <a:pt x="6" y="12"/>
                </a:lnTo>
                <a:lnTo>
                  <a:pt x="6" y="13"/>
                </a:lnTo>
                <a:lnTo>
                  <a:pt x="5" y="13"/>
                </a:lnTo>
                <a:lnTo>
                  <a:pt x="5" y="12"/>
                </a:lnTo>
                <a:lnTo>
                  <a:pt x="4" y="12"/>
                </a:lnTo>
                <a:lnTo>
                  <a:pt x="3" y="12"/>
                </a:lnTo>
                <a:lnTo>
                  <a:pt x="2" y="13"/>
                </a:lnTo>
                <a:lnTo>
                  <a:pt x="1" y="13"/>
                </a:lnTo>
                <a:lnTo>
                  <a:pt x="1" y="14"/>
                </a:lnTo>
                <a:lnTo>
                  <a:pt x="0" y="14"/>
                </a:lnTo>
                <a:lnTo>
                  <a:pt x="0" y="13"/>
                </a:lnTo>
                <a:lnTo>
                  <a:pt x="0" y="12"/>
                </a:lnTo>
                <a:lnTo>
                  <a:pt x="1" y="12"/>
                </a:lnTo>
                <a:lnTo>
                  <a:pt x="2" y="12"/>
                </a:lnTo>
                <a:lnTo>
                  <a:pt x="2" y="11"/>
                </a:lnTo>
                <a:lnTo>
                  <a:pt x="2" y="9"/>
                </a:lnTo>
                <a:lnTo>
                  <a:pt x="1" y="9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4" y="8"/>
                </a:lnTo>
                <a:lnTo>
                  <a:pt x="4" y="7"/>
                </a:lnTo>
                <a:lnTo>
                  <a:pt x="5" y="7"/>
                </a:lnTo>
                <a:lnTo>
                  <a:pt x="5" y="6"/>
                </a:lnTo>
                <a:lnTo>
                  <a:pt x="5" y="5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3" y="3"/>
                </a:lnTo>
                <a:lnTo>
                  <a:pt x="3" y="2"/>
                </a:ln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8" y="3"/>
                </a:lnTo>
                <a:lnTo>
                  <a:pt x="8" y="2"/>
                </a:lnTo>
                <a:lnTo>
                  <a:pt x="9" y="2"/>
                </a:lnTo>
                <a:lnTo>
                  <a:pt x="10" y="3"/>
                </a:lnTo>
                <a:lnTo>
                  <a:pt x="10" y="2"/>
                </a:lnTo>
                <a:lnTo>
                  <a:pt x="11" y="1"/>
                </a:lnTo>
                <a:lnTo>
                  <a:pt x="12" y="1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1440" rIns="360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1" name=""/>
          <p:cNvSpPr/>
          <p:nvPr/>
        </p:nvSpPr>
        <p:spPr>
          <a:xfrm>
            <a:off x="6765480" y="204156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2" name=""/>
          <p:cNvSpPr/>
          <p:nvPr/>
        </p:nvSpPr>
        <p:spPr>
          <a:xfrm>
            <a:off x="6773040" y="204156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3" y="0"/>
                </a:moveTo>
                <a:lnTo>
                  <a:pt x="5" y="0"/>
                </a:lnTo>
                <a:lnTo>
                  <a:pt x="6" y="1"/>
                </a:ln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3" name=""/>
          <p:cNvSpPr/>
          <p:nvPr/>
        </p:nvSpPr>
        <p:spPr>
          <a:xfrm>
            <a:off x="6733800" y="20379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1"/>
                </a:moveTo>
                <a:lnTo>
                  <a:pt x="2" y="3"/>
                </a:lnTo>
                <a:lnTo>
                  <a:pt x="2" y="4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4" name=""/>
          <p:cNvSpPr/>
          <p:nvPr/>
        </p:nvSpPr>
        <p:spPr>
          <a:xfrm>
            <a:off x="6732720" y="203760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2" y="1"/>
                </a:move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5" name=""/>
          <p:cNvSpPr/>
          <p:nvPr/>
        </p:nvSpPr>
        <p:spPr>
          <a:xfrm>
            <a:off x="6611040" y="202968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6" y="1"/>
                </a:moveTo>
                <a:lnTo>
                  <a:pt x="5" y="2"/>
                </a:lnTo>
                <a:lnTo>
                  <a:pt x="3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1" y="6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6" name=""/>
          <p:cNvSpPr/>
          <p:nvPr/>
        </p:nvSpPr>
        <p:spPr>
          <a:xfrm>
            <a:off x="6733440" y="2036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7" name=""/>
          <p:cNvSpPr/>
          <p:nvPr/>
        </p:nvSpPr>
        <p:spPr>
          <a:xfrm>
            <a:off x="6756840" y="203832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2"/>
                </a:moveTo>
                <a:lnTo>
                  <a:pt x="4" y="3"/>
                </a:lnTo>
                <a:lnTo>
                  <a:pt x="4" y="5"/>
                </a:lnTo>
                <a:lnTo>
                  <a:pt x="4" y="6"/>
                </a:lnTo>
                <a:lnTo>
                  <a:pt x="2" y="6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8" name=""/>
          <p:cNvSpPr/>
          <p:nvPr/>
        </p:nvSpPr>
        <p:spPr>
          <a:xfrm>
            <a:off x="6733440" y="2036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9" name=""/>
          <p:cNvSpPr/>
          <p:nvPr/>
        </p:nvSpPr>
        <p:spPr>
          <a:xfrm>
            <a:off x="6760440" y="2037240"/>
            <a:ext cx="5760" cy="5760"/>
          </a:xfrm>
          <a:custGeom>
            <a:avLst/>
            <a:gdLst/>
            <a:ahLst/>
            <a:rect l="0" t="0" r="r" b="b"/>
            <a:pathLst>
              <a:path fill="none" w="16" h="16">
                <a:moveTo>
                  <a:pt x="15" y="1"/>
                </a:moveTo>
                <a:lnTo>
                  <a:pt x="15" y="0"/>
                </a:lnTo>
                <a:lnTo>
                  <a:pt x="15" y="1"/>
                </a:lnTo>
                <a:lnTo>
                  <a:pt x="16" y="1"/>
                </a:lnTo>
                <a:lnTo>
                  <a:pt x="16" y="2"/>
                </a:lnTo>
                <a:lnTo>
                  <a:pt x="16" y="3"/>
                </a:lnTo>
                <a:lnTo>
                  <a:pt x="16" y="5"/>
                </a:lnTo>
                <a:lnTo>
                  <a:pt x="15" y="5"/>
                </a:lnTo>
                <a:lnTo>
                  <a:pt x="14" y="5"/>
                </a:lnTo>
                <a:lnTo>
                  <a:pt x="13" y="6"/>
                </a:lnTo>
                <a:lnTo>
                  <a:pt x="13" y="7"/>
                </a:lnTo>
                <a:lnTo>
                  <a:pt x="13" y="8"/>
                </a:lnTo>
                <a:lnTo>
                  <a:pt x="12" y="8"/>
                </a:lnTo>
                <a:lnTo>
                  <a:pt x="13" y="9"/>
                </a:lnTo>
                <a:lnTo>
                  <a:pt x="14" y="10"/>
                </a:lnTo>
                <a:lnTo>
                  <a:pt x="15" y="10"/>
                </a:lnTo>
                <a:lnTo>
                  <a:pt x="15" y="11"/>
                </a:lnTo>
                <a:lnTo>
                  <a:pt x="14" y="11"/>
                </a:lnTo>
                <a:lnTo>
                  <a:pt x="13" y="10"/>
                </a:lnTo>
                <a:lnTo>
                  <a:pt x="12" y="11"/>
                </a:lnTo>
                <a:lnTo>
                  <a:pt x="12" y="12"/>
                </a:lnTo>
                <a:lnTo>
                  <a:pt x="11" y="12"/>
                </a:lnTo>
                <a:lnTo>
                  <a:pt x="11" y="14"/>
                </a:lnTo>
                <a:lnTo>
                  <a:pt x="11" y="13"/>
                </a:lnTo>
                <a:lnTo>
                  <a:pt x="10" y="13"/>
                </a:lnTo>
                <a:lnTo>
                  <a:pt x="8" y="13"/>
                </a:lnTo>
                <a:lnTo>
                  <a:pt x="8" y="14"/>
                </a:lnTo>
                <a:lnTo>
                  <a:pt x="7" y="14"/>
                </a:lnTo>
                <a:lnTo>
                  <a:pt x="7" y="13"/>
                </a:lnTo>
                <a:lnTo>
                  <a:pt x="8" y="13"/>
                </a:lnTo>
                <a:lnTo>
                  <a:pt x="7" y="13"/>
                </a:lnTo>
                <a:lnTo>
                  <a:pt x="6" y="13"/>
                </a:lnTo>
                <a:lnTo>
                  <a:pt x="6" y="12"/>
                </a:lnTo>
                <a:lnTo>
                  <a:pt x="5" y="12"/>
                </a:lnTo>
                <a:lnTo>
                  <a:pt x="4" y="12"/>
                </a:lnTo>
                <a:lnTo>
                  <a:pt x="4" y="13"/>
                </a:lnTo>
                <a:lnTo>
                  <a:pt x="3" y="13"/>
                </a:lnTo>
                <a:lnTo>
                  <a:pt x="2" y="13"/>
                </a:lnTo>
                <a:lnTo>
                  <a:pt x="2" y="14"/>
                </a:lnTo>
                <a:lnTo>
                  <a:pt x="2" y="15"/>
                </a:lnTo>
                <a:lnTo>
                  <a:pt x="3" y="15"/>
                </a:lnTo>
                <a:lnTo>
                  <a:pt x="4" y="16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1" y="15"/>
                </a:lnTo>
                <a:lnTo>
                  <a:pt x="1" y="16"/>
                </a:lnTo>
                <a:lnTo>
                  <a:pt x="0" y="16"/>
                </a:lnTo>
                <a:lnTo>
                  <a:pt x="0" y="15"/>
                </a:lnTo>
                <a:lnTo>
                  <a:pt x="1" y="15"/>
                </a:lnTo>
                <a:lnTo>
                  <a:pt x="1" y="14"/>
                </a:lnTo>
                <a:lnTo>
                  <a:pt x="0" y="14"/>
                </a:lnTo>
                <a:lnTo>
                  <a:pt x="1" y="14"/>
                </a:lnTo>
                <a:lnTo>
                  <a:pt x="1" y="13"/>
                </a:lnTo>
                <a:lnTo>
                  <a:pt x="0" y="13"/>
                </a:lnTo>
                <a:lnTo>
                  <a:pt x="1" y="12"/>
                </a:lnTo>
                <a:lnTo>
                  <a:pt x="1" y="11"/>
                </a:lnTo>
                <a:lnTo>
                  <a:pt x="2" y="10"/>
                </a:lnTo>
                <a:lnTo>
                  <a:pt x="2" y="11"/>
                </a:lnTo>
                <a:lnTo>
                  <a:pt x="3" y="11"/>
                </a:lnTo>
                <a:lnTo>
                  <a:pt x="2" y="11"/>
                </a:lnTo>
                <a:lnTo>
                  <a:pt x="3" y="11"/>
                </a:lnTo>
                <a:lnTo>
                  <a:pt x="4" y="10"/>
                </a:lnTo>
                <a:lnTo>
                  <a:pt x="5" y="10"/>
                </a:lnTo>
                <a:lnTo>
                  <a:pt x="5" y="9"/>
                </a:lnTo>
                <a:lnTo>
                  <a:pt x="5" y="8"/>
                </a:lnTo>
                <a:lnTo>
                  <a:pt x="4" y="8"/>
                </a:lnTo>
                <a:lnTo>
                  <a:pt x="4" y="7"/>
                </a:lnTo>
                <a:lnTo>
                  <a:pt x="5" y="7"/>
                </a:lnTo>
                <a:lnTo>
                  <a:pt x="5" y="6"/>
                </a:lnTo>
                <a:lnTo>
                  <a:pt x="7" y="6"/>
                </a:lnTo>
                <a:lnTo>
                  <a:pt x="7" y="5"/>
                </a:lnTo>
                <a:lnTo>
                  <a:pt x="7" y="3"/>
                </a:lnTo>
                <a:lnTo>
                  <a:pt x="10" y="1"/>
                </a:lnTo>
                <a:lnTo>
                  <a:pt x="11" y="1"/>
                </a:lnTo>
                <a:lnTo>
                  <a:pt x="11" y="2"/>
                </a:lnTo>
                <a:lnTo>
                  <a:pt x="12" y="2"/>
                </a:lnTo>
                <a:lnTo>
                  <a:pt x="12" y="1"/>
                </a:lnTo>
                <a:lnTo>
                  <a:pt x="13" y="1"/>
                </a:lnTo>
                <a:lnTo>
                  <a:pt x="13" y="0"/>
                </a:lnTo>
                <a:lnTo>
                  <a:pt x="14" y="0"/>
                </a:lnTo>
                <a:lnTo>
                  <a:pt x="14" y="1"/>
                </a:lnTo>
                <a:lnTo>
                  <a:pt x="1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2160" rIns="360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0" name=""/>
          <p:cNvSpPr/>
          <p:nvPr/>
        </p:nvSpPr>
        <p:spPr>
          <a:xfrm>
            <a:off x="6766200" y="20372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1" name=""/>
          <p:cNvSpPr/>
          <p:nvPr/>
        </p:nvSpPr>
        <p:spPr>
          <a:xfrm>
            <a:off x="6767280" y="2034720"/>
            <a:ext cx="6840" cy="9360"/>
          </a:xfrm>
          <a:custGeom>
            <a:avLst/>
            <a:gdLst/>
            <a:ahLst/>
            <a:rect l="0" t="0" r="r" b="b"/>
            <a:pathLst>
              <a:path fill="none" w="19" h="26">
                <a:moveTo>
                  <a:pt x="16" y="0"/>
                </a:moveTo>
                <a:lnTo>
                  <a:pt x="17" y="0"/>
                </a:lnTo>
                <a:lnTo>
                  <a:pt x="18" y="0"/>
                </a:lnTo>
                <a:lnTo>
                  <a:pt x="19" y="0"/>
                </a:lnTo>
                <a:lnTo>
                  <a:pt x="18" y="1"/>
                </a:lnTo>
                <a:lnTo>
                  <a:pt x="19" y="1"/>
                </a:lnTo>
                <a:lnTo>
                  <a:pt x="19" y="2"/>
                </a:lnTo>
                <a:lnTo>
                  <a:pt x="18" y="3"/>
                </a:lnTo>
                <a:lnTo>
                  <a:pt x="18" y="4"/>
                </a:lnTo>
                <a:lnTo>
                  <a:pt x="17" y="4"/>
                </a:lnTo>
                <a:lnTo>
                  <a:pt x="16" y="4"/>
                </a:lnTo>
                <a:lnTo>
                  <a:pt x="15" y="4"/>
                </a:lnTo>
                <a:lnTo>
                  <a:pt x="14" y="4"/>
                </a:lnTo>
                <a:lnTo>
                  <a:pt x="14" y="5"/>
                </a:lnTo>
                <a:lnTo>
                  <a:pt x="12" y="5"/>
                </a:lnTo>
                <a:lnTo>
                  <a:pt x="12" y="6"/>
                </a:lnTo>
                <a:lnTo>
                  <a:pt x="11" y="7"/>
                </a:lnTo>
                <a:lnTo>
                  <a:pt x="12" y="7"/>
                </a:lnTo>
                <a:lnTo>
                  <a:pt x="11" y="8"/>
                </a:lnTo>
                <a:lnTo>
                  <a:pt x="10" y="9"/>
                </a:lnTo>
                <a:lnTo>
                  <a:pt x="10" y="10"/>
                </a:lnTo>
                <a:lnTo>
                  <a:pt x="10" y="11"/>
                </a:lnTo>
                <a:lnTo>
                  <a:pt x="10" y="12"/>
                </a:lnTo>
                <a:lnTo>
                  <a:pt x="11" y="12"/>
                </a:lnTo>
                <a:lnTo>
                  <a:pt x="11" y="13"/>
                </a:lnTo>
                <a:lnTo>
                  <a:pt x="12" y="13"/>
                </a:lnTo>
                <a:lnTo>
                  <a:pt x="12" y="14"/>
                </a:lnTo>
                <a:lnTo>
                  <a:pt x="11" y="15"/>
                </a:lnTo>
                <a:lnTo>
                  <a:pt x="10" y="16"/>
                </a:lnTo>
                <a:lnTo>
                  <a:pt x="10" y="17"/>
                </a:lnTo>
                <a:lnTo>
                  <a:pt x="9" y="17"/>
                </a:lnTo>
                <a:lnTo>
                  <a:pt x="9" y="18"/>
                </a:lnTo>
                <a:lnTo>
                  <a:pt x="9" y="19"/>
                </a:lnTo>
                <a:lnTo>
                  <a:pt x="9" y="20"/>
                </a:lnTo>
                <a:lnTo>
                  <a:pt x="10" y="20"/>
                </a:lnTo>
                <a:lnTo>
                  <a:pt x="10" y="21"/>
                </a:lnTo>
                <a:lnTo>
                  <a:pt x="11" y="21"/>
                </a:lnTo>
                <a:lnTo>
                  <a:pt x="11" y="22"/>
                </a:lnTo>
                <a:lnTo>
                  <a:pt x="11" y="23"/>
                </a:lnTo>
                <a:lnTo>
                  <a:pt x="10" y="23"/>
                </a:lnTo>
                <a:lnTo>
                  <a:pt x="9" y="25"/>
                </a:lnTo>
                <a:lnTo>
                  <a:pt x="8" y="25"/>
                </a:lnTo>
                <a:lnTo>
                  <a:pt x="7" y="26"/>
                </a:lnTo>
                <a:lnTo>
                  <a:pt x="7" y="25"/>
                </a:lnTo>
                <a:lnTo>
                  <a:pt x="6" y="25"/>
                </a:lnTo>
                <a:lnTo>
                  <a:pt x="7" y="23"/>
                </a:lnTo>
                <a:lnTo>
                  <a:pt x="7" y="22"/>
                </a:lnTo>
                <a:lnTo>
                  <a:pt x="6" y="22"/>
                </a:lnTo>
                <a:lnTo>
                  <a:pt x="5" y="23"/>
                </a:lnTo>
                <a:lnTo>
                  <a:pt x="5" y="22"/>
                </a:lnTo>
                <a:lnTo>
                  <a:pt x="5" y="21"/>
                </a:lnTo>
                <a:lnTo>
                  <a:pt x="5" y="20"/>
                </a:lnTo>
                <a:lnTo>
                  <a:pt x="6" y="20"/>
                </a:lnTo>
                <a:lnTo>
                  <a:pt x="6" y="19"/>
                </a:lnTo>
                <a:lnTo>
                  <a:pt x="5" y="19"/>
                </a:lnTo>
                <a:lnTo>
                  <a:pt x="6" y="19"/>
                </a:lnTo>
                <a:lnTo>
                  <a:pt x="5" y="18"/>
                </a:lnTo>
                <a:lnTo>
                  <a:pt x="5" y="19"/>
                </a:lnTo>
                <a:lnTo>
                  <a:pt x="5" y="20"/>
                </a:lnTo>
                <a:lnTo>
                  <a:pt x="4" y="20"/>
                </a:lnTo>
                <a:lnTo>
                  <a:pt x="3" y="20"/>
                </a:lnTo>
                <a:lnTo>
                  <a:pt x="3" y="19"/>
                </a:lnTo>
                <a:lnTo>
                  <a:pt x="3" y="18"/>
                </a:lnTo>
                <a:lnTo>
                  <a:pt x="4" y="18"/>
                </a:lnTo>
                <a:lnTo>
                  <a:pt x="3" y="18"/>
                </a:lnTo>
                <a:lnTo>
                  <a:pt x="3" y="17"/>
                </a:lnTo>
                <a:lnTo>
                  <a:pt x="4" y="17"/>
                </a:lnTo>
                <a:lnTo>
                  <a:pt x="5" y="16"/>
                </a:lnTo>
                <a:lnTo>
                  <a:pt x="5" y="15"/>
                </a:lnTo>
                <a:lnTo>
                  <a:pt x="6" y="15"/>
                </a:lnTo>
                <a:lnTo>
                  <a:pt x="6" y="16"/>
                </a:lnTo>
                <a:lnTo>
                  <a:pt x="7" y="16"/>
                </a:lnTo>
                <a:lnTo>
                  <a:pt x="7" y="15"/>
                </a:lnTo>
                <a:lnTo>
                  <a:pt x="8" y="15"/>
                </a:lnTo>
                <a:lnTo>
                  <a:pt x="8" y="14"/>
                </a:lnTo>
                <a:lnTo>
                  <a:pt x="8" y="13"/>
                </a:lnTo>
                <a:lnTo>
                  <a:pt x="9" y="13"/>
                </a:lnTo>
                <a:lnTo>
                  <a:pt x="8" y="13"/>
                </a:lnTo>
                <a:lnTo>
                  <a:pt x="8" y="12"/>
                </a:lnTo>
                <a:lnTo>
                  <a:pt x="9" y="12"/>
                </a:lnTo>
                <a:lnTo>
                  <a:pt x="9" y="11"/>
                </a:lnTo>
                <a:lnTo>
                  <a:pt x="8" y="11"/>
                </a:lnTo>
                <a:lnTo>
                  <a:pt x="7" y="12"/>
                </a:lnTo>
                <a:lnTo>
                  <a:pt x="7" y="11"/>
                </a:lnTo>
                <a:lnTo>
                  <a:pt x="6" y="10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4" y="12"/>
                </a:lnTo>
                <a:lnTo>
                  <a:pt x="3" y="13"/>
                </a:lnTo>
                <a:lnTo>
                  <a:pt x="3" y="12"/>
                </a:lnTo>
                <a:lnTo>
                  <a:pt x="2" y="12"/>
                </a:lnTo>
                <a:lnTo>
                  <a:pt x="2" y="11"/>
                </a:lnTo>
                <a:lnTo>
                  <a:pt x="1" y="11"/>
                </a:lnTo>
                <a:lnTo>
                  <a:pt x="1" y="12"/>
                </a:lnTo>
                <a:lnTo>
                  <a:pt x="1" y="11"/>
                </a:lnTo>
                <a:lnTo>
                  <a:pt x="0" y="11"/>
                </a:lnTo>
                <a:lnTo>
                  <a:pt x="1" y="10"/>
                </a:lnTo>
                <a:lnTo>
                  <a:pt x="1" y="9"/>
                </a:lnTo>
                <a:lnTo>
                  <a:pt x="0" y="9"/>
                </a:lnTo>
                <a:lnTo>
                  <a:pt x="1" y="8"/>
                </a:lnTo>
                <a:lnTo>
                  <a:pt x="2" y="8"/>
                </a:lnTo>
                <a:lnTo>
                  <a:pt x="2" y="7"/>
                </a:lnTo>
                <a:lnTo>
                  <a:pt x="2" y="6"/>
                </a:lnTo>
                <a:lnTo>
                  <a:pt x="3" y="6"/>
                </a:lnTo>
                <a:lnTo>
                  <a:pt x="4" y="6"/>
                </a:lnTo>
                <a:lnTo>
                  <a:pt x="5" y="6"/>
                </a:lnTo>
                <a:lnTo>
                  <a:pt x="5" y="5"/>
                </a:lnTo>
                <a:lnTo>
                  <a:pt x="6" y="5"/>
                </a:lnTo>
                <a:lnTo>
                  <a:pt x="6" y="6"/>
                </a:lnTo>
                <a:lnTo>
                  <a:pt x="6" y="7"/>
                </a:lnTo>
                <a:lnTo>
                  <a:pt x="6" y="6"/>
                </a:lnTo>
                <a:lnTo>
                  <a:pt x="7" y="6"/>
                </a:lnTo>
                <a:lnTo>
                  <a:pt x="7" y="5"/>
                </a:lnTo>
                <a:lnTo>
                  <a:pt x="8" y="4"/>
                </a:lnTo>
                <a:lnTo>
                  <a:pt x="8" y="3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0" y="1"/>
                </a:lnTo>
                <a:lnTo>
                  <a:pt x="11" y="1"/>
                </a:lnTo>
                <a:lnTo>
                  <a:pt x="12" y="1"/>
                </a:lnTo>
                <a:lnTo>
                  <a:pt x="14" y="0"/>
                </a:lnTo>
                <a:lnTo>
                  <a:pt x="15" y="0"/>
                </a:lnTo>
                <a:lnTo>
                  <a:pt x="16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2" name=""/>
          <p:cNvSpPr/>
          <p:nvPr/>
        </p:nvSpPr>
        <p:spPr>
          <a:xfrm>
            <a:off x="6778800" y="20300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5" y="2"/>
                </a:move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5" y="1"/>
                </a:lnTo>
                <a:lnTo>
                  <a:pt x="5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3" name=""/>
          <p:cNvSpPr/>
          <p:nvPr/>
        </p:nvSpPr>
        <p:spPr>
          <a:xfrm>
            <a:off x="6783480" y="203040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4" y="0"/>
                </a:moveTo>
                <a:lnTo>
                  <a:pt x="4" y="1"/>
                </a:lnTo>
                <a:lnTo>
                  <a:pt x="6" y="3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3"/>
                </a:lnTo>
                <a:lnTo>
                  <a:pt x="6" y="3"/>
                </a:lnTo>
                <a:lnTo>
                  <a:pt x="6" y="4"/>
                </a:lnTo>
                <a:lnTo>
                  <a:pt x="6" y="3"/>
                </a:lnTo>
                <a:lnTo>
                  <a:pt x="4" y="3"/>
                </a:lnTo>
                <a:lnTo>
                  <a:pt x="3" y="3"/>
                </a:lnTo>
                <a:lnTo>
                  <a:pt x="2" y="4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4" name=""/>
          <p:cNvSpPr/>
          <p:nvPr/>
        </p:nvSpPr>
        <p:spPr>
          <a:xfrm>
            <a:off x="6783120" y="202752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0" y="6"/>
                </a:moveTo>
                <a:lnTo>
                  <a:pt x="0" y="5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6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5" name=""/>
          <p:cNvSpPr/>
          <p:nvPr/>
        </p:nvSpPr>
        <p:spPr>
          <a:xfrm>
            <a:off x="6816600" y="203040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1" y="3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6" name=""/>
          <p:cNvSpPr/>
          <p:nvPr/>
        </p:nvSpPr>
        <p:spPr>
          <a:xfrm>
            <a:off x="6754680" y="2024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7" name=""/>
          <p:cNvSpPr/>
          <p:nvPr/>
        </p:nvSpPr>
        <p:spPr>
          <a:xfrm>
            <a:off x="6784560" y="20268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8" name=""/>
          <p:cNvSpPr/>
          <p:nvPr/>
        </p:nvSpPr>
        <p:spPr>
          <a:xfrm>
            <a:off x="6817680" y="20289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3" y="1"/>
                </a:lnTo>
                <a:lnTo>
                  <a:pt x="2" y="1"/>
                </a:lnTo>
                <a:lnTo>
                  <a:pt x="3" y="1"/>
                </a:lnTo>
                <a:lnTo>
                  <a:pt x="5" y="1"/>
                </a:lnTo>
                <a:lnTo>
                  <a:pt x="3" y="1"/>
                </a:lnTo>
                <a:lnTo>
                  <a:pt x="3" y="2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9" name=""/>
          <p:cNvSpPr/>
          <p:nvPr/>
        </p:nvSpPr>
        <p:spPr>
          <a:xfrm>
            <a:off x="6755760" y="202248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0" name=""/>
          <p:cNvSpPr/>
          <p:nvPr/>
        </p:nvSpPr>
        <p:spPr>
          <a:xfrm>
            <a:off x="6805440" y="202680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2" y="0"/>
                </a:moveTo>
                <a:lnTo>
                  <a:pt x="3" y="1"/>
                </a:lnTo>
                <a:lnTo>
                  <a:pt x="4" y="1"/>
                </a:lnTo>
                <a:lnTo>
                  <a:pt x="6" y="2"/>
                </a:lnTo>
                <a:lnTo>
                  <a:pt x="6" y="1"/>
                </a:lnTo>
                <a:lnTo>
                  <a:pt x="6" y="2"/>
                </a:lnTo>
                <a:lnTo>
                  <a:pt x="4" y="3"/>
                </a:lnTo>
                <a:lnTo>
                  <a:pt x="3" y="5"/>
                </a:lnTo>
                <a:lnTo>
                  <a:pt x="2" y="5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1" name=""/>
          <p:cNvSpPr/>
          <p:nvPr/>
        </p:nvSpPr>
        <p:spPr>
          <a:xfrm>
            <a:off x="6804000" y="2026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4" y="4"/>
                </a:lnTo>
                <a:lnTo>
                  <a:pt x="4" y="3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2" name=""/>
          <p:cNvSpPr/>
          <p:nvPr/>
        </p:nvSpPr>
        <p:spPr>
          <a:xfrm>
            <a:off x="6806520" y="202500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2"/>
                </a:moveTo>
                <a:lnTo>
                  <a:pt x="6" y="3"/>
                </a:lnTo>
                <a:lnTo>
                  <a:pt x="6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  <a:lnTo>
                  <a:pt x="6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3" name=""/>
          <p:cNvSpPr/>
          <p:nvPr/>
        </p:nvSpPr>
        <p:spPr>
          <a:xfrm>
            <a:off x="6820920" y="202608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4" name=""/>
          <p:cNvSpPr/>
          <p:nvPr/>
        </p:nvSpPr>
        <p:spPr>
          <a:xfrm>
            <a:off x="6809040" y="2024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5" name=""/>
          <p:cNvSpPr/>
          <p:nvPr/>
        </p:nvSpPr>
        <p:spPr>
          <a:xfrm>
            <a:off x="6809760" y="20246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6" name=""/>
          <p:cNvSpPr/>
          <p:nvPr/>
        </p:nvSpPr>
        <p:spPr>
          <a:xfrm>
            <a:off x="6804720" y="2023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1"/>
                </a:moveTo>
                <a:lnTo>
                  <a:pt x="2" y="1"/>
                </a:lnTo>
                <a:lnTo>
                  <a:pt x="2" y="3"/>
                </a:lnTo>
                <a:lnTo>
                  <a:pt x="2" y="1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7" name=""/>
          <p:cNvSpPr/>
          <p:nvPr/>
        </p:nvSpPr>
        <p:spPr>
          <a:xfrm>
            <a:off x="6803640" y="202320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8" name=""/>
          <p:cNvSpPr/>
          <p:nvPr/>
        </p:nvSpPr>
        <p:spPr>
          <a:xfrm>
            <a:off x="6820920" y="202500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6" y="1"/>
                </a:moveTo>
                <a:lnTo>
                  <a:pt x="5" y="1"/>
                </a:lnTo>
                <a:lnTo>
                  <a:pt x="6" y="1"/>
                </a:lnTo>
                <a:lnTo>
                  <a:pt x="6" y="3"/>
                </a:ln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9" name=""/>
          <p:cNvSpPr/>
          <p:nvPr/>
        </p:nvSpPr>
        <p:spPr>
          <a:xfrm>
            <a:off x="6804720" y="2022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0" name=""/>
          <p:cNvSpPr/>
          <p:nvPr/>
        </p:nvSpPr>
        <p:spPr>
          <a:xfrm>
            <a:off x="6795000" y="2021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1" name=""/>
          <p:cNvSpPr/>
          <p:nvPr/>
        </p:nvSpPr>
        <p:spPr>
          <a:xfrm>
            <a:off x="6823080" y="2024640"/>
            <a:ext cx="2520" cy="1080"/>
          </a:xfrm>
          <a:custGeom>
            <a:avLst/>
            <a:gdLst/>
            <a:ahLst/>
            <a:rect l="0" t="0" r="r" b="b"/>
            <a:pathLst>
              <a:path fill="none" w="7" h="3">
                <a:moveTo>
                  <a:pt x="5" y="0"/>
                </a:moveTo>
                <a:lnTo>
                  <a:pt x="5" y="2"/>
                </a:lnTo>
                <a:lnTo>
                  <a:pt x="7" y="2"/>
                </a:lnTo>
                <a:lnTo>
                  <a:pt x="7" y="3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2" name=""/>
          <p:cNvSpPr/>
          <p:nvPr/>
        </p:nvSpPr>
        <p:spPr>
          <a:xfrm>
            <a:off x="6794640" y="20214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3" name=""/>
          <p:cNvSpPr/>
          <p:nvPr/>
        </p:nvSpPr>
        <p:spPr>
          <a:xfrm>
            <a:off x="6812640" y="2023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4" name=""/>
          <p:cNvSpPr/>
          <p:nvPr/>
        </p:nvSpPr>
        <p:spPr>
          <a:xfrm>
            <a:off x="6796800" y="202176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2" y="3"/>
                </a:moveTo>
                <a:lnTo>
                  <a:pt x="0" y="0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5" name=""/>
          <p:cNvSpPr/>
          <p:nvPr/>
        </p:nvSpPr>
        <p:spPr>
          <a:xfrm>
            <a:off x="6816600" y="2023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6" name=""/>
          <p:cNvSpPr/>
          <p:nvPr/>
        </p:nvSpPr>
        <p:spPr>
          <a:xfrm>
            <a:off x="6813000" y="20228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4"/>
                </a:moveTo>
                <a:lnTo>
                  <a:pt x="0" y="4"/>
                </a:lnTo>
                <a:lnTo>
                  <a:pt x="1" y="2"/>
                </a:lnTo>
                <a:lnTo>
                  <a:pt x="1" y="0"/>
                </a:lnTo>
                <a:lnTo>
                  <a:pt x="3" y="2"/>
                </a:lnTo>
                <a:lnTo>
                  <a:pt x="4" y="2"/>
                </a:lnTo>
                <a:lnTo>
                  <a:pt x="3" y="4"/>
                </a:lnTo>
                <a:lnTo>
                  <a:pt x="1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7" name=""/>
          <p:cNvSpPr/>
          <p:nvPr/>
        </p:nvSpPr>
        <p:spPr>
          <a:xfrm>
            <a:off x="6816960" y="2023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8" name=""/>
          <p:cNvSpPr/>
          <p:nvPr/>
        </p:nvSpPr>
        <p:spPr>
          <a:xfrm>
            <a:off x="6815880" y="20228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9" name=""/>
          <p:cNvSpPr/>
          <p:nvPr/>
        </p:nvSpPr>
        <p:spPr>
          <a:xfrm>
            <a:off x="6815520" y="2022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0" name=""/>
          <p:cNvSpPr/>
          <p:nvPr/>
        </p:nvSpPr>
        <p:spPr>
          <a:xfrm>
            <a:off x="6804720" y="20206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1" name=""/>
          <p:cNvSpPr/>
          <p:nvPr/>
        </p:nvSpPr>
        <p:spPr>
          <a:xfrm>
            <a:off x="6824520" y="2022120"/>
            <a:ext cx="4320" cy="2880"/>
          </a:xfrm>
          <a:custGeom>
            <a:avLst/>
            <a:gdLst/>
            <a:ahLst/>
            <a:rect l="0" t="0" r="r" b="b"/>
            <a:pathLst>
              <a:path fill="none" w="12" h="8">
                <a:moveTo>
                  <a:pt x="12" y="0"/>
                </a:moveTo>
                <a:lnTo>
                  <a:pt x="12" y="2"/>
                </a:lnTo>
                <a:lnTo>
                  <a:pt x="11" y="2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9" y="5"/>
                </a:lnTo>
                <a:lnTo>
                  <a:pt x="9" y="4"/>
                </a:lnTo>
                <a:lnTo>
                  <a:pt x="9" y="5"/>
                </a:lnTo>
                <a:lnTo>
                  <a:pt x="7" y="5"/>
                </a:ln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0" y="6"/>
                </a:lnTo>
                <a:lnTo>
                  <a:pt x="1" y="5"/>
                </a:lnTo>
                <a:lnTo>
                  <a:pt x="2" y="5"/>
                </a:lnTo>
                <a:lnTo>
                  <a:pt x="3" y="5"/>
                </a:lnTo>
                <a:lnTo>
                  <a:pt x="4" y="4"/>
                </a:lnTo>
                <a:lnTo>
                  <a:pt x="5" y="4"/>
                </a:lnTo>
                <a:lnTo>
                  <a:pt x="6" y="4"/>
                </a:lnTo>
                <a:lnTo>
                  <a:pt x="6" y="3"/>
                </a:lnTo>
                <a:lnTo>
                  <a:pt x="9" y="3"/>
                </a:lnTo>
                <a:lnTo>
                  <a:pt x="10" y="3"/>
                </a:lnTo>
                <a:lnTo>
                  <a:pt x="11" y="2"/>
                </a:lnTo>
                <a:lnTo>
                  <a:pt x="10" y="2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2" name=""/>
          <p:cNvSpPr/>
          <p:nvPr/>
        </p:nvSpPr>
        <p:spPr>
          <a:xfrm>
            <a:off x="6817320" y="20203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3" y="0"/>
                </a:move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3" name=""/>
          <p:cNvSpPr/>
          <p:nvPr/>
        </p:nvSpPr>
        <p:spPr>
          <a:xfrm>
            <a:off x="6811920" y="2019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4" name=""/>
          <p:cNvSpPr/>
          <p:nvPr/>
        </p:nvSpPr>
        <p:spPr>
          <a:xfrm>
            <a:off x="6805080" y="20188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5" name=""/>
          <p:cNvSpPr/>
          <p:nvPr/>
        </p:nvSpPr>
        <p:spPr>
          <a:xfrm>
            <a:off x="6798960" y="201780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6" y="0"/>
                </a:moveTo>
                <a:lnTo>
                  <a:pt x="7" y="4"/>
                </a:lnTo>
                <a:lnTo>
                  <a:pt x="7" y="5"/>
                </a:lnTo>
                <a:lnTo>
                  <a:pt x="6" y="4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4" y="6"/>
                </a:lnTo>
                <a:lnTo>
                  <a:pt x="3" y="7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1" y="8"/>
                </a:lnTo>
                <a:lnTo>
                  <a:pt x="1" y="7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6" y="1"/>
                </a:lnTo>
                <a:lnTo>
                  <a:pt x="6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6" name=""/>
          <p:cNvSpPr/>
          <p:nvPr/>
        </p:nvSpPr>
        <p:spPr>
          <a:xfrm>
            <a:off x="6809400" y="2018160"/>
            <a:ext cx="1080" cy="2160"/>
          </a:xfrm>
          <a:custGeom>
            <a:avLst/>
            <a:gdLst/>
            <a:ahLst/>
            <a:rect l="0" t="0" r="r" b="b"/>
            <a:pathLst>
              <a:path fill="none" w="3" h="6">
                <a:moveTo>
                  <a:pt x="1" y="1"/>
                </a:moveTo>
                <a:lnTo>
                  <a:pt x="1" y="2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7" name=""/>
          <p:cNvSpPr/>
          <p:nvPr/>
        </p:nvSpPr>
        <p:spPr>
          <a:xfrm>
            <a:off x="6808680" y="20174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2" y="2"/>
                </a:lnTo>
                <a:lnTo>
                  <a:pt x="4" y="3"/>
                </a:lnTo>
                <a:lnTo>
                  <a:pt x="2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8" name=""/>
          <p:cNvSpPr/>
          <p:nvPr/>
        </p:nvSpPr>
        <p:spPr>
          <a:xfrm>
            <a:off x="6800040" y="201636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1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9" name=""/>
          <p:cNvSpPr/>
          <p:nvPr/>
        </p:nvSpPr>
        <p:spPr>
          <a:xfrm>
            <a:off x="6812640" y="20178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0" name=""/>
          <p:cNvSpPr/>
          <p:nvPr/>
        </p:nvSpPr>
        <p:spPr>
          <a:xfrm>
            <a:off x="6800040" y="20160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1" name=""/>
          <p:cNvSpPr/>
          <p:nvPr/>
        </p:nvSpPr>
        <p:spPr>
          <a:xfrm>
            <a:off x="6813000" y="20170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2" name=""/>
          <p:cNvSpPr/>
          <p:nvPr/>
        </p:nvSpPr>
        <p:spPr>
          <a:xfrm>
            <a:off x="6815880" y="20163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3" name=""/>
          <p:cNvSpPr/>
          <p:nvPr/>
        </p:nvSpPr>
        <p:spPr>
          <a:xfrm>
            <a:off x="6825960" y="20174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3" y="1"/>
                </a:lnTo>
                <a:lnTo>
                  <a:pt x="3" y="3"/>
                </a:lnTo>
                <a:lnTo>
                  <a:pt x="1" y="3"/>
                </a:lnTo>
                <a:lnTo>
                  <a:pt x="1" y="1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4" name=""/>
          <p:cNvSpPr/>
          <p:nvPr/>
        </p:nvSpPr>
        <p:spPr>
          <a:xfrm>
            <a:off x="6825600" y="20167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5" name=""/>
          <p:cNvSpPr/>
          <p:nvPr/>
        </p:nvSpPr>
        <p:spPr>
          <a:xfrm>
            <a:off x="6827040" y="20167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1"/>
                </a:move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6" name=""/>
          <p:cNvSpPr/>
          <p:nvPr/>
        </p:nvSpPr>
        <p:spPr>
          <a:xfrm>
            <a:off x="6801120" y="2014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7" name=""/>
          <p:cNvSpPr/>
          <p:nvPr/>
        </p:nvSpPr>
        <p:spPr>
          <a:xfrm>
            <a:off x="6816960" y="20152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3"/>
                </a:moveTo>
                <a:lnTo>
                  <a:pt x="3" y="4"/>
                </a:lnTo>
                <a:lnTo>
                  <a:pt x="3" y="3"/>
                </a:lnTo>
                <a:lnTo>
                  <a:pt x="5" y="3"/>
                </a:ln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2" y="3"/>
                </a:lnTo>
                <a:lnTo>
                  <a:pt x="3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8" name=""/>
          <p:cNvSpPr/>
          <p:nvPr/>
        </p:nvSpPr>
        <p:spPr>
          <a:xfrm>
            <a:off x="6820200" y="2014560"/>
            <a:ext cx="2520" cy="3600"/>
          </a:xfrm>
          <a:custGeom>
            <a:avLst/>
            <a:gdLst/>
            <a:ahLst/>
            <a:rect l="0" t="0" r="r" b="b"/>
            <a:pathLst>
              <a:path fill="none" w="7" h="10">
                <a:moveTo>
                  <a:pt x="2" y="3"/>
                </a:moveTo>
                <a:lnTo>
                  <a:pt x="3" y="3"/>
                </a:lnTo>
                <a:lnTo>
                  <a:pt x="3" y="4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5"/>
                </a:lnTo>
                <a:lnTo>
                  <a:pt x="4" y="5"/>
                </a:lnTo>
                <a:lnTo>
                  <a:pt x="5" y="5"/>
                </a:lnTo>
                <a:lnTo>
                  <a:pt x="7" y="5"/>
                </a:lnTo>
                <a:lnTo>
                  <a:pt x="7" y="6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5" y="7"/>
                </a:lnTo>
                <a:lnTo>
                  <a:pt x="5" y="8"/>
                </a:lnTo>
                <a:lnTo>
                  <a:pt x="5" y="10"/>
                </a:lnTo>
                <a:lnTo>
                  <a:pt x="5" y="8"/>
                </a:lnTo>
                <a:lnTo>
                  <a:pt x="4" y="8"/>
                </a:lnTo>
                <a:lnTo>
                  <a:pt x="4" y="7"/>
                </a:lnTo>
                <a:lnTo>
                  <a:pt x="4" y="8"/>
                </a:lnTo>
                <a:lnTo>
                  <a:pt x="4" y="10"/>
                </a:lnTo>
                <a:lnTo>
                  <a:pt x="3" y="8"/>
                </a:lnTo>
                <a:lnTo>
                  <a:pt x="3" y="10"/>
                </a:lnTo>
                <a:lnTo>
                  <a:pt x="2" y="10"/>
                </a:lnTo>
                <a:lnTo>
                  <a:pt x="2" y="8"/>
                </a:lnTo>
                <a:lnTo>
                  <a:pt x="1" y="8"/>
                </a:lnTo>
                <a:lnTo>
                  <a:pt x="2" y="8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0" rIns="360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9" name=""/>
          <p:cNvSpPr/>
          <p:nvPr/>
        </p:nvSpPr>
        <p:spPr>
          <a:xfrm>
            <a:off x="6800400" y="2012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0" name=""/>
          <p:cNvSpPr/>
          <p:nvPr/>
        </p:nvSpPr>
        <p:spPr>
          <a:xfrm>
            <a:off x="6822000" y="2014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1" name=""/>
          <p:cNvSpPr/>
          <p:nvPr/>
        </p:nvSpPr>
        <p:spPr>
          <a:xfrm>
            <a:off x="6817320" y="201384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2"/>
                </a:moveTo>
                <a:lnTo>
                  <a:pt x="3" y="3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2" name=""/>
          <p:cNvSpPr/>
          <p:nvPr/>
        </p:nvSpPr>
        <p:spPr>
          <a:xfrm>
            <a:off x="6818040" y="2013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3" name=""/>
          <p:cNvSpPr/>
          <p:nvPr/>
        </p:nvSpPr>
        <p:spPr>
          <a:xfrm>
            <a:off x="6827040" y="20138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3"/>
                </a:move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4" name=""/>
          <p:cNvSpPr/>
          <p:nvPr/>
        </p:nvSpPr>
        <p:spPr>
          <a:xfrm>
            <a:off x="6817680" y="20124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5" name=""/>
          <p:cNvSpPr/>
          <p:nvPr/>
        </p:nvSpPr>
        <p:spPr>
          <a:xfrm>
            <a:off x="6820920" y="2012400"/>
            <a:ext cx="5760" cy="4680"/>
          </a:xfrm>
          <a:custGeom>
            <a:avLst/>
            <a:gdLst/>
            <a:ahLst/>
            <a:rect l="0" t="0" r="r" b="b"/>
            <a:pathLst>
              <a:path fill="none" w="16" h="13">
                <a:moveTo>
                  <a:pt x="12" y="1"/>
                </a:moveTo>
                <a:lnTo>
                  <a:pt x="13" y="1"/>
                </a:lnTo>
                <a:lnTo>
                  <a:pt x="14" y="1"/>
                </a:lnTo>
                <a:lnTo>
                  <a:pt x="14" y="2"/>
                </a:lnTo>
                <a:lnTo>
                  <a:pt x="14" y="3"/>
                </a:lnTo>
                <a:lnTo>
                  <a:pt x="15" y="3"/>
                </a:lnTo>
                <a:lnTo>
                  <a:pt x="16" y="5"/>
                </a:lnTo>
                <a:lnTo>
                  <a:pt x="15" y="5"/>
                </a:lnTo>
                <a:lnTo>
                  <a:pt x="15" y="6"/>
                </a:lnTo>
                <a:lnTo>
                  <a:pt x="15" y="7"/>
                </a:lnTo>
                <a:lnTo>
                  <a:pt x="14" y="7"/>
                </a:lnTo>
                <a:lnTo>
                  <a:pt x="15" y="7"/>
                </a:lnTo>
                <a:lnTo>
                  <a:pt x="15" y="8"/>
                </a:lnTo>
                <a:lnTo>
                  <a:pt x="15" y="9"/>
                </a:lnTo>
                <a:lnTo>
                  <a:pt x="15" y="10"/>
                </a:lnTo>
                <a:lnTo>
                  <a:pt x="15" y="11"/>
                </a:lnTo>
                <a:lnTo>
                  <a:pt x="16" y="11"/>
                </a:lnTo>
                <a:lnTo>
                  <a:pt x="16" y="12"/>
                </a:lnTo>
                <a:lnTo>
                  <a:pt x="16" y="11"/>
                </a:lnTo>
                <a:lnTo>
                  <a:pt x="15" y="11"/>
                </a:lnTo>
                <a:lnTo>
                  <a:pt x="15" y="12"/>
                </a:lnTo>
                <a:lnTo>
                  <a:pt x="14" y="12"/>
                </a:lnTo>
                <a:lnTo>
                  <a:pt x="14" y="11"/>
                </a:lnTo>
                <a:lnTo>
                  <a:pt x="14" y="10"/>
                </a:lnTo>
                <a:lnTo>
                  <a:pt x="13" y="10"/>
                </a:lnTo>
                <a:lnTo>
                  <a:pt x="13" y="9"/>
                </a:lnTo>
                <a:lnTo>
                  <a:pt x="13" y="8"/>
                </a:lnTo>
                <a:lnTo>
                  <a:pt x="13" y="7"/>
                </a:lnTo>
                <a:lnTo>
                  <a:pt x="12" y="7"/>
                </a:lnTo>
                <a:lnTo>
                  <a:pt x="12" y="8"/>
                </a:lnTo>
                <a:lnTo>
                  <a:pt x="13" y="8"/>
                </a:lnTo>
                <a:lnTo>
                  <a:pt x="13" y="9"/>
                </a:lnTo>
                <a:lnTo>
                  <a:pt x="12" y="9"/>
                </a:lnTo>
                <a:lnTo>
                  <a:pt x="12" y="8"/>
                </a:lnTo>
                <a:lnTo>
                  <a:pt x="12" y="9"/>
                </a:lnTo>
                <a:lnTo>
                  <a:pt x="11" y="9"/>
                </a:lnTo>
                <a:lnTo>
                  <a:pt x="11" y="10"/>
                </a:lnTo>
                <a:lnTo>
                  <a:pt x="12" y="10"/>
                </a:lnTo>
                <a:lnTo>
                  <a:pt x="12" y="11"/>
                </a:lnTo>
                <a:lnTo>
                  <a:pt x="11" y="11"/>
                </a:lnTo>
                <a:lnTo>
                  <a:pt x="12" y="12"/>
                </a:lnTo>
                <a:lnTo>
                  <a:pt x="12" y="13"/>
                </a:lnTo>
                <a:lnTo>
                  <a:pt x="11" y="13"/>
                </a:lnTo>
                <a:lnTo>
                  <a:pt x="11" y="12"/>
                </a:lnTo>
                <a:lnTo>
                  <a:pt x="11" y="11"/>
                </a:lnTo>
                <a:lnTo>
                  <a:pt x="11" y="10"/>
                </a:lnTo>
                <a:lnTo>
                  <a:pt x="10" y="11"/>
                </a:lnTo>
                <a:lnTo>
                  <a:pt x="9" y="11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9" y="8"/>
                </a:lnTo>
                <a:lnTo>
                  <a:pt x="8" y="8"/>
                </a:lnTo>
                <a:lnTo>
                  <a:pt x="8" y="7"/>
                </a:lnTo>
                <a:lnTo>
                  <a:pt x="7" y="7"/>
                </a:lnTo>
                <a:lnTo>
                  <a:pt x="7" y="8"/>
                </a:lnTo>
                <a:lnTo>
                  <a:pt x="7" y="9"/>
                </a:lnTo>
                <a:lnTo>
                  <a:pt x="5" y="9"/>
                </a:lnTo>
                <a:lnTo>
                  <a:pt x="5" y="8"/>
                </a:lnTo>
                <a:lnTo>
                  <a:pt x="5" y="7"/>
                </a:lnTo>
                <a:lnTo>
                  <a:pt x="4" y="7"/>
                </a:lnTo>
                <a:lnTo>
                  <a:pt x="3" y="7"/>
                </a:lnTo>
                <a:lnTo>
                  <a:pt x="2" y="7"/>
                </a:lnTo>
                <a:lnTo>
                  <a:pt x="2" y="6"/>
                </a:lnTo>
                <a:lnTo>
                  <a:pt x="1" y="6"/>
                </a:lnTo>
                <a:lnTo>
                  <a:pt x="1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7" y="1"/>
                </a:lnTo>
                <a:lnTo>
                  <a:pt x="7" y="2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1" y="0"/>
                </a:lnTo>
                <a:lnTo>
                  <a:pt x="12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1080" rIns="360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6" name=""/>
          <p:cNvSpPr/>
          <p:nvPr/>
        </p:nvSpPr>
        <p:spPr>
          <a:xfrm>
            <a:off x="6812280" y="201096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7" y="1"/>
                </a:moveTo>
                <a:lnTo>
                  <a:pt x="6" y="1"/>
                </a:lnTo>
                <a:lnTo>
                  <a:pt x="6" y="3"/>
                </a:lnTo>
                <a:lnTo>
                  <a:pt x="7" y="3"/>
                </a:lnTo>
                <a:lnTo>
                  <a:pt x="7" y="1"/>
                </a:lnTo>
                <a:lnTo>
                  <a:pt x="8" y="1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1" y="5"/>
                </a:lnTo>
                <a:lnTo>
                  <a:pt x="0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0"/>
                </a:lnTo>
                <a:lnTo>
                  <a:pt x="7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7" name=""/>
          <p:cNvSpPr/>
          <p:nvPr/>
        </p:nvSpPr>
        <p:spPr>
          <a:xfrm>
            <a:off x="6810480" y="2010240"/>
            <a:ext cx="8640" cy="6840"/>
          </a:xfrm>
          <a:custGeom>
            <a:avLst/>
            <a:gdLst/>
            <a:ahLst/>
            <a:rect l="0" t="0" r="r" b="b"/>
            <a:pathLst>
              <a:path fill="none" w="24" h="19">
                <a:moveTo>
                  <a:pt x="22" y="0"/>
                </a:moveTo>
                <a:lnTo>
                  <a:pt x="24" y="1"/>
                </a:lnTo>
                <a:lnTo>
                  <a:pt x="22" y="1"/>
                </a:lnTo>
                <a:lnTo>
                  <a:pt x="22" y="2"/>
                </a:lnTo>
                <a:lnTo>
                  <a:pt x="22" y="3"/>
                </a:lnTo>
                <a:lnTo>
                  <a:pt x="22" y="4"/>
                </a:lnTo>
                <a:lnTo>
                  <a:pt x="22" y="6"/>
                </a:lnTo>
                <a:lnTo>
                  <a:pt x="21" y="6"/>
                </a:lnTo>
                <a:lnTo>
                  <a:pt x="20" y="6"/>
                </a:lnTo>
                <a:lnTo>
                  <a:pt x="20" y="4"/>
                </a:lnTo>
                <a:lnTo>
                  <a:pt x="19" y="4"/>
                </a:lnTo>
                <a:lnTo>
                  <a:pt x="18" y="4"/>
                </a:lnTo>
                <a:lnTo>
                  <a:pt x="18" y="6"/>
                </a:lnTo>
                <a:lnTo>
                  <a:pt x="19" y="6"/>
                </a:lnTo>
                <a:lnTo>
                  <a:pt x="18" y="6"/>
                </a:lnTo>
                <a:lnTo>
                  <a:pt x="18" y="7"/>
                </a:lnTo>
                <a:lnTo>
                  <a:pt x="19" y="7"/>
                </a:lnTo>
                <a:lnTo>
                  <a:pt x="19" y="8"/>
                </a:lnTo>
                <a:lnTo>
                  <a:pt x="19" y="9"/>
                </a:lnTo>
                <a:lnTo>
                  <a:pt x="19" y="10"/>
                </a:lnTo>
                <a:lnTo>
                  <a:pt x="18" y="10"/>
                </a:lnTo>
                <a:lnTo>
                  <a:pt x="17" y="10"/>
                </a:lnTo>
                <a:lnTo>
                  <a:pt x="16" y="10"/>
                </a:lnTo>
                <a:lnTo>
                  <a:pt x="17" y="11"/>
                </a:lnTo>
                <a:lnTo>
                  <a:pt x="18" y="12"/>
                </a:lnTo>
                <a:lnTo>
                  <a:pt x="17" y="12"/>
                </a:lnTo>
                <a:lnTo>
                  <a:pt x="17" y="13"/>
                </a:lnTo>
                <a:lnTo>
                  <a:pt x="16" y="13"/>
                </a:lnTo>
                <a:lnTo>
                  <a:pt x="16" y="14"/>
                </a:lnTo>
                <a:lnTo>
                  <a:pt x="16" y="13"/>
                </a:lnTo>
                <a:lnTo>
                  <a:pt x="16" y="14"/>
                </a:lnTo>
                <a:lnTo>
                  <a:pt x="16" y="13"/>
                </a:lnTo>
                <a:lnTo>
                  <a:pt x="16" y="14"/>
                </a:lnTo>
                <a:lnTo>
                  <a:pt x="17" y="14"/>
                </a:lnTo>
                <a:lnTo>
                  <a:pt x="18" y="14"/>
                </a:lnTo>
                <a:lnTo>
                  <a:pt x="19" y="15"/>
                </a:lnTo>
                <a:lnTo>
                  <a:pt x="18" y="15"/>
                </a:lnTo>
                <a:lnTo>
                  <a:pt x="18" y="16"/>
                </a:lnTo>
                <a:lnTo>
                  <a:pt x="17" y="16"/>
                </a:lnTo>
                <a:lnTo>
                  <a:pt x="17" y="17"/>
                </a:lnTo>
                <a:lnTo>
                  <a:pt x="17" y="16"/>
                </a:lnTo>
                <a:lnTo>
                  <a:pt x="16" y="16"/>
                </a:lnTo>
                <a:lnTo>
                  <a:pt x="15" y="17"/>
                </a:lnTo>
                <a:lnTo>
                  <a:pt x="14" y="16"/>
                </a:lnTo>
                <a:lnTo>
                  <a:pt x="15" y="16"/>
                </a:lnTo>
                <a:lnTo>
                  <a:pt x="15" y="15"/>
                </a:lnTo>
                <a:lnTo>
                  <a:pt x="14" y="15"/>
                </a:lnTo>
                <a:lnTo>
                  <a:pt x="14" y="14"/>
                </a:lnTo>
                <a:lnTo>
                  <a:pt x="15" y="14"/>
                </a:lnTo>
                <a:lnTo>
                  <a:pt x="14" y="14"/>
                </a:lnTo>
                <a:lnTo>
                  <a:pt x="14" y="13"/>
                </a:lnTo>
                <a:lnTo>
                  <a:pt x="14" y="14"/>
                </a:lnTo>
                <a:lnTo>
                  <a:pt x="13" y="14"/>
                </a:lnTo>
                <a:lnTo>
                  <a:pt x="12" y="14"/>
                </a:lnTo>
                <a:lnTo>
                  <a:pt x="11" y="14"/>
                </a:lnTo>
                <a:lnTo>
                  <a:pt x="11" y="15"/>
                </a:lnTo>
                <a:lnTo>
                  <a:pt x="10" y="15"/>
                </a:lnTo>
                <a:lnTo>
                  <a:pt x="9" y="15"/>
                </a:lnTo>
                <a:lnTo>
                  <a:pt x="8" y="15"/>
                </a:lnTo>
                <a:lnTo>
                  <a:pt x="8" y="16"/>
                </a:lnTo>
                <a:lnTo>
                  <a:pt x="9" y="16"/>
                </a:lnTo>
                <a:lnTo>
                  <a:pt x="9" y="17"/>
                </a:lnTo>
                <a:lnTo>
                  <a:pt x="8" y="17"/>
                </a:lnTo>
                <a:lnTo>
                  <a:pt x="7" y="17"/>
                </a:lnTo>
                <a:lnTo>
                  <a:pt x="7" y="18"/>
                </a:lnTo>
                <a:lnTo>
                  <a:pt x="7" y="17"/>
                </a:lnTo>
                <a:lnTo>
                  <a:pt x="6" y="17"/>
                </a:lnTo>
                <a:lnTo>
                  <a:pt x="6" y="16"/>
                </a:lnTo>
                <a:lnTo>
                  <a:pt x="5" y="15"/>
                </a:lnTo>
                <a:lnTo>
                  <a:pt x="5" y="16"/>
                </a:lnTo>
                <a:lnTo>
                  <a:pt x="4" y="16"/>
                </a:lnTo>
                <a:lnTo>
                  <a:pt x="4" y="17"/>
                </a:lnTo>
                <a:lnTo>
                  <a:pt x="3" y="17"/>
                </a:lnTo>
                <a:lnTo>
                  <a:pt x="3" y="18"/>
                </a:lnTo>
                <a:lnTo>
                  <a:pt x="2" y="18"/>
                </a:lnTo>
                <a:lnTo>
                  <a:pt x="1" y="18"/>
                </a:lnTo>
                <a:lnTo>
                  <a:pt x="1" y="19"/>
                </a:lnTo>
                <a:lnTo>
                  <a:pt x="0" y="19"/>
                </a:lnTo>
                <a:lnTo>
                  <a:pt x="0" y="18"/>
                </a:lnTo>
                <a:lnTo>
                  <a:pt x="1" y="18"/>
                </a:lnTo>
                <a:lnTo>
                  <a:pt x="0" y="18"/>
                </a:lnTo>
                <a:lnTo>
                  <a:pt x="0" y="17"/>
                </a:lnTo>
                <a:lnTo>
                  <a:pt x="0" y="16"/>
                </a:lnTo>
                <a:lnTo>
                  <a:pt x="0" y="15"/>
                </a:lnTo>
                <a:lnTo>
                  <a:pt x="0" y="14"/>
                </a:lnTo>
                <a:lnTo>
                  <a:pt x="1" y="15"/>
                </a:lnTo>
                <a:lnTo>
                  <a:pt x="1" y="14"/>
                </a:lnTo>
                <a:lnTo>
                  <a:pt x="1" y="13"/>
                </a:lnTo>
                <a:lnTo>
                  <a:pt x="2" y="13"/>
                </a:lnTo>
                <a:lnTo>
                  <a:pt x="2" y="12"/>
                </a:lnTo>
                <a:lnTo>
                  <a:pt x="1" y="12"/>
                </a:lnTo>
                <a:lnTo>
                  <a:pt x="1" y="11"/>
                </a:lnTo>
                <a:lnTo>
                  <a:pt x="2" y="11"/>
                </a:lnTo>
                <a:lnTo>
                  <a:pt x="3" y="11"/>
                </a:lnTo>
                <a:lnTo>
                  <a:pt x="3" y="10"/>
                </a:lnTo>
                <a:lnTo>
                  <a:pt x="4" y="10"/>
                </a:lnTo>
                <a:lnTo>
                  <a:pt x="5" y="10"/>
                </a:lnTo>
                <a:lnTo>
                  <a:pt x="4" y="10"/>
                </a:lnTo>
                <a:lnTo>
                  <a:pt x="4" y="9"/>
                </a:lnTo>
                <a:lnTo>
                  <a:pt x="5" y="9"/>
                </a:lnTo>
                <a:lnTo>
                  <a:pt x="5" y="8"/>
                </a:lnTo>
                <a:lnTo>
                  <a:pt x="6" y="7"/>
                </a:lnTo>
                <a:lnTo>
                  <a:pt x="8" y="7"/>
                </a:lnTo>
                <a:lnTo>
                  <a:pt x="9" y="8"/>
                </a:lnTo>
                <a:lnTo>
                  <a:pt x="9" y="9"/>
                </a:lnTo>
                <a:lnTo>
                  <a:pt x="9" y="8"/>
                </a:lnTo>
                <a:lnTo>
                  <a:pt x="10" y="8"/>
                </a:lnTo>
                <a:lnTo>
                  <a:pt x="10" y="7"/>
                </a:lnTo>
                <a:lnTo>
                  <a:pt x="11" y="7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4" y="4"/>
                </a:lnTo>
                <a:lnTo>
                  <a:pt x="15" y="4"/>
                </a:lnTo>
                <a:lnTo>
                  <a:pt x="16" y="4"/>
                </a:lnTo>
                <a:lnTo>
                  <a:pt x="16" y="3"/>
                </a:lnTo>
                <a:lnTo>
                  <a:pt x="17" y="3"/>
                </a:lnTo>
                <a:lnTo>
                  <a:pt x="18" y="2"/>
                </a:lnTo>
                <a:lnTo>
                  <a:pt x="19" y="1"/>
                </a:lnTo>
                <a:lnTo>
                  <a:pt x="19" y="2"/>
                </a:lnTo>
                <a:lnTo>
                  <a:pt x="19" y="1"/>
                </a:lnTo>
                <a:lnTo>
                  <a:pt x="20" y="1"/>
                </a:lnTo>
                <a:lnTo>
                  <a:pt x="21" y="1"/>
                </a:lnTo>
                <a:lnTo>
                  <a:pt x="21" y="0"/>
                </a:lnTo>
                <a:lnTo>
                  <a:pt x="2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240" rIns="360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8" name=""/>
          <p:cNvSpPr/>
          <p:nvPr/>
        </p:nvSpPr>
        <p:spPr>
          <a:xfrm>
            <a:off x="6829920" y="20113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0"/>
                </a:moveTo>
                <a:lnTo>
                  <a:pt x="1" y="1"/>
                </a:lnTo>
                <a:lnTo>
                  <a:pt x="1" y="2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9" name=""/>
          <p:cNvSpPr/>
          <p:nvPr/>
        </p:nvSpPr>
        <p:spPr>
          <a:xfrm>
            <a:off x="6827400" y="2010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0" name=""/>
          <p:cNvSpPr/>
          <p:nvPr/>
        </p:nvSpPr>
        <p:spPr>
          <a:xfrm>
            <a:off x="6829560" y="20109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1" name=""/>
          <p:cNvSpPr/>
          <p:nvPr/>
        </p:nvSpPr>
        <p:spPr>
          <a:xfrm>
            <a:off x="6818400" y="20098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2" name=""/>
          <p:cNvSpPr/>
          <p:nvPr/>
        </p:nvSpPr>
        <p:spPr>
          <a:xfrm>
            <a:off x="6828480" y="20102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3" name=""/>
          <p:cNvSpPr/>
          <p:nvPr/>
        </p:nvSpPr>
        <p:spPr>
          <a:xfrm>
            <a:off x="6829920" y="2010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4" name=""/>
          <p:cNvSpPr/>
          <p:nvPr/>
        </p:nvSpPr>
        <p:spPr>
          <a:xfrm>
            <a:off x="6819480" y="200952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3" y="0"/>
                </a:moveTo>
                <a:lnTo>
                  <a:pt x="4" y="0"/>
                </a:lnTo>
                <a:lnTo>
                  <a:pt x="4" y="1"/>
                </a:lnTo>
                <a:lnTo>
                  <a:pt x="4" y="2"/>
                </a:lnTo>
                <a:lnTo>
                  <a:pt x="6" y="5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5" name=""/>
          <p:cNvSpPr/>
          <p:nvPr/>
        </p:nvSpPr>
        <p:spPr>
          <a:xfrm>
            <a:off x="6811920" y="20084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6" name=""/>
          <p:cNvSpPr/>
          <p:nvPr/>
        </p:nvSpPr>
        <p:spPr>
          <a:xfrm>
            <a:off x="6827400" y="200880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7" name=""/>
          <p:cNvSpPr/>
          <p:nvPr/>
        </p:nvSpPr>
        <p:spPr>
          <a:xfrm>
            <a:off x="6828480" y="20088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0"/>
                </a:moveTo>
                <a:lnTo>
                  <a:pt x="1" y="1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8" name=""/>
          <p:cNvSpPr/>
          <p:nvPr/>
        </p:nvSpPr>
        <p:spPr>
          <a:xfrm>
            <a:off x="6827760" y="20088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1"/>
                </a:moveTo>
                <a:lnTo>
                  <a:pt x="3" y="3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3" y="5"/>
                </a:lnTo>
                <a:lnTo>
                  <a:pt x="2" y="5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9" name=""/>
          <p:cNvSpPr/>
          <p:nvPr/>
        </p:nvSpPr>
        <p:spPr>
          <a:xfrm>
            <a:off x="6808320" y="20066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1"/>
                </a:moveTo>
                <a:lnTo>
                  <a:pt x="3" y="1"/>
                </a:lnTo>
                <a:lnTo>
                  <a:pt x="4" y="1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0" name=""/>
          <p:cNvSpPr/>
          <p:nvPr/>
        </p:nvSpPr>
        <p:spPr>
          <a:xfrm>
            <a:off x="6801480" y="2006280"/>
            <a:ext cx="2520" cy="2520"/>
          </a:xfrm>
          <a:custGeom>
            <a:avLst/>
            <a:gdLst/>
            <a:ahLst/>
            <a:rect l="0" t="0" r="r" b="b"/>
            <a:pathLst>
              <a:path fill="none" w="7" h="7">
                <a:moveTo>
                  <a:pt x="6" y="0"/>
                </a:moveTo>
                <a:lnTo>
                  <a:pt x="7" y="0"/>
                </a:lnTo>
                <a:lnTo>
                  <a:pt x="7" y="1"/>
                </a:lnTo>
                <a:lnTo>
                  <a:pt x="6" y="1"/>
                </a:lnTo>
                <a:lnTo>
                  <a:pt x="6" y="2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5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2" y="7"/>
                </a:lnTo>
                <a:lnTo>
                  <a:pt x="1" y="6"/>
                </a:lnTo>
                <a:lnTo>
                  <a:pt x="0" y="5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1" name=""/>
          <p:cNvSpPr/>
          <p:nvPr/>
        </p:nvSpPr>
        <p:spPr>
          <a:xfrm>
            <a:off x="6810120" y="20034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2" name=""/>
          <p:cNvSpPr/>
          <p:nvPr/>
        </p:nvSpPr>
        <p:spPr>
          <a:xfrm>
            <a:off x="6840720" y="20059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3" name=""/>
          <p:cNvSpPr/>
          <p:nvPr/>
        </p:nvSpPr>
        <p:spPr>
          <a:xfrm>
            <a:off x="6810120" y="2002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4" name=""/>
          <p:cNvSpPr/>
          <p:nvPr/>
        </p:nvSpPr>
        <p:spPr>
          <a:xfrm>
            <a:off x="6829920" y="2004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5" name=""/>
          <p:cNvSpPr/>
          <p:nvPr/>
        </p:nvSpPr>
        <p:spPr>
          <a:xfrm>
            <a:off x="6839640" y="20044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2"/>
                </a:move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6" name=""/>
          <p:cNvSpPr/>
          <p:nvPr/>
        </p:nvSpPr>
        <p:spPr>
          <a:xfrm>
            <a:off x="6829920" y="2003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7" name=""/>
          <p:cNvSpPr/>
          <p:nvPr/>
        </p:nvSpPr>
        <p:spPr>
          <a:xfrm>
            <a:off x="6827760" y="200232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2" y="3"/>
                </a:move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8" name=""/>
          <p:cNvSpPr/>
          <p:nvPr/>
        </p:nvSpPr>
        <p:spPr>
          <a:xfrm>
            <a:off x="6802200" y="19998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1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9" name=""/>
          <p:cNvSpPr/>
          <p:nvPr/>
        </p:nvSpPr>
        <p:spPr>
          <a:xfrm>
            <a:off x="6828120" y="20019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0" name=""/>
          <p:cNvSpPr/>
          <p:nvPr/>
        </p:nvSpPr>
        <p:spPr>
          <a:xfrm>
            <a:off x="6827400" y="20012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0"/>
                </a:move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3"/>
                </a:lnTo>
                <a:lnTo>
                  <a:pt x="2" y="3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1" name=""/>
          <p:cNvSpPr/>
          <p:nvPr/>
        </p:nvSpPr>
        <p:spPr>
          <a:xfrm>
            <a:off x="6832440" y="20012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2" name=""/>
          <p:cNvSpPr/>
          <p:nvPr/>
        </p:nvSpPr>
        <p:spPr>
          <a:xfrm>
            <a:off x="6847920" y="2002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3" name=""/>
          <p:cNvSpPr/>
          <p:nvPr/>
        </p:nvSpPr>
        <p:spPr>
          <a:xfrm>
            <a:off x="6840360" y="19998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0"/>
                </a:moveTo>
                <a:lnTo>
                  <a:pt x="1" y="1"/>
                </a:lnTo>
                <a:lnTo>
                  <a:pt x="3" y="1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3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4" name=""/>
          <p:cNvSpPr/>
          <p:nvPr/>
        </p:nvSpPr>
        <p:spPr>
          <a:xfrm>
            <a:off x="6843600" y="19998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5" name=""/>
          <p:cNvSpPr/>
          <p:nvPr/>
        </p:nvSpPr>
        <p:spPr>
          <a:xfrm>
            <a:off x="6800400" y="1993680"/>
            <a:ext cx="4680" cy="7200"/>
          </a:xfrm>
          <a:custGeom>
            <a:avLst/>
            <a:gdLst/>
            <a:ahLst/>
            <a:rect l="0" t="0" r="r" b="b"/>
            <a:pathLst>
              <a:path fill="none" w="13" h="20">
                <a:moveTo>
                  <a:pt x="7" y="1"/>
                </a:moveTo>
                <a:lnTo>
                  <a:pt x="8" y="2"/>
                </a:lnTo>
                <a:lnTo>
                  <a:pt x="8" y="3"/>
                </a:lnTo>
                <a:lnTo>
                  <a:pt x="8" y="4"/>
                </a:lnTo>
                <a:lnTo>
                  <a:pt x="8" y="3"/>
                </a:lnTo>
                <a:lnTo>
                  <a:pt x="9" y="3"/>
                </a:lnTo>
                <a:lnTo>
                  <a:pt x="9" y="5"/>
                </a:lnTo>
                <a:lnTo>
                  <a:pt x="10" y="5"/>
                </a:lnTo>
                <a:lnTo>
                  <a:pt x="10" y="6"/>
                </a:lnTo>
                <a:lnTo>
                  <a:pt x="11" y="7"/>
                </a:lnTo>
                <a:lnTo>
                  <a:pt x="11" y="8"/>
                </a:lnTo>
                <a:lnTo>
                  <a:pt x="10" y="8"/>
                </a:lnTo>
                <a:lnTo>
                  <a:pt x="10" y="9"/>
                </a:lnTo>
                <a:lnTo>
                  <a:pt x="11" y="9"/>
                </a:lnTo>
                <a:lnTo>
                  <a:pt x="11" y="8"/>
                </a:lnTo>
                <a:lnTo>
                  <a:pt x="12" y="10"/>
                </a:lnTo>
                <a:lnTo>
                  <a:pt x="12" y="12"/>
                </a:lnTo>
                <a:lnTo>
                  <a:pt x="13" y="14"/>
                </a:lnTo>
                <a:lnTo>
                  <a:pt x="13" y="16"/>
                </a:lnTo>
                <a:lnTo>
                  <a:pt x="13" y="18"/>
                </a:lnTo>
                <a:lnTo>
                  <a:pt x="13" y="19"/>
                </a:lnTo>
                <a:lnTo>
                  <a:pt x="13" y="20"/>
                </a:lnTo>
                <a:lnTo>
                  <a:pt x="13" y="19"/>
                </a:lnTo>
                <a:lnTo>
                  <a:pt x="12" y="18"/>
                </a:lnTo>
                <a:lnTo>
                  <a:pt x="11" y="16"/>
                </a:lnTo>
                <a:lnTo>
                  <a:pt x="10" y="11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10" y="9"/>
                </a:lnTo>
                <a:lnTo>
                  <a:pt x="9" y="9"/>
                </a:lnTo>
                <a:lnTo>
                  <a:pt x="8" y="8"/>
                </a:lnTo>
                <a:lnTo>
                  <a:pt x="7" y="7"/>
                </a:lnTo>
                <a:lnTo>
                  <a:pt x="7" y="6"/>
                </a:lnTo>
                <a:lnTo>
                  <a:pt x="6" y="6"/>
                </a:lnTo>
                <a:lnTo>
                  <a:pt x="5" y="5"/>
                </a:lnTo>
                <a:lnTo>
                  <a:pt x="4" y="4"/>
                </a:lnTo>
                <a:lnTo>
                  <a:pt x="2" y="4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4" y="1"/>
                </a:lnTo>
                <a:lnTo>
                  <a:pt x="4" y="2"/>
                </a:lnTo>
                <a:lnTo>
                  <a:pt x="5" y="1"/>
                </a:lnTo>
                <a:lnTo>
                  <a:pt x="6" y="0"/>
                </a:lnTo>
                <a:lnTo>
                  <a:pt x="7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6" name=""/>
          <p:cNvSpPr/>
          <p:nvPr/>
        </p:nvSpPr>
        <p:spPr>
          <a:xfrm>
            <a:off x="6840720" y="1996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7" name=""/>
          <p:cNvSpPr/>
          <p:nvPr/>
        </p:nvSpPr>
        <p:spPr>
          <a:xfrm>
            <a:off x="6839280" y="19962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8" name=""/>
          <p:cNvSpPr/>
          <p:nvPr/>
        </p:nvSpPr>
        <p:spPr>
          <a:xfrm>
            <a:off x="6840720" y="19958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9" name=""/>
          <p:cNvSpPr/>
          <p:nvPr/>
        </p:nvSpPr>
        <p:spPr>
          <a:xfrm>
            <a:off x="6838560" y="199440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0" name=""/>
          <p:cNvSpPr/>
          <p:nvPr/>
        </p:nvSpPr>
        <p:spPr>
          <a:xfrm>
            <a:off x="6875640" y="199692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1" name=""/>
          <p:cNvSpPr/>
          <p:nvPr/>
        </p:nvSpPr>
        <p:spPr>
          <a:xfrm>
            <a:off x="6851520" y="19933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1"/>
                </a:move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2" name=""/>
          <p:cNvSpPr/>
          <p:nvPr/>
        </p:nvSpPr>
        <p:spPr>
          <a:xfrm>
            <a:off x="6861240" y="1992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3" name=""/>
          <p:cNvSpPr/>
          <p:nvPr/>
        </p:nvSpPr>
        <p:spPr>
          <a:xfrm>
            <a:off x="6858000" y="19911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4" name=""/>
          <p:cNvSpPr/>
          <p:nvPr/>
        </p:nvSpPr>
        <p:spPr>
          <a:xfrm>
            <a:off x="7104240" y="20271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5" name=""/>
          <p:cNvSpPr/>
          <p:nvPr/>
        </p:nvSpPr>
        <p:spPr>
          <a:xfrm>
            <a:off x="7100280" y="2021400"/>
            <a:ext cx="4320" cy="3960"/>
          </a:xfrm>
          <a:custGeom>
            <a:avLst/>
            <a:gdLst/>
            <a:ahLst/>
            <a:rect l="0" t="0" r="r" b="b"/>
            <a:pathLst>
              <a:path fill="none" w="12" h="11">
                <a:moveTo>
                  <a:pt x="9" y="1"/>
                </a:moveTo>
                <a:lnTo>
                  <a:pt x="9" y="2"/>
                </a:lnTo>
                <a:lnTo>
                  <a:pt x="9" y="3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10" y="6"/>
                </a:lnTo>
                <a:lnTo>
                  <a:pt x="10" y="7"/>
                </a:lnTo>
                <a:lnTo>
                  <a:pt x="11" y="7"/>
                </a:lnTo>
                <a:lnTo>
                  <a:pt x="12" y="7"/>
                </a:lnTo>
                <a:lnTo>
                  <a:pt x="12" y="8"/>
                </a:lnTo>
                <a:lnTo>
                  <a:pt x="12" y="9"/>
                </a:lnTo>
                <a:lnTo>
                  <a:pt x="11" y="9"/>
                </a:lnTo>
                <a:lnTo>
                  <a:pt x="11" y="11"/>
                </a:lnTo>
                <a:lnTo>
                  <a:pt x="10" y="11"/>
                </a:lnTo>
                <a:lnTo>
                  <a:pt x="9" y="11"/>
                </a:lnTo>
                <a:lnTo>
                  <a:pt x="9" y="9"/>
                </a:lnTo>
                <a:lnTo>
                  <a:pt x="8" y="9"/>
                </a:lnTo>
                <a:lnTo>
                  <a:pt x="8" y="8"/>
                </a:ln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1" y="4"/>
                </a:lnTo>
                <a:lnTo>
                  <a:pt x="1" y="3"/>
                </a:lnTo>
                <a:lnTo>
                  <a:pt x="3" y="2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" rIns="360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6" name=""/>
          <p:cNvSpPr/>
          <p:nvPr/>
        </p:nvSpPr>
        <p:spPr>
          <a:xfrm>
            <a:off x="6865920" y="19861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7" name=""/>
          <p:cNvSpPr/>
          <p:nvPr/>
        </p:nvSpPr>
        <p:spPr>
          <a:xfrm>
            <a:off x="7057080" y="200988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0" y="5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lnTo>
                  <a:pt x="6" y="1"/>
                </a:lnTo>
                <a:lnTo>
                  <a:pt x="4" y="1"/>
                </a:lnTo>
                <a:lnTo>
                  <a:pt x="4" y="2"/>
                </a:ln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8" name=""/>
          <p:cNvSpPr/>
          <p:nvPr/>
        </p:nvSpPr>
        <p:spPr>
          <a:xfrm>
            <a:off x="7053480" y="199872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2" y="0"/>
                </a:moveTo>
                <a:lnTo>
                  <a:pt x="2" y="1"/>
                </a:lnTo>
                <a:lnTo>
                  <a:pt x="3" y="2"/>
                </a:lnTo>
                <a:lnTo>
                  <a:pt x="3" y="4"/>
                </a:lnTo>
                <a:lnTo>
                  <a:pt x="4" y="5"/>
                </a:lnTo>
                <a:lnTo>
                  <a:pt x="6" y="6"/>
                </a:lnTo>
                <a:lnTo>
                  <a:pt x="7" y="8"/>
                </a:lnTo>
                <a:lnTo>
                  <a:pt x="6" y="8"/>
                </a:lnTo>
                <a:lnTo>
                  <a:pt x="6" y="7"/>
                </a:lnTo>
                <a:lnTo>
                  <a:pt x="4" y="6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9" name=""/>
          <p:cNvSpPr/>
          <p:nvPr/>
        </p:nvSpPr>
        <p:spPr>
          <a:xfrm>
            <a:off x="7100640" y="199692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0" name=""/>
          <p:cNvSpPr/>
          <p:nvPr/>
        </p:nvSpPr>
        <p:spPr>
          <a:xfrm>
            <a:off x="7099200" y="199584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5" y="0"/>
                </a:move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5"/>
                </a:lnTo>
                <a:lnTo>
                  <a:pt x="5" y="5"/>
                </a:lnTo>
                <a:lnTo>
                  <a:pt x="5" y="6"/>
                </a:lnTo>
                <a:lnTo>
                  <a:pt x="4" y="6"/>
                </a:ln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1" name=""/>
          <p:cNvSpPr/>
          <p:nvPr/>
        </p:nvSpPr>
        <p:spPr>
          <a:xfrm>
            <a:off x="6940800" y="197064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2" name=""/>
          <p:cNvSpPr/>
          <p:nvPr/>
        </p:nvSpPr>
        <p:spPr>
          <a:xfrm>
            <a:off x="6941160" y="1969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3" name=""/>
          <p:cNvSpPr/>
          <p:nvPr/>
        </p:nvSpPr>
        <p:spPr>
          <a:xfrm>
            <a:off x="6933600" y="1961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4" name=""/>
          <p:cNvSpPr/>
          <p:nvPr/>
        </p:nvSpPr>
        <p:spPr>
          <a:xfrm>
            <a:off x="6927840" y="1961280"/>
            <a:ext cx="8280" cy="4320"/>
          </a:xfrm>
          <a:custGeom>
            <a:avLst/>
            <a:gdLst/>
            <a:ahLst/>
            <a:rect l="0" t="0" r="r" b="b"/>
            <a:pathLst>
              <a:path fill="none" w="23" h="12">
                <a:moveTo>
                  <a:pt x="20" y="0"/>
                </a:moveTo>
                <a:lnTo>
                  <a:pt x="20" y="1"/>
                </a:lnTo>
                <a:lnTo>
                  <a:pt x="20" y="2"/>
                </a:lnTo>
                <a:lnTo>
                  <a:pt x="20" y="4"/>
                </a:lnTo>
                <a:lnTo>
                  <a:pt x="21" y="4"/>
                </a:lnTo>
                <a:lnTo>
                  <a:pt x="22" y="4"/>
                </a:lnTo>
                <a:lnTo>
                  <a:pt x="22" y="5"/>
                </a:lnTo>
                <a:lnTo>
                  <a:pt x="23" y="5"/>
                </a:lnTo>
                <a:lnTo>
                  <a:pt x="23" y="6"/>
                </a:lnTo>
                <a:lnTo>
                  <a:pt x="23" y="5"/>
                </a:lnTo>
                <a:lnTo>
                  <a:pt x="22" y="5"/>
                </a:lnTo>
                <a:lnTo>
                  <a:pt x="22" y="6"/>
                </a:lnTo>
                <a:lnTo>
                  <a:pt x="22" y="5"/>
                </a:lnTo>
                <a:lnTo>
                  <a:pt x="21" y="5"/>
                </a:lnTo>
                <a:lnTo>
                  <a:pt x="21" y="6"/>
                </a:lnTo>
                <a:lnTo>
                  <a:pt x="21" y="7"/>
                </a:lnTo>
                <a:lnTo>
                  <a:pt x="21" y="8"/>
                </a:lnTo>
                <a:lnTo>
                  <a:pt x="22" y="9"/>
                </a:lnTo>
                <a:lnTo>
                  <a:pt x="22" y="10"/>
                </a:lnTo>
                <a:lnTo>
                  <a:pt x="21" y="11"/>
                </a:lnTo>
                <a:lnTo>
                  <a:pt x="20" y="11"/>
                </a:lnTo>
                <a:lnTo>
                  <a:pt x="20" y="12"/>
                </a:lnTo>
                <a:lnTo>
                  <a:pt x="19" y="12"/>
                </a:lnTo>
                <a:lnTo>
                  <a:pt x="19" y="11"/>
                </a:lnTo>
                <a:lnTo>
                  <a:pt x="20" y="11"/>
                </a:lnTo>
                <a:lnTo>
                  <a:pt x="19" y="11"/>
                </a:lnTo>
                <a:lnTo>
                  <a:pt x="18" y="11"/>
                </a:lnTo>
                <a:lnTo>
                  <a:pt x="16" y="11"/>
                </a:lnTo>
                <a:lnTo>
                  <a:pt x="18" y="11"/>
                </a:lnTo>
                <a:lnTo>
                  <a:pt x="18" y="10"/>
                </a:lnTo>
                <a:lnTo>
                  <a:pt x="16" y="10"/>
                </a:lnTo>
                <a:lnTo>
                  <a:pt x="15" y="10"/>
                </a:lnTo>
                <a:lnTo>
                  <a:pt x="14" y="10"/>
                </a:lnTo>
                <a:lnTo>
                  <a:pt x="13" y="10"/>
                </a:lnTo>
                <a:lnTo>
                  <a:pt x="12" y="10"/>
                </a:lnTo>
                <a:lnTo>
                  <a:pt x="12" y="11"/>
                </a:lnTo>
                <a:lnTo>
                  <a:pt x="11" y="11"/>
                </a:lnTo>
                <a:lnTo>
                  <a:pt x="11" y="10"/>
                </a:lnTo>
                <a:lnTo>
                  <a:pt x="10" y="10"/>
                </a:lnTo>
                <a:lnTo>
                  <a:pt x="9" y="10"/>
                </a:lnTo>
                <a:lnTo>
                  <a:pt x="9" y="9"/>
                </a:lnTo>
                <a:lnTo>
                  <a:pt x="8" y="9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4" y="9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4" y="2"/>
                </a:lnTo>
                <a:lnTo>
                  <a:pt x="4" y="4"/>
                </a:lnTo>
                <a:lnTo>
                  <a:pt x="5" y="4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7" y="6"/>
                </a:lnTo>
                <a:lnTo>
                  <a:pt x="7" y="7"/>
                </a:lnTo>
                <a:lnTo>
                  <a:pt x="8" y="7"/>
                </a:lnTo>
                <a:lnTo>
                  <a:pt x="9" y="7"/>
                </a:lnTo>
                <a:lnTo>
                  <a:pt x="8" y="6"/>
                </a:lnTo>
                <a:lnTo>
                  <a:pt x="9" y="6"/>
                </a:lnTo>
                <a:lnTo>
                  <a:pt x="10" y="5"/>
                </a:lnTo>
                <a:lnTo>
                  <a:pt x="11" y="4"/>
                </a:lnTo>
                <a:lnTo>
                  <a:pt x="11" y="2"/>
                </a:lnTo>
                <a:lnTo>
                  <a:pt x="11" y="1"/>
                </a:lnTo>
                <a:lnTo>
                  <a:pt x="12" y="1"/>
                </a:lnTo>
                <a:lnTo>
                  <a:pt x="13" y="1"/>
                </a:lnTo>
                <a:lnTo>
                  <a:pt x="14" y="1"/>
                </a:lnTo>
                <a:lnTo>
                  <a:pt x="14" y="2"/>
                </a:lnTo>
                <a:lnTo>
                  <a:pt x="15" y="2"/>
                </a:lnTo>
                <a:lnTo>
                  <a:pt x="15" y="4"/>
                </a:lnTo>
                <a:lnTo>
                  <a:pt x="16" y="4"/>
                </a:lnTo>
                <a:lnTo>
                  <a:pt x="18" y="2"/>
                </a:lnTo>
                <a:lnTo>
                  <a:pt x="18" y="1"/>
                </a:lnTo>
                <a:lnTo>
                  <a:pt x="19" y="0"/>
                </a:lnTo>
                <a:lnTo>
                  <a:pt x="2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720" rIns="360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5" name=""/>
          <p:cNvSpPr/>
          <p:nvPr/>
        </p:nvSpPr>
        <p:spPr>
          <a:xfrm>
            <a:off x="7021440" y="197244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4" y="3"/>
                </a:moveTo>
                <a:lnTo>
                  <a:pt x="4" y="4"/>
                </a:lnTo>
                <a:lnTo>
                  <a:pt x="3" y="4"/>
                </a:lnTo>
                <a:lnTo>
                  <a:pt x="3" y="6"/>
                </a:lnTo>
                <a:lnTo>
                  <a:pt x="2" y="6"/>
                </a:ln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  <a:lnTo>
                  <a:pt x="4" y="2"/>
                </a:lnTo>
                <a:lnTo>
                  <a:pt x="4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6" name=""/>
          <p:cNvSpPr/>
          <p:nvPr/>
        </p:nvSpPr>
        <p:spPr>
          <a:xfrm>
            <a:off x="7045560" y="19760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7" name=""/>
          <p:cNvSpPr/>
          <p:nvPr/>
        </p:nvSpPr>
        <p:spPr>
          <a:xfrm>
            <a:off x="7025040" y="1970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8" name=""/>
          <p:cNvSpPr/>
          <p:nvPr/>
        </p:nvSpPr>
        <p:spPr>
          <a:xfrm>
            <a:off x="7029000" y="19710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9" name=""/>
          <p:cNvSpPr/>
          <p:nvPr/>
        </p:nvSpPr>
        <p:spPr>
          <a:xfrm>
            <a:off x="6932160" y="19573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0"/>
                </a:moveTo>
                <a:lnTo>
                  <a:pt x="3" y="2"/>
                </a:lnTo>
                <a:lnTo>
                  <a:pt x="5" y="2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0" name=""/>
          <p:cNvSpPr/>
          <p:nvPr/>
        </p:nvSpPr>
        <p:spPr>
          <a:xfrm>
            <a:off x="6930720" y="19569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1" name=""/>
          <p:cNvSpPr/>
          <p:nvPr/>
        </p:nvSpPr>
        <p:spPr>
          <a:xfrm>
            <a:off x="7024680" y="1970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2" name=""/>
          <p:cNvSpPr/>
          <p:nvPr/>
        </p:nvSpPr>
        <p:spPr>
          <a:xfrm>
            <a:off x="7030800" y="19706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4" y="0"/>
                </a:moveTo>
                <a:lnTo>
                  <a:pt x="4" y="2"/>
                </a:lnTo>
                <a:lnTo>
                  <a:pt x="2" y="3"/>
                </a:lnTo>
                <a:lnTo>
                  <a:pt x="2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3" name=""/>
          <p:cNvSpPr/>
          <p:nvPr/>
        </p:nvSpPr>
        <p:spPr>
          <a:xfrm>
            <a:off x="6940800" y="19562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4" name=""/>
          <p:cNvSpPr/>
          <p:nvPr/>
        </p:nvSpPr>
        <p:spPr>
          <a:xfrm>
            <a:off x="6941880" y="19555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2"/>
                </a:move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5" name=""/>
          <p:cNvSpPr/>
          <p:nvPr/>
        </p:nvSpPr>
        <p:spPr>
          <a:xfrm>
            <a:off x="7047000" y="197100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0" y="1"/>
                </a:lnTo>
                <a:lnTo>
                  <a:pt x="0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6" name=""/>
          <p:cNvSpPr/>
          <p:nvPr/>
        </p:nvSpPr>
        <p:spPr>
          <a:xfrm>
            <a:off x="7025400" y="19659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7" name=""/>
          <p:cNvSpPr/>
          <p:nvPr/>
        </p:nvSpPr>
        <p:spPr>
          <a:xfrm>
            <a:off x="7017840" y="19645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8" name=""/>
          <p:cNvSpPr/>
          <p:nvPr/>
        </p:nvSpPr>
        <p:spPr>
          <a:xfrm>
            <a:off x="7024320" y="196488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1" y="1"/>
                </a:moveTo>
                <a:lnTo>
                  <a:pt x="3" y="1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  <a:lnTo>
                  <a:pt x="0" y="7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9" name=""/>
          <p:cNvSpPr/>
          <p:nvPr/>
        </p:nvSpPr>
        <p:spPr>
          <a:xfrm>
            <a:off x="6950520" y="1950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0" name=""/>
          <p:cNvSpPr/>
          <p:nvPr/>
        </p:nvSpPr>
        <p:spPr>
          <a:xfrm>
            <a:off x="7025040" y="19605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2" y="4"/>
                </a:move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5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1" name=""/>
          <p:cNvSpPr/>
          <p:nvPr/>
        </p:nvSpPr>
        <p:spPr>
          <a:xfrm>
            <a:off x="6956640" y="19483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2" name=""/>
          <p:cNvSpPr/>
          <p:nvPr/>
        </p:nvSpPr>
        <p:spPr>
          <a:xfrm>
            <a:off x="6955560" y="19483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3" name=""/>
          <p:cNvSpPr/>
          <p:nvPr/>
        </p:nvSpPr>
        <p:spPr>
          <a:xfrm>
            <a:off x="6957360" y="1947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4" name=""/>
          <p:cNvSpPr/>
          <p:nvPr/>
        </p:nvSpPr>
        <p:spPr>
          <a:xfrm>
            <a:off x="6955200" y="1947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5" name=""/>
          <p:cNvSpPr/>
          <p:nvPr/>
        </p:nvSpPr>
        <p:spPr>
          <a:xfrm>
            <a:off x="6958440" y="1946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6" name=""/>
          <p:cNvSpPr/>
          <p:nvPr/>
        </p:nvSpPr>
        <p:spPr>
          <a:xfrm>
            <a:off x="7043760" y="1959480"/>
            <a:ext cx="3960" cy="3240"/>
          </a:xfrm>
          <a:custGeom>
            <a:avLst/>
            <a:gdLst/>
            <a:ahLst/>
            <a:rect l="0" t="0" r="r" b="b"/>
            <a:pathLst>
              <a:path fill="none" w="11" h="9">
                <a:moveTo>
                  <a:pt x="11" y="2"/>
                </a:moveTo>
                <a:lnTo>
                  <a:pt x="10" y="2"/>
                </a:lnTo>
                <a:lnTo>
                  <a:pt x="9" y="2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6" y="5"/>
                </a:lnTo>
                <a:lnTo>
                  <a:pt x="7" y="5"/>
                </a:lnTo>
                <a:lnTo>
                  <a:pt x="6" y="4"/>
                </a:lnTo>
                <a:lnTo>
                  <a:pt x="6" y="5"/>
                </a:lnTo>
                <a:lnTo>
                  <a:pt x="6" y="6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lnTo>
                  <a:pt x="2" y="8"/>
                </a:lnTo>
                <a:lnTo>
                  <a:pt x="2" y="9"/>
                </a:lnTo>
                <a:lnTo>
                  <a:pt x="1" y="9"/>
                </a:lnTo>
                <a:lnTo>
                  <a:pt x="1" y="8"/>
                </a:lnTo>
                <a:lnTo>
                  <a:pt x="2" y="8"/>
                </a:lnTo>
                <a:lnTo>
                  <a:pt x="1" y="8"/>
                </a:lnTo>
                <a:lnTo>
                  <a:pt x="1" y="9"/>
                </a:lnTo>
                <a:lnTo>
                  <a:pt x="0" y="8"/>
                </a:lnTo>
                <a:lnTo>
                  <a:pt x="0" y="6"/>
                </a:lnTo>
                <a:lnTo>
                  <a:pt x="2" y="5"/>
                </a:lnTo>
                <a:lnTo>
                  <a:pt x="3" y="4"/>
                </a:lnTo>
                <a:lnTo>
                  <a:pt x="4" y="3"/>
                </a:lnTo>
                <a:lnTo>
                  <a:pt x="6" y="3"/>
                </a:lnTo>
                <a:lnTo>
                  <a:pt x="6" y="2"/>
                </a:lnTo>
                <a:lnTo>
                  <a:pt x="7" y="2"/>
                </a:lnTo>
                <a:lnTo>
                  <a:pt x="8" y="1"/>
                </a:lnTo>
                <a:lnTo>
                  <a:pt x="9" y="0"/>
                </a:lnTo>
                <a:lnTo>
                  <a:pt x="10" y="0"/>
                </a:lnTo>
                <a:lnTo>
                  <a:pt x="10" y="1"/>
                </a:lnTo>
                <a:lnTo>
                  <a:pt x="11" y="1"/>
                </a:lnTo>
                <a:lnTo>
                  <a:pt x="11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" rIns="360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7" name=""/>
          <p:cNvSpPr/>
          <p:nvPr/>
        </p:nvSpPr>
        <p:spPr>
          <a:xfrm>
            <a:off x="7049160" y="1959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8" name=""/>
          <p:cNvSpPr/>
          <p:nvPr/>
        </p:nvSpPr>
        <p:spPr>
          <a:xfrm>
            <a:off x="7026120" y="1955880"/>
            <a:ext cx="6120" cy="4680"/>
          </a:xfrm>
          <a:custGeom>
            <a:avLst/>
            <a:gdLst/>
            <a:ahLst/>
            <a:rect l="0" t="0" r="r" b="b"/>
            <a:pathLst>
              <a:path fill="none" w="17" h="13">
                <a:moveTo>
                  <a:pt x="14" y="0"/>
                </a:moveTo>
                <a:lnTo>
                  <a:pt x="14" y="1"/>
                </a:lnTo>
                <a:lnTo>
                  <a:pt x="13" y="1"/>
                </a:lnTo>
                <a:lnTo>
                  <a:pt x="14" y="2"/>
                </a:lnTo>
                <a:lnTo>
                  <a:pt x="15" y="2"/>
                </a:lnTo>
                <a:lnTo>
                  <a:pt x="15" y="1"/>
                </a:lnTo>
                <a:lnTo>
                  <a:pt x="16" y="2"/>
                </a:lnTo>
                <a:lnTo>
                  <a:pt x="16" y="3"/>
                </a:lnTo>
                <a:lnTo>
                  <a:pt x="16" y="4"/>
                </a:lnTo>
                <a:lnTo>
                  <a:pt x="16" y="5"/>
                </a:lnTo>
                <a:lnTo>
                  <a:pt x="17" y="5"/>
                </a:lnTo>
                <a:lnTo>
                  <a:pt x="17" y="6"/>
                </a:lnTo>
                <a:lnTo>
                  <a:pt x="17" y="7"/>
                </a:lnTo>
                <a:lnTo>
                  <a:pt x="16" y="7"/>
                </a:lnTo>
                <a:lnTo>
                  <a:pt x="15" y="7"/>
                </a:lnTo>
                <a:lnTo>
                  <a:pt x="15" y="6"/>
                </a:lnTo>
                <a:lnTo>
                  <a:pt x="16" y="6"/>
                </a:lnTo>
                <a:lnTo>
                  <a:pt x="15" y="6"/>
                </a:lnTo>
                <a:lnTo>
                  <a:pt x="14" y="6"/>
                </a:lnTo>
                <a:lnTo>
                  <a:pt x="12" y="6"/>
                </a:lnTo>
                <a:lnTo>
                  <a:pt x="11" y="7"/>
                </a:lnTo>
                <a:lnTo>
                  <a:pt x="11" y="8"/>
                </a:lnTo>
                <a:lnTo>
                  <a:pt x="10" y="8"/>
                </a:lnTo>
                <a:lnTo>
                  <a:pt x="9" y="8"/>
                </a:lnTo>
                <a:lnTo>
                  <a:pt x="9" y="10"/>
                </a:lnTo>
                <a:lnTo>
                  <a:pt x="8" y="10"/>
                </a:lnTo>
                <a:lnTo>
                  <a:pt x="8" y="11"/>
                </a:lnTo>
                <a:lnTo>
                  <a:pt x="9" y="11"/>
                </a:lnTo>
                <a:lnTo>
                  <a:pt x="9" y="12"/>
                </a:lnTo>
                <a:lnTo>
                  <a:pt x="8" y="12"/>
                </a:lnTo>
                <a:lnTo>
                  <a:pt x="8" y="13"/>
                </a:lnTo>
                <a:lnTo>
                  <a:pt x="9" y="13"/>
                </a:lnTo>
                <a:lnTo>
                  <a:pt x="8" y="13"/>
                </a:lnTo>
                <a:lnTo>
                  <a:pt x="7" y="12"/>
                </a:lnTo>
                <a:lnTo>
                  <a:pt x="7" y="13"/>
                </a:lnTo>
                <a:lnTo>
                  <a:pt x="5" y="13"/>
                </a:lnTo>
                <a:lnTo>
                  <a:pt x="4" y="13"/>
                </a:lnTo>
                <a:lnTo>
                  <a:pt x="4" y="12"/>
                </a:lnTo>
                <a:lnTo>
                  <a:pt x="4" y="11"/>
                </a:lnTo>
                <a:lnTo>
                  <a:pt x="3" y="11"/>
                </a:lnTo>
                <a:lnTo>
                  <a:pt x="2" y="11"/>
                </a:lnTo>
                <a:lnTo>
                  <a:pt x="2" y="10"/>
                </a:lnTo>
                <a:lnTo>
                  <a:pt x="1" y="10"/>
                </a:lnTo>
                <a:lnTo>
                  <a:pt x="1" y="8"/>
                </a:lnTo>
                <a:lnTo>
                  <a:pt x="1" y="10"/>
                </a:lnTo>
                <a:lnTo>
                  <a:pt x="0" y="8"/>
                </a:lnTo>
                <a:lnTo>
                  <a:pt x="1" y="8"/>
                </a:lnTo>
                <a:lnTo>
                  <a:pt x="1" y="7"/>
                </a:lnTo>
                <a:lnTo>
                  <a:pt x="1" y="8"/>
                </a:lnTo>
                <a:lnTo>
                  <a:pt x="2" y="8"/>
                </a:lnTo>
                <a:lnTo>
                  <a:pt x="2" y="10"/>
                </a:lnTo>
                <a:lnTo>
                  <a:pt x="2" y="11"/>
                </a:lnTo>
                <a:lnTo>
                  <a:pt x="3" y="11"/>
                </a:lnTo>
                <a:lnTo>
                  <a:pt x="3" y="10"/>
                </a:lnTo>
                <a:lnTo>
                  <a:pt x="4" y="10"/>
                </a:lnTo>
                <a:lnTo>
                  <a:pt x="4" y="11"/>
                </a:lnTo>
                <a:lnTo>
                  <a:pt x="4" y="12"/>
                </a:lnTo>
                <a:lnTo>
                  <a:pt x="4" y="11"/>
                </a:lnTo>
                <a:lnTo>
                  <a:pt x="5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7" y="11"/>
                </a:lnTo>
                <a:lnTo>
                  <a:pt x="7" y="10"/>
                </a:lnTo>
                <a:lnTo>
                  <a:pt x="8" y="10"/>
                </a:lnTo>
                <a:lnTo>
                  <a:pt x="7" y="10"/>
                </a:lnTo>
                <a:lnTo>
                  <a:pt x="7" y="8"/>
                </a:lnTo>
                <a:lnTo>
                  <a:pt x="8" y="8"/>
                </a:lnTo>
                <a:lnTo>
                  <a:pt x="8" y="7"/>
                </a:lnTo>
                <a:lnTo>
                  <a:pt x="7" y="7"/>
                </a:lnTo>
                <a:lnTo>
                  <a:pt x="5" y="7"/>
                </a:lnTo>
                <a:lnTo>
                  <a:pt x="4" y="7"/>
                </a:lnTo>
                <a:lnTo>
                  <a:pt x="4" y="8"/>
                </a:lnTo>
                <a:lnTo>
                  <a:pt x="4" y="7"/>
                </a:lnTo>
                <a:lnTo>
                  <a:pt x="3" y="7"/>
                </a:lnTo>
                <a:lnTo>
                  <a:pt x="3" y="6"/>
                </a:lnTo>
                <a:lnTo>
                  <a:pt x="4" y="7"/>
                </a:lnTo>
                <a:lnTo>
                  <a:pt x="4" y="6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5" y="2"/>
                </a:lnTo>
                <a:lnTo>
                  <a:pt x="5" y="3"/>
                </a:lnTo>
                <a:lnTo>
                  <a:pt x="5" y="4"/>
                </a:lnTo>
                <a:lnTo>
                  <a:pt x="7" y="4"/>
                </a:lnTo>
                <a:lnTo>
                  <a:pt x="8" y="4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8" y="1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0" y="1"/>
                </a:lnTo>
                <a:lnTo>
                  <a:pt x="10" y="2"/>
                </a:lnTo>
                <a:lnTo>
                  <a:pt x="10" y="4"/>
                </a:lnTo>
                <a:lnTo>
                  <a:pt x="11" y="3"/>
                </a:lnTo>
                <a:lnTo>
                  <a:pt x="11" y="2"/>
                </a:lnTo>
                <a:lnTo>
                  <a:pt x="12" y="1"/>
                </a:lnTo>
                <a:lnTo>
                  <a:pt x="12" y="2"/>
                </a:lnTo>
                <a:lnTo>
                  <a:pt x="12" y="3"/>
                </a:lnTo>
                <a:lnTo>
                  <a:pt x="12" y="2"/>
                </a:lnTo>
                <a:lnTo>
                  <a:pt x="12" y="1"/>
                </a:lnTo>
                <a:lnTo>
                  <a:pt x="13" y="1"/>
                </a:lnTo>
                <a:lnTo>
                  <a:pt x="13" y="0"/>
                </a:lnTo>
                <a:lnTo>
                  <a:pt x="1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1080" rIns="360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9" name=""/>
          <p:cNvSpPr/>
          <p:nvPr/>
        </p:nvSpPr>
        <p:spPr>
          <a:xfrm>
            <a:off x="7028280" y="19551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0" name=""/>
          <p:cNvSpPr/>
          <p:nvPr/>
        </p:nvSpPr>
        <p:spPr>
          <a:xfrm>
            <a:off x="7023600" y="1954080"/>
            <a:ext cx="3240" cy="4320"/>
          </a:xfrm>
          <a:custGeom>
            <a:avLst/>
            <a:gdLst/>
            <a:ahLst/>
            <a:rect l="0" t="0" r="r" b="b"/>
            <a:pathLst>
              <a:path fill="none" w="9" h="12">
                <a:moveTo>
                  <a:pt x="5" y="0"/>
                </a:moveTo>
                <a:lnTo>
                  <a:pt x="5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8" y="1"/>
                </a:lnTo>
                <a:lnTo>
                  <a:pt x="9" y="1"/>
                </a:lnTo>
                <a:lnTo>
                  <a:pt x="8" y="2"/>
                </a:lnTo>
                <a:lnTo>
                  <a:pt x="7" y="2"/>
                </a:lnTo>
                <a:lnTo>
                  <a:pt x="5" y="2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7" y="6"/>
                </a:lnTo>
                <a:lnTo>
                  <a:pt x="5" y="6"/>
                </a:lnTo>
                <a:lnTo>
                  <a:pt x="5" y="8"/>
                </a:lnTo>
                <a:lnTo>
                  <a:pt x="4" y="8"/>
                </a:lnTo>
                <a:lnTo>
                  <a:pt x="5" y="8"/>
                </a:lnTo>
                <a:lnTo>
                  <a:pt x="5" y="9"/>
                </a:lnTo>
                <a:lnTo>
                  <a:pt x="4" y="9"/>
                </a:lnTo>
                <a:lnTo>
                  <a:pt x="4" y="10"/>
                </a:lnTo>
                <a:lnTo>
                  <a:pt x="4" y="11"/>
                </a:lnTo>
                <a:lnTo>
                  <a:pt x="5" y="11"/>
                </a:lnTo>
                <a:lnTo>
                  <a:pt x="4" y="11"/>
                </a:lnTo>
                <a:lnTo>
                  <a:pt x="3" y="11"/>
                </a:lnTo>
                <a:lnTo>
                  <a:pt x="2" y="11"/>
                </a:lnTo>
                <a:lnTo>
                  <a:pt x="1" y="11"/>
                </a:lnTo>
                <a:lnTo>
                  <a:pt x="1" y="12"/>
                </a:lnTo>
                <a:lnTo>
                  <a:pt x="0" y="12"/>
                </a:lnTo>
                <a:lnTo>
                  <a:pt x="0" y="11"/>
                </a:lnTo>
                <a:lnTo>
                  <a:pt x="1" y="11"/>
                </a:lnTo>
                <a:lnTo>
                  <a:pt x="1" y="10"/>
                </a:lnTo>
                <a:lnTo>
                  <a:pt x="2" y="10"/>
                </a:lnTo>
                <a:lnTo>
                  <a:pt x="2" y="11"/>
                </a:lnTo>
                <a:lnTo>
                  <a:pt x="3" y="11"/>
                </a:lnTo>
                <a:lnTo>
                  <a:pt x="3" y="10"/>
                </a:lnTo>
                <a:lnTo>
                  <a:pt x="3" y="8"/>
                </a:lnTo>
                <a:lnTo>
                  <a:pt x="2" y="8"/>
                </a:lnTo>
                <a:lnTo>
                  <a:pt x="2" y="6"/>
                </a:lnTo>
                <a:lnTo>
                  <a:pt x="3" y="6"/>
                </a:lnTo>
                <a:lnTo>
                  <a:pt x="3" y="8"/>
                </a:lnTo>
                <a:lnTo>
                  <a:pt x="3" y="6"/>
                </a:lnTo>
                <a:lnTo>
                  <a:pt x="4" y="6"/>
                </a:lnTo>
                <a:lnTo>
                  <a:pt x="3" y="6"/>
                </a:lnTo>
                <a:lnTo>
                  <a:pt x="3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720" rIns="360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1" name=""/>
          <p:cNvSpPr/>
          <p:nvPr/>
        </p:nvSpPr>
        <p:spPr>
          <a:xfrm>
            <a:off x="7025040" y="19537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2" name=""/>
          <p:cNvSpPr/>
          <p:nvPr/>
        </p:nvSpPr>
        <p:spPr>
          <a:xfrm>
            <a:off x="6946200" y="19422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3" name=""/>
          <p:cNvSpPr/>
          <p:nvPr/>
        </p:nvSpPr>
        <p:spPr>
          <a:xfrm>
            <a:off x="7026480" y="195300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6" y="1"/>
                </a:moveTo>
                <a:lnTo>
                  <a:pt x="7" y="1"/>
                </a:lnTo>
                <a:lnTo>
                  <a:pt x="7" y="3"/>
                </a:lnTo>
                <a:lnTo>
                  <a:pt x="8" y="3"/>
                </a:lnTo>
                <a:lnTo>
                  <a:pt x="8" y="4"/>
                </a:ln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lnTo>
                  <a:pt x="7" y="6"/>
                </a:lnTo>
                <a:lnTo>
                  <a:pt x="8" y="6"/>
                </a:ln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lnTo>
                  <a:pt x="5" y="7"/>
                </a:lnTo>
                <a:lnTo>
                  <a:pt x="6" y="7"/>
                </a:lnTo>
                <a:lnTo>
                  <a:pt x="6" y="6"/>
                </a:lnTo>
                <a:lnTo>
                  <a:pt x="6" y="5"/>
                </a:lnTo>
                <a:lnTo>
                  <a:pt x="5" y="4"/>
                </a:lnTo>
                <a:lnTo>
                  <a:pt x="5" y="3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4" name=""/>
          <p:cNvSpPr/>
          <p:nvPr/>
        </p:nvSpPr>
        <p:spPr>
          <a:xfrm>
            <a:off x="7028280" y="1949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3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5" name=""/>
          <p:cNvSpPr/>
          <p:nvPr/>
        </p:nvSpPr>
        <p:spPr>
          <a:xfrm>
            <a:off x="7048800" y="195264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0" y="6"/>
                </a:move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6" name=""/>
          <p:cNvSpPr/>
          <p:nvPr/>
        </p:nvSpPr>
        <p:spPr>
          <a:xfrm>
            <a:off x="7049520" y="195048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3"/>
                </a:moveTo>
                <a:lnTo>
                  <a:pt x="0" y="3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7" name=""/>
          <p:cNvSpPr/>
          <p:nvPr/>
        </p:nvSpPr>
        <p:spPr>
          <a:xfrm>
            <a:off x="7052400" y="19458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2" y="2"/>
                </a:moveTo>
                <a:lnTo>
                  <a:pt x="3" y="2"/>
                </a:lnTo>
                <a:lnTo>
                  <a:pt x="3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8" name=""/>
          <p:cNvSpPr/>
          <p:nvPr/>
        </p:nvSpPr>
        <p:spPr>
          <a:xfrm>
            <a:off x="6973200" y="19245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2"/>
                </a:move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9" name=""/>
          <p:cNvSpPr/>
          <p:nvPr/>
        </p:nvSpPr>
        <p:spPr>
          <a:xfrm>
            <a:off x="6970320" y="19224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0" name=""/>
          <p:cNvSpPr/>
          <p:nvPr/>
        </p:nvSpPr>
        <p:spPr>
          <a:xfrm>
            <a:off x="6964200" y="1921680"/>
            <a:ext cx="1080" cy="0"/>
          </a:xfrm>
          <a:custGeom>
            <a:avLst/>
            <a:gdLst/>
            <a:ahLst/>
            <a:rect l="0" t="0" r="r" b="b"/>
            <a:pathLst>
              <a:path fill="none" w="3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1" name=""/>
          <p:cNvSpPr/>
          <p:nvPr/>
        </p:nvSpPr>
        <p:spPr>
          <a:xfrm>
            <a:off x="7057440" y="193536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0" y="4"/>
                </a:moveTo>
                <a:lnTo>
                  <a:pt x="1" y="0"/>
                </a:lnTo>
                <a:lnTo>
                  <a:pt x="2" y="0"/>
                </a:lnTo>
                <a:lnTo>
                  <a:pt x="7" y="0"/>
                </a:lnTo>
                <a:lnTo>
                  <a:pt x="6" y="1"/>
                </a:lnTo>
                <a:lnTo>
                  <a:pt x="6" y="3"/>
                </a:lnTo>
                <a:lnTo>
                  <a:pt x="5" y="4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2" name=""/>
          <p:cNvSpPr/>
          <p:nvPr/>
        </p:nvSpPr>
        <p:spPr>
          <a:xfrm>
            <a:off x="6965640" y="19209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0" y="4"/>
                </a:lnTo>
                <a:lnTo>
                  <a:pt x="0" y="2"/>
                </a:lnTo>
                <a:lnTo>
                  <a:pt x="3" y="0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3" name=""/>
          <p:cNvSpPr/>
          <p:nvPr/>
        </p:nvSpPr>
        <p:spPr>
          <a:xfrm>
            <a:off x="6973920" y="19220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4" name=""/>
          <p:cNvSpPr/>
          <p:nvPr/>
        </p:nvSpPr>
        <p:spPr>
          <a:xfrm>
            <a:off x="6969960" y="19195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4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5" name=""/>
          <p:cNvSpPr/>
          <p:nvPr/>
        </p:nvSpPr>
        <p:spPr>
          <a:xfrm>
            <a:off x="6964200" y="19184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1" y="2"/>
                </a:lnTo>
                <a:lnTo>
                  <a:pt x="3" y="2"/>
                </a:lnTo>
                <a:lnTo>
                  <a:pt x="3" y="4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6" name=""/>
          <p:cNvSpPr/>
          <p:nvPr/>
        </p:nvSpPr>
        <p:spPr>
          <a:xfrm>
            <a:off x="6976080" y="1919520"/>
            <a:ext cx="2160" cy="2880"/>
          </a:xfrm>
          <a:custGeom>
            <a:avLst/>
            <a:gdLst/>
            <a:ahLst/>
            <a:rect l="0" t="0" r="r" b="b"/>
            <a:pathLst>
              <a:path fill="none" w="6" h="8">
                <a:moveTo>
                  <a:pt x="6" y="2"/>
                </a:moveTo>
                <a:lnTo>
                  <a:pt x="6" y="3"/>
                </a:lnTo>
                <a:lnTo>
                  <a:pt x="6" y="5"/>
                </a:lnTo>
                <a:lnTo>
                  <a:pt x="4" y="5"/>
                </a:lnTo>
                <a:lnTo>
                  <a:pt x="3" y="5"/>
                </a:lnTo>
                <a:lnTo>
                  <a:pt x="1" y="6"/>
                </a:lnTo>
                <a:lnTo>
                  <a:pt x="1" y="8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1" y="2"/>
                </a:lnTo>
                <a:lnTo>
                  <a:pt x="2" y="2"/>
                </a:lnTo>
                <a:lnTo>
                  <a:pt x="3" y="0"/>
                </a:lnTo>
                <a:lnTo>
                  <a:pt x="4" y="0"/>
                </a:lnTo>
                <a:lnTo>
                  <a:pt x="6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7" name=""/>
          <p:cNvSpPr/>
          <p:nvPr/>
        </p:nvSpPr>
        <p:spPr>
          <a:xfrm>
            <a:off x="6970320" y="1914840"/>
            <a:ext cx="5400" cy="6840"/>
          </a:xfrm>
          <a:custGeom>
            <a:avLst/>
            <a:gdLst/>
            <a:ahLst/>
            <a:rect l="0" t="0" r="r" b="b"/>
            <a:pathLst>
              <a:path fill="none" w="15" h="19">
                <a:moveTo>
                  <a:pt x="10" y="3"/>
                </a:moveTo>
                <a:lnTo>
                  <a:pt x="11" y="3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2" y="6"/>
                </a:lnTo>
                <a:lnTo>
                  <a:pt x="11" y="6"/>
                </a:lnTo>
                <a:lnTo>
                  <a:pt x="11" y="7"/>
                </a:lnTo>
                <a:lnTo>
                  <a:pt x="12" y="7"/>
                </a:lnTo>
                <a:lnTo>
                  <a:pt x="12" y="6"/>
                </a:lnTo>
                <a:lnTo>
                  <a:pt x="13" y="5"/>
                </a:lnTo>
                <a:lnTo>
                  <a:pt x="13" y="4"/>
                </a:lnTo>
                <a:lnTo>
                  <a:pt x="14" y="4"/>
                </a:lnTo>
                <a:lnTo>
                  <a:pt x="14" y="5"/>
                </a:lnTo>
                <a:lnTo>
                  <a:pt x="15" y="5"/>
                </a:lnTo>
                <a:lnTo>
                  <a:pt x="15" y="6"/>
                </a:lnTo>
                <a:lnTo>
                  <a:pt x="15" y="7"/>
                </a:lnTo>
                <a:lnTo>
                  <a:pt x="15" y="9"/>
                </a:lnTo>
                <a:lnTo>
                  <a:pt x="15" y="10"/>
                </a:lnTo>
                <a:lnTo>
                  <a:pt x="15" y="11"/>
                </a:lnTo>
                <a:lnTo>
                  <a:pt x="15" y="12"/>
                </a:lnTo>
                <a:lnTo>
                  <a:pt x="14" y="12"/>
                </a:lnTo>
                <a:lnTo>
                  <a:pt x="13" y="13"/>
                </a:lnTo>
                <a:lnTo>
                  <a:pt x="12" y="14"/>
                </a:lnTo>
                <a:lnTo>
                  <a:pt x="10" y="16"/>
                </a:lnTo>
                <a:lnTo>
                  <a:pt x="9" y="17"/>
                </a:lnTo>
                <a:lnTo>
                  <a:pt x="8" y="17"/>
                </a:lnTo>
                <a:lnTo>
                  <a:pt x="8" y="19"/>
                </a:lnTo>
                <a:lnTo>
                  <a:pt x="7" y="17"/>
                </a:lnTo>
                <a:lnTo>
                  <a:pt x="6" y="17"/>
                </a:lnTo>
                <a:lnTo>
                  <a:pt x="5" y="17"/>
                </a:lnTo>
                <a:lnTo>
                  <a:pt x="4" y="16"/>
                </a:lnTo>
                <a:lnTo>
                  <a:pt x="3" y="16"/>
                </a:lnTo>
                <a:lnTo>
                  <a:pt x="1" y="14"/>
                </a:lnTo>
                <a:lnTo>
                  <a:pt x="0" y="14"/>
                </a:lnTo>
                <a:lnTo>
                  <a:pt x="0" y="13"/>
                </a:lnTo>
                <a:lnTo>
                  <a:pt x="1" y="11"/>
                </a:lnTo>
                <a:lnTo>
                  <a:pt x="1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3" y="6"/>
                </a:lnTo>
                <a:lnTo>
                  <a:pt x="4" y="4"/>
                </a:lnTo>
                <a:lnTo>
                  <a:pt x="4" y="3"/>
                </a:lnTo>
                <a:lnTo>
                  <a:pt x="5" y="2"/>
                </a:lnTo>
                <a:lnTo>
                  <a:pt x="6" y="2"/>
                </a:lnTo>
                <a:lnTo>
                  <a:pt x="8" y="2"/>
                </a:lnTo>
                <a:lnTo>
                  <a:pt x="9" y="0"/>
                </a:lnTo>
                <a:lnTo>
                  <a:pt x="9" y="2"/>
                </a:lnTo>
                <a:lnTo>
                  <a:pt x="10" y="2"/>
                </a:lnTo>
                <a:lnTo>
                  <a:pt x="10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240" rIns="360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8" name=""/>
          <p:cNvSpPr/>
          <p:nvPr/>
        </p:nvSpPr>
        <p:spPr>
          <a:xfrm>
            <a:off x="6978240" y="1916280"/>
            <a:ext cx="7920" cy="6480"/>
          </a:xfrm>
          <a:custGeom>
            <a:avLst/>
            <a:gdLst/>
            <a:ahLst/>
            <a:rect l="0" t="0" r="r" b="b"/>
            <a:pathLst>
              <a:path fill="none" w="22" h="18">
                <a:moveTo>
                  <a:pt x="18" y="2"/>
                </a:moveTo>
                <a:lnTo>
                  <a:pt x="18" y="3"/>
                </a:lnTo>
                <a:lnTo>
                  <a:pt x="18" y="2"/>
                </a:lnTo>
                <a:lnTo>
                  <a:pt x="20" y="2"/>
                </a:lnTo>
                <a:lnTo>
                  <a:pt x="20" y="3"/>
                </a:lnTo>
                <a:lnTo>
                  <a:pt x="19" y="3"/>
                </a:lnTo>
                <a:lnTo>
                  <a:pt x="19" y="4"/>
                </a:lnTo>
                <a:lnTo>
                  <a:pt x="20" y="4"/>
                </a:lnTo>
                <a:lnTo>
                  <a:pt x="20" y="6"/>
                </a:lnTo>
                <a:lnTo>
                  <a:pt x="21" y="6"/>
                </a:lnTo>
                <a:lnTo>
                  <a:pt x="21" y="8"/>
                </a:lnTo>
                <a:lnTo>
                  <a:pt x="21" y="9"/>
                </a:lnTo>
                <a:lnTo>
                  <a:pt x="21" y="10"/>
                </a:lnTo>
                <a:lnTo>
                  <a:pt x="22" y="10"/>
                </a:lnTo>
                <a:lnTo>
                  <a:pt x="22" y="9"/>
                </a:lnTo>
                <a:lnTo>
                  <a:pt x="22" y="10"/>
                </a:lnTo>
                <a:lnTo>
                  <a:pt x="22" y="11"/>
                </a:lnTo>
                <a:lnTo>
                  <a:pt x="21" y="10"/>
                </a:lnTo>
                <a:lnTo>
                  <a:pt x="21" y="11"/>
                </a:lnTo>
                <a:lnTo>
                  <a:pt x="21" y="12"/>
                </a:lnTo>
                <a:lnTo>
                  <a:pt x="20" y="14"/>
                </a:lnTo>
                <a:lnTo>
                  <a:pt x="20" y="15"/>
                </a:lnTo>
                <a:lnTo>
                  <a:pt x="19" y="15"/>
                </a:lnTo>
                <a:lnTo>
                  <a:pt x="18" y="15"/>
                </a:lnTo>
                <a:lnTo>
                  <a:pt x="18" y="16"/>
                </a:lnTo>
                <a:lnTo>
                  <a:pt x="17" y="16"/>
                </a:lnTo>
                <a:lnTo>
                  <a:pt x="18" y="15"/>
                </a:lnTo>
                <a:lnTo>
                  <a:pt x="18" y="14"/>
                </a:lnTo>
                <a:lnTo>
                  <a:pt x="17" y="14"/>
                </a:lnTo>
                <a:lnTo>
                  <a:pt x="17" y="12"/>
                </a:lnTo>
                <a:lnTo>
                  <a:pt x="16" y="12"/>
                </a:lnTo>
                <a:lnTo>
                  <a:pt x="15" y="12"/>
                </a:lnTo>
                <a:lnTo>
                  <a:pt x="15" y="11"/>
                </a:lnTo>
                <a:lnTo>
                  <a:pt x="13" y="11"/>
                </a:lnTo>
                <a:lnTo>
                  <a:pt x="12" y="12"/>
                </a:lnTo>
                <a:lnTo>
                  <a:pt x="10" y="14"/>
                </a:lnTo>
                <a:lnTo>
                  <a:pt x="9" y="14"/>
                </a:lnTo>
                <a:lnTo>
                  <a:pt x="8" y="15"/>
                </a:lnTo>
                <a:lnTo>
                  <a:pt x="8" y="16"/>
                </a:lnTo>
                <a:lnTo>
                  <a:pt x="7" y="17"/>
                </a:lnTo>
                <a:lnTo>
                  <a:pt x="7" y="18"/>
                </a:lnTo>
                <a:lnTo>
                  <a:pt x="5" y="18"/>
                </a:lnTo>
                <a:lnTo>
                  <a:pt x="4" y="18"/>
                </a:lnTo>
                <a:lnTo>
                  <a:pt x="4" y="17"/>
                </a:lnTo>
                <a:lnTo>
                  <a:pt x="3" y="17"/>
                </a:lnTo>
                <a:lnTo>
                  <a:pt x="2" y="16"/>
                </a:lnTo>
                <a:lnTo>
                  <a:pt x="1" y="15"/>
                </a:lnTo>
                <a:lnTo>
                  <a:pt x="0" y="15"/>
                </a:lnTo>
                <a:lnTo>
                  <a:pt x="1" y="15"/>
                </a:lnTo>
                <a:lnTo>
                  <a:pt x="2" y="15"/>
                </a:lnTo>
                <a:lnTo>
                  <a:pt x="3" y="14"/>
                </a:lnTo>
                <a:lnTo>
                  <a:pt x="4" y="12"/>
                </a:lnTo>
                <a:lnTo>
                  <a:pt x="4" y="11"/>
                </a:lnTo>
                <a:lnTo>
                  <a:pt x="3" y="9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2" y="6"/>
                </a:lnTo>
                <a:lnTo>
                  <a:pt x="4" y="5"/>
                </a:lnTo>
                <a:lnTo>
                  <a:pt x="5" y="5"/>
                </a:lnTo>
                <a:lnTo>
                  <a:pt x="7" y="6"/>
                </a:lnTo>
                <a:lnTo>
                  <a:pt x="8" y="7"/>
                </a:lnTo>
                <a:lnTo>
                  <a:pt x="9" y="8"/>
                </a:lnTo>
                <a:lnTo>
                  <a:pt x="11" y="8"/>
                </a:lnTo>
                <a:lnTo>
                  <a:pt x="12" y="8"/>
                </a:lnTo>
                <a:lnTo>
                  <a:pt x="13" y="8"/>
                </a:lnTo>
                <a:lnTo>
                  <a:pt x="13" y="7"/>
                </a:lnTo>
                <a:lnTo>
                  <a:pt x="13" y="6"/>
                </a:lnTo>
                <a:lnTo>
                  <a:pt x="14" y="5"/>
                </a:lnTo>
                <a:lnTo>
                  <a:pt x="14" y="4"/>
                </a:lnTo>
                <a:lnTo>
                  <a:pt x="14" y="3"/>
                </a:lnTo>
                <a:lnTo>
                  <a:pt x="15" y="2"/>
                </a:lnTo>
                <a:lnTo>
                  <a:pt x="16" y="2"/>
                </a:lnTo>
                <a:lnTo>
                  <a:pt x="16" y="1"/>
                </a:lnTo>
                <a:lnTo>
                  <a:pt x="16" y="0"/>
                </a:lnTo>
                <a:lnTo>
                  <a:pt x="17" y="0"/>
                </a:lnTo>
                <a:lnTo>
                  <a:pt x="17" y="1"/>
                </a:lnTo>
                <a:lnTo>
                  <a:pt x="17" y="2"/>
                </a:lnTo>
                <a:lnTo>
                  <a:pt x="18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2880" rIns="360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9" name=""/>
          <p:cNvSpPr/>
          <p:nvPr/>
        </p:nvSpPr>
        <p:spPr>
          <a:xfrm>
            <a:off x="6978960" y="1914120"/>
            <a:ext cx="3600" cy="2520"/>
          </a:xfrm>
          <a:custGeom>
            <a:avLst/>
            <a:gdLst/>
            <a:ahLst/>
            <a:rect l="0" t="0" r="r" b="b"/>
            <a:pathLst>
              <a:path fill="none" w="10" h="7">
                <a:moveTo>
                  <a:pt x="4" y="2"/>
                </a:move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8" y="3"/>
                </a:lnTo>
                <a:lnTo>
                  <a:pt x="9" y="3"/>
                </a:lnTo>
                <a:lnTo>
                  <a:pt x="10" y="3"/>
                </a:lnTo>
                <a:lnTo>
                  <a:pt x="10" y="4"/>
                </a:lnTo>
                <a:lnTo>
                  <a:pt x="9" y="4"/>
                </a:lnTo>
                <a:lnTo>
                  <a:pt x="8" y="4"/>
                </a:lnTo>
                <a:lnTo>
                  <a:pt x="7" y="4"/>
                </a:lnTo>
                <a:lnTo>
                  <a:pt x="8" y="4"/>
                </a:lnTo>
                <a:lnTo>
                  <a:pt x="9" y="4"/>
                </a:lnTo>
                <a:lnTo>
                  <a:pt x="8" y="5"/>
                </a:lnTo>
                <a:lnTo>
                  <a:pt x="8" y="7"/>
                </a:lnTo>
                <a:lnTo>
                  <a:pt x="7" y="7"/>
                </a:lnTo>
                <a:lnTo>
                  <a:pt x="6" y="7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0" name=""/>
          <p:cNvSpPr/>
          <p:nvPr/>
        </p:nvSpPr>
        <p:spPr>
          <a:xfrm>
            <a:off x="6996960" y="190332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1" name=""/>
          <p:cNvSpPr/>
          <p:nvPr/>
        </p:nvSpPr>
        <p:spPr>
          <a:xfrm>
            <a:off x="7006680" y="1894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2" name=""/>
          <p:cNvSpPr/>
          <p:nvPr/>
        </p:nvSpPr>
        <p:spPr>
          <a:xfrm>
            <a:off x="7022520" y="18961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3" name=""/>
          <p:cNvSpPr/>
          <p:nvPr/>
        </p:nvSpPr>
        <p:spPr>
          <a:xfrm>
            <a:off x="7007040" y="1892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4" name=""/>
          <p:cNvSpPr/>
          <p:nvPr/>
        </p:nvSpPr>
        <p:spPr>
          <a:xfrm>
            <a:off x="7009200" y="1891440"/>
            <a:ext cx="2880" cy="3960"/>
          </a:xfrm>
          <a:custGeom>
            <a:avLst/>
            <a:gdLst/>
            <a:ahLst/>
            <a:rect l="0" t="0" r="r" b="b"/>
            <a:pathLst>
              <a:path fill="none" w="8" h="11">
                <a:moveTo>
                  <a:pt x="7" y="2"/>
                </a:moveTo>
                <a:lnTo>
                  <a:pt x="6" y="2"/>
                </a:lnTo>
                <a:lnTo>
                  <a:pt x="6" y="3"/>
                </a:lnTo>
                <a:lnTo>
                  <a:pt x="6" y="2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5" y="6"/>
                </a:lnTo>
                <a:lnTo>
                  <a:pt x="6" y="6"/>
                </a:lnTo>
                <a:lnTo>
                  <a:pt x="5" y="8"/>
                </a:lnTo>
                <a:lnTo>
                  <a:pt x="5" y="9"/>
                </a:lnTo>
                <a:lnTo>
                  <a:pt x="5" y="10"/>
                </a:lnTo>
                <a:lnTo>
                  <a:pt x="4" y="10"/>
                </a:lnTo>
                <a:lnTo>
                  <a:pt x="4" y="11"/>
                </a:lnTo>
                <a:lnTo>
                  <a:pt x="4" y="10"/>
                </a:lnTo>
                <a:lnTo>
                  <a:pt x="2" y="9"/>
                </a:lnTo>
                <a:lnTo>
                  <a:pt x="2" y="8"/>
                </a:lnTo>
                <a:lnTo>
                  <a:pt x="1" y="8"/>
                </a:lnTo>
                <a:lnTo>
                  <a:pt x="0" y="8"/>
                </a:lnTo>
                <a:lnTo>
                  <a:pt x="0" y="6"/>
                </a:lnTo>
                <a:lnTo>
                  <a:pt x="1" y="8"/>
                </a:lnTo>
                <a:lnTo>
                  <a:pt x="2" y="8"/>
                </a:lnTo>
                <a:lnTo>
                  <a:pt x="4" y="8"/>
                </a:lnTo>
                <a:lnTo>
                  <a:pt x="4" y="6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  <a:lnTo>
                  <a:pt x="6" y="2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7" y="1"/>
                </a:lnTo>
                <a:lnTo>
                  <a:pt x="8" y="1"/>
                </a:lnTo>
                <a:lnTo>
                  <a:pt x="7" y="1"/>
                </a:lnTo>
                <a:lnTo>
                  <a:pt x="7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" rIns="3600" bIns="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5" name=""/>
          <p:cNvSpPr/>
          <p:nvPr/>
        </p:nvSpPr>
        <p:spPr>
          <a:xfrm>
            <a:off x="7019640" y="18903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6" name=""/>
          <p:cNvSpPr/>
          <p:nvPr/>
        </p:nvSpPr>
        <p:spPr>
          <a:xfrm>
            <a:off x="7006320" y="18882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7" name=""/>
          <p:cNvSpPr/>
          <p:nvPr/>
        </p:nvSpPr>
        <p:spPr>
          <a:xfrm>
            <a:off x="7005240" y="18878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8" name=""/>
          <p:cNvSpPr/>
          <p:nvPr/>
        </p:nvSpPr>
        <p:spPr>
          <a:xfrm>
            <a:off x="7117200" y="19026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9" name=""/>
          <p:cNvSpPr/>
          <p:nvPr/>
        </p:nvSpPr>
        <p:spPr>
          <a:xfrm>
            <a:off x="7027920" y="1887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0" name=""/>
          <p:cNvSpPr/>
          <p:nvPr/>
        </p:nvSpPr>
        <p:spPr>
          <a:xfrm>
            <a:off x="7029720" y="188604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1" name=""/>
          <p:cNvSpPr/>
          <p:nvPr/>
        </p:nvSpPr>
        <p:spPr>
          <a:xfrm>
            <a:off x="7022160" y="1884960"/>
            <a:ext cx="5760" cy="4320"/>
          </a:xfrm>
          <a:custGeom>
            <a:avLst/>
            <a:gdLst/>
            <a:ahLst/>
            <a:rect l="0" t="0" r="r" b="b"/>
            <a:pathLst>
              <a:path fill="none" w="16" h="12">
                <a:moveTo>
                  <a:pt x="6" y="2"/>
                </a:moveTo>
                <a:lnTo>
                  <a:pt x="7" y="2"/>
                </a:lnTo>
                <a:lnTo>
                  <a:pt x="6" y="2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10" y="7"/>
                </a:lnTo>
                <a:lnTo>
                  <a:pt x="11" y="8"/>
                </a:lnTo>
                <a:lnTo>
                  <a:pt x="12" y="8"/>
                </a:lnTo>
                <a:lnTo>
                  <a:pt x="12" y="7"/>
                </a:lnTo>
                <a:lnTo>
                  <a:pt x="13" y="7"/>
                </a:lnTo>
                <a:lnTo>
                  <a:pt x="13" y="8"/>
                </a:lnTo>
                <a:lnTo>
                  <a:pt x="14" y="8"/>
                </a:lnTo>
                <a:lnTo>
                  <a:pt x="14" y="7"/>
                </a:lnTo>
                <a:lnTo>
                  <a:pt x="15" y="7"/>
                </a:lnTo>
                <a:lnTo>
                  <a:pt x="16" y="7"/>
                </a:lnTo>
                <a:lnTo>
                  <a:pt x="15" y="7"/>
                </a:lnTo>
                <a:lnTo>
                  <a:pt x="15" y="8"/>
                </a:lnTo>
                <a:lnTo>
                  <a:pt x="16" y="8"/>
                </a:lnTo>
                <a:lnTo>
                  <a:pt x="15" y="8"/>
                </a:lnTo>
                <a:lnTo>
                  <a:pt x="14" y="8"/>
                </a:lnTo>
                <a:lnTo>
                  <a:pt x="13" y="8"/>
                </a:lnTo>
                <a:lnTo>
                  <a:pt x="12" y="10"/>
                </a:lnTo>
                <a:lnTo>
                  <a:pt x="13" y="11"/>
                </a:lnTo>
                <a:lnTo>
                  <a:pt x="13" y="12"/>
                </a:lnTo>
                <a:lnTo>
                  <a:pt x="12" y="12"/>
                </a:lnTo>
                <a:lnTo>
                  <a:pt x="10" y="12"/>
                </a:lnTo>
                <a:lnTo>
                  <a:pt x="9" y="11"/>
                </a:lnTo>
                <a:lnTo>
                  <a:pt x="9" y="10"/>
                </a:lnTo>
                <a:lnTo>
                  <a:pt x="6" y="9"/>
                </a:lnTo>
                <a:lnTo>
                  <a:pt x="5" y="8"/>
                </a:lnTo>
                <a:lnTo>
                  <a:pt x="4" y="8"/>
                </a:lnTo>
                <a:lnTo>
                  <a:pt x="4" y="7"/>
                </a:lnTo>
                <a:lnTo>
                  <a:pt x="2" y="7"/>
                </a:lnTo>
                <a:lnTo>
                  <a:pt x="2" y="8"/>
                </a:lnTo>
                <a:lnTo>
                  <a:pt x="1" y="7"/>
                </a:lnTo>
                <a:lnTo>
                  <a:pt x="1" y="5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3"/>
                </a:lnTo>
                <a:lnTo>
                  <a:pt x="2" y="3"/>
                </a:lnTo>
                <a:lnTo>
                  <a:pt x="4" y="2"/>
                </a:lnTo>
                <a:lnTo>
                  <a:pt x="4" y="1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6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720" rIns="360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2" name=""/>
          <p:cNvSpPr/>
          <p:nvPr/>
        </p:nvSpPr>
        <p:spPr>
          <a:xfrm>
            <a:off x="7027920" y="188568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3" name=""/>
          <p:cNvSpPr/>
          <p:nvPr/>
        </p:nvSpPr>
        <p:spPr>
          <a:xfrm>
            <a:off x="7027560" y="18849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1"/>
                </a:move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4" name=""/>
          <p:cNvSpPr/>
          <p:nvPr/>
        </p:nvSpPr>
        <p:spPr>
          <a:xfrm>
            <a:off x="7029360" y="188496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5" name=""/>
          <p:cNvSpPr/>
          <p:nvPr/>
        </p:nvSpPr>
        <p:spPr>
          <a:xfrm>
            <a:off x="7027200" y="188460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6" name=""/>
          <p:cNvSpPr/>
          <p:nvPr/>
        </p:nvSpPr>
        <p:spPr>
          <a:xfrm>
            <a:off x="7025040" y="18838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7" name=""/>
          <p:cNvSpPr/>
          <p:nvPr/>
        </p:nvSpPr>
        <p:spPr>
          <a:xfrm>
            <a:off x="7019280" y="18817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8" name=""/>
          <p:cNvSpPr/>
          <p:nvPr/>
        </p:nvSpPr>
        <p:spPr>
          <a:xfrm>
            <a:off x="7015320" y="1880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9" name=""/>
          <p:cNvSpPr/>
          <p:nvPr/>
        </p:nvSpPr>
        <p:spPr>
          <a:xfrm>
            <a:off x="7034400" y="18828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0" name=""/>
          <p:cNvSpPr/>
          <p:nvPr/>
        </p:nvSpPr>
        <p:spPr>
          <a:xfrm>
            <a:off x="7023240" y="18810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1" y="3"/>
                </a:lnTo>
                <a:lnTo>
                  <a:pt x="0" y="3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1" name=""/>
          <p:cNvSpPr/>
          <p:nvPr/>
        </p:nvSpPr>
        <p:spPr>
          <a:xfrm>
            <a:off x="7031520" y="188136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1"/>
                </a:moveTo>
                <a:lnTo>
                  <a:pt x="2" y="1"/>
                </a:lnTo>
                <a:lnTo>
                  <a:pt x="2" y="2"/>
                </a:lnTo>
                <a:lnTo>
                  <a:pt x="3" y="2"/>
                </a:lnTo>
                <a:lnTo>
                  <a:pt x="3" y="3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2" name=""/>
          <p:cNvSpPr/>
          <p:nvPr/>
        </p:nvSpPr>
        <p:spPr>
          <a:xfrm>
            <a:off x="7031880" y="18795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1"/>
                </a:moveTo>
                <a:lnTo>
                  <a:pt x="4" y="1"/>
                </a:lnTo>
                <a:lnTo>
                  <a:pt x="4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3" y="3"/>
                </a:lnTo>
                <a:lnTo>
                  <a:pt x="3" y="1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3" name=""/>
          <p:cNvSpPr/>
          <p:nvPr/>
        </p:nvSpPr>
        <p:spPr>
          <a:xfrm>
            <a:off x="7020360" y="18770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4" name=""/>
          <p:cNvSpPr/>
          <p:nvPr/>
        </p:nvSpPr>
        <p:spPr>
          <a:xfrm>
            <a:off x="7030800" y="18777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5" name=""/>
          <p:cNvSpPr/>
          <p:nvPr/>
        </p:nvSpPr>
        <p:spPr>
          <a:xfrm>
            <a:off x="7110360" y="18889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3" y="2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6" name=""/>
          <p:cNvSpPr/>
          <p:nvPr/>
        </p:nvSpPr>
        <p:spPr>
          <a:xfrm>
            <a:off x="7036200" y="18766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7" name=""/>
          <p:cNvSpPr/>
          <p:nvPr/>
        </p:nvSpPr>
        <p:spPr>
          <a:xfrm>
            <a:off x="7044840" y="1883160"/>
            <a:ext cx="74880" cy="146520"/>
          </a:xfrm>
          <a:custGeom>
            <a:avLst/>
            <a:gdLst/>
            <a:ahLst/>
            <a:rect l="0" t="0" r="r" b="b"/>
            <a:pathLst>
              <a:path fill="none" w="208" h="407">
                <a:moveTo>
                  <a:pt x="165" y="1"/>
                </a:moveTo>
                <a:lnTo>
                  <a:pt x="166" y="1"/>
                </a:lnTo>
                <a:lnTo>
                  <a:pt x="166" y="2"/>
                </a:lnTo>
                <a:lnTo>
                  <a:pt x="168" y="3"/>
                </a:lnTo>
                <a:lnTo>
                  <a:pt x="169" y="4"/>
                </a:lnTo>
                <a:lnTo>
                  <a:pt x="170" y="5"/>
                </a:lnTo>
                <a:lnTo>
                  <a:pt x="170" y="6"/>
                </a:lnTo>
                <a:lnTo>
                  <a:pt x="170" y="7"/>
                </a:lnTo>
                <a:lnTo>
                  <a:pt x="170" y="8"/>
                </a:lnTo>
                <a:lnTo>
                  <a:pt x="171" y="8"/>
                </a:lnTo>
                <a:lnTo>
                  <a:pt x="171" y="9"/>
                </a:lnTo>
                <a:lnTo>
                  <a:pt x="171" y="10"/>
                </a:lnTo>
                <a:lnTo>
                  <a:pt x="172" y="10"/>
                </a:lnTo>
                <a:lnTo>
                  <a:pt x="172" y="11"/>
                </a:lnTo>
                <a:lnTo>
                  <a:pt x="173" y="11"/>
                </a:lnTo>
                <a:lnTo>
                  <a:pt x="173" y="12"/>
                </a:lnTo>
                <a:lnTo>
                  <a:pt x="174" y="12"/>
                </a:lnTo>
                <a:lnTo>
                  <a:pt x="175" y="11"/>
                </a:lnTo>
                <a:lnTo>
                  <a:pt x="176" y="11"/>
                </a:lnTo>
                <a:lnTo>
                  <a:pt x="176" y="10"/>
                </a:lnTo>
                <a:lnTo>
                  <a:pt x="177" y="10"/>
                </a:lnTo>
                <a:lnTo>
                  <a:pt x="176" y="11"/>
                </a:lnTo>
                <a:lnTo>
                  <a:pt x="176" y="12"/>
                </a:lnTo>
                <a:lnTo>
                  <a:pt x="175" y="13"/>
                </a:lnTo>
                <a:lnTo>
                  <a:pt x="175" y="14"/>
                </a:lnTo>
                <a:lnTo>
                  <a:pt x="176" y="14"/>
                </a:lnTo>
                <a:lnTo>
                  <a:pt x="177" y="15"/>
                </a:lnTo>
                <a:lnTo>
                  <a:pt x="177" y="16"/>
                </a:lnTo>
                <a:lnTo>
                  <a:pt x="178" y="16"/>
                </a:lnTo>
                <a:lnTo>
                  <a:pt x="179" y="16"/>
                </a:lnTo>
                <a:lnTo>
                  <a:pt x="180" y="16"/>
                </a:lnTo>
                <a:lnTo>
                  <a:pt x="180" y="17"/>
                </a:lnTo>
                <a:lnTo>
                  <a:pt x="181" y="17"/>
                </a:lnTo>
                <a:lnTo>
                  <a:pt x="182" y="17"/>
                </a:lnTo>
                <a:lnTo>
                  <a:pt x="182" y="18"/>
                </a:lnTo>
                <a:lnTo>
                  <a:pt x="182" y="19"/>
                </a:lnTo>
                <a:lnTo>
                  <a:pt x="181" y="19"/>
                </a:lnTo>
                <a:lnTo>
                  <a:pt x="181" y="20"/>
                </a:lnTo>
                <a:lnTo>
                  <a:pt x="182" y="19"/>
                </a:lnTo>
                <a:lnTo>
                  <a:pt x="183" y="19"/>
                </a:lnTo>
                <a:lnTo>
                  <a:pt x="183" y="18"/>
                </a:lnTo>
                <a:lnTo>
                  <a:pt x="184" y="17"/>
                </a:lnTo>
                <a:lnTo>
                  <a:pt x="185" y="18"/>
                </a:lnTo>
                <a:lnTo>
                  <a:pt x="186" y="19"/>
                </a:lnTo>
                <a:lnTo>
                  <a:pt x="186" y="18"/>
                </a:lnTo>
                <a:lnTo>
                  <a:pt x="187" y="18"/>
                </a:lnTo>
                <a:lnTo>
                  <a:pt x="188" y="18"/>
                </a:lnTo>
                <a:lnTo>
                  <a:pt x="187" y="19"/>
                </a:lnTo>
                <a:lnTo>
                  <a:pt x="187" y="20"/>
                </a:lnTo>
                <a:lnTo>
                  <a:pt x="188" y="20"/>
                </a:lnTo>
                <a:lnTo>
                  <a:pt x="189" y="20"/>
                </a:lnTo>
                <a:lnTo>
                  <a:pt x="189" y="21"/>
                </a:lnTo>
                <a:lnTo>
                  <a:pt x="190" y="21"/>
                </a:lnTo>
                <a:lnTo>
                  <a:pt x="191" y="21"/>
                </a:lnTo>
                <a:lnTo>
                  <a:pt x="192" y="21"/>
                </a:lnTo>
                <a:lnTo>
                  <a:pt x="194" y="21"/>
                </a:lnTo>
                <a:lnTo>
                  <a:pt x="195" y="21"/>
                </a:lnTo>
                <a:lnTo>
                  <a:pt x="196" y="21"/>
                </a:lnTo>
                <a:lnTo>
                  <a:pt x="197" y="22"/>
                </a:lnTo>
                <a:lnTo>
                  <a:pt x="198" y="22"/>
                </a:lnTo>
                <a:lnTo>
                  <a:pt x="198" y="21"/>
                </a:lnTo>
                <a:lnTo>
                  <a:pt x="199" y="21"/>
                </a:lnTo>
                <a:lnTo>
                  <a:pt x="200" y="20"/>
                </a:lnTo>
                <a:lnTo>
                  <a:pt x="200" y="21"/>
                </a:lnTo>
                <a:lnTo>
                  <a:pt x="200" y="22"/>
                </a:lnTo>
                <a:lnTo>
                  <a:pt x="200" y="23"/>
                </a:lnTo>
                <a:lnTo>
                  <a:pt x="200" y="24"/>
                </a:lnTo>
                <a:lnTo>
                  <a:pt x="199" y="24"/>
                </a:lnTo>
                <a:lnTo>
                  <a:pt x="199" y="25"/>
                </a:lnTo>
                <a:lnTo>
                  <a:pt x="199" y="26"/>
                </a:lnTo>
                <a:lnTo>
                  <a:pt x="199" y="27"/>
                </a:lnTo>
                <a:lnTo>
                  <a:pt x="200" y="27"/>
                </a:lnTo>
                <a:lnTo>
                  <a:pt x="201" y="28"/>
                </a:lnTo>
                <a:lnTo>
                  <a:pt x="201" y="29"/>
                </a:lnTo>
                <a:lnTo>
                  <a:pt x="201" y="30"/>
                </a:lnTo>
                <a:lnTo>
                  <a:pt x="201" y="31"/>
                </a:lnTo>
                <a:lnTo>
                  <a:pt x="201" y="32"/>
                </a:lnTo>
                <a:lnTo>
                  <a:pt x="202" y="33"/>
                </a:lnTo>
                <a:lnTo>
                  <a:pt x="201" y="33"/>
                </a:lnTo>
                <a:lnTo>
                  <a:pt x="202" y="34"/>
                </a:lnTo>
                <a:lnTo>
                  <a:pt x="203" y="34"/>
                </a:lnTo>
                <a:lnTo>
                  <a:pt x="204" y="33"/>
                </a:lnTo>
                <a:lnTo>
                  <a:pt x="205" y="33"/>
                </a:lnTo>
                <a:lnTo>
                  <a:pt x="206" y="33"/>
                </a:lnTo>
                <a:lnTo>
                  <a:pt x="207" y="33"/>
                </a:lnTo>
                <a:lnTo>
                  <a:pt x="207" y="34"/>
                </a:lnTo>
                <a:lnTo>
                  <a:pt x="208" y="34"/>
                </a:lnTo>
                <a:lnTo>
                  <a:pt x="208" y="35"/>
                </a:lnTo>
                <a:lnTo>
                  <a:pt x="208" y="36"/>
                </a:lnTo>
                <a:lnTo>
                  <a:pt x="207" y="36"/>
                </a:lnTo>
                <a:lnTo>
                  <a:pt x="206" y="37"/>
                </a:lnTo>
                <a:lnTo>
                  <a:pt x="205" y="38"/>
                </a:lnTo>
                <a:lnTo>
                  <a:pt x="204" y="38"/>
                </a:lnTo>
                <a:lnTo>
                  <a:pt x="203" y="38"/>
                </a:lnTo>
                <a:lnTo>
                  <a:pt x="201" y="39"/>
                </a:lnTo>
                <a:lnTo>
                  <a:pt x="200" y="39"/>
                </a:lnTo>
                <a:lnTo>
                  <a:pt x="200" y="40"/>
                </a:lnTo>
                <a:lnTo>
                  <a:pt x="199" y="41"/>
                </a:lnTo>
                <a:lnTo>
                  <a:pt x="199" y="42"/>
                </a:lnTo>
                <a:lnTo>
                  <a:pt x="198" y="42"/>
                </a:lnTo>
                <a:lnTo>
                  <a:pt x="198" y="43"/>
                </a:lnTo>
                <a:lnTo>
                  <a:pt x="197" y="43"/>
                </a:lnTo>
                <a:lnTo>
                  <a:pt x="196" y="43"/>
                </a:lnTo>
                <a:lnTo>
                  <a:pt x="196" y="44"/>
                </a:lnTo>
                <a:lnTo>
                  <a:pt x="196" y="45"/>
                </a:lnTo>
                <a:lnTo>
                  <a:pt x="196" y="46"/>
                </a:lnTo>
                <a:lnTo>
                  <a:pt x="193" y="49"/>
                </a:lnTo>
                <a:lnTo>
                  <a:pt x="192" y="49"/>
                </a:lnTo>
                <a:lnTo>
                  <a:pt x="192" y="50"/>
                </a:lnTo>
                <a:lnTo>
                  <a:pt x="191" y="51"/>
                </a:lnTo>
                <a:lnTo>
                  <a:pt x="191" y="52"/>
                </a:lnTo>
                <a:lnTo>
                  <a:pt x="191" y="53"/>
                </a:lnTo>
                <a:lnTo>
                  <a:pt x="190" y="54"/>
                </a:lnTo>
                <a:lnTo>
                  <a:pt x="190" y="55"/>
                </a:lnTo>
                <a:lnTo>
                  <a:pt x="190" y="56"/>
                </a:lnTo>
                <a:lnTo>
                  <a:pt x="190" y="57"/>
                </a:lnTo>
                <a:lnTo>
                  <a:pt x="189" y="57"/>
                </a:lnTo>
                <a:lnTo>
                  <a:pt x="189" y="58"/>
                </a:lnTo>
                <a:lnTo>
                  <a:pt x="189" y="59"/>
                </a:lnTo>
                <a:lnTo>
                  <a:pt x="189" y="60"/>
                </a:lnTo>
                <a:lnTo>
                  <a:pt x="189" y="61"/>
                </a:lnTo>
                <a:lnTo>
                  <a:pt x="189" y="65"/>
                </a:lnTo>
                <a:lnTo>
                  <a:pt x="189" y="66"/>
                </a:lnTo>
                <a:lnTo>
                  <a:pt x="189" y="67"/>
                </a:lnTo>
                <a:lnTo>
                  <a:pt x="190" y="67"/>
                </a:lnTo>
                <a:lnTo>
                  <a:pt x="190" y="68"/>
                </a:lnTo>
                <a:lnTo>
                  <a:pt x="190" y="69"/>
                </a:lnTo>
                <a:lnTo>
                  <a:pt x="191" y="70"/>
                </a:lnTo>
                <a:lnTo>
                  <a:pt x="190" y="70"/>
                </a:lnTo>
                <a:lnTo>
                  <a:pt x="189" y="70"/>
                </a:lnTo>
                <a:lnTo>
                  <a:pt x="189" y="71"/>
                </a:lnTo>
                <a:lnTo>
                  <a:pt x="190" y="71"/>
                </a:lnTo>
                <a:lnTo>
                  <a:pt x="191" y="71"/>
                </a:lnTo>
                <a:lnTo>
                  <a:pt x="191" y="72"/>
                </a:lnTo>
                <a:lnTo>
                  <a:pt x="191" y="73"/>
                </a:lnTo>
                <a:lnTo>
                  <a:pt x="191" y="75"/>
                </a:lnTo>
                <a:lnTo>
                  <a:pt x="191" y="76"/>
                </a:lnTo>
                <a:lnTo>
                  <a:pt x="191" y="77"/>
                </a:lnTo>
                <a:lnTo>
                  <a:pt x="191" y="78"/>
                </a:lnTo>
                <a:lnTo>
                  <a:pt x="192" y="78"/>
                </a:lnTo>
                <a:lnTo>
                  <a:pt x="192" y="79"/>
                </a:lnTo>
                <a:lnTo>
                  <a:pt x="192" y="80"/>
                </a:lnTo>
                <a:lnTo>
                  <a:pt x="193" y="82"/>
                </a:lnTo>
                <a:lnTo>
                  <a:pt x="194" y="83"/>
                </a:lnTo>
                <a:lnTo>
                  <a:pt x="195" y="83"/>
                </a:lnTo>
                <a:lnTo>
                  <a:pt x="196" y="83"/>
                </a:lnTo>
                <a:lnTo>
                  <a:pt x="196" y="84"/>
                </a:lnTo>
                <a:lnTo>
                  <a:pt x="195" y="84"/>
                </a:lnTo>
                <a:lnTo>
                  <a:pt x="195" y="83"/>
                </a:lnTo>
                <a:lnTo>
                  <a:pt x="194" y="83"/>
                </a:lnTo>
                <a:lnTo>
                  <a:pt x="193" y="83"/>
                </a:lnTo>
                <a:lnTo>
                  <a:pt x="193" y="84"/>
                </a:lnTo>
                <a:lnTo>
                  <a:pt x="194" y="84"/>
                </a:lnTo>
                <a:lnTo>
                  <a:pt x="194" y="85"/>
                </a:lnTo>
                <a:lnTo>
                  <a:pt x="195" y="85"/>
                </a:lnTo>
                <a:lnTo>
                  <a:pt x="195" y="86"/>
                </a:lnTo>
                <a:lnTo>
                  <a:pt x="194" y="87"/>
                </a:lnTo>
                <a:lnTo>
                  <a:pt x="194" y="88"/>
                </a:lnTo>
                <a:lnTo>
                  <a:pt x="194" y="89"/>
                </a:lnTo>
                <a:lnTo>
                  <a:pt x="195" y="90"/>
                </a:lnTo>
                <a:lnTo>
                  <a:pt x="195" y="91"/>
                </a:lnTo>
                <a:lnTo>
                  <a:pt x="195" y="92"/>
                </a:lnTo>
                <a:lnTo>
                  <a:pt x="194" y="92"/>
                </a:lnTo>
                <a:lnTo>
                  <a:pt x="192" y="93"/>
                </a:lnTo>
                <a:lnTo>
                  <a:pt x="191" y="93"/>
                </a:lnTo>
                <a:lnTo>
                  <a:pt x="191" y="94"/>
                </a:lnTo>
                <a:lnTo>
                  <a:pt x="191" y="96"/>
                </a:lnTo>
                <a:lnTo>
                  <a:pt x="192" y="96"/>
                </a:lnTo>
                <a:lnTo>
                  <a:pt x="192" y="98"/>
                </a:lnTo>
                <a:lnTo>
                  <a:pt x="191" y="98"/>
                </a:lnTo>
                <a:lnTo>
                  <a:pt x="191" y="99"/>
                </a:lnTo>
                <a:lnTo>
                  <a:pt x="190" y="100"/>
                </a:lnTo>
                <a:lnTo>
                  <a:pt x="189" y="100"/>
                </a:lnTo>
                <a:lnTo>
                  <a:pt x="189" y="101"/>
                </a:lnTo>
                <a:lnTo>
                  <a:pt x="189" y="102"/>
                </a:lnTo>
                <a:lnTo>
                  <a:pt x="188" y="103"/>
                </a:lnTo>
                <a:lnTo>
                  <a:pt x="187" y="103"/>
                </a:lnTo>
                <a:lnTo>
                  <a:pt x="187" y="104"/>
                </a:lnTo>
                <a:lnTo>
                  <a:pt x="187" y="105"/>
                </a:lnTo>
                <a:lnTo>
                  <a:pt x="186" y="105"/>
                </a:lnTo>
                <a:lnTo>
                  <a:pt x="186" y="106"/>
                </a:lnTo>
                <a:lnTo>
                  <a:pt x="186" y="107"/>
                </a:lnTo>
                <a:lnTo>
                  <a:pt x="186" y="108"/>
                </a:lnTo>
                <a:lnTo>
                  <a:pt x="186" y="109"/>
                </a:lnTo>
                <a:lnTo>
                  <a:pt x="186" y="110"/>
                </a:lnTo>
                <a:lnTo>
                  <a:pt x="185" y="112"/>
                </a:lnTo>
                <a:lnTo>
                  <a:pt x="185" y="113"/>
                </a:lnTo>
                <a:lnTo>
                  <a:pt x="184" y="114"/>
                </a:lnTo>
                <a:lnTo>
                  <a:pt x="184" y="115"/>
                </a:lnTo>
                <a:lnTo>
                  <a:pt x="184" y="116"/>
                </a:lnTo>
                <a:lnTo>
                  <a:pt x="184" y="117"/>
                </a:lnTo>
                <a:lnTo>
                  <a:pt x="184" y="119"/>
                </a:lnTo>
                <a:lnTo>
                  <a:pt x="183" y="119"/>
                </a:lnTo>
                <a:lnTo>
                  <a:pt x="182" y="121"/>
                </a:lnTo>
                <a:lnTo>
                  <a:pt x="182" y="122"/>
                </a:lnTo>
                <a:lnTo>
                  <a:pt x="181" y="122"/>
                </a:lnTo>
                <a:lnTo>
                  <a:pt x="181" y="123"/>
                </a:lnTo>
                <a:lnTo>
                  <a:pt x="181" y="124"/>
                </a:lnTo>
                <a:lnTo>
                  <a:pt x="180" y="125"/>
                </a:lnTo>
                <a:lnTo>
                  <a:pt x="179" y="126"/>
                </a:lnTo>
                <a:lnTo>
                  <a:pt x="178" y="126"/>
                </a:lnTo>
                <a:lnTo>
                  <a:pt x="178" y="127"/>
                </a:lnTo>
                <a:lnTo>
                  <a:pt x="177" y="127"/>
                </a:lnTo>
                <a:lnTo>
                  <a:pt x="177" y="128"/>
                </a:lnTo>
                <a:lnTo>
                  <a:pt x="177" y="129"/>
                </a:lnTo>
                <a:lnTo>
                  <a:pt x="176" y="129"/>
                </a:lnTo>
                <a:lnTo>
                  <a:pt x="175" y="130"/>
                </a:lnTo>
                <a:lnTo>
                  <a:pt x="174" y="130"/>
                </a:lnTo>
                <a:lnTo>
                  <a:pt x="174" y="131"/>
                </a:lnTo>
                <a:lnTo>
                  <a:pt x="173" y="132"/>
                </a:lnTo>
                <a:lnTo>
                  <a:pt x="172" y="133"/>
                </a:lnTo>
                <a:lnTo>
                  <a:pt x="172" y="134"/>
                </a:lnTo>
                <a:lnTo>
                  <a:pt x="172" y="136"/>
                </a:lnTo>
                <a:lnTo>
                  <a:pt x="173" y="136"/>
                </a:lnTo>
                <a:lnTo>
                  <a:pt x="173" y="137"/>
                </a:lnTo>
                <a:lnTo>
                  <a:pt x="173" y="138"/>
                </a:lnTo>
                <a:lnTo>
                  <a:pt x="173" y="139"/>
                </a:lnTo>
                <a:lnTo>
                  <a:pt x="172" y="140"/>
                </a:lnTo>
                <a:lnTo>
                  <a:pt x="172" y="141"/>
                </a:lnTo>
                <a:lnTo>
                  <a:pt x="171" y="141"/>
                </a:lnTo>
                <a:lnTo>
                  <a:pt x="171" y="142"/>
                </a:lnTo>
                <a:lnTo>
                  <a:pt x="170" y="142"/>
                </a:lnTo>
                <a:lnTo>
                  <a:pt x="169" y="143"/>
                </a:lnTo>
                <a:lnTo>
                  <a:pt x="169" y="144"/>
                </a:lnTo>
                <a:lnTo>
                  <a:pt x="168" y="144"/>
                </a:lnTo>
                <a:lnTo>
                  <a:pt x="168" y="145"/>
                </a:lnTo>
                <a:lnTo>
                  <a:pt x="168" y="146"/>
                </a:lnTo>
                <a:lnTo>
                  <a:pt x="168" y="148"/>
                </a:lnTo>
                <a:lnTo>
                  <a:pt x="168" y="149"/>
                </a:lnTo>
                <a:lnTo>
                  <a:pt x="168" y="150"/>
                </a:lnTo>
                <a:lnTo>
                  <a:pt x="169" y="151"/>
                </a:lnTo>
                <a:lnTo>
                  <a:pt x="169" y="152"/>
                </a:lnTo>
                <a:lnTo>
                  <a:pt x="170" y="152"/>
                </a:lnTo>
                <a:lnTo>
                  <a:pt x="170" y="153"/>
                </a:lnTo>
                <a:lnTo>
                  <a:pt x="171" y="153"/>
                </a:lnTo>
                <a:lnTo>
                  <a:pt x="171" y="154"/>
                </a:lnTo>
                <a:lnTo>
                  <a:pt x="171" y="155"/>
                </a:lnTo>
                <a:lnTo>
                  <a:pt x="170" y="156"/>
                </a:lnTo>
                <a:lnTo>
                  <a:pt x="170" y="157"/>
                </a:lnTo>
                <a:lnTo>
                  <a:pt x="169" y="157"/>
                </a:lnTo>
                <a:lnTo>
                  <a:pt x="168" y="158"/>
                </a:lnTo>
                <a:lnTo>
                  <a:pt x="167" y="159"/>
                </a:lnTo>
                <a:lnTo>
                  <a:pt x="167" y="160"/>
                </a:lnTo>
                <a:lnTo>
                  <a:pt x="167" y="161"/>
                </a:lnTo>
                <a:lnTo>
                  <a:pt x="167" y="162"/>
                </a:lnTo>
                <a:lnTo>
                  <a:pt x="167" y="163"/>
                </a:lnTo>
                <a:lnTo>
                  <a:pt x="167" y="164"/>
                </a:lnTo>
                <a:lnTo>
                  <a:pt x="167" y="165"/>
                </a:lnTo>
                <a:lnTo>
                  <a:pt x="167" y="166"/>
                </a:lnTo>
                <a:lnTo>
                  <a:pt x="166" y="166"/>
                </a:lnTo>
                <a:lnTo>
                  <a:pt x="166" y="167"/>
                </a:lnTo>
                <a:lnTo>
                  <a:pt x="167" y="168"/>
                </a:lnTo>
                <a:lnTo>
                  <a:pt x="166" y="168"/>
                </a:lnTo>
                <a:lnTo>
                  <a:pt x="166" y="169"/>
                </a:lnTo>
                <a:lnTo>
                  <a:pt x="166" y="170"/>
                </a:lnTo>
                <a:lnTo>
                  <a:pt x="166" y="172"/>
                </a:lnTo>
                <a:lnTo>
                  <a:pt x="166" y="173"/>
                </a:lnTo>
                <a:lnTo>
                  <a:pt x="165" y="174"/>
                </a:lnTo>
                <a:lnTo>
                  <a:pt x="165" y="175"/>
                </a:lnTo>
                <a:lnTo>
                  <a:pt x="165" y="176"/>
                </a:lnTo>
                <a:lnTo>
                  <a:pt x="164" y="176"/>
                </a:lnTo>
                <a:lnTo>
                  <a:pt x="164" y="177"/>
                </a:lnTo>
                <a:lnTo>
                  <a:pt x="163" y="178"/>
                </a:lnTo>
                <a:lnTo>
                  <a:pt x="163" y="179"/>
                </a:lnTo>
                <a:lnTo>
                  <a:pt x="163" y="180"/>
                </a:lnTo>
                <a:lnTo>
                  <a:pt x="163" y="182"/>
                </a:lnTo>
                <a:lnTo>
                  <a:pt x="163" y="183"/>
                </a:lnTo>
                <a:lnTo>
                  <a:pt x="163" y="184"/>
                </a:lnTo>
                <a:lnTo>
                  <a:pt x="163" y="185"/>
                </a:lnTo>
                <a:lnTo>
                  <a:pt x="163" y="186"/>
                </a:lnTo>
                <a:lnTo>
                  <a:pt x="162" y="186"/>
                </a:lnTo>
                <a:lnTo>
                  <a:pt x="162" y="187"/>
                </a:lnTo>
                <a:lnTo>
                  <a:pt x="162" y="188"/>
                </a:lnTo>
                <a:lnTo>
                  <a:pt x="161" y="188"/>
                </a:lnTo>
                <a:lnTo>
                  <a:pt x="161" y="189"/>
                </a:lnTo>
                <a:lnTo>
                  <a:pt x="161" y="190"/>
                </a:lnTo>
                <a:lnTo>
                  <a:pt x="161" y="191"/>
                </a:lnTo>
                <a:lnTo>
                  <a:pt x="161" y="192"/>
                </a:lnTo>
                <a:lnTo>
                  <a:pt x="160" y="193"/>
                </a:lnTo>
                <a:lnTo>
                  <a:pt x="160" y="194"/>
                </a:lnTo>
                <a:lnTo>
                  <a:pt x="160" y="195"/>
                </a:lnTo>
                <a:lnTo>
                  <a:pt x="160" y="196"/>
                </a:lnTo>
                <a:lnTo>
                  <a:pt x="160" y="197"/>
                </a:lnTo>
                <a:lnTo>
                  <a:pt x="159" y="197"/>
                </a:lnTo>
                <a:lnTo>
                  <a:pt x="159" y="198"/>
                </a:lnTo>
                <a:lnTo>
                  <a:pt x="159" y="199"/>
                </a:lnTo>
                <a:lnTo>
                  <a:pt x="159" y="200"/>
                </a:lnTo>
                <a:lnTo>
                  <a:pt x="159" y="201"/>
                </a:lnTo>
                <a:lnTo>
                  <a:pt x="159" y="204"/>
                </a:lnTo>
                <a:lnTo>
                  <a:pt x="158" y="204"/>
                </a:lnTo>
                <a:lnTo>
                  <a:pt x="158" y="205"/>
                </a:lnTo>
                <a:lnTo>
                  <a:pt x="158" y="206"/>
                </a:lnTo>
                <a:lnTo>
                  <a:pt x="158" y="207"/>
                </a:lnTo>
                <a:lnTo>
                  <a:pt x="157" y="207"/>
                </a:lnTo>
                <a:lnTo>
                  <a:pt x="157" y="209"/>
                </a:lnTo>
                <a:lnTo>
                  <a:pt x="156" y="209"/>
                </a:lnTo>
                <a:lnTo>
                  <a:pt x="156" y="210"/>
                </a:lnTo>
                <a:lnTo>
                  <a:pt x="156" y="211"/>
                </a:lnTo>
                <a:lnTo>
                  <a:pt x="156" y="212"/>
                </a:lnTo>
                <a:lnTo>
                  <a:pt x="156" y="213"/>
                </a:lnTo>
                <a:lnTo>
                  <a:pt x="156" y="214"/>
                </a:lnTo>
                <a:lnTo>
                  <a:pt x="156" y="215"/>
                </a:lnTo>
                <a:lnTo>
                  <a:pt x="156" y="216"/>
                </a:lnTo>
                <a:lnTo>
                  <a:pt x="157" y="216"/>
                </a:lnTo>
                <a:lnTo>
                  <a:pt x="157" y="217"/>
                </a:lnTo>
                <a:lnTo>
                  <a:pt x="156" y="217"/>
                </a:lnTo>
                <a:lnTo>
                  <a:pt x="156" y="218"/>
                </a:lnTo>
                <a:lnTo>
                  <a:pt x="156" y="219"/>
                </a:lnTo>
                <a:lnTo>
                  <a:pt x="156" y="220"/>
                </a:lnTo>
                <a:lnTo>
                  <a:pt x="155" y="220"/>
                </a:lnTo>
                <a:lnTo>
                  <a:pt x="155" y="221"/>
                </a:lnTo>
                <a:lnTo>
                  <a:pt x="155" y="222"/>
                </a:lnTo>
                <a:lnTo>
                  <a:pt x="155" y="223"/>
                </a:lnTo>
                <a:lnTo>
                  <a:pt x="154" y="224"/>
                </a:lnTo>
                <a:lnTo>
                  <a:pt x="154" y="226"/>
                </a:lnTo>
                <a:lnTo>
                  <a:pt x="153" y="227"/>
                </a:lnTo>
                <a:lnTo>
                  <a:pt x="153" y="228"/>
                </a:lnTo>
                <a:lnTo>
                  <a:pt x="153" y="229"/>
                </a:lnTo>
                <a:lnTo>
                  <a:pt x="153" y="230"/>
                </a:lnTo>
                <a:lnTo>
                  <a:pt x="152" y="231"/>
                </a:lnTo>
                <a:lnTo>
                  <a:pt x="152" y="233"/>
                </a:lnTo>
                <a:lnTo>
                  <a:pt x="152" y="234"/>
                </a:lnTo>
                <a:lnTo>
                  <a:pt x="152" y="235"/>
                </a:lnTo>
                <a:lnTo>
                  <a:pt x="152" y="236"/>
                </a:lnTo>
                <a:lnTo>
                  <a:pt x="151" y="237"/>
                </a:lnTo>
                <a:lnTo>
                  <a:pt x="150" y="237"/>
                </a:lnTo>
                <a:lnTo>
                  <a:pt x="150" y="238"/>
                </a:lnTo>
                <a:lnTo>
                  <a:pt x="149" y="238"/>
                </a:lnTo>
                <a:lnTo>
                  <a:pt x="149" y="239"/>
                </a:lnTo>
                <a:lnTo>
                  <a:pt x="148" y="240"/>
                </a:lnTo>
                <a:lnTo>
                  <a:pt x="148" y="241"/>
                </a:lnTo>
                <a:lnTo>
                  <a:pt x="147" y="243"/>
                </a:lnTo>
                <a:lnTo>
                  <a:pt x="147" y="244"/>
                </a:lnTo>
                <a:lnTo>
                  <a:pt x="147" y="245"/>
                </a:lnTo>
                <a:lnTo>
                  <a:pt x="147" y="246"/>
                </a:lnTo>
                <a:lnTo>
                  <a:pt x="147" y="247"/>
                </a:lnTo>
                <a:lnTo>
                  <a:pt x="146" y="247"/>
                </a:lnTo>
                <a:lnTo>
                  <a:pt x="147" y="247"/>
                </a:lnTo>
                <a:lnTo>
                  <a:pt x="147" y="248"/>
                </a:lnTo>
                <a:lnTo>
                  <a:pt x="147" y="247"/>
                </a:lnTo>
                <a:lnTo>
                  <a:pt x="147" y="248"/>
                </a:lnTo>
                <a:lnTo>
                  <a:pt x="146" y="249"/>
                </a:lnTo>
                <a:lnTo>
                  <a:pt x="145" y="249"/>
                </a:lnTo>
                <a:lnTo>
                  <a:pt x="145" y="251"/>
                </a:lnTo>
                <a:lnTo>
                  <a:pt x="144" y="251"/>
                </a:lnTo>
                <a:lnTo>
                  <a:pt x="144" y="253"/>
                </a:lnTo>
                <a:lnTo>
                  <a:pt x="145" y="253"/>
                </a:lnTo>
                <a:lnTo>
                  <a:pt x="145" y="254"/>
                </a:lnTo>
                <a:lnTo>
                  <a:pt x="145" y="255"/>
                </a:lnTo>
                <a:lnTo>
                  <a:pt x="146" y="256"/>
                </a:lnTo>
                <a:lnTo>
                  <a:pt x="145" y="257"/>
                </a:lnTo>
                <a:lnTo>
                  <a:pt x="145" y="258"/>
                </a:lnTo>
                <a:lnTo>
                  <a:pt x="145" y="260"/>
                </a:lnTo>
                <a:lnTo>
                  <a:pt x="146" y="261"/>
                </a:lnTo>
                <a:lnTo>
                  <a:pt x="145" y="262"/>
                </a:lnTo>
                <a:lnTo>
                  <a:pt x="144" y="262"/>
                </a:lnTo>
                <a:lnTo>
                  <a:pt x="144" y="263"/>
                </a:lnTo>
                <a:lnTo>
                  <a:pt x="143" y="264"/>
                </a:lnTo>
                <a:lnTo>
                  <a:pt x="142" y="264"/>
                </a:lnTo>
                <a:lnTo>
                  <a:pt x="141" y="264"/>
                </a:lnTo>
                <a:lnTo>
                  <a:pt x="141" y="265"/>
                </a:lnTo>
                <a:lnTo>
                  <a:pt x="140" y="265"/>
                </a:lnTo>
                <a:lnTo>
                  <a:pt x="140" y="266"/>
                </a:lnTo>
                <a:lnTo>
                  <a:pt x="140" y="267"/>
                </a:lnTo>
                <a:lnTo>
                  <a:pt x="140" y="268"/>
                </a:lnTo>
                <a:lnTo>
                  <a:pt x="139" y="268"/>
                </a:lnTo>
                <a:lnTo>
                  <a:pt x="139" y="269"/>
                </a:lnTo>
                <a:lnTo>
                  <a:pt x="139" y="270"/>
                </a:lnTo>
                <a:lnTo>
                  <a:pt x="139" y="271"/>
                </a:lnTo>
                <a:lnTo>
                  <a:pt x="139" y="272"/>
                </a:lnTo>
                <a:lnTo>
                  <a:pt x="138" y="273"/>
                </a:lnTo>
                <a:lnTo>
                  <a:pt x="138" y="274"/>
                </a:lnTo>
                <a:lnTo>
                  <a:pt x="137" y="277"/>
                </a:lnTo>
                <a:lnTo>
                  <a:pt x="136" y="278"/>
                </a:lnTo>
                <a:lnTo>
                  <a:pt x="136" y="279"/>
                </a:lnTo>
                <a:lnTo>
                  <a:pt x="135" y="280"/>
                </a:lnTo>
                <a:lnTo>
                  <a:pt x="134" y="281"/>
                </a:lnTo>
                <a:lnTo>
                  <a:pt x="133" y="281"/>
                </a:lnTo>
                <a:lnTo>
                  <a:pt x="133" y="282"/>
                </a:lnTo>
                <a:lnTo>
                  <a:pt x="132" y="283"/>
                </a:lnTo>
                <a:lnTo>
                  <a:pt x="130" y="287"/>
                </a:lnTo>
                <a:lnTo>
                  <a:pt x="130" y="288"/>
                </a:lnTo>
                <a:lnTo>
                  <a:pt x="130" y="289"/>
                </a:lnTo>
                <a:lnTo>
                  <a:pt x="129" y="289"/>
                </a:lnTo>
                <a:lnTo>
                  <a:pt x="128" y="290"/>
                </a:lnTo>
                <a:lnTo>
                  <a:pt x="128" y="291"/>
                </a:lnTo>
                <a:lnTo>
                  <a:pt x="128" y="292"/>
                </a:lnTo>
                <a:lnTo>
                  <a:pt x="127" y="292"/>
                </a:lnTo>
                <a:lnTo>
                  <a:pt x="127" y="291"/>
                </a:lnTo>
                <a:lnTo>
                  <a:pt x="126" y="292"/>
                </a:lnTo>
                <a:lnTo>
                  <a:pt x="125" y="292"/>
                </a:lnTo>
                <a:lnTo>
                  <a:pt x="124" y="292"/>
                </a:lnTo>
                <a:lnTo>
                  <a:pt x="124" y="293"/>
                </a:lnTo>
                <a:lnTo>
                  <a:pt x="123" y="293"/>
                </a:lnTo>
                <a:lnTo>
                  <a:pt x="123" y="294"/>
                </a:lnTo>
                <a:lnTo>
                  <a:pt x="122" y="296"/>
                </a:lnTo>
                <a:lnTo>
                  <a:pt x="123" y="296"/>
                </a:lnTo>
                <a:lnTo>
                  <a:pt x="123" y="297"/>
                </a:lnTo>
                <a:lnTo>
                  <a:pt x="123" y="298"/>
                </a:lnTo>
                <a:lnTo>
                  <a:pt x="124" y="298"/>
                </a:lnTo>
                <a:lnTo>
                  <a:pt x="124" y="299"/>
                </a:lnTo>
                <a:lnTo>
                  <a:pt x="124" y="300"/>
                </a:lnTo>
                <a:lnTo>
                  <a:pt x="123" y="301"/>
                </a:lnTo>
                <a:lnTo>
                  <a:pt x="122" y="301"/>
                </a:lnTo>
                <a:lnTo>
                  <a:pt x="122" y="302"/>
                </a:lnTo>
                <a:lnTo>
                  <a:pt x="122" y="303"/>
                </a:lnTo>
                <a:lnTo>
                  <a:pt x="122" y="304"/>
                </a:lnTo>
                <a:lnTo>
                  <a:pt x="121" y="304"/>
                </a:lnTo>
                <a:lnTo>
                  <a:pt x="121" y="305"/>
                </a:lnTo>
                <a:lnTo>
                  <a:pt x="120" y="306"/>
                </a:lnTo>
                <a:lnTo>
                  <a:pt x="119" y="306"/>
                </a:lnTo>
                <a:lnTo>
                  <a:pt x="119" y="307"/>
                </a:lnTo>
                <a:lnTo>
                  <a:pt x="118" y="307"/>
                </a:lnTo>
                <a:lnTo>
                  <a:pt x="117" y="308"/>
                </a:lnTo>
                <a:lnTo>
                  <a:pt x="117" y="309"/>
                </a:lnTo>
                <a:lnTo>
                  <a:pt x="116" y="309"/>
                </a:lnTo>
                <a:lnTo>
                  <a:pt x="116" y="310"/>
                </a:lnTo>
                <a:lnTo>
                  <a:pt x="115" y="310"/>
                </a:lnTo>
                <a:lnTo>
                  <a:pt x="114" y="311"/>
                </a:lnTo>
                <a:lnTo>
                  <a:pt x="113" y="311"/>
                </a:lnTo>
                <a:lnTo>
                  <a:pt x="112" y="311"/>
                </a:lnTo>
                <a:lnTo>
                  <a:pt x="112" y="312"/>
                </a:lnTo>
                <a:lnTo>
                  <a:pt x="111" y="312"/>
                </a:lnTo>
                <a:lnTo>
                  <a:pt x="110" y="313"/>
                </a:lnTo>
                <a:lnTo>
                  <a:pt x="110" y="314"/>
                </a:lnTo>
                <a:lnTo>
                  <a:pt x="109" y="314"/>
                </a:lnTo>
                <a:lnTo>
                  <a:pt x="108" y="314"/>
                </a:lnTo>
                <a:lnTo>
                  <a:pt x="108" y="315"/>
                </a:lnTo>
                <a:lnTo>
                  <a:pt x="107" y="315"/>
                </a:lnTo>
                <a:lnTo>
                  <a:pt x="106" y="316"/>
                </a:lnTo>
                <a:lnTo>
                  <a:pt x="106" y="317"/>
                </a:lnTo>
                <a:lnTo>
                  <a:pt x="105" y="317"/>
                </a:lnTo>
                <a:lnTo>
                  <a:pt x="105" y="318"/>
                </a:lnTo>
                <a:lnTo>
                  <a:pt x="105" y="319"/>
                </a:lnTo>
                <a:lnTo>
                  <a:pt x="105" y="320"/>
                </a:lnTo>
                <a:lnTo>
                  <a:pt x="103" y="320"/>
                </a:lnTo>
                <a:lnTo>
                  <a:pt x="103" y="321"/>
                </a:lnTo>
                <a:lnTo>
                  <a:pt x="103" y="322"/>
                </a:lnTo>
                <a:lnTo>
                  <a:pt x="103" y="323"/>
                </a:lnTo>
                <a:lnTo>
                  <a:pt x="103" y="324"/>
                </a:lnTo>
                <a:lnTo>
                  <a:pt x="103" y="325"/>
                </a:lnTo>
                <a:lnTo>
                  <a:pt x="102" y="325"/>
                </a:lnTo>
                <a:lnTo>
                  <a:pt x="102" y="326"/>
                </a:lnTo>
                <a:lnTo>
                  <a:pt x="101" y="326"/>
                </a:lnTo>
                <a:lnTo>
                  <a:pt x="101" y="327"/>
                </a:lnTo>
                <a:lnTo>
                  <a:pt x="100" y="327"/>
                </a:lnTo>
                <a:lnTo>
                  <a:pt x="100" y="328"/>
                </a:lnTo>
                <a:lnTo>
                  <a:pt x="100" y="329"/>
                </a:lnTo>
                <a:lnTo>
                  <a:pt x="99" y="329"/>
                </a:lnTo>
                <a:lnTo>
                  <a:pt x="99" y="330"/>
                </a:lnTo>
                <a:lnTo>
                  <a:pt x="99" y="331"/>
                </a:lnTo>
                <a:lnTo>
                  <a:pt x="99" y="332"/>
                </a:lnTo>
                <a:lnTo>
                  <a:pt x="98" y="333"/>
                </a:lnTo>
                <a:lnTo>
                  <a:pt x="98" y="334"/>
                </a:lnTo>
                <a:lnTo>
                  <a:pt x="98" y="335"/>
                </a:lnTo>
                <a:lnTo>
                  <a:pt x="97" y="335"/>
                </a:lnTo>
                <a:lnTo>
                  <a:pt x="97" y="336"/>
                </a:lnTo>
                <a:lnTo>
                  <a:pt x="97" y="337"/>
                </a:lnTo>
                <a:lnTo>
                  <a:pt x="97" y="338"/>
                </a:lnTo>
                <a:lnTo>
                  <a:pt x="97" y="339"/>
                </a:lnTo>
                <a:lnTo>
                  <a:pt x="96" y="339"/>
                </a:lnTo>
                <a:lnTo>
                  <a:pt x="96" y="340"/>
                </a:lnTo>
                <a:lnTo>
                  <a:pt x="96" y="341"/>
                </a:lnTo>
                <a:lnTo>
                  <a:pt x="95" y="343"/>
                </a:lnTo>
                <a:lnTo>
                  <a:pt x="95" y="344"/>
                </a:lnTo>
                <a:lnTo>
                  <a:pt x="95" y="345"/>
                </a:lnTo>
                <a:lnTo>
                  <a:pt x="94" y="345"/>
                </a:lnTo>
                <a:lnTo>
                  <a:pt x="94" y="346"/>
                </a:lnTo>
                <a:lnTo>
                  <a:pt x="94" y="347"/>
                </a:lnTo>
                <a:lnTo>
                  <a:pt x="94" y="348"/>
                </a:lnTo>
                <a:lnTo>
                  <a:pt x="93" y="348"/>
                </a:lnTo>
                <a:lnTo>
                  <a:pt x="93" y="349"/>
                </a:lnTo>
                <a:lnTo>
                  <a:pt x="93" y="350"/>
                </a:lnTo>
                <a:lnTo>
                  <a:pt x="92" y="351"/>
                </a:lnTo>
                <a:lnTo>
                  <a:pt x="92" y="352"/>
                </a:lnTo>
                <a:lnTo>
                  <a:pt x="92" y="353"/>
                </a:lnTo>
                <a:lnTo>
                  <a:pt x="91" y="354"/>
                </a:lnTo>
                <a:lnTo>
                  <a:pt x="91" y="355"/>
                </a:lnTo>
                <a:lnTo>
                  <a:pt x="91" y="356"/>
                </a:lnTo>
                <a:lnTo>
                  <a:pt x="91" y="357"/>
                </a:lnTo>
                <a:lnTo>
                  <a:pt x="90" y="358"/>
                </a:lnTo>
                <a:lnTo>
                  <a:pt x="90" y="362"/>
                </a:lnTo>
                <a:lnTo>
                  <a:pt x="91" y="364"/>
                </a:lnTo>
                <a:lnTo>
                  <a:pt x="91" y="366"/>
                </a:lnTo>
                <a:lnTo>
                  <a:pt x="91" y="372"/>
                </a:lnTo>
                <a:lnTo>
                  <a:pt x="91" y="379"/>
                </a:lnTo>
                <a:lnTo>
                  <a:pt x="90" y="380"/>
                </a:lnTo>
                <a:lnTo>
                  <a:pt x="90" y="381"/>
                </a:lnTo>
                <a:lnTo>
                  <a:pt x="90" y="382"/>
                </a:lnTo>
                <a:lnTo>
                  <a:pt x="91" y="382"/>
                </a:lnTo>
                <a:lnTo>
                  <a:pt x="91" y="383"/>
                </a:lnTo>
                <a:lnTo>
                  <a:pt x="90" y="385"/>
                </a:lnTo>
                <a:lnTo>
                  <a:pt x="90" y="386"/>
                </a:lnTo>
                <a:lnTo>
                  <a:pt x="91" y="387"/>
                </a:lnTo>
                <a:lnTo>
                  <a:pt x="91" y="389"/>
                </a:lnTo>
                <a:lnTo>
                  <a:pt x="91" y="390"/>
                </a:lnTo>
                <a:lnTo>
                  <a:pt x="91" y="391"/>
                </a:lnTo>
                <a:lnTo>
                  <a:pt x="90" y="392"/>
                </a:lnTo>
                <a:lnTo>
                  <a:pt x="90" y="393"/>
                </a:lnTo>
                <a:lnTo>
                  <a:pt x="89" y="394"/>
                </a:lnTo>
                <a:lnTo>
                  <a:pt x="89" y="395"/>
                </a:lnTo>
                <a:lnTo>
                  <a:pt x="88" y="395"/>
                </a:lnTo>
                <a:lnTo>
                  <a:pt x="88" y="396"/>
                </a:lnTo>
                <a:lnTo>
                  <a:pt x="87" y="396"/>
                </a:lnTo>
                <a:lnTo>
                  <a:pt x="86" y="396"/>
                </a:lnTo>
                <a:lnTo>
                  <a:pt x="86" y="397"/>
                </a:lnTo>
                <a:lnTo>
                  <a:pt x="85" y="397"/>
                </a:lnTo>
                <a:lnTo>
                  <a:pt x="85" y="398"/>
                </a:lnTo>
                <a:lnTo>
                  <a:pt x="86" y="398"/>
                </a:lnTo>
                <a:lnTo>
                  <a:pt x="85" y="398"/>
                </a:lnTo>
                <a:lnTo>
                  <a:pt x="85" y="399"/>
                </a:lnTo>
                <a:lnTo>
                  <a:pt x="85" y="400"/>
                </a:lnTo>
                <a:lnTo>
                  <a:pt x="85" y="401"/>
                </a:lnTo>
                <a:lnTo>
                  <a:pt x="86" y="403"/>
                </a:lnTo>
                <a:lnTo>
                  <a:pt x="87" y="404"/>
                </a:lnTo>
                <a:lnTo>
                  <a:pt x="87" y="405"/>
                </a:lnTo>
                <a:lnTo>
                  <a:pt x="87" y="406"/>
                </a:lnTo>
                <a:lnTo>
                  <a:pt x="88" y="407"/>
                </a:lnTo>
                <a:lnTo>
                  <a:pt x="87" y="407"/>
                </a:lnTo>
                <a:lnTo>
                  <a:pt x="86" y="407"/>
                </a:lnTo>
                <a:lnTo>
                  <a:pt x="86" y="406"/>
                </a:lnTo>
                <a:lnTo>
                  <a:pt x="86" y="405"/>
                </a:lnTo>
                <a:lnTo>
                  <a:pt x="85" y="405"/>
                </a:lnTo>
                <a:lnTo>
                  <a:pt x="84" y="405"/>
                </a:lnTo>
                <a:lnTo>
                  <a:pt x="84" y="404"/>
                </a:lnTo>
                <a:lnTo>
                  <a:pt x="83" y="403"/>
                </a:lnTo>
                <a:lnTo>
                  <a:pt x="82" y="403"/>
                </a:lnTo>
                <a:lnTo>
                  <a:pt x="81" y="403"/>
                </a:lnTo>
                <a:lnTo>
                  <a:pt x="79" y="402"/>
                </a:lnTo>
                <a:lnTo>
                  <a:pt x="78" y="401"/>
                </a:lnTo>
                <a:lnTo>
                  <a:pt x="78" y="400"/>
                </a:lnTo>
                <a:lnTo>
                  <a:pt x="77" y="400"/>
                </a:lnTo>
                <a:lnTo>
                  <a:pt x="76" y="400"/>
                </a:lnTo>
                <a:lnTo>
                  <a:pt x="75" y="401"/>
                </a:lnTo>
                <a:lnTo>
                  <a:pt x="75" y="402"/>
                </a:lnTo>
                <a:lnTo>
                  <a:pt x="75" y="403"/>
                </a:lnTo>
                <a:lnTo>
                  <a:pt x="75" y="404"/>
                </a:lnTo>
                <a:lnTo>
                  <a:pt x="74" y="405"/>
                </a:lnTo>
                <a:lnTo>
                  <a:pt x="73" y="405"/>
                </a:lnTo>
                <a:lnTo>
                  <a:pt x="72" y="404"/>
                </a:lnTo>
                <a:lnTo>
                  <a:pt x="72" y="403"/>
                </a:lnTo>
                <a:lnTo>
                  <a:pt x="71" y="402"/>
                </a:lnTo>
                <a:lnTo>
                  <a:pt x="72" y="402"/>
                </a:lnTo>
                <a:lnTo>
                  <a:pt x="72" y="401"/>
                </a:lnTo>
                <a:lnTo>
                  <a:pt x="72" y="399"/>
                </a:lnTo>
                <a:lnTo>
                  <a:pt x="72" y="398"/>
                </a:lnTo>
                <a:lnTo>
                  <a:pt x="72" y="397"/>
                </a:lnTo>
                <a:lnTo>
                  <a:pt x="70" y="395"/>
                </a:lnTo>
                <a:lnTo>
                  <a:pt x="70" y="394"/>
                </a:lnTo>
                <a:lnTo>
                  <a:pt x="69" y="394"/>
                </a:lnTo>
                <a:lnTo>
                  <a:pt x="69" y="393"/>
                </a:lnTo>
                <a:lnTo>
                  <a:pt x="69" y="392"/>
                </a:lnTo>
                <a:lnTo>
                  <a:pt x="69" y="391"/>
                </a:lnTo>
                <a:lnTo>
                  <a:pt x="70" y="390"/>
                </a:lnTo>
                <a:lnTo>
                  <a:pt x="70" y="389"/>
                </a:lnTo>
                <a:lnTo>
                  <a:pt x="70" y="388"/>
                </a:lnTo>
                <a:lnTo>
                  <a:pt x="70" y="389"/>
                </a:lnTo>
                <a:lnTo>
                  <a:pt x="71" y="389"/>
                </a:lnTo>
                <a:lnTo>
                  <a:pt x="71" y="388"/>
                </a:lnTo>
                <a:lnTo>
                  <a:pt x="71" y="387"/>
                </a:lnTo>
                <a:lnTo>
                  <a:pt x="71" y="386"/>
                </a:lnTo>
                <a:lnTo>
                  <a:pt x="70" y="385"/>
                </a:lnTo>
                <a:lnTo>
                  <a:pt x="71" y="385"/>
                </a:lnTo>
                <a:lnTo>
                  <a:pt x="72" y="384"/>
                </a:lnTo>
                <a:lnTo>
                  <a:pt x="72" y="383"/>
                </a:lnTo>
                <a:lnTo>
                  <a:pt x="72" y="382"/>
                </a:lnTo>
                <a:lnTo>
                  <a:pt x="71" y="381"/>
                </a:lnTo>
                <a:lnTo>
                  <a:pt x="71" y="380"/>
                </a:lnTo>
                <a:lnTo>
                  <a:pt x="69" y="372"/>
                </a:lnTo>
                <a:lnTo>
                  <a:pt x="69" y="371"/>
                </a:lnTo>
                <a:lnTo>
                  <a:pt x="69" y="370"/>
                </a:lnTo>
                <a:lnTo>
                  <a:pt x="68" y="369"/>
                </a:lnTo>
                <a:lnTo>
                  <a:pt x="68" y="368"/>
                </a:lnTo>
                <a:lnTo>
                  <a:pt x="67" y="367"/>
                </a:lnTo>
                <a:lnTo>
                  <a:pt x="67" y="366"/>
                </a:lnTo>
                <a:lnTo>
                  <a:pt x="66" y="366"/>
                </a:lnTo>
                <a:lnTo>
                  <a:pt x="66" y="365"/>
                </a:lnTo>
                <a:lnTo>
                  <a:pt x="65" y="365"/>
                </a:lnTo>
                <a:lnTo>
                  <a:pt x="65" y="364"/>
                </a:lnTo>
                <a:lnTo>
                  <a:pt x="65" y="363"/>
                </a:lnTo>
                <a:lnTo>
                  <a:pt x="65" y="362"/>
                </a:lnTo>
                <a:lnTo>
                  <a:pt x="65" y="361"/>
                </a:lnTo>
                <a:lnTo>
                  <a:pt x="64" y="360"/>
                </a:lnTo>
                <a:lnTo>
                  <a:pt x="64" y="359"/>
                </a:lnTo>
                <a:lnTo>
                  <a:pt x="64" y="358"/>
                </a:lnTo>
                <a:lnTo>
                  <a:pt x="63" y="357"/>
                </a:lnTo>
                <a:lnTo>
                  <a:pt x="62" y="356"/>
                </a:lnTo>
                <a:lnTo>
                  <a:pt x="61" y="356"/>
                </a:lnTo>
                <a:lnTo>
                  <a:pt x="61" y="355"/>
                </a:lnTo>
                <a:lnTo>
                  <a:pt x="60" y="354"/>
                </a:lnTo>
                <a:lnTo>
                  <a:pt x="60" y="353"/>
                </a:lnTo>
                <a:lnTo>
                  <a:pt x="60" y="352"/>
                </a:lnTo>
                <a:lnTo>
                  <a:pt x="59" y="352"/>
                </a:lnTo>
                <a:lnTo>
                  <a:pt x="59" y="351"/>
                </a:lnTo>
                <a:lnTo>
                  <a:pt x="58" y="350"/>
                </a:lnTo>
                <a:lnTo>
                  <a:pt x="57" y="350"/>
                </a:lnTo>
                <a:lnTo>
                  <a:pt x="56" y="349"/>
                </a:lnTo>
                <a:lnTo>
                  <a:pt x="55" y="349"/>
                </a:lnTo>
                <a:lnTo>
                  <a:pt x="54" y="348"/>
                </a:lnTo>
                <a:lnTo>
                  <a:pt x="53" y="347"/>
                </a:lnTo>
                <a:lnTo>
                  <a:pt x="52" y="346"/>
                </a:lnTo>
                <a:lnTo>
                  <a:pt x="51" y="346"/>
                </a:lnTo>
                <a:lnTo>
                  <a:pt x="50" y="346"/>
                </a:lnTo>
                <a:lnTo>
                  <a:pt x="50" y="345"/>
                </a:lnTo>
                <a:lnTo>
                  <a:pt x="49" y="345"/>
                </a:lnTo>
                <a:lnTo>
                  <a:pt x="48" y="344"/>
                </a:lnTo>
                <a:lnTo>
                  <a:pt x="47" y="344"/>
                </a:lnTo>
                <a:lnTo>
                  <a:pt x="47" y="343"/>
                </a:lnTo>
                <a:lnTo>
                  <a:pt x="46" y="343"/>
                </a:lnTo>
                <a:lnTo>
                  <a:pt x="45" y="342"/>
                </a:lnTo>
                <a:lnTo>
                  <a:pt x="44" y="342"/>
                </a:lnTo>
                <a:lnTo>
                  <a:pt x="44" y="341"/>
                </a:lnTo>
                <a:lnTo>
                  <a:pt x="43" y="340"/>
                </a:lnTo>
                <a:lnTo>
                  <a:pt x="43" y="339"/>
                </a:lnTo>
                <a:lnTo>
                  <a:pt x="42" y="339"/>
                </a:lnTo>
                <a:lnTo>
                  <a:pt x="42" y="338"/>
                </a:lnTo>
                <a:lnTo>
                  <a:pt x="41" y="338"/>
                </a:lnTo>
                <a:lnTo>
                  <a:pt x="40" y="338"/>
                </a:lnTo>
                <a:lnTo>
                  <a:pt x="39" y="338"/>
                </a:lnTo>
                <a:lnTo>
                  <a:pt x="38" y="338"/>
                </a:lnTo>
                <a:lnTo>
                  <a:pt x="38" y="337"/>
                </a:lnTo>
                <a:lnTo>
                  <a:pt x="37" y="337"/>
                </a:lnTo>
                <a:lnTo>
                  <a:pt x="37" y="336"/>
                </a:lnTo>
                <a:lnTo>
                  <a:pt x="35" y="335"/>
                </a:lnTo>
                <a:lnTo>
                  <a:pt x="34" y="334"/>
                </a:lnTo>
                <a:lnTo>
                  <a:pt x="33" y="333"/>
                </a:lnTo>
                <a:lnTo>
                  <a:pt x="32" y="333"/>
                </a:lnTo>
                <a:lnTo>
                  <a:pt x="31" y="332"/>
                </a:lnTo>
                <a:lnTo>
                  <a:pt x="31" y="331"/>
                </a:lnTo>
                <a:lnTo>
                  <a:pt x="30" y="330"/>
                </a:lnTo>
                <a:lnTo>
                  <a:pt x="30" y="329"/>
                </a:lnTo>
                <a:lnTo>
                  <a:pt x="31" y="329"/>
                </a:lnTo>
                <a:lnTo>
                  <a:pt x="31" y="330"/>
                </a:lnTo>
                <a:lnTo>
                  <a:pt x="31" y="331"/>
                </a:lnTo>
                <a:lnTo>
                  <a:pt x="32" y="331"/>
                </a:lnTo>
                <a:lnTo>
                  <a:pt x="33" y="331"/>
                </a:lnTo>
                <a:lnTo>
                  <a:pt x="33" y="330"/>
                </a:lnTo>
                <a:lnTo>
                  <a:pt x="32" y="330"/>
                </a:lnTo>
                <a:lnTo>
                  <a:pt x="32" y="329"/>
                </a:lnTo>
                <a:lnTo>
                  <a:pt x="31" y="329"/>
                </a:lnTo>
                <a:lnTo>
                  <a:pt x="30" y="329"/>
                </a:lnTo>
                <a:lnTo>
                  <a:pt x="30" y="328"/>
                </a:lnTo>
                <a:lnTo>
                  <a:pt x="29" y="327"/>
                </a:lnTo>
                <a:lnTo>
                  <a:pt x="29" y="326"/>
                </a:lnTo>
                <a:lnTo>
                  <a:pt x="28" y="326"/>
                </a:lnTo>
                <a:lnTo>
                  <a:pt x="28" y="325"/>
                </a:lnTo>
                <a:lnTo>
                  <a:pt x="27" y="324"/>
                </a:lnTo>
                <a:lnTo>
                  <a:pt x="27" y="323"/>
                </a:lnTo>
                <a:lnTo>
                  <a:pt x="26" y="323"/>
                </a:lnTo>
                <a:lnTo>
                  <a:pt x="26" y="322"/>
                </a:lnTo>
                <a:lnTo>
                  <a:pt x="27" y="323"/>
                </a:lnTo>
                <a:lnTo>
                  <a:pt x="28" y="322"/>
                </a:lnTo>
                <a:lnTo>
                  <a:pt x="27" y="322"/>
                </a:lnTo>
                <a:lnTo>
                  <a:pt x="27" y="321"/>
                </a:lnTo>
                <a:lnTo>
                  <a:pt x="27" y="322"/>
                </a:lnTo>
                <a:lnTo>
                  <a:pt x="26" y="321"/>
                </a:lnTo>
                <a:lnTo>
                  <a:pt x="25" y="321"/>
                </a:lnTo>
                <a:lnTo>
                  <a:pt x="24" y="320"/>
                </a:lnTo>
                <a:lnTo>
                  <a:pt x="24" y="319"/>
                </a:lnTo>
                <a:lnTo>
                  <a:pt x="23" y="318"/>
                </a:lnTo>
                <a:lnTo>
                  <a:pt x="23" y="317"/>
                </a:lnTo>
                <a:lnTo>
                  <a:pt x="23" y="316"/>
                </a:lnTo>
                <a:lnTo>
                  <a:pt x="24" y="315"/>
                </a:lnTo>
                <a:lnTo>
                  <a:pt x="25" y="315"/>
                </a:lnTo>
                <a:lnTo>
                  <a:pt x="26" y="313"/>
                </a:lnTo>
                <a:lnTo>
                  <a:pt x="26" y="312"/>
                </a:lnTo>
                <a:lnTo>
                  <a:pt x="26" y="311"/>
                </a:lnTo>
                <a:lnTo>
                  <a:pt x="25" y="311"/>
                </a:lnTo>
                <a:lnTo>
                  <a:pt x="25" y="310"/>
                </a:lnTo>
                <a:lnTo>
                  <a:pt x="25" y="311"/>
                </a:lnTo>
                <a:lnTo>
                  <a:pt x="24" y="311"/>
                </a:lnTo>
                <a:lnTo>
                  <a:pt x="24" y="310"/>
                </a:lnTo>
                <a:lnTo>
                  <a:pt x="24" y="309"/>
                </a:lnTo>
                <a:lnTo>
                  <a:pt x="23" y="309"/>
                </a:lnTo>
                <a:lnTo>
                  <a:pt x="23" y="308"/>
                </a:lnTo>
                <a:lnTo>
                  <a:pt x="22" y="307"/>
                </a:lnTo>
                <a:lnTo>
                  <a:pt x="22" y="306"/>
                </a:lnTo>
                <a:lnTo>
                  <a:pt x="22" y="305"/>
                </a:lnTo>
                <a:lnTo>
                  <a:pt x="21" y="304"/>
                </a:lnTo>
                <a:lnTo>
                  <a:pt x="21" y="302"/>
                </a:lnTo>
                <a:lnTo>
                  <a:pt x="20" y="301"/>
                </a:lnTo>
                <a:lnTo>
                  <a:pt x="20" y="300"/>
                </a:lnTo>
                <a:lnTo>
                  <a:pt x="19" y="299"/>
                </a:lnTo>
                <a:lnTo>
                  <a:pt x="18" y="299"/>
                </a:lnTo>
                <a:lnTo>
                  <a:pt x="18" y="298"/>
                </a:lnTo>
                <a:lnTo>
                  <a:pt x="19" y="298"/>
                </a:lnTo>
                <a:lnTo>
                  <a:pt x="19" y="297"/>
                </a:lnTo>
                <a:lnTo>
                  <a:pt x="18" y="297"/>
                </a:lnTo>
                <a:lnTo>
                  <a:pt x="18" y="296"/>
                </a:lnTo>
                <a:lnTo>
                  <a:pt x="18" y="294"/>
                </a:lnTo>
                <a:lnTo>
                  <a:pt x="17" y="294"/>
                </a:lnTo>
                <a:lnTo>
                  <a:pt x="17" y="293"/>
                </a:lnTo>
                <a:lnTo>
                  <a:pt x="17" y="292"/>
                </a:lnTo>
                <a:lnTo>
                  <a:pt x="17" y="291"/>
                </a:lnTo>
                <a:lnTo>
                  <a:pt x="16" y="290"/>
                </a:lnTo>
                <a:lnTo>
                  <a:pt x="16" y="289"/>
                </a:lnTo>
                <a:lnTo>
                  <a:pt x="16" y="288"/>
                </a:lnTo>
                <a:lnTo>
                  <a:pt x="15" y="287"/>
                </a:lnTo>
                <a:lnTo>
                  <a:pt x="15" y="286"/>
                </a:lnTo>
                <a:lnTo>
                  <a:pt x="15" y="285"/>
                </a:lnTo>
                <a:lnTo>
                  <a:pt x="15" y="284"/>
                </a:lnTo>
                <a:lnTo>
                  <a:pt x="15" y="283"/>
                </a:lnTo>
                <a:lnTo>
                  <a:pt x="15" y="282"/>
                </a:lnTo>
                <a:lnTo>
                  <a:pt x="14" y="280"/>
                </a:lnTo>
                <a:lnTo>
                  <a:pt x="14" y="279"/>
                </a:lnTo>
                <a:lnTo>
                  <a:pt x="13" y="279"/>
                </a:lnTo>
                <a:lnTo>
                  <a:pt x="13" y="278"/>
                </a:lnTo>
                <a:lnTo>
                  <a:pt x="12" y="277"/>
                </a:lnTo>
                <a:lnTo>
                  <a:pt x="12" y="276"/>
                </a:lnTo>
                <a:lnTo>
                  <a:pt x="11" y="276"/>
                </a:lnTo>
                <a:lnTo>
                  <a:pt x="10" y="275"/>
                </a:lnTo>
                <a:lnTo>
                  <a:pt x="9" y="274"/>
                </a:lnTo>
                <a:lnTo>
                  <a:pt x="8" y="274"/>
                </a:lnTo>
                <a:lnTo>
                  <a:pt x="8" y="273"/>
                </a:lnTo>
                <a:lnTo>
                  <a:pt x="7" y="272"/>
                </a:lnTo>
                <a:lnTo>
                  <a:pt x="6" y="272"/>
                </a:lnTo>
                <a:lnTo>
                  <a:pt x="5" y="271"/>
                </a:lnTo>
                <a:lnTo>
                  <a:pt x="4" y="271"/>
                </a:lnTo>
                <a:lnTo>
                  <a:pt x="4" y="270"/>
                </a:lnTo>
                <a:lnTo>
                  <a:pt x="4" y="269"/>
                </a:lnTo>
                <a:lnTo>
                  <a:pt x="3" y="270"/>
                </a:lnTo>
                <a:lnTo>
                  <a:pt x="2" y="269"/>
                </a:lnTo>
                <a:lnTo>
                  <a:pt x="1" y="269"/>
                </a:lnTo>
                <a:lnTo>
                  <a:pt x="1" y="268"/>
                </a:lnTo>
                <a:lnTo>
                  <a:pt x="1" y="267"/>
                </a:lnTo>
                <a:lnTo>
                  <a:pt x="1" y="266"/>
                </a:lnTo>
                <a:lnTo>
                  <a:pt x="1" y="265"/>
                </a:lnTo>
                <a:lnTo>
                  <a:pt x="0" y="265"/>
                </a:lnTo>
                <a:lnTo>
                  <a:pt x="0" y="263"/>
                </a:lnTo>
                <a:lnTo>
                  <a:pt x="1" y="263"/>
                </a:lnTo>
                <a:lnTo>
                  <a:pt x="1" y="262"/>
                </a:lnTo>
                <a:lnTo>
                  <a:pt x="2" y="262"/>
                </a:lnTo>
                <a:lnTo>
                  <a:pt x="1" y="262"/>
                </a:lnTo>
                <a:lnTo>
                  <a:pt x="1" y="263"/>
                </a:lnTo>
                <a:lnTo>
                  <a:pt x="2" y="262"/>
                </a:lnTo>
                <a:lnTo>
                  <a:pt x="4" y="261"/>
                </a:lnTo>
                <a:lnTo>
                  <a:pt x="6" y="261"/>
                </a:lnTo>
                <a:lnTo>
                  <a:pt x="6" y="260"/>
                </a:lnTo>
                <a:lnTo>
                  <a:pt x="6" y="259"/>
                </a:lnTo>
                <a:lnTo>
                  <a:pt x="5" y="259"/>
                </a:lnTo>
                <a:lnTo>
                  <a:pt x="5" y="255"/>
                </a:lnTo>
                <a:lnTo>
                  <a:pt x="4" y="255"/>
                </a:lnTo>
                <a:lnTo>
                  <a:pt x="4" y="254"/>
                </a:lnTo>
                <a:lnTo>
                  <a:pt x="4" y="253"/>
                </a:lnTo>
                <a:lnTo>
                  <a:pt x="5" y="253"/>
                </a:lnTo>
                <a:lnTo>
                  <a:pt x="5" y="252"/>
                </a:lnTo>
                <a:lnTo>
                  <a:pt x="5" y="251"/>
                </a:lnTo>
                <a:lnTo>
                  <a:pt x="6" y="251"/>
                </a:lnTo>
                <a:lnTo>
                  <a:pt x="6" y="249"/>
                </a:lnTo>
                <a:lnTo>
                  <a:pt x="5" y="249"/>
                </a:lnTo>
                <a:lnTo>
                  <a:pt x="5" y="248"/>
                </a:lnTo>
                <a:lnTo>
                  <a:pt x="6" y="248"/>
                </a:lnTo>
                <a:lnTo>
                  <a:pt x="5" y="248"/>
                </a:lnTo>
                <a:lnTo>
                  <a:pt x="5" y="247"/>
                </a:lnTo>
                <a:lnTo>
                  <a:pt x="6" y="247"/>
                </a:lnTo>
                <a:lnTo>
                  <a:pt x="6" y="248"/>
                </a:lnTo>
                <a:lnTo>
                  <a:pt x="6" y="249"/>
                </a:lnTo>
                <a:lnTo>
                  <a:pt x="7" y="249"/>
                </a:lnTo>
                <a:lnTo>
                  <a:pt x="7" y="248"/>
                </a:lnTo>
                <a:lnTo>
                  <a:pt x="7" y="247"/>
                </a:lnTo>
                <a:lnTo>
                  <a:pt x="7" y="246"/>
                </a:lnTo>
                <a:lnTo>
                  <a:pt x="7" y="245"/>
                </a:lnTo>
                <a:lnTo>
                  <a:pt x="8" y="245"/>
                </a:lnTo>
                <a:lnTo>
                  <a:pt x="8" y="244"/>
                </a:lnTo>
                <a:lnTo>
                  <a:pt x="8" y="243"/>
                </a:lnTo>
                <a:lnTo>
                  <a:pt x="9" y="243"/>
                </a:lnTo>
                <a:lnTo>
                  <a:pt x="9" y="242"/>
                </a:lnTo>
                <a:lnTo>
                  <a:pt x="8" y="242"/>
                </a:lnTo>
                <a:lnTo>
                  <a:pt x="8" y="243"/>
                </a:lnTo>
                <a:lnTo>
                  <a:pt x="7" y="243"/>
                </a:lnTo>
                <a:lnTo>
                  <a:pt x="7" y="242"/>
                </a:lnTo>
                <a:lnTo>
                  <a:pt x="7" y="240"/>
                </a:lnTo>
                <a:lnTo>
                  <a:pt x="7" y="239"/>
                </a:lnTo>
                <a:lnTo>
                  <a:pt x="8" y="239"/>
                </a:lnTo>
                <a:lnTo>
                  <a:pt x="8" y="240"/>
                </a:lnTo>
                <a:lnTo>
                  <a:pt x="9" y="240"/>
                </a:lnTo>
                <a:lnTo>
                  <a:pt x="9" y="239"/>
                </a:lnTo>
                <a:lnTo>
                  <a:pt x="8" y="239"/>
                </a:lnTo>
                <a:lnTo>
                  <a:pt x="8" y="238"/>
                </a:lnTo>
                <a:lnTo>
                  <a:pt x="9" y="237"/>
                </a:lnTo>
                <a:lnTo>
                  <a:pt x="9" y="236"/>
                </a:lnTo>
                <a:lnTo>
                  <a:pt x="10" y="236"/>
                </a:lnTo>
                <a:lnTo>
                  <a:pt x="10" y="235"/>
                </a:lnTo>
                <a:lnTo>
                  <a:pt x="10" y="234"/>
                </a:lnTo>
                <a:lnTo>
                  <a:pt x="9" y="234"/>
                </a:lnTo>
                <a:lnTo>
                  <a:pt x="9" y="233"/>
                </a:lnTo>
                <a:lnTo>
                  <a:pt x="10" y="233"/>
                </a:lnTo>
                <a:lnTo>
                  <a:pt x="10" y="232"/>
                </a:lnTo>
                <a:lnTo>
                  <a:pt x="10" y="231"/>
                </a:lnTo>
                <a:lnTo>
                  <a:pt x="11" y="231"/>
                </a:lnTo>
                <a:lnTo>
                  <a:pt x="11" y="230"/>
                </a:lnTo>
                <a:lnTo>
                  <a:pt x="11" y="231"/>
                </a:lnTo>
                <a:lnTo>
                  <a:pt x="10" y="232"/>
                </a:lnTo>
                <a:lnTo>
                  <a:pt x="11" y="232"/>
                </a:lnTo>
                <a:lnTo>
                  <a:pt x="11" y="231"/>
                </a:lnTo>
                <a:lnTo>
                  <a:pt x="12" y="231"/>
                </a:lnTo>
                <a:lnTo>
                  <a:pt x="12" y="232"/>
                </a:lnTo>
                <a:lnTo>
                  <a:pt x="13" y="232"/>
                </a:lnTo>
                <a:lnTo>
                  <a:pt x="13" y="231"/>
                </a:lnTo>
                <a:lnTo>
                  <a:pt x="13" y="230"/>
                </a:lnTo>
                <a:lnTo>
                  <a:pt x="12" y="230"/>
                </a:lnTo>
                <a:lnTo>
                  <a:pt x="11" y="230"/>
                </a:lnTo>
                <a:lnTo>
                  <a:pt x="11" y="229"/>
                </a:lnTo>
                <a:lnTo>
                  <a:pt x="10" y="229"/>
                </a:lnTo>
                <a:lnTo>
                  <a:pt x="13" y="229"/>
                </a:lnTo>
                <a:lnTo>
                  <a:pt x="14" y="228"/>
                </a:lnTo>
                <a:lnTo>
                  <a:pt x="14" y="227"/>
                </a:lnTo>
                <a:lnTo>
                  <a:pt x="14" y="226"/>
                </a:lnTo>
                <a:lnTo>
                  <a:pt x="13" y="226"/>
                </a:lnTo>
                <a:lnTo>
                  <a:pt x="13" y="227"/>
                </a:lnTo>
                <a:lnTo>
                  <a:pt x="12" y="226"/>
                </a:lnTo>
                <a:lnTo>
                  <a:pt x="12" y="225"/>
                </a:lnTo>
                <a:lnTo>
                  <a:pt x="12" y="224"/>
                </a:lnTo>
                <a:lnTo>
                  <a:pt x="13" y="224"/>
                </a:lnTo>
                <a:lnTo>
                  <a:pt x="12" y="224"/>
                </a:lnTo>
                <a:lnTo>
                  <a:pt x="12" y="223"/>
                </a:lnTo>
                <a:lnTo>
                  <a:pt x="12" y="222"/>
                </a:lnTo>
                <a:lnTo>
                  <a:pt x="13" y="222"/>
                </a:lnTo>
                <a:lnTo>
                  <a:pt x="13" y="221"/>
                </a:lnTo>
                <a:lnTo>
                  <a:pt x="12" y="221"/>
                </a:lnTo>
                <a:lnTo>
                  <a:pt x="11" y="221"/>
                </a:lnTo>
                <a:lnTo>
                  <a:pt x="11" y="220"/>
                </a:lnTo>
                <a:lnTo>
                  <a:pt x="12" y="220"/>
                </a:lnTo>
                <a:lnTo>
                  <a:pt x="12" y="219"/>
                </a:lnTo>
                <a:lnTo>
                  <a:pt x="12" y="218"/>
                </a:lnTo>
                <a:lnTo>
                  <a:pt x="13" y="217"/>
                </a:lnTo>
                <a:lnTo>
                  <a:pt x="13" y="216"/>
                </a:lnTo>
                <a:lnTo>
                  <a:pt x="11" y="216"/>
                </a:lnTo>
                <a:lnTo>
                  <a:pt x="10" y="216"/>
                </a:lnTo>
                <a:lnTo>
                  <a:pt x="9" y="216"/>
                </a:lnTo>
                <a:lnTo>
                  <a:pt x="9" y="213"/>
                </a:lnTo>
                <a:lnTo>
                  <a:pt x="10" y="213"/>
                </a:lnTo>
                <a:lnTo>
                  <a:pt x="12" y="213"/>
                </a:lnTo>
                <a:lnTo>
                  <a:pt x="13" y="213"/>
                </a:lnTo>
                <a:lnTo>
                  <a:pt x="13" y="212"/>
                </a:lnTo>
                <a:lnTo>
                  <a:pt x="13" y="211"/>
                </a:lnTo>
                <a:lnTo>
                  <a:pt x="12" y="211"/>
                </a:lnTo>
                <a:lnTo>
                  <a:pt x="12" y="210"/>
                </a:lnTo>
                <a:lnTo>
                  <a:pt x="11" y="210"/>
                </a:lnTo>
                <a:lnTo>
                  <a:pt x="11" y="209"/>
                </a:lnTo>
                <a:lnTo>
                  <a:pt x="11" y="208"/>
                </a:lnTo>
                <a:lnTo>
                  <a:pt x="12" y="207"/>
                </a:lnTo>
                <a:lnTo>
                  <a:pt x="12" y="206"/>
                </a:lnTo>
                <a:lnTo>
                  <a:pt x="12" y="204"/>
                </a:lnTo>
                <a:lnTo>
                  <a:pt x="12" y="203"/>
                </a:lnTo>
                <a:lnTo>
                  <a:pt x="12" y="202"/>
                </a:lnTo>
                <a:lnTo>
                  <a:pt x="11" y="201"/>
                </a:lnTo>
                <a:lnTo>
                  <a:pt x="12" y="200"/>
                </a:lnTo>
                <a:lnTo>
                  <a:pt x="12" y="199"/>
                </a:lnTo>
                <a:lnTo>
                  <a:pt x="12" y="198"/>
                </a:lnTo>
                <a:lnTo>
                  <a:pt x="12" y="197"/>
                </a:lnTo>
                <a:lnTo>
                  <a:pt x="12" y="196"/>
                </a:lnTo>
                <a:lnTo>
                  <a:pt x="13" y="196"/>
                </a:lnTo>
                <a:lnTo>
                  <a:pt x="13" y="195"/>
                </a:lnTo>
                <a:lnTo>
                  <a:pt x="13" y="194"/>
                </a:lnTo>
                <a:lnTo>
                  <a:pt x="14" y="193"/>
                </a:lnTo>
                <a:lnTo>
                  <a:pt x="14" y="192"/>
                </a:lnTo>
                <a:lnTo>
                  <a:pt x="15" y="192"/>
                </a:lnTo>
                <a:lnTo>
                  <a:pt x="15" y="191"/>
                </a:lnTo>
                <a:lnTo>
                  <a:pt x="16" y="191"/>
                </a:lnTo>
                <a:lnTo>
                  <a:pt x="15" y="191"/>
                </a:lnTo>
                <a:lnTo>
                  <a:pt x="14" y="190"/>
                </a:lnTo>
                <a:lnTo>
                  <a:pt x="15" y="189"/>
                </a:lnTo>
                <a:lnTo>
                  <a:pt x="15" y="188"/>
                </a:lnTo>
                <a:lnTo>
                  <a:pt x="15" y="187"/>
                </a:lnTo>
                <a:lnTo>
                  <a:pt x="15" y="186"/>
                </a:lnTo>
                <a:lnTo>
                  <a:pt x="16" y="185"/>
                </a:lnTo>
                <a:lnTo>
                  <a:pt x="16" y="184"/>
                </a:lnTo>
                <a:lnTo>
                  <a:pt x="18" y="184"/>
                </a:lnTo>
                <a:lnTo>
                  <a:pt x="18" y="183"/>
                </a:lnTo>
                <a:lnTo>
                  <a:pt x="19" y="181"/>
                </a:lnTo>
                <a:lnTo>
                  <a:pt x="19" y="180"/>
                </a:lnTo>
                <a:lnTo>
                  <a:pt x="20" y="180"/>
                </a:lnTo>
                <a:lnTo>
                  <a:pt x="19" y="180"/>
                </a:lnTo>
                <a:lnTo>
                  <a:pt x="18" y="181"/>
                </a:lnTo>
                <a:lnTo>
                  <a:pt x="18" y="182"/>
                </a:lnTo>
                <a:lnTo>
                  <a:pt x="17" y="183"/>
                </a:lnTo>
                <a:lnTo>
                  <a:pt x="17" y="184"/>
                </a:lnTo>
                <a:lnTo>
                  <a:pt x="16" y="184"/>
                </a:lnTo>
                <a:lnTo>
                  <a:pt x="15" y="184"/>
                </a:lnTo>
                <a:lnTo>
                  <a:pt x="14" y="184"/>
                </a:lnTo>
                <a:lnTo>
                  <a:pt x="14" y="183"/>
                </a:lnTo>
                <a:lnTo>
                  <a:pt x="15" y="182"/>
                </a:lnTo>
                <a:lnTo>
                  <a:pt x="15" y="181"/>
                </a:lnTo>
                <a:lnTo>
                  <a:pt x="16" y="180"/>
                </a:lnTo>
                <a:lnTo>
                  <a:pt x="16" y="179"/>
                </a:lnTo>
                <a:lnTo>
                  <a:pt x="15" y="179"/>
                </a:lnTo>
                <a:lnTo>
                  <a:pt x="16" y="179"/>
                </a:lnTo>
                <a:lnTo>
                  <a:pt x="16" y="178"/>
                </a:lnTo>
                <a:lnTo>
                  <a:pt x="17" y="178"/>
                </a:lnTo>
                <a:lnTo>
                  <a:pt x="17" y="177"/>
                </a:lnTo>
                <a:lnTo>
                  <a:pt x="18" y="177"/>
                </a:lnTo>
                <a:lnTo>
                  <a:pt x="19" y="177"/>
                </a:lnTo>
                <a:lnTo>
                  <a:pt x="20" y="177"/>
                </a:lnTo>
                <a:lnTo>
                  <a:pt x="20" y="176"/>
                </a:lnTo>
                <a:lnTo>
                  <a:pt x="20" y="175"/>
                </a:lnTo>
                <a:lnTo>
                  <a:pt x="21" y="175"/>
                </a:lnTo>
                <a:lnTo>
                  <a:pt x="22" y="176"/>
                </a:lnTo>
                <a:lnTo>
                  <a:pt x="23" y="176"/>
                </a:lnTo>
                <a:lnTo>
                  <a:pt x="23" y="175"/>
                </a:lnTo>
                <a:lnTo>
                  <a:pt x="24" y="175"/>
                </a:lnTo>
                <a:lnTo>
                  <a:pt x="25" y="174"/>
                </a:lnTo>
                <a:lnTo>
                  <a:pt x="24" y="174"/>
                </a:lnTo>
                <a:lnTo>
                  <a:pt x="23" y="173"/>
                </a:lnTo>
                <a:lnTo>
                  <a:pt x="23" y="172"/>
                </a:lnTo>
                <a:lnTo>
                  <a:pt x="24" y="172"/>
                </a:lnTo>
                <a:lnTo>
                  <a:pt x="24" y="171"/>
                </a:lnTo>
                <a:lnTo>
                  <a:pt x="25" y="171"/>
                </a:lnTo>
                <a:lnTo>
                  <a:pt x="26" y="171"/>
                </a:lnTo>
                <a:lnTo>
                  <a:pt x="27" y="170"/>
                </a:lnTo>
                <a:lnTo>
                  <a:pt x="27" y="169"/>
                </a:lnTo>
                <a:lnTo>
                  <a:pt x="28" y="169"/>
                </a:lnTo>
                <a:lnTo>
                  <a:pt x="28" y="168"/>
                </a:lnTo>
                <a:lnTo>
                  <a:pt x="28" y="167"/>
                </a:lnTo>
                <a:lnTo>
                  <a:pt x="29" y="166"/>
                </a:lnTo>
                <a:lnTo>
                  <a:pt x="29" y="165"/>
                </a:lnTo>
                <a:lnTo>
                  <a:pt x="29" y="164"/>
                </a:lnTo>
                <a:lnTo>
                  <a:pt x="30" y="164"/>
                </a:lnTo>
                <a:lnTo>
                  <a:pt x="30" y="163"/>
                </a:lnTo>
                <a:lnTo>
                  <a:pt x="29" y="163"/>
                </a:lnTo>
                <a:lnTo>
                  <a:pt x="29" y="162"/>
                </a:lnTo>
                <a:lnTo>
                  <a:pt x="30" y="159"/>
                </a:lnTo>
                <a:lnTo>
                  <a:pt x="31" y="159"/>
                </a:lnTo>
                <a:lnTo>
                  <a:pt x="31" y="158"/>
                </a:lnTo>
                <a:lnTo>
                  <a:pt x="31" y="157"/>
                </a:lnTo>
                <a:lnTo>
                  <a:pt x="32" y="156"/>
                </a:lnTo>
                <a:lnTo>
                  <a:pt x="33" y="156"/>
                </a:lnTo>
                <a:lnTo>
                  <a:pt x="33" y="155"/>
                </a:lnTo>
                <a:lnTo>
                  <a:pt x="34" y="155"/>
                </a:lnTo>
                <a:lnTo>
                  <a:pt x="34" y="154"/>
                </a:lnTo>
                <a:lnTo>
                  <a:pt x="34" y="153"/>
                </a:lnTo>
                <a:lnTo>
                  <a:pt x="35" y="152"/>
                </a:lnTo>
                <a:lnTo>
                  <a:pt x="35" y="151"/>
                </a:lnTo>
                <a:lnTo>
                  <a:pt x="36" y="151"/>
                </a:lnTo>
                <a:lnTo>
                  <a:pt x="36" y="150"/>
                </a:lnTo>
                <a:lnTo>
                  <a:pt x="37" y="150"/>
                </a:lnTo>
                <a:lnTo>
                  <a:pt x="38" y="150"/>
                </a:lnTo>
                <a:lnTo>
                  <a:pt x="38" y="149"/>
                </a:lnTo>
                <a:lnTo>
                  <a:pt x="39" y="149"/>
                </a:lnTo>
                <a:lnTo>
                  <a:pt x="40" y="149"/>
                </a:lnTo>
                <a:lnTo>
                  <a:pt x="39" y="148"/>
                </a:lnTo>
                <a:lnTo>
                  <a:pt x="40" y="148"/>
                </a:lnTo>
                <a:lnTo>
                  <a:pt x="40" y="147"/>
                </a:lnTo>
                <a:lnTo>
                  <a:pt x="40" y="146"/>
                </a:lnTo>
                <a:lnTo>
                  <a:pt x="41" y="146"/>
                </a:lnTo>
                <a:lnTo>
                  <a:pt x="41" y="145"/>
                </a:lnTo>
                <a:lnTo>
                  <a:pt x="42" y="145"/>
                </a:lnTo>
                <a:lnTo>
                  <a:pt x="42" y="144"/>
                </a:lnTo>
                <a:lnTo>
                  <a:pt x="42" y="143"/>
                </a:lnTo>
                <a:lnTo>
                  <a:pt x="42" y="142"/>
                </a:lnTo>
                <a:lnTo>
                  <a:pt x="43" y="141"/>
                </a:lnTo>
                <a:lnTo>
                  <a:pt x="43" y="140"/>
                </a:lnTo>
                <a:lnTo>
                  <a:pt x="41" y="140"/>
                </a:lnTo>
                <a:lnTo>
                  <a:pt x="41" y="141"/>
                </a:lnTo>
                <a:lnTo>
                  <a:pt x="40" y="143"/>
                </a:lnTo>
                <a:lnTo>
                  <a:pt x="39" y="143"/>
                </a:lnTo>
                <a:lnTo>
                  <a:pt x="39" y="144"/>
                </a:lnTo>
                <a:lnTo>
                  <a:pt x="38" y="144"/>
                </a:lnTo>
                <a:lnTo>
                  <a:pt x="37" y="144"/>
                </a:lnTo>
                <a:lnTo>
                  <a:pt x="39" y="140"/>
                </a:lnTo>
                <a:lnTo>
                  <a:pt x="40" y="140"/>
                </a:lnTo>
                <a:lnTo>
                  <a:pt x="41" y="140"/>
                </a:lnTo>
                <a:lnTo>
                  <a:pt x="41" y="139"/>
                </a:lnTo>
                <a:lnTo>
                  <a:pt x="41" y="138"/>
                </a:lnTo>
                <a:lnTo>
                  <a:pt x="41" y="137"/>
                </a:lnTo>
                <a:lnTo>
                  <a:pt x="42" y="137"/>
                </a:lnTo>
                <a:lnTo>
                  <a:pt x="42" y="136"/>
                </a:lnTo>
                <a:lnTo>
                  <a:pt x="45" y="136"/>
                </a:lnTo>
                <a:lnTo>
                  <a:pt x="46" y="136"/>
                </a:lnTo>
                <a:lnTo>
                  <a:pt x="46" y="135"/>
                </a:lnTo>
                <a:lnTo>
                  <a:pt x="45" y="135"/>
                </a:lnTo>
                <a:lnTo>
                  <a:pt x="46" y="135"/>
                </a:lnTo>
                <a:lnTo>
                  <a:pt x="46" y="134"/>
                </a:lnTo>
                <a:lnTo>
                  <a:pt x="47" y="133"/>
                </a:lnTo>
                <a:lnTo>
                  <a:pt x="47" y="132"/>
                </a:lnTo>
                <a:lnTo>
                  <a:pt x="48" y="132"/>
                </a:lnTo>
                <a:lnTo>
                  <a:pt x="48" y="131"/>
                </a:lnTo>
                <a:lnTo>
                  <a:pt x="47" y="131"/>
                </a:lnTo>
                <a:lnTo>
                  <a:pt x="47" y="130"/>
                </a:lnTo>
                <a:lnTo>
                  <a:pt x="46" y="130"/>
                </a:lnTo>
                <a:lnTo>
                  <a:pt x="46" y="129"/>
                </a:lnTo>
                <a:lnTo>
                  <a:pt x="46" y="128"/>
                </a:lnTo>
                <a:lnTo>
                  <a:pt x="47" y="128"/>
                </a:lnTo>
                <a:lnTo>
                  <a:pt x="47" y="127"/>
                </a:lnTo>
                <a:lnTo>
                  <a:pt x="48" y="125"/>
                </a:lnTo>
                <a:lnTo>
                  <a:pt x="48" y="124"/>
                </a:lnTo>
                <a:lnTo>
                  <a:pt x="49" y="123"/>
                </a:lnTo>
                <a:lnTo>
                  <a:pt x="50" y="122"/>
                </a:lnTo>
                <a:lnTo>
                  <a:pt x="50" y="121"/>
                </a:lnTo>
                <a:lnTo>
                  <a:pt x="50" y="122"/>
                </a:lnTo>
                <a:lnTo>
                  <a:pt x="50" y="123"/>
                </a:lnTo>
                <a:lnTo>
                  <a:pt x="50" y="124"/>
                </a:lnTo>
                <a:lnTo>
                  <a:pt x="50" y="125"/>
                </a:lnTo>
                <a:lnTo>
                  <a:pt x="49" y="125"/>
                </a:lnTo>
                <a:lnTo>
                  <a:pt x="49" y="126"/>
                </a:lnTo>
                <a:lnTo>
                  <a:pt x="49" y="125"/>
                </a:lnTo>
                <a:lnTo>
                  <a:pt x="48" y="125"/>
                </a:lnTo>
                <a:lnTo>
                  <a:pt x="48" y="126"/>
                </a:lnTo>
                <a:lnTo>
                  <a:pt x="48" y="127"/>
                </a:lnTo>
                <a:lnTo>
                  <a:pt x="47" y="129"/>
                </a:lnTo>
                <a:lnTo>
                  <a:pt x="48" y="129"/>
                </a:lnTo>
                <a:lnTo>
                  <a:pt x="48" y="128"/>
                </a:lnTo>
                <a:lnTo>
                  <a:pt x="48" y="127"/>
                </a:lnTo>
                <a:lnTo>
                  <a:pt x="49" y="127"/>
                </a:lnTo>
                <a:lnTo>
                  <a:pt x="49" y="128"/>
                </a:lnTo>
                <a:lnTo>
                  <a:pt x="50" y="128"/>
                </a:lnTo>
                <a:lnTo>
                  <a:pt x="50" y="127"/>
                </a:lnTo>
                <a:lnTo>
                  <a:pt x="49" y="127"/>
                </a:lnTo>
                <a:lnTo>
                  <a:pt x="49" y="126"/>
                </a:lnTo>
                <a:lnTo>
                  <a:pt x="50" y="125"/>
                </a:lnTo>
                <a:lnTo>
                  <a:pt x="51" y="122"/>
                </a:lnTo>
                <a:lnTo>
                  <a:pt x="52" y="123"/>
                </a:lnTo>
                <a:lnTo>
                  <a:pt x="51" y="124"/>
                </a:lnTo>
                <a:lnTo>
                  <a:pt x="52" y="124"/>
                </a:lnTo>
                <a:lnTo>
                  <a:pt x="52" y="123"/>
                </a:lnTo>
                <a:lnTo>
                  <a:pt x="52" y="122"/>
                </a:lnTo>
                <a:lnTo>
                  <a:pt x="52" y="121"/>
                </a:lnTo>
                <a:lnTo>
                  <a:pt x="53" y="121"/>
                </a:lnTo>
                <a:lnTo>
                  <a:pt x="52" y="121"/>
                </a:lnTo>
                <a:lnTo>
                  <a:pt x="51" y="121"/>
                </a:lnTo>
                <a:lnTo>
                  <a:pt x="51" y="120"/>
                </a:lnTo>
                <a:lnTo>
                  <a:pt x="52" y="119"/>
                </a:lnTo>
                <a:lnTo>
                  <a:pt x="52" y="118"/>
                </a:lnTo>
                <a:lnTo>
                  <a:pt x="53" y="118"/>
                </a:lnTo>
                <a:lnTo>
                  <a:pt x="53" y="119"/>
                </a:lnTo>
                <a:lnTo>
                  <a:pt x="54" y="119"/>
                </a:lnTo>
                <a:lnTo>
                  <a:pt x="55" y="118"/>
                </a:lnTo>
                <a:lnTo>
                  <a:pt x="55" y="117"/>
                </a:lnTo>
                <a:lnTo>
                  <a:pt x="55" y="116"/>
                </a:lnTo>
                <a:lnTo>
                  <a:pt x="55" y="115"/>
                </a:lnTo>
                <a:lnTo>
                  <a:pt x="56" y="114"/>
                </a:lnTo>
                <a:lnTo>
                  <a:pt x="56" y="113"/>
                </a:lnTo>
                <a:lnTo>
                  <a:pt x="57" y="112"/>
                </a:lnTo>
                <a:lnTo>
                  <a:pt x="58" y="112"/>
                </a:lnTo>
                <a:lnTo>
                  <a:pt x="58" y="111"/>
                </a:lnTo>
                <a:lnTo>
                  <a:pt x="58" y="110"/>
                </a:lnTo>
                <a:lnTo>
                  <a:pt x="58" y="109"/>
                </a:lnTo>
                <a:lnTo>
                  <a:pt x="59" y="109"/>
                </a:lnTo>
                <a:lnTo>
                  <a:pt x="59" y="108"/>
                </a:lnTo>
                <a:lnTo>
                  <a:pt x="60" y="107"/>
                </a:lnTo>
                <a:lnTo>
                  <a:pt x="60" y="105"/>
                </a:lnTo>
                <a:lnTo>
                  <a:pt x="61" y="105"/>
                </a:lnTo>
                <a:lnTo>
                  <a:pt x="62" y="103"/>
                </a:lnTo>
                <a:lnTo>
                  <a:pt x="62" y="102"/>
                </a:lnTo>
                <a:lnTo>
                  <a:pt x="63" y="102"/>
                </a:lnTo>
                <a:lnTo>
                  <a:pt x="65" y="101"/>
                </a:lnTo>
                <a:lnTo>
                  <a:pt x="65" y="100"/>
                </a:lnTo>
                <a:lnTo>
                  <a:pt x="67" y="97"/>
                </a:lnTo>
                <a:lnTo>
                  <a:pt x="67" y="96"/>
                </a:lnTo>
                <a:lnTo>
                  <a:pt x="68" y="95"/>
                </a:lnTo>
                <a:lnTo>
                  <a:pt x="69" y="93"/>
                </a:lnTo>
                <a:lnTo>
                  <a:pt x="69" y="92"/>
                </a:lnTo>
                <a:lnTo>
                  <a:pt x="70" y="90"/>
                </a:lnTo>
                <a:lnTo>
                  <a:pt x="70" y="89"/>
                </a:lnTo>
                <a:lnTo>
                  <a:pt x="71" y="88"/>
                </a:lnTo>
                <a:lnTo>
                  <a:pt x="71" y="87"/>
                </a:lnTo>
                <a:lnTo>
                  <a:pt x="72" y="85"/>
                </a:lnTo>
                <a:lnTo>
                  <a:pt x="72" y="84"/>
                </a:lnTo>
                <a:lnTo>
                  <a:pt x="73" y="83"/>
                </a:lnTo>
                <a:lnTo>
                  <a:pt x="74" y="82"/>
                </a:lnTo>
                <a:lnTo>
                  <a:pt x="76" y="82"/>
                </a:lnTo>
                <a:lnTo>
                  <a:pt x="77" y="82"/>
                </a:lnTo>
                <a:lnTo>
                  <a:pt x="77" y="83"/>
                </a:lnTo>
                <a:lnTo>
                  <a:pt x="78" y="83"/>
                </a:lnTo>
                <a:lnTo>
                  <a:pt x="78" y="82"/>
                </a:lnTo>
                <a:lnTo>
                  <a:pt x="77" y="82"/>
                </a:lnTo>
                <a:lnTo>
                  <a:pt x="77" y="81"/>
                </a:lnTo>
                <a:lnTo>
                  <a:pt x="76" y="81"/>
                </a:lnTo>
                <a:lnTo>
                  <a:pt x="77" y="80"/>
                </a:lnTo>
                <a:lnTo>
                  <a:pt x="77" y="79"/>
                </a:lnTo>
                <a:lnTo>
                  <a:pt x="77" y="78"/>
                </a:lnTo>
                <a:lnTo>
                  <a:pt x="78" y="77"/>
                </a:lnTo>
                <a:lnTo>
                  <a:pt x="79" y="77"/>
                </a:lnTo>
                <a:lnTo>
                  <a:pt x="79" y="76"/>
                </a:lnTo>
                <a:lnTo>
                  <a:pt x="80" y="76"/>
                </a:lnTo>
                <a:lnTo>
                  <a:pt x="81" y="76"/>
                </a:lnTo>
                <a:lnTo>
                  <a:pt x="82" y="76"/>
                </a:lnTo>
                <a:lnTo>
                  <a:pt x="82" y="75"/>
                </a:lnTo>
                <a:lnTo>
                  <a:pt x="83" y="75"/>
                </a:lnTo>
                <a:lnTo>
                  <a:pt x="84" y="75"/>
                </a:lnTo>
                <a:lnTo>
                  <a:pt x="84" y="74"/>
                </a:lnTo>
                <a:lnTo>
                  <a:pt x="85" y="73"/>
                </a:lnTo>
                <a:lnTo>
                  <a:pt x="86" y="73"/>
                </a:lnTo>
                <a:lnTo>
                  <a:pt x="87" y="72"/>
                </a:lnTo>
                <a:lnTo>
                  <a:pt x="87" y="71"/>
                </a:lnTo>
                <a:lnTo>
                  <a:pt x="87" y="70"/>
                </a:lnTo>
                <a:lnTo>
                  <a:pt x="88" y="70"/>
                </a:lnTo>
                <a:lnTo>
                  <a:pt x="88" y="69"/>
                </a:lnTo>
                <a:lnTo>
                  <a:pt x="89" y="68"/>
                </a:lnTo>
                <a:lnTo>
                  <a:pt x="89" y="67"/>
                </a:lnTo>
                <a:lnTo>
                  <a:pt x="90" y="67"/>
                </a:lnTo>
                <a:lnTo>
                  <a:pt x="91" y="66"/>
                </a:lnTo>
                <a:lnTo>
                  <a:pt x="92" y="66"/>
                </a:lnTo>
                <a:lnTo>
                  <a:pt x="92" y="65"/>
                </a:lnTo>
                <a:lnTo>
                  <a:pt x="92" y="64"/>
                </a:lnTo>
                <a:lnTo>
                  <a:pt x="93" y="64"/>
                </a:lnTo>
                <a:lnTo>
                  <a:pt x="93" y="63"/>
                </a:lnTo>
                <a:lnTo>
                  <a:pt x="93" y="62"/>
                </a:lnTo>
                <a:lnTo>
                  <a:pt x="93" y="60"/>
                </a:lnTo>
                <a:lnTo>
                  <a:pt x="92" y="59"/>
                </a:lnTo>
                <a:lnTo>
                  <a:pt x="93" y="59"/>
                </a:lnTo>
                <a:lnTo>
                  <a:pt x="92" y="59"/>
                </a:lnTo>
                <a:lnTo>
                  <a:pt x="92" y="58"/>
                </a:lnTo>
                <a:lnTo>
                  <a:pt x="92" y="56"/>
                </a:lnTo>
                <a:lnTo>
                  <a:pt x="93" y="56"/>
                </a:lnTo>
                <a:lnTo>
                  <a:pt x="93" y="55"/>
                </a:lnTo>
                <a:lnTo>
                  <a:pt x="94" y="55"/>
                </a:lnTo>
                <a:lnTo>
                  <a:pt x="94" y="54"/>
                </a:lnTo>
                <a:lnTo>
                  <a:pt x="95" y="54"/>
                </a:lnTo>
                <a:lnTo>
                  <a:pt x="95" y="55"/>
                </a:lnTo>
                <a:lnTo>
                  <a:pt x="96" y="55"/>
                </a:lnTo>
                <a:lnTo>
                  <a:pt x="96" y="54"/>
                </a:lnTo>
                <a:lnTo>
                  <a:pt x="95" y="53"/>
                </a:lnTo>
                <a:lnTo>
                  <a:pt x="95" y="52"/>
                </a:lnTo>
                <a:lnTo>
                  <a:pt x="96" y="52"/>
                </a:lnTo>
                <a:lnTo>
                  <a:pt x="96" y="51"/>
                </a:lnTo>
                <a:lnTo>
                  <a:pt x="97" y="51"/>
                </a:lnTo>
                <a:lnTo>
                  <a:pt x="97" y="50"/>
                </a:lnTo>
                <a:lnTo>
                  <a:pt x="97" y="49"/>
                </a:lnTo>
                <a:lnTo>
                  <a:pt x="98" y="48"/>
                </a:lnTo>
                <a:lnTo>
                  <a:pt x="98" y="47"/>
                </a:lnTo>
                <a:lnTo>
                  <a:pt x="99" y="46"/>
                </a:lnTo>
                <a:lnTo>
                  <a:pt x="99" y="45"/>
                </a:lnTo>
                <a:lnTo>
                  <a:pt x="100" y="43"/>
                </a:lnTo>
                <a:lnTo>
                  <a:pt x="101" y="43"/>
                </a:lnTo>
                <a:lnTo>
                  <a:pt x="101" y="42"/>
                </a:lnTo>
                <a:lnTo>
                  <a:pt x="102" y="41"/>
                </a:lnTo>
                <a:lnTo>
                  <a:pt x="102" y="40"/>
                </a:lnTo>
                <a:lnTo>
                  <a:pt x="103" y="40"/>
                </a:lnTo>
                <a:lnTo>
                  <a:pt x="103" y="39"/>
                </a:lnTo>
                <a:lnTo>
                  <a:pt x="105" y="39"/>
                </a:lnTo>
                <a:lnTo>
                  <a:pt x="105" y="38"/>
                </a:lnTo>
                <a:lnTo>
                  <a:pt x="103" y="37"/>
                </a:lnTo>
                <a:lnTo>
                  <a:pt x="105" y="36"/>
                </a:lnTo>
                <a:lnTo>
                  <a:pt x="105" y="35"/>
                </a:lnTo>
                <a:lnTo>
                  <a:pt x="106" y="34"/>
                </a:lnTo>
                <a:lnTo>
                  <a:pt x="107" y="34"/>
                </a:lnTo>
                <a:lnTo>
                  <a:pt x="107" y="33"/>
                </a:lnTo>
                <a:lnTo>
                  <a:pt x="108" y="32"/>
                </a:lnTo>
                <a:lnTo>
                  <a:pt x="108" y="31"/>
                </a:lnTo>
                <a:lnTo>
                  <a:pt x="109" y="31"/>
                </a:lnTo>
                <a:lnTo>
                  <a:pt x="110" y="31"/>
                </a:lnTo>
                <a:lnTo>
                  <a:pt x="111" y="30"/>
                </a:lnTo>
                <a:lnTo>
                  <a:pt x="112" y="30"/>
                </a:lnTo>
                <a:lnTo>
                  <a:pt x="112" y="29"/>
                </a:lnTo>
                <a:lnTo>
                  <a:pt x="113" y="28"/>
                </a:lnTo>
                <a:lnTo>
                  <a:pt x="114" y="28"/>
                </a:lnTo>
                <a:lnTo>
                  <a:pt x="115" y="27"/>
                </a:lnTo>
                <a:lnTo>
                  <a:pt x="116" y="27"/>
                </a:lnTo>
                <a:lnTo>
                  <a:pt x="117" y="27"/>
                </a:lnTo>
                <a:lnTo>
                  <a:pt x="118" y="27"/>
                </a:lnTo>
                <a:lnTo>
                  <a:pt x="119" y="27"/>
                </a:lnTo>
                <a:lnTo>
                  <a:pt x="119" y="26"/>
                </a:lnTo>
                <a:lnTo>
                  <a:pt x="120" y="26"/>
                </a:lnTo>
                <a:lnTo>
                  <a:pt x="121" y="26"/>
                </a:lnTo>
                <a:lnTo>
                  <a:pt x="122" y="25"/>
                </a:lnTo>
                <a:lnTo>
                  <a:pt x="123" y="24"/>
                </a:lnTo>
                <a:lnTo>
                  <a:pt x="124" y="24"/>
                </a:lnTo>
                <a:lnTo>
                  <a:pt x="125" y="23"/>
                </a:lnTo>
                <a:lnTo>
                  <a:pt x="126" y="23"/>
                </a:lnTo>
                <a:lnTo>
                  <a:pt x="127" y="23"/>
                </a:lnTo>
                <a:lnTo>
                  <a:pt x="127" y="22"/>
                </a:lnTo>
                <a:lnTo>
                  <a:pt x="128" y="22"/>
                </a:lnTo>
                <a:lnTo>
                  <a:pt x="129" y="22"/>
                </a:lnTo>
                <a:lnTo>
                  <a:pt x="130" y="21"/>
                </a:lnTo>
                <a:lnTo>
                  <a:pt x="131" y="21"/>
                </a:lnTo>
                <a:lnTo>
                  <a:pt x="131" y="22"/>
                </a:lnTo>
                <a:lnTo>
                  <a:pt x="132" y="22"/>
                </a:lnTo>
                <a:lnTo>
                  <a:pt x="133" y="22"/>
                </a:lnTo>
                <a:lnTo>
                  <a:pt x="134" y="22"/>
                </a:lnTo>
                <a:lnTo>
                  <a:pt x="134" y="21"/>
                </a:lnTo>
                <a:lnTo>
                  <a:pt x="135" y="21"/>
                </a:lnTo>
                <a:lnTo>
                  <a:pt x="136" y="21"/>
                </a:lnTo>
                <a:lnTo>
                  <a:pt x="137" y="21"/>
                </a:lnTo>
                <a:lnTo>
                  <a:pt x="138" y="21"/>
                </a:lnTo>
                <a:lnTo>
                  <a:pt x="139" y="20"/>
                </a:lnTo>
                <a:lnTo>
                  <a:pt x="140" y="20"/>
                </a:lnTo>
                <a:lnTo>
                  <a:pt x="141" y="20"/>
                </a:lnTo>
                <a:lnTo>
                  <a:pt x="142" y="20"/>
                </a:lnTo>
                <a:lnTo>
                  <a:pt x="142" y="19"/>
                </a:lnTo>
                <a:lnTo>
                  <a:pt x="144" y="18"/>
                </a:lnTo>
                <a:lnTo>
                  <a:pt x="144" y="17"/>
                </a:lnTo>
                <a:lnTo>
                  <a:pt x="145" y="16"/>
                </a:lnTo>
                <a:lnTo>
                  <a:pt x="145" y="17"/>
                </a:lnTo>
                <a:lnTo>
                  <a:pt x="146" y="16"/>
                </a:lnTo>
                <a:lnTo>
                  <a:pt x="147" y="16"/>
                </a:lnTo>
                <a:lnTo>
                  <a:pt x="148" y="16"/>
                </a:lnTo>
                <a:lnTo>
                  <a:pt x="148" y="17"/>
                </a:lnTo>
                <a:lnTo>
                  <a:pt x="149" y="17"/>
                </a:lnTo>
                <a:lnTo>
                  <a:pt x="149" y="18"/>
                </a:lnTo>
                <a:lnTo>
                  <a:pt x="150" y="18"/>
                </a:lnTo>
                <a:lnTo>
                  <a:pt x="150" y="19"/>
                </a:lnTo>
                <a:lnTo>
                  <a:pt x="150" y="20"/>
                </a:lnTo>
                <a:lnTo>
                  <a:pt x="151" y="21"/>
                </a:lnTo>
                <a:lnTo>
                  <a:pt x="151" y="20"/>
                </a:lnTo>
                <a:lnTo>
                  <a:pt x="151" y="19"/>
                </a:lnTo>
                <a:lnTo>
                  <a:pt x="151" y="18"/>
                </a:lnTo>
                <a:lnTo>
                  <a:pt x="150" y="17"/>
                </a:lnTo>
                <a:lnTo>
                  <a:pt x="150" y="16"/>
                </a:lnTo>
                <a:lnTo>
                  <a:pt x="149" y="16"/>
                </a:lnTo>
                <a:lnTo>
                  <a:pt x="149" y="15"/>
                </a:lnTo>
                <a:lnTo>
                  <a:pt x="148" y="15"/>
                </a:lnTo>
                <a:lnTo>
                  <a:pt x="147" y="14"/>
                </a:lnTo>
                <a:lnTo>
                  <a:pt x="146" y="14"/>
                </a:lnTo>
                <a:lnTo>
                  <a:pt x="146" y="13"/>
                </a:lnTo>
                <a:lnTo>
                  <a:pt x="147" y="13"/>
                </a:lnTo>
                <a:lnTo>
                  <a:pt x="147" y="12"/>
                </a:lnTo>
                <a:lnTo>
                  <a:pt x="148" y="11"/>
                </a:lnTo>
                <a:lnTo>
                  <a:pt x="148" y="10"/>
                </a:lnTo>
                <a:lnTo>
                  <a:pt x="149" y="10"/>
                </a:lnTo>
                <a:lnTo>
                  <a:pt x="149" y="9"/>
                </a:lnTo>
                <a:lnTo>
                  <a:pt x="150" y="8"/>
                </a:lnTo>
                <a:lnTo>
                  <a:pt x="150" y="7"/>
                </a:lnTo>
                <a:lnTo>
                  <a:pt x="150" y="6"/>
                </a:lnTo>
                <a:lnTo>
                  <a:pt x="151" y="6"/>
                </a:lnTo>
                <a:lnTo>
                  <a:pt x="152" y="6"/>
                </a:lnTo>
                <a:lnTo>
                  <a:pt x="153" y="6"/>
                </a:lnTo>
                <a:lnTo>
                  <a:pt x="153" y="5"/>
                </a:lnTo>
                <a:lnTo>
                  <a:pt x="153" y="4"/>
                </a:lnTo>
                <a:lnTo>
                  <a:pt x="154" y="4"/>
                </a:lnTo>
                <a:lnTo>
                  <a:pt x="154" y="3"/>
                </a:lnTo>
                <a:lnTo>
                  <a:pt x="155" y="3"/>
                </a:lnTo>
                <a:lnTo>
                  <a:pt x="156" y="3"/>
                </a:lnTo>
                <a:lnTo>
                  <a:pt x="156" y="2"/>
                </a:lnTo>
                <a:lnTo>
                  <a:pt x="157" y="2"/>
                </a:lnTo>
                <a:lnTo>
                  <a:pt x="156" y="2"/>
                </a:lnTo>
                <a:lnTo>
                  <a:pt x="156" y="1"/>
                </a:lnTo>
                <a:lnTo>
                  <a:pt x="157" y="1"/>
                </a:lnTo>
                <a:lnTo>
                  <a:pt x="157" y="2"/>
                </a:lnTo>
                <a:lnTo>
                  <a:pt x="158" y="2"/>
                </a:lnTo>
                <a:lnTo>
                  <a:pt x="159" y="2"/>
                </a:lnTo>
                <a:lnTo>
                  <a:pt x="159" y="1"/>
                </a:lnTo>
                <a:lnTo>
                  <a:pt x="159" y="0"/>
                </a:lnTo>
                <a:lnTo>
                  <a:pt x="160" y="0"/>
                </a:lnTo>
                <a:lnTo>
                  <a:pt x="160" y="1"/>
                </a:lnTo>
                <a:lnTo>
                  <a:pt x="161" y="1"/>
                </a:lnTo>
                <a:lnTo>
                  <a:pt x="162" y="1"/>
                </a:lnTo>
                <a:lnTo>
                  <a:pt x="163" y="1"/>
                </a:lnTo>
                <a:lnTo>
                  <a:pt x="163" y="0"/>
                </a:lnTo>
                <a:lnTo>
                  <a:pt x="164" y="0"/>
                </a:lnTo>
                <a:lnTo>
                  <a:pt x="16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8" name=""/>
          <p:cNvSpPr/>
          <p:nvPr/>
        </p:nvSpPr>
        <p:spPr>
          <a:xfrm>
            <a:off x="7038720" y="186984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4" y="3"/>
                </a:moveTo>
                <a:lnTo>
                  <a:pt x="6" y="3"/>
                </a:lnTo>
                <a:lnTo>
                  <a:pt x="4" y="3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9" name=""/>
          <p:cNvSpPr/>
          <p:nvPr/>
        </p:nvSpPr>
        <p:spPr>
          <a:xfrm>
            <a:off x="7027560" y="18669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0" name=""/>
          <p:cNvSpPr/>
          <p:nvPr/>
        </p:nvSpPr>
        <p:spPr>
          <a:xfrm>
            <a:off x="7030800" y="186732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7" y="3"/>
                </a:moveTo>
                <a:lnTo>
                  <a:pt x="7" y="4"/>
                </a:lnTo>
                <a:lnTo>
                  <a:pt x="7" y="5"/>
                </a:lnTo>
                <a:lnTo>
                  <a:pt x="6" y="5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1" y="3"/>
                </a:lnTo>
                <a:lnTo>
                  <a:pt x="2" y="3"/>
                </a:lnTo>
                <a:lnTo>
                  <a:pt x="4" y="3"/>
                </a:lnTo>
                <a:lnTo>
                  <a:pt x="5" y="1"/>
                </a:lnTo>
                <a:lnTo>
                  <a:pt x="6" y="1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7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1" name=""/>
          <p:cNvSpPr/>
          <p:nvPr/>
        </p:nvSpPr>
        <p:spPr>
          <a:xfrm>
            <a:off x="7030080" y="186696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3"/>
                </a:move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2" name=""/>
          <p:cNvSpPr/>
          <p:nvPr/>
        </p:nvSpPr>
        <p:spPr>
          <a:xfrm>
            <a:off x="7026840" y="186660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7" y="1"/>
                </a:move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5" y="6"/>
                </a:lnTo>
                <a:lnTo>
                  <a:pt x="4" y="7"/>
                </a:lnTo>
                <a:lnTo>
                  <a:pt x="3" y="8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5"/>
                </a:lnTo>
                <a:lnTo>
                  <a:pt x="1" y="6"/>
                </a:lnTo>
                <a:lnTo>
                  <a:pt x="1" y="7"/>
                </a:lnTo>
                <a:lnTo>
                  <a:pt x="3" y="6"/>
                </a:lnTo>
                <a:lnTo>
                  <a:pt x="3" y="5"/>
                </a:lnTo>
                <a:lnTo>
                  <a:pt x="4" y="4"/>
                </a:lnTo>
                <a:lnTo>
                  <a:pt x="5" y="3"/>
                </a:lnTo>
                <a:lnTo>
                  <a:pt x="6" y="3"/>
                </a:lnTo>
                <a:lnTo>
                  <a:pt x="7" y="1"/>
                </a:lnTo>
                <a:lnTo>
                  <a:pt x="7" y="0"/>
                </a:lnTo>
                <a:lnTo>
                  <a:pt x="7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3" name=""/>
          <p:cNvSpPr/>
          <p:nvPr/>
        </p:nvSpPr>
        <p:spPr>
          <a:xfrm>
            <a:off x="7031160" y="1867320"/>
            <a:ext cx="8640" cy="11880"/>
          </a:xfrm>
          <a:custGeom>
            <a:avLst/>
            <a:gdLst/>
            <a:ahLst/>
            <a:rect l="0" t="0" r="r" b="b"/>
            <a:pathLst>
              <a:path fill="none" w="24" h="33">
                <a:moveTo>
                  <a:pt x="10" y="4"/>
                </a:moveTo>
                <a:lnTo>
                  <a:pt x="11" y="5"/>
                </a:lnTo>
                <a:lnTo>
                  <a:pt x="12" y="7"/>
                </a:lnTo>
                <a:lnTo>
                  <a:pt x="13" y="6"/>
                </a:lnTo>
                <a:lnTo>
                  <a:pt x="14" y="6"/>
                </a:lnTo>
                <a:lnTo>
                  <a:pt x="15" y="6"/>
                </a:lnTo>
                <a:lnTo>
                  <a:pt x="15" y="7"/>
                </a:lnTo>
                <a:lnTo>
                  <a:pt x="18" y="8"/>
                </a:lnTo>
                <a:lnTo>
                  <a:pt x="19" y="8"/>
                </a:lnTo>
                <a:lnTo>
                  <a:pt x="19" y="9"/>
                </a:lnTo>
                <a:lnTo>
                  <a:pt x="18" y="9"/>
                </a:lnTo>
                <a:lnTo>
                  <a:pt x="17" y="10"/>
                </a:lnTo>
                <a:lnTo>
                  <a:pt x="18" y="11"/>
                </a:lnTo>
                <a:lnTo>
                  <a:pt x="19" y="12"/>
                </a:lnTo>
                <a:lnTo>
                  <a:pt x="20" y="14"/>
                </a:lnTo>
                <a:lnTo>
                  <a:pt x="21" y="14"/>
                </a:lnTo>
                <a:lnTo>
                  <a:pt x="22" y="14"/>
                </a:lnTo>
                <a:lnTo>
                  <a:pt x="22" y="12"/>
                </a:lnTo>
                <a:lnTo>
                  <a:pt x="23" y="12"/>
                </a:lnTo>
                <a:lnTo>
                  <a:pt x="24" y="12"/>
                </a:lnTo>
                <a:lnTo>
                  <a:pt x="22" y="15"/>
                </a:lnTo>
                <a:lnTo>
                  <a:pt x="22" y="16"/>
                </a:lnTo>
                <a:lnTo>
                  <a:pt x="21" y="16"/>
                </a:lnTo>
                <a:lnTo>
                  <a:pt x="21" y="17"/>
                </a:lnTo>
                <a:lnTo>
                  <a:pt x="20" y="17"/>
                </a:lnTo>
                <a:lnTo>
                  <a:pt x="21" y="16"/>
                </a:lnTo>
                <a:lnTo>
                  <a:pt x="21" y="15"/>
                </a:lnTo>
                <a:lnTo>
                  <a:pt x="20" y="15"/>
                </a:lnTo>
                <a:lnTo>
                  <a:pt x="19" y="15"/>
                </a:lnTo>
                <a:lnTo>
                  <a:pt x="18" y="15"/>
                </a:lnTo>
                <a:lnTo>
                  <a:pt x="17" y="16"/>
                </a:lnTo>
                <a:lnTo>
                  <a:pt x="15" y="16"/>
                </a:lnTo>
                <a:lnTo>
                  <a:pt x="14" y="17"/>
                </a:lnTo>
                <a:lnTo>
                  <a:pt x="14" y="18"/>
                </a:lnTo>
                <a:lnTo>
                  <a:pt x="14" y="19"/>
                </a:lnTo>
                <a:lnTo>
                  <a:pt x="14" y="20"/>
                </a:lnTo>
                <a:lnTo>
                  <a:pt x="14" y="21"/>
                </a:lnTo>
                <a:lnTo>
                  <a:pt x="14" y="22"/>
                </a:lnTo>
                <a:lnTo>
                  <a:pt x="15" y="22"/>
                </a:lnTo>
                <a:lnTo>
                  <a:pt x="17" y="22"/>
                </a:lnTo>
                <a:lnTo>
                  <a:pt x="17" y="23"/>
                </a:lnTo>
                <a:lnTo>
                  <a:pt x="18" y="23"/>
                </a:lnTo>
                <a:lnTo>
                  <a:pt x="19" y="23"/>
                </a:lnTo>
                <a:lnTo>
                  <a:pt x="20" y="23"/>
                </a:lnTo>
                <a:lnTo>
                  <a:pt x="21" y="23"/>
                </a:lnTo>
                <a:lnTo>
                  <a:pt x="21" y="24"/>
                </a:lnTo>
                <a:lnTo>
                  <a:pt x="20" y="25"/>
                </a:lnTo>
                <a:lnTo>
                  <a:pt x="20" y="26"/>
                </a:lnTo>
                <a:lnTo>
                  <a:pt x="19" y="26"/>
                </a:lnTo>
                <a:lnTo>
                  <a:pt x="19" y="25"/>
                </a:lnTo>
                <a:lnTo>
                  <a:pt x="18" y="25"/>
                </a:lnTo>
                <a:lnTo>
                  <a:pt x="17" y="25"/>
                </a:lnTo>
                <a:lnTo>
                  <a:pt x="15" y="25"/>
                </a:lnTo>
                <a:lnTo>
                  <a:pt x="15" y="26"/>
                </a:lnTo>
                <a:lnTo>
                  <a:pt x="14" y="26"/>
                </a:lnTo>
                <a:lnTo>
                  <a:pt x="13" y="26"/>
                </a:lnTo>
                <a:lnTo>
                  <a:pt x="11" y="27"/>
                </a:lnTo>
                <a:lnTo>
                  <a:pt x="11" y="28"/>
                </a:lnTo>
                <a:lnTo>
                  <a:pt x="10" y="28"/>
                </a:lnTo>
                <a:lnTo>
                  <a:pt x="9" y="28"/>
                </a:lnTo>
                <a:lnTo>
                  <a:pt x="8" y="30"/>
                </a:lnTo>
                <a:lnTo>
                  <a:pt x="9" y="31"/>
                </a:lnTo>
                <a:lnTo>
                  <a:pt x="9" y="32"/>
                </a:lnTo>
                <a:lnTo>
                  <a:pt x="10" y="31"/>
                </a:lnTo>
                <a:lnTo>
                  <a:pt x="11" y="31"/>
                </a:lnTo>
                <a:lnTo>
                  <a:pt x="11" y="32"/>
                </a:lnTo>
                <a:lnTo>
                  <a:pt x="11" y="33"/>
                </a:lnTo>
                <a:lnTo>
                  <a:pt x="10" y="33"/>
                </a:lnTo>
                <a:lnTo>
                  <a:pt x="8" y="33"/>
                </a:lnTo>
                <a:lnTo>
                  <a:pt x="8" y="32"/>
                </a:lnTo>
                <a:lnTo>
                  <a:pt x="8" y="31"/>
                </a:lnTo>
                <a:lnTo>
                  <a:pt x="7" y="31"/>
                </a:lnTo>
                <a:lnTo>
                  <a:pt x="5" y="30"/>
                </a:lnTo>
                <a:lnTo>
                  <a:pt x="4" y="30"/>
                </a:lnTo>
                <a:lnTo>
                  <a:pt x="4" y="29"/>
                </a:lnTo>
                <a:lnTo>
                  <a:pt x="3" y="29"/>
                </a:lnTo>
                <a:lnTo>
                  <a:pt x="3" y="28"/>
                </a:lnTo>
                <a:lnTo>
                  <a:pt x="4" y="28"/>
                </a:lnTo>
                <a:lnTo>
                  <a:pt x="4" y="27"/>
                </a:lnTo>
                <a:lnTo>
                  <a:pt x="3" y="27"/>
                </a:lnTo>
                <a:lnTo>
                  <a:pt x="2" y="28"/>
                </a:lnTo>
                <a:lnTo>
                  <a:pt x="1" y="27"/>
                </a:lnTo>
                <a:lnTo>
                  <a:pt x="1" y="26"/>
                </a:lnTo>
                <a:lnTo>
                  <a:pt x="1" y="25"/>
                </a:lnTo>
                <a:lnTo>
                  <a:pt x="2" y="25"/>
                </a:lnTo>
                <a:lnTo>
                  <a:pt x="2" y="24"/>
                </a:lnTo>
                <a:lnTo>
                  <a:pt x="3" y="24"/>
                </a:lnTo>
                <a:lnTo>
                  <a:pt x="3" y="23"/>
                </a:lnTo>
                <a:lnTo>
                  <a:pt x="2" y="24"/>
                </a:lnTo>
                <a:lnTo>
                  <a:pt x="1" y="24"/>
                </a:lnTo>
                <a:lnTo>
                  <a:pt x="1" y="25"/>
                </a:lnTo>
                <a:lnTo>
                  <a:pt x="1" y="26"/>
                </a:lnTo>
                <a:lnTo>
                  <a:pt x="1" y="25"/>
                </a:lnTo>
                <a:lnTo>
                  <a:pt x="0" y="25"/>
                </a:lnTo>
                <a:lnTo>
                  <a:pt x="1" y="24"/>
                </a:lnTo>
                <a:lnTo>
                  <a:pt x="0" y="24"/>
                </a:lnTo>
                <a:lnTo>
                  <a:pt x="1" y="23"/>
                </a:lnTo>
                <a:lnTo>
                  <a:pt x="1" y="22"/>
                </a:lnTo>
                <a:lnTo>
                  <a:pt x="1" y="21"/>
                </a:lnTo>
                <a:lnTo>
                  <a:pt x="2" y="21"/>
                </a:lnTo>
                <a:lnTo>
                  <a:pt x="3" y="21"/>
                </a:lnTo>
                <a:lnTo>
                  <a:pt x="3" y="20"/>
                </a:lnTo>
                <a:lnTo>
                  <a:pt x="4" y="20"/>
                </a:lnTo>
                <a:lnTo>
                  <a:pt x="5" y="20"/>
                </a:lnTo>
                <a:lnTo>
                  <a:pt x="6" y="20"/>
                </a:lnTo>
                <a:lnTo>
                  <a:pt x="7" y="20"/>
                </a:lnTo>
                <a:lnTo>
                  <a:pt x="7" y="21"/>
                </a:lnTo>
                <a:lnTo>
                  <a:pt x="8" y="20"/>
                </a:lnTo>
                <a:lnTo>
                  <a:pt x="7" y="20"/>
                </a:lnTo>
                <a:lnTo>
                  <a:pt x="7" y="19"/>
                </a:lnTo>
                <a:lnTo>
                  <a:pt x="6" y="19"/>
                </a:lnTo>
                <a:lnTo>
                  <a:pt x="4" y="18"/>
                </a:lnTo>
                <a:lnTo>
                  <a:pt x="5" y="17"/>
                </a:lnTo>
                <a:lnTo>
                  <a:pt x="5" y="14"/>
                </a:lnTo>
                <a:lnTo>
                  <a:pt x="4" y="12"/>
                </a:lnTo>
                <a:lnTo>
                  <a:pt x="4" y="11"/>
                </a:lnTo>
                <a:lnTo>
                  <a:pt x="3" y="11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1" y="8"/>
                </a:lnTo>
                <a:lnTo>
                  <a:pt x="2" y="8"/>
                </a:lnTo>
                <a:lnTo>
                  <a:pt x="3" y="6"/>
                </a:lnTo>
                <a:lnTo>
                  <a:pt x="4" y="5"/>
                </a:lnTo>
                <a:lnTo>
                  <a:pt x="4" y="6"/>
                </a:lnTo>
                <a:lnTo>
                  <a:pt x="5" y="6"/>
                </a:lnTo>
                <a:lnTo>
                  <a:pt x="5" y="5"/>
                </a:lnTo>
                <a:lnTo>
                  <a:pt x="6" y="5"/>
                </a:lnTo>
                <a:lnTo>
                  <a:pt x="6" y="4"/>
                </a:lnTo>
                <a:lnTo>
                  <a:pt x="7" y="3"/>
                </a:lnTo>
                <a:lnTo>
                  <a:pt x="7" y="4"/>
                </a:lnTo>
                <a:lnTo>
                  <a:pt x="8" y="5"/>
                </a:lnTo>
                <a:lnTo>
                  <a:pt x="8" y="4"/>
                </a:lnTo>
                <a:lnTo>
                  <a:pt x="8" y="3"/>
                </a:lnTo>
                <a:lnTo>
                  <a:pt x="10" y="1"/>
                </a:lnTo>
                <a:lnTo>
                  <a:pt x="12" y="0"/>
                </a:lnTo>
                <a:lnTo>
                  <a:pt x="12" y="1"/>
                </a:lnTo>
                <a:lnTo>
                  <a:pt x="11" y="2"/>
                </a:lnTo>
                <a:lnTo>
                  <a:pt x="11" y="3"/>
                </a:lnTo>
                <a:lnTo>
                  <a:pt x="10" y="3"/>
                </a:lnTo>
                <a:lnTo>
                  <a:pt x="1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4" name=""/>
          <p:cNvSpPr/>
          <p:nvPr/>
        </p:nvSpPr>
        <p:spPr>
          <a:xfrm>
            <a:off x="7029720" y="1866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5" name=""/>
          <p:cNvSpPr/>
          <p:nvPr/>
        </p:nvSpPr>
        <p:spPr>
          <a:xfrm>
            <a:off x="7031160" y="18630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6" name=""/>
          <p:cNvSpPr/>
          <p:nvPr/>
        </p:nvSpPr>
        <p:spPr>
          <a:xfrm>
            <a:off x="7041960" y="18540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1"/>
                </a:moveTo>
                <a:lnTo>
                  <a:pt x="4" y="1"/>
                </a:lnTo>
                <a:lnTo>
                  <a:pt x="4" y="2"/>
                </a:lnTo>
                <a:lnTo>
                  <a:pt x="3" y="4"/>
                </a:lnTo>
                <a:lnTo>
                  <a:pt x="2" y="5"/>
                </a:lnTo>
                <a:lnTo>
                  <a:pt x="0" y="5"/>
                </a:lnTo>
                <a:lnTo>
                  <a:pt x="2" y="5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7" name=""/>
          <p:cNvSpPr/>
          <p:nvPr/>
        </p:nvSpPr>
        <p:spPr>
          <a:xfrm>
            <a:off x="7040880" y="18540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8" name=""/>
          <p:cNvSpPr/>
          <p:nvPr/>
        </p:nvSpPr>
        <p:spPr>
          <a:xfrm>
            <a:off x="7029720" y="18478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9" name=""/>
          <p:cNvSpPr/>
          <p:nvPr/>
        </p:nvSpPr>
        <p:spPr>
          <a:xfrm>
            <a:off x="7026120" y="1847520"/>
            <a:ext cx="4680" cy="3600"/>
          </a:xfrm>
          <a:custGeom>
            <a:avLst/>
            <a:gdLst/>
            <a:ahLst/>
            <a:rect l="0" t="0" r="r" b="b"/>
            <a:pathLst>
              <a:path fill="none" w="13" h="10">
                <a:moveTo>
                  <a:pt x="7" y="0"/>
                </a:moveTo>
                <a:lnTo>
                  <a:pt x="8" y="1"/>
                </a:lnTo>
                <a:lnTo>
                  <a:pt x="10" y="1"/>
                </a:lnTo>
                <a:lnTo>
                  <a:pt x="11" y="2"/>
                </a:lnTo>
                <a:lnTo>
                  <a:pt x="11" y="3"/>
                </a:lnTo>
                <a:lnTo>
                  <a:pt x="12" y="4"/>
                </a:lnTo>
                <a:lnTo>
                  <a:pt x="12" y="5"/>
                </a:lnTo>
                <a:lnTo>
                  <a:pt x="13" y="4"/>
                </a:lnTo>
                <a:lnTo>
                  <a:pt x="13" y="6"/>
                </a:lnTo>
                <a:lnTo>
                  <a:pt x="13" y="7"/>
                </a:lnTo>
                <a:lnTo>
                  <a:pt x="12" y="9"/>
                </a:lnTo>
                <a:lnTo>
                  <a:pt x="10" y="9"/>
                </a:lnTo>
                <a:lnTo>
                  <a:pt x="9" y="9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5" y="10"/>
                </a:lnTo>
                <a:lnTo>
                  <a:pt x="4" y="9"/>
                </a:lnTo>
                <a:lnTo>
                  <a:pt x="2" y="9"/>
                </a:lnTo>
                <a:lnTo>
                  <a:pt x="2" y="7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2" y="3"/>
                </a:lnTo>
                <a:lnTo>
                  <a:pt x="4" y="1"/>
                </a:lnTo>
                <a:lnTo>
                  <a:pt x="5" y="1"/>
                </a:lnTo>
                <a:lnTo>
                  <a:pt x="6" y="0"/>
                </a:lnTo>
                <a:lnTo>
                  <a:pt x="7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0" rIns="360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0" name=""/>
          <p:cNvSpPr/>
          <p:nvPr/>
        </p:nvSpPr>
        <p:spPr>
          <a:xfrm>
            <a:off x="7030800" y="184680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2" y="5"/>
                </a:moveTo>
                <a:lnTo>
                  <a:pt x="2" y="4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1" name=""/>
          <p:cNvSpPr/>
          <p:nvPr/>
        </p:nvSpPr>
        <p:spPr>
          <a:xfrm>
            <a:off x="7028640" y="184572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5" y="1"/>
                </a:move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2"/>
                </a:lnTo>
                <a:lnTo>
                  <a:pt x="6" y="2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2" y="4"/>
                </a:lnTo>
                <a:lnTo>
                  <a:pt x="1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2" name=""/>
          <p:cNvSpPr/>
          <p:nvPr/>
        </p:nvSpPr>
        <p:spPr>
          <a:xfrm>
            <a:off x="7040160" y="184536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3" y="1"/>
                </a:move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7" y="3"/>
                </a:lnTo>
                <a:lnTo>
                  <a:pt x="6" y="3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3" y="6"/>
                </a:lnTo>
                <a:lnTo>
                  <a:pt x="3" y="5"/>
                </a:lnTo>
                <a:lnTo>
                  <a:pt x="1" y="5"/>
                </a:lnTo>
                <a:lnTo>
                  <a:pt x="1" y="6"/>
                </a:lnTo>
                <a:lnTo>
                  <a:pt x="0" y="5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3" name=""/>
          <p:cNvSpPr/>
          <p:nvPr/>
        </p:nvSpPr>
        <p:spPr>
          <a:xfrm>
            <a:off x="7042320" y="184284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5" y="0"/>
                </a:move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6" y="2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3" y="3"/>
                </a:lnTo>
                <a:lnTo>
                  <a:pt x="4" y="3"/>
                </a:lnTo>
                <a:lnTo>
                  <a:pt x="3" y="2"/>
                </a:lnTo>
                <a:lnTo>
                  <a:pt x="2" y="3"/>
                </a:lnTo>
                <a:lnTo>
                  <a:pt x="2" y="5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3" y="2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4" name=""/>
          <p:cNvSpPr/>
          <p:nvPr/>
        </p:nvSpPr>
        <p:spPr>
          <a:xfrm>
            <a:off x="7043400" y="18421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5" name=""/>
          <p:cNvSpPr/>
          <p:nvPr/>
        </p:nvSpPr>
        <p:spPr>
          <a:xfrm>
            <a:off x="7042680" y="18410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6" name=""/>
          <p:cNvSpPr/>
          <p:nvPr/>
        </p:nvSpPr>
        <p:spPr>
          <a:xfrm>
            <a:off x="7176600" y="18626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2"/>
                </a:moveTo>
                <a:lnTo>
                  <a:pt x="4" y="2"/>
                </a:lnTo>
                <a:lnTo>
                  <a:pt x="5" y="2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7" name=""/>
          <p:cNvSpPr/>
          <p:nvPr/>
        </p:nvSpPr>
        <p:spPr>
          <a:xfrm>
            <a:off x="7039080" y="1834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8" name=""/>
          <p:cNvSpPr/>
          <p:nvPr/>
        </p:nvSpPr>
        <p:spPr>
          <a:xfrm>
            <a:off x="7040160" y="18349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9" name=""/>
          <p:cNvSpPr/>
          <p:nvPr/>
        </p:nvSpPr>
        <p:spPr>
          <a:xfrm>
            <a:off x="7061400" y="18367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2" y="0"/>
                </a:moveTo>
                <a:lnTo>
                  <a:pt x="1" y="1"/>
                </a:lnTo>
                <a:lnTo>
                  <a:pt x="2" y="1"/>
                </a:lnTo>
                <a:lnTo>
                  <a:pt x="4" y="1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lnTo>
                  <a:pt x="2" y="4"/>
                </a:lnTo>
                <a:lnTo>
                  <a:pt x="1" y="4"/>
                </a:lnTo>
                <a:lnTo>
                  <a:pt x="2" y="2"/>
                </a:lnTo>
                <a:lnTo>
                  <a:pt x="2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0" name=""/>
          <p:cNvSpPr/>
          <p:nvPr/>
        </p:nvSpPr>
        <p:spPr>
          <a:xfrm>
            <a:off x="7183440" y="1855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1" name=""/>
          <p:cNvSpPr/>
          <p:nvPr/>
        </p:nvSpPr>
        <p:spPr>
          <a:xfrm>
            <a:off x="7048440" y="18316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2" name=""/>
          <p:cNvSpPr/>
          <p:nvPr/>
        </p:nvSpPr>
        <p:spPr>
          <a:xfrm>
            <a:off x="7044480" y="18306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0"/>
                </a:moveTo>
                <a:lnTo>
                  <a:pt x="5" y="1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3" name=""/>
          <p:cNvSpPr/>
          <p:nvPr/>
        </p:nvSpPr>
        <p:spPr>
          <a:xfrm>
            <a:off x="7035840" y="18284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4" name=""/>
          <p:cNvSpPr/>
          <p:nvPr/>
        </p:nvSpPr>
        <p:spPr>
          <a:xfrm>
            <a:off x="7043400" y="18291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5" name=""/>
          <p:cNvSpPr/>
          <p:nvPr/>
        </p:nvSpPr>
        <p:spPr>
          <a:xfrm>
            <a:off x="7048440" y="1829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0" y="4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6" name=""/>
          <p:cNvSpPr/>
          <p:nvPr/>
        </p:nvSpPr>
        <p:spPr>
          <a:xfrm>
            <a:off x="7035840" y="18270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7" name=""/>
          <p:cNvSpPr/>
          <p:nvPr/>
        </p:nvSpPr>
        <p:spPr>
          <a:xfrm>
            <a:off x="7049160" y="18288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8" name=""/>
          <p:cNvSpPr/>
          <p:nvPr/>
        </p:nvSpPr>
        <p:spPr>
          <a:xfrm>
            <a:off x="7034400" y="182592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6" y="2"/>
                </a:moveTo>
                <a:lnTo>
                  <a:pt x="4" y="2"/>
                </a:lnTo>
                <a:lnTo>
                  <a:pt x="3" y="4"/>
                </a:lnTo>
                <a:lnTo>
                  <a:pt x="2" y="4"/>
                </a:lnTo>
                <a:lnTo>
                  <a:pt x="1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4" y="0"/>
                </a:lnTo>
                <a:lnTo>
                  <a:pt x="6" y="0"/>
                </a:lnTo>
                <a:lnTo>
                  <a:pt x="7" y="1"/>
                </a:lnTo>
                <a:lnTo>
                  <a:pt x="6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9" name=""/>
          <p:cNvSpPr/>
          <p:nvPr/>
        </p:nvSpPr>
        <p:spPr>
          <a:xfrm>
            <a:off x="7048080" y="182700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4" y="5"/>
                </a:moveTo>
                <a:lnTo>
                  <a:pt x="3" y="5"/>
                </a:lnTo>
                <a:lnTo>
                  <a:pt x="3" y="6"/>
                </a:lnTo>
                <a:lnTo>
                  <a:pt x="2" y="7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3"/>
                </a:lnTo>
                <a:lnTo>
                  <a:pt x="1" y="5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6" y="1"/>
                </a:lnTo>
                <a:lnTo>
                  <a:pt x="6" y="2"/>
                </a:lnTo>
                <a:lnTo>
                  <a:pt x="6" y="3"/>
                </a:lnTo>
                <a:lnTo>
                  <a:pt x="4" y="3"/>
                </a:lnTo>
                <a:lnTo>
                  <a:pt x="4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0" name=""/>
          <p:cNvSpPr/>
          <p:nvPr/>
        </p:nvSpPr>
        <p:spPr>
          <a:xfrm>
            <a:off x="7040520" y="1825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1" name=""/>
          <p:cNvSpPr/>
          <p:nvPr/>
        </p:nvSpPr>
        <p:spPr>
          <a:xfrm>
            <a:off x="7030440" y="1823760"/>
            <a:ext cx="4320" cy="2160"/>
          </a:xfrm>
          <a:custGeom>
            <a:avLst/>
            <a:gdLst/>
            <a:ahLst/>
            <a:rect l="0" t="0" r="r" b="b"/>
            <a:pathLst>
              <a:path fill="none" w="12" h="6">
                <a:moveTo>
                  <a:pt x="12" y="3"/>
                </a:moveTo>
                <a:lnTo>
                  <a:pt x="11" y="3"/>
                </a:lnTo>
                <a:lnTo>
                  <a:pt x="10" y="4"/>
                </a:lnTo>
                <a:lnTo>
                  <a:pt x="10" y="3"/>
                </a:lnTo>
                <a:lnTo>
                  <a:pt x="9" y="4"/>
                </a:lnTo>
                <a:lnTo>
                  <a:pt x="8" y="5"/>
                </a:lnTo>
                <a:lnTo>
                  <a:pt x="8" y="6"/>
                </a:lnTo>
                <a:lnTo>
                  <a:pt x="7" y="6"/>
                </a:lnTo>
                <a:lnTo>
                  <a:pt x="4" y="6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5" y="3"/>
                </a:lnTo>
                <a:lnTo>
                  <a:pt x="8" y="3"/>
                </a:lnTo>
                <a:lnTo>
                  <a:pt x="9" y="1"/>
                </a:lnTo>
                <a:lnTo>
                  <a:pt x="10" y="1"/>
                </a:lnTo>
                <a:lnTo>
                  <a:pt x="10" y="0"/>
                </a:lnTo>
                <a:lnTo>
                  <a:pt x="11" y="0"/>
                </a:lnTo>
                <a:lnTo>
                  <a:pt x="12" y="1"/>
                </a:lnTo>
                <a:lnTo>
                  <a:pt x="1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2" name=""/>
          <p:cNvSpPr/>
          <p:nvPr/>
        </p:nvSpPr>
        <p:spPr>
          <a:xfrm>
            <a:off x="7035840" y="1823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2" y="3"/>
                </a:lnTo>
                <a:lnTo>
                  <a:pt x="2" y="4"/>
                </a:lnTo>
                <a:lnTo>
                  <a:pt x="2" y="3"/>
                </a:lnTo>
                <a:lnTo>
                  <a:pt x="1" y="1"/>
                </a:lnTo>
                <a:lnTo>
                  <a:pt x="1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3" name=""/>
          <p:cNvSpPr/>
          <p:nvPr/>
        </p:nvSpPr>
        <p:spPr>
          <a:xfrm>
            <a:off x="7035120" y="18234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4" name=""/>
          <p:cNvSpPr/>
          <p:nvPr/>
        </p:nvSpPr>
        <p:spPr>
          <a:xfrm>
            <a:off x="7029360" y="18216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1"/>
                </a:moveTo>
                <a:lnTo>
                  <a:pt x="4" y="1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5" name=""/>
          <p:cNvSpPr/>
          <p:nvPr/>
        </p:nvSpPr>
        <p:spPr>
          <a:xfrm>
            <a:off x="7039800" y="182304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5" y="0"/>
                </a:moveTo>
                <a:lnTo>
                  <a:pt x="6" y="0"/>
                </a:lnTo>
                <a:lnTo>
                  <a:pt x="6" y="1"/>
                </a:lnTo>
                <a:lnTo>
                  <a:pt x="5" y="3"/>
                </a:lnTo>
                <a:lnTo>
                  <a:pt x="5" y="4"/>
                </a:lnTo>
                <a:lnTo>
                  <a:pt x="6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5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6" name=""/>
          <p:cNvSpPr/>
          <p:nvPr/>
        </p:nvSpPr>
        <p:spPr>
          <a:xfrm>
            <a:off x="7029720" y="18208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7" name=""/>
          <p:cNvSpPr/>
          <p:nvPr/>
        </p:nvSpPr>
        <p:spPr>
          <a:xfrm>
            <a:off x="7056720" y="18252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8" name=""/>
          <p:cNvSpPr/>
          <p:nvPr/>
        </p:nvSpPr>
        <p:spPr>
          <a:xfrm>
            <a:off x="7055640" y="1824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9" name=""/>
          <p:cNvSpPr/>
          <p:nvPr/>
        </p:nvSpPr>
        <p:spPr>
          <a:xfrm>
            <a:off x="7030080" y="1820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0" name=""/>
          <p:cNvSpPr/>
          <p:nvPr/>
        </p:nvSpPr>
        <p:spPr>
          <a:xfrm>
            <a:off x="7048080" y="182304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1" name=""/>
          <p:cNvSpPr/>
          <p:nvPr/>
        </p:nvSpPr>
        <p:spPr>
          <a:xfrm>
            <a:off x="7027560" y="181944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1"/>
                </a:moveTo>
                <a:lnTo>
                  <a:pt x="4" y="1"/>
                </a:lnTo>
                <a:lnTo>
                  <a:pt x="4" y="2"/>
                </a:lnTo>
                <a:lnTo>
                  <a:pt x="3" y="4"/>
                </a:lnTo>
                <a:lnTo>
                  <a:pt x="3" y="5"/>
                </a:lnTo>
                <a:lnTo>
                  <a:pt x="1" y="5"/>
                </a:lnTo>
                <a:lnTo>
                  <a:pt x="0" y="4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2" name=""/>
          <p:cNvSpPr/>
          <p:nvPr/>
        </p:nvSpPr>
        <p:spPr>
          <a:xfrm>
            <a:off x="7058160" y="182376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3" name=""/>
          <p:cNvSpPr/>
          <p:nvPr/>
        </p:nvSpPr>
        <p:spPr>
          <a:xfrm>
            <a:off x="7056720" y="182268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4" name=""/>
          <p:cNvSpPr/>
          <p:nvPr/>
        </p:nvSpPr>
        <p:spPr>
          <a:xfrm>
            <a:off x="7048800" y="18183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5" name=""/>
          <p:cNvSpPr/>
          <p:nvPr/>
        </p:nvSpPr>
        <p:spPr>
          <a:xfrm>
            <a:off x="7048080" y="181728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6" name=""/>
          <p:cNvSpPr/>
          <p:nvPr/>
        </p:nvSpPr>
        <p:spPr>
          <a:xfrm>
            <a:off x="7051680" y="18147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7" name=""/>
          <p:cNvSpPr/>
          <p:nvPr/>
        </p:nvSpPr>
        <p:spPr>
          <a:xfrm>
            <a:off x="7052760" y="1812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1"/>
                </a:moveTo>
                <a:lnTo>
                  <a:pt x="1" y="1"/>
                </a:lnTo>
                <a:lnTo>
                  <a:pt x="1" y="3"/>
                </a:ln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8" name=""/>
          <p:cNvSpPr/>
          <p:nvPr/>
        </p:nvSpPr>
        <p:spPr>
          <a:xfrm>
            <a:off x="7054200" y="181260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4"/>
                </a:moveTo>
                <a:lnTo>
                  <a:pt x="2" y="4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59" name=""/>
          <p:cNvSpPr/>
          <p:nvPr/>
        </p:nvSpPr>
        <p:spPr>
          <a:xfrm>
            <a:off x="7057800" y="181188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0" name=""/>
          <p:cNvSpPr/>
          <p:nvPr/>
        </p:nvSpPr>
        <p:spPr>
          <a:xfrm>
            <a:off x="7055640" y="1811160"/>
            <a:ext cx="3240" cy="2520"/>
          </a:xfrm>
          <a:custGeom>
            <a:avLst/>
            <a:gdLst/>
            <a:ahLst/>
            <a:rect l="0" t="0" r="r" b="b"/>
            <a:pathLst>
              <a:path fill="none" w="9" h="7">
                <a:moveTo>
                  <a:pt x="4" y="1"/>
                </a:moveTo>
                <a:lnTo>
                  <a:pt x="4" y="3"/>
                </a:lnTo>
                <a:lnTo>
                  <a:pt x="4" y="1"/>
                </a:lnTo>
                <a:lnTo>
                  <a:pt x="6" y="1"/>
                </a:lnTo>
                <a:lnTo>
                  <a:pt x="7" y="3"/>
                </a:lnTo>
                <a:lnTo>
                  <a:pt x="7" y="4"/>
                </a:lnTo>
                <a:lnTo>
                  <a:pt x="7" y="5"/>
                </a:lnTo>
                <a:lnTo>
                  <a:pt x="7" y="6"/>
                </a:lnTo>
                <a:lnTo>
                  <a:pt x="8" y="6"/>
                </a:lnTo>
                <a:lnTo>
                  <a:pt x="9" y="6"/>
                </a:lnTo>
                <a:lnTo>
                  <a:pt x="8" y="6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4" y="7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0" y="4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2" y="1"/>
                </a:lnTo>
                <a:lnTo>
                  <a:pt x="3" y="1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1" name=""/>
          <p:cNvSpPr/>
          <p:nvPr/>
        </p:nvSpPr>
        <p:spPr>
          <a:xfrm>
            <a:off x="7070400" y="18104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2" name=""/>
          <p:cNvSpPr/>
          <p:nvPr/>
        </p:nvSpPr>
        <p:spPr>
          <a:xfrm>
            <a:off x="7069680" y="1809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3" name=""/>
          <p:cNvSpPr/>
          <p:nvPr/>
        </p:nvSpPr>
        <p:spPr>
          <a:xfrm>
            <a:off x="7058880" y="18054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4" name=""/>
          <p:cNvSpPr/>
          <p:nvPr/>
        </p:nvSpPr>
        <p:spPr>
          <a:xfrm>
            <a:off x="7061400" y="180288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1" y="3"/>
                </a:moveTo>
                <a:lnTo>
                  <a:pt x="3" y="5"/>
                </a:lnTo>
                <a:lnTo>
                  <a:pt x="1" y="5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5" name=""/>
          <p:cNvSpPr/>
          <p:nvPr/>
        </p:nvSpPr>
        <p:spPr>
          <a:xfrm>
            <a:off x="7063200" y="180216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2" y="2"/>
                </a:move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1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6" name=""/>
          <p:cNvSpPr/>
          <p:nvPr/>
        </p:nvSpPr>
        <p:spPr>
          <a:xfrm>
            <a:off x="7054200" y="179928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7" name=""/>
          <p:cNvSpPr/>
          <p:nvPr/>
        </p:nvSpPr>
        <p:spPr>
          <a:xfrm>
            <a:off x="7064280" y="17992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8" name=""/>
          <p:cNvSpPr/>
          <p:nvPr/>
        </p:nvSpPr>
        <p:spPr>
          <a:xfrm>
            <a:off x="7065720" y="17949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1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9" name=""/>
          <p:cNvSpPr/>
          <p:nvPr/>
        </p:nvSpPr>
        <p:spPr>
          <a:xfrm>
            <a:off x="7084080" y="17913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0" name=""/>
          <p:cNvSpPr/>
          <p:nvPr/>
        </p:nvSpPr>
        <p:spPr>
          <a:xfrm>
            <a:off x="7085520" y="17895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1" name=""/>
          <p:cNvSpPr/>
          <p:nvPr/>
        </p:nvSpPr>
        <p:spPr>
          <a:xfrm>
            <a:off x="7086240" y="1789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2" name=""/>
          <p:cNvSpPr/>
          <p:nvPr/>
        </p:nvSpPr>
        <p:spPr>
          <a:xfrm>
            <a:off x="7083360" y="178920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2" y="0"/>
                </a:move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2"/>
                </a:lnTo>
                <a:lnTo>
                  <a:pt x="6" y="3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5"/>
                </a:lnTo>
                <a:lnTo>
                  <a:pt x="5" y="3"/>
                </a:lnTo>
                <a:lnTo>
                  <a:pt x="4" y="3"/>
                </a:lnTo>
                <a:lnTo>
                  <a:pt x="5" y="3"/>
                </a:lnTo>
                <a:lnTo>
                  <a:pt x="5" y="5"/>
                </a:lnTo>
                <a:lnTo>
                  <a:pt x="3" y="3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3" y="5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3" y="2"/>
                </a:lnTo>
                <a:lnTo>
                  <a:pt x="3" y="1"/>
                </a:lnTo>
                <a:lnTo>
                  <a:pt x="2" y="1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3" name=""/>
          <p:cNvSpPr/>
          <p:nvPr/>
        </p:nvSpPr>
        <p:spPr>
          <a:xfrm>
            <a:off x="7084800" y="1788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4" name=""/>
          <p:cNvSpPr/>
          <p:nvPr/>
        </p:nvSpPr>
        <p:spPr>
          <a:xfrm>
            <a:off x="7074720" y="17820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5" name=""/>
          <p:cNvSpPr/>
          <p:nvPr/>
        </p:nvSpPr>
        <p:spPr>
          <a:xfrm>
            <a:off x="7089480" y="17834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6" name=""/>
          <p:cNvSpPr/>
          <p:nvPr/>
        </p:nvSpPr>
        <p:spPr>
          <a:xfrm>
            <a:off x="7089120" y="17834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7" name=""/>
          <p:cNvSpPr/>
          <p:nvPr/>
        </p:nvSpPr>
        <p:spPr>
          <a:xfrm>
            <a:off x="7087680" y="1782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8" name=""/>
          <p:cNvSpPr/>
          <p:nvPr/>
        </p:nvSpPr>
        <p:spPr>
          <a:xfrm>
            <a:off x="7075080" y="17805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9" name=""/>
          <p:cNvSpPr/>
          <p:nvPr/>
        </p:nvSpPr>
        <p:spPr>
          <a:xfrm>
            <a:off x="7088760" y="17827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1" y="3"/>
                </a:move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0" name=""/>
          <p:cNvSpPr/>
          <p:nvPr/>
        </p:nvSpPr>
        <p:spPr>
          <a:xfrm>
            <a:off x="7080120" y="17812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2"/>
                </a:lnTo>
                <a:lnTo>
                  <a:pt x="4" y="3"/>
                </a:lnTo>
                <a:lnTo>
                  <a:pt x="2" y="4"/>
                </a:lnTo>
                <a:lnTo>
                  <a:pt x="0" y="4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1" name=""/>
          <p:cNvSpPr/>
          <p:nvPr/>
        </p:nvSpPr>
        <p:spPr>
          <a:xfrm>
            <a:off x="7074360" y="1780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2" name=""/>
          <p:cNvSpPr/>
          <p:nvPr/>
        </p:nvSpPr>
        <p:spPr>
          <a:xfrm>
            <a:off x="7077600" y="17798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3" name=""/>
          <p:cNvSpPr/>
          <p:nvPr/>
        </p:nvSpPr>
        <p:spPr>
          <a:xfrm>
            <a:off x="7077240" y="1779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4" name=""/>
          <p:cNvSpPr/>
          <p:nvPr/>
        </p:nvSpPr>
        <p:spPr>
          <a:xfrm>
            <a:off x="7086960" y="1777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5" name=""/>
          <p:cNvSpPr/>
          <p:nvPr/>
        </p:nvSpPr>
        <p:spPr>
          <a:xfrm>
            <a:off x="7086240" y="17769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6" name=""/>
          <p:cNvSpPr/>
          <p:nvPr/>
        </p:nvSpPr>
        <p:spPr>
          <a:xfrm>
            <a:off x="7086240" y="17766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7" name=""/>
          <p:cNvSpPr/>
          <p:nvPr/>
        </p:nvSpPr>
        <p:spPr>
          <a:xfrm>
            <a:off x="7084080" y="17758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3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8" name=""/>
          <p:cNvSpPr/>
          <p:nvPr/>
        </p:nvSpPr>
        <p:spPr>
          <a:xfrm>
            <a:off x="7086240" y="177480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2" y="4"/>
                </a:moveTo>
                <a:lnTo>
                  <a:pt x="2" y="6"/>
                </a:lnTo>
                <a:lnTo>
                  <a:pt x="0" y="4"/>
                </a:lnTo>
                <a:lnTo>
                  <a:pt x="2" y="4"/>
                </a:lnTo>
                <a:lnTo>
                  <a:pt x="0" y="3"/>
                </a:lnTo>
                <a:lnTo>
                  <a:pt x="2" y="3"/>
                </a:lnTo>
                <a:lnTo>
                  <a:pt x="3" y="2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9" name=""/>
          <p:cNvSpPr/>
          <p:nvPr/>
        </p:nvSpPr>
        <p:spPr>
          <a:xfrm>
            <a:off x="7089480" y="1774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0" name=""/>
          <p:cNvSpPr/>
          <p:nvPr/>
        </p:nvSpPr>
        <p:spPr>
          <a:xfrm>
            <a:off x="7082280" y="177228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4" y="0"/>
                </a:moveTo>
                <a:lnTo>
                  <a:pt x="4" y="1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7" y="1"/>
                </a:lnTo>
                <a:lnTo>
                  <a:pt x="8" y="1"/>
                </a:lnTo>
                <a:lnTo>
                  <a:pt x="7" y="2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4" y="4"/>
                </a:lnTo>
                <a:lnTo>
                  <a:pt x="3" y="4"/>
                </a:lnTo>
                <a:lnTo>
                  <a:pt x="2" y="5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1" name=""/>
          <p:cNvSpPr/>
          <p:nvPr/>
        </p:nvSpPr>
        <p:spPr>
          <a:xfrm>
            <a:off x="7084800" y="1773000"/>
            <a:ext cx="4320" cy="2520"/>
          </a:xfrm>
          <a:custGeom>
            <a:avLst/>
            <a:gdLst/>
            <a:ahLst/>
            <a:rect l="0" t="0" r="r" b="b"/>
            <a:pathLst>
              <a:path fill="none" w="12" h="7">
                <a:moveTo>
                  <a:pt x="12" y="0"/>
                </a:moveTo>
                <a:lnTo>
                  <a:pt x="12" y="1"/>
                </a:lnTo>
                <a:lnTo>
                  <a:pt x="12" y="2"/>
                </a:lnTo>
                <a:lnTo>
                  <a:pt x="11" y="2"/>
                </a:lnTo>
                <a:lnTo>
                  <a:pt x="11" y="4"/>
                </a:lnTo>
                <a:lnTo>
                  <a:pt x="11" y="2"/>
                </a:lnTo>
                <a:lnTo>
                  <a:pt x="10" y="2"/>
                </a:lnTo>
                <a:lnTo>
                  <a:pt x="9" y="2"/>
                </a:lnTo>
                <a:lnTo>
                  <a:pt x="10" y="2"/>
                </a:lnTo>
                <a:lnTo>
                  <a:pt x="10" y="4"/>
                </a:lnTo>
                <a:lnTo>
                  <a:pt x="10" y="6"/>
                </a:lnTo>
                <a:lnTo>
                  <a:pt x="11" y="6"/>
                </a:lnTo>
                <a:lnTo>
                  <a:pt x="10" y="7"/>
                </a:lnTo>
                <a:lnTo>
                  <a:pt x="9" y="7"/>
                </a:lnTo>
                <a:lnTo>
                  <a:pt x="9" y="6"/>
                </a:lnTo>
                <a:lnTo>
                  <a:pt x="8" y="5"/>
                </a:lnTo>
                <a:lnTo>
                  <a:pt x="7" y="6"/>
                </a:lnTo>
                <a:lnTo>
                  <a:pt x="6" y="6"/>
                </a:lnTo>
                <a:lnTo>
                  <a:pt x="3" y="6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4" y="1"/>
                </a:lnTo>
                <a:lnTo>
                  <a:pt x="6" y="1"/>
                </a:lnTo>
                <a:lnTo>
                  <a:pt x="8" y="1"/>
                </a:lnTo>
                <a:lnTo>
                  <a:pt x="9" y="0"/>
                </a:lnTo>
                <a:lnTo>
                  <a:pt x="10" y="0"/>
                </a:lnTo>
                <a:lnTo>
                  <a:pt x="11" y="0"/>
                </a:lnTo>
                <a:lnTo>
                  <a:pt x="11" y="1"/>
                </a:lnTo>
                <a:lnTo>
                  <a:pt x="1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2" name=""/>
          <p:cNvSpPr/>
          <p:nvPr/>
        </p:nvSpPr>
        <p:spPr>
          <a:xfrm>
            <a:off x="7086960" y="17722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4" y="2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3" name=""/>
          <p:cNvSpPr/>
          <p:nvPr/>
        </p:nvSpPr>
        <p:spPr>
          <a:xfrm>
            <a:off x="7085160" y="177120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7" y="1"/>
                </a:moveTo>
                <a:lnTo>
                  <a:pt x="7" y="3"/>
                </a:lnTo>
                <a:lnTo>
                  <a:pt x="5" y="4"/>
                </a:lnTo>
                <a:lnTo>
                  <a:pt x="2" y="5"/>
                </a:lnTo>
                <a:lnTo>
                  <a:pt x="0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3" y="3"/>
                </a:lnTo>
                <a:lnTo>
                  <a:pt x="3" y="1"/>
                </a:lnTo>
                <a:lnTo>
                  <a:pt x="4" y="1"/>
                </a:lnTo>
                <a:lnTo>
                  <a:pt x="5" y="0"/>
                </a:lnTo>
                <a:lnTo>
                  <a:pt x="7" y="0"/>
                </a:lnTo>
                <a:lnTo>
                  <a:pt x="7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4" name=""/>
          <p:cNvSpPr/>
          <p:nvPr/>
        </p:nvSpPr>
        <p:spPr>
          <a:xfrm>
            <a:off x="7085520" y="17704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5" name=""/>
          <p:cNvSpPr/>
          <p:nvPr/>
        </p:nvSpPr>
        <p:spPr>
          <a:xfrm>
            <a:off x="7083000" y="1767600"/>
            <a:ext cx="3960" cy="2520"/>
          </a:xfrm>
          <a:custGeom>
            <a:avLst/>
            <a:gdLst/>
            <a:ahLst/>
            <a:rect l="0" t="0" r="r" b="b"/>
            <a:pathLst>
              <a:path fill="none" w="11" h="7">
                <a:moveTo>
                  <a:pt x="9" y="2"/>
                </a:moveTo>
                <a:lnTo>
                  <a:pt x="11" y="2"/>
                </a:lnTo>
                <a:lnTo>
                  <a:pt x="11" y="4"/>
                </a:lnTo>
                <a:lnTo>
                  <a:pt x="11" y="5"/>
                </a:lnTo>
                <a:lnTo>
                  <a:pt x="9" y="5"/>
                </a:lnTo>
                <a:lnTo>
                  <a:pt x="8" y="6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5" y="6"/>
                </a:lnTo>
                <a:lnTo>
                  <a:pt x="3" y="5"/>
                </a:lnTo>
                <a:lnTo>
                  <a:pt x="2" y="5"/>
                </a:lnTo>
                <a:lnTo>
                  <a:pt x="1" y="5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7" y="1"/>
                </a:lnTo>
                <a:lnTo>
                  <a:pt x="8" y="0"/>
                </a:lnTo>
                <a:lnTo>
                  <a:pt x="8" y="1"/>
                </a:lnTo>
                <a:lnTo>
                  <a:pt x="9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6" name=""/>
          <p:cNvSpPr/>
          <p:nvPr/>
        </p:nvSpPr>
        <p:spPr>
          <a:xfrm>
            <a:off x="7083000" y="176652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5" y="0"/>
                </a:moveTo>
                <a:lnTo>
                  <a:pt x="5" y="1"/>
                </a:lnTo>
                <a:lnTo>
                  <a:pt x="6" y="1"/>
                </a:lnTo>
                <a:lnTo>
                  <a:pt x="5" y="2"/>
                </a:lnTo>
                <a:lnTo>
                  <a:pt x="4" y="4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7" name=""/>
          <p:cNvSpPr/>
          <p:nvPr/>
        </p:nvSpPr>
        <p:spPr>
          <a:xfrm>
            <a:off x="7088040" y="176688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7" y="1"/>
                </a:moveTo>
                <a:lnTo>
                  <a:pt x="5" y="3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2" y="5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3"/>
                </a:lnTo>
                <a:lnTo>
                  <a:pt x="5" y="1"/>
                </a:lnTo>
                <a:lnTo>
                  <a:pt x="7" y="1"/>
                </a:lnTo>
                <a:lnTo>
                  <a:pt x="8" y="1"/>
                </a:lnTo>
                <a:lnTo>
                  <a:pt x="7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8" name=""/>
          <p:cNvSpPr/>
          <p:nvPr/>
        </p:nvSpPr>
        <p:spPr>
          <a:xfrm>
            <a:off x="7086960" y="17661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99" name=""/>
          <p:cNvSpPr/>
          <p:nvPr/>
        </p:nvSpPr>
        <p:spPr>
          <a:xfrm>
            <a:off x="7090920" y="1764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0" name=""/>
          <p:cNvSpPr/>
          <p:nvPr/>
        </p:nvSpPr>
        <p:spPr>
          <a:xfrm>
            <a:off x="7092000" y="176436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1" name=""/>
          <p:cNvSpPr/>
          <p:nvPr/>
        </p:nvSpPr>
        <p:spPr>
          <a:xfrm>
            <a:off x="7096680" y="1764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2" name=""/>
          <p:cNvSpPr/>
          <p:nvPr/>
        </p:nvSpPr>
        <p:spPr>
          <a:xfrm>
            <a:off x="7096680" y="176256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0" y="5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3" name=""/>
          <p:cNvSpPr/>
          <p:nvPr/>
        </p:nvSpPr>
        <p:spPr>
          <a:xfrm>
            <a:off x="7094520" y="1762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1"/>
                </a:moveTo>
                <a:lnTo>
                  <a:pt x="1" y="4"/>
                </a:ln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3" y="1"/>
                </a:lnTo>
                <a:lnTo>
                  <a:pt x="4" y="0"/>
                </a:lnTo>
                <a:lnTo>
                  <a:pt x="4" y="1"/>
                </a:lnTo>
                <a:lnTo>
                  <a:pt x="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4" name=""/>
          <p:cNvSpPr/>
          <p:nvPr/>
        </p:nvSpPr>
        <p:spPr>
          <a:xfrm>
            <a:off x="7100280" y="1762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1"/>
                </a:moveTo>
                <a:lnTo>
                  <a:pt x="4" y="3"/>
                </a:lnTo>
                <a:lnTo>
                  <a:pt x="3" y="3"/>
                </a:lnTo>
                <a:lnTo>
                  <a:pt x="3" y="1"/>
                </a:lnTo>
                <a:lnTo>
                  <a:pt x="3" y="3"/>
                </a:lnTo>
                <a:lnTo>
                  <a:pt x="2" y="4"/>
                </a:lnTo>
                <a:lnTo>
                  <a:pt x="0" y="4"/>
                </a:lnTo>
                <a:lnTo>
                  <a:pt x="0" y="3"/>
                </a:lnTo>
                <a:lnTo>
                  <a:pt x="2" y="3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5" name=""/>
          <p:cNvSpPr/>
          <p:nvPr/>
        </p:nvSpPr>
        <p:spPr>
          <a:xfrm>
            <a:off x="7095960" y="17614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6" name=""/>
          <p:cNvSpPr/>
          <p:nvPr/>
        </p:nvSpPr>
        <p:spPr>
          <a:xfrm>
            <a:off x="7086960" y="17593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7" name=""/>
          <p:cNvSpPr/>
          <p:nvPr/>
        </p:nvSpPr>
        <p:spPr>
          <a:xfrm>
            <a:off x="7087320" y="17568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5"/>
                </a:move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2" y="4"/>
                </a:lnTo>
                <a:lnTo>
                  <a:pt x="2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8" name=""/>
          <p:cNvSpPr/>
          <p:nvPr/>
        </p:nvSpPr>
        <p:spPr>
          <a:xfrm>
            <a:off x="7087680" y="17560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9" name=""/>
          <p:cNvSpPr/>
          <p:nvPr/>
        </p:nvSpPr>
        <p:spPr>
          <a:xfrm>
            <a:off x="7086600" y="175572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0" name=""/>
          <p:cNvSpPr/>
          <p:nvPr/>
        </p:nvSpPr>
        <p:spPr>
          <a:xfrm>
            <a:off x="7086960" y="1755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1" name=""/>
          <p:cNvSpPr/>
          <p:nvPr/>
        </p:nvSpPr>
        <p:spPr>
          <a:xfrm>
            <a:off x="7105320" y="17568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2" name=""/>
          <p:cNvSpPr/>
          <p:nvPr/>
        </p:nvSpPr>
        <p:spPr>
          <a:xfrm>
            <a:off x="7088040" y="175176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5"/>
                </a:move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3" y="1"/>
                </a:lnTo>
                <a:lnTo>
                  <a:pt x="4" y="3"/>
                </a:lnTo>
                <a:lnTo>
                  <a:pt x="4" y="4"/>
                </a:lnTo>
                <a:lnTo>
                  <a:pt x="4" y="5"/>
                </a:lnTo>
                <a:lnTo>
                  <a:pt x="3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3" name=""/>
          <p:cNvSpPr/>
          <p:nvPr/>
        </p:nvSpPr>
        <p:spPr>
          <a:xfrm>
            <a:off x="7107120" y="17546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4" name=""/>
          <p:cNvSpPr/>
          <p:nvPr/>
        </p:nvSpPr>
        <p:spPr>
          <a:xfrm>
            <a:off x="7088760" y="1751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3"/>
                </a:move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  <a:lnTo>
                  <a:pt x="4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5" name=""/>
          <p:cNvSpPr/>
          <p:nvPr/>
        </p:nvSpPr>
        <p:spPr>
          <a:xfrm>
            <a:off x="7106400" y="175428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6" name=""/>
          <p:cNvSpPr/>
          <p:nvPr/>
        </p:nvSpPr>
        <p:spPr>
          <a:xfrm>
            <a:off x="7105680" y="1753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7" name=""/>
          <p:cNvSpPr/>
          <p:nvPr/>
        </p:nvSpPr>
        <p:spPr>
          <a:xfrm>
            <a:off x="7105680" y="17514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8" name=""/>
          <p:cNvSpPr/>
          <p:nvPr/>
        </p:nvSpPr>
        <p:spPr>
          <a:xfrm>
            <a:off x="7107120" y="175104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9" name=""/>
          <p:cNvSpPr/>
          <p:nvPr/>
        </p:nvSpPr>
        <p:spPr>
          <a:xfrm>
            <a:off x="7107480" y="1750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0" name=""/>
          <p:cNvSpPr/>
          <p:nvPr/>
        </p:nvSpPr>
        <p:spPr>
          <a:xfrm>
            <a:off x="7108920" y="17506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1" name=""/>
          <p:cNvSpPr/>
          <p:nvPr/>
        </p:nvSpPr>
        <p:spPr>
          <a:xfrm>
            <a:off x="7106400" y="17492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2" name=""/>
          <p:cNvSpPr/>
          <p:nvPr/>
        </p:nvSpPr>
        <p:spPr>
          <a:xfrm>
            <a:off x="7106760" y="17492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3" name=""/>
          <p:cNvSpPr/>
          <p:nvPr/>
        </p:nvSpPr>
        <p:spPr>
          <a:xfrm>
            <a:off x="7106040" y="174888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4" name=""/>
          <p:cNvSpPr/>
          <p:nvPr/>
        </p:nvSpPr>
        <p:spPr>
          <a:xfrm>
            <a:off x="7105680" y="1748520"/>
            <a:ext cx="1080" cy="0"/>
          </a:xfrm>
          <a:custGeom>
            <a:avLst/>
            <a:gdLst/>
            <a:ahLst/>
            <a:rect l="0" t="0" r="r" b="b"/>
            <a:pathLst>
              <a:path fill="none" w="3" h="0">
                <a:moveTo>
                  <a:pt x="3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5" name=""/>
          <p:cNvSpPr/>
          <p:nvPr/>
        </p:nvSpPr>
        <p:spPr>
          <a:xfrm>
            <a:off x="7115760" y="1749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6" name=""/>
          <p:cNvSpPr/>
          <p:nvPr/>
        </p:nvSpPr>
        <p:spPr>
          <a:xfrm>
            <a:off x="7104600" y="174564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4" y="4"/>
                </a:moveTo>
                <a:lnTo>
                  <a:pt x="2" y="4"/>
                </a:lnTo>
                <a:lnTo>
                  <a:pt x="4" y="4"/>
                </a:lnTo>
                <a:lnTo>
                  <a:pt x="4" y="5"/>
                </a:lnTo>
                <a:lnTo>
                  <a:pt x="4" y="4"/>
                </a:lnTo>
                <a:lnTo>
                  <a:pt x="4" y="5"/>
                </a:lnTo>
                <a:lnTo>
                  <a:pt x="4" y="4"/>
                </a:lnTo>
                <a:lnTo>
                  <a:pt x="4" y="5"/>
                </a:lnTo>
                <a:lnTo>
                  <a:pt x="5" y="5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6" y="7"/>
                </a:lnTo>
                <a:lnTo>
                  <a:pt x="5" y="7"/>
                </a:lnTo>
                <a:lnTo>
                  <a:pt x="5" y="5"/>
                </a:lnTo>
                <a:lnTo>
                  <a:pt x="5" y="7"/>
                </a:lnTo>
                <a:lnTo>
                  <a:pt x="4" y="7"/>
                </a:lnTo>
                <a:lnTo>
                  <a:pt x="4" y="5"/>
                </a:lnTo>
                <a:lnTo>
                  <a:pt x="2" y="5"/>
                </a:lnTo>
                <a:lnTo>
                  <a:pt x="1" y="5"/>
                </a:lnTo>
                <a:lnTo>
                  <a:pt x="0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2" y="2"/>
                </a:lnTo>
                <a:lnTo>
                  <a:pt x="4" y="2"/>
                </a:lnTo>
                <a:lnTo>
                  <a:pt x="2" y="3"/>
                </a:lnTo>
                <a:lnTo>
                  <a:pt x="4" y="3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7" name=""/>
          <p:cNvSpPr/>
          <p:nvPr/>
        </p:nvSpPr>
        <p:spPr>
          <a:xfrm>
            <a:off x="7114680" y="17470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2" y="4"/>
                </a:moveTo>
                <a:lnTo>
                  <a:pt x="2" y="5"/>
                </a:lnTo>
                <a:lnTo>
                  <a:pt x="1" y="4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8" name=""/>
          <p:cNvSpPr/>
          <p:nvPr/>
        </p:nvSpPr>
        <p:spPr>
          <a:xfrm>
            <a:off x="7114320" y="174492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2" y="1"/>
                </a:moveTo>
                <a:lnTo>
                  <a:pt x="3" y="2"/>
                </a:lnTo>
                <a:lnTo>
                  <a:pt x="5" y="2"/>
                </a:lnTo>
                <a:lnTo>
                  <a:pt x="6" y="2"/>
                </a:lnTo>
                <a:lnTo>
                  <a:pt x="5" y="4"/>
                </a:lnTo>
                <a:lnTo>
                  <a:pt x="3" y="5"/>
                </a:lnTo>
                <a:lnTo>
                  <a:pt x="1" y="6"/>
                </a:lnTo>
                <a:lnTo>
                  <a:pt x="1" y="5"/>
                </a:lnTo>
                <a:lnTo>
                  <a:pt x="0" y="5"/>
                </a:lnTo>
                <a:lnTo>
                  <a:pt x="2" y="4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2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9" name=""/>
          <p:cNvSpPr/>
          <p:nvPr/>
        </p:nvSpPr>
        <p:spPr>
          <a:xfrm>
            <a:off x="7112160" y="1740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0" name=""/>
          <p:cNvSpPr/>
          <p:nvPr/>
        </p:nvSpPr>
        <p:spPr>
          <a:xfrm>
            <a:off x="7111800" y="1740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1" name=""/>
          <p:cNvSpPr/>
          <p:nvPr/>
        </p:nvSpPr>
        <p:spPr>
          <a:xfrm>
            <a:off x="7110360" y="17366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1"/>
                </a:move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4" y="3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2" name=""/>
          <p:cNvSpPr/>
          <p:nvPr/>
        </p:nvSpPr>
        <p:spPr>
          <a:xfrm>
            <a:off x="7116120" y="17359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4"/>
                </a:move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3" name=""/>
          <p:cNvSpPr/>
          <p:nvPr/>
        </p:nvSpPr>
        <p:spPr>
          <a:xfrm>
            <a:off x="7113600" y="17348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2" y="2"/>
                </a:lnTo>
                <a:lnTo>
                  <a:pt x="1" y="2"/>
                </a:lnTo>
                <a:lnTo>
                  <a:pt x="2" y="2"/>
                </a:lnTo>
                <a:lnTo>
                  <a:pt x="2" y="3"/>
                </a:lnTo>
                <a:lnTo>
                  <a:pt x="1" y="4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4" name=""/>
          <p:cNvSpPr/>
          <p:nvPr/>
        </p:nvSpPr>
        <p:spPr>
          <a:xfrm>
            <a:off x="7112160" y="1733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5" name=""/>
          <p:cNvSpPr/>
          <p:nvPr/>
        </p:nvSpPr>
        <p:spPr>
          <a:xfrm>
            <a:off x="7114680" y="17341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3" y="2"/>
                </a:lnTo>
                <a:lnTo>
                  <a:pt x="3" y="4"/>
                </a:lnTo>
                <a:lnTo>
                  <a:pt x="1" y="2"/>
                </a:lnTo>
                <a:lnTo>
                  <a:pt x="0" y="4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6" name=""/>
          <p:cNvSpPr/>
          <p:nvPr/>
        </p:nvSpPr>
        <p:spPr>
          <a:xfrm>
            <a:off x="7113240" y="173196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4" y="1"/>
                </a:moveTo>
                <a:lnTo>
                  <a:pt x="5" y="3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0" y="6"/>
                </a:lnTo>
                <a:lnTo>
                  <a:pt x="1" y="5"/>
                </a:lnTo>
                <a:lnTo>
                  <a:pt x="2" y="3"/>
                </a:lnTo>
                <a:lnTo>
                  <a:pt x="2" y="1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7" name=""/>
          <p:cNvSpPr/>
          <p:nvPr/>
        </p:nvSpPr>
        <p:spPr>
          <a:xfrm>
            <a:off x="7106400" y="172800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2"/>
                </a:moveTo>
                <a:lnTo>
                  <a:pt x="6" y="3"/>
                </a:lnTo>
                <a:lnTo>
                  <a:pt x="4" y="5"/>
                </a:lnTo>
                <a:lnTo>
                  <a:pt x="4" y="3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2"/>
                </a:lnTo>
                <a:lnTo>
                  <a:pt x="6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8" name=""/>
          <p:cNvSpPr/>
          <p:nvPr/>
        </p:nvSpPr>
        <p:spPr>
          <a:xfrm>
            <a:off x="7128000" y="17298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39" name=""/>
          <p:cNvSpPr/>
          <p:nvPr/>
        </p:nvSpPr>
        <p:spPr>
          <a:xfrm>
            <a:off x="7129080" y="1728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0" name=""/>
          <p:cNvSpPr/>
          <p:nvPr/>
        </p:nvSpPr>
        <p:spPr>
          <a:xfrm>
            <a:off x="7106400" y="172116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1" name=""/>
          <p:cNvSpPr/>
          <p:nvPr/>
        </p:nvSpPr>
        <p:spPr>
          <a:xfrm>
            <a:off x="7116480" y="172188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2" y="2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3" y="0"/>
                </a:ln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2" name=""/>
          <p:cNvSpPr/>
          <p:nvPr/>
        </p:nvSpPr>
        <p:spPr>
          <a:xfrm>
            <a:off x="7107840" y="17200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3" name=""/>
          <p:cNvSpPr/>
          <p:nvPr/>
        </p:nvSpPr>
        <p:spPr>
          <a:xfrm>
            <a:off x="7107120" y="1719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4" name=""/>
          <p:cNvSpPr/>
          <p:nvPr/>
        </p:nvSpPr>
        <p:spPr>
          <a:xfrm>
            <a:off x="7111440" y="1719720"/>
            <a:ext cx="2160" cy="2880"/>
          </a:xfrm>
          <a:custGeom>
            <a:avLst/>
            <a:gdLst/>
            <a:ahLst/>
            <a:rect l="0" t="0" r="r" b="b"/>
            <a:pathLst>
              <a:path fill="none" w="6" h="8">
                <a:moveTo>
                  <a:pt x="5" y="0"/>
                </a:moveTo>
                <a:lnTo>
                  <a:pt x="5" y="2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5" y="6"/>
                </a:lnTo>
                <a:lnTo>
                  <a:pt x="6" y="6"/>
                </a:lnTo>
                <a:lnTo>
                  <a:pt x="5" y="8"/>
                </a:lnTo>
                <a:lnTo>
                  <a:pt x="3" y="8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1" y="6"/>
                </a:lnTo>
                <a:lnTo>
                  <a:pt x="1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5" name=""/>
          <p:cNvSpPr/>
          <p:nvPr/>
        </p:nvSpPr>
        <p:spPr>
          <a:xfrm>
            <a:off x="7111080" y="1717560"/>
            <a:ext cx="4320" cy="3240"/>
          </a:xfrm>
          <a:custGeom>
            <a:avLst/>
            <a:gdLst/>
            <a:ahLst/>
            <a:rect l="0" t="0" r="r" b="b"/>
            <a:pathLst>
              <a:path fill="none" w="12" h="9">
                <a:moveTo>
                  <a:pt x="10" y="2"/>
                </a:move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4"/>
                </a:lnTo>
                <a:lnTo>
                  <a:pt x="12" y="5"/>
                </a:lnTo>
                <a:lnTo>
                  <a:pt x="11" y="5"/>
                </a:lnTo>
                <a:lnTo>
                  <a:pt x="11" y="6"/>
                </a:lnTo>
                <a:lnTo>
                  <a:pt x="11" y="8"/>
                </a:lnTo>
                <a:lnTo>
                  <a:pt x="10" y="8"/>
                </a:lnTo>
                <a:lnTo>
                  <a:pt x="10" y="9"/>
                </a:lnTo>
                <a:lnTo>
                  <a:pt x="8" y="9"/>
                </a:lnTo>
                <a:lnTo>
                  <a:pt x="8" y="8"/>
                </a:lnTo>
                <a:lnTo>
                  <a:pt x="6" y="8"/>
                </a:lnTo>
                <a:lnTo>
                  <a:pt x="5" y="6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2" y="4"/>
                </a:lnTo>
                <a:lnTo>
                  <a:pt x="1" y="4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10" y="1"/>
                </a:lnTo>
                <a:lnTo>
                  <a:pt x="1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" rIns="360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6" name=""/>
          <p:cNvSpPr/>
          <p:nvPr/>
        </p:nvSpPr>
        <p:spPr>
          <a:xfrm>
            <a:off x="7103880" y="1715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7" name=""/>
          <p:cNvSpPr/>
          <p:nvPr/>
        </p:nvSpPr>
        <p:spPr>
          <a:xfrm>
            <a:off x="7113960" y="17168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8" name=""/>
          <p:cNvSpPr/>
          <p:nvPr/>
        </p:nvSpPr>
        <p:spPr>
          <a:xfrm>
            <a:off x="7115040" y="17168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9" name=""/>
          <p:cNvSpPr/>
          <p:nvPr/>
        </p:nvSpPr>
        <p:spPr>
          <a:xfrm>
            <a:off x="7114320" y="1716120"/>
            <a:ext cx="4680" cy="6120"/>
          </a:xfrm>
          <a:custGeom>
            <a:avLst/>
            <a:gdLst/>
            <a:ahLst/>
            <a:rect l="0" t="0" r="r" b="b"/>
            <a:pathLst>
              <a:path fill="none" w="13" h="17">
                <a:moveTo>
                  <a:pt x="13" y="4"/>
                </a:moveTo>
                <a:lnTo>
                  <a:pt x="13" y="5"/>
                </a:lnTo>
                <a:lnTo>
                  <a:pt x="13" y="4"/>
                </a:lnTo>
                <a:lnTo>
                  <a:pt x="12" y="4"/>
                </a:lnTo>
                <a:lnTo>
                  <a:pt x="12" y="5"/>
                </a:lnTo>
                <a:lnTo>
                  <a:pt x="12" y="6"/>
                </a:lnTo>
                <a:lnTo>
                  <a:pt x="13" y="6"/>
                </a:lnTo>
                <a:lnTo>
                  <a:pt x="13" y="7"/>
                </a:lnTo>
                <a:lnTo>
                  <a:pt x="12" y="7"/>
                </a:lnTo>
                <a:lnTo>
                  <a:pt x="13" y="7"/>
                </a:lnTo>
                <a:lnTo>
                  <a:pt x="13" y="8"/>
                </a:lnTo>
                <a:lnTo>
                  <a:pt x="13" y="9"/>
                </a:lnTo>
                <a:lnTo>
                  <a:pt x="13" y="10"/>
                </a:lnTo>
                <a:lnTo>
                  <a:pt x="12" y="10"/>
                </a:lnTo>
                <a:lnTo>
                  <a:pt x="11" y="12"/>
                </a:lnTo>
                <a:lnTo>
                  <a:pt x="12" y="12"/>
                </a:lnTo>
                <a:lnTo>
                  <a:pt x="13" y="12"/>
                </a:lnTo>
                <a:lnTo>
                  <a:pt x="13" y="13"/>
                </a:lnTo>
                <a:lnTo>
                  <a:pt x="12" y="13"/>
                </a:lnTo>
                <a:lnTo>
                  <a:pt x="11" y="13"/>
                </a:lnTo>
                <a:lnTo>
                  <a:pt x="11" y="14"/>
                </a:lnTo>
                <a:lnTo>
                  <a:pt x="11" y="15"/>
                </a:lnTo>
                <a:lnTo>
                  <a:pt x="10" y="15"/>
                </a:lnTo>
                <a:lnTo>
                  <a:pt x="10" y="16"/>
                </a:lnTo>
                <a:lnTo>
                  <a:pt x="11" y="16"/>
                </a:lnTo>
                <a:lnTo>
                  <a:pt x="10" y="17"/>
                </a:lnTo>
                <a:lnTo>
                  <a:pt x="9" y="17"/>
                </a:lnTo>
                <a:lnTo>
                  <a:pt x="10" y="17"/>
                </a:lnTo>
                <a:lnTo>
                  <a:pt x="10" y="16"/>
                </a:lnTo>
                <a:lnTo>
                  <a:pt x="9" y="16"/>
                </a:lnTo>
                <a:lnTo>
                  <a:pt x="7" y="17"/>
                </a:lnTo>
                <a:lnTo>
                  <a:pt x="7" y="16"/>
                </a:lnTo>
                <a:lnTo>
                  <a:pt x="7" y="14"/>
                </a:lnTo>
                <a:lnTo>
                  <a:pt x="6" y="14"/>
                </a:lnTo>
                <a:lnTo>
                  <a:pt x="5" y="13"/>
                </a:lnTo>
                <a:lnTo>
                  <a:pt x="4" y="14"/>
                </a:lnTo>
                <a:lnTo>
                  <a:pt x="3" y="14"/>
                </a:lnTo>
                <a:lnTo>
                  <a:pt x="4" y="14"/>
                </a:lnTo>
                <a:lnTo>
                  <a:pt x="4" y="13"/>
                </a:lnTo>
                <a:lnTo>
                  <a:pt x="4" y="12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3" y="8"/>
                </a:lnTo>
                <a:lnTo>
                  <a:pt x="2" y="8"/>
                </a:lnTo>
                <a:lnTo>
                  <a:pt x="2" y="7"/>
                </a:lnTo>
                <a:lnTo>
                  <a:pt x="1" y="7"/>
                </a:lnTo>
                <a:lnTo>
                  <a:pt x="0" y="7"/>
                </a:lnTo>
                <a:lnTo>
                  <a:pt x="0" y="6"/>
                </a:lnTo>
                <a:lnTo>
                  <a:pt x="1" y="6"/>
                </a:lnTo>
                <a:lnTo>
                  <a:pt x="1" y="5"/>
                </a:lnTo>
                <a:lnTo>
                  <a:pt x="3" y="3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9" y="0"/>
                </a:lnTo>
                <a:lnTo>
                  <a:pt x="10" y="1"/>
                </a:lnTo>
                <a:lnTo>
                  <a:pt x="10" y="2"/>
                </a:lnTo>
                <a:lnTo>
                  <a:pt x="11" y="2"/>
                </a:lnTo>
                <a:lnTo>
                  <a:pt x="12" y="3"/>
                </a:lnTo>
                <a:lnTo>
                  <a:pt x="13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2520" rIns="3600" bIns="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0" name=""/>
          <p:cNvSpPr/>
          <p:nvPr/>
        </p:nvSpPr>
        <p:spPr>
          <a:xfrm>
            <a:off x="7117560" y="1715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1" name=""/>
          <p:cNvSpPr/>
          <p:nvPr/>
        </p:nvSpPr>
        <p:spPr>
          <a:xfrm>
            <a:off x="7117560" y="171468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3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2" name=""/>
          <p:cNvSpPr/>
          <p:nvPr/>
        </p:nvSpPr>
        <p:spPr>
          <a:xfrm>
            <a:off x="7119720" y="171504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4" y="4"/>
                </a:moveTo>
                <a:lnTo>
                  <a:pt x="4" y="5"/>
                </a:lnTo>
                <a:lnTo>
                  <a:pt x="5" y="5"/>
                </a:lnTo>
                <a:lnTo>
                  <a:pt x="6" y="5"/>
                </a:lnTo>
                <a:lnTo>
                  <a:pt x="7" y="5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5" y="7"/>
                </a:lnTo>
                <a:lnTo>
                  <a:pt x="5" y="6"/>
                </a:lnTo>
                <a:lnTo>
                  <a:pt x="4" y="6"/>
                </a:lnTo>
                <a:lnTo>
                  <a:pt x="4" y="7"/>
                </a:lnTo>
                <a:lnTo>
                  <a:pt x="3" y="8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1" y="6"/>
                </a:lnTo>
                <a:lnTo>
                  <a:pt x="3" y="5"/>
                </a:lnTo>
                <a:lnTo>
                  <a:pt x="4" y="5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6" y="2"/>
                </a:lnTo>
                <a:lnTo>
                  <a:pt x="5" y="2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3" name=""/>
          <p:cNvSpPr/>
          <p:nvPr/>
        </p:nvSpPr>
        <p:spPr>
          <a:xfrm>
            <a:off x="7118640" y="17143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4" name=""/>
          <p:cNvSpPr/>
          <p:nvPr/>
        </p:nvSpPr>
        <p:spPr>
          <a:xfrm>
            <a:off x="7119360" y="17139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5" name=""/>
          <p:cNvSpPr/>
          <p:nvPr/>
        </p:nvSpPr>
        <p:spPr>
          <a:xfrm>
            <a:off x="7111440" y="171036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0" y="5"/>
                </a:move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6" name=""/>
          <p:cNvSpPr/>
          <p:nvPr/>
        </p:nvSpPr>
        <p:spPr>
          <a:xfrm>
            <a:off x="7118280" y="17089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7" name=""/>
          <p:cNvSpPr/>
          <p:nvPr/>
        </p:nvSpPr>
        <p:spPr>
          <a:xfrm>
            <a:off x="7119360" y="17064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8" name=""/>
          <p:cNvSpPr/>
          <p:nvPr/>
        </p:nvSpPr>
        <p:spPr>
          <a:xfrm>
            <a:off x="7127640" y="170784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9" name=""/>
          <p:cNvSpPr/>
          <p:nvPr/>
        </p:nvSpPr>
        <p:spPr>
          <a:xfrm>
            <a:off x="7125840" y="1706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0" name=""/>
          <p:cNvSpPr/>
          <p:nvPr/>
        </p:nvSpPr>
        <p:spPr>
          <a:xfrm>
            <a:off x="7103160" y="17028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1" name=""/>
          <p:cNvSpPr/>
          <p:nvPr/>
        </p:nvSpPr>
        <p:spPr>
          <a:xfrm>
            <a:off x="7103880" y="17020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4"/>
                </a:move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2" name=""/>
          <p:cNvSpPr/>
          <p:nvPr/>
        </p:nvSpPr>
        <p:spPr>
          <a:xfrm>
            <a:off x="7102440" y="17010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2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3" name=""/>
          <p:cNvSpPr/>
          <p:nvPr/>
        </p:nvSpPr>
        <p:spPr>
          <a:xfrm>
            <a:off x="7125840" y="170496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1"/>
                </a:moveTo>
                <a:lnTo>
                  <a:pt x="6" y="2"/>
                </a:lnTo>
                <a:lnTo>
                  <a:pt x="5" y="2"/>
                </a:lnTo>
                <a:lnTo>
                  <a:pt x="5" y="1"/>
                </a:lnTo>
                <a:lnTo>
                  <a:pt x="3" y="1"/>
                </a:lnTo>
                <a:lnTo>
                  <a:pt x="3" y="2"/>
                </a:lnTo>
                <a:lnTo>
                  <a:pt x="2" y="4"/>
                </a:lnTo>
                <a:lnTo>
                  <a:pt x="1" y="4"/>
                </a:lnTo>
                <a:lnTo>
                  <a:pt x="1" y="5"/>
                </a:lnTo>
                <a:lnTo>
                  <a:pt x="0" y="4"/>
                </a:lnTo>
                <a:lnTo>
                  <a:pt x="1" y="2"/>
                </a:lnTo>
                <a:lnTo>
                  <a:pt x="1" y="4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  <a:lnTo>
                  <a:pt x="5" y="0"/>
                </a:lnTo>
                <a:lnTo>
                  <a:pt x="6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4" name=""/>
          <p:cNvSpPr/>
          <p:nvPr/>
        </p:nvSpPr>
        <p:spPr>
          <a:xfrm>
            <a:off x="7118280" y="17035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5" name=""/>
          <p:cNvSpPr/>
          <p:nvPr/>
        </p:nvSpPr>
        <p:spPr>
          <a:xfrm>
            <a:off x="7103520" y="170100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6" name=""/>
          <p:cNvSpPr/>
          <p:nvPr/>
        </p:nvSpPr>
        <p:spPr>
          <a:xfrm>
            <a:off x="7104600" y="170100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7" name=""/>
          <p:cNvSpPr/>
          <p:nvPr/>
        </p:nvSpPr>
        <p:spPr>
          <a:xfrm>
            <a:off x="7106400" y="170100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8" name=""/>
          <p:cNvSpPr/>
          <p:nvPr/>
        </p:nvSpPr>
        <p:spPr>
          <a:xfrm>
            <a:off x="7126200" y="17038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9" name=""/>
          <p:cNvSpPr/>
          <p:nvPr/>
        </p:nvSpPr>
        <p:spPr>
          <a:xfrm>
            <a:off x="7118280" y="17020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1" y="2"/>
                </a:lnTo>
                <a:lnTo>
                  <a:pt x="1" y="4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0" name=""/>
          <p:cNvSpPr/>
          <p:nvPr/>
        </p:nvSpPr>
        <p:spPr>
          <a:xfrm>
            <a:off x="7106760" y="17002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1" name=""/>
          <p:cNvSpPr/>
          <p:nvPr/>
        </p:nvSpPr>
        <p:spPr>
          <a:xfrm>
            <a:off x="7109640" y="1698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2" name=""/>
          <p:cNvSpPr/>
          <p:nvPr/>
        </p:nvSpPr>
        <p:spPr>
          <a:xfrm>
            <a:off x="7120080" y="169704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0" y="5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0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3" name=""/>
          <p:cNvSpPr/>
          <p:nvPr/>
        </p:nvSpPr>
        <p:spPr>
          <a:xfrm>
            <a:off x="7119360" y="16970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4" name=""/>
          <p:cNvSpPr/>
          <p:nvPr/>
        </p:nvSpPr>
        <p:spPr>
          <a:xfrm>
            <a:off x="7124760" y="169740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5" name=""/>
          <p:cNvSpPr/>
          <p:nvPr/>
        </p:nvSpPr>
        <p:spPr>
          <a:xfrm>
            <a:off x="7127280" y="16966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6" name=""/>
          <p:cNvSpPr/>
          <p:nvPr/>
        </p:nvSpPr>
        <p:spPr>
          <a:xfrm>
            <a:off x="7128000" y="16956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7" name=""/>
          <p:cNvSpPr/>
          <p:nvPr/>
        </p:nvSpPr>
        <p:spPr>
          <a:xfrm>
            <a:off x="7128000" y="1694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8" name=""/>
          <p:cNvSpPr/>
          <p:nvPr/>
        </p:nvSpPr>
        <p:spPr>
          <a:xfrm>
            <a:off x="7127280" y="16941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79" name=""/>
          <p:cNvSpPr/>
          <p:nvPr/>
        </p:nvSpPr>
        <p:spPr>
          <a:xfrm>
            <a:off x="7126920" y="169308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4" y="1"/>
                </a:moveTo>
                <a:lnTo>
                  <a:pt x="4" y="2"/>
                </a:lnTo>
                <a:lnTo>
                  <a:pt x="4" y="4"/>
                </a:lnTo>
                <a:lnTo>
                  <a:pt x="5" y="4"/>
                </a:lnTo>
                <a:lnTo>
                  <a:pt x="6" y="4"/>
                </a:lnTo>
                <a:lnTo>
                  <a:pt x="7" y="5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8" y="6"/>
                </a:lnTo>
                <a:lnTo>
                  <a:pt x="9" y="6"/>
                </a:lnTo>
                <a:lnTo>
                  <a:pt x="8" y="5"/>
                </a:lnTo>
                <a:lnTo>
                  <a:pt x="7" y="5"/>
                </a:lnTo>
                <a:lnTo>
                  <a:pt x="6" y="5"/>
                </a:lnTo>
                <a:lnTo>
                  <a:pt x="5" y="5"/>
                </a:lnTo>
                <a:lnTo>
                  <a:pt x="4" y="4"/>
                </a:lnTo>
                <a:lnTo>
                  <a:pt x="2" y="4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2" y="1"/>
                </a:lnTo>
                <a:lnTo>
                  <a:pt x="4" y="1"/>
                </a:lnTo>
                <a:lnTo>
                  <a:pt x="4" y="0"/>
                </a:lnTo>
                <a:lnTo>
                  <a:pt x="5" y="1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0" name=""/>
          <p:cNvSpPr/>
          <p:nvPr/>
        </p:nvSpPr>
        <p:spPr>
          <a:xfrm>
            <a:off x="7126920" y="16927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1" name=""/>
          <p:cNvSpPr/>
          <p:nvPr/>
        </p:nvSpPr>
        <p:spPr>
          <a:xfrm>
            <a:off x="7119720" y="169128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2" y="7"/>
                </a:move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3" y="0"/>
                </a:lnTo>
                <a:lnTo>
                  <a:pt x="4" y="1"/>
                </a:lnTo>
                <a:lnTo>
                  <a:pt x="4" y="2"/>
                </a:lnTo>
                <a:lnTo>
                  <a:pt x="3" y="3"/>
                </a:lnTo>
                <a:lnTo>
                  <a:pt x="2" y="4"/>
                </a:lnTo>
                <a:lnTo>
                  <a:pt x="2" y="6"/>
                </a:lnTo>
                <a:lnTo>
                  <a:pt x="2" y="7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2" name=""/>
          <p:cNvSpPr/>
          <p:nvPr/>
        </p:nvSpPr>
        <p:spPr>
          <a:xfrm>
            <a:off x="7127640" y="16923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3" name=""/>
          <p:cNvSpPr/>
          <p:nvPr/>
        </p:nvSpPr>
        <p:spPr>
          <a:xfrm>
            <a:off x="7126560" y="16912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4" name=""/>
          <p:cNvSpPr/>
          <p:nvPr/>
        </p:nvSpPr>
        <p:spPr>
          <a:xfrm>
            <a:off x="7121160" y="1689840"/>
            <a:ext cx="6480" cy="6480"/>
          </a:xfrm>
          <a:custGeom>
            <a:avLst/>
            <a:gdLst/>
            <a:ahLst/>
            <a:rect l="0" t="0" r="r" b="b"/>
            <a:pathLst>
              <a:path fill="none" w="18" h="18">
                <a:moveTo>
                  <a:pt x="10" y="4"/>
                </a:moveTo>
                <a:lnTo>
                  <a:pt x="10" y="5"/>
                </a:lnTo>
                <a:lnTo>
                  <a:pt x="10" y="6"/>
                </a:lnTo>
                <a:lnTo>
                  <a:pt x="10" y="7"/>
                </a:lnTo>
                <a:lnTo>
                  <a:pt x="11" y="7"/>
                </a:lnTo>
                <a:lnTo>
                  <a:pt x="11" y="8"/>
                </a:lnTo>
                <a:lnTo>
                  <a:pt x="12" y="9"/>
                </a:lnTo>
                <a:lnTo>
                  <a:pt x="14" y="9"/>
                </a:lnTo>
                <a:lnTo>
                  <a:pt x="14" y="10"/>
                </a:lnTo>
                <a:lnTo>
                  <a:pt x="14" y="9"/>
                </a:lnTo>
                <a:lnTo>
                  <a:pt x="14" y="10"/>
                </a:lnTo>
                <a:lnTo>
                  <a:pt x="14" y="9"/>
                </a:lnTo>
                <a:lnTo>
                  <a:pt x="15" y="10"/>
                </a:lnTo>
                <a:lnTo>
                  <a:pt x="16" y="11"/>
                </a:lnTo>
                <a:lnTo>
                  <a:pt x="17" y="11"/>
                </a:lnTo>
                <a:lnTo>
                  <a:pt x="17" y="12"/>
                </a:lnTo>
                <a:lnTo>
                  <a:pt x="18" y="13"/>
                </a:lnTo>
                <a:lnTo>
                  <a:pt x="17" y="14"/>
                </a:lnTo>
                <a:lnTo>
                  <a:pt x="17" y="13"/>
                </a:lnTo>
                <a:lnTo>
                  <a:pt x="17" y="14"/>
                </a:lnTo>
                <a:lnTo>
                  <a:pt x="17" y="15"/>
                </a:lnTo>
                <a:lnTo>
                  <a:pt x="16" y="16"/>
                </a:lnTo>
                <a:lnTo>
                  <a:pt x="16" y="17"/>
                </a:lnTo>
                <a:lnTo>
                  <a:pt x="15" y="17"/>
                </a:lnTo>
                <a:lnTo>
                  <a:pt x="15" y="18"/>
                </a:lnTo>
                <a:lnTo>
                  <a:pt x="14" y="18"/>
                </a:lnTo>
                <a:lnTo>
                  <a:pt x="14" y="17"/>
                </a:lnTo>
                <a:lnTo>
                  <a:pt x="15" y="17"/>
                </a:lnTo>
                <a:lnTo>
                  <a:pt x="15" y="16"/>
                </a:lnTo>
                <a:lnTo>
                  <a:pt x="14" y="16"/>
                </a:lnTo>
                <a:lnTo>
                  <a:pt x="13" y="16"/>
                </a:lnTo>
                <a:lnTo>
                  <a:pt x="13" y="17"/>
                </a:lnTo>
                <a:lnTo>
                  <a:pt x="12" y="17"/>
                </a:lnTo>
                <a:lnTo>
                  <a:pt x="13" y="16"/>
                </a:lnTo>
                <a:lnTo>
                  <a:pt x="12" y="16"/>
                </a:lnTo>
                <a:lnTo>
                  <a:pt x="11" y="16"/>
                </a:lnTo>
                <a:lnTo>
                  <a:pt x="11" y="17"/>
                </a:lnTo>
                <a:lnTo>
                  <a:pt x="10" y="17"/>
                </a:lnTo>
                <a:lnTo>
                  <a:pt x="10" y="16"/>
                </a:lnTo>
                <a:lnTo>
                  <a:pt x="11" y="16"/>
                </a:lnTo>
                <a:lnTo>
                  <a:pt x="11" y="15"/>
                </a:lnTo>
                <a:lnTo>
                  <a:pt x="10" y="15"/>
                </a:lnTo>
                <a:lnTo>
                  <a:pt x="10" y="16"/>
                </a:lnTo>
                <a:lnTo>
                  <a:pt x="10" y="15"/>
                </a:lnTo>
                <a:lnTo>
                  <a:pt x="9" y="13"/>
                </a:lnTo>
                <a:lnTo>
                  <a:pt x="9" y="12"/>
                </a:lnTo>
                <a:lnTo>
                  <a:pt x="8" y="12"/>
                </a:lnTo>
                <a:lnTo>
                  <a:pt x="7" y="10"/>
                </a:lnTo>
                <a:lnTo>
                  <a:pt x="6" y="10"/>
                </a:lnTo>
                <a:lnTo>
                  <a:pt x="5" y="10"/>
                </a:lnTo>
                <a:lnTo>
                  <a:pt x="4" y="11"/>
                </a:lnTo>
                <a:lnTo>
                  <a:pt x="4" y="12"/>
                </a:lnTo>
                <a:lnTo>
                  <a:pt x="2" y="11"/>
                </a:lnTo>
                <a:lnTo>
                  <a:pt x="1" y="11"/>
                </a:lnTo>
                <a:lnTo>
                  <a:pt x="0" y="11"/>
                </a:lnTo>
                <a:lnTo>
                  <a:pt x="0" y="10"/>
                </a:lnTo>
                <a:lnTo>
                  <a:pt x="1" y="9"/>
                </a:lnTo>
                <a:lnTo>
                  <a:pt x="1" y="8"/>
                </a:lnTo>
                <a:lnTo>
                  <a:pt x="2" y="6"/>
                </a:lnTo>
                <a:lnTo>
                  <a:pt x="2" y="4"/>
                </a:lnTo>
                <a:lnTo>
                  <a:pt x="2" y="3"/>
                </a:lnTo>
                <a:lnTo>
                  <a:pt x="4" y="3"/>
                </a:lnTo>
                <a:lnTo>
                  <a:pt x="5" y="3"/>
                </a:lnTo>
                <a:lnTo>
                  <a:pt x="6" y="3"/>
                </a:lnTo>
                <a:lnTo>
                  <a:pt x="7" y="3"/>
                </a:lnTo>
                <a:lnTo>
                  <a:pt x="7" y="1"/>
                </a:lnTo>
                <a:lnTo>
                  <a:pt x="8" y="1"/>
                </a:lnTo>
                <a:lnTo>
                  <a:pt x="9" y="0"/>
                </a:lnTo>
                <a:lnTo>
                  <a:pt x="9" y="1"/>
                </a:lnTo>
                <a:lnTo>
                  <a:pt x="10" y="3"/>
                </a:lnTo>
                <a:lnTo>
                  <a:pt x="1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2880" rIns="360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5" name=""/>
          <p:cNvSpPr/>
          <p:nvPr/>
        </p:nvSpPr>
        <p:spPr>
          <a:xfrm>
            <a:off x="7127280" y="1690200"/>
            <a:ext cx="4320" cy="2880"/>
          </a:xfrm>
          <a:custGeom>
            <a:avLst/>
            <a:gdLst/>
            <a:ahLst/>
            <a:rect l="0" t="0" r="r" b="b"/>
            <a:pathLst>
              <a:path fill="none" w="12" h="8">
                <a:moveTo>
                  <a:pt x="4" y="1"/>
                </a:moveTo>
                <a:lnTo>
                  <a:pt x="5" y="1"/>
                </a:lnTo>
                <a:lnTo>
                  <a:pt x="5" y="2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9" y="5"/>
                </a:lnTo>
                <a:lnTo>
                  <a:pt x="10" y="5"/>
                </a:lnTo>
                <a:lnTo>
                  <a:pt x="11" y="5"/>
                </a:lnTo>
                <a:lnTo>
                  <a:pt x="12" y="7"/>
                </a:lnTo>
                <a:lnTo>
                  <a:pt x="11" y="7"/>
                </a:lnTo>
                <a:lnTo>
                  <a:pt x="11" y="8"/>
                </a:lnTo>
                <a:lnTo>
                  <a:pt x="10" y="7"/>
                </a:lnTo>
                <a:lnTo>
                  <a:pt x="9" y="7"/>
                </a:lnTo>
                <a:lnTo>
                  <a:pt x="9" y="8"/>
                </a:lnTo>
                <a:lnTo>
                  <a:pt x="8" y="7"/>
                </a:lnTo>
                <a:lnTo>
                  <a:pt x="6" y="7"/>
                </a:lnTo>
                <a:lnTo>
                  <a:pt x="5" y="7"/>
                </a:lnTo>
                <a:lnTo>
                  <a:pt x="4" y="5"/>
                </a:lnTo>
                <a:lnTo>
                  <a:pt x="2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2" y="1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6" name=""/>
          <p:cNvSpPr/>
          <p:nvPr/>
        </p:nvSpPr>
        <p:spPr>
          <a:xfrm>
            <a:off x="7125840" y="168984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3" y="0"/>
                </a:moveTo>
                <a:lnTo>
                  <a:pt x="5" y="0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7" name=""/>
          <p:cNvSpPr/>
          <p:nvPr/>
        </p:nvSpPr>
        <p:spPr>
          <a:xfrm>
            <a:off x="7116480" y="1688760"/>
            <a:ext cx="4320" cy="3600"/>
          </a:xfrm>
          <a:custGeom>
            <a:avLst/>
            <a:gdLst/>
            <a:ahLst/>
            <a:rect l="0" t="0" r="r" b="b"/>
            <a:pathLst>
              <a:path fill="none" w="12" h="10">
                <a:moveTo>
                  <a:pt x="12" y="2"/>
                </a:moveTo>
                <a:lnTo>
                  <a:pt x="11" y="4"/>
                </a:lnTo>
                <a:lnTo>
                  <a:pt x="10" y="6"/>
                </a:lnTo>
                <a:lnTo>
                  <a:pt x="10" y="7"/>
                </a:lnTo>
                <a:lnTo>
                  <a:pt x="9" y="7"/>
                </a:lnTo>
                <a:lnTo>
                  <a:pt x="9" y="8"/>
                </a:lnTo>
                <a:lnTo>
                  <a:pt x="8" y="8"/>
                </a:lnTo>
                <a:lnTo>
                  <a:pt x="0" y="9"/>
                </a:lnTo>
                <a:lnTo>
                  <a:pt x="0" y="10"/>
                </a:lnTo>
                <a:lnTo>
                  <a:pt x="0" y="9"/>
                </a:lnTo>
                <a:lnTo>
                  <a:pt x="1" y="8"/>
                </a:lnTo>
                <a:lnTo>
                  <a:pt x="2" y="7"/>
                </a:lnTo>
                <a:lnTo>
                  <a:pt x="3" y="6"/>
                </a:lnTo>
                <a:lnTo>
                  <a:pt x="4" y="5"/>
                </a:lnTo>
                <a:lnTo>
                  <a:pt x="7" y="2"/>
                </a:lnTo>
                <a:lnTo>
                  <a:pt x="8" y="1"/>
                </a:lnTo>
                <a:lnTo>
                  <a:pt x="9" y="1"/>
                </a:lnTo>
                <a:lnTo>
                  <a:pt x="10" y="0"/>
                </a:lnTo>
                <a:lnTo>
                  <a:pt x="11" y="0"/>
                </a:lnTo>
                <a:lnTo>
                  <a:pt x="12" y="0"/>
                </a:lnTo>
                <a:lnTo>
                  <a:pt x="12" y="1"/>
                </a:lnTo>
                <a:lnTo>
                  <a:pt x="1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0" rIns="360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8" name=""/>
          <p:cNvSpPr/>
          <p:nvPr/>
        </p:nvSpPr>
        <p:spPr>
          <a:xfrm>
            <a:off x="7125480" y="16894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9" name=""/>
          <p:cNvSpPr/>
          <p:nvPr/>
        </p:nvSpPr>
        <p:spPr>
          <a:xfrm>
            <a:off x="7127640" y="16891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0" name=""/>
          <p:cNvSpPr/>
          <p:nvPr/>
        </p:nvSpPr>
        <p:spPr>
          <a:xfrm>
            <a:off x="7126200" y="1688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1" name=""/>
          <p:cNvSpPr/>
          <p:nvPr/>
        </p:nvSpPr>
        <p:spPr>
          <a:xfrm>
            <a:off x="7127640" y="1687680"/>
            <a:ext cx="4320" cy="3600"/>
          </a:xfrm>
          <a:custGeom>
            <a:avLst/>
            <a:gdLst/>
            <a:ahLst/>
            <a:rect l="0" t="0" r="r" b="b"/>
            <a:pathLst>
              <a:path fill="none" w="12" h="10">
                <a:moveTo>
                  <a:pt x="8" y="1"/>
                </a:moveTo>
                <a:lnTo>
                  <a:pt x="9" y="1"/>
                </a:lnTo>
                <a:lnTo>
                  <a:pt x="10" y="2"/>
                </a:lnTo>
                <a:lnTo>
                  <a:pt x="11" y="2"/>
                </a:lnTo>
                <a:lnTo>
                  <a:pt x="12" y="3"/>
                </a:lnTo>
                <a:lnTo>
                  <a:pt x="11" y="3"/>
                </a:lnTo>
                <a:lnTo>
                  <a:pt x="10" y="2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1" y="5"/>
                </a:lnTo>
                <a:lnTo>
                  <a:pt x="10" y="5"/>
                </a:lnTo>
                <a:lnTo>
                  <a:pt x="10" y="7"/>
                </a:lnTo>
                <a:lnTo>
                  <a:pt x="11" y="8"/>
                </a:lnTo>
                <a:lnTo>
                  <a:pt x="12" y="9"/>
                </a:lnTo>
                <a:lnTo>
                  <a:pt x="11" y="10"/>
                </a:lnTo>
                <a:lnTo>
                  <a:pt x="10" y="10"/>
                </a:lnTo>
                <a:lnTo>
                  <a:pt x="9" y="9"/>
                </a:lnTo>
                <a:lnTo>
                  <a:pt x="8" y="9"/>
                </a:lnTo>
                <a:lnTo>
                  <a:pt x="6" y="8"/>
                </a:lnTo>
                <a:lnTo>
                  <a:pt x="5" y="7"/>
                </a:lnTo>
                <a:lnTo>
                  <a:pt x="4" y="7"/>
                </a:lnTo>
                <a:lnTo>
                  <a:pt x="3" y="5"/>
                </a:lnTo>
                <a:lnTo>
                  <a:pt x="3" y="4"/>
                </a:lnTo>
                <a:lnTo>
                  <a:pt x="3" y="3"/>
                </a:lnTo>
                <a:lnTo>
                  <a:pt x="2" y="2"/>
                </a:lnTo>
                <a:lnTo>
                  <a:pt x="1" y="2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0"/>
                </a:lnTo>
                <a:lnTo>
                  <a:pt x="8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0" rIns="360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2" name=""/>
          <p:cNvSpPr/>
          <p:nvPr/>
        </p:nvSpPr>
        <p:spPr>
          <a:xfrm>
            <a:off x="7131240" y="16880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3" name=""/>
          <p:cNvSpPr/>
          <p:nvPr/>
        </p:nvSpPr>
        <p:spPr>
          <a:xfrm>
            <a:off x="7119720" y="16855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4" name=""/>
          <p:cNvSpPr/>
          <p:nvPr/>
        </p:nvSpPr>
        <p:spPr>
          <a:xfrm>
            <a:off x="7119000" y="1685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5" name=""/>
          <p:cNvSpPr/>
          <p:nvPr/>
        </p:nvSpPr>
        <p:spPr>
          <a:xfrm>
            <a:off x="7132680" y="16876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4"/>
                </a:move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6" name=""/>
          <p:cNvSpPr/>
          <p:nvPr/>
        </p:nvSpPr>
        <p:spPr>
          <a:xfrm>
            <a:off x="7119360" y="16851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7" name=""/>
          <p:cNvSpPr/>
          <p:nvPr/>
        </p:nvSpPr>
        <p:spPr>
          <a:xfrm>
            <a:off x="7128720" y="16862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3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8" name=""/>
          <p:cNvSpPr/>
          <p:nvPr/>
        </p:nvSpPr>
        <p:spPr>
          <a:xfrm>
            <a:off x="7119360" y="1684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9" name=""/>
          <p:cNvSpPr/>
          <p:nvPr/>
        </p:nvSpPr>
        <p:spPr>
          <a:xfrm>
            <a:off x="7130160" y="168588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7" y="1"/>
                </a:moveTo>
                <a:lnTo>
                  <a:pt x="7" y="3"/>
                </a:lnTo>
                <a:lnTo>
                  <a:pt x="6" y="3"/>
                </a:lnTo>
                <a:lnTo>
                  <a:pt x="7" y="4"/>
                </a:lnTo>
                <a:lnTo>
                  <a:pt x="6" y="4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1" y="0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0" name=""/>
          <p:cNvSpPr/>
          <p:nvPr/>
        </p:nvSpPr>
        <p:spPr>
          <a:xfrm>
            <a:off x="7116480" y="1683000"/>
            <a:ext cx="3240" cy="2880"/>
          </a:xfrm>
          <a:custGeom>
            <a:avLst/>
            <a:gdLst/>
            <a:ahLst/>
            <a:rect l="0" t="0" r="r" b="b"/>
            <a:pathLst>
              <a:path fill="none" w="9" h="8">
                <a:moveTo>
                  <a:pt x="3" y="8"/>
                </a:moveTo>
                <a:lnTo>
                  <a:pt x="2" y="8"/>
                </a:lnTo>
                <a:lnTo>
                  <a:pt x="1" y="7"/>
                </a:lnTo>
                <a:lnTo>
                  <a:pt x="1" y="6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2"/>
                </a:lnTo>
                <a:lnTo>
                  <a:pt x="7" y="3"/>
                </a:lnTo>
                <a:lnTo>
                  <a:pt x="8" y="3"/>
                </a:lnTo>
                <a:lnTo>
                  <a:pt x="8" y="4"/>
                </a:lnTo>
                <a:lnTo>
                  <a:pt x="9" y="4"/>
                </a:lnTo>
                <a:lnTo>
                  <a:pt x="8" y="6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6" y="8"/>
                </a:lnTo>
                <a:lnTo>
                  <a:pt x="3" y="8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1" name=""/>
          <p:cNvSpPr/>
          <p:nvPr/>
        </p:nvSpPr>
        <p:spPr>
          <a:xfrm>
            <a:off x="7121160" y="1683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2" name=""/>
          <p:cNvSpPr/>
          <p:nvPr/>
        </p:nvSpPr>
        <p:spPr>
          <a:xfrm>
            <a:off x="7122240" y="168300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1"/>
                </a:move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2" y="1"/>
                </a:lnTo>
                <a:lnTo>
                  <a:pt x="3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3" name=""/>
          <p:cNvSpPr/>
          <p:nvPr/>
        </p:nvSpPr>
        <p:spPr>
          <a:xfrm>
            <a:off x="7120440" y="16826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5"/>
                </a:moveTo>
                <a:lnTo>
                  <a:pt x="0" y="4"/>
                </a:lnTo>
                <a:lnTo>
                  <a:pt x="0" y="1"/>
                </a:ln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3" y="3"/>
                </a:lnTo>
                <a:lnTo>
                  <a:pt x="3" y="4"/>
                </a:lnTo>
                <a:lnTo>
                  <a:pt x="1" y="4"/>
                </a:lnTo>
                <a:lnTo>
                  <a:pt x="1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4" name=""/>
          <p:cNvSpPr/>
          <p:nvPr/>
        </p:nvSpPr>
        <p:spPr>
          <a:xfrm>
            <a:off x="7121880" y="16826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5" name=""/>
          <p:cNvSpPr/>
          <p:nvPr/>
        </p:nvSpPr>
        <p:spPr>
          <a:xfrm>
            <a:off x="7130160" y="168336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5"/>
                </a:move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  <a:lnTo>
                  <a:pt x="3" y="3"/>
                </a:lnTo>
                <a:lnTo>
                  <a:pt x="3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6" name=""/>
          <p:cNvSpPr/>
          <p:nvPr/>
        </p:nvSpPr>
        <p:spPr>
          <a:xfrm>
            <a:off x="7124040" y="16822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7" name=""/>
          <p:cNvSpPr/>
          <p:nvPr/>
        </p:nvSpPr>
        <p:spPr>
          <a:xfrm>
            <a:off x="7124400" y="168264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lnTo>
                  <a:pt x="4" y="2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8" name=""/>
          <p:cNvSpPr/>
          <p:nvPr/>
        </p:nvSpPr>
        <p:spPr>
          <a:xfrm>
            <a:off x="7127280" y="168264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5" y="3"/>
                </a:moveTo>
                <a:lnTo>
                  <a:pt x="3" y="3"/>
                </a:lnTo>
                <a:lnTo>
                  <a:pt x="2" y="3"/>
                </a:lnTo>
                <a:lnTo>
                  <a:pt x="2" y="2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5" y="2"/>
                </a:lnTo>
                <a:lnTo>
                  <a:pt x="5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9" name=""/>
          <p:cNvSpPr/>
          <p:nvPr/>
        </p:nvSpPr>
        <p:spPr>
          <a:xfrm>
            <a:off x="7120800" y="16815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0" name=""/>
          <p:cNvSpPr/>
          <p:nvPr/>
        </p:nvSpPr>
        <p:spPr>
          <a:xfrm>
            <a:off x="7123320" y="16819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1" name=""/>
          <p:cNvSpPr/>
          <p:nvPr/>
        </p:nvSpPr>
        <p:spPr>
          <a:xfrm>
            <a:off x="7124400" y="1681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2" name=""/>
          <p:cNvSpPr/>
          <p:nvPr/>
        </p:nvSpPr>
        <p:spPr>
          <a:xfrm>
            <a:off x="7131600" y="1683000"/>
            <a:ext cx="4320" cy="5760"/>
          </a:xfrm>
          <a:custGeom>
            <a:avLst/>
            <a:gdLst/>
            <a:ahLst/>
            <a:rect l="0" t="0" r="r" b="b"/>
            <a:pathLst>
              <a:path fill="none" w="12" h="16">
                <a:moveTo>
                  <a:pt x="11" y="3"/>
                </a:moveTo>
                <a:lnTo>
                  <a:pt x="11" y="4"/>
                </a:lnTo>
                <a:lnTo>
                  <a:pt x="12" y="4"/>
                </a:lnTo>
                <a:lnTo>
                  <a:pt x="11" y="4"/>
                </a:lnTo>
                <a:lnTo>
                  <a:pt x="9" y="4"/>
                </a:lnTo>
                <a:lnTo>
                  <a:pt x="10" y="5"/>
                </a:lnTo>
                <a:lnTo>
                  <a:pt x="11" y="5"/>
                </a:lnTo>
                <a:lnTo>
                  <a:pt x="12" y="5"/>
                </a:lnTo>
                <a:lnTo>
                  <a:pt x="12" y="6"/>
                </a:lnTo>
                <a:lnTo>
                  <a:pt x="11" y="7"/>
                </a:lnTo>
                <a:lnTo>
                  <a:pt x="12" y="7"/>
                </a:lnTo>
                <a:lnTo>
                  <a:pt x="12" y="8"/>
                </a:lnTo>
                <a:lnTo>
                  <a:pt x="11" y="8"/>
                </a:lnTo>
                <a:lnTo>
                  <a:pt x="10" y="9"/>
                </a:lnTo>
                <a:lnTo>
                  <a:pt x="9" y="10"/>
                </a:lnTo>
                <a:lnTo>
                  <a:pt x="8" y="10"/>
                </a:lnTo>
                <a:lnTo>
                  <a:pt x="8" y="11"/>
                </a:lnTo>
                <a:lnTo>
                  <a:pt x="8" y="12"/>
                </a:lnTo>
                <a:lnTo>
                  <a:pt x="9" y="12"/>
                </a:lnTo>
                <a:lnTo>
                  <a:pt x="10" y="14"/>
                </a:lnTo>
                <a:lnTo>
                  <a:pt x="10" y="15"/>
                </a:lnTo>
                <a:lnTo>
                  <a:pt x="10" y="16"/>
                </a:lnTo>
                <a:lnTo>
                  <a:pt x="9" y="16"/>
                </a:lnTo>
                <a:lnTo>
                  <a:pt x="9" y="15"/>
                </a:lnTo>
                <a:lnTo>
                  <a:pt x="8" y="16"/>
                </a:lnTo>
                <a:lnTo>
                  <a:pt x="6" y="15"/>
                </a:lnTo>
                <a:lnTo>
                  <a:pt x="6" y="14"/>
                </a:lnTo>
                <a:lnTo>
                  <a:pt x="5" y="14"/>
                </a:lnTo>
                <a:lnTo>
                  <a:pt x="5" y="12"/>
                </a:lnTo>
                <a:lnTo>
                  <a:pt x="5" y="11"/>
                </a:lnTo>
                <a:lnTo>
                  <a:pt x="5" y="10"/>
                </a:lnTo>
                <a:lnTo>
                  <a:pt x="6" y="10"/>
                </a:lnTo>
                <a:lnTo>
                  <a:pt x="6" y="9"/>
                </a:lnTo>
                <a:lnTo>
                  <a:pt x="5" y="8"/>
                </a:lnTo>
                <a:lnTo>
                  <a:pt x="5" y="7"/>
                </a:lnTo>
                <a:lnTo>
                  <a:pt x="5" y="6"/>
                </a:lnTo>
                <a:lnTo>
                  <a:pt x="3" y="6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1" y="4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3" y="0"/>
                </a:lnTo>
                <a:lnTo>
                  <a:pt x="3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10" y="1"/>
                </a:lnTo>
                <a:lnTo>
                  <a:pt x="11" y="1"/>
                </a:lnTo>
                <a:lnTo>
                  <a:pt x="11" y="2"/>
                </a:lnTo>
                <a:lnTo>
                  <a:pt x="11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2160" rIns="3600" bIns="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3" name=""/>
          <p:cNvSpPr/>
          <p:nvPr/>
        </p:nvSpPr>
        <p:spPr>
          <a:xfrm>
            <a:off x="7121880" y="1681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4" name=""/>
          <p:cNvSpPr/>
          <p:nvPr/>
        </p:nvSpPr>
        <p:spPr>
          <a:xfrm>
            <a:off x="7124760" y="168156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5" y="1"/>
                </a:move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1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5" name=""/>
          <p:cNvSpPr/>
          <p:nvPr/>
        </p:nvSpPr>
        <p:spPr>
          <a:xfrm>
            <a:off x="7136280" y="168336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3"/>
                </a:move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6" name=""/>
          <p:cNvSpPr/>
          <p:nvPr/>
        </p:nvSpPr>
        <p:spPr>
          <a:xfrm>
            <a:off x="7122960" y="16808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7" name=""/>
          <p:cNvSpPr/>
          <p:nvPr/>
        </p:nvSpPr>
        <p:spPr>
          <a:xfrm>
            <a:off x="7136280" y="16830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8" name=""/>
          <p:cNvSpPr/>
          <p:nvPr/>
        </p:nvSpPr>
        <p:spPr>
          <a:xfrm>
            <a:off x="7135920" y="1682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19" name=""/>
          <p:cNvSpPr/>
          <p:nvPr/>
        </p:nvSpPr>
        <p:spPr>
          <a:xfrm>
            <a:off x="7112520" y="16772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1" y="3"/>
                </a:ln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  <a:lnTo>
                  <a:pt x="2" y="1"/>
                </a:lnTo>
                <a:lnTo>
                  <a:pt x="4" y="3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0" name=""/>
          <p:cNvSpPr/>
          <p:nvPr/>
        </p:nvSpPr>
        <p:spPr>
          <a:xfrm>
            <a:off x="7117920" y="16783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1" name=""/>
          <p:cNvSpPr/>
          <p:nvPr/>
        </p:nvSpPr>
        <p:spPr>
          <a:xfrm>
            <a:off x="7113240" y="1676520"/>
            <a:ext cx="4320" cy="6480"/>
          </a:xfrm>
          <a:custGeom>
            <a:avLst/>
            <a:gdLst/>
            <a:ahLst/>
            <a:rect l="0" t="0" r="r" b="b"/>
            <a:pathLst>
              <a:path fill="none" w="12" h="18">
                <a:moveTo>
                  <a:pt x="3" y="2"/>
                </a:moveTo>
                <a:lnTo>
                  <a:pt x="4" y="2"/>
                </a:lnTo>
                <a:lnTo>
                  <a:pt x="5" y="2"/>
                </a:lnTo>
                <a:lnTo>
                  <a:pt x="5" y="3"/>
                </a:lnTo>
                <a:lnTo>
                  <a:pt x="6" y="4"/>
                </a:lnTo>
                <a:lnTo>
                  <a:pt x="6" y="5"/>
                </a:lnTo>
                <a:lnTo>
                  <a:pt x="7" y="6"/>
                </a:lnTo>
                <a:lnTo>
                  <a:pt x="7" y="7"/>
                </a:lnTo>
                <a:lnTo>
                  <a:pt x="8" y="7"/>
                </a:lnTo>
                <a:lnTo>
                  <a:pt x="9" y="7"/>
                </a:lnTo>
                <a:lnTo>
                  <a:pt x="10" y="8"/>
                </a:lnTo>
                <a:lnTo>
                  <a:pt x="9" y="8"/>
                </a:lnTo>
                <a:lnTo>
                  <a:pt x="9" y="9"/>
                </a:lnTo>
                <a:lnTo>
                  <a:pt x="10" y="10"/>
                </a:lnTo>
                <a:lnTo>
                  <a:pt x="10" y="11"/>
                </a:lnTo>
                <a:lnTo>
                  <a:pt x="10" y="12"/>
                </a:lnTo>
                <a:lnTo>
                  <a:pt x="12" y="13"/>
                </a:lnTo>
                <a:lnTo>
                  <a:pt x="12" y="14"/>
                </a:lnTo>
                <a:lnTo>
                  <a:pt x="10" y="14"/>
                </a:lnTo>
                <a:lnTo>
                  <a:pt x="8" y="15"/>
                </a:lnTo>
                <a:lnTo>
                  <a:pt x="7" y="15"/>
                </a:lnTo>
                <a:lnTo>
                  <a:pt x="7" y="16"/>
                </a:lnTo>
                <a:lnTo>
                  <a:pt x="6" y="16"/>
                </a:lnTo>
                <a:lnTo>
                  <a:pt x="5" y="18"/>
                </a:lnTo>
                <a:lnTo>
                  <a:pt x="4" y="18"/>
                </a:lnTo>
                <a:lnTo>
                  <a:pt x="3" y="18"/>
                </a:lnTo>
                <a:lnTo>
                  <a:pt x="2" y="18"/>
                </a:lnTo>
                <a:lnTo>
                  <a:pt x="2" y="16"/>
                </a:lnTo>
                <a:lnTo>
                  <a:pt x="2" y="15"/>
                </a:lnTo>
                <a:lnTo>
                  <a:pt x="0" y="15"/>
                </a:lnTo>
                <a:lnTo>
                  <a:pt x="0" y="14"/>
                </a:lnTo>
                <a:lnTo>
                  <a:pt x="2" y="13"/>
                </a:lnTo>
                <a:lnTo>
                  <a:pt x="2" y="12"/>
                </a:lnTo>
                <a:lnTo>
                  <a:pt x="2" y="10"/>
                </a:lnTo>
                <a:lnTo>
                  <a:pt x="0" y="10"/>
                </a:ln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2" y="6"/>
                </a:lnTo>
                <a:lnTo>
                  <a:pt x="3" y="5"/>
                </a:lnTo>
                <a:lnTo>
                  <a:pt x="2" y="5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2880" rIns="360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2" name=""/>
          <p:cNvSpPr/>
          <p:nvPr/>
        </p:nvSpPr>
        <p:spPr>
          <a:xfrm>
            <a:off x="7118280" y="16772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3" name=""/>
          <p:cNvSpPr/>
          <p:nvPr/>
        </p:nvSpPr>
        <p:spPr>
          <a:xfrm>
            <a:off x="7133400" y="1679760"/>
            <a:ext cx="2160" cy="2880"/>
          </a:xfrm>
          <a:custGeom>
            <a:avLst/>
            <a:gdLst/>
            <a:ahLst/>
            <a:rect l="0" t="0" r="r" b="b"/>
            <a:pathLst>
              <a:path fill="none" w="6" h="8">
                <a:moveTo>
                  <a:pt x="4" y="1"/>
                </a:move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2" y="5"/>
                </a:lnTo>
                <a:lnTo>
                  <a:pt x="2" y="6"/>
                </a:lnTo>
                <a:lnTo>
                  <a:pt x="1" y="8"/>
                </a:lnTo>
                <a:lnTo>
                  <a:pt x="0" y="6"/>
                </a:lnTo>
                <a:lnTo>
                  <a:pt x="0" y="5"/>
                </a:ln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4" name=""/>
          <p:cNvSpPr/>
          <p:nvPr/>
        </p:nvSpPr>
        <p:spPr>
          <a:xfrm>
            <a:off x="7117920" y="16768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5" name=""/>
          <p:cNvSpPr/>
          <p:nvPr/>
        </p:nvSpPr>
        <p:spPr>
          <a:xfrm>
            <a:off x="7113960" y="16758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  <a:lnTo>
                  <a:pt x="2" y="4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6" name=""/>
          <p:cNvSpPr/>
          <p:nvPr/>
        </p:nvSpPr>
        <p:spPr>
          <a:xfrm>
            <a:off x="7135200" y="16794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2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4" y="3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7" name=""/>
          <p:cNvSpPr/>
          <p:nvPr/>
        </p:nvSpPr>
        <p:spPr>
          <a:xfrm>
            <a:off x="7115760" y="1676160"/>
            <a:ext cx="2520" cy="2520"/>
          </a:xfrm>
          <a:custGeom>
            <a:avLst/>
            <a:gdLst/>
            <a:ahLst/>
            <a:rect l="0" t="0" r="r" b="b"/>
            <a:pathLst>
              <a:path fill="none" w="7" h="7">
                <a:moveTo>
                  <a:pt x="6" y="4"/>
                </a:moveTo>
                <a:lnTo>
                  <a:pt x="6" y="5"/>
                </a:lnTo>
                <a:lnTo>
                  <a:pt x="5" y="6"/>
                </a:lnTo>
                <a:lnTo>
                  <a:pt x="5" y="7"/>
                </a:lnTo>
                <a:lnTo>
                  <a:pt x="3" y="7"/>
                </a:lnTo>
                <a:lnTo>
                  <a:pt x="3" y="6"/>
                </a:lnTo>
                <a:lnTo>
                  <a:pt x="4" y="6"/>
                </a:lnTo>
                <a:lnTo>
                  <a:pt x="4" y="5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lnTo>
                  <a:pt x="6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8" name=""/>
          <p:cNvSpPr/>
          <p:nvPr/>
        </p:nvSpPr>
        <p:spPr>
          <a:xfrm>
            <a:off x="7124760" y="1675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9" name=""/>
          <p:cNvSpPr/>
          <p:nvPr/>
        </p:nvSpPr>
        <p:spPr>
          <a:xfrm>
            <a:off x="7116840" y="1673280"/>
            <a:ext cx="15840" cy="10800"/>
          </a:xfrm>
          <a:custGeom>
            <a:avLst/>
            <a:gdLst/>
            <a:ahLst/>
            <a:rect l="0" t="0" r="r" b="b"/>
            <a:pathLst>
              <a:path fill="none" w="44" h="30">
                <a:moveTo>
                  <a:pt x="4" y="2"/>
                </a:moveTo>
                <a:lnTo>
                  <a:pt x="5" y="2"/>
                </a:lnTo>
                <a:lnTo>
                  <a:pt x="6" y="3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4"/>
                </a:lnTo>
                <a:lnTo>
                  <a:pt x="10" y="4"/>
                </a:lnTo>
                <a:lnTo>
                  <a:pt x="12" y="4"/>
                </a:lnTo>
                <a:lnTo>
                  <a:pt x="13" y="4"/>
                </a:lnTo>
                <a:lnTo>
                  <a:pt x="14" y="4"/>
                </a:lnTo>
                <a:lnTo>
                  <a:pt x="15" y="3"/>
                </a:lnTo>
                <a:lnTo>
                  <a:pt x="16" y="3"/>
                </a:lnTo>
                <a:lnTo>
                  <a:pt x="18" y="3"/>
                </a:lnTo>
                <a:lnTo>
                  <a:pt x="19" y="4"/>
                </a:lnTo>
                <a:lnTo>
                  <a:pt x="19" y="5"/>
                </a:lnTo>
                <a:lnTo>
                  <a:pt x="20" y="5"/>
                </a:lnTo>
                <a:lnTo>
                  <a:pt x="20" y="6"/>
                </a:lnTo>
                <a:lnTo>
                  <a:pt x="21" y="8"/>
                </a:lnTo>
                <a:lnTo>
                  <a:pt x="22" y="9"/>
                </a:lnTo>
                <a:lnTo>
                  <a:pt x="23" y="9"/>
                </a:lnTo>
                <a:lnTo>
                  <a:pt x="25" y="9"/>
                </a:lnTo>
                <a:lnTo>
                  <a:pt x="27" y="10"/>
                </a:lnTo>
                <a:lnTo>
                  <a:pt x="28" y="10"/>
                </a:lnTo>
                <a:lnTo>
                  <a:pt x="29" y="10"/>
                </a:lnTo>
                <a:lnTo>
                  <a:pt x="31" y="10"/>
                </a:lnTo>
                <a:lnTo>
                  <a:pt x="32" y="10"/>
                </a:lnTo>
                <a:lnTo>
                  <a:pt x="33" y="10"/>
                </a:lnTo>
                <a:lnTo>
                  <a:pt x="35" y="11"/>
                </a:lnTo>
                <a:lnTo>
                  <a:pt x="36" y="11"/>
                </a:lnTo>
                <a:lnTo>
                  <a:pt x="37" y="10"/>
                </a:lnTo>
                <a:lnTo>
                  <a:pt x="38" y="11"/>
                </a:lnTo>
                <a:lnTo>
                  <a:pt x="39" y="11"/>
                </a:lnTo>
                <a:lnTo>
                  <a:pt x="39" y="12"/>
                </a:lnTo>
                <a:lnTo>
                  <a:pt x="39" y="13"/>
                </a:lnTo>
                <a:lnTo>
                  <a:pt x="38" y="13"/>
                </a:lnTo>
                <a:lnTo>
                  <a:pt x="38" y="14"/>
                </a:lnTo>
                <a:lnTo>
                  <a:pt x="38" y="13"/>
                </a:lnTo>
                <a:lnTo>
                  <a:pt x="37" y="13"/>
                </a:lnTo>
                <a:lnTo>
                  <a:pt x="36" y="13"/>
                </a:lnTo>
                <a:lnTo>
                  <a:pt x="35" y="13"/>
                </a:lnTo>
                <a:lnTo>
                  <a:pt x="35" y="14"/>
                </a:lnTo>
                <a:lnTo>
                  <a:pt x="33" y="14"/>
                </a:lnTo>
                <a:lnTo>
                  <a:pt x="33" y="15"/>
                </a:lnTo>
                <a:lnTo>
                  <a:pt x="35" y="15"/>
                </a:lnTo>
                <a:lnTo>
                  <a:pt x="36" y="15"/>
                </a:lnTo>
                <a:lnTo>
                  <a:pt x="37" y="15"/>
                </a:lnTo>
                <a:lnTo>
                  <a:pt x="38" y="15"/>
                </a:lnTo>
                <a:lnTo>
                  <a:pt x="39" y="15"/>
                </a:lnTo>
                <a:lnTo>
                  <a:pt x="39" y="16"/>
                </a:lnTo>
                <a:lnTo>
                  <a:pt x="40" y="17"/>
                </a:lnTo>
                <a:lnTo>
                  <a:pt x="40" y="18"/>
                </a:lnTo>
                <a:lnTo>
                  <a:pt x="41" y="18"/>
                </a:lnTo>
                <a:lnTo>
                  <a:pt x="42" y="19"/>
                </a:lnTo>
                <a:lnTo>
                  <a:pt x="42" y="20"/>
                </a:lnTo>
                <a:lnTo>
                  <a:pt x="43" y="20"/>
                </a:lnTo>
                <a:lnTo>
                  <a:pt x="43" y="21"/>
                </a:lnTo>
                <a:lnTo>
                  <a:pt x="44" y="20"/>
                </a:lnTo>
                <a:lnTo>
                  <a:pt x="44" y="21"/>
                </a:lnTo>
                <a:lnTo>
                  <a:pt x="43" y="21"/>
                </a:lnTo>
                <a:lnTo>
                  <a:pt x="43" y="22"/>
                </a:lnTo>
                <a:lnTo>
                  <a:pt x="43" y="23"/>
                </a:lnTo>
                <a:lnTo>
                  <a:pt x="42" y="26"/>
                </a:lnTo>
                <a:lnTo>
                  <a:pt x="42" y="28"/>
                </a:lnTo>
                <a:lnTo>
                  <a:pt x="41" y="29"/>
                </a:lnTo>
                <a:lnTo>
                  <a:pt x="40" y="29"/>
                </a:lnTo>
                <a:lnTo>
                  <a:pt x="39" y="29"/>
                </a:lnTo>
                <a:lnTo>
                  <a:pt x="38" y="30"/>
                </a:lnTo>
                <a:lnTo>
                  <a:pt x="37" y="30"/>
                </a:lnTo>
                <a:lnTo>
                  <a:pt x="36" y="29"/>
                </a:lnTo>
                <a:lnTo>
                  <a:pt x="35" y="28"/>
                </a:lnTo>
                <a:lnTo>
                  <a:pt x="33" y="28"/>
                </a:lnTo>
                <a:lnTo>
                  <a:pt x="33" y="27"/>
                </a:lnTo>
                <a:lnTo>
                  <a:pt x="32" y="27"/>
                </a:lnTo>
                <a:lnTo>
                  <a:pt x="31" y="26"/>
                </a:lnTo>
                <a:lnTo>
                  <a:pt x="30" y="26"/>
                </a:lnTo>
                <a:lnTo>
                  <a:pt x="29" y="26"/>
                </a:lnTo>
                <a:lnTo>
                  <a:pt x="27" y="25"/>
                </a:lnTo>
                <a:lnTo>
                  <a:pt x="26" y="24"/>
                </a:lnTo>
                <a:lnTo>
                  <a:pt x="25" y="24"/>
                </a:lnTo>
                <a:lnTo>
                  <a:pt x="24" y="23"/>
                </a:lnTo>
                <a:lnTo>
                  <a:pt x="24" y="24"/>
                </a:lnTo>
                <a:lnTo>
                  <a:pt x="23" y="24"/>
                </a:lnTo>
                <a:lnTo>
                  <a:pt x="22" y="24"/>
                </a:lnTo>
                <a:lnTo>
                  <a:pt x="21" y="24"/>
                </a:lnTo>
                <a:lnTo>
                  <a:pt x="20" y="24"/>
                </a:lnTo>
                <a:lnTo>
                  <a:pt x="19" y="24"/>
                </a:lnTo>
                <a:lnTo>
                  <a:pt x="19" y="23"/>
                </a:lnTo>
                <a:lnTo>
                  <a:pt x="18" y="22"/>
                </a:lnTo>
                <a:lnTo>
                  <a:pt x="17" y="22"/>
                </a:lnTo>
                <a:lnTo>
                  <a:pt x="16" y="22"/>
                </a:lnTo>
                <a:lnTo>
                  <a:pt x="15" y="21"/>
                </a:lnTo>
                <a:lnTo>
                  <a:pt x="14" y="21"/>
                </a:lnTo>
                <a:lnTo>
                  <a:pt x="14" y="22"/>
                </a:lnTo>
                <a:lnTo>
                  <a:pt x="13" y="22"/>
                </a:lnTo>
                <a:lnTo>
                  <a:pt x="13" y="23"/>
                </a:lnTo>
                <a:lnTo>
                  <a:pt x="12" y="23"/>
                </a:lnTo>
                <a:lnTo>
                  <a:pt x="11" y="23"/>
                </a:lnTo>
                <a:lnTo>
                  <a:pt x="11" y="24"/>
                </a:lnTo>
                <a:lnTo>
                  <a:pt x="10" y="24"/>
                </a:lnTo>
                <a:lnTo>
                  <a:pt x="10" y="23"/>
                </a:lnTo>
                <a:lnTo>
                  <a:pt x="9" y="23"/>
                </a:lnTo>
                <a:lnTo>
                  <a:pt x="9" y="21"/>
                </a:lnTo>
                <a:lnTo>
                  <a:pt x="8" y="20"/>
                </a:lnTo>
                <a:lnTo>
                  <a:pt x="7" y="18"/>
                </a:lnTo>
                <a:lnTo>
                  <a:pt x="6" y="17"/>
                </a:lnTo>
                <a:lnTo>
                  <a:pt x="5" y="17"/>
                </a:lnTo>
                <a:lnTo>
                  <a:pt x="5" y="16"/>
                </a:lnTo>
                <a:lnTo>
                  <a:pt x="5" y="15"/>
                </a:lnTo>
                <a:lnTo>
                  <a:pt x="5" y="14"/>
                </a:lnTo>
                <a:lnTo>
                  <a:pt x="6" y="14"/>
                </a:lnTo>
                <a:lnTo>
                  <a:pt x="6" y="13"/>
                </a:lnTo>
                <a:lnTo>
                  <a:pt x="5" y="13"/>
                </a:lnTo>
                <a:lnTo>
                  <a:pt x="6" y="13"/>
                </a:lnTo>
                <a:lnTo>
                  <a:pt x="6" y="11"/>
                </a:lnTo>
                <a:lnTo>
                  <a:pt x="5" y="10"/>
                </a:lnTo>
                <a:lnTo>
                  <a:pt x="5" y="9"/>
                </a:lnTo>
                <a:lnTo>
                  <a:pt x="4" y="9"/>
                </a:lnTo>
                <a:lnTo>
                  <a:pt x="4" y="8"/>
                </a:lnTo>
                <a:lnTo>
                  <a:pt x="3" y="6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4" y="1"/>
                </a:lnTo>
                <a:lnTo>
                  <a:pt x="5" y="1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0" name=""/>
          <p:cNvSpPr/>
          <p:nvPr/>
        </p:nvSpPr>
        <p:spPr>
          <a:xfrm>
            <a:off x="7119720" y="167256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1"/>
                </a:moveTo>
                <a:lnTo>
                  <a:pt x="6" y="2"/>
                </a:lnTo>
                <a:lnTo>
                  <a:pt x="4" y="5"/>
                </a:lnTo>
                <a:lnTo>
                  <a:pt x="3" y="5"/>
                </a:lnTo>
                <a:lnTo>
                  <a:pt x="2" y="5"/>
                </a:lnTo>
                <a:lnTo>
                  <a:pt x="2" y="2"/>
                </a:lnTo>
                <a:lnTo>
                  <a:pt x="0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1" name=""/>
          <p:cNvSpPr/>
          <p:nvPr/>
        </p:nvSpPr>
        <p:spPr>
          <a:xfrm>
            <a:off x="7124760" y="167256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4" y="1"/>
                </a:move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7" y="2"/>
                </a:lnTo>
                <a:lnTo>
                  <a:pt x="7" y="3"/>
                </a:lnTo>
                <a:lnTo>
                  <a:pt x="7" y="2"/>
                </a:lnTo>
                <a:lnTo>
                  <a:pt x="6" y="2"/>
                </a:lnTo>
                <a:lnTo>
                  <a:pt x="6" y="3"/>
                </a:ln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4" y="5"/>
                </a:lnTo>
                <a:lnTo>
                  <a:pt x="4" y="7"/>
                </a:lnTo>
                <a:lnTo>
                  <a:pt x="4" y="8"/>
                </a:lnTo>
                <a:lnTo>
                  <a:pt x="3" y="8"/>
                </a:lnTo>
                <a:lnTo>
                  <a:pt x="1" y="7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2" name=""/>
          <p:cNvSpPr/>
          <p:nvPr/>
        </p:nvSpPr>
        <p:spPr>
          <a:xfrm>
            <a:off x="7124040" y="16714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3" name=""/>
          <p:cNvSpPr/>
          <p:nvPr/>
        </p:nvSpPr>
        <p:spPr>
          <a:xfrm>
            <a:off x="7148160" y="167472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3"/>
                </a:moveTo>
                <a:lnTo>
                  <a:pt x="2" y="3"/>
                </a:lnTo>
                <a:lnTo>
                  <a:pt x="0" y="5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4" name=""/>
          <p:cNvSpPr/>
          <p:nvPr/>
        </p:nvSpPr>
        <p:spPr>
          <a:xfrm>
            <a:off x="7126200" y="16711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2"/>
                </a:moveTo>
                <a:lnTo>
                  <a:pt x="3" y="3"/>
                </a:lnTo>
                <a:lnTo>
                  <a:pt x="1" y="3"/>
                </a:lnTo>
                <a:lnTo>
                  <a:pt x="0" y="2"/>
                </a:lnTo>
                <a:lnTo>
                  <a:pt x="0" y="3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5" name=""/>
          <p:cNvSpPr/>
          <p:nvPr/>
        </p:nvSpPr>
        <p:spPr>
          <a:xfrm>
            <a:off x="7127640" y="16711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4" y="4"/>
                </a:lnTo>
                <a:lnTo>
                  <a:pt x="4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6" name=""/>
          <p:cNvSpPr/>
          <p:nvPr/>
        </p:nvSpPr>
        <p:spPr>
          <a:xfrm>
            <a:off x="7127280" y="16707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7" name=""/>
          <p:cNvSpPr/>
          <p:nvPr/>
        </p:nvSpPr>
        <p:spPr>
          <a:xfrm>
            <a:off x="7131600" y="1671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8" name=""/>
          <p:cNvSpPr/>
          <p:nvPr/>
        </p:nvSpPr>
        <p:spPr>
          <a:xfrm>
            <a:off x="7146360" y="16732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9" name=""/>
          <p:cNvSpPr/>
          <p:nvPr/>
        </p:nvSpPr>
        <p:spPr>
          <a:xfrm>
            <a:off x="7141320" y="1672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0" name=""/>
          <p:cNvSpPr/>
          <p:nvPr/>
        </p:nvSpPr>
        <p:spPr>
          <a:xfrm>
            <a:off x="7137000" y="167112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2" y="0"/>
                </a:moveTo>
                <a:lnTo>
                  <a:pt x="4" y="0"/>
                </a:lnTo>
                <a:lnTo>
                  <a:pt x="6" y="0"/>
                </a:lnTo>
                <a:lnTo>
                  <a:pt x="6" y="2"/>
                </a:lnTo>
                <a:lnTo>
                  <a:pt x="6" y="4"/>
                </a:lnTo>
                <a:lnTo>
                  <a:pt x="4" y="4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1" name=""/>
          <p:cNvSpPr/>
          <p:nvPr/>
        </p:nvSpPr>
        <p:spPr>
          <a:xfrm>
            <a:off x="7116120" y="16675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2" name=""/>
          <p:cNvSpPr/>
          <p:nvPr/>
        </p:nvSpPr>
        <p:spPr>
          <a:xfrm>
            <a:off x="7143480" y="16718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3" name=""/>
          <p:cNvSpPr/>
          <p:nvPr/>
        </p:nvSpPr>
        <p:spPr>
          <a:xfrm>
            <a:off x="7138800" y="16711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4" name=""/>
          <p:cNvSpPr/>
          <p:nvPr/>
        </p:nvSpPr>
        <p:spPr>
          <a:xfrm>
            <a:off x="7144560" y="167184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3" y="5"/>
                </a:moveTo>
                <a:lnTo>
                  <a:pt x="3" y="4"/>
                </a:lnTo>
                <a:lnTo>
                  <a:pt x="2" y="4"/>
                </a:lnTo>
                <a:lnTo>
                  <a:pt x="2" y="1"/>
                </a:lnTo>
                <a:lnTo>
                  <a:pt x="0" y="1"/>
                </a:lnTo>
                <a:lnTo>
                  <a:pt x="2" y="0"/>
                </a:lnTo>
                <a:lnTo>
                  <a:pt x="3" y="1"/>
                </a:lnTo>
                <a:lnTo>
                  <a:pt x="3" y="3"/>
                </a:lnTo>
                <a:lnTo>
                  <a:pt x="5" y="4"/>
                </a:lnTo>
                <a:lnTo>
                  <a:pt x="3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5" name=""/>
          <p:cNvSpPr/>
          <p:nvPr/>
        </p:nvSpPr>
        <p:spPr>
          <a:xfrm>
            <a:off x="7128720" y="166932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6" y="2"/>
                </a:moveTo>
                <a:lnTo>
                  <a:pt x="7" y="2"/>
                </a:lnTo>
                <a:lnTo>
                  <a:pt x="9" y="3"/>
                </a:lnTo>
                <a:lnTo>
                  <a:pt x="9" y="4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6" y="0"/>
                </a:lnTo>
                <a:lnTo>
                  <a:pt x="6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6" name=""/>
          <p:cNvSpPr/>
          <p:nvPr/>
        </p:nvSpPr>
        <p:spPr>
          <a:xfrm>
            <a:off x="7146000" y="167184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2" y="5"/>
                </a:move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2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7" name=""/>
          <p:cNvSpPr/>
          <p:nvPr/>
        </p:nvSpPr>
        <p:spPr>
          <a:xfrm>
            <a:off x="7129800" y="1669320"/>
            <a:ext cx="5760" cy="2880"/>
          </a:xfrm>
          <a:custGeom>
            <a:avLst/>
            <a:gdLst/>
            <a:ahLst/>
            <a:rect l="0" t="0" r="r" b="b"/>
            <a:pathLst>
              <a:path fill="none" w="16" h="8">
                <a:moveTo>
                  <a:pt x="14" y="0"/>
                </a:moveTo>
                <a:lnTo>
                  <a:pt x="15" y="2"/>
                </a:lnTo>
                <a:lnTo>
                  <a:pt x="15" y="3"/>
                </a:lnTo>
                <a:lnTo>
                  <a:pt x="16" y="4"/>
                </a:lnTo>
                <a:lnTo>
                  <a:pt x="16" y="5"/>
                </a:ln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lnTo>
                  <a:pt x="14" y="8"/>
                </a:lnTo>
                <a:lnTo>
                  <a:pt x="13" y="8"/>
                </a:lnTo>
                <a:lnTo>
                  <a:pt x="13" y="6"/>
                </a:lnTo>
                <a:lnTo>
                  <a:pt x="14" y="5"/>
                </a:lnTo>
                <a:lnTo>
                  <a:pt x="13" y="5"/>
                </a:lnTo>
                <a:lnTo>
                  <a:pt x="12" y="4"/>
                </a:lnTo>
                <a:lnTo>
                  <a:pt x="12" y="5"/>
                </a:lnTo>
                <a:lnTo>
                  <a:pt x="12" y="4"/>
                </a:lnTo>
                <a:lnTo>
                  <a:pt x="12" y="5"/>
                </a:lnTo>
                <a:lnTo>
                  <a:pt x="12" y="6"/>
                </a:lnTo>
                <a:lnTo>
                  <a:pt x="9" y="5"/>
                </a:lnTo>
                <a:lnTo>
                  <a:pt x="8" y="6"/>
                </a:lnTo>
                <a:lnTo>
                  <a:pt x="7" y="6"/>
                </a:lnTo>
                <a:lnTo>
                  <a:pt x="6" y="6"/>
                </a:lnTo>
                <a:lnTo>
                  <a:pt x="5" y="5"/>
                </a:lnTo>
                <a:lnTo>
                  <a:pt x="4" y="5"/>
                </a:lnTo>
                <a:lnTo>
                  <a:pt x="4" y="6"/>
                </a:lnTo>
                <a:lnTo>
                  <a:pt x="2" y="6"/>
                </a:lnTo>
                <a:lnTo>
                  <a:pt x="1" y="6"/>
                </a:lnTo>
                <a:lnTo>
                  <a:pt x="0" y="5"/>
                </a:lnTo>
                <a:lnTo>
                  <a:pt x="1" y="4"/>
                </a:lnTo>
                <a:lnTo>
                  <a:pt x="2" y="4"/>
                </a:lnTo>
                <a:lnTo>
                  <a:pt x="5" y="4"/>
                </a:lnTo>
                <a:lnTo>
                  <a:pt x="5" y="3"/>
                </a:lnTo>
                <a:lnTo>
                  <a:pt x="6" y="2"/>
                </a:lnTo>
                <a:lnTo>
                  <a:pt x="7" y="2"/>
                </a:lnTo>
                <a:lnTo>
                  <a:pt x="7" y="0"/>
                </a:lnTo>
                <a:lnTo>
                  <a:pt x="8" y="2"/>
                </a:lnTo>
                <a:lnTo>
                  <a:pt x="9" y="2"/>
                </a:lnTo>
                <a:lnTo>
                  <a:pt x="9" y="0"/>
                </a:lnTo>
                <a:lnTo>
                  <a:pt x="10" y="0"/>
                </a:lnTo>
                <a:lnTo>
                  <a:pt x="12" y="0"/>
                </a:lnTo>
                <a:lnTo>
                  <a:pt x="13" y="0"/>
                </a:lnTo>
                <a:lnTo>
                  <a:pt x="1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8" name=""/>
          <p:cNvSpPr/>
          <p:nvPr/>
        </p:nvSpPr>
        <p:spPr>
          <a:xfrm>
            <a:off x="7132680" y="16689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9" name=""/>
          <p:cNvSpPr/>
          <p:nvPr/>
        </p:nvSpPr>
        <p:spPr>
          <a:xfrm>
            <a:off x="7117560" y="1666440"/>
            <a:ext cx="1440" cy="2520"/>
          </a:xfrm>
          <a:custGeom>
            <a:avLst/>
            <a:gdLst/>
            <a:ahLst/>
            <a:rect l="0" t="0" r="r" b="b"/>
            <a:pathLst>
              <a:path fill="none" w="4" h="7">
                <a:moveTo>
                  <a:pt x="4" y="1"/>
                </a:move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3" y="6"/>
                </a:lnTo>
                <a:lnTo>
                  <a:pt x="2" y="6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0" name=""/>
          <p:cNvSpPr/>
          <p:nvPr/>
        </p:nvSpPr>
        <p:spPr>
          <a:xfrm>
            <a:off x="7121160" y="1666440"/>
            <a:ext cx="7560" cy="5040"/>
          </a:xfrm>
          <a:custGeom>
            <a:avLst/>
            <a:gdLst/>
            <a:ahLst/>
            <a:rect l="0" t="0" r="r" b="b"/>
            <a:pathLst>
              <a:path fill="none" w="21" h="14">
                <a:moveTo>
                  <a:pt x="16" y="1"/>
                </a:moveTo>
                <a:lnTo>
                  <a:pt x="16" y="2"/>
                </a:lnTo>
                <a:lnTo>
                  <a:pt x="17" y="2"/>
                </a:lnTo>
                <a:lnTo>
                  <a:pt x="17" y="1"/>
                </a:lnTo>
                <a:lnTo>
                  <a:pt x="18" y="1"/>
                </a:lnTo>
                <a:lnTo>
                  <a:pt x="19" y="1"/>
                </a:lnTo>
                <a:lnTo>
                  <a:pt x="20" y="1"/>
                </a:lnTo>
                <a:lnTo>
                  <a:pt x="19" y="1"/>
                </a:lnTo>
                <a:lnTo>
                  <a:pt x="19" y="2"/>
                </a:lnTo>
                <a:lnTo>
                  <a:pt x="19" y="3"/>
                </a:lnTo>
                <a:lnTo>
                  <a:pt x="20" y="4"/>
                </a:lnTo>
                <a:lnTo>
                  <a:pt x="21" y="4"/>
                </a:lnTo>
                <a:lnTo>
                  <a:pt x="21" y="5"/>
                </a:lnTo>
                <a:lnTo>
                  <a:pt x="20" y="7"/>
                </a:lnTo>
                <a:lnTo>
                  <a:pt x="19" y="7"/>
                </a:lnTo>
                <a:lnTo>
                  <a:pt x="19" y="5"/>
                </a:lnTo>
                <a:lnTo>
                  <a:pt x="19" y="7"/>
                </a:lnTo>
                <a:lnTo>
                  <a:pt x="20" y="9"/>
                </a:lnTo>
                <a:lnTo>
                  <a:pt x="20" y="8"/>
                </a:lnTo>
                <a:lnTo>
                  <a:pt x="21" y="9"/>
                </a:lnTo>
                <a:lnTo>
                  <a:pt x="20" y="9"/>
                </a:lnTo>
                <a:lnTo>
                  <a:pt x="20" y="10"/>
                </a:lnTo>
                <a:lnTo>
                  <a:pt x="20" y="12"/>
                </a:lnTo>
                <a:lnTo>
                  <a:pt x="20" y="14"/>
                </a:lnTo>
                <a:lnTo>
                  <a:pt x="19" y="14"/>
                </a:lnTo>
                <a:lnTo>
                  <a:pt x="19" y="13"/>
                </a:lnTo>
                <a:lnTo>
                  <a:pt x="18" y="13"/>
                </a:lnTo>
                <a:lnTo>
                  <a:pt x="17" y="13"/>
                </a:lnTo>
                <a:lnTo>
                  <a:pt x="16" y="12"/>
                </a:lnTo>
                <a:lnTo>
                  <a:pt x="15" y="12"/>
                </a:lnTo>
                <a:lnTo>
                  <a:pt x="13" y="12"/>
                </a:lnTo>
                <a:lnTo>
                  <a:pt x="12" y="12"/>
                </a:lnTo>
                <a:lnTo>
                  <a:pt x="11" y="11"/>
                </a:lnTo>
                <a:lnTo>
                  <a:pt x="10" y="11"/>
                </a:lnTo>
                <a:lnTo>
                  <a:pt x="7" y="9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3" y="7"/>
                </a:lnTo>
                <a:lnTo>
                  <a:pt x="2" y="7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  <a:lnTo>
                  <a:pt x="1" y="4"/>
                </a:lnTo>
                <a:lnTo>
                  <a:pt x="2" y="4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5" y="4"/>
                </a:lnTo>
                <a:lnTo>
                  <a:pt x="5" y="5"/>
                </a:lnTo>
                <a:lnTo>
                  <a:pt x="5" y="4"/>
                </a:lnTo>
                <a:lnTo>
                  <a:pt x="6" y="4"/>
                </a:lnTo>
                <a:lnTo>
                  <a:pt x="7" y="3"/>
                </a:lnTo>
                <a:lnTo>
                  <a:pt x="8" y="3"/>
                </a:lnTo>
                <a:lnTo>
                  <a:pt x="10" y="3"/>
                </a:lnTo>
                <a:lnTo>
                  <a:pt x="11" y="3"/>
                </a:lnTo>
                <a:lnTo>
                  <a:pt x="12" y="3"/>
                </a:lnTo>
                <a:lnTo>
                  <a:pt x="12" y="2"/>
                </a:lnTo>
                <a:lnTo>
                  <a:pt x="13" y="1"/>
                </a:lnTo>
                <a:lnTo>
                  <a:pt x="14" y="1"/>
                </a:lnTo>
                <a:lnTo>
                  <a:pt x="14" y="0"/>
                </a:lnTo>
                <a:lnTo>
                  <a:pt x="15" y="0"/>
                </a:lnTo>
                <a:lnTo>
                  <a:pt x="16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1440" rIns="3600" bIns="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1" name=""/>
          <p:cNvSpPr/>
          <p:nvPr/>
        </p:nvSpPr>
        <p:spPr>
          <a:xfrm>
            <a:off x="7137000" y="1663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2" name=""/>
          <p:cNvSpPr/>
          <p:nvPr/>
        </p:nvSpPr>
        <p:spPr>
          <a:xfrm>
            <a:off x="7136280" y="16621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4" y="3"/>
                </a:moveTo>
                <a:lnTo>
                  <a:pt x="5" y="3"/>
                </a:lnTo>
                <a:lnTo>
                  <a:pt x="5" y="4"/>
                </a:lnTo>
                <a:lnTo>
                  <a:pt x="4" y="4"/>
                </a:lnTo>
                <a:lnTo>
                  <a:pt x="2" y="4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1"/>
                </a:lnTo>
                <a:lnTo>
                  <a:pt x="2" y="1"/>
                </a:lnTo>
                <a:lnTo>
                  <a:pt x="2" y="0"/>
                </a:lnTo>
                <a:lnTo>
                  <a:pt x="4" y="0"/>
                </a:lnTo>
                <a:lnTo>
                  <a:pt x="2" y="1"/>
                </a:lnTo>
                <a:lnTo>
                  <a:pt x="4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3" name=""/>
          <p:cNvSpPr/>
          <p:nvPr/>
        </p:nvSpPr>
        <p:spPr>
          <a:xfrm>
            <a:off x="7129800" y="1660680"/>
            <a:ext cx="6480" cy="3240"/>
          </a:xfrm>
          <a:custGeom>
            <a:avLst/>
            <a:gdLst/>
            <a:ahLst/>
            <a:rect l="0" t="0" r="r" b="b"/>
            <a:pathLst>
              <a:path fill="none" w="18" h="9">
                <a:moveTo>
                  <a:pt x="12" y="0"/>
                </a:moveTo>
                <a:lnTo>
                  <a:pt x="10" y="0"/>
                </a:lnTo>
                <a:lnTo>
                  <a:pt x="10" y="1"/>
                </a:lnTo>
                <a:lnTo>
                  <a:pt x="10" y="2"/>
                </a:lnTo>
                <a:lnTo>
                  <a:pt x="12" y="3"/>
                </a:lnTo>
                <a:lnTo>
                  <a:pt x="13" y="3"/>
                </a:lnTo>
                <a:lnTo>
                  <a:pt x="13" y="2"/>
                </a:lnTo>
                <a:lnTo>
                  <a:pt x="14" y="2"/>
                </a:lnTo>
                <a:lnTo>
                  <a:pt x="15" y="3"/>
                </a:lnTo>
                <a:lnTo>
                  <a:pt x="16" y="3"/>
                </a:lnTo>
                <a:lnTo>
                  <a:pt x="16" y="5"/>
                </a:lnTo>
                <a:lnTo>
                  <a:pt x="17" y="5"/>
                </a:lnTo>
                <a:lnTo>
                  <a:pt x="16" y="6"/>
                </a:lnTo>
                <a:lnTo>
                  <a:pt x="17" y="7"/>
                </a:lnTo>
                <a:lnTo>
                  <a:pt x="17" y="8"/>
                </a:lnTo>
                <a:lnTo>
                  <a:pt x="18" y="8"/>
                </a:lnTo>
                <a:lnTo>
                  <a:pt x="17" y="9"/>
                </a:lnTo>
                <a:lnTo>
                  <a:pt x="16" y="8"/>
                </a:lnTo>
                <a:lnTo>
                  <a:pt x="15" y="8"/>
                </a:lnTo>
                <a:lnTo>
                  <a:pt x="14" y="7"/>
                </a:lnTo>
                <a:lnTo>
                  <a:pt x="13" y="7"/>
                </a:lnTo>
                <a:lnTo>
                  <a:pt x="12" y="7"/>
                </a:lnTo>
                <a:lnTo>
                  <a:pt x="10" y="7"/>
                </a:lnTo>
                <a:lnTo>
                  <a:pt x="10" y="8"/>
                </a:lnTo>
                <a:lnTo>
                  <a:pt x="9" y="8"/>
                </a:lnTo>
                <a:lnTo>
                  <a:pt x="9" y="7"/>
                </a:lnTo>
                <a:lnTo>
                  <a:pt x="9" y="6"/>
                </a:lnTo>
                <a:lnTo>
                  <a:pt x="8" y="6"/>
                </a:lnTo>
                <a:lnTo>
                  <a:pt x="7" y="6"/>
                </a:lnTo>
                <a:lnTo>
                  <a:pt x="7" y="7"/>
                </a:lnTo>
                <a:lnTo>
                  <a:pt x="8" y="7"/>
                </a:lnTo>
                <a:lnTo>
                  <a:pt x="7" y="8"/>
                </a:lnTo>
                <a:lnTo>
                  <a:pt x="5" y="8"/>
                </a:lnTo>
                <a:lnTo>
                  <a:pt x="4" y="8"/>
                </a:lnTo>
                <a:lnTo>
                  <a:pt x="3" y="8"/>
                </a:lnTo>
                <a:lnTo>
                  <a:pt x="2" y="8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  <a:lnTo>
                  <a:pt x="2" y="1"/>
                </a:ln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2"/>
                </a:lnTo>
                <a:lnTo>
                  <a:pt x="8" y="2"/>
                </a:lnTo>
                <a:lnTo>
                  <a:pt x="9" y="1"/>
                </a:lnTo>
                <a:lnTo>
                  <a:pt x="10" y="0"/>
                </a:lnTo>
                <a:lnTo>
                  <a:pt x="1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" rIns="360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4" name=""/>
          <p:cNvSpPr/>
          <p:nvPr/>
        </p:nvSpPr>
        <p:spPr>
          <a:xfrm>
            <a:off x="7130880" y="16596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5" name=""/>
          <p:cNvSpPr/>
          <p:nvPr/>
        </p:nvSpPr>
        <p:spPr>
          <a:xfrm>
            <a:off x="7104600" y="1654560"/>
            <a:ext cx="1080" cy="360"/>
          </a:xfrm>
          <a:custGeom>
            <a:avLst/>
            <a:gdLst/>
            <a:ahLst/>
            <a:rect l="0" t="0" r="r" b="b"/>
            <a:pathLst>
              <a:path fill="none" w="3" h="1">
                <a:moveTo>
                  <a:pt x="2" y="1"/>
                </a:moveTo>
                <a:lnTo>
                  <a:pt x="3" y="1"/>
                </a:ln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2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6" name=""/>
          <p:cNvSpPr/>
          <p:nvPr/>
        </p:nvSpPr>
        <p:spPr>
          <a:xfrm>
            <a:off x="7129080" y="16585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0" y="2"/>
                </a:move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1" y="2"/>
                </a:ln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7" name=""/>
          <p:cNvSpPr/>
          <p:nvPr/>
        </p:nvSpPr>
        <p:spPr>
          <a:xfrm>
            <a:off x="7131240" y="16585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0"/>
                </a:move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3" y="1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8" name=""/>
          <p:cNvSpPr/>
          <p:nvPr/>
        </p:nvSpPr>
        <p:spPr>
          <a:xfrm>
            <a:off x="7121520" y="16552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1" y="5"/>
                </a:moveTo>
                <a:lnTo>
                  <a:pt x="0" y="3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1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59" name=""/>
          <p:cNvSpPr/>
          <p:nvPr/>
        </p:nvSpPr>
        <p:spPr>
          <a:xfrm>
            <a:off x="7122960" y="165456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6" y="2"/>
                </a:moveTo>
                <a:lnTo>
                  <a:pt x="6" y="4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0" name=""/>
          <p:cNvSpPr/>
          <p:nvPr/>
        </p:nvSpPr>
        <p:spPr>
          <a:xfrm>
            <a:off x="7124400" y="1654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1" name=""/>
          <p:cNvSpPr/>
          <p:nvPr/>
        </p:nvSpPr>
        <p:spPr>
          <a:xfrm>
            <a:off x="7131600" y="16552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2"/>
                </a:moveTo>
                <a:lnTo>
                  <a:pt x="0" y="2"/>
                </a:lnTo>
                <a:lnTo>
                  <a:pt x="0" y="0"/>
                </a:lnTo>
                <a:lnTo>
                  <a:pt x="0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2" name=""/>
          <p:cNvSpPr/>
          <p:nvPr/>
        </p:nvSpPr>
        <p:spPr>
          <a:xfrm>
            <a:off x="7132680" y="16552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3" name=""/>
          <p:cNvSpPr/>
          <p:nvPr/>
        </p:nvSpPr>
        <p:spPr>
          <a:xfrm>
            <a:off x="7120800" y="165312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8" y="4"/>
                </a:moveTo>
                <a:lnTo>
                  <a:pt x="8" y="5"/>
                </a:lnTo>
                <a:lnTo>
                  <a:pt x="7" y="6"/>
                </a:lnTo>
                <a:lnTo>
                  <a:pt x="7" y="8"/>
                </a:lnTo>
                <a:lnTo>
                  <a:pt x="3" y="5"/>
                </a:lnTo>
                <a:lnTo>
                  <a:pt x="1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4" y="2"/>
                </a:lnTo>
                <a:lnTo>
                  <a:pt x="4" y="3"/>
                </a:lnTo>
                <a:lnTo>
                  <a:pt x="5" y="3"/>
                </a:lnTo>
                <a:lnTo>
                  <a:pt x="8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4" name=""/>
          <p:cNvSpPr/>
          <p:nvPr/>
        </p:nvSpPr>
        <p:spPr>
          <a:xfrm>
            <a:off x="7119720" y="165276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6" y="2"/>
                </a:lnTo>
                <a:lnTo>
                  <a:pt x="4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5" name=""/>
          <p:cNvSpPr/>
          <p:nvPr/>
        </p:nvSpPr>
        <p:spPr>
          <a:xfrm>
            <a:off x="7135200" y="165420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6" name=""/>
          <p:cNvSpPr/>
          <p:nvPr/>
        </p:nvSpPr>
        <p:spPr>
          <a:xfrm>
            <a:off x="7129800" y="165312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2"/>
                </a:move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7" name=""/>
          <p:cNvSpPr/>
          <p:nvPr/>
        </p:nvSpPr>
        <p:spPr>
          <a:xfrm>
            <a:off x="7138800" y="1653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8" name=""/>
          <p:cNvSpPr/>
          <p:nvPr/>
        </p:nvSpPr>
        <p:spPr>
          <a:xfrm>
            <a:off x="7134840" y="16516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2"/>
                </a:move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9" name=""/>
          <p:cNvSpPr/>
          <p:nvPr/>
        </p:nvSpPr>
        <p:spPr>
          <a:xfrm>
            <a:off x="7139160" y="16520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3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1" y="2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0" name=""/>
          <p:cNvSpPr/>
          <p:nvPr/>
        </p:nvSpPr>
        <p:spPr>
          <a:xfrm>
            <a:off x="7139880" y="16520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1"/>
                </a:moveTo>
                <a:lnTo>
                  <a:pt x="5" y="2"/>
                </a:lnTo>
                <a:lnTo>
                  <a:pt x="4" y="2"/>
                </a:lnTo>
                <a:lnTo>
                  <a:pt x="3" y="2"/>
                </a:lnTo>
                <a:lnTo>
                  <a:pt x="4" y="4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  <a:lnTo>
                  <a:pt x="2" y="2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4" y="1"/>
                </a:lnTo>
                <a:lnTo>
                  <a:pt x="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1" name=""/>
          <p:cNvSpPr/>
          <p:nvPr/>
        </p:nvSpPr>
        <p:spPr>
          <a:xfrm>
            <a:off x="7135200" y="1649160"/>
            <a:ext cx="4680" cy="2880"/>
          </a:xfrm>
          <a:custGeom>
            <a:avLst/>
            <a:gdLst/>
            <a:ahLst/>
            <a:rect l="0" t="0" r="r" b="b"/>
            <a:pathLst>
              <a:path fill="none" w="13" h="8">
                <a:moveTo>
                  <a:pt x="6" y="5"/>
                </a:moveTo>
                <a:lnTo>
                  <a:pt x="7" y="5"/>
                </a:lnTo>
                <a:lnTo>
                  <a:pt x="9" y="5"/>
                </a:lnTo>
                <a:lnTo>
                  <a:pt x="10" y="4"/>
                </a:lnTo>
                <a:lnTo>
                  <a:pt x="11" y="4"/>
                </a:lnTo>
                <a:lnTo>
                  <a:pt x="12" y="3"/>
                </a:lnTo>
                <a:lnTo>
                  <a:pt x="13" y="3"/>
                </a:lnTo>
                <a:lnTo>
                  <a:pt x="13" y="4"/>
                </a:lnTo>
                <a:lnTo>
                  <a:pt x="12" y="4"/>
                </a:lnTo>
                <a:lnTo>
                  <a:pt x="12" y="5"/>
                </a:lnTo>
                <a:lnTo>
                  <a:pt x="13" y="5"/>
                </a:lnTo>
                <a:lnTo>
                  <a:pt x="13" y="6"/>
                </a:lnTo>
                <a:lnTo>
                  <a:pt x="12" y="6"/>
                </a:lnTo>
                <a:lnTo>
                  <a:pt x="12" y="5"/>
                </a:lnTo>
                <a:lnTo>
                  <a:pt x="11" y="5"/>
                </a:lnTo>
                <a:lnTo>
                  <a:pt x="10" y="6"/>
                </a:lnTo>
                <a:lnTo>
                  <a:pt x="9" y="6"/>
                </a:lnTo>
                <a:lnTo>
                  <a:pt x="7" y="6"/>
                </a:lnTo>
                <a:lnTo>
                  <a:pt x="7" y="5"/>
                </a:lnTo>
                <a:lnTo>
                  <a:pt x="5" y="6"/>
                </a:lnTo>
                <a:lnTo>
                  <a:pt x="5" y="7"/>
                </a:lnTo>
                <a:lnTo>
                  <a:pt x="4" y="7"/>
                </a:lnTo>
                <a:lnTo>
                  <a:pt x="3" y="6"/>
                </a:lnTo>
                <a:lnTo>
                  <a:pt x="2" y="6"/>
                </a:lnTo>
                <a:lnTo>
                  <a:pt x="1" y="7"/>
                </a:lnTo>
                <a:lnTo>
                  <a:pt x="1" y="8"/>
                </a:lnTo>
                <a:lnTo>
                  <a:pt x="0" y="7"/>
                </a:lnTo>
                <a:lnTo>
                  <a:pt x="1" y="6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2" y="2"/>
                </a:lnTo>
                <a:lnTo>
                  <a:pt x="1" y="0"/>
                </a:lnTo>
                <a:lnTo>
                  <a:pt x="3" y="0"/>
                </a:lnTo>
                <a:lnTo>
                  <a:pt x="4" y="2"/>
                </a:lnTo>
                <a:lnTo>
                  <a:pt x="5" y="3"/>
                </a:lnTo>
                <a:lnTo>
                  <a:pt x="5" y="4"/>
                </a:lnTo>
                <a:lnTo>
                  <a:pt x="6" y="4"/>
                </a:lnTo>
                <a:lnTo>
                  <a:pt x="6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2" name=""/>
          <p:cNvSpPr/>
          <p:nvPr/>
        </p:nvSpPr>
        <p:spPr>
          <a:xfrm>
            <a:off x="7133760" y="16484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3" name=""/>
          <p:cNvSpPr/>
          <p:nvPr/>
        </p:nvSpPr>
        <p:spPr>
          <a:xfrm>
            <a:off x="7136280" y="1648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4" name=""/>
          <p:cNvSpPr/>
          <p:nvPr/>
        </p:nvSpPr>
        <p:spPr>
          <a:xfrm>
            <a:off x="7147800" y="164952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6" y="2"/>
                </a:moveTo>
                <a:lnTo>
                  <a:pt x="6" y="3"/>
                </a:lnTo>
                <a:lnTo>
                  <a:pt x="5" y="3"/>
                </a:lnTo>
                <a:lnTo>
                  <a:pt x="5" y="2"/>
                </a:lnTo>
                <a:lnTo>
                  <a:pt x="4" y="3"/>
                </a:lnTo>
                <a:lnTo>
                  <a:pt x="5" y="4"/>
                </a:lnTo>
                <a:lnTo>
                  <a:pt x="5" y="6"/>
                </a:lnTo>
                <a:lnTo>
                  <a:pt x="4" y="6"/>
                </a:lnTo>
                <a:lnTo>
                  <a:pt x="2" y="4"/>
                </a:lnTo>
                <a:lnTo>
                  <a:pt x="1" y="4"/>
                </a:lnTo>
                <a:lnTo>
                  <a:pt x="1" y="6"/>
                </a:lnTo>
                <a:lnTo>
                  <a:pt x="0" y="4"/>
                </a:lnTo>
                <a:lnTo>
                  <a:pt x="0" y="3"/>
                </a:lnTo>
                <a:lnTo>
                  <a:pt x="2" y="2"/>
                </a:lnTo>
                <a:lnTo>
                  <a:pt x="2" y="3"/>
                </a:lnTo>
                <a:lnTo>
                  <a:pt x="2" y="2"/>
                </a:lnTo>
                <a:lnTo>
                  <a:pt x="4" y="2"/>
                </a:lnTo>
                <a:lnTo>
                  <a:pt x="5" y="0"/>
                </a:lnTo>
                <a:lnTo>
                  <a:pt x="6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5" name=""/>
          <p:cNvSpPr/>
          <p:nvPr/>
        </p:nvSpPr>
        <p:spPr>
          <a:xfrm>
            <a:off x="7149960" y="164952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3" y="2"/>
                </a:moveTo>
                <a:lnTo>
                  <a:pt x="3" y="3"/>
                </a:lnTo>
                <a:lnTo>
                  <a:pt x="4" y="3"/>
                </a:lnTo>
                <a:lnTo>
                  <a:pt x="4" y="4"/>
                </a:lnTo>
                <a:lnTo>
                  <a:pt x="4" y="6"/>
                </a:lnTo>
                <a:lnTo>
                  <a:pt x="3" y="6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6" name=""/>
          <p:cNvSpPr/>
          <p:nvPr/>
        </p:nvSpPr>
        <p:spPr>
          <a:xfrm>
            <a:off x="7148520" y="16470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4"/>
                </a:move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4"/>
                </a:lnTo>
                <a:lnTo>
                  <a:pt x="3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7" name=""/>
          <p:cNvSpPr/>
          <p:nvPr/>
        </p:nvSpPr>
        <p:spPr>
          <a:xfrm>
            <a:off x="7148160" y="16466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8" name=""/>
          <p:cNvSpPr/>
          <p:nvPr/>
        </p:nvSpPr>
        <p:spPr>
          <a:xfrm>
            <a:off x="7142400" y="16455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9" name=""/>
          <p:cNvSpPr/>
          <p:nvPr/>
        </p:nvSpPr>
        <p:spPr>
          <a:xfrm>
            <a:off x="7143480" y="164556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0" name=""/>
          <p:cNvSpPr/>
          <p:nvPr/>
        </p:nvSpPr>
        <p:spPr>
          <a:xfrm>
            <a:off x="7144560" y="164412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2" y="1"/>
                </a:moveTo>
                <a:lnTo>
                  <a:pt x="3" y="1"/>
                </a:lnTo>
                <a:lnTo>
                  <a:pt x="5" y="1"/>
                </a:lnTo>
                <a:lnTo>
                  <a:pt x="5" y="3"/>
                </a:ln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1" name=""/>
          <p:cNvSpPr/>
          <p:nvPr/>
        </p:nvSpPr>
        <p:spPr>
          <a:xfrm>
            <a:off x="7096680" y="15721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0" y="2"/>
                </a:lnTo>
                <a:lnTo>
                  <a:pt x="0" y="0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2" name=""/>
          <p:cNvSpPr/>
          <p:nvPr/>
        </p:nvSpPr>
        <p:spPr>
          <a:xfrm>
            <a:off x="7020000" y="1475640"/>
            <a:ext cx="5040" cy="2160"/>
          </a:xfrm>
          <a:custGeom>
            <a:avLst/>
            <a:gdLst/>
            <a:ahLst/>
            <a:rect l="0" t="0" r="r" b="b"/>
            <a:pathLst>
              <a:path fill="none" w="14" h="6">
                <a:moveTo>
                  <a:pt x="9" y="0"/>
                </a:moveTo>
                <a:lnTo>
                  <a:pt x="9" y="2"/>
                </a:lnTo>
                <a:lnTo>
                  <a:pt x="9" y="3"/>
                </a:lnTo>
                <a:lnTo>
                  <a:pt x="10" y="3"/>
                </a:lnTo>
                <a:lnTo>
                  <a:pt x="11" y="3"/>
                </a:lnTo>
                <a:lnTo>
                  <a:pt x="13" y="3"/>
                </a:lnTo>
                <a:lnTo>
                  <a:pt x="14" y="3"/>
                </a:lnTo>
                <a:lnTo>
                  <a:pt x="14" y="4"/>
                </a:lnTo>
                <a:lnTo>
                  <a:pt x="12" y="6"/>
                </a:lnTo>
                <a:lnTo>
                  <a:pt x="11" y="6"/>
                </a:lnTo>
                <a:lnTo>
                  <a:pt x="10" y="4"/>
                </a:lnTo>
                <a:lnTo>
                  <a:pt x="10" y="3"/>
                </a:lnTo>
                <a:lnTo>
                  <a:pt x="9" y="3"/>
                </a:lnTo>
                <a:lnTo>
                  <a:pt x="8" y="3"/>
                </a:lnTo>
                <a:lnTo>
                  <a:pt x="8" y="2"/>
                </a:lnTo>
                <a:lnTo>
                  <a:pt x="7" y="2"/>
                </a:lnTo>
                <a:lnTo>
                  <a:pt x="7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7" y="2"/>
                </a:lnTo>
                <a:lnTo>
                  <a:pt x="8" y="2"/>
                </a:lnTo>
                <a:lnTo>
                  <a:pt x="8" y="0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3" name=""/>
          <p:cNvSpPr/>
          <p:nvPr/>
        </p:nvSpPr>
        <p:spPr>
          <a:xfrm>
            <a:off x="7040520" y="14389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4" name=""/>
          <p:cNvSpPr/>
          <p:nvPr/>
        </p:nvSpPr>
        <p:spPr>
          <a:xfrm>
            <a:off x="7049520" y="143244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2" y="6"/>
                </a:move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3" y="2"/>
                </a:lnTo>
                <a:lnTo>
                  <a:pt x="4" y="3"/>
                </a:lnTo>
                <a:lnTo>
                  <a:pt x="4" y="5"/>
                </a:lnTo>
                <a:lnTo>
                  <a:pt x="2" y="6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5" name=""/>
          <p:cNvSpPr/>
          <p:nvPr/>
        </p:nvSpPr>
        <p:spPr>
          <a:xfrm>
            <a:off x="7055280" y="1425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6" name=""/>
          <p:cNvSpPr/>
          <p:nvPr/>
        </p:nvSpPr>
        <p:spPr>
          <a:xfrm>
            <a:off x="7062120" y="142488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7" name=""/>
          <p:cNvSpPr/>
          <p:nvPr/>
        </p:nvSpPr>
        <p:spPr>
          <a:xfrm>
            <a:off x="7065360" y="141912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1" y="0"/>
                </a:move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8" name=""/>
          <p:cNvSpPr/>
          <p:nvPr/>
        </p:nvSpPr>
        <p:spPr>
          <a:xfrm>
            <a:off x="7072560" y="14130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9" name=""/>
          <p:cNvSpPr/>
          <p:nvPr/>
        </p:nvSpPr>
        <p:spPr>
          <a:xfrm>
            <a:off x="7078320" y="14050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0" name=""/>
          <p:cNvSpPr/>
          <p:nvPr/>
        </p:nvSpPr>
        <p:spPr>
          <a:xfrm>
            <a:off x="7079400" y="140472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4" y="2"/>
                </a:moveTo>
                <a:lnTo>
                  <a:pt x="3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2"/>
                </a:lnTo>
                <a:lnTo>
                  <a:pt x="4" y="0"/>
                </a:lnTo>
                <a:lnTo>
                  <a:pt x="5" y="2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1" name=""/>
          <p:cNvSpPr/>
          <p:nvPr/>
        </p:nvSpPr>
        <p:spPr>
          <a:xfrm>
            <a:off x="7104600" y="13917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2" y="3"/>
                </a:lnTo>
                <a:lnTo>
                  <a:pt x="2" y="0"/>
                </a:lnTo>
                <a:lnTo>
                  <a:pt x="4" y="2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2" name=""/>
          <p:cNvSpPr/>
          <p:nvPr/>
        </p:nvSpPr>
        <p:spPr>
          <a:xfrm>
            <a:off x="7128720" y="13906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3" name=""/>
          <p:cNvSpPr/>
          <p:nvPr/>
        </p:nvSpPr>
        <p:spPr>
          <a:xfrm>
            <a:off x="7036560" y="1366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4" name=""/>
          <p:cNvSpPr/>
          <p:nvPr/>
        </p:nvSpPr>
        <p:spPr>
          <a:xfrm>
            <a:off x="7103160" y="135936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6" y="3"/>
                </a:moveTo>
                <a:lnTo>
                  <a:pt x="6" y="4"/>
                </a:lnTo>
                <a:lnTo>
                  <a:pt x="5" y="5"/>
                </a:lnTo>
                <a:lnTo>
                  <a:pt x="4" y="5"/>
                </a:lnTo>
                <a:lnTo>
                  <a:pt x="2" y="6"/>
                </a:lnTo>
                <a:lnTo>
                  <a:pt x="0" y="6"/>
                </a:lnTo>
                <a:lnTo>
                  <a:pt x="0" y="5"/>
                </a:lnTo>
                <a:lnTo>
                  <a:pt x="2" y="4"/>
                </a:lnTo>
                <a:lnTo>
                  <a:pt x="3" y="4"/>
                </a:lnTo>
                <a:lnTo>
                  <a:pt x="3" y="3"/>
                </a:lnTo>
                <a:lnTo>
                  <a:pt x="4" y="3"/>
                </a:lnTo>
                <a:lnTo>
                  <a:pt x="5" y="3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7" y="0"/>
                </a:lnTo>
                <a:lnTo>
                  <a:pt x="8" y="0"/>
                </a:lnTo>
                <a:lnTo>
                  <a:pt x="9" y="0"/>
                </a:lnTo>
                <a:lnTo>
                  <a:pt x="9" y="1"/>
                </a:lnTo>
                <a:lnTo>
                  <a:pt x="8" y="1"/>
                </a:lnTo>
                <a:lnTo>
                  <a:pt x="8" y="3"/>
                </a:lnTo>
                <a:lnTo>
                  <a:pt x="6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5" name=""/>
          <p:cNvSpPr/>
          <p:nvPr/>
        </p:nvSpPr>
        <p:spPr>
          <a:xfrm>
            <a:off x="7013880" y="134640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6" name=""/>
          <p:cNvSpPr/>
          <p:nvPr/>
        </p:nvSpPr>
        <p:spPr>
          <a:xfrm>
            <a:off x="7014960" y="1344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7" name=""/>
          <p:cNvSpPr/>
          <p:nvPr/>
        </p:nvSpPr>
        <p:spPr>
          <a:xfrm>
            <a:off x="7100640" y="13557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2" y="0"/>
                </a:moveTo>
                <a:lnTo>
                  <a:pt x="3" y="0"/>
                </a:lnTo>
                <a:lnTo>
                  <a:pt x="3" y="2"/>
                </a:lnTo>
                <a:lnTo>
                  <a:pt x="2" y="2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8" name=""/>
          <p:cNvSpPr/>
          <p:nvPr/>
        </p:nvSpPr>
        <p:spPr>
          <a:xfrm>
            <a:off x="7125840" y="135792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1" y="2"/>
                </a:moveTo>
                <a:lnTo>
                  <a:pt x="2" y="2"/>
                </a:ln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3" y="3"/>
                </a:lnTo>
                <a:lnTo>
                  <a:pt x="5" y="3"/>
                </a:lnTo>
                <a:lnTo>
                  <a:pt x="5" y="5"/>
                </a:lnTo>
                <a:lnTo>
                  <a:pt x="3" y="5"/>
                </a:lnTo>
                <a:lnTo>
                  <a:pt x="3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99" name=""/>
          <p:cNvSpPr/>
          <p:nvPr/>
        </p:nvSpPr>
        <p:spPr>
          <a:xfrm>
            <a:off x="7059960" y="1346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3" y="2"/>
                </a:lnTo>
                <a:lnTo>
                  <a:pt x="3" y="4"/>
                </a:lnTo>
                <a:lnTo>
                  <a:pt x="1" y="4"/>
                </a:lnTo>
                <a:lnTo>
                  <a:pt x="1" y="2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0" name=""/>
          <p:cNvSpPr/>
          <p:nvPr/>
        </p:nvSpPr>
        <p:spPr>
          <a:xfrm>
            <a:off x="7068960" y="133920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0"/>
                </a:moveTo>
                <a:lnTo>
                  <a:pt x="3" y="2"/>
                </a:lnTo>
                <a:lnTo>
                  <a:pt x="3" y="3"/>
                </a:lnTo>
                <a:lnTo>
                  <a:pt x="3" y="5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1" name=""/>
          <p:cNvSpPr/>
          <p:nvPr/>
        </p:nvSpPr>
        <p:spPr>
          <a:xfrm>
            <a:off x="7066080" y="133776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4" y="1"/>
                </a:moveTo>
                <a:lnTo>
                  <a:pt x="4" y="0"/>
                </a:lnTo>
                <a:lnTo>
                  <a:pt x="4" y="1"/>
                </a:lnTo>
                <a:lnTo>
                  <a:pt x="5" y="1"/>
                </a:lnTo>
                <a:lnTo>
                  <a:pt x="4" y="3"/>
                </a:lnTo>
                <a:lnTo>
                  <a:pt x="4" y="4"/>
                </a:lnTo>
                <a:lnTo>
                  <a:pt x="5" y="4"/>
                </a:lnTo>
                <a:lnTo>
                  <a:pt x="5" y="5"/>
                </a:lnTo>
                <a:lnTo>
                  <a:pt x="4" y="6"/>
                </a:lnTo>
                <a:lnTo>
                  <a:pt x="2" y="6"/>
                </a:lnTo>
                <a:lnTo>
                  <a:pt x="1" y="5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2" name=""/>
          <p:cNvSpPr/>
          <p:nvPr/>
        </p:nvSpPr>
        <p:spPr>
          <a:xfrm>
            <a:off x="7067880" y="133812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3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2" y="1"/>
                </a:lnTo>
                <a:lnTo>
                  <a:pt x="2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3" name=""/>
          <p:cNvSpPr/>
          <p:nvPr/>
        </p:nvSpPr>
        <p:spPr>
          <a:xfrm>
            <a:off x="7069320" y="1337400"/>
            <a:ext cx="3600" cy="4680"/>
          </a:xfrm>
          <a:custGeom>
            <a:avLst/>
            <a:gdLst/>
            <a:ahLst/>
            <a:rect l="0" t="0" r="r" b="b"/>
            <a:pathLst>
              <a:path fill="none" w="10" h="13">
                <a:moveTo>
                  <a:pt x="2" y="0"/>
                </a:moveTo>
                <a:lnTo>
                  <a:pt x="3" y="1"/>
                </a:lnTo>
                <a:lnTo>
                  <a:pt x="4" y="1"/>
                </a:lnTo>
                <a:lnTo>
                  <a:pt x="5" y="2"/>
                </a:lnTo>
                <a:lnTo>
                  <a:pt x="5" y="3"/>
                </a:lnTo>
                <a:lnTo>
                  <a:pt x="6" y="3"/>
                </a:lnTo>
                <a:lnTo>
                  <a:pt x="5" y="3"/>
                </a:lnTo>
                <a:lnTo>
                  <a:pt x="5" y="4"/>
                </a:lnTo>
                <a:lnTo>
                  <a:pt x="5" y="5"/>
                </a:lnTo>
                <a:lnTo>
                  <a:pt x="6" y="5"/>
                </a:lnTo>
                <a:lnTo>
                  <a:pt x="8" y="5"/>
                </a:lnTo>
                <a:lnTo>
                  <a:pt x="10" y="8"/>
                </a:lnTo>
                <a:lnTo>
                  <a:pt x="10" y="10"/>
                </a:lnTo>
                <a:lnTo>
                  <a:pt x="9" y="10"/>
                </a:lnTo>
                <a:lnTo>
                  <a:pt x="9" y="11"/>
                </a:lnTo>
                <a:lnTo>
                  <a:pt x="9" y="12"/>
                </a:lnTo>
                <a:lnTo>
                  <a:pt x="10" y="12"/>
                </a:lnTo>
                <a:lnTo>
                  <a:pt x="10" y="13"/>
                </a:lnTo>
                <a:lnTo>
                  <a:pt x="9" y="13"/>
                </a:lnTo>
                <a:lnTo>
                  <a:pt x="8" y="13"/>
                </a:lnTo>
                <a:lnTo>
                  <a:pt x="6" y="12"/>
                </a:lnTo>
                <a:lnTo>
                  <a:pt x="6" y="11"/>
                </a:lnTo>
                <a:lnTo>
                  <a:pt x="5" y="11"/>
                </a:lnTo>
                <a:lnTo>
                  <a:pt x="4" y="11"/>
                </a:lnTo>
                <a:lnTo>
                  <a:pt x="4" y="10"/>
                </a:lnTo>
                <a:lnTo>
                  <a:pt x="5" y="10"/>
                </a:lnTo>
                <a:lnTo>
                  <a:pt x="5" y="8"/>
                </a:lnTo>
                <a:lnTo>
                  <a:pt x="5" y="7"/>
                </a:lnTo>
                <a:lnTo>
                  <a:pt x="4" y="7"/>
                </a:lnTo>
                <a:lnTo>
                  <a:pt x="4" y="6"/>
                </a:lnTo>
                <a:lnTo>
                  <a:pt x="5" y="6"/>
                </a:lnTo>
                <a:lnTo>
                  <a:pt x="5" y="5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2" y="3"/>
                </a:lnTo>
                <a:lnTo>
                  <a:pt x="1" y="3"/>
                </a:lnTo>
                <a:lnTo>
                  <a:pt x="1" y="2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1080" rIns="3600" bIns="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4" name=""/>
          <p:cNvSpPr/>
          <p:nvPr/>
        </p:nvSpPr>
        <p:spPr>
          <a:xfrm>
            <a:off x="7078680" y="1335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5" name=""/>
          <p:cNvSpPr/>
          <p:nvPr/>
        </p:nvSpPr>
        <p:spPr>
          <a:xfrm>
            <a:off x="7067520" y="1330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6" name=""/>
          <p:cNvSpPr/>
          <p:nvPr/>
        </p:nvSpPr>
        <p:spPr>
          <a:xfrm>
            <a:off x="7071480" y="132840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2" y="5"/>
                </a:moveTo>
                <a:lnTo>
                  <a:pt x="4" y="5"/>
                </a:lnTo>
                <a:lnTo>
                  <a:pt x="5" y="5"/>
                </a:lnTo>
                <a:lnTo>
                  <a:pt x="6" y="6"/>
                </a:lnTo>
                <a:lnTo>
                  <a:pt x="5" y="7"/>
                </a:lnTo>
                <a:lnTo>
                  <a:pt x="4" y="7"/>
                </a:lnTo>
                <a:lnTo>
                  <a:pt x="4" y="6"/>
                </a:lnTo>
                <a:lnTo>
                  <a:pt x="2" y="6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1" y="1"/>
                </a:lnTo>
                <a:lnTo>
                  <a:pt x="1" y="2"/>
                </a:lnTo>
                <a:lnTo>
                  <a:pt x="2" y="2"/>
                </a:lnTo>
                <a:lnTo>
                  <a:pt x="2" y="4"/>
                </a:lnTo>
                <a:lnTo>
                  <a:pt x="1" y="4"/>
                </a:lnTo>
                <a:lnTo>
                  <a:pt x="2" y="4"/>
                </a:lnTo>
                <a:lnTo>
                  <a:pt x="2" y="5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7" name=""/>
          <p:cNvSpPr/>
          <p:nvPr/>
        </p:nvSpPr>
        <p:spPr>
          <a:xfrm>
            <a:off x="7073640" y="132336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6" y="3"/>
                </a:moveTo>
                <a:lnTo>
                  <a:pt x="5" y="4"/>
                </a:lnTo>
                <a:lnTo>
                  <a:pt x="3" y="4"/>
                </a:lnTo>
                <a:lnTo>
                  <a:pt x="2" y="4"/>
                </a:lnTo>
                <a:lnTo>
                  <a:pt x="2" y="6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1" y="4"/>
                </a:lnTo>
                <a:lnTo>
                  <a:pt x="2" y="4"/>
                </a:lnTo>
                <a:lnTo>
                  <a:pt x="2" y="3"/>
                </a:lnTo>
                <a:lnTo>
                  <a:pt x="1" y="3"/>
                </a:ln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  <a:lnTo>
                  <a:pt x="5" y="0"/>
                </a:lnTo>
                <a:lnTo>
                  <a:pt x="6" y="2"/>
                </a:lnTo>
                <a:lnTo>
                  <a:pt x="6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8" name=""/>
          <p:cNvSpPr/>
          <p:nvPr/>
        </p:nvSpPr>
        <p:spPr>
          <a:xfrm>
            <a:off x="7075440" y="132192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2" y="2"/>
                </a:move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09" name=""/>
          <p:cNvSpPr/>
          <p:nvPr/>
        </p:nvSpPr>
        <p:spPr>
          <a:xfrm>
            <a:off x="7077240" y="1321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2"/>
                </a:moveTo>
                <a:lnTo>
                  <a:pt x="3" y="3"/>
                </a:lnTo>
                <a:lnTo>
                  <a:pt x="3" y="2"/>
                </a:lnTo>
                <a:lnTo>
                  <a:pt x="4" y="2"/>
                </a:lnTo>
                <a:lnTo>
                  <a:pt x="3" y="2"/>
                </a:lnTo>
                <a:lnTo>
                  <a:pt x="3" y="3"/>
                </a:lnTo>
                <a:lnTo>
                  <a:pt x="3" y="4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0" name=""/>
          <p:cNvSpPr/>
          <p:nvPr/>
        </p:nvSpPr>
        <p:spPr>
          <a:xfrm>
            <a:off x="7077600" y="13201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1"/>
                </a:moveTo>
                <a:lnTo>
                  <a:pt x="4" y="3"/>
                </a:lnTo>
                <a:lnTo>
                  <a:pt x="4" y="1"/>
                </a:lnTo>
                <a:lnTo>
                  <a:pt x="3" y="1"/>
                </a:lnTo>
                <a:lnTo>
                  <a:pt x="2" y="1"/>
                </a:lnTo>
                <a:lnTo>
                  <a:pt x="2" y="3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3" y="0"/>
                </a:lnTo>
                <a:lnTo>
                  <a:pt x="3" y="1"/>
                </a:lnTo>
                <a:lnTo>
                  <a:pt x="4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1" name=""/>
          <p:cNvSpPr/>
          <p:nvPr/>
        </p:nvSpPr>
        <p:spPr>
          <a:xfrm>
            <a:off x="7082280" y="12996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2" y="1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2" name=""/>
          <p:cNvSpPr/>
          <p:nvPr/>
        </p:nvSpPr>
        <p:spPr>
          <a:xfrm>
            <a:off x="6999840" y="12884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3" y="1"/>
                </a:lnTo>
                <a:lnTo>
                  <a:pt x="3" y="0"/>
                </a:ln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3" name=""/>
          <p:cNvSpPr/>
          <p:nvPr/>
        </p:nvSpPr>
        <p:spPr>
          <a:xfrm>
            <a:off x="6998400" y="12877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4"/>
                </a:moveTo>
                <a:lnTo>
                  <a:pt x="1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5" y="0"/>
                </a:ln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4" name=""/>
          <p:cNvSpPr/>
          <p:nvPr/>
        </p:nvSpPr>
        <p:spPr>
          <a:xfrm>
            <a:off x="7080480" y="12960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2"/>
                </a:move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5" name=""/>
          <p:cNvSpPr/>
          <p:nvPr/>
        </p:nvSpPr>
        <p:spPr>
          <a:xfrm>
            <a:off x="7112520" y="1298520"/>
            <a:ext cx="1080" cy="2160"/>
          </a:xfrm>
          <a:custGeom>
            <a:avLst/>
            <a:gdLst/>
            <a:ahLst/>
            <a:rect l="0" t="0" r="r" b="b"/>
            <a:pathLst>
              <a:path fill="none" w="3" h="6">
                <a:moveTo>
                  <a:pt x="3" y="2"/>
                </a:moveTo>
                <a:lnTo>
                  <a:pt x="1" y="2"/>
                </a:lnTo>
                <a:lnTo>
                  <a:pt x="1" y="3"/>
                </a:lnTo>
                <a:lnTo>
                  <a:pt x="3" y="4"/>
                </a:lnTo>
                <a:lnTo>
                  <a:pt x="1" y="6"/>
                </a:lnTo>
                <a:lnTo>
                  <a:pt x="0" y="6"/>
                </a:lnTo>
                <a:lnTo>
                  <a:pt x="0" y="4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0" y="2"/>
                </a:lnTo>
                <a:lnTo>
                  <a:pt x="1" y="0"/>
                </a:lnTo>
                <a:lnTo>
                  <a:pt x="3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6" name=""/>
          <p:cNvSpPr/>
          <p:nvPr/>
        </p:nvSpPr>
        <p:spPr>
          <a:xfrm>
            <a:off x="7112880" y="129780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7" name=""/>
          <p:cNvSpPr/>
          <p:nvPr/>
        </p:nvSpPr>
        <p:spPr>
          <a:xfrm>
            <a:off x="7087320" y="129024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8" name=""/>
          <p:cNvSpPr/>
          <p:nvPr/>
        </p:nvSpPr>
        <p:spPr>
          <a:xfrm>
            <a:off x="7089840" y="1289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9" name=""/>
          <p:cNvSpPr/>
          <p:nvPr/>
        </p:nvSpPr>
        <p:spPr>
          <a:xfrm>
            <a:off x="7098120" y="128556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3" y="0"/>
                </a:moveTo>
                <a:lnTo>
                  <a:pt x="3" y="1"/>
                </a:lnTo>
                <a:lnTo>
                  <a:pt x="4" y="1"/>
                </a:lnTo>
                <a:lnTo>
                  <a:pt x="6" y="1"/>
                </a:lnTo>
                <a:lnTo>
                  <a:pt x="6" y="3"/>
                </a:lnTo>
                <a:lnTo>
                  <a:pt x="4" y="3"/>
                </a:lnTo>
                <a:lnTo>
                  <a:pt x="4" y="1"/>
                </a:lnTo>
                <a:lnTo>
                  <a:pt x="3" y="1"/>
                </a:lnTo>
                <a:lnTo>
                  <a:pt x="3" y="0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0" name=""/>
          <p:cNvSpPr/>
          <p:nvPr/>
        </p:nvSpPr>
        <p:spPr>
          <a:xfrm>
            <a:off x="7102800" y="1285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1" name=""/>
          <p:cNvSpPr/>
          <p:nvPr/>
        </p:nvSpPr>
        <p:spPr>
          <a:xfrm>
            <a:off x="7099560" y="12852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2" name=""/>
          <p:cNvSpPr/>
          <p:nvPr/>
        </p:nvSpPr>
        <p:spPr>
          <a:xfrm>
            <a:off x="7146000" y="1292040"/>
            <a:ext cx="2520" cy="2520"/>
          </a:xfrm>
          <a:custGeom>
            <a:avLst/>
            <a:gdLst/>
            <a:ahLst/>
            <a:rect l="0" t="0" r="r" b="b"/>
            <a:pathLst>
              <a:path fill="none" w="7" h="7">
                <a:moveTo>
                  <a:pt x="3" y="3"/>
                </a:moveTo>
                <a:lnTo>
                  <a:pt x="4" y="3"/>
                </a:lnTo>
                <a:lnTo>
                  <a:pt x="5" y="3"/>
                </a:lnTo>
                <a:lnTo>
                  <a:pt x="6" y="3"/>
                </a:lnTo>
                <a:lnTo>
                  <a:pt x="5" y="4"/>
                </a:lnTo>
                <a:lnTo>
                  <a:pt x="6" y="4"/>
                </a:lnTo>
                <a:lnTo>
                  <a:pt x="7" y="4"/>
                </a:lnTo>
                <a:lnTo>
                  <a:pt x="7" y="5"/>
                </a:lnTo>
                <a:lnTo>
                  <a:pt x="6" y="7"/>
                </a:lnTo>
                <a:lnTo>
                  <a:pt x="5" y="5"/>
                </a:lnTo>
                <a:lnTo>
                  <a:pt x="4" y="5"/>
                </a:lnTo>
                <a:lnTo>
                  <a:pt x="3" y="5"/>
                </a:lnTo>
                <a:lnTo>
                  <a:pt x="3" y="4"/>
                </a:lnTo>
                <a:lnTo>
                  <a:pt x="2" y="4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3" name=""/>
          <p:cNvSpPr/>
          <p:nvPr/>
        </p:nvSpPr>
        <p:spPr>
          <a:xfrm>
            <a:off x="7149960" y="12916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4" name=""/>
          <p:cNvSpPr/>
          <p:nvPr/>
        </p:nvSpPr>
        <p:spPr>
          <a:xfrm>
            <a:off x="7151400" y="12913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1" y="0"/>
                </a:moveTo>
                <a:lnTo>
                  <a:pt x="2" y="0"/>
                </a:lnTo>
                <a:lnTo>
                  <a:pt x="2" y="1"/>
                </a:lnTo>
                <a:lnTo>
                  <a:pt x="4" y="0"/>
                </a:lnTo>
                <a:lnTo>
                  <a:pt x="4" y="1"/>
                </a:lnTo>
                <a:lnTo>
                  <a:pt x="2" y="1"/>
                </a:lnTo>
                <a:lnTo>
                  <a:pt x="2" y="3"/>
                </a:lnTo>
                <a:lnTo>
                  <a:pt x="1" y="3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5" name=""/>
          <p:cNvSpPr/>
          <p:nvPr/>
        </p:nvSpPr>
        <p:spPr>
          <a:xfrm>
            <a:off x="7148880" y="12909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2" y="0"/>
                </a:moveTo>
                <a:lnTo>
                  <a:pt x="4" y="0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6" name=""/>
          <p:cNvSpPr/>
          <p:nvPr/>
        </p:nvSpPr>
        <p:spPr>
          <a:xfrm>
            <a:off x="7149600" y="1290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2"/>
                </a:moveTo>
                <a:lnTo>
                  <a:pt x="4" y="2"/>
                </a:lnTo>
                <a:lnTo>
                  <a:pt x="2" y="2"/>
                </a:lnTo>
                <a:lnTo>
                  <a:pt x="4" y="4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7" name=""/>
          <p:cNvSpPr/>
          <p:nvPr/>
        </p:nvSpPr>
        <p:spPr>
          <a:xfrm>
            <a:off x="7134480" y="12862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2" y="0"/>
                </a:moveTo>
                <a:lnTo>
                  <a:pt x="2" y="2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8" name=""/>
          <p:cNvSpPr/>
          <p:nvPr/>
        </p:nvSpPr>
        <p:spPr>
          <a:xfrm>
            <a:off x="7130520" y="12852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0" y="1"/>
                </a:lnTo>
                <a:lnTo>
                  <a:pt x="1" y="1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9" name=""/>
          <p:cNvSpPr/>
          <p:nvPr/>
        </p:nvSpPr>
        <p:spPr>
          <a:xfrm>
            <a:off x="7162560" y="1289880"/>
            <a:ext cx="2520" cy="3600"/>
          </a:xfrm>
          <a:custGeom>
            <a:avLst/>
            <a:gdLst/>
            <a:ahLst/>
            <a:rect l="0" t="0" r="r" b="b"/>
            <a:pathLst>
              <a:path fill="none" w="7" h="10">
                <a:moveTo>
                  <a:pt x="5" y="2"/>
                </a:moveTo>
                <a:lnTo>
                  <a:pt x="6" y="3"/>
                </a:lnTo>
                <a:lnTo>
                  <a:pt x="7" y="3"/>
                </a:lnTo>
                <a:lnTo>
                  <a:pt x="6" y="3"/>
                </a:lnTo>
                <a:lnTo>
                  <a:pt x="6" y="4"/>
                </a:lnTo>
                <a:lnTo>
                  <a:pt x="7" y="4"/>
                </a:lnTo>
                <a:lnTo>
                  <a:pt x="7" y="6"/>
                </a:lnTo>
                <a:lnTo>
                  <a:pt x="7" y="7"/>
                </a:lnTo>
                <a:lnTo>
                  <a:pt x="6" y="7"/>
                </a:lnTo>
                <a:lnTo>
                  <a:pt x="4" y="8"/>
                </a:lnTo>
                <a:lnTo>
                  <a:pt x="2" y="9"/>
                </a:lnTo>
                <a:lnTo>
                  <a:pt x="2" y="10"/>
                </a:lnTo>
                <a:lnTo>
                  <a:pt x="1" y="9"/>
                </a:lnTo>
                <a:lnTo>
                  <a:pt x="0" y="8"/>
                </a:lnTo>
                <a:lnTo>
                  <a:pt x="0" y="7"/>
                </a:lnTo>
                <a:lnTo>
                  <a:pt x="1" y="7"/>
                </a:lnTo>
                <a:lnTo>
                  <a:pt x="1" y="6"/>
                </a:lnTo>
                <a:lnTo>
                  <a:pt x="1" y="4"/>
                </a:lnTo>
                <a:lnTo>
                  <a:pt x="2" y="4"/>
                </a:lnTo>
                <a:lnTo>
                  <a:pt x="2" y="6"/>
                </a:lnTo>
                <a:lnTo>
                  <a:pt x="4" y="6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1" y="3"/>
                </a:lnTo>
                <a:lnTo>
                  <a:pt x="1" y="2"/>
                </a:ln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2"/>
                </a:lnTo>
                <a:lnTo>
                  <a:pt x="2" y="2"/>
                </a:lnTo>
                <a:lnTo>
                  <a:pt x="4" y="2"/>
                </a:lnTo>
                <a:lnTo>
                  <a:pt x="5" y="2"/>
                </a:lnTo>
                <a:lnTo>
                  <a:pt x="5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5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0" rIns="360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0" name=""/>
          <p:cNvSpPr/>
          <p:nvPr/>
        </p:nvSpPr>
        <p:spPr>
          <a:xfrm>
            <a:off x="7131240" y="1284840"/>
            <a:ext cx="3600" cy="3600"/>
          </a:xfrm>
          <a:custGeom>
            <a:avLst/>
            <a:gdLst/>
            <a:ahLst/>
            <a:rect l="0" t="0" r="r" b="b"/>
            <a:pathLst>
              <a:path fill="none" w="10" h="10">
                <a:moveTo>
                  <a:pt x="10" y="1"/>
                </a:moveTo>
                <a:lnTo>
                  <a:pt x="9" y="1"/>
                </a:lnTo>
                <a:lnTo>
                  <a:pt x="8" y="1"/>
                </a:lnTo>
                <a:lnTo>
                  <a:pt x="8" y="2"/>
                </a:lnTo>
                <a:lnTo>
                  <a:pt x="8" y="4"/>
                </a:lnTo>
                <a:lnTo>
                  <a:pt x="8" y="5"/>
                </a:lnTo>
                <a:lnTo>
                  <a:pt x="9" y="5"/>
                </a:lnTo>
                <a:lnTo>
                  <a:pt x="9" y="6"/>
                </a:lnTo>
                <a:lnTo>
                  <a:pt x="9" y="7"/>
                </a:lnTo>
                <a:lnTo>
                  <a:pt x="9" y="8"/>
                </a:lnTo>
                <a:lnTo>
                  <a:pt x="9" y="7"/>
                </a:lnTo>
                <a:lnTo>
                  <a:pt x="8" y="7"/>
                </a:lnTo>
                <a:lnTo>
                  <a:pt x="7" y="7"/>
                </a:lnTo>
                <a:lnTo>
                  <a:pt x="8" y="7"/>
                </a:lnTo>
                <a:lnTo>
                  <a:pt x="8" y="6"/>
                </a:lnTo>
                <a:lnTo>
                  <a:pt x="7" y="6"/>
                </a:lnTo>
                <a:lnTo>
                  <a:pt x="6" y="6"/>
                </a:lnTo>
                <a:lnTo>
                  <a:pt x="6" y="7"/>
                </a:lnTo>
                <a:lnTo>
                  <a:pt x="6" y="8"/>
                </a:lnTo>
                <a:lnTo>
                  <a:pt x="4" y="9"/>
                </a:lnTo>
                <a:lnTo>
                  <a:pt x="3" y="10"/>
                </a:lnTo>
                <a:lnTo>
                  <a:pt x="2" y="10"/>
                </a:lnTo>
                <a:lnTo>
                  <a:pt x="2" y="9"/>
                </a:lnTo>
                <a:lnTo>
                  <a:pt x="1" y="8"/>
                </a:lnTo>
                <a:lnTo>
                  <a:pt x="0" y="8"/>
                </a:lnTo>
                <a:lnTo>
                  <a:pt x="0" y="7"/>
                </a:lnTo>
                <a:lnTo>
                  <a:pt x="0" y="6"/>
                </a:lnTo>
                <a:lnTo>
                  <a:pt x="0" y="5"/>
                </a:lnTo>
                <a:lnTo>
                  <a:pt x="1" y="5"/>
                </a:lnTo>
                <a:lnTo>
                  <a:pt x="2" y="5"/>
                </a:lnTo>
                <a:lnTo>
                  <a:pt x="2" y="4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6" y="2"/>
                </a:lnTo>
                <a:lnTo>
                  <a:pt x="7" y="2"/>
                </a:lnTo>
                <a:lnTo>
                  <a:pt x="7" y="1"/>
                </a:lnTo>
                <a:lnTo>
                  <a:pt x="8" y="1"/>
                </a:lnTo>
                <a:lnTo>
                  <a:pt x="9" y="1"/>
                </a:lnTo>
                <a:lnTo>
                  <a:pt x="9" y="0"/>
                </a:lnTo>
                <a:lnTo>
                  <a:pt x="10" y="0"/>
                </a:lnTo>
                <a:lnTo>
                  <a:pt x="1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0" rIns="360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1" name=""/>
          <p:cNvSpPr/>
          <p:nvPr/>
        </p:nvSpPr>
        <p:spPr>
          <a:xfrm>
            <a:off x="7135200" y="12841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2"/>
                </a:move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1" y="2"/>
                </a:lnTo>
                <a:lnTo>
                  <a:pt x="0" y="2"/>
                </a:lnTo>
                <a:lnTo>
                  <a:pt x="0" y="0"/>
                </a:lnTo>
                <a:lnTo>
                  <a:pt x="1" y="0"/>
                </a:lnTo>
                <a:lnTo>
                  <a:pt x="2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2" name=""/>
          <p:cNvSpPr/>
          <p:nvPr/>
        </p:nvSpPr>
        <p:spPr>
          <a:xfrm>
            <a:off x="7141320" y="12844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2"/>
                </a:moveTo>
                <a:lnTo>
                  <a:pt x="4" y="3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1" y="3"/>
                </a:lnTo>
                <a:lnTo>
                  <a:pt x="1" y="2"/>
                </a:lnTo>
                <a:lnTo>
                  <a:pt x="1" y="3"/>
                </a:ln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3" y="0"/>
                </a:lnTo>
                <a:lnTo>
                  <a:pt x="4" y="0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3" name=""/>
          <p:cNvSpPr/>
          <p:nvPr/>
        </p:nvSpPr>
        <p:spPr>
          <a:xfrm>
            <a:off x="7137720" y="1284120"/>
            <a:ext cx="2880" cy="720"/>
          </a:xfrm>
          <a:custGeom>
            <a:avLst/>
            <a:gdLst/>
            <a:ahLst/>
            <a:rect l="0" t="0" r="r" b="b"/>
            <a:pathLst>
              <a:path fill="none" w="8" h="2">
                <a:moveTo>
                  <a:pt x="8" y="0"/>
                </a:moveTo>
                <a:lnTo>
                  <a:pt x="8" y="2"/>
                </a:lnTo>
                <a:lnTo>
                  <a:pt x="6" y="2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8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4" name=""/>
          <p:cNvSpPr/>
          <p:nvPr/>
        </p:nvSpPr>
        <p:spPr>
          <a:xfrm>
            <a:off x="7129800" y="12823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3" y="0"/>
                </a:moveTo>
                <a:lnTo>
                  <a:pt x="4" y="0"/>
                </a:lnTo>
                <a:lnTo>
                  <a:pt x="3" y="0"/>
                </a:lnTo>
                <a:lnTo>
                  <a:pt x="3" y="2"/>
                </a:lnTo>
                <a:lnTo>
                  <a:pt x="1" y="2"/>
                </a:lnTo>
                <a:lnTo>
                  <a:pt x="3" y="2"/>
                </a:lnTo>
                <a:lnTo>
                  <a:pt x="1" y="2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5" name=""/>
          <p:cNvSpPr/>
          <p:nvPr/>
        </p:nvSpPr>
        <p:spPr>
          <a:xfrm>
            <a:off x="7135200" y="128268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3" y="0"/>
                </a:moveTo>
                <a:lnTo>
                  <a:pt x="3" y="1"/>
                </a:lnTo>
                <a:lnTo>
                  <a:pt x="4" y="1"/>
                </a:lnTo>
                <a:lnTo>
                  <a:pt x="5" y="1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  <a:lnTo>
                  <a:pt x="3" y="1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1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6" name=""/>
          <p:cNvSpPr/>
          <p:nvPr/>
        </p:nvSpPr>
        <p:spPr>
          <a:xfrm>
            <a:off x="7148520" y="128448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4" y="0"/>
                </a:moveTo>
                <a:lnTo>
                  <a:pt x="3" y="0"/>
                </a:lnTo>
                <a:lnTo>
                  <a:pt x="2" y="0"/>
                </a:lnTo>
                <a:lnTo>
                  <a:pt x="2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7" name=""/>
          <p:cNvSpPr/>
          <p:nvPr/>
        </p:nvSpPr>
        <p:spPr>
          <a:xfrm>
            <a:off x="7143120" y="1283400"/>
            <a:ext cx="5040" cy="2520"/>
          </a:xfrm>
          <a:custGeom>
            <a:avLst/>
            <a:gdLst/>
            <a:ahLst/>
            <a:rect l="0" t="0" r="r" b="b"/>
            <a:pathLst>
              <a:path fill="none" w="14" h="7">
                <a:moveTo>
                  <a:pt x="12" y="2"/>
                </a:move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4" y="4"/>
                </a:lnTo>
                <a:lnTo>
                  <a:pt x="13" y="4"/>
                </a:lnTo>
                <a:lnTo>
                  <a:pt x="12" y="4"/>
                </a:lnTo>
                <a:lnTo>
                  <a:pt x="11" y="4"/>
                </a:lnTo>
                <a:lnTo>
                  <a:pt x="11" y="5"/>
                </a:lnTo>
                <a:lnTo>
                  <a:pt x="10" y="5"/>
                </a:lnTo>
                <a:lnTo>
                  <a:pt x="9" y="5"/>
                </a:lnTo>
                <a:lnTo>
                  <a:pt x="9" y="7"/>
                </a:lnTo>
                <a:lnTo>
                  <a:pt x="8" y="7"/>
                </a:lnTo>
                <a:lnTo>
                  <a:pt x="8" y="5"/>
                </a:lnTo>
                <a:lnTo>
                  <a:pt x="9" y="4"/>
                </a:lnTo>
                <a:lnTo>
                  <a:pt x="9" y="3"/>
                </a:lnTo>
                <a:lnTo>
                  <a:pt x="8" y="3"/>
                </a:lnTo>
                <a:lnTo>
                  <a:pt x="7" y="3"/>
                </a:lnTo>
                <a:lnTo>
                  <a:pt x="6" y="3"/>
                </a:lnTo>
                <a:lnTo>
                  <a:pt x="5" y="3"/>
                </a:lnTo>
                <a:lnTo>
                  <a:pt x="4" y="4"/>
                </a:lnTo>
                <a:lnTo>
                  <a:pt x="4" y="3"/>
                </a:lnTo>
                <a:lnTo>
                  <a:pt x="2" y="3"/>
                </a:lnTo>
                <a:lnTo>
                  <a:pt x="2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2" y="2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2" y="2"/>
                </a:lnTo>
                <a:lnTo>
                  <a:pt x="12" y="0"/>
                </a:lnTo>
                <a:lnTo>
                  <a:pt x="13" y="2"/>
                </a:lnTo>
                <a:lnTo>
                  <a:pt x="1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080" rIns="360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8" name=""/>
          <p:cNvSpPr/>
          <p:nvPr/>
        </p:nvSpPr>
        <p:spPr>
          <a:xfrm>
            <a:off x="7138080" y="1280880"/>
            <a:ext cx="7560" cy="2880"/>
          </a:xfrm>
          <a:custGeom>
            <a:avLst/>
            <a:gdLst/>
            <a:ahLst/>
            <a:rect l="0" t="0" r="r" b="b"/>
            <a:pathLst>
              <a:path fill="none" w="21" h="8">
                <a:moveTo>
                  <a:pt x="6" y="1"/>
                </a:moveTo>
                <a:lnTo>
                  <a:pt x="5" y="2"/>
                </a:lnTo>
                <a:lnTo>
                  <a:pt x="6" y="2"/>
                </a:lnTo>
                <a:lnTo>
                  <a:pt x="6" y="4"/>
                </a:lnTo>
                <a:lnTo>
                  <a:pt x="7" y="4"/>
                </a:lnTo>
                <a:lnTo>
                  <a:pt x="7" y="2"/>
                </a:lnTo>
                <a:lnTo>
                  <a:pt x="8" y="2"/>
                </a:lnTo>
                <a:lnTo>
                  <a:pt x="9" y="2"/>
                </a:lnTo>
                <a:lnTo>
                  <a:pt x="9" y="4"/>
                </a:lnTo>
                <a:lnTo>
                  <a:pt x="10" y="4"/>
                </a:lnTo>
                <a:lnTo>
                  <a:pt x="10" y="5"/>
                </a:lnTo>
                <a:lnTo>
                  <a:pt x="11" y="5"/>
                </a:lnTo>
                <a:lnTo>
                  <a:pt x="12" y="5"/>
                </a:lnTo>
                <a:lnTo>
                  <a:pt x="13" y="5"/>
                </a:lnTo>
                <a:lnTo>
                  <a:pt x="14" y="5"/>
                </a:lnTo>
                <a:lnTo>
                  <a:pt x="15" y="4"/>
                </a:lnTo>
                <a:lnTo>
                  <a:pt x="16" y="4"/>
                </a:lnTo>
                <a:lnTo>
                  <a:pt x="17" y="4"/>
                </a:lnTo>
                <a:lnTo>
                  <a:pt x="16" y="4"/>
                </a:lnTo>
                <a:lnTo>
                  <a:pt x="17" y="4"/>
                </a:lnTo>
                <a:lnTo>
                  <a:pt x="17" y="5"/>
                </a:lnTo>
                <a:lnTo>
                  <a:pt x="18" y="5"/>
                </a:lnTo>
                <a:lnTo>
                  <a:pt x="19" y="6"/>
                </a:lnTo>
                <a:lnTo>
                  <a:pt x="19" y="5"/>
                </a:lnTo>
                <a:lnTo>
                  <a:pt x="19" y="6"/>
                </a:lnTo>
                <a:lnTo>
                  <a:pt x="20" y="6"/>
                </a:lnTo>
                <a:lnTo>
                  <a:pt x="21" y="6"/>
                </a:lnTo>
                <a:lnTo>
                  <a:pt x="21" y="5"/>
                </a:lnTo>
                <a:lnTo>
                  <a:pt x="21" y="6"/>
                </a:lnTo>
                <a:lnTo>
                  <a:pt x="20" y="6"/>
                </a:lnTo>
                <a:lnTo>
                  <a:pt x="20" y="7"/>
                </a:lnTo>
                <a:lnTo>
                  <a:pt x="19" y="7"/>
                </a:lnTo>
                <a:lnTo>
                  <a:pt x="18" y="7"/>
                </a:lnTo>
                <a:lnTo>
                  <a:pt x="17" y="7"/>
                </a:lnTo>
                <a:lnTo>
                  <a:pt x="17" y="6"/>
                </a:lnTo>
                <a:lnTo>
                  <a:pt x="16" y="6"/>
                </a:lnTo>
                <a:lnTo>
                  <a:pt x="15" y="6"/>
                </a:lnTo>
                <a:lnTo>
                  <a:pt x="14" y="6"/>
                </a:lnTo>
                <a:lnTo>
                  <a:pt x="13" y="6"/>
                </a:lnTo>
                <a:lnTo>
                  <a:pt x="11" y="6"/>
                </a:lnTo>
                <a:lnTo>
                  <a:pt x="10" y="6"/>
                </a:lnTo>
                <a:lnTo>
                  <a:pt x="11" y="6"/>
                </a:lnTo>
                <a:lnTo>
                  <a:pt x="11" y="7"/>
                </a:lnTo>
                <a:lnTo>
                  <a:pt x="10" y="7"/>
                </a:lnTo>
                <a:lnTo>
                  <a:pt x="10" y="8"/>
                </a:lnTo>
                <a:lnTo>
                  <a:pt x="10" y="7"/>
                </a:lnTo>
                <a:lnTo>
                  <a:pt x="9" y="7"/>
                </a:lnTo>
                <a:lnTo>
                  <a:pt x="10" y="6"/>
                </a:lnTo>
                <a:lnTo>
                  <a:pt x="9" y="6"/>
                </a:lnTo>
                <a:lnTo>
                  <a:pt x="9" y="5"/>
                </a:lnTo>
                <a:lnTo>
                  <a:pt x="8" y="5"/>
                </a:lnTo>
                <a:lnTo>
                  <a:pt x="7" y="5"/>
                </a:lnTo>
                <a:lnTo>
                  <a:pt x="6" y="5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3" y="2"/>
                </a:lnTo>
                <a:lnTo>
                  <a:pt x="1" y="2"/>
                </a:lnTo>
                <a:lnTo>
                  <a:pt x="0" y="1"/>
                </a:lnTo>
                <a:lnTo>
                  <a:pt x="1" y="1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4" y="1"/>
                </a:lnTo>
                <a:lnTo>
                  <a:pt x="5" y="1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39" name=""/>
          <p:cNvSpPr/>
          <p:nvPr/>
        </p:nvSpPr>
        <p:spPr>
          <a:xfrm>
            <a:off x="7131240" y="127944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4" y="0"/>
                </a:moveTo>
                <a:lnTo>
                  <a:pt x="5" y="0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3" y="2"/>
                </a:lnTo>
                <a:lnTo>
                  <a:pt x="3" y="3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1" y="2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0" name=""/>
          <p:cNvSpPr/>
          <p:nvPr/>
        </p:nvSpPr>
        <p:spPr>
          <a:xfrm>
            <a:off x="7156440" y="1283040"/>
            <a:ext cx="2160" cy="720"/>
          </a:xfrm>
          <a:custGeom>
            <a:avLst/>
            <a:gdLst/>
            <a:ahLst/>
            <a:rect l="0" t="0" r="r" b="b"/>
            <a:pathLst>
              <a:path fill="none" w="6" h="2">
                <a:moveTo>
                  <a:pt x="6" y="0"/>
                </a:move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1" name=""/>
          <p:cNvSpPr/>
          <p:nvPr/>
        </p:nvSpPr>
        <p:spPr>
          <a:xfrm>
            <a:off x="7159320" y="127476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2" y="0"/>
                </a:moveTo>
                <a:lnTo>
                  <a:pt x="4" y="0"/>
                </a:lnTo>
                <a:lnTo>
                  <a:pt x="5" y="2"/>
                </a:lnTo>
                <a:lnTo>
                  <a:pt x="6" y="2"/>
                </a:lnTo>
                <a:lnTo>
                  <a:pt x="6" y="3"/>
                </a:lnTo>
                <a:lnTo>
                  <a:pt x="5" y="2"/>
                </a:lnTo>
                <a:lnTo>
                  <a:pt x="4" y="2"/>
                </a:lnTo>
                <a:lnTo>
                  <a:pt x="4" y="3"/>
                </a:lnTo>
                <a:lnTo>
                  <a:pt x="4" y="4"/>
                </a:lnTo>
                <a:lnTo>
                  <a:pt x="3" y="4"/>
                </a:lnTo>
                <a:lnTo>
                  <a:pt x="3" y="3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2" name=""/>
          <p:cNvSpPr/>
          <p:nvPr/>
        </p:nvSpPr>
        <p:spPr>
          <a:xfrm>
            <a:off x="7159320" y="127224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2" y="2"/>
                </a:move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2" y="5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3" name=""/>
          <p:cNvSpPr/>
          <p:nvPr/>
        </p:nvSpPr>
        <p:spPr>
          <a:xfrm>
            <a:off x="7160760" y="12718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0"/>
                </a:moveTo>
                <a:lnTo>
                  <a:pt x="2" y="2"/>
                </a:lnTo>
                <a:lnTo>
                  <a:pt x="4" y="2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4" name=""/>
          <p:cNvSpPr/>
          <p:nvPr/>
        </p:nvSpPr>
        <p:spPr>
          <a:xfrm>
            <a:off x="7155000" y="1270080"/>
            <a:ext cx="3960" cy="3240"/>
          </a:xfrm>
          <a:custGeom>
            <a:avLst/>
            <a:gdLst/>
            <a:ahLst/>
            <a:rect l="0" t="0" r="r" b="b"/>
            <a:pathLst>
              <a:path fill="none" w="11" h="9">
                <a:moveTo>
                  <a:pt x="5" y="1"/>
                </a:moveTo>
                <a:lnTo>
                  <a:pt x="7" y="1"/>
                </a:lnTo>
                <a:lnTo>
                  <a:pt x="8" y="1"/>
                </a:lnTo>
                <a:lnTo>
                  <a:pt x="8" y="2"/>
                </a:lnTo>
                <a:lnTo>
                  <a:pt x="9" y="2"/>
                </a:lnTo>
                <a:lnTo>
                  <a:pt x="10" y="2"/>
                </a:lnTo>
                <a:lnTo>
                  <a:pt x="10" y="3"/>
                </a:lnTo>
                <a:lnTo>
                  <a:pt x="11" y="3"/>
                </a:lnTo>
                <a:lnTo>
                  <a:pt x="11" y="5"/>
                </a:lnTo>
                <a:lnTo>
                  <a:pt x="10" y="5"/>
                </a:lnTo>
                <a:lnTo>
                  <a:pt x="9" y="6"/>
                </a:lnTo>
                <a:lnTo>
                  <a:pt x="9" y="7"/>
                </a:lnTo>
                <a:lnTo>
                  <a:pt x="8" y="7"/>
                </a:lnTo>
                <a:lnTo>
                  <a:pt x="8" y="8"/>
                </a:lnTo>
                <a:lnTo>
                  <a:pt x="7" y="8"/>
                </a:lnTo>
                <a:lnTo>
                  <a:pt x="7" y="9"/>
                </a:lnTo>
                <a:lnTo>
                  <a:pt x="6" y="9"/>
                </a:lnTo>
                <a:lnTo>
                  <a:pt x="5" y="9"/>
                </a:lnTo>
                <a:lnTo>
                  <a:pt x="4" y="8"/>
                </a:lnTo>
                <a:lnTo>
                  <a:pt x="4" y="7"/>
                </a:lnTo>
                <a:lnTo>
                  <a:pt x="4" y="6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1" y="3"/>
                </a:lnTo>
                <a:lnTo>
                  <a:pt x="3" y="3"/>
                </a:lnTo>
                <a:lnTo>
                  <a:pt x="3" y="2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4" y="1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" rIns="360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5" name=""/>
          <p:cNvSpPr/>
          <p:nvPr/>
        </p:nvSpPr>
        <p:spPr>
          <a:xfrm>
            <a:off x="7158240" y="12661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1"/>
                </a:moveTo>
                <a:lnTo>
                  <a:pt x="2" y="1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6" name=""/>
          <p:cNvSpPr/>
          <p:nvPr/>
        </p:nvSpPr>
        <p:spPr>
          <a:xfrm>
            <a:off x="7184160" y="126144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5" y="2"/>
                </a:moveTo>
                <a:lnTo>
                  <a:pt x="6" y="2"/>
                </a:lnTo>
                <a:lnTo>
                  <a:pt x="6" y="3"/>
                </a:lnTo>
                <a:lnTo>
                  <a:pt x="5" y="3"/>
                </a:lnTo>
                <a:lnTo>
                  <a:pt x="5" y="2"/>
                </a:lnTo>
                <a:lnTo>
                  <a:pt x="6" y="2"/>
                </a:lnTo>
                <a:lnTo>
                  <a:pt x="5" y="2"/>
                </a:lnTo>
                <a:lnTo>
                  <a:pt x="5" y="3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1" y="3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520" rIns="360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7" name=""/>
          <p:cNvSpPr/>
          <p:nvPr/>
        </p:nvSpPr>
        <p:spPr>
          <a:xfrm>
            <a:off x="7187760" y="12600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2" y="0"/>
                </a:lnTo>
                <a:lnTo>
                  <a:pt x="2" y="2"/>
                </a:lnTo>
                <a:lnTo>
                  <a:pt x="3" y="2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8" name=""/>
          <p:cNvSpPr/>
          <p:nvPr/>
        </p:nvSpPr>
        <p:spPr>
          <a:xfrm>
            <a:off x="7207920" y="12574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9" name=""/>
          <p:cNvSpPr/>
          <p:nvPr/>
        </p:nvSpPr>
        <p:spPr>
          <a:xfrm>
            <a:off x="7066800" y="12337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0" name=""/>
          <p:cNvSpPr/>
          <p:nvPr/>
        </p:nvSpPr>
        <p:spPr>
          <a:xfrm>
            <a:off x="7206480" y="12542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0" y="2"/>
                </a:lnTo>
                <a:lnTo>
                  <a:pt x="0" y="4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1" name=""/>
          <p:cNvSpPr/>
          <p:nvPr/>
        </p:nvSpPr>
        <p:spPr>
          <a:xfrm>
            <a:off x="7207200" y="1253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2" name=""/>
          <p:cNvSpPr/>
          <p:nvPr/>
        </p:nvSpPr>
        <p:spPr>
          <a:xfrm>
            <a:off x="7205760" y="125172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4" y="2"/>
                </a:moveTo>
                <a:lnTo>
                  <a:pt x="2" y="2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1" y="5"/>
                </a:lnTo>
                <a:lnTo>
                  <a:pt x="1" y="7"/>
                </a:lnTo>
                <a:lnTo>
                  <a:pt x="0" y="7"/>
                </a:lnTo>
                <a:lnTo>
                  <a:pt x="0" y="8"/>
                </a:lnTo>
                <a:lnTo>
                  <a:pt x="1" y="7"/>
                </a:lnTo>
                <a:lnTo>
                  <a:pt x="2" y="7"/>
                </a:lnTo>
                <a:lnTo>
                  <a:pt x="2" y="5"/>
                </a:lnTo>
                <a:lnTo>
                  <a:pt x="4" y="5"/>
                </a:lnTo>
                <a:lnTo>
                  <a:pt x="6" y="4"/>
                </a:lnTo>
                <a:lnTo>
                  <a:pt x="7" y="4"/>
                </a:lnTo>
                <a:lnTo>
                  <a:pt x="7" y="3"/>
                </a:lnTo>
                <a:lnTo>
                  <a:pt x="8" y="3"/>
                </a:lnTo>
                <a:lnTo>
                  <a:pt x="8" y="2"/>
                </a:lnTo>
                <a:lnTo>
                  <a:pt x="8" y="0"/>
                </a:lnTo>
                <a:lnTo>
                  <a:pt x="7" y="0"/>
                </a:lnTo>
                <a:lnTo>
                  <a:pt x="7" y="1"/>
                </a:lnTo>
                <a:lnTo>
                  <a:pt x="6" y="1"/>
                </a:lnTo>
                <a:lnTo>
                  <a:pt x="5" y="1"/>
                </a:lnTo>
                <a:lnTo>
                  <a:pt x="5" y="2"/>
                </a:lnTo>
                <a:lnTo>
                  <a:pt x="4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720" rIns="360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3" name=""/>
          <p:cNvSpPr/>
          <p:nvPr/>
        </p:nvSpPr>
        <p:spPr>
          <a:xfrm>
            <a:off x="7072920" y="122904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7" y="3"/>
                </a:moveTo>
                <a:lnTo>
                  <a:pt x="5" y="3"/>
                </a:lnTo>
                <a:lnTo>
                  <a:pt x="4" y="3"/>
                </a:lnTo>
                <a:lnTo>
                  <a:pt x="3" y="3"/>
                </a:lnTo>
                <a:lnTo>
                  <a:pt x="2" y="3"/>
                </a:lnTo>
                <a:lnTo>
                  <a:pt x="2" y="5"/>
                </a:lnTo>
                <a:lnTo>
                  <a:pt x="1" y="6"/>
                </a:lnTo>
                <a:lnTo>
                  <a:pt x="0" y="6"/>
                </a:lnTo>
                <a:lnTo>
                  <a:pt x="0" y="5"/>
                </a:ln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2" y="2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7" y="1"/>
                </a:lnTo>
                <a:lnTo>
                  <a:pt x="7" y="3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4" name=""/>
          <p:cNvSpPr/>
          <p:nvPr/>
        </p:nvSpPr>
        <p:spPr>
          <a:xfrm>
            <a:off x="7209000" y="1248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5" name=""/>
          <p:cNvSpPr/>
          <p:nvPr/>
        </p:nvSpPr>
        <p:spPr>
          <a:xfrm>
            <a:off x="7207920" y="124776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3" y="0"/>
                </a:moveTo>
                <a:lnTo>
                  <a:pt x="2" y="1"/>
                </a:ln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  <a:lnTo>
                  <a:pt x="0" y="5"/>
                </a:lnTo>
                <a:lnTo>
                  <a:pt x="2" y="5"/>
                </a:lnTo>
                <a:lnTo>
                  <a:pt x="3" y="5"/>
                </a:lnTo>
                <a:lnTo>
                  <a:pt x="3" y="6"/>
                </a:lnTo>
                <a:lnTo>
                  <a:pt x="3" y="5"/>
                </a:lnTo>
                <a:lnTo>
                  <a:pt x="3" y="6"/>
                </a:lnTo>
                <a:lnTo>
                  <a:pt x="5" y="6"/>
                </a:lnTo>
                <a:lnTo>
                  <a:pt x="5" y="5"/>
                </a:lnTo>
                <a:lnTo>
                  <a:pt x="5" y="3"/>
                </a:lnTo>
                <a:lnTo>
                  <a:pt x="3" y="3"/>
                </a:lnTo>
                <a:lnTo>
                  <a:pt x="3" y="2"/>
                </a:lnTo>
                <a:lnTo>
                  <a:pt x="3" y="1"/>
                </a:lnTo>
                <a:lnTo>
                  <a:pt x="3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6" name=""/>
          <p:cNvSpPr/>
          <p:nvPr/>
        </p:nvSpPr>
        <p:spPr>
          <a:xfrm>
            <a:off x="7213320" y="124524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7" name=""/>
          <p:cNvSpPr/>
          <p:nvPr/>
        </p:nvSpPr>
        <p:spPr>
          <a:xfrm>
            <a:off x="7211520" y="1244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8" name=""/>
          <p:cNvSpPr/>
          <p:nvPr/>
        </p:nvSpPr>
        <p:spPr>
          <a:xfrm>
            <a:off x="7211880" y="1244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9" name=""/>
          <p:cNvSpPr/>
          <p:nvPr/>
        </p:nvSpPr>
        <p:spPr>
          <a:xfrm>
            <a:off x="7213320" y="12445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0" y="3"/>
                </a:lnTo>
                <a:lnTo>
                  <a:pt x="0" y="4"/>
                </a:lnTo>
                <a:lnTo>
                  <a:pt x="0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  <a:lnTo>
                  <a:pt x="0" y="3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0" name=""/>
          <p:cNvSpPr/>
          <p:nvPr/>
        </p:nvSpPr>
        <p:spPr>
          <a:xfrm>
            <a:off x="7212240" y="1243800"/>
            <a:ext cx="360" cy="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1" name=""/>
          <p:cNvSpPr/>
          <p:nvPr/>
        </p:nvSpPr>
        <p:spPr>
          <a:xfrm>
            <a:off x="7214040" y="124092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6" y="1"/>
                </a:moveTo>
                <a:lnTo>
                  <a:pt x="5" y="1"/>
                </a:lnTo>
                <a:lnTo>
                  <a:pt x="6" y="1"/>
                </a:lnTo>
                <a:lnTo>
                  <a:pt x="5" y="1"/>
                </a:lnTo>
                <a:lnTo>
                  <a:pt x="5" y="0"/>
                </a:lnTo>
                <a:lnTo>
                  <a:pt x="5" y="1"/>
                </a:lnTo>
                <a:lnTo>
                  <a:pt x="4" y="1"/>
                </a:lnTo>
                <a:lnTo>
                  <a:pt x="2" y="1"/>
                </a:lnTo>
                <a:lnTo>
                  <a:pt x="2" y="2"/>
                </a:lnTo>
                <a:lnTo>
                  <a:pt x="1" y="2"/>
                </a:lnTo>
                <a:lnTo>
                  <a:pt x="1" y="4"/>
                </a:lnTo>
                <a:lnTo>
                  <a:pt x="1" y="5"/>
                </a:lnTo>
                <a:lnTo>
                  <a:pt x="0" y="5"/>
                </a:lnTo>
                <a:lnTo>
                  <a:pt x="1" y="5"/>
                </a:lnTo>
                <a:lnTo>
                  <a:pt x="2" y="4"/>
                </a:lnTo>
                <a:lnTo>
                  <a:pt x="4" y="4"/>
                </a:lnTo>
                <a:lnTo>
                  <a:pt x="5" y="4"/>
                </a:lnTo>
                <a:lnTo>
                  <a:pt x="5" y="2"/>
                </a:lnTo>
                <a:lnTo>
                  <a:pt x="6" y="2"/>
                </a:lnTo>
                <a:lnTo>
                  <a:pt x="6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800" rIns="360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2" name=""/>
          <p:cNvSpPr/>
          <p:nvPr/>
        </p:nvSpPr>
        <p:spPr>
          <a:xfrm>
            <a:off x="7215840" y="124020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4" y="0"/>
                </a:moveTo>
                <a:lnTo>
                  <a:pt x="4" y="2"/>
                </a:ln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  <a:lnTo>
                  <a:pt x="0" y="6"/>
                </a:lnTo>
                <a:lnTo>
                  <a:pt x="2" y="6"/>
                </a:lnTo>
                <a:lnTo>
                  <a:pt x="2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6" y="3"/>
                </a:lnTo>
                <a:lnTo>
                  <a:pt x="6" y="0"/>
                </a:lnTo>
                <a:lnTo>
                  <a:pt x="4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1440" rIns="360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3" name=""/>
          <p:cNvSpPr/>
          <p:nvPr/>
        </p:nvSpPr>
        <p:spPr>
          <a:xfrm>
            <a:off x="7216200" y="12402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4" name=""/>
          <p:cNvSpPr/>
          <p:nvPr/>
        </p:nvSpPr>
        <p:spPr>
          <a:xfrm>
            <a:off x="7216920" y="12398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880" rIns="360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5" name=""/>
          <p:cNvSpPr/>
          <p:nvPr/>
        </p:nvSpPr>
        <p:spPr>
          <a:xfrm>
            <a:off x="7218720" y="123804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6" y="0"/>
                </a:moveTo>
                <a:lnTo>
                  <a:pt x="4" y="0"/>
                </a:lnTo>
                <a:lnTo>
                  <a:pt x="4" y="2"/>
                </a:lnTo>
                <a:lnTo>
                  <a:pt x="3" y="2"/>
                </a:lnTo>
                <a:lnTo>
                  <a:pt x="1" y="2"/>
                </a:lnTo>
                <a:lnTo>
                  <a:pt x="3" y="2"/>
                </a:lnTo>
                <a:lnTo>
                  <a:pt x="1" y="2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3" y="2"/>
                </a:lnTo>
                <a:lnTo>
                  <a:pt x="3" y="4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6" y="2"/>
                </a:lnTo>
                <a:lnTo>
                  <a:pt x="6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6" name=""/>
          <p:cNvSpPr/>
          <p:nvPr/>
        </p:nvSpPr>
        <p:spPr>
          <a:xfrm>
            <a:off x="7220520" y="12380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1" y="0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7" name=""/>
          <p:cNvSpPr/>
          <p:nvPr/>
        </p:nvSpPr>
        <p:spPr>
          <a:xfrm>
            <a:off x="7222320" y="12369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8" name=""/>
          <p:cNvSpPr/>
          <p:nvPr/>
        </p:nvSpPr>
        <p:spPr>
          <a:xfrm>
            <a:off x="7443720" y="1144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2"/>
                </a:moveTo>
                <a:lnTo>
                  <a:pt x="0" y="4"/>
                </a:ln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69" name=""/>
          <p:cNvSpPr/>
          <p:nvPr/>
        </p:nvSpPr>
        <p:spPr>
          <a:xfrm>
            <a:off x="7442640" y="11422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2" y="3"/>
                </a:lnTo>
                <a:lnTo>
                  <a:pt x="2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lnTo>
                  <a:pt x="2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0" name=""/>
          <p:cNvSpPr/>
          <p:nvPr/>
        </p:nvSpPr>
        <p:spPr>
          <a:xfrm>
            <a:off x="7431480" y="11340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3600" rIns="360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1" name=""/>
          <p:cNvSpPr/>
          <p:nvPr/>
        </p:nvSpPr>
        <p:spPr>
          <a:xfrm>
            <a:off x="7431480" y="1132560"/>
            <a:ext cx="0" cy="360"/>
          </a:xfrm>
          <a:prstGeom prst="line">
            <a:avLst/>
          </a:prstGeom>
          <a:ln w="756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600" tIns="-3240" rIns="360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2" name=""/>
          <p:cNvSpPr/>
          <p:nvPr/>
        </p:nvSpPr>
        <p:spPr>
          <a:xfrm>
            <a:off x="7431120" y="113076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4"/>
                </a:moveTo>
                <a:lnTo>
                  <a:pt x="2" y="4"/>
                </a:lnTo>
                <a:lnTo>
                  <a:pt x="2" y="3"/>
                </a:lnTo>
                <a:lnTo>
                  <a:pt x="3" y="3"/>
                </a:lnTo>
                <a:lnTo>
                  <a:pt x="3" y="1"/>
                </a:lnTo>
                <a:lnTo>
                  <a:pt x="2" y="0"/>
                </a:lnTo>
                <a:lnTo>
                  <a:pt x="0" y="1"/>
                </a:lnTo>
                <a:lnTo>
                  <a:pt x="0" y="3"/>
                </a:lnTo>
                <a:lnTo>
                  <a:pt x="0" y="4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-2160" rIns="360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3" name=""/>
          <p:cNvSpPr/>
          <p:nvPr/>
        </p:nvSpPr>
        <p:spPr>
          <a:xfrm>
            <a:off x="5282640" y="668160"/>
            <a:ext cx="2332800" cy="1433520"/>
          </a:xfrm>
          <a:custGeom>
            <a:avLst/>
            <a:gdLst/>
            <a:ahLst/>
            <a:rect l="0" t="0" r="r" b="b"/>
            <a:pathLst>
              <a:path fill="none" w="6480" h="3982">
                <a:moveTo>
                  <a:pt x="5272" y="1"/>
                </a:moveTo>
                <a:lnTo>
                  <a:pt x="5273" y="1"/>
                </a:lnTo>
                <a:lnTo>
                  <a:pt x="5273" y="2"/>
                </a:lnTo>
                <a:lnTo>
                  <a:pt x="5274" y="2"/>
                </a:lnTo>
                <a:lnTo>
                  <a:pt x="5275" y="2"/>
                </a:lnTo>
                <a:lnTo>
                  <a:pt x="5276" y="2"/>
                </a:lnTo>
                <a:lnTo>
                  <a:pt x="5276" y="3"/>
                </a:lnTo>
                <a:lnTo>
                  <a:pt x="5277" y="3"/>
                </a:lnTo>
                <a:lnTo>
                  <a:pt x="5278" y="3"/>
                </a:lnTo>
                <a:lnTo>
                  <a:pt x="5278" y="4"/>
                </a:lnTo>
                <a:lnTo>
                  <a:pt x="5278" y="5"/>
                </a:lnTo>
                <a:lnTo>
                  <a:pt x="5279" y="5"/>
                </a:lnTo>
                <a:lnTo>
                  <a:pt x="5280" y="7"/>
                </a:lnTo>
                <a:lnTo>
                  <a:pt x="5280" y="8"/>
                </a:lnTo>
                <a:lnTo>
                  <a:pt x="5281" y="8"/>
                </a:lnTo>
                <a:lnTo>
                  <a:pt x="5282" y="8"/>
                </a:lnTo>
                <a:lnTo>
                  <a:pt x="5283" y="8"/>
                </a:lnTo>
                <a:lnTo>
                  <a:pt x="5284" y="8"/>
                </a:lnTo>
                <a:lnTo>
                  <a:pt x="5285" y="8"/>
                </a:lnTo>
                <a:lnTo>
                  <a:pt x="5286" y="8"/>
                </a:lnTo>
                <a:lnTo>
                  <a:pt x="5287" y="8"/>
                </a:lnTo>
                <a:lnTo>
                  <a:pt x="5288" y="8"/>
                </a:lnTo>
                <a:lnTo>
                  <a:pt x="5289" y="8"/>
                </a:lnTo>
                <a:lnTo>
                  <a:pt x="5291" y="9"/>
                </a:lnTo>
                <a:lnTo>
                  <a:pt x="5292" y="9"/>
                </a:lnTo>
                <a:lnTo>
                  <a:pt x="5293" y="9"/>
                </a:lnTo>
                <a:lnTo>
                  <a:pt x="5294" y="9"/>
                </a:lnTo>
                <a:lnTo>
                  <a:pt x="5295" y="9"/>
                </a:lnTo>
                <a:lnTo>
                  <a:pt x="5296" y="9"/>
                </a:lnTo>
                <a:lnTo>
                  <a:pt x="5299" y="9"/>
                </a:lnTo>
                <a:lnTo>
                  <a:pt x="5302" y="10"/>
                </a:lnTo>
                <a:lnTo>
                  <a:pt x="5303" y="11"/>
                </a:lnTo>
                <a:lnTo>
                  <a:pt x="5304" y="12"/>
                </a:lnTo>
                <a:lnTo>
                  <a:pt x="5308" y="13"/>
                </a:lnTo>
                <a:lnTo>
                  <a:pt x="5310" y="15"/>
                </a:lnTo>
                <a:lnTo>
                  <a:pt x="5313" y="17"/>
                </a:lnTo>
                <a:lnTo>
                  <a:pt x="5313" y="18"/>
                </a:lnTo>
                <a:lnTo>
                  <a:pt x="5314" y="18"/>
                </a:lnTo>
                <a:lnTo>
                  <a:pt x="5314" y="19"/>
                </a:lnTo>
                <a:lnTo>
                  <a:pt x="5315" y="19"/>
                </a:lnTo>
                <a:lnTo>
                  <a:pt x="5315" y="20"/>
                </a:lnTo>
                <a:lnTo>
                  <a:pt x="5317" y="20"/>
                </a:lnTo>
                <a:lnTo>
                  <a:pt x="5317" y="19"/>
                </a:lnTo>
                <a:lnTo>
                  <a:pt x="5318" y="19"/>
                </a:lnTo>
                <a:lnTo>
                  <a:pt x="5319" y="19"/>
                </a:lnTo>
                <a:lnTo>
                  <a:pt x="5320" y="19"/>
                </a:lnTo>
                <a:lnTo>
                  <a:pt x="5320" y="20"/>
                </a:lnTo>
                <a:lnTo>
                  <a:pt x="5321" y="20"/>
                </a:lnTo>
                <a:lnTo>
                  <a:pt x="5321" y="21"/>
                </a:lnTo>
                <a:lnTo>
                  <a:pt x="5322" y="21"/>
                </a:lnTo>
                <a:lnTo>
                  <a:pt x="5321" y="21"/>
                </a:lnTo>
                <a:lnTo>
                  <a:pt x="5322" y="22"/>
                </a:lnTo>
                <a:lnTo>
                  <a:pt x="5322" y="23"/>
                </a:lnTo>
                <a:lnTo>
                  <a:pt x="5323" y="23"/>
                </a:lnTo>
                <a:lnTo>
                  <a:pt x="5324" y="23"/>
                </a:lnTo>
                <a:lnTo>
                  <a:pt x="5324" y="24"/>
                </a:lnTo>
                <a:lnTo>
                  <a:pt x="5324" y="25"/>
                </a:lnTo>
                <a:lnTo>
                  <a:pt x="5325" y="25"/>
                </a:lnTo>
                <a:lnTo>
                  <a:pt x="5326" y="25"/>
                </a:lnTo>
                <a:lnTo>
                  <a:pt x="5326" y="26"/>
                </a:lnTo>
                <a:lnTo>
                  <a:pt x="5327" y="25"/>
                </a:lnTo>
                <a:lnTo>
                  <a:pt x="5328" y="25"/>
                </a:lnTo>
                <a:lnTo>
                  <a:pt x="5329" y="25"/>
                </a:lnTo>
                <a:lnTo>
                  <a:pt x="5329" y="24"/>
                </a:lnTo>
                <a:lnTo>
                  <a:pt x="5330" y="24"/>
                </a:lnTo>
                <a:lnTo>
                  <a:pt x="5331" y="23"/>
                </a:lnTo>
                <a:lnTo>
                  <a:pt x="5333" y="23"/>
                </a:lnTo>
                <a:lnTo>
                  <a:pt x="5335" y="22"/>
                </a:lnTo>
                <a:lnTo>
                  <a:pt x="5336" y="22"/>
                </a:lnTo>
                <a:lnTo>
                  <a:pt x="5338" y="22"/>
                </a:lnTo>
                <a:lnTo>
                  <a:pt x="5339" y="22"/>
                </a:lnTo>
                <a:lnTo>
                  <a:pt x="5340" y="22"/>
                </a:lnTo>
                <a:lnTo>
                  <a:pt x="5340" y="23"/>
                </a:lnTo>
                <a:lnTo>
                  <a:pt x="5340" y="24"/>
                </a:lnTo>
                <a:lnTo>
                  <a:pt x="5341" y="24"/>
                </a:lnTo>
                <a:lnTo>
                  <a:pt x="5342" y="25"/>
                </a:lnTo>
                <a:lnTo>
                  <a:pt x="5343" y="25"/>
                </a:lnTo>
                <a:lnTo>
                  <a:pt x="5343" y="26"/>
                </a:lnTo>
                <a:lnTo>
                  <a:pt x="5344" y="26"/>
                </a:lnTo>
                <a:lnTo>
                  <a:pt x="5345" y="26"/>
                </a:lnTo>
                <a:lnTo>
                  <a:pt x="5345" y="27"/>
                </a:lnTo>
                <a:lnTo>
                  <a:pt x="5346" y="27"/>
                </a:lnTo>
                <a:lnTo>
                  <a:pt x="5347" y="28"/>
                </a:lnTo>
                <a:lnTo>
                  <a:pt x="5347" y="29"/>
                </a:lnTo>
                <a:lnTo>
                  <a:pt x="5348" y="29"/>
                </a:lnTo>
                <a:lnTo>
                  <a:pt x="5348" y="30"/>
                </a:lnTo>
                <a:lnTo>
                  <a:pt x="5349" y="30"/>
                </a:lnTo>
                <a:lnTo>
                  <a:pt x="5349" y="31"/>
                </a:lnTo>
                <a:lnTo>
                  <a:pt x="5349" y="32"/>
                </a:lnTo>
                <a:lnTo>
                  <a:pt x="5350" y="32"/>
                </a:lnTo>
                <a:lnTo>
                  <a:pt x="5350" y="33"/>
                </a:lnTo>
                <a:lnTo>
                  <a:pt x="5351" y="34"/>
                </a:lnTo>
                <a:lnTo>
                  <a:pt x="5351" y="35"/>
                </a:lnTo>
                <a:lnTo>
                  <a:pt x="5352" y="36"/>
                </a:lnTo>
                <a:lnTo>
                  <a:pt x="5353" y="37"/>
                </a:lnTo>
                <a:lnTo>
                  <a:pt x="5354" y="37"/>
                </a:lnTo>
                <a:lnTo>
                  <a:pt x="5355" y="37"/>
                </a:lnTo>
                <a:lnTo>
                  <a:pt x="5356" y="37"/>
                </a:lnTo>
                <a:lnTo>
                  <a:pt x="5356" y="38"/>
                </a:lnTo>
                <a:lnTo>
                  <a:pt x="5357" y="38"/>
                </a:lnTo>
                <a:lnTo>
                  <a:pt x="5357" y="39"/>
                </a:lnTo>
                <a:lnTo>
                  <a:pt x="5358" y="39"/>
                </a:lnTo>
                <a:lnTo>
                  <a:pt x="5358" y="40"/>
                </a:lnTo>
                <a:lnTo>
                  <a:pt x="5359" y="41"/>
                </a:lnTo>
                <a:lnTo>
                  <a:pt x="5360" y="41"/>
                </a:lnTo>
                <a:lnTo>
                  <a:pt x="5361" y="41"/>
                </a:lnTo>
                <a:lnTo>
                  <a:pt x="5362" y="41"/>
                </a:lnTo>
                <a:lnTo>
                  <a:pt x="5363" y="41"/>
                </a:lnTo>
                <a:lnTo>
                  <a:pt x="5364" y="41"/>
                </a:lnTo>
                <a:lnTo>
                  <a:pt x="5365" y="42"/>
                </a:lnTo>
                <a:lnTo>
                  <a:pt x="5366" y="43"/>
                </a:lnTo>
                <a:lnTo>
                  <a:pt x="5367" y="43"/>
                </a:lnTo>
                <a:lnTo>
                  <a:pt x="5368" y="43"/>
                </a:lnTo>
                <a:lnTo>
                  <a:pt x="5369" y="43"/>
                </a:lnTo>
                <a:lnTo>
                  <a:pt x="5370" y="43"/>
                </a:lnTo>
                <a:lnTo>
                  <a:pt x="5374" y="43"/>
                </a:lnTo>
                <a:lnTo>
                  <a:pt x="5375" y="42"/>
                </a:lnTo>
                <a:lnTo>
                  <a:pt x="5376" y="42"/>
                </a:lnTo>
                <a:lnTo>
                  <a:pt x="5377" y="42"/>
                </a:lnTo>
                <a:lnTo>
                  <a:pt x="5378" y="42"/>
                </a:lnTo>
                <a:lnTo>
                  <a:pt x="5380" y="42"/>
                </a:lnTo>
                <a:lnTo>
                  <a:pt x="5381" y="42"/>
                </a:lnTo>
                <a:lnTo>
                  <a:pt x="5382" y="43"/>
                </a:lnTo>
                <a:lnTo>
                  <a:pt x="5383" y="43"/>
                </a:lnTo>
                <a:lnTo>
                  <a:pt x="5384" y="43"/>
                </a:lnTo>
                <a:lnTo>
                  <a:pt x="5385" y="43"/>
                </a:lnTo>
                <a:lnTo>
                  <a:pt x="5386" y="43"/>
                </a:lnTo>
                <a:lnTo>
                  <a:pt x="5386" y="44"/>
                </a:lnTo>
                <a:lnTo>
                  <a:pt x="5387" y="44"/>
                </a:lnTo>
                <a:lnTo>
                  <a:pt x="5388" y="44"/>
                </a:lnTo>
                <a:lnTo>
                  <a:pt x="5389" y="44"/>
                </a:lnTo>
                <a:lnTo>
                  <a:pt x="5389" y="45"/>
                </a:lnTo>
                <a:lnTo>
                  <a:pt x="5389" y="46"/>
                </a:lnTo>
                <a:lnTo>
                  <a:pt x="5388" y="47"/>
                </a:lnTo>
                <a:lnTo>
                  <a:pt x="5388" y="48"/>
                </a:lnTo>
                <a:lnTo>
                  <a:pt x="5389" y="49"/>
                </a:lnTo>
                <a:lnTo>
                  <a:pt x="5390" y="50"/>
                </a:lnTo>
                <a:lnTo>
                  <a:pt x="5391" y="50"/>
                </a:lnTo>
                <a:lnTo>
                  <a:pt x="5392" y="50"/>
                </a:lnTo>
                <a:lnTo>
                  <a:pt x="5393" y="50"/>
                </a:lnTo>
                <a:lnTo>
                  <a:pt x="5395" y="50"/>
                </a:lnTo>
                <a:lnTo>
                  <a:pt x="5397" y="50"/>
                </a:lnTo>
                <a:lnTo>
                  <a:pt x="5398" y="50"/>
                </a:lnTo>
                <a:lnTo>
                  <a:pt x="5399" y="50"/>
                </a:lnTo>
                <a:lnTo>
                  <a:pt x="5400" y="50"/>
                </a:lnTo>
                <a:lnTo>
                  <a:pt x="5401" y="50"/>
                </a:lnTo>
                <a:lnTo>
                  <a:pt x="5402" y="52"/>
                </a:lnTo>
                <a:lnTo>
                  <a:pt x="5403" y="53"/>
                </a:lnTo>
                <a:lnTo>
                  <a:pt x="5403" y="54"/>
                </a:lnTo>
                <a:lnTo>
                  <a:pt x="5403" y="55"/>
                </a:lnTo>
                <a:lnTo>
                  <a:pt x="5404" y="55"/>
                </a:lnTo>
                <a:lnTo>
                  <a:pt x="5405" y="56"/>
                </a:lnTo>
                <a:lnTo>
                  <a:pt x="5406" y="55"/>
                </a:lnTo>
                <a:lnTo>
                  <a:pt x="5407" y="55"/>
                </a:lnTo>
                <a:lnTo>
                  <a:pt x="5408" y="55"/>
                </a:lnTo>
                <a:lnTo>
                  <a:pt x="5408" y="54"/>
                </a:lnTo>
                <a:lnTo>
                  <a:pt x="5408" y="53"/>
                </a:lnTo>
                <a:lnTo>
                  <a:pt x="5408" y="52"/>
                </a:lnTo>
                <a:lnTo>
                  <a:pt x="5408" y="51"/>
                </a:lnTo>
                <a:lnTo>
                  <a:pt x="5407" y="51"/>
                </a:lnTo>
                <a:lnTo>
                  <a:pt x="5407" y="50"/>
                </a:lnTo>
                <a:lnTo>
                  <a:pt x="5407" y="49"/>
                </a:lnTo>
                <a:lnTo>
                  <a:pt x="5406" y="49"/>
                </a:lnTo>
                <a:lnTo>
                  <a:pt x="5406" y="48"/>
                </a:lnTo>
                <a:lnTo>
                  <a:pt x="5406" y="47"/>
                </a:lnTo>
                <a:lnTo>
                  <a:pt x="5407" y="47"/>
                </a:lnTo>
                <a:lnTo>
                  <a:pt x="5409" y="46"/>
                </a:lnTo>
                <a:lnTo>
                  <a:pt x="5411" y="45"/>
                </a:lnTo>
                <a:lnTo>
                  <a:pt x="5412" y="45"/>
                </a:lnTo>
                <a:lnTo>
                  <a:pt x="5413" y="45"/>
                </a:lnTo>
                <a:lnTo>
                  <a:pt x="5414" y="45"/>
                </a:lnTo>
                <a:lnTo>
                  <a:pt x="5414" y="44"/>
                </a:lnTo>
                <a:lnTo>
                  <a:pt x="5415" y="44"/>
                </a:lnTo>
                <a:lnTo>
                  <a:pt x="5416" y="44"/>
                </a:lnTo>
                <a:lnTo>
                  <a:pt x="5418" y="43"/>
                </a:lnTo>
                <a:lnTo>
                  <a:pt x="5419" y="43"/>
                </a:lnTo>
                <a:lnTo>
                  <a:pt x="5420" y="43"/>
                </a:lnTo>
                <a:lnTo>
                  <a:pt x="5421" y="43"/>
                </a:lnTo>
                <a:lnTo>
                  <a:pt x="5422" y="43"/>
                </a:lnTo>
                <a:lnTo>
                  <a:pt x="5423" y="43"/>
                </a:lnTo>
                <a:lnTo>
                  <a:pt x="5424" y="43"/>
                </a:lnTo>
                <a:lnTo>
                  <a:pt x="5425" y="43"/>
                </a:lnTo>
                <a:lnTo>
                  <a:pt x="5426" y="43"/>
                </a:lnTo>
                <a:lnTo>
                  <a:pt x="5430" y="43"/>
                </a:lnTo>
                <a:lnTo>
                  <a:pt x="5432" y="43"/>
                </a:lnTo>
                <a:lnTo>
                  <a:pt x="5433" y="43"/>
                </a:lnTo>
                <a:lnTo>
                  <a:pt x="5434" y="43"/>
                </a:lnTo>
                <a:lnTo>
                  <a:pt x="5435" y="43"/>
                </a:lnTo>
                <a:lnTo>
                  <a:pt x="5436" y="43"/>
                </a:lnTo>
                <a:lnTo>
                  <a:pt x="5437" y="43"/>
                </a:lnTo>
                <a:lnTo>
                  <a:pt x="5439" y="44"/>
                </a:lnTo>
                <a:lnTo>
                  <a:pt x="5440" y="44"/>
                </a:lnTo>
                <a:lnTo>
                  <a:pt x="5441" y="44"/>
                </a:lnTo>
                <a:lnTo>
                  <a:pt x="5441" y="45"/>
                </a:lnTo>
                <a:lnTo>
                  <a:pt x="5442" y="45"/>
                </a:lnTo>
                <a:lnTo>
                  <a:pt x="5444" y="45"/>
                </a:lnTo>
                <a:lnTo>
                  <a:pt x="5448" y="48"/>
                </a:lnTo>
                <a:lnTo>
                  <a:pt x="5449" y="49"/>
                </a:lnTo>
                <a:lnTo>
                  <a:pt x="5450" y="49"/>
                </a:lnTo>
                <a:lnTo>
                  <a:pt x="5451" y="50"/>
                </a:lnTo>
                <a:lnTo>
                  <a:pt x="5452" y="50"/>
                </a:lnTo>
                <a:lnTo>
                  <a:pt x="5453" y="50"/>
                </a:lnTo>
                <a:lnTo>
                  <a:pt x="5454" y="50"/>
                </a:lnTo>
                <a:lnTo>
                  <a:pt x="5454" y="51"/>
                </a:lnTo>
                <a:lnTo>
                  <a:pt x="5455" y="51"/>
                </a:lnTo>
                <a:lnTo>
                  <a:pt x="5456" y="51"/>
                </a:lnTo>
                <a:lnTo>
                  <a:pt x="5458" y="52"/>
                </a:lnTo>
                <a:lnTo>
                  <a:pt x="5459" y="52"/>
                </a:lnTo>
                <a:lnTo>
                  <a:pt x="5460" y="52"/>
                </a:lnTo>
                <a:lnTo>
                  <a:pt x="5461" y="52"/>
                </a:lnTo>
                <a:lnTo>
                  <a:pt x="5462" y="53"/>
                </a:lnTo>
                <a:lnTo>
                  <a:pt x="5463" y="53"/>
                </a:lnTo>
                <a:lnTo>
                  <a:pt x="5464" y="53"/>
                </a:lnTo>
                <a:lnTo>
                  <a:pt x="5464" y="54"/>
                </a:lnTo>
                <a:lnTo>
                  <a:pt x="5465" y="54"/>
                </a:lnTo>
                <a:lnTo>
                  <a:pt x="5466" y="54"/>
                </a:lnTo>
                <a:lnTo>
                  <a:pt x="5467" y="54"/>
                </a:lnTo>
                <a:lnTo>
                  <a:pt x="5468" y="55"/>
                </a:lnTo>
                <a:lnTo>
                  <a:pt x="5469" y="55"/>
                </a:lnTo>
                <a:lnTo>
                  <a:pt x="5470" y="55"/>
                </a:lnTo>
                <a:lnTo>
                  <a:pt x="5471" y="56"/>
                </a:lnTo>
                <a:lnTo>
                  <a:pt x="5471" y="57"/>
                </a:lnTo>
                <a:lnTo>
                  <a:pt x="5471" y="59"/>
                </a:lnTo>
                <a:lnTo>
                  <a:pt x="5471" y="60"/>
                </a:lnTo>
                <a:lnTo>
                  <a:pt x="5472" y="61"/>
                </a:lnTo>
                <a:lnTo>
                  <a:pt x="5473" y="61"/>
                </a:lnTo>
                <a:lnTo>
                  <a:pt x="5474" y="61"/>
                </a:lnTo>
                <a:lnTo>
                  <a:pt x="5475" y="60"/>
                </a:lnTo>
                <a:lnTo>
                  <a:pt x="5476" y="60"/>
                </a:lnTo>
                <a:lnTo>
                  <a:pt x="5477" y="59"/>
                </a:lnTo>
                <a:lnTo>
                  <a:pt x="5477" y="58"/>
                </a:lnTo>
                <a:lnTo>
                  <a:pt x="5478" y="58"/>
                </a:lnTo>
                <a:lnTo>
                  <a:pt x="5479" y="58"/>
                </a:lnTo>
                <a:lnTo>
                  <a:pt x="5480" y="57"/>
                </a:lnTo>
                <a:lnTo>
                  <a:pt x="5481" y="57"/>
                </a:lnTo>
                <a:lnTo>
                  <a:pt x="5482" y="57"/>
                </a:lnTo>
                <a:lnTo>
                  <a:pt x="5483" y="57"/>
                </a:lnTo>
                <a:lnTo>
                  <a:pt x="5484" y="58"/>
                </a:lnTo>
                <a:lnTo>
                  <a:pt x="5485" y="59"/>
                </a:lnTo>
                <a:lnTo>
                  <a:pt x="5485" y="60"/>
                </a:lnTo>
                <a:lnTo>
                  <a:pt x="5486" y="60"/>
                </a:lnTo>
                <a:lnTo>
                  <a:pt x="5486" y="61"/>
                </a:lnTo>
                <a:lnTo>
                  <a:pt x="5485" y="61"/>
                </a:lnTo>
                <a:lnTo>
                  <a:pt x="5485" y="62"/>
                </a:lnTo>
                <a:lnTo>
                  <a:pt x="5486" y="62"/>
                </a:lnTo>
                <a:lnTo>
                  <a:pt x="5486" y="63"/>
                </a:lnTo>
                <a:lnTo>
                  <a:pt x="5487" y="63"/>
                </a:lnTo>
                <a:lnTo>
                  <a:pt x="5487" y="64"/>
                </a:lnTo>
                <a:lnTo>
                  <a:pt x="5489" y="65"/>
                </a:lnTo>
                <a:lnTo>
                  <a:pt x="5489" y="66"/>
                </a:lnTo>
                <a:lnTo>
                  <a:pt x="5490" y="66"/>
                </a:lnTo>
                <a:lnTo>
                  <a:pt x="5490" y="67"/>
                </a:lnTo>
                <a:lnTo>
                  <a:pt x="5491" y="67"/>
                </a:lnTo>
                <a:lnTo>
                  <a:pt x="5492" y="67"/>
                </a:lnTo>
                <a:lnTo>
                  <a:pt x="5493" y="67"/>
                </a:lnTo>
                <a:lnTo>
                  <a:pt x="5494" y="67"/>
                </a:lnTo>
                <a:lnTo>
                  <a:pt x="5495" y="68"/>
                </a:lnTo>
                <a:lnTo>
                  <a:pt x="5496" y="68"/>
                </a:lnTo>
                <a:lnTo>
                  <a:pt x="5497" y="68"/>
                </a:lnTo>
                <a:lnTo>
                  <a:pt x="5497" y="69"/>
                </a:lnTo>
                <a:lnTo>
                  <a:pt x="5497" y="70"/>
                </a:lnTo>
                <a:lnTo>
                  <a:pt x="5496" y="70"/>
                </a:lnTo>
                <a:lnTo>
                  <a:pt x="5495" y="70"/>
                </a:lnTo>
                <a:lnTo>
                  <a:pt x="5495" y="71"/>
                </a:lnTo>
                <a:lnTo>
                  <a:pt x="5495" y="72"/>
                </a:lnTo>
                <a:lnTo>
                  <a:pt x="5495" y="73"/>
                </a:lnTo>
                <a:lnTo>
                  <a:pt x="5495" y="74"/>
                </a:lnTo>
                <a:lnTo>
                  <a:pt x="5494" y="75"/>
                </a:lnTo>
                <a:lnTo>
                  <a:pt x="5493" y="75"/>
                </a:lnTo>
                <a:lnTo>
                  <a:pt x="5492" y="76"/>
                </a:lnTo>
                <a:lnTo>
                  <a:pt x="5490" y="76"/>
                </a:lnTo>
                <a:lnTo>
                  <a:pt x="5489" y="76"/>
                </a:lnTo>
                <a:lnTo>
                  <a:pt x="5488" y="76"/>
                </a:lnTo>
                <a:lnTo>
                  <a:pt x="5488" y="77"/>
                </a:lnTo>
                <a:lnTo>
                  <a:pt x="5488" y="78"/>
                </a:lnTo>
                <a:lnTo>
                  <a:pt x="5488" y="80"/>
                </a:lnTo>
                <a:lnTo>
                  <a:pt x="5488" y="81"/>
                </a:lnTo>
                <a:lnTo>
                  <a:pt x="5488" y="82"/>
                </a:lnTo>
                <a:lnTo>
                  <a:pt x="5488" y="83"/>
                </a:lnTo>
                <a:lnTo>
                  <a:pt x="5489" y="83"/>
                </a:lnTo>
                <a:lnTo>
                  <a:pt x="5489" y="84"/>
                </a:lnTo>
                <a:lnTo>
                  <a:pt x="5490" y="84"/>
                </a:lnTo>
                <a:lnTo>
                  <a:pt x="5490" y="83"/>
                </a:lnTo>
                <a:lnTo>
                  <a:pt x="5491" y="83"/>
                </a:lnTo>
                <a:lnTo>
                  <a:pt x="5492" y="83"/>
                </a:lnTo>
                <a:lnTo>
                  <a:pt x="5492" y="82"/>
                </a:lnTo>
                <a:lnTo>
                  <a:pt x="5493" y="82"/>
                </a:lnTo>
                <a:lnTo>
                  <a:pt x="5493" y="81"/>
                </a:lnTo>
                <a:lnTo>
                  <a:pt x="5494" y="81"/>
                </a:lnTo>
                <a:lnTo>
                  <a:pt x="5497" y="81"/>
                </a:lnTo>
                <a:lnTo>
                  <a:pt x="5498" y="81"/>
                </a:lnTo>
                <a:lnTo>
                  <a:pt x="5498" y="80"/>
                </a:lnTo>
                <a:lnTo>
                  <a:pt x="5499" y="80"/>
                </a:lnTo>
                <a:lnTo>
                  <a:pt x="5499" y="79"/>
                </a:lnTo>
                <a:lnTo>
                  <a:pt x="5500" y="79"/>
                </a:lnTo>
                <a:lnTo>
                  <a:pt x="5501" y="79"/>
                </a:lnTo>
                <a:lnTo>
                  <a:pt x="5502" y="80"/>
                </a:lnTo>
                <a:lnTo>
                  <a:pt x="5503" y="80"/>
                </a:lnTo>
                <a:lnTo>
                  <a:pt x="5504" y="80"/>
                </a:lnTo>
                <a:lnTo>
                  <a:pt x="5504" y="79"/>
                </a:lnTo>
                <a:lnTo>
                  <a:pt x="5505" y="79"/>
                </a:lnTo>
                <a:lnTo>
                  <a:pt x="5506" y="79"/>
                </a:lnTo>
                <a:lnTo>
                  <a:pt x="5506" y="80"/>
                </a:lnTo>
                <a:lnTo>
                  <a:pt x="5507" y="80"/>
                </a:lnTo>
                <a:lnTo>
                  <a:pt x="5508" y="80"/>
                </a:lnTo>
                <a:lnTo>
                  <a:pt x="5508" y="81"/>
                </a:lnTo>
                <a:lnTo>
                  <a:pt x="5508" y="82"/>
                </a:lnTo>
                <a:lnTo>
                  <a:pt x="5507" y="82"/>
                </a:lnTo>
                <a:lnTo>
                  <a:pt x="5507" y="83"/>
                </a:lnTo>
                <a:lnTo>
                  <a:pt x="5508" y="83"/>
                </a:lnTo>
                <a:lnTo>
                  <a:pt x="5509" y="84"/>
                </a:lnTo>
                <a:lnTo>
                  <a:pt x="5509" y="85"/>
                </a:lnTo>
                <a:lnTo>
                  <a:pt x="5510" y="85"/>
                </a:lnTo>
                <a:lnTo>
                  <a:pt x="5511" y="86"/>
                </a:lnTo>
                <a:lnTo>
                  <a:pt x="5512" y="86"/>
                </a:lnTo>
                <a:lnTo>
                  <a:pt x="5512" y="87"/>
                </a:lnTo>
                <a:lnTo>
                  <a:pt x="5513" y="87"/>
                </a:lnTo>
                <a:lnTo>
                  <a:pt x="5513" y="88"/>
                </a:lnTo>
                <a:lnTo>
                  <a:pt x="5514" y="88"/>
                </a:lnTo>
                <a:lnTo>
                  <a:pt x="5515" y="89"/>
                </a:lnTo>
                <a:lnTo>
                  <a:pt x="5515" y="90"/>
                </a:lnTo>
                <a:lnTo>
                  <a:pt x="5516" y="90"/>
                </a:lnTo>
                <a:lnTo>
                  <a:pt x="5516" y="91"/>
                </a:lnTo>
                <a:lnTo>
                  <a:pt x="5516" y="92"/>
                </a:lnTo>
                <a:lnTo>
                  <a:pt x="5516" y="93"/>
                </a:lnTo>
                <a:lnTo>
                  <a:pt x="5517" y="93"/>
                </a:lnTo>
                <a:lnTo>
                  <a:pt x="5518" y="93"/>
                </a:lnTo>
                <a:lnTo>
                  <a:pt x="5518" y="94"/>
                </a:lnTo>
                <a:lnTo>
                  <a:pt x="5519" y="94"/>
                </a:lnTo>
                <a:lnTo>
                  <a:pt x="5519" y="95"/>
                </a:lnTo>
                <a:lnTo>
                  <a:pt x="5520" y="95"/>
                </a:lnTo>
                <a:lnTo>
                  <a:pt x="5520" y="96"/>
                </a:lnTo>
                <a:lnTo>
                  <a:pt x="5521" y="96"/>
                </a:lnTo>
                <a:lnTo>
                  <a:pt x="5522" y="96"/>
                </a:lnTo>
                <a:lnTo>
                  <a:pt x="5523" y="95"/>
                </a:lnTo>
                <a:lnTo>
                  <a:pt x="5523" y="94"/>
                </a:lnTo>
                <a:lnTo>
                  <a:pt x="5524" y="94"/>
                </a:lnTo>
                <a:lnTo>
                  <a:pt x="5525" y="92"/>
                </a:lnTo>
                <a:lnTo>
                  <a:pt x="5526" y="91"/>
                </a:lnTo>
                <a:lnTo>
                  <a:pt x="5527" y="91"/>
                </a:lnTo>
                <a:lnTo>
                  <a:pt x="5529" y="91"/>
                </a:lnTo>
                <a:lnTo>
                  <a:pt x="5532" y="93"/>
                </a:lnTo>
                <a:lnTo>
                  <a:pt x="5533" y="94"/>
                </a:lnTo>
                <a:lnTo>
                  <a:pt x="5534" y="94"/>
                </a:lnTo>
                <a:lnTo>
                  <a:pt x="5535" y="94"/>
                </a:lnTo>
                <a:lnTo>
                  <a:pt x="5535" y="95"/>
                </a:lnTo>
                <a:lnTo>
                  <a:pt x="5536" y="95"/>
                </a:lnTo>
                <a:lnTo>
                  <a:pt x="5535" y="95"/>
                </a:lnTo>
                <a:lnTo>
                  <a:pt x="5535" y="96"/>
                </a:lnTo>
                <a:lnTo>
                  <a:pt x="5534" y="96"/>
                </a:lnTo>
                <a:lnTo>
                  <a:pt x="5533" y="96"/>
                </a:lnTo>
                <a:lnTo>
                  <a:pt x="5532" y="96"/>
                </a:lnTo>
                <a:lnTo>
                  <a:pt x="5530" y="97"/>
                </a:lnTo>
                <a:lnTo>
                  <a:pt x="5529" y="97"/>
                </a:lnTo>
                <a:lnTo>
                  <a:pt x="5528" y="97"/>
                </a:lnTo>
                <a:lnTo>
                  <a:pt x="5528" y="98"/>
                </a:lnTo>
                <a:lnTo>
                  <a:pt x="5528" y="99"/>
                </a:lnTo>
                <a:lnTo>
                  <a:pt x="5529" y="101"/>
                </a:lnTo>
                <a:lnTo>
                  <a:pt x="5530" y="103"/>
                </a:lnTo>
                <a:lnTo>
                  <a:pt x="5530" y="105"/>
                </a:lnTo>
                <a:lnTo>
                  <a:pt x="5529" y="106"/>
                </a:lnTo>
                <a:lnTo>
                  <a:pt x="5525" y="106"/>
                </a:lnTo>
                <a:lnTo>
                  <a:pt x="5524" y="106"/>
                </a:lnTo>
                <a:lnTo>
                  <a:pt x="5523" y="106"/>
                </a:lnTo>
                <a:lnTo>
                  <a:pt x="5522" y="106"/>
                </a:lnTo>
                <a:lnTo>
                  <a:pt x="5521" y="107"/>
                </a:lnTo>
                <a:lnTo>
                  <a:pt x="5520" y="108"/>
                </a:lnTo>
                <a:lnTo>
                  <a:pt x="5520" y="109"/>
                </a:lnTo>
                <a:lnTo>
                  <a:pt x="5520" y="111"/>
                </a:lnTo>
                <a:lnTo>
                  <a:pt x="5520" y="112"/>
                </a:lnTo>
                <a:lnTo>
                  <a:pt x="5520" y="113"/>
                </a:lnTo>
                <a:lnTo>
                  <a:pt x="5522" y="114"/>
                </a:lnTo>
                <a:lnTo>
                  <a:pt x="5522" y="115"/>
                </a:lnTo>
                <a:lnTo>
                  <a:pt x="5523" y="115"/>
                </a:lnTo>
                <a:lnTo>
                  <a:pt x="5523" y="116"/>
                </a:lnTo>
                <a:lnTo>
                  <a:pt x="5524" y="116"/>
                </a:lnTo>
                <a:lnTo>
                  <a:pt x="5525" y="117"/>
                </a:lnTo>
                <a:lnTo>
                  <a:pt x="5527" y="118"/>
                </a:lnTo>
                <a:lnTo>
                  <a:pt x="5528" y="118"/>
                </a:lnTo>
                <a:lnTo>
                  <a:pt x="5529" y="117"/>
                </a:lnTo>
                <a:lnTo>
                  <a:pt x="5529" y="116"/>
                </a:lnTo>
                <a:lnTo>
                  <a:pt x="5529" y="115"/>
                </a:lnTo>
                <a:lnTo>
                  <a:pt x="5530" y="115"/>
                </a:lnTo>
                <a:lnTo>
                  <a:pt x="5530" y="114"/>
                </a:lnTo>
                <a:lnTo>
                  <a:pt x="5531" y="114"/>
                </a:lnTo>
                <a:lnTo>
                  <a:pt x="5533" y="115"/>
                </a:lnTo>
                <a:lnTo>
                  <a:pt x="5534" y="116"/>
                </a:lnTo>
                <a:lnTo>
                  <a:pt x="5535" y="116"/>
                </a:lnTo>
                <a:lnTo>
                  <a:pt x="5536" y="117"/>
                </a:lnTo>
                <a:lnTo>
                  <a:pt x="5537" y="118"/>
                </a:lnTo>
                <a:lnTo>
                  <a:pt x="5542" y="120"/>
                </a:lnTo>
                <a:lnTo>
                  <a:pt x="5543" y="121"/>
                </a:lnTo>
                <a:lnTo>
                  <a:pt x="5544" y="122"/>
                </a:lnTo>
                <a:lnTo>
                  <a:pt x="5545" y="123"/>
                </a:lnTo>
                <a:lnTo>
                  <a:pt x="5545" y="124"/>
                </a:lnTo>
                <a:lnTo>
                  <a:pt x="5545" y="125"/>
                </a:lnTo>
                <a:lnTo>
                  <a:pt x="5544" y="126"/>
                </a:lnTo>
                <a:lnTo>
                  <a:pt x="5543" y="128"/>
                </a:lnTo>
                <a:lnTo>
                  <a:pt x="5543" y="129"/>
                </a:lnTo>
                <a:lnTo>
                  <a:pt x="5543" y="130"/>
                </a:lnTo>
                <a:lnTo>
                  <a:pt x="5544" y="131"/>
                </a:lnTo>
                <a:lnTo>
                  <a:pt x="5545" y="131"/>
                </a:lnTo>
                <a:lnTo>
                  <a:pt x="5546" y="130"/>
                </a:lnTo>
                <a:lnTo>
                  <a:pt x="5547" y="130"/>
                </a:lnTo>
                <a:lnTo>
                  <a:pt x="5548" y="130"/>
                </a:lnTo>
                <a:lnTo>
                  <a:pt x="5549" y="130"/>
                </a:lnTo>
                <a:lnTo>
                  <a:pt x="5550" y="130"/>
                </a:lnTo>
                <a:lnTo>
                  <a:pt x="5551" y="130"/>
                </a:lnTo>
                <a:lnTo>
                  <a:pt x="5552" y="130"/>
                </a:lnTo>
                <a:lnTo>
                  <a:pt x="5553" y="131"/>
                </a:lnTo>
                <a:lnTo>
                  <a:pt x="5553" y="132"/>
                </a:lnTo>
                <a:lnTo>
                  <a:pt x="5555" y="134"/>
                </a:lnTo>
                <a:lnTo>
                  <a:pt x="5556" y="136"/>
                </a:lnTo>
                <a:lnTo>
                  <a:pt x="5558" y="138"/>
                </a:lnTo>
                <a:lnTo>
                  <a:pt x="5559" y="138"/>
                </a:lnTo>
                <a:lnTo>
                  <a:pt x="5560" y="140"/>
                </a:lnTo>
                <a:lnTo>
                  <a:pt x="5560" y="141"/>
                </a:lnTo>
                <a:lnTo>
                  <a:pt x="5560" y="142"/>
                </a:lnTo>
                <a:lnTo>
                  <a:pt x="5561" y="142"/>
                </a:lnTo>
                <a:lnTo>
                  <a:pt x="5560" y="144"/>
                </a:lnTo>
                <a:lnTo>
                  <a:pt x="5560" y="145"/>
                </a:lnTo>
                <a:lnTo>
                  <a:pt x="5559" y="145"/>
                </a:lnTo>
                <a:lnTo>
                  <a:pt x="5559" y="146"/>
                </a:lnTo>
                <a:lnTo>
                  <a:pt x="5558" y="146"/>
                </a:lnTo>
                <a:lnTo>
                  <a:pt x="5557" y="146"/>
                </a:lnTo>
                <a:lnTo>
                  <a:pt x="5557" y="147"/>
                </a:lnTo>
                <a:lnTo>
                  <a:pt x="5557" y="148"/>
                </a:lnTo>
                <a:lnTo>
                  <a:pt x="5557" y="149"/>
                </a:lnTo>
                <a:lnTo>
                  <a:pt x="5557" y="150"/>
                </a:lnTo>
                <a:lnTo>
                  <a:pt x="5558" y="151"/>
                </a:lnTo>
                <a:lnTo>
                  <a:pt x="5559" y="151"/>
                </a:lnTo>
                <a:lnTo>
                  <a:pt x="5560" y="151"/>
                </a:lnTo>
                <a:lnTo>
                  <a:pt x="5561" y="151"/>
                </a:lnTo>
                <a:lnTo>
                  <a:pt x="5562" y="151"/>
                </a:lnTo>
                <a:lnTo>
                  <a:pt x="5565" y="151"/>
                </a:lnTo>
                <a:lnTo>
                  <a:pt x="5566" y="151"/>
                </a:lnTo>
                <a:lnTo>
                  <a:pt x="5567" y="151"/>
                </a:lnTo>
                <a:lnTo>
                  <a:pt x="5568" y="151"/>
                </a:lnTo>
                <a:lnTo>
                  <a:pt x="5568" y="152"/>
                </a:lnTo>
                <a:lnTo>
                  <a:pt x="5569" y="152"/>
                </a:lnTo>
                <a:lnTo>
                  <a:pt x="5569" y="153"/>
                </a:lnTo>
                <a:lnTo>
                  <a:pt x="5569" y="154"/>
                </a:lnTo>
                <a:lnTo>
                  <a:pt x="5568" y="154"/>
                </a:lnTo>
                <a:lnTo>
                  <a:pt x="5567" y="154"/>
                </a:lnTo>
                <a:lnTo>
                  <a:pt x="5566" y="154"/>
                </a:lnTo>
                <a:lnTo>
                  <a:pt x="5565" y="154"/>
                </a:lnTo>
                <a:lnTo>
                  <a:pt x="5564" y="155"/>
                </a:lnTo>
                <a:lnTo>
                  <a:pt x="5563" y="155"/>
                </a:lnTo>
                <a:lnTo>
                  <a:pt x="5562" y="155"/>
                </a:lnTo>
                <a:lnTo>
                  <a:pt x="5562" y="156"/>
                </a:lnTo>
                <a:lnTo>
                  <a:pt x="5561" y="156"/>
                </a:lnTo>
                <a:lnTo>
                  <a:pt x="5560" y="156"/>
                </a:lnTo>
                <a:lnTo>
                  <a:pt x="5560" y="157"/>
                </a:lnTo>
                <a:lnTo>
                  <a:pt x="5559" y="157"/>
                </a:lnTo>
                <a:lnTo>
                  <a:pt x="5558" y="157"/>
                </a:lnTo>
                <a:lnTo>
                  <a:pt x="5558" y="158"/>
                </a:lnTo>
                <a:lnTo>
                  <a:pt x="5557" y="158"/>
                </a:lnTo>
                <a:lnTo>
                  <a:pt x="5557" y="159"/>
                </a:lnTo>
                <a:lnTo>
                  <a:pt x="5556" y="159"/>
                </a:lnTo>
                <a:lnTo>
                  <a:pt x="5556" y="160"/>
                </a:lnTo>
                <a:lnTo>
                  <a:pt x="5555" y="160"/>
                </a:lnTo>
                <a:lnTo>
                  <a:pt x="5555" y="161"/>
                </a:lnTo>
                <a:lnTo>
                  <a:pt x="5555" y="162"/>
                </a:lnTo>
                <a:lnTo>
                  <a:pt x="5555" y="163"/>
                </a:lnTo>
                <a:lnTo>
                  <a:pt x="5556" y="163"/>
                </a:lnTo>
                <a:lnTo>
                  <a:pt x="5557" y="163"/>
                </a:lnTo>
                <a:lnTo>
                  <a:pt x="5557" y="164"/>
                </a:lnTo>
                <a:lnTo>
                  <a:pt x="5558" y="164"/>
                </a:lnTo>
                <a:lnTo>
                  <a:pt x="5559" y="164"/>
                </a:lnTo>
                <a:lnTo>
                  <a:pt x="5559" y="165"/>
                </a:lnTo>
                <a:lnTo>
                  <a:pt x="5560" y="165"/>
                </a:lnTo>
                <a:lnTo>
                  <a:pt x="5561" y="165"/>
                </a:lnTo>
                <a:lnTo>
                  <a:pt x="5563" y="165"/>
                </a:lnTo>
                <a:lnTo>
                  <a:pt x="5564" y="165"/>
                </a:lnTo>
                <a:lnTo>
                  <a:pt x="5565" y="165"/>
                </a:lnTo>
                <a:lnTo>
                  <a:pt x="5566" y="165"/>
                </a:lnTo>
                <a:lnTo>
                  <a:pt x="5566" y="166"/>
                </a:lnTo>
                <a:lnTo>
                  <a:pt x="5567" y="166"/>
                </a:lnTo>
                <a:lnTo>
                  <a:pt x="5568" y="167"/>
                </a:lnTo>
                <a:lnTo>
                  <a:pt x="5569" y="167"/>
                </a:lnTo>
                <a:lnTo>
                  <a:pt x="5570" y="168"/>
                </a:lnTo>
                <a:lnTo>
                  <a:pt x="5571" y="168"/>
                </a:lnTo>
                <a:lnTo>
                  <a:pt x="5572" y="168"/>
                </a:lnTo>
                <a:lnTo>
                  <a:pt x="5574" y="168"/>
                </a:lnTo>
                <a:lnTo>
                  <a:pt x="5575" y="168"/>
                </a:lnTo>
                <a:lnTo>
                  <a:pt x="5576" y="168"/>
                </a:lnTo>
                <a:lnTo>
                  <a:pt x="5576" y="169"/>
                </a:lnTo>
                <a:lnTo>
                  <a:pt x="5580" y="170"/>
                </a:lnTo>
                <a:lnTo>
                  <a:pt x="5580" y="171"/>
                </a:lnTo>
                <a:lnTo>
                  <a:pt x="5581" y="171"/>
                </a:lnTo>
                <a:lnTo>
                  <a:pt x="5582" y="171"/>
                </a:lnTo>
                <a:lnTo>
                  <a:pt x="5582" y="172"/>
                </a:lnTo>
                <a:lnTo>
                  <a:pt x="5583" y="173"/>
                </a:lnTo>
                <a:lnTo>
                  <a:pt x="5582" y="175"/>
                </a:lnTo>
                <a:lnTo>
                  <a:pt x="5581" y="175"/>
                </a:lnTo>
                <a:lnTo>
                  <a:pt x="5580" y="176"/>
                </a:lnTo>
                <a:lnTo>
                  <a:pt x="5580" y="177"/>
                </a:lnTo>
                <a:lnTo>
                  <a:pt x="5580" y="178"/>
                </a:lnTo>
                <a:lnTo>
                  <a:pt x="5580" y="179"/>
                </a:lnTo>
                <a:lnTo>
                  <a:pt x="5579" y="180"/>
                </a:lnTo>
                <a:lnTo>
                  <a:pt x="5578" y="181"/>
                </a:lnTo>
                <a:lnTo>
                  <a:pt x="5578" y="182"/>
                </a:lnTo>
                <a:lnTo>
                  <a:pt x="5578" y="183"/>
                </a:lnTo>
                <a:lnTo>
                  <a:pt x="5577" y="183"/>
                </a:lnTo>
                <a:lnTo>
                  <a:pt x="5575" y="183"/>
                </a:lnTo>
                <a:lnTo>
                  <a:pt x="5574" y="182"/>
                </a:lnTo>
                <a:lnTo>
                  <a:pt x="5573" y="183"/>
                </a:lnTo>
                <a:lnTo>
                  <a:pt x="5571" y="184"/>
                </a:lnTo>
                <a:lnTo>
                  <a:pt x="5570" y="185"/>
                </a:lnTo>
                <a:lnTo>
                  <a:pt x="5570" y="186"/>
                </a:lnTo>
                <a:lnTo>
                  <a:pt x="5570" y="187"/>
                </a:lnTo>
                <a:lnTo>
                  <a:pt x="5571" y="188"/>
                </a:lnTo>
                <a:lnTo>
                  <a:pt x="5572" y="189"/>
                </a:lnTo>
                <a:lnTo>
                  <a:pt x="5573" y="190"/>
                </a:lnTo>
                <a:lnTo>
                  <a:pt x="5572" y="191"/>
                </a:lnTo>
                <a:lnTo>
                  <a:pt x="5572" y="192"/>
                </a:lnTo>
                <a:lnTo>
                  <a:pt x="5572" y="194"/>
                </a:lnTo>
                <a:lnTo>
                  <a:pt x="5573" y="195"/>
                </a:lnTo>
                <a:lnTo>
                  <a:pt x="5574" y="195"/>
                </a:lnTo>
                <a:lnTo>
                  <a:pt x="5574" y="196"/>
                </a:lnTo>
                <a:lnTo>
                  <a:pt x="5576" y="196"/>
                </a:lnTo>
                <a:lnTo>
                  <a:pt x="5577" y="197"/>
                </a:lnTo>
                <a:lnTo>
                  <a:pt x="5578" y="199"/>
                </a:lnTo>
                <a:lnTo>
                  <a:pt x="5579" y="200"/>
                </a:lnTo>
                <a:lnTo>
                  <a:pt x="5580" y="201"/>
                </a:lnTo>
                <a:lnTo>
                  <a:pt x="5581" y="202"/>
                </a:lnTo>
                <a:lnTo>
                  <a:pt x="5582" y="204"/>
                </a:lnTo>
                <a:lnTo>
                  <a:pt x="5583" y="206"/>
                </a:lnTo>
                <a:lnTo>
                  <a:pt x="5584" y="207"/>
                </a:lnTo>
                <a:lnTo>
                  <a:pt x="5585" y="209"/>
                </a:lnTo>
                <a:lnTo>
                  <a:pt x="5586" y="210"/>
                </a:lnTo>
                <a:lnTo>
                  <a:pt x="5587" y="211"/>
                </a:lnTo>
                <a:lnTo>
                  <a:pt x="5588" y="212"/>
                </a:lnTo>
                <a:lnTo>
                  <a:pt x="5589" y="214"/>
                </a:lnTo>
                <a:lnTo>
                  <a:pt x="5590" y="215"/>
                </a:lnTo>
                <a:lnTo>
                  <a:pt x="5591" y="215"/>
                </a:lnTo>
                <a:lnTo>
                  <a:pt x="5592" y="216"/>
                </a:lnTo>
                <a:lnTo>
                  <a:pt x="5593" y="216"/>
                </a:lnTo>
                <a:lnTo>
                  <a:pt x="5593" y="217"/>
                </a:lnTo>
                <a:lnTo>
                  <a:pt x="5593" y="218"/>
                </a:lnTo>
                <a:lnTo>
                  <a:pt x="5593" y="219"/>
                </a:lnTo>
                <a:lnTo>
                  <a:pt x="5594" y="220"/>
                </a:lnTo>
                <a:lnTo>
                  <a:pt x="5595" y="220"/>
                </a:lnTo>
                <a:lnTo>
                  <a:pt x="5596" y="220"/>
                </a:lnTo>
                <a:lnTo>
                  <a:pt x="5597" y="220"/>
                </a:lnTo>
                <a:lnTo>
                  <a:pt x="5598" y="220"/>
                </a:lnTo>
                <a:lnTo>
                  <a:pt x="5599" y="220"/>
                </a:lnTo>
                <a:lnTo>
                  <a:pt x="5600" y="221"/>
                </a:lnTo>
                <a:lnTo>
                  <a:pt x="5600" y="223"/>
                </a:lnTo>
                <a:lnTo>
                  <a:pt x="5600" y="224"/>
                </a:lnTo>
                <a:lnTo>
                  <a:pt x="5599" y="224"/>
                </a:lnTo>
                <a:lnTo>
                  <a:pt x="5599" y="225"/>
                </a:lnTo>
                <a:lnTo>
                  <a:pt x="5599" y="226"/>
                </a:lnTo>
                <a:lnTo>
                  <a:pt x="5600" y="226"/>
                </a:lnTo>
                <a:lnTo>
                  <a:pt x="5600" y="227"/>
                </a:lnTo>
                <a:lnTo>
                  <a:pt x="5601" y="229"/>
                </a:lnTo>
                <a:lnTo>
                  <a:pt x="5601" y="230"/>
                </a:lnTo>
                <a:lnTo>
                  <a:pt x="5601" y="231"/>
                </a:lnTo>
                <a:lnTo>
                  <a:pt x="5600" y="232"/>
                </a:lnTo>
                <a:lnTo>
                  <a:pt x="5599" y="232"/>
                </a:lnTo>
                <a:lnTo>
                  <a:pt x="5598" y="233"/>
                </a:lnTo>
                <a:lnTo>
                  <a:pt x="5597" y="233"/>
                </a:lnTo>
                <a:lnTo>
                  <a:pt x="5596" y="233"/>
                </a:lnTo>
                <a:lnTo>
                  <a:pt x="5595" y="235"/>
                </a:lnTo>
                <a:lnTo>
                  <a:pt x="5594" y="235"/>
                </a:lnTo>
                <a:lnTo>
                  <a:pt x="5594" y="236"/>
                </a:lnTo>
                <a:lnTo>
                  <a:pt x="5595" y="237"/>
                </a:lnTo>
                <a:lnTo>
                  <a:pt x="5596" y="238"/>
                </a:lnTo>
                <a:lnTo>
                  <a:pt x="5597" y="238"/>
                </a:lnTo>
                <a:lnTo>
                  <a:pt x="5598" y="239"/>
                </a:lnTo>
                <a:lnTo>
                  <a:pt x="5600" y="239"/>
                </a:lnTo>
                <a:lnTo>
                  <a:pt x="5601" y="239"/>
                </a:lnTo>
                <a:lnTo>
                  <a:pt x="5601" y="240"/>
                </a:lnTo>
                <a:lnTo>
                  <a:pt x="5602" y="240"/>
                </a:lnTo>
                <a:lnTo>
                  <a:pt x="5603" y="240"/>
                </a:lnTo>
                <a:lnTo>
                  <a:pt x="5605" y="240"/>
                </a:lnTo>
                <a:lnTo>
                  <a:pt x="5607" y="241"/>
                </a:lnTo>
                <a:lnTo>
                  <a:pt x="5608" y="242"/>
                </a:lnTo>
                <a:lnTo>
                  <a:pt x="5611" y="243"/>
                </a:lnTo>
                <a:lnTo>
                  <a:pt x="5612" y="243"/>
                </a:lnTo>
                <a:lnTo>
                  <a:pt x="5612" y="244"/>
                </a:lnTo>
                <a:lnTo>
                  <a:pt x="5612" y="245"/>
                </a:lnTo>
                <a:lnTo>
                  <a:pt x="5611" y="245"/>
                </a:lnTo>
                <a:lnTo>
                  <a:pt x="5611" y="246"/>
                </a:lnTo>
                <a:lnTo>
                  <a:pt x="5610" y="247"/>
                </a:lnTo>
                <a:lnTo>
                  <a:pt x="5609" y="247"/>
                </a:lnTo>
                <a:lnTo>
                  <a:pt x="5609" y="248"/>
                </a:lnTo>
                <a:lnTo>
                  <a:pt x="5608" y="248"/>
                </a:lnTo>
                <a:lnTo>
                  <a:pt x="5608" y="249"/>
                </a:lnTo>
                <a:lnTo>
                  <a:pt x="5608" y="250"/>
                </a:lnTo>
                <a:lnTo>
                  <a:pt x="5608" y="251"/>
                </a:lnTo>
                <a:lnTo>
                  <a:pt x="5607" y="252"/>
                </a:lnTo>
                <a:lnTo>
                  <a:pt x="5606" y="253"/>
                </a:lnTo>
                <a:lnTo>
                  <a:pt x="5606" y="254"/>
                </a:lnTo>
                <a:lnTo>
                  <a:pt x="5606" y="255"/>
                </a:lnTo>
                <a:lnTo>
                  <a:pt x="5607" y="256"/>
                </a:lnTo>
                <a:lnTo>
                  <a:pt x="5608" y="257"/>
                </a:lnTo>
                <a:lnTo>
                  <a:pt x="5609" y="257"/>
                </a:lnTo>
                <a:lnTo>
                  <a:pt x="5610" y="257"/>
                </a:lnTo>
                <a:lnTo>
                  <a:pt x="5613" y="258"/>
                </a:lnTo>
                <a:lnTo>
                  <a:pt x="5616" y="258"/>
                </a:lnTo>
                <a:lnTo>
                  <a:pt x="5618" y="258"/>
                </a:lnTo>
                <a:lnTo>
                  <a:pt x="5619" y="259"/>
                </a:lnTo>
                <a:lnTo>
                  <a:pt x="5620" y="260"/>
                </a:lnTo>
                <a:lnTo>
                  <a:pt x="5620" y="261"/>
                </a:lnTo>
                <a:lnTo>
                  <a:pt x="5621" y="263"/>
                </a:lnTo>
                <a:lnTo>
                  <a:pt x="5621" y="264"/>
                </a:lnTo>
                <a:lnTo>
                  <a:pt x="5620" y="265"/>
                </a:lnTo>
                <a:lnTo>
                  <a:pt x="5619" y="266"/>
                </a:lnTo>
                <a:lnTo>
                  <a:pt x="5618" y="266"/>
                </a:lnTo>
                <a:lnTo>
                  <a:pt x="5616" y="266"/>
                </a:lnTo>
                <a:lnTo>
                  <a:pt x="5615" y="266"/>
                </a:lnTo>
                <a:lnTo>
                  <a:pt x="5613" y="266"/>
                </a:lnTo>
                <a:lnTo>
                  <a:pt x="5612" y="266"/>
                </a:lnTo>
                <a:lnTo>
                  <a:pt x="5611" y="266"/>
                </a:lnTo>
                <a:lnTo>
                  <a:pt x="5610" y="267"/>
                </a:lnTo>
                <a:lnTo>
                  <a:pt x="5609" y="268"/>
                </a:lnTo>
                <a:lnTo>
                  <a:pt x="5609" y="269"/>
                </a:lnTo>
                <a:lnTo>
                  <a:pt x="5609" y="270"/>
                </a:lnTo>
                <a:lnTo>
                  <a:pt x="5609" y="271"/>
                </a:lnTo>
                <a:lnTo>
                  <a:pt x="5610" y="274"/>
                </a:lnTo>
                <a:lnTo>
                  <a:pt x="5610" y="275"/>
                </a:lnTo>
                <a:lnTo>
                  <a:pt x="5611" y="275"/>
                </a:lnTo>
                <a:lnTo>
                  <a:pt x="5612" y="276"/>
                </a:lnTo>
                <a:lnTo>
                  <a:pt x="5613" y="277"/>
                </a:lnTo>
                <a:lnTo>
                  <a:pt x="5615" y="277"/>
                </a:lnTo>
                <a:lnTo>
                  <a:pt x="5616" y="278"/>
                </a:lnTo>
                <a:lnTo>
                  <a:pt x="5617" y="278"/>
                </a:lnTo>
                <a:lnTo>
                  <a:pt x="5618" y="278"/>
                </a:lnTo>
                <a:lnTo>
                  <a:pt x="5619" y="277"/>
                </a:lnTo>
                <a:lnTo>
                  <a:pt x="5620" y="276"/>
                </a:lnTo>
                <a:lnTo>
                  <a:pt x="5620" y="275"/>
                </a:lnTo>
                <a:lnTo>
                  <a:pt x="5620" y="274"/>
                </a:lnTo>
                <a:lnTo>
                  <a:pt x="5619" y="274"/>
                </a:lnTo>
                <a:lnTo>
                  <a:pt x="5619" y="273"/>
                </a:lnTo>
                <a:lnTo>
                  <a:pt x="5618" y="272"/>
                </a:lnTo>
                <a:lnTo>
                  <a:pt x="5616" y="271"/>
                </a:lnTo>
                <a:lnTo>
                  <a:pt x="5615" y="271"/>
                </a:lnTo>
                <a:lnTo>
                  <a:pt x="5615" y="270"/>
                </a:lnTo>
                <a:lnTo>
                  <a:pt x="5615" y="269"/>
                </a:lnTo>
                <a:lnTo>
                  <a:pt x="5616" y="269"/>
                </a:lnTo>
                <a:lnTo>
                  <a:pt x="5616" y="268"/>
                </a:lnTo>
                <a:lnTo>
                  <a:pt x="5617" y="268"/>
                </a:lnTo>
                <a:lnTo>
                  <a:pt x="5618" y="268"/>
                </a:lnTo>
                <a:lnTo>
                  <a:pt x="5622" y="267"/>
                </a:lnTo>
                <a:lnTo>
                  <a:pt x="5624" y="267"/>
                </a:lnTo>
                <a:lnTo>
                  <a:pt x="5625" y="267"/>
                </a:lnTo>
                <a:lnTo>
                  <a:pt x="5626" y="268"/>
                </a:lnTo>
                <a:lnTo>
                  <a:pt x="5627" y="268"/>
                </a:lnTo>
                <a:lnTo>
                  <a:pt x="5627" y="270"/>
                </a:lnTo>
                <a:lnTo>
                  <a:pt x="5626" y="272"/>
                </a:lnTo>
                <a:lnTo>
                  <a:pt x="5625" y="273"/>
                </a:lnTo>
                <a:lnTo>
                  <a:pt x="5625" y="274"/>
                </a:lnTo>
                <a:lnTo>
                  <a:pt x="5624" y="274"/>
                </a:lnTo>
                <a:lnTo>
                  <a:pt x="5623" y="275"/>
                </a:lnTo>
                <a:lnTo>
                  <a:pt x="5622" y="276"/>
                </a:lnTo>
                <a:lnTo>
                  <a:pt x="5621" y="277"/>
                </a:lnTo>
                <a:lnTo>
                  <a:pt x="5621" y="278"/>
                </a:lnTo>
                <a:lnTo>
                  <a:pt x="5620" y="279"/>
                </a:lnTo>
                <a:lnTo>
                  <a:pt x="5620" y="280"/>
                </a:lnTo>
                <a:lnTo>
                  <a:pt x="5618" y="281"/>
                </a:lnTo>
                <a:lnTo>
                  <a:pt x="5618" y="282"/>
                </a:lnTo>
                <a:lnTo>
                  <a:pt x="5618" y="283"/>
                </a:lnTo>
                <a:lnTo>
                  <a:pt x="5618" y="284"/>
                </a:lnTo>
                <a:lnTo>
                  <a:pt x="5619" y="286"/>
                </a:lnTo>
                <a:lnTo>
                  <a:pt x="5619" y="288"/>
                </a:lnTo>
                <a:lnTo>
                  <a:pt x="5620" y="290"/>
                </a:lnTo>
                <a:lnTo>
                  <a:pt x="5620" y="291"/>
                </a:lnTo>
                <a:lnTo>
                  <a:pt x="5620" y="294"/>
                </a:lnTo>
                <a:lnTo>
                  <a:pt x="5620" y="295"/>
                </a:lnTo>
                <a:lnTo>
                  <a:pt x="5620" y="296"/>
                </a:lnTo>
                <a:lnTo>
                  <a:pt x="5620" y="298"/>
                </a:lnTo>
                <a:lnTo>
                  <a:pt x="5620" y="299"/>
                </a:lnTo>
                <a:lnTo>
                  <a:pt x="5620" y="300"/>
                </a:lnTo>
                <a:lnTo>
                  <a:pt x="5621" y="300"/>
                </a:lnTo>
                <a:lnTo>
                  <a:pt x="5622" y="301"/>
                </a:lnTo>
                <a:lnTo>
                  <a:pt x="5623" y="301"/>
                </a:lnTo>
                <a:lnTo>
                  <a:pt x="5624" y="301"/>
                </a:lnTo>
                <a:lnTo>
                  <a:pt x="5626" y="303"/>
                </a:lnTo>
                <a:lnTo>
                  <a:pt x="5628" y="304"/>
                </a:lnTo>
                <a:lnTo>
                  <a:pt x="5630" y="306"/>
                </a:lnTo>
                <a:lnTo>
                  <a:pt x="5631" y="307"/>
                </a:lnTo>
                <a:lnTo>
                  <a:pt x="5631" y="308"/>
                </a:lnTo>
                <a:lnTo>
                  <a:pt x="5632" y="309"/>
                </a:lnTo>
                <a:lnTo>
                  <a:pt x="5632" y="310"/>
                </a:lnTo>
                <a:lnTo>
                  <a:pt x="5633" y="310"/>
                </a:lnTo>
                <a:lnTo>
                  <a:pt x="5633" y="311"/>
                </a:lnTo>
                <a:lnTo>
                  <a:pt x="5634" y="311"/>
                </a:lnTo>
                <a:lnTo>
                  <a:pt x="5634" y="312"/>
                </a:lnTo>
                <a:lnTo>
                  <a:pt x="5636" y="312"/>
                </a:lnTo>
                <a:lnTo>
                  <a:pt x="5638" y="313"/>
                </a:lnTo>
                <a:lnTo>
                  <a:pt x="5640" y="314"/>
                </a:lnTo>
                <a:lnTo>
                  <a:pt x="5641" y="315"/>
                </a:lnTo>
                <a:lnTo>
                  <a:pt x="5643" y="316"/>
                </a:lnTo>
                <a:lnTo>
                  <a:pt x="5643" y="317"/>
                </a:lnTo>
                <a:lnTo>
                  <a:pt x="5643" y="318"/>
                </a:lnTo>
                <a:lnTo>
                  <a:pt x="5644" y="318"/>
                </a:lnTo>
                <a:lnTo>
                  <a:pt x="5645" y="319"/>
                </a:lnTo>
                <a:lnTo>
                  <a:pt x="5645" y="320"/>
                </a:lnTo>
                <a:lnTo>
                  <a:pt x="5646" y="322"/>
                </a:lnTo>
                <a:lnTo>
                  <a:pt x="5648" y="325"/>
                </a:lnTo>
                <a:lnTo>
                  <a:pt x="5650" y="327"/>
                </a:lnTo>
                <a:lnTo>
                  <a:pt x="5651" y="330"/>
                </a:lnTo>
                <a:lnTo>
                  <a:pt x="5652" y="332"/>
                </a:lnTo>
                <a:lnTo>
                  <a:pt x="5654" y="334"/>
                </a:lnTo>
                <a:lnTo>
                  <a:pt x="5655" y="335"/>
                </a:lnTo>
                <a:lnTo>
                  <a:pt x="5656" y="335"/>
                </a:lnTo>
                <a:lnTo>
                  <a:pt x="5657" y="335"/>
                </a:lnTo>
                <a:lnTo>
                  <a:pt x="5658" y="336"/>
                </a:lnTo>
                <a:lnTo>
                  <a:pt x="5659" y="336"/>
                </a:lnTo>
                <a:lnTo>
                  <a:pt x="5660" y="337"/>
                </a:lnTo>
                <a:lnTo>
                  <a:pt x="5661" y="337"/>
                </a:lnTo>
                <a:lnTo>
                  <a:pt x="5661" y="339"/>
                </a:lnTo>
                <a:lnTo>
                  <a:pt x="5660" y="340"/>
                </a:lnTo>
                <a:lnTo>
                  <a:pt x="5659" y="341"/>
                </a:lnTo>
                <a:lnTo>
                  <a:pt x="5659" y="342"/>
                </a:lnTo>
                <a:lnTo>
                  <a:pt x="5658" y="342"/>
                </a:lnTo>
                <a:lnTo>
                  <a:pt x="5659" y="344"/>
                </a:lnTo>
                <a:lnTo>
                  <a:pt x="5659" y="345"/>
                </a:lnTo>
                <a:lnTo>
                  <a:pt x="5659" y="346"/>
                </a:lnTo>
                <a:lnTo>
                  <a:pt x="5660" y="347"/>
                </a:lnTo>
                <a:lnTo>
                  <a:pt x="5661" y="349"/>
                </a:lnTo>
                <a:lnTo>
                  <a:pt x="5662" y="350"/>
                </a:lnTo>
                <a:lnTo>
                  <a:pt x="5664" y="351"/>
                </a:lnTo>
                <a:lnTo>
                  <a:pt x="5664" y="352"/>
                </a:lnTo>
                <a:lnTo>
                  <a:pt x="5665" y="353"/>
                </a:lnTo>
                <a:lnTo>
                  <a:pt x="5666" y="354"/>
                </a:lnTo>
                <a:lnTo>
                  <a:pt x="5667" y="356"/>
                </a:lnTo>
                <a:lnTo>
                  <a:pt x="5667" y="357"/>
                </a:lnTo>
                <a:lnTo>
                  <a:pt x="5667" y="358"/>
                </a:lnTo>
                <a:lnTo>
                  <a:pt x="5667" y="360"/>
                </a:lnTo>
                <a:lnTo>
                  <a:pt x="5667" y="361"/>
                </a:lnTo>
                <a:lnTo>
                  <a:pt x="5666" y="361"/>
                </a:lnTo>
                <a:lnTo>
                  <a:pt x="5665" y="362"/>
                </a:lnTo>
                <a:lnTo>
                  <a:pt x="5663" y="363"/>
                </a:lnTo>
                <a:lnTo>
                  <a:pt x="5662" y="363"/>
                </a:lnTo>
                <a:lnTo>
                  <a:pt x="5662" y="364"/>
                </a:lnTo>
                <a:lnTo>
                  <a:pt x="5661" y="366"/>
                </a:lnTo>
                <a:lnTo>
                  <a:pt x="5661" y="367"/>
                </a:lnTo>
                <a:lnTo>
                  <a:pt x="5661" y="368"/>
                </a:lnTo>
                <a:lnTo>
                  <a:pt x="5660" y="368"/>
                </a:lnTo>
                <a:lnTo>
                  <a:pt x="5660" y="369"/>
                </a:lnTo>
                <a:lnTo>
                  <a:pt x="5659" y="369"/>
                </a:lnTo>
                <a:lnTo>
                  <a:pt x="5659" y="370"/>
                </a:lnTo>
                <a:lnTo>
                  <a:pt x="5659" y="371"/>
                </a:lnTo>
                <a:lnTo>
                  <a:pt x="5660" y="371"/>
                </a:lnTo>
                <a:lnTo>
                  <a:pt x="5661" y="372"/>
                </a:lnTo>
                <a:lnTo>
                  <a:pt x="5662" y="373"/>
                </a:lnTo>
                <a:lnTo>
                  <a:pt x="5663" y="373"/>
                </a:lnTo>
                <a:lnTo>
                  <a:pt x="5665" y="373"/>
                </a:lnTo>
                <a:lnTo>
                  <a:pt x="5666" y="373"/>
                </a:lnTo>
                <a:lnTo>
                  <a:pt x="5666" y="374"/>
                </a:lnTo>
                <a:lnTo>
                  <a:pt x="5667" y="374"/>
                </a:lnTo>
                <a:lnTo>
                  <a:pt x="5667" y="375"/>
                </a:lnTo>
                <a:lnTo>
                  <a:pt x="5667" y="376"/>
                </a:lnTo>
                <a:lnTo>
                  <a:pt x="5667" y="377"/>
                </a:lnTo>
                <a:lnTo>
                  <a:pt x="5667" y="378"/>
                </a:lnTo>
                <a:lnTo>
                  <a:pt x="5667" y="379"/>
                </a:lnTo>
                <a:lnTo>
                  <a:pt x="5666" y="380"/>
                </a:lnTo>
                <a:lnTo>
                  <a:pt x="5666" y="381"/>
                </a:lnTo>
                <a:lnTo>
                  <a:pt x="5665" y="381"/>
                </a:lnTo>
                <a:lnTo>
                  <a:pt x="5665" y="382"/>
                </a:lnTo>
                <a:lnTo>
                  <a:pt x="5664" y="382"/>
                </a:lnTo>
                <a:lnTo>
                  <a:pt x="5664" y="383"/>
                </a:lnTo>
                <a:lnTo>
                  <a:pt x="5663" y="384"/>
                </a:lnTo>
                <a:lnTo>
                  <a:pt x="5663" y="385"/>
                </a:lnTo>
                <a:lnTo>
                  <a:pt x="5663" y="386"/>
                </a:lnTo>
                <a:lnTo>
                  <a:pt x="5664" y="386"/>
                </a:lnTo>
                <a:lnTo>
                  <a:pt x="5665" y="388"/>
                </a:lnTo>
                <a:lnTo>
                  <a:pt x="5666" y="389"/>
                </a:lnTo>
                <a:lnTo>
                  <a:pt x="5667" y="390"/>
                </a:lnTo>
                <a:lnTo>
                  <a:pt x="5668" y="392"/>
                </a:lnTo>
                <a:lnTo>
                  <a:pt x="5670" y="392"/>
                </a:lnTo>
                <a:lnTo>
                  <a:pt x="5671" y="393"/>
                </a:lnTo>
                <a:lnTo>
                  <a:pt x="5673" y="393"/>
                </a:lnTo>
                <a:lnTo>
                  <a:pt x="5675" y="393"/>
                </a:lnTo>
                <a:lnTo>
                  <a:pt x="5675" y="394"/>
                </a:lnTo>
                <a:lnTo>
                  <a:pt x="5676" y="394"/>
                </a:lnTo>
                <a:lnTo>
                  <a:pt x="5677" y="394"/>
                </a:lnTo>
                <a:lnTo>
                  <a:pt x="5678" y="394"/>
                </a:lnTo>
                <a:lnTo>
                  <a:pt x="5678" y="395"/>
                </a:lnTo>
                <a:lnTo>
                  <a:pt x="5679" y="395"/>
                </a:lnTo>
                <a:lnTo>
                  <a:pt x="5680" y="395"/>
                </a:lnTo>
                <a:lnTo>
                  <a:pt x="5680" y="396"/>
                </a:lnTo>
                <a:lnTo>
                  <a:pt x="5682" y="396"/>
                </a:lnTo>
                <a:lnTo>
                  <a:pt x="5684" y="396"/>
                </a:lnTo>
                <a:lnTo>
                  <a:pt x="5686" y="396"/>
                </a:lnTo>
                <a:lnTo>
                  <a:pt x="5688" y="397"/>
                </a:lnTo>
                <a:lnTo>
                  <a:pt x="5689" y="397"/>
                </a:lnTo>
                <a:lnTo>
                  <a:pt x="5692" y="398"/>
                </a:lnTo>
                <a:lnTo>
                  <a:pt x="5693" y="399"/>
                </a:lnTo>
                <a:lnTo>
                  <a:pt x="5693" y="400"/>
                </a:lnTo>
                <a:lnTo>
                  <a:pt x="5693" y="401"/>
                </a:lnTo>
                <a:lnTo>
                  <a:pt x="5692" y="404"/>
                </a:lnTo>
                <a:lnTo>
                  <a:pt x="5692" y="405"/>
                </a:lnTo>
                <a:lnTo>
                  <a:pt x="5692" y="407"/>
                </a:lnTo>
                <a:lnTo>
                  <a:pt x="5691" y="408"/>
                </a:lnTo>
                <a:lnTo>
                  <a:pt x="5690" y="410"/>
                </a:lnTo>
                <a:lnTo>
                  <a:pt x="5688" y="412"/>
                </a:lnTo>
                <a:lnTo>
                  <a:pt x="5687" y="413"/>
                </a:lnTo>
                <a:lnTo>
                  <a:pt x="5686" y="414"/>
                </a:lnTo>
                <a:lnTo>
                  <a:pt x="5685" y="415"/>
                </a:lnTo>
                <a:lnTo>
                  <a:pt x="5683" y="416"/>
                </a:lnTo>
                <a:lnTo>
                  <a:pt x="5682" y="418"/>
                </a:lnTo>
                <a:lnTo>
                  <a:pt x="5682" y="419"/>
                </a:lnTo>
                <a:lnTo>
                  <a:pt x="5681" y="422"/>
                </a:lnTo>
                <a:lnTo>
                  <a:pt x="5681" y="424"/>
                </a:lnTo>
                <a:lnTo>
                  <a:pt x="5681" y="425"/>
                </a:lnTo>
                <a:lnTo>
                  <a:pt x="5680" y="426"/>
                </a:lnTo>
                <a:lnTo>
                  <a:pt x="5681" y="428"/>
                </a:lnTo>
                <a:lnTo>
                  <a:pt x="5682" y="429"/>
                </a:lnTo>
                <a:lnTo>
                  <a:pt x="5683" y="431"/>
                </a:lnTo>
                <a:lnTo>
                  <a:pt x="5685" y="432"/>
                </a:lnTo>
                <a:lnTo>
                  <a:pt x="5685" y="433"/>
                </a:lnTo>
                <a:lnTo>
                  <a:pt x="5686" y="433"/>
                </a:lnTo>
                <a:lnTo>
                  <a:pt x="5686" y="434"/>
                </a:lnTo>
                <a:lnTo>
                  <a:pt x="5686" y="435"/>
                </a:lnTo>
                <a:lnTo>
                  <a:pt x="5686" y="437"/>
                </a:lnTo>
                <a:lnTo>
                  <a:pt x="5685" y="439"/>
                </a:lnTo>
                <a:lnTo>
                  <a:pt x="5685" y="441"/>
                </a:lnTo>
                <a:lnTo>
                  <a:pt x="5684" y="444"/>
                </a:lnTo>
                <a:lnTo>
                  <a:pt x="5684" y="447"/>
                </a:lnTo>
                <a:lnTo>
                  <a:pt x="5685" y="448"/>
                </a:lnTo>
                <a:lnTo>
                  <a:pt x="5686" y="449"/>
                </a:lnTo>
                <a:lnTo>
                  <a:pt x="5687" y="451"/>
                </a:lnTo>
                <a:lnTo>
                  <a:pt x="5688" y="451"/>
                </a:lnTo>
                <a:lnTo>
                  <a:pt x="5690" y="452"/>
                </a:lnTo>
                <a:lnTo>
                  <a:pt x="5692" y="452"/>
                </a:lnTo>
                <a:lnTo>
                  <a:pt x="5694" y="452"/>
                </a:lnTo>
                <a:lnTo>
                  <a:pt x="5697" y="453"/>
                </a:lnTo>
                <a:lnTo>
                  <a:pt x="5698" y="453"/>
                </a:lnTo>
                <a:lnTo>
                  <a:pt x="5699" y="453"/>
                </a:lnTo>
                <a:lnTo>
                  <a:pt x="5699" y="454"/>
                </a:lnTo>
                <a:lnTo>
                  <a:pt x="5699" y="455"/>
                </a:lnTo>
                <a:lnTo>
                  <a:pt x="5699" y="457"/>
                </a:lnTo>
                <a:lnTo>
                  <a:pt x="5700" y="459"/>
                </a:lnTo>
                <a:lnTo>
                  <a:pt x="5700" y="461"/>
                </a:lnTo>
                <a:lnTo>
                  <a:pt x="5700" y="463"/>
                </a:lnTo>
                <a:lnTo>
                  <a:pt x="5700" y="464"/>
                </a:lnTo>
                <a:lnTo>
                  <a:pt x="5701" y="464"/>
                </a:lnTo>
                <a:lnTo>
                  <a:pt x="5701" y="466"/>
                </a:lnTo>
                <a:lnTo>
                  <a:pt x="5703" y="467"/>
                </a:lnTo>
                <a:lnTo>
                  <a:pt x="5705" y="468"/>
                </a:lnTo>
                <a:lnTo>
                  <a:pt x="5707" y="469"/>
                </a:lnTo>
                <a:lnTo>
                  <a:pt x="5709" y="470"/>
                </a:lnTo>
                <a:lnTo>
                  <a:pt x="5710" y="470"/>
                </a:lnTo>
                <a:lnTo>
                  <a:pt x="5710" y="471"/>
                </a:lnTo>
                <a:lnTo>
                  <a:pt x="5711" y="471"/>
                </a:lnTo>
                <a:lnTo>
                  <a:pt x="5712" y="472"/>
                </a:lnTo>
                <a:lnTo>
                  <a:pt x="5713" y="474"/>
                </a:lnTo>
                <a:lnTo>
                  <a:pt x="5714" y="475"/>
                </a:lnTo>
                <a:lnTo>
                  <a:pt x="5715" y="476"/>
                </a:lnTo>
                <a:lnTo>
                  <a:pt x="5716" y="476"/>
                </a:lnTo>
                <a:lnTo>
                  <a:pt x="5717" y="476"/>
                </a:lnTo>
                <a:lnTo>
                  <a:pt x="5718" y="475"/>
                </a:lnTo>
                <a:lnTo>
                  <a:pt x="5720" y="476"/>
                </a:lnTo>
                <a:lnTo>
                  <a:pt x="5721" y="476"/>
                </a:lnTo>
                <a:lnTo>
                  <a:pt x="5722" y="477"/>
                </a:lnTo>
                <a:lnTo>
                  <a:pt x="5723" y="477"/>
                </a:lnTo>
                <a:lnTo>
                  <a:pt x="5724" y="477"/>
                </a:lnTo>
                <a:lnTo>
                  <a:pt x="5725" y="477"/>
                </a:lnTo>
                <a:lnTo>
                  <a:pt x="5726" y="477"/>
                </a:lnTo>
                <a:lnTo>
                  <a:pt x="5726" y="476"/>
                </a:lnTo>
                <a:lnTo>
                  <a:pt x="5727" y="475"/>
                </a:lnTo>
                <a:lnTo>
                  <a:pt x="5728" y="475"/>
                </a:lnTo>
                <a:lnTo>
                  <a:pt x="5729" y="475"/>
                </a:lnTo>
                <a:lnTo>
                  <a:pt x="5729" y="474"/>
                </a:lnTo>
                <a:lnTo>
                  <a:pt x="5730" y="474"/>
                </a:lnTo>
                <a:lnTo>
                  <a:pt x="5731" y="475"/>
                </a:lnTo>
                <a:lnTo>
                  <a:pt x="5732" y="475"/>
                </a:lnTo>
                <a:lnTo>
                  <a:pt x="5733" y="476"/>
                </a:lnTo>
                <a:lnTo>
                  <a:pt x="5734" y="476"/>
                </a:lnTo>
                <a:lnTo>
                  <a:pt x="5735" y="476"/>
                </a:lnTo>
                <a:lnTo>
                  <a:pt x="5735" y="477"/>
                </a:lnTo>
                <a:lnTo>
                  <a:pt x="5736" y="478"/>
                </a:lnTo>
                <a:lnTo>
                  <a:pt x="5738" y="478"/>
                </a:lnTo>
                <a:lnTo>
                  <a:pt x="5739" y="479"/>
                </a:lnTo>
                <a:lnTo>
                  <a:pt x="5741" y="479"/>
                </a:lnTo>
                <a:lnTo>
                  <a:pt x="5743" y="480"/>
                </a:lnTo>
                <a:lnTo>
                  <a:pt x="5744" y="480"/>
                </a:lnTo>
                <a:lnTo>
                  <a:pt x="5745" y="480"/>
                </a:lnTo>
                <a:lnTo>
                  <a:pt x="5746" y="480"/>
                </a:lnTo>
                <a:lnTo>
                  <a:pt x="5748" y="480"/>
                </a:lnTo>
                <a:lnTo>
                  <a:pt x="5749" y="481"/>
                </a:lnTo>
                <a:lnTo>
                  <a:pt x="5751" y="481"/>
                </a:lnTo>
                <a:lnTo>
                  <a:pt x="5753" y="482"/>
                </a:lnTo>
                <a:lnTo>
                  <a:pt x="5755" y="481"/>
                </a:lnTo>
                <a:lnTo>
                  <a:pt x="5756" y="481"/>
                </a:lnTo>
                <a:lnTo>
                  <a:pt x="5757" y="481"/>
                </a:lnTo>
                <a:lnTo>
                  <a:pt x="5758" y="479"/>
                </a:lnTo>
                <a:lnTo>
                  <a:pt x="5759" y="479"/>
                </a:lnTo>
                <a:lnTo>
                  <a:pt x="5760" y="478"/>
                </a:lnTo>
                <a:lnTo>
                  <a:pt x="5762" y="478"/>
                </a:lnTo>
                <a:lnTo>
                  <a:pt x="5763" y="478"/>
                </a:lnTo>
                <a:lnTo>
                  <a:pt x="5764" y="478"/>
                </a:lnTo>
                <a:lnTo>
                  <a:pt x="5765" y="479"/>
                </a:lnTo>
                <a:lnTo>
                  <a:pt x="5767" y="480"/>
                </a:lnTo>
                <a:lnTo>
                  <a:pt x="5768" y="481"/>
                </a:lnTo>
                <a:lnTo>
                  <a:pt x="5769" y="481"/>
                </a:lnTo>
                <a:lnTo>
                  <a:pt x="5770" y="481"/>
                </a:lnTo>
                <a:lnTo>
                  <a:pt x="5771" y="480"/>
                </a:lnTo>
                <a:lnTo>
                  <a:pt x="5773" y="479"/>
                </a:lnTo>
                <a:lnTo>
                  <a:pt x="5773" y="478"/>
                </a:lnTo>
                <a:lnTo>
                  <a:pt x="5772" y="477"/>
                </a:lnTo>
                <a:lnTo>
                  <a:pt x="5773" y="476"/>
                </a:lnTo>
                <a:lnTo>
                  <a:pt x="5774" y="476"/>
                </a:lnTo>
                <a:lnTo>
                  <a:pt x="5776" y="475"/>
                </a:lnTo>
                <a:lnTo>
                  <a:pt x="5779" y="475"/>
                </a:lnTo>
                <a:lnTo>
                  <a:pt x="5781" y="475"/>
                </a:lnTo>
                <a:lnTo>
                  <a:pt x="5783" y="475"/>
                </a:lnTo>
                <a:lnTo>
                  <a:pt x="5786" y="475"/>
                </a:lnTo>
                <a:lnTo>
                  <a:pt x="5788" y="474"/>
                </a:lnTo>
                <a:lnTo>
                  <a:pt x="5789" y="474"/>
                </a:lnTo>
                <a:lnTo>
                  <a:pt x="5790" y="474"/>
                </a:lnTo>
                <a:lnTo>
                  <a:pt x="5791" y="474"/>
                </a:lnTo>
                <a:lnTo>
                  <a:pt x="5793" y="474"/>
                </a:lnTo>
                <a:lnTo>
                  <a:pt x="5795" y="474"/>
                </a:lnTo>
                <a:lnTo>
                  <a:pt x="5797" y="475"/>
                </a:lnTo>
                <a:lnTo>
                  <a:pt x="5799" y="475"/>
                </a:lnTo>
                <a:lnTo>
                  <a:pt x="5800" y="476"/>
                </a:lnTo>
                <a:lnTo>
                  <a:pt x="5802" y="477"/>
                </a:lnTo>
                <a:lnTo>
                  <a:pt x="5804" y="477"/>
                </a:lnTo>
                <a:lnTo>
                  <a:pt x="5806" y="478"/>
                </a:lnTo>
                <a:lnTo>
                  <a:pt x="5808" y="478"/>
                </a:lnTo>
                <a:lnTo>
                  <a:pt x="5809" y="478"/>
                </a:lnTo>
                <a:lnTo>
                  <a:pt x="5810" y="478"/>
                </a:lnTo>
                <a:lnTo>
                  <a:pt x="5811" y="478"/>
                </a:lnTo>
                <a:lnTo>
                  <a:pt x="5811" y="477"/>
                </a:lnTo>
                <a:lnTo>
                  <a:pt x="5811" y="476"/>
                </a:lnTo>
                <a:lnTo>
                  <a:pt x="5811" y="475"/>
                </a:lnTo>
                <a:lnTo>
                  <a:pt x="5812" y="475"/>
                </a:lnTo>
                <a:lnTo>
                  <a:pt x="5813" y="475"/>
                </a:lnTo>
                <a:lnTo>
                  <a:pt x="5814" y="475"/>
                </a:lnTo>
                <a:lnTo>
                  <a:pt x="5815" y="475"/>
                </a:lnTo>
                <a:lnTo>
                  <a:pt x="5817" y="476"/>
                </a:lnTo>
                <a:lnTo>
                  <a:pt x="5818" y="476"/>
                </a:lnTo>
                <a:lnTo>
                  <a:pt x="5818" y="477"/>
                </a:lnTo>
                <a:lnTo>
                  <a:pt x="5819" y="478"/>
                </a:lnTo>
                <a:lnTo>
                  <a:pt x="5819" y="479"/>
                </a:lnTo>
                <a:lnTo>
                  <a:pt x="5819" y="480"/>
                </a:lnTo>
                <a:lnTo>
                  <a:pt x="5818" y="480"/>
                </a:lnTo>
                <a:lnTo>
                  <a:pt x="5818" y="481"/>
                </a:lnTo>
                <a:lnTo>
                  <a:pt x="5817" y="481"/>
                </a:lnTo>
                <a:lnTo>
                  <a:pt x="5816" y="482"/>
                </a:lnTo>
                <a:lnTo>
                  <a:pt x="5814" y="484"/>
                </a:lnTo>
                <a:lnTo>
                  <a:pt x="5813" y="485"/>
                </a:lnTo>
                <a:lnTo>
                  <a:pt x="5812" y="486"/>
                </a:lnTo>
                <a:lnTo>
                  <a:pt x="5812" y="487"/>
                </a:lnTo>
                <a:lnTo>
                  <a:pt x="5813" y="488"/>
                </a:lnTo>
                <a:lnTo>
                  <a:pt x="5814" y="489"/>
                </a:lnTo>
                <a:lnTo>
                  <a:pt x="5816" y="489"/>
                </a:lnTo>
                <a:lnTo>
                  <a:pt x="5817" y="490"/>
                </a:lnTo>
                <a:lnTo>
                  <a:pt x="5818" y="489"/>
                </a:lnTo>
                <a:lnTo>
                  <a:pt x="5819" y="489"/>
                </a:lnTo>
                <a:lnTo>
                  <a:pt x="5821" y="488"/>
                </a:lnTo>
                <a:lnTo>
                  <a:pt x="5823" y="488"/>
                </a:lnTo>
                <a:lnTo>
                  <a:pt x="5824" y="487"/>
                </a:lnTo>
                <a:lnTo>
                  <a:pt x="5826" y="487"/>
                </a:lnTo>
                <a:lnTo>
                  <a:pt x="5828" y="488"/>
                </a:lnTo>
                <a:lnTo>
                  <a:pt x="5830" y="489"/>
                </a:lnTo>
                <a:lnTo>
                  <a:pt x="5831" y="490"/>
                </a:lnTo>
                <a:lnTo>
                  <a:pt x="5832" y="490"/>
                </a:lnTo>
                <a:lnTo>
                  <a:pt x="5833" y="491"/>
                </a:lnTo>
                <a:lnTo>
                  <a:pt x="5835" y="491"/>
                </a:lnTo>
                <a:lnTo>
                  <a:pt x="5839" y="491"/>
                </a:lnTo>
                <a:lnTo>
                  <a:pt x="5841" y="492"/>
                </a:lnTo>
                <a:lnTo>
                  <a:pt x="5842" y="493"/>
                </a:lnTo>
                <a:lnTo>
                  <a:pt x="5842" y="494"/>
                </a:lnTo>
                <a:lnTo>
                  <a:pt x="5843" y="496"/>
                </a:lnTo>
                <a:lnTo>
                  <a:pt x="5844" y="499"/>
                </a:lnTo>
                <a:lnTo>
                  <a:pt x="5844" y="500"/>
                </a:lnTo>
                <a:lnTo>
                  <a:pt x="5845" y="500"/>
                </a:lnTo>
                <a:lnTo>
                  <a:pt x="5845" y="501"/>
                </a:lnTo>
                <a:lnTo>
                  <a:pt x="5846" y="502"/>
                </a:lnTo>
                <a:lnTo>
                  <a:pt x="5847" y="503"/>
                </a:lnTo>
                <a:lnTo>
                  <a:pt x="5850" y="504"/>
                </a:lnTo>
                <a:lnTo>
                  <a:pt x="5852" y="504"/>
                </a:lnTo>
                <a:lnTo>
                  <a:pt x="5853" y="504"/>
                </a:lnTo>
                <a:lnTo>
                  <a:pt x="5854" y="503"/>
                </a:lnTo>
                <a:lnTo>
                  <a:pt x="5855" y="502"/>
                </a:lnTo>
                <a:lnTo>
                  <a:pt x="5856" y="501"/>
                </a:lnTo>
                <a:lnTo>
                  <a:pt x="5857" y="500"/>
                </a:lnTo>
                <a:lnTo>
                  <a:pt x="5859" y="499"/>
                </a:lnTo>
                <a:lnTo>
                  <a:pt x="5861" y="498"/>
                </a:lnTo>
                <a:lnTo>
                  <a:pt x="5863" y="498"/>
                </a:lnTo>
                <a:lnTo>
                  <a:pt x="5865" y="498"/>
                </a:lnTo>
                <a:lnTo>
                  <a:pt x="5867" y="499"/>
                </a:lnTo>
                <a:lnTo>
                  <a:pt x="5868" y="500"/>
                </a:lnTo>
                <a:lnTo>
                  <a:pt x="5869" y="500"/>
                </a:lnTo>
                <a:lnTo>
                  <a:pt x="5870" y="501"/>
                </a:lnTo>
                <a:lnTo>
                  <a:pt x="5870" y="502"/>
                </a:lnTo>
                <a:lnTo>
                  <a:pt x="5871" y="502"/>
                </a:lnTo>
                <a:lnTo>
                  <a:pt x="5872" y="503"/>
                </a:lnTo>
                <a:lnTo>
                  <a:pt x="5873" y="503"/>
                </a:lnTo>
                <a:lnTo>
                  <a:pt x="5874" y="504"/>
                </a:lnTo>
                <a:lnTo>
                  <a:pt x="5875" y="504"/>
                </a:lnTo>
                <a:lnTo>
                  <a:pt x="5876" y="504"/>
                </a:lnTo>
                <a:lnTo>
                  <a:pt x="5877" y="503"/>
                </a:lnTo>
                <a:lnTo>
                  <a:pt x="5878" y="503"/>
                </a:lnTo>
                <a:lnTo>
                  <a:pt x="5879" y="502"/>
                </a:lnTo>
                <a:lnTo>
                  <a:pt x="5879" y="501"/>
                </a:lnTo>
                <a:lnTo>
                  <a:pt x="5879" y="500"/>
                </a:lnTo>
                <a:lnTo>
                  <a:pt x="5878" y="499"/>
                </a:lnTo>
                <a:lnTo>
                  <a:pt x="5878" y="498"/>
                </a:lnTo>
                <a:lnTo>
                  <a:pt x="5878" y="497"/>
                </a:lnTo>
                <a:lnTo>
                  <a:pt x="5878" y="496"/>
                </a:lnTo>
                <a:lnTo>
                  <a:pt x="5879" y="495"/>
                </a:lnTo>
                <a:lnTo>
                  <a:pt x="5880" y="494"/>
                </a:lnTo>
                <a:lnTo>
                  <a:pt x="5882" y="493"/>
                </a:lnTo>
                <a:lnTo>
                  <a:pt x="5883" y="493"/>
                </a:lnTo>
                <a:lnTo>
                  <a:pt x="5885" y="493"/>
                </a:lnTo>
                <a:lnTo>
                  <a:pt x="5886" y="493"/>
                </a:lnTo>
                <a:lnTo>
                  <a:pt x="5887" y="494"/>
                </a:lnTo>
                <a:lnTo>
                  <a:pt x="5888" y="494"/>
                </a:lnTo>
                <a:lnTo>
                  <a:pt x="5889" y="494"/>
                </a:lnTo>
                <a:lnTo>
                  <a:pt x="5890" y="494"/>
                </a:lnTo>
                <a:lnTo>
                  <a:pt x="5891" y="495"/>
                </a:lnTo>
                <a:lnTo>
                  <a:pt x="5893" y="495"/>
                </a:lnTo>
                <a:lnTo>
                  <a:pt x="5895" y="497"/>
                </a:lnTo>
                <a:lnTo>
                  <a:pt x="5896" y="498"/>
                </a:lnTo>
                <a:lnTo>
                  <a:pt x="5896" y="499"/>
                </a:lnTo>
                <a:lnTo>
                  <a:pt x="5896" y="500"/>
                </a:lnTo>
                <a:lnTo>
                  <a:pt x="5896" y="502"/>
                </a:lnTo>
                <a:lnTo>
                  <a:pt x="5896" y="505"/>
                </a:lnTo>
                <a:lnTo>
                  <a:pt x="5897" y="507"/>
                </a:lnTo>
                <a:lnTo>
                  <a:pt x="5897" y="508"/>
                </a:lnTo>
                <a:lnTo>
                  <a:pt x="5897" y="509"/>
                </a:lnTo>
                <a:lnTo>
                  <a:pt x="5898" y="510"/>
                </a:lnTo>
                <a:lnTo>
                  <a:pt x="5898" y="511"/>
                </a:lnTo>
                <a:lnTo>
                  <a:pt x="5899" y="512"/>
                </a:lnTo>
                <a:lnTo>
                  <a:pt x="5900" y="512"/>
                </a:lnTo>
                <a:lnTo>
                  <a:pt x="5901" y="513"/>
                </a:lnTo>
                <a:lnTo>
                  <a:pt x="5903" y="513"/>
                </a:lnTo>
                <a:lnTo>
                  <a:pt x="5904" y="513"/>
                </a:lnTo>
                <a:lnTo>
                  <a:pt x="5905" y="512"/>
                </a:lnTo>
                <a:lnTo>
                  <a:pt x="5906" y="512"/>
                </a:lnTo>
                <a:lnTo>
                  <a:pt x="5907" y="511"/>
                </a:lnTo>
                <a:lnTo>
                  <a:pt x="5908" y="511"/>
                </a:lnTo>
                <a:lnTo>
                  <a:pt x="5909" y="511"/>
                </a:lnTo>
                <a:lnTo>
                  <a:pt x="5909" y="510"/>
                </a:lnTo>
                <a:lnTo>
                  <a:pt x="5910" y="510"/>
                </a:lnTo>
                <a:lnTo>
                  <a:pt x="5912" y="510"/>
                </a:lnTo>
                <a:lnTo>
                  <a:pt x="5913" y="510"/>
                </a:lnTo>
                <a:lnTo>
                  <a:pt x="5913" y="511"/>
                </a:lnTo>
                <a:lnTo>
                  <a:pt x="5914" y="511"/>
                </a:lnTo>
                <a:lnTo>
                  <a:pt x="5915" y="511"/>
                </a:lnTo>
                <a:lnTo>
                  <a:pt x="5916" y="513"/>
                </a:lnTo>
                <a:lnTo>
                  <a:pt x="5917" y="513"/>
                </a:lnTo>
                <a:lnTo>
                  <a:pt x="5917" y="514"/>
                </a:lnTo>
                <a:lnTo>
                  <a:pt x="5918" y="514"/>
                </a:lnTo>
                <a:lnTo>
                  <a:pt x="5918" y="515"/>
                </a:lnTo>
                <a:lnTo>
                  <a:pt x="5918" y="516"/>
                </a:lnTo>
                <a:lnTo>
                  <a:pt x="5918" y="517"/>
                </a:lnTo>
                <a:lnTo>
                  <a:pt x="5918" y="518"/>
                </a:lnTo>
                <a:lnTo>
                  <a:pt x="5918" y="519"/>
                </a:lnTo>
                <a:lnTo>
                  <a:pt x="5918" y="521"/>
                </a:lnTo>
                <a:lnTo>
                  <a:pt x="5919" y="522"/>
                </a:lnTo>
                <a:lnTo>
                  <a:pt x="5919" y="523"/>
                </a:lnTo>
                <a:lnTo>
                  <a:pt x="5920" y="523"/>
                </a:lnTo>
                <a:lnTo>
                  <a:pt x="5921" y="524"/>
                </a:lnTo>
                <a:lnTo>
                  <a:pt x="5923" y="525"/>
                </a:lnTo>
                <a:lnTo>
                  <a:pt x="5924" y="525"/>
                </a:lnTo>
                <a:lnTo>
                  <a:pt x="5926" y="525"/>
                </a:lnTo>
                <a:lnTo>
                  <a:pt x="5927" y="524"/>
                </a:lnTo>
                <a:lnTo>
                  <a:pt x="5928" y="524"/>
                </a:lnTo>
                <a:lnTo>
                  <a:pt x="5928" y="525"/>
                </a:lnTo>
                <a:lnTo>
                  <a:pt x="5929" y="525"/>
                </a:lnTo>
                <a:lnTo>
                  <a:pt x="5930" y="526"/>
                </a:lnTo>
                <a:lnTo>
                  <a:pt x="5930" y="527"/>
                </a:lnTo>
                <a:lnTo>
                  <a:pt x="5930" y="528"/>
                </a:lnTo>
                <a:lnTo>
                  <a:pt x="5928" y="529"/>
                </a:lnTo>
                <a:lnTo>
                  <a:pt x="5928" y="531"/>
                </a:lnTo>
                <a:lnTo>
                  <a:pt x="5929" y="532"/>
                </a:lnTo>
                <a:lnTo>
                  <a:pt x="5930" y="533"/>
                </a:lnTo>
                <a:lnTo>
                  <a:pt x="5932" y="533"/>
                </a:lnTo>
                <a:lnTo>
                  <a:pt x="5934" y="533"/>
                </a:lnTo>
                <a:lnTo>
                  <a:pt x="5935" y="533"/>
                </a:lnTo>
                <a:lnTo>
                  <a:pt x="5936" y="534"/>
                </a:lnTo>
                <a:lnTo>
                  <a:pt x="5937" y="535"/>
                </a:lnTo>
                <a:lnTo>
                  <a:pt x="5937" y="536"/>
                </a:lnTo>
                <a:lnTo>
                  <a:pt x="5937" y="537"/>
                </a:lnTo>
                <a:lnTo>
                  <a:pt x="5936" y="538"/>
                </a:lnTo>
                <a:lnTo>
                  <a:pt x="5935" y="538"/>
                </a:lnTo>
                <a:lnTo>
                  <a:pt x="5935" y="539"/>
                </a:lnTo>
                <a:lnTo>
                  <a:pt x="5935" y="540"/>
                </a:lnTo>
                <a:lnTo>
                  <a:pt x="5936" y="541"/>
                </a:lnTo>
                <a:lnTo>
                  <a:pt x="5938" y="542"/>
                </a:lnTo>
                <a:lnTo>
                  <a:pt x="5939" y="542"/>
                </a:lnTo>
                <a:lnTo>
                  <a:pt x="5941" y="542"/>
                </a:lnTo>
                <a:lnTo>
                  <a:pt x="5942" y="543"/>
                </a:lnTo>
                <a:lnTo>
                  <a:pt x="5944" y="543"/>
                </a:lnTo>
                <a:lnTo>
                  <a:pt x="5945" y="544"/>
                </a:lnTo>
                <a:lnTo>
                  <a:pt x="5946" y="544"/>
                </a:lnTo>
                <a:lnTo>
                  <a:pt x="5947" y="544"/>
                </a:lnTo>
                <a:lnTo>
                  <a:pt x="5947" y="545"/>
                </a:lnTo>
                <a:lnTo>
                  <a:pt x="5947" y="546"/>
                </a:lnTo>
                <a:lnTo>
                  <a:pt x="5948" y="546"/>
                </a:lnTo>
                <a:lnTo>
                  <a:pt x="5948" y="547"/>
                </a:lnTo>
                <a:lnTo>
                  <a:pt x="5949" y="548"/>
                </a:lnTo>
                <a:lnTo>
                  <a:pt x="5950" y="549"/>
                </a:lnTo>
                <a:lnTo>
                  <a:pt x="5951" y="550"/>
                </a:lnTo>
                <a:lnTo>
                  <a:pt x="5953" y="550"/>
                </a:lnTo>
                <a:lnTo>
                  <a:pt x="5954" y="550"/>
                </a:lnTo>
                <a:lnTo>
                  <a:pt x="5955" y="551"/>
                </a:lnTo>
                <a:lnTo>
                  <a:pt x="5956" y="551"/>
                </a:lnTo>
                <a:lnTo>
                  <a:pt x="5956" y="552"/>
                </a:lnTo>
                <a:lnTo>
                  <a:pt x="5957" y="552"/>
                </a:lnTo>
                <a:lnTo>
                  <a:pt x="5958" y="553"/>
                </a:lnTo>
                <a:lnTo>
                  <a:pt x="5959" y="553"/>
                </a:lnTo>
                <a:lnTo>
                  <a:pt x="5959" y="554"/>
                </a:lnTo>
                <a:lnTo>
                  <a:pt x="5960" y="554"/>
                </a:lnTo>
                <a:lnTo>
                  <a:pt x="5961" y="555"/>
                </a:lnTo>
                <a:lnTo>
                  <a:pt x="5963" y="556"/>
                </a:lnTo>
                <a:lnTo>
                  <a:pt x="5964" y="557"/>
                </a:lnTo>
                <a:lnTo>
                  <a:pt x="5965" y="558"/>
                </a:lnTo>
                <a:lnTo>
                  <a:pt x="5966" y="559"/>
                </a:lnTo>
                <a:lnTo>
                  <a:pt x="5967" y="559"/>
                </a:lnTo>
                <a:lnTo>
                  <a:pt x="5968" y="561"/>
                </a:lnTo>
                <a:lnTo>
                  <a:pt x="5969" y="562"/>
                </a:lnTo>
                <a:lnTo>
                  <a:pt x="5970" y="562"/>
                </a:lnTo>
                <a:lnTo>
                  <a:pt x="5973" y="562"/>
                </a:lnTo>
                <a:lnTo>
                  <a:pt x="5974" y="562"/>
                </a:lnTo>
                <a:lnTo>
                  <a:pt x="5975" y="561"/>
                </a:lnTo>
                <a:lnTo>
                  <a:pt x="5976" y="561"/>
                </a:lnTo>
                <a:lnTo>
                  <a:pt x="5978" y="560"/>
                </a:lnTo>
                <a:lnTo>
                  <a:pt x="5981" y="559"/>
                </a:lnTo>
                <a:lnTo>
                  <a:pt x="5983" y="559"/>
                </a:lnTo>
                <a:lnTo>
                  <a:pt x="5987" y="557"/>
                </a:lnTo>
                <a:lnTo>
                  <a:pt x="5988" y="557"/>
                </a:lnTo>
                <a:lnTo>
                  <a:pt x="5989" y="557"/>
                </a:lnTo>
                <a:lnTo>
                  <a:pt x="5991" y="557"/>
                </a:lnTo>
                <a:lnTo>
                  <a:pt x="5992" y="557"/>
                </a:lnTo>
                <a:lnTo>
                  <a:pt x="5993" y="557"/>
                </a:lnTo>
                <a:lnTo>
                  <a:pt x="5994" y="558"/>
                </a:lnTo>
                <a:lnTo>
                  <a:pt x="5994" y="559"/>
                </a:lnTo>
                <a:lnTo>
                  <a:pt x="5995" y="559"/>
                </a:lnTo>
                <a:lnTo>
                  <a:pt x="5995" y="560"/>
                </a:lnTo>
                <a:lnTo>
                  <a:pt x="5995" y="561"/>
                </a:lnTo>
                <a:lnTo>
                  <a:pt x="5996" y="561"/>
                </a:lnTo>
                <a:lnTo>
                  <a:pt x="5996" y="562"/>
                </a:lnTo>
                <a:lnTo>
                  <a:pt x="5997" y="562"/>
                </a:lnTo>
                <a:lnTo>
                  <a:pt x="5997" y="563"/>
                </a:lnTo>
                <a:lnTo>
                  <a:pt x="5998" y="563"/>
                </a:lnTo>
                <a:lnTo>
                  <a:pt x="5999" y="563"/>
                </a:lnTo>
                <a:lnTo>
                  <a:pt x="6000" y="563"/>
                </a:lnTo>
                <a:lnTo>
                  <a:pt x="6001" y="563"/>
                </a:lnTo>
                <a:lnTo>
                  <a:pt x="6002" y="563"/>
                </a:lnTo>
                <a:lnTo>
                  <a:pt x="6003" y="563"/>
                </a:lnTo>
                <a:lnTo>
                  <a:pt x="6004" y="563"/>
                </a:lnTo>
                <a:lnTo>
                  <a:pt x="6004" y="562"/>
                </a:lnTo>
                <a:lnTo>
                  <a:pt x="6005" y="562"/>
                </a:lnTo>
                <a:lnTo>
                  <a:pt x="6005" y="561"/>
                </a:lnTo>
                <a:lnTo>
                  <a:pt x="6006" y="561"/>
                </a:lnTo>
                <a:lnTo>
                  <a:pt x="6007" y="561"/>
                </a:lnTo>
                <a:lnTo>
                  <a:pt x="6008" y="560"/>
                </a:lnTo>
                <a:lnTo>
                  <a:pt x="6009" y="560"/>
                </a:lnTo>
                <a:lnTo>
                  <a:pt x="6010" y="560"/>
                </a:lnTo>
                <a:lnTo>
                  <a:pt x="6011" y="560"/>
                </a:lnTo>
                <a:lnTo>
                  <a:pt x="6014" y="560"/>
                </a:lnTo>
                <a:lnTo>
                  <a:pt x="6015" y="560"/>
                </a:lnTo>
                <a:lnTo>
                  <a:pt x="6016" y="561"/>
                </a:lnTo>
                <a:lnTo>
                  <a:pt x="6017" y="561"/>
                </a:lnTo>
                <a:lnTo>
                  <a:pt x="6017" y="562"/>
                </a:lnTo>
                <a:lnTo>
                  <a:pt x="6017" y="563"/>
                </a:lnTo>
                <a:lnTo>
                  <a:pt x="6016" y="563"/>
                </a:lnTo>
                <a:lnTo>
                  <a:pt x="6016" y="564"/>
                </a:lnTo>
                <a:lnTo>
                  <a:pt x="6016" y="565"/>
                </a:lnTo>
                <a:lnTo>
                  <a:pt x="6015" y="565"/>
                </a:lnTo>
                <a:lnTo>
                  <a:pt x="6014" y="566"/>
                </a:lnTo>
                <a:lnTo>
                  <a:pt x="6013" y="566"/>
                </a:lnTo>
                <a:lnTo>
                  <a:pt x="6013" y="567"/>
                </a:lnTo>
                <a:lnTo>
                  <a:pt x="6012" y="568"/>
                </a:lnTo>
                <a:lnTo>
                  <a:pt x="6011" y="568"/>
                </a:lnTo>
                <a:lnTo>
                  <a:pt x="6011" y="569"/>
                </a:lnTo>
                <a:lnTo>
                  <a:pt x="6010" y="569"/>
                </a:lnTo>
                <a:lnTo>
                  <a:pt x="6010" y="570"/>
                </a:lnTo>
                <a:lnTo>
                  <a:pt x="6009" y="570"/>
                </a:lnTo>
                <a:lnTo>
                  <a:pt x="6009" y="571"/>
                </a:lnTo>
                <a:lnTo>
                  <a:pt x="6009" y="572"/>
                </a:lnTo>
                <a:lnTo>
                  <a:pt x="6009" y="573"/>
                </a:lnTo>
                <a:lnTo>
                  <a:pt x="6008" y="574"/>
                </a:lnTo>
                <a:lnTo>
                  <a:pt x="6008" y="575"/>
                </a:lnTo>
                <a:lnTo>
                  <a:pt x="6007" y="576"/>
                </a:lnTo>
                <a:lnTo>
                  <a:pt x="6007" y="577"/>
                </a:lnTo>
                <a:lnTo>
                  <a:pt x="6006" y="578"/>
                </a:lnTo>
                <a:lnTo>
                  <a:pt x="6006" y="579"/>
                </a:lnTo>
                <a:lnTo>
                  <a:pt x="6005" y="579"/>
                </a:lnTo>
                <a:lnTo>
                  <a:pt x="6005" y="581"/>
                </a:lnTo>
                <a:lnTo>
                  <a:pt x="6004" y="583"/>
                </a:lnTo>
                <a:lnTo>
                  <a:pt x="6004" y="584"/>
                </a:lnTo>
                <a:lnTo>
                  <a:pt x="6003" y="584"/>
                </a:lnTo>
                <a:lnTo>
                  <a:pt x="6003" y="585"/>
                </a:lnTo>
                <a:lnTo>
                  <a:pt x="6002" y="586"/>
                </a:lnTo>
                <a:lnTo>
                  <a:pt x="6002" y="587"/>
                </a:lnTo>
                <a:lnTo>
                  <a:pt x="6001" y="587"/>
                </a:lnTo>
                <a:lnTo>
                  <a:pt x="6001" y="588"/>
                </a:lnTo>
                <a:lnTo>
                  <a:pt x="6000" y="589"/>
                </a:lnTo>
                <a:lnTo>
                  <a:pt x="6000" y="590"/>
                </a:lnTo>
                <a:lnTo>
                  <a:pt x="6000" y="591"/>
                </a:lnTo>
                <a:lnTo>
                  <a:pt x="6000" y="592"/>
                </a:lnTo>
                <a:lnTo>
                  <a:pt x="6000" y="593"/>
                </a:lnTo>
                <a:lnTo>
                  <a:pt x="6001" y="593"/>
                </a:lnTo>
                <a:lnTo>
                  <a:pt x="6002" y="593"/>
                </a:lnTo>
                <a:lnTo>
                  <a:pt x="6004" y="593"/>
                </a:lnTo>
                <a:lnTo>
                  <a:pt x="6004" y="594"/>
                </a:lnTo>
                <a:lnTo>
                  <a:pt x="6005" y="594"/>
                </a:lnTo>
                <a:lnTo>
                  <a:pt x="6006" y="594"/>
                </a:lnTo>
                <a:lnTo>
                  <a:pt x="6007" y="594"/>
                </a:lnTo>
                <a:lnTo>
                  <a:pt x="6007" y="595"/>
                </a:lnTo>
                <a:lnTo>
                  <a:pt x="6008" y="595"/>
                </a:lnTo>
                <a:lnTo>
                  <a:pt x="6009" y="596"/>
                </a:lnTo>
                <a:lnTo>
                  <a:pt x="6009" y="597"/>
                </a:lnTo>
                <a:lnTo>
                  <a:pt x="6009" y="598"/>
                </a:lnTo>
                <a:lnTo>
                  <a:pt x="6009" y="600"/>
                </a:lnTo>
                <a:lnTo>
                  <a:pt x="6009" y="604"/>
                </a:lnTo>
                <a:lnTo>
                  <a:pt x="6009" y="605"/>
                </a:lnTo>
                <a:lnTo>
                  <a:pt x="6009" y="606"/>
                </a:lnTo>
                <a:lnTo>
                  <a:pt x="6010" y="606"/>
                </a:lnTo>
                <a:lnTo>
                  <a:pt x="6010" y="607"/>
                </a:lnTo>
                <a:lnTo>
                  <a:pt x="6011" y="607"/>
                </a:lnTo>
                <a:lnTo>
                  <a:pt x="6012" y="607"/>
                </a:lnTo>
                <a:lnTo>
                  <a:pt x="6013" y="607"/>
                </a:lnTo>
                <a:lnTo>
                  <a:pt x="6014" y="607"/>
                </a:lnTo>
                <a:lnTo>
                  <a:pt x="6015" y="607"/>
                </a:lnTo>
                <a:lnTo>
                  <a:pt x="6015" y="606"/>
                </a:lnTo>
                <a:lnTo>
                  <a:pt x="6016" y="606"/>
                </a:lnTo>
                <a:lnTo>
                  <a:pt x="6017" y="606"/>
                </a:lnTo>
                <a:lnTo>
                  <a:pt x="6017" y="605"/>
                </a:lnTo>
                <a:lnTo>
                  <a:pt x="6018" y="605"/>
                </a:lnTo>
                <a:lnTo>
                  <a:pt x="6019" y="604"/>
                </a:lnTo>
                <a:lnTo>
                  <a:pt x="6020" y="604"/>
                </a:lnTo>
                <a:lnTo>
                  <a:pt x="6020" y="603"/>
                </a:lnTo>
                <a:lnTo>
                  <a:pt x="6021" y="603"/>
                </a:lnTo>
                <a:lnTo>
                  <a:pt x="6022" y="603"/>
                </a:lnTo>
                <a:lnTo>
                  <a:pt x="6022" y="604"/>
                </a:lnTo>
                <a:lnTo>
                  <a:pt x="6023" y="604"/>
                </a:lnTo>
                <a:lnTo>
                  <a:pt x="6024" y="605"/>
                </a:lnTo>
                <a:lnTo>
                  <a:pt x="6025" y="606"/>
                </a:lnTo>
                <a:lnTo>
                  <a:pt x="6025" y="607"/>
                </a:lnTo>
                <a:lnTo>
                  <a:pt x="6025" y="608"/>
                </a:lnTo>
                <a:lnTo>
                  <a:pt x="6025" y="609"/>
                </a:lnTo>
                <a:lnTo>
                  <a:pt x="6024" y="609"/>
                </a:lnTo>
                <a:lnTo>
                  <a:pt x="6024" y="610"/>
                </a:lnTo>
                <a:lnTo>
                  <a:pt x="6023" y="610"/>
                </a:lnTo>
                <a:lnTo>
                  <a:pt x="6022" y="611"/>
                </a:lnTo>
                <a:lnTo>
                  <a:pt x="6022" y="612"/>
                </a:lnTo>
                <a:lnTo>
                  <a:pt x="6021" y="612"/>
                </a:lnTo>
                <a:lnTo>
                  <a:pt x="6021" y="613"/>
                </a:lnTo>
                <a:lnTo>
                  <a:pt x="6022" y="614"/>
                </a:lnTo>
                <a:lnTo>
                  <a:pt x="6022" y="615"/>
                </a:lnTo>
                <a:lnTo>
                  <a:pt x="6023" y="615"/>
                </a:lnTo>
                <a:lnTo>
                  <a:pt x="6023" y="616"/>
                </a:lnTo>
                <a:lnTo>
                  <a:pt x="6023" y="617"/>
                </a:lnTo>
                <a:lnTo>
                  <a:pt x="6024" y="617"/>
                </a:lnTo>
                <a:lnTo>
                  <a:pt x="6024" y="618"/>
                </a:lnTo>
                <a:lnTo>
                  <a:pt x="6025" y="619"/>
                </a:lnTo>
                <a:lnTo>
                  <a:pt x="6025" y="620"/>
                </a:lnTo>
                <a:lnTo>
                  <a:pt x="6025" y="622"/>
                </a:lnTo>
                <a:lnTo>
                  <a:pt x="6026" y="622"/>
                </a:lnTo>
                <a:lnTo>
                  <a:pt x="6026" y="623"/>
                </a:lnTo>
                <a:lnTo>
                  <a:pt x="6027" y="623"/>
                </a:lnTo>
                <a:lnTo>
                  <a:pt x="6028" y="623"/>
                </a:lnTo>
                <a:lnTo>
                  <a:pt x="6028" y="624"/>
                </a:lnTo>
                <a:lnTo>
                  <a:pt x="6029" y="624"/>
                </a:lnTo>
                <a:lnTo>
                  <a:pt x="6030" y="624"/>
                </a:lnTo>
                <a:lnTo>
                  <a:pt x="6031" y="625"/>
                </a:lnTo>
                <a:lnTo>
                  <a:pt x="6031" y="627"/>
                </a:lnTo>
                <a:lnTo>
                  <a:pt x="6031" y="628"/>
                </a:lnTo>
                <a:lnTo>
                  <a:pt x="6032" y="628"/>
                </a:lnTo>
                <a:lnTo>
                  <a:pt x="6032" y="629"/>
                </a:lnTo>
                <a:lnTo>
                  <a:pt x="6032" y="630"/>
                </a:lnTo>
                <a:lnTo>
                  <a:pt x="6031" y="631"/>
                </a:lnTo>
                <a:lnTo>
                  <a:pt x="6030" y="631"/>
                </a:lnTo>
                <a:lnTo>
                  <a:pt x="6030" y="632"/>
                </a:lnTo>
                <a:lnTo>
                  <a:pt x="6030" y="633"/>
                </a:lnTo>
                <a:lnTo>
                  <a:pt x="6029" y="634"/>
                </a:lnTo>
                <a:lnTo>
                  <a:pt x="6028" y="634"/>
                </a:lnTo>
                <a:lnTo>
                  <a:pt x="6027" y="634"/>
                </a:lnTo>
                <a:lnTo>
                  <a:pt x="6026" y="635"/>
                </a:lnTo>
                <a:lnTo>
                  <a:pt x="6025" y="635"/>
                </a:lnTo>
                <a:lnTo>
                  <a:pt x="6025" y="636"/>
                </a:lnTo>
                <a:lnTo>
                  <a:pt x="6025" y="637"/>
                </a:lnTo>
                <a:lnTo>
                  <a:pt x="6025" y="638"/>
                </a:lnTo>
                <a:lnTo>
                  <a:pt x="6024" y="638"/>
                </a:lnTo>
                <a:lnTo>
                  <a:pt x="6024" y="640"/>
                </a:lnTo>
                <a:lnTo>
                  <a:pt x="6024" y="643"/>
                </a:lnTo>
                <a:lnTo>
                  <a:pt x="6023" y="643"/>
                </a:lnTo>
                <a:lnTo>
                  <a:pt x="6023" y="644"/>
                </a:lnTo>
                <a:lnTo>
                  <a:pt x="6022" y="644"/>
                </a:lnTo>
                <a:lnTo>
                  <a:pt x="6021" y="644"/>
                </a:lnTo>
                <a:lnTo>
                  <a:pt x="6021" y="645"/>
                </a:lnTo>
                <a:lnTo>
                  <a:pt x="6020" y="645"/>
                </a:lnTo>
                <a:lnTo>
                  <a:pt x="6020" y="646"/>
                </a:lnTo>
                <a:lnTo>
                  <a:pt x="6019" y="646"/>
                </a:lnTo>
                <a:lnTo>
                  <a:pt x="6018" y="647"/>
                </a:lnTo>
                <a:lnTo>
                  <a:pt x="6017" y="648"/>
                </a:lnTo>
                <a:lnTo>
                  <a:pt x="6016" y="648"/>
                </a:lnTo>
                <a:lnTo>
                  <a:pt x="6016" y="649"/>
                </a:lnTo>
                <a:lnTo>
                  <a:pt x="6015" y="649"/>
                </a:lnTo>
                <a:lnTo>
                  <a:pt x="6015" y="650"/>
                </a:lnTo>
                <a:lnTo>
                  <a:pt x="6014" y="650"/>
                </a:lnTo>
                <a:lnTo>
                  <a:pt x="6014" y="651"/>
                </a:lnTo>
                <a:lnTo>
                  <a:pt x="6014" y="652"/>
                </a:lnTo>
                <a:lnTo>
                  <a:pt x="6013" y="652"/>
                </a:lnTo>
                <a:lnTo>
                  <a:pt x="6013" y="653"/>
                </a:lnTo>
                <a:lnTo>
                  <a:pt x="6014" y="653"/>
                </a:lnTo>
                <a:lnTo>
                  <a:pt x="6014" y="654"/>
                </a:lnTo>
                <a:lnTo>
                  <a:pt x="6015" y="654"/>
                </a:lnTo>
                <a:lnTo>
                  <a:pt x="6015" y="655"/>
                </a:lnTo>
                <a:lnTo>
                  <a:pt x="6016" y="655"/>
                </a:lnTo>
                <a:lnTo>
                  <a:pt x="6016" y="656"/>
                </a:lnTo>
                <a:lnTo>
                  <a:pt x="6016" y="657"/>
                </a:lnTo>
                <a:lnTo>
                  <a:pt x="6016" y="658"/>
                </a:lnTo>
                <a:lnTo>
                  <a:pt x="6016" y="659"/>
                </a:lnTo>
                <a:lnTo>
                  <a:pt x="6017" y="660"/>
                </a:lnTo>
                <a:lnTo>
                  <a:pt x="6018" y="660"/>
                </a:lnTo>
                <a:lnTo>
                  <a:pt x="6018" y="661"/>
                </a:lnTo>
                <a:lnTo>
                  <a:pt x="6019" y="661"/>
                </a:lnTo>
                <a:lnTo>
                  <a:pt x="6020" y="661"/>
                </a:lnTo>
                <a:lnTo>
                  <a:pt x="6021" y="661"/>
                </a:lnTo>
                <a:lnTo>
                  <a:pt x="6021" y="662"/>
                </a:lnTo>
                <a:lnTo>
                  <a:pt x="6022" y="662"/>
                </a:lnTo>
                <a:lnTo>
                  <a:pt x="6022" y="663"/>
                </a:lnTo>
                <a:lnTo>
                  <a:pt x="6022" y="664"/>
                </a:lnTo>
                <a:lnTo>
                  <a:pt x="6024" y="665"/>
                </a:lnTo>
                <a:lnTo>
                  <a:pt x="6025" y="666"/>
                </a:lnTo>
                <a:lnTo>
                  <a:pt x="6028" y="668"/>
                </a:lnTo>
                <a:lnTo>
                  <a:pt x="6032" y="671"/>
                </a:lnTo>
                <a:lnTo>
                  <a:pt x="6034" y="672"/>
                </a:lnTo>
                <a:lnTo>
                  <a:pt x="6036" y="673"/>
                </a:lnTo>
                <a:lnTo>
                  <a:pt x="6036" y="674"/>
                </a:lnTo>
                <a:lnTo>
                  <a:pt x="6037" y="675"/>
                </a:lnTo>
                <a:lnTo>
                  <a:pt x="6038" y="675"/>
                </a:lnTo>
                <a:lnTo>
                  <a:pt x="6038" y="676"/>
                </a:lnTo>
                <a:lnTo>
                  <a:pt x="6039" y="677"/>
                </a:lnTo>
                <a:lnTo>
                  <a:pt x="6040" y="678"/>
                </a:lnTo>
                <a:lnTo>
                  <a:pt x="6041" y="680"/>
                </a:lnTo>
                <a:lnTo>
                  <a:pt x="6042" y="682"/>
                </a:lnTo>
                <a:lnTo>
                  <a:pt x="6043" y="684"/>
                </a:lnTo>
                <a:lnTo>
                  <a:pt x="6044" y="685"/>
                </a:lnTo>
                <a:lnTo>
                  <a:pt x="6045" y="687"/>
                </a:lnTo>
                <a:lnTo>
                  <a:pt x="6045" y="688"/>
                </a:lnTo>
                <a:lnTo>
                  <a:pt x="6045" y="690"/>
                </a:lnTo>
                <a:lnTo>
                  <a:pt x="6045" y="692"/>
                </a:lnTo>
                <a:lnTo>
                  <a:pt x="6045" y="695"/>
                </a:lnTo>
                <a:lnTo>
                  <a:pt x="6045" y="696"/>
                </a:lnTo>
                <a:lnTo>
                  <a:pt x="6045" y="698"/>
                </a:lnTo>
                <a:lnTo>
                  <a:pt x="6046" y="698"/>
                </a:lnTo>
                <a:lnTo>
                  <a:pt x="6046" y="699"/>
                </a:lnTo>
                <a:lnTo>
                  <a:pt x="6046" y="700"/>
                </a:lnTo>
                <a:lnTo>
                  <a:pt x="6047" y="700"/>
                </a:lnTo>
                <a:lnTo>
                  <a:pt x="6048" y="700"/>
                </a:lnTo>
                <a:lnTo>
                  <a:pt x="6050" y="702"/>
                </a:lnTo>
                <a:lnTo>
                  <a:pt x="6052" y="702"/>
                </a:lnTo>
                <a:lnTo>
                  <a:pt x="6055" y="703"/>
                </a:lnTo>
                <a:lnTo>
                  <a:pt x="6061" y="703"/>
                </a:lnTo>
                <a:lnTo>
                  <a:pt x="6062" y="703"/>
                </a:lnTo>
                <a:lnTo>
                  <a:pt x="6068" y="701"/>
                </a:lnTo>
                <a:lnTo>
                  <a:pt x="6070" y="700"/>
                </a:lnTo>
                <a:lnTo>
                  <a:pt x="6071" y="700"/>
                </a:lnTo>
                <a:lnTo>
                  <a:pt x="6071" y="699"/>
                </a:lnTo>
                <a:lnTo>
                  <a:pt x="6072" y="699"/>
                </a:lnTo>
                <a:lnTo>
                  <a:pt x="6072" y="698"/>
                </a:lnTo>
                <a:lnTo>
                  <a:pt x="6073" y="698"/>
                </a:lnTo>
                <a:lnTo>
                  <a:pt x="6074" y="698"/>
                </a:lnTo>
                <a:lnTo>
                  <a:pt x="6074" y="697"/>
                </a:lnTo>
                <a:lnTo>
                  <a:pt x="6076" y="697"/>
                </a:lnTo>
                <a:lnTo>
                  <a:pt x="6077" y="697"/>
                </a:lnTo>
                <a:lnTo>
                  <a:pt x="6078" y="696"/>
                </a:lnTo>
                <a:lnTo>
                  <a:pt x="6079" y="696"/>
                </a:lnTo>
                <a:lnTo>
                  <a:pt x="6080" y="697"/>
                </a:lnTo>
                <a:lnTo>
                  <a:pt x="6081" y="697"/>
                </a:lnTo>
                <a:lnTo>
                  <a:pt x="6082" y="697"/>
                </a:lnTo>
                <a:lnTo>
                  <a:pt x="6084" y="697"/>
                </a:lnTo>
                <a:lnTo>
                  <a:pt x="6086" y="697"/>
                </a:lnTo>
                <a:lnTo>
                  <a:pt x="6088" y="698"/>
                </a:lnTo>
                <a:lnTo>
                  <a:pt x="6090" y="698"/>
                </a:lnTo>
                <a:lnTo>
                  <a:pt x="6090" y="697"/>
                </a:lnTo>
                <a:lnTo>
                  <a:pt x="6091" y="697"/>
                </a:lnTo>
                <a:lnTo>
                  <a:pt x="6092" y="697"/>
                </a:lnTo>
                <a:lnTo>
                  <a:pt x="6093" y="696"/>
                </a:lnTo>
                <a:lnTo>
                  <a:pt x="6095" y="696"/>
                </a:lnTo>
                <a:lnTo>
                  <a:pt x="6096" y="696"/>
                </a:lnTo>
                <a:lnTo>
                  <a:pt x="6097" y="696"/>
                </a:lnTo>
                <a:lnTo>
                  <a:pt x="6098" y="696"/>
                </a:lnTo>
                <a:lnTo>
                  <a:pt x="6099" y="696"/>
                </a:lnTo>
                <a:lnTo>
                  <a:pt x="6101" y="696"/>
                </a:lnTo>
                <a:lnTo>
                  <a:pt x="6103" y="697"/>
                </a:lnTo>
                <a:lnTo>
                  <a:pt x="6105" y="697"/>
                </a:lnTo>
                <a:lnTo>
                  <a:pt x="6106" y="697"/>
                </a:lnTo>
                <a:lnTo>
                  <a:pt x="6107" y="698"/>
                </a:lnTo>
                <a:lnTo>
                  <a:pt x="6108" y="699"/>
                </a:lnTo>
                <a:lnTo>
                  <a:pt x="6108" y="700"/>
                </a:lnTo>
                <a:lnTo>
                  <a:pt x="6108" y="702"/>
                </a:lnTo>
                <a:lnTo>
                  <a:pt x="6108" y="703"/>
                </a:lnTo>
                <a:lnTo>
                  <a:pt x="6108" y="704"/>
                </a:lnTo>
                <a:lnTo>
                  <a:pt x="6109" y="704"/>
                </a:lnTo>
                <a:lnTo>
                  <a:pt x="6111" y="706"/>
                </a:lnTo>
                <a:lnTo>
                  <a:pt x="6113" y="706"/>
                </a:lnTo>
                <a:lnTo>
                  <a:pt x="6114" y="706"/>
                </a:lnTo>
                <a:lnTo>
                  <a:pt x="6115" y="706"/>
                </a:lnTo>
                <a:lnTo>
                  <a:pt x="6116" y="706"/>
                </a:lnTo>
                <a:lnTo>
                  <a:pt x="6117" y="705"/>
                </a:lnTo>
                <a:lnTo>
                  <a:pt x="6119" y="704"/>
                </a:lnTo>
                <a:lnTo>
                  <a:pt x="6119" y="703"/>
                </a:lnTo>
                <a:lnTo>
                  <a:pt x="6120" y="702"/>
                </a:lnTo>
                <a:lnTo>
                  <a:pt x="6121" y="701"/>
                </a:lnTo>
                <a:lnTo>
                  <a:pt x="6122" y="700"/>
                </a:lnTo>
                <a:lnTo>
                  <a:pt x="6123" y="700"/>
                </a:lnTo>
                <a:lnTo>
                  <a:pt x="6124" y="700"/>
                </a:lnTo>
                <a:lnTo>
                  <a:pt x="6126" y="700"/>
                </a:lnTo>
                <a:lnTo>
                  <a:pt x="6128" y="701"/>
                </a:lnTo>
                <a:lnTo>
                  <a:pt x="6130" y="702"/>
                </a:lnTo>
                <a:lnTo>
                  <a:pt x="6131" y="703"/>
                </a:lnTo>
                <a:lnTo>
                  <a:pt x="6132" y="703"/>
                </a:lnTo>
                <a:lnTo>
                  <a:pt x="6133" y="703"/>
                </a:lnTo>
                <a:lnTo>
                  <a:pt x="6135" y="704"/>
                </a:lnTo>
                <a:lnTo>
                  <a:pt x="6136" y="704"/>
                </a:lnTo>
                <a:lnTo>
                  <a:pt x="6137" y="704"/>
                </a:lnTo>
                <a:lnTo>
                  <a:pt x="6138" y="704"/>
                </a:lnTo>
                <a:lnTo>
                  <a:pt x="6139" y="704"/>
                </a:lnTo>
                <a:lnTo>
                  <a:pt x="6140" y="704"/>
                </a:lnTo>
                <a:lnTo>
                  <a:pt x="6141" y="704"/>
                </a:lnTo>
                <a:lnTo>
                  <a:pt x="6144" y="703"/>
                </a:lnTo>
                <a:lnTo>
                  <a:pt x="6145" y="703"/>
                </a:lnTo>
                <a:lnTo>
                  <a:pt x="6145" y="704"/>
                </a:lnTo>
                <a:lnTo>
                  <a:pt x="6146" y="704"/>
                </a:lnTo>
                <a:lnTo>
                  <a:pt x="6149" y="705"/>
                </a:lnTo>
                <a:lnTo>
                  <a:pt x="6151" y="705"/>
                </a:lnTo>
                <a:lnTo>
                  <a:pt x="6152" y="705"/>
                </a:lnTo>
                <a:lnTo>
                  <a:pt x="6153" y="704"/>
                </a:lnTo>
                <a:lnTo>
                  <a:pt x="6154" y="702"/>
                </a:lnTo>
                <a:lnTo>
                  <a:pt x="6154" y="701"/>
                </a:lnTo>
                <a:lnTo>
                  <a:pt x="6155" y="700"/>
                </a:lnTo>
                <a:lnTo>
                  <a:pt x="6156" y="699"/>
                </a:lnTo>
                <a:lnTo>
                  <a:pt x="6157" y="699"/>
                </a:lnTo>
                <a:lnTo>
                  <a:pt x="6157" y="700"/>
                </a:lnTo>
                <a:lnTo>
                  <a:pt x="6158" y="700"/>
                </a:lnTo>
                <a:lnTo>
                  <a:pt x="6159" y="700"/>
                </a:lnTo>
                <a:lnTo>
                  <a:pt x="6160" y="700"/>
                </a:lnTo>
                <a:lnTo>
                  <a:pt x="6160" y="701"/>
                </a:lnTo>
                <a:lnTo>
                  <a:pt x="6161" y="701"/>
                </a:lnTo>
                <a:lnTo>
                  <a:pt x="6162" y="701"/>
                </a:lnTo>
                <a:lnTo>
                  <a:pt x="6163" y="701"/>
                </a:lnTo>
                <a:lnTo>
                  <a:pt x="6165" y="701"/>
                </a:lnTo>
                <a:lnTo>
                  <a:pt x="6167" y="701"/>
                </a:lnTo>
                <a:lnTo>
                  <a:pt x="6168" y="701"/>
                </a:lnTo>
                <a:lnTo>
                  <a:pt x="6172" y="701"/>
                </a:lnTo>
                <a:lnTo>
                  <a:pt x="6173" y="700"/>
                </a:lnTo>
                <a:lnTo>
                  <a:pt x="6175" y="700"/>
                </a:lnTo>
                <a:lnTo>
                  <a:pt x="6176" y="699"/>
                </a:lnTo>
                <a:lnTo>
                  <a:pt x="6178" y="699"/>
                </a:lnTo>
                <a:lnTo>
                  <a:pt x="6179" y="699"/>
                </a:lnTo>
                <a:lnTo>
                  <a:pt x="6179" y="700"/>
                </a:lnTo>
                <a:lnTo>
                  <a:pt x="6180" y="700"/>
                </a:lnTo>
                <a:lnTo>
                  <a:pt x="6182" y="700"/>
                </a:lnTo>
                <a:lnTo>
                  <a:pt x="6183" y="700"/>
                </a:lnTo>
                <a:lnTo>
                  <a:pt x="6183" y="699"/>
                </a:lnTo>
                <a:lnTo>
                  <a:pt x="6184" y="699"/>
                </a:lnTo>
                <a:lnTo>
                  <a:pt x="6184" y="698"/>
                </a:lnTo>
                <a:lnTo>
                  <a:pt x="6185" y="698"/>
                </a:lnTo>
                <a:lnTo>
                  <a:pt x="6185" y="697"/>
                </a:lnTo>
                <a:lnTo>
                  <a:pt x="6185" y="696"/>
                </a:lnTo>
                <a:lnTo>
                  <a:pt x="6186" y="695"/>
                </a:lnTo>
                <a:lnTo>
                  <a:pt x="6187" y="694"/>
                </a:lnTo>
                <a:lnTo>
                  <a:pt x="6188" y="694"/>
                </a:lnTo>
                <a:lnTo>
                  <a:pt x="6190" y="694"/>
                </a:lnTo>
                <a:lnTo>
                  <a:pt x="6191" y="694"/>
                </a:lnTo>
                <a:lnTo>
                  <a:pt x="6192" y="694"/>
                </a:lnTo>
                <a:lnTo>
                  <a:pt x="6193" y="694"/>
                </a:lnTo>
                <a:lnTo>
                  <a:pt x="6194" y="694"/>
                </a:lnTo>
                <a:lnTo>
                  <a:pt x="6194" y="695"/>
                </a:lnTo>
                <a:lnTo>
                  <a:pt x="6195" y="695"/>
                </a:lnTo>
                <a:lnTo>
                  <a:pt x="6196" y="695"/>
                </a:lnTo>
                <a:lnTo>
                  <a:pt x="6197" y="695"/>
                </a:lnTo>
                <a:lnTo>
                  <a:pt x="6197" y="696"/>
                </a:lnTo>
                <a:lnTo>
                  <a:pt x="6198" y="696"/>
                </a:lnTo>
                <a:lnTo>
                  <a:pt x="6199" y="696"/>
                </a:lnTo>
                <a:lnTo>
                  <a:pt x="6199" y="697"/>
                </a:lnTo>
                <a:lnTo>
                  <a:pt x="6201" y="697"/>
                </a:lnTo>
                <a:lnTo>
                  <a:pt x="6202" y="697"/>
                </a:lnTo>
                <a:lnTo>
                  <a:pt x="6204" y="698"/>
                </a:lnTo>
                <a:lnTo>
                  <a:pt x="6205" y="698"/>
                </a:lnTo>
                <a:lnTo>
                  <a:pt x="6206" y="699"/>
                </a:lnTo>
                <a:lnTo>
                  <a:pt x="6207" y="699"/>
                </a:lnTo>
                <a:lnTo>
                  <a:pt x="6208" y="699"/>
                </a:lnTo>
                <a:lnTo>
                  <a:pt x="6210" y="699"/>
                </a:lnTo>
                <a:lnTo>
                  <a:pt x="6212" y="699"/>
                </a:lnTo>
                <a:lnTo>
                  <a:pt x="6213" y="699"/>
                </a:lnTo>
                <a:lnTo>
                  <a:pt x="6214" y="699"/>
                </a:lnTo>
                <a:lnTo>
                  <a:pt x="6215" y="698"/>
                </a:lnTo>
                <a:lnTo>
                  <a:pt x="6216" y="698"/>
                </a:lnTo>
                <a:lnTo>
                  <a:pt x="6217" y="698"/>
                </a:lnTo>
                <a:lnTo>
                  <a:pt x="6217" y="697"/>
                </a:lnTo>
                <a:lnTo>
                  <a:pt x="6218" y="697"/>
                </a:lnTo>
                <a:lnTo>
                  <a:pt x="6218" y="696"/>
                </a:lnTo>
                <a:lnTo>
                  <a:pt x="6219" y="696"/>
                </a:lnTo>
                <a:lnTo>
                  <a:pt x="6219" y="695"/>
                </a:lnTo>
                <a:lnTo>
                  <a:pt x="6219" y="694"/>
                </a:lnTo>
                <a:lnTo>
                  <a:pt x="6218" y="694"/>
                </a:lnTo>
                <a:lnTo>
                  <a:pt x="6218" y="693"/>
                </a:lnTo>
                <a:lnTo>
                  <a:pt x="6217" y="693"/>
                </a:lnTo>
                <a:lnTo>
                  <a:pt x="6217" y="691"/>
                </a:lnTo>
                <a:lnTo>
                  <a:pt x="6217" y="690"/>
                </a:lnTo>
                <a:lnTo>
                  <a:pt x="6217" y="689"/>
                </a:lnTo>
                <a:lnTo>
                  <a:pt x="6218" y="689"/>
                </a:lnTo>
                <a:lnTo>
                  <a:pt x="6218" y="688"/>
                </a:lnTo>
                <a:lnTo>
                  <a:pt x="6219" y="687"/>
                </a:lnTo>
                <a:lnTo>
                  <a:pt x="6219" y="686"/>
                </a:lnTo>
                <a:lnTo>
                  <a:pt x="6219" y="685"/>
                </a:lnTo>
                <a:lnTo>
                  <a:pt x="6220" y="685"/>
                </a:lnTo>
                <a:lnTo>
                  <a:pt x="6220" y="684"/>
                </a:lnTo>
                <a:lnTo>
                  <a:pt x="6221" y="684"/>
                </a:lnTo>
                <a:lnTo>
                  <a:pt x="6222" y="684"/>
                </a:lnTo>
                <a:lnTo>
                  <a:pt x="6222" y="683"/>
                </a:lnTo>
                <a:lnTo>
                  <a:pt x="6223" y="683"/>
                </a:lnTo>
                <a:lnTo>
                  <a:pt x="6224" y="683"/>
                </a:lnTo>
                <a:lnTo>
                  <a:pt x="6225" y="682"/>
                </a:lnTo>
                <a:lnTo>
                  <a:pt x="6225" y="681"/>
                </a:lnTo>
                <a:lnTo>
                  <a:pt x="6226" y="681"/>
                </a:lnTo>
                <a:lnTo>
                  <a:pt x="6227" y="681"/>
                </a:lnTo>
                <a:lnTo>
                  <a:pt x="6227" y="680"/>
                </a:lnTo>
                <a:lnTo>
                  <a:pt x="6227" y="679"/>
                </a:lnTo>
                <a:lnTo>
                  <a:pt x="6227" y="678"/>
                </a:lnTo>
                <a:lnTo>
                  <a:pt x="6227" y="677"/>
                </a:lnTo>
                <a:lnTo>
                  <a:pt x="6226" y="677"/>
                </a:lnTo>
                <a:lnTo>
                  <a:pt x="6226" y="676"/>
                </a:lnTo>
                <a:lnTo>
                  <a:pt x="6225" y="676"/>
                </a:lnTo>
                <a:lnTo>
                  <a:pt x="6225" y="675"/>
                </a:lnTo>
                <a:lnTo>
                  <a:pt x="6225" y="674"/>
                </a:lnTo>
                <a:lnTo>
                  <a:pt x="6224" y="674"/>
                </a:lnTo>
                <a:lnTo>
                  <a:pt x="6224" y="673"/>
                </a:lnTo>
                <a:lnTo>
                  <a:pt x="6224" y="672"/>
                </a:lnTo>
                <a:lnTo>
                  <a:pt x="6224" y="671"/>
                </a:lnTo>
                <a:lnTo>
                  <a:pt x="6225" y="671"/>
                </a:lnTo>
                <a:lnTo>
                  <a:pt x="6226" y="670"/>
                </a:lnTo>
                <a:lnTo>
                  <a:pt x="6227" y="670"/>
                </a:lnTo>
                <a:lnTo>
                  <a:pt x="6228" y="670"/>
                </a:lnTo>
                <a:lnTo>
                  <a:pt x="6228" y="669"/>
                </a:lnTo>
                <a:lnTo>
                  <a:pt x="6229" y="669"/>
                </a:lnTo>
                <a:lnTo>
                  <a:pt x="6230" y="669"/>
                </a:lnTo>
                <a:lnTo>
                  <a:pt x="6231" y="670"/>
                </a:lnTo>
                <a:lnTo>
                  <a:pt x="6232" y="670"/>
                </a:lnTo>
                <a:lnTo>
                  <a:pt x="6232" y="671"/>
                </a:lnTo>
                <a:lnTo>
                  <a:pt x="6233" y="672"/>
                </a:lnTo>
                <a:lnTo>
                  <a:pt x="6234" y="672"/>
                </a:lnTo>
                <a:lnTo>
                  <a:pt x="6235" y="673"/>
                </a:lnTo>
                <a:lnTo>
                  <a:pt x="6236" y="674"/>
                </a:lnTo>
                <a:lnTo>
                  <a:pt x="6239" y="674"/>
                </a:lnTo>
                <a:lnTo>
                  <a:pt x="6240" y="673"/>
                </a:lnTo>
                <a:lnTo>
                  <a:pt x="6242" y="672"/>
                </a:lnTo>
                <a:lnTo>
                  <a:pt x="6242" y="671"/>
                </a:lnTo>
                <a:lnTo>
                  <a:pt x="6243" y="671"/>
                </a:lnTo>
                <a:lnTo>
                  <a:pt x="6243" y="670"/>
                </a:lnTo>
                <a:lnTo>
                  <a:pt x="6244" y="669"/>
                </a:lnTo>
                <a:lnTo>
                  <a:pt x="6245" y="667"/>
                </a:lnTo>
                <a:lnTo>
                  <a:pt x="6246" y="666"/>
                </a:lnTo>
                <a:lnTo>
                  <a:pt x="6246" y="665"/>
                </a:lnTo>
                <a:lnTo>
                  <a:pt x="6250" y="664"/>
                </a:lnTo>
                <a:lnTo>
                  <a:pt x="6251" y="663"/>
                </a:lnTo>
                <a:lnTo>
                  <a:pt x="6253" y="663"/>
                </a:lnTo>
                <a:lnTo>
                  <a:pt x="6259" y="661"/>
                </a:lnTo>
                <a:lnTo>
                  <a:pt x="6260" y="661"/>
                </a:lnTo>
                <a:lnTo>
                  <a:pt x="6262" y="659"/>
                </a:lnTo>
                <a:lnTo>
                  <a:pt x="6263" y="657"/>
                </a:lnTo>
                <a:lnTo>
                  <a:pt x="6263" y="656"/>
                </a:lnTo>
                <a:lnTo>
                  <a:pt x="6263" y="655"/>
                </a:lnTo>
                <a:lnTo>
                  <a:pt x="6264" y="654"/>
                </a:lnTo>
                <a:lnTo>
                  <a:pt x="6264" y="653"/>
                </a:lnTo>
                <a:lnTo>
                  <a:pt x="6265" y="652"/>
                </a:lnTo>
                <a:lnTo>
                  <a:pt x="6266" y="652"/>
                </a:lnTo>
                <a:lnTo>
                  <a:pt x="6266" y="651"/>
                </a:lnTo>
                <a:lnTo>
                  <a:pt x="6267" y="651"/>
                </a:lnTo>
                <a:lnTo>
                  <a:pt x="6268" y="651"/>
                </a:lnTo>
                <a:lnTo>
                  <a:pt x="6269" y="651"/>
                </a:lnTo>
                <a:lnTo>
                  <a:pt x="6269" y="650"/>
                </a:lnTo>
                <a:lnTo>
                  <a:pt x="6270" y="650"/>
                </a:lnTo>
                <a:lnTo>
                  <a:pt x="6271" y="650"/>
                </a:lnTo>
                <a:lnTo>
                  <a:pt x="6272" y="650"/>
                </a:lnTo>
                <a:lnTo>
                  <a:pt x="6275" y="649"/>
                </a:lnTo>
                <a:lnTo>
                  <a:pt x="6276" y="650"/>
                </a:lnTo>
                <a:lnTo>
                  <a:pt x="6276" y="649"/>
                </a:lnTo>
                <a:lnTo>
                  <a:pt x="6277" y="649"/>
                </a:lnTo>
                <a:lnTo>
                  <a:pt x="6278" y="649"/>
                </a:lnTo>
                <a:lnTo>
                  <a:pt x="6281" y="650"/>
                </a:lnTo>
                <a:lnTo>
                  <a:pt x="6282" y="650"/>
                </a:lnTo>
                <a:lnTo>
                  <a:pt x="6283" y="650"/>
                </a:lnTo>
                <a:lnTo>
                  <a:pt x="6284" y="650"/>
                </a:lnTo>
                <a:lnTo>
                  <a:pt x="6285" y="650"/>
                </a:lnTo>
                <a:lnTo>
                  <a:pt x="6286" y="650"/>
                </a:lnTo>
                <a:lnTo>
                  <a:pt x="6286" y="651"/>
                </a:lnTo>
                <a:lnTo>
                  <a:pt x="6288" y="652"/>
                </a:lnTo>
                <a:lnTo>
                  <a:pt x="6289" y="652"/>
                </a:lnTo>
                <a:lnTo>
                  <a:pt x="6291" y="653"/>
                </a:lnTo>
                <a:lnTo>
                  <a:pt x="6292" y="653"/>
                </a:lnTo>
                <a:lnTo>
                  <a:pt x="6293" y="653"/>
                </a:lnTo>
                <a:lnTo>
                  <a:pt x="6294" y="653"/>
                </a:lnTo>
                <a:lnTo>
                  <a:pt x="6295" y="653"/>
                </a:lnTo>
                <a:lnTo>
                  <a:pt x="6295" y="652"/>
                </a:lnTo>
                <a:lnTo>
                  <a:pt x="6296" y="652"/>
                </a:lnTo>
                <a:lnTo>
                  <a:pt x="6297" y="652"/>
                </a:lnTo>
                <a:lnTo>
                  <a:pt x="6298" y="652"/>
                </a:lnTo>
                <a:lnTo>
                  <a:pt x="6298" y="651"/>
                </a:lnTo>
                <a:lnTo>
                  <a:pt x="6299" y="651"/>
                </a:lnTo>
                <a:lnTo>
                  <a:pt x="6300" y="651"/>
                </a:lnTo>
                <a:lnTo>
                  <a:pt x="6300" y="650"/>
                </a:lnTo>
                <a:lnTo>
                  <a:pt x="6301" y="650"/>
                </a:lnTo>
                <a:lnTo>
                  <a:pt x="6302" y="650"/>
                </a:lnTo>
                <a:lnTo>
                  <a:pt x="6303" y="650"/>
                </a:lnTo>
                <a:lnTo>
                  <a:pt x="6304" y="651"/>
                </a:lnTo>
                <a:lnTo>
                  <a:pt x="6305" y="651"/>
                </a:lnTo>
                <a:lnTo>
                  <a:pt x="6306" y="652"/>
                </a:lnTo>
                <a:lnTo>
                  <a:pt x="6308" y="652"/>
                </a:lnTo>
                <a:lnTo>
                  <a:pt x="6309" y="652"/>
                </a:lnTo>
                <a:lnTo>
                  <a:pt x="6311" y="651"/>
                </a:lnTo>
                <a:lnTo>
                  <a:pt x="6312" y="651"/>
                </a:lnTo>
                <a:lnTo>
                  <a:pt x="6313" y="651"/>
                </a:lnTo>
                <a:lnTo>
                  <a:pt x="6314" y="651"/>
                </a:lnTo>
                <a:lnTo>
                  <a:pt x="6315" y="651"/>
                </a:lnTo>
                <a:lnTo>
                  <a:pt x="6316" y="651"/>
                </a:lnTo>
                <a:lnTo>
                  <a:pt x="6317" y="651"/>
                </a:lnTo>
                <a:lnTo>
                  <a:pt x="6318" y="651"/>
                </a:lnTo>
                <a:lnTo>
                  <a:pt x="6319" y="650"/>
                </a:lnTo>
                <a:lnTo>
                  <a:pt x="6319" y="649"/>
                </a:lnTo>
                <a:lnTo>
                  <a:pt x="6320" y="646"/>
                </a:lnTo>
                <a:lnTo>
                  <a:pt x="6321" y="644"/>
                </a:lnTo>
                <a:lnTo>
                  <a:pt x="6321" y="643"/>
                </a:lnTo>
                <a:lnTo>
                  <a:pt x="6321" y="642"/>
                </a:lnTo>
                <a:lnTo>
                  <a:pt x="6322" y="642"/>
                </a:lnTo>
                <a:lnTo>
                  <a:pt x="6324" y="642"/>
                </a:lnTo>
                <a:lnTo>
                  <a:pt x="6325" y="642"/>
                </a:lnTo>
                <a:lnTo>
                  <a:pt x="6326" y="642"/>
                </a:lnTo>
                <a:lnTo>
                  <a:pt x="6328" y="643"/>
                </a:lnTo>
                <a:lnTo>
                  <a:pt x="6330" y="643"/>
                </a:lnTo>
                <a:lnTo>
                  <a:pt x="6331" y="643"/>
                </a:lnTo>
                <a:lnTo>
                  <a:pt x="6333" y="643"/>
                </a:lnTo>
                <a:lnTo>
                  <a:pt x="6334" y="643"/>
                </a:lnTo>
                <a:lnTo>
                  <a:pt x="6335" y="642"/>
                </a:lnTo>
                <a:lnTo>
                  <a:pt x="6336" y="641"/>
                </a:lnTo>
                <a:lnTo>
                  <a:pt x="6336" y="638"/>
                </a:lnTo>
                <a:lnTo>
                  <a:pt x="6336" y="637"/>
                </a:lnTo>
                <a:lnTo>
                  <a:pt x="6336" y="636"/>
                </a:lnTo>
                <a:lnTo>
                  <a:pt x="6337" y="636"/>
                </a:lnTo>
                <a:lnTo>
                  <a:pt x="6337" y="635"/>
                </a:lnTo>
                <a:lnTo>
                  <a:pt x="6338" y="635"/>
                </a:lnTo>
                <a:lnTo>
                  <a:pt x="6339" y="635"/>
                </a:lnTo>
                <a:lnTo>
                  <a:pt x="6339" y="634"/>
                </a:lnTo>
                <a:lnTo>
                  <a:pt x="6340" y="634"/>
                </a:lnTo>
                <a:lnTo>
                  <a:pt x="6341" y="634"/>
                </a:lnTo>
                <a:lnTo>
                  <a:pt x="6342" y="634"/>
                </a:lnTo>
                <a:lnTo>
                  <a:pt x="6343" y="634"/>
                </a:lnTo>
                <a:lnTo>
                  <a:pt x="6344" y="634"/>
                </a:lnTo>
                <a:lnTo>
                  <a:pt x="6345" y="634"/>
                </a:lnTo>
                <a:lnTo>
                  <a:pt x="6346" y="633"/>
                </a:lnTo>
                <a:lnTo>
                  <a:pt x="6347" y="633"/>
                </a:lnTo>
                <a:lnTo>
                  <a:pt x="6348" y="632"/>
                </a:lnTo>
                <a:lnTo>
                  <a:pt x="6349" y="632"/>
                </a:lnTo>
                <a:lnTo>
                  <a:pt x="6351" y="632"/>
                </a:lnTo>
                <a:lnTo>
                  <a:pt x="6352" y="631"/>
                </a:lnTo>
                <a:lnTo>
                  <a:pt x="6353" y="631"/>
                </a:lnTo>
                <a:lnTo>
                  <a:pt x="6354" y="631"/>
                </a:lnTo>
                <a:lnTo>
                  <a:pt x="6356" y="630"/>
                </a:lnTo>
                <a:lnTo>
                  <a:pt x="6358" y="630"/>
                </a:lnTo>
                <a:lnTo>
                  <a:pt x="6359" y="629"/>
                </a:lnTo>
                <a:lnTo>
                  <a:pt x="6360" y="629"/>
                </a:lnTo>
                <a:lnTo>
                  <a:pt x="6361" y="629"/>
                </a:lnTo>
                <a:lnTo>
                  <a:pt x="6363" y="629"/>
                </a:lnTo>
                <a:lnTo>
                  <a:pt x="6364" y="629"/>
                </a:lnTo>
                <a:lnTo>
                  <a:pt x="6365" y="629"/>
                </a:lnTo>
                <a:lnTo>
                  <a:pt x="6366" y="629"/>
                </a:lnTo>
                <a:lnTo>
                  <a:pt x="6366" y="628"/>
                </a:lnTo>
                <a:lnTo>
                  <a:pt x="6367" y="628"/>
                </a:lnTo>
                <a:lnTo>
                  <a:pt x="6368" y="626"/>
                </a:lnTo>
                <a:lnTo>
                  <a:pt x="6369" y="625"/>
                </a:lnTo>
                <a:lnTo>
                  <a:pt x="6371" y="625"/>
                </a:lnTo>
                <a:lnTo>
                  <a:pt x="6372" y="624"/>
                </a:lnTo>
                <a:lnTo>
                  <a:pt x="6373" y="625"/>
                </a:lnTo>
                <a:lnTo>
                  <a:pt x="6374" y="625"/>
                </a:lnTo>
                <a:lnTo>
                  <a:pt x="6375" y="625"/>
                </a:lnTo>
                <a:lnTo>
                  <a:pt x="6376" y="625"/>
                </a:lnTo>
                <a:lnTo>
                  <a:pt x="6377" y="625"/>
                </a:lnTo>
                <a:lnTo>
                  <a:pt x="6378" y="625"/>
                </a:lnTo>
                <a:lnTo>
                  <a:pt x="6379" y="625"/>
                </a:lnTo>
                <a:lnTo>
                  <a:pt x="6380" y="625"/>
                </a:lnTo>
                <a:lnTo>
                  <a:pt x="6380" y="624"/>
                </a:lnTo>
                <a:lnTo>
                  <a:pt x="6382" y="622"/>
                </a:lnTo>
                <a:lnTo>
                  <a:pt x="6383" y="621"/>
                </a:lnTo>
                <a:lnTo>
                  <a:pt x="6384" y="621"/>
                </a:lnTo>
                <a:lnTo>
                  <a:pt x="6385" y="620"/>
                </a:lnTo>
                <a:lnTo>
                  <a:pt x="6386" y="619"/>
                </a:lnTo>
                <a:lnTo>
                  <a:pt x="6387" y="619"/>
                </a:lnTo>
                <a:lnTo>
                  <a:pt x="6389" y="619"/>
                </a:lnTo>
                <a:lnTo>
                  <a:pt x="6390" y="619"/>
                </a:lnTo>
                <a:lnTo>
                  <a:pt x="6391" y="620"/>
                </a:lnTo>
                <a:lnTo>
                  <a:pt x="6392" y="620"/>
                </a:lnTo>
                <a:lnTo>
                  <a:pt x="6393" y="620"/>
                </a:lnTo>
                <a:lnTo>
                  <a:pt x="6394" y="620"/>
                </a:lnTo>
                <a:lnTo>
                  <a:pt x="6395" y="620"/>
                </a:lnTo>
                <a:lnTo>
                  <a:pt x="6397" y="620"/>
                </a:lnTo>
                <a:lnTo>
                  <a:pt x="6398" y="620"/>
                </a:lnTo>
                <a:lnTo>
                  <a:pt x="6400" y="620"/>
                </a:lnTo>
                <a:lnTo>
                  <a:pt x="6401" y="620"/>
                </a:lnTo>
                <a:lnTo>
                  <a:pt x="6403" y="620"/>
                </a:lnTo>
                <a:lnTo>
                  <a:pt x="6404" y="619"/>
                </a:lnTo>
                <a:lnTo>
                  <a:pt x="6406" y="619"/>
                </a:lnTo>
                <a:lnTo>
                  <a:pt x="6407" y="618"/>
                </a:lnTo>
                <a:lnTo>
                  <a:pt x="6408" y="617"/>
                </a:lnTo>
                <a:lnTo>
                  <a:pt x="6409" y="617"/>
                </a:lnTo>
                <a:lnTo>
                  <a:pt x="6410" y="617"/>
                </a:lnTo>
                <a:lnTo>
                  <a:pt x="6411" y="617"/>
                </a:lnTo>
                <a:lnTo>
                  <a:pt x="6412" y="617"/>
                </a:lnTo>
                <a:lnTo>
                  <a:pt x="6414" y="616"/>
                </a:lnTo>
                <a:lnTo>
                  <a:pt x="6415" y="616"/>
                </a:lnTo>
                <a:lnTo>
                  <a:pt x="6417" y="615"/>
                </a:lnTo>
                <a:lnTo>
                  <a:pt x="6419" y="615"/>
                </a:lnTo>
                <a:lnTo>
                  <a:pt x="6420" y="615"/>
                </a:lnTo>
                <a:lnTo>
                  <a:pt x="6421" y="615"/>
                </a:lnTo>
                <a:lnTo>
                  <a:pt x="6423" y="616"/>
                </a:lnTo>
                <a:lnTo>
                  <a:pt x="6424" y="616"/>
                </a:lnTo>
                <a:lnTo>
                  <a:pt x="6426" y="617"/>
                </a:lnTo>
                <a:lnTo>
                  <a:pt x="6428" y="617"/>
                </a:lnTo>
                <a:lnTo>
                  <a:pt x="6429" y="616"/>
                </a:lnTo>
                <a:lnTo>
                  <a:pt x="6430" y="616"/>
                </a:lnTo>
                <a:lnTo>
                  <a:pt x="6433" y="616"/>
                </a:lnTo>
                <a:lnTo>
                  <a:pt x="6435" y="616"/>
                </a:lnTo>
                <a:lnTo>
                  <a:pt x="6436" y="616"/>
                </a:lnTo>
                <a:lnTo>
                  <a:pt x="6437" y="616"/>
                </a:lnTo>
                <a:lnTo>
                  <a:pt x="6439" y="617"/>
                </a:lnTo>
                <a:lnTo>
                  <a:pt x="6440" y="617"/>
                </a:lnTo>
                <a:lnTo>
                  <a:pt x="6442" y="619"/>
                </a:lnTo>
                <a:lnTo>
                  <a:pt x="6445" y="621"/>
                </a:lnTo>
                <a:lnTo>
                  <a:pt x="6446" y="621"/>
                </a:lnTo>
                <a:lnTo>
                  <a:pt x="6447" y="621"/>
                </a:lnTo>
                <a:lnTo>
                  <a:pt x="6448" y="621"/>
                </a:lnTo>
                <a:lnTo>
                  <a:pt x="6449" y="621"/>
                </a:lnTo>
                <a:lnTo>
                  <a:pt x="6450" y="621"/>
                </a:lnTo>
                <a:lnTo>
                  <a:pt x="6451" y="620"/>
                </a:lnTo>
                <a:lnTo>
                  <a:pt x="6452" y="619"/>
                </a:lnTo>
                <a:lnTo>
                  <a:pt x="6454" y="618"/>
                </a:lnTo>
                <a:lnTo>
                  <a:pt x="6455" y="616"/>
                </a:lnTo>
                <a:lnTo>
                  <a:pt x="6456" y="615"/>
                </a:lnTo>
                <a:lnTo>
                  <a:pt x="6458" y="613"/>
                </a:lnTo>
                <a:lnTo>
                  <a:pt x="6460" y="612"/>
                </a:lnTo>
                <a:lnTo>
                  <a:pt x="6463" y="612"/>
                </a:lnTo>
                <a:lnTo>
                  <a:pt x="6464" y="611"/>
                </a:lnTo>
                <a:lnTo>
                  <a:pt x="6464" y="612"/>
                </a:lnTo>
                <a:lnTo>
                  <a:pt x="6469" y="612"/>
                </a:lnTo>
                <a:lnTo>
                  <a:pt x="6471" y="613"/>
                </a:lnTo>
                <a:lnTo>
                  <a:pt x="6472" y="613"/>
                </a:lnTo>
                <a:lnTo>
                  <a:pt x="6474" y="613"/>
                </a:lnTo>
                <a:lnTo>
                  <a:pt x="6475" y="612"/>
                </a:lnTo>
                <a:lnTo>
                  <a:pt x="6476" y="611"/>
                </a:lnTo>
                <a:lnTo>
                  <a:pt x="6476" y="610"/>
                </a:lnTo>
                <a:lnTo>
                  <a:pt x="6477" y="610"/>
                </a:lnTo>
                <a:lnTo>
                  <a:pt x="6479" y="611"/>
                </a:lnTo>
                <a:lnTo>
                  <a:pt x="6480" y="612"/>
                </a:lnTo>
                <a:lnTo>
                  <a:pt x="6480" y="613"/>
                </a:lnTo>
                <a:lnTo>
                  <a:pt x="6480" y="614"/>
                </a:lnTo>
                <a:lnTo>
                  <a:pt x="6480" y="615"/>
                </a:lnTo>
                <a:lnTo>
                  <a:pt x="6479" y="618"/>
                </a:lnTo>
                <a:lnTo>
                  <a:pt x="6478" y="618"/>
                </a:lnTo>
                <a:lnTo>
                  <a:pt x="6477" y="619"/>
                </a:lnTo>
                <a:lnTo>
                  <a:pt x="6475" y="620"/>
                </a:lnTo>
                <a:lnTo>
                  <a:pt x="6471" y="622"/>
                </a:lnTo>
                <a:lnTo>
                  <a:pt x="6469" y="622"/>
                </a:lnTo>
                <a:lnTo>
                  <a:pt x="6468" y="622"/>
                </a:lnTo>
                <a:lnTo>
                  <a:pt x="6467" y="623"/>
                </a:lnTo>
                <a:lnTo>
                  <a:pt x="6466" y="623"/>
                </a:lnTo>
                <a:lnTo>
                  <a:pt x="6465" y="623"/>
                </a:lnTo>
                <a:lnTo>
                  <a:pt x="6461" y="624"/>
                </a:lnTo>
                <a:lnTo>
                  <a:pt x="6459" y="625"/>
                </a:lnTo>
                <a:lnTo>
                  <a:pt x="6458" y="625"/>
                </a:lnTo>
                <a:lnTo>
                  <a:pt x="6456" y="626"/>
                </a:lnTo>
                <a:lnTo>
                  <a:pt x="6453" y="627"/>
                </a:lnTo>
                <a:lnTo>
                  <a:pt x="6452" y="627"/>
                </a:lnTo>
                <a:lnTo>
                  <a:pt x="6451" y="628"/>
                </a:lnTo>
                <a:lnTo>
                  <a:pt x="6450" y="628"/>
                </a:lnTo>
                <a:lnTo>
                  <a:pt x="6449" y="629"/>
                </a:lnTo>
                <a:lnTo>
                  <a:pt x="6449" y="630"/>
                </a:lnTo>
                <a:lnTo>
                  <a:pt x="6448" y="631"/>
                </a:lnTo>
                <a:lnTo>
                  <a:pt x="6447" y="631"/>
                </a:lnTo>
                <a:lnTo>
                  <a:pt x="6446" y="631"/>
                </a:lnTo>
                <a:lnTo>
                  <a:pt x="6445" y="631"/>
                </a:lnTo>
                <a:lnTo>
                  <a:pt x="6444" y="632"/>
                </a:lnTo>
                <a:lnTo>
                  <a:pt x="6442" y="632"/>
                </a:lnTo>
                <a:lnTo>
                  <a:pt x="6441" y="633"/>
                </a:lnTo>
                <a:lnTo>
                  <a:pt x="6440" y="633"/>
                </a:lnTo>
                <a:lnTo>
                  <a:pt x="6439" y="633"/>
                </a:lnTo>
                <a:lnTo>
                  <a:pt x="6438" y="633"/>
                </a:lnTo>
                <a:lnTo>
                  <a:pt x="6437" y="634"/>
                </a:lnTo>
                <a:lnTo>
                  <a:pt x="6436" y="635"/>
                </a:lnTo>
                <a:lnTo>
                  <a:pt x="6436" y="636"/>
                </a:lnTo>
                <a:lnTo>
                  <a:pt x="6436" y="637"/>
                </a:lnTo>
                <a:lnTo>
                  <a:pt x="6436" y="638"/>
                </a:lnTo>
                <a:lnTo>
                  <a:pt x="6436" y="639"/>
                </a:lnTo>
                <a:lnTo>
                  <a:pt x="6435" y="640"/>
                </a:lnTo>
                <a:lnTo>
                  <a:pt x="6435" y="641"/>
                </a:lnTo>
                <a:lnTo>
                  <a:pt x="6436" y="642"/>
                </a:lnTo>
                <a:lnTo>
                  <a:pt x="6436" y="643"/>
                </a:lnTo>
                <a:lnTo>
                  <a:pt x="6435" y="644"/>
                </a:lnTo>
                <a:lnTo>
                  <a:pt x="6435" y="645"/>
                </a:lnTo>
                <a:lnTo>
                  <a:pt x="6436" y="645"/>
                </a:lnTo>
                <a:lnTo>
                  <a:pt x="6436" y="646"/>
                </a:lnTo>
                <a:lnTo>
                  <a:pt x="6436" y="647"/>
                </a:lnTo>
                <a:lnTo>
                  <a:pt x="6435" y="648"/>
                </a:lnTo>
                <a:lnTo>
                  <a:pt x="6435" y="649"/>
                </a:lnTo>
                <a:lnTo>
                  <a:pt x="6434" y="649"/>
                </a:lnTo>
                <a:lnTo>
                  <a:pt x="6434" y="650"/>
                </a:lnTo>
                <a:lnTo>
                  <a:pt x="6433" y="650"/>
                </a:lnTo>
                <a:lnTo>
                  <a:pt x="6432" y="650"/>
                </a:lnTo>
                <a:lnTo>
                  <a:pt x="6432" y="651"/>
                </a:lnTo>
                <a:lnTo>
                  <a:pt x="6432" y="653"/>
                </a:lnTo>
                <a:lnTo>
                  <a:pt x="6431" y="654"/>
                </a:lnTo>
                <a:lnTo>
                  <a:pt x="6430" y="654"/>
                </a:lnTo>
                <a:lnTo>
                  <a:pt x="6430" y="655"/>
                </a:lnTo>
                <a:lnTo>
                  <a:pt x="6428" y="656"/>
                </a:lnTo>
                <a:lnTo>
                  <a:pt x="6427" y="657"/>
                </a:lnTo>
                <a:lnTo>
                  <a:pt x="6426" y="658"/>
                </a:lnTo>
                <a:lnTo>
                  <a:pt x="6426" y="659"/>
                </a:lnTo>
                <a:lnTo>
                  <a:pt x="6426" y="660"/>
                </a:lnTo>
                <a:lnTo>
                  <a:pt x="6425" y="660"/>
                </a:lnTo>
                <a:lnTo>
                  <a:pt x="6424" y="660"/>
                </a:lnTo>
                <a:lnTo>
                  <a:pt x="6424" y="661"/>
                </a:lnTo>
                <a:lnTo>
                  <a:pt x="6423" y="661"/>
                </a:lnTo>
                <a:lnTo>
                  <a:pt x="6423" y="662"/>
                </a:lnTo>
                <a:lnTo>
                  <a:pt x="6423" y="663"/>
                </a:lnTo>
                <a:lnTo>
                  <a:pt x="6423" y="664"/>
                </a:lnTo>
                <a:lnTo>
                  <a:pt x="6423" y="665"/>
                </a:lnTo>
                <a:lnTo>
                  <a:pt x="6423" y="666"/>
                </a:lnTo>
                <a:lnTo>
                  <a:pt x="6423" y="667"/>
                </a:lnTo>
                <a:lnTo>
                  <a:pt x="6423" y="668"/>
                </a:lnTo>
                <a:lnTo>
                  <a:pt x="6424" y="668"/>
                </a:lnTo>
                <a:lnTo>
                  <a:pt x="6425" y="668"/>
                </a:lnTo>
                <a:lnTo>
                  <a:pt x="6425" y="669"/>
                </a:lnTo>
                <a:lnTo>
                  <a:pt x="6426" y="670"/>
                </a:lnTo>
                <a:lnTo>
                  <a:pt x="6427" y="670"/>
                </a:lnTo>
                <a:lnTo>
                  <a:pt x="6427" y="671"/>
                </a:lnTo>
                <a:lnTo>
                  <a:pt x="6428" y="671"/>
                </a:lnTo>
                <a:lnTo>
                  <a:pt x="6428" y="672"/>
                </a:lnTo>
                <a:lnTo>
                  <a:pt x="6428" y="673"/>
                </a:lnTo>
                <a:lnTo>
                  <a:pt x="6429" y="673"/>
                </a:lnTo>
                <a:lnTo>
                  <a:pt x="6429" y="674"/>
                </a:lnTo>
                <a:lnTo>
                  <a:pt x="6429" y="675"/>
                </a:lnTo>
                <a:lnTo>
                  <a:pt x="6429" y="676"/>
                </a:lnTo>
                <a:lnTo>
                  <a:pt x="6429" y="677"/>
                </a:lnTo>
                <a:lnTo>
                  <a:pt x="6433" y="677"/>
                </a:lnTo>
                <a:lnTo>
                  <a:pt x="6434" y="677"/>
                </a:lnTo>
                <a:lnTo>
                  <a:pt x="6435" y="678"/>
                </a:lnTo>
                <a:lnTo>
                  <a:pt x="6435" y="679"/>
                </a:lnTo>
                <a:lnTo>
                  <a:pt x="6436" y="679"/>
                </a:lnTo>
                <a:lnTo>
                  <a:pt x="6436" y="680"/>
                </a:lnTo>
                <a:lnTo>
                  <a:pt x="6436" y="681"/>
                </a:lnTo>
                <a:lnTo>
                  <a:pt x="6435" y="681"/>
                </a:lnTo>
                <a:lnTo>
                  <a:pt x="6435" y="682"/>
                </a:lnTo>
                <a:lnTo>
                  <a:pt x="6435" y="683"/>
                </a:lnTo>
                <a:lnTo>
                  <a:pt x="6436" y="683"/>
                </a:lnTo>
                <a:lnTo>
                  <a:pt x="6436" y="684"/>
                </a:lnTo>
                <a:lnTo>
                  <a:pt x="6436" y="685"/>
                </a:lnTo>
                <a:lnTo>
                  <a:pt x="6435" y="685"/>
                </a:lnTo>
                <a:lnTo>
                  <a:pt x="6435" y="686"/>
                </a:lnTo>
                <a:lnTo>
                  <a:pt x="6436" y="686"/>
                </a:lnTo>
                <a:lnTo>
                  <a:pt x="6436" y="687"/>
                </a:lnTo>
                <a:lnTo>
                  <a:pt x="6437" y="687"/>
                </a:lnTo>
                <a:lnTo>
                  <a:pt x="6437" y="688"/>
                </a:lnTo>
                <a:lnTo>
                  <a:pt x="6438" y="688"/>
                </a:lnTo>
                <a:lnTo>
                  <a:pt x="6439" y="688"/>
                </a:lnTo>
                <a:lnTo>
                  <a:pt x="6440" y="689"/>
                </a:lnTo>
                <a:lnTo>
                  <a:pt x="6440" y="690"/>
                </a:lnTo>
                <a:lnTo>
                  <a:pt x="6441" y="690"/>
                </a:lnTo>
                <a:lnTo>
                  <a:pt x="6441" y="691"/>
                </a:lnTo>
                <a:lnTo>
                  <a:pt x="6442" y="691"/>
                </a:lnTo>
                <a:lnTo>
                  <a:pt x="6442" y="692"/>
                </a:lnTo>
                <a:lnTo>
                  <a:pt x="6443" y="692"/>
                </a:lnTo>
                <a:lnTo>
                  <a:pt x="6444" y="692"/>
                </a:lnTo>
                <a:lnTo>
                  <a:pt x="6444" y="693"/>
                </a:lnTo>
                <a:lnTo>
                  <a:pt x="6445" y="693"/>
                </a:lnTo>
                <a:lnTo>
                  <a:pt x="6446" y="693"/>
                </a:lnTo>
                <a:lnTo>
                  <a:pt x="6446" y="694"/>
                </a:lnTo>
                <a:lnTo>
                  <a:pt x="6446" y="695"/>
                </a:lnTo>
                <a:lnTo>
                  <a:pt x="6447" y="695"/>
                </a:lnTo>
                <a:lnTo>
                  <a:pt x="6447" y="696"/>
                </a:lnTo>
                <a:lnTo>
                  <a:pt x="6447" y="697"/>
                </a:lnTo>
                <a:lnTo>
                  <a:pt x="6447" y="698"/>
                </a:lnTo>
                <a:lnTo>
                  <a:pt x="6447" y="699"/>
                </a:lnTo>
                <a:lnTo>
                  <a:pt x="6446" y="699"/>
                </a:lnTo>
                <a:lnTo>
                  <a:pt x="6446" y="700"/>
                </a:lnTo>
                <a:lnTo>
                  <a:pt x="6445" y="700"/>
                </a:lnTo>
                <a:lnTo>
                  <a:pt x="6445" y="701"/>
                </a:lnTo>
                <a:lnTo>
                  <a:pt x="6444" y="702"/>
                </a:lnTo>
                <a:lnTo>
                  <a:pt x="6444" y="703"/>
                </a:lnTo>
                <a:lnTo>
                  <a:pt x="6443" y="703"/>
                </a:lnTo>
                <a:lnTo>
                  <a:pt x="6443" y="704"/>
                </a:lnTo>
                <a:lnTo>
                  <a:pt x="6442" y="704"/>
                </a:lnTo>
                <a:lnTo>
                  <a:pt x="6442" y="705"/>
                </a:lnTo>
                <a:lnTo>
                  <a:pt x="6441" y="705"/>
                </a:lnTo>
                <a:lnTo>
                  <a:pt x="6441" y="706"/>
                </a:lnTo>
                <a:lnTo>
                  <a:pt x="6440" y="707"/>
                </a:lnTo>
                <a:lnTo>
                  <a:pt x="6439" y="707"/>
                </a:lnTo>
                <a:lnTo>
                  <a:pt x="6438" y="708"/>
                </a:lnTo>
                <a:lnTo>
                  <a:pt x="6437" y="708"/>
                </a:lnTo>
                <a:lnTo>
                  <a:pt x="6437" y="709"/>
                </a:lnTo>
                <a:lnTo>
                  <a:pt x="6437" y="710"/>
                </a:lnTo>
                <a:lnTo>
                  <a:pt x="6437" y="711"/>
                </a:lnTo>
                <a:lnTo>
                  <a:pt x="6437" y="712"/>
                </a:lnTo>
                <a:lnTo>
                  <a:pt x="6437" y="713"/>
                </a:lnTo>
                <a:lnTo>
                  <a:pt x="6437" y="714"/>
                </a:lnTo>
                <a:lnTo>
                  <a:pt x="6436" y="715"/>
                </a:lnTo>
                <a:lnTo>
                  <a:pt x="6435" y="715"/>
                </a:lnTo>
                <a:lnTo>
                  <a:pt x="6434" y="715"/>
                </a:lnTo>
                <a:lnTo>
                  <a:pt x="6434" y="716"/>
                </a:lnTo>
                <a:lnTo>
                  <a:pt x="6433" y="716"/>
                </a:lnTo>
                <a:lnTo>
                  <a:pt x="6433" y="717"/>
                </a:lnTo>
                <a:lnTo>
                  <a:pt x="6432" y="718"/>
                </a:lnTo>
                <a:lnTo>
                  <a:pt x="6432" y="719"/>
                </a:lnTo>
                <a:lnTo>
                  <a:pt x="6431" y="719"/>
                </a:lnTo>
                <a:lnTo>
                  <a:pt x="6431" y="720"/>
                </a:lnTo>
                <a:lnTo>
                  <a:pt x="6430" y="720"/>
                </a:lnTo>
                <a:lnTo>
                  <a:pt x="6429" y="721"/>
                </a:lnTo>
                <a:lnTo>
                  <a:pt x="6428" y="721"/>
                </a:lnTo>
                <a:lnTo>
                  <a:pt x="6427" y="721"/>
                </a:lnTo>
                <a:lnTo>
                  <a:pt x="6427" y="722"/>
                </a:lnTo>
                <a:lnTo>
                  <a:pt x="6426" y="722"/>
                </a:lnTo>
                <a:lnTo>
                  <a:pt x="6426" y="723"/>
                </a:lnTo>
                <a:lnTo>
                  <a:pt x="6426" y="724"/>
                </a:lnTo>
                <a:lnTo>
                  <a:pt x="6426" y="725"/>
                </a:lnTo>
                <a:lnTo>
                  <a:pt x="6426" y="726"/>
                </a:lnTo>
                <a:lnTo>
                  <a:pt x="6425" y="726"/>
                </a:lnTo>
                <a:lnTo>
                  <a:pt x="6425" y="727"/>
                </a:lnTo>
                <a:lnTo>
                  <a:pt x="6424" y="728"/>
                </a:lnTo>
                <a:lnTo>
                  <a:pt x="6423" y="728"/>
                </a:lnTo>
                <a:lnTo>
                  <a:pt x="6422" y="728"/>
                </a:lnTo>
                <a:lnTo>
                  <a:pt x="6422" y="729"/>
                </a:lnTo>
                <a:lnTo>
                  <a:pt x="6421" y="729"/>
                </a:lnTo>
                <a:lnTo>
                  <a:pt x="6420" y="729"/>
                </a:lnTo>
                <a:lnTo>
                  <a:pt x="6419" y="729"/>
                </a:lnTo>
                <a:lnTo>
                  <a:pt x="6419" y="730"/>
                </a:lnTo>
                <a:lnTo>
                  <a:pt x="6418" y="730"/>
                </a:lnTo>
                <a:lnTo>
                  <a:pt x="6418" y="731"/>
                </a:lnTo>
                <a:lnTo>
                  <a:pt x="6417" y="731"/>
                </a:lnTo>
                <a:lnTo>
                  <a:pt x="6417" y="732"/>
                </a:lnTo>
                <a:lnTo>
                  <a:pt x="6416" y="732"/>
                </a:lnTo>
                <a:lnTo>
                  <a:pt x="6416" y="731"/>
                </a:lnTo>
                <a:lnTo>
                  <a:pt x="6415" y="731"/>
                </a:lnTo>
                <a:lnTo>
                  <a:pt x="6414" y="731"/>
                </a:lnTo>
                <a:lnTo>
                  <a:pt x="6413" y="731"/>
                </a:lnTo>
                <a:lnTo>
                  <a:pt x="6412" y="731"/>
                </a:lnTo>
                <a:lnTo>
                  <a:pt x="6412" y="732"/>
                </a:lnTo>
                <a:lnTo>
                  <a:pt x="6411" y="732"/>
                </a:lnTo>
                <a:lnTo>
                  <a:pt x="6410" y="732"/>
                </a:lnTo>
                <a:lnTo>
                  <a:pt x="6409" y="732"/>
                </a:lnTo>
                <a:lnTo>
                  <a:pt x="6408" y="732"/>
                </a:lnTo>
                <a:lnTo>
                  <a:pt x="6408" y="733"/>
                </a:lnTo>
                <a:lnTo>
                  <a:pt x="6406" y="733"/>
                </a:lnTo>
                <a:lnTo>
                  <a:pt x="6406" y="732"/>
                </a:lnTo>
                <a:lnTo>
                  <a:pt x="6404" y="732"/>
                </a:lnTo>
                <a:lnTo>
                  <a:pt x="6403" y="732"/>
                </a:lnTo>
                <a:lnTo>
                  <a:pt x="6402" y="732"/>
                </a:lnTo>
                <a:lnTo>
                  <a:pt x="6401" y="732"/>
                </a:lnTo>
                <a:lnTo>
                  <a:pt x="6400" y="732"/>
                </a:lnTo>
                <a:lnTo>
                  <a:pt x="6398" y="733"/>
                </a:lnTo>
                <a:lnTo>
                  <a:pt x="6397" y="734"/>
                </a:lnTo>
                <a:lnTo>
                  <a:pt x="6396" y="734"/>
                </a:lnTo>
                <a:lnTo>
                  <a:pt x="6396" y="735"/>
                </a:lnTo>
                <a:lnTo>
                  <a:pt x="6395" y="735"/>
                </a:lnTo>
                <a:lnTo>
                  <a:pt x="6395" y="736"/>
                </a:lnTo>
                <a:lnTo>
                  <a:pt x="6394" y="736"/>
                </a:lnTo>
                <a:lnTo>
                  <a:pt x="6393" y="737"/>
                </a:lnTo>
                <a:lnTo>
                  <a:pt x="6393" y="738"/>
                </a:lnTo>
                <a:lnTo>
                  <a:pt x="6393" y="739"/>
                </a:lnTo>
                <a:lnTo>
                  <a:pt x="6392" y="739"/>
                </a:lnTo>
                <a:lnTo>
                  <a:pt x="6392" y="741"/>
                </a:lnTo>
                <a:lnTo>
                  <a:pt x="6391" y="742"/>
                </a:lnTo>
                <a:lnTo>
                  <a:pt x="6390" y="742"/>
                </a:lnTo>
                <a:lnTo>
                  <a:pt x="6390" y="743"/>
                </a:lnTo>
                <a:lnTo>
                  <a:pt x="6389" y="743"/>
                </a:lnTo>
                <a:lnTo>
                  <a:pt x="6388" y="743"/>
                </a:lnTo>
                <a:lnTo>
                  <a:pt x="6387" y="743"/>
                </a:lnTo>
                <a:lnTo>
                  <a:pt x="6386" y="743"/>
                </a:lnTo>
                <a:lnTo>
                  <a:pt x="6386" y="744"/>
                </a:lnTo>
                <a:lnTo>
                  <a:pt x="6385" y="745"/>
                </a:lnTo>
                <a:lnTo>
                  <a:pt x="6384" y="745"/>
                </a:lnTo>
                <a:lnTo>
                  <a:pt x="6384" y="746"/>
                </a:lnTo>
                <a:lnTo>
                  <a:pt x="6384" y="747"/>
                </a:lnTo>
                <a:lnTo>
                  <a:pt x="6383" y="747"/>
                </a:lnTo>
                <a:lnTo>
                  <a:pt x="6383" y="748"/>
                </a:lnTo>
                <a:lnTo>
                  <a:pt x="6383" y="749"/>
                </a:lnTo>
                <a:lnTo>
                  <a:pt x="6383" y="750"/>
                </a:lnTo>
                <a:lnTo>
                  <a:pt x="6382" y="751"/>
                </a:lnTo>
                <a:lnTo>
                  <a:pt x="6382" y="753"/>
                </a:lnTo>
                <a:lnTo>
                  <a:pt x="6381" y="754"/>
                </a:lnTo>
                <a:lnTo>
                  <a:pt x="6381" y="755"/>
                </a:lnTo>
                <a:lnTo>
                  <a:pt x="6382" y="755"/>
                </a:lnTo>
                <a:lnTo>
                  <a:pt x="6382" y="756"/>
                </a:lnTo>
                <a:lnTo>
                  <a:pt x="6383" y="757"/>
                </a:lnTo>
                <a:lnTo>
                  <a:pt x="6384" y="757"/>
                </a:lnTo>
                <a:lnTo>
                  <a:pt x="6385" y="758"/>
                </a:lnTo>
                <a:lnTo>
                  <a:pt x="6386" y="758"/>
                </a:lnTo>
                <a:lnTo>
                  <a:pt x="6386" y="759"/>
                </a:lnTo>
                <a:lnTo>
                  <a:pt x="6387" y="759"/>
                </a:lnTo>
                <a:lnTo>
                  <a:pt x="6387" y="760"/>
                </a:lnTo>
                <a:lnTo>
                  <a:pt x="6388" y="761"/>
                </a:lnTo>
                <a:lnTo>
                  <a:pt x="6388" y="762"/>
                </a:lnTo>
                <a:lnTo>
                  <a:pt x="6389" y="763"/>
                </a:lnTo>
                <a:lnTo>
                  <a:pt x="6389" y="765"/>
                </a:lnTo>
                <a:lnTo>
                  <a:pt x="6389" y="766"/>
                </a:lnTo>
                <a:lnTo>
                  <a:pt x="6389" y="767"/>
                </a:lnTo>
                <a:lnTo>
                  <a:pt x="6389" y="768"/>
                </a:lnTo>
                <a:lnTo>
                  <a:pt x="6389" y="770"/>
                </a:lnTo>
                <a:lnTo>
                  <a:pt x="6389" y="771"/>
                </a:lnTo>
                <a:lnTo>
                  <a:pt x="6388" y="772"/>
                </a:lnTo>
                <a:lnTo>
                  <a:pt x="6387" y="773"/>
                </a:lnTo>
                <a:lnTo>
                  <a:pt x="6386" y="773"/>
                </a:lnTo>
                <a:lnTo>
                  <a:pt x="6382" y="773"/>
                </a:lnTo>
                <a:lnTo>
                  <a:pt x="6381" y="773"/>
                </a:lnTo>
                <a:lnTo>
                  <a:pt x="6380" y="773"/>
                </a:lnTo>
                <a:lnTo>
                  <a:pt x="6380" y="774"/>
                </a:lnTo>
                <a:lnTo>
                  <a:pt x="6379" y="774"/>
                </a:lnTo>
                <a:lnTo>
                  <a:pt x="6379" y="775"/>
                </a:lnTo>
                <a:lnTo>
                  <a:pt x="6379" y="776"/>
                </a:lnTo>
                <a:lnTo>
                  <a:pt x="6378" y="776"/>
                </a:lnTo>
                <a:lnTo>
                  <a:pt x="6377" y="777"/>
                </a:lnTo>
                <a:lnTo>
                  <a:pt x="6377" y="778"/>
                </a:lnTo>
                <a:lnTo>
                  <a:pt x="6377" y="780"/>
                </a:lnTo>
                <a:lnTo>
                  <a:pt x="6377" y="781"/>
                </a:lnTo>
                <a:lnTo>
                  <a:pt x="6376" y="781"/>
                </a:lnTo>
                <a:lnTo>
                  <a:pt x="6376" y="782"/>
                </a:lnTo>
                <a:lnTo>
                  <a:pt x="6376" y="784"/>
                </a:lnTo>
                <a:lnTo>
                  <a:pt x="6375" y="784"/>
                </a:lnTo>
                <a:lnTo>
                  <a:pt x="6374" y="785"/>
                </a:lnTo>
                <a:lnTo>
                  <a:pt x="6373" y="786"/>
                </a:lnTo>
                <a:lnTo>
                  <a:pt x="6372" y="786"/>
                </a:lnTo>
                <a:lnTo>
                  <a:pt x="6371" y="787"/>
                </a:lnTo>
                <a:lnTo>
                  <a:pt x="6371" y="788"/>
                </a:lnTo>
                <a:lnTo>
                  <a:pt x="6372" y="789"/>
                </a:lnTo>
                <a:lnTo>
                  <a:pt x="6373" y="789"/>
                </a:lnTo>
                <a:lnTo>
                  <a:pt x="6373" y="790"/>
                </a:lnTo>
                <a:lnTo>
                  <a:pt x="6373" y="791"/>
                </a:lnTo>
                <a:lnTo>
                  <a:pt x="6373" y="792"/>
                </a:lnTo>
                <a:lnTo>
                  <a:pt x="6373" y="793"/>
                </a:lnTo>
                <a:lnTo>
                  <a:pt x="6372" y="793"/>
                </a:lnTo>
                <a:lnTo>
                  <a:pt x="6372" y="794"/>
                </a:lnTo>
                <a:lnTo>
                  <a:pt x="6371" y="794"/>
                </a:lnTo>
                <a:lnTo>
                  <a:pt x="6371" y="795"/>
                </a:lnTo>
                <a:lnTo>
                  <a:pt x="6371" y="796"/>
                </a:lnTo>
                <a:lnTo>
                  <a:pt x="6370" y="797"/>
                </a:lnTo>
                <a:lnTo>
                  <a:pt x="6370" y="798"/>
                </a:lnTo>
                <a:lnTo>
                  <a:pt x="6369" y="798"/>
                </a:lnTo>
                <a:lnTo>
                  <a:pt x="6369" y="799"/>
                </a:lnTo>
                <a:lnTo>
                  <a:pt x="6370" y="800"/>
                </a:lnTo>
                <a:lnTo>
                  <a:pt x="6369" y="800"/>
                </a:lnTo>
                <a:lnTo>
                  <a:pt x="6369" y="801"/>
                </a:lnTo>
                <a:lnTo>
                  <a:pt x="6369" y="802"/>
                </a:lnTo>
                <a:lnTo>
                  <a:pt x="6369" y="803"/>
                </a:lnTo>
                <a:lnTo>
                  <a:pt x="6368" y="804"/>
                </a:lnTo>
                <a:lnTo>
                  <a:pt x="6367" y="804"/>
                </a:lnTo>
                <a:lnTo>
                  <a:pt x="6367" y="805"/>
                </a:lnTo>
                <a:lnTo>
                  <a:pt x="6367" y="806"/>
                </a:lnTo>
                <a:lnTo>
                  <a:pt x="6367" y="807"/>
                </a:lnTo>
                <a:lnTo>
                  <a:pt x="6368" y="807"/>
                </a:lnTo>
                <a:lnTo>
                  <a:pt x="6368" y="808"/>
                </a:lnTo>
                <a:lnTo>
                  <a:pt x="6369" y="809"/>
                </a:lnTo>
                <a:lnTo>
                  <a:pt x="6370" y="810"/>
                </a:lnTo>
                <a:lnTo>
                  <a:pt x="6370" y="811"/>
                </a:lnTo>
                <a:lnTo>
                  <a:pt x="6370" y="812"/>
                </a:lnTo>
                <a:lnTo>
                  <a:pt x="6369" y="813"/>
                </a:lnTo>
                <a:lnTo>
                  <a:pt x="6368" y="813"/>
                </a:lnTo>
                <a:lnTo>
                  <a:pt x="6368" y="814"/>
                </a:lnTo>
                <a:lnTo>
                  <a:pt x="6368" y="815"/>
                </a:lnTo>
                <a:lnTo>
                  <a:pt x="6368" y="816"/>
                </a:lnTo>
                <a:lnTo>
                  <a:pt x="6367" y="816"/>
                </a:lnTo>
                <a:lnTo>
                  <a:pt x="6368" y="816"/>
                </a:lnTo>
                <a:lnTo>
                  <a:pt x="6368" y="817"/>
                </a:lnTo>
                <a:lnTo>
                  <a:pt x="6367" y="817"/>
                </a:lnTo>
                <a:lnTo>
                  <a:pt x="6367" y="818"/>
                </a:lnTo>
                <a:lnTo>
                  <a:pt x="6368" y="818"/>
                </a:lnTo>
                <a:lnTo>
                  <a:pt x="6368" y="819"/>
                </a:lnTo>
                <a:lnTo>
                  <a:pt x="6368" y="820"/>
                </a:lnTo>
                <a:lnTo>
                  <a:pt x="6368" y="821"/>
                </a:lnTo>
                <a:lnTo>
                  <a:pt x="6368" y="822"/>
                </a:lnTo>
                <a:lnTo>
                  <a:pt x="6368" y="823"/>
                </a:lnTo>
                <a:lnTo>
                  <a:pt x="6367" y="823"/>
                </a:lnTo>
                <a:lnTo>
                  <a:pt x="6367" y="824"/>
                </a:lnTo>
                <a:lnTo>
                  <a:pt x="6367" y="825"/>
                </a:lnTo>
                <a:lnTo>
                  <a:pt x="6367" y="826"/>
                </a:lnTo>
                <a:lnTo>
                  <a:pt x="6366" y="827"/>
                </a:lnTo>
                <a:lnTo>
                  <a:pt x="6366" y="828"/>
                </a:lnTo>
                <a:lnTo>
                  <a:pt x="6365" y="829"/>
                </a:lnTo>
                <a:lnTo>
                  <a:pt x="6363" y="829"/>
                </a:lnTo>
                <a:lnTo>
                  <a:pt x="6362" y="830"/>
                </a:lnTo>
                <a:lnTo>
                  <a:pt x="6361" y="830"/>
                </a:lnTo>
                <a:lnTo>
                  <a:pt x="6361" y="831"/>
                </a:lnTo>
                <a:lnTo>
                  <a:pt x="6360" y="831"/>
                </a:lnTo>
                <a:lnTo>
                  <a:pt x="6359" y="831"/>
                </a:lnTo>
                <a:lnTo>
                  <a:pt x="6359" y="832"/>
                </a:lnTo>
                <a:lnTo>
                  <a:pt x="6358" y="832"/>
                </a:lnTo>
                <a:lnTo>
                  <a:pt x="6357" y="832"/>
                </a:lnTo>
                <a:lnTo>
                  <a:pt x="6357" y="833"/>
                </a:lnTo>
                <a:lnTo>
                  <a:pt x="6356" y="833"/>
                </a:lnTo>
                <a:lnTo>
                  <a:pt x="6356" y="835"/>
                </a:lnTo>
                <a:lnTo>
                  <a:pt x="6355" y="835"/>
                </a:lnTo>
                <a:lnTo>
                  <a:pt x="6355" y="836"/>
                </a:lnTo>
                <a:lnTo>
                  <a:pt x="6355" y="837"/>
                </a:lnTo>
                <a:lnTo>
                  <a:pt x="6355" y="838"/>
                </a:lnTo>
                <a:lnTo>
                  <a:pt x="6354" y="838"/>
                </a:lnTo>
                <a:lnTo>
                  <a:pt x="6354" y="839"/>
                </a:lnTo>
                <a:lnTo>
                  <a:pt x="6354" y="840"/>
                </a:lnTo>
                <a:lnTo>
                  <a:pt x="6353" y="841"/>
                </a:lnTo>
                <a:lnTo>
                  <a:pt x="6352" y="842"/>
                </a:lnTo>
                <a:lnTo>
                  <a:pt x="6352" y="843"/>
                </a:lnTo>
                <a:lnTo>
                  <a:pt x="6351" y="843"/>
                </a:lnTo>
                <a:lnTo>
                  <a:pt x="6351" y="844"/>
                </a:lnTo>
                <a:lnTo>
                  <a:pt x="6351" y="845"/>
                </a:lnTo>
                <a:lnTo>
                  <a:pt x="6350" y="846"/>
                </a:lnTo>
                <a:lnTo>
                  <a:pt x="6349" y="846"/>
                </a:lnTo>
                <a:lnTo>
                  <a:pt x="6349" y="847"/>
                </a:lnTo>
                <a:lnTo>
                  <a:pt x="6349" y="848"/>
                </a:lnTo>
                <a:lnTo>
                  <a:pt x="6349" y="849"/>
                </a:lnTo>
                <a:lnTo>
                  <a:pt x="6349" y="850"/>
                </a:lnTo>
                <a:lnTo>
                  <a:pt x="6350" y="851"/>
                </a:lnTo>
                <a:lnTo>
                  <a:pt x="6351" y="851"/>
                </a:lnTo>
                <a:lnTo>
                  <a:pt x="6352" y="851"/>
                </a:lnTo>
                <a:lnTo>
                  <a:pt x="6352" y="850"/>
                </a:lnTo>
                <a:lnTo>
                  <a:pt x="6353" y="851"/>
                </a:lnTo>
                <a:lnTo>
                  <a:pt x="6355" y="851"/>
                </a:lnTo>
                <a:lnTo>
                  <a:pt x="6356" y="852"/>
                </a:lnTo>
                <a:lnTo>
                  <a:pt x="6356" y="853"/>
                </a:lnTo>
                <a:lnTo>
                  <a:pt x="6357" y="853"/>
                </a:lnTo>
                <a:lnTo>
                  <a:pt x="6358" y="853"/>
                </a:lnTo>
                <a:lnTo>
                  <a:pt x="6358" y="854"/>
                </a:lnTo>
                <a:lnTo>
                  <a:pt x="6358" y="855"/>
                </a:lnTo>
                <a:lnTo>
                  <a:pt x="6358" y="856"/>
                </a:lnTo>
                <a:lnTo>
                  <a:pt x="6359" y="856"/>
                </a:lnTo>
                <a:lnTo>
                  <a:pt x="6359" y="857"/>
                </a:lnTo>
                <a:lnTo>
                  <a:pt x="6359" y="858"/>
                </a:lnTo>
                <a:lnTo>
                  <a:pt x="6358" y="859"/>
                </a:lnTo>
                <a:lnTo>
                  <a:pt x="6357" y="860"/>
                </a:lnTo>
                <a:lnTo>
                  <a:pt x="6356" y="860"/>
                </a:lnTo>
                <a:lnTo>
                  <a:pt x="6355" y="860"/>
                </a:lnTo>
                <a:lnTo>
                  <a:pt x="6353" y="860"/>
                </a:lnTo>
                <a:lnTo>
                  <a:pt x="6353" y="861"/>
                </a:lnTo>
                <a:lnTo>
                  <a:pt x="6352" y="861"/>
                </a:lnTo>
                <a:lnTo>
                  <a:pt x="6351" y="862"/>
                </a:lnTo>
                <a:lnTo>
                  <a:pt x="6351" y="863"/>
                </a:lnTo>
                <a:lnTo>
                  <a:pt x="6351" y="864"/>
                </a:lnTo>
                <a:lnTo>
                  <a:pt x="6352" y="864"/>
                </a:lnTo>
                <a:lnTo>
                  <a:pt x="6353" y="865"/>
                </a:lnTo>
                <a:lnTo>
                  <a:pt x="6354" y="865"/>
                </a:lnTo>
                <a:lnTo>
                  <a:pt x="6355" y="865"/>
                </a:lnTo>
                <a:lnTo>
                  <a:pt x="6356" y="865"/>
                </a:lnTo>
                <a:lnTo>
                  <a:pt x="6356" y="864"/>
                </a:lnTo>
                <a:lnTo>
                  <a:pt x="6357" y="864"/>
                </a:lnTo>
                <a:lnTo>
                  <a:pt x="6357" y="865"/>
                </a:lnTo>
                <a:lnTo>
                  <a:pt x="6356" y="865"/>
                </a:lnTo>
                <a:lnTo>
                  <a:pt x="6356" y="866"/>
                </a:lnTo>
                <a:lnTo>
                  <a:pt x="6356" y="867"/>
                </a:lnTo>
                <a:lnTo>
                  <a:pt x="6355" y="867"/>
                </a:lnTo>
                <a:lnTo>
                  <a:pt x="6355" y="868"/>
                </a:lnTo>
                <a:lnTo>
                  <a:pt x="6355" y="869"/>
                </a:lnTo>
                <a:lnTo>
                  <a:pt x="6356" y="870"/>
                </a:lnTo>
                <a:lnTo>
                  <a:pt x="6356" y="871"/>
                </a:lnTo>
                <a:lnTo>
                  <a:pt x="6357" y="871"/>
                </a:lnTo>
                <a:lnTo>
                  <a:pt x="6356" y="872"/>
                </a:lnTo>
                <a:lnTo>
                  <a:pt x="6356" y="873"/>
                </a:lnTo>
                <a:lnTo>
                  <a:pt x="6356" y="874"/>
                </a:lnTo>
                <a:lnTo>
                  <a:pt x="6355" y="874"/>
                </a:lnTo>
                <a:lnTo>
                  <a:pt x="6354" y="874"/>
                </a:lnTo>
                <a:lnTo>
                  <a:pt x="6353" y="874"/>
                </a:lnTo>
                <a:lnTo>
                  <a:pt x="6353" y="875"/>
                </a:lnTo>
                <a:lnTo>
                  <a:pt x="6353" y="874"/>
                </a:lnTo>
                <a:lnTo>
                  <a:pt x="6352" y="874"/>
                </a:lnTo>
                <a:lnTo>
                  <a:pt x="6351" y="874"/>
                </a:lnTo>
                <a:lnTo>
                  <a:pt x="6350" y="874"/>
                </a:lnTo>
                <a:lnTo>
                  <a:pt x="6350" y="875"/>
                </a:lnTo>
                <a:lnTo>
                  <a:pt x="6351" y="875"/>
                </a:lnTo>
                <a:lnTo>
                  <a:pt x="6352" y="875"/>
                </a:lnTo>
                <a:lnTo>
                  <a:pt x="6352" y="876"/>
                </a:lnTo>
                <a:lnTo>
                  <a:pt x="6352" y="877"/>
                </a:lnTo>
                <a:lnTo>
                  <a:pt x="6351" y="877"/>
                </a:lnTo>
                <a:lnTo>
                  <a:pt x="6350" y="877"/>
                </a:lnTo>
                <a:lnTo>
                  <a:pt x="6350" y="878"/>
                </a:lnTo>
                <a:lnTo>
                  <a:pt x="6350" y="879"/>
                </a:lnTo>
                <a:lnTo>
                  <a:pt x="6350" y="880"/>
                </a:lnTo>
                <a:lnTo>
                  <a:pt x="6349" y="880"/>
                </a:lnTo>
                <a:lnTo>
                  <a:pt x="6348" y="880"/>
                </a:lnTo>
                <a:lnTo>
                  <a:pt x="6347" y="880"/>
                </a:lnTo>
                <a:lnTo>
                  <a:pt x="6347" y="879"/>
                </a:lnTo>
                <a:lnTo>
                  <a:pt x="6347" y="878"/>
                </a:lnTo>
                <a:lnTo>
                  <a:pt x="6347" y="877"/>
                </a:lnTo>
                <a:lnTo>
                  <a:pt x="6346" y="877"/>
                </a:lnTo>
                <a:lnTo>
                  <a:pt x="6345" y="877"/>
                </a:lnTo>
                <a:lnTo>
                  <a:pt x="6344" y="877"/>
                </a:lnTo>
                <a:lnTo>
                  <a:pt x="6344" y="880"/>
                </a:lnTo>
                <a:lnTo>
                  <a:pt x="6344" y="881"/>
                </a:lnTo>
                <a:lnTo>
                  <a:pt x="6343" y="881"/>
                </a:lnTo>
                <a:lnTo>
                  <a:pt x="6343" y="882"/>
                </a:lnTo>
                <a:lnTo>
                  <a:pt x="6342" y="882"/>
                </a:lnTo>
                <a:lnTo>
                  <a:pt x="6341" y="883"/>
                </a:lnTo>
                <a:lnTo>
                  <a:pt x="6340" y="883"/>
                </a:lnTo>
                <a:lnTo>
                  <a:pt x="6339" y="884"/>
                </a:lnTo>
                <a:lnTo>
                  <a:pt x="6337" y="884"/>
                </a:lnTo>
                <a:lnTo>
                  <a:pt x="6336" y="884"/>
                </a:lnTo>
                <a:lnTo>
                  <a:pt x="6335" y="884"/>
                </a:lnTo>
                <a:lnTo>
                  <a:pt x="6334" y="884"/>
                </a:lnTo>
                <a:lnTo>
                  <a:pt x="6334" y="885"/>
                </a:lnTo>
                <a:lnTo>
                  <a:pt x="6333" y="885"/>
                </a:lnTo>
                <a:lnTo>
                  <a:pt x="6333" y="886"/>
                </a:lnTo>
                <a:lnTo>
                  <a:pt x="6332" y="886"/>
                </a:lnTo>
                <a:lnTo>
                  <a:pt x="6332" y="887"/>
                </a:lnTo>
                <a:lnTo>
                  <a:pt x="6332" y="888"/>
                </a:lnTo>
                <a:lnTo>
                  <a:pt x="6333" y="889"/>
                </a:lnTo>
                <a:lnTo>
                  <a:pt x="6333" y="890"/>
                </a:lnTo>
                <a:lnTo>
                  <a:pt x="6333" y="891"/>
                </a:lnTo>
                <a:lnTo>
                  <a:pt x="6334" y="891"/>
                </a:lnTo>
                <a:lnTo>
                  <a:pt x="6335" y="892"/>
                </a:lnTo>
                <a:lnTo>
                  <a:pt x="6335" y="893"/>
                </a:lnTo>
                <a:lnTo>
                  <a:pt x="6336" y="893"/>
                </a:lnTo>
                <a:lnTo>
                  <a:pt x="6337" y="894"/>
                </a:lnTo>
                <a:lnTo>
                  <a:pt x="6338" y="895"/>
                </a:lnTo>
                <a:lnTo>
                  <a:pt x="6338" y="896"/>
                </a:lnTo>
                <a:lnTo>
                  <a:pt x="6338" y="897"/>
                </a:lnTo>
                <a:lnTo>
                  <a:pt x="6336" y="899"/>
                </a:lnTo>
                <a:lnTo>
                  <a:pt x="6336" y="900"/>
                </a:lnTo>
                <a:lnTo>
                  <a:pt x="6335" y="901"/>
                </a:lnTo>
                <a:lnTo>
                  <a:pt x="6334" y="902"/>
                </a:lnTo>
                <a:lnTo>
                  <a:pt x="6333" y="902"/>
                </a:lnTo>
                <a:lnTo>
                  <a:pt x="6333" y="903"/>
                </a:lnTo>
                <a:lnTo>
                  <a:pt x="6332" y="904"/>
                </a:lnTo>
                <a:lnTo>
                  <a:pt x="6332" y="905"/>
                </a:lnTo>
                <a:lnTo>
                  <a:pt x="6331" y="905"/>
                </a:lnTo>
                <a:lnTo>
                  <a:pt x="6331" y="906"/>
                </a:lnTo>
                <a:lnTo>
                  <a:pt x="6331" y="907"/>
                </a:lnTo>
                <a:lnTo>
                  <a:pt x="6331" y="908"/>
                </a:lnTo>
                <a:lnTo>
                  <a:pt x="6331" y="909"/>
                </a:lnTo>
                <a:lnTo>
                  <a:pt x="6332" y="909"/>
                </a:lnTo>
                <a:lnTo>
                  <a:pt x="6331" y="909"/>
                </a:lnTo>
                <a:lnTo>
                  <a:pt x="6331" y="910"/>
                </a:lnTo>
                <a:lnTo>
                  <a:pt x="6331" y="911"/>
                </a:lnTo>
                <a:lnTo>
                  <a:pt x="6330" y="911"/>
                </a:lnTo>
                <a:lnTo>
                  <a:pt x="6329" y="911"/>
                </a:lnTo>
                <a:lnTo>
                  <a:pt x="6329" y="910"/>
                </a:lnTo>
                <a:lnTo>
                  <a:pt x="6328" y="910"/>
                </a:lnTo>
                <a:lnTo>
                  <a:pt x="6327" y="910"/>
                </a:lnTo>
                <a:lnTo>
                  <a:pt x="6326" y="910"/>
                </a:lnTo>
                <a:lnTo>
                  <a:pt x="6326" y="911"/>
                </a:lnTo>
                <a:lnTo>
                  <a:pt x="6325" y="911"/>
                </a:lnTo>
                <a:lnTo>
                  <a:pt x="6324" y="911"/>
                </a:lnTo>
                <a:lnTo>
                  <a:pt x="6324" y="912"/>
                </a:lnTo>
                <a:lnTo>
                  <a:pt x="6323" y="913"/>
                </a:lnTo>
                <a:lnTo>
                  <a:pt x="6324" y="913"/>
                </a:lnTo>
                <a:lnTo>
                  <a:pt x="6324" y="914"/>
                </a:lnTo>
                <a:lnTo>
                  <a:pt x="6325" y="914"/>
                </a:lnTo>
                <a:lnTo>
                  <a:pt x="6325" y="915"/>
                </a:lnTo>
                <a:lnTo>
                  <a:pt x="6325" y="916"/>
                </a:lnTo>
                <a:lnTo>
                  <a:pt x="6324" y="916"/>
                </a:lnTo>
                <a:lnTo>
                  <a:pt x="6323" y="917"/>
                </a:lnTo>
                <a:lnTo>
                  <a:pt x="6322" y="917"/>
                </a:lnTo>
                <a:lnTo>
                  <a:pt x="6322" y="918"/>
                </a:lnTo>
                <a:lnTo>
                  <a:pt x="6322" y="919"/>
                </a:lnTo>
                <a:lnTo>
                  <a:pt x="6323" y="919"/>
                </a:lnTo>
                <a:lnTo>
                  <a:pt x="6322" y="920"/>
                </a:lnTo>
                <a:lnTo>
                  <a:pt x="6321" y="920"/>
                </a:lnTo>
                <a:lnTo>
                  <a:pt x="6320" y="920"/>
                </a:lnTo>
                <a:lnTo>
                  <a:pt x="6320" y="919"/>
                </a:lnTo>
                <a:lnTo>
                  <a:pt x="6319" y="919"/>
                </a:lnTo>
                <a:lnTo>
                  <a:pt x="6319" y="918"/>
                </a:lnTo>
                <a:lnTo>
                  <a:pt x="6318" y="918"/>
                </a:lnTo>
                <a:lnTo>
                  <a:pt x="6318" y="917"/>
                </a:lnTo>
                <a:lnTo>
                  <a:pt x="6317" y="917"/>
                </a:lnTo>
                <a:lnTo>
                  <a:pt x="6317" y="916"/>
                </a:lnTo>
                <a:lnTo>
                  <a:pt x="6315" y="916"/>
                </a:lnTo>
                <a:lnTo>
                  <a:pt x="6315" y="917"/>
                </a:lnTo>
                <a:lnTo>
                  <a:pt x="6314" y="917"/>
                </a:lnTo>
                <a:lnTo>
                  <a:pt x="6313" y="917"/>
                </a:lnTo>
                <a:lnTo>
                  <a:pt x="6313" y="918"/>
                </a:lnTo>
                <a:lnTo>
                  <a:pt x="6313" y="919"/>
                </a:lnTo>
                <a:lnTo>
                  <a:pt x="6313" y="920"/>
                </a:lnTo>
                <a:lnTo>
                  <a:pt x="6312" y="920"/>
                </a:lnTo>
                <a:lnTo>
                  <a:pt x="6311" y="920"/>
                </a:lnTo>
                <a:lnTo>
                  <a:pt x="6311" y="921"/>
                </a:lnTo>
                <a:lnTo>
                  <a:pt x="6311" y="922"/>
                </a:lnTo>
                <a:lnTo>
                  <a:pt x="6311" y="923"/>
                </a:lnTo>
                <a:lnTo>
                  <a:pt x="6312" y="923"/>
                </a:lnTo>
                <a:lnTo>
                  <a:pt x="6312" y="924"/>
                </a:lnTo>
                <a:lnTo>
                  <a:pt x="6311" y="924"/>
                </a:lnTo>
                <a:lnTo>
                  <a:pt x="6310" y="924"/>
                </a:lnTo>
                <a:lnTo>
                  <a:pt x="6310" y="923"/>
                </a:lnTo>
                <a:lnTo>
                  <a:pt x="6309" y="923"/>
                </a:lnTo>
                <a:lnTo>
                  <a:pt x="6309" y="924"/>
                </a:lnTo>
                <a:lnTo>
                  <a:pt x="6309" y="925"/>
                </a:lnTo>
                <a:lnTo>
                  <a:pt x="6309" y="926"/>
                </a:lnTo>
                <a:lnTo>
                  <a:pt x="6309" y="927"/>
                </a:lnTo>
                <a:lnTo>
                  <a:pt x="6309" y="928"/>
                </a:lnTo>
                <a:lnTo>
                  <a:pt x="6309" y="929"/>
                </a:lnTo>
                <a:lnTo>
                  <a:pt x="6310" y="929"/>
                </a:lnTo>
                <a:lnTo>
                  <a:pt x="6311" y="929"/>
                </a:lnTo>
                <a:lnTo>
                  <a:pt x="6312" y="929"/>
                </a:lnTo>
                <a:lnTo>
                  <a:pt x="6313" y="929"/>
                </a:lnTo>
                <a:lnTo>
                  <a:pt x="6313" y="930"/>
                </a:lnTo>
                <a:lnTo>
                  <a:pt x="6313" y="931"/>
                </a:lnTo>
                <a:lnTo>
                  <a:pt x="6312" y="931"/>
                </a:lnTo>
                <a:lnTo>
                  <a:pt x="6311" y="931"/>
                </a:lnTo>
                <a:lnTo>
                  <a:pt x="6311" y="930"/>
                </a:lnTo>
                <a:lnTo>
                  <a:pt x="6310" y="930"/>
                </a:lnTo>
                <a:lnTo>
                  <a:pt x="6309" y="930"/>
                </a:lnTo>
                <a:lnTo>
                  <a:pt x="6309" y="931"/>
                </a:lnTo>
                <a:lnTo>
                  <a:pt x="6309" y="932"/>
                </a:lnTo>
                <a:lnTo>
                  <a:pt x="6309" y="933"/>
                </a:lnTo>
                <a:lnTo>
                  <a:pt x="6309" y="934"/>
                </a:lnTo>
                <a:lnTo>
                  <a:pt x="6310" y="934"/>
                </a:lnTo>
                <a:lnTo>
                  <a:pt x="6311" y="934"/>
                </a:lnTo>
                <a:lnTo>
                  <a:pt x="6311" y="935"/>
                </a:lnTo>
                <a:lnTo>
                  <a:pt x="6310" y="935"/>
                </a:lnTo>
                <a:lnTo>
                  <a:pt x="6309" y="935"/>
                </a:lnTo>
                <a:lnTo>
                  <a:pt x="6309" y="936"/>
                </a:lnTo>
                <a:lnTo>
                  <a:pt x="6308" y="936"/>
                </a:lnTo>
                <a:lnTo>
                  <a:pt x="6307" y="936"/>
                </a:lnTo>
                <a:lnTo>
                  <a:pt x="6307" y="937"/>
                </a:lnTo>
                <a:lnTo>
                  <a:pt x="6306" y="938"/>
                </a:lnTo>
                <a:lnTo>
                  <a:pt x="6306" y="939"/>
                </a:lnTo>
                <a:lnTo>
                  <a:pt x="6305" y="939"/>
                </a:lnTo>
                <a:lnTo>
                  <a:pt x="6305" y="940"/>
                </a:lnTo>
                <a:lnTo>
                  <a:pt x="6305" y="941"/>
                </a:lnTo>
                <a:lnTo>
                  <a:pt x="6306" y="941"/>
                </a:lnTo>
                <a:lnTo>
                  <a:pt x="6306" y="940"/>
                </a:lnTo>
                <a:lnTo>
                  <a:pt x="6306" y="939"/>
                </a:lnTo>
                <a:lnTo>
                  <a:pt x="6307" y="939"/>
                </a:lnTo>
                <a:lnTo>
                  <a:pt x="6307" y="940"/>
                </a:lnTo>
                <a:lnTo>
                  <a:pt x="6308" y="940"/>
                </a:lnTo>
                <a:lnTo>
                  <a:pt x="6308" y="941"/>
                </a:lnTo>
                <a:lnTo>
                  <a:pt x="6309" y="941"/>
                </a:lnTo>
                <a:lnTo>
                  <a:pt x="6310" y="941"/>
                </a:lnTo>
                <a:lnTo>
                  <a:pt x="6311" y="941"/>
                </a:lnTo>
                <a:lnTo>
                  <a:pt x="6311" y="942"/>
                </a:lnTo>
                <a:lnTo>
                  <a:pt x="6310" y="942"/>
                </a:lnTo>
                <a:lnTo>
                  <a:pt x="6311" y="942"/>
                </a:lnTo>
                <a:lnTo>
                  <a:pt x="6311" y="943"/>
                </a:lnTo>
                <a:lnTo>
                  <a:pt x="6311" y="945"/>
                </a:lnTo>
                <a:lnTo>
                  <a:pt x="6310" y="945"/>
                </a:lnTo>
                <a:lnTo>
                  <a:pt x="6309" y="945"/>
                </a:lnTo>
                <a:lnTo>
                  <a:pt x="6308" y="945"/>
                </a:lnTo>
                <a:lnTo>
                  <a:pt x="6307" y="945"/>
                </a:lnTo>
                <a:lnTo>
                  <a:pt x="6307" y="946"/>
                </a:lnTo>
                <a:lnTo>
                  <a:pt x="6307" y="947"/>
                </a:lnTo>
                <a:lnTo>
                  <a:pt x="6308" y="947"/>
                </a:lnTo>
                <a:lnTo>
                  <a:pt x="6308" y="948"/>
                </a:lnTo>
                <a:lnTo>
                  <a:pt x="6309" y="948"/>
                </a:lnTo>
                <a:lnTo>
                  <a:pt x="6309" y="949"/>
                </a:lnTo>
                <a:lnTo>
                  <a:pt x="6310" y="949"/>
                </a:lnTo>
                <a:lnTo>
                  <a:pt x="6309" y="950"/>
                </a:lnTo>
                <a:lnTo>
                  <a:pt x="6308" y="950"/>
                </a:lnTo>
                <a:lnTo>
                  <a:pt x="6308" y="949"/>
                </a:lnTo>
                <a:lnTo>
                  <a:pt x="6307" y="949"/>
                </a:lnTo>
                <a:lnTo>
                  <a:pt x="6307" y="948"/>
                </a:lnTo>
                <a:lnTo>
                  <a:pt x="6306" y="948"/>
                </a:lnTo>
                <a:lnTo>
                  <a:pt x="6305" y="948"/>
                </a:lnTo>
                <a:lnTo>
                  <a:pt x="6305" y="949"/>
                </a:lnTo>
                <a:lnTo>
                  <a:pt x="6305" y="950"/>
                </a:lnTo>
                <a:lnTo>
                  <a:pt x="6304" y="950"/>
                </a:lnTo>
                <a:lnTo>
                  <a:pt x="6303" y="950"/>
                </a:lnTo>
                <a:lnTo>
                  <a:pt x="6304" y="950"/>
                </a:lnTo>
                <a:lnTo>
                  <a:pt x="6304" y="951"/>
                </a:lnTo>
                <a:lnTo>
                  <a:pt x="6303" y="951"/>
                </a:lnTo>
                <a:lnTo>
                  <a:pt x="6303" y="952"/>
                </a:lnTo>
                <a:lnTo>
                  <a:pt x="6303" y="953"/>
                </a:lnTo>
                <a:lnTo>
                  <a:pt x="6304" y="953"/>
                </a:lnTo>
                <a:lnTo>
                  <a:pt x="6304" y="954"/>
                </a:lnTo>
                <a:lnTo>
                  <a:pt x="6304" y="955"/>
                </a:lnTo>
                <a:lnTo>
                  <a:pt x="6303" y="955"/>
                </a:lnTo>
                <a:lnTo>
                  <a:pt x="6302" y="955"/>
                </a:lnTo>
                <a:lnTo>
                  <a:pt x="6301" y="955"/>
                </a:lnTo>
                <a:lnTo>
                  <a:pt x="6301" y="954"/>
                </a:lnTo>
                <a:lnTo>
                  <a:pt x="6300" y="954"/>
                </a:lnTo>
                <a:lnTo>
                  <a:pt x="6300" y="955"/>
                </a:lnTo>
                <a:lnTo>
                  <a:pt x="6299" y="955"/>
                </a:lnTo>
                <a:lnTo>
                  <a:pt x="6300" y="955"/>
                </a:lnTo>
                <a:lnTo>
                  <a:pt x="6299" y="955"/>
                </a:lnTo>
                <a:lnTo>
                  <a:pt x="6299" y="956"/>
                </a:lnTo>
                <a:lnTo>
                  <a:pt x="6298" y="956"/>
                </a:lnTo>
                <a:lnTo>
                  <a:pt x="6297" y="956"/>
                </a:lnTo>
                <a:lnTo>
                  <a:pt x="6296" y="956"/>
                </a:lnTo>
                <a:lnTo>
                  <a:pt x="6297" y="956"/>
                </a:lnTo>
                <a:lnTo>
                  <a:pt x="6296" y="956"/>
                </a:lnTo>
                <a:lnTo>
                  <a:pt x="6296" y="957"/>
                </a:lnTo>
                <a:lnTo>
                  <a:pt x="6295" y="957"/>
                </a:lnTo>
                <a:lnTo>
                  <a:pt x="6295" y="958"/>
                </a:lnTo>
                <a:lnTo>
                  <a:pt x="6295" y="957"/>
                </a:lnTo>
                <a:lnTo>
                  <a:pt x="6294" y="957"/>
                </a:lnTo>
                <a:lnTo>
                  <a:pt x="6294" y="958"/>
                </a:lnTo>
                <a:lnTo>
                  <a:pt x="6293" y="958"/>
                </a:lnTo>
                <a:lnTo>
                  <a:pt x="6292" y="958"/>
                </a:lnTo>
                <a:lnTo>
                  <a:pt x="6292" y="959"/>
                </a:lnTo>
                <a:lnTo>
                  <a:pt x="6291" y="958"/>
                </a:lnTo>
                <a:lnTo>
                  <a:pt x="6291" y="959"/>
                </a:lnTo>
                <a:lnTo>
                  <a:pt x="6290" y="959"/>
                </a:lnTo>
                <a:lnTo>
                  <a:pt x="6290" y="960"/>
                </a:lnTo>
                <a:lnTo>
                  <a:pt x="6290" y="959"/>
                </a:lnTo>
                <a:lnTo>
                  <a:pt x="6289" y="959"/>
                </a:lnTo>
                <a:lnTo>
                  <a:pt x="6289" y="960"/>
                </a:lnTo>
                <a:lnTo>
                  <a:pt x="6288" y="960"/>
                </a:lnTo>
                <a:lnTo>
                  <a:pt x="6287" y="961"/>
                </a:lnTo>
                <a:lnTo>
                  <a:pt x="6286" y="961"/>
                </a:lnTo>
                <a:lnTo>
                  <a:pt x="6286" y="962"/>
                </a:lnTo>
                <a:lnTo>
                  <a:pt x="6285" y="962"/>
                </a:lnTo>
                <a:lnTo>
                  <a:pt x="6286" y="962"/>
                </a:lnTo>
                <a:lnTo>
                  <a:pt x="6286" y="961"/>
                </a:lnTo>
                <a:lnTo>
                  <a:pt x="6285" y="961"/>
                </a:lnTo>
                <a:lnTo>
                  <a:pt x="6285" y="962"/>
                </a:lnTo>
                <a:lnTo>
                  <a:pt x="6285" y="961"/>
                </a:lnTo>
                <a:lnTo>
                  <a:pt x="6284" y="961"/>
                </a:lnTo>
                <a:lnTo>
                  <a:pt x="6284" y="962"/>
                </a:lnTo>
                <a:lnTo>
                  <a:pt x="6283" y="962"/>
                </a:lnTo>
                <a:lnTo>
                  <a:pt x="6282" y="962"/>
                </a:lnTo>
                <a:lnTo>
                  <a:pt x="6281" y="962"/>
                </a:lnTo>
                <a:lnTo>
                  <a:pt x="6281" y="963"/>
                </a:lnTo>
                <a:lnTo>
                  <a:pt x="6281" y="964"/>
                </a:lnTo>
                <a:lnTo>
                  <a:pt x="6280" y="964"/>
                </a:lnTo>
                <a:lnTo>
                  <a:pt x="6279" y="964"/>
                </a:lnTo>
                <a:lnTo>
                  <a:pt x="6280" y="964"/>
                </a:lnTo>
                <a:lnTo>
                  <a:pt x="6280" y="965"/>
                </a:lnTo>
                <a:lnTo>
                  <a:pt x="6279" y="965"/>
                </a:lnTo>
                <a:lnTo>
                  <a:pt x="6280" y="966"/>
                </a:lnTo>
                <a:lnTo>
                  <a:pt x="6279" y="966"/>
                </a:lnTo>
                <a:lnTo>
                  <a:pt x="6279" y="967"/>
                </a:lnTo>
                <a:lnTo>
                  <a:pt x="6278" y="967"/>
                </a:lnTo>
                <a:lnTo>
                  <a:pt x="6277" y="968"/>
                </a:lnTo>
                <a:lnTo>
                  <a:pt x="6278" y="968"/>
                </a:lnTo>
                <a:lnTo>
                  <a:pt x="6278" y="969"/>
                </a:lnTo>
                <a:lnTo>
                  <a:pt x="6277" y="969"/>
                </a:lnTo>
                <a:lnTo>
                  <a:pt x="6277" y="970"/>
                </a:lnTo>
                <a:lnTo>
                  <a:pt x="6276" y="970"/>
                </a:lnTo>
                <a:lnTo>
                  <a:pt x="6277" y="970"/>
                </a:lnTo>
                <a:lnTo>
                  <a:pt x="6278" y="970"/>
                </a:lnTo>
                <a:lnTo>
                  <a:pt x="6278" y="971"/>
                </a:lnTo>
                <a:lnTo>
                  <a:pt x="6277" y="971"/>
                </a:lnTo>
                <a:lnTo>
                  <a:pt x="6276" y="971"/>
                </a:lnTo>
                <a:lnTo>
                  <a:pt x="6275" y="971"/>
                </a:lnTo>
                <a:lnTo>
                  <a:pt x="6275" y="972"/>
                </a:lnTo>
                <a:lnTo>
                  <a:pt x="6276" y="972"/>
                </a:lnTo>
                <a:lnTo>
                  <a:pt x="6276" y="973"/>
                </a:lnTo>
                <a:lnTo>
                  <a:pt x="6275" y="972"/>
                </a:lnTo>
                <a:lnTo>
                  <a:pt x="6274" y="972"/>
                </a:lnTo>
                <a:lnTo>
                  <a:pt x="6274" y="973"/>
                </a:lnTo>
                <a:lnTo>
                  <a:pt x="6275" y="973"/>
                </a:lnTo>
                <a:lnTo>
                  <a:pt x="6274" y="974"/>
                </a:lnTo>
                <a:lnTo>
                  <a:pt x="6275" y="974"/>
                </a:lnTo>
                <a:lnTo>
                  <a:pt x="6275" y="975"/>
                </a:lnTo>
                <a:lnTo>
                  <a:pt x="6274" y="975"/>
                </a:lnTo>
                <a:lnTo>
                  <a:pt x="6274" y="976"/>
                </a:lnTo>
                <a:lnTo>
                  <a:pt x="6275" y="976"/>
                </a:lnTo>
                <a:lnTo>
                  <a:pt x="6275" y="975"/>
                </a:lnTo>
                <a:lnTo>
                  <a:pt x="6275" y="976"/>
                </a:lnTo>
                <a:lnTo>
                  <a:pt x="6274" y="978"/>
                </a:lnTo>
                <a:lnTo>
                  <a:pt x="6275" y="978"/>
                </a:lnTo>
                <a:lnTo>
                  <a:pt x="6275" y="979"/>
                </a:lnTo>
                <a:lnTo>
                  <a:pt x="6275" y="980"/>
                </a:lnTo>
                <a:lnTo>
                  <a:pt x="6274" y="980"/>
                </a:lnTo>
                <a:lnTo>
                  <a:pt x="6274" y="979"/>
                </a:lnTo>
                <a:lnTo>
                  <a:pt x="6273" y="979"/>
                </a:lnTo>
                <a:lnTo>
                  <a:pt x="6274" y="980"/>
                </a:lnTo>
                <a:lnTo>
                  <a:pt x="6273" y="980"/>
                </a:lnTo>
                <a:lnTo>
                  <a:pt x="6273" y="981"/>
                </a:lnTo>
                <a:lnTo>
                  <a:pt x="6272" y="981"/>
                </a:lnTo>
                <a:lnTo>
                  <a:pt x="6272" y="982"/>
                </a:lnTo>
                <a:lnTo>
                  <a:pt x="6272" y="983"/>
                </a:lnTo>
                <a:lnTo>
                  <a:pt x="6272" y="982"/>
                </a:lnTo>
                <a:lnTo>
                  <a:pt x="6273" y="982"/>
                </a:lnTo>
                <a:lnTo>
                  <a:pt x="6273" y="983"/>
                </a:lnTo>
                <a:lnTo>
                  <a:pt x="6273" y="984"/>
                </a:lnTo>
                <a:lnTo>
                  <a:pt x="6272" y="984"/>
                </a:lnTo>
                <a:lnTo>
                  <a:pt x="6272" y="985"/>
                </a:lnTo>
                <a:lnTo>
                  <a:pt x="6272" y="984"/>
                </a:lnTo>
                <a:lnTo>
                  <a:pt x="6272" y="985"/>
                </a:lnTo>
                <a:lnTo>
                  <a:pt x="6271" y="985"/>
                </a:lnTo>
                <a:lnTo>
                  <a:pt x="6271" y="986"/>
                </a:lnTo>
                <a:lnTo>
                  <a:pt x="6272" y="986"/>
                </a:lnTo>
                <a:lnTo>
                  <a:pt x="6272" y="987"/>
                </a:lnTo>
                <a:lnTo>
                  <a:pt x="6271" y="987"/>
                </a:lnTo>
                <a:lnTo>
                  <a:pt x="6270" y="987"/>
                </a:lnTo>
                <a:lnTo>
                  <a:pt x="6271" y="987"/>
                </a:lnTo>
                <a:lnTo>
                  <a:pt x="6271" y="988"/>
                </a:lnTo>
                <a:lnTo>
                  <a:pt x="6272" y="988"/>
                </a:lnTo>
                <a:lnTo>
                  <a:pt x="6271" y="988"/>
                </a:lnTo>
                <a:lnTo>
                  <a:pt x="6270" y="988"/>
                </a:lnTo>
                <a:lnTo>
                  <a:pt x="6270" y="989"/>
                </a:lnTo>
                <a:lnTo>
                  <a:pt x="6271" y="989"/>
                </a:lnTo>
                <a:lnTo>
                  <a:pt x="6270" y="989"/>
                </a:lnTo>
                <a:lnTo>
                  <a:pt x="6270" y="990"/>
                </a:lnTo>
                <a:lnTo>
                  <a:pt x="6271" y="990"/>
                </a:lnTo>
                <a:lnTo>
                  <a:pt x="6270" y="991"/>
                </a:lnTo>
                <a:lnTo>
                  <a:pt x="6271" y="991"/>
                </a:lnTo>
                <a:lnTo>
                  <a:pt x="6271" y="992"/>
                </a:lnTo>
                <a:lnTo>
                  <a:pt x="6270" y="992"/>
                </a:lnTo>
                <a:lnTo>
                  <a:pt x="6270" y="993"/>
                </a:lnTo>
                <a:lnTo>
                  <a:pt x="6269" y="993"/>
                </a:lnTo>
                <a:lnTo>
                  <a:pt x="6270" y="994"/>
                </a:lnTo>
                <a:lnTo>
                  <a:pt x="6270" y="993"/>
                </a:lnTo>
                <a:lnTo>
                  <a:pt x="6271" y="993"/>
                </a:lnTo>
                <a:lnTo>
                  <a:pt x="6271" y="994"/>
                </a:lnTo>
                <a:lnTo>
                  <a:pt x="6270" y="994"/>
                </a:lnTo>
                <a:lnTo>
                  <a:pt x="6271" y="994"/>
                </a:lnTo>
                <a:lnTo>
                  <a:pt x="6270" y="994"/>
                </a:lnTo>
                <a:lnTo>
                  <a:pt x="6270" y="995"/>
                </a:lnTo>
                <a:lnTo>
                  <a:pt x="6271" y="995"/>
                </a:lnTo>
                <a:lnTo>
                  <a:pt x="6270" y="995"/>
                </a:lnTo>
                <a:lnTo>
                  <a:pt x="6271" y="996"/>
                </a:lnTo>
                <a:lnTo>
                  <a:pt x="6272" y="996"/>
                </a:lnTo>
                <a:lnTo>
                  <a:pt x="6272" y="997"/>
                </a:lnTo>
                <a:lnTo>
                  <a:pt x="6272" y="996"/>
                </a:lnTo>
                <a:lnTo>
                  <a:pt x="6272" y="997"/>
                </a:lnTo>
                <a:lnTo>
                  <a:pt x="6273" y="997"/>
                </a:lnTo>
                <a:lnTo>
                  <a:pt x="6272" y="997"/>
                </a:lnTo>
                <a:lnTo>
                  <a:pt x="6272" y="998"/>
                </a:lnTo>
                <a:lnTo>
                  <a:pt x="6273" y="998"/>
                </a:lnTo>
                <a:lnTo>
                  <a:pt x="6273" y="999"/>
                </a:lnTo>
                <a:lnTo>
                  <a:pt x="6273" y="1000"/>
                </a:lnTo>
                <a:lnTo>
                  <a:pt x="6273" y="1001"/>
                </a:lnTo>
                <a:lnTo>
                  <a:pt x="6274" y="1001"/>
                </a:lnTo>
                <a:lnTo>
                  <a:pt x="6274" y="1002"/>
                </a:lnTo>
                <a:lnTo>
                  <a:pt x="6274" y="1003"/>
                </a:lnTo>
                <a:lnTo>
                  <a:pt x="6273" y="1003"/>
                </a:lnTo>
                <a:lnTo>
                  <a:pt x="6273" y="1004"/>
                </a:lnTo>
                <a:lnTo>
                  <a:pt x="6274" y="1004"/>
                </a:lnTo>
                <a:lnTo>
                  <a:pt x="6274" y="1005"/>
                </a:lnTo>
                <a:lnTo>
                  <a:pt x="6273" y="1005"/>
                </a:lnTo>
                <a:lnTo>
                  <a:pt x="6274" y="1005"/>
                </a:lnTo>
                <a:lnTo>
                  <a:pt x="6274" y="1006"/>
                </a:lnTo>
                <a:lnTo>
                  <a:pt x="6274" y="1005"/>
                </a:lnTo>
                <a:lnTo>
                  <a:pt x="6274" y="1006"/>
                </a:lnTo>
                <a:lnTo>
                  <a:pt x="6273" y="1006"/>
                </a:lnTo>
                <a:lnTo>
                  <a:pt x="6273" y="1007"/>
                </a:lnTo>
                <a:lnTo>
                  <a:pt x="6273" y="1008"/>
                </a:lnTo>
                <a:lnTo>
                  <a:pt x="6273" y="1007"/>
                </a:lnTo>
                <a:lnTo>
                  <a:pt x="6274" y="1007"/>
                </a:lnTo>
                <a:lnTo>
                  <a:pt x="6274" y="1006"/>
                </a:lnTo>
                <a:lnTo>
                  <a:pt x="6275" y="1006"/>
                </a:lnTo>
                <a:lnTo>
                  <a:pt x="6275" y="1007"/>
                </a:lnTo>
                <a:lnTo>
                  <a:pt x="6274" y="1007"/>
                </a:lnTo>
                <a:lnTo>
                  <a:pt x="6274" y="1008"/>
                </a:lnTo>
                <a:lnTo>
                  <a:pt x="6274" y="1009"/>
                </a:lnTo>
                <a:lnTo>
                  <a:pt x="6273" y="1009"/>
                </a:lnTo>
                <a:lnTo>
                  <a:pt x="6273" y="1008"/>
                </a:lnTo>
                <a:lnTo>
                  <a:pt x="6272" y="1008"/>
                </a:lnTo>
                <a:lnTo>
                  <a:pt x="6272" y="1009"/>
                </a:lnTo>
                <a:lnTo>
                  <a:pt x="6271" y="1009"/>
                </a:lnTo>
                <a:lnTo>
                  <a:pt x="6270" y="1009"/>
                </a:lnTo>
                <a:lnTo>
                  <a:pt x="6270" y="1010"/>
                </a:lnTo>
                <a:lnTo>
                  <a:pt x="6271" y="1010"/>
                </a:lnTo>
                <a:lnTo>
                  <a:pt x="6270" y="1010"/>
                </a:lnTo>
                <a:lnTo>
                  <a:pt x="6270" y="1011"/>
                </a:lnTo>
                <a:lnTo>
                  <a:pt x="6269" y="1011"/>
                </a:lnTo>
                <a:lnTo>
                  <a:pt x="6269" y="1012"/>
                </a:lnTo>
                <a:lnTo>
                  <a:pt x="6268" y="1012"/>
                </a:lnTo>
                <a:lnTo>
                  <a:pt x="6267" y="1012"/>
                </a:lnTo>
                <a:lnTo>
                  <a:pt x="6266" y="1013"/>
                </a:lnTo>
                <a:lnTo>
                  <a:pt x="6267" y="1013"/>
                </a:lnTo>
                <a:lnTo>
                  <a:pt x="6266" y="1013"/>
                </a:lnTo>
                <a:lnTo>
                  <a:pt x="6266" y="1014"/>
                </a:lnTo>
                <a:lnTo>
                  <a:pt x="6265" y="1014"/>
                </a:lnTo>
                <a:lnTo>
                  <a:pt x="6264" y="1015"/>
                </a:lnTo>
                <a:lnTo>
                  <a:pt x="6264" y="1016"/>
                </a:lnTo>
                <a:lnTo>
                  <a:pt x="6264" y="1017"/>
                </a:lnTo>
                <a:lnTo>
                  <a:pt x="6263" y="1017"/>
                </a:lnTo>
                <a:lnTo>
                  <a:pt x="6262" y="1017"/>
                </a:lnTo>
                <a:lnTo>
                  <a:pt x="6262" y="1018"/>
                </a:lnTo>
                <a:lnTo>
                  <a:pt x="6261" y="1018"/>
                </a:lnTo>
                <a:lnTo>
                  <a:pt x="6260" y="1018"/>
                </a:lnTo>
                <a:lnTo>
                  <a:pt x="6260" y="1019"/>
                </a:lnTo>
                <a:lnTo>
                  <a:pt x="6259" y="1019"/>
                </a:lnTo>
                <a:lnTo>
                  <a:pt x="6259" y="1018"/>
                </a:lnTo>
                <a:lnTo>
                  <a:pt x="6258" y="1018"/>
                </a:lnTo>
                <a:lnTo>
                  <a:pt x="6258" y="1019"/>
                </a:lnTo>
                <a:lnTo>
                  <a:pt x="6258" y="1020"/>
                </a:lnTo>
                <a:lnTo>
                  <a:pt x="6258" y="1021"/>
                </a:lnTo>
                <a:lnTo>
                  <a:pt x="6257" y="1021"/>
                </a:lnTo>
                <a:lnTo>
                  <a:pt x="6256" y="1021"/>
                </a:lnTo>
                <a:lnTo>
                  <a:pt x="6256" y="1020"/>
                </a:lnTo>
                <a:lnTo>
                  <a:pt x="6255" y="1020"/>
                </a:lnTo>
                <a:lnTo>
                  <a:pt x="6255" y="1021"/>
                </a:lnTo>
                <a:lnTo>
                  <a:pt x="6254" y="1021"/>
                </a:lnTo>
                <a:lnTo>
                  <a:pt x="6254" y="1020"/>
                </a:lnTo>
                <a:lnTo>
                  <a:pt x="6253" y="1020"/>
                </a:lnTo>
                <a:lnTo>
                  <a:pt x="6252" y="1020"/>
                </a:lnTo>
                <a:lnTo>
                  <a:pt x="6251" y="1020"/>
                </a:lnTo>
                <a:lnTo>
                  <a:pt x="6251" y="1019"/>
                </a:lnTo>
                <a:lnTo>
                  <a:pt x="6250" y="1019"/>
                </a:lnTo>
                <a:lnTo>
                  <a:pt x="6249" y="1019"/>
                </a:lnTo>
                <a:lnTo>
                  <a:pt x="6248" y="1019"/>
                </a:lnTo>
                <a:lnTo>
                  <a:pt x="6248" y="1018"/>
                </a:lnTo>
                <a:lnTo>
                  <a:pt x="6247" y="1018"/>
                </a:lnTo>
                <a:lnTo>
                  <a:pt x="6248" y="1018"/>
                </a:lnTo>
                <a:lnTo>
                  <a:pt x="6248" y="1017"/>
                </a:lnTo>
                <a:lnTo>
                  <a:pt x="6247" y="1017"/>
                </a:lnTo>
                <a:lnTo>
                  <a:pt x="6246" y="1017"/>
                </a:lnTo>
                <a:lnTo>
                  <a:pt x="6246" y="1016"/>
                </a:lnTo>
                <a:lnTo>
                  <a:pt x="6245" y="1016"/>
                </a:lnTo>
                <a:lnTo>
                  <a:pt x="6246" y="1016"/>
                </a:lnTo>
                <a:lnTo>
                  <a:pt x="6245" y="1016"/>
                </a:lnTo>
                <a:lnTo>
                  <a:pt x="6244" y="1016"/>
                </a:lnTo>
                <a:lnTo>
                  <a:pt x="6156" y="993"/>
                </a:lnTo>
                <a:lnTo>
                  <a:pt x="6155" y="993"/>
                </a:lnTo>
                <a:lnTo>
                  <a:pt x="6154" y="992"/>
                </a:lnTo>
                <a:lnTo>
                  <a:pt x="6154" y="991"/>
                </a:lnTo>
                <a:lnTo>
                  <a:pt x="6153" y="991"/>
                </a:lnTo>
                <a:lnTo>
                  <a:pt x="6152" y="990"/>
                </a:lnTo>
                <a:lnTo>
                  <a:pt x="6150" y="990"/>
                </a:lnTo>
                <a:lnTo>
                  <a:pt x="6148" y="990"/>
                </a:lnTo>
                <a:lnTo>
                  <a:pt x="6148" y="989"/>
                </a:lnTo>
                <a:lnTo>
                  <a:pt x="6147" y="989"/>
                </a:lnTo>
                <a:lnTo>
                  <a:pt x="6147" y="988"/>
                </a:lnTo>
                <a:lnTo>
                  <a:pt x="6147" y="987"/>
                </a:lnTo>
                <a:lnTo>
                  <a:pt x="6146" y="985"/>
                </a:lnTo>
                <a:lnTo>
                  <a:pt x="6146" y="983"/>
                </a:lnTo>
                <a:lnTo>
                  <a:pt x="6143" y="983"/>
                </a:lnTo>
                <a:lnTo>
                  <a:pt x="6142" y="983"/>
                </a:lnTo>
                <a:lnTo>
                  <a:pt x="6142" y="982"/>
                </a:lnTo>
                <a:lnTo>
                  <a:pt x="6141" y="983"/>
                </a:lnTo>
                <a:lnTo>
                  <a:pt x="6141" y="984"/>
                </a:lnTo>
                <a:lnTo>
                  <a:pt x="6140" y="984"/>
                </a:lnTo>
                <a:lnTo>
                  <a:pt x="6139" y="985"/>
                </a:lnTo>
                <a:lnTo>
                  <a:pt x="6137" y="986"/>
                </a:lnTo>
                <a:lnTo>
                  <a:pt x="6137" y="987"/>
                </a:lnTo>
                <a:lnTo>
                  <a:pt x="6137" y="988"/>
                </a:lnTo>
                <a:lnTo>
                  <a:pt x="6136" y="989"/>
                </a:lnTo>
                <a:lnTo>
                  <a:pt x="6134" y="991"/>
                </a:lnTo>
                <a:lnTo>
                  <a:pt x="6133" y="992"/>
                </a:lnTo>
                <a:lnTo>
                  <a:pt x="6133" y="993"/>
                </a:lnTo>
                <a:lnTo>
                  <a:pt x="6132" y="994"/>
                </a:lnTo>
                <a:lnTo>
                  <a:pt x="6132" y="995"/>
                </a:lnTo>
                <a:lnTo>
                  <a:pt x="6132" y="996"/>
                </a:lnTo>
                <a:lnTo>
                  <a:pt x="6132" y="997"/>
                </a:lnTo>
                <a:lnTo>
                  <a:pt x="6132" y="998"/>
                </a:lnTo>
                <a:lnTo>
                  <a:pt x="6130" y="998"/>
                </a:lnTo>
                <a:lnTo>
                  <a:pt x="6129" y="997"/>
                </a:lnTo>
                <a:lnTo>
                  <a:pt x="6128" y="997"/>
                </a:lnTo>
                <a:lnTo>
                  <a:pt x="6126" y="996"/>
                </a:lnTo>
                <a:lnTo>
                  <a:pt x="6125" y="996"/>
                </a:lnTo>
                <a:lnTo>
                  <a:pt x="6124" y="996"/>
                </a:lnTo>
                <a:lnTo>
                  <a:pt x="6124" y="997"/>
                </a:lnTo>
                <a:lnTo>
                  <a:pt x="6123" y="997"/>
                </a:lnTo>
                <a:lnTo>
                  <a:pt x="6122" y="998"/>
                </a:lnTo>
                <a:lnTo>
                  <a:pt x="6121" y="998"/>
                </a:lnTo>
                <a:lnTo>
                  <a:pt x="6120" y="998"/>
                </a:lnTo>
                <a:lnTo>
                  <a:pt x="6119" y="1000"/>
                </a:lnTo>
                <a:lnTo>
                  <a:pt x="6118" y="1002"/>
                </a:lnTo>
                <a:lnTo>
                  <a:pt x="6118" y="1004"/>
                </a:lnTo>
                <a:lnTo>
                  <a:pt x="6117" y="1004"/>
                </a:lnTo>
                <a:lnTo>
                  <a:pt x="6118" y="1005"/>
                </a:lnTo>
                <a:lnTo>
                  <a:pt x="6119" y="1005"/>
                </a:lnTo>
                <a:lnTo>
                  <a:pt x="6121" y="1006"/>
                </a:lnTo>
                <a:lnTo>
                  <a:pt x="6122" y="1006"/>
                </a:lnTo>
                <a:lnTo>
                  <a:pt x="6121" y="1007"/>
                </a:lnTo>
                <a:lnTo>
                  <a:pt x="6122" y="1008"/>
                </a:lnTo>
                <a:lnTo>
                  <a:pt x="6121" y="1009"/>
                </a:lnTo>
                <a:lnTo>
                  <a:pt x="6121" y="1010"/>
                </a:lnTo>
                <a:lnTo>
                  <a:pt x="6120" y="1010"/>
                </a:lnTo>
                <a:lnTo>
                  <a:pt x="6119" y="1011"/>
                </a:lnTo>
                <a:lnTo>
                  <a:pt x="6116" y="1013"/>
                </a:lnTo>
                <a:lnTo>
                  <a:pt x="6115" y="1015"/>
                </a:lnTo>
                <a:lnTo>
                  <a:pt x="6114" y="1016"/>
                </a:lnTo>
                <a:lnTo>
                  <a:pt x="6113" y="1016"/>
                </a:lnTo>
                <a:lnTo>
                  <a:pt x="6110" y="1018"/>
                </a:lnTo>
                <a:lnTo>
                  <a:pt x="6109" y="1018"/>
                </a:lnTo>
                <a:lnTo>
                  <a:pt x="6108" y="1019"/>
                </a:lnTo>
                <a:lnTo>
                  <a:pt x="6108" y="1020"/>
                </a:lnTo>
                <a:lnTo>
                  <a:pt x="6107" y="1020"/>
                </a:lnTo>
                <a:lnTo>
                  <a:pt x="6107" y="1021"/>
                </a:lnTo>
                <a:lnTo>
                  <a:pt x="6106" y="1021"/>
                </a:lnTo>
                <a:lnTo>
                  <a:pt x="6104" y="1022"/>
                </a:lnTo>
                <a:lnTo>
                  <a:pt x="6103" y="1022"/>
                </a:lnTo>
                <a:lnTo>
                  <a:pt x="6102" y="1023"/>
                </a:lnTo>
                <a:lnTo>
                  <a:pt x="6100" y="1023"/>
                </a:lnTo>
                <a:lnTo>
                  <a:pt x="6100" y="1024"/>
                </a:lnTo>
                <a:lnTo>
                  <a:pt x="6100" y="1025"/>
                </a:lnTo>
                <a:lnTo>
                  <a:pt x="6101" y="1026"/>
                </a:lnTo>
                <a:lnTo>
                  <a:pt x="6102" y="1026"/>
                </a:lnTo>
                <a:lnTo>
                  <a:pt x="6102" y="1027"/>
                </a:lnTo>
                <a:lnTo>
                  <a:pt x="6101" y="1027"/>
                </a:lnTo>
                <a:lnTo>
                  <a:pt x="6100" y="1028"/>
                </a:lnTo>
                <a:lnTo>
                  <a:pt x="6099" y="1028"/>
                </a:lnTo>
                <a:lnTo>
                  <a:pt x="6098" y="1028"/>
                </a:lnTo>
                <a:lnTo>
                  <a:pt x="6096" y="1027"/>
                </a:lnTo>
                <a:lnTo>
                  <a:pt x="6095" y="1027"/>
                </a:lnTo>
                <a:lnTo>
                  <a:pt x="6094" y="1027"/>
                </a:lnTo>
                <a:lnTo>
                  <a:pt x="6094" y="1026"/>
                </a:lnTo>
                <a:lnTo>
                  <a:pt x="6092" y="1025"/>
                </a:lnTo>
                <a:lnTo>
                  <a:pt x="6091" y="1025"/>
                </a:lnTo>
                <a:lnTo>
                  <a:pt x="6090" y="1025"/>
                </a:lnTo>
                <a:lnTo>
                  <a:pt x="6089" y="1026"/>
                </a:lnTo>
                <a:lnTo>
                  <a:pt x="6088" y="1025"/>
                </a:lnTo>
                <a:lnTo>
                  <a:pt x="6087" y="1025"/>
                </a:lnTo>
                <a:lnTo>
                  <a:pt x="6086" y="1025"/>
                </a:lnTo>
                <a:lnTo>
                  <a:pt x="6085" y="1025"/>
                </a:lnTo>
                <a:lnTo>
                  <a:pt x="6084" y="1027"/>
                </a:lnTo>
                <a:lnTo>
                  <a:pt x="6083" y="1028"/>
                </a:lnTo>
                <a:lnTo>
                  <a:pt x="6082" y="1028"/>
                </a:lnTo>
                <a:lnTo>
                  <a:pt x="6081" y="1028"/>
                </a:lnTo>
                <a:lnTo>
                  <a:pt x="6081" y="1029"/>
                </a:lnTo>
                <a:lnTo>
                  <a:pt x="6081" y="1030"/>
                </a:lnTo>
                <a:lnTo>
                  <a:pt x="6080" y="1031"/>
                </a:lnTo>
                <a:lnTo>
                  <a:pt x="6080" y="1032"/>
                </a:lnTo>
                <a:lnTo>
                  <a:pt x="6078" y="1033"/>
                </a:lnTo>
                <a:lnTo>
                  <a:pt x="6077" y="1033"/>
                </a:lnTo>
                <a:lnTo>
                  <a:pt x="6076" y="1032"/>
                </a:lnTo>
                <a:lnTo>
                  <a:pt x="6075" y="1032"/>
                </a:lnTo>
                <a:lnTo>
                  <a:pt x="6074" y="1033"/>
                </a:lnTo>
                <a:lnTo>
                  <a:pt x="6073" y="1033"/>
                </a:lnTo>
                <a:lnTo>
                  <a:pt x="6072" y="1033"/>
                </a:lnTo>
                <a:lnTo>
                  <a:pt x="6071" y="1033"/>
                </a:lnTo>
                <a:lnTo>
                  <a:pt x="6070" y="1032"/>
                </a:lnTo>
                <a:lnTo>
                  <a:pt x="6069" y="1031"/>
                </a:lnTo>
                <a:lnTo>
                  <a:pt x="6068" y="1031"/>
                </a:lnTo>
                <a:lnTo>
                  <a:pt x="6067" y="1031"/>
                </a:lnTo>
                <a:lnTo>
                  <a:pt x="6066" y="1031"/>
                </a:lnTo>
                <a:lnTo>
                  <a:pt x="6065" y="1030"/>
                </a:lnTo>
                <a:lnTo>
                  <a:pt x="6064" y="1030"/>
                </a:lnTo>
                <a:lnTo>
                  <a:pt x="6063" y="1031"/>
                </a:lnTo>
                <a:lnTo>
                  <a:pt x="6062" y="1031"/>
                </a:lnTo>
                <a:lnTo>
                  <a:pt x="6061" y="1031"/>
                </a:lnTo>
                <a:lnTo>
                  <a:pt x="6059" y="1031"/>
                </a:lnTo>
                <a:lnTo>
                  <a:pt x="6059" y="1032"/>
                </a:lnTo>
                <a:lnTo>
                  <a:pt x="6058" y="1032"/>
                </a:lnTo>
                <a:lnTo>
                  <a:pt x="6058" y="1033"/>
                </a:lnTo>
                <a:lnTo>
                  <a:pt x="6058" y="1034"/>
                </a:lnTo>
                <a:lnTo>
                  <a:pt x="6059" y="1035"/>
                </a:lnTo>
                <a:lnTo>
                  <a:pt x="6059" y="1036"/>
                </a:lnTo>
                <a:lnTo>
                  <a:pt x="6059" y="1037"/>
                </a:lnTo>
                <a:lnTo>
                  <a:pt x="6058" y="1037"/>
                </a:lnTo>
                <a:lnTo>
                  <a:pt x="6057" y="1037"/>
                </a:lnTo>
                <a:lnTo>
                  <a:pt x="6056" y="1038"/>
                </a:lnTo>
                <a:lnTo>
                  <a:pt x="6054" y="1039"/>
                </a:lnTo>
                <a:lnTo>
                  <a:pt x="6053" y="1039"/>
                </a:lnTo>
                <a:lnTo>
                  <a:pt x="6053" y="1038"/>
                </a:lnTo>
                <a:lnTo>
                  <a:pt x="6052" y="1038"/>
                </a:lnTo>
                <a:lnTo>
                  <a:pt x="6052" y="1039"/>
                </a:lnTo>
                <a:lnTo>
                  <a:pt x="6051" y="1039"/>
                </a:lnTo>
                <a:lnTo>
                  <a:pt x="6049" y="1039"/>
                </a:lnTo>
                <a:lnTo>
                  <a:pt x="6048" y="1039"/>
                </a:lnTo>
                <a:lnTo>
                  <a:pt x="6047" y="1040"/>
                </a:lnTo>
                <a:lnTo>
                  <a:pt x="6046" y="1041"/>
                </a:lnTo>
                <a:lnTo>
                  <a:pt x="6045" y="1042"/>
                </a:lnTo>
                <a:lnTo>
                  <a:pt x="6045" y="1044"/>
                </a:lnTo>
                <a:lnTo>
                  <a:pt x="6045" y="1045"/>
                </a:lnTo>
                <a:lnTo>
                  <a:pt x="6046" y="1045"/>
                </a:lnTo>
                <a:lnTo>
                  <a:pt x="6047" y="1045"/>
                </a:lnTo>
                <a:lnTo>
                  <a:pt x="6048" y="1045"/>
                </a:lnTo>
                <a:lnTo>
                  <a:pt x="6049" y="1045"/>
                </a:lnTo>
                <a:lnTo>
                  <a:pt x="6049" y="1046"/>
                </a:lnTo>
                <a:lnTo>
                  <a:pt x="6050" y="1046"/>
                </a:lnTo>
                <a:lnTo>
                  <a:pt x="6051" y="1047"/>
                </a:lnTo>
                <a:lnTo>
                  <a:pt x="6051" y="1048"/>
                </a:lnTo>
                <a:lnTo>
                  <a:pt x="6050" y="1049"/>
                </a:lnTo>
                <a:lnTo>
                  <a:pt x="6050" y="1050"/>
                </a:lnTo>
                <a:lnTo>
                  <a:pt x="6051" y="1050"/>
                </a:lnTo>
                <a:lnTo>
                  <a:pt x="6052" y="1050"/>
                </a:lnTo>
                <a:lnTo>
                  <a:pt x="6053" y="1050"/>
                </a:lnTo>
                <a:lnTo>
                  <a:pt x="6055" y="1050"/>
                </a:lnTo>
                <a:lnTo>
                  <a:pt x="6056" y="1052"/>
                </a:lnTo>
                <a:lnTo>
                  <a:pt x="6057" y="1053"/>
                </a:lnTo>
                <a:lnTo>
                  <a:pt x="6059" y="1054"/>
                </a:lnTo>
                <a:lnTo>
                  <a:pt x="6058" y="1058"/>
                </a:lnTo>
                <a:lnTo>
                  <a:pt x="6059" y="1058"/>
                </a:lnTo>
                <a:lnTo>
                  <a:pt x="6060" y="1058"/>
                </a:lnTo>
                <a:lnTo>
                  <a:pt x="6065" y="1074"/>
                </a:lnTo>
                <a:lnTo>
                  <a:pt x="6066" y="1079"/>
                </a:lnTo>
                <a:lnTo>
                  <a:pt x="6073" y="1107"/>
                </a:lnTo>
                <a:lnTo>
                  <a:pt x="6081" y="1137"/>
                </a:lnTo>
                <a:lnTo>
                  <a:pt x="6080" y="1137"/>
                </a:lnTo>
                <a:lnTo>
                  <a:pt x="6080" y="1138"/>
                </a:lnTo>
                <a:lnTo>
                  <a:pt x="6079" y="1139"/>
                </a:lnTo>
                <a:lnTo>
                  <a:pt x="6078" y="1139"/>
                </a:lnTo>
                <a:lnTo>
                  <a:pt x="6077" y="1139"/>
                </a:lnTo>
                <a:lnTo>
                  <a:pt x="6077" y="1140"/>
                </a:lnTo>
                <a:lnTo>
                  <a:pt x="6076" y="1143"/>
                </a:lnTo>
                <a:lnTo>
                  <a:pt x="6076" y="1144"/>
                </a:lnTo>
                <a:lnTo>
                  <a:pt x="6075" y="1144"/>
                </a:lnTo>
                <a:lnTo>
                  <a:pt x="6075" y="1145"/>
                </a:lnTo>
                <a:lnTo>
                  <a:pt x="6075" y="1146"/>
                </a:lnTo>
                <a:lnTo>
                  <a:pt x="6075" y="1147"/>
                </a:lnTo>
                <a:lnTo>
                  <a:pt x="6075" y="1148"/>
                </a:lnTo>
                <a:lnTo>
                  <a:pt x="6075" y="1149"/>
                </a:lnTo>
                <a:lnTo>
                  <a:pt x="6076" y="1149"/>
                </a:lnTo>
                <a:lnTo>
                  <a:pt x="6077" y="1149"/>
                </a:lnTo>
                <a:lnTo>
                  <a:pt x="6077" y="1150"/>
                </a:lnTo>
                <a:lnTo>
                  <a:pt x="6077" y="1152"/>
                </a:lnTo>
                <a:lnTo>
                  <a:pt x="6076" y="1155"/>
                </a:lnTo>
                <a:lnTo>
                  <a:pt x="6076" y="1156"/>
                </a:lnTo>
                <a:lnTo>
                  <a:pt x="6075" y="1156"/>
                </a:lnTo>
                <a:lnTo>
                  <a:pt x="6075" y="1157"/>
                </a:lnTo>
                <a:lnTo>
                  <a:pt x="6074" y="1157"/>
                </a:lnTo>
                <a:lnTo>
                  <a:pt x="6074" y="1158"/>
                </a:lnTo>
                <a:lnTo>
                  <a:pt x="6074" y="1160"/>
                </a:lnTo>
                <a:lnTo>
                  <a:pt x="6074" y="1161"/>
                </a:lnTo>
                <a:lnTo>
                  <a:pt x="6073" y="1161"/>
                </a:lnTo>
                <a:lnTo>
                  <a:pt x="6073" y="1162"/>
                </a:lnTo>
                <a:lnTo>
                  <a:pt x="6072" y="1163"/>
                </a:lnTo>
                <a:lnTo>
                  <a:pt x="6071" y="1163"/>
                </a:lnTo>
                <a:lnTo>
                  <a:pt x="6071" y="1164"/>
                </a:lnTo>
                <a:lnTo>
                  <a:pt x="6072" y="1164"/>
                </a:lnTo>
                <a:lnTo>
                  <a:pt x="6072" y="1165"/>
                </a:lnTo>
                <a:lnTo>
                  <a:pt x="6073" y="1165"/>
                </a:lnTo>
                <a:lnTo>
                  <a:pt x="6073" y="1166"/>
                </a:lnTo>
                <a:lnTo>
                  <a:pt x="6073" y="1167"/>
                </a:lnTo>
                <a:lnTo>
                  <a:pt x="6072" y="1167"/>
                </a:lnTo>
                <a:lnTo>
                  <a:pt x="6072" y="1168"/>
                </a:lnTo>
                <a:lnTo>
                  <a:pt x="6071" y="1168"/>
                </a:lnTo>
                <a:lnTo>
                  <a:pt x="6071" y="1169"/>
                </a:lnTo>
                <a:lnTo>
                  <a:pt x="6071" y="1170"/>
                </a:lnTo>
                <a:lnTo>
                  <a:pt x="6072" y="1170"/>
                </a:lnTo>
                <a:lnTo>
                  <a:pt x="6073" y="1171"/>
                </a:lnTo>
                <a:lnTo>
                  <a:pt x="6073" y="1172"/>
                </a:lnTo>
                <a:lnTo>
                  <a:pt x="6073" y="1173"/>
                </a:lnTo>
                <a:lnTo>
                  <a:pt x="6073" y="1174"/>
                </a:lnTo>
                <a:lnTo>
                  <a:pt x="6074" y="1174"/>
                </a:lnTo>
                <a:lnTo>
                  <a:pt x="6073" y="1174"/>
                </a:lnTo>
                <a:lnTo>
                  <a:pt x="6072" y="1175"/>
                </a:lnTo>
                <a:lnTo>
                  <a:pt x="6072" y="1176"/>
                </a:lnTo>
                <a:lnTo>
                  <a:pt x="6073" y="1176"/>
                </a:lnTo>
                <a:lnTo>
                  <a:pt x="6073" y="1177"/>
                </a:lnTo>
                <a:lnTo>
                  <a:pt x="6073" y="1178"/>
                </a:lnTo>
                <a:lnTo>
                  <a:pt x="6072" y="1178"/>
                </a:lnTo>
                <a:lnTo>
                  <a:pt x="6072" y="1179"/>
                </a:lnTo>
                <a:lnTo>
                  <a:pt x="6072" y="1180"/>
                </a:lnTo>
                <a:lnTo>
                  <a:pt x="6072" y="1181"/>
                </a:lnTo>
                <a:lnTo>
                  <a:pt x="6073" y="1181"/>
                </a:lnTo>
                <a:lnTo>
                  <a:pt x="6074" y="1182"/>
                </a:lnTo>
                <a:lnTo>
                  <a:pt x="6074" y="1183"/>
                </a:lnTo>
                <a:lnTo>
                  <a:pt x="6075" y="1183"/>
                </a:lnTo>
                <a:lnTo>
                  <a:pt x="6074" y="1183"/>
                </a:lnTo>
                <a:lnTo>
                  <a:pt x="6074" y="1184"/>
                </a:lnTo>
                <a:lnTo>
                  <a:pt x="6074" y="1185"/>
                </a:lnTo>
                <a:lnTo>
                  <a:pt x="6074" y="1186"/>
                </a:lnTo>
                <a:lnTo>
                  <a:pt x="6074" y="1187"/>
                </a:lnTo>
                <a:lnTo>
                  <a:pt x="6073" y="1187"/>
                </a:lnTo>
                <a:lnTo>
                  <a:pt x="6072" y="1187"/>
                </a:lnTo>
                <a:lnTo>
                  <a:pt x="6072" y="1188"/>
                </a:lnTo>
                <a:lnTo>
                  <a:pt x="6072" y="1189"/>
                </a:lnTo>
                <a:lnTo>
                  <a:pt x="6072" y="1190"/>
                </a:lnTo>
                <a:lnTo>
                  <a:pt x="6073" y="1190"/>
                </a:lnTo>
                <a:lnTo>
                  <a:pt x="6074" y="1190"/>
                </a:lnTo>
                <a:lnTo>
                  <a:pt x="6075" y="1190"/>
                </a:lnTo>
                <a:lnTo>
                  <a:pt x="6075" y="1191"/>
                </a:lnTo>
                <a:lnTo>
                  <a:pt x="6074" y="1191"/>
                </a:lnTo>
                <a:lnTo>
                  <a:pt x="6074" y="1192"/>
                </a:lnTo>
                <a:lnTo>
                  <a:pt x="6074" y="1193"/>
                </a:lnTo>
                <a:lnTo>
                  <a:pt x="6073" y="1193"/>
                </a:lnTo>
                <a:lnTo>
                  <a:pt x="6073" y="1192"/>
                </a:lnTo>
                <a:lnTo>
                  <a:pt x="6072" y="1192"/>
                </a:lnTo>
                <a:lnTo>
                  <a:pt x="6071" y="1193"/>
                </a:lnTo>
                <a:lnTo>
                  <a:pt x="6071" y="1194"/>
                </a:lnTo>
                <a:lnTo>
                  <a:pt x="6071" y="1195"/>
                </a:lnTo>
                <a:lnTo>
                  <a:pt x="6070" y="1195"/>
                </a:lnTo>
                <a:lnTo>
                  <a:pt x="6070" y="1196"/>
                </a:lnTo>
                <a:lnTo>
                  <a:pt x="6071" y="1196"/>
                </a:lnTo>
                <a:lnTo>
                  <a:pt x="6071" y="1198"/>
                </a:lnTo>
                <a:lnTo>
                  <a:pt x="6070" y="1198"/>
                </a:lnTo>
                <a:lnTo>
                  <a:pt x="6070" y="1199"/>
                </a:lnTo>
                <a:lnTo>
                  <a:pt x="6071" y="1199"/>
                </a:lnTo>
                <a:lnTo>
                  <a:pt x="6072" y="1199"/>
                </a:lnTo>
                <a:lnTo>
                  <a:pt x="6071" y="1200"/>
                </a:lnTo>
                <a:lnTo>
                  <a:pt x="6072" y="1200"/>
                </a:lnTo>
                <a:lnTo>
                  <a:pt x="6073" y="1201"/>
                </a:lnTo>
                <a:lnTo>
                  <a:pt x="6074" y="1201"/>
                </a:lnTo>
                <a:lnTo>
                  <a:pt x="6075" y="1201"/>
                </a:lnTo>
                <a:lnTo>
                  <a:pt x="6075" y="1202"/>
                </a:lnTo>
                <a:lnTo>
                  <a:pt x="6076" y="1202"/>
                </a:lnTo>
                <a:lnTo>
                  <a:pt x="6078" y="1203"/>
                </a:lnTo>
                <a:lnTo>
                  <a:pt x="6079" y="1203"/>
                </a:lnTo>
                <a:lnTo>
                  <a:pt x="6080" y="1203"/>
                </a:lnTo>
                <a:lnTo>
                  <a:pt x="6081" y="1203"/>
                </a:lnTo>
                <a:lnTo>
                  <a:pt x="6082" y="1203"/>
                </a:lnTo>
                <a:lnTo>
                  <a:pt x="6082" y="1204"/>
                </a:lnTo>
                <a:lnTo>
                  <a:pt x="6082" y="1205"/>
                </a:lnTo>
                <a:lnTo>
                  <a:pt x="6082" y="1206"/>
                </a:lnTo>
                <a:lnTo>
                  <a:pt x="6082" y="1207"/>
                </a:lnTo>
                <a:lnTo>
                  <a:pt x="6081" y="1208"/>
                </a:lnTo>
                <a:lnTo>
                  <a:pt x="6081" y="1210"/>
                </a:lnTo>
                <a:lnTo>
                  <a:pt x="6081" y="1212"/>
                </a:lnTo>
                <a:lnTo>
                  <a:pt x="6082" y="1213"/>
                </a:lnTo>
                <a:lnTo>
                  <a:pt x="6082" y="1214"/>
                </a:lnTo>
                <a:lnTo>
                  <a:pt x="6082" y="1215"/>
                </a:lnTo>
                <a:lnTo>
                  <a:pt x="6082" y="1216"/>
                </a:lnTo>
                <a:lnTo>
                  <a:pt x="6081" y="1216"/>
                </a:lnTo>
                <a:lnTo>
                  <a:pt x="6080" y="1216"/>
                </a:lnTo>
                <a:lnTo>
                  <a:pt x="6079" y="1217"/>
                </a:lnTo>
                <a:lnTo>
                  <a:pt x="6078" y="1217"/>
                </a:lnTo>
                <a:lnTo>
                  <a:pt x="6078" y="1218"/>
                </a:lnTo>
                <a:lnTo>
                  <a:pt x="6077" y="1221"/>
                </a:lnTo>
                <a:lnTo>
                  <a:pt x="6077" y="1222"/>
                </a:lnTo>
                <a:lnTo>
                  <a:pt x="6077" y="1223"/>
                </a:lnTo>
                <a:lnTo>
                  <a:pt x="6077" y="1225"/>
                </a:lnTo>
                <a:lnTo>
                  <a:pt x="6077" y="1226"/>
                </a:lnTo>
                <a:lnTo>
                  <a:pt x="6077" y="1227"/>
                </a:lnTo>
                <a:lnTo>
                  <a:pt x="6077" y="1228"/>
                </a:lnTo>
                <a:lnTo>
                  <a:pt x="6076" y="1228"/>
                </a:lnTo>
                <a:lnTo>
                  <a:pt x="6076" y="1230"/>
                </a:lnTo>
                <a:lnTo>
                  <a:pt x="6075" y="1231"/>
                </a:lnTo>
                <a:lnTo>
                  <a:pt x="6074" y="1233"/>
                </a:lnTo>
                <a:lnTo>
                  <a:pt x="6071" y="1234"/>
                </a:lnTo>
                <a:lnTo>
                  <a:pt x="6070" y="1235"/>
                </a:lnTo>
                <a:lnTo>
                  <a:pt x="6070" y="1236"/>
                </a:lnTo>
                <a:lnTo>
                  <a:pt x="6070" y="1237"/>
                </a:lnTo>
                <a:lnTo>
                  <a:pt x="6070" y="1238"/>
                </a:lnTo>
                <a:lnTo>
                  <a:pt x="6071" y="1238"/>
                </a:lnTo>
                <a:lnTo>
                  <a:pt x="6071" y="1239"/>
                </a:lnTo>
                <a:lnTo>
                  <a:pt x="6072" y="1240"/>
                </a:lnTo>
                <a:lnTo>
                  <a:pt x="6072" y="1241"/>
                </a:lnTo>
                <a:lnTo>
                  <a:pt x="6072" y="1242"/>
                </a:lnTo>
                <a:lnTo>
                  <a:pt x="6072" y="1243"/>
                </a:lnTo>
                <a:lnTo>
                  <a:pt x="6072" y="1244"/>
                </a:lnTo>
                <a:lnTo>
                  <a:pt x="6072" y="1246"/>
                </a:lnTo>
                <a:lnTo>
                  <a:pt x="6071" y="1247"/>
                </a:lnTo>
                <a:lnTo>
                  <a:pt x="6068" y="1250"/>
                </a:lnTo>
                <a:lnTo>
                  <a:pt x="6067" y="1250"/>
                </a:lnTo>
                <a:lnTo>
                  <a:pt x="6067" y="1251"/>
                </a:lnTo>
                <a:lnTo>
                  <a:pt x="6067" y="1253"/>
                </a:lnTo>
                <a:lnTo>
                  <a:pt x="6067" y="1254"/>
                </a:lnTo>
                <a:lnTo>
                  <a:pt x="6066" y="1254"/>
                </a:lnTo>
                <a:lnTo>
                  <a:pt x="6065" y="1254"/>
                </a:lnTo>
                <a:lnTo>
                  <a:pt x="6063" y="1254"/>
                </a:lnTo>
                <a:lnTo>
                  <a:pt x="6062" y="1255"/>
                </a:lnTo>
                <a:lnTo>
                  <a:pt x="6061" y="1256"/>
                </a:lnTo>
                <a:lnTo>
                  <a:pt x="6062" y="1256"/>
                </a:lnTo>
                <a:lnTo>
                  <a:pt x="6062" y="1257"/>
                </a:lnTo>
                <a:lnTo>
                  <a:pt x="6061" y="1257"/>
                </a:lnTo>
                <a:lnTo>
                  <a:pt x="6060" y="1258"/>
                </a:lnTo>
                <a:lnTo>
                  <a:pt x="6059" y="1260"/>
                </a:lnTo>
                <a:lnTo>
                  <a:pt x="6060" y="1261"/>
                </a:lnTo>
                <a:lnTo>
                  <a:pt x="6061" y="1262"/>
                </a:lnTo>
                <a:lnTo>
                  <a:pt x="6061" y="1263"/>
                </a:lnTo>
                <a:lnTo>
                  <a:pt x="6061" y="1265"/>
                </a:lnTo>
                <a:lnTo>
                  <a:pt x="6062" y="1266"/>
                </a:lnTo>
                <a:lnTo>
                  <a:pt x="6063" y="1267"/>
                </a:lnTo>
                <a:lnTo>
                  <a:pt x="6065" y="1267"/>
                </a:lnTo>
                <a:lnTo>
                  <a:pt x="6065" y="1268"/>
                </a:lnTo>
                <a:lnTo>
                  <a:pt x="6064" y="1269"/>
                </a:lnTo>
                <a:lnTo>
                  <a:pt x="6064" y="1270"/>
                </a:lnTo>
                <a:lnTo>
                  <a:pt x="6063" y="1270"/>
                </a:lnTo>
                <a:lnTo>
                  <a:pt x="6063" y="1271"/>
                </a:lnTo>
                <a:lnTo>
                  <a:pt x="6062" y="1272"/>
                </a:lnTo>
                <a:lnTo>
                  <a:pt x="6061" y="1272"/>
                </a:lnTo>
                <a:lnTo>
                  <a:pt x="6060" y="1273"/>
                </a:lnTo>
                <a:lnTo>
                  <a:pt x="6059" y="1273"/>
                </a:lnTo>
                <a:lnTo>
                  <a:pt x="6059" y="1272"/>
                </a:lnTo>
                <a:lnTo>
                  <a:pt x="6057" y="1272"/>
                </a:lnTo>
                <a:lnTo>
                  <a:pt x="6056" y="1272"/>
                </a:lnTo>
                <a:lnTo>
                  <a:pt x="6054" y="1271"/>
                </a:lnTo>
                <a:lnTo>
                  <a:pt x="6053" y="1271"/>
                </a:lnTo>
                <a:lnTo>
                  <a:pt x="6051" y="1272"/>
                </a:lnTo>
                <a:lnTo>
                  <a:pt x="6051" y="1273"/>
                </a:lnTo>
                <a:lnTo>
                  <a:pt x="6051" y="1274"/>
                </a:lnTo>
                <a:lnTo>
                  <a:pt x="6053" y="1277"/>
                </a:lnTo>
                <a:lnTo>
                  <a:pt x="6053" y="1278"/>
                </a:lnTo>
                <a:lnTo>
                  <a:pt x="6053" y="1279"/>
                </a:lnTo>
                <a:lnTo>
                  <a:pt x="6051" y="1279"/>
                </a:lnTo>
                <a:lnTo>
                  <a:pt x="6048" y="1279"/>
                </a:lnTo>
                <a:lnTo>
                  <a:pt x="6047" y="1279"/>
                </a:lnTo>
                <a:lnTo>
                  <a:pt x="6046" y="1279"/>
                </a:lnTo>
                <a:lnTo>
                  <a:pt x="6045" y="1278"/>
                </a:lnTo>
                <a:lnTo>
                  <a:pt x="6044" y="1277"/>
                </a:lnTo>
                <a:lnTo>
                  <a:pt x="6043" y="1277"/>
                </a:lnTo>
                <a:lnTo>
                  <a:pt x="6041" y="1278"/>
                </a:lnTo>
                <a:lnTo>
                  <a:pt x="6040" y="1278"/>
                </a:lnTo>
                <a:lnTo>
                  <a:pt x="6038" y="1280"/>
                </a:lnTo>
                <a:lnTo>
                  <a:pt x="6037" y="1279"/>
                </a:lnTo>
                <a:lnTo>
                  <a:pt x="6036" y="1279"/>
                </a:lnTo>
                <a:lnTo>
                  <a:pt x="6035" y="1279"/>
                </a:lnTo>
                <a:lnTo>
                  <a:pt x="6034" y="1278"/>
                </a:lnTo>
                <a:lnTo>
                  <a:pt x="6032" y="1277"/>
                </a:lnTo>
                <a:lnTo>
                  <a:pt x="6032" y="1276"/>
                </a:lnTo>
                <a:lnTo>
                  <a:pt x="6031" y="1277"/>
                </a:lnTo>
                <a:lnTo>
                  <a:pt x="6029" y="1277"/>
                </a:lnTo>
                <a:lnTo>
                  <a:pt x="6028" y="1278"/>
                </a:lnTo>
                <a:lnTo>
                  <a:pt x="6027" y="1278"/>
                </a:lnTo>
                <a:lnTo>
                  <a:pt x="6027" y="1280"/>
                </a:lnTo>
                <a:lnTo>
                  <a:pt x="6026" y="1282"/>
                </a:lnTo>
                <a:lnTo>
                  <a:pt x="6025" y="1282"/>
                </a:lnTo>
                <a:lnTo>
                  <a:pt x="6023" y="1281"/>
                </a:lnTo>
                <a:lnTo>
                  <a:pt x="6022" y="1282"/>
                </a:lnTo>
                <a:lnTo>
                  <a:pt x="6021" y="1282"/>
                </a:lnTo>
                <a:lnTo>
                  <a:pt x="6020" y="1283"/>
                </a:lnTo>
                <a:lnTo>
                  <a:pt x="6020" y="1282"/>
                </a:lnTo>
                <a:lnTo>
                  <a:pt x="6019" y="1281"/>
                </a:lnTo>
                <a:lnTo>
                  <a:pt x="6018" y="1281"/>
                </a:lnTo>
                <a:lnTo>
                  <a:pt x="6016" y="1281"/>
                </a:lnTo>
                <a:lnTo>
                  <a:pt x="6015" y="1281"/>
                </a:lnTo>
                <a:lnTo>
                  <a:pt x="6013" y="1281"/>
                </a:lnTo>
                <a:lnTo>
                  <a:pt x="6010" y="1283"/>
                </a:lnTo>
                <a:lnTo>
                  <a:pt x="6009" y="1283"/>
                </a:lnTo>
                <a:lnTo>
                  <a:pt x="6008" y="1285"/>
                </a:lnTo>
                <a:lnTo>
                  <a:pt x="6007" y="1285"/>
                </a:lnTo>
                <a:lnTo>
                  <a:pt x="6006" y="1285"/>
                </a:lnTo>
                <a:lnTo>
                  <a:pt x="6005" y="1285"/>
                </a:lnTo>
                <a:lnTo>
                  <a:pt x="6004" y="1285"/>
                </a:lnTo>
                <a:lnTo>
                  <a:pt x="6003" y="1285"/>
                </a:lnTo>
                <a:lnTo>
                  <a:pt x="6002" y="1286"/>
                </a:lnTo>
                <a:lnTo>
                  <a:pt x="6001" y="1288"/>
                </a:lnTo>
                <a:lnTo>
                  <a:pt x="6000" y="1288"/>
                </a:lnTo>
                <a:lnTo>
                  <a:pt x="5999" y="1289"/>
                </a:lnTo>
                <a:lnTo>
                  <a:pt x="5996" y="1289"/>
                </a:lnTo>
                <a:lnTo>
                  <a:pt x="5994" y="1290"/>
                </a:lnTo>
                <a:lnTo>
                  <a:pt x="5993" y="1290"/>
                </a:lnTo>
                <a:lnTo>
                  <a:pt x="5991" y="1292"/>
                </a:lnTo>
                <a:lnTo>
                  <a:pt x="5990" y="1293"/>
                </a:lnTo>
                <a:lnTo>
                  <a:pt x="5989" y="1295"/>
                </a:lnTo>
                <a:lnTo>
                  <a:pt x="5987" y="1295"/>
                </a:lnTo>
                <a:lnTo>
                  <a:pt x="5986" y="1295"/>
                </a:lnTo>
                <a:lnTo>
                  <a:pt x="5987" y="1296"/>
                </a:lnTo>
                <a:lnTo>
                  <a:pt x="5988" y="1297"/>
                </a:lnTo>
                <a:lnTo>
                  <a:pt x="5990" y="1298"/>
                </a:lnTo>
                <a:lnTo>
                  <a:pt x="5991" y="1298"/>
                </a:lnTo>
                <a:lnTo>
                  <a:pt x="5992" y="1299"/>
                </a:lnTo>
                <a:lnTo>
                  <a:pt x="5992" y="1300"/>
                </a:lnTo>
                <a:lnTo>
                  <a:pt x="5993" y="1300"/>
                </a:lnTo>
                <a:lnTo>
                  <a:pt x="5994" y="1300"/>
                </a:lnTo>
                <a:lnTo>
                  <a:pt x="5996" y="1299"/>
                </a:lnTo>
                <a:lnTo>
                  <a:pt x="5998" y="1298"/>
                </a:lnTo>
                <a:lnTo>
                  <a:pt x="5999" y="1298"/>
                </a:lnTo>
                <a:lnTo>
                  <a:pt x="6000" y="1298"/>
                </a:lnTo>
                <a:lnTo>
                  <a:pt x="6002" y="1299"/>
                </a:lnTo>
                <a:lnTo>
                  <a:pt x="6003" y="1300"/>
                </a:lnTo>
                <a:lnTo>
                  <a:pt x="6004" y="1300"/>
                </a:lnTo>
                <a:lnTo>
                  <a:pt x="6005" y="1300"/>
                </a:lnTo>
                <a:lnTo>
                  <a:pt x="6006" y="1301"/>
                </a:lnTo>
                <a:lnTo>
                  <a:pt x="6007" y="1302"/>
                </a:lnTo>
                <a:lnTo>
                  <a:pt x="6007" y="1303"/>
                </a:lnTo>
                <a:lnTo>
                  <a:pt x="6008" y="1305"/>
                </a:lnTo>
                <a:lnTo>
                  <a:pt x="6009" y="1306"/>
                </a:lnTo>
                <a:lnTo>
                  <a:pt x="6009" y="1307"/>
                </a:lnTo>
                <a:lnTo>
                  <a:pt x="6010" y="1308"/>
                </a:lnTo>
                <a:lnTo>
                  <a:pt x="6011" y="1311"/>
                </a:lnTo>
                <a:lnTo>
                  <a:pt x="6011" y="1312"/>
                </a:lnTo>
                <a:lnTo>
                  <a:pt x="6009" y="1316"/>
                </a:lnTo>
                <a:lnTo>
                  <a:pt x="6007" y="1315"/>
                </a:lnTo>
                <a:lnTo>
                  <a:pt x="6006" y="1315"/>
                </a:lnTo>
                <a:lnTo>
                  <a:pt x="6005" y="1315"/>
                </a:lnTo>
                <a:lnTo>
                  <a:pt x="6004" y="1316"/>
                </a:lnTo>
                <a:lnTo>
                  <a:pt x="6005" y="1317"/>
                </a:lnTo>
                <a:lnTo>
                  <a:pt x="6005" y="1318"/>
                </a:lnTo>
                <a:lnTo>
                  <a:pt x="6004" y="1322"/>
                </a:lnTo>
                <a:lnTo>
                  <a:pt x="6008" y="1323"/>
                </a:lnTo>
                <a:lnTo>
                  <a:pt x="6007" y="1328"/>
                </a:lnTo>
                <a:lnTo>
                  <a:pt x="6008" y="1329"/>
                </a:lnTo>
                <a:lnTo>
                  <a:pt x="6009" y="1330"/>
                </a:lnTo>
                <a:lnTo>
                  <a:pt x="6010" y="1330"/>
                </a:lnTo>
                <a:lnTo>
                  <a:pt x="6011" y="1331"/>
                </a:lnTo>
                <a:lnTo>
                  <a:pt x="6012" y="1331"/>
                </a:lnTo>
                <a:lnTo>
                  <a:pt x="6012" y="1332"/>
                </a:lnTo>
                <a:lnTo>
                  <a:pt x="6011" y="1331"/>
                </a:lnTo>
                <a:lnTo>
                  <a:pt x="6010" y="1331"/>
                </a:lnTo>
                <a:lnTo>
                  <a:pt x="6009" y="1330"/>
                </a:lnTo>
                <a:lnTo>
                  <a:pt x="6008" y="1330"/>
                </a:lnTo>
                <a:lnTo>
                  <a:pt x="6007" y="1330"/>
                </a:lnTo>
                <a:lnTo>
                  <a:pt x="6006" y="1330"/>
                </a:lnTo>
                <a:lnTo>
                  <a:pt x="6005" y="1330"/>
                </a:lnTo>
                <a:lnTo>
                  <a:pt x="6004" y="1330"/>
                </a:lnTo>
                <a:lnTo>
                  <a:pt x="6004" y="1329"/>
                </a:lnTo>
                <a:lnTo>
                  <a:pt x="6004" y="1328"/>
                </a:lnTo>
                <a:lnTo>
                  <a:pt x="6004" y="1327"/>
                </a:lnTo>
                <a:lnTo>
                  <a:pt x="6004" y="1326"/>
                </a:lnTo>
                <a:lnTo>
                  <a:pt x="6004" y="1325"/>
                </a:lnTo>
                <a:lnTo>
                  <a:pt x="6004" y="1324"/>
                </a:lnTo>
                <a:lnTo>
                  <a:pt x="6004" y="1323"/>
                </a:lnTo>
                <a:lnTo>
                  <a:pt x="6003" y="1323"/>
                </a:lnTo>
                <a:lnTo>
                  <a:pt x="6002" y="1323"/>
                </a:lnTo>
                <a:lnTo>
                  <a:pt x="6002" y="1322"/>
                </a:lnTo>
                <a:lnTo>
                  <a:pt x="6002" y="1321"/>
                </a:lnTo>
                <a:lnTo>
                  <a:pt x="6002" y="1320"/>
                </a:lnTo>
                <a:lnTo>
                  <a:pt x="6002" y="1319"/>
                </a:lnTo>
                <a:lnTo>
                  <a:pt x="6001" y="1319"/>
                </a:lnTo>
                <a:lnTo>
                  <a:pt x="6001" y="1318"/>
                </a:lnTo>
                <a:lnTo>
                  <a:pt x="6001" y="1317"/>
                </a:lnTo>
                <a:lnTo>
                  <a:pt x="6000" y="1317"/>
                </a:lnTo>
                <a:lnTo>
                  <a:pt x="6000" y="1316"/>
                </a:lnTo>
                <a:lnTo>
                  <a:pt x="6000" y="1315"/>
                </a:lnTo>
                <a:lnTo>
                  <a:pt x="6000" y="1314"/>
                </a:lnTo>
                <a:lnTo>
                  <a:pt x="5999" y="1313"/>
                </a:lnTo>
                <a:lnTo>
                  <a:pt x="5998" y="1313"/>
                </a:lnTo>
                <a:lnTo>
                  <a:pt x="5998" y="1312"/>
                </a:lnTo>
                <a:lnTo>
                  <a:pt x="5998" y="1311"/>
                </a:lnTo>
                <a:lnTo>
                  <a:pt x="5999" y="1311"/>
                </a:lnTo>
                <a:lnTo>
                  <a:pt x="5999" y="1310"/>
                </a:lnTo>
                <a:lnTo>
                  <a:pt x="6000" y="1309"/>
                </a:lnTo>
                <a:lnTo>
                  <a:pt x="5999" y="1309"/>
                </a:lnTo>
                <a:lnTo>
                  <a:pt x="5999" y="1308"/>
                </a:lnTo>
                <a:lnTo>
                  <a:pt x="5998" y="1308"/>
                </a:lnTo>
                <a:lnTo>
                  <a:pt x="5996" y="1308"/>
                </a:lnTo>
                <a:lnTo>
                  <a:pt x="5995" y="1308"/>
                </a:lnTo>
                <a:lnTo>
                  <a:pt x="5994" y="1309"/>
                </a:lnTo>
                <a:lnTo>
                  <a:pt x="5994" y="1310"/>
                </a:lnTo>
                <a:lnTo>
                  <a:pt x="5994" y="1311"/>
                </a:lnTo>
                <a:lnTo>
                  <a:pt x="5994" y="1312"/>
                </a:lnTo>
                <a:lnTo>
                  <a:pt x="5995" y="1312"/>
                </a:lnTo>
                <a:lnTo>
                  <a:pt x="5995" y="1313"/>
                </a:lnTo>
                <a:lnTo>
                  <a:pt x="5995" y="1314"/>
                </a:lnTo>
                <a:lnTo>
                  <a:pt x="5995" y="1315"/>
                </a:lnTo>
                <a:lnTo>
                  <a:pt x="5994" y="1316"/>
                </a:lnTo>
                <a:lnTo>
                  <a:pt x="5993" y="1316"/>
                </a:lnTo>
                <a:lnTo>
                  <a:pt x="5992" y="1317"/>
                </a:lnTo>
                <a:lnTo>
                  <a:pt x="5991" y="1316"/>
                </a:lnTo>
                <a:lnTo>
                  <a:pt x="5990" y="1316"/>
                </a:lnTo>
                <a:lnTo>
                  <a:pt x="5989" y="1316"/>
                </a:lnTo>
                <a:lnTo>
                  <a:pt x="5989" y="1315"/>
                </a:lnTo>
                <a:lnTo>
                  <a:pt x="5989" y="1314"/>
                </a:lnTo>
                <a:lnTo>
                  <a:pt x="5988" y="1314"/>
                </a:lnTo>
                <a:lnTo>
                  <a:pt x="5988" y="1313"/>
                </a:lnTo>
                <a:lnTo>
                  <a:pt x="5989" y="1312"/>
                </a:lnTo>
                <a:lnTo>
                  <a:pt x="5990" y="1312"/>
                </a:lnTo>
                <a:lnTo>
                  <a:pt x="5990" y="1311"/>
                </a:lnTo>
                <a:lnTo>
                  <a:pt x="5990" y="1310"/>
                </a:lnTo>
                <a:lnTo>
                  <a:pt x="5990" y="1309"/>
                </a:lnTo>
                <a:lnTo>
                  <a:pt x="5989" y="1309"/>
                </a:lnTo>
                <a:lnTo>
                  <a:pt x="5989" y="1308"/>
                </a:lnTo>
                <a:lnTo>
                  <a:pt x="5988" y="1309"/>
                </a:lnTo>
                <a:lnTo>
                  <a:pt x="5987" y="1309"/>
                </a:lnTo>
                <a:lnTo>
                  <a:pt x="5987" y="1310"/>
                </a:lnTo>
                <a:lnTo>
                  <a:pt x="5986" y="1310"/>
                </a:lnTo>
                <a:lnTo>
                  <a:pt x="5985" y="1310"/>
                </a:lnTo>
                <a:lnTo>
                  <a:pt x="5984" y="1310"/>
                </a:lnTo>
                <a:lnTo>
                  <a:pt x="5984" y="1309"/>
                </a:lnTo>
                <a:lnTo>
                  <a:pt x="5984" y="1308"/>
                </a:lnTo>
                <a:lnTo>
                  <a:pt x="5983" y="1308"/>
                </a:lnTo>
                <a:lnTo>
                  <a:pt x="5983" y="1307"/>
                </a:lnTo>
                <a:lnTo>
                  <a:pt x="5982" y="1306"/>
                </a:lnTo>
                <a:lnTo>
                  <a:pt x="5981" y="1306"/>
                </a:lnTo>
                <a:lnTo>
                  <a:pt x="5981" y="1305"/>
                </a:lnTo>
                <a:lnTo>
                  <a:pt x="5980" y="1305"/>
                </a:lnTo>
                <a:lnTo>
                  <a:pt x="5979" y="1304"/>
                </a:lnTo>
                <a:lnTo>
                  <a:pt x="5978" y="1304"/>
                </a:lnTo>
                <a:lnTo>
                  <a:pt x="5977" y="1303"/>
                </a:lnTo>
                <a:lnTo>
                  <a:pt x="5977" y="1302"/>
                </a:lnTo>
                <a:lnTo>
                  <a:pt x="5976" y="1302"/>
                </a:lnTo>
                <a:lnTo>
                  <a:pt x="5976" y="1301"/>
                </a:lnTo>
                <a:lnTo>
                  <a:pt x="5976" y="1300"/>
                </a:lnTo>
                <a:lnTo>
                  <a:pt x="5975" y="1299"/>
                </a:lnTo>
                <a:lnTo>
                  <a:pt x="5975" y="1298"/>
                </a:lnTo>
                <a:lnTo>
                  <a:pt x="5974" y="1298"/>
                </a:lnTo>
                <a:lnTo>
                  <a:pt x="5973" y="1298"/>
                </a:lnTo>
                <a:lnTo>
                  <a:pt x="5972" y="1298"/>
                </a:lnTo>
                <a:lnTo>
                  <a:pt x="5971" y="1297"/>
                </a:lnTo>
                <a:lnTo>
                  <a:pt x="5971" y="1296"/>
                </a:lnTo>
                <a:lnTo>
                  <a:pt x="5970" y="1296"/>
                </a:lnTo>
                <a:lnTo>
                  <a:pt x="5970" y="1295"/>
                </a:lnTo>
                <a:lnTo>
                  <a:pt x="5969" y="1294"/>
                </a:lnTo>
                <a:lnTo>
                  <a:pt x="5969" y="1293"/>
                </a:lnTo>
                <a:lnTo>
                  <a:pt x="5970" y="1292"/>
                </a:lnTo>
                <a:lnTo>
                  <a:pt x="5970" y="1291"/>
                </a:lnTo>
                <a:lnTo>
                  <a:pt x="5970" y="1290"/>
                </a:lnTo>
                <a:lnTo>
                  <a:pt x="5969" y="1289"/>
                </a:lnTo>
                <a:lnTo>
                  <a:pt x="5969" y="1288"/>
                </a:lnTo>
                <a:lnTo>
                  <a:pt x="5968" y="1287"/>
                </a:lnTo>
                <a:lnTo>
                  <a:pt x="5969" y="1287"/>
                </a:lnTo>
                <a:lnTo>
                  <a:pt x="5969" y="1286"/>
                </a:lnTo>
                <a:lnTo>
                  <a:pt x="5969" y="1284"/>
                </a:lnTo>
                <a:lnTo>
                  <a:pt x="5970" y="1284"/>
                </a:lnTo>
                <a:lnTo>
                  <a:pt x="5970" y="1283"/>
                </a:lnTo>
                <a:lnTo>
                  <a:pt x="5970" y="1282"/>
                </a:lnTo>
                <a:lnTo>
                  <a:pt x="5970" y="1281"/>
                </a:lnTo>
                <a:lnTo>
                  <a:pt x="5970" y="1280"/>
                </a:lnTo>
                <a:lnTo>
                  <a:pt x="5971" y="1279"/>
                </a:lnTo>
                <a:lnTo>
                  <a:pt x="5972" y="1279"/>
                </a:lnTo>
                <a:lnTo>
                  <a:pt x="5972" y="1278"/>
                </a:lnTo>
                <a:lnTo>
                  <a:pt x="5973" y="1277"/>
                </a:lnTo>
                <a:lnTo>
                  <a:pt x="5972" y="1277"/>
                </a:lnTo>
                <a:lnTo>
                  <a:pt x="5972" y="1276"/>
                </a:lnTo>
                <a:lnTo>
                  <a:pt x="5972" y="1275"/>
                </a:lnTo>
                <a:lnTo>
                  <a:pt x="5972" y="1274"/>
                </a:lnTo>
                <a:lnTo>
                  <a:pt x="5972" y="1273"/>
                </a:lnTo>
                <a:lnTo>
                  <a:pt x="5971" y="1273"/>
                </a:lnTo>
                <a:lnTo>
                  <a:pt x="5970" y="1273"/>
                </a:lnTo>
                <a:lnTo>
                  <a:pt x="5970" y="1274"/>
                </a:lnTo>
                <a:lnTo>
                  <a:pt x="5969" y="1274"/>
                </a:lnTo>
                <a:lnTo>
                  <a:pt x="5967" y="1274"/>
                </a:lnTo>
                <a:lnTo>
                  <a:pt x="5966" y="1273"/>
                </a:lnTo>
                <a:lnTo>
                  <a:pt x="5965" y="1273"/>
                </a:lnTo>
                <a:lnTo>
                  <a:pt x="5964" y="1273"/>
                </a:lnTo>
                <a:lnTo>
                  <a:pt x="5963" y="1273"/>
                </a:lnTo>
                <a:lnTo>
                  <a:pt x="5962" y="1273"/>
                </a:lnTo>
                <a:lnTo>
                  <a:pt x="5961" y="1273"/>
                </a:lnTo>
                <a:lnTo>
                  <a:pt x="5960" y="1273"/>
                </a:lnTo>
                <a:lnTo>
                  <a:pt x="5960" y="1274"/>
                </a:lnTo>
                <a:lnTo>
                  <a:pt x="5959" y="1274"/>
                </a:lnTo>
                <a:lnTo>
                  <a:pt x="5958" y="1273"/>
                </a:lnTo>
                <a:lnTo>
                  <a:pt x="5957" y="1273"/>
                </a:lnTo>
                <a:lnTo>
                  <a:pt x="5956" y="1273"/>
                </a:lnTo>
                <a:lnTo>
                  <a:pt x="5956" y="1272"/>
                </a:lnTo>
                <a:lnTo>
                  <a:pt x="5955" y="1272"/>
                </a:lnTo>
                <a:lnTo>
                  <a:pt x="5955" y="1271"/>
                </a:lnTo>
                <a:lnTo>
                  <a:pt x="5956" y="1271"/>
                </a:lnTo>
                <a:lnTo>
                  <a:pt x="5957" y="1271"/>
                </a:lnTo>
                <a:lnTo>
                  <a:pt x="5958" y="1271"/>
                </a:lnTo>
                <a:lnTo>
                  <a:pt x="5959" y="1270"/>
                </a:lnTo>
                <a:lnTo>
                  <a:pt x="5959" y="1269"/>
                </a:lnTo>
                <a:lnTo>
                  <a:pt x="5958" y="1269"/>
                </a:lnTo>
                <a:lnTo>
                  <a:pt x="5957" y="1269"/>
                </a:lnTo>
                <a:lnTo>
                  <a:pt x="5957" y="1268"/>
                </a:lnTo>
                <a:lnTo>
                  <a:pt x="5957" y="1267"/>
                </a:lnTo>
                <a:lnTo>
                  <a:pt x="5958" y="1267"/>
                </a:lnTo>
                <a:lnTo>
                  <a:pt x="5959" y="1266"/>
                </a:lnTo>
                <a:lnTo>
                  <a:pt x="5960" y="1266"/>
                </a:lnTo>
                <a:lnTo>
                  <a:pt x="5960" y="1265"/>
                </a:lnTo>
                <a:lnTo>
                  <a:pt x="5959" y="1265"/>
                </a:lnTo>
                <a:lnTo>
                  <a:pt x="5958" y="1265"/>
                </a:lnTo>
                <a:lnTo>
                  <a:pt x="5958" y="1264"/>
                </a:lnTo>
                <a:lnTo>
                  <a:pt x="5957" y="1264"/>
                </a:lnTo>
                <a:lnTo>
                  <a:pt x="5956" y="1264"/>
                </a:lnTo>
                <a:lnTo>
                  <a:pt x="5955" y="1264"/>
                </a:lnTo>
                <a:lnTo>
                  <a:pt x="5954" y="1264"/>
                </a:lnTo>
                <a:lnTo>
                  <a:pt x="5954" y="1265"/>
                </a:lnTo>
                <a:lnTo>
                  <a:pt x="5953" y="1265"/>
                </a:lnTo>
                <a:lnTo>
                  <a:pt x="5952" y="1265"/>
                </a:lnTo>
                <a:lnTo>
                  <a:pt x="5952" y="1266"/>
                </a:lnTo>
                <a:lnTo>
                  <a:pt x="5951" y="1266"/>
                </a:lnTo>
                <a:lnTo>
                  <a:pt x="5950" y="1266"/>
                </a:lnTo>
                <a:lnTo>
                  <a:pt x="5948" y="1266"/>
                </a:lnTo>
                <a:lnTo>
                  <a:pt x="5947" y="1266"/>
                </a:lnTo>
                <a:lnTo>
                  <a:pt x="5946" y="1266"/>
                </a:lnTo>
                <a:lnTo>
                  <a:pt x="5945" y="1266"/>
                </a:lnTo>
                <a:lnTo>
                  <a:pt x="5945" y="1265"/>
                </a:lnTo>
                <a:lnTo>
                  <a:pt x="5944" y="1265"/>
                </a:lnTo>
                <a:lnTo>
                  <a:pt x="5943" y="1265"/>
                </a:lnTo>
                <a:lnTo>
                  <a:pt x="5942" y="1265"/>
                </a:lnTo>
                <a:lnTo>
                  <a:pt x="5941" y="1265"/>
                </a:lnTo>
                <a:lnTo>
                  <a:pt x="5940" y="1265"/>
                </a:lnTo>
                <a:lnTo>
                  <a:pt x="5940" y="1264"/>
                </a:lnTo>
                <a:lnTo>
                  <a:pt x="5939" y="1264"/>
                </a:lnTo>
                <a:lnTo>
                  <a:pt x="5939" y="1263"/>
                </a:lnTo>
                <a:lnTo>
                  <a:pt x="5940" y="1263"/>
                </a:lnTo>
                <a:lnTo>
                  <a:pt x="5940" y="1262"/>
                </a:lnTo>
                <a:lnTo>
                  <a:pt x="5940" y="1261"/>
                </a:lnTo>
                <a:lnTo>
                  <a:pt x="5939" y="1261"/>
                </a:lnTo>
                <a:lnTo>
                  <a:pt x="5938" y="1261"/>
                </a:lnTo>
                <a:lnTo>
                  <a:pt x="5936" y="1261"/>
                </a:lnTo>
                <a:lnTo>
                  <a:pt x="5935" y="1261"/>
                </a:lnTo>
                <a:lnTo>
                  <a:pt x="5934" y="1262"/>
                </a:lnTo>
                <a:lnTo>
                  <a:pt x="5933" y="1262"/>
                </a:lnTo>
                <a:lnTo>
                  <a:pt x="5932" y="1263"/>
                </a:lnTo>
                <a:lnTo>
                  <a:pt x="5932" y="1264"/>
                </a:lnTo>
                <a:lnTo>
                  <a:pt x="5932" y="1265"/>
                </a:lnTo>
                <a:lnTo>
                  <a:pt x="5933" y="1265"/>
                </a:lnTo>
                <a:lnTo>
                  <a:pt x="5934" y="1265"/>
                </a:lnTo>
                <a:lnTo>
                  <a:pt x="5935" y="1265"/>
                </a:lnTo>
                <a:lnTo>
                  <a:pt x="5936" y="1265"/>
                </a:lnTo>
                <a:lnTo>
                  <a:pt x="5936" y="1266"/>
                </a:lnTo>
                <a:lnTo>
                  <a:pt x="5935" y="1266"/>
                </a:lnTo>
                <a:lnTo>
                  <a:pt x="5934" y="1266"/>
                </a:lnTo>
                <a:lnTo>
                  <a:pt x="5933" y="1266"/>
                </a:lnTo>
                <a:lnTo>
                  <a:pt x="5933" y="1265"/>
                </a:lnTo>
                <a:lnTo>
                  <a:pt x="5931" y="1265"/>
                </a:lnTo>
                <a:lnTo>
                  <a:pt x="5931" y="1266"/>
                </a:lnTo>
                <a:lnTo>
                  <a:pt x="5930" y="1266"/>
                </a:lnTo>
                <a:lnTo>
                  <a:pt x="5929" y="1266"/>
                </a:lnTo>
                <a:lnTo>
                  <a:pt x="5929" y="1267"/>
                </a:lnTo>
                <a:lnTo>
                  <a:pt x="5929" y="1268"/>
                </a:lnTo>
                <a:lnTo>
                  <a:pt x="5929" y="1269"/>
                </a:lnTo>
                <a:lnTo>
                  <a:pt x="5930" y="1270"/>
                </a:lnTo>
                <a:lnTo>
                  <a:pt x="5930" y="1271"/>
                </a:lnTo>
                <a:lnTo>
                  <a:pt x="5931" y="1272"/>
                </a:lnTo>
                <a:lnTo>
                  <a:pt x="5930" y="1272"/>
                </a:lnTo>
                <a:lnTo>
                  <a:pt x="5929" y="1272"/>
                </a:lnTo>
                <a:lnTo>
                  <a:pt x="5928" y="1272"/>
                </a:lnTo>
                <a:lnTo>
                  <a:pt x="5928" y="1273"/>
                </a:lnTo>
                <a:lnTo>
                  <a:pt x="5928" y="1274"/>
                </a:lnTo>
                <a:lnTo>
                  <a:pt x="5928" y="1275"/>
                </a:lnTo>
                <a:lnTo>
                  <a:pt x="5928" y="1276"/>
                </a:lnTo>
                <a:lnTo>
                  <a:pt x="5928" y="1277"/>
                </a:lnTo>
                <a:lnTo>
                  <a:pt x="5927" y="1277"/>
                </a:lnTo>
                <a:lnTo>
                  <a:pt x="5927" y="1278"/>
                </a:lnTo>
                <a:lnTo>
                  <a:pt x="5928" y="1278"/>
                </a:lnTo>
                <a:lnTo>
                  <a:pt x="5927" y="1278"/>
                </a:lnTo>
                <a:lnTo>
                  <a:pt x="5927" y="1279"/>
                </a:lnTo>
                <a:lnTo>
                  <a:pt x="5926" y="1279"/>
                </a:lnTo>
                <a:lnTo>
                  <a:pt x="5926" y="1280"/>
                </a:lnTo>
                <a:lnTo>
                  <a:pt x="5925" y="1280"/>
                </a:lnTo>
                <a:lnTo>
                  <a:pt x="5925" y="1281"/>
                </a:lnTo>
                <a:lnTo>
                  <a:pt x="5925" y="1282"/>
                </a:lnTo>
                <a:lnTo>
                  <a:pt x="5925" y="1283"/>
                </a:lnTo>
                <a:lnTo>
                  <a:pt x="5924" y="1284"/>
                </a:lnTo>
                <a:lnTo>
                  <a:pt x="5924" y="1285"/>
                </a:lnTo>
                <a:lnTo>
                  <a:pt x="5925" y="1285"/>
                </a:lnTo>
                <a:lnTo>
                  <a:pt x="5925" y="1286"/>
                </a:lnTo>
                <a:lnTo>
                  <a:pt x="5924" y="1286"/>
                </a:lnTo>
                <a:lnTo>
                  <a:pt x="5925" y="1287"/>
                </a:lnTo>
                <a:lnTo>
                  <a:pt x="5924" y="1287"/>
                </a:lnTo>
                <a:lnTo>
                  <a:pt x="5924" y="1288"/>
                </a:lnTo>
                <a:lnTo>
                  <a:pt x="5923" y="1288"/>
                </a:lnTo>
                <a:lnTo>
                  <a:pt x="5923" y="1289"/>
                </a:lnTo>
                <a:lnTo>
                  <a:pt x="5922" y="1289"/>
                </a:lnTo>
                <a:lnTo>
                  <a:pt x="5922" y="1290"/>
                </a:lnTo>
                <a:lnTo>
                  <a:pt x="5922" y="1291"/>
                </a:lnTo>
                <a:lnTo>
                  <a:pt x="5922" y="1292"/>
                </a:lnTo>
                <a:lnTo>
                  <a:pt x="5921" y="1292"/>
                </a:lnTo>
                <a:lnTo>
                  <a:pt x="5921" y="1293"/>
                </a:lnTo>
                <a:lnTo>
                  <a:pt x="5921" y="1294"/>
                </a:lnTo>
                <a:lnTo>
                  <a:pt x="5920" y="1295"/>
                </a:lnTo>
                <a:lnTo>
                  <a:pt x="5919" y="1295"/>
                </a:lnTo>
                <a:lnTo>
                  <a:pt x="5919" y="1296"/>
                </a:lnTo>
                <a:lnTo>
                  <a:pt x="5920" y="1296"/>
                </a:lnTo>
                <a:lnTo>
                  <a:pt x="5919" y="1296"/>
                </a:lnTo>
                <a:lnTo>
                  <a:pt x="5919" y="1297"/>
                </a:lnTo>
                <a:lnTo>
                  <a:pt x="5920" y="1297"/>
                </a:lnTo>
                <a:lnTo>
                  <a:pt x="5920" y="1298"/>
                </a:lnTo>
                <a:lnTo>
                  <a:pt x="5921" y="1299"/>
                </a:lnTo>
                <a:lnTo>
                  <a:pt x="5921" y="1300"/>
                </a:lnTo>
                <a:lnTo>
                  <a:pt x="5922" y="1300"/>
                </a:lnTo>
                <a:lnTo>
                  <a:pt x="5923" y="1300"/>
                </a:lnTo>
                <a:lnTo>
                  <a:pt x="5924" y="1300"/>
                </a:lnTo>
                <a:lnTo>
                  <a:pt x="5924" y="1301"/>
                </a:lnTo>
                <a:lnTo>
                  <a:pt x="5923" y="1301"/>
                </a:lnTo>
                <a:lnTo>
                  <a:pt x="5922" y="1301"/>
                </a:lnTo>
                <a:lnTo>
                  <a:pt x="5922" y="1300"/>
                </a:lnTo>
                <a:lnTo>
                  <a:pt x="5922" y="1301"/>
                </a:lnTo>
                <a:lnTo>
                  <a:pt x="5921" y="1301"/>
                </a:lnTo>
                <a:lnTo>
                  <a:pt x="5921" y="1302"/>
                </a:lnTo>
                <a:lnTo>
                  <a:pt x="5921" y="1303"/>
                </a:lnTo>
                <a:lnTo>
                  <a:pt x="5921" y="1304"/>
                </a:lnTo>
                <a:lnTo>
                  <a:pt x="5922" y="1304"/>
                </a:lnTo>
                <a:lnTo>
                  <a:pt x="5922" y="1305"/>
                </a:lnTo>
                <a:lnTo>
                  <a:pt x="5921" y="1305"/>
                </a:lnTo>
                <a:lnTo>
                  <a:pt x="5920" y="1304"/>
                </a:lnTo>
                <a:lnTo>
                  <a:pt x="5920" y="1303"/>
                </a:lnTo>
                <a:lnTo>
                  <a:pt x="5919" y="1304"/>
                </a:lnTo>
                <a:lnTo>
                  <a:pt x="5918" y="1304"/>
                </a:lnTo>
                <a:lnTo>
                  <a:pt x="5918" y="1305"/>
                </a:lnTo>
                <a:lnTo>
                  <a:pt x="5919" y="1305"/>
                </a:lnTo>
                <a:lnTo>
                  <a:pt x="5920" y="1305"/>
                </a:lnTo>
                <a:lnTo>
                  <a:pt x="5920" y="1306"/>
                </a:lnTo>
                <a:lnTo>
                  <a:pt x="5919" y="1307"/>
                </a:lnTo>
                <a:lnTo>
                  <a:pt x="5919" y="1308"/>
                </a:lnTo>
                <a:lnTo>
                  <a:pt x="5920" y="1308"/>
                </a:lnTo>
                <a:lnTo>
                  <a:pt x="5921" y="1308"/>
                </a:lnTo>
                <a:lnTo>
                  <a:pt x="5922" y="1308"/>
                </a:lnTo>
                <a:lnTo>
                  <a:pt x="5922" y="1309"/>
                </a:lnTo>
                <a:lnTo>
                  <a:pt x="5921" y="1309"/>
                </a:lnTo>
                <a:lnTo>
                  <a:pt x="5921" y="1310"/>
                </a:lnTo>
                <a:lnTo>
                  <a:pt x="5920" y="1310"/>
                </a:lnTo>
                <a:lnTo>
                  <a:pt x="5919" y="1310"/>
                </a:lnTo>
                <a:lnTo>
                  <a:pt x="5919" y="1311"/>
                </a:lnTo>
                <a:lnTo>
                  <a:pt x="5918" y="1312"/>
                </a:lnTo>
                <a:lnTo>
                  <a:pt x="5917" y="1312"/>
                </a:lnTo>
                <a:lnTo>
                  <a:pt x="5917" y="1313"/>
                </a:lnTo>
                <a:lnTo>
                  <a:pt x="5917" y="1314"/>
                </a:lnTo>
                <a:lnTo>
                  <a:pt x="5917" y="1315"/>
                </a:lnTo>
                <a:lnTo>
                  <a:pt x="5917" y="1316"/>
                </a:lnTo>
                <a:lnTo>
                  <a:pt x="5918" y="1316"/>
                </a:lnTo>
                <a:lnTo>
                  <a:pt x="5918" y="1317"/>
                </a:lnTo>
                <a:lnTo>
                  <a:pt x="5918" y="1318"/>
                </a:lnTo>
                <a:lnTo>
                  <a:pt x="5918" y="1319"/>
                </a:lnTo>
                <a:lnTo>
                  <a:pt x="5917" y="1319"/>
                </a:lnTo>
                <a:lnTo>
                  <a:pt x="5917" y="1320"/>
                </a:lnTo>
                <a:lnTo>
                  <a:pt x="5917" y="1321"/>
                </a:lnTo>
                <a:lnTo>
                  <a:pt x="5917" y="1322"/>
                </a:lnTo>
                <a:lnTo>
                  <a:pt x="5917" y="1323"/>
                </a:lnTo>
                <a:lnTo>
                  <a:pt x="5917" y="1324"/>
                </a:lnTo>
                <a:lnTo>
                  <a:pt x="5917" y="1325"/>
                </a:lnTo>
                <a:lnTo>
                  <a:pt x="5918" y="1325"/>
                </a:lnTo>
                <a:lnTo>
                  <a:pt x="5918" y="1326"/>
                </a:lnTo>
                <a:lnTo>
                  <a:pt x="5917" y="1326"/>
                </a:lnTo>
                <a:lnTo>
                  <a:pt x="5917" y="1327"/>
                </a:lnTo>
                <a:lnTo>
                  <a:pt x="5916" y="1327"/>
                </a:lnTo>
                <a:lnTo>
                  <a:pt x="5916" y="1328"/>
                </a:lnTo>
                <a:lnTo>
                  <a:pt x="5916" y="1329"/>
                </a:lnTo>
                <a:lnTo>
                  <a:pt x="5915" y="1329"/>
                </a:lnTo>
                <a:lnTo>
                  <a:pt x="5915" y="1330"/>
                </a:lnTo>
                <a:lnTo>
                  <a:pt x="5914" y="1330"/>
                </a:lnTo>
                <a:lnTo>
                  <a:pt x="5914" y="1331"/>
                </a:lnTo>
                <a:lnTo>
                  <a:pt x="5913" y="1331"/>
                </a:lnTo>
                <a:lnTo>
                  <a:pt x="5912" y="1331"/>
                </a:lnTo>
                <a:lnTo>
                  <a:pt x="5912" y="1330"/>
                </a:lnTo>
                <a:lnTo>
                  <a:pt x="5911" y="1330"/>
                </a:lnTo>
                <a:lnTo>
                  <a:pt x="5910" y="1330"/>
                </a:lnTo>
                <a:lnTo>
                  <a:pt x="5909" y="1330"/>
                </a:lnTo>
                <a:lnTo>
                  <a:pt x="5908" y="1330"/>
                </a:lnTo>
                <a:lnTo>
                  <a:pt x="5908" y="1331"/>
                </a:lnTo>
                <a:lnTo>
                  <a:pt x="5907" y="1331"/>
                </a:lnTo>
                <a:lnTo>
                  <a:pt x="5907" y="1330"/>
                </a:lnTo>
                <a:lnTo>
                  <a:pt x="5907" y="1329"/>
                </a:lnTo>
                <a:lnTo>
                  <a:pt x="5906" y="1329"/>
                </a:lnTo>
                <a:lnTo>
                  <a:pt x="5906" y="1328"/>
                </a:lnTo>
                <a:lnTo>
                  <a:pt x="5905" y="1328"/>
                </a:lnTo>
                <a:lnTo>
                  <a:pt x="5905" y="1327"/>
                </a:lnTo>
                <a:lnTo>
                  <a:pt x="5904" y="1327"/>
                </a:lnTo>
                <a:lnTo>
                  <a:pt x="5904" y="1326"/>
                </a:lnTo>
                <a:lnTo>
                  <a:pt x="5904" y="1327"/>
                </a:lnTo>
                <a:lnTo>
                  <a:pt x="5903" y="1327"/>
                </a:lnTo>
                <a:lnTo>
                  <a:pt x="5903" y="1328"/>
                </a:lnTo>
                <a:lnTo>
                  <a:pt x="5901" y="1328"/>
                </a:lnTo>
                <a:lnTo>
                  <a:pt x="5901" y="1329"/>
                </a:lnTo>
                <a:lnTo>
                  <a:pt x="5902" y="1329"/>
                </a:lnTo>
                <a:lnTo>
                  <a:pt x="5903" y="1329"/>
                </a:lnTo>
                <a:lnTo>
                  <a:pt x="5903" y="1330"/>
                </a:lnTo>
                <a:lnTo>
                  <a:pt x="5902" y="1331"/>
                </a:lnTo>
                <a:lnTo>
                  <a:pt x="5902" y="1332"/>
                </a:lnTo>
                <a:lnTo>
                  <a:pt x="5902" y="1333"/>
                </a:lnTo>
                <a:lnTo>
                  <a:pt x="5901" y="1333"/>
                </a:lnTo>
                <a:lnTo>
                  <a:pt x="5901" y="1332"/>
                </a:lnTo>
                <a:lnTo>
                  <a:pt x="5900" y="1332"/>
                </a:lnTo>
                <a:lnTo>
                  <a:pt x="5900" y="1333"/>
                </a:lnTo>
                <a:lnTo>
                  <a:pt x="5899" y="1333"/>
                </a:lnTo>
                <a:lnTo>
                  <a:pt x="5899" y="1334"/>
                </a:lnTo>
                <a:lnTo>
                  <a:pt x="5898" y="1334"/>
                </a:lnTo>
                <a:lnTo>
                  <a:pt x="5898" y="1335"/>
                </a:lnTo>
                <a:lnTo>
                  <a:pt x="5898" y="1336"/>
                </a:lnTo>
                <a:lnTo>
                  <a:pt x="5899" y="1336"/>
                </a:lnTo>
                <a:lnTo>
                  <a:pt x="5899" y="1335"/>
                </a:lnTo>
                <a:lnTo>
                  <a:pt x="5900" y="1336"/>
                </a:lnTo>
                <a:lnTo>
                  <a:pt x="5899" y="1336"/>
                </a:lnTo>
                <a:lnTo>
                  <a:pt x="5899" y="1337"/>
                </a:lnTo>
                <a:lnTo>
                  <a:pt x="5898" y="1336"/>
                </a:lnTo>
                <a:lnTo>
                  <a:pt x="5897" y="1337"/>
                </a:lnTo>
                <a:lnTo>
                  <a:pt x="5898" y="1337"/>
                </a:lnTo>
                <a:lnTo>
                  <a:pt x="5898" y="1338"/>
                </a:lnTo>
                <a:lnTo>
                  <a:pt x="5897" y="1339"/>
                </a:lnTo>
                <a:lnTo>
                  <a:pt x="5897" y="1338"/>
                </a:lnTo>
                <a:lnTo>
                  <a:pt x="5896" y="1337"/>
                </a:lnTo>
                <a:lnTo>
                  <a:pt x="5896" y="1338"/>
                </a:lnTo>
                <a:lnTo>
                  <a:pt x="5896" y="1337"/>
                </a:lnTo>
                <a:lnTo>
                  <a:pt x="5895" y="1337"/>
                </a:lnTo>
                <a:lnTo>
                  <a:pt x="5895" y="1336"/>
                </a:lnTo>
                <a:lnTo>
                  <a:pt x="5895" y="1335"/>
                </a:lnTo>
                <a:lnTo>
                  <a:pt x="5894" y="1335"/>
                </a:lnTo>
                <a:lnTo>
                  <a:pt x="5893" y="1335"/>
                </a:lnTo>
                <a:lnTo>
                  <a:pt x="5892" y="1334"/>
                </a:lnTo>
                <a:lnTo>
                  <a:pt x="5892" y="1333"/>
                </a:lnTo>
                <a:lnTo>
                  <a:pt x="5892" y="1332"/>
                </a:lnTo>
                <a:lnTo>
                  <a:pt x="5891" y="1332"/>
                </a:lnTo>
                <a:lnTo>
                  <a:pt x="5890" y="1332"/>
                </a:lnTo>
                <a:lnTo>
                  <a:pt x="5890" y="1331"/>
                </a:lnTo>
                <a:lnTo>
                  <a:pt x="5889" y="1331"/>
                </a:lnTo>
                <a:lnTo>
                  <a:pt x="5888" y="1331"/>
                </a:lnTo>
                <a:lnTo>
                  <a:pt x="5887" y="1330"/>
                </a:lnTo>
                <a:lnTo>
                  <a:pt x="5887" y="1329"/>
                </a:lnTo>
                <a:lnTo>
                  <a:pt x="5886" y="1329"/>
                </a:lnTo>
                <a:lnTo>
                  <a:pt x="5885" y="1329"/>
                </a:lnTo>
                <a:lnTo>
                  <a:pt x="5885" y="1330"/>
                </a:lnTo>
                <a:lnTo>
                  <a:pt x="5884" y="1330"/>
                </a:lnTo>
                <a:lnTo>
                  <a:pt x="5883" y="1330"/>
                </a:lnTo>
                <a:lnTo>
                  <a:pt x="5883" y="1329"/>
                </a:lnTo>
                <a:lnTo>
                  <a:pt x="5882" y="1329"/>
                </a:lnTo>
                <a:lnTo>
                  <a:pt x="5882" y="1328"/>
                </a:lnTo>
                <a:lnTo>
                  <a:pt x="5881" y="1328"/>
                </a:lnTo>
                <a:lnTo>
                  <a:pt x="5880" y="1328"/>
                </a:lnTo>
                <a:lnTo>
                  <a:pt x="5880" y="1329"/>
                </a:lnTo>
                <a:lnTo>
                  <a:pt x="5880" y="1330"/>
                </a:lnTo>
                <a:lnTo>
                  <a:pt x="5880" y="1331"/>
                </a:lnTo>
                <a:lnTo>
                  <a:pt x="5879" y="1331"/>
                </a:lnTo>
                <a:lnTo>
                  <a:pt x="5878" y="1331"/>
                </a:lnTo>
                <a:lnTo>
                  <a:pt x="5877" y="1331"/>
                </a:lnTo>
                <a:lnTo>
                  <a:pt x="5877" y="1330"/>
                </a:lnTo>
                <a:lnTo>
                  <a:pt x="5878" y="1329"/>
                </a:lnTo>
                <a:lnTo>
                  <a:pt x="5878" y="1328"/>
                </a:lnTo>
                <a:lnTo>
                  <a:pt x="5878" y="1327"/>
                </a:lnTo>
                <a:lnTo>
                  <a:pt x="5877" y="1327"/>
                </a:lnTo>
                <a:lnTo>
                  <a:pt x="5875" y="1328"/>
                </a:lnTo>
                <a:lnTo>
                  <a:pt x="5875" y="1329"/>
                </a:lnTo>
                <a:lnTo>
                  <a:pt x="5875" y="1330"/>
                </a:lnTo>
                <a:lnTo>
                  <a:pt x="5876" y="1330"/>
                </a:lnTo>
                <a:lnTo>
                  <a:pt x="5877" y="1331"/>
                </a:lnTo>
                <a:lnTo>
                  <a:pt x="5877" y="1332"/>
                </a:lnTo>
                <a:lnTo>
                  <a:pt x="5876" y="1332"/>
                </a:lnTo>
                <a:lnTo>
                  <a:pt x="5875" y="1332"/>
                </a:lnTo>
                <a:lnTo>
                  <a:pt x="5876" y="1332"/>
                </a:lnTo>
                <a:lnTo>
                  <a:pt x="5876" y="1333"/>
                </a:lnTo>
                <a:lnTo>
                  <a:pt x="5875" y="1333"/>
                </a:lnTo>
                <a:lnTo>
                  <a:pt x="5875" y="1332"/>
                </a:lnTo>
                <a:lnTo>
                  <a:pt x="5874" y="1332"/>
                </a:lnTo>
                <a:lnTo>
                  <a:pt x="5874" y="1331"/>
                </a:lnTo>
                <a:lnTo>
                  <a:pt x="5875" y="1330"/>
                </a:lnTo>
                <a:lnTo>
                  <a:pt x="5874" y="1330"/>
                </a:lnTo>
                <a:lnTo>
                  <a:pt x="5874" y="1331"/>
                </a:lnTo>
                <a:lnTo>
                  <a:pt x="5873" y="1331"/>
                </a:lnTo>
                <a:lnTo>
                  <a:pt x="5873" y="1332"/>
                </a:lnTo>
                <a:lnTo>
                  <a:pt x="5872" y="1331"/>
                </a:lnTo>
                <a:lnTo>
                  <a:pt x="5872" y="1332"/>
                </a:lnTo>
                <a:lnTo>
                  <a:pt x="5872" y="1333"/>
                </a:lnTo>
                <a:lnTo>
                  <a:pt x="5871" y="1333"/>
                </a:lnTo>
                <a:lnTo>
                  <a:pt x="5871" y="1334"/>
                </a:lnTo>
                <a:lnTo>
                  <a:pt x="5872" y="1334"/>
                </a:lnTo>
                <a:lnTo>
                  <a:pt x="5872" y="1335"/>
                </a:lnTo>
                <a:lnTo>
                  <a:pt x="5873" y="1335"/>
                </a:lnTo>
                <a:lnTo>
                  <a:pt x="5873" y="1336"/>
                </a:lnTo>
                <a:lnTo>
                  <a:pt x="5872" y="1336"/>
                </a:lnTo>
                <a:lnTo>
                  <a:pt x="5871" y="1335"/>
                </a:lnTo>
                <a:lnTo>
                  <a:pt x="5870" y="1335"/>
                </a:lnTo>
                <a:lnTo>
                  <a:pt x="5870" y="1336"/>
                </a:lnTo>
                <a:lnTo>
                  <a:pt x="5869" y="1336"/>
                </a:lnTo>
                <a:lnTo>
                  <a:pt x="5869" y="1335"/>
                </a:lnTo>
                <a:lnTo>
                  <a:pt x="5868" y="1335"/>
                </a:lnTo>
                <a:lnTo>
                  <a:pt x="5868" y="1336"/>
                </a:lnTo>
                <a:lnTo>
                  <a:pt x="5867" y="1337"/>
                </a:lnTo>
                <a:lnTo>
                  <a:pt x="5866" y="1337"/>
                </a:lnTo>
                <a:lnTo>
                  <a:pt x="5866" y="1336"/>
                </a:lnTo>
                <a:lnTo>
                  <a:pt x="5865" y="1336"/>
                </a:lnTo>
                <a:lnTo>
                  <a:pt x="5865" y="1337"/>
                </a:lnTo>
                <a:lnTo>
                  <a:pt x="5864" y="1337"/>
                </a:lnTo>
                <a:lnTo>
                  <a:pt x="5864" y="1338"/>
                </a:lnTo>
                <a:lnTo>
                  <a:pt x="5864" y="1339"/>
                </a:lnTo>
                <a:lnTo>
                  <a:pt x="5863" y="1339"/>
                </a:lnTo>
                <a:lnTo>
                  <a:pt x="5863" y="1340"/>
                </a:lnTo>
                <a:lnTo>
                  <a:pt x="5864" y="1340"/>
                </a:lnTo>
                <a:lnTo>
                  <a:pt x="5865" y="1341"/>
                </a:lnTo>
                <a:lnTo>
                  <a:pt x="5866" y="1342"/>
                </a:lnTo>
                <a:lnTo>
                  <a:pt x="5867" y="1342"/>
                </a:lnTo>
                <a:lnTo>
                  <a:pt x="5866" y="1343"/>
                </a:lnTo>
                <a:lnTo>
                  <a:pt x="5866" y="1344"/>
                </a:lnTo>
                <a:lnTo>
                  <a:pt x="5865" y="1344"/>
                </a:lnTo>
                <a:lnTo>
                  <a:pt x="5864" y="1344"/>
                </a:lnTo>
                <a:lnTo>
                  <a:pt x="5863" y="1344"/>
                </a:lnTo>
                <a:lnTo>
                  <a:pt x="5862" y="1344"/>
                </a:lnTo>
                <a:lnTo>
                  <a:pt x="5862" y="1343"/>
                </a:lnTo>
                <a:lnTo>
                  <a:pt x="5861" y="1343"/>
                </a:lnTo>
                <a:lnTo>
                  <a:pt x="5860" y="1344"/>
                </a:lnTo>
                <a:lnTo>
                  <a:pt x="5861" y="1345"/>
                </a:lnTo>
                <a:lnTo>
                  <a:pt x="5862" y="1345"/>
                </a:lnTo>
                <a:lnTo>
                  <a:pt x="5863" y="1345"/>
                </a:lnTo>
                <a:lnTo>
                  <a:pt x="5864" y="1345"/>
                </a:lnTo>
                <a:lnTo>
                  <a:pt x="5863" y="1346"/>
                </a:lnTo>
                <a:lnTo>
                  <a:pt x="5862" y="1347"/>
                </a:lnTo>
                <a:lnTo>
                  <a:pt x="5861" y="1347"/>
                </a:lnTo>
                <a:lnTo>
                  <a:pt x="5861" y="1348"/>
                </a:lnTo>
                <a:lnTo>
                  <a:pt x="5862" y="1348"/>
                </a:lnTo>
                <a:lnTo>
                  <a:pt x="5863" y="1348"/>
                </a:lnTo>
                <a:lnTo>
                  <a:pt x="5863" y="1349"/>
                </a:lnTo>
                <a:lnTo>
                  <a:pt x="5863" y="1350"/>
                </a:lnTo>
                <a:lnTo>
                  <a:pt x="5862" y="1350"/>
                </a:lnTo>
                <a:lnTo>
                  <a:pt x="5861" y="1350"/>
                </a:lnTo>
                <a:lnTo>
                  <a:pt x="5860" y="1350"/>
                </a:lnTo>
                <a:lnTo>
                  <a:pt x="5859" y="1350"/>
                </a:lnTo>
                <a:lnTo>
                  <a:pt x="5858" y="1350"/>
                </a:lnTo>
                <a:lnTo>
                  <a:pt x="5858" y="1351"/>
                </a:lnTo>
                <a:lnTo>
                  <a:pt x="5858" y="1352"/>
                </a:lnTo>
                <a:lnTo>
                  <a:pt x="5858" y="1353"/>
                </a:lnTo>
                <a:lnTo>
                  <a:pt x="5858" y="1354"/>
                </a:lnTo>
                <a:lnTo>
                  <a:pt x="5859" y="1354"/>
                </a:lnTo>
                <a:lnTo>
                  <a:pt x="5859" y="1353"/>
                </a:lnTo>
                <a:lnTo>
                  <a:pt x="5860" y="1353"/>
                </a:lnTo>
                <a:lnTo>
                  <a:pt x="5861" y="1353"/>
                </a:lnTo>
                <a:lnTo>
                  <a:pt x="5861" y="1354"/>
                </a:lnTo>
                <a:lnTo>
                  <a:pt x="5860" y="1354"/>
                </a:lnTo>
                <a:lnTo>
                  <a:pt x="5860" y="1355"/>
                </a:lnTo>
                <a:lnTo>
                  <a:pt x="5861" y="1356"/>
                </a:lnTo>
                <a:lnTo>
                  <a:pt x="5862" y="1356"/>
                </a:lnTo>
                <a:lnTo>
                  <a:pt x="5863" y="1356"/>
                </a:lnTo>
                <a:lnTo>
                  <a:pt x="5863" y="1357"/>
                </a:lnTo>
                <a:lnTo>
                  <a:pt x="5862" y="1357"/>
                </a:lnTo>
                <a:lnTo>
                  <a:pt x="5861" y="1357"/>
                </a:lnTo>
                <a:lnTo>
                  <a:pt x="5860" y="1357"/>
                </a:lnTo>
                <a:lnTo>
                  <a:pt x="5860" y="1358"/>
                </a:lnTo>
                <a:lnTo>
                  <a:pt x="5860" y="1357"/>
                </a:lnTo>
                <a:lnTo>
                  <a:pt x="5859" y="1357"/>
                </a:lnTo>
                <a:lnTo>
                  <a:pt x="5859" y="1358"/>
                </a:lnTo>
                <a:lnTo>
                  <a:pt x="5860" y="1359"/>
                </a:lnTo>
                <a:lnTo>
                  <a:pt x="5859" y="1359"/>
                </a:lnTo>
                <a:lnTo>
                  <a:pt x="5858" y="1359"/>
                </a:lnTo>
                <a:lnTo>
                  <a:pt x="5856" y="1359"/>
                </a:lnTo>
                <a:lnTo>
                  <a:pt x="5856" y="1360"/>
                </a:lnTo>
                <a:lnTo>
                  <a:pt x="5856" y="1361"/>
                </a:lnTo>
                <a:lnTo>
                  <a:pt x="5857" y="1361"/>
                </a:lnTo>
                <a:lnTo>
                  <a:pt x="5857" y="1362"/>
                </a:lnTo>
                <a:lnTo>
                  <a:pt x="5856" y="1362"/>
                </a:lnTo>
                <a:lnTo>
                  <a:pt x="5855" y="1362"/>
                </a:lnTo>
                <a:lnTo>
                  <a:pt x="5854" y="1362"/>
                </a:lnTo>
                <a:lnTo>
                  <a:pt x="5853" y="1362"/>
                </a:lnTo>
                <a:lnTo>
                  <a:pt x="5853" y="1363"/>
                </a:lnTo>
                <a:lnTo>
                  <a:pt x="5853" y="1364"/>
                </a:lnTo>
                <a:lnTo>
                  <a:pt x="5852" y="1364"/>
                </a:lnTo>
                <a:lnTo>
                  <a:pt x="5852" y="1365"/>
                </a:lnTo>
                <a:lnTo>
                  <a:pt x="5851" y="1365"/>
                </a:lnTo>
                <a:lnTo>
                  <a:pt x="5850" y="1365"/>
                </a:lnTo>
                <a:lnTo>
                  <a:pt x="5849" y="1365"/>
                </a:lnTo>
                <a:lnTo>
                  <a:pt x="5848" y="1365"/>
                </a:lnTo>
                <a:lnTo>
                  <a:pt x="5848" y="1364"/>
                </a:lnTo>
                <a:lnTo>
                  <a:pt x="5848" y="1363"/>
                </a:lnTo>
                <a:lnTo>
                  <a:pt x="5847" y="1363"/>
                </a:lnTo>
                <a:lnTo>
                  <a:pt x="5846" y="1363"/>
                </a:lnTo>
                <a:lnTo>
                  <a:pt x="5846" y="1364"/>
                </a:lnTo>
                <a:lnTo>
                  <a:pt x="5847" y="1364"/>
                </a:lnTo>
                <a:lnTo>
                  <a:pt x="5847" y="1365"/>
                </a:lnTo>
                <a:lnTo>
                  <a:pt x="5846" y="1365"/>
                </a:lnTo>
                <a:lnTo>
                  <a:pt x="5845" y="1365"/>
                </a:lnTo>
                <a:lnTo>
                  <a:pt x="5844" y="1366"/>
                </a:lnTo>
                <a:lnTo>
                  <a:pt x="5843" y="1366"/>
                </a:lnTo>
                <a:lnTo>
                  <a:pt x="5844" y="1368"/>
                </a:lnTo>
                <a:lnTo>
                  <a:pt x="5843" y="1368"/>
                </a:lnTo>
                <a:lnTo>
                  <a:pt x="5843" y="1369"/>
                </a:lnTo>
                <a:lnTo>
                  <a:pt x="5842" y="1370"/>
                </a:lnTo>
                <a:lnTo>
                  <a:pt x="5841" y="1370"/>
                </a:lnTo>
                <a:lnTo>
                  <a:pt x="5840" y="1370"/>
                </a:lnTo>
                <a:lnTo>
                  <a:pt x="5840" y="1371"/>
                </a:lnTo>
                <a:lnTo>
                  <a:pt x="5839" y="1371"/>
                </a:lnTo>
                <a:lnTo>
                  <a:pt x="5838" y="1371"/>
                </a:lnTo>
                <a:lnTo>
                  <a:pt x="5838" y="1370"/>
                </a:lnTo>
                <a:lnTo>
                  <a:pt x="5838" y="1371"/>
                </a:lnTo>
                <a:lnTo>
                  <a:pt x="5837" y="1371"/>
                </a:lnTo>
                <a:lnTo>
                  <a:pt x="5836" y="1371"/>
                </a:lnTo>
                <a:lnTo>
                  <a:pt x="5836" y="1370"/>
                </a:lnTo>
                <a:lnTo>
                  <a:pt x="5835" y="1371"/>
                </a:lnTo>
                <a:lnTo>
                  <a:pt x="5835" y="1372"/>
                </a:lnTo>
                <a:lnTo>
                  <a:pt x="5834" y="1372"/>
                </a:lnTo>
                <a:lnTo>
                  <a:pt x="5834" y="1373"/>
                </a:lnTo>
                <a:lnTo>
                  <a:pt x="5834" y="1374"/>
                </a:lnTo>
                <a:lnTo>
                  <a:pt x="5835" y="1375"/>
                </a:lnTo>
                <a:lnTo>
                  <a:pt x="5834" y="1376"/>
                </a:lnTo>
                <a:lnTo>
                  <a:pt x="5834" y="1377"/>
                </a:lnTo>
                <a:lnTo>
                  <a:pt x="5834" y="1378"/>
                </a:lnTo>
                <a:lnTo>
                  <a:pt x="5834" y="1379"/>
                </a:lnTo>
                <a:lnTo>
                  <a:pt x="5834" y="1378"/>
                </a:lnTo>
                <a:lnTo>
                  <a:pt x="5833" y="1378"/>
                </a:lnTo>
                <a:lnTo>
                  <a:pt x="5833" y="1379"/>
                </a:lnTo>
                <a:lnTo>
                  <a:pt x="5831" y="1380"/>
                </a:lnTo>
                <a:lnTo>
                  <a:pt x="5830" y="1380"/>
                </a:lnTo>
                <a:lnTo>
                  <a:pt x="5830" y="1381"/>
                </a:lnTo>
                <a:lnTo>
                  <a:pt x="5830" y="1380"/>
                </a:lnTo>
                <a:lnTo>
                  <a:pt x="5829" y="1380"/>
                </a:lnTo>
                <a:lnTo>
                  <a:pt x="5828" y="1380"/>
                </a:lnTo>
                <a:lnTo>
                  <a:pt x="5828" y="1379"/>
                </a:lnTo>
                <a:lnTo>
                  <a:pt x="5827" y="1379"/>
                </a:lnTo>
                <a:lnTo>
                  <a:pt x="5827" y="1378"/>
                </a:lnTo>
                <a:lnTo>
                  <a:pt x="5827" y="1379"/>
                </a:lnTo>
                <a:lnTo>
                  <a:pt x="5826" y="1379"/>
                </a:lnTo>
                <a:lnTo>
                  <a:pt x="5824" y="1379"/>
                </a:lnTo>
                <a:lnTo>
                  <a:pt x="5824" y="1378"/>
                </a:lnTo>
                <a:lnTo>
                  <a:pt x="5823" y="1378"/>
                </a:lnTo>
                <a:lnTo>
                  <a:pt x="5823" y="1379"/>
                </a:lnTo>
                <a:lnTo>
                  <a:pt x="5822" y="1379"/>
                </a:lnTo>
                <a:lnTo>
                  <a:pt x="5822" y="1378"/>
                </a:lnTo>
                <a:lnTo>
                  <a:pt x="5821" y="1378"/>
                </a:lnTo>
                <a:lnTo>
                  <a:pt x="5821" y="1377"/>
                </a:lnTo>
                <a:lnTo>
                  <a:pt x="5820" y="1377"/>
                </a:lnTo>
                <a:lnTo>
                  <a:pt x="5819" y="1377"/>
                </a:lnTo>
                <a:lnTo>
                  <a:pt x="5817" y="1377"/>
                </a:lnTo>
                <a:lnTo>
                  <a:pt x="5816" y="1377"/>
                </a:lnTo>
                <a:lnTo>
                  <a:pt x="5816" y="1378"/>
                </a:lnTo>
                <a:lnTo>
                  <a:pt x="5815" y="1378"/>
                </a:lnTo>
                <a:lnTo>
                  <a:pt x="5815" y="1377"/>
                </a:lnTo>
                <a:lnTo>
                  <a:pt x="5814" y="1377"/>
                </a:lnTo>
                <a:lnTo>
                  <a:pt x="5814" y="1376"/>
                </a:lnTo>
                <a:lnTo>
                  <a:pt x="5813" y="1376"/>
                </a:lnTo>
                <a:lnTo>
                  <a:pt x="5813" y="1375"/>
                </a:lnTo>
                <a:lnTo>
                  <a:pt x="5811" y="1376"/>
                </a:lnTo>
                <a:lnTo>
                  <a:pt x="5811" y="1377"/>
                </a:lnTo>
                <a:lnTo>
                  <a:pt x="5810" y="1377"/>
                </a:lnTo>
                <a:lnTo>
                  <a:pt x="5809" y="1378"/>
                </a:lnTo>
                <a:lnTo>
                  <a:pt x="5808" y="1378"/>
                </a:lnTo>
                <a:lnTo>
                  <a:pt x="5808" y="1379"/>
                </a:lnTo>
                <a:lnTo>
                  <a:pt x="5807" y="1380"/>
                </a:lnTo>
                <a:lnTo>
                  <a:pt x="5806" y="1380"/>
                </a:lnTo>
                <a:lnTo>
                  <a:pt x="5805" y="1380"/>
                </a:lnTo>
                <a:lnTo>
                  <a:pt x="5804" y="1379"/>
                </a:lnTo>
                <a:lnTo>
                  <a:pt x="5803" y="1379"/>
                </a:lnTo>
                <a:lnTo>
                  <a:pt x="5803" y="1378"/>
                </a:lnTo>
                <a:lnTo>
                  <a:pt x="5802" y="1378"/>
                </a:lnTo>
                <a:lnTo>
                  <a:pt x="5801" y="1377"/>
                </a:lnTo>
                <a:lnTo>
                  <a:pt x="5800" y="1377"/>
                </a:lnTo>
                <a:lnTo>
                  <a:pt x="5800" y="1378"/>
                </a:lnTo>
                <a:lnTo>
                  <a:pt x="5799" y="1378"/>
                </a:lnTo>
                <a:lnTo>
                  <a:pt x="5798" y="1378"/>
                </a:lnTo>
                <a:lnTo>
                  <a:pt x="5797" y="1379"/>
                </a:lnTo>
                <a:lnTo>
                  <a:pt x="5796" y="1379"/>
                </a:lnTo>
                <a:lnTo>
                  <a:pt x="5797" y="1380"/>
                </a:lnTo>
                <a:lnTo>
                  <a:pt x="5796" y="1381"/>
                </a:lnTo>
                <a:lnTo>
                  <a:pt x="5795" y="1382"/>
                </a:lnTo>
                <a:lnTo>
                  <a:pt x="5794" y="1382"/>
                </a:lnTo>
                <a:lnTo>
                  <a:pt x="5793" y="1382"/>
                </a:lnTo>
                <a:lnTo>
                  <a:pt x="5792" y="1382"/>
                </a:lnTo>
                <a:lnTo>
                  <a:pt x="5792" y="1381"/>
                </a:lnTo>
                <a:lnTo>
                  <a:pt x="5791" y="1381"/>
                </a:lnTo>
                <a:lnTo>
                  <a:pt x="5791" y="1382"/>
                </a:lnTo>
                <a:lnTo>
                  <a:pt x="5788" y="1382"/>
                </a:lnTo>
                <a:lnTo>
                  <a:pt x="5787" y="1382"/>
                </a:lnTo>
                <a:lnTo>
                  <a:pt x="5786" y="1382"/>
                </a:lnTo>
                <a:lnTo>
                  <a:pt x="5785" y="1382"/>
                </a:lnTo>
                <a:lnTo>
                  <a:pt x="5785" y="1381"/>
                </a:lnTo>
                <a:lnTo>
                  <a:pt x="5784" y="1381"/>
                </a:lnTo>
                <a:lnTo>
                  <a:pt x="5783" y="1381"/>
                </a:lnTo>
                <a:lnTo>
                  <a:pt x="5783" y="1380"/>
                </a:lnTo>
                <a:lnTo>
                  <a:pt x="5782" y="1379"/>
                </a:lnTo>
                <a:lnTo>
                  <a:pt x="5782" y="1380"/>
                </a:lnTo>
                <a:lnTo>
                  <a:pt x="5781" y="1380"/>
                </a:lnTo>
                <a:lnTo>
                  <a:pt x="5780" y="1380"/>
                </a:lnTo>
                <a:lnTo>
                  <a:pt x="5779" y="1380"/>
                </a:lnTo>
                <a:lnTo>
                  <a:pt x="5764" y="1379"/>
                </a:lnTo>
                <a:lnTo>
                  <a:pt x="5744" y="1379"/>
                </a:lnTo>
                <a:lnTo>
                  <a:pt x="5740" y="1381"/>
                </a:lnTo>
                <a:lnTo>
                  <a:pt x="5737" y="1382"/>
                </a:lnTo>
                <a:lnTo>
                  <a:pt x="5738" y="1383"/>
                </a:lnTo>
                <a:lnTo>
                  <a:pt x="5739" y="1384"/>
                </a:lnTo>
                <a:lnTo>
                  <a:pt x="5740" y="1384"/>
                </a:lnTo>
                <a:lnTo>
                  <a:pt x="5740" y="1385"/>
                </a:lnTo>
                <a:lnTo>
                  <a:pt x="5742" y="1386"/>
                </a:lnTo>
                <a:lnTo>
                  <a:pt x="5743" y="1387"/>
                </a:lnTo>
                <a:lnTo>
                  <a:pt x="5744" y="1388"/>
                </a:lnTo>
                <a:lnTo>
                  <a:pt x="5745" y="1388"/>
                </a:lnTo>
                <a:lnTo>
                  <a:pt x="5745" y="1390"/>
                </a:lnTo>
                <a:lnTo>
                  <a:pt x="5745" y="1391"/>
                </a:lnTo>
                <a:lnTo>
                  <a:pt x="5744" y="1391"/>
                </a:lnTo>
                <a:lnTo>
                  <a:pt x="5745" y="1391"/>
                </a:lnTo>
                <a:lnTo>
                  <a:pt x="5745" y="1393"/>
                </a:lnTo>
                <a:lnTo>
                  <a:pt x="5745" y="1394"/>
                </a:lnTo>
                <a:lnTo>
                  <a:pt x="5746" y="1394"/>
                </a:lnTo>
                <a:lnTo>
                  <a:pt x="5746" y="1395"/>
                </a:lnTo>
                <a:lnTo>
                  <a:pt x="5745" y="1395"/>
                </a:lnTo>
                <a:lnTo>
                  <a:pt x="5745" y="1396"/>
                </a:lnTo>
                <a:lnTo>
                  <a:pt x="5745" y="1397"/>
                </a:lnTo>
                <a:lnTo>
                  <a:pt x="5745" y="1398"/>
                </a:lnTo>
                <a:lnTo>
                  <a:pt x="5745" y="1399"/>
                </a:lnTo>
                <a:lnTo>
                  <a:pt x="5745" y="1400"/>
                </a:lnTo>
                <a:lnTo>
                  <a:pt x="5744" y="1401"/>
                </a:lnTo>
                <a:lnTo>
                  <a:pt x="5745" y="1401"/>
                </a:lnTo>
                <a:lnTo>
                  <a:pt x="5745" y="1402"/>
                </a:lnTo>
                <a:lnTo>
                  <a:pt x="5745" y="1404"/>
                </a:lnTo>
                <a:lnTo>
                  <a:pt x="5745" y="1405"/>
                </a:lnTo>
                <a:lnTo>
                  <a:pt x="5745" y="1406"/>
                </a:lnTo>
                <a:lnTo>
                  <a:pt x="5746" y="1407"/>
                </a:lnTo>
                <a:lnTo>
                  <a:pt x="5747" y="1407"/>
                </a:lnTo>
                <a:lnTo>
                  <a:pt x="5748" y="1408"/>
                </a:lnTo>
                <a:lnTo>
                  <a:pt x="5749" y="1409"/>
                </a:lnTo>
                <a:lnTo>
                  <a:pt x="5749" y="1410"/>
                </a:lnTo>
                <a:lnTo>
                  <a:pt x="5749" y="1411"/>
                </a:lnTo>
                <a:lnTo>
                  <a:pt x="5749" y="1412"/>
                </a:lnTo>
                <a:lnTo>
                  <a:pt x="5750" y="1413"/>
                </a:lnTo>
                <a:lnTo>
                  <a:pt x="5750" y="1414"/>
                </a:lnTo>
                <a:lnTo>
                  <a:pt x="5751" y="1415"/>
                </a:lnTo>
                <a:lnTo>
                  <a:pt x="5751" y="1416"/>
                </a:lnTo>
                <a:lnTo>
                  <a:pt x="5752" y="1416"/>
                </a:lnTo>
                <a:lnTo>
                  <a:pt x="5753" y="1416"/>
                </a:lnTo>
                <a:lnTo>
                  <a:pt x="5754" y="1416"/>
                </a:lnTo>
                <a:lnTo>
                  <a:pt x="5754" y="1417"/>
                </a:lnTo>
                <a:lnTo>
                  <a:pt x="5755" y="1418"/>
                </a:lnTo>
                <a:lnTo>
                  <a:pt x="5756" y="1419"/>
                </a:lnTo>
                <a:lnTo>
                  <a:pt x="5757" y="1419"/>
                </a:lnTo>
                <a:lnTo>
                  <a:pt x="5757" y="1420"/>
                </a:lnTo>
                <a:lnTo>
                  <a:pt x="5758" y="1420"/>
                </a:lnTo>
                <a:lnTo>
                  <a:pt x="5759" y="1420"/>
                </a:lnTo>
                <a:lnTo>
                  <a:pt x="5760" y="1421"/>
                </a:lnTo>
                <a:lnTo>
                  <a:pt x="5761" y="1421"/>
                </a:lnTo>
                <a:lnTo>
                  <a:pt x="5762" y="1422"/>
                </a:lnTo>
                <a:lnTo>
                  <a:pt x="5762" y="1423"/>
                </a:lnTo>
                <a:lnTo>
                  <a:pt x="5762" y="1424"/>
                </a:lnTo>
                <a:lnTo>
                  <a:pt x="5763" y="1424"/>
                </a:lnTo>
                <a:lnTo>
                  <a:pt x="5764" y="1425"/>
                </a:lnTo>
                <a:lnTo>
                  <a:pt x="5764" y="1426"/>
                </a:lnTo>
                <a:lnTo>
                  <a:pt x="5765" y="1426"/>
                </a:lnTo>
                <a:lnTo>
                  <a:pt x="5766" y="1426"/>
                </a:lnTo>
                <a:lnTo>
                  <a:pt x="5766" y="1427"/>
                </a:lnTo>
                <a:lnTo>
                  <a:pt x="5766" y="1428"/>
                </a:lnTo>
                <a:lnTo>
                  <a:pt x="5765" y="1428"/>
                </a:lnTo>
                <a:lnTo>
                  <a:pt x="5765" y="1427"/>
                </a:lnTo>
                <a:lnTo>
                  <a:pt x="5765" y="1428"/>
                </a:lnTo>
                <a:lnTo>
                  <a:pt x="5764" y="1428"/>
                </a:lnTo>
                <a:lnTo>
                  <a:pt x="5765" y="1428"/>
                </a:lnTo>
                <a:lnTo>
                  <a:pt x="5765" y="1429"/>
                </a:lnTo>
                <a:lnTo>
                  <a:pt x="5766" y="1429"/>
                </a:lnTo>
                <a:lnTo>
                  <a:pt x="5767" y="1429"/>
                </a:lnTo>
                <a:lnTo>
                  <a:pt x="5767" y="1430"/>
                </a:lnTo>
                <a:lnTo>
                  <a:pt x="5766" y="1430"/>
                </a:lnTo>
                <a:lnTo>
                  <a:pt x="5767" y="1430"/>
                </a:lnTo>
                <a:lnTo>
                  <a:pt x="5767" y="1431"/>
                </a:lnTo>
                <a:lnTo>
                  <a:pt x="5767" y="1432"/>
                </a:lnTo>
                <a:lnTo>
                  <a:pt x="5767" y="1433"/>
                </a:lnTo>
                <a:lnTo>
                  <a:pt x="5766" y="1433"/>
                </a:lnTo>
                <a:lnTo>
                  <a:pt x="5765" y="1434"/>
                </a:lnTo>
                <a:lnTo>
                  <a:pt x="5764" y="1435"/>
                </a:lnTo>
                <a:lnTo>
                  <a:pt x="5764" y="1436"/>
                </a:lnTo>
                <a:lnTo>
                  <a:pt x="5765" y="1436"/>
                </a:lnTo>
                <a:lnTo>
                  <a:pt x="5765" y="1437"/>
                </a:lnTo>
                <a:lnTo>
                  <a:pt x="5766" y="1437"/>
                </a:lnTo>
                <a:lnTo>
                  <a:pt x="5765" y="1437"/>
                </a:lnTo>
                <a:lnTo>
                  <a:pt x="5764" y="1437"/>
                </a:lnTo>
                <a:lnTo>
                  <a:pt x="5763" y="1438"/>
                </a:lnTo>
                <a:lnTo>
                  <a:pt x="5764" y="1438"/>
                </a:lnTo>
                <a:lnTo>
                  <a:pt x="5764" y="1439"/>
                </a:lnTo>
                <a:lnTo>
                  <a:pt x="5763" y="1439"/>
                </a:lnTo>
                <a:lnTo>
                  <a:pt x="5762" y="1439"/>
                </a:lnTo>
                <a:lnTo>
                  <a:pt x="5762" y="1440"/>
                </a:lnTo>
                <a:lnTo>
                  <a:pt x="5761" y="1440"/>
                </a:lnTo>
                <a:lnTo>
                  <a:pt x="5761" y="1441"/>
                </a:lnTo>
                <a:lnTo>
                  <a:pt x="5760" y="1441"/>
                </a:lnTo>
                <a:lnTo>
                  <a:pt x="5759" y="1441"/>
                </a:lnTo>
                <a:lnTo>
                  <a:pt x="5759" y="1442"/>
                </a:lnTo>
                <a:lnTo>
                  <a:pt x="5759" y="1443"/>
                </a:lnTo>
                <a:lnTo>
                  <a:pt x="5759" y="1444"/>
                </a:lnTo>
                <a:lnTo>
                  <a:pt x="5759" y="1445"/>
                </a:lnTo>
                <a:lnTo>
                  <a:pt x="5759" y="1446"/>
                </a:lnTo>
                <a:lnTo>
                  <a:pt x="5758" y="1446"/>
                </a:lnTo>
                <a:lnTo>
                  <a:pt x="5758" y="1447"/>
                </a:lnTo>
                <a:lnTo>
                  <a:pt x="5759" y="1447"/>
                </a:lnTo>
                <a:lnTo>
                  <a:pt x="5760" y="1447"/>
                </a:lnTo>
                <a:lnTo>
                  <a:pt x="5760" y="1448"/>
                </a:lnTo>
                <a:lnTo>
                  <a:pt x="5759" y="1448"/>
                </a:lnTo>
                <a:lnTo>
                  <a:pt x="5758" y="1448"/>
                </a:lnTo>
                <a:lnTo>
                  <a:pt x="5757" y="1449"/>
                </a:lnTo>
                <a:lnTo>
                  <a:pt x="5757" y="1450"/>
                </a:lnTo>
                <a:lnTo>
                  <a:pt x="5756" y="1450"/>
                </a:lnTo>
                <a:lnTo>
                  <a:pt x="5756" y="1451"/>
                </a:lnTo>
                <a:lnTo>
                  <a:pt x="5756" y="1452"/>
                </a:lnTo>
                <a:lnTo>
                  <a:pt x="5755" y="1452"/>
                </a:lnTo>
                <a:lnTo>
                  <a:pt x="5754" y="1452"/>
                </a:lnTo>
                <a:lnTo>
                  <a:pt x="5753" y="1452"/>
                </a:lnTo>
                <a:lnTo>
                  <a:pt x="5752" y="1453"/>
                </a:lnTo>
                <a:lnTo>
                  <a:pt x="5751" y="1453"/>
                </a:lnTo>
                <a:lnTo>
                  <a:pt x="5751" y="1454"/>
                </a:lnTo>
                <a:lnTo>
                  <a:pt x="5751" y="1455"/>
                </a:lnTo>
                <a:lnTo>
                  <a:pt x="5750" y="1455"/>
                </a:lnTo>
                <a:lnTo>
                  <a:pt x="5749" y="1456"/>
                </a:lnTo>
                <a:lnTo>
                  <a:pt x="5748" y="1456"/>
                </a:lnTo>
                <a:lnTo>
                  <a:pt x="5748" y="1455"/>
                </a:lnTo>
                <a:lnTo>
                  <a:pt x="5747" y="1456"/>
                </a:lnTo>
                <a:lnTo>
                  <a:pt x="5747" y="1457"/>
                </a:lnTo>
                <a:lnTo>
                  <a:pt x="5746" y="1458"/>
                </a:lnTo>
                <a:lnTo>
                  <a:pt x="5745" y="1458"/>
                </a:lnTo>
                <a:lnTo>
                  <a:pt x="5745" y="1457"/>
                </a:lnTo>
                <a:lnTo>
                  <a:pt x="5744" y="1457"/>
                </a:lnTo>
                <a:lnTo>
                  <a:pt x="5743" y="1457"/>
                </a:lnTo>
                <a:lnTo>
                  <a:pt x="5743" y="1456"/>
                </a:lnTo>
                <a:lnTo>
                  <a:pt x="5744" y="1456"/>
                </a:lnTo>
                <a:lnTo>
                  <a:pt x="5744" y="1455"/>
                </a:lnTo>
                <a:lnTo>
                  <a:pt x="5745" y="1455"/>
                </a:lnTo>
                <a:lnTo>
                  <a:pt x="5745" y="1454"/>
                </a:lnTo>
                <a:lnTo>
                  <a:pt x="5744" y="1454"/>
                </a:lnTo>
                <a:lnTo>
                  <a:pt x="5743" y="1454"/>
                </a:lnTo>
                <a:lnTo>
                  <a:pt x="5742" y="1455"/>
                </a:lnTo>
                <a:lnTo>
                  <a:pt x="5743" y="1455"/>
                </a:lnTo>
                <a:lnTo>
                  <a:pt x="5743" y="1456"/>
                </a:lnTo>
                <a:lnTo>
                  <a:pt x="5742" y="1456"/>
                </a:lnTo>
                <a:lnTo>
                  <a:pt x="5741" y="1455"/>
                </a:lnTo>
                <a:lnTo>
                  <a:pt x="5741" y="1454"/>
                </a:lnTo>
                <a:lnTo>
                  <a:pt x="5740" y="1454"/>
                </a:lnTo>
                <a:lnTo>
                  <a:pt x="5739" y="1454"/>
                </a:lnTo>
                <a:lnTo>
                  <a:pt x="5739" y="1455"/>
                </a:lnTo>
                <a:lnTo>
                  <a:pt x="5738" y="1455"/>
                </a:lnTo>
                <a:lnTo>
                  <a:pt x="5738" y="1454"/>
                </a:lnTo>
                <a:lnTo>
                  <a:pt x="5738" y="1453"/>
                </a:lnTo>
                <a:lnTo>
                  <a:pt x="5738" y="1452"/>
                </a:lnTo>
                <a:lnTo>
                  <a:pt x="5739" y="1452"/>
                </a:lnTo>
                <a:lnTo>
                  <a:pt x="5738" y="1452"/>
                </a:lnTo>
                <a:lnTo>
                  <a:pt x="5738" y="1451"/>
                </a:lnTo>
                <a:lnTo>
                  <a:pt x="5737" y="1451"/>
                </a:lnTo>
                <a:lnTo>
                  <a:pt x="5737" y="1452"/>
                </a:lnTo>
                <a:lnTo>
                  <a:pt x="5736" y="1452"/>
                </a:lnTo>
                <a:lnTo>
                  <a:pt x="5735" y="1451"/>
                </a:lnTo>
                <a:lnTo>
                  <a:pt x="5736" y="1451"/>
                </a:lnTo>
                <a:lnTo>
                  <a:pt x="5736" y="1450"/>
                </a:lnTo>
                <a:lnTo>
                  <a:pt x="5735" y="1450"/>
                </a:lnTo>
                <a:lnTo>
                  <a:pt x="5734" y="1450"/>
                </a:lnTo>
                <a:lnTo>
                  <a:pt x="5734" y="1449"/>
                </a:lnTo>
                <a:lnTo>
                  <a:pt x="5735" y="1449"/>
                </a:lnTo>
                <a:lnTo>
                  <a:pt x="5736" y="1448"/>
                </a:lnTo>
                <a:lnTo>
                  <a:pt x="5735" y="1448"/>
                </a:lnTo>
                <a:lnTo>
                  <a:pt x="5734" y="1448"/>
                </a:lnTo>
                <a:lnTo>
                  <a:pt x="5734" y="1449"/>
                </a:lnTo>
                <a:lnTo>
                  <a:pt x="5733" y="1449"/>
                </a:lnTo>
                <a:lnTo>
                  <a:pt x="5733" y="1450"/>
                </a:lnTo>
                <a:lnTo>
                  <a:pt x="5733" y="1451"/>
                </a:lnTo>
                <a:lnTo>
                  <a:pt x="5732" y="1451"/>
                </a:lnTo>
                <a:lnTo>
                  <a:pt x="5732" y="1452"/>
                </a:lnTo>
                <a:lnTo>
                  <a:pt x="5732" y="1451"/>
                </a:lnTo>
                <a:lnTo>
                  <a:pt x="5732" y="1450"/>
                </a:lnTo>
                <a:lnTo>
                  <a:pt x="5732" y="1449"/>
                </a:lnTo>
                <a:lnTo>
                  <a:pt x="5731" y="1449"/>
                </a:lnTo>
                <a:lnTo>
                  <a:pt x="5730" y="1449"/>
                </a:lnTo>
                <a:lnTo>
                  <a:pt x="5729" y="1449"/>
                </a:lnTo>
                <a:lnTo>
                  <a:pt x="5728" y="1449"/>
                </a:lnTo>
                <a:lnTo>
                  <a:pt x="5728" y="1448"/>
                </a:lnTo>
                <a:lnTo>
                  <a:pt x="5729" y="1448"/>
                </a:lnTo>
                <a:lnTo>
                  <a:pt x="5728" y="1448"/>
                </a:lnTo>
                <a:lnTo>
                  <a:pt x="5728" y="1447"/>
                </a:lnTo>
                <a:lnTo>
                  <a:pt x="5728" y="1448"/>
                </a:lnTo>
                <a:lnTo>
                  <a:pt x="5727" y="1448"/>
                </a:lnTo>
                <a:lnTo>
                  <a:pt x="5727" y="1447"/>
                </a:lnTo>
                <a:lnTo>
                  <a:pt x="5728" y="1447"/>
                </a:lnTo>
                <a:lnTo>
                  <a:pt x="5727" y="1447"/>
                </a:lnTo>
                <a:lnTo>
                  <a:pt x="5727" y="1448"/>
                </a:lnTo>
                <a:lnTo>
                  <a:pt x="5726" y="1448"/>
                </a:lnTo>
                <a:lnTo>
                  <a:pt x="5726" y="1449"/>
                </a:lnTo>
                <a:lnTo>
                  <a:pt x="5725" y="1449"/>
                </a:lnTo>
                <a:lnTo>
                  <a:pt x="5725" y="1450"/>
                </a:lnTo>
                <a:lnTo>
                  <a:pt x="5724" y="1450"/>
                </a:lnTo>
                <a:lnTo>
                  <a:pt x="5724" y="1449"/>
                </a:lnTo>
                <a:lnTo>
                  <a:pt x="5723" y="1450"/>
                </a:lnTo>
                <a:lnTo>
                  <a:pt x="5722" y="1449"/>
                </a:lnTo>
                <a:lnTo>
                  <a:pt x="5722" y="1448"/>
                </a:lnTo>
                <a:lnTo>
                  <a:pt x="5721" y="1448"/>
                </a:lnTo>
                <a:lnTo>
                  <a:pt x="5721" y="1449"/>
                </a:lnTo>
                <a:lnTo>
                  <a:pt x="5721" y="1450"/>
                </a:lnTo>
                <a:lnTo>
                  <a:pt x="5720" y="1450"/>
                </a:lnTo>
                <a:lnTo>
                  <a:pt x="5721" y="1451"/>
                </a:lnTo>
                <a:lnTo>
                  <a:pt x="5720" y="1451"/>
                </a:lnTo>
                <a:lnTo>
                  <a:pt x="5720" y="1452"/>
                </a:lnTo>
                <a:lnTo>
                  <a:pt x="5721" y="1452"/>
                </a:lnTo>
                <a:lnTo>
                  <a:pt x="5721" y="1453"/>
                </a:lnTo>
                <a:lnTo>
                  <a:pt x="5720" y="1453"/>
                </a:lnTo>
                <a:lnTo>
                  <a:pt x="5719" y="1453"/>
                </a:lnTo>
                <a:lnTo>
                  <a:pt x="5719" y="1452"/>
                </a:lnTo>
                <a:lnTo>
                  <a:pt x="5718" y="1451"/>
                </a:lnTo>
                <a:lnTo>
                  <a:pt x="5717" y="1451"/>
                </a:lnTo>
                <a:lnTo>
                  <a:pt x="5716" y="1451"/>
                </a:lnTo>
                <a:lnTo>
                  <a:pt x="5716" y="1452"/>
                </a:lnTo>
                <a:lnTo>
                  <a:pt x="5716" y="1453"/>
                </a:lnTo>
                <a:lnTo>
                  <a:pt x="5716" y="1452"/>
                </a:lnTo>
                <a:lnTo>
                  <a:pt x="5715" y="1452"/>
                </a:lnTo>
                <a:lnTo>
                  <a:pt x="5715" y="1451"/>
                </a:lnTo>
                <a:lnTo>
                  <a:pt x="5714" y="1451"/>
                </a:lnTo>
                <a:lnTo>
                  <a:pt x="5713" y="1451"/>
                </a:lnTo>
                <a:lnTo>
                  <a:pt x="5712" y="1451"/>
                </a:lnTo>
                <a:lnTo>
                  <a:pt x="5712" y="1452"/>
                </a:lnTo>
                <a:lnTo>
                  <a:pt x="5712" y="1453"/>
                </a:lnTo>
                <a:lnTo>
                  <a:pt x="5712" y="1452"/>
                </a:lnTo>
                <a:lnTo>
                  <a:pt x="5711" y="1452"/>
                </a:lnTo>
                <a:lnTo>
                  <a:pt x="5711" y="1451"/>
                </a:lnTo>
                <a:lnTo>
                  <a:pt x="5711" y="1450"/>
                </a:lnTo>
                <a:lnTo>
                  <a:pt x="5710" y="1450"/>
                </a:lnTo>
                <a:lnTo>
                  <a:pt x="5710" y="1451"/>
                </a:lnTo>
                <a:lnTo>
                  <a:pt x="5709" y="1451"/>
                </a:lnTo>
                <a:lnTo>
                  <a:pt x="5708" y="1450"/>
                </a:lnTo>
                <a:lnTo>
                  <a:pt x="5707" y="1450"/>
                </a:lnTo>
                <a:lnTo>
                  <a:pt x="5706" y="1450"/>
                </a:lnTo>
                <a:lnTo>
                  <a:pt x="5706" y="1451"/>
                </a:lnTo>
                <a:lnTo>
                  <a:pt x="5705" y="1451"/>
                </a:lnTo>
                <a:lnTo>
                  <a:pt x="5703" y="1451"/>
                </a:lnTo>
                <a:lnTo>
                  <a:pt x="5702" y="1451"/>
                </a:lnTo>
                <a:lnTo>
                  <a:pt x="5701" y="1451"/>
                </a:lnTo>
                <a:lnTo>
                  <a:pt x="5700" y="1451"/>
                </a:lnTo>
                <a:lnTo>
                  <a:pt x="5700" y="1452"/>
                </a:lnTo>
                <a:lnTo>
                  <a:pt x="5699" y="1452"/>
                </a:lnTo>
                <a:lnTo>
                  <a:pt x="5699" y="1451"/>
                </a:lnTo>
                <a:lnTo>
                  <a:pt x="5698" y="1451"/>
                </a:lnTo>
                <a:lnTo>
                  <a:pt x="5698" y="1450"/>
                </a:lnTo>
                <a:lnTo>
                  <a:pt x="5697" y="1450"/>
                </a:lnTo>
                <a:lnTo>
                  <a:pt x="5697" y="1451"/>
                </a:lnTo>
                <a:lnTo>
                  <a:pt x="5698" y="1451"/>
                </a:lnTo>
                <a:lnTo>
                  <a:pt x="5699" y="1452"/>
                </a:lnTo>
                <a:lnTo>
                  <a:pt x="5698" y="1453"/>
                </a:lnTo>
                <a:lnTo>
                  <a:pt x="5697" y="1453"/>
                </a:lnTo>
                <a:lnTo>
                  <a:pt x="5696" y="1452"/>
                </a:lnTo>
                <a:lnTo>
                  <a:pt x="5695" y="1452"/>
                </a:lnTo>
                <a:lnTo>
                  <a:pt x="5695" y="1451"/>
                </a:lnTo>
                <a:lnTo>
                  <a:pt x="5694" y="1450"/>
                </a:lnTo>
                <a:lnTo>
                  <a:pt x="5693" y="1450"/>
                </a:lnTo>
                <a:lnTo>
                  <a:pt x="5692" y="1450"/>
                </a:lnTo>
                <a:lnTo>
                  <a:pt x="5691" y="1450"/>
                </a:lnTo>
                <a:lnTo>
                  <a:pt x="5690" y="1450"/>
                </a:lnTo>
                <a:lnTo>
                  <a:pt x="5689" y="1450"/>
                </a:lnTo>
                <a:lnTo>
                  <a:pt x="5688" y="1450"/>
                </a:lnTo>
                <a:lnTo>
                  <a:pt x="5687" y="1449"/>
                </a:lnTo>
                <a:lnTo>
                  <a:pt x="5687" y="1448"/>
                </a:lnTo>
                <a:lnTo>
                  <a:pt x="5686" y="1447"/>
                </a:lnTo>
                <a:lnTo>
                  <a:pt x="5686" y="1446"/>
                </a:lnTo>
                <a:lnTo>
                  <a:pt x="5686" y="1445"/>
                </a:lnTo>
                <a:lnTo>
                  <a:pt x="5686" y="1444"/>
                </a:lnTo>
                <a:lnTo>
                  <a:pt x="5685" y="1444"/>
                </a:lnTo>
                <a:lnTo>
                  <a:pt x="5685" y="1445"/>
                </a:lnTo>
                <a:lnTo>
                  <a:pt x="5684" y="1445"/>
                </a:lnTo>
                <a:lnTo>
                  <a:pt x="5683" y="1445"/>
                </a:lnTo>
                <a:lnTo>
                  <a:pt x="5682" y="1445"/>
                </a:lnTo>
                <a:lnTo>
                  <a:pt x="5682" y="1444"/>
                </a:lnTo>
                <a:lnTo>
                  <a:pt x="5681" y="1444"/>
                </a:lnTo>
                <a:lnTo>
                  <a:pt x="5681" y="1445"/>
                </a:lnTo>
                <a:lnTo>
                  <a:pt x="5680" y="1445"/>
                </a:lnTo>
                <a:lnTo>
                  <a:pt x="5679" y="1445"/>
                </a:lnTo>
                <a:lnTo>
                  <a:pt x="5679" y="1444"/>
                </a:lnTo>
                <a:lnTo>
                  <a:pt x="5678" y="1444"/>
                </a:lnTo>
                <a:lnTo>
                  <a:pt x="5677" y="1445"/>
                </a:lnTo>
                <a:lnTo>
                  <a:pt x="5678" y="1445"/>
                </a:lnTo>
                <a:lnTo>
                  <a:pt x="5678" y="1446"/>
                </a:lnTo>
                <a:lnTo>
                  <a:pt x="5677" y="1446"/>
                </a:lnTo>
                <a:lnTo>
                  <a:pt x="5676" y="1446"/>
                </a:lnTo>
                <a:lnTo>
                  <a:pt x="5675" y="1446"/>
                </a:lnTo>
                <a:lnTo>
                  <a:pt x="5674" y="1446"/>
                </a:lnTo>
                <a:lnTo>
                  <a:pt x="5673" y="1446"/>
                </a:lnTo>
                <a:lnTo>
                  <a:pt x="5673" y="1447"/>
                </a:lnTo>
                <a:lnTo>
                  <a:pt x="5672" y="1447"/>
                </a:lnTo>
                <a:lnTo>
                  <a:pt x="5672" y="1446"/>
                </a:lnTo>
                <a:lnTo>
                  <a:pt x="5671" y="1446"/>
                </a:lnTo>
                <a:lnTo>
                  <a:pt x="5671" y="1445"/>
                </a:lnTo>
                <a:lnTo>
                  <a:pt x="5671" y="1444"/>
                </a:lnTo>
                <a:lnTo>
                  <a:pt x="5670" y="1444"/>
                </a:lnTo>
                <a:lnTo>
                  <a:pt x="5669" y="1444"/>
                </a:lnTo>
                <a:lnTo>
                  <a:pt x="5668" y="1444"/>
                </a:lnTo>
                <a:lnTo>
                  <a:pt x="5666" y="1444"/>
                </a:lnTo>
                <a:lnTo>
                  <a:pt x="5666" y="1445"/>
                </a:lnTo>
                <a:lnTo>
                  <a:pt x="5667" y="1445"/>
                </a:lnTo>
                <a:lnTo>
                  <a:pt x="5667" y="1446"/>
                </a:lnTo>
                <a:lnTo>
                  <a:pt x="5666" y="1446"/>
                </a:lnTo>
                <a:lnTo>
                  <a:pt x="5665" y="1446"/>
                </a:lnTo>
                <a:lnTo>
                  <a:pt x="5664" y="1446"/>
                </a:lnTo>
                <a:lnTo>
                  <a:pt x="5664" y="1445"/>
                </a:lnTo>
                <a:lnTo>
                  <a:pt x="5663" y="1445"/>
                </a:lnTo>
                <a:lnTo>
                  <a:pt x="5662" y="1445"/>
                </a:lnTo>
                <a:lnTo>
                  <a:pt x="5662" y="1444"/>
                </a:lnTo>
                <a:lnTo>
                  <a:pt x="5661" y="1444"/>
                </a:lnTo>
                <a:lnTo>
                  <a:pt x="5660" y="1444"/>
                </a:lnTo>
                <a:lnTo>
                  <a:pt x="5660" y="1443"/>
                </a:lnTo>
                <a:lnTo>
                  <a:pt x="5659" y="1443"/>
                </a:lnTo>
                <a:lnTo>
                  <a:pt x="5658" y="1444"/>
                </a:lnTo>
                <a:lnTo>
                  <a:pt x="5656" y="1444"/>
                </a:lnTo>
                <a:lnTo>
                  <a:pt x="5655" y="1444"/>
                </a:lnTo>
                <a:lnTo>
                  <a:pt x="5655" y="1443"/>
                </a:lnTo>
                <a:lnTo>
                  <a:pt x="5657" y="1442"/>
                </a:lnTo>
                <a:lnTo>
                  <a:pt x="5658" y="1442"/>
                </a:lnTo>
                <a:lnTo>
                  <a:pt x="5659" y="1442"/>
                </a:lnTo>
                <a:lnTo>
                  <a:pt x="5659" y="1441"/>
                </a:lnTo>
                <a:lnTo>
                  <a:pt x="5659" y="1440"/>
                </a:lnTo>
                <a:lnTo>
                  <a:pt x="5658" y="1440"/>
                </a:lnTo>
                <a:lnTo>
                  <a:pt x="5657" y="1440"/>
                </a:lnTo>
                <a:lnTo>
                  <a:pt x="5656" y="1440"/>
                </a:lnTo>
                <a:lnTo>
                  <a:pt x="5656" y="1441"/>
                </a:lnTo>
                <a:lnTo>
                  <a:pt x="5655" y="1441"/>
                </a:lnTo>
                <a:lnTo>
                  <a:pt x="5655" y="1442"/>
                </a:lnTo>
                <a:lnTo>
                  <a:pt x="5654" y="1442"/>
                </a:lnTo>
                <a:lnTo>
                  <a:pt x="5653" y="1441"/>
                </a:lnTo>
                <a:lnTo>
                  <a:pt x="5653" y="1440"/>
                </a:lnTo>
                <a:lnTo>
                  <a:pt x="5654" y="1440"/>
                </a:lnTo>
                <a:lnTo>
                  <a:pt x="5654" y="1439"/>
                </a:lnTo>
                <a:lnTo>
                  <a:pt x="5653" y="1439"/>
                </a:lnTo>
                <a:lnTo>
                  <a:pt x="5652" y="1439"/>
                </a:lnTo>
                <a:lnTo>
                  <a:pt x="5651" y="1439"/>
                </a:lnTo>
                <a:lnTo>
                  <a:pt x="5651" y="1438"/>
                </a:lnTo>
                <a:lnTo>
                  <a:pt x="5650" y="1437"/>
                </a:lnTo>
                <a:lnTo>
                  <a:pt x="5650" y="1438"/>
                </a:lnTo>
                <a:lnTo>
                  <a:pt x="5649" y="1438"/>
                </a:lnTo>
                <a:lnTo>
                  <a:pt x="5649" y="1439"/>
                </a:lnTo>
                <a:lnTo>
                  <a:pt x="5648" y="1439"/>
                </a:lnTo>
                <a:lnTo>
                  <a:pt x="5648" y="1438"/>
                </a:lnTo>
                <a:lnTo>
                  <a:pt x="5647" y="1438"/>
                </a:lnTo>
                <a:lnTo>
                  <a:pt x="5647" y="1437"/>
                </a:lnTo>
                <a:lnTo>
                  <a:pt x="5646" y="1437"/>
                </a:lnTo>
                <a:lnTo>
                  <a:pt x="5645" y="1437"/>
                </a:lnTo>
                <a:lnTo>
                  <a:pt x="5645" y="1438"/>
                </a:lnTo>
                <a:lnTo>
                  <a:pt x="5644" y="1438"/>
                </a:lnTo>
                <a:lnTo>
                  <a:pt x="5643" y="1438"/>
                </a:lnTo>
                <a:lnTo>
                  <a:pt x="5643" y="1437"/>
                </a:lnTo>
                <a:lnTo>
                  <a:pt x="5644" y="1437"/>
                </a:lnTo>
                <a:lnTo>
                  <a:pt x="5643" y="1437"/>
                </a:lnTo>
                <a:lnTo>
                  <a:pt x="5643" y="1436"/>
                </a:lnTo>
                <a:lnTo>
                  <a:pt x="5643" y="1437"/>
                </a:lnTo>
                <a:lnTo>
                  <a:pt x="5642" y="1437"/>
                </a:lnTo>
                <a:lnTo>
                  <a:pt x="5641" y="1437"/>
                </a:lnTo>
                <a:lnTo>
                  <a:pt x="5640" y="1437"/>
                </a:lnTo>
                <a:lnTo>
                  <a:pt x="5640" y="1436"/>
                </a:lnTo>
                <a:lnTo>
                  <a:pt x="5639" y="1436"/>
                </a:lnTo>
                <a:lnTo>
                  <a:pt x="5639" y="1435"/>
                </a:lnTo>
                <a:lnTo>
                  <a:pt x="5640" y="1435"/>
                </a:lnTo>
                <a:lnTo>
                  <a:pt x="5641" y="1435"/>
                </a:lnTo>
                <a:lnTo>
                  <a:pt x="5641" y="1436"/>
                </a:lnTo>
                <a:lnTo>
                  <a:pt x="5641" y="1435"/>
                </a:lnTo>
                <a:lnTo>
                  <a:pt x="5641" y="1434"/>
                </a:lnTo>
                <a:lnTo>
                  <a:pt x="5642" y="1434"/>
                </a:lnTo>
                <a:lnTo>
                  <a:pt x="5642" y="1433"/>
                </a:lnTo>
                <a:lnTo>
                  <a:pt x="5643" y="1433"/>
                </a:lnTo>
                <a:lnTo>
                  <a:pt x="5644" y="1433"/>
                </a:lnTo>
                <a:lnTo>
                  <a:pt x="5644" y="1432"/>
                </a:lnTo>
                <a:lnTo>
                  <a:pt x="5644" y="1431"/>
                </a:lnTo>
                <a:lnTo>
                  <a:pt x="5645" y="1431"/>
                </a:lnTo>
                <a:lnTo>
                  <a:pt x="5646" y="1431"/>
                </a:lnTo>
                <a:lnTo>
                  <a:pt x="5647" y="1431"/>
                </a:lnTo>
                <a:lnTo>
                  <a:pt x="5648" y="1431"/>
                </a:lnTo>
                <a:lnTo>
                  <a:pt x="5648" y="1430"/>
                </a:lnTo>
                <a:lnTo>
                  <a:pt x="5647" y="1430"/>
                </a:lnTo>
                <a:lnTo>
                  <a:pt x="5646" y="1430"/>
                </a:lnTo>
                <a:lnTo>
                  <a:pt x="5645" y="1430"/>
                </a:lnTo>
                <a:lnTo>
                  <a:pt x="5644" y="1430"/>
                </a:lnTo>
                <a:lnTo>
                  <a:pt x="5643" y="1430"/>
                </a:lnTo>
                <a:lnTo>
                  <a:pt x="5642" y="1430"/>
                </a:lnTo>
                <a:lnTo>
                  <a:pt x="5642" y="1429"/>
                </a:lnTo>
                <a:lnTo>
                  <a:pt x="5641" y="1429"/>
                </a:lnTo>
                <a:lnTo>
                  <a:pt x="5642" y="1429"/>
                </a:lnTo>
                <a:lnTo>
                  <a:pt x="5642" y="1428"/>
                </a:lnTo>
                <a:lnTo>
                  <a:pt x="5642" y="1427"/>
                </a:lnTo>
                <a:lnTo>
                  <a:pt x="5641" y="1427"/>
                </a:lnTo>
                <a:lnTo>
                  <a:pt x="5640" y="1427"/>
                </a:lnTo>
                <a:lnTo>
                  <a:pt x="5639" y="1427"/>
                </a:lnTo>
                <a:lnTo>
                  <a:pt x="5638" y="1427"/>
                </a:lnTo>
                <a:lnTo>
                  <a:pt x="5638" y="1426"/>
                </a:lnTo>
                <a:lnTo>
                  <a:pt x="5639" y="1426"/>
                </a:lnTo>
                <a:lnTo>
                  <a:pt x="5640" y="1425"/>
                </a:lnTo>
                <a:lnTo>
                  <a:pt x="5640" y="1424"/>
                </a:lnTo>
                <a:lnTo>
                  <a:pt x="5639" y="1424"/>
                </a:lnTo>
                <a:lnTo>
                  <a:pt x="5638" y="1424"/>
                </a:lnTo>
                <a:lnTo>
                  <a:pt x="5638" y="1425"/>
                </a:lnTo>
                <a:lnTo>
                  <a:pt x="5638" y="1424"/>
                </a:lnTo>
                <a:lnTo>
                  <a:pt x="5637" y="1424"/>
                </a:lnTo>
                <a:lnTo>
                  <a:pt x="5636" y="1424"/>
                </a:lnTo>
                <a:lnTo>
                  <a:pt x="5636" y="1423"/>
                </a:lnTo>
                <a:lnTo>
                  <a:pt x="5636" y="1422"/>
                </a:lnTo>
                <a:lnTo>
                  <a:pt x="5635" y="1422"/>
                </a:lnTo>
                <a:lnTo>
                  <a:pt x="5634" y="1422"/>
                </a:lnTo>
                <a:lnTo>
                  <a:pt x="5633" y="1422"/>
                </a:lnTo>
                <a:lnTo>
                  <a:pt x="5633" y="1421"/>
                </a:lnTo>
                <a:lnTo>
                  <a:pt x="5632" y="1421"/>
                </a:lnTo>
                <a:lnTo>
                  <a:pt x="5632" y="1420"/>
                </a:lnTo>
                <a:lnTo>
                  <a:pt x="5633" y="1420"/>
                </a:lnTo>
                <a:lnTo>
                  <a:pt x="5633" y="1419"/>
                </a:lnTo>
                <a:lnTo>
                  <a:pt x="5634" y="1419"/>
                </a:lnTo>
                <a:lnTo>
                  <a:pt x="5634" y="1418"/>
                </a:lnTo>
                <a:lnTo>
                  <a:pt x="5635" y="1418"/>
                </a:lnTo>
                <a:lnTo>
                  <a:pt x="5635" y="1419"/>
                </a:lnTo>
                <a:lnTo>
                  <a:pt x="5636" y="1419"/>
                </a:lnTo>
                <a:lnTo>
                  <a:pt x="5637" y="1419"/>
                </a:lnTo>
                <a:lnTo>
                  <a:pt x="5637" y="1418"/>
                </a:lnTo>
                <a:lnTo>
                  <a:pt x="5637" y="1417"/>
                </a:lnTo>
                <a:lnTo>
                  <a:pt x="5636" y="1417"/>
                </a:lnTo>
                <a:lnTo>
                  <a:pt x="5635" y="1417"/>
                </a:lnTo>
                <a:lnTo>
                  <a:pt x="5634" y="1417"/>
                </a:lnTo>
                <a:lnTo>
                  <a:pt x="5634" y="1416"/>
                </a:lnTo>
                <a:lnTo>
                  <a:pt x="5634" y="1415"/>
                </a:lnTo>
                <a:lnTo>
                  <a:pt x="5634" y="1414"/>
                </a:lnTo>
                <a:lnTo>
                  <a:pt x="5634" y="1413"/>
                </a:lnTo>
                <a:lnTo>
                  <a:pt x="5634" y="1412"/>
                </a:lnTo>
                <a:lnTo>
                  <a:pt x="5633" y="1412"/>
                </a:lnTo>
                <a:lnTo>
                  <a:pt x="5633" y="1413"/>
                </a:lnTo>
                <a:lnTo>
                  <a:pt x="5631" y="1413"/>
                </a:lnTo>
                <a:lnTo>
                  <a:pt x="5630" y="1413"/>
                </a:lnTo>
                <a:lnTo>
                  <a:pt x="5629" y="1412"/>
                </a:lnTo>
                <a:lnTo>
                  <a:pt x="5629" y="1411"/>
                </a:lnTo>
                <a:lnTo>
                  <a:pt x="5630" y="1411"/>
                </a:lnTo>
                <a:lnTo>
                  <a:pt x="5630" y="1410"/>
                </a:lnTo>
                <a:lnTo>
                  <a:pt x="5629" y="1410"/>
                </a:lnTo>
                <a:lnTo>
                  <a:pt x="5628" y="1410"/>
                </a:lnTo>
                <a:lnTo>
                  <a:pt x="5627" y="1410"/>
                </a:lnTo>
                <a:lnTo>
                  <a:pt x="5627" y="1409"/>
                </a:lnTo>
                <a:lnTo>
                  <a:pt x="5626" y="1409"/>
                </a:lnTo>
                <a:lnTo>
                  <a:pt x="5625" y="1409"/>
                </a:lnTo>
                <a:lnTo>
                  <a:pt x="5623" y="1409"/>
                </a:lnTo>
                <a:lnTo>
                  <a:pt x="5622" y="1409"/>
                </a:lnTo>
                <a:lnTo>
                  <a:pt x="5622" y="1408"/>
                </a:lnTo>
                <a:lnTo>
                  <a:pt x="5622" y="1407"/>
                </a:lnTo>
                <a:lnTo>
                  <a:pt x="5623" y="1407"/>
                </a:lnTo>
                <a:lnTo>
                  <a:pt x="5623" y="1405"/>
                </a:lnTo>
                <a:lnTo>
                  <a:pt x="5622" y="1404"/>
                </a:lnTo>
                <a:lnTo>
                  <a:pt x="5621" y="1404"/>
                </a:lnTo>
                <a:lnTo>
                  <a:pt x="5621" y="1405"/>
                </a:lnTo>
                <a:lnTo>
                  <a:pt x="5620" y="1405"/>
                </a:lnTo>
                <a:lnTo>
                  <a:pt x="5620" y="1406"/>
                </a:lnTo>
                <a:lnTo>
                  <a:pt x="5619" y="1406"/>
                </a:lnTo>
                <a:lnTo>
                  <a:pt x="5618" y="1406"/>
                </a:lnTo>
                <a:lnTo>
                  <a:pt x="5617" y="1407"/>
                </a:lnTo>
                <a:lnTo>
                  <a:pt x="5616" y="1407"/>
                </a:lnTo>
                <a:lnTo>
                  <a:pt x="5616" y="1408"/>
                </a:lnTo>
                <a:lnTo>
                  <a:pt x="5615" y="1409"/>
                </a:lnTo>
                <a:lnTo>
                  <a:pt x="5614" y="1410"/>
                </a:lnTo>
                <a:lnTo>
                  <a:pt x="5613" y="1411"/>
                </a:lnTo>
                <a:lnTo>
                  <a:pt x="5613" y="1412"/>
                </a:lnTo>
                <a:lnTo>
                  <a:pt x="5613" y="1413"/>
                </a:lnTo>
                <a:lnTo>
                  <a:pt x="5613" y="1414"/>
                </a:lnTo>
                <a:lnTo>
                  <a:pt x="5612" y="1415"/>
                </a:lnTo>
                <a:lnTo>
                  <a:pt x="5611" y="1415"/>
                </a:lnTo>
                <a:lnTo>
                  <a:pt x="5610" y="1414"/>
                </a:lnTo>
                <a:lnTo>
                  <a:pt x="5610" y="1413"/>
                </a:lnTo>
                <a:lnTo>
                  <a:pt x="5610" y="1412"/>
                </a:lnTo>
                <a:lnTo>
                  <a:pt x="5609" y="1412"/>
                </a:lnTo>
                <a:lnTo>
                  <a:pt x="5608" y="1412"/>
                </a:lnTo>
                <a:lnTo>
                  <a:pt x="5608" y="1413"/>
                </a:lnTo>
                <a:lnTo>
                  <a:pt x="5608" y="1415"/>
                </a:lnTo>
                <a:lnTo>
                  <a:pt x="5607" y="1416"/>
                </a:lnTo>
                <a:lnTo>
                  <a:pt x="5607" y="1417"/>
                </a:lnTo>
                <a:lnTo>
                  <a:pt x="5608" y="1417"/>
                </a:lnTo>
                <a:lnTo>
                  <a:pt x="5608" y="1418"/>
                </a:lnTo>
                <a:lnTo>
                  <a:pt x="5607" y="1418"/>
                </a:lnTo>
                <a:lnTo>
                  <a:pt x="5607" y="1419"/>
                </a:lnTo>
                <a:lnTo>
                  <a:pt x="5606" y="1418"/>
                </a:lnTo>
                <a:lnTo>
                  <a:pt x="5605" y="1418"/>
                </a:lnTo>
                <a:lnTo>
                  <a:pt x="5605" y="1417"/>
                </a:lnTo>
                <a:lnTo>
                  <a:pt x="5605" y="1416"/>
                </a:lnTo>
                <a:lnTo>
                  <a:pt x="5605" y="1415"/>
                </a:lnTo>
                <a:lnTo>
                  <a:pt x="5604" y="1415"/>
                </a:lnTo>
                <a:lnTo>
                  <a:pt x="5603" y="1414"/>
                </a:lnTo>
                <a:lnTo>
                  <a:pt x="5603" y="1415"/>
                </a:lnTo>
                <a:lnTo>
                  <a:pt x="5602" y="1414"/>
                </a:lnTo>
                <a:lnTo>
                  <a:pt x="5601" y="1414"/>
                </a:lnTo>
                <a:lnTo>
                  <a:pt x="5601" y="1413"/>
                </a:lnTo>
                <a:lnTo>
                  <a:pt x="5600" y="1412"/>
                </a:lnTo>
                <a:lnTo>
                  <a:pt x="5599" y="1412"/>
                </a:lnTo>
                <a:lnTo>
                  <a:pt x="5598" y="1412"/>
                </a:lnTo>
                <a:lnTo>
                  <a:pt x="5597" y="1412"/>
                </a:lnTo>
                <a:lnTo>
                  <a:pt x="5596" y="1413"/>
                </a:lnTo>
                <a:lnTo>
                  <a:pt x="5597" y="1413"/>
                </a:lnTo>
                <a:lnTo>
                  <a:pt x="5598" y="1413"/>
                </a:lnTo>
                <a:lnTo>
                  <a:pt x="5598" y="1414"/>
                </a:lnTo>
                <a:lnTo>
                  <a:pt x="5599" y="1414"/>
                </a:lnTo>
                <a:lnTo>
                  <a:pt x="5600" y="1414"/>
                </a:lnTo>
                <a:lnTo>
                  <a:pt x="5601" y="1415"/>
                </a:lnTo>
                <a:lnTo>
                  <a:pt x="5601" y="1416"/>
                </a:lnTo>
                <a:lnTo>
                  <a:pt x="5600" y="1417"/>
                </a:lnTo>
                <a:lnTo>
                  <a:pt x="5598" y="1419"/>
                </a:lnTo>
                <a:lnTo>
                  <a:pt x="5597" y="1419"/>
                </a:lnTo>
                <a:lnTo>
                  <a:pt x="5597" y="1420"/>
                </a:lnTo>
                <a:lnTo>
                  <a:pt x="5596" y="1420"/>
                </a:lnTo>
                <a:lnTo>
                  <a:pt x="5597" y="1420"/>
                </a:lnTo>
                <a:lnTo>
                  <a:pt x="5597" y="1421"/>
                </a:lnTo>
                <a:lnTo>
                  <a:pt x="5597" y="1422"/>
                </a:lnTo>
                <a:lnTo>
                  <a:pt x="5596" y="1422"/>
                </a:lnTo>
                <a:lnTo>
                  <a:pt x="5595" y="1422"/>
                </a:lnTo>
                <a:lnTo>
                  <a:pt x="5594" y="1422"/>
                </a:lnTo>
                <a:lnTo>
                  <a:pt x="5594" y="1423"/>
                </a:lnTo>
                <a:lnTo>
                  <a:pt x="5593" y="1423"/>
                </a:lnTo>
                <a:lnTo>
                  <a:pt x="5592" y="1423"/>
                </a:lnTo>
                <a:lnTo>
                  <a:pt x="5591" y="1423"/>
                </a:lnTo>
                <a:lnTo>
                  <a:pt x="5590" y="1422"/>
                </a:lnTo>
                <a:lnTo>
                  <a:pt x="5589" y="1422"/>
                </a:lnTo>
                <a:lnTo>
                  <a:pt x="5588" y="1422"/>
                </a:lnTo>
                <a:lnTo>
                  <a:pt x="5588" y="1423"/>
                </a:lnTo>
                <a:lnTo>
                  <a:pt x="5589" y="1424"/>
                </a:lnTo>
                <a:lnTo>
                  <a:pt x="5589" y="1425"/>
                </a:lnTo>
                <a:lnTo>
                  <a:pt x="5588" y="1425"/>
                </a:lnTo>
                <a:lnTo>
                  <a:pt x="5587" y="1426"/>
                </a:lnTo>
                <a:lnTo>
                  <a:pt x="5586" y="1426"/>
                </a:lnTo>
                <a:lnTo>
                  <a:pt x="5586" y="1427"/>
                </a:lnTo>
                <a:lnTo>
                  <a:pt x="5587" y="1428"/>
                </a:lnTo>
                <a:lnTo>
                  <a:pt x="5586" y="1428"/>
                </a:lnTo>
                <a:lnTo>
                  <a:pt x="5585" y="1428"/>
                </a:lnTo>
                <a:lnTo>
                  <a:pt x="5584" y="1428"/>
                </a:lnTo>
                <a:lnTo>
                  <a:pt x="5584" y="1429"/>
                </a:lnTo>
                <a:lnTo>
                  <a:pt x="5584" y="1430"/>
                </a:lnTo>
                <a:lnTo>
                  <a:pt x="5584" y="1431"/>
                </a:lnTo>
                <a:lnTo>
                  <a:pt x="5585" y="1432"/>
                </a:lnTo>
                <a:lnTo>
                  <a:pt x="5586" y="1433"/>
                </a:lnTo>
                <a:lnTo>
                  <a:pt x="5586" y="1434"/>
                </a:lnTo>
                <a:lnTo>
                  <a:pt x="5586" y="1435"/>
                </a:lnTo>
                <a:lnTo>
                  <a:pt x="5586" y="1436"/>
                </a:lnTo>
                <a:lnTo>
                  <a:pt x="5585" y="1436"/>
                </a:lnTo>
                <a:lnTo>
                  <a:pt x="5584" y="1436"/>
                </a:lnTo>
                <a:lnTo>
                  <a:pt x="5584" y="1437"/>
                </a:lnTo>
                <a:lnTo>
                  <a:pt x="5584" y="1438"/>
                </a:lnTo>
                <a:lnTo>
                  <a:pt x="5583" y="1439"/>
                </a:lnTo>
                <a:lnTo>
                  <a:pt x="5583" y="1440"/>
                </a:lnTo>
                <a:lnTo>
                  <a:pt x="5583" y="1441"/>
                </a:lnTo>
                <a:lnTo>
                  <a:pt x="5582" y="1441"/>
                </a:lnTo>
                <a:lnTo>
                  <a:pt x="5582" y="1442"/>
                </a:lnTo>
                <a:lnTo>
                  <a:pt x="5583" y="1443"/>
                </a:lnTo>
                <a:lnTo>
                  <a:pt x="5582" y="1443"/>
                </a:lnTo>
                <a:lnTo>
                  <a:pt x="5582" y="1444"/>
                </a:lnTo>
                <a:lnTo>
                  <a:pt x="5581" y="1444"/>
                </a:lnTo>
                <a:lnTo>
                  <a:pt x="5580" y="1445"/>
                </a:lnTo>
                <a:lnTo>
                  <a:pt x="5580" y="1446"/>
                </a:lnTo>
                <a:lnTo>
                  <a:pt x="5579" y="1446"/>
                </a:lnTo>
                <a:lnTo>
                  <a:pt x="5579" y="1447"/>
                </a:lnTo>
                <a:lnTo>
                  <a:pt x="5579" y="1448"/>
                </a:lnTo>
                <a:lnTo>
                  <a:pt x="5578" y="1448"/>
                </a:lnTo>
                <a:lnTo>
                  <a:pt x="5577" y="1449"/>
                </a:lnTo>
                <a:lnTo>
                  <a:pt x="5578" y="1449"/>
                </a:lnTo>
                <a:lnTo>
                  <a:pt x="5579" y="1449"/>
                </a:lnTo>
                <a:lnTo>
                  <a:pt x="5580" y="1450"/>
                </a:lnTo>
                <a:lnTo>
                  <a:pt x="5579" y="1450"/>
                </a:lnTo>
                <a:lnTo>
                  <a:pt x="5578" y="1451"/>
                </a:lnTo>
                <a:lnTo>
                  <a:pt x="5578" y="1452"/>
                </a:lnTo>
                <a:lnTo>
                  <a:pt x="5578" y="1453"/>
                </a:lnTo>
                <a:lnTo>
                  <a:pt x="5578" y="1454"/>
                </a:lnTo>
                <a:lnTo>
                  <a:pt x="5578" y="1453"/>
                </a:lnTo>
                <a:lnTo>
                  <a:pt x="5579" y="1453"/>
                </a:lnTo>
                <a:lnTo>
                  <a:pt x="5580" y="1453"/>
                </a:lnTo>
                <a:lnTo>
                  <a:pt x="5579" y="1454"/>
                </a:lnTo>
                <a:lnTo>
                  <a:pt x="5578" y="1454"/>
                </a:lnTo>
                <a:lnTo>
                  <a:pt x="5578" y="1455"/>
                </a:lnTo>
                <a:lnTo>
                  <a:pt x="5578" y="1456"/>
                </a:lnTo>
                <a:lnTo>
                  <a:pt x="5579" y="1456"/>
                </a:lnTo>
                <a:lnTo>
                  <a:pt x="5580" y="1456"/>
                </a:lnTo>
                <a:lnTo>
                  <a:pt x="5580" y="1457"/>
                </a:lnTo>
                <a:lnTo>
                  <a:pt x="5580" y="1458"/>
                </a:lnTo>
                <a:lnTo>
                  <a:pt x="5580" y="1459"/>
                </a:lnTo>
                <a:lnTo>
                  <a:pt x="5579" y="1459"/>
                </a:lnTo>
                <a:lnTo>
                  <a:pt x="5579" y="1460"/>
                </a:lnTo>
                <a:lnTo>
                  <a:pt x="5578" y="1460"/>
                </a:lnTo>
                <a:lnTo>
                  <a:pt x="5577" y="1460"/>
                </a:lnTo>
                <a:lnTo>
                  <a:pt x="5576" y="1460"/>
                </a:lnTo>
                <a:lnTo>
                  <a:pt x="5575" y="1460"/>
                </a:lnTo>
                <a:lnTo>
                  <a:pt x="5574" y="1460"/>
                </a:lnTo>
                <a:lnTo>
                  <a:pt x="5574" y="1459"/>
                </a:lnTo>
                <a:lnTo>
                  <a:pt x="5575" y="1459"/>
                </a:lnTo>
                <a:lnTo>
                  <a:pt x="5576" y="1459"/>
                </a:lnTo>
                <a:lnTo>
                  <a:pt x="5577" y="1459"/>
                </a:lnTo>
                <a:lnTo>
                  <a:pt x="5577" y="1458"/>
                </a:lnTo>
                <a:lnTo>
                  <a:pt x="5578" y="1458"/>
                </a:lnTo>
                <a:lnTo>
                  <a:pt x="5577" y="1458"/>
                </a:lnTo>
                <a:lnTo>
                  <a:pt x="5577" y="1457"/>
                </a:lnTo>
                <a:lnTo>
                  <a:pt x="5575" y="1457"/>
                </a:lnTo>
                <a:lnTo>
                  <a:pt x="5574" y="1457"/>
                </a:lnTo>
                <a:lnTo>
                  <a:pt x="5573" y="1458"/>
                </a:lnTo>
                <a:lnTo>
                  <a:pt x="5572" y="1458"/>
                </a:lnTo>
                <a:lnTo>
                  <a:pt x="5572" y="1459"/>
                </a:lnTo>
                <a:lnTo>
                  <a:pt x="5571" y="1459"/>
                </a:lnTo>
                <a:lnTo>
                  <a:pt x="5570" y="1459"/>
                </a:lnTo>
                <a:lnTo>
                  <a:pt x="5569" y="1459"/>
                </a:lnTo>
                <a:lnTo>
                  <a:pt x="5569" y="1460"/>
                </a:lnTo>
                <a:lnTo>
                  <a:pt x="5569" y="1461"/>
                </a:lnTo>
                <a:lnTo>
                  <a:pt x="5569" y="1462"/>
                </a:lnTo>
                <a:lnTo>
                  <a:pt x="5568" y="1462"/>
                </a:lnTo>
                <a:lnTo>
                  <a:pt x="5567" y="1461"/>
                </a:lnTo>
                <a:lnTo>
                  <a:pt x="5567" y="1462"/>
                </a:lnTo>
                <a:lnTo>
                  <a:pt x="5566" y="1462"/>
                </a:lnTo>
                <a:lnTo>
                  <a:pt x="5566" y="1463"/>
                </a:lnTo>
                <a:lnTo>
                  <a:pt x="5566" y="1464"/>
                </a:lnTo>
                <a:lnTo>
                  <a:pt x="5565" y="1465"/>
                </a:lnTo>
                <a:lnTo>
                  <a:pt x="5564" y="1466"/>
                </a:lnTo>
                <a:lnTo>
                  <a:pt x="5563" y="1467"/>
                </a:lnTo>
                <a:lnTo>
                  <a:pt x="5562" y="1467"/>
                </a:lnTo>
                <a:lnTo>
                  <a:pt x="5562" y="1468"/>
                </a:lnTo>
                <a:lnTo>
                  <a:pt x="5561" y="1469"/>
                </a:lnTo>
                <a:lnTo>
                  <a:pt x="5561" y="1470"/>
                </a:lnTo>
                <a:lnTo>
                  <a:pt x="5561" y="1471"/>
                </a:lnTo>
                <a:lnTo>
                  <a:pt x="5561" y="1472"/>
                </a:lnTo>
                <a:lnTo>
                  <a:pt x="5560" y="1472"/>
                </a:lnTo>
                <a:lnTo>
                  <a:pt x="5559" y="1473"/>
                </a:lnTo>
                <a:lnTo>
                  <a:pt x="5558" y="1473"/>
                </a:lnTo>
                <a:lnTo>
                  <a:pt x="5557" y="1474"/>
                </a:lnTo>
                <a:lnTo>
                  <a:pt x="5557" y="1475"/>
                </a:lnTo>
                <a:lnTo>
                  <a:pt x="5556" y="1475"/>
                </a:lnTo>
                <a:lnTo>
                  <a:pt x="5556" y="1476"/>
                </a:lnTo>
                <a:lnTo>
                  <a:pt x="5556" y="1478"/>
                </a:lnTo>
                <a:lnTo>
                  <a:pt x="5556" y="1479"/>
                </a:lnTo>
                <a:lnTo>
                  <a:pt x="5554" y="1479"/>
                </a:lnTo>
                <a:lnTo>
                  <a:pt x="5554" y="1480"/>
                </a:lnTo>
                <a:lnTo>
                  <a:pt x="5555" y="1481"/>
                </a:lnTo>
                <a:lnTo>
                  <a:pt x="5554" y="1481"/>
                </a:lnTo>
                <a:lnTo>
                  <a:pt x="5554" y="1482"/>
                </a:lnTo>
                <a:lnTo>
                  <a:pt x="5553" y="1482"/>
                </a:lnTo>
                <a:lnTo>
                  <a:pt x="5553" y="1483"/>
                </a:lnTo>
                <a:lnTo>
                  <a:pt x="5552" y="1483"/>
                </a:lnTo>
                <a:lnTo>
                  <a:pt x="5551" y="1483"/>
                </a:lnTo>
                <a:lnTo>
                  <a:pt x="5550" y="1483"/>
                </a:lnTo>
                <a:lnTo>
                  <a:pt x="5549" y="1483"/>
                </a:lnTo>
                <a:lnTo>
                  <a:pt x="5549" y="1484"/>
                </a:lnTo>
                <a:lnTo>
                  <a:pt x="5548" y="1484"/>
                </a:lnTo>
                <a:lnTo>
                  <a:pt x="5548" y="1485"/>
                </a:lnTo>
                <a:lnTo>
                  <a:pt x="5547" y="1486"/>
                </a:lnTo>
                <a:lnTo>
                  <a:pt x="5546" y="1486"/>
                </a:lnTo>
                <a:lnTo>
                  <a:pt x="5545" y="1486"/>
                </a:lnTo>
                <a:lnTo>
                  <a:pt x="5544" y="1487"/>
                </a:lnTo>
                <a:lnTo>
                  <a:pt x="5543" y="1488"/>
                </a:lnTo>
                <a:lnTo>
                  <a:pt x="5543" y="1489"/>
                </a:lnTo>
                <a:lnTo>
                  <a:pt x="5542" y="1489"/>
                </a:lnTo>
                <a:lnTo>
                  <a:pt x="5542" y="1490"/>
                </a:lnTo>
                <a:lnTo>
                  <a:pt x="5541" y="1490"/>
                </a:lnTo>
                <a:lnTo>
                  <a:pt x="5540" y="1490"/>
                </a:lnTo>
                <a:lnTo>
                  <a:pt x="5540" y="1491"/>
                </a:lnTo>
                <a:lnTo>
                  <a:pt x="5539" y="1491"/>
                </a:lnTo>
                <a:lnTo>
                  <a:pt x="5538" y="1491"/>
                </a:lnTo>
                <a:lnTo>
                  <a:pt x="5537" y="1491"/>
                </a:lnTo>
                <a:lnTo>
                  <a:pt x="5537" y="1490"/>
                </a:lnTo>
                <a:lnTo>
                  <a:pt x="5536" y="1490"/>
                </a:lnTo>
                <a:lnTo>
                  <a:pt x="5536" y="1491"/>
                </a:lnTo>
                <a:lnTo>
                  <a:pt x="5535" y="1492"/>
                </a:lnTo>
                <a:lnTo>
                  <a:pt x="5535" y="1493"/>
                </a:lnTo>
                <a:lnTo>
                  <a:pt x="5536" y="1493"/>
                </a:lnTo>
                <a:lnTo>
                  <a:pt x="5537" y="1494"/>
                </a:lnTo>
                <a:lnTo>
                  <a:pt x="5538" y="1494"/>
                </a:lnTo>
                <a:lnTo>
                  <a:pt x="5537" y="1495"/>
                </a:lnTo>
                <a:lnTo>
                  <a:pt x="5537" y="1497"/>
                </a:lnTo>
                <a:lnTo>
                  <a:pt x="5536" y="1497"/>
                </a:lnTo>
                <a:lnTo>
                  <a:pt x="5535" y="1497"/>
                </a:lnTo>
                <a:lnTo>
                  <a:pt x="5534" y="1497"/>
                </a:lnTo>
                <a:lnTo>
                  <a:pt x="5534" y="1498"/>
                </a:lnTo>
                <a:lnTo>
                  <a:pt x="5534" y="1499"/>
                </a:lnTo>
                <a:lnTo>
                  <a:pt x="5535" y="1499"/>
                </a:lnTo>
                <a:lnTo>
                  <a:pt x="5535" y="1500"/>
                </a:lnTo>
                <a:lnTo>
                  <a:pt x="5535" y="1501"/>
                </a:lnTo>
                <a:lnTo>
                  <a:pt x="5534" y="1501"/>
                </a:lnTo>
                <a:lnTo>
                  <a:pt x="5533" y="1501"/>
                </a:lnTo>
                <a:lnTo>
                  <a:pt x="5531" y="1501"/>
                </a:lnTo>
                <a:lnTo>
                  <a:pt x="5531" y="1502"/>
                </a:lnTo>
                <a:lnTo>
                  <a:pt x="5530" y="1502"/>
                </a:lnTo>
                <a:lnTo>
                  <a:pt x="5531" y="1502"/>
                </a:lnTo>
                <a:lnTo>
                  <a:pt x="5531" y="1503"/>
                </a:lnTo>
                <a:lnTo>
                  <a:pt x="5532" y="1503"/>
                </a:lnTo>
                <a:lnTo>
                  <a:pt x="5532" y="1504"/>
                </a:lnTo>
                <a:lnTo>
                  <a:pt x="5531" y="1505"/>
                </a:lnTo>
                <a:lnTo>
                  <a:pt x="5530" y="1505"/>
                </a:lnTo>
                <a:lnTo>
                  <a:pt x="5529" y="1505"/>
                </a:lnTo>
                <a:lnTo>
                  <a:pt x="5529" y="1506"/>
                </a:lnTo>
                <a:lnTo>
                  <a:pt x="5529" y="1507"/>
                </a:lnTo>
                <a:lnTo>
                  <a:pt x="5528" y="1508"/>
                </a:lnTo>
                <a:lnTo>
                  <a:pt x="5528" y="1510"/>
                </a:lnTo>
                <a:lnTo>
                  <a:pt x="5527" y="1510"/>
                </a:lnTo>
                <a:lnTo>
                  <a:pt x="5526" y="1510"/>
                </a:lnTo>
                <a:lnTo>
                  <a:pt x="5526" y="1509"/>
                </a:lnTo>
                <a:lnTo>
                  <a:pt x="5525" y="1509"/>
                </a:lnTo>
                <a:lnTo>
                  <a:pt x="5524" y="1509"/>
                </a:lnTo>
                <a:lnTo>
                  <a:pt x="5523" y="1510"/>
                </a:lnTo>
                <a:lnTo>
                  <a:pt x="5522" y="1510"/>
                </a:lnTo>
                <a:lnTo>
                  <a:pt x="5521" y="1511"/>
                </a:lnTo>
                <a:lnTo>
                  <a:pt x="5521" y="1512"/>
                </a:lnTo>
                <a:lnTo>
                  <a:pt x="5522" y="1512"/>
                </a:lnTo>
                <a:lnTo>
                  <a:pt x="5523" y="1511"/>
                </a:lnTo>
                <a:lnTo>
                  <a:pt x="5524" y="1511"/>
                </a:lnTo>
                <a:lnTo>
                  <a:pt x="5525" y="1511"/>
                </a:lnTo>
                <a:lnTo>
                  <a:pt x="5525" y="1512"/>
                </a:lnTo>
                <a:lnTo>
                  <a:pt x="5526" y="1512"/>
                </a:lnTo>
                <a:lnTo>
                  <a:pt x="5526" y="1513"/>
                </a:lnTo>
                <a:lnTo>
                  <a:pt x="5525" y="1514"/>
                </a:lnTo>
                <a:lnTo>
                  <a:pt x="5524" y="1514"/>
                </a:lnTo>
                <a:lnTo>
                  <a:pt x="5523" y="1514"/>
                </a:lnTo>
                <a:lnTo>
                  <a:pt x="5522" y="1514"/>
                </a:lnTo>
                <a:lnTo>
                  <a:pt x="5522" y="1513"/>
                </a:lnTo>
                <a:lnTo>
                  <a:pt x="5521" y="1513"/>
                </a:lnTo>
                <a:lnTo>
                  <a:pt x="5520" y="1513"/>
                </a:lnTo>
                <a:lnTo>
                  <a:pt x="5520" y="1514"/>
                </a:lnTo>
                <a:lnTo>
                  <a:pt x="5520" y="1515"/>
                </a:lnTo>
                <a:lnTo>
                  <a:pt x="5519" y="1515"/>
                </a:lnTo>
                <a:lnTo>
                  <a:pt x="5519" y="1516"/>
                </a:lnTo>
                <a:lnTo>
                  <a:pt x="5518" y="1516"/>
                </a:lnTo>
                <a:lnTo>
                  <a:pt x="5517" y="1516"/>
                </a:lnTo>
                <a:lnTo>
                  <a:pt x="5516" y="1516"/>
                </a:lnTo>
                <a:lnTo>
                  <a:pt x="5515" y="1516"/>
                </a:lnTo>
                <a:lnTo>
                  <a:pt x="5515" y="1515"/>
                </a:lnTo>
                <a:lnTo>
                  <a:pt x="5514" y="1515"/>
                </a:lnTo>
                <a:lnTo>
                  <a:pt x="5514" y="1514"/>
                </a:lnTo>
                <a:lnTo>
                  <a:pt x="5514" y="1513"/>
                </a:lnTo>
                <a:lnTo>
                  <a:pt x="5515" y="1512"/>
                </a:lnTo>
                <a:lnTo>
                  <a:pt x="5514" y="1512"/>
                </a:lnTo>
                <a:lnTo>
                  <a:pt x="5514" y="1513"/>
                </a:lnTo>
                <a:lnTo>
                  <a:pt x="5513" y="1513"/>
                </a:lnTo>
                <a:lnTo>
                  <a:pt x="5513" y="1514"/>
                </a:lnTo>
                <a:lnTo>
                  <a:pt x="5512" y="1514"/>
                </a:lnTo>
                <a:lnTo>
                  <a:pt x="5512" y="1513"/>
                </a:lnTo>
                <a:lnTo>
                  <a:pt x="5511" y="1513"/>
                </a:lnTo>
                <a:lnTo>
                  <a:pt x="5511" y="1512"/>
                </a:lnTo>
                <a:lnTo>
                  <a:pt x="5510" y="1512"/>
                </a:lnTo>
                <a:lnTo>
                  <a:pt x="5510" y="1513"/>
                </a:lnTo>
                <a:lnTo>
                  <a:pt x="5510" y="1514"/>
                </a:lnTo>
                <a:lnTo>
                  <a:pt x="5509" y="1514"/>
                </a:lnTo>
                <a:lnTo>
                  <a:pt x="5509" y="1515"/>
                </a:lnTo>
                <a:lnTo>
                  <a:pt x="5508" y="1515"/>
                </a:lnTo>
                <a:lnTo>
                  <a:pt x="5508" y="1516"/>
                </a:lnTo>
                <a:lnTo>
                  <a:pt x="5507" y="1516"/>
                </a:lnTo>
                <a:lnTo>
                  <a:pt x="5506" y="1516"/>
                </a:lnTo>
                <a:lnTo>
                  <a:pt x="5506" y="1517"/>
                </a:lnTo>
                <a:lnTo>
                  <a:pt x="5505" y="1517"/>
                </a:lnTo>
                <a:lnTo>
                  <a:pt x="5504" y="1518"/>
                </a:lnTo>
                <a:lnTo>
                  <a:pt x="5503" y="1518"/>
                </a:lnTo>
                <a:lnTo>
                  <a:pt x="5503" y="1517"/>
                </a:lnTo>
                <a:lnTo>
                  <a:pt x="5502" y="1517"/>
                </a:lnTo>
                <a:lnTo>
                  <a:pt x="5502" y="1516"/>
                </a:lnTo>
                <a:lnTo>
                  <a:pt x="5502" y="1515"/>
                </a:lnTo>
                <a:lnTo>
                  <a:pt x="5501" y="1515"/>
                </a:lnTo>
                <a:lnTo>
                  <a:pt x="5501" y="1514"/>
                </a:lnTo>
                <a:lnTo>
                  <a:pt x="5500" y="1514"/>
                </a:lnTo>
                <a:lnTo>
                  <a:pt x="5499" y="1514"/>
                </a:lnTo>
                <a:lnTo>
                  <a:pt x="5499" y="1515"/>
                </a:lnTo>
                <a:lnTo>
                  <a:pt x="5498" y="1515"/>
                </a:lnTo>
                <a:lnTo>
                  <a:pt x="5498" y="1516"/>
                </a:lnTo>
                <a:lnTo>
                  <a:pt x="5499" y="1515"/>
                </a:lnTo>
                <a:lnTo>
                  <a:pt x="5499" y="1516"/>
                </a:lnTo>
                <a:lnTo>
                  <a:pt x="5498" y="1516"/>
                </a:lnTo>
                <a:lnTo>
                  <a:pt x="5498" y="1517"/>
                </a:lnTo>
                <a:lnTo>
                  <a:pt x="5499" y="1516"/>
                </a:lnTo>
                <a:lnTo>
                  <a:pt x="5499" y="1517"/>
                </a:lnTo>
                <a:lnTo>
                  <a:pt x="5498" y="1517"/>
                </a:lnTo>
                <a:lnTo>
                  <a:pt x="5497" y="1517"/>
                </a:lnTo>
                <a:lnTo>
                  <a:pt x="5496" y="1517"/>
                </a:lnTo>
                <a:lnTo>
                  <a:pt x="5495" y="1517"/>
                </a:lnTo>
                <a:lnTo>
                  <a:pt x="5494" y="1518"/>
                </a:lnTo>
                <a:lnTo>
                  <a:pt x="5493" y="1518"/>
                </a:lnTo>
                <a:lnTo>
                  <a:pt x="5493" y="1519"/>
                </a:lnTo>
                <a:lnTo>
                  <a:pt x="5492" y="1519"/>
                </a:lnTo>
                <a:lnTo>
                  <a:pt x="5492" y="1520"/>
                </a:lnTo>
                <a:lnTo>
                  <a:pt x="5491" y="1520"/>
                </a:lnTo>
                <a:lnTo>
                  <a:pt x="5491" y="1521"/>
                </a:lnTo>
                <a:lnTo>
                  <a:pt x="5490" y="1521"/>
                </a:lnTo>
                <a:lnTo>
                  <a:pt x="5489" y="1522"/>
                </a:lnTo>
                <a:lnTo>
                  <a:pt x="5488" y="1522"/>
                </a:lnTo>
                <a:lnTo>
                  <a:pt x="5488" y="1523"/>
                </a:lnTo>
                <a:lnTo>
                  <a:pt x="5487" y="1523"/>
                </a:lnTo>
                <a:lnTo>
                  <a:pt x="5486" y="1523"/>
                </a:lnTo>
                <a:lnTo>
                  <a:pt x="5486" y="1524"/>
                </a:lnTo>
                <a:lnTo>
                  <a:pt x="5486" y="1525"/>
                </a:lnTo>
                <a:lnTo>
                  <a:pt x="5487" y="1525"/>
                </a:lnTo>
                <a:lnTo>
                  <a:pt x="5487" y="1526"/>
                </a:lnTo>
                <a:lnTo>
                  <a:pt x="5488" y="1525"/>
                </a:lnTo>
                <a:lnTo>
                  <a:pt x="5488" y="1526"/>
                </a:lnTo>
                <a:lnTo>
                  <a:pt x="5489" y="1526"/>
                </a:lnTo>
                <a:lnTo>
                  <a:pt x="5490" y="1526"/>
                </a:lnTo>
                <a:lnTo>
                  <a:pt x="5491" y="1526"/>
                </a:lnTo>
                <a:lnTo>
                  <a:pt x="5491" y="1527"/>
                </a:lnTo>
                <a:lnTo>
                  <a:pt x="5491" y="1529"/>
                </a:lnTo>
                <a:lnTo>
                  <a:pt x="5490" y="1530"/>
                </a:lnTo>
                <a:lnTo>
                  <a:pt x="5489" y="1530"/>
                </a:lnTo>
                <a:lnTo>
                  <a:pt x="5488" y="1530"/>
                </a:lnTo>
                <a:lnTo>
                  <a:pt x="5486" y="1530"/>
                </a:lnTo>
                <a:lnTo>
                  <a:pt x="5485" y="1530"/>
                </a:lnTo>
                <a:lnTo>
                  <a:pt x="5484" y="1530"/>
                </a:lnTo>
                <a:lnTo>
                  <a:pt x="5483" y="1530"/>
                </a:lnTo>
                <a:lnTo>
                  <a:pt x="5482" y="1531"/>
                </a:lnTo>
                <a:lnTo>
                  <a:pt x="5481" y="1530"/>
                </a:lnTo>
                <a:lnTo>
                  <a:pt x="5480" y="1530"/>
                </a:lnTo>
                <a:lnTo>
                  <a:pt x="5480" y="1529"/>
                </a:lnTo>
                <a:lnTo>
                  <a:pt x="5479" y="1529"/>
                </a:lnTo>
                <a:lnTo>
                  <a:pt x="5478" y="1529"/>
                </a:lnTo>
                <a:lnTo>
                  <a:pt x="5477" y="1529"/>
                </a:lnTo>
                <a:lnTo>
                  <a:pt x="5477" y="1531"/>
                </a:lnTo>
                <a:lnTo>
                  <a:pt x="5477" y="1532"/>
                </a:lnTo>
                <a:lnTo>
                  <a:pt x="5477" y="1533"/>
                </a:lnTo>
                <a:lnTo>
                  <a:pt x="5476" y="1533"/>
                </a:lnTo>
                <a:lnTo>
                  <a:pt x="5476" y="1534"/>
                </a:lnTo>
                <a:lnTo>
                  <a:pt x="5476" y="1535"/>
                </a:lnTo>
                <a:lnTo>
                  <a:pt x="5475" y="1535"/>
                </a:lnTo>
                <a:lnTo>
                  <a:pt x="5473" y="1535"/>
                </a:lnTo>
                <a:lnTo>
                  <a:pt x="5472" y="1535"/>
                </a:lnTo>
                <a:lnTo>
                  <a:pt x="5471" y="1535"/>
                </a:lnTo>
                <a:lnTo>
                  <a:pt x="5470" y="1535"/>
                </a:lnTo>
                <a:lnTo>
                  <a:pt x="5469" y="1535"/>
                </a:lnTo>
                <a:lnTo>
                  <a:pt x="5468" y="1535"/>
                </a:lnTo>
                <a:lnTo>
                  <a:pt x="5468" y="1536"/>
                </a:lnTo>
                <a:lnTo>
                  <a:pt x="5468" y="1537"/>
                </a:lnTo>
                <a:lnTo>
                  <a:pt x="5467" y="1537"/>
                </a:lnTo>
                <a:lnTo>
                  <a:pt x="5467" y="1538"/>
                </a:lnTo>
                <a:lnTo>
                  <a:pt x="5467" y="1539"/>
                </a:lnTo>
                <a:lnTo>
                  <a:pt x="5467" y="1540"/>
                </a:lnTo>
                <a:lnTo>
                  <a:pt x="5467" y="1541"/>
                </a:lnTo>
                <a:lnTo>
                  <a:pt x="5466" y="1541"/>
                </a:lnTo>
                <a:lnTo>
                  <a:pt x="5465" y="1542"/>
                </a:lnTo>
                <a:lnTo>
                  <a:pt x="5464" y="1541"/>
                </a:lnTo>
                <a:lnTo>
                  <a:pt x="5463" y="1541"/>
                </a:lnTo>
                <a:lnTo>
                  <a:pt x="5462" y="1541"/>
                </a:lnTo>
                <a:lnTo>
                  <a:pt x="5462" y="1542"/>
                </a:lnTo>
                <a:lnTo>
                  <a:pt x="5463" y="1542"/>
                </a:lnTo>
                <a:lnTo>
                  <a:pt x="5463" y="1543"/>
                </a:lnTo>
                <a:lnTo>
                  <a:pt x="5463" y="1544"/>
                </a:lnTo>
                <a:lnTo>
                  <a:pt x="5463" y="1545"/>
                </a:lnTo>
                <a:lnTo>
                  <a:pt x="5463" y="1546"/>
                </a:lnTo>
                <a:lnTo>
                  <a:pt x="5462" y="1546"/>
                </a:lnTo>
                <a:lnTo>
                  <a:pt x="5461" y="1546"/>
                </a:lnTo>
                <a:lnTo>
                  <a:pt x="5460" y="1546"/>
                </a:lnTo>
                <a:lnTo>
                  <a:pt x="5459" y="1545"/>
                </a:lnTo>
                <a:lnTo>
                  <a:pt x="5459" y="1544"/>
                </a:lnTo>
                <a:lnTo>
                  <a:pt x="5458" y="1544"/>
                </a:lnTo>
                <a:lnTo>
                  <a:pt x="5458" y="1543"/>
                </a:lnTo>
                <a:lnTo>
                  <a:pt x="5458" y="1544"/>
                </a:lnTo>
                <a:lnTo>
                  <a:pt x="5458" y="1543"/>
                </a:lnTo>
                <a:lnTo>
                  <a:pt x="5457" y="1543"/>
                </a:lnTo>
                <a:lnTo>
                  <a:pt x="5456" y="1543"/>
                </a:lnTo>
                <a:lnTo>
                  <a:pt x="5456" y="1544"/>
                </a:lnTo>
                <a:lnTo>
                  <a:pt x="5455" y="1544"/>
                </a:lnTo>
                <a:lnTo>
                  <a:pt x="5454" y="1544"/>
                </a:lnTo>
                <a:lnTo>
                  <a:pt x="5454" y="1545"/>
                </a:lnTo>
                <a:lnTo>
                  <a:pt x="5452" y="1545"/>
                </a:lnTo>
                <a:lnTo>
                  <a:pt x="5452" y="1544"/>
                </a:lnTo>
                <a:lnTo>
                  <a:pt x="5451" y="1544"/>
                </a:lnTo>
                <a:lnTo>
                  <a:pt x="5451" y="1543"/>
                </a:lnTo>
                <a:lnTo>
                  <a:pt x="5450" y="1543"/>
                </a:lnTo>
                <a:lnTo>
                  <a:pt x="5449" y="1543"/>
                </a:lnTo>
                <a:lnTo>
                  <a:pt x="5448" y="1543"/>
                </a:lnTo>
                <a:lnTo>
                  <a:pt x="5448" y="1544"/>
                </a:lnTo>
                <a:lnTo>
                  <a:pt x="5448" y="1543"/>
                </a:lnTo>
                <a:lnTo>
                  <a:pt x="5447" y="1543"/>
                </a:lnTo>
                <a:lnTo>
                  <a:pt x="5447" y="1544"/>
                </a:lnTo>
                <a:lnTo>
                  <a:pt x="5447" y="1546"/>
                </a:lnTo>
                <a:lnTo>
                  <a:pt x="5447" y="1547"/>
                </a:lnTo>
                <a:lnTo>
                  <a:pt x="5446" y="1547"/>
                </a:lnTo>
                <a:lnTo>
                  <a:pt x="5446" y="1548"/>
                </a:lnTo>
                <a:lnTo>
                  <a:pt x="5445" y="1548"/>
                </a:lnTo>
                <a:lnTo>
                  <a:pt x="5446" y="1548"/>
                </a:lnTo>
                <a:lnTo>
                  <a:pt x="5446" y="1549"/>
                </a:lnTo>
                <a:lnTo>
                  <a:pt x="5445" y="1549"/>
                </a:lnTo>
                <a:lnTo>
                  <a:pt x="5445" y="1548"/>
                </a:lnTo>
                <a:lnTo>
                  <a:pt x="5444" y="1548"/>
                </a:lnTo>
                <a:lnTo>
                  <a:pt x="5443" y="1548"/>
                </a:lnTo>
                <a:lnTo>
                  <a:pt x="5442" y="1548"/>
                </a:lnTo>
                <a:lnTo>
                  <a:pt x="5441" y="1548"/>
                </a:lnTo>
                <a:lnTo>
                  <a:pt x="5440" y="1549"/>
                </a:lnTo>
                <a:lnTo>
                  <a:pt x="5439" y="1549"/>
                </a:lnTo>
                <a:lnTo>
                  <a:pt x="5438" y="1549"/>
                </a:lnTo>
                <a:lnTo>
                  <a:pt x="5438" y="1550"/>
                </a:lnTo>
                <a:lnTo>
                  <a:pt x="5437" y="1550"/>
                </a:lnTo>
                <a:lnTo>
                  <a:pt x="5436" y="1550"/>
                </a:lnTo>
                <a:lnTo>
                  <a:pt x="5435" y="1550"/>
                </a:lnTo>
                <a:lnTo>
                  <a:pt x="5435" y="1551"/>
                </a:lnTo>
                <a:lnTo>
                  <a:pt x="5434" y="1551"/>
                </a:lnTo>
                <a:lnTo>
                  <a:pt x="5434" y="1552"/>
                </a:lnTo>
                <a:lnTo>
                  <a:pt x="5433" y="1552"/>
                </a:lnTo>
                <a:lnTo>
                  <a:pt x="5433" y="1553"/>
                </a:lnTo>
                <a:lnTo>
                  <a:pt x="5432" y="1553"/>
                </a:lnTo>
                <a:lnTo>
                  <a:pt x="5431" y="1553"/>
                </a:lnTo>
                <a:lnTo>
                  <a:pt x="5431" y="1554"/>
                </a:lnTo>
                <a:lnTo>
                  <a:pt x="5430" y="1554"/>
                </a:lnTo>
                <a:lnTo>
                  <a:pt x="5431" y="1554"/>
                </a:lnTo>
                <a:lnTo>
                  <a:pt x="5432" y="1554"/>
                </a:lnTo>
                <a:lnTo>
                  <a:pt x="5433" y="1555"/>
                </a:lnTo>
                <a:lnTo>
                  <a:pt x="5432" y="1555"/>
                </a:lnTo>
                <a:lnTo>
                  <a:pt x="5432" y="1554"/>
                </a:lnTo>
                <a:lnTo>
                  <a:pt x="5431" y="1554"/>
                </a:lnTo>
                <a:lnTo>
                  <a:pt x="5430" y="1554"/>
                </a:lnTo>
                <a:lnTo>
                  <a:pt x="5429" y="1554"/>
                </a:lnTo>
                <a:lnTo>
                  <a:pt x="5428" y="1555"/>
                </a:lnTo>
                <a:lnTo>
                  <a:pt x="5427" y="1555"/>
                </a:lnTo>
                <a:lnTo>
                  <a:pt x="5426" y="1555"/>
                </a:lnTo>
                <a:lnTo>
                  <a:pt x="5426" y="1556"/>
                </a:lnTo>
                <a:lnTo>
                  <a:pt x="5425" y="1556"/>
                </a:lnTo>
                <a:lnTo>
                  <a:pt x="5426" y="1556"/>
                </a:lnTo>
                <a:lnTo>
                  <a:pt x="5426" y="1557"/>
                </a:lnTo>
                <a:lnTo>
                  <a:pt x="5427" y="1557"/>
                </a:lnTo>
                <a:lnTo>
                  <a:pt x="5428" y="1557"/>
                </a:lnTo>
                <a:lnTo>
                  <a:pt x="5428" y="1558"/>
                </a:lnTo>
                <a:lnTo>
                  <a:pt x="5428" y="1557"/>
                </a:lnTo>
                <a:lnTo>
                  <a:pt x="5427" y="1557"/>
                </a:lnTo>
                <a:lnTo>
                  <a:pt x="5426" y="1557"/>
                </a:lnTo>
                <a:lnTo>
                  <a:pt x="5425" y="1557"/>
                </a:lnTo>
                <a:lnTo>
                  <a:pt x="5424" y="1557"/>
                </a:lnTo>
                <a:lnTo>
                  <a:pt x="5423" y="1557"/>
                </a:lnTo>
                <a:lnTo>
                  <a:pt x="5422" y="1557"/>
                </a:lnTo>
                <a:lnTo>
                  <a:pt x="5421" y="1557"/>
                </a:lnTo>
                <a:lnTo>
                  <a:pt x="5421" y="1558"/>
                </a:lnTo>
                <a:lnTo>
                  <a:pt x="5420" y="1558"/>
                </a:lnTo>
                <a:lnTo>
                  <a:pt x="5420" y="1559"/>
                </a:lnTo>
                <a:lnTo>
                  <a:pt x="5420" y="1560"/>
                </a:lnTo>
                <a:lnTo>
                  <a:pt x="5421" y="1561"/>
                </a:lnTo>
                <a:lnTo>
                  <a:pt x="5422" y="1561"/>
                </a:lnTo>
                <a:lnTo>
                  <a:pt x="5424" y="1562"/>
                </a:lnTo>
                <a:lnTo>
                  <a:pt x="5425" y="1562"/>
                </a:lnTo>
                <a:lnTo>
                  <a:pt x="5425" y="1563"/>
                </a:lnTo>
                <a:lnTo>
                  <a:pt x="5426" y="1563"/>
                </a:lnTo>
                <a:lnTo>
                  <a:pt x="5427" y="1563"/>
                </a:lnTo>
                <a:lnTo>
                  <a:pt x="5426" y="1563"/>
                </a:lnTo>
                <a:lnTo>
                  <a:pt x="5425" y="1563"/>
                </a:lnTo>
                <a:lnTo>
                  <a:pt x="5425" y="1564"/>
                </a:lnTo>
                <a:lnTo>
                  <a:pt x="5425" y="1565"/>
                </a:lnTo>
                <a:lnTo>
                  <a:pt x="5424" y="1565"/>
                </a:lnTo>
                <a:lnTo>
                  <a:pt x="5423" y="1566"/>
                </a:lnTo>
                <a:lnTo>
                  <a:pt x="5422" y="1566"/>
                </a:lnTo>
                <a:lnTo>
                  <a:pt x="5421" y="1567"/>
                </a:lnTo>
                <a:lnTo>
                  <a:pt x="5421" y="1566"/>
                </a:lnTo>
                <a:lnTo>
                  <a:pt x="5420" y="1566"/>
                </a:lnTo>
                <a:lnTo>
                  <a:pt x="5419" y="1566"/>
                </a:lnTo>
                <a:lnTo>
                  <a:pt x="5419" y="1565"/>
                </a:lnTo>
                <a:lnTo>
                  <a:pt x="5418" y="1565"/>
                </a:lnTo>
                <a:lnTo>
                  <a:pt x="5417" y="1565"/>
                </a:lnTo>
                <a:lnTo>
                  <a:pt x="5416" y="1565"/>
                </a:lnTo>
                <a:lnTo>
                  <a:pt x="5415" y="1565"/>
                </a:lnTo>
                <a:lnTo>
                  <a:pt x="5415" y="1566"/>
                </a:lnTo>
                <a:lnTo>
                  <a:pt x="5415" y="1565"/>
                </a:lnTo>
                <a:lnTo>
                  <a:pt x="5415" y="1566"/>
                </a:lnTo>
                <a:lnTo>
                  <a:pt x="5414" y="1566"/>
                </a:lnTo>
                <a:lnTo>
                  <a:pt x="5413" y="1566"/>
                </a:lnTo>
                <a:lnTo>
                  <a:pt x="5412" y="1567"/>
                </a:lnTo>
                <a:lnTo>
                  <a:pt x="5411" y="1567"/>
                </a:lnTo>
                <a:lnTo>
                  <a:pt x="5411" y="1566"/>
                </a:lnTo>
                <a:lnTo>
                  <a:pt x="5410" y="1566"/>
                </a:lnTo>
                <a:lnTo>
                  <a:pt x="5409" y="1566"/>
                </a:lnTo>
                <a:lnTo>
                  <a:pt x="5408" y="1565"/>
                </a:lnTo>
                <a:lnTo>
                  <a:pt x="5409" y="1565"/>
                </a:lnTo>
                <a:lnTo>
                  <a:pt x="5409" y="1564"/>
                </a:lnTo>
                <a:lnTo>
                  <a:pt x="5409" y="1563"/>
                </a:lnTo>
                <a:lnTo>
                  <a:pt x="5408" y="1563"/>
                </a:lnTo>
                <a:lnTo>
                  <a:pt x="5407" y="1564"/>
                </a:lnTo>
                <a:lnTo>
                  <a:pt x="5407" y="1565"/>
                </a:lnTo>
                <a:lnTo>
                  <a:pt x="5407" y="1566"/>
                </a:lnTo>
                <a:lnTo>
                  <a:pt x="5406" y="1566"/>
                </a:lnTo>
                <a:lnTo>
                  <a:pt x="5406" y="1567"/>
                </a:lnTo>
                <a:lnTo>
                  <a:pt x="5405" y="1567"/>
                </a:lnTo>
                <a:lnTo>
                  <a:pt x="5405" y="1568"/>
                </a:lnTo>
                <a:lnTo>
                  <a:pt x="5405" y="1569"/>
                </a:lnTo>
                <a:lnTo>
                  <a:pt x="5404" y="1569"/>
                </a:lnTo>
                <a:lnTo>
                  <a:pt x="5404" y="1570"/>
                </a:lnTo>
                <a:lnTo>
                  <a:pt x="5403" y="1570"/>
                </a:lnTo>
                <a:lnTo>
                  <a:pt x="5402" y="1571"/>
                </a:lnTo>
                <a:lnTo>
                  <a:pt x="5401" y="1572"/>
                </a:lnTo>
                <a:lnTo>
                  <a:pt x="5400" y="1572"/>
                </a:lnTo>
                <a:lnTo>
                  <a:pt x="5400" y="1573"/>
                </a:lnTo>
                <a:lnTo>
                  <a:pt x="5399" y="1573"/>
                </a:lnTo>
                <a:lnTo>
                  <a:pt x="5398" y="1573"/>
                </a:lnTo>
                <a:lnTo>
                  <a:pt x="5398" y="1574"/>
                </a:lnTo>
                <a:lnTo>
                  <a:pt x="5397" y="1574"/>
                </a:lnTo>
                <a:lnTo>
                  <a:pt x="5396" y="1574"/>
                </a:lnTo>
                <a:lnTo>
                  <a:pt x="5395" y="1574"/>
                </a:lnTo>
                <a:lnTo>
                  <a:pt x="5394" y="1574"/>
                </a:lnTo>
                <a:lnTo>
                  <a:pt x="5394" y="1575"/>
                </a:lnTo>
                <a:lnTo>
                  <a:pt x="5393" y="1575"/>
                </a:lnTo>
                <a:lnTo>
                  <a:pt x="5393" y="1576"/>
                </a:lnTo>
                <a:lnTo>
                  <a:pt x="5392" y="1576"/>
                </a:lnTo>
                <a:lnTo>
                  <a:pt x="5392" y="1577"/>
                </a:lnTo>
                <a:lnTo>
                  <a:pt x="5392" y="1578"/>
                </a:lnTo>
                <a:lnTo>
                  <a:pt x="5392" y="1577"/>
                </a:lnTo>
                <a:lnTo>
                  <a:pt x="5392" y="1578"/>
                </a:lnTo>
                <a:lnTo>
                  <a:pt x="5391" y="1578"/>
                </a:lnTo>
                <a:lnTo>
                  <a:pt x="5392" y="1578"/>
                </a:lnTo>
                <a:lnTo>
                  <a:pt x="5391" y="1578"/>
                </a:lnTo>
                <a:lnTo>
                  <a:pt x="5391" y="1579"/>
                </a:lnTo>
                <a:lnTo>
                  <a:pt x="5391" y="1580"/>
                </a:lnTo>
                <a:lnTo>
                  <a:pt x="5390" y="1580"/>
                </a:lnTo>
                <a:lnTo>
                  <a:pt x="5391" y="1580"/>
                </a:lnTo>
                <a:lnTo>
                  <a:pt x="5391" y="1581"/>
                </a:lnTo>
                <a:lnTo>
                  <a:pt x="5390" y="1581"/>
                </a:lnTo>
                <a:lnTo>
                  <a:pt x="5391" y="1581"/>
                </a:lnTo>
                <a:lnTo>
                  <a:pt x="5390" y="1581"/>
                </a:lnTo>
                <a:lnTo>
                  <a:pt x="5390" y="1582"/>
                </a:lnTo>
                <a:lnTo>
                  <a:pt x="5390" y="1583"/>
                </a:lnTo>
                <a:lnTo>
                  <a:pt x="5389" y="1583"/>
                </a:lnTo>
                <a:lnTo>
                  <a:pt x="5388" y="1583"/>
                </a:lnTo>
                <a:lnTo>
                  <a:pt x="5389" y="1583"/>
                </a:lnTo>
                <a:lnTo>
                  <a:pt x="5388" y="1583"/>
                </a:lnTo>
                <a:lnTo>
                  <a:pt x="5387" y="1583"/>
                </a:lnTo>
                <a:lnTo>
                  <a:pt x="5387" y="1584"/>
                </a:lnTo>
                <a:lnTo>
                  <a:pt x="5386" y="1584"/>
                </a:lnTo>
                <a:lnTo>
                  <a:pt x="5385" y="1584"/>
                </a:lnTo>
                <a:lnTo>
                  <a:pt x="5385" y="1585"/>
                </a:lnTo>
                <a:lnTo>
                  <a:pt x="5384" y="1585"/>
                </a:lnTo>
                <a:lnTo>
                  <a:pt x="5383" y="1585"/>
                </a:lnTo>
                <a:lnTo>
                  <a:pt x="5382" y="1585"/>
                </a:lnTo>
                <a:lnTo>
                  <a:pt x="5382" y="1586"/>
                </a:lnTo>
                <a:lnTo>
                  <a:pt x="5381" y="1586"/>
                </a:lnTo>
                <a:lnTo>
                  <a:pt x="5380" y="1586"/>
                </a:lnTo>
                <a:lnTo>
                  <a:pt x="5379" y="1586"/>
                </a:lnTo>
                <a:lnTo>
                  <a:pt x="5378" y="1586"/>
                </a:lnTo>
                <a:lnTo>
                  <a:pt x="5378" y="1587"/>
                </a:lnTo>
                <a:lnTo>
                  <a:pt x="5377" y="1587"/>
                </a:lnTo>
                <a:lnTo>
                  <a:pt x="5377" y="1588"/>
                </a:lnTo>
                <a:lnTo>
                  <a:pt x="5376" y="1588"/>
                </a:lnTo>
                <a:lnTo>
                  <a:pt x="5377" y="1588"/>
                </a:lnTo>
                <a:lnTo>
                  <a:pt x="5376" y="1588"/>
                </a:lnTo>
                <a:lnTo>
                  <a:pt x="5376" y="1589"/>
                </a:lnTo>
                <a:lnTo>
                  <a:pt x="5375" y="1589"/>
                </a:lnTo>
                <a:lnTo>
                  <a:pt x="5375" y="1590"/>
                </a:lnTo>
                <a:lnTo>
                  <a:pt x="5375" y="1591"/>
                </a:lnTo>
                <a:lnTo>
                  <a:pt x="5375" y="1592"/>
                </a:lnTo>
                <a:lnTo>
                  <a:pt x="5375" y="1593"/>
                </a:lnTo>
                <a:lnTo>
                  <a:pt x="5374" y="1593"/>
                </a:lnTo>
                <a:lnTo>
                  <a:pt x="5373" y="1593"/>
                </a:lnTo>
                <a:lnTo>
                  <a:pt x="5373" y="1594"/>
                </a:lnTo>
                <a:lnTo>
                  <a:pt x="5372" y="1594"/>
                </a:lnTo>
                <a:lnTo>
                  <a:pt x="5371" y="1594"/>
                </a:lnTo>
                <a:lnTo>
                  <a:pt x="5371" y="1595"/>
                </a:lnTo>
                <a:lnTo>
                  <a:pt x="5370" y="1595"/>
                </a:lnTo>
                <a:lnTo>
                  <a:pt x="5369" y="1595"/>
                </a:lnTo>
                <a:lnTo>
                  <a:pt x="5368" y="1595"/>
                </a:lnTo>
                <a:lnTo>
                  <a:pt x="5368" y="1596"/>
                </a:lnTo>
                <a:lnTo>
                  <a:pt x="5368" y="1597"/>
                </a:lnTo>
                <a:lnTo>
                  <a:pt x="5368" y="1598"/>
                </a:lnTo>
                <a:lnTo>
                  <a:pt x="5368" y="1599"/>
                </a:lnTo>
                <a:lnTo>
                  <a:pt x="5369" y="1599"/>
                </a:lnTo>
                <a:lnTo>
                  <a:pt x="5369" y="1600"/>
                </a:lnTo>
                <a:lnTo>
                  <a:pt x="5369" y="1601"/>
                </a:lnTo>
                <a:lnTo>
                  <a:pt x="5368" y="1601"/>
                </a:lnTo>
                <a:lnTo>
                  <a:pt x="5367" y="1601"/>
                </a:lnTo>
                <a:lnTo>
                  <a:pt x="5366" y="1601"/>
                </a:lnTo>
                <a:lnTo>
                  <a:pt x="5365" y="1601"/>
                </a:lnTo>
                <a:lnTo>
                  <a:pt x="5366" y="1601"/>
                </a:lnTo>
                <a:lnTo>
                  <a:pt x="5367" y="1601"/>
                </a:lnTo>
                <a:lnTo>
                  <a:pt x="5368" y="1601"/>
                </a:lnTo>
                <a:lnTo>
                  <a:pt x="5368" y="1600"/>
                </a:lnTo>
                <a:lnTo>
                  <a:pt x="5369" y="1600"/>
                </a:lnTo>
                <a:lnTo>
                  <a:pt x="5368" y="1600"/>
                </a:lnTo>
                <a:lnTo>
                  <a:pt x="5369" y="1600"/>
                </a:lnTo>
                <a:lnTo>
                  <a:pt x="5368" y="1600"/>
                </a:lnTo>
                <a:lnTo>
                  <a:pt x="5368" y="1599"/>
                </a:lnTo>
                <a:lnTo>
                  <a:pt x="5368" y="1598"/>
                </a:lnTo>
                <a:lnTo>
                  <a:pt x="5368" y="1597"/>
                </a:lnTo>
                <a:lnTo>
                  <a:pt x="5368" y="1596"/>
                </a:lnTo>
                <a:lnTo>
                  <a:pt x="5367" y="1596"/>
                </a:lnTo>
                <a:lnTo>
                  <a:pt x="5366" y="1597"/>
                </a:lnTo>
                <a:lnTo>
                  <a:pt x="5366" y="1598"/>
                </a:lnTo>
                <a:lnTo>
                  <a:pt x="5365" y="1598"/>
                </a:lnTo>
                <a:lnTo>
                  <a:pt x="5365" y="1599"/>
                </a:lnTo>
                <a:lnTo>
                  <a:pt x="5365" y="1600"/>
                </a:lnTo>
                <a:lnTo>
                  <a:pt x="5364" y="1600"/>
                </a:lnTo>
                <a:lnTo>
                  <a:pt x="5363" y="1600"/>
                </a:lnTo>
                <a:lnTo>
                  <a:pt x="5362" y="1600"/>
                </a:lnTo>
                <a:lnTo>
                  <a:pt x="5362" y="1601"/>
                </a:lnTo>
                <a:lnTo>
                  <a:pt x="5361" y="1601"/>
                </a:lnTo>
                <a:lnTo>
                  <a:pt x="5361" y="1602"/>
                </a:lnTo>
                <a:lnTo>
                  <a:pt x="5360" y="1602"/>
                </a:lnTo>
                <a:lnTo>
                  <a:pt x="5360" y="1603"/>
                </a:lnTo>
                <a:lnTo>
                  <a:pt x="5359" y="1604"/>
                </a:lnTo>
                <a:lnTo>
                  <a:pt x="5358" y="1604"/>
                </a:lnTo>
                <a:lnTo>
                  <a:pt x="5357" y="1604"/>
                </a:lnTo>
                <a:lnTo>
                  <a:pt x="5356" y="1604"/>
                </a:lnTo>
                <a:lnTo>
                  <a:pt x="5356" y="1605"/>
                </a:lnTo>
                <a:lnTo>
                  <a:pt x="5356" y="1606"/>
                </a:lnTo>
                <a:lnTo>
                  <a:pt x="5358" y="1606"/>
                </a:lnTo>
                <a:lnTo>
                  <a:pt x="5359" y="1606"/>
                </a:lnTo>
                <a:lnTo>
                  <a:pt x="5359" y="1605"/>
                </a:lnTo>
                <a:lnTo>
                  <a:pt x="5361" y="1605"/>
                </a:lnTo>
                <a:lnTo>
                  <a:pt x="5362" y="1605"/>
                </a:lnTo>
                <a:lnTo>
                  <a:pt x="5362" y="1604"/>
                </a:lnTo>
                <a:lnTo>
                  <a:pt x="5362" y="1603"/>
                </a:lnTo>
                <a:lnTo>
                  <a:pt x="5363" y="1603"/>
                </a:lnTo>
                <a:lnTo>
                  <a:pt x="5363" y="1602"/>
                </a:lnTo>
                <a:lnTo>
                  <a:pt x="5363" y="1601"/>
                </a:lnTo>
                <a:lnTo>
                  <a:pt x="5363" y="1602"/>
                </a:lnTo>
                <a:lnTo>
                  <a:pt x="5363" y="1603"/>
                </a:lnTo>
                <a:lnTo>
                  <a:pt x="5363" y="1604"/>
                </a:lnTo>
                <a:lnTo>
                  <a:pt x="5362" y="1604"/>
                </a:lnTo>
                <a:lnTo>
                  <a:pt x="5362" y="1605"/>
                </a:lnTo>
                <a:lnTo>
                  <a:pt x="5361" y="1605"/>
                </a:lnTo>
                <a:lnTo>
                  <a:pt x="5360" y="1605"/>
                </a:lnTo>
                <a:lnTo>
                  <a:pt x="5360" y="1606"/>
                </a:lnTo>
                <a:lnTo>
                  <a:pt x="5359" y="1606"/>
                </a:lnTo>
                <a:lnTo>
                  <a:pt x="5358" y="1606"/>
                </a:lnTo>
                <a:lnTo>
                  <a:pt x="5358" y="1607"/>
                </a:lnTo>
                <a:lnTo>
                  <a:pt x="5359" y="1607"/>
                </a:lnTo>
                <a:lnTo>
                  <a:pt x="5358" y="1607"/>
                </a:lnTo>
                <a:lnTo>
                  <a:pt x="5358" y="1606"/>
                </a:lnTo>
                <a:lnTo>
                  <a:pt x="5358" y="1607"/>
                </a:lnTo>
                <a:lnTo>
                  <a:pt x="5357" y="1607"/>
                </a:lnTo>
                <a:lnTo>
                  <a:pt x="5357" y="1606"/>
                </a:lnTo>
                <a:lnTo>
                  <a:pt x="5356" y="1606"/>
                </a:lnTo>
                <a:lnTo>
                  <a:pt x="5356" y="1607"/>
                </a:lnTo>
                <a:lnTo>
                  <a:pt x="5355" y="1607"/>
                </a:lnTo>
                <a:lnTo>
                  <a:pt x="5355" y="1608"/>
                </a:lnTo>
                <a:lnTo>
                  <a:pt x="5354" y="1608"/>
                </a:lnTo>
                <a:lnTo>
                  <a:pt x="5353" y="1608"/>
                </a:lnTo>
                <a:lnTo>
                  <a:pt x="5353" y="1609"/>
                </a:lnTo>
                <a:lnTo>
                  <a:pt x="5352" y="1610"/>
                </a:lnTo>
                <a:lnTo>
                  <a:pt x="5352" y="1611"/>
                </a:lnTo>
                <a:lnTo>
                  <a:pt x="5353" y="1612"/>
                </a:lnTo>
                <a:lnTo>
                  <a:pt x="5353" y="1614"/>
                </a:lnTo>
                <a:lnTo>
                  <a:pt x="5353" y="1615"/>
                </a:lnTo>
                <a:lnTo>
                  <a:pt x="5353" y="1616"/>
                </a:lnTo>
                <a:lnTo>
                  <a:pt x="5353" y="1617"/>
                </a:lnTo>
                <a:lnTo>
                  <a:pt x="5353" y="1619"/>
                </a:lnTo>
                <a:lnTo>
                  <a:pt x="5353" y="1620"/>
                </a:lnTo>
                <a:lnTo>
                  <a:pt x="5352" y="1620"/>
                </a:lnTo>
                <a:lnTo>
                  <a:pt x="5352" y="1621"/>
                </a:lnTo>
                <a:lnTo>
                  <a:pt x="5352" y="1622"/>
                </a:lnTo>
                <a:lnTo>
                  <a:pt x="5352" y="1623"/>
                </a:lnTo>
                <a:lnTo>
                  <a:pt x="5352" y="1624"/>
                </a:lnTo>
                <a:lnTo>
                  <a:pt x="5352" y="1625"/>
                </a:lnTo>
                <a:lnTo>
                  <a:pt x="5352" y="1626"/>
                </a:lnTo>
                <a:lnTo>
                  <a:pt x="5352" y="1625"/>
                </a:lnTo>
                <a:lnTo>
                  <a:pt x="5351" y="1625"/>
                </a:lnTo>
                <a:lnTo>
                  <a:pt x="5351" y="1626"/>
                </a:lnTo>
                <a:lnTo>
                  <a:pt x="5350" y="1626"/>
                </a:lnTo>
                <a:lnTo>
                  <a:pt x="5350" y="1627"/>
                </a:lnTo>
                <a:lnTo>
                  <a:pt x="5349" y="1627"/>
                </a:lnTo>
                <a:lnTo>
                  <a:pt x="5349" y="1628"/>
                </a:lnTo>
                <a:lnTo>
                  <a:pt x="5350" y="1628"/>
                </a:lnTo>
                <a:lnTo>
                  <a:pt x="5351" y="1628"/>
                </a:lnTo>
                <a:lnTo>
                  <a:pt x="5351" y="1627"/>
                </a:lnTo>
                <a:lnTo>
                  <a:pt x="5351" y="1628"/>
                </a:lnTo>
                <a:lnTo>
                  <a:pt x="5350" y="1628"/>
                </a:lnTo>
                <a:lnTo>
                  <a:pt x="5348" y="1628"/>
                </a:lnTo>
                <a:lnTo>
                  <a:pt x="5348" y="1629"/>
                </a:lnTo>
                <a:lnTo>
                  <a:pt x="5347" y="1629"/>
                </a:lnTo>
                <a:lnTo>
                  <a:pt x="5347" y="1630"/>
                </a:lnTo>
                <a:lnTo>
                  <a:pt x="5346" y="1630"/>
                </a:lnTo>
                <a:lnTo>
                  <a:pt x="5346" y="1631"/>
                </a:lnTo>
                <a:lnTo>
                  <a:pt x="5346" y="1632"/>
                </a:lnTo>
                <a:lnTo>
                  <a:pt x="5347" y="1632"/>
                </a:lnTo>
                <a:lnTo>
                  <a:pt x="5347" y="1633"/>
                </a:lnTo>
                <a:lnTo>
                  <a:pt x="5348" y="1633"/>
                </a:lnTo>
                <a:lnTo>
                  <a:pt x="5348" y="1634"/>
                </a:lnTo>
                <a:lnTo>
                  <a:pt x="5349" y="1634"/>
                </a:lnTo>
                <a:lnTo>
                  <a:pt x="5350" y="1635"/>
                </a:lnTo>
                <a:lnTo>
                  <a:pt x="5350" y="1636"/>
                </a:lnTo>
                <a:lnTo>
                  <a:pt x="5350" y="1637"/>
                </a:lnTo>
                <a:lnTo>
                  <a:pt x="5350" y="1638"/>
                </a:lnTo>
                <a:lnTo>
                  <a:pt x="5351" y="1639"/>
                </a:lnTo>
                <a:lnTo>
                  <a:pt x="5352" y="1639"/>
                </a:lnTo>
                <a:lnTo>
                  <a:pt x="5353" y="1640"/>
                </a:lnTo>
                <a:lnTo>
                  <a:pt x="5353" y="1639"/>
                </a:lnTo>
                <a:lnTo>
                  <a:pt x="5352" y="1639"/>
                </a:lnTo>
                <a:lnTo>
                  <a:pt x="5352" y="1638"/>
                </a:lnTo>
                <a:lnTo>
                  <a:pt x="5351" y="1638"/>
                </a:lnTo>
                <a:lnTo>
                  <a:pt x="5351" y="1637"/>
                </a:lnTo>
                <a:lnTo>
                  <a:pt x="5352" y="1637"/>
                </a:lnTo>
                <a:lnTo>
                  <a:pt x="5352" y="1636"/>
                </a:lnTo>
                <a:lnTo>
                  <a:pt x="5351" y="1636"/>
                </a:lnTo>
                <a:lnTo>
                  <a:pt x="5351" y="1635"/>
                </a:lnTo>
                <a:lnTo>
                  <a:pt x="5351" y="1634"/>
                </a:lnTo>
                <a:lnTo>
                  <a:pt x="5350" y="1634"/>
                </a:lnTo>
                <a:lnTo>
                  <a:pt x="5350" y="1633"/>
                </a:lnTo>
                <a:lnTo>
                  <a:pt x="5349" y="1633"/>
                </a:lnTo>
                <a:lnTo>
                  <a:pt x="5350" y="1633"/>
                </a:lnTo>
                <a:lnTo>
                  <a:pt x="5350" y="1634"/>
                </a:lnTo>
                <a:lnTo>
                  <a:pt x="5351" y="1634"/>
                </a:lnTo>
                <a:lnTo>
                  <a:pt x="5351" y="1635"/>
                </a:lnTo>
                <a:lnTo>
                  <a:pt x="5352" y="1636"/>
                </a:lnTo>
                <a:lnTo>
                  <a:pt x="5352" y="1637"/>
                </a:lnTo>
                <a:lnTo>
                  <a:pt x="5351" y="1637"/>
                </a:lnTo>
                <a:lnTo>
                  <a:pt x="5351" y="1638"/>
                </a:lnTo>
                <a:lnTo>
                  <a:pt x="5352" y="1638"/>
                </a:lnTo>
                <a:lnTo>
                  <a:pt x="5352" y="1639"/>
                </a:lnTo>
                <a:lnTo>
                  <a:pt x="5353" y="1639"/>
                </a:lnTo>
                <a:lnTo>
                  <a:pt x="5354" y="1639"/>
                </a:lnTo>
                <a:lnTo>
                  <a:pt x="5354" y="1638"/>
                </a:lnTo>
                <a:lnTo>
                  <a:pt x="5354" y="1637"/>
                </a:lnTo>
                <a:lnTo>
                  <a:pt x="5354" y="1636"/>
                </a:lnTo>
                <a:lnTo>
                  <a:pt x="5355" y="1636"/>
                </a:lnTo>
                <a:lnTo>
                  <a:pt x="5354" y="1636"/>
                </a:lnTo>
                <a:lnTo>
                  <a:pt x="5354" y="1635"/>
                </a:lnTo>
                <a:lnTo>
                  <a:pt x="5353" y="1635"/>
                </a:lnTo>
                <a:lnTo>
                  <a:pt x="5354" y="1635"/>
                </a:lnTo>
                <a:lnTo>
                  <a:pt x="5355" y="1635"/>
                </a:lnTo>
                <a:lnTo>
                  <a:pt x="5355" y="1636"/>
                </a:lnTo>
                <a:lnTo>
                  <a:pt x="5354" y="1636"/>
                </a:lnTo>
                <a:lnTo>
                  <a:pt x="5354" y="1637"/>
                </a:lnTo>
                <a:lnTo>
                  <a:pt x="5354" y="1638"/>
                </a:lnTo>
                <a:lnTo>
                  <a:pt x="5355" y="1638"/>
                </a:lnTo>
                <a:lnTo>
                  <a:pt x="5355" y="1639"/>
                </a:lnTo>
                <a:lnTo>
                  <a:pt x="5356" y="1639"/>
                </a:lnTo>
                <a:lnTo>
                  <a:pt x="5356" y="1640"/>
                </a:lnTo>
                <a:lnTo>
                  <a:pt x="5356" y="1641"/>
                </a:lnTo>
                <a:lnTo>
                  <a:pt x="5357" y="1641"/>
                </a:lnTo>
                <a:lnTo>
                  <a:pt x="5357" y="1642"/>
                </a:lnTo>
                <a:lnTo>
                  <a:pt x="5357" y="1643"/>
                </a:lnTo>
                <a:lnTo>
                  <a:pt x="5357" y="1644"/>
                </a:lnTo>
                <a:lnTo>
                  <a:pt x="5355" y="1643"/>
                </a:lnTo>
                <a:lnTo>
                  <a:pt x="5354" y="1643"/>
                </a:lnTo>
                <a:lnTo>
                  <a:pt x="5353" y="1643"/>
                </a:lnTo>
                <a:lnTo>
                  <a:pt x="5352" y="1643"/>
                </a:lnTo>
                <a:lnTo>
                  <a:pt x="5351" y="1643"/>
                </a:lnTo>
                <a:lnTo>
                  <a:pt x="5350" y="1643"/>
                </a:lnTo>
                <a:lnTo>
                  <a:pt x="5349" y="1643"/>
                </a:lnTo>
                <a:lnTo>
                  <a:pt x="5348" y="1643"/>
                </a:lnTo>
                <a:lnTo>
                  <a:pt x="5347" y="1643"/>
                </a:lnTo>
                <a:lnTo>
                  <a:pt x="5345" y="1642"/>
                </a:lnTo>
                <a:lnTo>
                  <a:pt x="5343" y="1642"/>
                </a:lnTo>
                <a:lnTo>
                  <a:pt x="5342" y="1642"/>
                </a:lnTo>
                <a:lnTo>
                  <a:pt x="5342" y="1641"/>
                </a:lnTo>
                <a:lnTo>
                  <a:pt x="5342" y="1640"/>
                </a:lnTo>
                <a:lnTo>
                  <a:pt x="5342" y="1639"/>
                </a:lnTo>
                <a:lnTo>
                  <a:pt x="5342" y="1638"/>
                </a:lnTo>
                <a:lnTo>
                  <a:pt x="5342" y="1637"/>
                </a:lnTo>
                <a:lnTo>
                  <a:pt x="5342" y="1636"/>
                </a:lnTo>
                <a:lnTo>
                  <a:pt x="5342" y="1635"/>
                </a:lnTo>
                <a:lnTo>
                  <a:pt x="5342" y="1634"/>
                </a:lnTo>
                <a:lnTo>
                  <a:pt x="5342" y="1633"/>
                </a:lnTo>
                <a:lnTo>
                  <a:pt x="5343" y="1633"/>
                </a:lnTo>
                <a:lnTo>
                  <a:pt x="5343" y="1631"/>
                </a:lnTo>
                <a:lnTo>
                  <a:pt x="5343" y="1630"/>
                </a:lnTo>
                <a:lnTo>
                  <a:pt x="5343" y="1629"/>
                </a:lnTo>
                <a:lnTo>
                  <a:pt x="5342" y="1629"/>
                </a:lnTo>
                <a:lnTo>
                  <a:pt x="5341" y="1629"/>
                </a:lnTo>
                <a:lnTo>
                  <a:pt x="5340" y="1629"/>
                </a:lnTo>
                <a:lnTo>
                  <a:pt x="5339" y="1629"/>
                </a:lnTo>
                <a:lnTo>
                  <a:pt x="5338" y="1629"/>
                </a:lnTo>
                <a:lnTo>
                  <a:pt x="5338" y="1630"/>
                </a:lnTo>
                <a:lnTo>
                  <a:pt x="5337" y="1630"/>
                </a:lnTo>
                <a:lnTo>
                  <a:pt x="5337" y="1631"/>
                </a:lnTo>
                <a:lnTo>
                  <a:pt x="5337" y="1632"/>
                </a:lnTo>
                <a:lnTo>
                  <a:pt x="5336" y="1633"/>
                </a:lnTo>
                <a:lnTo>
                  <a:pt x="5336" y="1634"/>
                </a:lnTo>
                <a:lnTo>
                  <a:pt x="5336" y="1635"/>
                </a:lnTo>
                <a:lnTo>
                  <a:pt x="5336" y="1636"/>
                </a:lnTo>
                <a:lnTo>
                  <a:pt x="5337" y="1637"/>
                </a:lnTo>
                <a:lnTo>
                  <a:pt x="5336" y="1637"/>
                </a:lnTo>
                <a:lnTo>
                  <a:pt x="5336" y="1638"/>
                </a:lnTo>
                <a:lnTo>
                  <a:pt x="5337" y="1638"/>
                </a:lnTo>
                <a:lnTo>
                  <a:pt x="5336" y="1638"/>
                </a:lnTo>
                <a:lnTo>
                  <a:pt x="5336" y="1639"/>
                </a:lnTo>
                <a:lnTo>
                  <a:pt x="5335" y="1639"/>
                </a:lnTo>
                <a:lnTo>
                  <a:pt x="5335" y="1640"/>
                </a:lnTo>
                <a:lnTo>
                  <a:pt x="5334" y="1640"/>
                </a:lnTo>
                <a:lnTo>
                  <a:pt x="5334" y="1641"/>
                </a:lnTo>
                <a:lnTo>
                  <a:pt x="5333" y="1641"/>
                </a:lnTo>
                <a:lnTo>
                  <a:pt x="5331" y="1641"/>
                </a:lnTo>
                <a:lnTo>
                  <a:pt x="5330" y="1641"/>
                </a:lnTo>
                <a:lnTo>
                  <a:pt x="5330" y="1642"/>
                </a:lnTo>
                <a:lnTo>
                  <a:pt x="5329" y="1641"/>
                </a:lnTo>
                <a:lnTo>
                  <a:pt x="5328" y="1640"/>
                </a:lnTo>
                <a:lnTo>
                  <a:pt x="5327" y="1640"/>
                </a:lnTo>
                <a:lnTo>
                  <a:pt x="5327" y="1641"/>
                </a:lnTo>
                <a:lnTo>
                  <a:pt x="5325" y="1641"/>
                </a:lnTo>
                <a:lnTo>
                  <a:pt x="5323" y="1641"/>
                </a:lnTo>
                <a:lnTo>
                  <a:pt x="5319" y="1642"/>
                </a:lnTo>
                <a:lnTo>
                  <a:pt x="5318" y="1643"/>
                </a:lnTo>
                <a:lnTo>
                  <a:pt x="5317" y="1643"/>
                </a:lnTo>
                <a:lnTo>
                  <a:pt x="5316" y="1643"/>
                </a:lnTo>
                <a:lnTo>
                  <a:pt x="5314" y="1644"/>
                </a:lnTo>
                <a:lnTo>
                  <a:pt x="5313" y="1644"/>
                </a:lnTo>
                <a:lnTo>
                  <a:pt x="5310" y="1643"/>
                </a:lnTo>
                <a:lnTo>
                  <a:pt x="5309" y="1643"/>
                </a:lnTo>
                <a:lnTo>
                  <a:pt x="5308" y="1642"/>
                </a:lnTo>
                <a:lnTo>
                  <a:pt x="5307" y="1642"/>
                </a:lnTo>
                <a:lnTo>
                  <a:pt x="5305" y="1642"/>
                </a:lnTo>
                <a:lnTo>
                  <a:pt x="5303" y="1642"/>
                </a:lnTo>
                <a:lnTo>
                  <a:pt x="5302" y="1642"/>
                </a:lnTo>
                <a:lnTo>
                  <a:pt x="5302" y="1641"/>
                </a:lnTo>
                <a:lnTo>
                  <a:pt x="5301" y="1641"/>
                </a:lnTo>
                <a:lnTo>
                  <a:pt x="5301" y="1642"/>
                </a:lnTo>
                <a:lnTo>
                  <a:pt x="5299" y="1642"/>
                </a:lnTo>
                <a:lnTo>
                  <a:pt x="5299" y="1641"/>
                </a:lnTo>
                <a:lnTo>
                  <a:pt x="5298" y="1641"/>
                </a:lnTo>
                <a:lnTo>
                  <a:pt x="5297" y="1641"/>
                </a:lnTo>
                <a:lnTo>
                  <a:pt x="5296" y="1641"/>
                </a:lnTo>
                <a:lnTo>
                  <a:pt x="5296" y="1640"/>
                </a:lnTo>
                <a:lnTo>
                  <a:pt x="5297" y="1640"/>
                </a:lnTo>
                <a:lnTo>
                  <a:pt x="5297" y="1639"/>
                </a:lnTo>
                <a:lnTo>
                  <a:pt x="5296" y="1640"/>
                </a:lnTo>
                <a:lnTo>
                  <a:pt x="5295" y="1640"/>
                </a:lnTo>
                <a:lnTo>
                  <a:pt x="5294" y="1640"/>
                </a:lnTo>
                <a:lnTo>
                  <a:pt x="5293" y="1641"/>
                </a:lnTo>
                <a:lnTo>
                  <a:pt x="5292" y="1641"/>
                </a:lnTo>
                <a:lnTo>
                  <a:pt x="5291" y="1641"/>
                </a:lnTo>
                <a:lnTo>
                  <a:pt x="5290" y="1642"/>
                </a:lnTo>
                <a:lnTo>
                  <a:pt x="5287" y="1642"/>
                </a:lnTo>
                <a:lnTo>
                  <a:pt x="5286" y="1642"/>
                </a:lnTo>
                <a:lnTo>
                  <a:pt x="5286" y="1641"/>
                </a:lnTo>
                <a:lnTo>
                  <a:pt x="5285" y="1641"/>
                </a:lnTo>
                <a:lnTo>
                  <a:pt x="5281" y="1643"/>
                </a:lnTo>
                <a:lnTo>
                  <a:pt x="5280" y="1641"/>
                </a:lnTo>
                <a:lnTo>
                  <a:pt x="5279" y="1641"/>
                </a:lnTo>
                <a:lnTo>
                  <a:pt x="5278" y="1641"/>
                </a:lnTo>
                <a:lnTo>
                  <a:pt x="5277" y="1640"/>
                </a:lnTo>
                <a:lnTo>
                  <a:pt x="5277" y="1639"/>
                </a:lnTo>
                <a:lnTo>
                  <a:pt x="5277" y="1638"/>
                </a:lnTo>
                <a:lnTo>
                  <a:pt x="5276" y="1638"/>
                </a:lnTo>
                <a:lnTo>
                  <a:pt x="5275" y="1638"/>
                </a:lnTo>
                <a:lnTo>
                  <a:pt x="5276" y="1639"/>
                </a:lnTo>
                <a:lnTo>
                  <a:pt x="5276" y="1640"/>
                </a:lnTo>
                <a:lnTo>
                  <a:pt x="5276" y="1641"/>
                </a:lnTo>
                <a:lnTo>
                  <a:pt x="5275" y="1640"/>
                </a:lnTo>
                <a:lnTo>
                  <a:pt x="5274" y="1640"/>
                </a:lnTo>
                <a:lnTo>
                  <a:pt x="5275" y="1642"/>
                </a:lnTo>
                <a:lnTo>
                  <a:pt x="5275" y="1643"/>
                </a:lnTo>
                <a:lnTo>
                  <a:pt x="5275" y="1644"/>
                </a:lnTo>
                <a:lnTo>
                  <a:pt x="5274" y="1644"/>
                </a:lnTo>
                <a:lnTo>
                  <a:pt x="5274" y="1645"/>
                </a:lnTo>
                <a:lnTo>
                  <a:pt x="5273" y="1646"/>
                </a:lnTo>
                <a:lnTo>
                  <a:pt x="5272" y="1647"/>
                </a:lnTo>
                <a:lnTo>
                  <a:pt x="5271" y="1647"/>
                </a:lnTo>
                <a:lnTo>
                  <a:pt x="5271" y="1648"/>
                </a:lnTo>
                <a:lnTo>
                  <a:pt x="5269" y="1648"/>
                </a:lnTo>
                <a:lnTo>
                  <a:pt x="5269" y="1647"/>
                </a:lnTo>
                <a:lnTo>
                  <a:pt x="5269" y="1646"/>
                </a:lnTo>
                <a:lnTo>
                  <a:pt x="5268" y="1646"/>
                </a:lnTo>
                <a:lnTo>
                  <a:pt x="5268" y="1647"/>
                </a:lnTo>
                <a:lnTo>
                  <a:pt x="5267" y="1647"/>
                </a:lnTo>
                <a:lnTo>
                  <a:pt x="5267" y="1648"/>
                </a:lnTo>
                <a:lnTo>
                  <a:pt x="5267" y="1649"/>
                </a:lnTo>
                <a:lnTo>
                  <a:pt x="5266" y="1649"/>
                </a:lnTo>
                <a:lnTo>
                  <a:pt x="5266" y="1650"/>
                </a:lnTo>
                <a:lnTo>
                  <a:pt x="5265" y="1650"/>
                </a:lnTo>
                <a:lnTo>
                  <a:pt x="5265" y="1649"/>
                </a:lnTo>
                <a:lnTo>
                  <a:pt x="5266" y="1649"/>
                </a:lnTo>
                <a:lnTo>
                  <a:pt x="5266" y="1647"/>
                </a:lnTo>
                <a:lnTo>
                  <a:pt x="5265" y="1647"/>
                </a:lnTo>
                <a:lnTo>
                  <a:pt x="5265" y="1646"/>
                </a:lnTo>
                <a:lnTo>
                  <a:pt x="5264" y="1646"/>
                </a:lnTo>
                <a:lnTo>
                  <a:pt x="5263" y="1646"/>
                </a:lnTo>
                <a:lnTo>
                  <a:pt x="5262" y="1646"/>
                </a:lnTo>
                <a:lnTo>
                  <a:pt x="5262" y="1648"/>
                </a:lnTo>
                <a:lnTo>
                  <a:pt x="5260" y="1648"/>
                </a:lnTo>
                <a:lnTo>
                  <a:pt x="5260" y="1649"/>
                </a:lnTo>
                <a:lnTo>
                  <a:pt x="5259" y="1649"/>
                </a:lnTo>
                <a:lnTo>
                  <a:pt x="5258" y="1649"/>
                </a:lnTo>
                <a:lnTo>
                  <a:pt x="5256" y="1649"/>
                </a:lnTo>
                <a:lnTo>
                  <a:pt x="5257" y="1650"/>
                </a:lnTo>
                <a:lnTo>
                  <a:pt x="5258" y="1650"/>
                </a:lnTo>
                <a:lnTo>
                  <a:pt x="5258" y="1651"/>
                </a:lnTo>
                <a:lnTo>
                  <a:pt x="5257" y="1651"/>
                </a:lnTo>
                <a:lnTo>
                  <a:pt x="5256" y="1650"/>
                </a:lnTo>
                <a:lnTo>
                  <a:pt x="5256" y="1651"/>
                </a:lnTo>
                <a:lnTo>
                  <a:pt x="5255" y="1651"/>
                </a:lnTo>
                <a:lnTo>
                  <a:pt x="5255" y="1652"/>
                </a:lnTo>
                <a:lnTo>
                  <a:pt x="5254" y="1652"/>
                </a:lnTo>
                <a:lnTo>
                  <a:pt x="5253" y="1652"/>
                </a:lnTo>
                <a:lnTo>
                  <a:pt x="5252" y="1652"/>
                </a:lnTo>
                <a:lnTo>
                  <a:pt x="5251" y="1652"/>
                </a:lnTo>
                <a:lnTo>
                  <a:pt x="5250" y="1653"/>
                </a:lnTo>
                <a:lnTo>
                  <a:pt x="5249" y="1653"/>
                </a:lnTo>
                <a:lnTo>
                  <a:pt x="5249" y="1652"/>
                </a:lnTo>
                <a:lnTo>
                  <a:pt x="5249" y="1651"/>
                </a:lnTo>
                <a:lnTo>
                  <a:pt x="5249" y="1650"/>
                </a:lnTo>
                <a:lnTo>
                  <a:pt x="5250" y="1650"/>
                </a:lnTo>
                <a:lnTo>
                  <a:pt x="5251" y="1651"/>
                </a:lnTo>
                <a:lnTo>
                  <a:pt x="5252" y="1650"/>
                </a:lnTo>
                <a:lnTo>
                  <a:pt x="5252" y="1649"/>
                </a:lnTo>
                <a:lnTo>
                  <a:pt x="5251" y="1649"/>
                </a:lnTo>
                <a:lnTo>
                  <a:pt x="5250" y="1650"/>
                </a:lnTo>
                <a:lnTo>
                  <a:pt x="5249" y="1650"/>
                </a:lnTo>
                <a:lnTo>
                  <a:pt x="5249" y="1649"/>
                </a:lnTo>
                <a:lnTo>
                  <a:pt x="5250" y="1649"/>
                </a:lnTo>
                <a:lnTo>
                  <a:pt x="5250" y="1648"/>
                </a:lnTo>
                <a:lnTo>
                  <a:pt x="5250" y="1647"/>
                </a:lnTo>
                <a:lnTo>
                  <a:pt x="5251" y="1646"/>
                </a:lnTo>
                <a:lnTo>
                  <a:pt x="5251" y="1645"/>
                </a:lnTo>
                <a:lnTo>
                  <a:pt x="5251" y="1644"/>
                </a:lnTo>
                <a:lnTo>
                  <a:pt x="5250" y="1644"/>
                </a:lnTo>
                <a:lnTo>
                  <a:pt x="5250" y="1646"/>
                </a:lnTo>
                <a:lnTo>
                  <a:pt x="5249" y="1646"/>
                </a:lnTo>
                <a:lnTo>
                  <a:pt x="5249" y="1647"/>
                </a:lnTo>
                <a:lnTo>
                  <a:pt x="5249" y="1648"/>
                </a:lnTo>
                <a:lnTo>
                  <a:pt x="5249" y="1649"/>
                </a:lnTo>
                <a:lnTo>
                  <a:pt x="5249" y="1650"/>
                </a:lnTo>
                <a:lnTo>
                  <a:pt x="5248" y="1651"/>
                </a:lnTo>
                <a:lnTo>
                  <a:pt x="5247" y="1651"/>
                </a:lnTo>
                <a:lnTo>
                  <a:pt x="5247" y="1650"/>
                </a:lnTo>
                <a:lnTo>
                  <a:pt x="5244" y="1650"/>
                </a:lnTo>
                <a:lnTo>
                  <a:pt x="5243" y="1650"/>
                </a:lnTo>
                <a:lnTo>
                  <a:pt x="5242" y="1650"/>
                </a:lnTo>
                <a:lnTo>
                  <a:pt x="5241" y="1650"/>
                </a:lnTo>
                <a:lnTo>
                  <a:pt x="5240" y="1649"/>
                </a:lnTo>
                <a:lnTo>
                  <a:pt x="5239" y="1648"/>
                </a:lnTo>
                <a:lnTo>
                  <a:pt x="5238" y="1647"/>
                </a:lnTo>
                <a:lnTo>
                  <a:pt x="5238" y="1646"/>
                </a:lnTo>
                <a:lnTo>
                  <a:pt x="5238" y="1645"/>
                </a:lnTo>
                <a:lnTo>
                  <a:pt x="5237" y="1646"/>
                </a:lnTo>
                <a:lnTo>
                  <a:pt x="5239" y="1649"/>
                </a:lnTo>
                <a:lnTo>
                  <a:pt x="5236" y="1650"/>
                </a:lnTo>
                <a:lnTo>
                  <a:pt x="5237" y="1651"/>
                </a:lnTo>
                <a:lnTo>
                  <a:pt x="5236" y="1652"/>
                </a:lnTo>
                <a:lnTo>
                  <a:pt x="5235" y="1651"/>
                </a:lnTo>
                <a:lnTo>
                  <a:pt x="5234" y="1650"/>
                </a:lnTo>
                <a:lnTo>
                  <a:pt x="5233" y="1650"/>
                </a:lnTo>
                <a:lnTo>
                  <a:pt x="5233" y="1651"/>
                </a:lnTo>
                <a:lnTo>
                  <a:pt x="5233" y="1652"/>
                </a:lnTo>
                <a:lnTo>
                  <a:pt x="5234" y="1652"/>
                </a:lnTo>
                <a:lnTo>
                  <a:pt x="5234" y="1651"/>
                </a:lnTo>
                <a:lnTo>
                  <a:pt x="5235" y="1652"/>
                </a:lnTo>
                <a:lnTo>
                  <a:pt x="5237" y="1653"/>
                </a:lnTo>
                <a:lnTo>
                  <a:pt x="5236" y="1654"/>
                </a:lnTo>
                <a:lnTo>
                  <a:pt x="5236" y="1655"/>
                </a:lnTo>
                <a:lnTo>
                  <a:pt x="5236" y="1656"/>
                </a:lnTo>
                <a:lnTo>
                  <a:pt x="5237" y="1656"/>
                </a:lnTo>
                <a:lnTo>
                  <a:pt x="5238" y="1656"/>
                </a:lnTo>
                <a:lnTo>
                  <a:pt x="5237" y="1657"/>
                </a:lnTo>
                <a:lnTo>
                  <a:pt x="5236" y="1656"/>
                </a:lnTo>
                <a:lnTo>
                  <a:pt x="5235" y="1656"/>
                </a:lnTo>
                <a:lnTo>
                  <a:pt x="5235" y="1657"/>
                </a:lnTo>
                <a:lnTo>
                  <a:pt x="5234" y="1657"/>
                </a:lnTo>
                <a:lnTo>
                  <a:pt x="5233" y="1657"/>
                </a:lnTo>
                <a:lnTo>
                  <a:pt x="5232" y="1656"/>
                </a:lnTo>
                <a:lnTo>
                  <a:pt x="5231" y="1656"/>
                </a:lnTo>
                <a:lnTo>
                  <a:pt x="5230" y="1657"/>
                </a:lnTo>
                <a:lnTo>
                  <a:pt x="5230" y="1658"/>
                </a:lnTo>
                <a:lnTo>
                  <a:pt x="5231" y="1658"/>
                </a:lnTo>
                <a:lnTo>
                  <a:pt x="5231" y="1659"/>
                </a:lnTo>
                <a:lnTo>
                  <a:pt x="5230" y="1660"/>
                </a:lnTo>
                <a:lnTo>
                  <a:pt x="5227" y="1660"/>
                </a:lnTo>
                <a:lnTo>
                  <a:pt x="5227" y="1659"/>
                </a:lnTo>
                <a:lnTo>
                  <a:pt x="5226" y="1660"/>
                </a:lnTo>
                <a:lnTo>
                  <a:pt x="5226" y="1659"/>
                </a:lnTo>
                <a:lnTo>
                  <a:pt x="5225" y="1659"/>
                </a:lnTo>
                <a:lnTo>
                  <a:pt x="5225" y="1660"/>
                </a:lnTo>
                <a:lnTo>
                  <a:pt x="5225" y="1661"/>
                </a:lnTo>
                <a:lnTo>
                  <a:pt x="5224" y="1661"/>
                </a:lnTo>
                <a:lnTo>
                  <a:pt x="5223" y="1662"/>
                </a:lnTo>
                <a:lnTo>
                  <a:pt x="5223" y="1663"/>
                </a:lnTo>
                <a:lnTo>
                  <a:pt x="5222" y="1663"/>
                </a:lnTo>
                <a:lnTo>
                  <a:pt x="5221" y="1662"/>
                </a:lnTo>
                <a:lnTo>
                  <a:pt x="5221" y="1661"/>
                </a:lnTo>
                <a:lnTo>
                  <a:pt x="5219" y="1659"/>
                </a:lnTo>
                <a:lnTo>
                  <a:pt x="5218" y="1659"/>
                </a:lnTo>
                <a:lnTo>
                  <a:pt x="5218" y="1661"/>
                </a:lnTo>
                <a:lnTo>
                  <a:pt x="5217" y="1661"/>
                </a:lnTo>
                <a:lnTo>
                  <a:pt x="5216" y="1661"/>
                </a:lnTo>
                <a:lnTo>
                  <a:pt x="5216" y="1660"/>
                </a:lnTo>
                <a:lnTo>
                  <a:pt x="5215" y="1660"/>
                </a:lnTo>
                <a:lnTo>
                  <a:pt x="5214" y="1661"/>
                </a:lnTo>
                <a:lnTo>
                  <a:pt x="5213" y="1661"/>
                </a:lnTo>
                <a:lnTo>
                  <a:pt x="5213" y="1660"/>
                </a:lnTo>
                <a:lnTo>
                  <a:pt x="5212" y="1660"/>
                </a:lnTo>
                <a:lnTo>
                  <a:pt x="5211" y="1660"/>
                </a:lnTo>
                <a:lnTo>
                  <a:pt x="5211" y="1661"/>
                </a:lnTo>
                <a:lnTo>
                  <a:pt x="5210" y="1661"/>
                </a:lnTo>
                <a:lnTo>
                  <a:pt x="5209" y="1661"/>
                </a:lnTo>
                <a:lnTo>
                  <a:pt x="5209" y="1660"/>
                </a:lnTo>
                <a:lnTo>
                  <a:pt x="5209" y="1659"/>
                </a:lnTo>
                <a:lnTo>
                  <a:pt x="5208" y="1660"/>
                </a:lnTo>
                <a:lnTo>
                  <a:pt x="5207" y="1661"/>
                </a:lnTo>
                <a:lnTo>
                  <a:pt x="5206" y="1661"/>
                </a:lnTo>
                <a:lnTo>
                  <a:pt x="5206" y="1662"/>
                </a:lnTo>
                <a:lnTo>
                  <a:pt x="5207" y="1662"/>
                </a:lnTo>
                <a:lnTo>
                  <a:pt x="5207" y="1661"/>
                </a:lnTo>
                <a:lnTo>
                  <a:pt x="5207" y="1662"/>
                </a:lnTo>
                <a:lnTo>
                  <a:pt x="5208" y="1662"/>
                </a:lnTo>
                <a:lnTo>
                  <a:pt x="5207" y="1663"/>
                </a:lnTo>
                <a:lnTo>
                  <a:pt x="5206" y="1663"/>
                </a:lnTo>
                <a:lnTo>
                  <a:pt x="5205" y="1664"/>
                </a:lnTo>
                <a:lnTo>
                  <a:pt x="5204" y="1665"/>
                </a:lnTo>
                <a:lnTo>
                  <a:pt x="5205" y="1666"/>
                </a:lnTo>
                <a:lnTo>
                  <a:pt x="5205" y="1668"/>
                </a:lnTo>
                <a:lnTo>
                  <a:pt x="5202" y="1668"/>
                </a:lnTo>
                <a:lnTo>
                  <a:pt x="5202" y="1667"/>
                </a:lnTo>
                <a:lnTo>
                  <a:pt x="5198" y="1667"/>
                </a:lnTo>
                <a:lnTo>
                  <a:pt x="5194" y="1668"/>
                </a:lnTo>
                <a:lnTo>
                  <a:pt x="5194" y="1667"/>
                </a:lnTo>
                <a:lnTo>
                  <a:pt x="5191" y="1668"/>
                </a:lnTo>
                <a:lnTo>
                  <a:pt x="5192" y="1669"/>
                </a:lnTo>
                <a:lnTo>
                  <a:pt x="5191" y="1669"/>
                </a:lnTo>
                <a:lnTo>
                  <a:pt x="5191" y="1671"/>
                </a:lnTo>
                <a:lnTo>
                  <a:pt x="5189" y="1672"/>
                </a:lnTo>
                <a:lnTo>
                  <a:pt x="5188" y="1670"/>
                </a:lnTo>
                <a:lnTo>
                  <a:pt x="5187" y="1670"/>
                </a:lnTo>
                <a:lnTo>
                  <a:pt x="5186" y="1671"/>
                </a:lnTo>
                <a:lnTo>
                  <a:pt x="5188" y="1672"/>
                </a:lnTo>
                <a:lnTo>
                  <a:pt x="5178" y="1676"/>
                </a:lnTo>
                <a:lnTo>
                  <a:pt x="5177" y="1675"/>
                </a:lnTo>
                <a:lnTo>
                  <a:pt x="5175" y="1676"/>
                </a:lnTo>
                <a:lnTo>
                  <a:pt x="5175" y="1677"/>
                </a:lnTo>
                <a:lnTo>
                  <a:pt x="5175" y="1678"/>
                </a:lnTo>
                <a:lnTo>
                  <a:pt x="5174" y="1678"/>
                </a:lnTo>
                <a:lnTo>
                  <a:pt x="5173" y="1677"/>
                </a:lnTo>
                <a:lnTo>
                  <a:pt x="5171" y="1675"/>
                </a:lnTo>
                <a:lnTo>
                  <a:pt x="5171" y="1676"/>
                </a:lnTo>
                <a:lnTo>
                  <a:pt x="5170" y="1676"/>
                </a:lnTo>
                <a:lnTo>
                  <a:pt x="5171" y="1677"/>
                </a:lnTo>
                <a:lnTo>
                  <a:pt x="5171" y="1678"/>
                </a:lnTo>
                <a:lnTo>
                  <a:pt x="5170" y="1679"/>
                </a:lnTo>
                <a:lnTo>
                  <a:pt x="5170" y="1680"/>
                </a:lnTo>
                <a:lnTo>
                  <a:pt x="5170" y="1681"/>
                </a:lnTo>
                <a:lnTo>
                  <a:pt x="5169" y="1681"/>
                </a:lnTo>
                <a:lnTo>
                  <a:pt x="5169" y="1680"/>
                </a:lnTo>
                <a:lnTo>
                  <a:pt x="5168" y="1681"/>
                </a:lnTo>
                <a:lnTo>
                  <a:pt x="5168" y="1682"/>
                </a:lnTo>
                <a:lnTo>
                  <a:pt x="5168" y="1681"/>
                </a:lnTo>
                <a:lnTo>
                  <a:pt x="5168" y="1682"/>
                </a:lnTo>
                <a:lnTo>
                  <a:pt x="5169" y="1682"/>
                </a:lnTo>
                <a:lnTo>
                  <a:pt x="5168" y="1682"/>
                </a:lnTo>
                <a:lnTo>
                  <a:pt x="5167" y="1682"/>
                </a:lnTo>
                <a:lnTo>
                  <a:pt x="5167" y="1681"/>
                </a:lnTo>
                <a:lnTo>
                  <a:pt x="5166" y="1681"/>
                </a:lnTo>
                <a:lnTo>
                  <a:pt x="5166" y="1682"/>
                </a:lnTo>
                <a:lnTo>
                  <a:pt x="5167" y="1682"/>
                </a:lnTo>
                <a:lnTo>
                  <a:pt x="5166" y="1683"/>
                </a:lnTo>
                <a:lnTo>
                  <a:pt x="5165" y="1683"/>
                </a:lnTo>
                <a:lnTo>
                  <a:pt x="5164" y="1684"/>
                </a:lnTo>
                <a:lnTo>
                  <a:pt x="5163" y="1684"/>
                </a:lnTo>
                <a:lnTo>
                  <a:pt x="5164" y="1684"/>
                </a:lnTo>
                <a:lnTo>
                  <a:pt x="5164" y="1683"/>
                </a:lnTo>
                <a:lnTo>
                  <a:pt x="5164" y="1682"/>
                </a:lnTo>
                <a:lnTo>
                  <a:pt x="5163" y="1682"/>
                </a:lnTo>
                <a:lnTo>
                  <a:pt x="5162" y="1682"/>
                </a:lnTo>
                <a:lnTo>
                  <a:pt x="5163" y="1682"/>
                </a:lnTo>
                <a:lnTo>
                  <a:pt x="5163" y="1683"/>
                </a:lnTo>
                <a:lnTo>
                  <a:pt x="5162" y="1685"/>
                </a:lnTo>
                <a:lnTo>
                  <a:pt x="5162" y="1686"/>
                </a:lnTo>
                <a:lnTo>
                  <a:pt x="5162" y="1687"/>
                </a:lnTo>
                <a:lnTo>
                  <a:pt x="5163" y="1687"/>
                </a:lnTo>
                <a:lnTo>
                  <a:pt x="5163" y="1688"/>
                </a:lnTo>
                <a:lnTo>
                  <a:pt x="5163" y="1689"/>
                </a:lnTo>
                <a:lnTo>
                  <a:pt x="5162" y="1689"/>
                </a:lnTo>
                <a:lnTo>
                  <a:pt x="5161" y="1687"/>
                </a:lnTo>
                <a:lnTo>
                  <a:pt x="5158" y="1690"/>
                </a:lnTo>
                <a:lnTo>
                  <a:pt x="5157" y="1690"/>
                </a:lnTo>
                <a:lnTo>
                  <a:pt x="5156" y="1690"/>
                </a:lnTo>
                <a:lnTo>
                  <a:pt x="5156" y="1689"/>
                </a:lnTo>
                <a:lnTo>
                  <a:pt x="5156" y="1691"/>
                </a:lnTo>
                <a:lnTo>
                  <a:pt x="5155" y="1692"/>
                </a:lnTo>
                <a:lnTo>
                  <a:pt x="5154" y="1692"/>
                </a:lnTo>
                <a:lnTo>
                  <a:pt x="5152" y="1692"/>
                </a:lnTo>
                <a:lnTo>
                  <a:pt x="5151" y="1692"/>
                </a:lnTo>
                <a:lnTo>
                  <a:pt x="5151" y="1690"/>
                </a:lnTo>
                <a:lnTo>
                  <a:pt x="5149" y="1690"/>
                </a:lnTo>
                <a:lnTo>
                  <a:pt x="5145" y="1690"/>
                </a:lnTo>
                <a:lnTo>
                  <a:pt x="5144" y="1690"/>
                </a:lnTo>
                <a:lnTo>
                  <a:pt x="5144" y="1691"/>
                </a:lnTo>
                <a:lnTo>
                  <a:pt x="5144" y="1692"/>
                </a:lnTo>
                <a:lnTo>
                  <a:pt x="5139" y="1694"/>
                </a:lnTo>
                <a:lnTo>
                  <a:pt x="5138" y="1694"/>
                </a:lnTo>
                <a:lnTo>
                  <a:pt x="5138" y="1695"/>
                </a:lnTo>
                <a:lnTo>
                  <a:pt x="5139" y="1696"/>
                </a:lnTo>
                <a:lnTo>
                  <a:pt x="5136" y="1698"/>
                </a:lnTo>
                <a:lnTo>
                  <a:pt x="5135" y="1698"/>
                </a:lnTo>
                <a:lnTo>
                  <a:pt x="5135" y="1697"/>
                </a:lnTo>
                <a:lnTo>
                  <a:pt x="5135" y="1698"/>
                </a:lnTo>
                <a:lnTo>
                  <a:pt x="5136" y="1699"/>
                </a:lnTo>
                <a:lnTo>
                  <a:pt x="5136" y="1700"/>
                </a:lnTo>
                <a:lnTo>
                  <a:pt x="5135" y="1700"/>
                </a:lnTo>
                <a:lnTo>
                  <a:pt x="5134" y="1698"/>
                </a:lnTo>
                <a:lnTo>
                  <a:pt x="5133" y="1699"/>
                </a:lnTo>
                <a:lnTo>
                  <a:pt x="5131" y="1701"/>
                </a:lnTo>
                <a:lnTo>
                  <a:pt x="5131" y="1702"/>
                </a:lnTo>
                <a:lnTo>
                  <a:pt x="5130" y="1702"/>
                </a:lnTo>
                <a:lnTo>
                  <a:pt x="5129" y="1701"/>
                </a:lnTo>
                <a:lnTo>
                  <a:pt x="5128" y="1701"/>
                </a:lnTo>
                <a:lnTo>
                  <a:pt x="5129" y="1702"/>
                </a:lnTo>
                <a:lnTo>
                  <a:pt x="5130" y="1702"/>
                </a:lnTo>
                <a:lnTo>
                  <a:pt x="5130" y="1703"/>
                </a:lnTo>
                <a:lnTo>
                  <a:pt x="5131" y="1703"/>
                </a:lnTo>
                <a:lnTo>
                  <a:pt x="5130" y="1703"/>
                </a:lnTo>
                <a:lnTo>
                  <a:pt x="5130" y="1704"/>
                </a:lnTo>
                <a:lnTo>
                  <a:pt x="5129" y="1705"/>
                </a:lnTo>
                <a:lnTo>
                  <a:pt x="5128" y="1705"/>
                </a:lnTo>
                <a:lnTo>
                  <a:pt x="5128" y="1706"/>
                </a:lnTo>
                <a:lnTo>
                  <a:pt x="5128" y="1707"/>
                </a:lnTo>
                <a:lnTo>
                  <a:pt x="5129" y="1707"/>
                </a:lnTo>
                <a:lnTo>
                  <a:pt x="5128" y="1707"/>
                </a:lnTo>
                <a:lnTo>
                  <a:pt x="5128" y="1708"/>
                </a:lnTo>
                <a:lnTo>
                  <a:pt x="5127" y="1708"/>
                </a:lnTo>
                <a:lnTo>
                  <a:pt x="5127" y="1707"/>
                </a:lnTo>
                <a:lnTo>
                  <a:pt x="5126" y="1707"/>
                </a:lnTo>
                <a:lnTo>
                  <a:pt x="5126" y="1708"/>
                </a:lnTo>
                <a:lnTo>
                  <a:pt x="5125" y="1708"/>
                </a:lnTo>
                <a:lnTo>
                  <a:pt x="5125" y="1709"/>
                </a:lnTo>
                <a:lnTo>
                  <a:pt x="5124" y="1709"/>
                </a:lnTo>
                <a:lnTo>
                  <a:pt x="5123" y="1709"/>
                </a:lnTo>
                <a:lnTo>
                  <a:pt x="5122" y="1709"/>
                </a:lnTo>
                <a:lnTo>
                  <a:pt x="5121" y="1709"/>
                </a:lnTo>
                <a:lnTo>
                  <a:pt x="5121" y="1710"/>
                </a:lnTo>
                <a:lnTo>
                  <a:pt x="5120" y="1710"/>
                </a:lnTo>
                <a:lnTo>
                  <a:pt x="5119" y="1711"/>
                </a:lnTo>
                <a:lnTo>
                  <a:pt x="5118" y="1712"/>
                </a:lnTo>
                <a:lnTo>
                  <a:pt x="5117" y="1713"/>
                </a:lnTo>
                <a:lnTo>
                  <a:pt x="5116" y="1713"/>
                </a:lnTo>
                <a:lnTo>
                  <a:pt x="5115" y="1713"/>
                </a:lnTo>
                <a:lnTo>
                  <a:pt x="5115" y="1714"/>
                </a:lnTo>
                <a:lnTo>
                  <a:pt x="5114" y="1715"/>
                </a:lnTo>
                <a:lnTo>
                  <a:pt x="5114" y="1716"/>
                </a:lnTo>
                <a:lnTo>
                  <a:pt x="5115" y="1716"/>
                </a:lnTo>
                <a:lnTo>
                  <a:pt x="5115" y="1717"/>
                </a:lnTo>
                <a:lnTo>
                  <a:pt x="5115" y="1718"/>
                </a:lnTo>
                <a:lnTo>
                  <a:pt x="5114" y="1719"/>
                </a:lnTo>
                <a:lnTo>
                  <a:pt x="5113" y="1718"/>
                </a:lnTo>
                <a:lnTo>
                  <a:pt x="5112" y="1718"/>
                </a:lnTo>
                <a:lnTo>
                  <a:pt x="5112" y="1719"/>
                </a:lnTo>
                <a:lnTo>
                  <a:pt x="5113" y="1719"/>
                </a:lnTo>
                <a:lnTo>
                  <a:pt x="5114" y="1719"/>
                </a:lnTo>
                <a:lnTo>
                  <a:pt x="5115" y="1719"/>
                </a:lnTo>
                <a:lnTo>
                  <a:pt x="5115" y="1720"/>
                </a:lnTo>
                <a:lnTo>
                  <a:pt x="5115" y="1721"/>
                </a:lnTo>
                <a:lnTo>
                  <a:pt x="5116" y="1721"/>
                </a:lnTo>
                <a:lnTo>
                  <a:pt x="5117" y="1720"/>
                </a:lnTo>
                <a:lnTo>
                  <a:pt x="5117" y="1721"/>
                </a:lnTo>
                <a:lnTo>
                  <a:pt x="5118" y="1721"/>
                </a:lnTo>
                <a:lnTo>
                  <a:pt x="5119" y="1721"/>
                </a:lnTo>
                <a:lnTo>
                  <a:pt x="5120" y="1721"/>
                </a:lnTo>
                <a:lnTo>
                  <a:pt x="5120" y="1722"/>
                </a:lnTo>
                <a:lnTo>
                  <a:pt x="5119" y="1722"/>
                </a:lnTo>
                <a:lnTo>
                  <a:pt x="5119" y="1721"/>
                </a:lnTo>
                <a:lnTo>
                  <a:pt x="5118" y="1721"/>
                </a:lnTo>
                <a:lnTo>
                  <a:pt x="5118" y="1722"/>
                </a:lnTo>
                <a:lnTo>
                  <a:pt x="5117" y="1722"/>
                </a:lnTo>
                <a:lnTo>
                  <a:pt x="5116" y="1722"/>
                </a:lnTo>
                <a:lnTo>
                  <a:pt x="5115" y="1722"/>
                </a:lnTo>
                <a:lnTo>
                  <a:pt x="5115" y="1723"/>
                </a:lnTo>
                <a:lnTo>
                  <a:pt x="5115" y="1724"/>
                </a:lnTo>
                <a:lnTo>
                  <a:pt x="5114" y="1724"/>
                </a:lnTo>
                <a:lnTo>
                  <a:pt x="5113" y="1724"/>
                </a:lnTo>
                <a:lnTo>
                  <a:pt x="5113" y="1725"/>
                </a:lnTo>
                <a:lnTo>
                  <a:pt x="5112" y="1725"/>
                </a:lnTo>
                <a:lnTo>
                  <a:pt x="5111" y="1725"/>
                </a:lnTo>
                <a:lnTo>
                  <a:pt x="5111" y="1726"/>
                </a:lnTo>
                <a:lnTo>
                  <a:pt x="5112" y="1726"/>
                </a:lnTo>
                <a:lnTo>
                  <a:pt x="5111" y="1726"/>
                </a:lnTo>
                <a:lnTo>
                  <a:pt x="5110" y="1726"/>
                </a:lnTo>
                <a:lnTo>
                  <a:pt x="5109" y="1726"/>
                </a:lnTo>
                <a:lnTo>
                  <a:pt x="5109" y="1727"/>
                </a:lnTo>
                <a:lnTo>
                  <a:pt x="5108" y="1726"/>
                </a:lnTo>
                <a:lnTo>
                  <a:pt x="5107" y="1726"/>
                </a:lnTo>
                <a:lnTo>
                  <a:pt x="5107" y="1725"/>
                </a:lnTo>
                <a:lnTo>
                  <a:pt x="5106" y="1725"/>
                </a:lnTo>
                <a:lnTo>
                  <a:pt x="5106" y="1726"/>
                </a:lnTo>
                <a:lnTo>
                  <a:pt x="5107" y="1727"/>
                </a:lnTo>
                <a:lnTo>
                  <a:pt x="5107" y="1728"/>
                </a:lnTo>
                <a:lnTo>
                  <a:pt x="5108" y="1730"/>
                </a:lnTo>
                <a:lnTo>
                  <a:pt x="5109" y="1730"/>
                </a:lnTo>
                <a:lnTo>
                  <a:pt x="5109" y="1731"/>
                </a:lnTo>
                <a:lnTo>
                  <a:pt x="5110" y="1732"/>
                </a:lnTo>
                <a:lnTo>
                  <a:pt x="5109" y="1732"/>
                </a:lnTo>
                <a:lnTo>
                  <a:pt x="5109" y="1733"/>
                </a:lnTo>
                <a:lnTo>
                  <a:pt x="5109" y="1732"/>
                </a:lnTo>
                <a:lnTo>
                  <a:pt x="5108" y="1732"/>
                </a:lnTo>
                <a:lnTo>
                  <a:pt x="5107" y="1732"/>
                </a:lnTo>
                <a:lnTo>
                  <a:pt x="5106" y="1731"/>
                </a:lnTo>
                <a:lnTo>
                  <a:pt x="5105" y="1731"/>
                </a:lnTo>
                <a:lnTo>
                  <a:pt x="5105" y="1730"/>
                </a:lnTo>
                <a:lnTo>
                  <a:pt x="5103" y="1731"/>
                </a:lnTo>
                <a:lnTo>
                  <a:pt x="5102" y="1731"/>
                </a:lnTo>
                <a:lnTo>
                  <a:pt x="5101" y="1732"/>
                </a:lnTo>
                <a:lnTo>
                  <a:pt x="5100" y="1734"/>
                </a:lnTo>
                <a:lnTo>
                  <a:pt x="5099" y="1736"/>
                </a:lnTo>
                <a:lnTo>
                  <a:pt x="5098" y="1736"/>
                </a:lnTo>
                <a:lnTo>
                  <a:pt x="5098" y="1735"/>
                </a:lnTo>
                <a:lnTo>
                  <a:pt x="5097" y="1735"/>
                </a:lnTo>
                <a:lnTo>
                  <a:pt x="5096" y="1735"/>
                </a:lnTo>
                <a:lnTo>
                  <a:pt x="5096" y="1734"/>
                </a:lnTo>
                <a:lnTo>
                  <a:pt x="5095" y="1734"/>
                </a:lnTo>
                <a:lnTo>
                  <a:pt x="5095" y="1733"/>
                </a:lnTo>
                <a:lnTo>
                  <a:pt x="5094" y="1733"/>
                </a:lnTo>
                <a:lnTo>
                  <a:pt x="5093" y="1733"/>
                </a:lnTo>
                <a:lnTo>
                  <a:pt x="5092" y="1733"/>
                </a:lnTo>
                <a:lnTo>
                  <a:pt x="5092" y="1734"/>
                </a:lnTo>
                <a:lnTo>
                  <a:pt x="5093" y="1735"/>
                </a:lnTo>
                <a:lnTo>
                  <a:pt x="5094" y="1735"/>
                </a:lnTo>
                <a:lnTo>
                  <a:pt x="5094" y="1736"/>
                </a:lnTo>
                <a:lnTo>
                  <a:pt x="5094" y="1737"/>
                </a:lnTo>
                <a:lnTo>
                  <a:pt x="5095" y="1737"/>
                </a:lnTo>
                <a:lnTo>
                  <a:pt x="5094" y="1738"/>
                </a:lnTo>
                <a:lnTo>
                  <a:pt x="5094" y="1737"/>
                </a:lnTo>
                <a:lnTo>
                  <a:pt x="5093" y="1737"/>
                </a:lnTo>
                <a:lnTo>
                  <a:pt x="5093" y="1736"/>
                </a:lnTo>
                <a:lnTo>
                  <a:pt x="5092" y="1736"/>
                </a:lnTo>
                <a:lnTo>
                  <a:pt x="5091" y="1736"/>
                </a:lnTo>
                <a:lnTo>
                  <a:pt x="5089" y="1736"/>
                </a:lnTo>
                <a:lnTo>
                  <a:pt x="5088" y="1735"/>
                </a:lnTo>
                <a:lnTo>
                  <a:pt x="5086" y="1735"/>
                </a:lnTo>
                <a:lnTo>
                  <a:pt x="5086" y="1736"/>
                </a:lnTo>
                <a:lnTo>
                  <a:pt x="5087" y="1736"/>
                </a:lnTo>
                <a:lnTo>
                  <a:pt x="5087" y="1737"/>
                </a:lnTo>
                <a:lnTo>
                  <a:pt x="5088" y="1737"/>
                </a:lnTo>
                <a:lnTo>
                  <a:pt x="5088" y="1738"/>
                </a:lnTo>
                <a:lnTo>
                  <a:pt x="5089" y="1738"/>
                </a:lnTo>
                <a:lnTo>
                  <a:pt x="5089" y="1739"/>
                </a:lnTo>
                <a:lnTo>
                  <a:pt x="5090" y="1739"/>
                </a:lnTo>
                <a:lnTo>
                  <a:pt x="5092" y="1740"/>
                </a:lnTo>
                <a:lnTo>
                  <a:pt x="5092" y="1741"/>
                </a:lnTo>
                <a:lnTo>
                  <a:pt x="5092" y="1743"/>
                </a:lnTo>
                <a:lnTo>
                  <a:pt x="5092" y="1744"/>
                </a:lnTo>
                <a:lnTo>
                  <a:pt x="5091" y="1745"/>
                </a:lnTo>
                <a:lnTo>
                  <a:pt x="5090" y="1746"/>
                </a:lnTo>
                <a:lnTo>
                  <a:pt x="5089" y="1747"/>
                </a:lnTo>
                <a:lnTo>
                  <a:pt x="5088" y="1747"/>
                </a:lnTo>
                <a:lnTo>
                  <a:pt x="5087" y="1746"/>
                </a:lnTo>
                <a:lnTo>
                  <a:pt x="5086" y="1746"/>
                </a:lnTo>
                <a:lnTo>
                  <a:pt x="5085" y="1746"/>
                </a:lnTo>
                <a:lnTo>
                  <a:pt x="5085" y="1745"/>
                </a:lnTo>
                <a:lnTo>
                  <a:pt x="5086" y="1744"/>
                </a:lnTo>
                <a:lnTo>
                  <a:pt x="5085" y="1743"/>
                </a:lnTo>
                <a:lnTo>
                  <a:pt x="5084" y="1743"/>
                </a:lnTo>
                <a:lnTo>
                  <a:pt x="5083" y="1744"/>
                </a:lnTo>
                <a:lnTo>
                  <a:pt x="5083" y="1743"/>
                </a:lnTo>
                <a:lnTo>
                  <a:pt x="5083" y="1742"/>
                </a:lnTo>
                <a:lnTo>
                  <a:pt x="5082" y="1742"/>
                </a:lnTo>
                <a:lnTo>
                  <a:pt x="5082" y="1740"/>
                </a:lnTo>
                <a:lnTo>
                  <a:pt x="5081" y="1739"/>
                </a:lnTo>
                <a:lnTo>
                  <a:pt x="5081" y="1738"/>
                </a:lnTo>
                <a:lnTo>
                  <a:pt x="5081" y="1737"/>
                </a:lnTo>
                <a:lnTo>
                  <a:pt x="5080" y="1737"/>
                </a:lnTo>
                <a:lnTo>
                  <a:pt x="5079" y="1737"/>
                </a:lnTo>
                <a:lnTo>
                  <a:pt x="5079" y="1736"/>
                </a:lnTo>
                <a:lnTo>
                  <a:pt x="5078" y="1736"/>
                </a:lnTo>
                <a:lnTo>
                  <a:pt x="5077" y="1736"/>
                </a:lnTo>
                <a:lnTo>
                  <a:pt x="5076" y="1736"/>
                </a:lnTo>
                <a:lnTo>
                  <a:pt x="5075" y="1736"/>
                </a:lnTo>
                <a:lnTo>
                  <a:pt x="5074" y="1735"/>
                </a:lnTo>
                <a:lnTo>
                  <a:pt x="5074" y="1736"/>
                </a:lnTo>
                <a:lnTo>
                  <a:pt x="5073" y="1736"/>
                </a:lnTo>
                <a:lnTo>
                  <a:pt x="5074" y="1737"/>
                </a:lnTo>
                <a:lnTo>
                  <a:pt x="5074" y="1736"/>
                </a:lnTo>
                <a:lnTo>
                  <a:pt x="5075" y="1736"/>
                </a:lnTo>
                <a:lnTo>
                  <a:pt x="5076" y="1737"/>
                </a:lnTo>
                <a:lnTo>
                  <a:pt x="5076" y="1738"/>
                </a:lnTo>
                <a:lnTo>
                  <a:pt x="5077" y="1738"/>
                </a:lnTo>
                <a:lnTo>
                  <a:pt x="5076" y="1739"/>
                </a:lnTo>
                <a:lnTo>
                  <a:pt x="5075" y="1739"/>
                </a:lnTo>
                <a:lnTo>
                  <a:pt x="5075" y="1740"/>
                </a:lnTo>
                <a:lnTo>
                  <a:pt x="5073" y="1740"/>
                </a:lnTo>
                <a:lnTo>
                  <a:pt x="5072" y="1740"/>
                </a:lnTo>
                <a:lnTo>
                  <a:pt x="5072" y="1739"/>
                </a:lnTo>
                <a:lnTo>
                  <a:pt x="5073" y="1739"/>
                </a:lnTo>
                <a:lnTo>
                  <a:pt x="5073" y="1738"/>
                </a:lnTo>
                <a:lnTo>
                  <a:pt x="5071" y="1738"/>
                </a:lnTo>
                <a:lnTo>
                  <a:pt x="5070" y="1738"/>
                </a:lnTo>
                <a:lnTo>
                  <a:pt x="5070" y="1739"/>
                </a:lnTo>
                <a:lnTo>
                  <a:pt x="5069" y="1739"/>
                </a:lnTo>
                <a:lnTo>
                  <a:pt x="5069" y="1738"/>
                </a:lnTo>
                <a:lnTo>
                  <a:pt x="5068" y="1738"/>
                </a:lnTo>
                <a:lnTo>
                  <a:pt x="5067" y="1738"/>
                </a:lnTo>
                <a:lnTo>
                  <a:pt x="5065" y="1739"/>
                </a:lnTo>
                <a:lnTo>
                  <a:pt x="5065" y="1740"/>
                </a:lnTo>
                <a:lnTo>
                  <a:pt x="5066" y="1740"/>
                </a:lnTo>
                <a:lnTo>
                  <a:pt x="5067" y="1740"/>
                </a:lnTo>
                <a:lnTo>
                  <a:pt x="5067" y="1741"/>
                </a:lnTo>
                <a:lnTo>
                  <a:pt x="5067" y="1742"/>
                </a:lnTo>
                <a:lnTo>
                  <a:pt x="5068" y="1742"/>
                </a:lnTo>
                <a:lnTo>
                  <a:pt x="5067" y="1743"/>
                </a:lnTo>
                <a:lnTo>
                  <a:pt x="5066" y="1744"/>
                </a:lnTo>
                <a:lnTo>
                  <a:pt x="5065" y="1744"/>
                </a:lnTo>
                <a:lnTo>
                  <a:pt x="5064" y="1745"/>
                </a:lnTo>
                <a:lnTo>
                  <a:pt x="5063" y="1745"/>
                </a:lnTo>
                <a:lnTo>
                  <a:pt x="5062" y="1746"/>
                </a:lnTo>
                <a:lnTo>
                  <a:pt x="5062" y="1747"/>
                </a:lnTo>
                <a:lnTo>
                  <a:pt x="5063" y="1747"/>
                </a:lnTo>
                <a:lnTo>
                  <a:pt x="5063" y="1748"/>
                </a:lnTo>
                <a:lnTo>
                  <a:pt x="5062" y="1748"/>
                </a:lnTo>
                <a:lnTo>
                  <a:pt x="5063" y="1748"/>
                </a:lnTo>
                <a:lnTo>
                  <a:pt x="5064" y="1748"/>
                </a:lnTo>
                <a:lnTo>
                  <a:pt x="5066" y="1747"/>
                </a:lnTo>
                <a:lnTo>
                  <a:pt x="5065" y="1748"/>
                </a:lnTo>
                <a:lnTo>
                  <a:pt x="5066" y="1748"/>
                </a:lnTo>
                <a:lnTo>
                  <a:pt x="5067" y="1748"/>
                </a:lnTo>
                <a:lnTo>
                  <a:pt x="5068" y="1748"/>
                </a:lnTo>
                <a:lnTo>
                  <a:pt x="5069" y="1748"/>
                </a:lnTo>
                <a:lnTo>
                  <a:pt x="5069" y="1749"/>
                </a:lnTo>
                <a:lnTo>
                  <a:pt x="5070" y="1749"/>
                </a:lnTo>
                <a:lnTo>
                  <a:pt x="5071" y="1749"/>
                </a:lnTo>
                <a:lnTo>
                  <a:pt x="5073" y="1750"/>
                </a:lnTo>
                <a:lnTo>
                  <a:pt x="5073" y="1751"/>
                </a:lnTo>
                <a:lnTo>
                  <a:pt x="5073" y="1752"/>
                </a:lnTo>
                <a:lnTo>
                  <a:pt x="5072" y="1753"/>
                </a:lnTo>
                <a:lnTo>
                  <a:pt x="5072" y="1754"/>
                </a:lnTo>
                <a:lnTo>
                  <a:pt x="5072" y="1755"/>
                </a:lnTo>
                <a:lnTo>
                  <a:pt x="5071" y="1756"/>
                </a:lnTo>
                <a:lnTo>
                  <a:pt x="5070" y="1756"/>
                </a:lnTo>
                <a:lnTo>
                  <a:pt x="5070" y="1755"/>
                </a:lnTo>
                <a:lnTo>
                  <a:pt x="5069" y="1755"/>
                </a:lnTo>
                <a:lnTo>
                  <a:pt x="5068" y="1755"/>
                </a:lnTo>
                <a:lnTo>
                  <a:pt x="5069" y="1755"/>
                </a:lnTo>
                <a:lnTo>
                  <a:pt x="5069" y="1756"/>
                </a:lnTo>
                <a:lnTo>
                  <a:pt x="5067" y="1756"/>
                </a:lnTo>
                <a:lnTo>
                  <a:pt x="5066" y="1756"/>
                </a:lnTo>
                <a:lnTo>
                  <a:pt x="5064" y="1756"/>
                </a:lnTo>
                <a:lnTo>
                  <a:pt x="5062" y="1756"/>
                </a:lnTo>
                <a:lnTo>
                  <a:pt x="5062" y="1755"/>
                </a:lnTo>
                <a:lnTo>
                  <a:pt x="5061" y="1755"/>
                </a:lnTo>
                <a:lnTo>
                  <a:pt x="5060" y="1755"/>
                </a:lnTo>
                <a:lnTo>
                  <a:pt x="5059" y="1755"/>
                </a:lnTo>
                <a:lnTo>
                  <a:pt x="5057" y="1755"/>
                </a:lnTo>
                <a:lnTo>
                  <a:pt x="5056" y="1755"/>
                </a:lnTo>
                <a:lnTo>
                  <a:pt x="5056" y="1756"/>
                </a:lnTo>
                <a:lnTo>
                  <a:pt x="5055" y="1757"/>
                </a:lnTo>
                <a:lnTo>
                  <a:pt x="5054" y="1758"/>
                </a:lnTo>
                <a:lnTo>
                  <a:pt x="5053" y="1758"/>
                </a:lnTo>
                <a:lnTo>
                  <a:pt x="5053" y="1759"/>
                </a:lnTo>
                <a:lnTo>
                  <a:pt x="5053" y="1760"/>
                </a:lnTo>
                <a:lnTo>
                  <a:pt x="5052" y="1761"/>
                </a:lnTo>
                <a:lnTo>
                  <a:pt x="5051" y="1761"/>
                </a:lnTo>
                <a:lnTo>
                  <a:pt x="5050" y="1761"/>
                </a:lnTo>
                <a:lnTo>
                  <a:pt x="5048" y="1761"/>
                </a:lnTo>
                <a:lnTo>
                  <a:pt x="5047" y="1762"/>
                </a:lnTo>
                <a:lnTo>
                  <a:pt x="5045" y="1762"/>
                </a:lnTo>
                <a:lnTo>
                  <a:pt x="5044" y="1762"/>
                </a:lnTo>
                <a:lnTo>
                  <a:pt x="5043" y="1762"/>
                </a:lnTo>
                <a:lnTo>
                  <a:pt x="5042" y="1762"/>
                </a:lnTo>
                <a:lnTo>
                  <a:pt x="5041" y="1762"/>
                </a:lnTo>
                <a:lnTo>
                  <a:pt x="5040" y="1762"/>
                </a:lnTo>
                <a:lnTo>
                  <a:pt x="5039" y="1762"/>
                </a:lnTo>
                <a:lnTo>
                  <a:pt x="5038" y="1762"/>
                </a:lnTo>
                <a:lnTo>
                  <a:pt x="5037" y="1761"/>
                </a:lnTo>
                <a:lnTo>
                  <a:pt x="5036" y="1761"/>
                </a:lnTo>
                <a:lnTo>
                  <a:pt x="5035" y="1761"/>
                </a:lnTo>
                <a:lnTo>
                  <a:pt x="5034" y="1761"/>
                </a:lnTo>
                <a:lnTo>
                  <a:pt x="5033" y="1761"/>
                </a:lnTo>
                <a:lnTo>
                  <a:pt x="5032" y="1761"/>
                </a:lnTo>
                <a:lnTo>
                  <a:pt x="5032" y="1762"/>
                </a:lnTo>
                <a:lnTo>
                  <a:pt x="5031" y="1762"/>
                </a:lnTo>
                <a:lnTo>
                  <a:pt x="5031" y="1763"/>
                </a:lnTo>
                <a:lnTo>
                  <a:pt x="5032" y="1763"/>
                </a:lnTo>
                <a:lnTo>
                  <a:pt x="5031" y="1764"/>
                </a:lnTo>
                <a:lnTo>
                  <a:pt x="5030" y="1764"/>
                </a:lnTo>
                <a:lnTo>
                  <a:pt x="5030" y="1765"/>
                </a:lnTo>
                <a:lnTo>
                  <a:pt x="5029" y="1765"/>
                </a:lnTo>
                <a:lnTo>
                  <a:pt x="5029" y="1764"/>
                </a:lnTo>
                <a:lnTo>
                  <a:pt x="5028" y="1764"/>
                </a:lnTo>
                <a:lnTo>
                  <a:pt x="5027" y="1765"/>
                </a:lnTo>
                <a:lnTo>
                  <a:pt x="5026" y="1765"/>
                </a:lnTo>
                <a:lnTo>
                  <a:pt x="5025" y="1765"/>
                </a:lnTo>
                <a:lnTo>
                  <a:pt x="5025" y="1764"/>
                </a:lnTo>
                <a:lnTo>
                  <a:pt x="5024" y="1764"/>
                </a:lnTo>
                <a:lnTo>
                  <a:pt x="5024" y="1763"/>
                </a:lnTo>
                <a:lnTo>
                  <a:pt x="5023" y="1763"/>
                </a:lnTo>
                <a:lnTo>
                  <a:pt x="5022" y="1763"/>
                </a:lnTo>
                <a:lnTo>
                  <a:pt x="5022" y="1764"/>
                </a:lnTo>
                <a:lnTo>
                  <a:pt x="5021" y="1764"/>
                </a:lnTo>
                <a:lnTo>
                  <a:pt x="5021" y="1765"/>
                </a:lnTo>
                <a:lnTo>
                  <a:pt x="5021" y="1766"/>
                </a:lnTo>
                <a:lnTo>
                  <a:pt x="5021" y="1767"/>
                </a:lnTo>
                <a:lnTo>
                  <a:pt x="5021" y="1766"/>
                </a:lnTo>
                <a:lnTo>
                  <a:pt x="5022" y="1766"/>
                </a:lnTo>
                <a:lnTo>
                  <a:pt x="5023" y="1765"/>
                </a:lnTo>
                <a:lnTo>
                  <a:pt x="5024" y="1765"/>
                </a:lnTo>
                <a:lnTo>
                  <a:pt x="5023" y="1767"/>
                </a:lnTo>
                <a:lnTo>
                  <a:pt x="5022" y="1768"/>
                </a:lnTo>
                <a:lnTo>
                  <a:pt x="5021" y="1768"/>
                </a:lnTo>
                <a:lnTo>
                  <a:pt x="5021" y="1769"/>
                </a:lnTo>
                <a:lnTo>
                  <a:pt x="5020" y="1769"/>
                </a:lnTo>
                <a:lnTo>
                  <a:pt x="5020" y="1770"/>
                </a:lnTo>
                <a:lnTo>
                  <a:pt x="5020" y="1771"/>
                </a:lnTo>
                <a:lnTo>
                  <a:pt x="5020" y="1772"/>
                </a:lnTo>
                <a:lnTo>
                  <a:pt x="5019" y="1773"/>
                </a:lnTo>
                <a:lnTo>
                  <a:pt x="5018" y="1773"/>
                </a:lnTo>
                <a:lnTo>
                  <a:pt x="5017" y="1773"/>
                </a:lnTo>
                <a:lnTo>
                  <a:pt x="5016" y="1773"/>
                </a:lnTo>
                <a:lnTo>
                  <a:pt x="5015" y="1773"/>
                </a:lnTo>
                <a:lnTo>
                  <a:pt x="5014" y="1773"/>
                </a:lnTo>
                <a:lnTo>
                  <a:pt x="5013" y="1773"/>
                </a:lnTo>
                <a:lnTo>
                  <a:pt x="5012" y="1773"/>
                </a:lnTo>
                <a:lnTo>
                  <a:pt x="5012" y="1772"/>
                </a:lnTo>
                <a:lnTo>
                  <a:pt x="5012" y="1771"/>
                </a:lnTo>
                <a:lnTo>
                  <a:pt x="5012" y="1770"/>
                </a:lnTo>
                <a:lnTo>
                  <a:pt x="5012" y="1769"/>
                </a:lnTo>
                <a:lnTo>
                  <a:pt x="5011" y="1768"/>
                </a:lnTo>
                <a:lnTo>
                  <a:pt x="5010" y="1768"/>
                </a:lnTo>
                <a:lnTo>
                  <a:pt x="5010" y="1767"/>
                </a:lnTo>
                <a:lnTo>
                  <a:pt x="5009" y="1767"/>
                </a:lnTo>
                <a:lnTo>
                  <a:pt x="5009" y="1766"/>
                </a:lnTo>
                <a:lnTo>
                  <a:pt x="5010" y="1766"/>
                </a:lnTo>
                <a:lnTo>
                  <a:pt x="5011" y="1766"/>
                </a:lnTo>
                <a:lnTo>
                  <a:pt x="5012" y="1766"/>
                </a:lnTo>
                <a:lnTo>
                  <a:pt x="5013" y="1765"/>
                </a:lnTo>
                <a:lnTo>
                  <a:pt x="5013" y="1764"/>
                </a:lnTo>
                <a:lnTo>
                  <a:pt x="5012" y="1764"/>
                </a:lnTo>
                <a:lnTo>
                  <a:pt x="5012" y="1765"/>
                </a:lnTo>
                <a:lnTo>
                  <a:pt x="5011" y="1765"/>
                </a:lnTo>
                <a:lnTo>
                  <a:pt x="5011" y="1764"/>
                </a:lnTo>
                <a:lnTo>
                  <a:pt x="5012" y="1763"/>
                </a:lnTo>
                <a:lnTo>
                  <a:pt x="5012" y="1762"/>
                </a:lnTo>
                <a:lnTo>
                  <a:pt x="5011" y="1763"/>
                </a:lnTo>
                <a:lnTo>
                  <a:pt x="5010" y="1762"/>
                </a:lnTo>
                <a:lnTo>
                  <a:pt x="5010" y="1761"/>
                </a:lnTo>
                <a:lnTo>
                  <a:pt x="5010" y="1759"/>
                </a:lnTo>
                <a:lnTo>
                  <a:pt x="5009" y="1758"/>
                </a:lnTo>
                <a:lnTo>
                  <a:pt x="5009" y="1757"/>
                </a:lnTo>
                <a:lnTo>
                  <a:pt x="5010" y="1756"/>
                </a:lnTo>
                <a:lnTo>
                  <a:pt x="5011" y="1756"/>
                </a:lnTo>
                <a:lnTo>
                  <a:pt x="5011" y="1755"/>
                </a:lnTo>
                <a:lnTo>
                  <a:pt x="5011" y="1754"/>
                </a:lnTo>
                <a:lnTo>
                  <a:pt x="5011" y="1753"/>
                </a:lnTo>
                <a:lnTo>
                  <a:pt x="5010" y="1753"/>
                </a:lnTo>
                <a:lnTo>
                  <a:pt x="5009" y="1752"/>
                </a:lnTo>
                <a:lnTo>
                  <a:pt x="5009" y="1753"/>
                </a:lnTo>
                <a:lnTo>
                  <a:pt x="5008" y="1753"/>
                </a:lnTo>
                <a:lnTo>
                  <a:pt x="5007" y="1752"/>
                </a:lnTo>
                <a:lnTo>
                  <a:pt x="5007" y="1751"/>
                </a:lnTo>
                <a:lnTo>
                  <a:pt x="5007" y="1750"/>
                </a:lnTo>
                <a:lnTo>
                  <a:pt x="5008" y="1749"/>
                </a:lnTo>
                <a:lnTo>
                  <a:pt x="5008" y="1748"/>
                </a:lnTo>
                <a:lnTo>
                  <a:pt x="5009" y="1748"/>
                </a:lnTo>
                <a:lnTo>
                  <a:pt x="5010" y="1748"/>
                </a:lnTo>
                <a:lnTo>
                  <a:pt x="5011" y="1748"/>
                </a:lnTo>
                <a:lnTo>
                  <a:pt x="5011" y="1746"/>
                </a:lnTo>
                <a:lnTo>
                  <a:pt x="5012" y="1746"/>
                </a:lnTo>
                <a:lnTo>
                  <a:pt x="5013" y="1745"/>
                </a:lnTo>
                <a:lnTo>
                  <a:pt x="5013" y="1746"/>
                </a:lnTo>
                <a:lnTo>
                  <a:pt x="5014" y="1746"/>
                </a:lnTo>
                <a:lnTo>
                  <a:pt x="5015" y="1746"/>
                </a:lnTo>
                <a:lnTo>
                  <a:pt x="5016" y="1746"/>
                </a:lnTo>
                <a:lnTo>
                  <a:pt x="5016" y="1745"/>
                </a:lnTo>
                <a:lnTo>
                  <a:pt x="5016" y="1746"/>
                </a:lnTo>
                <a:lnTo>
                  <a:pt x="5017" y="1746"/>
                </a:lnTo>
                <a:lnTo>
                  <a:pt x="5018" y="1746"/>
                </a:lnTo>
                <a:lnTo>
                  <a:pt x="5018" y="1747"/>
                </a:lnTo>
                <a:lnTo>
                  <a:pt x="5019" y="1747"/>
                </a:lnTo>
                <a:lnTo>
                  <a:pt x="5019" y="1748"/>
                </a:lnTo>
                <a:lnTo>
                  <a:pt x="5020" y="1748"/>
                </a:lnTo>
                <a:lnTo>
                  <a:pt x="5021" y="1748"/>
                </a:lnTo>
                <a:lnTo>
                  <a:pt x="5022" y="1748"/>
                </a:lnTo>
                <a:lnTo>
                  <a:pt x="5022" y="1747"/>
                </a:lnTo>
                <a:lnTo>
                  <a:pt x="5022" y="1746"/>
                </a:lnTo>
                <a:lnTo>
                  <a:pt x="5023" y="1746"/>
                </a:lnTo>
                <a:lnTo>
                  <a:pt x="5023" y="1745"/>
                </a:lnTo>
                <a:lnTo>
                  <a:pt x="5024" y="1745"/>
                </a:lnTo>
                <a:lnTo>
                  <a:pt x="5025" y="1745"/>
                </a:lnTo>
                <a:lnTo>
                  <a:pt x="5026" y="1745"/>
                </a:lnTo>
                <a:lnTo>
                  <a:pt x="5026" y="1744"/>
                </a:lnTo>
                <a:lnTo>
                  <a:pt x="5027" y="1744"/>
                </a:lnTo>
                <a:lnTo>
                  <a:pt x="5029" y="1743"/>
                </a:lnTo>
                <a:lnTo>
                  <a:pt x="5030" y="1744"/>
                </a:lnTo>
                <a:lnTo>
                  <a:pt x="5031" y="1744"/>
                </a:lnTo>
                <a:lnTo>
                  <a:pt x="5032" y="1744"/>
                </a:lnTo>
                <a:lnTo>
                  <a:pt x="5034" y="1743"/>
                </a:lnTo>
                <a:lnTo>
                  <a:pt x="5034" y="1742"/>
                </a:lnTo>
                <a:lnTo>
                  <a:pt x="5034" y="1741"/>
                </a:lnTo>
                <a:lnTo>
                  <a:pt x="5033" y="1741"/>
                </a:lnTo>
                <a:lnTo>
                  <a:pt x="5033" y="1740"/>
                </a:lnTo>
                <a:lnTo>
                  <a:pt x="5032" y="1740"/>
                </a:lnTo>
                <a:lnTo>
                  <a:pt x="5031" y="1740"/>
                </a:lnTo>
                <a:lnTo>
                  <a:pt x="5031" y="1739"/>
                </a:lnTo>
                <a:lnTo>
                  <a:pt x="5032" y="1739"/>
                </a:lnTo>
                <a:lnTo>
                  <a:pt x="5032" y="1738"/>
                </a:lnTo>
                <a:lnTo>
                  <a:pt x="5033" y="1738"/>
                </a:lnTo>
                <a:lnTo>
                  <a:pt x="5033" y="1737"/>
                </a:lnTo>
                <a:lnTo>
                  <a:pt x="5034" y="1737"/>
                </a:lnTo>
                <a:lnTo>
                  <a:pt x="5034" y="1736"/>
                </a:lnTo>
                <a:lnTo>
                  <a:pt x="5033" y="1736"/>
                </a:lnTo>
                <a:lnTo>
                  <a:pt x="5034" y="1735"/>
                </a:lnTo>
                <a:lnTo>
                  <a:pt x="5035" y="1735"/>
                </a:lnTo>
                <a:lnTo>
                  <a:pt x="5036" y="1735"/>
                </a:lnTo>
                <a:lnTo>
                  <a:pt x="5036" y="1734"/>
                </a:lnTo>
                <a:lnTo>
                  <a:pt x="5037" y="1734"/>
                </a:lnTo>
                <a:lnTo>
                  <a:pt x="5037" y="1733"/>
                </a:lnTo>
                <a:lnTo>
                  <a:pt x="5036" y="1733"/>
                </a:lnTo>
                <a:lnTo>
                  <a:pt x="5037" y="1733"/>
                </a:lnTo>
                <a:lnTo>
                  <a:pt x="5038" y="1733"/>
                </a:lnTo>
                <a:lnTo>
                  <a:pt x="5038" y="1734"/>
                </a:lnTo>
                <a:lnTo>
                  <a:pt x="5039" y="1734"/>
                </a:lnTo>
                <a:lnTo>
                  <a:pt x="5039" y="1735"/>
                </a:lnTo>
                <a:lnTo>
                  <a:pt x="5040" y="1735"/>
                </a:lnTo>
                <a:lnTo>
                  <a:pt x="5040" y="1736"/>
                </a:lnTo>
                <a:lnTo>
                  <a:pt x="5041" y="1736"/>
                </a:lnTo>
                <a:lnTo>
                  <a:pt x="5040" y="1736"/>
                </a:lnTo>
                <a:lnTo>
                  <a:pt x="5041" y="1737"/>
                </a:lnTo>
                <a:lnTo>
                  <a:pt x="5043" y="1737"/>
                </a:lnTo>
                <a:lnTo>
                  <a:pt x="5044" y="1737"/>
                </a:lnTo>
                <a:lnTo>
                  <a:pt x="5045" y="1737"/>
                </a:lnTo>
                <a:lnTo>
                  <a:pt x="5046" y="1736"/>
                </a:lnTo>
                <a:lnTo>
                  <a:pt x="5046" y="1737"/>
                </a:lnTo>
                <a:lnTo>
                  <a:pt x="5046" y="1738"/>
                </a:lnTo>
                <a:lnTo>
                  <a:pt x="5048" y="1737"/>
                </a:lnTo>
                <a:lnTo>
                  <a:pt x="5049" y="1737"/>
                </a:lnTo>
                <a:lnTo>
                  <a:pt x="5050" y="1737"/>
                </a:lnTo>
                <a:lnTo>
                  <a:pt x="5050" y="1736"/>
                </a:lnTo>
                <a:lnTo>
                  <a:pt x="5051" y="1736"/>
                </a:lnTo>
                <a:lnTo>
                  <a:pt x="5052" y="1736"/>
                </a:lnTo>
                <a:lnTo>
                  <a:pt x="5052" y="1735"/>
                </a:lnTo>
                <a:lnTo>
                  <a:pt x="5053" y="1735"/>
                </a:lnTo>
                <a:lnTo>
                  <a:pt x="5053" y="1734"/>
                </a:lnTo>
                <a:lnTo>
                  <a:pt x="5054" y="1734"/>
                </a:lnTo>
                <a:lnTo>
                  <a:pt x="5055" y="1733"/>
                </a:lnTo>
                <a:lnTo>
                  <a:pt x="5056" y="1733"/>
                </a:lnTo>
                <a:lnTo>
                  <a:pt x="5057" y="1733"/>
                </a:lnTo>
                <a:lnTo>
                  <a:pt x="5058" y="1733"/>
                </a:lnTo>
                <a:lnTo>
                  <a:pt x="5059" y="1732"/>
                </a:lnTo>
                <a:lnTo>
                  <a:pt x="5060" y="1732"/>
                </a:lnTo>
                <a:lnTo>
                  <a:pt x="5061" y="1732"/>
                </a:lnTo>
                <a:lnTo>
                  <a:pt x="5062" y="1731"/>
                </a:lnTo>
                <a:lnTo>
                  <a:pt x="5063" y="1731"/>
                </a:lnTo>
                <a:lnTo>
                  <a:pt x="5064" y="1731"/>
                </a:lnTo>
                <a:lnTo>
                  <a:pt x="5065" y="1731"/>
                </a:lnTo>
                <a:lnTo>
                  <a:pt x="5064" y="1730"/>
                </a:lnTo>
                <a:lnTo>
                  <a:pt x="5065" y="1729"/>
                </a:lnTo>
                <a:lnTo>
                  <a:pt x="5066" y="1729"/>
                </a:lnTo>
                <a:lnTo>
                  <a:pt x="5067" y="1730"/>
                </a:lnTo>
                <a:lnTo>
                  <a:pt x="5068" y="1729"/>
                </a:lnTo>
                <a:lnTo>
                  <a:pt x="5069" y="1728"/>
                </a:lnTo>
                <a:lnTo>
                  <a:pt x="5070" y="1727"/>
                </a:lnTo>
                <a:lnTo>
                  <a:pt x="5070" y="1725"/>
                </a:lnTo>
                <a:lnTo>
                  <a:pt x="5069" y="1725"/>
                </a:lnTo>
                <a:lnTo>
                  <a:pt x="5069" y="1724"/>
                </a:lnTo>
                <a:lnTo>
                  <a:pt x="5070" y="1724"/>
                </a:lnTo>
                <a:lnTo>
                  <a:pt x="5069" y="1723"/>
                </a:lnTo>
                <a:lnTo>
                  <a:pt x="5068" y="1723"/>
                </a:lnTo>
                <a:lnTo>
                  <a:pt x="5068" y="1722"/>
                </a:lnTo>
                <a:lnTo>
                  <a:pt x="5067" y="1722"/>
                </a:lnTo>
                <a:lnTo>
                  <a:pt x="5066" y="1721"/>
                </a:lnTo>
                <a:lnTo>
                  <a:pt x="5065" y="1720"/>
                </a:lnTo>
                <a:lnTo>
                  <a:pt x="5064" y="1720"/>
                </a:lnTo>
                <a:lnTo>
                  <a:pt x="5063" y="1720"/>
                </a:lnTo>
                <a:lnTo>
                  <a:pt x="5061" y="1720"/>
                </a:lnTo>
                <a:lnTo>
                  <a:pt x="5061" y="1719"/>
                </a:lnTo>
                <a:lnTo>
                  <a:pt x="5060" y="1719"/>
                </a:lnTo>
                <a:lnTo>
                  <a:pt x="5061" y="1719"/>
                </a:lnTo>
                <a:lnTo>
                  <a:pt x="5061" y="1718"/>
                </a:lnTo>
                <a:lnTo>
                  <a:pt x="5061" y="1717"/>
                </a:lnTo>
                <a:lnTo>
                  <a:pt x="5060" y="1717"/>
                </a:lnTo>
                <a:lnTo>
                  <a:pt x="5059" y="1717"/>
                </a:lnTo>
                <a:lnTo>
                  <a:pt x="5059" y="1716"/>
                </a:lnTo>
                <a:lnTo>
                  <a:pt x="5060" y="1716"/>
                </a:lnTo>
                <a:lnTo>
                  <a:pt x="5061" y="1716"/>
                </a:lnTo>
                <a:lnTo>
                  <a:pt x="5062" y="1716"/>
                </a:lnTo>
                <a:lnTo>
                  <a:pt x="5062" y="1714"/>
                </a:lnTo>
                <a:lnTo>
                  <a:pt x="5060" y="1714"/>
                </a:lnTo>
                <a:lnTo>
                  <a:pt x="5060" y="1713"/>
                </a:lnTo>
                <a:lnTo>
                  <a:pt x="5061" y="1713"/>
                </a:lnTo>
                <a:lnTo>
                  <a:pt x="5062" y="1713"/>
                </a:lnTo>
                <a:lnTo>
                  <a:pt x="5064" y="1713"/>
                </a:lnTo>
                <a:lnTo>
                  <a:pt x="5065" y="1713"/>
                </a:lnTo>
                <a:lnTo>
                  <a:pt x="5065" y="1712"/>
                </a:lnTo>
                <a:lnTo>
                  <a:pt x="5065" y="1711"/>
                </a:lnTo>
                <a:lnTo>
                  <a:pt x="5063" y="1711"/>
                </a:lnTo>
                <a:lnTo>
                  <a:pt x="5062" y="1710"/>
                </a:lnTo>
                <a:lnTo>
                  <a:pt x="5062" y="1709"/>
                </a:lnTo>
                <a:lnTo>
                  <a:pt x="5061" y="1709"/>
                </a:lnTo>
                <a:lnTo>
                  <a:pt x="5060" y="1710"/>
                </a:lnTo>
                <a:lnTo>
                  <a:pt x="5060" y="1709"/>
                </a:lnTo>
                <a:lnTo>
                  <a:pt x="5060" y="1708"/>
                </a:lnTo>
                <a:lnTo>
                  <a:pt x="5060" y="1707"/>
                </a:lnTo>
                <a:lnTo>
                  <a:pt x="5061" y="1707"/>
                </a:lnTo>
                <a:lnTo>
                  <a:pt x="5062" y="1708"/>
                </a:lnTo>
                <a:lnTo>
                  <a:pt x="5062" y="1707"/>
                </a:lnTo>
                <a:lnTo>
                  <a:pt x="5063" y="1707"/>
                </a:lnTo>
                <a:lnTo>
                  <a:pt x="5063" y="1706"/>
                </a:lnTo>
                <a:lnTo>
                  <a:pt x="5064" y="1706"/>
                </a:lnTo>
                <a:lnTo>
                  <a:pt x="5065" y="1707"/>
                </a:lnTo>
                <a:lnTo>
                  <a:pt x="5066" y="1707"/>
                </a:lnTo>
                <a:lnTo>
                  <a:pt x="5067" y="1707"/>
                </a:lnTo>
                <a:lnTo>
                  <a:pt x="5069" y="1707"/>
                </a:lnTo>
                <a:lnTo>
                  <a:pt x="5070" y="1707"/>
                </a:lnTo>
                <a:lnTo>
                  <a:pt x="5070" y="1706"/>
                </a:lnTo>
                <a:lnTo>
                  <a:pt x="5070" y="1705"/>
                </a:lnTo>
                <a:lnTo>
                  <a:pt x="5069" y="1704"/>
                </a:lnTo>
                <a:lnTo>
                  <a:pt x="5068" y="1703"/>
                </a:lnTo>
                <a:lnTo>
                  <a:pt x="5069" y="1703"/>
                </a:lnTo>
                <a:lnTo>
                  <a:pt x="5070" y="1703"/>
                </a:lnTo>
                <a:lnTo>
                  <a:pt x="5071" y="1702"/>
                </a:lnTo>
                <a:lnTo>
                  <a:pt x="5072" y="1703"/>
                </a:lnTo>
                <a:lnTo>
                  <a:pt x="5073" y="1703"/>
                </a:lnTo>
                <a:lnTo>
                  <a:pt x="5074" y="1704"/>
                </a:lnTo>
                <a:lnTo>
                  <a:pt x="5075" y="1703"/>
                </a:lnTo>
                <a:lnTo>
                  <a:pt x="5075" y="1702"/>
                </a:lnTo>
                <a:lnTo>
                  <a:pt x="5074" y="1702"/>
                </a:lnTo>
                <a:lnTo>
                  <a:pt x="5073" y="1702"/>
                </a:lnTo>
                <a:lnTo>
                  <a:pt x="5073" y="1701"/>
                </a:lnTo>
                <a:lnTo>
                  <a:pt x="5074" y="1701"/>
                </a:lnTo>
                <a:lnTo>
                  <a:pt x="5074" y="1700"/>
                </a:lnTo>
                <a:lnTo>
                  <a:pt x="5073" y="1700"/>
                </a:lnTo>
                <a:lnTo>
                  <a:pt x="5072" y="1699"/>
                </a:lnTo>
                <a:lnTo>
                  <a:pt x="5073" y="1699"/>
                </a:lnTo>
                <a:lnTo>
                  <a:pt x="5073" y="1698"/>
                </a:lnTo>
                <a:lnTo>
                  <a:pt x="5074" y="1698"/>
                </a:lnTo>
                <a:lnTo>
                  <a:pt x="5075" y="1697"/>
                </a:lnTo>
                <a:lnTo>
                  <a:pt x="5074" y="1697"/>
                </a:lnTo>
                <a:lnTo>
                  <a:pt x="5074" y="1696"/>
                </a:lnTo>
                <a:lnTo>
                  <a:pt x="5075" y="1695"/>
                </a:lnTo>
                <a:lnTo>
                  <a:pt x="5075" y="1694"/>
                </a:lnTo>
                <a:lnTo>
                  <a:pt x="5076" y="1694"/>
                </a:lnTo>
                <a:lnTo>
                  <a:pt x="5077" y="1695"/>
                </a:lnTo>
                <a:lnTo>
                  <a:pt x="5078" y="1695"/>
                </a:lnTo>
                <a:lnTo>
                  <a:pt x="5079" y="1696"/>
                </a:lnTo>
                <a:lnTo>
                  <a:pt x="5083" y="1696"/>
                </a:lnTo>
                <a:lnTo>
                  <a:pt x="5084" y="1696"/>
                </a:lnTo>
                <a:lnTo>
                  <a:pt x="5085" y="1695"/>
                </a:lnTo>
                <a:lnTo>
                  <a:pt x="5086" y="1695"/>
                </a:lnTo>
                <a:lnTo>
                  <a:pt x="5086" y="1696"/>
                </a:lnTo>
                <a:lnTo>
                  <a:pt x="5087" y="1696"/>
                </a:lnTo>
                <a:lnTo>
                  <a:pt x="5088" y="1696"/>
                </a:lnTo>
                <a:lnTo>
                  <a:pt x="5089" y="1695"/>
                </a:lnTo>
                <a:lnTo>
                  <a:pt x="5090" y="1693"/>
                </a:lnTo>
                <a:lnTo>
                  <a:pt x="5092" y="1693"/>
                </a:lnTo>
                <a:lnTo>
                  <a:pt x="5093" y="1693"/>
                </a:lnTo>
                <a:lnTo>
                  <a:pt x="5093" y="1692"/>
                </a:lnTo>
                <a:lnTo>
                  <a:pt x="5094" y="1692"/>
                </a:lnTo>
                <a:lnTo>
                  <a:pt x="5095" y="1692"/>
                </a:lnTo>
                <a:lnTo>
                  <a:pt x="5094" y="1692"/>
                </a:lnTo>
                <a:lnTo>
                  <a:pt x="5091" y="1692"/>
                </a:lnTo>
                <a:lnTo>
                  <a:pt x="5090" y="1692"/>
                </a:lnTo>
                <a:lnTo>
                  <a:pt x="5089" y="1692"/>
                </a:lnTo>
                <a:lnTo>
                  <a:pt x="5088" y="1693"/>
                </a:lnTo>
                <a:lnTo>
                  <a:pt x="5087" y="1693"/>
                </a:lnTo>
                <a:lnTo>
                  <a:pt x="5086" y="1694"/>
                </a:lnTo>
                <a:lnTo>
                  <a:pt x="5084" y="1694"/>
                </a:lnTo>
                <a:lnTo>
                  <a:pt x="5083" y="1694"/>
                </a:lnTo>
                <a:lnTo>
                  <a:pt x="5080" y="1694"/>
                </a:lnTo>
                <a:lnTo>
                  <a:pt x="5079" y="1694"/>
                </a:lnTo>
                <a:lnTo>
                  <a:pt x="5078" y="1694"/>
                </a:lnTo>
                <a:lnTo>
                  <a:pt x="5077" y="1694"/>
                </a:lnTo>
                <a:lnTo>
                  <a:pt x="5076" y="1693"/>
                </a:lnTo>
                <a:lnTo>
                  <a:pt x="5075" y="1693"/>
                </a:lnTo>
                <a:lnTo>
                  <a:pt x="5074" y="1693"/>
                </a:lnTo>
                <a:lnTo>
                  <a:pt x="5073" y="1692"/>
                </a:lnTo>
                <a:lnTo>
                  <a:pt x="5072" y="1692"/>
                </a:lnTo>
                <a:lnTo>
                  <a:pt x="5072" y="1691"/>
                </a:lnTo>
                <a:lnTo>
                  <a:pt x="5072" y="1692"/>
                </a:lnTo>
                <a:lnTo>
                  <a:pt x="5072" y="1693"/>
                </a:lnTo>
                <a:lnTo>
                  <a:pt x="5072" y="1694"/>
                </a:lnTo>
                <a:lnTo>
                  <a:pt x="5073" y="1695"/>
                </a:lnTo>
                <a:lnTo>
                  <a:pt x="5072" y="1696"/>
                </a:lnTo>
                <a:lnTo>
                  <a:pt x="5072" y="1697"/>
                </a:lnTo>
                <a:lnTo>
                  <a:pt x="5071" y="1697"/>
                </a:lnTo>
                <a:lnTo>
                  <a:pt x="5070" y="1698"/>
                </a:lnTo>
                <a:lnTo>
                  <a:pt x="5069" y="1698"/>
                </a:lnTo>
                <a:lnTo>
                  <a:pt x="5068" y="1698"/>
                </a:lnTo>
                <a:lnTo>
                  <a:pt x="5067" y="1698"/>
                </a:lnTo>
                <a:lnTo>
                  <a:pt x="5066" y="1699"/>
                </a:lnTo>
                <a:lnTo>
                  <a:pt x="5065" y="1699"/>
                </a:lnTo>
                <a:lnTo>
                  <a:pt x="5064" y="1699"/>
                </a:lnTo>
                <a:lnTo>
                  <a:pt x="5064" y="1700"/>
                </a:lnTo>
                <a:lnTo>
                  <a:pt x="5063" y="1701"/>
                </a:lnTo>
                <a:lnTo>
                  <a:pt x="5060" y="1701"/>
                </a:lnTo>
                <a:lnTo>
                  <a:pt x="5058" y="1701"/>
                </a:lnTo>
                <a:lnTo>
                  <a:pt x="5057" y="1701"/>
                </a:lnTo>
                <a:lnTo>
                  <a:pt x="5056" y="1701"/>
                </a:lnTo>
                <a:lnTo>
                  <a:pt x="5056" y="1702"/>
                </a:lnTo>
                <a:lnTo>
                  <a:pt x="5055" y="1702"/>
                </a:lnTo>
                <a:lnTo>
                  <a:pt x="5055" y="1701"/>
                </a:lnTo>
                <a:lnTo>
                  <a:pt x="5055" y="1700"/>
                </a:lnTo>
                <a:lnTo>
                  <a:pt x="5053" y="1700"/>
                </a:lnTo>
                <a:lnTo>
                  <a:pt x="5053" y="1701"/>
                </a:lnTo>
                <a:lnTo>
                  <a:pt x="5053" y="1702"/>
                </a:lnTo>
                <a:lnTo>
                  <a:pt x="5053" y="1704"/>
                </a:lnTo>
                <a:lnTo>
                  <a:pt x="5051" y="1705"/>
                </a:lnTo>
                <a:lnTo>
                  <a:pt x="5051" y="1706"/>
                </a:lnTo>
                <a:lnTo>
                  <a:pt x="5050" y="1706"/>
                </a:lnTo>
                <a:lnTo>
                  <a:pt x="5050" y="1704"/>
                </a:lnTo>
                <a:lnTo>
                  <a:pt x="5047" y="1704"/>
                </a:lnTo>
                <a:lnTo>
                  <a:pt x="5047" y="1702"/>
                </a:lnTo>
                <a:lnTo>
                  <a:pt x="5048" y="1701"/>
                </a:lnTo>
                <a:lnTo>
                  <a:pt x="5048" y="1700"/>
                </a:lnTo>
                <a:lnTo>
                  <a:pt x="5048" y="1699"/>
                </a:lnTo>
                <a:lnTo>
                  <a:pt x="5047" y="1699"/>
                </a:lnTo>
                <a:lnTo>
                  <a:pt x="5045" y="1699"/>
                </a:lnTo>
                <a:lnTo>
                  <a:pt x="5044" y="1699"/>
                </a:lnTo>
                <a:lnTo>
                  <a:pt x="5045" y="1698"/>
                </a:lnTo>
                <a:lnTo>
                  <a:pt x="5045" y="1697"/>
                </a:lnTo>
                <a:lnTo>
                  <a:pt x="5046" y="1697"/>
                </a:lnTo>
                <a:lnTo>
                  <a:pt x="5046" y="1696"/>
                </a:lnTo>
                <a:lnTo>
                  <a:pt x="5047" y="1695"/>
                </a:lnTo>
                <a:lnTo>
                  <a:pt x="5047" y="1694"/>
                </a:lnTo>
                <a:lnTo>
                  <a:pt x="5047" y="1692"/>
                </a:lnTo>
                <a:lnTo>
                  <a:pt x="5048" y="1692"/>
                </a:lnTo>
                <a:lnTo>
                  <a:pt x="5047" y="1691"/>
                </a:lnTo>
                <a:lnTo>
                  <a:pt x="5047" y="1692"/>
                </a:lnTo>
                <a:lnTo>
                  <a:pt x="5046" y="1692"/>
                </a:lnTo>
                <a:lnTo>
                  <a:pt x="5046" y="1691"/>
                </a:lnTo>
                <a:lnTo>
                  <a:pt x="5045" y="1690"/>
                </a:lnTo>
                <a:lnTo>
                  <a:pt x="5045" y="1689"/>
                </a:lnTo>
                <a:lnTo>
                  <a:pt x="5044" y="1689"/>
                </a:lnTo>
                <a:lnTo>
                  <a:pt x="5044" y="1690"/>
                </a:lnTo>
                <a:lnTo>
                  <a:pt x="5045" y="1691"/>
                </a:lnTo>
                <a:lnTo>
                  <a:pt x="5045" y="1692"/>
                </a:lnTo>
                <a:lnTo>
                  <a:pt x="5044" y="1692"/>
                </a:lnTo>
                <a:lnTo>
                  <a:pt x="5044" y="1693"/>
                </a:lnTo>
                <a:lnTo>
                  <a:pt x="5044" y="1694"/>
                </a:lnTo>
                <a:lnTo>
                  <a:pt x="5043" y="1694"/>
                </a:lnTo>
                <a:lnTo>
                  <a:pt x="5042" y="1695"/>
                </a:lnTo>
                <a:lnTo>
                  <a:pt x="5042" y="1696"/>
                </a:lnTo>
                <a:lnTo>
                  <a:pt x="5041" y="1696"/>
                </a:lnTo>
                <a:lnTo>
                  <a:pt x="5040" y="1696"/>
                </a:lnTo>
                <a:lnTo>
                  <a:pt x="5040" y="1697"/>
                </a:lnTo>
                <a:lnTo>
                  <a:pt x="5039" y="1697"/>
                </a:lnTo>
                <a:lnTo>
                  <a:pt x="5039" y="1696"/>
                </a:lnTo>
                <a:lnTo>
                  <a:pt x="5038" y="1696"/>
                </a:lnTo>
                <a:lnTo>
                  <a:pt x="5038" y="1695"/>
                </a:lnTo>
                <a:lnTo>
                  <a:pt x="5037" y="1695"/>
                </a:lnTo>
                <a:lnTo>
                  <a:pt x="5037" y="1696"/>
                </a:lnTo>
                <a:lnTo>
                  <a:pt x="5037" y="1695"/>
                </a:lnTo>
                <a:lnTo>
                  <a:pt x="5036" y="1695"/>
                </a:lnTo>
                <a:lnTo>
                  <a:pt x="5035" y="1695"/>
                </a:lnTo>
                <a:lnTo>
                  <a:pt x="5035" y="1694"/>
                </a:lnTo>
                <a:lnTo>
                  <a:pt x="5034" y="1694"/>
                </a:lnTo>
                <a:lnTo>
                  <a:pt x="5034" y="1695"/>
                </a:lnTo>
                <a:lnTo>
                  <a:pt x="5033" y="1695"/>
                </a:lnTo>
                <a:lnTo>
                  <a:pt x="5032" y="1695"/>
                </a:lnTo>
                <a:lnTo>
                  <a:pt x="5031" y="1695"/>
                </a:lnTo>
                <a:lnTo>
                  <a:pt x="5031" y="1694"/>
                </a:lnTo>
                <a:lnTo>
                  <a:pt x="5031" y="1693"/>
                </a:lnTo>
                <a:lnTo>
                  <a:pt x="5032" y="1693"/>
                </a:lnTo>
                <a:lnTo>
                  <a:pt x="5033" y="1691"/>
                </a:lnTo>
                <a:lnTo>
                  <a:pt x="5033" y="1690"/>
                </a:lnTo>
                <a:lnTo>
                  <a:pt x="5034" y="1690"/>
                </a:lnTo>
                <a:lnTo>
                  <a:pt x="5035" y="1690"/>
                </a:lnTo>
                <a:lnTo>
                  <a:pt x="5036" y="1689"/>
                </a:lnTo>
                <a:lnTo>
                  <a:pt x="5036" y="1688"/>
                </a:lnTo>
                <a:lnTo>
                  <a:pt x="5036" y="1687"/>
                </a:lnTo>
                <a:lnTo>
                  <a:pt x="5036" y="1686"/>
                </a:lnTo>
                <a:lnTo>
                  <a:pt x="5036" y="1687"/>
                </a:lnTo>
                <a:lnTo>
                  <a:pt x="5035" y="1687"/>
                </a:lnTo>
                <a:lnTo>
                  <a:pt x="5034" y="1688"/>
                </a:lnTo>
                <a:lnTo>
                  <a:pt x="5032" y="1689"/>
                </a:lnTo>
                <a:lnTo>
                  <a:pt x="5033" y="1690"/>
                </a:lnTo>
                <a:lnTo>
                  <a:pt x="5032" y="1691"/>
                </a:lnTo>
                <a:lnTo>
                  <a:pt x="5031" y="1691"/>
                </a:lnTo>
                <a:lnTo>
                  <a:pt x="5031" y="1692"/>
                </a:lnTo>
                <a:lnTo>
                  <a:pt x="5030" y="1693"/>
                </a:lnTo>
                <a:lnTo>
                  <a:pt x="5029" y="1692"/>
                </a:lnTo>
                <a:lnTo>
                  <a:pt x="5029" y="1691"/>
                </a:lnTo>
                <a:lnTo>
                  <a:pt x="5028" y="1692"/>
                </a:lnTo>
                <a:lnTo>
                  <a:pt x="5028" y="1693"/>
                </a:lnTo>
                <a:lnTo>
                  <a:pt x="5027" y="1695"/>
                </a:lnTo>
                <a:lnTo>
                  <a:pt x="5026" y="1695"/>
                </a:lnTo>
                <a:lnTo>
                  <a:pt x="5025" y="1695"/>
                </a:lnTo>
                <a:lnTo>
                  <a:pt x="5025" y="1694"/>
                </a:lnTo>
                <a:lnTo>
                  <a:pt x="5024" y="1694"/>
                </a:lnTo>
                <a:lnTo>
                  <a:pt x="5024" y="1693"/>
                </a:lnTo>
                <a:lnTo>
                  <a:pt x="5025" y="1692"/>
                </a:lnTo>
                <a:lnTo>
                  <a:pt x="5025" y="1691"/>
                </a:lnTo>
                <a:lnTo>
                  <a:pt x="5025" y="1690"/>
                </a:lnTo>
                <a:lnTo>
                  <a:pt x="5026" y="1690"/>
                </a:lnTo>
                <a:lnTo>
                  <a:pt x="5026" y="1689"/>
                </a:lnTo>
                <a:lnTo>
                  <a:pt x="5027" y="1689"/>
                </a:lnTo>
                <a:lnTo>
                  <a:pt x="5026" y="1689"/>
                </a:lnTo>
                <a:lnTo>
                  <a:pt x="5026" y="1688"/>
                </a:lnTo>
                <a:lnTo>
                  <a:pt x="5026" y="1687"/>
                </a:lnTo>
                <a:lnTo>
                  <a:pt x="5027" y="1686"/>
                </a:lnTo>
                <a:lnTo>
                  <a:pt x="5027" y="1685"/>
                </a:lnTo>
                <a:lnTo>
                  <a:pt x="5027" y="1684"/>
                </a:lnTo>
                <a:lnTo>
                  <a:pt x="5028" y="1684"/>
                </a:lnTo>
                <a:lnTo>
                  <a:pt x="5030" y="1683"/>
                </a:lnTo>
                <a:lnTo>
                  <a:pt x="5031" y="1682"/>
                </a:lnTo>
                <a:lnTo>
                  <a:pt x="5032" y="1682"/>
                </a:lnTo>
                <a:lnTo>
                  <a:pt x="5033" y="1681"/>
                </a:lnTo>
                <a:lnTo>
                  <a:pt x="5034" y="1681"/>
                </a:lnTo>
                <a:lnTo>
                  <a:pt x="5034" y="1680"/>
                </a:lnTo>
                <a:lnTo>
                  <a:pt x="5035" y="1680"/>
                </a:lnTo>
                <a:lnTo>
                  <a:pt x="5036" y="1679"/>
                </a:lnTo>
                <a:lnTo>
                  <a:pt x="5037" y="1679"/>
                </a:lnTo>
                <a:lnTo>
                  <a:pt x="5038" y="1680"/>
                </a:lnTo>
                <a:lnTo>
                  <a:pt x="5039" y="1680"/>
                </a:lnTo>
                <a:lnTo>
                  <a:pt x="5038" y="1681"/>
                </a:lnTo>
                <a:lnTo>
                  <a:pt x="5038" y="1682"/>
                </a:lnTo>
                <a:lnTo>
                  <a:pt x="5039" y="1682"/>
                </a:lnTo>
                <a:lnTo>
                  <a:pt x="5040" y="1682"/>
                </a:lnTo>
                <a:lnTo>
                  <a:pt x="5041" y="1681"/>
                </a:lnTo>
                <a:lnTo>
                  <a:pt x="5043" y="1680"/>
                </a:lnTo>
                <a:lnTo>
                  <a:pt x="5044" y="1679"/>
                </a:lnTo>
                <a:lnTo>
                  <a:pt x="5044" y="1678"/>
                </a:lnTo>
                <a:lnTo>
                  <a:pt x="5045" y="1678"/>
                </a:lnTo>
                <a:lnTo>
                  <a:pt x="5046" y="1678"/>
                </a:lnTo>
                <a:lnTo>
                  <a:pt x="5048" y="1677"/>
                </a:lnTo>
                <a:lnTo>
                  <a:pt x="5047" y="1677"/>
                </a:lnTo>
                <a:lnTo>
                  <a:pt x="5046" y="1677"/>
                </a:lnTo>
                <a:lnTo>
                  <a:pt x="5045" y="1677"/>
                </a:lnTo>
                <a:lnTo>
                  <a:pt x="5045" y="1678"/>
                </a:lnTo>
                <a:lnTo>
                  <a:pt x="5044" y="1678"/>
                </a:lnTo>
                <a:lnTo>
                  <a:pt x="5043" y="1679"/>
                </a:lnTo>
                <a:lnTo>
                  <a:pt x="5042" y="1679"/>
                </a:lnTo>
                <a:lnTo>
                  <a:pt x="5041" y="1680"/>
                </a:lnTo>
                <a:lnTo>
                  <a:pt x="5040" y="1680"/>
                </a:lnTo>
                <a:lnTo>
                  <a:pt x="5040" y="1679"/>
                </a:lnTo>
                <a:lnTo>
                  <a:pt x="5039" y="1679"/>
                </a:lnTo>
                <a:lnTo>
                  <a:pt x="5038" y="1678"/>
                </a:lnTo>
                <a:lnTo>
                  <a:pt x="5036" y="1678"/>
                </a:lnTo>
                <a:lnTo>
                  <a:pt x="5035" y="1678"/>
                </a:lnTo>
                <a:lnTo>
                  <a:pt x="5034" y="1679"/>
                </a:lnTo>
                <a:lnTo>
                  <a:pt x="5033" y="1679"/>
                </a:lnTo>
                <a:lnTo>
                  <a:pt x="5033" y="1678"/>
                </a:lnTo>
                <a:lnTo>
                  <a:pt x="5033" y="1679"/>
                </a:lnTo>
                <a:lnTo>
                  <a:pt x="5032" y="1679"/>
                </a:lnTo>
                <a:lnTo>
                  <a:pt x="5032" y="1680"/>
                </a:lnTo>
                <a:lnTo>
                  <a:pt x="5031" y="1680"/>
                </a:lnTo>
                <a:lnTo>
                  <a:pt x="5030" y="1681"/>
                </a:lnTo>
                <a:lnTo>
                  <a:pt x="5029" y="1681"/>
                </a:lnTo>
                <a:lnTo>
                  <a:pt x="5029" y="1682"/>
                </a:lnTo>
                <a:lnTo>
                  <a:pt x="5029" y="1681"/>
                </a:lnTo>
                <a:lnTo>
                  <a:pt x="5029" y="1680"/>
                </a:lnTo>
                <a:lnTo>
                  <a:pt x="5028" y="1679"/>
                </a:lnTo>
                <a:lnTo>
                  <a:pt x="5028" y="1678"/>
                </a:lnTo>
                <a:lnTo>
                  <a:pt x="5027" y="1678"/>
                </a:lnTo>
                <a:lnTo>
                  <a:pt x="5026" y="1679"/>
                </a:lnTo>
                <a:lnTo>
                  <a:pt x="5027" y="1680"/>
                </a:lnTo>
                <a:lnTo>
                  <a:pt x="5026" y="1680"/>
                </a:lnTo>
                <a:lnTo>
                  <a:pt x="5026" y="1682"/>
                </a:lnTo>
                <a:lnTo>
                  <a:pt x="5021" y="1682"/>
                </a:lnTo>
                <a:lnTo>
                  <a:pt x="5021" y="1676"/>
                </a:lnTo>
                <a:lnTo>
                  <a:pt x="5022" y="1676"/>
                </a:lnTo>
                <a:lnTo>
                  <a:pt x="5022" y="1675"/>
                </a:lnTo>
                <a:lnTo>
                  <a:pt x="5022" y="1674"/>
                </a:lnTo>
                <a:lnTo>
                  <a:pt x="5024" y="1672"/>
                </a:lnTo>
                <a:lnTo>
                  <a:pt x="5025" y="1671"/>
                </a:lnTo>
                <a:lnTo>
                  <a:pt x="5026" y="1671"/>
                </a:lnTo>
                <a:lnTo>
                  <a:pt x="5028" y="1671"/>
                </a:lnTo>
                <a:lnTo>
                  <a:pt x="5029" y="1670"/>
                </a:lnTo>
                <a:lnTo>
                  <a:pt x="5029" y="1669"/>
                </a:lnTo>
                <a:lnTo>
                  <a:pt x="5029" y="1668"/>
                </a:lnTo>
                <a:lnTo>
                  <a:pt x="5030" y="1668"/>
                </a:lnTo>
                <a:lnTo>
                  <a:pt x="5030" y="1669"/>
                </a:lnTo>
                <a:lnTo>
                  <a:pt x="5031" y="1669"/>
                </a:lnTo>
                <a:lnTo>
                  <a:pt x="5032" y="1669"/>
                </a:lnTo>
                <a:lnTo>
                  <a:pt x="5033" y="1668"/>
                </a:lnTo>
                <a:lnTo>
                  <a:pt x="5034" y="1668"/>
                </a:lnTo>
                <a:lnTo>
                  <a:pt x="5035" y="1668"/>
                </a:lnTo>
                <a:lnTo>
                  <a:pt x="5036" y="1668"/>
                </a:lnTo>
                <a:lnTo>
                  <a:pt x="5037" y="1668"/>
                </a:lnTo>
                <a:lnTo>
                  <a:pt x="5038" y="1668"/>
                </a:lnTo>
                <a:lnTo>
                  <a:pt x="5039" y="1668"/>
                </a:lnTo>
                <a:lnTo>
                  <a:pt x="5041" y="1668"/>
                </a:lnTo>
                <a:lnTo>
                  <a:pt x="5041" y="1667"/>
                </a:lnTo>
                <a:lnTo>
                  <a:pt x="5042" y="1667"/>
                </a:lnTo>
                <a:lnTo>
                  <a:pt x="5042" y="1666"/>
                </a:lnTo>
                <a:lnTo>
                  <a:pt x="5043" y="1666"/>
                </a:lnTo>
                <a:lnTo>
                  <a:pt x="5043" y="1667"/>
                </a:lnTo>
                <a:lnTo>
                  <a:pt x="5044" y="1666"/>
                </a:lnTo>
                <a:lnTo>
                  <a:pt x="5045" y="1666"/>
                </a:lnTo>
                <a:lnTo>
                  <a:pt x="5046" y="1665"/>
                </a:lnTo>
                <a:lnTo>
                  <a:pt x="5046" y="1664"/>
                </a:lnTo>
                <a:lnTo>
                  <a:pt x="5046" y="1663"/>
                </a:lnTo>
                <a:lnTo>
                  <a:pt x="5045" y="1663"/>
                </a:lnTo>
                <a:lnTo>
                  <a:pt x="5044" y="1663"/>
                </a:lnTo>
                <a:lnTo>
                  <a:pt x="5045" y="1663"/>
                </a:lnTo>
                <a:lnTo>
                  <a:pt x="5045" y="1662"/>
                </a:lnTo>
                <a:lnTo>
                  <a:pt x="5046" y="1662"/>
                </a:lnTo>
                <a:lnTo>
                  <a:pt x="5047" y="1662"/>
                </a:lnTo>
                <a:lnTo>
                  <a:pt x="5048" y="1662"/>
                </a:lnTo>
                <a:lnTo>
                  <a:pt x="5049" y="1661"/>
                </a:lnTo>
                <a:lnTo>
                  <a:pt x="5050" y="1661"/>
                </a:lnTo>
                <a:lnTo>
                  <a:pt x="5050" y="1662"/>
                </a:lnTo>
                <a:lnTo>
                  <a:pt x="5051" y="1662"/>
                </a:lnTo>
                <a:lnTo>
                  <a:pt x="5052" y="1663"/>
                </a:lnTo>
                <a:lnTo>
                  <a:pt x="5052" y="1664"/>
                </a:lnTo>
                <a:lnTo>
                  <a:pt x="5053" y="1665"/>
                </a:lnTo>
                <a:lnTo>
                  <a:pt x="5053" y="1666"/>
                </a:lnTo>
                <a:lnTo>
                  <a:pt x="5053" y="1667"/>
                </a:lnTo>
                <a:lnTo>
                  <a:pt x="5054" y="1667"/>
                </a:lnTo>
                <a:lnTo>
                  <a:pt x="5054" y="1668"/>
                </a:lnTo>
                <a:lnTo>
                  <a:pt x="5054" y="1669"/>
                </a:lnTo>
                <a:lnTo>
                  <a:pt x="5055" y="1669"/>
                </a:lnTo>
                <a:lnTo>
                  <a:pt x="5056" y="1669"/>
                </a:lnTo>
                <a:lnTo>
                  <a:pt x="5057" y="1668"/>
                </a:lnTo>
                <a:lnTo>
                  <a:pt x="5057" y="1667"/>
                </a:lnTo>
                <a:lnTo>
                  <a:pt x="5057" y="1668"/>
                </a:lnTo>
                <a:lnTo>
                  <a:pt x="5056" y="1668"/>
                </a:lnTo>
                <a:lnTo>
                  <a:pt x="5055" y="1668"/>
                </a:lnTo>
                <a:lnTo>
                  <a:pt x="5054" y="1668"/>
                </a:lnTo>
                <a:lnTo>
                  <a:pt x="5054" y="1667"/>
                </a:lnTo>
                <a:lnTo>
                  <a:pt x="5054" y="1666"/>
                </a:lnTo>
                <a:lnTo>
                  <a:pt x="5053" y="1665"/>
                </a:lnTo>
                <a:lnTo>
                  <a:pt x="5053" y="1664"/>
                </a:lnTo>
                <a:lnTo>
                  <a:pt x="5053" y="1663"/>
                </a:lnTo>
                <a:lnTo>
                  <a:pt x="5052" y="1662"/>
                </a:lnTo>
                <a:lnTo>
                  <a:pt x="5051" y="1661"/>
                </a:lnTo>
                <a:lnTo>
                  <a:pt x="5050" y="1661"/>
                </a:lnTo>
                <a:lnTo>
                  <a:pt x="5050" y="1660"/>
                </a:lnTo>
                <a:lnTo>
                  <a:pt x="5051" y="1660"/>
                </a:lnTo>
                <a:lnTo>
                  <a:pt x="5052" y="1660"/>
                </a:lnTo>
                <a:lnTo>
                  <a:pt x="5051" y="1660"/>
                </a:lnTo>
                <a:lnTo>
                  <a:pt x="5051" y="1659"/>
                </a:lnTo>
                <a:lnTo>
                  <a:pt x="5050" y="1659"/>
                </a:lnTo>
                <a:lnTo>
                  <a:pt x="5050" y="1658"/>
                </a:lnTo>
                <a:lnTo>
                  <a:pt x="5051" y="1657"/>
                </a:lnTo>
                <a:lnTo>
                  <a:pt x="5051" y="1656"/>
                </a:lnTo>
                <a:lnTo>
                  <a:pt x="5051" y="1655"/>
                </a:lnTo>
                <a:lnTo>
                  <a:pt x="5050" y="1655"/>
                </a:lnTo>
                <a:lnTo>
                  <a:pt x="5050" y="1654"/>
                </a:lnTo>
                <a:lnTo>
                  <a:pt x="5049" y="1654"/>
                </a:lnTo>
                <a:lnTo>
                  <a:pt x="5047" y="1652"/>
                </a:lnTo>
                <a:lnTo>
                  <a:pt x="5046" y="1652"/>
                </a:lnTo>
                <a:lnTo>
                  <a:pt x="5046" y="1651"/>
                </a:lnTo>
                <a:lnTo>
                  <a:pt x="5047" y="1650"/>
                </a:lnTo>
                <a:lnTo>
                  <a:pt x="5048" y="1650"/>
                </a:lnTo>
                <a:lnTo>
                  <a:pt x="5049" y="1650"/>
                </a:lnTo>
                <a:lnTo>
                  <a:pt x="5049" y="1649"/>
                </a:lnTo>
                <a:lnTo>
                  <a:pt x="5050" y="1648"/>
                </a:lnTo>
                <a:lnTo>
                  <a:pt x="5050" y="1647"/>
                </a:lnTo>
                <a:lnTo>
                  <a:pt x="5049" y="1647"/>
                </a:lnTo>
                <a:lnTo>
                  <a:pt x="5049" y="1646"/>
                </a:lnTo>
                <a:lnTo>
                  <a:pt x="5048" y="1646"/>
                </a:lnTo>
                <a:lnTo>
                  <a:pt x="5048" y="1645"/>
                </a:lnTo>
                <a:lnTo>
                  <a:pt x="5047" y="1645"/>
                </a:lnTo>
                <a:lnTo>
                  <a:pt x="5047" y="1644"/>
                </a:lnTo>
                <a:lnTo>
                  <a:pt x="5047" y="1643"/>
                </a:lnTo>
                <a:lnTo>
                  <a:pt x="5048" y="1643"/>
                </a:lnTo>
                <a:lnTo>
                  <a:pt x="5049" y="1643"/>
                </a:lnTo>
                <a:lnTo>
                  <a:pt x="5050" y="1643"/>
                </a:lnTo>
                <a:lnTo>
                  <a:pt x="5051" y="1642"/>
                </a:lnTo>
                <a:lnTo>
                  <a:pt x="5051" y="1641"/>
                </a:lnTo>
                <a:lnTo>
                  <a:pt x="5052" y="1641"/>
                </a:lnTo>
                <a:lnTo>
                  <a:pt x="5052" y="1640"/>
                </a:lnTo>
                <a:lnTo>
                  <a:pt x="5053" y="1640"/>
                </a:lnTo>
                <a:lnTo>
                  <a:pt x="5053" y="1639"/>
                </a:lnTo>
                <a:lnTo>
                  <a:pt x="5054" y="1639"/>
                </a:lnTo>
                <a:lnTo>
                  <a:pt x="5054" y="1637"/>
                </a:lnTo>
                <a:lnTo>
                  <a:pt x="5054" y="1636"/>
                </a:lnTo>
                <a:lnTo>
                  <a:pt x="5054" y="1637"/>
                </a:lnTo>
                <a:lnTo>
                  <a:pt x="5055" y="1637"/>
                </a:lnTo>
                <a:lnTo>
                  <a:pt x="5056" y="1637"/>
                </a:lnTo>
                <a:lnTo>
                  <a:pt x="5057" y="1638"/>
                </a:lnTo>
                <a:lnTo>
                  <a:pt x="5058" y="1638"/>
                </a:lnTo>
                <a:lnTo>
                  <a:pt x="5058" y="1637"/>
                </a:lnTo>
                <a:lnTo>
                  <a:pt x="5059" y="1637"/>
                </a:lnTo>
                <a:lnTo>
                  <a:pt x="5060" y="1637"/>
                </a:lnTo>
                <a:lnTo>
                  <a:pt x="5061" y="1637"/>
                </a:lnTo>
                <a:lnTo>
                  <a:pt x="5061" y="1636"/>
                </a:lnTo>
                <a:lnTo>
                  <a:pt x="5062" y="1636"/>
                </a:lnTo>
                <a:lnTo>
                  <a:pt x="5063" y="1635"/>
                </a:lnTo>
                <a:lnTo>
                  <a:pt x="5064" y="1635"/>
                </a:lnTo>
                <a:lnTo>
                  <a:pt x="5064" y="1634"/>
                </a:lnTo>
                <a:lnTo>
                  <a:pt x="5065" y="1633"/>
                </a:lnTo>
                <a:lnTo>
                  <a:pt x="5066" y="1632"/>
                </a:lnTo>
                <a:lnTo>
                  <a:pt x="5067" y="1632"/>
                </a:lnTo>
                <a:lnTo>
                  <a:pt x="5068" y="1632"/>
                </a:lnTo>
                <a:lnTo>
                  <a:pt x="5068" y="1631"/>
                </a:lnTo>
                <a:lnTo>
                  <a:pt x="5069" y="1631"/>
                </a:lnTo>
                <a:lnTo>
                  <a:pt x="5070" y="1631"/>
                </a:lnTo>
                <a:lnTo>
                  <a:pt x="5070" y="1630"/>
                </a:lnTo>
                <a:lnTo>
                  <a:pt x="5071" y="1630"/>
                </a:lnTo>
                <a:lnTo>
                  <a:pt x="5071" y="1629"/>
                </a:lnTo>
                <a:lnTo>
                  <a:pt x="5071" y="1628"/>
                </a:lnTo>
                <a:lnTo>
                  <a:pt x="5072" y="1628"/>
                </a:lnTo>
                <a:lnTo>
                  <a:pt x="5073" y="1629"/>
                </a:lnTo>
                <a:lnTo>
                  <a:pt x="5073" y="1630"/>
                </a:lnTo>
                <a:lnTo>
                  <a:pt x="5074" y="1630"/>
                </a:lnTo>
                <a:lnTo>
                  <a:pt x="5075" y="1630"/>
                </a:lnTo>
                <a:lnTo>
                  <a:pt x="5075" y="1631"/>
                </a:lnTo>
                <a:lnTo>
                  <a:pt x="5076" y="1631"/>
                </a:lnTo>
                <a:lnTo>
                  <a:pt x="5076" y="1630"/>
                </a:lnTo>
                <a:lnTo>
                  <a:pt x="5077" y="1630"/>
                </a:lnTo>
                <a:lnTo>
                  <a:pt x="5077" y="1629"/>
                </a:lnTo>
                <a:lnTo>
                  <a:pt x="5078" y="1629"/>
                </a:lnTo>
                <a:lnTo>
                  <a:pt x="5079" y="1628"/>
                </a:lnTo>
                <a:lnTo>
                  <a:pt x="5080" y="1628"/>
                </a:lnTo>
                <a:lnTo>
                  <a:pt x="5080" y="1627"/>
                </a:lnTo>
                <a:lnTo>
                  <a:pt x="5081" y="1626"/>
                </a:lnTo>
                <a:lnTo>
                  <a:pt x="5082" y="1625"/>
                </a:lnTo>
                <a:lnTo>
                  <a:pt x="5083" y="1624"/>
                </a:lnTo>
                <a:lnTo>
                  <a:pt x="5084" y="1624"/>
                </a:lnTo>
                <a:lnTo>
                  <a:pt x="5085" y="1624"/>
                </a:lnTo>
                <a:lnTo>
                  <a:pt x="5086" y="1623"/>
                </a:lnTo>
                <a:lnTo>
                  <a:pt x="5084" y="1622"/>
                </a:lnTo>
                <a:lnTo>
                  <a:pt x="5084" y="1621"/>
                </a:lnTo>
                <a:lnTo>
                  <a:pt x="5084" y="1620"/>
                </a:lnTo>
                <a:lnTo>
                  <a:pt x="5084" y="1619"/>
                </a:lnTo>
                <a:lnTo>
                  <a:pt x="5082" y="1620"/>
                </a:lnTo>
                <a:lnTo>
                  <a:pt x="5081" y="1621"/>
                </a:lnTo>
                <a:lnTo>
                  <a:pt x="5078" y="1622"/>
                </a:lnTo>
                <a:lnTo>
                  <a:pt x="5078" y="1621"/>
                </a:lnTo>
                <a:lnTo>
                  <a:pt x="5079" y="1621"/>
                </a:lnTo>
                <a:lnTo>
                  <a:pt x="5080" y="1621"/>
                </a:lnTo>
                <a:lnTo>
                  <a:pt x="5081" y="1621"/>
                </a:lnTo>
                <a:lnTo>
                  <a:pt x="5083" y="1619"/>
                </a:lnTo>
                <a:lnTo>
                  <a:pt x="5084" y="1618"/>
                </a:lnTo>
                <a:lnTo>
                  <a:pt x="5085" y="1618"/>
                </a:lnTo>
                <a:lnTo>
                  <a:pt x="5085" y="1617"/>
                </a:lnTo>
                <a:lnTo>
                  <a:pt x="5084" y="1616"/>
                </a:lnTo>
                <a:lnTo>
                  <a:pt x="5086" y="1616"/>
                </a:lnTo>
                <a:lnTo>
                  <a:pt x="5086" y="1617"/>
                </a:lnTo>
                <a:lnTo>
                  <a:pt x="5087" y="1616"/>
                </a:lnTo>
                <a:lnTo>
                  <a:pt x="5088" y="1616"/>
                </a:lnTo>
                <a:lnTo>
                  <a:pt x="5089" y="1616"/>
                </a:lnTo>
                <a:lnTo>
                  <a:pt x="5090" y="1616"/>
                </a:lnTo>
                <a:lnTo>
                  <a:pt x="5091" y="1616"/>
                </a:lnTo>
                <a:lnTo>
                  <a:pt x="5091" y="1615"/>
                </a:lnTo>
                <a:lnTo>
                  <a:pt x="5092" y="1614"/>
                </a:lnTo>
                <a:lnTo>
                  <a:pt x="5093" y="1613"/>
                </a:lnTo>
                <a:lnTo>
                  <a:pt x="5093" y="1614"/>
                </a:lnTo>
                <a:lnTo>
                  <a:pt x="5093" y="1613"/>
                </a:lnTo>
                <a:lnTo>
                  <a:pt x="5095" y="1612"/>
                </a:lnTo>
                <a:lnTo>
                  <a:pt x="5096" y="1611"/>
                </a:lnTo>
                <a:lnTo>
                  <a:pt x="5096" y="1610"/>
                </a:lnTo>
                <a:lnTo>
                  <a:pt x="5096" y="1609"/>
                </a:lnTo>
                <a:lnTo>
                  <a:pt x="5097" y="1608"/>
                </a:lnTo>
                <a:lnTo>
                  <a:pt x="5098" y="1607"/>
                </a:lnTo>
                <a:lnTo>
                  <a:pt x="5099" y="1606"/>
                </a:lnTo>
                <a:lnTo>
                  <a:pt x="5099" y="1607"/>
                </a:lnTo>
                <a:lnTo>
                  <a:pt x="5100" y="1606"/>
                </a:lnTo>
                <a:lnTo>
                  <a:pt x="5101" y="1606"/>
                </a:lnTo>
                <a:lnTo>
                  <a:pt x="5102" y="1606"/>
                </a:lnTo>
                <a:lnTo>
                  <a:pt x="5103" y="1605"/>
                </a:lnTo>
                <a:lnTo>
                  <a:pt x="5104" y="1604"/>
                </a:lnTo>
                <a:lnTo>
                  <a:pt x="5104" y="1603"/>
                </a:lnTo>
                <a:lnTo>
                  <a:pt x="5104" y="1601"/>
                </a:lnTo>
                <a:lnTo>
                  <a:pt x="5104" y="1600"/>
                </a:lnTo>
                <a:lnTo>
                  <a:pt x="5103" y="1599"/>
                </a:lnTo>
                <a:lnTo>
                  <a:pt x="5102" y="1599"/>
                </a:lnTo>
                <a:lnTo>
                  <a:pt x="5101" y="1599"/>
                </a:lnTo>
                <a:lnTo>
                  <a:pt x="5102" y="1598"/>
                </a:lnTo>
                <a:lnTo>
                  <a:pt x="5099" y="1597"/>
                </a:lnTo>
                <a:lnTo>
                  <a:pt x="5098" y="1597"/>
                </a:lnTo>
                <a:lnTo>
                  <a:pt x="5105" y="1597"/>
                </a:lnTo>
                <a:lnTo>
                  <a:pt x="5105" y="1598"/>
                </a:lnTo>
                <a:lnTo>
                  <a:pt x="5106" y="1598"/>
                </a:lnTo>
                <a:lnTo>
                  <a:pt x="5107" y="1597"/>
                </a:lnTo>
                <a:lnTo>
                  <a:pt x="5108" y="1597"/>
                </a:lnTo>
                <a:lnTo>
                  <a:pt x="5108" y="1596"/>
                </a:lnTo>
                <a:lnTo>
                  <a:pt x="5109" y="1596"/>
                </a:lnTo>
                <a:lnTo>
                  <a:pt x="5109" y="1595"/>
                </a:lnTo>
                <a:lnTo>
                  <a:pt x="5110" y="1595"/>
                </a:lnTo>
                <a:lnTo>
                  <a:pt x="5111" y="1595"/>
                </a:lnTo>
                <a:lnTo>
                  <a:pt x="5112" y="1594"/>
                </a:lnTo>
                <a:lnTo>
                  <a:pt x="5113" y="1593"/>
                </a:lnTo>
                <a:lnTo>
                  <a:pt x="5114" y="1592"/>
                </a:lnTo>
                <a:lnTo>
                  <a:pt x="5112" y="1592"/>
                </a:lnTo>
                <a:lnTo>
                  <a:pt x="5111" y="1592"/>
                </a:lnTo>
                <a:lnTo>
                  <a:pt x="5111" y="1591"/>
                </a:lnTo>
                <a:lnTo>
                  <a:pt x="5112" y="1591"/>
                </a:lnTo>
                <a:lnTo>
                  <a:pt x="5113" y="1591"/>
                </a:lnTo>
                <a:lnTo>
                  <a:pt x="5113" y="1587"/>
                </a:lnTo>
                <a:lnTo>
                  <a:pt x="5114" y="1587"/>
                </a:lnTo>
                <a:lnTo>
                  <a:pt x="5113" y="1585"/>
                </a:lnTo>
                <a:lnTo>
                  <a:pt x="5112" y="1585"/>
                </a:lnTo>
                <a:lnTo>
                  <a:pt x="5111" y="1583"/>
                </a:lnTo>
                <a:lnTo>
                  <a:pt x="5107" y="1584"/>
                </a:lnTo>
                <a:lnTo>
                  <a:pt x="5107" y="1583"/>
                </a:lnTo>
                <a:lnTo>
                  <a:pt x="5111" y="1581"/>
                </a:lnTo>
                <a:lnTo>
                  <a:pt x="5113" y="1583"/>
                </a:lnTo>
                <a:lnTo>
                  <a:pt x="5113" y="1584"/>
                </a:lnTo>
                <a:lnTo>
                  <a:pt x="5114" y="1584"/>
                </a:lnTo>
                <a:lnTo>
                  <a:pt x="5114" y="1583"/>
                </a:lnTo>
                <a:lnTo>
                  <a:pt x="5115" y="1583"/>
                </a:lnTo>
                <a:lnTo>
                  <a:pt x="5117" y="1581"/>
                </a:lnTo>
                <a:lnTo>
                  <a:pt x="5118" y="1581"/>
                </a:lnTo>
                <a:lnTo>
                  <a:pt x="5118" y="1582"/>
                </a:lnTo>
                <a:lnTo>
                  <a:pt x="5119" y="1582"/>
                </a:lnTo>
                <a:lnTo>
                  <a:pt x="5119" y="1581"/>
                </a:lnTo>
                <a:lnTo>
                  <a:pt x="5118" y="1581"/>
                </a:lnTo>
                <a:lnTo>
                  <a:pt x="5118" y="1580"/>
                </a:lnTo>
                <a:lnTo>
                  <a:pt x="5119" y="1580"/>
                </a:lnTo>
                <a:lnTo>
                  <a:pt x="5120" y="1581"/>
                </a:lnTo>
                <a:lnTo>
                  <a:pt x="5120" y="1580"/>
                </a:lnTo>
                <a:lnTo>
                  <a:pt x="5119" y="1579"/>
                </a:lnTo>
                <a:lnTo>
                  <a:pt x="5119" y="1578"/>
                </a:lnTo>
                <a:lnTo>
                  <a:pt x="5120" y="1579"/>
                </a:lnTo>
                <a:lnTo>
                  <a:pt x="5121" y="1579"/>
                </a:lnTo>
                <a:lnTo>
                  <a:pt x="5121" y="1578"/>
                </a:lnTo>
                <a:lnTo>
                  <a:pt x="5121" y="1579"/>
                </a:lnTo>
                <a:lnTo>
                  <a:pt x="5122" y="1579"/>
                </a:lnTo>
                <a:lnTo>
                  <a:pt x="5122" y="1578"/>
                </a:lnTo>
                <a:lnTo>
                  <a:pt x="5122" y="1577"/>
                </a:lnTo>
                <a:lnTo>
                  <a:pt x="5123" y="1578"/>
                </a:lnTo>
                <a:lnTo>
                  <a:pt x="5123" y="1577"/>
                </a:lnTo>
                <a:lnTo>
                  <a:pt x="5124" y="1577"/>
                </a:lnTo>
                <a:lnTo>
                  <a:pt x="5123" y="1576"/>
                </a:lnTo>
                <a:lnTo>
                  <a:pt x="5123" y="1575"/>
                </a:lnTo>
                <a:lnTo>
                  <a:pt x="5124" y="1576"/>
                </a:lnTo>
                <a:lnTo>
                  <a:pt x="5125" y="1575"/>
                </a:lnTo>
                <a:lnTo>
                  <a:pt x="5125" y="1574"/>
                </a:lnTo>
                <a:lnTo>
                  <a:pt x="5125" y="1573"/>
                </a:lnTo>
                <a:lnTo>
                  <a:pt x="5124" y="1572"/>
                </a:lnTo>
                <a:lnTo>
                  <a:pt x="5124" y="1571"/>
                </a:lnTo>
                <a:lnTo>
                  <a:pt x="5124" y="1570"/>
                </a:lnTo>
                <a:lnTo>
                  <a:pt x="5125" y="1570"/>
                </a:lnTo>
                <a:lnTo>
                  <a:pt x="5126" y="1570"/>
                </a:lnTo>
                <a:lnTo>
                  <a:pt x="5127" y="1570"/>
                </a:lnTo>
                <a:lnTo>
                  <a:pt x="5128" y="1569"/>
                </a:lnTo>
                <a:lnTo>
                  <a:pt x="5129" y="1568"/>
                </a:lnTo>
                <a:lnTo>
                  <a:pt x="5130" y="1567"/>
                </a:lnTo>
                <a:lnTo>
                  <a:pt x="5129" y="1567"/>
                </a:lnTo>
                <a:lnTo>
                  <a:pt x="5129" y="1566"/>
                </a:lnTo>
                <a:lnTo>
                  <a:pt x="5131" y="1565"/>
                </a:lnTo>
                <a:lnTo>
                  <a:pt x="5131" y="1564"/>
                </a:lnTo>
                <a:lnTo>
                  <a:pt x="5132" y="1564"/>
                </a:lnTo>
                <a:lnTo>
                  <a:pt x="5133" y="1562"/>
                </a:lnTo>
                <a:lnTo>
                  <a:pt x="5132" y="1562"/>
                </a:lnTo>
                <a:lnTo>
                  <a:pt x="5131" y="1563"/>
                </a:lnTo>
                <a:lnTo>
                  <a:pt x="5130" y="1562"/>
                </a:lnTo>
                <a:lnTo>
                  <a:pt x="5131" y="1562"/>
                </a:lnTo>
                <a:lnTo>
                  <a:pt x="5130" y="1560"/>
                </a:lnTo>
                <a:lnTo>
                  <a:pt x="5129" y="1560"/>
                </a:lnTo>
                <a:lnTo>
                  <a:pt x="5129" y="1559"/>
                </a:lnTo>
                <a:lnTo>
                  <a:pt x="5128" y="1558"/>
                </a:lnTo>
                <a:lnTo>
                  <a:pt x="5126" y="1557"/>
                </a:lnTo>
                <a:lnTo>
                  <a:pt x="5127" y="1556"/>
                </a:lnTo>
                <a:lnTo>
                  <a:pt x="5126" y="1555"/>
                </a:lnTo>
                <a:lnTo>
                  <a:pt x="5125" y="1554"/>
                </a:lnTo>
                <a:lnTo>
                  <a:pt x="5124" y="1553"/>
                </a:lnTo>
                <a:lnTo>
                  <a:pt x="5124" y="1554"/>
                </a:lnTo>
                <a:lnTo>
                  <a:pt x="5123" y="1553"/>
                </a:lnTo>
                <a:lnTo>
                  <a:pt x="5124" y="1553"/>
                </a:lnTo>
                <a:lnTo>
                  <a:pt x="5124" y="1552"/>
                </a:lnTo>
                <a:lnTo>
                  <a:pt x="5122" y="1551"/>
                </a:lnTo>
                <a:lnTo>
                  <a:pt x="5122" y="1550"/>
                </a:lnTo>
                <a:lnTo>
                  <a:pt x="5120" y="1549"/>
                </a:lnTo>
                <a:lnTo>
                  <a:pt x="5119" y="1549"/>
                </a:lnTo>
                <a:lnTo>
                  <a:pt x="5119" y="1548"/>
                </a:lnTo>
                <a:lnTo>
                  <a:pt x="5117" y="1547"/>
                </a:lnTo>
                <a:lnTo>
                  <a:pt x="5117" y="1546"/>
                </a:lnTo>
                <a:lnTo>
                  <a:pt x="5118" y="1545"/>
                </a:lnTo>
                <a:lnTo>
                  <a:pt x="5119" y="1545"/>
                </a:lnTo>
                <a:lnTo>
                  <a:pt x="5119" y="1544"/>
                </a:lnTo>
                <a:lnTo>
                  <a:pt x="5120" y="1543"/>
                </a:lnTo>
                <a:lnTo>
                  <a:pt x="5120" y="1542"/>
                </a:lnTo>
                <a:lnTo>
                  <a:pt x="5120" y="1541"/>
                </a:lnTo>
                <a:lnTo>
                  <a:pt x="5120" y="1540"/>
                </a:lnTo>
                <a:lnTo>
                  <a:pt x="5120" y="1539"/>
                </a:lnTo>
                <a:lnTo>
                  <a:pt x="5119" y="1539"/>
                </a:lnTo>
                <a:lnTo>
                  <a:pt x="5118" y="1539"/>
                </a:lnTo>
                <a:lnTo>
                  <a:pt x="5118" y="1540"/>
                </a:lnTo>
                <a:lnTo>
                  <a:pt x="5117" y="1540"/>
                </a:lnTo>
                <a:lnTo>
                  <a:pt x="5117" y="1541"/>
                </a:lnTo>
                <a:lnTo>
                  <a:pt x="5116" y="1541"/>
                </a:lnTo>
                <a:lnTo>
                  <a:pt x="5115" y="1541"/>
                </a:lnTo>
                <a:lnTo>
                  <a:pt x="5114" y="1541"/>
                </a:lnTo>
                <a:lnTo>
                  <a:pt x="5113" y="1541"/>
                </a:lnTo>
                <a:lnTo>
                  <a:pt x="5111" y="1541"/>
                </a:lnTo>
                <a:lnTo>
                  <a:pt x="5110" y="1541"/>
                </a:lnTo>
                <a:lnTo>
                  <a:pt x="5109" y="1542"/>
                </a:lnTo>
                <a:lnTo>
                  <a:pt x="5108" y="1541"/>
                </a:lnTo>
                <a:lnTo>
                  <a:pt x="5108" y="1540"/>
                </a:lnTo>
                <a:lnTo>
                  <a:pt x="5108" y="1539"/>
                </a:lnTo>
                <a:lnTo>
                  <a:pt x="5109" y="1539"/>
                </a:lnTo>
                <a:lnTo>
                  <a:pt x="5110" y="1539"/>
                </a:lnTo>
                <a:lnTo>
                  <a:pt x="5110" y="1538"/>
                </a:lnTo>
                <a:lnTo>
                  <a:pt x="5109" y="1538"/>
                </a:lnTo>
                <a:lnTo>
                  <a:pt x="5108" y="1539"/>
                </a:lnTo>
                <a:lnTo>
                  <a:pt x="5110" y="1536"/>
                </a:lnTo>
                <a:lnTo>
                  <a:pt x="5109" y="1536"/>
                </a:lnTo>
                <a:lnTo>
                  <a:pt x="5107" y="1538"/>
                </a:lnTo>
                <a:lnTo>
                  <a:pt x="5108" y="1539"/>
                </a:lnTo>
                <a:lnTo>
                  <a:pt x="5107" y="1540"/>
                </a:lnTo>
                <a:lnTo>
                  <a:pt x="5103" y="1538"/>
                </a:lnTo>
                <a:lnTo>
                  <a:pt x="5102" y="1537"/>
                </a:lnTo>
                <a:lnTo>
                  <a:pt x="5101" y="1536"/>
                </a:lnTo>
                <a:lnTo>
                  <a:pt x="5103" y="1533"/>
                </a:lnTo>
                <a:lnTo>
                  <a:pt x="5102" y="1532"/>
                </a:lnTo>
                <a:lnTo>
                  <a:pt x="5100" y="1534"/>
                </a:lnTo>
                <a:lnTo>
                  <a:pt x="5100" y="1533"/>
                </a:lnTo>
                <a:lnTo>
                  <a:pt x="5101" y="1532"/>
                </a:lnTo>
                <a:lnTo>
                  <a:pt x="5100" y="1531"/>
                </a:lnTo>
                <a:lnTo>
                  <a:pt x="5099" y="1530"/>
                </a:lnTo>
                <a:lnTo>
                  <a:pt x="5100" y="1529"/>
                </a:lnTo>
                <a:lnTo>
                  <a:pt x="5098" y="1528"/>
                </a:lnTo>
                <a:lnTo>
                  <a:pt x="5097" y="1527"/>
                </a:lnTo>
                <a:lnTo>
                  <a:pt x="5098" y="1527"/>
                </a:lnTo>
                <a:lnTo>
                  <a:pt x="5098" y="1526"/>
                </a:lnTo>
                <a:lnTo>
                  <a:pt x="5098" y="1525"/>
                </a:lnTo>
                <a:lnTo>
                  <a:pt x="5097" y="1524"/>
                </a:lnTo>
                <a:lnTo>
                  <a:pt x="5097" y="1523"/>
                </a:lnTo>
                <a:lnTo>
                  <a:pt x="5096" y="1523"/>
                </a:lnTo>
                <a:lnTo>
                  <a:pt x="5097" y="1522"/>
                </a:lnTo>
                <a:lnTo>
                  <a:pt x="5098" y="1522"/>
                </a:lnTo>
                <a:lnTo>
                  <a:pt x="5098" y="1521"/>
                </a:lnTo>
                <a:lnTo>
                  <a:pt x="5097" y="1521"/>
                </a:lnTo>
                <a:lnTo>
                  <a:pt x="5096" y="1521"/>
                </a:lnTo>
                <a:lnTo>
                  <a:pt x="5093" y="1521"/>
                </a:lnTo>
                <a:lnTo>
                  <a:pt x="5093" y="1522"/>
                </a:lnTo>
                <a:lnTo>
                  <a:pt x="5093" y="1523"/>
                </a:lnTo>
                <a:lnTo>
                  <a:pt x="5094" y="1523"/>
                </a:lnTo>
                <a:lnTo>
                  <a:pt x="5095" y="1523"/>
                </a:lnTo>
                <a:lnTo>
                  <a:pt x="5096" y="1524"/>
                </a:lnTo>
                <a:lnTo>
                  <a:pt x="5095" y="1524"/>
                </a:lnTo>
                <a:lnTo>
                  <a:pt x="5092" y="1524"/>
                </a:lnTo>
                <a:lnTo>
                  <a:pt x="5090" y="1523"/>
                </a:lnTo>
                <a:lnTo>
                  <a:pt x="5089" y="1523"/>
                </a:lnTo>
                <a:lnTo>
                  <a:pt x="5089" y="1522"/>
                </a:lnTo>
                <a:lnTo>
                  <a:pt x="5088" y="1522"/>
                </a:lnTo>
                <a:lnTo>
                  <a:pt x="5088" y="1521"/>
                </a:lnTo>
                <a:lnTo>
                  <a:pt x="5087" y="1521"/>
                </a:lnTo>
                <a:lnTo>
                  <a:pt x="5088" y="1521"/>
                </a:lnTo>
                <a:lnTo>
                  <a:pt x="5088" y="1520"/>
                </a:lnTo>
                <a:lnTo>
                  <a:pt x="5086" y="1516"/>
                </a:lnTo>
                <a:lnTo>
                  <a:pt x="5086" y="1514"/>
                </a:lnTo>
                <a:lnTo>
                  <a:pt x="5085" y="1513"/>
                </a:lnTo>
                <a:lnTo>
                  <a:pt x="5085" y="1512"/>
                </a:lnTo>
                <a:lnTo>
                  <a:pt x="5086" y="1511"/>
                </a:lnTo>
                <a:lnTo>
                  <a:pt x="5086" y="1510"/>
                </a:lnTo>
                <a:lnTo>
                  <a:pt x="5085" y="1510"/>
                </a:lnTo>
                <a:lnTo>
                  <a:pt x="5084" y="1509"/>
                </a:lnTo>
                <a:lnTo>
                  <a:pt x="5084" y="1508"/>
                </a:lnTo>
                <a:lnTo>
                  <a:pt x="5084" y="1507"/>
                </a:lnTo>
                <a:lnTo>
                  <a:pt x="5085" y="1506"/>
                </a:lnTo>
                <a:lnTo>
                  <a:pt x="5086" y="1506"/>
                </a:lnTo>
                <a:lnTo>
                  <a:pt x="5086" y="1505"/>
                </a:lnTo>
                <a:lnTo>
                  <a:pt x="5086" y="1504"/>
                </a:lnTo>
                <a:lnTo>
                  <a:pt x="5087" y="1504"/>
                </a:lnTo>
                <a:lnTo>
                  <a:pt x="5087" y="1503"/>
                </a:lnTo>
                <a:lnTo>
                  <a:pt x="5086" y="1503"/>
                </a:lnTo>
                <a:lnTo>
                  <a:pt x="5085" y="1504"/>
                </a:lnTo>
                <a:lnTo>
                  <a:pt x="5084" y="1505"/>
                </a:lnTo>
                <a:lnTo>
                  <a:pt x="5083" y="1505"/>
                </a:lnTo>
                <a:lnTo>
                  <a:pt x="5082" y="1506"/>
                </a:lnTo>
                <a:lnTo>
                  <a:pt x="5082" y="1507"/>
                </a:lnTo>
                <a:lnTo>
                  <a:pt x="5082" y="1508"/>
                </a:lnTo>
                <a:lnTo>
                  <a:pt x="5081" y="1508"/>
                </a:lnTo>
                <a:lnTo>
                  <a:pt x="5080" y="1509"/>
                </a:lnTo>
                <a:lnTo>
                  <a:pt x="5080" y="1510"/>
                </a:lnTo>
                <a:lnTo>
                  <a:pt x="5080" y="1511"/>
                </a:lnTo>
                <a:lnTo>
                  <a:pt x="5080" y="1512"/>
                </a:lnTo>
                <a:lnTo>
                  <a:pt x="5079" y="1513"/>
                </a:lnTo>
                <a:lnTo>
                  <a:pt x="5079" y="1514"/>
                </a:lnTo>
                <a:lnTo>
                  <a:pt x="5078" y="1514"/>
                </a:lnTo>
                <a:lnTo>
                  <a:pt x="5078" y="1515"/>
                </a:lnTo>
                <a:lnTo>
                  <a:pt x="5078" y="1514"/>
                </a:lnTo>
                <a:lnTo>
                  <a:pt x="5077" y="1514"/>
                </a:lnTo>
                <a:lnTo>
                  <a:pt x="5077" y="1515"/>
                </a:lnTo>
                <a:lnTo>
                  <a:pt x="5075" y="1515"/>
                </a:lnTo>
                <a:lnTo>
                  <a:pt x="5075" y="1514"/>
                </a:lnTo>
                <a:lnTo>
                  <a:pt x="5076" y="1514"/>
                </a:lnTo>
                <a:lnTo>
                  <a:pt x="5076" y="1513"/>
                </a:lnTo>
                <a:lnTo>
                  <a:pt x="5075" y="1513"/>
                </a:lnTo>
                <a:lnTo>
                  <a:pt x="5074" y="1513"/>
                </a:lnTo>
                <a:lnTo>
                  <a:pt x="5074" y="1514"/>
                </a:lnTo>
                <a:lnTo>
                  <a:pt x="5073" y="1515"/>
                </a:lnTo>
                <a:lnTo>
                  <a:pt x="5072" y="1515"/>
                </a:lnTo>
                <a:lnTo>
                  <a:pt x="5073" y="1515"/>
                </a:lnTo>
                <a:lnTo>
                  <a:pt x="5074" y="1516"/>
                </a:lnTo>
                <a:lnTo>
                  <a:pt x="5074" y="1515"/>
                </a:lnTo>
                <a:lnTo>
                  <a:pt x="5075" y="1515"/>
                </a:lnTo>
                <a:lnTo>
                  <a:pt x="5075" y="1514"/>
                </a:lnTo>
                <a:lnTo>
                  <a:pt x="5075" y="1515"/>
                </a:lnTo>
                <a:lnTo>
                  <a:pt x="5076" y="1515"/>
                </a:lnTo>
                <a:lnTo>
                  <a:pt x="5077" y="1516"/>
                </a:lnTo>
                <a:lnTo>
                  <a:pt x="5076" y="1517"/>
                </a:lnTo>
                <a:lnTo>
                  <a:pt x="5075" y="1516"/>
                </a:lnTo>
                <a:lnTo>
                  <a:pt x="5075" y="1517"/>
                </a:lnTo>
                <a:lnTo>
                  <a:pt x="5076" y="1517"/>
                </a:lnTo>
                <a:lnTo>
                  <a:pt x="5074" y="1518"/>
                </a:lnTo>
                <a:lnTo>
                  <a:pt x="5074" y="1519"/>
                </a:lnTo>
                <a:lnTo>
                  <a:pt x="5073" y="1519"/>
                </a:lnTo>
                <a:lnTo>
                  <a:pt x="5073" y="1520"/>
                </a:lnTo>
                <a:lnTo>
                  <a:pt x="5072" y="1520"/>
                </a:lnTo>
                <a:lnTo>
                  <a:pt x="5072" y="1519"/>
                </a:lnTo>
                <a:lnTo>
                  <a:pt x="5071" y="1519"/>
                </a:lnTo>
                <a:lnTo>
                  <a:pt x="5070" y="1519"/>
                </a:lnTo>
                <a:lnTo>
                  <a:pt x="5070" y="1518"/>
                </a:lnTo>
                <a:lnTo>
                  <a:pt x="5070" y="1517"/>
                </a:lnTo>
                <a:lnTo>
                  <a:pt x="5070" y="1516"/>
                </a:lnTo>
                <a:lnTo>
                  <a:pt x="5070" y="1517"/>
                </a:lnTo>
                <a:lnTo>
                  <a:pt x="5070" y="1518"/>
                </a:lnTo>
                <a:lnTo>
                  <a:pt x="5070" y="1519"/>
                </a:lnTo>
                <a:lnTo>
                  <a:pt x="5070" y="1520"/>
                </a:lnTo>
                <a:lnTo>
                  <a:pt x="5070" y="1521"/>
                </a:lnTo>
                <a:lnTo>
                  <a:pt x="5069" y="1521"/>
                </a:lnTo>
                <a:lnTo>
                  <a:pt x="5069" y="1520"/>
                </a:lnTo>
                <a:lnTo>
                  <a:pt x="5068" y="1519"/>
                </a:lnTo>
                <a:lnTo>
                  <a:pt x="5068" y="1520"/>
                </a:lnTo>
                <a:lnTo>
                  <a:pt x="5068" y="1521"/>
                </a:lnTo>
                <a:lnTo>
                  <a:pt x="5066" y="1521"/>
                </a:lnTo>
                <a:lnTo>
                  <a:pt x="5066" y="1520"/>
                </a:lnTo>
                <a:lnTo>
                  <a:pt x="5066" y="1519"/>
                </a:lnTo>
                <a:lnTo>
                  <a:pt x="5065" y="1519"/>
                </a:lnTo>
                <a:lnTo>
                  <a:pt x="5065" y="1521"/>
                </a:lnTo>
                <a:lnTo>
                  <a:pt x="5064" y="1521"/>
                </a:lnTo>
                <a:lnTo>
                  <a:pt x="5064" y="1519"/>
                </a:lnTo>
                <a:lnTo>
                  <a:pt x="5063" y="1519"/>
                </a:lnTo>
                <a:lnTo>
                  <a:pt x="5062" y="1519"/>
                </a:lnTo>
                <a:lnTo>
                  <a:pt x="5062" y="1518"/>
                </a:lnTo>
                <a:lnTo>
                  <a:pt x="5061" y="1519"/>
                </a:lnTo>
                <a:lnTo>
                  <a:pt x="5060" y="1519"/>
                </a:lnTo>
                <a:lnTo>
                  <a:pt x="5060" y="1520"/>
                </a:lnTo>
                <a:lnTo>
                  <a:pt x="5058" y="1520"/>
                </a:lnTo>
                <a:lnTo>
                  <a:pt x="5057" y="1520"/>
                </a:lnTo>
                <a:lnTo>
                  <a:pt x="5056" y="1520"/>
                </a:lnTo>
                <a:lnTo>
                  <a:pt x="5056" y="1519"/>
                </a:lnTo>
                <a:lnTo>
                  <a:pt x="5057" y="1519"/>
                </a:lnTo>
                <a:lnTo>
                  <a:pt x="5056" y="1519"/>
                </a:lnTo>
                <a:lnTo>
                  <a:pt x="5056" y="1518"/>
                </a:lnTo>
                <a:lnTo>
                  <a:pt x="5057" y="1517"/>
                </a:lnTo>
                <a:lnTo>
                  <a:pt x="5057" y="1516"/>
                </a:lnTo>
                <a:lnTo>
                  <a:pt x="5056" y="1516"/>
                </a:lnTo>
                <a:lnTo>
                  <a:pt x="5056" y="1517"/>
                </a:lnTo>
                <a:lnTo>
                  <a:pt x="5056" y="1518"/>
                </a:lnTo>
                <a:lnTo>
                  <a:pt x="5055" y="1519"/>
                </a:lnTo>
                <a:lnTo>
                  <a:pt x="5054" y="1519"/>
                </a:lnTo>
                <a:lnTo>
                  <a:pt x="5052" y="1518"/>
                </a:lnTo>
                <a:lnTo>
                  <a:pt x="5053" y="1518"/>
                </a:lnTo>
                <a:lnTo>
                  <a:pt x="5053" y="1517"/>
                </a:lnTo>
                <a:lnTo>
                  <a:pt x="5052" y="1517"/>
                </a:lnTo>
                <a:lnTo>
                  <a:pt x="5052" y="1516"/>
                </a:lnTo>
                <a:lnTo>
                  <a:pt x="5051" y="1516"/>
                </a:lnTo>
                <a:lnTo>
                  <a:pt x="5050" y="1516"/>
                </a:lnTo>
                <a:lnTo>
                  <a:pt x="5050" y="1515"/>
                </a:lnTo>
                <a:lnTo>
                  <a:pt x="5051" y="1515"/>
                </a:lnTo>
                <a:lnTo>
                  <a:pt x="5051" y="1514"/>
                </a:lnTo>
                <a:lnTo>
                  <a:pt x="5050" y="1514"/>
                </a:lnTo>
                <a:lnTo>
                  <a:pt x="5050" y="1515"/>
                </a:lnTo>
                <a:lnTo>
                  <a:pt x="5049" y="1515"/>
                </a:lnTo>
                <a:lnTo>
                  <a:pt x="5048" y="1515"/>
                </a:lnTo>
                <a:lnTo>
                  <a:pt x="5046" y="1515"/>
                </a:lnTo>
                <a:lnTo>
                  <a:pt x="5044" y="1515"/>
                </a:lnTo>
                <a:lnTo>
                  <a:pt x="5043" y="1515"/>
                </a:lnTo>
                <a:lnTo>
                  <a:pt x="5043" y="1514"/>
                </a:lnTo>
                <a:lnTo>
                  <a:pt x="5043" y="1513"/>
                </a:lnTo>
                <a:lnTo>
                  <a:pt x="5042" y="1514"/>
                </a:lnTo>
                <a:lnTo>
                  <a:pt x="5043" y="1514"/>
                </a:lnTo>
                <a:lnTo>
                  <a:pt x="5043" y="1515"/>
                </a:lnTo>
                <a:lnTo>
                  <a:pt x="5039" y="1514"/>
                </a:lnTo>
                <a:lnTo>
                  <a:pt x="5038" y="1514"/>
                </a:lnTo>
                <a:lnTo>
                  <a:pt x="5039" y="1514"/>
                </a:lnTo>
                <a:lnTo>
                  <a:pt x="5040" y="1514"/>
                </a:lnTo>
                <a:lnTo>
                  <a:pt x="5043" y="1515"/>
                </a:lnTo>
                <a:lnTo>
                  <a:pt x="5043" y="1516"/>
                </a:lnTo>
                <a:lnTo>
                  <a:pt x="5043" y="1518"/>
                </a:lnTo>
                <a:lnTo>
                  <a:pt x="5043" y="1519"/>
                </a:lnTo>
                <a:lnTo>
                  <a:pt x="5043" y="1521"/>
                </a:lnTo>
                <a:lnTo>
                  <a:pt x="5038" y="1520"/>
                </a:lnTo>
                <a:lnTo>
                  <a:pt x="5037" y="1520"/>
                </a:lnTo>
                <a:lnTo>
                  <a:pt x="5035" y="1519"/>
                </a:lnTo>
                <a:lnTo>
                  <a:pt x="5032" y="1519"/>
                </a:lnTo>
                <a:lnTo>
                  <a:pt x="5032" y="1517"/>
                </a:lnTo>
                <a:lnTo>
                  <a:pt x="5032" y="1516"/>
                </a:lnTo>
                <a:lnTo>
                  <a:pt x="5028" y="1517"/>
                </a:lnTo>
                <a:lnTo>
                  <a:pt x="5028" y="1516"/>
                </a:lnTo>
                <a:lnTo>
                  <a:pt x="5027" y="1515"/>
                </a:lnTo>
                <a:lnTo>
                  <a:pt x="5026" y="1513"/>
                </a:lnTo>
                <a:lnTo>
                  <a:pt x="5027" y="1513"/>
                </a:lnTo>
                <a:lnTo>
                  <a:pt x="5028" y="1512"/>
                </a:lnTo>
                <a:lnTo>
                  <a:pt x="5029" y="1512"/>
                </a:lnTo>
                <a:lnTo>
                  <a:pt x="5030" y="1512"/>
                </a:lnTo>
                <a:lnTo>
                  <a:pt x="5029" y="1512"/>
                </a:lnTo>
                <a:lnTo>
                  <a:pt x="5028" y="1512"/>
                </a:lnTo>
                <a:lnTo>
                  <a:pt x="5025" y="1512"/>
                </a:lnTo>
                <a:lnTo>
                  <a:pt x="5025" y="1511"/>
                </a:lnTo>
                <a:lnTo>
                  <a:pt x="5024" y="1511"/>
                </a:lnTo>
                <a:lnTo>
                  <a:pt x="5024" y="1512"/>
                </a:lnTo>
                <a:lnTo>
                  <a:pt x="5023" y="1512"/>
                </a:lnTo>
                <a:lnTo>
                  <a:pt x="5024" y="1513"/>
                </a:lnTo>
                <a:lnTo>
                  <a:pt x="5024" y="1514"/>
                </a:lnTo>
                <a:lnTo>
                  <a:pt x="5023" y="1514"/>
                </a:lnTo>
                <a:lnTo>
                  <a:pt x="5023" y="1516"/>
                </a:lnTo>
                <a:lnTo>
                  <a:pt x="5022" y="1517"/>
                </a:lnTo>
                <a:lnTo>
                  <a:pt x="5022" y="1519"/>
                </a:lnTo>
                <a:lnTo>
                  <a:pt x="5021" y="1519"/>
                </a:lnTo>
                <a:lnTo>
                  <a:pt x="5021" y="1518"/>
                </a:lnTo>
                <a:lnTo>
                  <a:pt x="5018" y="1518"/>
                </a:lnTo>
                <a:lnTo>
                  <a:pt x="5019" y="1516"/>
                </a:lnTo>
                <a:lnTo>
                  <a:pt x="5020" y="1516"/>
                </a:lnTo>
                <a:lnTo>
                  <a:pt x="5021" y="1516"/>
                </a:lnTo>
                <a:lnTo>
                  <a:pt x="5021" y="1514"/>
                </a:lnTo>
                <a:lnTo>
                  <a:pt x="5017" y="1514"/>
                </a:lnTo>
                <a:lnTo>
                  <a:pt x="5017" y="1512"/>
                </a:lnTo>
                <a:lnTo>
                  <a:pt x="5016" y="1512"/>
                </a:lnTo>
                <a:lnTo>
                  <a:pt x="5015" y="1513"/>
                </a:lnTo>
                <a:lnTo>
                  <a:pt x="5015" y="1514"/>
                </a:lnTo>
                <a:lnTo>
                  <a:pt x="5016" y="1514"/>
                </a:lnTo>
                <a:lnTo>
                  <a:pt x="5016" y="1516"/>
                </a:lnTo>
                <a:lnTo>
                  <a:pt x="5015" y="1516"/>
                </a:lnTo>
                <a:lnTo>
                  <a:pt x="5014" y="1516"/>
                </a:lnTo>
                <a:lnTo>
                  <a:pt x="5013" y="1515"/>
                </a:lnTo>
                <a:lnTo>
                  <a:pt x="5012" y="1515"/>
                </a:lnTo>
                <a:lnTo>
                  <a:pt x="5011" y="1516"/>
                </a:lnTo>
                <a:lnTo>
                  <a:pt x="5009" y="1516"/>
                </a:lnTo>
                <a:lnTo>
                  <a:pt x="5008" y="1516"/>
                </a:lnTo>
                <a:lnTo>
                  <a:pt x="5007" y="1516"/>
                </a:lnTo>
                <a:lnTo>
                  <a:pt x="5007" y="1517"/>
                </a:lnTo>
                <a:lnTo>
                  <a:pt x="5006" y="1517"/>
                </a:lnTo>
                <a:lnTo>
                  <a:pt x="5006" y="1518"/>
                </a:lnTo>
                <a:lnTo>
                  <a:pt x="5006" y="1519"/>
                </a:lnTo>
                <a:lnTo>
                  <a:pt x="5007" y="1519"/>
                </a:lnTo>
                <a:lnTo>
                  <a:pt x="5007" y="1520"/>
                </a:lnTo>
                <a:lnTo>
                  <a:pt x="5006" y="1521"/>
                </a:lnTo>
                <a:lnTo>
                  <a:pt x="5006" y="1522"/>
                </a:lnTo>
                <a:lnTo>
                  <a:pt x="5004" y="1522"/>
                </a:lnTo>
                <a:lnTo>
                  <a:pt x="5004" y="1523"/>
                </a:lnTo>
                <a:lnTo>
                  <a:pt x="5005" y="1523"/>
                </a:lnTo>
                <a:lnTo>
                  <a:pt x="5005" y="1524"/>
                </a:lnTo>
                <a:lnTo>
                  <a:pt x="5006" y="1524"/>
                </a:lnTo>
                <a:lnTo>
                  <a:pt x="5005" y="1524"/>
                </a:lnTo>
                <a:lnTo>
                  <a:pt x="5004" y="1524"/>
                </a:lnTo>
                <a:lnTo>
                  <a:pt x="5004" y="1525"/>
                </a:lnTo>
                <a:lnTo>
                  <a:pt x="5003" y="1525"/>
                </a:lnTo>
                <a:lnTo>
                  <a:pt x="5003" y="1526"/>
                </a:lnTo>
                <a:lnTo>
                  <a:pt x="5003" y="1525"/>
                </a:lnTo>
                <a:lnTo>
                  <a:pt x="5002" y="1524"/>
                </a:lnTo>
                <a:lnTo>
                  <a:pt x="5001" y="1524"/>
                </a:lnTo>
                <a:lnTo>
                  <a:pt x="5001" y="1523"/>
                </a:lnTo>
                <a:lnTo>
                  <a:pt x="5000" y="1522"/>
                </a:lnTo>
                <a:lnTo>
                  <a:pt x="4999" y="1522"/>
                </a:lnTo>
                <a:lnTo>
                  <a:pt x="4998" y="1522"/>
                </a:lnTo>
                <a:lnTo>
                  <a:pt x="4996" y="1522"/>
                </a:lnTo>
                <a:lnTo>
                  <a:pt x="4995" y="1522"/>
                </a:lnTo>
                <a:lnTo>
                  <a:pt x="4995" y="1523"/>
                </a:lnTo>
                <a:lnTo>
                  <a:pt x="4994" y="1523"/>
                </a:lnTo>
                <a:lnTo>
                  <a:pt x="4994" y="1524"/>
                </a:lnTo>
                <a:lnTo>
                  <a:pt x="4994" y="1525"/>
                </a:lnTo>
                <a:lnTo>
                  <a:pt x="4995" y="1526"/>
                </a:lnTo>
                <a:lnTo>
                  <a:pt x="4995" y="1527"/>
                </a:lnTo>
                <a:lnTo>
                  <a:pt x="4994" y="1528"/>
                </a:lnTo>
                <a:lnTo>
                  <a:pt x="4993" y="1528"/>
                </a:lnTo>
                <a:lnTo>
                  <a:pt x="4994" y="1528"/>
                </a:lnTo>
                <a:lnTo>
                  <a:pt x="4995" y="1529"/>
                </a:lnTo>
                <a:lnTo>
                  <a:pt x="4995" y="1531"/>
                </a:lnTo>
                <a:lnTo>
                  <a:pt x="4995" y="1532"/>
                </a:lnTo>
                <a:lnTo>
                  <a:pt x="4996" y="1532"/>
                </a:lnTo>
                <a:lnTo>
                  <a:pt x="4997" y="1532"/>
                </a:lnTo>
                <a:lnTo>
                  <a:pt x="5000" y="1532"/>
                </a:lnTo>
                <a:lnTo>
                  <a:pt x="5000" y="1534"/>
                </a:lnTo>
                <a:lnTo>
                  <a:pt x="5000" y="1535"/>
                </a:lnTo>
                <a:lnTo>
                  <a:pt x="5001" y="1535"/>
                </a:lnTo>
                <a:lnTo>
                  <a:pt x="5001" y="1536"/>
                </a:lnTo>
                <a:lnTo>
                  <a:pt x="5000" y="1536"/>
                </a:lnTo>
                <a:lnTo>
                  <a:pt x="4999" y="1536"/>
                </a:lnTo>
                <a:lnTo>
                  <a:pt x="4999" y="1535"/>
                </a:lnTo>
                <a:lnTo>
                  <a:pt x="4997" y="1535"/>
                </a:lnTo>
                <a:lnTo>
                  <a:pt x="4995" y="1535"/>
                </a:lnTo>
                <a:lnTo>
                  <a:pt x="4993" y="1537"/>
                </a:lnTo>
                <a:lnTo>
                  <a:pt x="4992" y="1537"/>
                </a:lnTo>
                <a:lnTo>
                  <a:pt x="4992" y="1538"/>
                </a:lnTo>
                <a:lnTo>
                  <a:pt x="4991" y="1538"/>
                </a:lnTo>
                <a:lnTo>
                  <a:pt x="4988" y="1538"/>
                </a:lnTo>
                <a:lnTo>
                  <a:pt x="4987" y="1538"/>
                </a:lnTo>
                <a:lnTo>
                  <a:pt x="4986" y="1539"/>
                </a:lnTo>
                <a:lnTo>
                  <a:pt x="4985" y="1539"/>
                </a:lnTo>
                <a:lnTo>
                  <a:pt x="4984" y="1539"/>
                </a:lnTo>
                <a:lnTo>
                  <a:pt x="4983" y="1539"/>
                </a:lnTo>
                <a:lnTo>
                  <a:pt x="4982" y="1539"/>
                </a:lnTo>
                <a:lnTo>
                  <a:pt x="4981" y="1539"/>
                </a:lnTo>
                <a:lnTo>
                  <a:pt x="4980" y="1539"/>
                </a:lnTo>
                <a:lnTo>
                  <a:pt x="4980" y="1540"/>
                </a:lnTo>
                <a:lnTo>
                  <a:pt x="4979" y="1540"/>
                </a:lnTo>
                <a:lnTo>
                  <a:pt x="4979" y="1541"/>
                </a:lnTo>
                <a:lnTo>
                  <a:pt x="4979" y="1542"/>
                </a:lnTo>
                <a:lnTo>
                  <a:pt x="4979" y="1543"/>
                </a:lnTo>
                <a:lnTo>
                  <a:pt x="4980" y="1543"/>
                </a:lnTo>
                <a:lnTo>
                  <a:pt x="4980" y="1544"/>
                </a:lnTo>
                <a:lnTo>
                  <a:pt x="4979" y="1544"/>
                </a:lnTo>
                <a:lnTo>
                  <a:pt x="4978" y="1544"/>
                </a:lnTo>
                <a:lnTo>
                  <a:pt x="4978" y="1545"/>
                </a:lnTo>
                <a:lnTo>
                  <a:pt x="4977" y="1546"/>
                </a:lnTo>
                <a:lnTo>
                  <a:pt x="4976" y="1548"/>
                </a:lnTo>
                <a:lnTo>
                  <a:pt x="4976" y="1549"/>
                </a:lnTo>
                <a:lnTo>
                  <a:pt x="4975" y="1550"/>
                </a:lnTo>
                <a:lnTo>
                  <a:pt x="4974" y="1551"/>
                </a:lnTo>
                <a:lnTo>
                  <a:pt x="4973" y="1553"/>
                </a:lnTo>
                <a:lnTo>
                  <a:pt x="4972" y="1552"/>
                </a:lnTo>
                <a:lnTo>
                  <a:pt x="4970" y="1553"/>
                </a:lnTo>
                <a:lnTo>
                  <a:pt x="4969" y="1554"/>
                </a:lnTo>
                <a:lnTo>
                  <a:pt x="4969" y="1555"/>
                </a:lnTo>
                <a:lnTo>
                  <a:pt x="4968" y="1556"/>
                </a:lnTo>
                <a:lnTo>
                  <a:pt x="4967" y="1556"/>
                </a:lnTo>
                <a:lnTo>
                  <a:pt x="4966" y="1556"/>
                </a:lnTo>
                <a:lnTo>
                  <a:pt x="4966" y="1557"/>
                </a:lnTo>
                <a:lnTo>
                  <a:pt x="4965" y="1557"/>
                </a:lnTo>
                <a:lnTo>
                  <a:pt x="4966" y="1558"/>
                </a:lnTo>
                <a:lnTo>
                  <a:pt x="4966" y="1557"/>
                </a:lnTo>
                <a:lnTo>
                  <a:pt x="4967" y="1557"/>
                </a:lnTo>
                <a:lnTo>
                  <a:pt x="4968" y="1558"/>
                </a:lnTo>
                <a:lnTo>
                  <a:pt x="4968" y="1559"/>
                </a:lnTo>
                <a:lnTo>
                  <a:pt x="4967" y="1560"/>
                </a:lnTo>
                <a:lnTo>
                  <a:pt x="4966" y="1560"/>
                </a:lnTo>
                <a:lnTo>
                  <a:pt x="4965" y="1560"/>
                </a:lnTo>
                <a:lnTo>
                  <a:pt x="4964" y="1560"/>
                </a:lnTo>
                <a:lnTo>
                  <a:pt x="4964" y="1559"/>
                </a:lnTo>
                <a:lnTo>
                  <a:pt x="4963" y="1559"/>
                </a:lnTo>
                <a:lnTo>
                  <a:pt x="4963" y="1560"/>
                </a:lnTo>
                <a:lnTo>
                  <a:pt x="4962" y="1561"/>
                </a:lnTo>
                <a:lnTo>
                  <a:pt x="4962" y="1562"/>
                </a:lnTo>
                <a:lnTo>
                  <a:pt x="4962" y="1563"/>
                </a:lnTo>
                <a:lnTo>
                  <a:pt x="4961" y="1563"/>
                </a:lnTo>
                <a:lnTo>
                  <a:pt x="4960" y="1563"/>
                </a:lnTo>
                <a:lnTo>
                  <a:pt x="4959" y="1563"/>
                </a:lnTo>
                <a:lnTo>
                  <a:pt x="4958" y="1562"/>
                </a:lnTo>
                <a:lnTo>
                  <a:pt x="4958" y="1563"/>
                </a:lnTo>
                <a:lnTo>
                  <a:pt x="4957" y="1563"/>
                </a:lnTo>
                <a:lnTo>
                  <a:pt x="4957" y="1564"/>
                </a:lnTo>
                <a:lnTo>
                  <a:pt x="4956" y="1564"/>
                </a:lnTo>
                <a:lnTo>
                  <a:pt x="4955" y="1564"/>
                </a:lnTo>
                <a:lnTo>
                  <a:pt x="4957" y="1566"/>
                </a:lnTo>
                <a:lnTo>
                  <a:pt x="4957" y="1567"/>
                </a:lnTo>
                <a:lnTo>
                  <a:pt x="4956" y="1566"/>
                </a:lnTo>
                <a:lnTo>
                  <a:pt x="4955" y="1566"/>
                </a:lnTo>
                <a:lnTo>
                  <a:pt x="4955" y="1567"/>
                </a:lnTo>
                <a:lnTo>
                  <a:pt x="4956" y="1567"/>
                </a:lnTo>
                <a:lnTo>
                  <a:pt x="4956" y="1568"/>
                </a:lnTo>
                <a:lnTo>
                  <a:pt x="4956" y="1569"/>
                </a:lnTo>
                <a:lnTo>
                  <a:pt x="4957" y="1569"/>
                </a:lnTo>
                <a:lnTo>
                  <a:pt x="4957" y="1570"/>
                </a:lnTo>
                <a:lnTo>
                  <a:pt x="4957" y="1571"/>
                </a:lnTo>
                <a:lnTo>
                  <a:pt x="4956" y="1571"/>
                </a:lnTo>
                <a:lnTo>
                  <a:pt x="4956" y="1572"/>
                </a:lnTo>
                <a:lnTo>
                  <a:pt x="4954" y="1571"/>
                </a:lnTo>
                <a:lnTo>
                  <a:pt x="4953" y="1571"/>
                </a:lnTo>
                <a:lnTo>
                  <a:pt x="4954" y="1572"/>
                </a:lnTo>
                <a:lnTo>
                  <a:pt x="4953" y="1573"/>
                </a:lnTo>
                <a:lnTo>
                  <a:pt x="4953" y="1574"/>
                </a:lnTo>
                <a:lnTo>
                  <a:pt x="4953" y="1575"/>
                </a:lnTo>
                <a:lnTo>
                  <a:pt x="4954" y="1575"/>
                </a:lnTo>
                <a:lnTo>
                  <a:pt x="4955" y="1575"/>
                </a:lnTo>
                <a:lnTo>
                  <a:pt x="4955" y="1576"/>
                </a:lnTo>
                <a:lnTo>
                  <a:pt x="4954" y="1577"/>
                </a:lnTo>
                <a:lnTo>
                  <a:pt x="4953" y="1577"/>
                </a:lnTo>
                <a:lnTo>
                  <a:pt x="4952" y="1578"/>
                </a:lnTo>
                <a:lnTo>
                  <a:pt x="4951" y="1578"/>
                </a:lnTo>
                <a:lnTo>
                  <a:pt x="4950" y="1579"/>
                </a:lnTo>
                <a:lnTo>
                  <a:pt x="4949" y="1580"/>
                </a:lnTo>
                <a:lnTo>
                  <a:pt x="4947" y="1580"/>
                </a:lnTo>
                <a:lnTo>
                  <a:pt x="4946" y="1581"/>
                </a:lnTo>
                <a:lnTo>
                  <a:pt x="4945" y="1581"/>
                </a:lnTo>
                <a:lnTo>
                  <a:pt x="4945" y="1582"/>
                </a:lnTo>
                <a:lnTo>
                  <a:pt x="4945" y="1583"/>
                </a:lnTo>
                <a:lnTo>
                  <a:pt x="4945" y="1584"/>
                </a:lnTo>
                <a:lnTo>
                  <a:pt x="4946" y="1585"/>
                </a:lnTo>
                <a:lnTo>
                  <a:pt x="4946" y="1586"/>
                </a:lnTo>
                <a:lnTo>
                  <a:pt x="4947" y="1586"/>
                </a:lnTo>
                <a:lnTo>
                  <a:pt x="4947" y="1588"/>
                </a:lnTo>
                <a:lnTo>
                  <a:pt x="4947" y="1589"/>
                </a:lnTo>
                <a:lnTo>
                  <a:pt x="4946" y="1589"/>
                </a:lnTo>
                <a:lnTo>
                  <a:pt x="4946" y="1590"/>
                </a:lnTo>
                <a:lnTo>
                  <a:pt x="4945" y="1591"/>
                </a:lnTo>
                <a:lnTo>
                  <a:pt x="4945" y="1592"/>
                </a:lnTo>
                <a:lnTo>
                  <a:pt x="4945" y="1593"/>
                </a:lnTo>
                <a:lnTo>
                  <a:pt x="4944" y="1593"/>
                </a:lnTo>
                <a:lnTo>
                  <a:pt x="4944" y="1592"/>
                </a:lnTo>
                <a:lnTo>
                  <a:pt x="4944" y="1593"/>
                </a:lnTo>
                <a:lnTo>
                  <a:pt x="4943" y="1593"/>
                </a:lnTo>
                <a:lnTo>
                  <a:pt x="4943" y="1594"/>
                </a:lnTo>
                <a:lnTo>
                  <a:pt x="4942" y="1594"/>
                </a:lnTo>
                <a:lnTo>
                  <a:pt x="4942" y="1595"/>
                </a:lnTo>
                <a:lnTo>
                  <a:pt x="4941" y="1595"/>
                </a:lnTo>
                <a:lnTo>
                  <a:pt x="4940" y="1596"/>
                </a:lnTo>
                <a:lnTo>
                  <a:pt x="4940" y="1597"/>
                </a:lnTo>
                <a:lnTo>
                  <a:pt x="4939" y="1597"/>
                </a:lnTo>
                <a:lnTo>
                  <a:pt x="4938" y="1597"/>
                </a:lnTo>
                <a:lnTo>
                  <a:pt x="4936" y="1597"/>
                </a:lnTo>
                <a:lnTo>
                  <a:pt x="4935" y="1597"/>
                </a:lnTo>
                <a:lnTo>
                  <a:pt x="4934" y="1597"/>
                </a:lnTo>
                <a:lnTo>
                  <a:pt x="4933" y="1597"/>
                </a:lnTo>
                <a:lnTo>
                  <a:pt x="4932" y="1597"/>
                </a:lnTo>
                <a:lnTo>
                  <a:pt x="4931" y="1597"/>
                </a:lnTo>
                <a:lnTo>
                  <a:pt x="4930" y="1598"/>
                </a:lnTo>
                <a:lnTo>
                  <a:pt x="4929" y="1598"/>
                </a:lnTo>
                <a:lnTo>
                  <a:pt x="4928" y="1598"/>
                </a:lnTo>
                <a:lnTo>
                  <a:pt x="4927" y="1598"/>
                </a:lnTo>
                <a:lnTo>
                  <a:pt x="4926" y="1598"/>
                </a:lnTo>
                <a:lnTo>
                  <a:pt x="4925" y="1598"/>
                </a:lnTo>
                <a:lnTo>
                  <a:pt x="4924" y="1599"/>
                </a:lnTo>
                <a:lnTo>
                  <a:pt x="4925" y="1600"/>
                </a:lnTo>
                <a:lnTo>
                  <a:pt x="4924" y="1600"/>
                </a:lnTo>
                <a:lnTo>
                  <a:pt x="4923" y="1601"/>
                </a:lnTo>
                <a:lnTo>
                  <a:pt x="4922" y="1602"/>
                </a:lnTo>
                <a:lnTo>
                  <a:pt x="4921" y="1602"/>
                </a:lnTo>
                <a:lnTo>
                  <a:pt x="4920" y="1602"/>
                </a:lnTo>
                <a:lnTo>
                  <a:pt x="4920" y="1603"/>
                </a:lnTo>
                <a:lnTo>
                  <a:pt x="4919" y="1603"/>
                </a:lnTo>
                <a:lnTo>
                  <a:pt x="4918" y="1603"/>
                </a:lnTo>
                <a:lnTo>
                  <a:pt x="4917" y="1604"/>
                </a:lnTo>
                <a:lnTo>
                  <a:pt x="4916" y="1604"/>
                </a:lnTo>
                <a:lnTo>
                  <a:pt x="4916" y="1605"/>
                </a:lnTo>
                <a:lnTo>
                  <a:pt x="4914" y="1605"/>
                </a:lnTo>
                <a:lnTo>
                  <a:pt x="4913" y="1606"/>
                </a:lnTo>
                <a:lnTo>
                  <a:pt x="4912" y="1606"/>
                </a:lnTo>
                <a:lnTo>
                  <a:pt x="4911" y="1606"/>
                </a:lnTo>
                <a:lnTo>
                  <a:pt x="4910" y="1607"/>
                </a:lnTo>
                <a:lnTo>
                  <a:pt x="4909" y="1607"/>
                </a:lnTo>
                <a:lnTo>
                  <a:pt x="4908" y="1607"/>
                </a:lnTo>
                <a:lnTo>
                  <a:pt x="4906" y="1608"/>
                </a:lnTo>
                <a:lnTo>
                  <a:pt x="4905" y="1608"/>
                </a:lnTo>
                <a:lnTo>
                  <a:pt x="4902" y="1609"/>
                </a:lnTo>
                <a:lnTo>
                  <a:pt x="4900" y="1610"/>
                </a:lnTo>
                <a:lnTo>
                  <a:pt x="4899" y="1610"/>
                </a:lnTo>
                <a:lnTo>
                  <a:pt x="4897" y="1611"/>
                </a:lnTo>
                <a:lnTo>
                  <a:pt x="4896" y="1611"/>
                </a:lnTo>
                <a:lnTo>
                  <a:pt x="4896" y="1612"/>
                </a:lnTo>
                <a:lnTo>
                  <a:pt x="4895" y="1612"/>
                </a:lnTo>
                <a:lnTo>
                  <a:pt x="4895" y="1611"/>
                </a:lnTo>
                <a:lnTo>
                  <a:pt x="4894" y="1612"/>
                </a:lnTo>
                <a:lnTo>
                  <a:pt x="4893" y="1612"/>
                </a:lnTo>
                <a:lnTo>
                  <a:pt x="4892" y="1612"/>
                </a:lnTo>
                <a:lnTo>
                  <a:pt x="4890" y="1613"/>
                </a:lnTo>
                <a:lnTo>
                  <a:pt x="4888" y="1613"/>
                </a:lnTo>
                <a:lnTo>
                  <a:pt x="4887" y="1614"/>
                </a:lnTo>
                <a:lnTo>
                  <a:pt x="4885" y="1615"/>
                </a:lnTo>
                <a:lnTo>
                  <a:pt x="4884" y="1616"/>
                </a:lnTo>
                <a:lnTo>
                  <a:pt x="4883" y="1618"/>
                </a:lnTo>
                <a:lnTo>
                  <a:pt x="4883" y="1619"/>
                </a:lnTo>
                <a:lnTo>
                  <a:pt x="4884" y="1620"/>
                </a:lnTo>
                <a:lnTo>
                  <a:pt x="4882" y="1621"/>
                </a:lnTo>
                <a:lnTo>
                  <a:pt x="4881" y="1621"/>
                </a:lnTo>
                <a:lnTo>
                  <a:pt x="4880" y="1621"/>
                </a:lnTo>
                <a:lnTo>
                  <a:pt x="4879" y="1621"/>
                </a:lnTo>
                <a:lnTo>
                  <a:pt x="4878" y="1621"/>
                </a:lnTo>
                <a:lnTo>
                  <a:pt x="4877" y="1622"/>
                </a:lnTo>
                <a:lnTo>
                  <a:pt x="4876" y="1622"/>
                </a:lnTo>
                <a:lnTo>
                  <a:pt x="4875" y="1622"/>
                </a:lnTo>
                <a:lnTo>
                  <a:pt x="4874" y="1623"/>
                </a:lnTo>
                <a:lnTo>
                  <a:pt x="4873" y="1623"/>
                </a:lnTo>
                <a:lnTo>
                  <a:pt x="4872" y="1623"/>
                </a:lnTo>
                <a:lnTo>
                  <a:pt x="4871" y="1624"/>
                </a:lnTo>
                <a:lnTo>
                  <a:pt x="4871" y="1625"/>
                </a:lnTo>
                <a:lnTo>
                  <a:pt x="4870" y="1625"/>
                </a:lnTo>
                <a:lnTo>
                  <a:pt x="4870" y="1626"/>
                </a:lnTo>
                <a:lnTo>
                  <a:pt x="4869" y="1626"/>
                </a:lnTo>
                <a:lnTo>
                  <a:pt x="4867" y="1626"/>
                </a:lnTo>
                <a:lnTo>
                  <a:pt x="4865" y="1627"/>
                </a:lnTo>
                <a:lnTo>
                  <a:pt x="4864" y="1627"/>
                </a:lnTo>
                <a:lnTo>
                  <a:pt x="4863" y="1627"/>
                </a:lnTo>
                <a:lnTo>
                  <a:pt x="4862" y="1627"/>
                </a:lnTo>
                <a:lnTo>
                  <a:pt x="4862" y="1628"/>
                </a:lnTo>
                <a:lnTo>
                  <a:pt x="4861" y="1628"/>
                </a:lnTo>
                <a:lnTo>
                  <a:pt x="4860" y="1628"/>
                </a:lnTo>
                <a:lnTo>
                  <a:pt x="4860" y="1629"/>
                </a:lnTo>
                <a:lnTo>
                  <a:pt x="4859" y="1629"/>
                </a:lnTo>
                <a:lnTo>
                  <a:pt x="4858" y="1628"/>
                </a:lnTo>
                <a:lnTo>
                  <a:pt x="4857" y="1628"/>
                </a:lnTo>
                <a:lnTo>
                  <a:pt x="4857" y="1629"/>
                </a:lnTo>
                <a:lnTo>
                  <a:pt x="4856" y="1629"/>
                </a:lnTo>
                <a:lnTo>
                  <a:pt x="4855" y="1629"/>
                </a:lnTo>
                <a:lnTo>
                  <a:pt x="4855" y="1630"/>
                </a:lnTo>
                <a:lnTo>
                  <a:pt x="4855" y="1629"/>
                </a:lnTo>
                <a:lnTo>
                  <a:pt x="4854" y="1629"/>
                </a:lnTo>
                <a:lnTo>
                  <a:pt x="4853" y="1630"/>
                </a:lnTo>
                <a:lnTo>
                  <a:pt x="4852" y="1631"/>
                </a:lnTo>
                <a:lnTo>
                  <a:pt x="4851" y="1632"/>
                </a:lnTo>
                <a:lnTo>
                  <a:pt x="4851" y="1631"/>
                </a:lnTo>
                <a:lnTo>
                  <a:pt x="4850" y="1631"/>
                </a:lnTo>
                <a:lnTo>
                  <a:pt x="4849" y="1631"/>
                </a:lnTo>
                <a:lnTo>
                  <a:pt x="4849" y="1632"/>
                </a:lnTo>
                <a:lnTo>
                  <a:pt x="4848" y="1633"/>
                </a:lnTo>
                <a:lnTo>
                  <a:pt x="4848" y="1632"/>
                </a:lnTo>
                <a:lnTo>
                  <a:pt x="4847" y="1632"/>
                </a:lnTo>
                <a:lnTo>
                  <a:pt x="4846" y="1632"/>
                </a:lnTo>
                <a:lnTo>
                  <a:pt x="4844" y="1633"/>
                </a:lnTo>
                <a:lnTo>
                  <a:pt x="4844" y="1634"/>
                </a:lnTo>
                <a:lnTo>
                  <a:pt x="4843" y="1634"/>
                </a:lnTo>
                <a:lnTo>
                  <a:pt x="4843" y="1635"/>
                </a:lnTo>
                <a:lnTo>
                  <a:pt x="4843" y="1637"/>
                </a:lnTo>
                <a:lnTo>
                  <a:pt x="4842" y="1639"/>
                </a:lnTo>
                <a:lnTo>
                  <a:pt x="4841" y="1640"/>
                </a:lnTo>
                <a:lnTo>
                  <a:pt x="4842" y="1640"/>
                </a:lnTo>
                <a:lnTo>
                  <a:pt x="4841" y="1640"/>
                </a:lnTo>
                <a:lnTo>
                  <a:pt x="4842" y="1640"/>
                </a:lnTo>
                <a:lnTo>
                  <a:pt x="4843" y="1640"/>
                </a:lnTo>
                <a:lnTo>
                  <a:pt x="4843" y="1641"/>
                </a:lnTo>
                <a:lnTo>
                  <a:pt x="4843" y="1642"/>
                </a:lnTo>
                <a:lnTo>
                  <a:pt x="4843" y="1643"/>
                </a:lnTo>
                <a:lnTo>
                  <a:pt x="4842" y="1643"/>
                </a:lnTo>
                <a:lnTo>
                  <a:pt x="4841" y="1643"/>
                </a:lnTo>
                <a:lnTo>
                  <a:pt x="4841" y="1642"/>
                </a:lnTo>
                <a:lnTo>
                  <a:pt x="4840" y="1642"/>
                </a:lnTo>
                <a:lnTo>
                  <a:pt x="4839" y="1643"/>
                </a:lnTo>
                <a:lnTo>
                  <a:pt x="4838" y="1643"/>
                </a:lnTo>
                <a:lnTo>
                  <a:pt x="4836" y="1643"/>
                </a:lnTo>
                <a:lnTo>
                  <a:pt x="4835" y="1644"/>
                </a:lnTo>
                <a:lnTo>
                  <a:pt x="4834" y="1644"/>
                </a:lnTo>
                <a:lnTo>
                  <a:pt x="4833" y="1645"/>
                </a:lnTo>
                <a:lnTo>
                  <a:pt x="4832" y="1645"/>
                </a:lnTo>
                <a:lnTo>
                  <a:pt x="4832" y="1646"/>
                </a:lnTo>
                <a:lnTo>
                  <a:pt x="4831" y="1647"/>
                </a:lnTo>
                <a:lnTo>
                  <a:pt x="4830" y="1647"/>
                </a:lnTo>
                <a:lnTo>
                  <a:pt x="4830" y="1648"/>
                </a:lnTo>
                <a:lnTo>
                  <a:pt x="4828" y="1649"/>
                </a:lnTo>
                <a:lnTo>
                  <a:pt x="4826" y="1651"/>
                </a:lnTo>
                <a:lnTo>
                  <a:pt x="4825" y="1651"/>
                </a:lnTo>
                <a:lnTo>
                  <a:pt x="4825" y="1652"/>
                </a:lnTo>
                <a:lnTo>
                  <a:pt x="4824" y="1653"/>
                </a:lnTo>
                <a:lnTo>
                  <a:pt x="4824" y="1654"/>
                </a:lnTo>
                <a:lnTo>
                  <a:pt x="4823" y="1654"/>
                </a:lnTo>
                <a:lnTo>
                  <a:pt x="4823" y="1656"/>
                </a:lnTo>
                <a:lnTo>
                  <a:pt x="4822" y="1658"/>
                </a:lnTo>
                <a:lnTo>
                  <a:pt x="4822" y="1659"/>
                </a:lnTo>
                <a:lnTo>
                  <a:pt x="4822" y="1660"/>
                </a:lnTo>
                <a:lnTo>
                  <a:pt x="4821" y="1660"/>
                </a:lnTo>
                <a:lnTo>
                  <a:pt x="4821" y="1661"/>
                </a:lnTo>
                <a:lnTo>
                  <a:pt x="4821" y="1662"/>
                </a:lnTo>
                <a:lnTo>
                  <a:pt x="4820" y="1664"/>
                </a:lnTo>
                <a:lnTo>
                  <a:pt x="4820" y="1665"/>
                </a:lnTo>
                <a:lnTo>
                  <a:pt x="4819" y="1668"/>
                </a:lnTo>
                <a:lnTo>
                  <a:pt x="4818" y="1669"/>
                </a:lnTo>
                <a:lnTo>
                  <a:pt x="4818" y="1670"/>
                </a:lnTo>
                <a:lnTo>
                  <a:pt x="4817" y="1671"/>
                </a:lnTo>
                <a:lnTo>
                  <a:pt x="4817" y="1672"/>
                </a:lnTo>
                <a:lnTo>
                  <a:pt x="4817" y="1673"/>
                </a:lnTo>
                <a:lnTo>
                  <a:pt x="4816" y="1674"/>
                </a:lnTo>
                <a:lnTo>
                  <a:pt x="4816" y="1675"/>
                </a:lnTo>
                <a:lnTo>
                  <a:pt x="4815" y="1675"/>
                </a:lnTo>
                <a:lnTo>
                  <a:pt x="4815" y="1676"/>
                </a:lnTo>
                <a:lnTo>
                  <a:pt x="4815" y="1677"/>
                </a:lnTo>
                <a:lnTo>
                  <a:pt x="4815" y="1679"/>
                </a:lnTo>
                <a:lnTo>
                  <a:pt x="4814" y="1680"/>
                </a:lnTo>
                <a:lnTo>
                  <a:pt x="4814" y="1681"/>
                </a:lnTo>
                <a:lnTo>
                  <a:pt x="4815" y="1682"/>
                </a:lnTo>
                <a:lnTo>
                  <a:pt x="4815" y="1681"/>
                </a:lnTo>
                <a:lnTo>
                  <a:pt x="4816" y="1681"/>
                </a:lnTo>
                <a:lnTo>
                  <a:pt x="4816" y="1682"/>
                </a:lnTo>
                <a:lnTo>
                  <a:pt x="4817" y="1683"/>
                </a:lnTo>
                <a:lnTo>
                  <a:pt x="4818" y="1685"/>
                </a:lnTo>
                <a:lnTo>
                  <a:pt x="4819" y="1686"/>
                </a:lnTo>
                <a:lnTo>
                  <a:pt x="4820" y="1687"/>
                </a:lnTo>
                <a:lnTo>
                  <a:pt x="4820" y="1688"/>
                </a:lnTo>
                <a:lnTo>
                  <a:pt x="4819" y="1688"/>
                </a:lnTo>
                <a:lnTo>
                  <a:pt x="4819" y="1689"/>
                </a:lnTo>
                <a:lnTo>
                  <a:pt x="4818" y="1689"/>
                </a:lnTo>
                <a:lnTo>
                  <a:pt x="4819" y="1689"/>
                </a:lnTo>
                <a:lnTo>
                  <a:pt x="4819" y="1690"/>
                </a:lnTo>
                <a:lnTo>
                  <a:pt x="4819" y="1691"/>
                </a:lnTo>
                <a:lnTo>
                  <a:pt x="4818" y="1691"/>
                </a:lnTo>
                <a:lnTo>
                  <a:pt x="4817" y="1691"/>
                </a:lnTo>
                <a:lnTo>
                  <a:pt x="4817" y="1692"/>
                </a:lnTo>
                <a:lnTo>
                  <a:pt x="4818" y="1692"/>
                </a:lnTo>
                <a:lnTo>
                  <a:pt x="4817" y="1693"/>
                </a:lnTo>
                <a:lnTo>
                  <a:pt x="4817" y="1694"/>
                </a:lnTo>
                <a:lnTo>
                  <a:pt x="4816" y="1694"/>
                </a:lnTo>
                <a:lnTo>
                  <a:pt x="4815" y="1694"/>
                </a:lnTo>
                <a:lnTo>
                  <a:pt x="4815" y="1695"/>
                </a:lnTo>
                <a:lnTo>
                  <a:pt x="4816" y="1694"/>
                </a:lnTo>
                <a:lnTo>
                  <a:pt x="4816" y="1695"/>
                </a:lnTo>
                <a:lnTo>
                  <a:pt x="4815" y="1696"/>
                </a:lnTo>
                <a:lnTo>
                  <a:pt x="4814" y="1697"/>
                </a:lnTo>
                <a:lnTo>
                  <a:pt x="4812" y="1697"/>
                </a:lnTo>
                <a:lnTo>
                  <a:pt x="4811" y="1697"/>
                </a:lnTo>
                <a:lnTo>
                  <a:pt x="4809" y="1698"/>
                </a:lnTo>
                <a:lnTo>
                  <a:pt x="4809" y="1697"/>
                </a:lnTo>
                <a:lnTo>
                  <a:pt x="4809" y="1696"/>
                </a:lnTo>
                <a:lnTo>
                  <a:pt x="4808" y="1697"/>
                </a:lnTo>
                <a:lnTo>
                  <a:pt x="4807" y="1696"/>
                </a:lnTo>
                <a:lnTo>
                  <a:pt x="4807" y="1697"/>
                </a:lnTo>
                <a:lnTo>
                  <a:pt x="4806" y="1697"/>
                </a:lnTo>
                <a:lnTo>
                  <a:pt x="4806" y="1698"/>
                </a:lnTo>
                <a:lnTo>
                  <a:pt x="4806" y="1699"/>
                </a:lnTo>
                <a:lnTo>
                  <a:pt x="4805" y="1699"/>
                </a:lnTo>
                <a:lnTo>
                  <a:pt x="4805" y="1700"/>
                </a:lnTo>
                <a:lnTo>
                  <a:pt x="4804" y="1700"/>
                </a:lnTo>
                <a:lnTo>
                  <a:pt x="4804" y="1701"/>
                </a:lnTo>
                <a:lnTo>
                  <a:pt x="4802" y="1703"/>
                </a:lnTo>
                <a:lnTo>
                  <a:pt x="4801" y="1704"/>
                </a:lnTo>
                <a:lnTo>
                  <a:pt x="4801" y="1705"/>
                </a:lnTo>
                <a:lnTo>
                  <a:pt x="4801" y="1706"/>
                </a:lnTo>
                <a:lnTo>
                  <a:pt x="4800" y="1706"/>
                </a:lnTo>
                <a:lnTo>
                  <a:pt x="4799" y="1707"/>
                </a:lnTo>
                <a:lnTo>
                  <a:pt x="4798" y="1707"/>
                </a:lnTo>
                <a:lnTo>
                  <a:pt x="4798" y="1708"/>
                </a:lnTo>
                <a:lnTo>
                  <a:pt x="4797" y="1709"/>
                </a:lnTo>
                <a:lnTo>
                  <a:pt x="4796" y="1710"/>
                </a:lnTo>
                <a:lnTo>
                  <a:pt x="4798" y="1711"/>
                </a:lnTo>
                <a:lnTo>
                  <a:pt x="4798" y="1712"/>
                </a:lnTo>
                <a:lnTo>
                  <a:pt x="4796" y="1713"/>
                </a:lnTo>
                <a:lnTo>
                  <a:pt x="4795" y="1714"/>
                </a:lnTo>
                <a:lnTo>
                  <a:pt x="4794" y="1714"/>
                </a:lnTo>
                <a:lnTo>
                  <a:pt x="4793" y="1715"/>
                </a:lnTo>
                <a:lnTo>
                  <a:pt x="4790" y="1716"/>
                </a:lnTo>
                <a:lnTo>
                  <a:pt x="4791" y="1718"/>
                </a:lnTo>
                <a:lnTo>
                  <a:pt x="4791" y="1719"/>
                </a:lnTo>
                <a:lnTo>
                  <a:pt x="4790" y="1718"/>
                </a:lnTo>
                <a:lnTo>
                  <a:pt x="4787" y="1719"/>
                </a:lnTo>
                <a:lnTo>
                  <a:pt x="4786" y="1718"/>
                </a:lnTo>
                <a:lnTo>
                  <a:pt x="4785" y="1719"/>
                </a:lnTo>
                <a:lnTo>
                  <a:pt x="4786" y="1719"/>
                </a:lnTo>
                <a:lnTo>
                  <a:pt x="4785" y="1720"/>
                </a:lnTo>
                <a:lnTo>
                  <a:pt x="4784" y="1721"/>
                </a:lnTo>
                <a:lnTo>
                  <a:pt x="4783" y="1721"/>
                </a:lnTo>
                <a:lnTo>
                  <a:pt x="4781" y="1723"/>
                </a:lnTo>
                <a:lnTo>
                  <a:pt x="4780" y="1724"/>
                </a:lnTo>
                <a:lnTo>
                  <a:pt x="4779" y="1725"/>
                </a:lnTo>
                <a:lnTo>
                  <a:pt x="4778" y="1725"/>
                </a:lnTo>
                <a:lnTo>
                  <a:pt x="4776" y="1726"/>
                </a:lnTo>
                <a:lnTo>
                  <a:pt x="4775" y="1725"/>
                </a:lnTo>
                <a:lnTo>
                  <a:pt x="4775" y="1724"/>
                </a:lnTo>
                <a:lnTo>
                  <a:pt x="4776" y="1724"/>
                </a:lnTo>
                <a:lnTo>
                  <a:pt x="4777" y="1723"/>
                </a:lnTo>
                <a:lnTo>
                  <a:pt x="4778" y="1722"/>
                </a:lnTo>
                <a:lnTo>
                  <a:pt x="4779" y="1721"/>
                </a:lnTo>
                <a:lnTo>
                  <a:pt x="4780" y="1721"/>
                </a:lnTo>
                <a:lnTo>
                  <a:pt x="4781" y="1720"/>
                </a:lnTo>
                <a:lnTo>
                  <a:pt x="4782" y="1719"/>
                </a:lnTo>
                <a:lnTo>
                  <a:pt x="4784" y="1718"/>
                </a:lnTo>
                <a:lnTo>
                  <a:pt x="4785" y="1718"/>
                </a:lnTo>
                <a:lnTo>
                  <a:pt x="4786" y="1718"/>
                </a:lnTo>
                <a:lnTo>
                  <a:pt x="4786" y="1717"/>
                </a:lnTo>
                <a:lnTo>
                  <a:pt x="4784" y="1718"/>
                </a:lnTo>
                <a:lnTo>
                  <a:pt x="4783" y="1718"/>
                </a:lnTo>
                <a:lnTo>
                  <a:pt x="4782" y="1718"/>
                </a:lnTo>
                <a:lnTo>
                  <a:pt x="4781" y="1718"/>
                </a:lnTo>
                <a:lnTo>
                  <a:pt x="4781" y="1719"/>
                </a:lnTo>
                <a:lnTo>
                  <a:pt x="4780" y="1719"/>
                </a:lnTo>
                <a:lnTo>
                  <a:pt x="4780" y="1718"/>
                </a:lnTo>
                <a:lnTo>
                  <a:pt x="4780" y="1719"/>
                </a:lnTo>
                <a:lnTo>
                  <a:pt x="4778" y="1719"/>
                </a:lnTo>
                <a:lnTo>
                  <a:pt x="4778" y="1720"/>
                </a:lnTo>
                <a:lnTo>
                  <a:pt x="4777" y="1720"/>
                </a:lnTo>
                <a:lnTo>
                  <a:pt x="4776" y="1721"/>
                </a:lnTo>
                <a:lnTo>
                  <a:pt x="4775" y="1721"/>
                </a:lnTo>
                <a:lnTo>
                  <a:pt x="4774" y="1721"/>
                </a:lnTo>
                <a:lnTo>
                  <a:pt x="4773" y="1720"/>
                </a:lnTo>
                <a:lnTo>
                  <a:pt x="4772" y="1720"/>
                </a:lnTo>
                <a:lnTo>
                  <a:pt x="4772" y="1719"/>
                </a:lnTo>
                <a:lnTo>
                  <a:pt x="4773" y="1719"/>
                </a:lnTo>
                <a:lnTo>
                  <a:pt x="4774" y="1719"/>
                </a:lnTo>
                <a:lnTo>
                  <a:pt x="4774" y="1718"/>
                </a:lnTo>
                <a:lnTo>
                  <a:pt x="4773" y="1718"/>
                </a:lnTo>
                <a:lnTo>
                  <a:pt x="4773" y="1717"/>
                </a:lnTo>
                <a:lnTo>
                  <a:pt x="4772" y="1716"/>
                </a:lnTo>
                <a:lnTo>
                  <a:pt x="4772" y="1715"/>
                </a:lnTo>
                <a:lnTo>
                  <a:pt x="4772" y="1714"/>
                </a:lnTo>
                <a:lnTo>
                  <a:pt x="4772" y="1715"/>
                </a:lnTo>
                <a:lnTo>
                  <a:pt x="4772" y="1717"/>
                </a:lnTo>
                <a:lnTo>
                  <a:pt x="4773" y="1718"/>
                </a:lnTo>
                <a:lnTo>
                  <a:pt x="4773" y="1719"/>
                </a:lnTo>
                <a:lnTo>
                  <a:pt x="4772" y="1719"/>
                </a:lnTo>
                <a:lnTo>
                  <a:pt x="4772" y="1720"/>
                </a:lnTo>
                <a:lnTo>
                  <a:pt x="4771" y="1720"/>
                </a:lnTo>
                <a:lnTo>
                  <a:pt x="4771" y="1721"/>
                </a:lnTo>
                <a:lnTo>
                  <a:pt x="4770" y="1721"/>
                </a:lnTo>
                <a:lnTo>
                  <a:pt x="4769" y="1721"/>
                </a:lnTo>
                <a:lnTo>
                  <a:pt x="4768" y="1722"/>
                </a:lnTo>
                <a:lnTo>
                  <a:pt x="4767" y="1723"/>
                </a:lnTo>
                <a:lnTo>
                  <a:pt x="4768" y="1723"/>
                </a:lnTo>
                <a:lnTo>
                  <a:pt x="4767" y="1723"/>
                </a:lnTo>
                <a:lnTo>
                  <a:pt x="4766" y="1724"/>
                </a:lnTo>
                <a:lnTo>
                  <a:pt x="4763" y="1724"/>
                </a:lnTo>
                <a:lnTo>
                  <a:pt x="4762" y="1724"/>
                </a:lnTo>
                <a:lnTo>
                  <a:pt x="4762" y="1723"/>
                </a:lnTo>
                <a:lnTo>
                  <a:pt x="4758" y="1723"/>
                </a:lnTo>
                <a:lnTo>
                  <a:pt x="4756" y="1723"/>
                </a:lnTo>
                <a:lnTo>
                  <a:pt x="4755" y="1722"/>
                </a:lnTo>
                <a:lnTo>
                  <a:pt x="4754" y="1723"/>
                </a:lnTo>
                <a:lnTo>
                  <a:pt x="4754" y="1722"/>
                </a:lnTo>
                <a:lnTo>
                  <a:pt x="4753" y="1721"/>
                </a:lnTo>
                <a:lnTo>
                  <a:pt x="4753" y="1722"/>
                </a:lnTo>
                <a:lnTo>
                  <a:pt x="4751" y="1721"/>
                </a:lnTo>
                <a:lnTo>
                  <a:pt x="4749" y="1721"/>
                </a:lnTo>
                <a:lnTo>
                  <a:pt x="4748" y="1721"/>
                </a:lnTo>
                <a:lnTo>
                  <a:pt x="4747" y="1721"/>
                </a:lnTo>
                <a:lnTo>
                  <a:pt x="4748" y="1721"/>
                </a:lnTo>
                <a:lnTo>
                  <a:pt x="4747" y="1722"/>
                </a:lnTo>
                <a:lnTo>
                  <a:pt x="4747" y="1721"/>
                </a:lnTo>
                <a:lnTo>
                  <a:pt x="4744" y="1723"/>
                </a:lnTo>
                <a:lnTo>
                  <a:pt x="4743" y="1723"/>
                </a:lnTo>
                <a:lnTo>
                  <a:pt x="4742" y="1723"/>
                </a:lnTo>
                <a:lnTo>
                  <a:pt x="4741" y="1723"/>
                </a:lnTo>
                <a:lnTo>
                  <a:pt x="4741" y="1722"/>
                </a:lnTo>
                <a:lnTo>
                  <a:pt x="4740" y="1722"/>
                </a:lnTo>
                <a:lnTo>
                  <a:pt x="4739" y="1722"/>
                </a:lnTo>
                <a:lnTo>
                  <a:pt x="4738" y="1722"/>
                </a:lnTo>
                <a:lnTo>
                  <a:pt x="4739" y="1722"/>
                </a:lnTo>
                <a:lnTo>
                  <a:pt x="4739" y="1723"/>
                </a:lnTo>
                <a:lnTo>
                  <a:pt x="4740" y="1723"/>
                </a:lnTo>
                <a:lnTo>
                  <a:pt x="4740" y="1724"/>
                </a:lnTo>
                <a:lnTo>
                  <a:pt x="4743" y="1727"/>
                </a:lnTo>
                <a:lnTo>
                  <a:pt x="4742" y="1728"/>
                </a:lnTo>
                <a:lnTo>
                  <a:pt x="4741" y="1727"/>
                </a:lnTo>
                <a:lnTo>
                  <a:pt x="4739" y="1726"/>
                </a:lnTo>
                <a:lnTo>
                  <a:pt x="4738" y="1727"/>
                </a:lnTo>
                <a:lnTo>
                  <a:pt x="4740" y="1728"/>
                </a:lnTo>
                <a:lnTo>
                  <a:pt x="4739" y="1729"/>
                </a:lnTo>
                <a:lnTo>
                  <a:pt x="4735" y="1728"/>
                </a:lnTo>
                <a:lnTo>
                  <a:pt x="4735" y="1729"/>
                </a:lnTo>
                <a:lnTo>
                  <a:pt x="4736" y="1729"/>
                </a:lnTo>
                <a:lnTo>
                  <a:pt x="4735" y="1731"/>
                </a:lnTo>
                <a:lnTo>
                  <a:pt x="4735" y="1730"/>
                </a:lnTo>
                <a:lnTo>
                  <a:pt x="4734" y="1730"/>
                </a:lnTo>
                <a:lnTo>
                  <a:pt x="4733" y="1729"/>
                </a:lnTo>
                <a:lnTo>
                  <a:pt x="4732" y="1729"/>
                </a:lnTo>
                <a:lnTo>
                  <a:pt x="4732" y="1730"/>
                </a:lnTo>
                <a:lnTo>
                  <a:pt x="4732" y="1731"/>
                </a:lnTo>
                <a:lnTo>
                  <a:pt x="4732" y="1732"/>
                </a:lnTo>
                <a:lnTo>
                  <a:pt x="4733" y="1733"/>
                </a:lnTo>
                <a:lnTo>
                  <a:pt x="4732" y="1733"/>
                </a:lnTo>
                <a:lnTo>
                  <a:pt x="4733" y="1734"/>
                </a:lnTo>
                <a:lnTo>
                  <a:pt x="4734" y="1734"/>
                </a:lnTo>
                <a:lnTo>
                  <a:pt x="4737" y="1735"/>
                </a:lnTo>
                <a:lnTo>
                  <a:pt x="4738" y="1735"/>
                </a:lnTo>
                <a:lnTo>
                  <a:pt x="4739" y="1736"/>
                </a:lnTo>
                <a:lnTo>
                  <a:pt x="4740" y="1738"/>
                </a:lnTo>
                <a:lnTo>
                  <a:pt x="4741" y="1739"/>
                </a:lnTo>
                <a:lnTo>
                  <a:pt x="4741" y="1740"/>
                </a:lnTo>
                <a:lnTo>
                  <a:pt x="4742" y="1741"/>
                </a:lnTo>
                <a:lnTo>
                  <a:pt x="4743" y="1740"/>
                </a:lnTo>
                <a:lnTo>
                  <a:pt x="4744" y="1738"/>
                </a:lnTo>
                <a:lnTo>
                  <a:pt x="4746" y="1736"/>
                </a:lnTo>
                <a:lnTo>
                  <a:pt x="4748" y="1735"/>
                </a:lnTo>
                <a:lnTo>
                  <a:pt x="4748" y="1734"/>
                </a:lnTo>
                <a:lnTo>
                  <a:pt x="4748" y="1733"/>
                </a:lnTo>
                <a:lnTo>
                  <a:pt x="4747" y="1732"/>
                </a:lnTo>
                <a:lnTo>
                  <a:pt x="4749" y="1731"/>
                </a:lnTo>
                <a:lnTo>
                  <a:pt x="4750" y="1733"/>
                </a:lnTo>
                <a:lnTo>
                  <a:pt x="4750" y="1735"/>
                </a:lnTo>
                <a:lnTo>
                  <a:pt x="4748" y="1738"/>
                </a:lnTo>
                <a:lnTo>
                  <a:pt x="4747" y="1740"/>
                </a:lnTo>
                <a:lnTo>
                  <a:pt x="4745" y="1743"/>
                </a:lnTo>
                <a:lnTo>
                  <a:pt x="4744" y="1744"/>
                </a:lnTo>
                <a:lnTo>
                  <a:pt x="4742" y="1745"/>
                </a:lnTo>
                <a:lnTo>
                  <a:pt x="4740" y="1747"/>
                </a:lnTo>
                <a:lnTo>
                  <a:pt x="4736" y="1750"/>
                </a:lnTo>
                <a:lnTo>
                  <a:pt x="4735" y="1750"/>
                </a:lnTo>
                <a:lnTo>
                  <a:pt x="4733" y="1747"/>
                </a:lnTo>
                <a:lnTo>
                  <a:pt x="4734" y="1747"/>
                </a:lnTo>
                <a:lnTo>
                  <a:pt x="4734" y="1746"/>
                </a:lnTo>
                <a:lnTo>
                  <a:pt x="4733" y="1745"/>
                </a:lnTo>
                <a:lnTo>
                  <a:pt x="4732" y="1743"/>
                </a:lnTo>
                <a:lnTo>
                  <a:pt x="4732" y="1739"/>
                </a:lnTo>
                <a:lnTo>
                  <a:pt x="4731" y="1739"/>
                </a:lnTo>
                <a:lnTo>
                  <a:pt x="4731" y="1737"/>
                </a:lnTo>
                <a:lnTo>
                  <a:pt x="4730" y="1738"/>
                </a:lnTo>
                <a:lnTo>
                  <a:pt x="4730" y="1739"/>
                </a:lnTo>
                <a:lnTo>
                  <a:pt x="4730" y="1741"/>
                </a:lnTo>
                <a:lnTo>
                  <a:pt x="4730" y="1742"/>
                </a:lnTo>
                <a:lnTo>
                  <a:pt x="4730" y="1746"/>
                </a:lnTo>
                <a:lnTo>
                  <a:pt x="4729" y="1746"/>
                </a:lnTo>
                <a:lnTo>
                  <a:pt x="4728" y="1745"/>
                </a:lnTo>
                <a:lnTo>
                  <a:pt x="4727" y="1745"/>
                </a:lnTo>
                <a:lnTo>
                  <a:pt x="4726" y="1745"/>
                </a:lnTo>
                <a:lnTo>
                  <a:pt x="4726" y="1739"/>
                </a:lnTo>
                <a:lnTo>
                  <a:pt x="4727" y="1737"/>
                </a:lnTo>
                <a:lnTo>
                  <a:pt x="4728" y="1737"/>
                </a:lnTo>
                <a:lnTo>
                  <a:pt x="4729" y="1737"/>
                </a:lnTo>
                <a:lnTo>
                  <a:pt x="4729" y="1736"/>
                </a:lnTo>
                <a:lnTo>
                  <a:pt x="4730" y="1736"/>
                </a:lnTo>
                <a:lnTo>
                  <a:pt x="4731" y="1735"/>
                </a:lnTo>
                <a:lnTo>
                  <a:pt x="4733" y="1734"/>
                </a:lnTo>
                <a:lnTo>
                  <a:pt x="4732" y="1734"/>
                </a:lnTo>
                <a:lnTo>
                  <a:pt x="4732" y="1733"/>
                </a:lnTo>
                <a:lnTo>
                  <a:pt x="4731" y="1734"/>
                </a:lnTo>
                <a:lnTo>
                  <a:pt x="4728" y="1736"/>
                </a:lnTo>
                <a:lnTo>
                  <a:pt x="4727" y="1737"/>
                </a:lnTo>
                <a:lnTo>
                  <a:pt x="4726" y="1737"/>
                </a:lnTo>
                <a:lnTo>
                  <a:pt x="4725" y="1739"/>
                </a:lnTo>
                <a:lnTo>
                  <a:pt x="4725" y="1744"/>
                </a:lnTo>
                <a:lnTo>
                  <a:pt x="4722" y="1742"/>
                </a:lnTo>
                <a:lnTo>
                  <a:pt x="4721" y="1742"/>
                </a:lnTo>
                <a:lnTo>
                  <a:pt x="4721" y="1737"/>
                </a:lnTo>
                <a:lnTo>
                  <a:pt x="4721" y="1735"/>
                </a:lnTo>
                <a:lnTo>
                  <a:pt x="4720" y="1736"/>
                </a:lnTo>
                <a:lnTo>
                  <a:pt x="4720" y="1737"/>
                </a:lnTo>
                <a:lnTo>
                  <a:pt x="4719" y="1737"/>
                </a:lnTo>
                <a:lnTo>
                  <a:pt x="4718" y="1737"/>
                </a:lnTo>
                <a:lnTo>
                  <a:pt x="4716" y="1737"/>
                </a:lnTo>
                <a:lnTo>
                  <a:pt x="4716" y="1736"/>
                </a:lnTo>
                <a:lnTo>
                  <a:pt x="4715" y="1736"/>
                </a:lnTo>
                <a:lnTo>
                  <a:pt x="4714" y="1735"/>
                </a:lnTo>
                <a:lnTo>
                  <a:pt x="4712" y="1735"/>
                </a:lnTo>
                <a:lnTo>
                  <a:pt x="4711" y="1735"/>
                </a:lnTo>
                <a:lnTo>
                  <a:pt x="4710" y="1735"/>
                </a:lnTo>
                <a:lnTo>
                  <a:pt x="4709" y="1735"/>
                </a:lnTo>
                <a:lnTo>
                  <a:pt x="4708" y="1734"/>
                </a:lnTo>
                <a:lnTo>
                  <a:pt x="4707" y="1733"/>
                </a:lnTo>
                <a:lnTo>
                  <a:pt x="4704" y="1732"/>
                </a:lnTo>
                <a:lnTo>
                  <a:pt x="4703" y="1730"/>
                </a:lnTo>
                <a:lnTo>
                  <a:pt x="4702" y="1729"/>
                </a:lnTo>
                <a:lnTo>
                  <a:pt x="4702" y="1728"/>
                </a:lnTo>
                <a:lnTo>
                  <a:pt x="4702" y="1727"/>
                </a:lnTo>
                <a:lnTo>
                  <a:pt x="4701" y="1726"/>
                </a:lnTo>
                <a:lnTo>
                  <a:pt x="4701" y="1725"/>
                </a:lnTo>
                <a:lnTo>
                  <a:pt x="4700" y="1724"/>
                </a:lnTo>
                <a:lnTo>
                  <a:pt x="4700" y="1723"/>
                </a:lnTo>
                <a:lnTo>
                  <a:pt x="4699" y="1722"/>
                </a:lnTo>
                <a:lnTo>
                  <a:pt x="4698" y="1721"/>
                </a:lnTo>
                <a:lnTo>
                  <a:pt x="4697" y="1720"/>
                </a:lnTo>
                <a:lnTo>
                  <a:pt x="4697" y="1719"/>
                </a:lnTo>
                <a:lnTo>
                  <a:pt x="4696" y="1720"/>
                </a:lnTo>
                <a:lnTo>
                  <a:pt x="4696" y="1719"/>
                </a:lnTo>
                <a:lnTo>
                  <a:pt x="4696" y="1718"/>
                </a:lnTo>
                <a:lnTo>
                  <a:pt x="4696" y="1717"/>
                </a:lnTo>
                <a:lnTo>
                  <a:pt x="4695" y="1717"/>
                </a:lnTo>
                <a:lnTo>
                  <a:pt x="4693" y="1717"/>
                </a:lnTo>
                <a:lnTo>
                  <a:pt x="4692" y="1716"/>
                </a:lnTo>
                <a:lnTo>
                  <a:pt x="4693" y="1716"/>
                </a:lnTo>
                <a:lnTo>
                  <a:pt x="4692" y="1715"/>
                </a:lnTo>
                <a:lnTo>
                  <a:pt x="4691" y="1715"/>
                </a:lnTo>
                <a:lnTo>
                  <a:pt x="4690" y="1715"/>
                </a:lnTo>
                <a:lnTo>
                  <a:pt x="4689" y="1714"/>
                </a:lnTo>
                <a:lnTo>
                  <a:pt x="4688" y="1714"/>
                </a:lnTo>
                <a:lnTo>
                  <a:pt x="4687" y="1714"/>
                </a:lnTo>
                <a:lnTo>
                  <a:pt x="4686" y="1714"/>
                </a:lnTo>
                <a:lnTo>
                  <a:pt x="4685" y="1714"/>
                </a:lnTo>
                <a:lnTo>
                  <a:pt x="4685" y="1713"/>
                </a:lnTo>
                <a:lnTo>
                  <a:pt x="4683" y="1713"/>
                </a:lnTo>
                <a:lnTo>
                  <a:pt x="4681" y="1714"/>
                </a:lnTo>
                <a:lnTo>
                  <a:pt x="4680" y="1714"/>
                </a:lnTo>
                <a:lnTo>
                  <a:pt x="4679" y="1714"/>
                </a:lnTo>
                <a:lnTo>
                  <a:pt x="4678" y="1714"/>
                </a:lnTo>
                <a:lnTo>
                  <a:pt x="4676" y="1715"/>
                </a:lnTo>
                <a:lnTo>
                  <a:pt x="4677" y="1716"/>
                </a:lnTo>
                <a:lnTo>
                  <a:pt x="4678" y="1718"/>
                </a:lnTo>
                <a:lnTo>
                  <a:pt x="4677" y="1718"/>
                </a:lnTo>
                <a:lnTo>
                  <a:pt x="4675" y="1719"/>
                </a:lnTo>
                <a:lnTo>
                  <a:pt x="4674" y="1715"/>
                </a:lnTo>
                <a:lnTo>
                  <a:pt x="4673" y="1715"/>
                </a:lnTo>
                <a:lnTo>
                  <a:pt x="4668" y="1717"/>
                </a:lnTo>
                <a:lnTo>
                  <a:pt x="4669" y="1719"/>
                </a:lnTo>
                <a:lnTo>
                  <a:pt x="4670" y="1719"/>
                </a:lnTo>
                <a:lnTo>
                  <a:pt x="4670" y="1720"/>
                </a:lnTo>
                <a:lnTo>
                  <a:pt x="4669" y="1720"/>
                </a:lnTo>
                <a:lnTo>
                  <a:pt x="4669" y="1719"/>
                </a:lnTo>
                <a:lnTo>
                  <a:pt x="4669" y="1718"/>
                </a:lnTo>
                <a:lnTo>
                  <a:pt x="4668" y="1718"/>
                </a:lnTo>
                <a:lnTo>
                  <a:pt x="4668" y="1719"/>
                </a:lnTo>
                <a:lnTo>
                  <a:pt x="4669" y="1719"/>
                </a:lnTo>
                <a:lnTo>
                  <a:pt x="4669" y="1720"/>
                </a:lnTo>
                <a:lnTo>
                  <a:pt x="4668" y="1720"/>
                </a:lnTo>
                <a:lnTo>
                  <a:pt x="4667" y="1718"/>
                </a:lnTo>
                <a:lnTo>
                  <a:pt x="4667" y="1719"/>
                </a:lnTo>
                <a:lnTo>
                  <a:pt x="4667" y="1720"/>
                </a:lnTo>
                <a:lnTo>
                  <a:pt x="4668" y="1721"/>
                </a:lnTo>
                <a:lnTo>
                  <a:pt x="4667" y="1720"/>
                </a:lnTo>
                <a:lnTo>
                  <a:pt x="4666" y="1718"/>
                </a:lnTo>
                <a:lnTo>
                  <a:pt x="4665" y="1719"/>
                </a:lnTo>
                <a:lnTo>
                  <a:pt x="4664" y="1719"/>
                </a:lnTo>
                <a:lnTo>
                  <a:pt x="4664" y="1720"/>
                </a:lnTo>
                <a:lnTo>
                  <a:pt x="4665" y="1720"/>
                </a:lnTo>
                <a:lnTo>
                  <a:pt x="4663" y="1720"/>
                </a:lnTo>
                <a:lnTo>
                  <a:pt x="4663" y="1721"/>
                </a:lnTo>
                <a:lnTo>
                  <a:pt x="4663" y="1722"/>
                </a:lnTo>
                <a:lnTo>
                  <a:pt x="4662" y="1722"/>
                </a:lnTo>
                <a:lnTo>
                  <a:pt x="4661" y="1722"/>
                </a:lnTo>
                <a:lnTo>
                  <a:pt x="4660" y="1723"/>
                </a:lnTo>
                <a:lnTo>
                  <a:pt x="4660" y="1724"/>
                </a:lnTo>
                <a:lnTo>
                  <a:pt x="4661" y="1725"/>
                </a:lnTo>
                <a:lnTo>
                  <a:pt x="4666" y="1728"/>
                </a:lnTo>
                <a:lnTo>
                  <a:pt x="4665" y="1728"/>
                </a:lnTo>
                <a:lnTo>
                  <a:pt x="4663" y="1731"/>
                </a:lnTo>
                <a:lnTo>
                  <a:pt x="4661" y="1731"/>
                </a:lnTo>
                <a:lnTo>
                  <a:pt x="4660" y="1730"/>
                </a:lnTo>
                <a:lnTo>
                  <a:pt x="4657" y="1729"/>
                </a:lnTo>
                <a:lnTo>
                  <a:pt x="4656" y="1729"/>
                </a:lnTo>
                <a:lnTo>
                  <a:pt x="4655" y="1728"/>
                </a:lnTo>
                <a:lnTo>
                  <a:pt x="4654" y="1729"/>
                </a:lnTo>
                <a:lnTo>
                  <a:pt x="4653" y="1729"/>
                </a:lnTo>
                <a:lnTo>
                  <a:pt x="4654" y="1730"/>
                </a:lnTo>
                <a:lnTo>
                  <a:pt x="4655" y="1730"/>
                </a:lnTo>
                <a:lnTo>
                  <a:pt x="4656" y="1731"/>
                </a:lnTo>
                <a:lnTo>
                  <a:pt x="4658" y="1732"/>
                </a:lnTo>
                <a:lnTo>
                  <a:pt x="4659" y="1732"/>
                </a:lnTo>
                <a:lnTo>
                  <a:pt x="4662" y="1733"/>
                </a:lnTo>
                <a:lnTo>
                  <a:pt x="4663" y="1738"/>
                </a:lnTo>
                <a:lnTo>
                  <a:pt x="4664" y="1738"/>
                </a:lnTo>
                <a:lnTo>
                  <a:pt x="4664" y="1739"/>
                </a:lnTo>
                <a:lnTo>
                  <a:pt x="4665" y="1739"/>
                </a:lnTo>
                <a:lnTo>
                  <a:pt x="4665" y="1740"/>
                </a:lnTo>
                <a:lnTo>
                  <a:pt x="4664" y="1741"/>
                </a:lnTo>
                <a:lnTo>
                  <a:pt x="4664" y="1742"/>
                </a:lnTo>
                <a:lnTo>
                  <a:pt x="4664" y="1743"/>
                </a:lnTo>
                <a:lnTo>
                  <a:pt x="4663" y="1743"/>
                </a:lnTo>
                <a:lnTo>
                  <a:pt x="4662" y="1743"/>
                </a:lnTo>
                <a:lnTo>
                  <a:pt x="4661" y="1742"/>
                </a:lnTo>
                <a:lnTo>
                  <a:pt x="4660" y="1741"/>
                </a:lnTo>
                <a:lnTo>
                  <a:pt x="4660" y="1740"/>
                </a:lnTo>
                <a:lnTo>
                  <a:pt x="4660" y="1739"/>
                </a:lnTo>
                <a:lnTo>
                  <a:pt x="4659" y="1734"/>
                </a:lnTo>
                <a:lnTo>
                  <a:pt x="4657" y="1734"/>
                </a:lnTo>
                <a:lnTo>
                  <a:pt x="4657" y="1735"/>
                </a:lnTo>
                <a:lnTo>
                  <a:pt x="4658" y="1737"/>
                </a:lnTo>
                <a:lnTo>
                  <a:pt x="4658" y="1738"/>
                </a:lnTo>
                <a:lnTo>
                  <a:pt x="4658" y="1739"/>
                </a:lnTo>
                <a:lnTo>
                  <a:pt x="4659" y="1740"/>
                </a:lnTo>
                <a:lnTo>
                  <a:pt x="4659" y="1741"/>
                </a:lnTo>
                <a:lnTo>
                  <a:pt x="4660" y="1743"/>
                </a:lnTo>
                <a:lnTo>
                  <a:pt x="4659" y="1743"/>
                </a:lnTo>
                <a:lnTo>
                  <a:pt x="4658" y="1742"/>
                </a:lnTo>
                <a:lnTo>
                  <a:pt x="4657" y="1742"/>
                </a:lnTo>
                <a:lnTo>
                  <a:pt x="4656" y="1742"/>
                </a:lnTo>
                <a:lnTo>
                  <a:pt x="4655" y="1741"/>
                </a:lnTo>
                <a:lnTo>
                  <a:pt x="4655" y="1742"/>
                </a:lnTo>
                <a:lnTo>
                  <a:pt x="4654" y="1741"/>
                </a:lnTo>
                <a:lnTo>
                  <a:pt x="4653" y="1741"/>
                </a:lnTo>
                <a:lnTo>
                  <a:pt x="4652" y="1741"/>
                </a:lnTo>
                <a:lnTo>
                  <a:pt x="4653" y="1741"/>
                </a:lnTo>
                <a:lnTo>
                  <a:pt x="4653" y="1742"/>
                </a:lnTo>
                <a:lnTo>
                  <a:pt x="4655" y="1743"/>
                </a:lnTo>
                <a:lnTo>
                  <a:pt x="4656" y="1743"/>
                </a:lnTo>
                <a:lnTo>
                  <a:pt x="4657" y="1743"/>
                </a:lnTo>
                <a:lnTo>
                  <a:pt x="4658" y="1744"/>
                </a:lnTo>
                <a:lnTo>
                  <a:pt x="4659" y="1744"/>
                </a:lnTo>
                <a:lnTo>
                  <a:pt x="4661" y="1744"/>
                </a:lnTo>
                <a:lnTo>
                  <a:pt x="4662" y="1744"/>
                </a:lnTo>
                <a:lnTo>
                  <a:pt x="4662" y="1745"/>
                </a:lnTo>
                <a:lnTo>
                  <a:pt x="4665" y="1745"/>
                </a:lnTo>
                <a:lnTo>
                  <a:pt x="4666" y="1745"/>
                </a:lnTo>
                <a:lnTo>
                  <a:pt x="4666" y="1746"/>
                </a:lnTo>
                <a:lnTo>
                  <a:pt x="4669" y="1746"/>
                </a:lnTo>
                <a:lnTo>
                  <a:pt x="4669" y="1748"/>
                </a:lnTo>
                <a:lnTo>
                  <a:pt x="4663" y="1747"/>
                </a:lnTo>
                <a:lnTo>
                  <a:pt x="4656" y="1745"/>
                </a:lnTo>
                <a:lnTo>
                  <a:pt x="4656" y="1744"/>
                </a:lnTo>
                <a:lnTo>
                  <a:pt x="4655" y="1744"/>
                </a:lnTo>
                <a:lnTo>
                  <a:pt x="4653" y="1744"/>
                </a:lnTo>
                <a:lnTo>
                  <a:pt x="4653" y="1743"/>
                </a:lnTo>
                <a:lnTo>
                  <a:pt x="4652" y="1743"/>
                </a:lnTo>
                <a:lnTo>
                  <a:pt x="4652" y="1742"/>
                </a:lnTo>
                <a:lnTo>
                  <a:pt x="4651" y="1742"/>
                </a:lnTo>
                <a:lnTo>
                  <a:pt x="4652" y="1742"/>
                </a:lnTo>
                <a:lnTo>
                  <a:pt x="4652" y="1743"/>
                </a:lnTo>
                <a:lnTo>
                  <a:pt x="4653" y="1744"/>
                </a:lnTo>
                <a:lnTo>
                  <a:pt x="4654" y="1745"/>
                </a:lnTo>
                <a:lnTo>
                  <a:pt x="4655" y="1745"/>
                </a:lnTo>
                <a:lnTo>
                  <a:pt x="4657" y="1746"/>
                </a:lnTo>
                <a:lnTo>
                  <a:pt x="4658" y="1746"/>
                </a:lnTo>
                <a:lnTo>
                  <a:pt x="4658" y="1747"/>
                </a:lnTo>
                <a:lnTo>
                  <a:pt x="4657" y="1748"/>
                </a:lnTo>
                <a:lnTo>
                  <a:pt x="4659" y="1749"/>
                </a:lnTo>
                <a:lnTo>
                  <a:pt x="4660" y="1747"/>
                </a:lnTo>
                <a:lnTo>
                  <a:pt x="4663" y="1748"/>
                </a:lnTo>
                <a:lnTo>
                  <a:pt x="4663" y="1750"/>
                </a:lnTo>
                <a:lnTo>
                  <a:pt x="4664" y="1750"/>
                </a:lnTo>
                <a:lnTo>
                  <a:pt x="4665" y="1749"/>
                </a:lnTo>
                <a:lnTo>
                  <a:pt x="4667" y="1750"/>
                </a:lnTo>
                <a:lnTo>
                  <a:pt x="4665" y="1753"/>
                </a:lnTo>
                <a:lnTo>
                  <a:pt x="4665" y="1754"/>
                </a:lnTo>
                <a:lnTo>
                  <a:pt x="4664" y="1754"/>
                </a:lnTo>
                <a:lnTo>
                  <a:pt x="4665" y="1754"/>
                </a:lnTo>
                <a:lnTo>
                  <a:pt x="4665" y="1755"/>
                </a:lnTo>
                <a:lnTo>
                  <a:pt x="4666" y="1755"/>
                </a:lnTo>
                <a:lnTo>
                  <a:pt x="4665" y="1756"/>
                </a:lnTo>
                <a:lnTo>
                  <a:pt x="4662" y="1755"/>
                </a:lnTo>
                <a:lnTo>
                  <a:pt x="4661" y="1755"/>
                </a:lnTo>
                <a:lnTo>
                  <a:pt x="4661" y="1754"/>
                </a:lnTo>
                <a:lnTo>
                  <a:pt x="4659" y="1754"/>
                </a:lnTo>
                <a:lnTo>
                  <a:pt x="4654" y="1752"/>
                </a:lnTo>
                <a:lnTo>
                  <a:pt x="4654" y="1753"/>
                </a:lnTo>
                <a:lnTo>
                  <a:pt x="4653" y="1753"/>
                </a:lnTo>
                <a:lnTo>
                  <a:pt x="4652" y="1753"/>
                </a:lnTo>
                <a:lnTo>
                  <a:pt x="4651" y="1753"/>
                </a:lnTo>
                <a:lnTo>
                  <a:pt x="4649" y="1752"/>
                </a:lnTo>
                <a:lnTo>
                  <a:pt x="4649" y="1753"/>
                </a:lnTo>
                <a:lnTo>
                  <a:pt x="4650" y="1753"/>
                </a:lnTo>
                <a:lnTo>
                  <a:pt x="4651" y="1753"/>
                </a:lnTo>
                <a:lnTo>
                  <a:pt x="4652" y="1754"/>
                </a:lnTo>
                <a:lnTo>
                  <a:pt x="4654" y="1754"/>
                </a:lnTo>
                <a:lnTo>
                  <a:pt x="4656" y="1755"/>
                </a:lnTo>
                <a:lnTo>
                  <a:pt x="4656" y="1756"/>
                </a:lnTo>
                <a:lnTo>
                  <a:pt x="4656" y="1757"/>
                </a:lnTo>
                <a:lnTo>
                  <a:pt x="4654" y="1757"/>
                </a:lnTo>
                <a:lnTo>
                  <a:pt x="4650" y="1755"/>
                </a:lnTo>
                <a:lnTo>
                  <a:pt x="4649" y="1757"/>
                </a:lnTo>
                <a:lnTo>
                  <a:pt x="4655" y="1759"/>
                </a:lnTo>
                <a:lnTo>
                  <a:pt x="4654" y="1760"/>
                </a:lnTo>
                <a:lnTo>
                  <a:pt x="4651" y="1760"/>
                </a:lnTo>
                <a:lnTo>
                  <a:pt x="4648" y="1759"/>
                </a:lnTo>
                <a:lnTo>
                  <a:pt x="4646" y="1758"/>
                </a:lnTo>
                <a:lnTo>
                  <a:pt x="4645" y="1758"/>
                </a:lnTo>
                <a:lnTo>
                  <a:pt x="4645" y="1757"/>
                </a:lnTo>
                <a:lnTo>
                  <a:pt x="4644" y="1757"/>
                </a:lnTo>
                <a:lnTo>
                  <a:pt x="4644" y="1758"/>
                </a:lnTo>
                <a:lnTo>
                  <a:pt x="4643" y="1758"/>
                </a:lnTo>
                <a:lnTo>
                  <a:pt x="4642" y="1759"/>
                </a:lnTo>
                <a:lnTo>
                  <a:pt x="4641" y="1761"/>
                </a:lnTo>
                <a:lnTo>
                  <a:pt x="4640" y="1762"/>
                </a:lnTo>
                <a:lnTo>
                  <a:pt x="4640" y="1763"/>
                </a:lnTo>
                <a:lnTo>
                  <a:pt x="4639" y="1763"/>
                </a:lnTo>
                <a:lnTo>
                  <a:pt x="4639" y="1764"/>
                </a:lnTo>
                <a:lnTo>
                  <a:pt x="4639" y="1765"/>
                </a:lnTo>
                <a:lnTo>
                  <a:pt x="4639" y="1766"/>
                </a:lnTo>
                <a:lnTo>
                  <a:pt x="4638" y="1766"/>
                </a:lnTo>
                <a:lnTo>
                  <a:pt x="4639" y="1766"/>
                </a:lnTo>
                <a:lnTo>
                  <a:pt x="4639" y="1767"/>
                </a:lnTo>
                <a:lnTo>
                  <a:pt x="4640" y="1767"/>
                </a:lnTo>
                <a:lnTo>
                  <a:pt x="4640" y="1768"/>
                </a:lnTo>
                <a:lnTo>
                  <a:pt x="4639" y="1768"/>
                </a:lnTo>
                <a:lnTo>
                  <a:pt x="4638" y="1768"/>
                </a:lnTo>
                <a:lnTo>
                  <a:pt x="4640" y="1769"/>
                </a:lnTo>
                <a:lnTo>
                  <a:pt x="4641" y="1769"/>
                </a:lnTo>
                <a:lnTo>
                  <a:pt x="4641" y="1774"/>
                </a:lnTo>
                <a:lnTo>
                  <a:pt x="4643" y="1774"/>
                </a:lnTo>
                <a:lnTo>
                  <a:pt x="4643" y="1770"/>
                </a:lnTo>
                <a:lnTo>
                  <a:pt x="4645" y="1769"/>
                </a:lnTo>
                <a:lnTo>
                  <a:pt x="4649" y="1769"/>
                </a:lnTo>
                <a:lnTo>
                  <a:pt x="4649" y="1770"/>
                </a:lnTo>
                <a:lnTo>
                  <a:pt x="4649" y="1773"/>
                </a:lnTo>
                <a:lnTo>
                  <a:pt x="4651" y="1773"/>
                </a:lnTo>
                <a:lnTo>
                  <a:pt x="4651" y="1769"/>
                </a:lnTo>
                <a:lnTo>
                  <a:pt x="4653" y="1769"/>
                </a:lnTo>
                <a:lnTo>
                  <a:pt x="4653" y="1780"/>
                </a:lnTo>
                <a:lnTo>
                  <a:pt x="4641" y="1780"/>
                </a:lnTo>
                <a:lnTo>
                  <a:pt x="4641" y="1779"/>
                </a:lnTo>
                <a:lnTo>
                  <a:pt x="4638" y="1779"/>
                </a:lnTo>
                <a:lnTo>
                  <a:pt x="4638" y="1780"/>
                </a:lnTo>
                <a:lnTo>
                  <a:pt x="4638" y="1781"/>
                </a:lnTo>
                <a:lnTo>
                  <a:pt x="4639" y="1781"/>
                </a:lnTo>
                <a:lnTo>
                  <a:pt x="4639" y="1783"/>
                </a:lnTo>
                <a:lnTo>
                  <a:pt x="4640" y="1783"/>
                </a:lnTo>
                <a:lnTo>
                  <a:pt x="4640" y="1784"/>
                </a:lnTo>
                <a:lnTo>
                  <a:pt x="4641" y="1784"/>
                </a:lnTo>
                <a:lnTo>
                  <a:pt x="4641" y="1785"/>
                </a:lnTo>
                <a:lnTo>
                  <a:pt x="4640" y="1786"/>
                </a:lnTo>
                <a:lnTo>
                  <a:pt x="4639" y="1786"/>
                </a:lnTo>
                <a:lnTo>
                  <a:pt x="4638" y="1786"/>
                </a:lnTo>
                <a:lnTo>
                  <a:pt x="4639" y="1786"/>
                </a:lnTo>
                <a:lnTo>
                  <a:pt x="4639" y="1788"/>
                </a:lnTo>
                <a:lnTo>
                  <a:pt x="4640" y="1789"/>
                </a:lnTo>
                <a:lnTo>
                  <a:pt x="4639" y="1789"/>
                </a:lnTo>
                <a:lnTo>
                  <a:pt x="4640" y="1790"/>
                </a:lnTo>
                <a:lnTo>
                  <a:pt x="4640" y="1791"/>
                </a:lnTo>
                <a:lnTo>
                  <a:pt x="4640" y="1792"/>
                </a:lnTo>
                <a:lnTo>
                  <a:pt x="4641" y="1794"/>
                </a:lnTo>
                <a:lnTo>
                  <a:pt x="4642" y="1794"/>
                </a:lnTo>
                <a:lnTo>
                  <a:pt x="4642" y="1795"/>
                </a:lnTo>
                <a:lnTo>
                  <a:pt x="4643" y="1797"/>
                </a:lnTo>
                <a:lnTo>
                  <a:pt x="4643" y="1798"/>
                </a:lnTo>
                <a:lnTo>
                  <a:pt x="4644" y="1800"/>
                </a:lnTo>
                <a:lnTo>
                  <a:pt x="4643" y="1800"/>
                </a:lnTo>
                <a:lnTo>
                  <a:pt x="4643" y="1801"/>
                </a:lnTo>
                <a:lnTo>
                  <a:pt x="4644" y="1801"/>
                </a:lnTo>
                <a:lnTo>
                  <a:pt x="4645" y="1802"/>
                </a:lnTo>
                <a:lnTo>
                  <a:pt x="4646" y="1803"/>
                </a:lnTo>
                <a:lnTo>
                  <a:pt x="4647" y="1805"/>
                </a:lnTo>
                <a:lnTo>
                  <a:pt x="4647" y="1806"/>
                </a:lnTo>
                <a:lnTo>
                  <a:pt x="4648" y="1807"/>
                </a:lnTo>
                <a:lnTo>
                  <a:pt x="4648" y="1808"/>
                </a:lnTo>
                <a:lnTo>
                  <a:pt x="4649" y="1808"/>
                </a:lnTo>
                <a:lnTo>
                  <a:pt x="4649" y="1809"/>
                </a:lnTo>
                <a:lnTo>
                  <a:pt x="4649" y="1810"/>
                </a:lnTo>
                <a:lnTo>
                  <a:pt x="4650" y="1811"/>
                </a:lnTo>
                <a:lnTo>
                  <a:pt x="4651" y="1812"/>
                </a:lnTo>
                <a:lnTo>
                  <a:pt x="4651" y="1813"/>
                </a:lnTo>
                <a:lnTo>
                  <a:pt x="4652" y="1814"/>
                </a:lnTo>
                <a:lnTo>
                  <a:pt x="4653" y="1815"/>
                </a:lnTo>
                <a:lnTo>
                  <a:pt x="4654" y="1817"/>
                </a:lnTo>
                <a:lnTo>
                  <a:pt x="4655" y="1819"/>
                </a:lnTo>
                <a:lnTo>
                  <a:pt x="4656" y="1819"/>
                </a:lnTo>
                <a:lnTo>
                  <a:pt x="4657" y="1820"/>
                </a:lnTo>
                <a:lnTo>
                  <a:pt x="4658" y="1820"/>
                </a:lnTo>
                <a:lnTo>
                  <a:pt x="4657" y="1819"/>
                </a:lnTo>
                <a:lnTo>
                  <a:pt x="4658" y="1819"/>
                </a:lnTo>
                <a:lnTo>
                  <a:pt x="4658" y="1818"/>
                </a:lnTo>
                <a:lnTo>
                  <a:pt x="4659" y="1818"/>
                </a:lnTo>
                <a:lnTo>
                  <a:pt x="4660" y="1818"/>
                </a:lnTo>
                <a:lnTo>
                  <a:pt x="4661" y="1817"/>
                </a:lnTo>
                <a:lnTo>
                  <a:pt x="4662" y="1818"/>
                </a:lnTo>
                <a:lnTo>
                  <a:pt x="4665" y="1816"/>
                </a:lnTo>
                <a:lnTo>
                  <a:pt x="4666" y="1817"/>
                </a:lnTo>
                <a:lnTo>
                  <a:pt x="4667" y="1817"/>
                </a:lnTo>
                <a:lnTo>
                  <a:pt x="4664" y="1820"/>
                </a:lnTo>
                <a:lnTo>
                  <a:pt x="4665" y="1821"/>
                </a:lnTo>
                <a:lnTo>
                  <a:pt x="4669" y="1818"/>
                </a:lnTo>
                <a:lnTo>
                  <a:pt x="4675" y="1814"/>
                </a:lnTo>
                <a:lnTo>
                  <a:pt x="4676" y="1816"/>
                </a:lnTo>
                <a:lnTo>
                  <a:pt x="4674" y="1817"/>
                </a:lnTo>
                <a:lnTo>
                  <a:pt x="4674" y="1818"/>
                </a:lnTo>
                <a:lnTo>
                  <a:pt x="4671" y="1819"/>
                </a:lnTo>
                <a:lnTo>
                  <a:pt x="4669" y="1819"/>
                </a:lnTo>
                <a:lnTo>
                  <a:pt x="4668" y="1820"/>
                </a:lnTo>
                <a:lnTo>
                  <a:pt x="4668" y="1821"/>
                </a:lnTo>
                <a:lnTo>
                  <a:pt x="4669" y="1822"/>
                </a:lnTo>
                <a:lnTo>
                  <a:pt x="4670" y="1821"/>
                </a:lnTo>
                <a:lnTo>
                  <a:pt x="4671" y="1821"/>
                </a:lnTo>
                <a:lnTo>
                  <a:pt x="4672" y="1821"/>
                </a:lnTo>
                <a:lnTo>
                  <a:pt x="4671" y="1821"/>
                </a:lnTo>
                <a:lnTo>
                  <a:pt x="4670" y="1823"/>
                </a:lnTo>
                <a:lnTo>
                  <a:pt x="4666" y="1826"/>
                </a:lnTo>
                <a:lnTo>
                  <a:pt x="4665" y="1826"/>
                </a:lnTo>
                <a:lnTo>
                  <a:pt x="4666" y="1827"/>
                </a:lnTo>
                <a:lnTo>
                  <a:pt x="4666" y="1828"/>
                </a:lnTo>
                <a:lnTo>
                  <a:pt x="4667" y="1828"/>
                </a:lnTo>
                <a:lnTo>
                  <a:pt x="4668" y="1827"/>
                </a:lnTo>
                <a:lnTo>
                  <a:pt x="4668" y="1828"/>
                </a:lnTo>
                <a:lnTo>
                  <a:pt x="4669" y="1828"/>
                </a:lnTo>
                <a:lnTo>
                  <a:pt x="4669" y="1829"/>
                </a:lnTo>
                <a:lnTo>
                  <a:pt x="4669" y="1830"/>
                </a:lnTo>
                <a:lnTo>
                  <a:pt x="4670" y="1830"/>
                </a:lnTo>
                <a:lnTo>
                  <a:pt x="4670" y="1829"/>
                </a:lnTo>
                <a:lnTo>
                  <a:pt x="4671" y="1829"/>
                </a:lnTo>
                <a:lnTo>
                  <a:pt x="4672" y="1830"/>
                </a:lnTo>
                <a:lnTo>
                  <a:pt x="4674" y="1830"/>
                </a:lnTo>
                <a:lnTo>
                  <a:pt x="4674" y="1831"/>
                </a:lnTo>
                <a:lnTo>
                  <a:pt x="4675" y="1831"/>
                </a:lnTo>
                <a:lnTo>
                  <a:pt x="4676" y="1832"/>
                </a:lnTo>
                <a:lnTo>
                  <a:pt x="4677" y="1832"/>
                </a:lnTo>
                <a:lnTo>
                  <a:pt x="4677" y="1833"/>
                </a:lnTo>
                <a:lnTo>
                  <a:pt x="4677" y="1834"/>
                </a:lnTo>
                <a:lnTo>
                  <a:pt x="4678" y="1834"/>
                </a:lnTo>
                <a:lnTo>
                  <a:pt x="4678" y="1835"/>
                </a:lnTo>
                <a:lnTo>
                  <a:pt x="4679" y="1835"/>
                </a:lnTo>
                <a:lnTo>
                  <a:pt x="4679" y="1836"/>
                </a:lnTo>
                <a:lnTo>
                  <a:pt x="4680" y="1837"/>
                </a:lnTo>
                <a:lnTo>
                  <a:pt x="4681" y="1836"/>
                </a:lnTo>
                <a:lnTo>
                  <a:pt x="4681" y="1835"/>
                </a:lnTo>
                <a:lnTo>
                  <a:pt x="4682" y="1835"/>
                </a:lnTo>
                <a:lnTo>
                  <a:pt x="4683" y="1836"/>
                </a:lnTo>
                <a:lnTo>
                  <a:pt x="4686" y="1837"/>
                </a:lnTo>
                <a:lnTo>
                  <a:pt x="4686" y="1838"/>
                </a:lnTo>
                <a:lnTo>
                  <a:pt x="4687" y="1838"/>
                </a:lnTo>
                <a:lnTo>
                  <a:pt x="4688" y="1838"/>
                </a:lnTo>
                <a:lnTo>
                  <a:pt x="4688" y="1839"/>
                </a:lnTo>
                <a:lnTo>
                  <a:pt x="4689" y="1839"/>
                </a:lnTo>
                <a:lnTo>
                  <a:pt x="4690" y="1840"/>
                </a:lnTo>
                <a:lnTo>
                  <a:pt x="4690" y="1841"/>
                </a:lnTo>
                <a:lnTo>
                  <a:pt x="4689" y="1841"/>
                </a:lnTo>
                <a:lnTo>
                  <a:pt x="4689" y="1843"/>
                </a:lnTo>
                <a:lnTo>
                  <a:pt x="4690" y="1843"/>
                </a:lnTo>
                <a:lnTo>
                  <a:pt x="4692" y="1842"/>
                </a:lnTo>
                <a:lnTo>
                  <a:pt x="4693" y="1842"/>
                </a:lnTo>
                <a:lnTo>
                  <a:pt x="4695" y="1842"/>
                </a:lnTo>
                <a:lnTo>
                  <a:pt x="4696" y="1842"/>
                </a:lnTo>
                <a:lnTo>
                  <a:pt x="4697" y="1842"/>
                </a:lnTo>
                <a:lnTo>
                  <a:pt x="4698" y="1842"/>
                </a:lnTo>
                <a:lnTo>
                  <a:pt x="4698" y="1843"/>
                </a:lnTo>
                <a:lnTo>
                  <a:pt x="4699" y="1843"/>
                </a:lnTo>
                <a:lnTo>
                  <a:pt x="4700" y="1843"/>
                </a:lnTo>
                <a:lnTo>
                  <a:pt x="4702" y="1843"/>
                </a:lnTo>
                <a:lnTo>
                  <a:pt x="4703" y="1843"/>
                </a:lnTo>
                <a:lnTo>
                  <a:pt x="4705" y="1843"/>
                </a:lnTo>
                <a:lnTo>
                  <a:pt x="4706" y="1843"/>
                </a:lnTo>
                <a:lnTo>
                  <a:pt x="4706" y="1844"/>
                </a:lnTo>
                <a:lnTo>
                  <a:pt x="4707" y="1844"/>
                </a:lnTo>
                <a:lnTo>
                  <a:pt x="4708" y="1844"/>
                </a:lnTo>
                <a:lnTo>
                  <a:pt x="4709" y="1844"/>
                </a:lnTo>
                <a:lnTo>
                  <a:pt x="4709" y="1845"/>
                </a:lnTo>
                <a:lnTo>
                  <a:pt x="4710" y="1845"/>
                </a:lnTo>
                <a:lnTo>
                  <a:pt x="4711" y="1845"/>
                </a:lnTo>
                <a:lnTo>
                  <a:pt x="4711" y="1844"/>
                </a:lnTo>
                <a:lnTo>
                  <a:pt x="4712" y="1845"/>
                </a:lnTo>
                <a:lnTo>
                  <a:pt x="4713" y="1845"/>
                </a:lnTo>
                <a:lnTo>
                  <a:pt x="4713" y="1846"/>
                </a:lnTo>
                <a:lnTo>
                  <a:pt x="4714" y="1846"/>
                </a:lnTo>
                <a:lnTo>
                  <a:pt x="4714" y="1845"/>
                </a:lnTo>
                <a:lnTo>
                  <a:pt x="4715" y="1845"/>
                </a:lnTo>
                <a:lnTo>
                  <a:pt x="4716" y="1845"/>
                </a:lnTo>
                <a:lnTo>
                  <a:pt x="4716" y="1846"/>
                </a:lnTo>
                <a:lnTo>
                  <a:pt x="4715" y="1846"/>
                </a:lnTo>
                <a:lnTo>
                  <a:pt x="4715" y="1847"/>
                </a:lnTo>
                <a:lnTo>
                  <a:pt x="4717" y="1847"/>
                </a:lnTo>
                <a:lnTo>
                  <a:pt x="4718" y="1846"/>
                </a:lnTo>
                <a:lnTo>
                  <a:pt x="4718" y="1847"/>
                </a:lnTo>
                <a:lnTo>
                  <a:pt x="4718" y="1849"/>
                </a:lnTo>
                <a:lnTo>
                  <a:pt x="4718" y="1850"/>
                </a:lnTo>
                <a:lnTo>
                  <a:pt x="4719" y="1850"/>
                </a:lnTo>
                <a:lnTo>
                  <a:pt x="4719" y="1849"/>
                </a:lnTo>
                <a:lnTo>
                  <a:pt x="4718" y="1848"/>
                </a:lnTo>
                <a:lnTo>
                  <a:pt x="4718" y="1847"/>
                </a:lnTo>
                <a:lnTo>
                  <a:pt x="4726" y="1847"/>
                </a:lnTo>
                <a:lnTo>
                  <a:pt x="4725" y="1849"/>
                </a:lnTo>
                <a:lnTo>
                  <a:pt x="4724" y="1850"/>
                </a:lnTo>
                <a:lnTo>
                  <a:pt x="4725" y="1850"/>
                </a:lnTo>
                <a:lnTo>
                  <a:pt x="4725" y="1851"/>
                </a:lnTo>
                <a:lnTo>
                  <a:pt x="4725" y="1849"/>
                </a:lnTo>
                <a:lnTo>
                  <a:pt x="4726" y="1849"/>
                </a:lnTo>
                <a:lnTo>
                  <a:pt x="4726" y="1848"/>
                </a:lnTo>
                <a:lnTo>
                  <a:pt x="4727" y="1847"/>
                </a:lnTo>
                <a:lnTo>
                  <a:pt x="4728" y="1847"/>
                </a:lnTo>
                <a:lnTo>
                  <a:pt x="4729" y="1847"/>
                </a:lnTo>
                <a:lnTo>
                  <a:pt x="4730" y="1848"/>
                </a:lnTo>
                <a:lnTo>
                  <a:pt x="4732" y="1848"/>
                </a:lnTo>
                <a:lnTo>
                  <a:pt x="4734" y="1848"/>
                </a:lnTo>
                <a:lnTo>
                  <a:pt x="4735" y="1849"/>
                </a:lnTo>
                <a:lnTo>
                  <a:pt x="4735" y="1851"/>
                </a:lnTo>
                <a:lnTo>
                  <a:pt x="4736" y="1851"/>
                </a:lnTo>
                <a:lnTo>
                  <a:pt x="4736" y="1853"/>
                </a:lnTo>
                <a:lnTo>
                  <a:pt x="4737" y="1854"/>
                </a:lnTo>
                <a:lnTo>
                  <a:pt x="4738" y="1855"/>
                </a:lnTo>
                <a:lnTo>
                  <a:pt x="4738" y="1854"/>
                </a:lnTo>
                <a:lnTo>
                  <a:pt x="4739" y="1854"/>
                </a:lnTo>
                <a:lnTo>
                  <a:pt x="4740" y="1853"/>
                </a:lnTo>
                <a:lnTo>
                  <a:pt x="4741" y="1854"/>
                </a:lnTo>
                <a:lnTo>
                  <a:pt x="4742" y="1854"/>
                </a:lnTo>
                <a:lnTo>
                  <a:pt x="4743" y="1854"/>
                </a:lnTo>
                <a:lnTo>
                  <a:pt x="4744" y="1854"/>
                </a:lnTo>
                <a:lnTo>
                  <a:pt x="4745" y="1854"/>
                </a:lnTo>
                <a:lnTo>
                  <a:pt x="4746" y="1855"/>
                </a:lnTo>
                <a:lnTo>
                  <a:pt x="4747" y="1854"/>
                </a:lnTo>
                <a:lnTo>
                  <a:pt x="4746" y="1854"/>
                </a:lnTo>
                <a:lnTo>
                  <a:pt x="4745" y="1854"/>
                </a:lnTo>
                <a:lnTo>
                  <a:pt x="4745" y="1852"/>
                </a:lnTo>
                <a:lnTo>
                  <a:pt x="4745" y="1851"/>
                </a:lnTo>
                <a:lnTo>
                  <a:pt x="4746" y="1850"/>
                </a:lnTo>
                <a:lnTo>
                  <a:pt x="4745" y="1850"/>
                </a:lnTo>
                <a:lnTo>
                  <a:pt x="4746" y="1849"/>
                </a:lnTo>
                <a:lnTo>
                  <a:pt x="4747" y="1849"/>
                </a:lnTo>
                <a:lnTo>
                  <a:pt x="4747" y="1850"/>
                </a:lnTo>
                <a:lnTo>
                  <a:pt x="4749" y="1850"/>
                </a:lnTo>
                <a:lnTo>
                  <a:pt x="4749" y="1849"/>
                </a:lnTo>
                <a:lnTo>
                  <a:pt x="4750" y="1849"/>
                </a:lnTo>
                <a:lnTo>
                  <a:pt x="4750" y="1848"/>
                </a:lnTo>
                <a:lnTo>
                  <a:pt x="4750" y="1847"/>
                </a:lnTo>
                <a:lnTo>
                  <a:pt x="4749" y="1847"/>
                </a:lnTo>
                <a:lnTo>
                  <a:pt x="4749" y="1846"/>
                </a:lnTo>
                <a:lnTo>
                  <a:pt x="4751" y="1846"/>
                </a:lnTo>
                <a:lnTo>
                  <a:pt x="4751" y="1845"/>
                </a:lnTo>
                <a:lnTo>
                  <a:pt x="4752" y="1845"/>
                </a:lnTo>
                <a:lnTo>
                  <a:pt x="4753" y="1845"/>
                </a:lnTo>
                <a:lnTo>
                  <a:pt x="4753" y="1847"/>
                </a:lnTo>
                <a:lnTo>
                  <a:pt x="4754" y="1847"/>
                </a:lnTo>
                <a:lnTo>
                  <a:pt x="4755" y="1847"/>
                </a:lnTo>
                <a:lnTo>
                  <a:pt x="4756" y="1847"/>
                </a:lnTo>
                <a:lnTo>
                  <a:pt x="4755" y="1847"/>
                </a:lnTo>
                <a:lnTo>
                  <a:pt x="4755" y="1848"/>
                </a:lnTo>
                <a:lnTo>
                  <a:pt x="4756" y="1848"/>
                </a:lnTo>
                <a:lnTo>
                  <a:pt x="4756" y="1847"/>
                </a:lnTo>
                <a:lnTo>
                  <a:pt x="4757" y="1847"/>
                </a:lnTo>
                <a:lnTo>
                  <a:pt x="4757" y="1848"/>
                </a:lnTo>
                <a:lnTo>
                  <a:pt x="4757" y="1849"/>
                </a:lnTo>
                <a:lnTo>
                  <a:pt x="4758" y="1849"/>
                </a:lnTo>
                <a:lnTo>
                  <a:pt x="4758" y="1850"/>
                </a:lnTo>
                <a:lnTo>
                  <a:pt x="4759" y="1850"/>
                </a:lnTo>
                <a:lnTo>
                  <a:pt x="4760" y="1850"/>
                </a:lnTo>
                <a:lnTo>
                  <a:pt x="4761" y="1850"/>
                </a:lnTo>
                <a:lnTo>
                  <a:pt x="4762" y="1850"/>
                </a:lnTo>
                <a:lnTo>
                  <a:pt x="4763" y="1850"/>
                </a:lnTo>
                <a:lnTo>
                  <a:pt x="4764" y="1850"/>
                </a:lnTo>
                <a:lnTo>
                  <a:pt x="4765" y="1850"/>
                </a:lnTo>
                <a:lnTo>
                  <a:pt x="4766" y="1850"/>
                </a:lnTo>
                <a:lnTo>
                  <a:pt x="4767" y="1849"/>
                </a:lnTo>
                <a:lnTo>
                  <a:pt x="4767" y="1847"/>
                </a:lnTo>
                <a:lnTo>
                  <a:pt x="4767" y="1846"/>
                </a:lnTo>
                <a:lnTo>
                  <a:pt x="4766" y="1846"/>
                </a:lnTo>
                <a:lnTo>
                  <a:pt x="4766" y="1845"/>
                </a:lnTo>
                <a:lnTo>
                  <a:pt x="4767" y="1845"/>
                </a:lnTo>
                <a:lnTo>
                  <a:pt x="4767" y="1844"/>
                </a:lnTo>
                <a:lnTo>
                  <a:pt x="4767" y="1842"/>
                </a:lnTo>
                <a:lnTo>
                  <a:pt x="4769" y="1842"/>
                </a:lnTo>
                <a:lnTo>
                  <a:pt x="4771" y="1842"/>
                </a:lnTo>
                <a:lnTo>
                  <a:pt x="4771" y="1843"/>
                </a:lnTo>
                <a:lnTo>
                  <a:pt x="4771" y="1845"/>
                </a:lnTo>
                <a:lnTo>
                  <a:pt x="4772" y="1845"/>
                </a:lnTo>
                <a:lnTo>
                  <a:pt x="4774" y="1845"/>
                </a:lnTo>
                <a:lnTo>
                  <a:pt x="4775" y="1845"/>
                </a:lnTo>
                <a:lnTo>
                  <a:pt x="4776" y="1843"/>
                </a:lnTo>
                <a:lnTo>
                  <a:pt x="4776" y="1844"/>
                </a:lnTo>
                <a:lnTo>
                  <a:pt x="4782" y="1848"/>
                </a:lnTo>
                <a:lnTo>
                  <a:pt x="4783" y="1849"/>
                </a:lnTo>
                <a:lnTo>
                  <a:pt x="4782" y="1849"/>
                </a:lnTo>
                <a:lnTo>
                  <a:pt x="4781" y="1850"/>
                </a:lnTo>
                <a:lnTo>
                  <a:pt x="4780" y="1850"/>
                </a:lnTo>
                <a:lnTo>
                  <a:pt x="4781" y="1850"/>
                </a:lnTo>
                <a:lnTo>
                  <a:pt x="4782" y="1850"/>
                </a:lnTo>
                <a:lnTo>
                  <a:pt x="4783" y="1850"/>
                </a:lnTo>
                <a:lnTo>
                  <a:pt x="4784" y="1850"/>
                </a:lnTo>
                <a:lnTo>
                  <a:pt x="4784" y="1852"/>
                </a:lnTo>
                <a:lnTo>
                  <a:pt x="4784" y="1853"/>
                </a:lnTo>
                <a:lnTo>
                  <a:pt x="4784" y="1854"/>
                </a:lnTo>
                <a:lnTo>
                  <a:pt x="4785" y="1854"/>
                </a:lnTo>
                <a:lnTo>
                  <a:pt x="4785" y="1855"/>
                </a:lnTo>
                <a:lnTo>
                  <a:pt x="4785" y="1856"/>
                </a:lnTo>
                <a:lnTo>
                  <a:pt x="4786" y="1856"/>
                </a:lnTo>
                <a:lnTo>
                  <a:pt x="4785" y="1856"/>
                </a:lnTo>
                <a:lnTo>
                  <a:pt x="4784" y="1856"/>
                </a:lnTo>
                <a:lnTo>
                  <a:pt x="4784" y="1857"/>
                </a:lnTo>
                <a:lnTo>
                  <a:pt x="4784" y="1858"/>
                </a:lnTo>
                <a:lnTo>
                  <a:pt x="4784" y="1859"/>
                </a:lnTo>
                <a:lnTo>
                  <a:pt x="4785" y="1860"/>
                </a:lnTo>
                <a:lnTo>
                  <a:pt x="4786" y="1861"/>
                </a:lnTo>
                <a:lnTo>
                  <a:pt x="4786" y="1862"/>
                </a:lnTo>
                <a:lnTo>
                  <a:pt x="4787" y="1862"/>
                </a:lnTo>
                <a:lnTo>
                  <a:pt x="4788" y="1865"/>
                </a:lnTo>
                <a:lnTo>
                  <a:pt x="4791" y="1865"/>
                </a:lnTo>
                <a:lnTo>
                  <a:pt x="4792" y="1866"/>
                </a:lnTo>
                <a:lnTo>
                  <a:pt x="4794" y="1867"/>
                </a:lnTo>
                <a:lnTo>
                  <a:pt x="4794" y="1868"/>
                </a:lnTo>
                <a:lnTo>
                  <a:pt x="4795" y="1868"/>
                </a:lnTo>
                <a:lnTo>
                  <a:pt x="4796" y="1869"/>
                </a:lnTo>
                <a:lnTo>
                  <a:pt x="4797" y="1870"/>
                </a:lnTo>
                <a:lnTo>
                  <a:pt x="4797" y="1873"/>
                </a:lnTo>
                <a:lnTo>
                  <a:pt x="4798" y="1877"/>
                </a:lnTo>
                <a:lnTo>
                  <a:pt x="4797" y="1878"/>
                </a:lnTo>
                <a:lnTo>
                  <a:pt x="4796" y="1879"/>
                </a:lnTo>
                <a:lnTo>
                  <a:pt x="4795" y="1879"/>
                </a:lnTo>
                <a:lnTo>
                  <a:pt x="4795" y="1880"/>
                </a:lnTo>
                <a:lnTo>
                  <a:pt x="4795" y="1881"/>
                </a:lnTo>
                <a:lnTo>
                  <a:pt x="4796" y="1881"/>
                </a:lnTo>
                <a:lnTo>
                  <a:pt x="4797" y="1881"/>
                </a:lnTo>
                <a:lnTo>
                  <a:pt x="4797" y="1882"/>
                </a:lnTo>
                <a:lnTo>
                  <a:pt x="4798" y="1883"/>
                </a:lnTo>
                <a:lnTo>
                  <a:pt x="4797" y="1884"/>
                </a:lnTo>
                <a:lnTo>
                  <a:pt x="4796" y="1885"/>
                </a:lnTo>
                <a:lnTo>
                  <a:pt x="4796" y="1886"/>
                </a:lnTo>
                <a:lnTo>
                  <a:pt x="4797" y="1886"/>
                </a:lnTo>
                <a:lnTo>
                  <a:pt x="4797" y="1885"/>
                </a:lnTo>
                <a:lnTo>
                  <a:pt x="4800" y="1886"/>
                </a:lnTo>
                <a:lnTo>
                  <a:pt x="4800" y="1885"/>
                </a:lnTo>
                <a:lnTo>
                  <a:pt x="4801" y="1885"/>
                </a:lnTo>
                <a:lnTo>
                  <a:pt x="4804" y="1885"/>
                </a:lnTo>
                <a:lnTo>
                  <a:pt x="4804" y="1886"/>
                </a:lnTo>
                <a:lnTo>
                  <a:pt x="4805" y="1887"/>
                </a:lnTo>
                <a:lnTo>
                  <a:pt x="4806" y="1887"/>
                </a:lnTo>
                <a:lnTo>
                  <a:pt x="4806" y="1886"/>
                </a:lnTo>
                <a:lnTo>
                  <a:pt x="4806" y="1885"/>
                </a:lnTo>
                <a:lnTo>
                  <a:pt x="4807" y="1885"/>
                </a:lnTo>
                <a:lnTo>
                  <a:pt x="4808" y="1884"/>
                </a:lnTo>
                <a:lnTo>
                  <a:pt x="4808" y="1883"/>
                </a:lnTo>
                <a:lnTo>
                  <a:pt x="4809" y="1883"/>
                </a:lnTo>
                <a:lnTo>
                  <a:pt x="4810" y="1885"/>
                </a:lnTo>
                <a:lnTo>
                  <a:pt x="4811" y="1886"/>
                </a:lnTo>
                <a:lnTo>
                  <a:pt x="4812" y="1885"/>
                </a:lnTo>
                <a:lnTo>
                  <a:pt x="4813" y="1885"/>
                </a:lnTo>
                <a:lnTo>
                  <a:pt x="4813" y="1884"/>
                </a:lnTo>
                <a:lnTo>
                  <a:pt x="4814" y="1884"/>
                </a:lnTo>
                <a:lnTo>
                  <a:pt x="4815" y="1884"/>
                </a:lnTo>
                <a:lnTo>
                  <a:pt x="4816" y="1884"/>
                </a:lnTo>
                <a:lnTo>
                  <a:pt x="4817" y="1884"/>
                </a:lnTo>
                <a:lnTo>
                  <a:pt x="4816" y="1883"/>
                </a:lnTo>
                <a:lnTo>
                  <a:pt x="4817" y="1883"/>
                </a:lnTo>
                <a:lnTo>
                  <a:pt x="4818" y="1883"/>
                </a:lnTo>
                <a:lnTo>
                  <a:pt x="4818" y="1884"/>
                </a:lnTo>
                <a:lnTo>
                  <a:pt x="4819" y="1884"/>
                </a:lnTo>
                <a:lnTo>
                  <a:pt x="4818" y="1885"/>
                </a:lnTo>
                <a:lnTo>
                  <a:pt x="4819" y="1885"/>
                </a:lnTo>
                <a:lnTo>
                  <a:pt x="4819" y="1886"/>
                </a:lnTo>
                <a:lnTo>
                  <a:pt x="4817" y="1887"/>
                </a:lnTo>
                <a:lnTo>
                  <a:pt x="4816" y="1887"/>
                </a:lnTo>
                <a:lnTo>
                  <a:pt x="4815" y="1887"/>
                </a:lnTo>
                <a:lnTo>
                  <a:pt x="4815" y="1888"/>
                </a:lnTo>
                <a:lnTo>
                  <a:pt x="4814" y="1888"/>
                </a:lnTo>
                <a:lnTo>
                  <a:pt x="4813" y="1889"/>
                </a:lnTo>
                <a:lnTo>
                  <a:pt x="4812" y="1889"/>
                </a:lnTo>
                <a:lnTo>
                  <a:pt x="4811" y="1889"/>
                </a:lnTo>
                <a:lnTo>
                  <a:pt x="4811" y="1888"/>
                </a:lnTo>
                <a:lnTo>
                  <a:pt x="4810" y="1888"/>
                </a:lnTo>
                <a:lnTo>
                  <a:pt x="4809" y="1888"/>
                </a:lnTo>
                <a:lnTo>
                  <a:pt x="4808" y="1888"/>
                </a:lnTo>
                <a:lnTo>
                  <a:pt x="4807" y="1888"/>
                </a:lnTo>
                <a:lnTo>
                  <a:pt x="4806" y="1889"/>
                </a:lnTo>
                <a:lnTo>
                  <a:pt x="4808" y="1890"/>
                </a:lnTo>
                <a:lnTo>
                  <a:pt x="4809" y="1891"/>
                </a:lnTo>
                <a:lnTo>
                  <a:pt x="4810" y="1893"/>
                </a:lnTo>
                <a:lnTo>
                  <a:pt x="4811" y="1893"/>
                </a:lnTo>
                <a:lnTo>
                  <a:pt x="4813" y="1895"/>
                </a:lnTo>
                <a:lnTo>
                  <a:pt x="4815" y="1896"/>
                </a:lnTo>
                <a:lnTo>
                  <a:pt x="4816" y="1897"/>
                </a:lnTo>
                <a:lnTo>
                  <a:pt x="4816" y="1898"/>
                </a:lnTo>
                <a:lnTo>
                  <a:pt x="4811" y="1894"/>
                </a:lnTo>
                <a:lnTo>
                  <a:pt x="4808" y="1892"/>
                </a:lnTo>
                <a:lnTo>
                  <a:pt x="4810" y="1894"/>
                </a:lnTo>
                <a:lnTo>
                  <a:pt x="4813" y="1897"/>
                </a:lnTo>
                <a:lnTo>
                  <a:pt x="4815" y="1900"/>
                </a:lnTo>
                <a:lnTo>
                  <a:pt x="4814" y="1900"/>
                </a:lnTo>
                <a:lnTo>
                  <a:pt x="4813" y="1900"/>
                </a:lnTo>
                <a:lnTo>
                  <a:pt x="4812" y="1897"/>
                </a:lnTo>
                <a:lnTo>
                  <a:pt x="4811" y="1896"/>
                </a:lnTo>
                <a:lnTo>
                  <a:pt x="4808" y="1894"/>
                </a:lnTo>
                <a:lnTo>
                  <a:pt x="4807" y="1893"/>
                </a:lnTo>
                <a:lnTo>
                  <a:pt x="4806" y="1893"/>
                </a:lnTo>
                <a:lnTo>
                  <a:pt x="4804" y="1893"/>
                </a:lnTo>
                <a:lnTo>
                  <a:pt x="4801" y="1893"/>
                </a:lnTo>
                <a:lnTo>
                  <a:pt x="4800" y="1893"/>
                </a:lnTo>
                <a:lnTo>
                  <a:pt x="4799" y="1894"/>
                </a:lnTo>
                <a:lnTo>
                  <a:pt x="4798" y="1894"/>
                </a:lnTo>
                <a:lnTo>
                  <a:pt x="4797" y="1894"/>
                </a:lnTo>
                <a:lnTo>
                  <a:pt x="4796" y="1893"/>
                </a:lnTo>
                <a:lnTo>
                  <a:pt x="4794" y="1892"/>
                </a:lnTo>
                <a:lnTo>
                  <a:pt x="4793" y="1892"/>
                </a:lnTo>
                <a:lnTo>
                  <a:pt x="4792" y="1892"/>
                </a:lnTo>
                <a:lnTo>
                  <a:pt x="4790" y="1892"/>
                </a:lnTo>
                <a:lnTo>
                  <a:pt x="4790" y="1893"/>
                </a:lnTo>
                <a:lnTo>
                  <a:pt x="4790" y="1894"/>
                </a:lnTo>
                <a:lnTo>
                  <a:pt x="4791" y="1895"/>
                </a:lnTo>
                <a:lnTo>
                  <a:pt x="4791" y="1896"/>
                </a:lnTo>
                <a:lnTo>
                  <a:pt x="4791" y="1897"/>
                </a:lnTo>
                <a:lnTo>
                  <a:pt x="4790" y="1899"/>
                </a:lnTo>
                <a:lnTo>
                  <a:pt x="4789" y="1899"/>
                </a:lnTo>
                <a:lnTo>
                  <a:pt x="4789" y="1900"/>
                </a:lnTo>
                <a:lnTo>
                  <a:pt x="4788" y="1900"/>
                </a:lnTo>
                <a:lnTo>
                  <a:pt x="4788" y="1901"/>
                </a:lnTo>
                <a:lnTo>
                  <a:pt x="4787" y="1901"/>
                </a:lnTo>
                <a:lnTo>
                  <a:pt x="4787" y="1902"/>
                </a:lnTo>
                <a:lnTo>
                  <a:pt x="4785" y="1903"/>
                </a:lnTo>
                <a:lnTo>
                  <a:pt x="4785" y="1904"/>
                </a:lnTo>
                <a:lnTo>
                  <a:pt x="4784" y="1905"/>
                </a:lnTo>
                <a:lnTo>
                  <a:pt x="4783" y="1905"/>
                </a:lnTo>
                <a:lnTo>
                  <a:pt x="4783" y="1907"/>
                </a:lnTo>
                <a:lnTo>
                  <a:pt x="4782" y="1908"/>
                </a:lnTo>
                <a:lnTo>
                  <a:pt x="4783" y="1908"/>
                </a:lnTo>
                <a:lnTo>
                  <a:pt x="4782" y="1908"/>
                </a:lnTo>
                <a:lnTo>
                  <a:pt x="4782" y="1909"/>
                </a:lnTo>
                <a:lnTo>
                  <a:pt x="4780" y="1912"/>
                </a:lnTo>
                <a:lnTo>
                  <a:pt x="4780" y="1913"/>
                </a:lnTo>
                <a:lnTo>
                  <a:pt x="4780" y="1914"/>
                </a:lnTo>
                <a:lnTo>
                  <a:pt x="4779" y="1915"/>
                </a:lnTo>
                <a:lnTo>
                  <a:pt x="4778" y="1915"/>
                </a:lnTo>
                <a:lnTo>
                  <a:pt x="4778" y="1916"/>
                </a:lnTo>
                <a:lnTo>
                  <a:pt x="4777" y="1916"/>
                </a:lnTo>
                <a:lnTo>
                  <a:pt x="4776" y="1916"/>
                </a:lnTo>
                <a:lnTo>
                  <a:pt x="4777" y="1916"/>
                </a:lnTo>
                <a:lnTo>
                  <a:pt x="4778" y="1917"/>
                </a:lnTo>
                <a:lnTo>
                  <a:pt x="4778" y="1918"/>
                </a:lnTo>
                <a:lnTo>
                  <a:pt x="4779" y="1920"/>
                </a:lnTo>
                <a:lnTo>
                  <a:pt x="4780" y="1921"/>
                </a:lnTo>
                <a:lnTo>
                  <a:pt x="4780" y="1922"/>
                </a:lnTo>
                <a:lnTo>
                  <a:pt x="4780" y="1923"/>
                </a:lnTo>
                <a:lnTo>
                  <a:pt x="4779" y="1924"/>
                </a:lnTo>
                <a:lnTo>
                  <a:pt x="4779" y="1925"/>
                </a:lnTo>
                <a:lnTo>
                  <a:pt x="4779" y="1926"/>
                </a:lnTo>
                <a:lnTo>
                  <a:pt x="4779" y="1927"/>
                </a:lnTo>
                <a:lnTo>
                  <a:pt x="4778" y="1927"/>
                </a:lnTo>
                <a:lnTo>
                  <a:pt x="4778" y="1928"/>
                </a:lnTo>
                <a:lnTo>
                  <a:pt x="4779" y="1932"/>
                </a:lnTo>
                <a:lnTo>
                  <a:pt x="4779" y="1933"/>
                </a:lnTo>
                <a:lnTo>
                  <a:pt x="4780" y="1934"/>
                </a:lnTo>
                <a:lnTo>
                  <a:pt x="4781" y="1934"/>
                </a:lnTo>
                <a:lnTo>
                  <a:pt x="4781" y="1936"/>
                </a:lnTo>
                <a:lnTo>
                  <a:pt x="4780" y="1936"/>
                </a:lnTo>
                <a:lnTo>
                  <a:pt x="4779" y="1936"/>
                </a:lnTo>
                <a:lnTo>
                  <a:pt x="4778" y="1936"/>
                </a:lnTo>
                <a:lnTo>
                  <a:pt x="4776" y="1935"/>
                </a:lnTo>
                <a:lnTo>
                  <a:pt x="4775" y="1934"/>
                </a:lnTo>
                <a:lnTo>
                  <a:pt x="4775" y="1936"/>
                </a:lnTo>
                <a:lnTo>
                  <a:pt x="4775" y="1935"/>
                </a:lnTo>
                <a:lnTo>
                  <a:pt x="4776" y="1935"/>
                </a:lnTo>
                <a:lnTo>
                  <a:pt x="4776" y="1936"/>
                </a:lnTo>
                <a:lnTo>
                  <a:pt x="4776" y="1937"/>
                </a:lnTo>
                <a:lnTo>
                  <a:pt x="4776" y="1938"/>
                </a:lnTo>
                <a:lnTo>
                  <a:pt x="4775" y="1938"/>
                </a:lnTo>
                <a:lnTo>
                  <a:pt x="4774" y="1938"/>
                </a:lnTo>
                <a:lnTo>
                  <a:pt x="4774" y="1939"/>
                </a:lnTo>
                <a:lnTo>
                  <a:pt x="4774" y="1940"/>
                </a:lnTo>
                <a:lnTo>
                  <a:pt x="4775" y="1940"/>
                </a:lnTo>
                <a:lnTo>
                  <a:pt x="4775" y="1939"/>
                </a:lnTo>
                <a:lnTo>
                  <a:pt x="4776" y="1938"/>
                </a:lnTo>
                <a:lnTo>
                  <a:pt x="4777" y="1938"/>
                </a:lnTo>
                <a:lnTo>
                  <a:pt x="4778" y="1938"/>
                </a:lnTo>
                <a:lnTo>
                  <a:pt x="4779" y="1938"/>
                </a:lnTo>
                <a:lnTo>
                  <a:pt x="4780" y="1938"/>
                </a:lnTo>
                <a:lnTo>
                  <a:pt x="4781" y="1938"/>
                </a:lnTo>
                <a:lnTo>
                  <a:pt x="4782" y="1938"/>
                </a:lnTo>
                <a:lnTo>
                  <a:pt x="4782" y="1940"/>
                </a:lnTo>
                <a:lnTo>
                  <a:pt x="4783" y="1942"/>
                </a:lnTo>
                <a:lnTo>
                  <a:pt x="4784" y="1943"/>
                </a:lnTo>
                <a:lnTo>
                  <a:pt x="4784" y="1944"/>
                </a:lnTo>
                <a:lnTo>
                  <a:pt x="4784" y="1945"/>
                </a:lnTo>
                <a:lnTo>
                  <a:pt x="4784" y="1946"/>
                </a:lnTo>
                <a:lnTo>
                  <a:pt x="4785" y="1946"/>
                </a:lnTo>
                <a:lnTo>
                  <a:pt x="4786" y="1946"/>
                </a:lnTo>
                <a:lnTo>
                  <a:pt x="4787" y="1946"/>
                </a:lnTo>
                <a:lnTo>
                  <a:pt x="4787" y="1947"/>
                </a:lnTo>
                <a:lnTo>
                  <a:pt x="4791" y="1947"/>
                </a:lnTo>
                <a:lnTo>
                  <a:pt x="4792" y="1948"/>
                </a:lnTo>
                <a:lnTo>
                  <a:pt x="4792" y="1949"/>
                </a:lnTo>
                <a:lnTo>
                  <a:pt x="4793" y="1949"/>
                </a:lnTo>
                <a:lnTo>
                  <a:pt x="4793" y="1950"/>
                </a:lnTo>
                <a:lnTo>
                  <a:pt x="4794" y="1951"/>
                </a:lnTo>
                <a:lnTo>
                  <a:pt x="4795" y="1951"/>
                </a:lnTo>
                <a:lnTo>
                  <a:pt x="4796" y="1952"/>
                </a:lnTo>
                <a:lnTo>
                  <a:pt x="4798" y="1954"/>
                </a:lnTo>
                <a:lnTo>
                  <a:pt x="4799" y="1953"/>
                </a:lnTo>
                <a:lnTo>
                  <a:pt x="4800" y="1953"/>
                </a:lnTo>
                <a:lnTo>
                  <a:pt x="4801" y="1954"/>
                </a:lnTo>
                <a:lnTo>
                  <a:pt x="4802" y="1951"/>
                </a:lnTo>
                <a:lnTo>
                  <a:pt x="4803" y="1951"/>
                </a:lnTo>
                <a:lnTo>
                  <a:pt x="4804" y="1952"/>
                </a:lnTo>
                <a:lnTo>
                  <a:pt x="4805" y="1952"/>
                </a:lnTo>
                <a:lnTo>
                  <a:pt x="4807" y="1952"/>
                </a:lnTo>
                <a:lnTo>
                  <a:pt x="4807" y="1956"/>
                </a:lnTo>
                <a:lnTo>
                  <a:pt x="4809" y="1956"/>
                </a:lnTo>
                <a:lnTo>
                  <a:pt x="4809" y="1954"/>
                </a:lnTo>
                <a:lnTo>
                  <a:pt x="4809" y="1953"/>
                </a:lnTo>
                <a:lnTo>
                  <a:pt x="4809" y="1952"/>
                </a:lnTo>
                <a:lnTo>
                  <a:pt x="4811" y="1953"/>
                </a:lnTo>
                <a:lnTo>
                  <a:pt x="4813" y="1954"/>
                </a:lnTo>
                <a:lnTo>
                  <a:pt x="4814" y="1955"/>
                </a:lnTo>
                <a:lnTo>
                  <a:pt x="4816" y="1954"/>
                </a:lnTo>
                <a:lnTo>
                  <a:pt x="4817" y="1954"/>
                </a:lnTo>
                <a:lnTo>
                  <a:pt x="4818" y="1956"/>
                </a:lnTo>
                <a:lnTo>
                  <a:pt x="4817" y="1957"/>
                </a:lnTo>
                <a:lnTo>
                  <a:pt x="4817" y="1959"/>
                </a:lnTo>
                <a:lnTo>
                  <a:pt x="4818" y="1960"/>
                </a:lnTo>
                <a:lnTo>
                  <a:pt x="4818" y="1961"/>
                </a:lnTo>
                <a:lnTo>
                  <a:pt x="4814" y="1968"/>
                </a:lnTo>
                <a:lnTo>
                  <a:pt x="4815" y="1968"/>
                </a:lnTo>
                <a:lnTo>
                  <a:pt x="4816" y="1968"/>
                </a:lnTo>
                <a:lnTo>
                  <a:pt x="4816" y="1967"/>
                </a:lnTo>
                <a:lnTo>
                  <a:pt x="4817" y="1967"/>
                </a:lnTo>
                <a:lnTo>
                  <a:pt x="4817" y="1968"/>
                </a:lnTo>
                <a:lnTo>
                  <a:pt x="4818" y="1968"/>
                </a:lnTo>
                <a:lnTo>
                  <a:pt x="4818" y="1967"/>
                </a:lnTo>
                <a:lnTo>
                  <a:pt x="4819" y="1967"/>
                </a:lnTo>
                <a:lnTo>
                  <a:pt x="4819" y="1966"/>
                </a:lnTo>
                <a:lnTo>
                  <a:pt x="4820" y="1967"/>
                </a:lnTo>
                <a:lnTo>
                  <a:pt x="4821" y="1967"/>
                </a:lnTo>
                <a:lnTo>
                  <a:pt x="4821" y="1969"/>
                </a:lnTo>
                <a:lnTo>
                  <a:pt x="4822" y="1970"/>
                </a:lnTo>
                <a:lnTo>
                  <a:pt x="4822" y="1971"/>
                </a:lnTo>
                <a:lnTo>
                  <a:pt x="4823" y="1971"/>
                </a:lnTo>
                <a:lnTo>
                  <a:pt x="4823" y="1970"/>
                </a:lnTo>
                <a:lnTo>
                  <a:pt x="4823" y="1969"/>
                </a:lnTo>
                <a:lnTo>
                  <a:pt x="4823" y="1968"/>
                </a:lnTo>
                <a:lnTo>
                  <a:pt x="4823" y="1967"/>
                </a:lnTo>
                <a:lnTo>
                  <a:pt x="4824" y="1967"/>
                </a:lnTo>
                <a:lnTo>
                  <a:pt x="4825" y="1967"/>
                </a:lnTo>
                <a:lnTo>
                  <a:pt x="4826" y="1966"/>
                </a:lnTo>
                <a:lnTo>
                  <a:pt x="4826" y="1965"/>
                </a:lnTo>
                <a:lnTo>
                  <a:pt x="4827" y="1965"/>
                </a:lnTo>
                <a:lnTo>
                  <a:pt x="4828" y="1965"/>
                </a:lnTo>
                <a:lnTo>
                  <a:pt x="4828" y="1964"/>
                </a:lnTo>
                <a:lnTo>
                  <a:pt x="4829" y="1964"/>
                </a:lnTo>
                <a:lnTo>
                  <a:pt x="4833" y="1965"/>
                </a:lnTo>
                <a:lnTo>
                  <a:pt x="4836" y="1965"/>
                </a:lnTo>
                <a:lnTo>
                  <a:pt x="4836" y="1966"/>
                </a:lnTo>
                <a:lnTo>
                  <a:pt x="4836" y="1967"/>
                </a:lnTo>
                <a:lnTo>
                  <a:pt x="4837" y="1968"/>
                </a:lnTo>
                <a:lnTo>
                  <a:pt x="4838" y="1968"/>
                </a:lnTo>
                <a:lnTo>
                  <a:pt x="4838" y="1967"/>
                </a:lnTo>
                <a:lnTo>
                  <a:pt x="4839" y="1967"/>
                </a:lnTo>
                <a:lnTo>
                  <a:pt x="4839" y="1965"/>
                </a:lnTo>
                <a:lnTo>
                  <a:pt x="4840" y="1965"/>
                </a:lnTo>
                <a:lnTo>
                  <a:pt x="4840" y="1964"/>
                </a:lnTo>
                <a:lnTo>
                  <a:pt x="4845" y="1964"/>
                </a:lnTo>
                <a:lnTo>
                  <a:pt x="4845" y="1966"/>
                </a:lnTo>
                <a:lnTo>
                  <a:pt x="4845" y="1968"/>
                </a:lnTo>
                <a:lnTo>
                  <a:pt x="4845" y="1969"/>
                </a:lnTo>
                <a:lnTo>
                  <a:pt x="4845" y="1970"/>
                </a:lnTo>
                <a:lnTo>
                  <a:pt x="4845" y="1971"/>
                </a:lnTo>
                <a:lnTo>
                  <a:pt x="4845" y="1972"/>
                </a:lnTo>
                <a:lnTo>
                  <a:pt x="4845" y="1973"/>
                </a:lnTo>
                <a:lnTo>
                  <a:pt x="4846" y="1973"/>
                </a:lnTo>
                <a:lnTo>
                  <a:pt x="4847" y="1973"/>
                </a:lnTo>
                <a:lnTo>
                  <a:pt x="4847" y="1972"/>
                </a:lnTo>
                <a:lnTo>
                  <a:pt x="4846" y="1972"/>
                </a:lnTo>
                <a:lnTo>
                  <a:pt x="4846" y="1971"/>
                </a:lnTo>
                <a:lnTo>
                  <a:pt x="4846" y="1970"/>
                </a:lnTo>
                <a:lnTo>
                  <a:pt x="4847" y="1970"/>
                </a:lnTo>
                <a:lnTo>
                  <a:pt x="4847" y="1969"/>
                </a:lnTo>
                <a:lnTo>
                  <a:pt x="4848" y="1968"/>
                </a:lnTo>
                <a:lnTo>
                  <a:pt x="4848" y="1967"/>
                </a:lnTo>
                <a:lnTo>
                  <a:pt x="4848" y="1966"/>
                </a:lnTo>
                <a:lnTo>
                  <a:pt x="4849" y="1966"/>
                </a:lnTo>
                <a:lnTo>
                  <a:pt x="4850" y="1966"/>
                </a:lnTo>
                <a:lnTo>
                  <a:pt x="4850" y="1965"/>
                </a:lnTo>
                <a:lnTo>
                  <a:pt x="4849" y="1964"/>
                </a:lnTo>
                <a:lnTo>
                  <a:pt x="4852" y="1963"/>
                </a:lnTo>
                <a:lnTo>
                  <a:pt x="4853" y="1963"/>
                </a:lnTo>
                <a:lnTo>
                  <a:pt x="4853" y="1962"/>
                </a:lnTo>
                <a:lnTo>
                  <a:pt x="4853" y="1963"/>
                </a:lnTo>
                <a:lnTo>
                  <a:pt x="4858" y="1963"/>
                </a:lnTo>
                <a:lnTo>
                  <a:pt x="4858" y="1964"/>
                </a:lnTo>
                <a:lnTo>
                  <a:pt x="4858" y="1965"/>
                </a:lnTo>
                <a:lnTo>
                  <a:pt x="4862" y="1965"/>
                </a:lnTo>
                <a:lnTo>
                  <a:pt x="4861" y="1963"/>
                </a:lnTo>
                <a:lnTo>
                  <a:pt x="4861" y="1962"/>
                </a:lnTo>
                <a:lnTo>
                  <a:pt x="4863" y="1962"/>
                </a:lnTo>
                <a:lnTo>
                  <a:pt x="4864" y="1963"/>
                </a:lnTo>
                <a:lnTo>
                  <a:pt x="4864" y="1964"/>
                </a:lnTo>
                <a:lnTo>
                  <a:pt x="4865" y="1964"/>
                </a:lnTo>
                <a:lnTo>
                  <a:pt x="4866" y="1964"/>
                </a:lnTo>
                <a:lnTo>
                  <a:pt x="4866" y="1962"/>
                </a:lnTo>
                <a:lnTo>
                  <a:pt x="4867" y="1962"/>
                </a:lnTo>
                <a:lnTo>
                  <a:pt x="4867" y="1961"/>
                </a:lnTo>
                <a:lnTo>
                  <a:pt x="4869" y="1960"/>
                </a:lnTo>
                <a:lnTo>
                  <a:pt x="4869" y="1959"/>
                </a:lnTo>
                <a:lnTo>
                  <a:pt x="4870" y="1958"/>
                </a:lnTo>
                <a:lnTo>
                  <a:pt x="4871" y="1957"/>
                </a:lnTo>
                <a:lnTo>
                  <a:pt x="4872" y="1956"/>
                </a:lnTo>
                <a:lnTo>
                  <a:pt x="4872" y="1957"/>
                </a:lnTo>
                <a:lnTo>
                  <a:pt x="4873" y="1956"/>
                </a:lnTo>
                <a:lnTo>
                  <a:pt x="4874" y="1956"/>
                </a:lnTo>
                <a:lnTo>
                  <a:pt x="4876" y="1955"/>
                </a:lnTo>
                <a:lnTo>
                  <a:pt x="4876" y="1954"/>
                </a:lnTo>
                <a:lnTo>
                  <a:pt x="4875" y="1953"/>
                </a:lnTo>
                <a:lnTo>
                  <a:pt x="4876" y="1954"/>
                </a:lnTo>
                <a:lnTo>
                  <a:pt x="4877" y="1952"/>
                </a:lnTo>
                <a:lnTo>
                  <a:pt x="4878" y="1952"/>
                </a:lnTo>
                <a:lnTo>
                  <a:pt x="4879" y="1952"/>
                </a:lnTo>
                <a:lnTo>
                  <a:pt x="4879" y="1951"/>
                </a:lnTo>
                <a:lnTo>
                  <a:pt x="4880" y="1951"/>
                </a:lnTo>
                <a:lnTo>
                  <a:pt x="4880" y="1950"/>
                </a:lnTo>
                <a:lnTo>
                  <a:pt x="4881" y="1950"/>
                </a:lnTo>
                <a:lnTo>
                  <a:pt x="4881" y="1948"/>
                </a:lnTo>
                <a:lnTo>
                  <a:pt x="4880" y="1948"/>
                </a:lnTo>
                <a:lnTo>
                  <a:pt x="4880" y="1947"/>
                </a:lnTo>
                <a:lnTo>
                  <a:pt x="4882" y="1948"/>
                </a:lnTo>
                <a:lnTo>
                  <a:pt x="4882" y="1947"/>
                </a:lnTo>
                <a:lnTo>
                  <a:pt x="4882" y="1946"/>
                </a:lnTo>
                <a:lnTo>
                  <a:pt x="4881" y="1945"/>
                </a:lnTo>
                <a:lnTo>
                  <a:pt x="4881" y="1944"/>
                </a:lnTo>
                <a:lnTo>
                  <a:pt x="4881" y="1943"/>
                </a:lnTo>
                <a:lnTo>
                  <a:pt x="4881" y="1944"/>
                </a:lnTo>
                <a:lnTo>
                  <a:pt x="4882" y="1944"/>
                </a:lnTo>
                <a:lnTo>
                  <a:pt x="4883" y="1944"/>
                </a:lnTo>
                <a:lnTo>
                  <a:pt x="4882" y="1944"/>
                </a:lnTo>
                <a:lnTo>
                  <a:pt x="4882" y="1943"/>
                </a:lnTo>
                <a:lnTo>
                  <a:pt x="4883" y="1943"/>
                </a:lnTo>
                <a:lnTo>
                  <a:pt x="4882" y="1942"/>
                </a:lnTo>
                <a:lnTo>
                  <a:pt x="4881" y="1942"/>
                </a:lnTo>
                <a:lnTo>
                  <a:pt x="4880" y="1941"/>
                </a:lnTo>
                <a:lnTo>
                  <a:pt x="4880" y="1940"/>
                </a:lnTo>
                <a:lnTo>
                  <a:pt x="4880" y="1939"/>
                </a:lnTo>
                <a:lnTo>
                  <a:pt x="4879" y="1939"/>
                </a:lnTo>
                <a:lnTo>
                  <a:pt x="4879" y="1940"/>
                </a:lnTo>
                <a:lnTo>
                  <a:pt x="4878" y="1940"/>
                </a:lnTo>
                <a:lnTo>
                  <a:pt x="4877" y="1940"/>
                </a:lnTo>
                <a:lnTo>
                  <a:pt x="4876" y="1939"/>
                </a:lnTo>
                <a:lnTo>
                  <a:pt x="4877" y="1939"/>
                </a:lnTo>
                <a:lnTo>
                  <a:pt x="4876" y="1938"/>
                </a:lnTo>
                <a:lnTo>
                  <a:pt x="4875" y="1938"/>
                </a:lnTo>
                <a:lnTo>
                  <a:pt x="4876" y="1937"/>
                </a:lnTo>
                <a:lnTo>
                  <a:pt x="4876" y="1936"/>
                </a:lnTo>
                <a:lnTo>
                  <a:pt x="4876" y="1935"/>
                </a:lnTo>
                <a:lnTo>
                  <a:pt x="4876" y="1934"/>
                </a:lnTo>
                <a:lnTo>
                  <a:pt x="4877" y="1934"/>
                </a:lnTo>
                <a:lnTo>
                  <a:pt x="4878" y="1934"/>
                </a:lnTo>
                <a:lnTo>
                  <a:pt x="4879" y="1934"/>
                </a:lnTo>
                <a:lnTo>
                  <a:pt x="4880" y="1934"/>
                </a:lnTo>
                <a:lnTo>
                  <a:pt x="4883" y="1933"/>
                </a:lnTo>
                <a:lnTo>
                  <a:pt x="4885" y="1933"/>
                </a:lnTo>
                <a:lnTo>
                  <a:pt x="4886" y="1933"/>
                </a:lnTo>
                <a:lnTo>
                  <a:pt x="4887" y="1932"/>
                </a:lnTo>
                <a:lnTo>
                  <a:pt x="4887" y="1931"/>
                </a:lnTo>
                <a:lnTo>
                  <a:pt x="4886" y="1931"/>
                </a:lnTo>
                <a:lnTo>
                  <a:pt x="4886" y="1930"/>
                </a:lnTo>
                <a:lnTo>
                  <a:pt x="4886" y="1929"/>
                </a:lnTo>
                <a:lnTo>
                  <a:pt x="4888" y="1929"/>
                </a:lnTo>
                <a:lnTo>
                  <a:pt x="4887" y="1929"/>
                </a:lnTo>
                <a:lnTo>
                  <a:pt x="4888" y="1929"/>
                </a:lnTo>
                <a:lnTo>
                  <a:pt x="4890" y="1929"/>
                </a:lnTo>
                <a:lnTo>
                  <a:pt x="4892" y="1929"/>
                </a:lnTo>
                <a:lnTo>
                  <a:pt x="4893" y="1929"/>
                </a:lnTo>
                <a:lnTo>
                  <a:pt x="4893" y="1928"/>
                </a:lnTo>
                <a:lnTo>
                  <a:pt x="4894" y="1928"/>
                </a:lnTo>
                <a:lnTo>
                  <a:pt x="4894" y="1927"/>
                </a:lnTo>
                <a:lnTo>
                  <a:pt x="4897" y="1927"/>
                </a:lnTo>
                <a:lnTo>
                  <a:pt x="4899" y="1927"/>
                </a:lnTo>
                <a:lnTo>
                  <a:pt x="4900" y="1926"/>
                </a:lnTo>
                <a:lnTo>
                  <a:pt x="4901" y="1926"/>
                </a:lnTo>
                <a:lnTo>
                  <a:pt x="4902" y="1926"/>
                </a:lnTo>
                <a:lnTo>
                  <a:pt x="4902" y="1925"/>
                </a:lnTo>
                <a:lnTo>
                  <a:pt x="4902" y="1924"/>
                </a:lnTo>
                <a:lnTo>
                  <a:pt x="4903" y="1924"/>
                </a:lnTo>
                <a:lnTo>
                  <a:pt x="4904" y="1924"/>
                </a:lnTo>
                <a:lnTo>
                  <a:pt x="4905" y="1923"/>
                </a:lnTo>
                <a:lnTo>
                  <a:pt x="4906" y="1923"/>
                </a:lnTo>
                <a:lnTo>
                  <a:pt x="4908" y="1922"/>
                </a:lnTo>
                <a:lnTo>
                  <a:pt x="4909" y="1922"/>
                </a:lnTo>
                <a:lnTo>
                  <a:pt x="4910" y="1921"/>
                </a:lnTo>
                <a:lnTo>
                  <a:pt x="4913" y="1918"/>
                </a:lnTo>
                <a:lnTo>
                  <a:pt x="4915" y="1916"/>
                </a:lnTo>
                <a:lnTo>
                  <a:pt x="4916" y="1915"/>
                </a:lnTo>
                <a:lnTo>
                  <a:pt x="4917" y="1914"/>
                </a:lnTo>
                <a:lnTo>
                  <a:pt x="4918" y="1913"/>
                </a:lnTo>
                <a:lnTo>
                  <a:pt x="4918" y="1912"/>
                </a:lnTo>
                <a:lnTo>
                  <a:pt x="4918" y="1911"/>
                </a:lnTo>
                <a:lnTo>
                  <a:pt x="4915" y="1908"/>
                </a:lnTo>
                <a:lnTo>
                  <a:pt x="4914" y="1908"/>
                </a:lnTo>
                <a:lnTo>
                  <a:pt x="4915" y="1908"/>
                </a:lnTo>
                <a:lnTo>
                  <a:pt x="4916" y="1907"/>
                </a:lnTo>
                <a:lnTo>
                  <a:pt x="4917" y="1906"/>
                </a:lnTo>
                <a:lnTo>
                  <a:pt x="4918" y="1905"/>
                </a:lnTo>
                <a:lnTo>
                  <a:pt x="4919" y="1905"/>
                </a:lnTo>
                <a:lnTo>
                  <a:pt x="4925" y="1905"/>
                </a:lnTo>
                <a:lnTo>
                  <a:pt x="4925" y="1904"/>
                </a:lnTo>
                <a:lnTo>
                  <a:pt x="4926" y="1903"/>
                </a:lnTo>
                <a:lnTo>
                  <a:pt x="4926" y="1902"/>
                </a:lnTo>
                <a:lnTo>
                  <a:pt x="4927" y="1902"/>
                </a:lnTo>
                <a:lnTo>
                  <a:pt x="4927" y="1901"/>
                </a:lnTo>
                <a:lnTo>
                  <a:pt x="4926" y="1901"/>
                </a:lnTo>
                <a:lnTo>
                  <a:pt x="4925" y="1900"/>
                </a:lnTo>
                <a:lnTo>
                  <a:pt x="4925" y="1899"/>
                </a:lnTo>
                <a:lnTo>
                  <a:pt x="4924" y="1900"/>
                </a:lnTo>
                <a:lnTo>
                  <a:pt x="4925" y="1902"/>
                </a:lnTo>
                <a:lnTo>
                  <a:pt x="4923" y="1902"/>
                </a:lnTo>
                <a:lnTo>
                  <a:pt x="4922" y="1901"/>
                </a:lnTo>
                <a:lnTo>
                  <a:pt x="4923" y="1900"/>
                </a:lnTo>
                <a:lnTo>
                  <a:pt x="4924" y="1900"/>
                </a:lnTo>
                <a:lnTo>
                  <a:pt x="4925" y="1899"/>
                </a:lnTo>
                <a:lnTo>
                  <a:pt x="4925" y="1898"/>
                </a:lnTo>
                <a:lnTo>
                  <a:pt x="4923" y="1899"/>
                </a:lnTo>
                <a:lnTo>
                  <a:pt x="4922" y="1899"/>
                </a:lnTo>
                <a:lnTo>
                  <a:pt x="4923" y="1899"/>
                </a:lnTo>
                <a:lnTo>
                  <a:pt x="4922" y="1900"/>
                </a:lnTo>
                <a:lnTo>
                  <a:pt x="4921" y="1899"/>
                </a:lnTo>
                <a:lnTo>
                  <a:pt x="4920" y="1898"/>
                </a:lnTo>
                <a:lnTo>
                  <a:pt x="4920" y="1899"/>
                </a:lnTo>
                <a:lnTo>
                  <a:pt x="4919" y="1899"/>
                </a:lnTo>
                <a:lnTo>
                  <a:pt x="4918" y="1899"/>
                </a:lnTo>
                <a:lnTo>
                  <a:pt x="4917" y="1898"/>
                </a:lnTo>
                <a:lnTo>
                  <a:pt x="4916" y="1898"/>
                </a:lnTo>
                <a:lnTo>
                  <a:pt x="4915" y="1897"/>
                </a:lnTo>
                <a:lnTo>
                  <a:pt x="4916" y="1897"/>
                </a:lnTo>
                <a:lnTo>
                  <a:pt x="4917" y="1897"/>
                </a:lnTo>
                <a:lnTo>
                  <a:pt x="4918" y="1897"/>
                </a:lnTo>
                <a:lnTo>
                  <a:pt x="4925" y="1897"/>
                </a:lnTo>
                <a:lnTo>
                  <a:pt x="4926" y="1897"/>
                </a:lnTo>
                <a:lnTo>
                  <a:pt x="4927" y="1896"/>
                </a:lnTo>
                <a:lnTo>
                  <a:pt x="4928" y="1896"/>
                </a:lnTo>
                <a:lnTo>
                  <a:pt x="4929" y="1896"/>
                </a:lnTo>
                <a:lnTo>
                  <a:pt x="4930" y="1896"/>
                </a:lnTo>
                <a:lnTo>
                  <a:pt x="4931" y="1896"/>
                </a:lnTo>
                <a:lnTo>
                  <a:pt x="4932" y="1895"/>
                </a:lnTo>
                <a:lnTo>
                  <a:pt x="4933" y="1895"/>
                </a:lnTo>
                <a:lnTo>
                  <a:pt x="4934" y="1894"/>
                </a:lnTo>
                <a:lnTo>
                  <a:pt x="4935" y="1894"/>
                </a:lnTo>
                <a:lnTo>
                  <a:pt x="4936" y="1893"/>
                </a:lnTo>
                <a:lnTo>
                  <a:pt x="4937" y="1892"/>
                </a:lnTo>
                <a:lnTo>
                  <a:pt x="4938" y="1891"/>
                </a:lnTo>
                <a:lnTo>
                  <a:pt x="4939" y="1890"/>
                </a:lnTo>
                <a:lnTo>
                  <a:pt x="4940" y="1889"/>
                </a:lnTo>
                <a:lnTo>
                  <a:pt x="4941" y="1889"/>
                </a:lnTo>
                <a:lnTo>
                  <a:pt x="4942" y="1889"/>
                </a:lnTo>
                <a:lnTo>
                  <a:pt x="4943" y="1890"/>
                </a:lnTo>
                <a:lnTo>
                  <a:pt x="4945" y="1890"/>
                </a:lnTo>
                <a:lnTo>
                  <a:pt x="4947" y="1889"/>
                </a:lnTo>
                <a:lnTo>
                  <a:pt x="4948" y="1889"/>
                </a:lnTo>
                <a:lnTo>
                  <a:pt x="4949" y="1889"/>
                </a:lnTo>
                <a:lnTo>
                  <a:pt x="4950" y="1889"/>
                </a:lnTo>
                <a:lnTo>
                  <a:pt x="4951" y="1889"/>
                </a:lnTo>
                <a:lnTo>
                  <a:pt x="4952" y="1889"/>
                </a:lnTo>
                <a:lnTo>
                  <a:pt x="4953" y="1888"/>
                </a:lnTo>
                <a:lnTo>
                  <a:pt x="4954" y="1888"/>
                </a:lnTo>
                <a:lnTo>
                  <a:pt x="4955" y="1888"/>
                </a:lnTo>
                <a:lnTo>
                  <a:pt x="4956" y="1887"/>
                </a:lnTo>
                <a:lnTo>
                  <a:pt x="4958" y="1885"/>
                </a:lnTo>
                <a:lnTo>
                  <a:pt x="4959" y="1886"/>
                </a:lnTo>
                <a:lnTo>
                  <a:pt x="4960" y="1886"/>
                </a:lnTo>
                <a:lnTo>
                  <a:pt x="4961" y="1885"/>
                </a:lnTo>
                <a:lnTo>
                  <a:pt x="4962" y="1884"/>
                </a:lnTo>
                <a:lnTo>
                  <a:pt x="4962" y="1885"/>
                </a:lnTo>
                <a:lnTo>
                  <a:pt x="4963" y="1885"/>
                </a:lnTo>
                <a:lnTo>
                  <a:pt x="4963" y="1884"/>
                </a:lnTo>
                <a:lnTo>
                  <a:pt x="4964" y="1884"/>
                </a:lnTo>
                <a:lnTo>
                  <a:pt x="4965" y="1883"/>
                </a:lnTo>
                <a:lnTo>
                  <a:pt x="4967" y="1881"/>
                </a:lnTo>
                <a:lnTo>
                  <a:pt x="4968" y="1881"/>
                </a:lnTo>
                <a:lnTo>
                  <a:pt x="4969" y="1880"/>
                </a:lnTo>
                <a:lnTo>
                  <a:pt x="4970" y="1880"/>
                </a:lnTo>
                <a:lnTo>
                  <a:pt x="4971" y="1880"/>
                </a:lnTo>
                <a:lnTo>
                  <a:pt x="4972" y="1880"/>
                </a:lnTo>
                <a:lnTo>
                  <a:pt x="4973" y="1881"/>
                </a:lnTo>
                <a:lnTo>
                  <a:pt x="4973" y="1880"/>
                </a:lnTo>
                <a:lnTo>
                  <a:pt x="4974" y="1880"/>
                </a:lnTo>
                <a:lnTo>
                  <a:pt x="4975" y="1880"/>
                </a:lnTo>
                <a:lnTo>
                  <a:pt x="4976" y="1881"/>
                </a:lnTo>
                <a:lnTo>
                  <a:pt x="4977" y="1881"/>
                </a:lnTo>
                <a:lnTo>
                  <a:pt x="4978" y="1882"/>
                </a:lnTo>
                <a:lnTo>
                  <a:pt x="4979" y="1882"/>
                </a:lnTo>
                <a:lnTo>
                  <a:pt x="4980" y="1882"/>
                </a:lnTo>
                <a:lnTo>
                  <a:pt x="4981" y="1881"/>
                </a:lnTo>
                <a:lnTo>
                  <a:pt x="4982" y="1881"/>
                </a:lnTo>
                <a:lnTo>
                  <a:pt x="4982" y="1880"/>
                </a:lnTo>
                <a:lnTo>
                  <a:pt x="4983" y="1880"/>
                </a:lnTo>
                <a:lnTo>
                  <a:pt x="4985" y="1880"/>
                </a:lnTo>
                <a:lnTo>
                  <a:pt x="4986" y="1880"/>
                </a:lnTo>
                <a:lnTo>
                  <a:pt x="4987" y="1880"/>
                </a:lnTo>
                <a:lnTo>
                  <a:pt x="4988" y="1880"/>
                </a:lnTo>
                <a:lnTo>
                  <a:pt x="4988" y="1881"/>
                </a:lnTo>
                <a:lnTo>
                  <a:pt x="4989" y="1881"/>
                </a:lnTo>
                <a:lnTo>
                  <a:pt x="4990" y="1881"/>
                </a:lnTo>
                <a:lnTo>
                  <a:pt x="4991" y="1881"/>
                </a:lnTo>
                <a:lnTo>
                  <a:pt x="4991" y="1882"/>
                </a:lnTo>
                <a:lnTo>
                  <a:pt x="4992" y="1882"/>
                </a:lnTo>
                <a:lnTo>
                  <a:pt x="4992" y="1883"/>
                </a:lnTo>
                <a:lnTo>
                  <a:pt x="4991" y="1883"/>
                </a:lnTo>
                <a:lnTo>
                  <a:pt x="4990" y="1884"/>
                </a:lnTo>
                <a:lnTo>
                  <a:pt x="4990" y="1885"/>
                </a:lnTo>
                <a:lnTo>
                  <a:pt x="4991" y="1885"/>
                </a:lnTo>
                <a:lnTo>
                  <a:pt x="4991" y="1886"/>
                </a:lnTo>
                <a:lnTo>
                  <a:pt x="4992" y="1887"/>
                </a:lnTo>
                <a:lnTo>
                  <a:pt x="4993" y="1888"/>
                </a:lnTo>
                <a:lnTo>
                  <a:pt x="4994" y="1888"/>
                </a:lnTo>
                <a:lnTo>
                  <a:pt x="4996" y="1889"/>
                </a:lnTo>
                <a:lnTo>
                  <a:pt x="4997" y="1889"/>
                </a:lnTo>
                <a:lnTo>
                  <a:pt x="4998" y="1889"/>
                </a:lnTo>
                <a:lnTo>
                  <a:pt x="4998" y="1890"/>
                </a:lnTo>
                <a:lnTo>
                  <a:pt x="4998" y="1891"/>
                </a:lnTo>
                <a:lnTo>
                  <a:pt x="4999" y="1892"/>
                </a:lnTo>
                <a:lnTo>
                  <a:pt x="4999" y="1893"/>
                </a:lnTo>
                <a:lnTo>
                  <a:pt x="5000" y="1893"/>
                </a:lnTo>
                <a:lnTo>
                  <a:pt x="5000" y="1894"/>
                </a:lnTo>
                <a:lnTo>
                  <a:pt x="5001" y="1894"/>
                </a:lnTo>
                <a:lnTo>
                  <a:pt x="5003" y="1894"/>
                </a:lnTo>
                <a:lnTo>
                  <a:pt x="5003" y="1895"/>
                </a:lnTo>
                <a:lnTo>
                  <a:pt x="5004" y="1895"/>
                </a:lnTo>
                <a:lnTo>
                  <a:pt x="5004" y="1894"/>
                </a:lnTo>
                <a:lnTo>
                  <a:pt x="5005" y="1894"/>
                </a:lnTo>
                <a:lnTo>
                  <a:pt x="5006" y="1894"/>
                </a:lnTo>
                <a:lnTo>
                  <a:pt x="5009" y="1894"/>
                </a:lnTo>
                <a:lnTo>
                  <a:pt x="5010" y="1894"/>
                </a:lnTo>
                <a:lnTo>
                  <a:pt x="5012" y="1894"/>
                </a:lnTo>
                <a:lnTo>
                  <a:pt x="5013" y="1895"/>
                </a:lnTo>
                <a:lnTo>
                  <a:pt x="5014" y="1895"/>
                </a:lnTo>
                <a:lnTo>
                  <a:pt x="5014" y="1896"/>
                </a:lnTo>
                <a:lnTo>
                  <a:pt x="5013" y="1896"/>
                </a:lnTo>
                <a:lnTo>
                  <a:pt x="5012" y="1896"/>
                </a:lnTo>
                <a:lnTo>
                  <a:pt x="5012" y="1897"/>
                </a:lnTo>
                <a:lnTo>
                  <a:pt x="5012" y="1898"/>
                </a:lnTo>
                <a:lnTo>
                  <a:pt x="5011" y="1899"/>
                </a:lnTo>
                <a:lnTo>
                  <a:pt x="5011" y="1900"/>
                </a:lnTo>
                <a:lnTo>
                  <a:pt x="5012" y="1900"/>
                </a:lnTo>
                <a:lnTo>
                  <a:pt x="5013" y="1900"/>
                </a:lnTo>
                <a:lnTo>
                  <a:pt x="5013" y="1901"/>
                </a:lnTo>
                <a:lnTo>
                  <a:pt x="5014" y="1901"/>
                </a:lnTo>
                <a:lnTo>
                  <a:pt x="5014" y="1902"/>
                </a:lnTo>
                <a:lnTo>
                  <a:pt x="5013" y="1902"/>
                </a:lnTo>
                <a:lnTo>
                  <a:pt x="5013" y="1903"/>
                </a:lnTo>
                <a:lnTo>
                  <a:pt x="5012" y="1903"/>
                </a:lnTo>
                <a:lnTo>
                  <a:pt x="5013" y="1904"/>
                </a:lnTo>
                <a:lnTo>
                  <a:pt x="5013" y="1905"/>
                </a:lnTo>
                <a:lnTo>
                  <a:pt x="5012" y="1905"/>
                </a:lnTo>
                <a:lnTo>
                  <a:pt x="5012" y="1906"/>
                </a:lnTo>
                <a:lnTo>
                  <a:pt x="5013" y="1907"/>
                </a:lnTo>
                <a:lnTo>
                  <a:pt x="5013" y="1908"/>
                </a:lnTo>
                <a:lnTo>
                  <a:pt x="5014" y="1908"/>
                </a:lnTo>
                <a:lnTo>
                  <a:pt x="5015" y="1908"/>
                </a:lnTo>
                <a:lnTo>
                  <a:pt x="5016" y="1909"/>
                </a:lnTo>
                <a:lnTo>
                  <a:pt x="5017" y="1909"/>
                </a:lnTo>
                <a:lnTo>
                  <a:pt x="5018" y="1909"/>
                </a:lnTo>
                <a:lnTo>
                  <a:pt x="5019" y="1910"/>
                </a:lnTo>
                <a:lnTo>
                  <a:pt x="5020" y="1910"/>
                </a:lnTo>
                <a:lnTo>
                  <a:pt x="5023" y="1910"/>
                </a:lnTo>
                <a:lnTo>
                  <a:pt x="5025" y="1910"/>
                </a:lnTo>
                <a:lnTo>
                  <a:pt x="5027" y="1910"/>
                </a:lnTo>
                <a:lnTo>
                  <a:pt x="5030" y="1910"/>
                </a:lnTo>
                <a:lnTo>
                  <a:pt x="5031" y="1910"/>
                </a:lnTo>
                <a:lnTo>
                  <a:pt x="5031" y="1909"/>
                </a:lnTo>
                <a:lnTo>
                  <a:pt x="5033" y="1909"/>
                </a:lnTo>
                <a:lnTo>
                  <a:pt x="5034" y="1909"/>
                </a:lnTo>
                <a:lnTo>
                  <a:pt x="5035" y="1908"/>
                </a:lnTo>
                <a:lnTo>
                  <a:pt x="5036" y="1907"/>
                </a:lnTo>
                <a:lnTo>
                  <a:pt x="5036" y="1906"/>
                </a:lnTo>
                <a:lnTo>
                  <a:pt x="5036" y="1905"/>
                </a:lnTo>
                <a:lnTo>
                  <a:pt x="5035" y="1904"/>
                </a:lnTo>
                <a:lnTo>
                  <a:pt x="5034" y="1904"/>
                </a:lnTo>
                <a:lnTo>
                  <a:pt x="5034" y="1903"/>
                </a:lnTo>
                <a:lnTo>
                  <a:pt x="5035" y="1904"/>
                </a:lnTo>
                <a:lnTo>
                  <a:pt x="5037" y="1905"/>
                </a:lnTo>
                <a:lnTo>
                  <a:pt x="5038" y="1905"/>
                </a:lnTo>
                <a:lnTo>
                  <a:pt x="5038" y="1904"/>
                </a:lnTo>
                <a:lnTo>
                  <a:pt x="5038" y="1905"/>
                </a:lnTo>
                <a:lnTo>
                  <a:pt x="5039" y="1905"/>
                </a:lnTo>
                <a:lnTo>
                  <a:pt x="5039" y="1906"/>
                </a:lnTo>
                <a:lnTo>
                  <a:pt x="5040" y="1906"/>
                </a:lnTo>
                <a:lnTo>
                  <a:pt x="5041" y="1906"/>
                </a:lnTo>
                <a:lnTo>
                  <a:pt x="5041" y="1907"/>
                </a:lnTo>
                <a:lnTo>
                  <a:pt x="5042" y="1907"/>
                </a:lnTo>
                <a:lnTo>
                  <a:pt x="5043" y="1907"/>
                </a:lnTo>
                <a:lnTo>
                  <a:pt x="5043" y="1908"/>
                </a:lnTo>
                <a:lnTo>
                  <a:pt x="5041" y="1908"/>
                </a:lnTo>
                <a:lnTo>
                  <a:pt x="5040" y="1908"/>
                </a:lnTo>
                <a:lnTo>
                  <a:pt x="5039" y="1907"/>
                </a:lnTo>
                <a:lnTo>
                  <a:pt x="5038" y="1908"/>
                </a:lnTo>
                <a:lnTo>
                  <a:pt x="5037" y="1908"/>
                </a:lnTo>
                <a:lnTo>
                  <a:pt x="5038" y="1909"/>
                </a:lnTo>
                <a:lnTo>
                  <a:pt x="5038" y="1910"/>
                </a:lnTo>
                <a:lnTo>
                  <a:pt x="5039" y="1910"/>
                </a:lnTo>
                <a:lnTo>
                  <a:pt x="5039" y="1911"/>
                </a:lnTo>
                <a:lnTo>
                  <a:pt x="5037" y="1911"/>
                </a:lnTo>
                <a:lnTo>
                  <a:pt x="5037" y="1912"/>
                </a:lnTo>
                <a:lnTo>
                  <a:pt x="5038" y="1913"/>
                </a:lnTo>
                <a:lnTo>
                  <a:pt x="5038" y="1914"/>
                </a:lnTo>
                <a:lnTo>
                  <a:pt x="5039" y="1914"/>
                </a:lnTo>
                <a:lnTo>
                  <a:pt x="5040" y="1914"/>
                </a:lnTo>
                <a:lnTo>
                  <a:pt x="5041" y="1914"/>
                </a:lnTo>
                <a:lnTo>
                  <a:pt x="5041" y="1915"/>
                </a:lnTo>
                <a:lnTo>
                  <a:pt x="5042" y="1915"/>
                </a:lnTo>
                <a:lnTo>
                  <a:pt x="5043" y="1915"/>
                </a:lnTo>
                <a:lnTo>
                  <a:pt x="5043" y="1916"/>
                </a:lnTo>
                <a:lnTo>
                  <a:pt x="5044" y="1916"/>
                </a:lnTo>
                <a:lnTo>
                  <a:pt x="5044" y="1917"/>
                </a:lnTo>
                <a:lnTo>
                  <a:pt x="5045" y="1917"/>
                </a:lnTo>
                <a:lnTo>
                  <a:pt x="5045" y="1918"/>
                </a:lnTo>
                <a:lnTo>
                  <a:pt x="5044" y="1919"/>
                </a:lnTo>
                <a:lnTo>
                  <a:pt x="5045" y="1920"/>
                </a:lnTo>
                <a:lnTo>
                  <a:pt x="5046" y="1921"/>
                </a:lnTo>
                <a:lnTo>
                  <a:pt x="5046" y="1922"/>
                </a:lnTo>
                <a:lnTo>
                  <a:pt x="5047" y="1923"/>
                </a:lnTo>
                <a:lnTo>
                  <a:pt x="5048" y="1923"/>
                </a:lnTo>
                <a:lnTo>
                  <a:pt x="5049" y="1924"/>
                </a:lnTo>
                <a:lnTo>
                  <a:pt x="5050" y="1924"/>
                </a:lnTo>
                <a:lnTo>
                  <a:pt x="5051" y="1925"/>
                </a:lnTo>
                <a:lnTo>
                  <a:pt x="5052" y="1925"/>
                </a:lnTo>
                <a:lnTo>
                  <a:pt x="5052" y="1924"/>
                </a:lnTo>
                <a:lnTo>
                  <a:pt x="5053" y="1924"/>
                </a:lnTo>
                <a:lnTo>
                  <a:pt x="5054" y="1925"/>
                </a:lnTo>
                <a:lnTo>
                  <a:pt x="5055" y="1925"/>
                </a:lnTo>
                <a:lnTo>
                  <a:pt x="5055" y="1926"/>
                </a:lnTo>
                <a:lnTo>
                  <a:pt x="5056" y="1926"/>
                </a:lnTo>
                <a:lnTo>
                  <a:pt x="5057" y="1926"/>
                </a:lnTo>
                <a:lnTo>
                  <a:pt x="5058" y="1926"/>
                </a:lnTo>
                <a:lnTo>
                  <a:pt x="5061" y="1926"/>
                </a:lnTo>
                <a:lnTo>
                  <a:pt x="5061" y="1927"/>
                </a:lnTo>
                <a:lnTo>
                  <a:pt x="5062" y="1927"/>
                </a:lnTo>
                <a:lnTo>
                  <a:pt x="5062" y="1926"/>
                </a:lnTo>
                <a:lnTo>
                  <a:pt x="5062" y="1925"/>
                </a:lnTo>
                <a:lnTo>
                  <a:pt x="5065" y="1924"/>
                </a:lnTo>
                <a:lnTo>
                  <a:pt x="5065" y="1925"/>
                </a:lnTo>
                <a:lnTo>
                  <a:pt x="5065" y="1926"/>
                </a:lnTo>
                <a:lnTo>
                  <a:pt x="5066" y="1926"/>
                </a:lnTo>
                <a:lnTo>
                  <a:pt x="5066" y="1925"/>
                </a:lnTo>
                <a:lnTo>
                  <a:pt x="5066" y="1924"/>
                </a:lnTo>
                <a:lnTo>
                  <a:pt x="5066" y="1923"/>
                </a:lnTo>
                <a:lnTo>
                  <a:pt x="5067" y="1924"/>
                </a:lnTo>
                <a:lnTo>
                  <a:pt x="5068" y="1924"/>
                </a:lnTo>
                <a:lnTo>
                  <a:pt x="5070" y="1924"/>
                </a:lnTo>
                <a:lnTo>
                  <a:pt x="5071" y="1924"/>
                </a:lnTo>
                <a:lnTo>
                  <a:pt x="5072" y="1924"/>
                </a:lnTo>
                <a:lnTo>
                  <a:pt x="5074" y="1924"/>
                </a:lnTo>
                <a:lnTo>
                  <a:pt x="5075" y="1924"/>
                </a:lnTo>
                <a:lnTo>
                  <a:pt x="5076" y="1925"/>
                </a:lnTo>
                <a:lnTo>
                  <a:pt x="5077" y="1925"/>
                </a:lnTo>
                <a:lnTo>
                  <a:pt x="5077" y="1926"/>
                </a:lnTo>
                <a:lnTo>
                  <a:pt x="5078" y="1927"/>
                </a:lnTo>
                <a:lnTo>
                  <a:pt x="5078" y="1928"/>
                </a:lnTo>
                <a:lnTo>
                  <a:pt x="5079" y="1928"/>
                </a:lnTo>
                <a:lnTo>
                  <a:pt x="5078" y="1927"/>
                </a:lnTo>
                <a:lnTo>
                  <a:pt x="5078" y="1926"/>
                </a:lnTo>
                <a:lnTo>
                  <a:pt x="5077" y="1926"/>
                </a:lnTo>
                <a:lnTo>
                  <a:pt x="5077" y="1925"/>
                </a:lnTo>
                <a:lnTo>
                  <a:pt x="5078" y="1925"/>
                </a:lnTo>
                <a:lnTo>
                  <a:pt x="5078" y="1924"/>
                </a:lnTo>
                <a:lnTo>
                  <a:pt x="5079" y="1924"/>
                </a:lnTo>
                <a:lnTo>
                  <a:pt x="5082" y="1924"/>
                </a:lnTo>
                <a:lnTo>
                  <a:pt x="5085" y="1924"/>
                </a:lnTo>
                <a:lnTo>
                  <a:pt x="5086" y="1924"/>
                </a:lnTo>
                <a:lnTo>
                  <a:pt x="5087" y="1924"/>
                </a:lnTo>
                <a:lnTo>
                  <a:pt x="5088" y="1924"/>
                </a:lnTo>
                <a:lnTo>
                  <a:pt x="5090" y="1923"/>
                </a:lnTo>
                <a:lnTo>
                  <a:pt x="5091" y="1923"/>
                </a:lnTo>
                <a:lnTo>
                  <a:pt x="5093" y="1923"/>
                </a:lnTo>
                <a:lnTo>
                  <a:pt x="5094" y="1923"/>
                </a:lnTo>
                <a:lnTo>
                  <a:pt x="5095" y="1923"/>
                </a:lnTo>
                <a:lnTo>
                  <a:pt x="5096" y="1923"/>
                </a:lnTo>
                <a:lnTo>
                  <a:pt x="5097" y="1922"/>
                </a:lnTo>
                <a:lnTo>
                  <a:pt x="5098" y="1922"/>
                </a:lnTo>
                <a:lnTo>
                  <a:pt x="5099" y="1922"/>
                </a:lnTo>
                <a:lnTo>
                  <a:pt x="5099" y="1923"/>
                </a:lnTo>
                <a:lnTo>
                  <a:pt x="5098" y="1923"/>
                </a:lnTo>
                <a:lnTo>
                  <a:pt x="5099" y="1924"/>
                </a:lnTo>
                <a:lnTo>
                  <a:pt x="5099" y="1925"/>
                </a:lnTo>
                <a:lnTo>
                  <a:pt x="5099" y="1926"/>
                </a:lnTo>
                <a:lnTo>
                  <a:pt x="5100" y="1926"/>
                </a:lnTo>
                <a:lnTo>
                  <a:pt x="5100" y="1925"/>
                </a:lnTo>
                <a:lnTo>
                  <a:pt x="5099" y="1924"/>
                </a:lnTo>
                <a:lnTo>
                  <a:pt x="5099" y="1923"/>
                </a:lnTo>
                <a:lnTo>
                  <a:pt x="5100" y="1923"/>
                </a:lnTo>
                <a:lnTo>
                  <a:pt x="5100" y="1922"/>
                </a:lnTo>
                <a:lnTo>
                  <a:pt x="5099" y="1922"/>
                </a:lnTo>
                <a:lnTo>
                  <a:pt x="5099" y="1921"/>
                </a:lnTo>
                <a:lnTo>
                  <a:pt x="5100" y="1921"/>
                </a:lnTo>
                <a:lnTo>
                  <a:pt x="5101" y="1921"/>
                </a:lnTo>
                <a:lnTo>
                  <a:pt x="5102" y="1920"/>
                </a:lnTo>
                <a:lnTo>
                  <a:pt x="5103" y="1920"/>
                </a:lnTo>
                <a:lnTo>
                  <a:pt x="5103" y="1919"/>
                </a:lnTo>
                <a:lnTo>
                  <a:pt x="5104" y="1919"/>
                </a:lnTo>
                <a:lnTo>
                  <a:pt x="5104" y="1918"/>
                </a:lnTo>
                <a:lnTo>
                  <a:pt x="5105" y="1918"/>
                </a:lnTo>
                <a:lnTo>
                  <a:pt x="5105" y="1917"/>
                </a:lnTo>
                <a:lnTo>
                  <a:pt x="5105" y="1916"/>
                </a:lnTo>
                <a:lnTo>
                  <a:pt x="5104" y="1916"/>
                </a:lnTo>
                <a:lnTo>
                  <a:pt x="5105" y="1916"/>
                </a:lnTo>
                <a:lnTo>
                  <a:pt x="5106" y="1916"/>
                </a:lnTo>
                <a:lnTo>
                  <a:pt x="5107" y="1916"/>
                </a:lnTo>
                <a:lnTo>
                  <a:pt x="5108" y="1915"/>
                </a:lnTo>
                <a:lnTo>
                  <a:pt x="5108" y="1914"/>
                </a:lnTo>
                <a:lnTo>
                  <a:pt x="5109" y="1914"/>
                </a:lnTo>
                <a:lnTo>
                  <a:pt x="5109" y="1915"/>
                </a:lnTo>
                <a:lnTo>
                  <a:pt x="5110" y="1915"/>
                </a:lnTo>
                <a:lnTo>
                  <a:pt x="5111" y="1915"/>
                </a:lnTo>
                <a:lnTo>
                  <a:pt x="5111" y="1914"/>
                </a:lnTo>
                <a:lnTo>
                  <a:pt x="5111" y="1913"/>
                </a:lnTo>
                <a:lnTo>
                  <a:pt x="5110" y="1912"/>
                </a:lnTo>
                <a:lnTo>
                  <a:pt x="5110" y="1911"/>
                </a:lnTo>
                <a:lnTo>
                  <a:pt x="5111" y="1912"/>
                </a:lnTo>
                <a:lnTo>
                  <a:pt x="5111" y="1913"/>
                </a:lnTo>
                <a:lnTo>
                  <a:pt x="5112" y="1913"/>
                </a:lnTo>
                <a:lnTo>
                  <a:pt x="5113" y="1914"/>
                </a:lnTo>
                <a:lnTo>
                  <a:pt x="5114" y="1914"/>
                </a:lnTo>
                <a:lnTo>
                  <a:pt x="5116" y="1913"/>
                </a:lnTo>
                <a:lnTo>
                  <a:pt x="5116" y="1912"/>
                </a:lnTo>
                <a:lnTo>
                  <a:pt x="5115" y="1912"/>
                </a:lnTo>
                <a:lnTo>
                  <a:pt x="5115" y="1911"/>
                </a:lnTo>
                <a:lnTo>
                  <a:pt x="5116" y="1911"/>
                </a:lnTo>
                <a:lnTo>
                  <a:pt x="5116" y="1912"/>
                </a:lnTo>
                <a:lnTo>
                  <a:pt x="5118" y="1912"/>
                </a:lnTo>
                <a:lnTo>
                  <a:pt x="5118" y="1913"/>
                </a:lnTo>
                <a:lnTo>
                  <a:pt x="5117" y="1913"/>
                </a:lnTo>
                <a:lnTo>
                  <a:pt x="5117" y="1914"/>
                </a:lnTo>
                <a:lnTo>
                  <a:pt x="5118" y="1914"/>
                </a:lnTo>
                <a:lnTo>
                  <a:pt x="5119" y="1914"/>
                </a:lnTo>
                <a:lnTo>
                  <a:pt x="5120" y="1915"/>
                </a:lnTo>
                <a:lnTo>
                  <a:pt x="5119" y="1916"/>
                </a:lnTo>
                <a:lnTo>
                  <a:pt x="5120" y="1916"/>
                </a:lnTo>
                <a:lnTo>
                  <a:pt x="5120" y="1917"/>
                </a:lnTo>
                <a:lnTo>
                  <a:pt x="5119" y="1917"/>
                </a:lnTo>
                <a:lnTo>
                  <a:pt x="5118" y="1917"/>
                </a:lnTo>
                <a:lnTo>
                  <a:pt x="5118" y="1918"/>
                </a:lnTo>
                <a:lnTo>
                  <a:pt x="5117" y="1918"/>
                </a:lnTo>
                <a:lnTo>
                  <a:pt x="5117" y="1917"/>
                </a:lnTo>
                <a:lnTo>
                  <a:pt x="5116" y="1918"/>
                </a:lnTo>
                <a:lnTo>
                  <a:pt x="5116" y="1919"/>
                </a:lnTo>
                <a:lnTo>
                  <a:pt x="5117" y="1920"/>
                </a:lnTo>
                <a:lnTo>
                  <a:pt x="5118" y="1920"/>
                </a:lnTo>
                <a:lnTo>
                  <a:pt x="5118" y="1921"/>
                </a:lnTo>
                <a:lnTo>
                  <a:pt x="5117" y="1922"/>
                </a:lnTo>
                <a:lnTo>
                  <a:pt x="5118" y="1923"/>
                </a:lnTo>
                <a:lnTo>
                  <a:pt x="5118" y="1924"/>
                </a:lnTo>
                <a:lnTo>
                  <a:pt x="5119" y="1925"/>
                </a:lnTo>
                <a:lnTo>
                  <a:pt x="5120" y="1926"/>
                </a:lnTo>
                <a:lnTo>
                  <a:pt x="5120" y="1927"/>
                </a:lnTo>
                <a:lnTo>
                  <a:pt x="5121" y="1928"/>
                </a:lnTo>
                <a:lnTo>
                  <a:pt x="5122" y="1928"/>
                </a:lnTo>
                <a:lnTo>
                  <a:pt x="5123" y="1927"/>
                </a:lnTo>
                <a:lnTo>
                  <a:pt x="5123" y="1926"/>
                </a:lnTo>
                <a:lnTo>
                  <a:pt x="5123" y="1925"/>
                </a:lnTo>
                <a:lnTo>
                  <a:pt x="5124" y="1925"/>
                </a:lnTo>
                <a:lnTo>
                  <a:pt x="5126" y="1925"/>
                </a:lnTo>
                <a:lnTo>
                  <a:pt x="5126" y="1924"/>
                </a:lnTo>
                <a:lnTo>
                  <a:pt x="5127" y="1924"/>
                </a:lnTo>
                <a:lnTo>
                  <a:pt x="5128" y="1924"/>
                </a:lnTo>
                <a:lnTo>
                  <a:pt x="5129" y="1924"/>
                </a:lnTo>
                <a:lnTo>
                  <a:pt x="5130" y="1924"/>
                </a:lnTo>
                <a:lnTo>
                  <a:pt x="5131" y="1924"/>
                </a:lnTo>
                <a:lnTo>
                  <a:pt x="5132" y="1924"/>
                </a:lnTo>
                <a:lnTo>
                  <a:pt x="5132" y="1925"/>
                </a:lnTo>
                <a:lnTo>
                  <a:pt x="5133" y="1926"/>
                </a:lnTo>
                <a:lnTo>
                  <a:pt x="5132" y="1926"/>
                </a:lnTo>
                <a:lnTo>
                  <a:pt x="5131" y="1926"/>
                </a:lnTo>
                <a:lnTo>
                  <a:pt x="5131" y="1927"/>
                </a:lnTo>
                <a:lnTo>
                  <a:pt x="5132" y="1928"/>
                </a:lnTo>
                <a:lnTo>
                  <a:pt x="5133" y="1928"/>
                </a:lnTo>
                <a:lnTo>
                  <a:pt x="5135" y="1929"/>
                </a:lnTo>
                <a:lnTo>
                  <a:pt x="5136" y="1929"/>
                </a:lnTo>
                <a:lnTo>
                  <a:pt x="5137" y="1930"/>
                </a:lnTo>
                <a:lnTo>
                  <a:pt x="5138" y="1930"/>
                </a:lnTo>
                <a:lnTo>
                  <a:pt x="5139" y="1930"/>
                </a:lnTo>
                <a:lnTo>
                  <a:pt x="5140" y="1930"/>
                </a:lnTo>
                <a:lnTo>
                  <a:pt x="5141" y="1930"/>
                </a:lnTo>
                <a:lnTo>
                  <a:pt x="5141" y="1929"/>
                </a:lnTo>
                <a:lnTo>
                  <a:pt x="5143" y="1929"/>
                </a:lnTo>
                <a:lnTo>
                  <a:pt x="5144" y="1930"/>
                </a:lnTo>
                <a:lnTo>
                  <a:pt x="5147" y="1930"/>
                </a:lnTo>
                <a:lnTo>
                  <a:pt x="5148" y="1930"/>
                </a:lnTo>
                <a:lnTo>
                  <a:pt x="5150" y="1929"/>
                </a:lnTo>
                <a:lnTo>
                  <a:pt x="5152" y="1928"/>
                </a:lnTo>
                <a:lnTo>
                  <a:pt x="5153" y="1928"/>
                </a:lnTo>
                <a:lnTo>
                  <a:pt x="5154" y="1928"/>
                </a:lnTo>
                <a:lnTo>
                  <a:pt x="5153" y="1928"/>
                </a:lnTo>
                <a:lnTo>
                  <a:pt x="5153" y="1929"/>
                </a:lnTo>
                <a:lnTo>
                  <a:pt x="5154" y="1930"/>
                </a:lnTo>
                <a:lnTo>
                  <a:pt x="5153" y="1930"/>
                </a:lnTo>
                <a:lnTo>
                  <a:pt x="5153" y="1931"/>
                </a:lnTo>
                <a:lnTo>
                  <a:pt x="5154" y="1931"/>
                </a:lnTo>
                <a:lnTo>
                  <a:pt x="5154" y="1933"/>
                </a:lnTo>
                <a:lnTo>
                  <a:pt x="5153" y="1933"/>
                </a:lnTo>
                <a:lnTo>
                  <a:pt x="5154" y="1933"/>
                </a:lnTo>
                <a:lnTo>
                  <a:pt x="5155" y="1933"/>
                </a:lnTo>
                <a:lnTo>
                  <a:pt x="5155" y="1932"/>
                </a:lnTo>
                <a:lnTo>
                  <a:pt x="5155" y="1931"/>
                </a:lnTo>
                <a:lnTo>
                  <a:pt x="5155" y="1930"/>
                </a:lnTo>
                <a:lnTo>
                  <a:pt x="5155" y="1931"/>
                </a:lnTo>
                <a:lnTo>
                  <a:pt x="5156" y="1931"/>
                </a:lnTo>
                <a:lnTo>
                  <a:pt x="5157" y="1931"/>
                </a:lnTo>
                <a:lnTo>
                  <a:pt x="5158" y="1931"/>
                </a:lnTo>
                <a:lnTo>
                  <a:pt x="5159" y="1931"/>
                </a:lnTo>
                <a:lnTo>
                  <a:pt x="5161" y="1931"/>
                </a:lnTo>
                <a:lnTo>
                  <a:pt x="5163" y="1931"/>
                </a:lnTo>
                <a:lnTo>
                  <a:pt x="5164" y="1931"/>
                </a:lnTo>
                <a:lnTo>
                  <a:pt x="5165" y="1930"/>
                </a:lnTo>
                <a:lnTo>
                  <a:pt x="5165" y="1929"/>
                </a:lnTo>
                <a:lnTo>
                  <a:pt x="5166" y="1929"/>
                </a:lnTo>
                <a:lnTo>
                  <a:pt x="5167" y="1929"/>
                </a:lnTo>
                <a:lnTo>
                  <a:pt x="5169" y="1929"/>
                </a:lnTo>
                <a:lnTo>
                  <a:pt x="5169" y="1928"/>
                </a:lnTo>
                <a:lnTo>
                  <a:pt x="5170" y="1928"/>
                </a:lnTo>
                <a:lnTo>
                  <a:pt x="5170" y="1929"/>
                </a:lnTo>
                <a:lnTo>
                  <a:pt x="5171" y="1929"/>
                </a:lnTo>
                <a:lnTo>
                  <a:pt x="5171" y="1928"/>
                </a:lnTo>
                <a:lnTo>
                  <a:pt x="5172" y="1928"/>
                </a:lnTo>
                <a:lnTo>
                  <a:pt x="5172" y="1929"/>
                </a:lnTo>
                <a:lnTo>
                  <a:pt x="5172" y="1930"/>
                </a:lnTo>
                <a:lnTo>
                  <a:pt x="5173" y="1930"/>
                </a:lnTo>
                <a:lnTo>
                  <a:pt x="5174" y="1930"/>
                </a:lnTo>
                <a:lnTo>
                  <a:pt x="5174" y="1929"/>
                </a:lnTo>
                <a:lnTo>
                  <a:pt x="5173" y="1928"/>
                </a:lnTo>
                <a:lnTo>
                  <a:pt x="5174" y="1928"/>
                </a:lnTo>
                <a:lnTo>
                  <a:pt x="5175" y="1929"/>
                </a:lnTo>
                <a:lnTo>
                  <a:pt x="5176" y="1930"/>
                </a:lnTo>
                <a:lnTo>
                  <a:pt x="5176" y="1931"/>
                </a:lnTo>
                <a:lnTo>
                  <a:pt x="5177" y="1931"/>
                </a:lnTo>
                <a:lnTo>
                  <a:pt x="5177" y="1932"/>
                </a:lnTo>
                <a:lnTo>
                  <a:pt x="5176" y="1932"/>
                </a:lnTo>
                <a:lnTo>
                  <a:pt x="5175" y="1933"/>
                </a:lnTo>
                <a:lnTo>
                  <a:pt x="5175" y="1934"/>
                </a:lnTo>
                <a:lnTo>
                  <a:pt x="5174" y="1933"/>
                </a:lnTo>
                <a:lnTo>
                  <a:pt x="5174" y="1932"/>
                </a:lnTo>
                <a:lnTo>
                  <a:pt x="5173" y="1932"/>
                </a:lnTo>
                <a:lnTo>
                  <a:pt x="5172" y="1932"/>
                </a:lnTo>
                <a:lnTo>
                  <a:pt x="5171" y="1932"/>
                </a:lnTo>
                <a:lnTo>
                  <a:pt x="5170" y="1933"/>
                </a:lnTo>
                <a:lnTo>
                  <a:pt x="5169" y="1933"/>
                </a:lnTo>
                <a:lnTo>
                  <a:pt x="5168" y="1933"/>
                </a:lnTo>
                <a:lnTo>
                  <a:pt x="5167" y="1934"/>
                </a:lnTo>
                <a:lnTo>
                  <a:pt x="5166" y="1934"/>
                </a:lnTo>
                <a:lnTo>
                  <a:pt x="5165" y="1935"/>
                </a:lnTo>
                <a:lnTo>
                  <a:pt x="5165" y="1936"/>
                </a:lnTo>
                <a:lnTo>
                  <a:pt x="5164" y="1937"/>
                </a:lnTo>
                <a:lnTo>
                  <a:pt x="5164" y="1938"/>
                </a:lnTo>
                <a:lnTo>
                  <a:pt x="5164" y="1939"/>
                </a:lnTo>
                <a:lnTo>
                  <a:pt x="5165" y="1939"/>
                </a:lnTo>
                <a:lnTo>
                  <a:pt x="5165" y="1940"/>
                </a:lnTo>
                <a:lnTo>
                  <a:pt x="5165" y="1941"/>
                </a:lnTo>
                <a:lnTo>
                  <a:pt x="5164" y="1942"/>
                </a:lnTo>
                <a:lnTo>
                  <a:pt x="5163" y="1942"/>
                </a:lnTo>
                <a:lnTo>
                  <a:pt x="5163" y="1941"/>
                </a:lnTo>
                <a:lnTo>
                  <a:pt x="5162" y="1941"/>
                </a:lnTo>
                <a:lnTo>
                  <a:pt x="5161" y="1941"/>
                </a:lnTo>
                <a:lnTo>
                  <a:pt x="5162" y="1942"/>
                </a:lnTo>
                <a:lnTo>
                  <a:pt x="5163" y="1942"/>
                </a:lnTo>
                <a:lnTo>
                  <a:pt x="5163" y="1943"/>
                </a:lnTo>
                <a:lnTo>
                  <a:pt x="5162" y="1944"/>
                </a:lnTo>
                <a:lnTo>
                  <a:pt x="5162" y="1945"/>
                </a:lnTo>
                <a:lnTo>
                  <a:pt x="5163" y="1945"/>
                </a:lnTo>
                <a:lnTo>
                  <a:pt x="5162" y="1945"/>
                </a:lnTo>
                <a:lnTo>
                  <a:pt x="5162" y="1944"/>
                </a:lnTo>
                <a:lnTo>
                  <a:pt x="5161" y="1944"/>
                </a:lnTo>
                <a:lnTo>
                  <a:pt x="5161" y="1945"/>
                </a:lnTo>
                <a:lnTo>
                  <a:pt x="5161" y="1946"/>
                </a:lnTo>
                <a:lnTo>
                  <a:pt x="5162" y="1946"/>
                </a:lnTo>
                <a:lnTo>
                  <a:pt x="5163" y="1946"/>
                </a:lnTo>
                <a:lnTo>
                  <a:pt x="5162" y="1947"/>
                </a:lnTo>
                <a:lnTo>
                  <a:pt x="5162" y="1948"/>
                </a:lnTo>
                <a:lnTo>
                  <a:pt x="5163" y="1948"/>
                </a:lnTo>
                <a:lnTo>
                  <a:pt x="5164" y="1948"/>
                </a:lnTo>
                <a:lnTo>
                  <a:pt x="5164" y="1949"/>
                </a:lnTo>
                <a:lnTo>
                  <a:pt x="5165" y="1950"/>
                </a:lnTo>
                <a:lnTo>
                  <a:pt x="5165" y="1951"/>
                </a:lnTo>
                <a:lnTo>
                  <a:pt x="5165" y="1952"/>
                </a:lnTo>
                <a:lnTo>
                  <a:pt x="5166" y="1953"/>
                </a:lnTo>
                <a:lnTo>
                  <a:pt x="5167" y="1953"/>
                </a:lnTo>
                <a:lnTo>
                  <a:pt x="5167" y="1954"/>
                </a:lnTo>
                <a:lnTo>
                  <a:pt x="5168" y="1954"/>
                </a:lnTo>
                <a:lnTo>
                  <a:pt x="5168" y="1955"/>
                </a:lnTo>
                <a:lnTo>
                  <a:pt x="5167" y="1955"/>
                </a:lnTo>
                <a:lnTo>
                  <a:pt x="5166" y="1956"/>
                </a:lnTo>
                <a:lnTo>
                  <a:pt x="5164" y="1956"/>
                </a:lnTo>
                <a:lnTo>
                  <a:pt x="5162" y="1957"/>
                </a:lnTo>
                <a:lnTo>
                  <a:pt x="5162" y="1958"/>
                </a:lnTo>
                <a:lnTo>
                  <a:pt x="5162" y="1959"/>
                </a:lnTo>
                <a:lnTo>
                  <a:pt x="5163" y="1959"/>
                </a:lnTo>
                <a:lnTo>
                  <a:pt x="5164" y="1959"/>
                </a:lnTo>
                <a:lnTo>
                  <a:pt x="5164" y="1961"/>
                </a:lnTo>
                <a:lnTo>
                  <a:pt x="5163" y="1961"/>
                </a:lnTo>
                <a:lnTo>
                  <a:pt x="5162" y="1961"/>
                </a:lnTo>
                <a:lnTo>
                  <a:pt x="5161" y="1961"/>
                </a:lnTo>
                <a:lnTo>
                  <a:pt x="5160" y="1960"/>
                </a:lnTo>
                <a:lnTo>
                  <a:pt x="5159" y="1960"/>
                </a:lnTo>
                <a:lnTo>
                  <a:pt x="5158" y="1960"/>
                </a:lnTo>
                <a:lnTo>
                  <a:pt x="5157" y="1960"/>
                </a:lnTo>
                <a:lnTo>
                  <a:pt x="5156" y="1960"/>
                </a:lnTo>
                <a:lnTo>
                  <a:pt x="5155" y="1960"/>
                </a:lnTo>
                <a:lnTo>
                  <a:pt x="5154" y="1960"/>
                </a:lnTo>
                <a:lnTo>
                  <a:pt x="5154" y="1961"/>
                </a:lnTo>
                <a:lnTo>
                  <a:pt x="5153" y="1962"/>
                </a:lnTo>
                <a:lnTo>
                  <a:pt x="5152" y="1964"/>
                </a:lnTo>
                <a:lnTo>
                  <a:pt x="5152" y="1965"/>
                </a:lnTo>
                <a:lnTo>
                  <a:pt x="5151" y="1965"/>
                </a:lnTo>
                <a:lnTo>
                  <a:pt x="5150" y="1965"/>
                </a:lnTo>
                <a:lnTo>
                  <a:pt x="5150" y="1966"/>
                </a:lnTo>
                <a:lnTo>
                  <a:pt x="5151" y="1966"/>
                </a:lnTo>
                <a:lnTo>
                  <a:pt x="5151" y="1967"/>
                </a:lnTo>
                <a:lnTo>
                  <a:pt x="5152" y="1967"/>
                </a:lnTo>
                <a:lnTo>
                  <a:pt x="5152" y="1968"/>
                </a:lnTo>
                <a:lnTo>
                  <a:pt x="5151" y="1968"/>
                </a:lnTo>
                <a:lnTo>
                  <a:pt x="5152" y="1969"/>
                </a:lnTo>
                <a:lnTo>
                  <a:pt x="5152" y="1970"/>
                </a:lnTo>
                <a:lnTo>
                  <a:pt x="5152" y="1971"/>
                </a:lnTo>
                <a:lnTo>
                  <a:pt x="5152" y="1972"/>
                </a:lnTo>
                <a:lnTo>
                  <a:pt x="5149" y="1972"/>
                </a:lnTo>
                <a:lnTo>
                  <a:pt x="5148" y="1974"/>
                </a:lnTo>
                <a:lnTo>
                  <a:pt x="5148" y="1975"/>
                </a:lnTo>
                <a:lnTo>
                  <a:pt x="5149" y="1976"/>
                </a:lnTo>
                <a:lnTo>
                  <a:pt x="5150" y="1976"/>
                </a:lnTo>
                <a:lnTo>
                  <a:pt x="5150" y="1975"/>
                </a:lnTo>
                <a:lnTo>
                  <a:pt x="5151" y="1975"/>
                </a:lnTo>
                <a:lnTo>
                  <a:pt x="5152" y="1975"/>
                </a:lnTo>
                <a:lnTo>
                  <a:pt x="5153" y="1975"/>
                </a:lnTo>
                <a:lnTo>
                  <a:pt x="5154" y="1976"/>
                </a:lnTo>
                <a:lnTo>
                  <a:pt x="5155" y="1976"/>
                </a:lnTo>
                <a:lnTo>
                  <a:pt x="5156" y="1976"/>
                </a:lnTo>
                <a:lnTo>
                  <a:pt x="5157" y="1976"/>
                </a:lnTo>
                <a:lnTo>
                  <a:pt x="5157" y="1975"/>
                </a:lnTo>
                <a:lnTo>
                  <a:pt x="5159" y="1975"/>
                </a:lnTo>
                <a:lnTo>
                  <a:pt x="5162" y="1974"/>
                </a:lnTo>
                <a:lnTo>
                  <a:pt x="5163" y="1974"/>
                </a:lnTo>
                <a:lnTo>
                  <a:pt x="5162" y="1974"/>
                </a:lnTo>
                <a:lnTo>
                  <a:pt x="5161" y="1974"/>
                </a:lnTo>
                <a:lnTo>
                  <a:pt x="5161" y="1975"/>
                </a:lnTo>
                <a:lnTo>
                  <a:pt x="5160" y="1975"/>
                </a:lnTo>
                <a:lnTo>
                  <a:pt x="5160" y="1976"/>
                </a:lnTo>
                <a:lnTo>
                  <a:pt x="5159" y="1976"/>
                </a:lnTo>
                <a:lnTo>
                  <a:pt x="5159" y="1978"/>
                </a:lnTo>
                <a:lnTo>
                  <a:pt x="5159" y="1979"/>
                </a:lnTo>
                <a:lnTo>
                  <a:pt x="5159" y="1980"/>
                </a:lnTo>
                <a:lnTo>
                  <a:pt x="5159" y="1981"/>
                </a:lnTo>
                <a:lnTo>
                  <a:pt x="5160" y="1981"/>
                </a:lnTo>
                <a:lnTo>
                  <a:pt x="5160" y="1982"/>
                </a:lnTo>
                <a:lnTo>
                  <a:pt x="5159" y="1982"/>
                </a:lnTo>
                <a:lnTo>
                  <a:pt x="5159" y="1983"/>
                </a:lnTo>
                <a:lnTo>
                  <a:pt x="5158" y="1983"/>
                </a:lnTo>
                <a:lnTo>
                  <a:pt x="5158" y="1984"/>
                </a:lnTo>
                <a:lnTo>
                  <a:pt x="5158" y="1985"/>
                </a:lnTo>
                <a:lnTo>
                  <a:pt x="5158" y="1986"/>
                </a:lnTo>
                <a:lnTo>
                  <a:pt x="5158" y="1987"/>
                </a:lnTo>
                <a:lnTo>
                  <a:pt x="5159" y="1987"/>
                </a:lnTo>
                <a:lnTo>
                  <a:pt x="5159" y="1988"/>
                </a:lnTo>
                <a:lnTo>
                  <a:pt x="5158" y="1989"/>
                </a:lnTo>
                <a:lnTo>
                  <a:pt x="5158" y="1990"/>
                </a:lnTo>
                <a:lnTo>
                  <a:pt x="5157" y="1991"/>
                </a:lnTo>
                <a:lnTo>
                  <a:pt x="5156" y="1991"/>
                </a:lnTo>
                <a:lnTo>
                  <a:pt x="5155" y="1991"/>
                </a:lnTo>
                <a:lnTo>
                  <a:pt x="5155" y="1992"/>
                </a:lnTo>
                <a:lnTo>
                  <a:pt x="5155" y="1991"/>
                </a:lnTo>
                <a:lnTo>
                  <a:pt x="5154" y="1991"/>
                </a:lnTo>
                <a:lnTo>
                  <a:pt x="5155" y="1991"/>
                </a:lnTo>
                <a:lnTo>
                  <a:pt x="5156" y="1989"/>
                </a:lnTo>
                <a:lnTo>
                  <a:pt x="5156" y="1988"/>
                </a:lnTo>
                <a:lnTo>
                  <a:pt x="5156" y="1987"/>
                </a:lnTo>
                <a:lnTo>
                  <a:pt x="5155" y="1987"/>
                </a:lnTo>
                <a:lnTo>
                  <a:pt x="5154" y="1987"/>
                </a:lnTo>
                <a:lnTo>
                  <a:pt x="5153" y="1987"/>
                </a:lnTo>
                <a:lnTo>
                  <a:pt x="5153" y="1988"/>
                </a:lnTo>
                <a:lnTo>
                  <a:pt x="5152" y="1988"/>
                </a:lnTo>
                <a:lnTo>
                  <a:pt x="5152" y="1987"/>
                </a:lnTo>
                <a:lnTo>
                  <a:pt x="5151" y="1987"/>
                </a:lnTo>
                <a:lnTo>
                  <a:pt x="5151" y="1988"/>
                </a:lnTo>
                <a:lnTo>
                  <a:pt x="5150" y="1988"/>
                </a:lnTo>
                <a:lnTo>
                  <a:pt x="5149" y="1988"/>
                </a:lnTo>
                <a:lnTo>
                  <a:pt x="5148" y="1988"/>
                </a:lnTo>
                <a:lnTo>
                  <a:pt x="5147" y="1988"/>
                </a:lnTo>
                <a:lnTo>
                  <a:pt x="5147" y="1989"/>
                </a:lnTo>
                <a:lnTo>
                  <a:pt x="5146" y="1990"/>
                </a:lnTo>
                <a:lnTo>
                  <a:pt x="5147" y="1991"/>
                </a:lnTo>
                <a:lnTo>
                  <a:pt x="5148" y="1991"/>
                </a:lnTo>
                <a:lnTo>
                  <a:pt x="5148" y="1992"/>
                </a:lnTo>
                <a:lnTo>
                  <a:pt x="5149" y="1992"/>
                </a:lnTo>
                <a:lnTo>
                  <a:pt x="5149" y="1991"/>
                </a:lnTo>
                <a:lnTo>
                  <a:pt x="5149" y="1993"/>
                </a:lnTo>
                <a:lnTo>
                  <a:pt x="5149" y="1994"/>
                </a:lnTo>
                <a:lnTo>
                  <a:pt x="5149" y="1993"/>
                </a:lnTo>
                <a:lnTo>
                  <a:pt x="5148" y="1994"/>
                </a:lnTo>
                <a:lnTo>
                  <a:pt x="5147" y="1995"/>
                </a:lnTo>
                <a:lnTo>
                  <a:pt x="5146" y="1995"/>
                </a:lnTo>
                <a:lnTo>
                  <a:pt x="5145" y="1995"/>
                </a:lnTo>
                <a:lnTo>
                  <a:pt x="5144" y="1994"/>
                </a:lnTo>
                <a:lnTo>
                  <a:pt x="5143" y="1995"/>
                </a:lnTo>
                <a:lnTo>
                  <a:pt x="5142" y="1995"/>
                </a:lnTo>
                <a:lnTo>
                  <a:pt x="5142" y="1996"/>
                </a:lnTo>
                <a:lnTo>
                  <a:pt x="5142" y="1997"/>
                </a:lnTo>
                <a:lnTo>
                  <a:pt x="5143" y="1997"/>
                </a:lnTo>
                <a:lnTo>
                  <a:pt x="5142" y="1997"/>
                </a:lnTo>
                <a:lnTo>
                  <a:pt x="5141" y="1998"/>
                </a:lnTo>
                <a:lnTo>
                  <a:pt x="5140" y="1998"/>
                </a:lnTo>
                <a:lnTo>
                  <a:pt x="5139" y="1998"/>
                </a:lnTo>
                <a:lnTo>
                  <a:pt x="5139" y="1999"/>
                </a:lnTo>
                <a:lnTo>
                  <a:pt x="5138" y="1999"/>
                </a:lnTo>
                <a:lnTo>
                  <a:pt x="5139" y="1998"/>
                </a:lnTo>
                <a:lnTo>
                  <a:pt x="5138" y="1998"/>
                </a:lnTo>
                <a:lnTo>
                  <a:pt x="5137" y="1998"/>
                </a:lnTo>
                <a:lnTo>
                  <a:pt x="5137" y="1999"/>
                </a:lnTo>
                <a:lnTo>
                  <a:pt x="5136" y="1999"/>
                </a:lnTo>
                <a:lnTo>
                  <a:pt x="5135" y="1998"/>
                </a:lnTo>
                <a:lnTo>
                  <a:pt x="5134" y="1998"/>
                </a:lnTo>
                <a:lnTo>
                  <a:pt x="5133" y="1998"/>
                </a:lnTo>
                <a:lnTo>
                  <a:pt x="5132" y="1998"/>
                </a:lnTo>
                <a:lnTo>
                  <a:pt x="5131" y="1997"/>
                </a:lnTo>
                <a:lnTo>
                  <a:pt x="5131" y="1998"/>
                </a:lnTo>
                <a:lnTo>
                  <a:pt x="5130" y="1998"/>
                </a:lnTo>
                <a:lnTo>
                  <a:pt x="5129" y="1998"/>
                </a:lnTo>
                <a:lnTo>
                  <a:pt x="5128" y="1998"/>
                </a:lnTo>
                <a:lnTo>
                  <a:pt x="5128" y="1997"/>
                </a:lnTo>
                <a:lnTo>
                  <a:pt x="5127" y="1997"/>
                </a:lnTo>
                <a:lnTo>
                  <a:pt x="5126" y="1996"/>
                </a:lnTo>
                <a:lnTo>
                  <a:pt x="5125" y="1996"/>
                </a:lnTo>
                <a:lnTo>
                  <a:pt x="5125" y="1997"/>
                </a:lnTo>
                <a:lnTo>
                  <a:pt x="5124" y="1997"/>
                </a:lnTo>
                <a:lnTo>
                  <a:pt x="5123" y="1997"/>
                </a:lnTo>
                <a:lnTo>
                  <a:pt x="5122" y="1997"/>
                </a:lnTo>
                <a:lnTo>
                  <a:pt x="5123" y="1996"/>
                </a:lnTo>
                <a:lnTo>
                  <a:pt x="5123" y="1995"/>
                </a:lnTo>
                <a:lnTo>
                  <a:pt x="5123" y="1996"/>
                </a:lnTo>
                <a:lnTo>
                  <a:pt x="5124" y="1995"/>
                </a:lnTo>
                <a:lnTo>
                  <a:pt x="5123" y="1994"/>
                </a:lnTo>
                <a:lnTo>
                  <a:pt x="5122" y="1993"/>
                </a:lnTo>
                <a:lnTo>
                  <a:pt x="5122" y="1992"/>
                </a:lnTo>
                <a:lnTo>
                  <a:pt x="5123" y="1991"/>
                </a:lnTo>
                <a:lnTo>
                  <a:pt x="5124" y="1991"/>
                </a:lnTo>
                <a:lnTo>
                  <a:pt x="5124" y="1990"/>
                </a:lnTo>
                <a:lnTo>
                  <a:pt x="5123" y="1990"/>
                </a:lnTo>
                <a:lnTo>
                  <a:pt x="5124" y="1990"/>
                </a:lnTo>
                <a:lnTo>
                  <a:pt x="5125" y="1990"/>
                </a:lnTo>
                <a:lnTo>
                  <a:pt x="5126" y="1990"/>
                </a:lnTo>
                <a:lnTo>
                  <a:pt x="5127" y="1990"/>
                </a:lnTo>
                <a:lnTo>
                  <a:pt x="5128" y="1990"/>
                </a:lnTo>
                <a:lnTo>
                  <a:pt x="5129" y="1990"/>
                </a:lnTo>
                <a:lnTo>
                  <a:pt x="5130" y="1990"/>
                </a:lnTo>
                <a:lnTo>
                  <a:pt x="5129" y="1990"/>
                </a:lnTo>
                <a:lnTo>
                  <a:pt x="5128" y="1990"/>
                </a:lnTo>
                <a:lnTo>
                  <a:pt x="5127" y="1989"/>
                </a:lnTo>
                <a:lnTo>
                  <a:pt x="5126" y="1989"/>
                </a:lnTo>
                <a:lnTo>
                  <a:pt x="5124" y="1989"/>
                </a:lnTo>
                <a:lnTo>
                  <a:pt x="5123" y="1989"/>
                </a:lnTo>
                <a:lnTo>
                  <a:pt x="5123" y="1988"/>
                </a:lnTo>
                <a:lnTo>
                  <a:pt x="5123" y="1989"/>
                </a:lnTo>
                <a:lnTo>
                  <a:pt x="5122" y="1989"/>
                </a:lnTo>
                <a:lnTo>
                  <a:pt x="5121" y="1989"/>
                </a:lnTo>
                <a:lnTo>
                  <a:pt x="5120" y="1989"/>
                </a:lnTo>
                <a:lnTo>
                  <a:pt x="5120" y="1988"/>
                </a:lnTo>
                <a:lnTo>
                  <a:pt x="5120" y="1987"/>
                </a:lnTo>
                <a:lnTo>
                  <a:pt x="5120" y="1986"/>
                </a:lnTo>
                <a:lnTo>
                  <a:pt x="5119" y="1986"/>
                </a:lnTo>
                <a:lnTo>
                  <a:pt x="5119" y="1987"/>
                </a:lnTo>
                <a:lnTo>
                  <a:pt x="5119" y="1986"/>
                </a:lnTo>
                <a:lnTo>
                  <a:pt x="5118" y="1986"/>
                </a:lnTo>
                <a:lnTo>
                  <a:pt x="5118" y="1985"/>
                </a:lnTo>
                <a:lnTo>
                  <a:pt x="5119" y="1985"/>
                </a:lnTo>
                <a:lnTo>
                  <a:pt x="5119" y="1984"/>
                </a:lnTo>
                <a:lnTo>
                  <a:pt x="5120" y="1983"/>
                </a:lnTo>
                <a:lnTo>
                  <a:pt x="5121" y="1982"/>
                </a:lnTo>
                <a:lnTo>
                  <a:pt x="5121" y="1981"/>
                </a:lnTo>
                <a:lnTo>
                  <a:pt x="5121" y="1980"/>
                </a:lnTo>
                <a:lnTo>
                  <a:pt x="5121" y="1979"/>
                </a:lnTo>
                <a:lnTo>
                  <a:pt x="5122" y="1978"/>
                </a:lnTo>
                <a:lnTo>
                  <a:pt x="5124" y="1978"/>
                </a:lnTo>
                <a:lnTo>
                  <a:pt x="5124" y="1977"/>
                </a:lnTo>
                <a:lnTo>
                  <a:pt x="5124" y="1976"/>
                </a:lnTo>
                <a:lnTo>
                  <a:pt x="5125" y="1976"/>
                </a:lnTo>
                <a:lnTo>
                  <a:pt x="5126" y="1975"/>
                </a:lnTo>
                <a:lnTo>
                  <a:pt x="5127" y="1975"/>
                </a:lnTo>
                <a:lnTo>
                  <a:pt x="5127" y="1974"/>
                </a:lnTo>
                <a:lnTo>
                  <a:pt x="5126" y="1975"/>
                </a:lnTo>
                <a:lnTo>
                  <a:pt x="5125" y="1975"/>
                </a:lnTo>
                <a:lnTo>
                  <a:pt x="5125" y="1976"/>
                </a:lnTo>
                <a:lnTo>
                  <a:pt x="5125" y="1975"/>
                </a:lnTo>
                <a:lnTo>
                  <a:pt x="5124" y="1974"/>
                </a:lnTo>
                <a:lnTo>
                  <a:pt x="5124" y="1973"/>
                </a:lnTo>
                <a:lnTo>
                  <a:pt x="5123" y="1973"/>
                </a:lnTo>
                <a:lnTo>
                  <a:pt x="5124" y="1974"/>
                </a:lnTo>
                <a:lnTo>
                  <a:pt x="5124" y="1975"/>
                </a:lnTo>
                <a:lnTo>
                  <a:pt x="5124" y="1976"/>
                </a:lnTo>
                <a:lnTo>
                  <a:pt x="5123" y="1976"/>
                </a:lnTo>
                <a:lnTo>
                  <a:pt x="5123" y="1977"/>
                </a:lnTo>
                <a:lnTo>
                  <a:pt x="5122" y="1977"/>
                </a:lnTo>
                <a:lnTo>
                  <a:pt x="5121" y="1977"/>
                </a:lnTo>
                <a:lnTo>
                  <a:pt x="5120" y="1978"/>
                </a:lnTo>
                <a:lnTo>
                  <a:pt x="5119" y="1979"/>
                </a:lnTo>
                <a:lnTo>
                  <a:pt x="5119" y="1980"/>
                </a:lnTo>
                <a:lnTo>
                  <a:pt x="5119" y="1981"/>
                </a:lnTo>
                <a:lnTo>
                  <a:pt x="5119" y="1982"/>
                </a:lnTo>
                <a:lnTo>
                  <a:pt x="5118" y="1984"/>
                </a:lnTo>
                <a:lnTo>
                  <a:pt x="5118" y="1985"/>
                </a:lnTo>
                <a:lnTo>
                  <a:pt x="5117" y="1985"/>
                </a:lnTo>
                <a:lnTo>
                  <a:pt x="5117" y="1984"/>
                </a:lnTo>
                <a:lnTo>
                  <a:pt x="5116" y="1984"/>
                </a:lnTo>
                <a:lnTo>
                  <a:pt x="5115" y="1984"/>
                </a:lnTo>
                <a:lnTo>
                  <a:pt x="5114" y="1984"/>
                </a:lnTo>
                <a:lnTo>
                  <a:pt x="5113" y="1985"/>
                </a:lnTo>
                <a:lnTo>
                  <a:pt x="5112" y="1986"/>
                </a:lnTo>
                <a:lnTo>
                  <a:pt x="5112" y="1987"/>
                </a:lnTo>
                <a:lnTo>
                  <a:pt x="5113" y="1988"/>
                </a:lnTo>
                <a:lnTo>
                  <a:pt x="5112" y="1988"/>
                </a:lnTo>
                <a:lnTo>
                  <a:pt x="5111" y="1988"/>
                </a:lnTo>
                <a:lnTo>
                  <a:pt x="5110" y="1989"/>
                </a:lnTo>
                <a:lnTo>
                  <a:pt x="5109" y="1989"/>
                </a:lnTo>
                <a:lnTo>
                  <a:pt x="5108" y="1989"/>
                </a:lnTo>
                <a:lnTo>
                  <a:pt x="5108" y="1990"/>
                </a:lnTo>
                <a:lnTo>
                  <a:pt x="5107" y="1990"/>
                </a:lnTo>
                <a:lnTo>
                  <a:pt x="5106" y="1990"/>
                </a:lnTo>
                <a:lnTo>
                  <a:pt x="5106" y="1989"/>
                </a:lnTo>
                <a:lnTo>
                  <a:pt x="5106" y="1988"/>
                </a:lnTo>
                <a:lnTo>
                  <a:pt x="5106" y="1986"/>
                </a:lnTo>
                <a:lnTo>
                  <a:pt x="5106" y="1985"/>
                </a:lnTo>
                <a:lnTo>
                  <a:pt x="5105" y="1985"/>
                </a:lnTo>
                <a:lnTo>
                  <a:pt x="5105" y="1984"/>
                </a:lnTo>
                <a:lnTo>
                  <a:pt x="5105" y="1983"/>
                </a:lnTo>
                <a:lnTo>
                  <a:pt x="5104" y="1983"/>
                </a:lnTo>
                <a:lnTo>
                  <a:pt x="5104" y="1982"/>
                </a:lnTo>
                <a:lnTo>
                  <a:pt x="5103" y="1982"/>
                </a:lnTo>
                <a:lnTo>
                  <a:pt x="5103" y="1981"/>
                </a:lnTo>
                <a:lnTo>
                  <a:pt x="5103" y="1980"/>
                </a:lnTo>
                <a:lnTo>
                  <a:pt x="5103" y="1981"/>
                </a:lnTo>
                <a:lnTo>
                  <a:pt x="5102" y="1982"/>
                </a:lnTo>
                <a:lnTo>
                  <a:pt x="5103" y="1982"/>
                </a:lnTo>
                <a:lnTo>
                  <a:pt x="5103" y="1983"/>
                </a:lnTo>
                <a:lnTo>
                  <a:pt x="5101" y="1983"/>
                </a:lnTo>
                <a:lnTo>
                  <a:pt x="5100" y="1983"/>
                </a:lnTo>
                <a:lnTo>
                  <a:pt x="5100" y="1982"/>
                </a:lnTo>
                <a:lnTo>
                  <a:pt x="5099" y="1982"/>
                </a:lnTo>
                <a:lnTo>
                  <a:pt x="5098" y="1981"/>
                </a:lnTo>
                <a:lnTo>
                  <a:pt x="5098" y="1980"/>
                </a:lnTo>
                <a:lnTo>
                  <a:pt x="5097" y="1980"/>
                </a:lnTo>
                <a:lnTo>
                  <a:pt x="5097" y="1981"/>
                </a:lnTo>
                <a:lnTo>
                  <a:pt x="5097" y="1982"/>
                </a:lnTo>
                <a:lnTo>
                  <a:pt x="5098" y="1982"/>
                </a:lnTo>
                <a:lnTo>
                  <a:pt x="5099" y="1982"/>
                </a:lnTo>
                <a:lnTo>
                  <a:pt x="5100" y="1983"/>
                </a:lnTo>
                <a:lnTo>
                  <a:pt x="5099" y="1983"/>
                </a:lnTo>
                <a:lnTo>
                  <a:pt x="5100" y="1984"/>
                </a:lnTo>
                <a:lnTo>
                  <a:pt x="5100" y="1985"/>
                </a:lnTo>
                <a:lnTo>
                  <a:pt x="5099" y="1985"/>
                </a:lnTo>
                <a:lnTo>
                  <a:pt x="5098" y="1986"/>
                </a:lnTo>
                <a:lnTo>
                  <a:pt x="5097" y="1986"/>
                </a:lnTo>
                <a:lnTo>
                  <a:pt x="5095" y="1986"/>
                </a:lnTo>
                <a:lnTo>
                  <a:pt x="5094" y="1987"/>
                </a:lnTo>
                <a:lnTo>
                  <a:pt x="5093" y="1987"/>
                </a:lnTo>
                <a:lnTo>
                  <a:pt x="5092" y="1987"/>
                </a:lnTo>
                <a:lnTo>
                  <a:pt x="5092" y="1988"/>
                </a:lnTo>
                <a:lnTo>
                  <a:pt x="5091" y="1988"/>
                </a:lnTo>
                <a:lnTo>
                  <a:pt x="5089" y="1988"/>
                </a:lnTo>
                <a:lnTo>
                  <a:pt x="5089" y="1989"/>
                </a:lnTo>
                <a:lnTo>
                  <a:pt x="5088" y="1989"/>
                </a:lnTo>
                <a:lnTo>
                  <a:pt x="5087" y="1989"/>
                </a:lnTo>
                <a:lnTo>
                  <a:pt x="5087" y="1990"/>
                </a:lnTo>
                <a:lnTo>
                  <a:pt x="5085" y="1990"/>
                </a:lnTo>
                <a:lnTo>
                  <a:pt x="5084" y="1990"/>
                </a:lnTo>
                <a:lnTo>
                  <a:pt x="5083" y="1991"/>
                </a:lnTo>
                <a:lnTo>
                  <a:pt x="5082" y="1991"/>
                </a:lnTo>
                <a:lnTo>
                  <a:pt x="5081" y="1992"/>
                </a:lnTo>
                <a:lnTo>
                  <a:pt x="5079" y="1992"/>
                </a:lnTo>
                <a:lnTo>
                  <a:pt x="5078" y="1993"/>
                </a:lnTo>
                <a:lnTo>
                  <a:pt x="5077" y="1994"/>
                </a:lnTo>
                <a:lnTo>
                  <a:pt x="5077" y="1995"/>
                </a:lnTo>
                <a:lnTo>
                  <a:pt x="5076" y="1996"/>
                </a:lnTo>
                <a:lnTo>
                  <a:pt x="5077" y="1996"/>
                </a:lnTo>
                <a:lnTo>
                  <a:pt x="5077" y="1997"/>
                </a:lnTo>
                <a:lnTo>
                  <a:pt x="5077" y="1998"/>
                </a:lnTo>
                <a:lnTo>
                  <a:pt x="5077" y="1997"/>
                </a:lnTo>
                <a:lnTo>
                  <a:pt x="5075" y="1998"/>
                </a:lnTo>
                <a:lnTo>
                  <a:pt x="5074" y="1999"/>
                </a:lnTo>
                <a:lnTo>
                  <a:pt x="5073" y="1999"/>
                </a:lnTo>
                <a:lnTo>
                  <a:pt x="5072" y="1999"/>
                </a:lnTo>
                <a:lnTo>
                  <a:pt x="5071" y="2000"/>
                </a:lnTo>
                <a:lnTo>
                  <a:pt x="5070" y="2000"/>
                </a:lnTo>
                <a:lnTo>
                  <a:pt x="5069" y="2000"/>
                </a:lnTo>
                <a:lnTo>
                  <a:pt x="5068" y="2000"/>
                </a:lnTo>
                <a:lnTo>
                  <a:pt x="5067" y="2000"/>
                </a:lnTo>
                <a:lnTo>
                  <a:pt x="5065" y="2001"/>
                </a:lnTo>
                <a:lnTo>
                  <a:pt x="5064" y="2002"/>
                </a:lnTo>
                <a:lnTo>
                  <a:pt x="5064" y="2001"/>
                </a:lnTo>
                <a:lnTo>
                  <a:pt x="5064" y="2000"/>
                </a:lnTo>
                <a:lnTo>
                  <a:pt x="5065" y="2000"/>
                </a:lnTo>
                <a:lnTo>
                  <a:pt x="5066" y="1999"/>
                </a:lnTo>
                <a:lnTo>
                  <a:pt x="5065" y="1999"/>
                </a:lnTo>
                <a:lnTo>
                  <a:pt x="5064" y="1999"/>
                </a:lnTo>
                <a:lnTo>
                  <a:pt x="5063" y="2000"/>
                </a:lnTo>
                <a:lnTo>
                  <a:pt x="5063" y="2001"/>
                </a:lnTo>
                <a:lnTo>
                  <a:pt x="5063" y="2005"/>
                </a:lnTo>
                <a:lnTo>
                  <a:pt x="5064" y="2005"/>
                </a:lnTo>
                <a:lnTo>
                  <a:pt x="5064" y="2006"/>
                </a:lnTo>
                <a:lnTo>
                  <a:pt x="5063" y="2006"/>
                </a:lnTo>
                <a:lnTo>
                  <a:pt x="5063" y="2007"/>
                </a:lnTo>
                <a:lnTo>
                  <a:pt x="5064" y="2007"/>
                </a:lnTo>
                <a:lnTo>
                  <a:pt x="5065" y="2008"/>
                </a:lnTo>
                <a:lnTo>
                  <a:pt x="5065" y="2009"/>
                </a:lnTo>
                <a:lnTo>
                  <a:pt x="5065" y="2010"/>
                </a:lnTo>
                <a:lnTo>
                  <a:pt x="5066" y="2010"/>
                </a:lnTo>
                <a:lnTo>
                  <a:pt x="5065" y="2010"/>
                </a:lnTo>
                <a:lnTo>
                  <a:pt x="5064" y="2010"/>
                </a:lnTo>
                <a:lnTo>
                  <a:pt x="5063" y="2010"/>
                </a:lnTo>
                <a:lnTo>
                  <a:pt x="5062" y="2010"/>
                </a:lnTo>
                <a:lnTo>
                  <a:pt x="5061" y="2009"/>
                </a:lnTo>
                <a:lnTo>
                  <a:pt x="5061" y="2008"/>
                </a:lnTo>
                <a:lnTo>
                  <a:pt x="5061" y="2007"/>
                </a:lnTo>
                <a:lnTo>
                  <a:pt x="5060" y="2007"/>
                </a:lnTo>
                <a:lnTo>
                  <a:pt x="5059" y="2007"/>
                </a:lnTo>
                <a:lnTo>
                  <a:pt x="5059" y="2008"/>
                </a:lnTo>
                <a:lnTo>
                  <a:pt x="5059" y="2007"/>
                </a:lnTo>
                <a:lnTo>
                  <a:pt x="5058" y="2007"/>
                </a:lnTo>
                <a:lnTo>
                  <a:pt x="5059" y="2007"/>
                </a:lnTo>
                <a:lnTo>
                  <a:pt x="5058" y="2007"/>
                </a:lnTo>
                <a:lnTo>
                  <a:pt x="5057" y="2007"/>
                </a:lnTo>
                <a:lnTo>
                  <a:pt x="5056" y="2007"/>
                </a:lnTo>
                <a:lnTo>
                  <a:pt x="5057" y="2008"/>
                </a:lnTo>
                <a:lnTo>
                  <a:pt x="5058" y="2009"/>
                </a:lnTo>
                <a:lnTo>
                  <a:pt x="5058" y="2010"/>
                </a:lnTo>
                <a:lnTo>
                  <a:pt x="5057" y="2011"/>
                </a:lnTo>
                <a:lnTo>
                  <a:pt x="5056" y="2011"/>
                </a:lnTo>
                <a:lnTo>
                  <a:pt x="5055" y="2010"/>
                </a:lnTo>
                <a:lnTo>
                  <a:pt x="5055" y="2008"/>
                </a:lnTo>
                <a:lnTo>
                  <a:pt x="5054" y="2008"/>
                </a:lnTo>
                <a:lnTo>
                  <a:pt x="5053" y="2008"/>
                </a:lnTo>
                <a:lnTo>
                  <a:pt x="5053" y="2007"/>
                </a:lnTo>
                <a:lnTo>
                  <a:pt x="5052" y="2007"/>
                </a:lnTo>
                <a:lnTo>
                  <a:pt x="5051" y="2007"/>
                </a:lnTo>
                <a:lnTo>
                  <a:pt x="5051" y="2006"/>
                </a:lnTo>
                <a:lnTo>
                  <a:pt x="5050" y="2006"/>
                </a:lnTo>
                <a:lnTo>
                  <a:pt x="5049" y="2006"/>
                </a:lnTo>
                <a:lnTo>
                  <a:pt x="5048" y="2005"/>
                </a:lnTo>
                <a:lnTo>
                  <a:pt x="5050" y="2004"/>
                </a:lnTo>
                <a:lnTo>
                  <a:pt x="5051" y="2003"/>
                </a:lnTo>
                <a:lnTo>
                  <a:pt x="5052" y="2003"/>
                </a:lnTo>
                <a:lnTo>
                  <a:pt x="5053" y="2003"/>
                </a:lnTo>
                <a:lnTo>
                  <a:pt x="5053" y="2002"/>
                </a:lnTo>
                <a:lnTo>
                  <a:pt x="5054" y="2002"/>
                </a:lnTo>
                <a:lnTo>
                  <a:pt x="5055" y="2002"/>
                </a:lnTo>
                <a:lnTo>
                  <a:pt x="5056" y="2002"/>
                </a:lnTo>
                <a:lnTo>
                  <a:pt x="5055" y="2001"/>
                </a:lnTo>
                <a:lnTo>
                  <a:pt x="5056" y="2001"/>
                </a:lnTo>
                <a:lnTo>
                  <a:pt x="5057" y="2000"/>
                </a:lnTo>
                <a:lnTo>
                  <a:pt x="5058" y="2000"/>
                </a:lnTo>
                <a:lnTo>
                  <a:pt x="5058" y="1999"/>
                </a:lnTo>
                <a:lnTo>
                  <a:pt x="5058" y="1998"/>
                </a:lnTo>
                <a:lnTo>
                  <a:pt x="5060" y="1997"/>
                </a:lnTo>
                <a:lnTo>
                  <a:pt x="5061" y="1997"/>
                </a:lnTo>
                <a:lnTo>
                  <a:pt x="5062" y="1997"/>
                </a:lnTo>
                <a:lnTo>
                  <a:pt x="5061" y="1997"/>
                </a:lnTo>
                <a:lnTo>
                  <a:pt x="5061" y="1996"/>
                </a:lnTo>
                <a:lnTo>
                  <a:pt x="5060" y="1996"/>
                </a:lnTo>
                <a:lnTo>
                  <a:pt x="5060" y="1997"/>
                </a:lnTo>
                <a:lnTo>
                  <a:pt x="5058" y="1997"/>
                </a:lnTo>
                <a:lnTo>
                  <a:pt x="5056" y="1998"/>
                </a:lnTo>
                <a:lnTo>
                  <a:pt x="5057" y="1998"/>
                </a:lnTo>
                <a:lnTo>
                  <a:pt x="5055" y="1999"/>
                </a:lnTo>
                <a:lnTo>
                  <a:pt x="5054" y="1999"/>
                </a:lnTo>
                <a:lnTo>
                  <a:pt x="5054" y="2000"/>
                </a:lnTo>
                <a:lnTo>
                  <a:pt x="5053" y="2000"/>
                </a:lnTo>
                <a:lnTo>
                  <a:pt x="5052" y="2001"/>
                </a:lnTo>
                <a:lnTo>
                  <a:pt x="5052" y="2002"/>
                </a:lnTo>
                <a:lnTo>
                  <a:pt x="5051" y="2002"/>
                </a:lnTo>
                <a:lnTo>
                  <a:pt x="5050" y="2002"/>
                </a:lnTo>
                <a:lnTo>
                  <a:pt x="5050" y="2003"/>
                </a:lnTo>
                <a:lnTo>
                  <a:pt x="5049" y="2003"/>
                </a:lnTo>
                <a:lnTo>
                  <a:pt x="5049" y="2002"/>
                </a:lnTo>
                <a:lnTo>
                  <a:pt x="5049" y="2000"/>
                </a:lnTo>
                <a:lnTo>
                  <a:pt x="5048" y="2000"/>
                </a:lnTo>
                <a:lnTo>
                  <a:pt x="5047" y="2000"/>
                </a:lnTo>
                <a:lnTo>
                  <a:pt x="5047" y="2001"/>
                </a:lnTo>
                <a:lnTo>
                  <a:pt x="5048" y="2002"/>
                </a:lnTo>
                <a:lnTo>
                  <a:pt x="5048" y="2003"/>
                </a:lnTo>
                <a:lnTo>
                  <a:pt x="5047" y="2003"/>
                </a:lnTo>
                <a:lnTo>
                  <a:pt x="5047" y="2004"/>
                </a:lnTo>
                <a:lnTo>
                  <a:pt x="5047" y="2005"/>
                </a:lnTo>
                <a:lnTo>
                  <a:pt x="5048" y="2006"/>
                </a:lnTo>
                <a:lnTo>
                  <a:pt x="5047" y="2006"/>
                </a:lnTo>
                <a:lnTo>
                  <a:pt x="5046" y="2006"/>
                </a:lnTo>
                <a:lnTo>
                  <a:pt x="5045" y="2007"/>
                </a:lnTo>
                <a:lnTo>
                  <a:pt x="5046" y="2007"/>
                </a:lnTo>
                <a:lnTo>
                  <a:pt x="5046" y="2008"/>
                </a:lnTo>
                <a:lnTo>
                  <a:pt x="5044" y="2008"/>
                </a:lnTo>
                <a:lnTo>
                  <a:pt x="5043" y="2008"/>
                </a:lnTo>
                <a:lnTo>
                  <a:pt x="5042" y="2008"/>
                </a:lnTo>
                <a:lnTo>
                  <a:pt x="5042" y="2007"/>
                </a:lnTo>
                <a:lnTo>
                  <a:pt x="5041" y="2007"/>
                </a:lnTo>
                <a:lnTo>
                  <a:pt x="5040" y="2008"/>
                </a:lnTo>
                <a:lnTo>
                  <a:pt x="5039" y="2009"/>
                </a:lnTo>
                <a:lnTo>
                  <a:pt x="5038" y="2010"/>
                </a:lnTo>
                <a:lnTo>
                  <a:pt x="5037" y="2010"/>
                </a:lnTo>
                <a:lnTo>
                  <a:pt x="5037" y="2011"/>
                </a:lnTo>
                <a:lnTo>
                  <a:pt x="5037" y="2012"/>
                </a:lnTo>
                <a:lnTo>
                  <a:pt x="5038" y="2012"/>
                </a:lnTo>
                <a:lnTo>
                  <a:pt x="5038" y="2013"/>
                </a:lnTo>
                <a:lnTo>
                  <a:pt x="5038" y="2012"/>
                </a:lnTo>
                <a:lnTo>
                  <a:pt x="5039" y="2012"/>
                </a:lnTo>
                <a:lnTo>
                  <a:pt x="5039" y="2013"/>
                </a:lnTo>
                <a:lnTo>
                  <a:pt x="5040" y="2013"/>
                </a:lnTo>
                <a:lnTo>
                  <a:pt x="5039" y="2014"/>
                </a:lnTo>
                <a:lnTo>
                  <a:pt x="5037" y="2014"/>
                </a:lnTo>
                <a:lnTo>
                  <a:pt x="5037" y="2013"/>
                </a:lnTo>
                <a:lnTo>
                  <a:pt x="5036" y="2013"/>
                </a:lnTo>
                <a:lnTo>
                  <a:pt x="5036" y="2012"/>
                </a:lnTo>
                <a:lnTo>
                  <a:pt x="5035" y="2012"/>
                </a:lnTo>
                <a:lnTo>
                  <a:pt x="5033" y="2012"/>
                </a:lnTo>
                <a:lnTo>
                  <a:pt x="5032" y="2013"/>
                </a:lnTo>
                <a:lnTo>
                  <a:pt x="5031" y="2013"/>
                </a:lnTo>
                <a:lnTo>
                  <a:pt x="5030" y="2013"/>
                </a:lnTo>
                <a:lnTo>
                  <a:pt x="5029" y="2013"/>
                </a:lnTo>
                <a:lnTo>
                  <a:pt x="5027" y="2013"/>
                </a:lnTo>
                <a:lnTo>
                  <a:pt x="5027" y="2014"/>
                </a:lnTo>
                <a:lnTo>
                  <a:pt x="5025" y="2014"/>
                </a:lnTo>
                <a:lnTo>
                  <a:pt x="5024" y="2015"/>
                </a:lnTo>
                <a:lnTo>
                  <a:pt x="5023" y="2018"/>
                </a:lnTo>
                <a:lnTo>
                  <a:pt x="5023" y="2017"/>
                </a:lnTo>
                <a:lnTo>
                  <a:pt x="5023" y="2016"/>
                </a:lnTo>
                <a:lnTo>
                  <a:pt x="5023" y="2015"/>
                </a:lnTo>
                <a:lnTo>
                  <a:pt x="5022" y="2015"/>
                </a:lnTo>
                <a:lnTo>
                  <a:pt x="5021" y="2015"/>
                </a:lnTo>
                <a:lnTo>
                  <a:pt x="5019" y="2016"/>
                </a:lnTo>
                <a:lnTo>
                  <a:pt x="5018" y="2016"/>
                </a:lnTo>
                <a:lnTo>
                  <a:pt x="5017" y="2017"/>
                </a:lnTo>
                <a:lnTo>
                  <a:pt x="5016" y="2017"/>
                </a:lnTo>
                <a:lnTo>
                  <a:pt x="5015" y="2018"/>
                </a:lnTo>
                <a:lnTo>
                  <a:pt x="5014" y="2018"/>
                </a:lnTo>
                <a:lnTo>
                  <a:pt x="5013" y="2019"/>
                </a:lnTo>
                <a:lnTo>
                  <a:pt x="5011" y="2020"/>
                </a:lnTo>
                <a:lnTo>
                  <a:pt x="5010" y="2021"/>
                </a:lnTo>
                <a:lnTo>
                  <a:pt x="5009" y="2021"/>
                </a:lnTo>
                <a:lnTo>
                  <a:pt x="5009" y="2022"/>
                </a:lnTo>
                <a:lnTo>
                  <a:pt x="5008" y="2023"/>
                </a:lnTo>
                <a:lnTo>
                  <a:pt x="5007" y="2023"/>
                </a:lnTo>
                <a:lnTo>
                  <a:pt x="5007" y="2024"/>
                </a:lnTo>
                <a:lnTo>
                  <a:pt x="5006" y="2024"/>
                </a:lnTo>
                <a:lnTo>
                  <a:pt x="5005" y="2024"/>
                </a:lnTo>
                <a:lnTo>
                  <a:pt x="5004" y="2024"/>
                </a:lnTo>
                <a:lnTo>
                  <a:pt x="5004" y="2025"/>
                </a:lnTo>
                <a:lnTo>
                  <a:pt x="5003" y="2025"/>
                </a:lnTo>
                <a:lnTo>
                  <a:pt x="5003" y="2024"/>
                </a:lnTo>
                <a:lnTo>
                  <a:pt x="5003" y="2023"/>
                </a:lnTo>
                <a:lnTo>
                  <a:pt x="5003" y="2022"/>
                </a:lnTo>
                <a:lnTo>
                  <a:pt x="5003" y="2023"/>
                </a:lnTo>
                <a:lnTo>
                  <a:pt x="5002" y="2025"/>
                </a:lnTo>
                <a:lnTo>
                  <a:pt x="5002" y="2027"/>
                </a:lnTo>
                <a:lnTo>
                  <a:pt x="5002" y="2028"/>
                </a:lnTo>
                <a:lnTo>
                  <a:pt x="5001" y="2028"/>
                </a:lnTo>
                <a:lnTo>
                  <a:pt x="5000" y="2029"/>
                </a:lnTo>
                <a:lnTo>
                  <a:pt x="4999" y="2029"/>
                </a:lnTo>
                <a:lnTo>
                  <a:pt x="4997" y="2028"/>
                </a:lnTo>
                <a:lnTo>
                  <a:pt x="4997" y="2029"/>
                </a:lnTo>
                <a:lnTo>
                  <a:pt x="4996" y="2029"/>
                </a:lnTo>
                <a:lnTo>
                  <a:pt x="4995" y="2029"/>
                </a:lnTo>
                <a:lnTo>
                  <a:pt x="4994" y="2029"/>
                </a:lnTo>
                <a:lnTo>
                  <a:pt x="4994" y="2028"/>
                </a:lnTo>
                <a:lnTo>
                  <a:pt x="4993" y="2028"/>
                </a:lnTo>
                <a:lnTo>
                  <a:pt x="4993" y="2029"/>
                </a:lnTo>
                <a:lnTo>
                  <a:pt x="4992" y="2029"/>
                </a:lnTo>
                <a:lnTo>
                  <a:pt x="4992" y="2028"/>
                </a:lnTo>
                <a:lnTo>
                  <a:pt x="4991" y="2028"/>
                </a:lnTo>
                <a:lnTo>
                  <a:pt x="4990" y="2028"/>
                </a:lnTo>
                <a:lnTo>
                  <a:pt x="4990" y="2026"/>
                </a:lnTo>
                <a:lnTo>
                  <a:pt x="4991" y="2025"/>
                </a:lnTo>
                <a:lnTo>
                  <a:pt x="4991" y="2024"/>
                </a:lnTo>
                <a:lnTo>
                  <a:pt x="4992" y="2023"/>
                </a:lnTo>
                <a:lnTo>
                  <a:pt x="4991" y="2024"/>
                </a:lnTo>
                <a:lnTo>
                  <a:pt x="4990" y="2024"/>
                </a:lnTo>
                <a:lnTo>
                  <a:pt x="4990" y="2025"/>
                </a:lnTo>
                <a:lnTo>
                  <a:pt x="4989" y="2023"/>
                </a:lnTo>
                <a:lnTo>
                  <a:pt x="4988" y="2023"/>
                </a:lnTo>
                <a:lnTo>
                  <a:pt x="4987" y="2023"/>
                </a:lnTo>
                <a:lnTo>
                  <a:pt x="4987" y="2022"/>
                </a:lnTo>
                <a:lnTo>
                  <a:pt x="4987" y="2021"/>
                </a:lnTo>
                <a:lnTo>
                  <a:pt x="4987" y="2019"/>
                </a:lnTo>
                <a:lnTo>
                  <a:pt x="4987" y="2020"/>
                </a:lnTo>
                <a:lnTo>
                  <a:pt x="4987" y="2021"/>
                </a:lnTo>
                <a:lnTo>
                  <a:pt x="4987" y="2022"/>
                </a:lnTo>
                <a:lnTo>
                  <a:pt x="4987" y="2023"/>
                </a:lnTo>
                <a:lnTo>
                  <a:pt x="4986" y="2024"/>
                </a:lnTo>
                <a:lnTo>
                  <a:pt x="4986" y="2023"/>
                </a:lnTo>
                <a:lnTo>
                  <a:pt x="4985" y="2022"/>
                </a:lnTo>
                <a:lnTo>
                  <a:pt x="4985" y="2021"/>
                </a:lnTo>
                <a:lnTo>
                  <a:pt x="4984" y="2020"/>
                </a:lnTo>
                <a:lnTo>
                  <a:pt x="4983" y="2020"/>
                </a:lnTo>
                <a:lnTo>
                  <a:pt x="4984" y="2022"/>
                </a:lnTo>
                <a:lnTo>
                  <a:pt x="4984" y="2023"/>
                </a:lnTo>
                <a:lnTo>
                  <a:pt x="4983" y="2023"/>
                </a:lnTo>
                <a:lnTo>
                  <a:pt x="4983" y="2024"/>
                </a:lnTo>
                <a:lnTo>
                  <a:pt x="4981" y="2024"/>
                </a:lnTo>
                <a:lnTo>
                  <a:pt x="4981" y="2025"/>
                </a:lnTo>
                <a:lnTo>
                  <a:pt x="4980" y="2025"/>
                </a:lnTo>
                <a:lnTo>
                  <a:pt x="4979" y="2025"/>
                </a:lnTo>
                <a:lnTo>
                  <a:pt x="4979" y="2026"/>
                </a:lnTo>
                <a:lnTo>
                  <a:pt x="4978" y="2026"/>
                </a:lnTo>
                <a:lnTo>
                  <a:pt x="4977" y="2025"/>
                </a:lnTo>
                <a:lnTo>
                  <a:pt x="4977" y="2024"/>
                </a:lnTo>
                <a:lnTo>
                  <a:pt x="4976" y="2024"/>
                </a:lnTo>
                <a:lnTo>
                  <a:pt x="4975" y="2023"/>
                </a:lnTo>
                <a:lnTo>
                  <a:pt x="4975" y="2024"/>
                </a:lnTo>
                <a:lnTo>
                  <a:pt x="4976" y="2024"/>
                </a:lnTo>
                <a:lnTo>
                  <a:pt x="4976" y="2025"/>
                </a:lnTo>
                <a:lnTo>
                  <a:pt x="4977" y="2026"/>
                </a:lnTo>
                <a:lnTo>
                  <a:pt x="4978" y="2026"/>
                </a:lnTo>
                <a:lnTo>
                  <a:pt x="4978" y="2027"/>
                </a:lnTo>
                <a:lnTo>
                  <a:pt x="4977" y="2027"/>
                </a:lnTo>
                <a:lnTo>
                  <a:pt x="4977" y="2028"/>
                </a:lnTo>
                <a:lnTo>
                  <a:pt x="4976" y="2028"/>
                </a:lnTo>
                <a:lnTo>
                  <a:pt x="4974" y="2028"/>
                </a:lnTo>
                <a:lnTo>
                  <a:pt x="4973" y="2028"/>
                </a:lnTo>
                <a:lnTo>
                  <a:pt x="4974" y="2028"/>
                </a:lnTo>
                <a:lnTo>
                  <a:pt x="4975" y="2028"/>
                </a:lnTo>
                <a:lnTo>
                  <a:pt x="4976" y="2028"/>
                </a:lnTo>
                <a:lnTo>
                  <a:pt x="4977" y="2028"/>
                </a:lnTo>
                <a:lnTo>
                  <a:pt x="4978" y="2028"/>
                </a:lnTo>
                <a:lnTo>
                  <a:pt x="4979" y="2027"/>
                </a:lnTo>
                <a:lnTo>
                  <a:pt x="4981" y="2026"/>
                </a:lnTo>
                <a:lnTo>
                  <a:pt x="4982" y="2025"/>
                </a:lnTo>
                <a:lnTo>
                  <a:pt x="4983" y="2026"/>
                </a:lnTo>
                <a:lnTo>
                  <a:pt x="4984" y="2026"/>
                </a:lnTo>
                <a:lnTo>
                  <a:pt x="4985" y="2026"/>
                </a:lnTo>
                <a:lnTo>
                  <a:pt x="4985" y="2027"/>
                </a:lnTo>
                <a:lnTo>
                  <a:pt x="4985" y="2028"/>
                </a:lnTo>
                <a:lnTo>
                  <a:pt x="4986" y="2029"/>
                </a:lnTo>
                <a:lnTo>
                  <a:pt x="4986" y="2030"/>
                </a:lnTo>
                <a:lnTo>
                  <a:pt x="4987" y="2030"/>
                </a:lnTo>
                <a:lnTo>
                  <a:pt x="4987" y="2031"/>
                </a:lnTo>
                <a:lnTo>
                  <a:pt x="4988" y="2031"/>
                </a:lnTo>
                <a:lnTo>
                  <a:pt x="4989" y="2030"/>
                </a:lnTo>
                <a:lnTo>
                  <a:pt x="4990" y="2030"/>
                </a:lnTo>
                <a:lnTo>
                  <a:pt x="4990" y="2031"/>
                </a:lnTo>
                <a:lnTo>
                  <a:pt x="4991" y="2031"/>
                </a:lnTo>
                <a:lnTo>
                  <a:pt x="4993" y="2031"/>
                </a:lnTo>
                <a:lnTo>
                  <a:pt x="4995" y="2032"/>
                </a:lnTo>
                <a:lnTo>
                  <a:pt x="4995" y="2033"/>
                </a:lnTo>
                <a:lnTo>
                  <a:pt x="4995" y="2034"/>
                </a:lnTo>
                <a:lnTo>
                  <a:pt x="4994" y="2035"/>
                </a:lnTo>
                <a:lnTo>
                  <a:pt x="4993" y="2036"/>
                </a:lnTo>
                <a:lnTo>
                  <a:pt x="4993" y="2037"/>
                </a:lnTo>
                <a:lnTo>
                  <a:pt x="4993" y="2039"/>
                </a:lnTo>
                <a:lnTo>
                  <a:pt x="4992" y="2039"/>
                </a:lnTo>
                <a:lnTo>
                  <a:pt x="4992" y="2040"/>
                </a:lnTo>
                <a:lnTo>
                  <a:pt x="4993" y="2041"/>
                </a:lnTo>
                <a:lnTo>
                  <a:pt x="4994" y="2041"/>
                </a:lnTo>
                <a:lnTo>
                  <a:pt x="4994" y="2042"/>
                </a:lnTo>
                <a:lnTo>
                  <a:pt x="4993" y="2042"/>
                </a:lnTo>
                <a:lnTo>
                  <a:pt x="4992" y="2043"/>
                </a:lnTo>
                <a:lnTo>
                  <a:pt x="4992" y="2044"/>
                </a:lnTo>
                <a:lnTo>
                  <a:pt x="4991" y="2044"/>
                </a:lnTo>
                <a:lnTo>
                  <a:pt x="4990" y="2044"/>
                </a:lnTo>
                <a:lnTo>
                  <a:pt x="4988" y="2044"/>
                </a:lnTo>
                <a:lnTo>
                  <a:pt x="4987" y="2045"/>
                </a:lnTo>
                <a:lnTo>
                  <a:pt x="4988" y="2046"/>
                </a:lnTo>
                <a:lnTo>
                  <a:pt x="4988" y="2047"/>
                </a:lnTo>
                <a:lnTo>
                  <a:pt x="4989" y="2048"/>
                </a:lnTo>
                <a:lnTo>
                  <a:pt x="4988" y="2049"/>
                </a:lnTo>
                <a:lnTo>
                  <a:pt x="4987" y="2049"/>
                </a:lnTo>
                <a:lnTo>
                  <a:pt x="4987" y="2050"/>
                </a:lnTo>
                <a:lnTo>
                  <a:pt x="4986" y="2050"/>
                </a:lnTo>
                <a:lnTo>
                  <a:pt x="4986" y="2051"/>
                </a:lnTo>
                <a:lnTo>
                  <a:pt x="4985" y="2052"/>
                </a:lnTo>
                <a:lnTo>
                  <a:pt x="4986" y="2052"/>
                </a:lnTo>
                <a:lnTo>
                  <a:pt x="4986" y="2053"/>
                </a:lnTo>
                <a:lnTo>
                  <a:pt x="4985" y="2053"/>
                </a:lnTo>
                <a:lnTo>
                  <a:pt x="4985" y="2054"/>
                </a:lnTo>
                <a:lnTo>
                  <a:pt x="4984" y="2054"/>
                </a:lnTo>
                <a:lnTo>
                  <a:pt x="4984" y="2053"/>
                </a:lnTo>
                <a:lnTo>
                  <a:pt x="4983" y="2053"/>
                </a:lnTo>
                <a:lnTo>
                  <a:pt x="4982" y="2053"/>
                </a:lnTo>
                <a:lnTo>
                  <a:pt x="4982" y="2052"/>
                </a:lnTo>
                <a:lnTo>
                  <a:pt x="4982" y="2051"/>
                </a:lnTo>
                <a:lnTo>
                  <a:pt x="4982" y="2050"/>
                </a:lnTo>
                <a:lnTo>
                  <a:pt x="4983" y="2050"/>
                </a:lnTo>
                <a:lnTo>
                  <a:pt x="4983" y="2049"/>
                </a:lnTo>
                <a:lnTo>
                  <a:pt x="4983" y="2048"/>
                </a:lnTo>
                <a:lnTo>
                  <a:pt x="4982" y="2047"/>
                </a:lnTo>
                <a:lnTo>
                  <a:pt x="4981" y="2046"/>
                </a:lnTo>
                <a:lnTo>
                  <a:pt x="4981" y="2045"/>
                </a:lnTo>
                <a:lnTo>
                  <a:pt x="4981" y="2044"/>
                </a:lnTo>
                <a:lnTo>
                  <a:pt x="4981" y="2043"/>
                </a:lnTo>
                <a:lnTo>
                  <a:pt x="4980" y="2043"/>
                </a:lnTo>
                <a:lnTo>
                  <a:pt x="4979" y="2042"/>
                </a:lnTo>
                <a:lnTo>
                  <a:pt x="4978" y="2042"/>
                </a:lnTo>
                <a:lnTo>
                  <a:pt x="4976" y="2043"/>
                </a:lnTo>
                <a:lnTo>
                  <a:pt x="4972" y="2043"/>
                </a:lnTo>
                <a:lnTo>
                  <a:pt x="4971" y="2043"/>
                </a:lnTo>
                <a:lnTo>
                  <a:pt x="4971" y="2044"/>
                </a:lnTo>
                <a:lnTo>
                  <a:pt x="4972" y="2044"/>
                </a:lnTo>
                <a:lnTo>
                  <a:pt x="4972" y="2045"/>
                </a:lnTo>
                <a:lnTo>
                  <a:pt x="4972" y="2046"/>
                </a:lnTo>
                <a:lnTo>
                  <a:pt x="4971" y="2046"/>
                </a:lnTo>
                <a:lnTo>
                  <a:pt x="4970" y="2046"/>
                </a:lnTo>
                <a:lnTo>
                  <a:pt x="4969" y="2046"/>
                </a:lnTo>
                <a:lnTo>
                  <a:pt x="4968" y="2047"/>
                </a:lnTo>
                <a:lnTo>
                  <a:pt x="4968" y="2048"/>
                </a:lnTo>
                <a:lnTo>
                  <a:pt x="4969" y="2048"/>
                </a:lnTo>
                <a:lnTo>
                  <a:pt x="4968" y="2048"/>
                </a:lnTo>
                <a:lnTo>
                  <a:pt x="4968" y="2049"/>
                </a:lnTo>
                <a:lnTo>
                  <a:pt x="4968" y="2048"/>
                </a:lnTo>
                <a:lnTo>
                  <a:pt x="4967" y="2048"/>
                </a:lnTo>
                <a:lnTo>
                  <a:pt x="4967" y="2049"/>
                </a:lnTo>
                <a:lnTo>
                  <a:pt x="4966" y="2050"/>
                </a:lnTo>
                <a:lnTo>
                  <a:pt x="4965" y="2051"/>
                </a:lnTo>
                <a:lnTo>
                  <a:pt x="4965" y="2052"/>
                </a:lnTo>
                <a:lnTo>
                  <a:pt x="4965" y="2053"/>
                </a:lnTo>
                <a:lnTo>
                  <a:pt x="4965" y="2054"/>
                </a:lnTo>
                <a:lnTo>
                  <a:pt x="4966" y="2055"/>
                </a:lnTo>
                <a:lnTo>
                  <a:pt x="4967" y="2055"/>
                </a:lnTo>
                <a:lnTo>
                  <a:pt x="4968" y="2055"/>
                </a:lnTo>
                <a:lnTo>
                  <a:pt x="4968" y="2056"/>
                </a:lnTo>
                <a:lnTo>
                  <a:pt x="4969" y="2057"/>
                </a:lnTo>
                <a:lnTo>
                  <a:pt x="4970" y="2058"/>
                </a:lnTo>
                <a:lnTo>
                  <a:pt x="4969" y="2059"/>
                </a:lnTo>
                <a:lnTo>
                  <a:pt x="4968" y="2059"/>
                </a:lnTo>
                <a:lnTo>
                  <a:pt x="4968" y="2058"/>
                </a:lnTo>
                <a:lnTo>
                  <a:pt x="4966" y="2058"/>
                </a:lnTo>
                <a:lnTo>
                  <a:pt x="4965" y="2059"/>
                </a:lnTo>
                <a:lnTo>
                  <a:pt x="4964" y="2059"/>
                </a:lnTo>
                <a:lnTo>
                  <a:pt x="4964" y="2058"/>
                </a:lnTo>
                <a:lnTo>
                  <a:pt x="4963" y="2058"/>
                </a:lnTo>
                <a:lnTo>
                  <a:pt x="4962" y="2058"/>
                </a:lnTo>
                <a:lnTo>
                  <a:pt x="4961" y="2058"/>
                </a:lnTo>
                <a:lnTo>
                  <a:pt x="4962" y="2059"/>
                </a:lnTo>
                <a:lnTo>
                  <a:pt x="4961" y="2059"/>
                </a:lnTo>
                <a:lnTo>
                  <a:pt x="4961" y="2060"/>
                </a:lnTo>
                <a:lnTo>
                  <a:pt x="4962" y="2060"/>
                </a:lnTo>
                <a:lnTo>
                  <a:pt x="4962" y="2061"/>
                </a:lnTo>
                <a:lnTo>
                  <a:pt x="4962" y="2062"/>
                </a:lnTo>
                <a:lnTo>
                  <a:pt x="4961" y="2063"/>
                </a:lnTo>
                <a:lnTo>
                  <a:pt x="4960" y="2064"/>
                </a:lnTo>
                <a:lnTo>
                  <a:pt x="4961" y="2064"/>
                </a:lnTo>
                <a:lnTo>
                  <a:pt x="4961" y="2065"/>
                </a:lnTo>
                <a:lnTo>
                  <a:pt x="4961" y="2066"/>
                </a:lnTo>
                <a:lnTo>
                  <a:pt x="4962" y="2066"/>
                </a:lnTo>
                <a:lnTo>
                  <a:pt x="4963" y="2065"/>
                </a:lnTo>
                <a:lnTo>
                  <a:pt x="4964" y="2065"/>
                </a:lnTo>
                <a:lnTo>
                  <a:pt x="4964" y="2067"/>
                </a:lnTo>
                <a:lnTo>
                  <a:pt x="4964" y="2068"/>
                </a:lnTo>
                <a:lnTo>
                  <a:pt x="4964" y="2069"/>
                </a:lnTo>
                <a:lnTo>
                  <a:pt x="4963" y="2069"/>
                </a:lnTo>
                <a:lnTo>
                  <a:pt x="4963" y="2070"/>
                </a:lnTo>
                <a:lnTo>
                  <a:pt x="4964" y="2071"/>
                </a:lnTo>
                <a:lnTo>
                  <a:pt x="4964" y="2072"/>
                </a:lnTo>
                <a:lnTo>
                  <a:pt x="4965" y="2072"/>
                </a:lnTo>
                <a:lnTo>
                  <a:pt x="4965" y="2073"/>
                </a:lnTo>
                <a:lnTo>
                  <a:pt x="4965" y="2074"/>
                </a:lnTo>
                <a:lnTo>
                  <a:pt x="4965" y="2075"/>
                </a:lnTo>
                <a:lnTo>
                  <a:pt x="4965" y="2074"/>
                </a:lnTo>
                <a:lnTo>
                  <a:pt x="4964" y="2075"/>
                </a:lnTo>
                <a:lnTo>
                  <a:pt x="4964" y="2076"/>
                </a:lnTo>
                <a:lnTo>
                  <a:pt x="4965" y="2076"/>
                </a:lnTo>
                <a:lnTo>
                  <a:pt x="4965" y="2077"/>
                </a:lnTo>
                <a:lnTo>
                  <a:pt x="4965" y="2079"/>
                </a:lnTo>
                <a:lnTo>
                  <a:pt x="4965" y="2080"/>
                </a:lnTo>
                <a:lnTo>
                  <a:pt x="4966" y="2080"/>
                </a:lnTo>
                <a:lnTo>
                  <a:pt x="4966" y="2081"/>
                </a:lnTo>
                <a:lnTo>
                  <a:pt x="4966" y="2082"/>
                </a:lnTo>
                <a:lnTo>
                  <a:pt x="4967" y="2082"/>
                </a:lnTo>
                <a:lnTo>
                  <a:pt x="4968" y="2082"/>
                </a:lnTo>
                <a:lnTo>
                  <a:pt x="4967" y="2082"/>
                </a:lnTo>
                <a:lnTo>
                  <a:pt x="4967" y="2083"/>
                </a:lnTo>
                <a:lnTo>
                  <a:pt x="4966" y="2083"/>
                </a:lnTo>
                <a:lnTo>
                  <a:pt x="4965" y="2083"/>
                </a:lnTo>
                <a:lnTo>
                  <a:pt x="4964" y="2083"/>
                </a:lnTo>
                <a:lnTo>
                  <a:pt x="4964" y="2082"/>
                </a:lnTo>
                <a:lnTo>
                  <a:pt x="4963" y="2082"/>
                </a:lnTo>
                <a:lnTo>
                  <a:pt x="4962" y="2082"/>
                </a:lnTo>
                <a:lnTo>
                  <a:pt x="4961" y="2083"/>
                </a:lnTo>
                <a:lnTo>
                  <a:pt x="4960" y="2084"/>
                </a:lnTo>
                <a:lnTo>
                  <a:pt x="4959" y="2084"/>
                </a:lnTo>
                <a:lnTo>
                  <a:pt x="4958" y="2083"/>
                </a:lnTo>
                <a:lnTo>
                  <a:pt x="4957" y="2083"/>
                </a:lnTo>
                <a:lnTo>
                  <a:pt x="4956" y="2084"/>
                </a:lnTo>
                <a:lnTo>
                  <a:pt x="4956" y="2085"/>
                </a:lnTo>
                <a:lnTo>
                  <a:pt x="4956" y="2086"/>
                </a:lnTo>
                <a:lnTo>
                  <a:pt x="4955" y="2086"/>
                </a:lnTo>
                <a:lnTo>
                  <a:pt x="4954" y="2086"/>
                </a:lnTo>
                <a:lnTo>
                  <a:pt x="4954" y="2085"/>
                </a:lnTo>
                <a:lnTo>
                  <a:pt x="4954" y="2084"/>
                </a:lnTo>
                <a:lnTo>
                  <a:pt x="4952" y="2084"/>
                </a:lnTo>
                <a:lnTo>
                  <a:pt x="4952" y="2085"/>
                </a:lnTo>
                <a:lnTo>
                  <a:pt x="4950" y="2084"/>
                </a:lnTo>
                <a:lnTo>
                  <a:pt x="4949" y="2085"/>
                </a:lnTo>
                <a:lnTo>
                  <a:pt x="4949" y="2086"/>
                </a:lnTo>
                <a:lnTo>
                  <a:pt x="4949" y="2085"/>
                </a:lnTo>
                <a:lnTo>
                  <a:pt x="4950" y="2086"/>
                </a:lnTo>
                <a:lnTo>
                  <a:pt x="4950" y="2087"/>
                </a:lnTo>
                <a:lnTo>
                  <a:pt x="4949" y="2087"/>
                </a:lnTo>
                <a:lnTo>
                  <a:pt x="4948" y="2087"/>
                </a:lnTo>
                <a:lnTo>
                  <a:pt x="4947" y="2086"/>
                </a:lnTo>
                <a:lnTo>
                  <a:pt x="4947" y="2087"/>
                </a:lnTo>
                <a:lnTo>
                  <a:pt x="4946" y="2087"/>
                </a:lnTo>
                <a:lnTo>
                  <a:pt x="4945" y="2087"/>
                </a:lnTo>
                <a:lnTo>
                  <a:pt x="4944" y="2087"/>
                </a:lnTo>
                <a:lnTo>
                  <a:pt x="4943" y="2087"/>
                </a:lnTo>
                <a:lnTo>
                  <a:pt x="4942" y="2087"/>
                </a:lnTo>
                <a:lnTo>
                  <a:pt x="4941" y="2088"/>
                </a:lnTo>
                <a:lnTo>
                  <a:pt x="4940" y="2088"/>
                </a:lnTo>
                <a:lnTo>
                  <a:pt x="4940" y="2089"/>
                </a:lnTo>
                <a:lnTo>
                  <a:pt x="4939" y="2090"/>
                </a:lnTo>
                <a:lnTo>
                  <a:pt x="4938" y="2090"/>
                </a:lnTo>
                <a:lnTo>
                  <a:pt x="4937" y="2091"/>
                </a:lnTo>
                <a:lnTo>
                  <a:pt x="4936" y="2091"/>
                </a:lnTo>
                <a:lnTo>
                  <a:pt x="4935" y="2091"/>
                </a:lnTo>
                <a:lnTo>
                  <a:pt x="4935" y="2092"/>
                </a:lnTo>
                <a:lnTo>
                  <a:pt x="4934" y="2092"/>
                </a:lnTo>
                <a:lnTo>
                  <a:pt x="4934" y="2091"/>
                </a:lnTo>
                <a:lnTo>
                  <a:pt x="4933" y="2091"/>
                </a:lnTo>
                <a:lnTo>
                  <a:pt x="4931" y="2092"/>
                </a:lnTo>
                <a:lnTo>
                  <a:pt x="4930" y="2092"/>
                </a:lnTo>
                <a:lnTo>
                  <a:pt x="4929" y="2092"/>
                </a:lnTo>
                <a:lnTo>
                  <a:pt x="4928" y="2091"/>
                </a:lnTo>
                <a:lnTo>
                  <a:pt x="4927" y="2092"/>
                </a:lnTo>
                <a:lnTo>
                  <a:pt x="4926" y="2091"/>
                </a:lnTo>
                <a:lnTo>
                  <a:pt x="4925" y="2091"/>
                </a:lnTo>
                <a:lnTo>
                  <a:pt x="4925" y="2092"/>
                </a:lnTo>
                <a:lnTo>
                  <a:pt x="4923" y="2092"/>
                </a:lnTo>
                <a:lnTo>
                  <a:pt x="4923" y="2091"/>
                </a:lnTo>
                <a:lnTo>
                  <a:pt x="4924" y="2090"/>
                </a:lnTo>
                <a:lnTo>
                  <a:pt x="4925" y="2089"/>
                </a:lnTo>
                <a:lnTo>
                  <a:pt x="4926" y="2088"/>
                </a:lnTo>
                <a:lnTo>
                  <a:pt x="4925" y="2088"/>
                </a:lnTo>
                <a:lnTo>
                  <a:pt x="4926" y="2087"/>
                </a:lnTo>
                <a:lnTo>
                  <a:pt x="4927" y="2087"/>
                </a:lnTo>
                <a:lnTo>
                  <a:pt x="4927" y="2086"/>
                </a:lnTo>
                <a:lnTo>
                  <a:pt x="4926" y="2087"/>
                </a:lnTo>
                <a:lnTo>
                  <a:pt x="4925" y="2087"/>
                </a:lnTo>
                <a:lnTo>
                  <a:pt x="4925" y="2086"/>
                </a:lnTo>
                <a:lnTo>
                  <a:pt x="4926" y="2086"/>
                </a:lnTo>
                <a:lnTo>
                  <a:pt x="4925" y="2085"/>
                </a:lnTo>
                <a:lnTo>
                  <a:pt x="4926" y="2085"/>
                </a:lnTo>
                <a:lnTo>
                  <a:pt x="4927" y="2085"/>
                </a:lnTo>
                <a:lnTo>
                  <a:pt x="4927" y="2084"/>
                </a:lnTo>
                <a:lnTo>
                  <a:pt x="4927" y="2083"/>
                </a:lnTo>
                <a:lnTo>
                  <a:pt x="4928" y="2083"/>
                </a:lnTo>
                <a:lnTo>
                  <a:pt x="4928" y="2082"/>
                </a:lnTo>
                <a:lnTo>
                  <a:pt x="4928" y="2080"/>
                </a:lnTo>
                <a:lnTo>
                  <a:pt x="4929" y="2079"/>
                </a:lnTo>
                <a:lnTo>
                  <a:pt x="4930" y="2080"/>
                </a:lnTo>
                <a:lnTo>
                  <a:pt x="4931" y="2080"/>
                </a:lnTo>
                <a:lnTo>
                  <a:pt x="4932" y="2080"/>
                </a:lnTo>
                <a:lnTo>
                  <a:pt x="4931" y="2080"/>
                </a:lnTo>
                <a:lnTo>
                  <a:pt x="4930" y="2079"/>
                </a:lnTo>
                <a:lnTo>
                  <a:pt x="4930" y="2078"/>
                </a:lnTo>
                <a:lnTo>
                  <a:pt x="4930" y="2077"/>
                </a:lnTo>
                <a:lnTo>
                  <a:pt x="4931" y="2077"/>
                </a:lnTo>
                <a:lnTo>
                  <a:pt x="4931" y="2075"/>
                </a:lnTo>
                <a:lnTo>
                  <a:pt x="4930" y="2074"/>
                </a:lnTo>
                <a:lnTo>
                  <a:pt x="4929" y="2074"/>
                </a:lnTo>
                <a:lnTo>
                  <a:pt x="4928" y="2073"/>
                </a:lnTo>
                <a:lnTo>
                  <a:pt x="4928" y="2072"/>
                </a:lnTo>
                <a:lnTo>
                  <a:pt x="4927" y="2071"/>
                </a:lnTo>
                <a:lnTo>
                  <a:pt x="4926" y="2070"/>
                </a:lnTo>
                <a:lnTo>
                  <a:pt x="4926" y="2069"/>
                </a:lnTo>
                <a:lnTo>
                  <a:pt x="4926" y="2068"/>
                </a:lnTo>
                <a:lnTo>
                  <a:pt x="4926" y="2067"/>
                </a:lnTo>
                <a:lnTo>
                  <a:pt x="4925" y="2067"/>
                </a:lnTo>
                <a:lnTo>
                  <a:pt x="4925" y="2068"/>
                </a:lnTo>
                <a:lnTo>
                  <a:pt x="4924" y="2068"/>
                </a:lnTo>
                <a:lnTo>
                  <a:pt x="4924" y="2069"/>
                </a:lnTo>
                <a:lnTo>
                  <a:pt x="4924" y="2070"/>
                </a:lnTo>
                <a:lnTo>
                  <a:pt x="4923" y="2071"/>
                </a:lnTo>
                <a:lnTo>
                  <a:pt x="4923" y="2072"/>
                </a:lnTo>
                <a:lnTo>
                  <a:pt x="4922" y="2071"/>
                </a:lnTo>
                <a:lnTo>
                  <a:pt x="4922" y="2072"/>
                </a:lnTo>
                <a:lnTo>
                  <a:pt x="4923" y="2073"/>
                </a:lnTo>
                <a:lnTo>
                  <a:pt x="4923" y="2074"/>
                </a:lnTo>
                <a:lnTo>
                  <a:pt x="4924" y="2074"/>
                </a:lnTo>
                <a:lnTo>
                  <a:pt x="4925" y="2074"/>
                </a:lnTo>
                <a:lnTo>
                  <a:pt x="4925" y="2075"/>
                </a:lnTo>
                <a:lnTo>
                  <a:pt x="4925" y="2076"/>
                </a:lnTo>
                <a:lnTo>
                  <a:pt x="4924" y="2076"/>
                </a:lnTo>
                <a:lnTo>
                  <a:pt x="4921" y="2076"/>
                </a:lnTo>
                <a:lnTo>
                  <a:pt x="4920" y="2077"/>
                </a:lnTo>
                <a:lnTo>
                  <a:pt x="4920" y="2076"/>
                </a:lnTo>
                <a:lnTo>
                  <a:pt x="4920" y="2075"/>
                </a:lnTo>
                <a:lnTo>
                  <a:pt x="4920" y="2074"/>
                </a:lnTo>
                <a:lnTo>
                  <a:pt x="4919" y="2074"/>
                </a:lnTo>
                <a:lnTo>
                  <a:pt x="4918" y="2074"/>
                </a:lnTo>
                <a:lnTo>
                  <a:pt x="4917" y="2074"/>
                </a:lnTo>
                <a:lnTo>
                  <a:pt x="4917" y="2075"/>
                </a:lnTo>
                <a:lnTo>
                  <a:pt x="4917" y="2076"/>
                </a:lnTo>
                <a:lnTo>
                  <a:pt x="4916" y="2075"/>
                </a:lnTo>
                <a:lnTo>
                  <a:pt x="4916" y="2074"/>
                </a:lnTo>
                <a:lnTo>
                  <a:pt x="4916" y="2073"/>
                </a:lnTo>
                <a:lnTo>
                  <a:pt x="4916" y="2072"/>
                </a:lnTo>
                <a:lnTo>
                  <a:pt x="4915" y="2072"/>
                </a:lnTo>
                <a:lnTo>
                  <a:pt x="4914" y="2073"/>
                </a:lnTo>
                <a:lnTo>
                  <a:pt x="4912" y="2073"/>
                </a:lnTo>
                <a:lnTo>
                  <a:pt x="4911" y="2074"/>
                </a:lnTo>
                <a:lnTo>
                  <a:pt x="4910" y="2075"/>
                </a:lnTo>
                <a:lnTo>
                  <a:pt x="4909" y="2075"/>
                </a:lnTo>
                <a:lnTo>
                  <a:pt x="4909" y="2076"/>
                </a:lnTo>
                <a:lnTo>
                  <a:pt x="4907" y="2076"/>
                </a:lnTo>
                <a:lnTo>
                  <a:pt x="4907" y="2077"/>
                </a:lnTo>
                <a:lnTo>
                  <a:pt x="4906" y="2076"/>
                </a:lnTo>
                <a:lnTo>
                  <a:pt x="4905" y="2076"/>
                </a:lnTo>
                <a:lnTo>
                  <a:pt x="4905" y="2075"/>
                </a:lnTo>
                <a:lnTo>
                  <a:pt x="4906" y="2075"/>
                </a:lnTo>
                <a:lnTo>
                  <a:pt x="4905" y="2075"/>
                </a:lnTo>
                <a:lnTo>
                  <a:pt x="4904" y="2075"/>
                </a:lnTo>
                <a:lnTo>
                  <a:pt x="4904" y="2076"/>
                </a:lnTo>
                <a:lnTo>
                  <a:pt x="4905" y="2076"/>
                </a:lnTo>
                <a:lnTo>
                  <a:pt x="4906" y="2076"/>
                </a:lnTo>
                <a:lnTo>
                  <a:pt x="4906" y="2077"/>
                </a:lnTo>
                <a:lnTo>
                  <a:pt x="4906" y="2078"/>
                </a:lnTo>
                <a:lnTo>
                  <a:pt x="4906" y="2079"/>
                </a:lnTo>
                <a:lnTo>
                  <a:pt x="4906" y="2080"/>
                </a:lnTo>
                <a:lnTo>
                  <a:pt x="4906" y="2081"/>
                </a:lnTo>
                <a:lnTo>
                  <a:pt x="4905" y="2082"/>
                </a:lnTo>
                <a:lnTo>
                  <a:pt x="4904" y="2082"/>
                </a:lnTo>
                <a:lnTo>
                  <a:pt x="4903" y="2083"/>
                </a:lnTo>
                <a:lnTo>
                  <a:pt x="4902" y="2083"/>
                </a:lnTo>
                <a:lnTo>
                  <a:pt x="4901" y="2082"/>
                </a:lnTo>
                <a:lnTo>
                  <a:pt x="4901" y="2083"/>
                </a:lnTo>
                <a:lnTo>
                  <a:pt x="4902" y="2083"/>
                </a:lnTo>
                <a:lnTo>
                  <a:pt x="4903" y="2083"/>
                </a:lnTo>
                <a:lnTo>
                  <a:pt x="4904" y="2084"/>
                </a:lnTo>
                <a:lnTo>
                  <a:pt x="4904" y="2085"/>
                </a:lnTo>
                <a:lnTo>
                  <a:pt x="4904" y="2086"/>
                </a:lnTo>
                <a:lnTo>
                  <a:pt x="4905" y="2087"/>
                </a:lnTo>
                <a:lnTo>
                  <a:pt x="4906" y="2087"/>
                </a:lnTo>
                <a:lnTo>
                  <a:pt x="4907" y="2087"/>
                </a:lnTo>
                <a:lnTo>
                  <a:pt x="4908" y="2087"/>
                </a:lnTo>
                <a:lnTo>
                  <a:pt x="4908" y="2088"/>
                </a:lnTo>
                <a:lnTo>
                  <a:pt x="4909" y="2089"/>
                </a:lnTo>
                <a:lnTo>
                  <a:pt x="4909" y="2088"/>
                </a:lnTo>
                <a:lnTo>
                  <a:pt x="4910" y="2089"/>
                </a:lnTo>
                <a:lnTo>
                  <a:pt x="4910" y="2090"/>
                </a:lnTo>
                <a:lnTo>
                  <a:pt x="4911" y="2090"/>
                </a:lnTo>
                <a:lnTo>
                  <a:pt x="4912" y="2091"/>
                </a:lnTo>
                <a:lnTo>
                  <a:pt x="4917" y="2091"/>
                </a:lnTo>
                <a:lnTo>
                  <a:pt x="4918" y="2091"/>
                </a:lnTo>
                <a:lnTo>
                  <a:pt x="4918" y="2092"/>
                </a:lnTo>
                <a:lnTo>
                  <a:pt x="4917" y="2092"/>
                </a:lnTo>
                <a:lnTo>
                  <a:pt x="4917" y="2093"/>
                </a:lnTo>
                <a:lnTo>
                  <a:pt x="4917" y="2092"/>
                </a:lnTo>
                <a:lnTo>
                  <a:pt x="4916" y="2092"/>
                </a:lnTo>
                <a:lnTo>
                  <a:pt x="4916" y="2093"/>
                </a:lnTo>
                <a:lnTo>
                  <a:pt x="4916" y="2094"/>
                </a:lnTo>
                <a:lnTo>
                  <a:pt x="4917" y="2094"/>
                </a:lnTo>
                <a:lnTo>
                  <a:pt x="4917" y="2095"/>
                </a:lnTo>
                <a:lnTo>
                  <a:pt x="4916" y="2095"/>
                </a:lnTo>
                <a:lnTo>
                  <a:pt x="4915" y="2096"/>
                </a:lnTo>
                <a:lnTo>
                  <a:pt x="4913" y="2098"/>
                </a:lnTo>
                <a:lnTo>
                  <a:pt x="4912" y="2098"/>
                </a:lnTo>
                <a:lnTo>
                  <a:pt x="4913" y="2098"/>
                </a:lnTo>
                <a:lnTo>
                  <a:pt x="4912" y="2098"/>
                </a:lnTo>
                <a:lnTo>
                  <a:pt x="4913" y="2099"/>
                </a:lnTo>
                <a:lnTo>
                  <a:pt x="4914" y="2099"/>
                </a:lnTo>
                <a:lnTo>
                  <a:pt x="4915" y="2098"/>
                </a:lnTo>
                <a:lnTo>
                  <a:pt x="4918" y="2096"/>
                </a:lnTo>
                <a:lnTo>
                  <a:pt x="4918" y="2097"/>
                </a:lnTo>
                <a:lnTo>
                  <a:pt x="4919" y="2097"/>
                </a:lnTo>
                <a:lnTo>
                  <a:pt x="4919" y="2098"/>
                </a:lnTo>
                <a:lnTo>
                  <a:pt x="4918" y="2098"/>
                </a:lnTo>
                <a:lnTo>
                  <a:pt x="4918" y="2100"/>
                </a:lnTo>
                <a:lnTo>
                  <a:pt x="4918" y="2101"/>
                </a:lnTo>
                <a:lnTo>
                  <a:pt x="4919" y="2101"/>
                </a:lnTo>
                <a:lnTo>
                  <a:pt x="4920" y="2099"/>
                </a:lnTo>
                <a:lnTo>
                  <a:pt x="4920" y="2098"/>
                </a:lnTo>
                <a:lnTo>
                  <a:pt x="4920" y="2099"/>
                </a:lnTo>
                <a:lnTo>
                  <a:pt x="4921" y="2099"/>
                </a:lnTo>
                <a:lnTo>
                  <a:pt x="4922" y="2100"/>
                </a:lnTo>
                <a:lnTo>
                  <a:pt x="4922" y="2099"/>
                </a:lnTo>
                <a:lnTo>
                  <a:pt x="4922" y="2097"/>
                </a:lnTo>
                <a:lnTo>
                  <a:pt x="4923" y="2096"/>
                </a:lnTo>
                <a:lnTo>
                  <a:pt x="4925" y="2097"/>
                </a:lnTo>
                <a:lnTo>
                  <a:pt x="4925" y="2098"/>
                </a:lnTo>
                <a:lnTo>
                  <a:pt x="4924" y="2099"/>
                </a:lnTo>
                <a:lnTo>
                  <a:pt x="4924" y="2100"/>
                </a:lnTo>
                <a:lnTo>
                  <a:pt x="4924" y="2101"/>
                </a:lnTo>
                <a:lnTo>
                  <a:pt x="4923" y="2101"/>
                </a:lnTo>
                <a:lnTo>
                  <a:pt x="4923" y="2102"/>
                </a:lnTo>
                <a:lnTo>
                  <a:pt x="4922" y="2102"/>
                </a:lnTo>
                <a:lnTo>
                  <a:pt x="4921" y="2102"/>
                </a:lnTo>
                <a:lnTo>
                  <a:pt x="4920" y="2102"/>
                </a:lnTo>
                <a:lnTo>
                  <a:pt x="4919" y="2102"/>
                </a:lnTo>
                <a:lnTo>
                  <a:pt x="4916" y="2106"/>
                </a:lnTo>
                <a:lnTo>
                  <a:pt x="4915" y="2106"/>
                </a:lnTo>
                <a:lnTo>
                  <a:pt x="4914" y="2107"/>
                </a:lnTo>
                <a:lnTo>
                  <a:pt x="4914" y="2108"/>
                </a:lnTo>
                <a:lnTo>
                  <a:pt x="4913" y="2108"/>
                </a:lnTo>
                <a:lnTo>
                  <a:pt x="4913" y="2109"/>
                </a:lnTo>
                <a:lnTo>
                  <a:pt x="4913" y="2110"/>
                </a:lnTo>
                <a:lnTo>
                  <a:pt x="4912" y="2111"/>
                </a:lnTo>
                <a:lnTo>
                  <a:pt x="4911" y="2111"/>
                </a:lnTo>
                <a:lnTo>
                  <a:pt x="4910" y="2111"/>
                </a:lnTo>
                <a:lnTo>
                  <a:pt x="4910" y="2110"/>
                </a:lnTo>
                <a:lnTo>
                  <a:pt x="4911" y="2109"/>
                </a:lnTo>
                <a:lnTo>
                  <a:pt x="4912" y="2109"/>
                </a:lnTo>
                <a:lnTo>
                  <a:pt x="4912" y="2108"/>
                </a:lnTo>
                <a:lnTo>
                  <a:pt x="4913" y="2107"/>
                </a:lnTo>
                <a:lnTo>
                  <a:pt x="4913" y="2106"/>
                </a:lnTo>
                <a:lnTo>
                  <a:pt x="4914" y="2106"/>
                </a:lnTo>
                <a:lnTo>
                  <a:pt x="4915" y="2106"/>
                </a:lnTo>
                <a:lnTo>
                  <a:pt x="4915" y="2105"/>
                </a:lnTo>
                <a:lnTo>
                  <a:pt x="4914" y="2104"/>
                </a:lnTo>
                <a:lnTo>
                  <a:pt x="4913" y="2105"/>
                </a:lnTo>
                <a:lnTo>
                  <a:pt x="4912" y="2105"/>
                </a:lnTo>
                <a:lnTo>
                  <a:pt x="4911" y="2106"/>
                </a:lnTo>
                <a:lnTo>
                  <a:pt x="4910" y="2106"/>
                </a:lnTo>
                <a:lnTo>
                  <a:pt x="4910" y="2107"/>
                </a:lnTo>
                <a:lnTo>
                  <a:pt x="4909" y="2107"/>
                </a:lnTo>
                <a:lnTo>
                  <a:pt x="4909" y="2108"/>
                </a:lnTo>
                <a:lnTo>
                  <a:pt x="4909" y="2109"/>
                </a:lnTo>
                <a:lnTo>
                  <a:pt x="4908" y="2109"/>
                </a:lnTo>
                <a:lnTo>
                  <a:pt x="4907" y="2109"/>
                </a:lnTo>
                <a:lnTo>
                  <a:pt x="4907" y="2108"/>
                </a:lnTo>
                <a:lnTo>
                  <a:pt x="4906" y="2108"/>
                </a:lnTo>
                <a:lnTo>
                  <a:pt x="4907" y="2109"/>
                </a:lnTo>
                <a:lnTo>
                  <a:pt x="4906" y="2109"/>
                </a:lnTo>
                <a:lnTo>
                  <a:pt x="4906" y="2108"/>
                </a:lnTo>
                <a:lnTo>
                  <a:pt x="4905" y="2108"/>
                </a:lnTo>
                <a:lnTo>
                  <a:pt x="4905" y="2109"/>
                </a:lnTo>
                <a:lnTo>
                  <a:pt x="4904" y="2109"/>
                </a:lnTo>
                <a:lnTo>
                  <a:pt x="4904" y="2110"/>
                </a:lnTo>
                <a:lnTo>
                  <a:pt x="4903" y="2110"/>
                </a:lnTo>
                <a:lnTo>
                  <a:pt x="4902" y="2111"/>
                </a:lnTo>
                <a:lnTo>
                  <a:pt x="4902" y="2112"/>
                </a:lnTo>
                <a:lnTo>
                  <a:pt x="4901" y="2112"/>
                </a:lnTo>
                <a:lnTo>
                  <a:pt x="4901" y="2111"/>
                </a:lnTo>
                <a:lnTo>
                  <a:pt x="4900" y="2111"/>
                </a:lnTo>
                <a:lnTo>
                  <a:pt x="4900" y="2112"/>
                </a:lnTo>
                <a:lnTo>
                  <a:pt x="4899" y="2112"/>
                </a:lnTo>
                <a:lnTo>
                  <a:pt x="4899" y="2113"/>
                </a:lnTo>
                <a:lnTo>
                  <a:pt x="4898" y="2114"/>
                </a:lnTo>
                <a:lnTo>
                  <a:pt x="4898" y="2115"/>
                </a:lnTo>
                <a:lnTo>
                  <a:pt x="4897" y="2115"/>
                </a:lnTo>
                <a:lnTo>
                  <a:pt x="4897" y="2116"/>
                </a:lnTo>
                <a:lnTo>
                  <a:pt x="4897" y="2117"/>
                </a:lnTo>
                <a:lnTo>
                  <a:pt x="4896" y="2118"/>
                </a:lnTo>
                <a:lnTo>
                  <a:pt x="4896" y="2119"/>
                </a:lnTo>
                <a:lnTo>
                  <a:pt x="4895" y="2120"/>
                </a:lnTo>
                <a:lnTo>
                  <a:pt x="4895" y="2121"/>
                </a:lnTo>
                <a:lnTo>
                  <a:pt x="4896" y="2122"/>
                </a:lnTo>
                <a:lnTo>
                  <a:pt x="4897" y="2123"/>
                </a:lnTo>
                <a:lnTo>
                  <a:pt x="4897" y="2124"/>
                </a:lnTo>
                <a:lnTo>
                  <a:pt x="4897" y="2125"/>
                </a:lnTo>
                <a:lnTo>
                  <a:pt x="4896" y="2125"/>
                </a:lnTo>
                <a:lnTo>
                  <a:pt x="4896" y="2126"/>
                </a:lnTo>
                <a:lnTo>
                  <a:pt x="4895" y="2127"/>
                </a:lnTo>
                <a:lnTo>
                  <a:pt x="4895" y="2128"/>
                </a:lnTo>
                <a:lnTo>
                  <a:pt x="4894" y="2129"/>
                </a:lnTo>
                <a:lnTo>
                  <a:pt x="4895" y="2130"/>
                </a:lnTo>
                <a:lnTo>
                  <a:pt x="4894" y="2130"/>
                </a:lnTo>
                <a:lnTo>
                  <a:pt x="4894" y="2131"/>
                </a:lnTo>
                <a:lnTo>
                  <a:pt x="4894" y="2132"/>
                </a:lnTo>
                <a:lnTo>
                  <a:pt x="4893" y="2132"/>
                </a:lnTo>
                <a:lnTo>
                  <a:pt x="4893" y="2131"/>
                </a:lnTo>
                <a:lnTo>
                  <a:pt x="4892" y="2131"/>
                </a:lnTo>
                <a:lnTo>
                  <a:pt x="4891" y="2131"/>
                </a:lnTo>
                <a:lnTo>
                  <a:pt x="4891" y="2130"/>
                </a:lnTo>
                <a:lnTo>
                  <a:pt x="4890" y="2129"/>
                </a:lnTo>
                <a:lnTo>
                  <a:pt x="4889" y="2129"/>
                </a:lnTo>
                <a:lnTo>
                  <a:pt x="4889" y="2130"/>
                </a:lnTo>
                <a:lnTo>
                  <a:pt x="4889" y="2129"/>
                </a:lnTo>
                <a:lnTo>
                  <a:pt x="4889" y="2128"/>
                </a:lnTo>
                <a:lnTo>
                  <a:pt x="4888" y="2126"/>
                </a:lnTo>
                <a:lnTo>
                  <a:pt x="4887" y="2126"/>
                </a:lnTo>
                <a:lnTo>
                  <a:pt x="4886" y="2126"/>
                </a:lnTo>
                <a:lnTo>
                  <a:pt x="4885" y="2126"/>
                </a:lnTo>
                <a:lnTo>
                  <a:pt x="4884" y="2126"/>
                </a:lnTo>
                <a:lnTo>
                  <a:pt x="4884" y="2127"/>
                </a:lnTo>
                <a:lnTo>
                  <a:pt x="4883" y="2127"/>
                </a:lnTo>
                <a:lnTo>
                  <a:pt x="4883" y="2128"/>
                </a:lnTo>
                <a:lnTo>
                  <a:pt x="4883" y="2129"/>
                </a:lnTo>
                <a:lnTo>
                  <a:pt x="4883" y="2130"/>
                </a:lnTo>
                <a:lnTo>
                  <a:pt x="4884" y="2130"/>
                </a:lnTo>
                <a:lnTo>
                  <a:pt x="4885" y="2131"/>
                </a:lnTo>
                <a:lnTo>
                  <a:pt x="4887" y="2131"/>
                </a:lnTo>
                <a:lnTo>
                  <a:pt x="4887" y="2132"/>
                </a:lnTo>
                <a:lnTo>
                  <a:pt x="4886" y="2133"/>
                </a:lnTo>
                <a:lnTo>
                  <a:pt x="4885" y="2133"/>
                </a:lnTo>
                <a:lnTo>
                  <a:pt x="4884" y="2134"/>
                </a:lnTo>
                <a:lnTo>
                  <a:pt x="4883" y="2135"/>
                </a:lnTo>
                <a:lnTo>
                  <a:pt x="4883" y="2136"/>
                </a:lnTo>
                <a:lnTo>
                  <a:pt x="4883" y="2137"/>
                </a:lnTo>
                <a:lnTo>
                  <a:pt x="4883" y="2139"/>
                </a:lnTo>
                <a:lnTo>
                  <a:pt x="4884" y="2140"/>
                </a:lnTo>
                <a:lnTo>
                  <a:pt x="4884" y="2142"/>
                </a:lnTo>
                <a:lnTo>
                  <a:pt x="4883" y="2142"/>
                </a:lnTo>
                <a:lnTo>
                  <a:pt x="4883" y="2141"/>
                </a:lnTo>
                <a:lnTo>
                  <a:pt x="4882" y="2142"/>
                </a:lnTo>
                <a:lnTo>
                  <a:pt x="4881" y="2142"/>
                </a:lnTo>
                <a:lnTo>
                  <a:pt x="4880" y="2143"/>
                </a:lnTo>
                <a:lnTo>
                  <a:pt x="4879" y="2144"/>
                </a:lnTo>
                <a:lnTo>
                  <a:pt x="4879" y="2145"/>
                </a:lnTo>
                <a:lnTo>
                  <a:pt x="4878" y="2144"/>
                </a:lnTo>
                <a:lnTo>
                  <a:pt x="4878" y="2143"/>
                </a:lnTo>
                <a:lnTo>
                  <a:pt x="4877" y="2143"/>
                </a:lnTo>
                <a:lnTo>
                  <a:pt x="4878" y="2143"/>
                </a:lnTo>
                <a:lnTo>
                  <a:pt x="4878" y="2142"/>
                </a:lnTo>
                <a:lnTo>
                  <a:pt x="4877" y="2142"/>
                </a:lnTo>
                <a:lnTo>
                  <a:pt x="4876" y="2142"/>
                </a:lnTo>
                <a:lnTo>
                  <a:pt x="4875" y="2143"/>
                </a:lnTo>
                <a:lnTo>
                  <a:pt x="4875" y="2142"/>
                </a:lnTo>
                <a:lnTo>
                  <a:pt x="4875" y="2141"/>
                </a:lnTo>
                <a:lnTo>
                  <a:pt x="4873" y="2140"/>
                </a:lnTo>
                <a:lnTo>
                  <a:pt x="4873" y="2141"/>
                </a:lnTo>
                <a:lnTo>
                  <a:pt x="4872" y="2141"/>
                </a:lnTo>
                <a:lnTo>
                  <a:pt x="4872" y="2142"/>
                </a:lnTo>
                <a:lnTo>
                  <a:pt x="4871" y="2142"/>
                </a:lnTo>
                <a:lnTo>
                  <a:pt x="4870" y="2143"/>
                </a:lnTo>
                <a:lnTo>
                  <a:pt x="4871" y="2143"/>
                </a:lnTo>
                <a:lnTo>
                  <a:pt x="4870" y="2143"/>
                </a:lnTo>
                <a:lnTo>
                  <a:pt x="4870" y="2144"/>
                </a:lnTo>
                <a:lnTo>
                  <a:pt x="4870" y="2145"/>
                </a:lnTo>
                <a:lnTo>
                  <a:pt x="4871" y="2144"/>
                </a:lnTo>
                <a:lnTo>
                  <a:pt x="4872" y="2145"/>
                </a:lnTo>
                <a:lnTo>
                  <a:pt x="4870" y="2146"/>
                </a:lnTo>
                <a:lnTo>
                  <a:pt x="4870" y="2147"/>
                </a:lnTo>
                <a:lnTo>
                  <a:pt x="4871" y="2148"/>
                </a:lnTo>
                <a:lnTo>
                  <a:pt x="4870" y="2149"/>
                </a:lnTo>
                <a:lnTo>
                  <a:pt x="4869" y="2148"/>
                </a:lnTo>
                <a:lnTo>
                  <a:pt x="4868" y="2148"/>
                </a:lnTo>
                <a:lnTo>
                  <a:pt x="4867" y="2148"/>
                </a:lnTo>
                <a:lnTo>
                  <a:pt x="4867" y="2147"/>
                </a:lnTo>
                <a:lnTo>
                  <a:pt x="4866" y="2147"/>
                </a:lnTo>
                <a:lnTo>
                  <a:pt x="4866" y="2144"/>
                </a:lnTo>
                <a:lnTo>
                  <a:pt x="4866" y="2143"/>
                </a:lnTo>
                <a:lnTo>
                  <a:pt x="4865" y="2142"/>
                </a:lnTo>
                <a:lnTo>
                  <a:pt x="4865" y="2141"/>
                </a:lnTo>
                <a:lnTo>
                  <a:pt x="4865" y="2142"/>
                </a:lnTo>
                <a:lnTo>
                  <a:pt x="4865" y="2143"/>
                </a:lnTo>
                <a:lnTo>
                  <a:pt x="4864" y="2143"/>
                </a:lnTo>
                <a:lnTo>
                  <a:pt x="4863" y="2143"/>
                </a:lnTo>
                <a:lnTo>
                  <a:pt x="4862" y="2144"/>
                </a:lnTo>
                <a:lnTo>
                  <a:pt x="4860" y="2145"/>
                </a:lnTo>
                <a:lnTo>
                  <a:pt x="4859" y="2146"/>
                </a:lnTo>
                <a:lnTo>
                  <a:pt x="4859" y="2147"/>
                </a:lnTo>
                <a:lnTo>
                  <a:pt x="4858" y="2147"/>
                </a:lnTo>
                <a:lnTo>
                  <a:pt x="4857" y="2147"/>
                </a:lnTo>
                <a:lnTo>
                  <a:pt x="4857" y="2146"/>
                </a:lnTo>
                <a:lnTo>
                  <a:pt x="4856" y="2146"/>
                </a:lnTo>
                <a:lnTo>
                  <a:pt x="4856" y="2145"/>
                </a:lnTo>
                <a:lnTo>
                  <a:pt x="4855" y="2144"/>
                </a:lnTo>
                <a:lnTo>
                  <a:pt x="4855" y="2145"/>
                </a:lnTo>
                <a:lnTo>
                  <a:pt x="4856" y="2145"/>
                </a:lnTo>
                <a:lnTo>
                  <a:pt x="4856" y="2146"/>
                </a:lnTo>
                <a:lnTo>
                  <a:pt x="4856" y="2147"/>
                </a:lnTo>
                <a:lnTo>
                  <a:pt x="4855" y="2147"/>
                </a:lnTo>
                <a:lnTo>
                  <a:pt x="4856" y="2148"/>
                </a:lnTo>
                <a:lnTo>
                  <a:pt x="4857" y="2148"/>
                </a:lnTo>
                <a:lnTo>
                  <a:pt x="4857" y="2149"/>
                </a:lnTo>
                <a:lnTo>
                  <a:pt x="4856" y="2150"/>
                </a:lnTo>
                <a:lnTo>
                  <a:pt x="4856" y="2149"/>
                </a:lnTo>
                <a:lnTo>
                  <a:pt x="4855" y="2149"/>
                </a:lnTo>
                <a:lnTo>
                  <a:pt x="4855" y="2150"/>
                </a:lnTo>
                <a:lnTo>
                  <a:pt x="4854" y="2150"/>
                </a:lnTo>
                <a:lnTo>
                  <a:pt x="4853" y="2150"/>
                </a:lnTo>
                <a:lnTo>
                  <a:pt x="4853" y="2151"/>
                </a:lnTo>
                <a:lnTo>
                  <a:pt x="4854" y="2151"/>
                </a:lnTo>
                <a:lnTo>
                  <a:pt x="4855" y="2151"/>
                </a:lnTo>
                <a:lnTo>
                  <a:pt x="4854" y="2152"/>
                </a:lnTo>
                <a:lnTo>
                  <a:pt x="4854" y="2153"/>
                </a:lnTo>
                <a:lnTo>
                  <a:pt x="4853" y="2155"/>
                </a:lnTo>
                <a:lnTo>
                  <a:pt x="4853" y="2156"/>
                </a:lnTo>
                <a:lnTo>
                  <a:pt x="4853" y="2157"/>
                </a:lnTo>
                <a:lnTo>
                  <a:pt x="4852" y="2157"/>
                </a:lnTo>
                <a:lnTo>
                  <a:pt x="4852" y="2159"/>
                </a:lnTo>
                <a:lnTo>
                  <a:pt x="4851" y="2159"/>
                </a:lnTo>
                <a:lnTo>
                  <a:pt x="4851" y="2160"/>
                </a:lnTo>
                <a:lnTo>
                  <a:pt x="4851" y="2161"/>
                </a:lnTo>
                <a:lnTo>
                  <a:pt x="4851" y="2162"/>
                </a:lnTo>
                <a:lnTo>
                  <a:pt x="4850" y="2162"/>
                </a:lnTo>
                <a:lnTo>
                  <a:pt x="4849" y="2163"/>
                </a:lnTo>
                <a:lnTo>
                  <a:pt x="4848" y="2163"/>
                </a:lnTo>
                <a:lnTo>
                  <a:pt x="4848" y="2164"/>
                </a:lnTo>
                <a:lnTo>
                  <a:pt x="4848" y="2165"/>
                </a:lnTo>
                <a:lnTo>
                  <a:pt x="4848" y="2166"/>
                </a:lnTo>
                <a:lnTo>
                  <a:pt x="4847" y="2166"/>
                </a:lnTo>
                <a:lnTo>
                  <a:pt x="4847" y="2167"/>
                </a:lnTo>
                <a:lnTo>
                  <a:pt x="4847" y="2168"/>
                </a:lnTo>
                <a:lnTo>
                  <a:pt x="4847" y="2169"/>
                </a:lnTo>
                <a:lnTo>
                  <a:pt x="4846" y="2169"/>
                </a:lnTo>
                <a:lnTo>
                  <a:pt x="4846" y="2170"/>
                </a:lnTo>
                <a:lnTo>
                  <a:pt x="4847" y="2170"/>
                </a:lnTo>
                <a:lnTo>
                  <a:pt x="4846" y="2171"/>
                </a:lnTo>
                <a:lnTo>
                  <a:pt x="4847" y="2173"/>
                </a:lnTo>
                <a:lnTo>
                  <a:pt x="4846" y="2174"/>
                </a:lnTo>
                <a:lnTo>
                  <a:pt x="4845" y="2175"/>
                </a:lnTo>
                <a:lnTo>
                  <a:pt x="4845" y="2174"/>
                </a:lnTo>
                <a:lnTo>
                  <a:pt x="4845" y="2173"/>
                </a:lnTo>
                <a:lnTo>
                  <a:pt x="4846" y="2173"/>
                </a:lnTo>
                <a:lnTo>
                  <a:pt x="4845" y="2173"/>
                </a:lnTo>
                <a:lnTo>
                  <a:pt x="4844" y="2173"/>
                </a:lnTo>
                <a:lnTo>
                  <a:pt x="4844" y="2178"/>
                </a:lnTo>
                <a:lnTo>
                  <a:pt x="4843" y="2178"/>
                </a:lnTo>
                <a:lnTo>
                  <a:pt x="4843" y="2181"/>
                </a:lnTo>
                <a:lnTo>
                  <a:pt x="4842" y="2181"/>
                </a:lnTo>
                <a:lnTo>
                  <a:pt x="4842" y="2177"/>
                </a:lnTo>
                <a:lnTo>
                  <a:pt x="4840" y="2177"/>
                </a:lnTo>
                <a:lnTo>
                  <a:pt x="4839" y="2178"/>
                </a:lnTo>
                <a:lnTo>
                  <a:pt x="4837" y="2179"/>
                </a:lnTo>
                <a:lnTo>
                  <a:pt x="4837" y="2178"/>
                </a:lnTo>
                <a:lnTo>
                  <a:pt x="4837" y="2179"/>
                </a:lnTo>
                <a:lnTo>
                  <a:pt x="4838" y="2179"/>
                </a:lnTo>
                <a:lnTo>
                  <a:pt x="4837" y="2180"/>
                </a:lnTo>
                <a:lnTo>
                  <a:pt x="4836" y="2179"/>
                </a:lnTo>
                <a:lnTo>
                  <a:pt x="4836" y="2180"/>
                </a:lnTo>
                <a:lnTo>
                  <a:pt x="4835" y="2180"/>
                </a:lnTo>
                <a:lnTo>
                  <a:pt x="4835" y="2181"/>
                </a:lnTo>
                <a:lnTo>
                  <a:pt x="4835" y="2182"/>
                </a:lnTo>
                <a:lnTo>
                  <a:pt x="4834" y="2182"/>
                </a:lnTo>
                <a:lnTo>
                  <a:pt x="4834" y="2181"/>
                </a:lnTo>
                <a:lnTo>
                  <a:pt x="4833" y="2181"/>
                </a:lnTo>
                <a:lnTo>
                  <a:pt x="4834" y="2182"/>
                </a:lnTo>
                <a:lnTo>
                  <a:pt x="4834" y="2183"/>
                </a:lnTo>
                <a:lnTo>
                  <a:pt x="4833" y="2184"/>
                </a:lnTo>
                <a:lnTo>
                  <a:pt x="4833" y="2183"/>
                </a:lnTo>
                <a:lnTo>
                  <a:pt x="4832" y="2184"/>
                </a:lnTo>
                <a:lnTo>
                  <a:pt x="4831" y="2185"/>
                </a:lnTo>
                <a:lnTo>
                  <a:pt x="4830" y="2185"/>
                </a:lnTo>
                <a:lnTo>
                  <a:pt x="4830" y="2186"/>
                </a:lnTo>
                <a:lnTo>
                  <a:pt x="4830" y="2187"/>
                </a:lnTo>
                <a:lnTo>
                  <a:pt x="4830" y="2188"/>
                </a:lnTo>
                <a:lnTo>
                  <a:pt x="4830" y="2189"/>
                </a:lnTo>
                <a:lnTo>
                  <a:pt x="4829" y="2191"/>
                </a:lnTo>
                <a:lnTo>
                  <a:pt x="4829" y="2192"/>
                </a:lnTo>
                <a:lnTo>
                  <a:pt x="4828" y="2193"/>
                </a:lnTo>
                <a:lnTo>
                  <a:pt x="4828" y="2194"/>
                </a:lnTo>
                <a:lnTo>
                  <a:pt x="4828" y="2196"/>
                </a:lnTo>
                <a:lnTo>
                  <a:pt x="4828" y="2197"/>
                </a:lnTo>
                <a:lnTo>
                  <a:pt x="4828" y="2198"/>
                </a:lnTo>
                <a:lnTo>
                  <a:pt x="4827" y="2199"/>
                </a:lnTo>
                <a:lnTo>
                  <a:pt x="4827" y="2200"/>
                </a:lnTo>
                <a:lnTo>
                  <a:pt x="4827" y="2201"/>
                </a:lnTo>
                <a:lnTo>
                  <a:pt x="4827" y="2202"/>
                </a:lnTo>
                <a:lnTo>
                  <a:pt x="4828" y="2202"/>
                </a:lnTo>
                <a:lnTo>
                  <a:pt x="4829" y="2202"/>
                </a:lnTo>
                <a:lnTo>
                  <a:pt x="4828" y="2203"/>
                </a:lnTo>
                <a:lnTo>
                  <a:pt x="4828" y="2204"/>
                </a:lnTo>
                <a:lnTo>
                  <a:pt x="4828" y="2205"/>
                </a:lnTo>
                <a:lnTo>
                  <a:pt x="4827" y="2204"/>
                </a:lnTo>
                <a:lnTo>
                  <a:pt x="4827" y="2205"/>
                </a:lnTo>
                <a:lnTo>
                  <a:pt x="4828" y="2205"/>
                </a:lnTo>
                <a:lnTo>
                  <a:pt x="4828" y="2206"/>
                </a:lnTo>
                <a:lnTo>
                  <a:pt x="4829" y="2206"/>
                </a:lnTo>
                <a:lnTo>
                  <a:pt x="4827" y="2207"/>
                </a:lnTo>
                <a:lnTo>
                  <a:pt x="4827" y="2206"/>
                </a:lnTo>
                <a:lnTo>
                  <a:pt x="4826" y="2207"/>
                </a:lnTo>
                <a:lnTo>
                  <a:pt x="4826" y="2208"/>
                </a:lnTo>
                <a:lnTo>
                  <a:pt x="4824" y="2208"/>
                </a:lnTo>
                <a:lnTo>
                  <a:pt x="4824" y="2207"/>
                </a:lnTo>
                <a:lnTo>
                  <a:pt x="4825" y="2207"/>
                </a:lnTo>
                <a:lnTo>
                  <a:pt x="4825" y="2206"/>
                </a:lnTo>
                <a:lnTo>
                  <a:pt x="4824" y="2206"/>
                </a:lnTo>
                <a:lnTo>
                  <a:pt x="4824" y="2207"/>
                </a:lnTo>
                <a:lnTo>
                  <a:pt x="4823" y="2207"/>
                </a:lnTo>
                <a:lnTo>
                  <a:pt x="4822" y="2207"/>
                </a:lnTo>
                <a:lnTo>
                  <a:pt x="4821" y="2207"/>
                </a:lnTo>
                <a:lnTo>
                  <a:pt x="4819" y="2208"/>
                </a:lnTo>
                <a:lnTo>
                  <a:pt x="4819" y="2207"/>
                </a:lnTo>
                <a:lnTo>
                  <a:pt x="4819" y="2208"/>
                </a:lnTo>
                <a:lnTo>
                  <a:pt x="4818" y="2208"/>
                </a:lnTo>
                <a:lnTo>
                  <a:pt x="4817" y="2208"/>
                </a:lnTo>
                <a:lnTo>
                  <a:pt x="4816" y="2209"/>
                </a:lnTo>
                <a:lnTo>
                  <a:pt x="4814" y="2209"/>
                </a:lnTo>
                <a:lnTo>
                  <a:pt x="4815" y="2210"/>
                </a:lnTo>
                <a:lnTo>
                  <a:pt x="4813" y="2211"/>
                </a:lnTo>
                <a:lnTo>
                  <a:pt x="4813" y="2210"/>
                </a:lnTo>
                <a:lnTo>
                  <a:pt x="4812" y="2210"/>
                </a:lnTo>
                <a:lnTo>
                  <a:pt x="4812" y="2211"/>
                </a:lnTo>
                <a:lnTo>
                  <a:pt x="4811" y="2212"/>
                </a:lnTo>
                <a:lnTo>
                  <a:pt x="4811" y="2213"/>
                </a:lnTo>
                <a:lnTo>
                  <a:pt x="4810" y="2213"/>
                </a:lnTo>
                <a:lnTo>
                  <a:pt x="4810" y="2215"/>
                </a:lnTo>
                <a:lnTo>
                  <a:pt x="4809" y="2215"/>
                </a:lnTo>
                <a:lnTo>
                  <a:pt x="4809" y="2216"/>
                </a:lnTo>
                <a:lnTo>
                  <a:pt x="4809" y="2217"/>
                </a:lnTo>
                <a:lnTo>
                  <a:pt x="4809" y="2218"/>
                </a:lnTo>
                <a:lnTo>
                  <a:pt x="4809" y="2220"/>
                </a:lnTo>
                <a:lnTo>
                  <a:pt x="4808" y="2221"/>
                </a:lnTo>
                <a:lnTo>
                  <a:pt x="4808" y="2223"/>
                </a:lnTo>
                <a:lnTo>
                  <a:pt x="4808" y="2225"/>
                </a:lnTo>
                <a:lnTo>
                  <a:pt x="4809" y="2226"/>
                </a:lnTo>
                <a:lnTo>
                  <a:pt x="4809" y="2227"/>
                </a:lnTo>
                <a:lnTo>
                  <a:pt x="4808" y="2227"/>
                </a:lnTo>
                <a:lnTo>
                  <a:pt x="4808" y="2228"/>
                </a:lnTo>
                <a:lnTo>
                  <a:pt x="4808" y="2229"/>
                </a:lnTo>
                <a:lnTo>
                  <a:pt x="4808" y="2230"/>
                </a:lnTo>
                <a:lnTo>
                  <a:pt x="4808" y="2231"/>
                </a:lnTo>
                <a:lnTo>
                  <a:pt x="4807" y="2231"/>
                </a:lnTo>
                <a:lnTo>
                  <a:pt x="4809" y="2232"/>
                </a:lnTo>
                <a:lnTo>
                  <a:pt x="4808" y="2235"/>
                </a:lnTo>
                <a:lnTo>
                  <a:pt x="4807" y="2235"/>
                </a:lnTo>
                <a:lnTo>
                  <a:pt x="4808" y="2235"/>
                </a:lnTo>
                <a:lnTo>
                  <a:pt x="4809" y="2235"/>
                </a:lnTo>
                <a:lnTo>
                  <a:pt x="4810" y="2235"/>
                </a:lnTo>
                <a:lnTo>
                  <a:pt x="4810" y="2236"/>
                </a:lnTo>
                <a:lnTo>
                  <a:pt x="4809" y="2237"/>
                </a:lnTo>
                <a:lnTo>
                  <a:pt x="4808" y="2237"/>
                </a:lnTo>
                <a:lnTo>
                  <a:pt x="4808" y="2238"/>
                </a:lnTo>
                <a:lnTo>
                  <a:pt x="4808" y="2239"/>
                </a:lnTo>
                <a:lnTo>
                  <a:pt x="4809" y="2238"/>
                </a:lnTo>
                <a:lnTo>
                  <a:pt x="4809" y="2239"/>
                </a:lnTo>
                <a:lnTo>
                  <a:pt x="4809" y="2240"/>
                </a:lnTo>
                <a:lnTo>
                  <a:pt x="4810" y="2240"/>
                </a:lnTo>
                <a:lnTo>
                  <a:pt x="4810" y="2241"/>
                </a:lnTo>
                <a:lnTo>
                  <a:pt x="4811" y="2242"/>
                </a:lnTo>
                <a:lnTo>
                  <a:pt x="4811" y="2243"/>
                </a:lnTo>
                <a:lnTo>
                  <a:pt x="4812" y="2243"/>
                </a:lnTo>
                <a:lnTo>
                  <a:pt x="4813" y="2243"/>
                </a:lnTo>
                <a:lnTo>
                  <a:pt x="4815" y="2242"/>
                </a:lnTo>
                <a:lnTo>
                  <a:pt x="4816" y="2242"/>
                </a:lnTo>
                <a:lnTo>
                  <a:pt x="4816" y="2243"/>
                </a:lnTo>
                <a:lnTo>
                  <a:pt x="4817" y="2243"/>
                </a:lnTo>
                <a:lnTo>
                  <a:pt x="4818" y="2244"/>
                </a:lnTo>
                <a:lnTo>
                  <a:pt x="4819" y="2244"/>
                </a:lnTo>
                <a:lnTo>
                  <a:pt x="4819" y="2245"/>
                </a:lnTo>
                <a:lnTo>
                  <a:pt x="4820" y="2245"/>
                </a:lnTo>
                <a:lnTo>
                  <a:pt x="4821" y="2245"/>
                </a:lnTo>
                <a:lnTo>
                  <a:pt x="4822" y="2246"/>
                </a:lnTo>
                <a:lnTo>
                  <a:pt x="4823" y="2246"/>
                </a:lnTo>
                <a:lnTo>
                  <a:pt x="4824" y="2246"/>
                </a:lnTo>
                <a:lnTo>
                  <a:pt x="4824" y="2245"/>
                </a:lnTo>
                <a:lnTo>
                  <a:pt x="4826" y="2246"/>
                </a:lnTo>
                <a:lnTo>
                  <a:pt x="4826" y="2247"/>
                </a:lnTo>
                <a:lnTo>
                  <a:pt x="4827" y="2248"/>
                </a:lnTo>
                <a:lnTo>
                  <a:pt x="4827" y="2247"/>
                </a:lnTo>
                <a:lnTo>
                  <a:pt x="4828" y="2247"/>
                </a:lnTo>
                <a:lnTo>
                  <a:pt x="4829" y="2248"/>
                </a:lnTo>
                <a:lnTo>
                  <a:pt x="4830" y="2248"/>
                </a:lnTo>
                <a:lnTo>
                  <a:pt x="4831" y="2248"/>
                </a:lnTo>
                <a:lnTo>
                  <a:pt x="4832" y="2248"/>
                </a:lnTo>
                <a:lnTo>
                  <a:pt x="4833" y="2249"/>
                </a:lnTo>
                <a:lnTo>
                  <a:pt x="4833" y="2248"/>
                </a:lnTo>
                <a:lnTo>
                  <a:pt x="4834" y="2248"/>
                </a:lnTo>
                <a:lnTo>
                  <a:pt x="4835" y="2249"/>
                </a:lnTo>
                <a:lnTo>
                  <a:pt x="4836" y="2249"/>
                </a:lnTo>
                <a:lnTo>
                  <a:pt x="4835" y="2249"/>
                </a:lnTo>
                <a:lnTo>
                  <a:pt x="4836" y="2250"/>
                </a:lnTo>
                <a:lnTo>
                  <a:pt x="4837" y="2250"/>
                </a:lnTo>
                <a:lnTo>
                  <a:pt x="4837" y="2249"/>
                </a:lnTo>
                <a:lnTo>
                  <a:pt x="4840" y="2250"/>
                </a:lnTo>
                <a:lnTo>
                  <a:pt x="4841" y="2250"/>
                </a:lnTo>
                <a:lnTo>
                  <a:pt x="4842" y="2250"/>
                </a:lnTo>
                <a:lnTo>
                  <a:pt x="4842" y="2251"/>
                </a:lnTo>
                <a:lnTo>
                  <a:pt x="4841" y="2251"/>
                </a:lnTo>
                <a:lnTo>
                  <a:pt x="4840" y="2251"/>
                </a:lnTo>
                <a:lnTo>
                  <a:pt x="4840" y="2252"/>
                </a:lnTo>
                <a:lnTo>
                  <a:pt x="4837" y="2251"/>
                </a:lnTo>
                <a:lnTo>
                  <a:pt x="4838" y="2252"/>
                </a:lnTo>
                <a:lnTo>
                  <a:pt x="4838" y="2253"/>
                </a:lnTo>
                <a:lnTo>
                  <a:pt x="4837" y="2254"/>
                </a:lnTo>
                <a:lnTo>
                  <a:pt x="4837" y="2253"/>
                </a:lnTo>
                <a:lnTo>
                  <a:pt x="4837" y="2254"/>
                </a:lnTo>
                <a:lnTo>
                  <a:pt x="4836" y="2254"/>
                </a:lnTo>
                <a:lnTo>
                  <a:pt x="4836" y="2255"/>
                </a:lnTo>
                <a:lnTo>
                  <a:pt x="4836" y="2256"/>
                </a:lnTo>
                <a:lnTo>
                  <a:pt x="4835" y="2256"/>
                </a:lnTo>
                <a:lnTo>
                  <a:pt x="4836" y="2257"/>
                </a:lnTo>
                <a:lnTo>
                  <a:pt x="4838" y="2258"/>
                </a:lnTo>
                <a:lnTo>
                  <a:pt x="4840" y="2261"/>
                </a:lnTo>
                <a:lnTo>
                  <a:pt x="4842" y="2263"/>
                </a:lnTo>
                <a:lnTo>
                  <a:pt x="4843" y="2263"/>
                </a:lnTo>
                <a:lnTo>
                  <a:pt x="4844" y="2262"/>
                </a:lnTo>
                <a:lnTo>
                  <a:pt x="4846" y="2262"/>
                </a:lnTo>
                <a:lnTo>
                  <a:pt x="4845" y="2264"/>
                </a:lnTo>
                <a:lnTo>
                  <a:pt x="4847" y="2265"/>
                </a:lnTo>
                <a:lnTo>
                  <a:pt x="4846" y="2266"/>
                </a:lnTo>
                <a:lnTo>
                  <a:pt x="4848" y="2266"/>
                </a:lnTo>
                <a:lnTo>
                  <a:pt x="4849" y="2267"/>
                </a:lnTo>
                <a:lnTo>
                  <a:pt x="4850" y="2268"/>
                </a:lnTo>
                <a:lnTo>
                  <a:pt x="4852" y="2269"/>
                </a:lnTo>
                <a:lnTo>
                  <a:pt x="4853" y="2269"/>
                </a:lnTo>
                <a:lnTo>
                  <a:pt x="4855" y="2270"/>
                </a:lnTo>
                <a:lnTo>
                  <a:pt x="4855" y="2271"/>
                </a:lnTo>
                <a:lnTo>
                  <a:pt x="4856" y="2271"/>
                </a:lnTo>
                <a:lnTo>
                  <a:pt x="4855" y="2272"/>
                </a:lnTo>
                <a:lnTo>
                  <a:pt x="4855" y="2273"/>
                </a:lnTo>
                <a:lnTo>
                  <a:pt x="4856" y="2274"/>
                </a:lnTo>
                <a:lnTo>
                  <a:pt x="4856" y="2275"/>
                </a:lnTo>
                <a:lnTo>
                  <a:pt x="4855" y="2275"/>
                </a:lnTo>
                <a:lnTo>
                  <a:pt x="4855" y="2276"/>
                </a:lnTo>
                <a:lnTo>
                  <a:pt x="4856" y="2275"/>
                </a:lnTo>
                <a:lnTo>
                  <a:pt x="4858" y="2275"/>
                </a:lnTo>
                <a:lnTo>
                  <a:pt x="4859" y="2275"/>
                </a:lnTo>
                <a:lnTo>
                  <a:pt x="4859" y="2274"/>
                </a:lnTo>
                <a:lnTo>
                  <a:pt x="4860" y="2274"/>
                </a:lnTo>
                <a:lnTo>
                  <a:pt x="4860" y="2275"/>
                </a:lnTo>
                <a:lnTo>
                  <a:pt x="4860" y="2274"/>
                </a:lnTo>
                <a:lnTo>
                  <a:pt x="4861" y="2274"/>
                </a:lnTo>
                <a:lnTo>
                  <a:pt x="4863" y="2274"/>
                </a:lnTo>
                <a:lnTo>
                  <a:pt x="4864" y="2274"/>
                </a:lnTo>
                <a:lnTo>
                  <a:pt x="4864" y="2275"/>
                </a:lnTo>
                <a:lnTo>
                  <a:pt x="4867" y="2276"/>
                </a:lnTo>
                <a:lnTo>
                  <a:pt x="4868" y="2277"/>
                </a:lnTo>
                <a:lnTo>
                  <a:pt x="4869" y="2277"/>
                </a:lnTo>
                <a:lnTo>
                  <a:pt x="4869" y="2278"/>
                </a:lnTo>
                <a:lnTo>
                  <a:pt x="4869" y="2277"/>
                </a:lnTo>
                <a:lnTo>
                  <a:pt x="4870" y="2278"/>
                </a:lnTo>
                <a:lnTo>
                  <a:pt x="4870" y="2279"/>
                </a:lnTo>
                <a:lnTo>
                  <a:pt x="4870" y="2280"/>
                </a:lnTo>
                <a:lnTo>
                  <a:pt x="4870" y="2281"/>
                </a:lnTo>
                <a:lnTo>
                  <a:pt x="4871" y="2281"/>
                </a:lnTo>
                <a:lnTo>
                  <a:pt x="4872" y="2281"/>
                </a:lnTo>
                <a:lnTo>
                  <a:pt x="4873" y="2281"/>
                </a:lnTo>
                <a:lnTo>
                  <a:pt x="4874" y="2281"/>
                </a:lnTo>
                <a:lnTo>
                  <a:pt x="4875" y="2282"/>
                </a:lnTo>
                <a:lnTo>
                  <a:pt x="4876" y="2282"/>
                </a:lnTo>
                <a:lnTo>
                  <a:pt x="4878" y="2282"/>
                </a:lnTo>
                <a:lnTo>
                  <a:pt x="4880" y="2282"/>
                </a:lnTo>
                <a:lnTo>
                  <a:pt x="4881" y="2283"/>
                </a:lnTo>
                <a:lnTo>
                  <a:pt x="4882" y="2283"/>
                </a:lnTo>
                <a:lnTo>
                  <a:pt x="4883" y="2283"/>
                </a:lnTo>
                <a:lnTo>
                  <a:pt x="4884" y="2284"/>
                </a:lnTo>
                <a:lnTo>
                  <a:pt x="4885" y="2284"/>
                </a:lnTo>
                <a:lnTo>
                  <a:pt x="4887" y="2284"/>
                </a:lnTo>
                <a:lnTo>
                  <a:pt x="4888" y="2285"/>
                </a:lnTo>
                <a:lnTo>
                  <a:pt x="4890" y="2286"/>
                </a:lnTo>
                <a:lnTo>
                  <a:pt x="4891" y="2286"/>
                </a:lnTo>
                <a:lnTo>
                  <a:pt x="4892" y="2286"/>
                </a:lnTo>
                <a:lnTo>
                  <a:pt x="4893" y="2286"/>
                </a:lnTo>
                <a:lnTo>
                  <a:pt x="4893" y="2287"/>
                </a:lnTo>
                <a:lnTo>
                  <a:pt x="4893" y="2286"/>
                </a:lnTo>
                <a:lnTo>
                  <a:pt x="4894" y="2286"/>
                </a:lnTo>
                <a:lnTo>
                  <a:pt x="4896" y="2288"/>
                </a:lnTo>
                <a:lnTo>
                  <a:pt x="4898" y="2289"/>
                </a:lnTo>
                <a:lnTo>
                  <a:pt x="4899" y="2289"/>
                </a:lnTo>
                <a:lnTo>
                  <a:pt x="4899" y="2290"/>
                </a:lnTo>
                <a:lnTo>
                  <a:pt x="4900" y="2290"/>
                </a:lnTo>
                <a:lnTo>
                  <a:pt x="4901" y="2291"/>
                </a:lnTo>
                <a:lnTo>
                  <a:pt x="4902" y="2292"/>
                </a:lnTo>
                <a:lnTo>
                  <a:pt x="4902" y="2293"/>
                </a:lnTo>
                <a:lnTo>
                  <a:pt x="4903" y="2293"/>
                </a:lnTo>
                <a:lnTo>
                  <a:pt x="4904" y="2293"/>
                </a:lnTo>
                <a:lnTo>
                  <a:pt x="4905" y="2293"/>
                </a:lnTo>
                <a:lnTo>
                  <a:pt x="4908" y="2295"/>
                </a:lnTo>
                <a:lnTo>
                  <a:pt x="4909" y="2295"/>
                </a:lnTo>
                <a:lnTo>
                  <a:pt x="4910" y="2296"/>
                </a:lnTo>
                <a:lnTo>
                  <a:pt x="4911" y="2296"/>
                </a:lnTo>
                <a:lnTo>
                  <a:pt x="4912" y="2296"/>
                </a:lnTo>
                <a:lnTo>
                  <a:pt x="4913" y="2297"/>
                </a:lnTo>
                <a:lnTo>
                  <a:pt x="4914" y="2297"/>
                </a:lnTo>
                <a:lnTo>
                  <a:pt x="4915" y="2298"/>
                </a:lnTo>
                <a:lnTo>
                  <a:pt x="4918" y="2299"/>
                </a:lnTo>
                <a:lnTo>
                  <a:pt x="4920" y="2300"/>
                </a:lnTo>
                <a:lnTo>
                  <a:pt x="4921" y="2300"/>
                </a:lnTo>
                <a:lnTo>
                  <a:pt x="4921" y="2301"/>
                </a:lnTo>
                <a:lnTo>
                  <a:pt x="4922" y="2301"/>
                </a:lnTo>
                <a:lnTo>
                  <a:pt x="4922" y="2302"/>
                </a:lnTo>
                <a:lnTo>
                  <a:pt x="4922" y="2303"/>
                </a:lnTo>
                <a:lnTo>
                  <a:pt x="4921" y="2304"/>
                </a:lnTo>
                <a:lnTo>
                  <a:pt x="4922" y="2305"/>
                </a:lnTo>
                <a:lnTo>
                  <a:pt x="4922" y="2306"/>
                </a:lnTo>
                <a:lnTo>
                  <a:pt x="4922" y="2307"/>
                </a:lnTo>
                <a:lnTo>
                  <a:pt x="4922" y="2308"/>
                </a:lnTo>
                <a:lnTo>
                  <a:pt x="4923" y="2308"/>
                </a:lnTo>
                <a:lnTo>
                  <a:pt x="4923" y="2309"/>
                </a:lnTo>
                <a:lnTo>
                  <a:pt x="4923" y="2311"/>
                </a:lnTo>
                <a:lnTo>
                  <a:pt x="4923" y="2312"/>
                </a:lnTo>
                <a:lnTo>
                  <a:pt x="4924" y="2312"/>
                </a:lnTo>
                <a:lnTo>
                  <a:pt x="4924" y="2313"/>
                </a:lnTo>
                <a:lnTo>
                  <a:pt x="4924" y="2314"/>
                </a:lnTo>
                <a:lnTo>
                  <a:pt x="4924" y="2315"/>
                </a:lnTo>
                <a:lnTo>
                  <a:pt x="4924" y="2316"/>
                </a:lnTo>
                <a:lnTo>
                  <a:pt x="4925" y="2318"/>
                </a:lnTo>
                <a:lnTo>
                  <a:pt x="4925" y="2319"/>
                </a:lnTo>
                <a:lnTo>
                  <a:pt x="4926" y="2320"/>
                </a:lnTo>
                <a:lnTo>
                  <a:pt x="4927" y="2321"/>
                </a:lnTo>
                <a:lnTo>
                  <a:pt x="4927" y="2322"/>
                </a:lnTo>
                <a:lnTo>
                  <a:pt x="4927" y="2323"/>
                </a:lnTo>
                <a:lnTo>
                  <a:pt x="4927" y="2324"/>
                </a:lnTo>
                <a:lnTo>
                  <a:pt x="4927" y="2325"/>
                </a:lnTo>
                <a:lnTo>
                  <a:pt x="4928" y="2326"/>
                </a:lnTo>
                <a:lnTo>
                  <a:pt x="4929" y="2327"/>
                </a:lnTo>
                <a:lnTo>
                  <a:pt x="4930" y="2329"/>
                </a:lnTo>
                <a:lnTo>
                  <a:pt x="4930" y="2330"/>
                </a:lnTo>
                <a:lnTo>
                  <a:pt x="4931" y="2331"/>
                </a:lnTo>
                <a:lnTo>
                  <a:pt x="4931" y="2332"/>
                </a:lnTo>
                <a:lnTo>
                  <a:pt x="4932" y="2333"/>
                </a:lnTo>
                <a:lnTo>
                  <a:pt x="4933" y="2335"/>
                </a:lnTo>
                <a:lnTo>
                  <a:pt x="4933" y="2336"/>
                </a:lnTo>
                <a:lnTo>
                  <a:pt x="4934" y="2337"/>
                </a:lnTo>
                <a:lnTo>
                  <a:pt x="4934" y="2338"/>
                </a:lnTo>
                <a:lnTo>
                  <a:pt x="4935" y="2340"/>
                </a:lnTo>
                <a:lnTo>
                  <a:pt x="4935" y="2341"/>
                </a:lnTo>
                <a:lnTo>
                  <a:pt x="4936" y="2342"/>
                </a:lnTo>
                <a:lnTo>
                  <a:pt x="4937" y="2343"/>
                </a:lnTo>
                <a:lnTo>
                  <a:pt x="4937" y="2344"/>
                </a:lnTo>
                <a:lnTo>
                  <a:pt x="4937" y="2345"/>
                </a:lnTo>
                <a:lnTo>
                  <a:pt x="4937" y="2346"/>
                </a:lnTo>
                <a:lnTo>
                  <a:pt x="4938" y="2347"/>
                </a:lnTo>
                <a:lnTo>
                  <a:pt x="4938" y="2348"/>
                </a:lnTo>
                <a:lnTo>
                  <a:pt x="4939" y="2349"/>
                </a:lnTo>
                <a:lnTo>
                  <a:pt x="4941" y="2351"/>
                </a:lnTo>
                <a:lnTo>
                  <a:pt x="4941" y="2352"/>
                </a:lnTo>
                <a:lnTo>
                  <a:pt x="4942" y="2354"/>
                </a:lnTo>
                <a:lnTo>
                  <a:pt x="4942" y="2355"/>
                </a:lnTo>
                <a:lnTo>
                  <a:pt x="4943" y="2356"/>
                </a:lnTo>
                <a:lnTo>
                  <a:pt x="4943" y="2357"/>
                </a:lnTo>
                <a:lnTo>
                  <a:pt x="4943" y="2358"/>
                </a:lnTo>
                <a:lnTo>
                  <a:pt x="4943" y="2359"/>
                </a:lnTo>
                <a:lnTo>
                  <a:pt x="4942" y="2360"/>
                </a:lnTo>
                <a:lnTo>
                  <a:pt x="4942" y="2361"/>
                </a:lnTo>
                <a:lnTo>
                  <a:pt x="4943" y="2361"/>
                </a:lnTo>
                <a:lnTo>
                  <a:pt x="4943" y="2360"/>
                </a:lnTo>
                <a:lnTo>
                  <a:pt x="4944" y="2360"/>
                </a:lnTo>
                <a:lnTo>
                  <a:pt x="4945" y="2361"/>
                </a:lnTo>
                <a:lnTo>
                  <a:pt x="4946" y="2361"/>
                </a:lnTo>
                <a:lnTo>
                  <a:pt x="4947" y="2362"/>
                </a:lnTo>
                <a:lnTo>
                  <a:pt x="4948" y="2364"/>
                </a:lnTo>
                <a:lnTo>
                  <a:pt x="4949" y="2366"/>
                </a:lnTo>
                <a:lnTo>
                  <a:pt x="4949" y="2367"/>
                </a:lnTo>
                <a:lnTo>
                  <a:pt x="4950" y="2368"/>
                </a:lnTo>
                <a:lnTo>
                  <a:pt x="4950" y="2369"/>
                </a:lnTo>
                <a:lnTo>
                  <a:pt x="4950" y="2370"/>
                </a:lnTo>
                <a:lnTo>
                  <a:pt x="4951" y="2371"/>
                </a:lnTo>
                <a:lnTo>
                  <a:pt x="4951" y="2372"/>
                </a:lnTo>
                <a:lnTo>
                  <a:pt x="4952" y="2372"/>
                </a:lnTo>
                <a:lnTo>
                  <a:pt x="4952" y="2373"/>
                </a:lnTo>
                <a:lnTo>
                  <a:pt x="4952" y="2374"/>
                </a:lnTo>
                <a:lnTo>
                  <a:pt x="4953" y="2376"/>
                </a:lnTo>
                <a:lnTo>
                  <a:pt x="4953" y="2377"/>
                </a:lnTo>
                <a:lnTo>
                  <a:pt x="4954" y="2378"/>
                </a:lnTo>
                <a:lnTo>
                  <a:pt x="4954" y="2379"/>
                </a:lnTo>
                <a:lnTo>
                  <a:pt x="4953" y="2380"/>
                </a:lnTo>
                <a:lnTo>
                  <a:pt x="4952" y="2381"/>
                </a:lnTo>
                <a:lnTo>
                  <a:pt x="4953" y="2381"/>
                </a:lnTo>
                <a:lnTo>
                  <a:pt x="4954" y="2382"/>
                </a:lnTo>
                <a:lnTo>
                  <a:pt x="4954" y="2383"/>
                </a:lnTo>
                <a:lnTo>
                  <a:pt x="4954" y="2386"/>
                </a:lnTo>
                <a:lnTo>
                  <a:pt x="4951" y="2387"/>
                </a:lnTo>
                <a:lnTo>
                  <a:pt x="4952" y="2389"/>
                </a:lnTo>
                <a:lnTo>
                  <a:pt x="4950" y="2390"/>
                </a:lnTo>
                <a:lnTo>
                  <a:pt x="4950" y="2391"/>
                </a:lnTo>
                <a:lnTo>
                  <a:pt x="4951" y="2391"/>
                </a:lnTo>
                <a:lnTo>
                  <a:pt x="4953" y="2393"/>
                </a:lnTo>
                <a:lnTo>
                  <a:pt x="4955" y="2395"/>
                </a:lnTo>
                <a:lnTo>
                  <a:pt x="4956" y="2395"/>
                </a:lnTo>
                <a:lnTo>
                  <a:pt x="4956" y="2396"/>
                </a:lnTo>
                <a:lnTo>
                  <a:pt x="4957" y="2396"/>
                </a:lnTo>
                <a:lnTo>
                  <a:pt x="4958" y="2396"/>
                </a:lnTo>
                <a:lnTo>
                  <a:pt x="4959" y="2396"/>
                </a:lnTo>
                <a:lnTo>
                  <a:pt x="4960" y="2397"/>
                </a:lnTo>
                <a:lnTo>
                  <a:pt x="4959" y="2397"/>
                </a:lnTo>
                <a:lnTo>
                  <a:pt x="4958" y="2398"/>
                </a:lnTo>
                <a:lnTo>
                  <a:pt x="4959" y="2398"/>
                </a:lnTo>
                <a:lnTo>
                  <a:pt x="4959" y="2397"/>
                </a:lnTo>
                <a:lnTo>
                  <a:pt x="4961" y="2397"/>
                </a:lnTo>
                <a:lnTo>
                  <a:pt x="4961" y="2399"/>
                </a:lnTo>
                <a:lnTo>
                  <a:pt x="4962" y="2400"/>
                </a:lnTo>
                <a:lnTo>
                  <a:pt x="4962" y="2399"/>
                </a:lnTo>
                <a:lnTo>
                  <a:pt x="4963" y="2399"/>
                </a:lnTo>
                <a:lnTo>
                  <a:pt x="4964" y="2400"/>
                </a:lnTo>
                <a:lnTo>
                  <a:pt x="4964" y="2401"/>
                </a:lnTo>
                <a:lnTo>
                  <a:pt x="4965" y="2402"/>
                </a:lnTo>
                <a:lnTo>
                  <a:pt x="4965" y="2404"/>
                </a:lnTo>
                <a:lnTo>
                  <a:pt x="4965" y="2405"/>
                </a:lnTo>
                <a:lnTo>
                  <a:pt x="4965" y="2406"/>
                </a:lnTo>
                <a:lnTo>
                  <a:pt x="4966" y="2406"/>
                </a:lnTo>
                <a:lnTo>
                  <a:pt x="4967" y="2405"/>
                </a:lnTo>
                <a:lnTo>
                  <a:pt x="4967" y="2406"/>
                </a:lnTo>
                <a:lnTo>
                  <a:pt x="4968" y="2407"/>
                </a:lnTo>
                <a:lnTo>
                  <a:pt x="4968" y="2409"/>
                </a:lnTo>
                <a:lnTo>
                  <a:pt x="4968" y="2410"/>
                </a:lnTo>
                <a:lnTo>
                  <a:pt x="4968" y="2409"/>
                </a:lnTo>
                <a:lnTo>
                  <a:pt x="4968" y="2411"/>
                </a:lnTo>
                <a:lnTo>
                  <a:pt x="4968" y="2412"/>
                </a:lnTo>
                <a:lnTo>
                  <a:pt x="4968" y="2411"/>
                </a:lnTo>
                <a:lnTo>
                  <a:pt x="4967" y="2412"/>
                </a:lnTo>
                <a:lnTo>
                  <a:pt x="4966" y="2412"/>
                </a:lnTo>
                <a:lnTo>
                  <a:pt x="4967" y="2412"/>
                </a:lnTo>
                <a:lnTo>
                  <a:pt x="4968" y="2412"/>
                </a:lnTo>
                <a:lnTo>
                  <a:pt x="4968" y="2414"/>
                </a:lnTo>
                <a:lnTo>
                  <a:pt x="4968" y="2415"/>
                </a:lnTo>
                <a:lnTo>
                  <a:pt x="4967" y="2415"/>
                </a:lnTo>
                <a:lnTo>
                  <a:pt x="4966" y="2416"/>
                </a:lnTo>
                <a:lnTo>
                  <a:pt x="4965" y="2416"/>
                </a:lnTo>
                <a:lnTo>
                  <a:pt x="4965" y="2417"/>
                </a:lnTo>
                <a:lnTo>
                  <a:pt x="4964" y="2417"/>
                </a:lnTo>
                <a:lnTo>
                  <a:pt x="4963" y="2417"/>
                </a:lnTo>
                <a:lnTo>
                  <a:pt x="4964" y="2417"/>
                </a:lnTo>
                <a:lnTo>
                  <a:pt x="4965" y="2417"/>
                </a:lnTo>
                <a:lnTo>
                  <a:pt x="4966" y="2417"/>
                </a:lnTo>
                <a:lnTo>
                  <a:pt x="4966" y="2416"/>
                </a:lnTo>
                <a:lnTo>
                  <a:pt x="4967" y="2416"/>
                </a:lnTo>
                <a:lnTo>
                  <a:pt x="4968" y="2416"/>
                </a:lnTo>
                <a:lnTo>
                  <a:pt x="4968" y="2415"/>
                </a:lnTo>
                <a:lnTo>
                  <a:pt x="4969" y="2415"/>
                </a:lnTo>
                <a:lnTo>
                  <a:pt x="4969" y="2416"/>
                </a:lnTo>
                <a:lnTo>
                  <a:pt x="4970" y="2416"/>
                </a:lnTo>
                <a:lnTo>
                  <a:pt x="4970" y="2417"/>
                </a:lnTo>
                <a:lnTo>
                  <a:pt x="4971" y="2417"/>
                </a:lnTo>
                <a:lnTo>
                  <a:pt x="4971" y="2418"/>
                </a:lnTo>
                <a:lnTo>
                  <a:pt x="4972" y="2418"/>
                </a:lnTo>
                <a:lnTo>
                  <a:pt x="4973" y="2421"/>
                </a:lnTo>
                <a:lnTo>
                  <a:pt x="4972" y="2421"/>
                </a:lnTo>
                <a:lnTo>
                  <a:pt x="4973" y="2421"/>
                </a:lnTo>
                <a:lnTo>
                  <a:pt x="4973" y="2422"/>
                </a:lnTo>
                <a:lnTo>
                  <a:pt x="4974" y="2423"/>
                </a:lnTo>
                <a:lnTo>
                  <a:pt x="4974" y="2424"/>
                </a:lnTo>
                <a:lnTo>
                  <a:pt x="4975" y="2426"/>
                </a:lnTo>
                <a:lnTo>
                  <a:pt x="4976" y="2429"/>
                </a:lnTo>
                <a:lnTo>
                  <a:pt x="4976" y="2430"/>
                </a:lnTo>
                <a:lnTo>
                  <a:pt x="4978" y="2429"/>
                </a:lnTo>
                <a:lnTo>
                  <a:pt x="4980" y="2429"/>
                </a:lnTo>
                <a:lnTo>
                  <a:pt x="4981" y="2431"/>
                </a:lnTo>
                <a:lnTo>
                  <a:pt x="4979" y="2431"/>
                </a:lnTo>
                <a:lnTo>
                  <a:pt x="4980" y="2432"/>
                </a:lnTo>
                <a:lnTo>
                  <a:pt x="4980" y="2433"/>
                </a:lnTo>
                <a:lnTo>
                  <a:pt x="4981" y="2435"/>
                </a:lnTo>
                <a:lnTo>
                  <a:pt x="4979" y="2435"/>
                </a:lnTo>
                <a:lnTo>
                  <a:pt x="4980" y="2436"/>
                </a:lnTo>
                <a:lnTo>
                  <a:pt x="4980" y="2437"/>
                </a:lnTo>
                <a:lnTo>
                  <a:pt x="4981" y="2438"/>
                </a:lnTo>
                <a:lnTo>
                  <a:pt x="4981" y="2439"/>
                </a:lnTo>
                <a:lnTo>
                  <a:pt x="4981" y="2440"/>
                </a:lnTo>
                <a:lnTo>
                  <a:pt x="4982" y="2440"/>
                </a:lnTo>
                <a:lnTo>
                  <a:pt x="4982" y="2441"/>
                </a:lnTo>
                <a:lnTo>
                  <a:pt x="4982" y="2442"/>
                </a:lnTo>
                <a:lnTo>
                  <a:pt x="4982" y="2443"/>
                </a:lnTo>
                <a:lnTo>
                  <a:pt x="4983" y="2443"/>
                </a:lnTo>
                <a:lnTo>
                  <a:pt x="4983" y="2444"/>
                </a:lnTo>
                <a:lnTo>
                  <a:pt x="4983" y="2445"/>
                </a:lnTo>
                <a:lnTo>
                  <a:pt x="4983" y="2448"/>
                </a:lnTo>
                <a:lnTo>
                  <a:pt x="4983" y="2449"/>
                </a:lnTo>
                <a:lnTo>
                  <a:pt x="4983" y="2450"/>
                </a:lnTo>
                <a:lnTo>
                  <a:pt x="4979" y="2450"/>
                </a:lnTo>
                <a:lnTo>
                  <a:pt x="4978" y="2451"/>
                </a:lnTo>
                <a:lnTo>
                  <a:pt x="4979" y="2451"/>
                </a:lnTo>
                <a:lnTo>
                  <a:pt x="4980" y="2451"/>
                </a:lnTo>
                <a:lnTo>
                  <a:pt x="4982" y="2453"/>
                </a:lnTo>
                <a:lnTo>
                  <a:pt x="4984" y="2453"/>
                </a:lnTo>
                <a:lnTo>
                  <a:pt x="4986" y="2454"/>
                </a:lnTo>
                <a:lnTo>
                  <a:pt x="4985" y="2454"/>
                </a:lnTo>
                <a:lnTo>
                  <a:pt x="4985" y="2455"/>
                </a:lnTo>
                <a:lnTo>
                  <a:pt x="4987" y="2455"/>
                </a:lnTo>
                <a:lnTo>
                  <a:pt x="4987" y="2456"/>
                </a:lnTo>
                <a:lnTo>
                  <a:pt x="4987" y="2457"/>
                </a:lnTo>
                <a:lnTo>
                  <a:pt x="4988" y="2460"/>
                </a:lnTo>
                <a:lnTo>
                  <a:pt x="4988" y="2462"/>
                </a:lnTo>
                <a:lnTo>
                  <a:pt x="4987" y="2462"/>
                </a:lnTo>
                <a:lnTo>
                  <a:pt x="4988" y="2462"/>
                </a:lnTo>
                <a:lnTo>
                  <a:pt x="4988" y="2463"/>
                </a:lnTo>
                <a:lnTo>
                  <a:pt x="4989" y="2466"/>
                </a:lnTo>
                <a:lnTo>
                  <a:pt x="4989" y="2467"/>
                </a:lnTo>
                <a:lnTo>
                  <a:pt x="4990" y="2468"/>
                </a:lnTo>
                <a:lnTo>
                  <a:pt x="4990" y="2469"/>
                </a:lnTo>
                <a:lnTo>
                  <a:pt x="4989" y="2470"/>
                </a:lnTo>
                <a:lnTo>
                  <a:pt x="4988" y="2471"/>
                </a:lnTo>
                <a:lnTo>
                  <a:pt x="4988" y="2472"/>
                </a:lnTo>
                <a:lnTo>
                  <a:pt x="4989" y="2472"/>
                </a:lnTo>
                <a:lnTo>
                  <a:pt x="4990" y="2471"/>
                </a:lnTo>
                <a:lnTo>
                  <a:pt x="4992" y="2471"/>
                </a:lnTo>
                <a:lnTo>
                  <a:pt x="4994" y="2471"/>
                </a:lnTo>
                <a:lnTo>
                  <a:pt x="4995" y="2471"/>
                </a:lnTo>
                <a:lnTo>
                  <a:pt x="4994" y="2485"/>
                </a:lnTo>
                <a:lnTo>
                  <a:pt x="4993" y="2485"/>
                </a:lnTo>
                <a:lnTo>
                  <a:pt x="4992" y="2490"/>
                </a:lnTo>
                <a:lnTo>
                  <a:pt x="4988" y="2490"/>
                </a:lnTo>
                <a:lnTo>
                  <a:pt x="4988" y="2491"/>
                </a:lnTo>
                <a:lnTo>
                  <a:pt x="4987" y="2491"/>
                </a:lnTo>
                <a:lnTo>
                  <a:pt x="4987" y="2492"/>
                </a:lnTo>
                <a:lnTo>
                  <a:pt x="4987" y="2493"/>
                </a:lnTo>
                <a:lnTo>
                  <a:pt x="4987" y="2494"/>
                </a:lnTo>
                <a:lnTo>
                  <a:pt x="4988" y="2494"/>
                </a:lnTo>
                <a:lnTo>
                  <a:pt x="4991" y="2494"/>
                </a:lnTo>
                <a:lnTo>
                  <a:pt x="4992" y="2494"/>
                </a:lnTo>
                <a:lnTo>
                  <a:pt x="4992" y="2495"/>
                </a:lnTo>
                <a:lnTo>
                  <a:pt x="4993" y="2496"/>
                </a:lnTo>
                <a:lnTo>
                  <a:pt x="4994" y="2497"/>
                </a:lnTo>
                <a:lnTo>
                  <a:pt x="4994" y="2498"/>
                </a:lnTo>
                <a:lnTo>
                  <a:pt x="4995" y="2498"/>
                </a:lnTo>
                <a:lnTo>
                  <a:pt x="4995" y="2499"/>
                </a:lnTo>
                <a:lnTo>
                  <a:pt x="4995" y="2500"/>
                </a:lnTo>
                <a:lnTo>
                  <a:pt x="4993" y="2503"/>
                </a:lnTo>
                <a:lnTo>
                  <a:pt x="4992" y="2504"/>
                </a:lnTo>
                <a:lnTo>
                  <a:pt x="4993" y="2503"/>
                </a:lnTo>
                <a:lnTo>
                  <a:pt x="4994" y="2503"/>
                </a:lnTo>
                <a:lnTo>
                  <a:pt x="4995" y="2503"/>
                </a:lnTo>
                <a:lnTo>
                  <a:pt x="4996" y="2504"/>
                </a:lnTo>
                <a:lnTo>
                  <a:pt x="4997" y="2504"/>
                </a:lnTo>
                <a:lnTo>
                  <a:pt x="4999" y="2505"/>
                </a:lnTo>
                <a:lnTo>
                  <a:pt x="4999" y="2504"/>
                </a:lnTo>
                <a:lnTo>
                  <a:pt x="5000" y="2504"/>
                </a:lnTo>
                <a:lnTo>
                  <a:pt x="5002" y="2506"/>
                </a:lnTo>
                <a:lnTo>
                  <a:pt x="5001" y="2508"/>
                </a:lnTo>
                <a:lnTo>
                  <a:pt x="5001" y="2509"/>
                </a:lnTo>
                <a:lnTo>
                  <a:pt x="5002" y="2509"/>
                </a:lnTo>
                <a:lnTo>
                  <a:pt x="5004" y="2510"/>
                </a:lnTo>
                <a:lnTo>
                  <a:pt x="5005" y="2510"/>
                </a:lnTo>
                <a:lnTo>
                  <a:pt x="5006" y="2510"/>
                </a:lnTo>
                <a:lnTo>
                  <a:pt x="5007" y="2511"/>
                </a:lnTo>
                <a:lnTo>
                  <a:pt x="5009" y="2511"/>
                </a:lnTo>
                <a:lnTo>
                  <a:pt x="5010" y="2511"/>
                </a:lnTo>
                <a:lnTo>
                  <a:pt x="5010" y="2512"/>
                </a:lnTo>
                <a:lnTo>
                  <a:pt x="5019" y="2516"/>
                </a:lnTo>
                <a:lnTo>
                  <a:pt x="5019" y="2517"/>
                </a:lnTo>
                <a:lnTo>
                  <a:pt x="5017" y="2520"/>
                </a:lnTo>
                <a:lnTo>
                  <a:pt x="5018" y="2520"/>
                </a:lnTo>
                <a:lnTo>
                  <a:pt x="5019" y="2520"/>
                </a:lnTo>
                <a:lnTo>
                  <a:pt x="5020" y="2520"/>
                </a:lnTo>
                <a:lnTo>
                  <a:pt x="5021" y="2518"/>
                </a:lnTo>
                <a:lnTo>
                  <a:pt x="5025" y="2520"/>
                </a:lnTo>
                <a:lnTo>
                  <a:pt x="5025" y="2521"/>
                </a:lnTo>
                <a:lnTo>
                  <a:pt x="5028" y="2523"/>
                </a:lnTo>
                <a:lnTo>
                  <a:pt x="5028" y="2521"/>
                </a:lnTo>
                <a:lnTo>
                  <a:pt x="5029" y="2521"/>
                </a:lnTo>
                <a:lnTo>
                  <a:pt x="5032" y="2523"/>
                </a:lnTo>
                <a:lnTo>
                  <a:pt x="5033" y="2523"/>
                </a:lnTo>
                <a:lnTo>
                  <a:pt x="5037" y="2525"/>
                </a:lnTo>
                <a:lnTo>
                  <a:pt x="5041" y="2527"/>
                </a:lnTo>
                <a:lnTo>
                  <a:pt x="5041" y="2528"/>
                </a:lnTo>
                <a:lnTo>
                  <a:pt x="5041" y="2531"/>
                </a:lnTo>
                <a:lnTo>
                  <a:pt x="5042" y="2531"/>
                </a:lnTo>
                <a:lnTo>
                  <a:pt x="5042" y="2534"/>
                </a:lnTo>
                <a:lnTo>
                  <a:pt x="5042" y="2536"/>
                </a:lnTo>
                <a:lnTo>
                  <a:pt x="5042" y="2538"/>
                </a:lnTo>
                <a:lnTo>
                  <a:pt x="5043" y="2539"/>
                </a:lnTo>
                <a:lnTo>
                  <a:pt x="5044" y="2539"/>
                </a:lnTo>
                <a:lnTo>
                  <a:pt x="5044" y="2542"/>
                </a:lnTo>
                <a:lnTo>
                  <a:pt x="5044" y="2543"/>
                </a:lnTo>
                <a:lnTo>
                  <a:pt x="5045" y="2544"/>
                </a:lnTo>
                <a:lnTo>
                  <a:pt x="5045" y="2545"/>
                </a:lnTo>
                <a:lnTo>
                  <a:pt x="5045" y="2546"/>
                </a:lnTo>
                <a:lnTo>
                  <a:pt x="5046" y="2546"/>
                </a:lnTo>
                <a:lnTo>
                  <a:pt x="5047" y="2547"/>
                </a:lnTo>
                <a:lnTo>
                  <a:pt x="5048" y="2548"/>
                </a:lnTo>
                <a:lnTo>
                  <a:pt x="5049" y="2549"/>
                </a:lnTo>
                <a:lnTo>
                  <a:pt x="5048" y="2550"/>
                </a:lnTo>
                <a:lnTo>
                  <a:pt x="5047" y="2551"/>
                </a:lnTo>
                <a:lnTo>
                  <a:pt x="5046" y="2552"/>
                </a:lnTo>
                <a:lnTo>
                  <a:pt x="5044" y="2552"/>
                </a:lnTo>
                <a:lnTo>
                  <a:pt x="5043" y="2551"/>
                </a:lnTo>
                <a:lnTo>
                  <a:pt x="5040" y="2550"/>
                </a:lnTo>
                <a:lnTo>
                  <a:pt x="5039" y="2550"/>
                </a:lnTo>
                <a:lnTo>
                  <a:pt x="5038" y="2551"/>
                </a:lnTo>
                <a:lnTo>
                  <a:pt x="5037" y="2551"/>
                </a:lnTo>
                <a:lnTo>
                  <a:pt x="5036" y="2551"/>
                </a:lnTo>
                <a:lnTo>
                  <a:pt x="5036" y="2552"/>
                </a:lnTo>
                <a:lnTo>
                  <a:pt x="5037" y="2551"/>
                </a:lnTo>
                <a:lnTo>
                  <a:pt x="5038" y="2551"/>
                </a:lnTo>
                <a:lnTo>
                  <a:pt x="5038" y="2552"/>
                </a:lnTo>
                <a:lnTo>
                  <a:pt x="5041" y="2552"/>
                </a:lnTo>
                <a:lnTo>
                  <a:pt x="5041" y="2553"/>
                </a:lnTo>
                <a:lnTo>
                  <a:pt x="5041" y="2555"/>
                </a:lnTo>
                <a:lnTo>
                  <a:pt x="5042" y="2555"/>
                </a:lnTo>
                <a:lnTo>
                  <a:pt x="5043" y="2556"/>
                </a:lnTo>
                <a:lnTo>
                  <a:pt x="5045" y="2557"/>
                </a:lnTo>
                <a:lnTo>
                  <a:pt x="5046" y="2558"/>
                </a:lnTo>
                <a:lnTo>
                  <a:pt x="5047" y="2557"/>
                </a:lnTo>
                <a:lnTo>
                  <a:pt x="5049" y="2556"/>
                </a:lnTo>
                <a:lnTo>
                  <a:pt x="5050" y="2556"/>
                </a:lnTo>
                <a:lnTo>
                  <a:pt x="5051" y="2556"/>
                </a:lnTo>
                <a:lnTo>
                  <a:pt x="5052" y="2557"/>
                </a:lnTo>
                <a:lnTo>
                  <a:pt x="5052" y="2558"/>
                </a:lnTo>
                <a:lnTo>
                  <a:pt x="5053" y="2560"/>
                </a:lnTo>
                <a:lnTo>
                  <a:pt x="5052" y="2562"/>
                </a:lnTo>
                <a:lnTo>
                  <a:pt x="5054" y="2563"/>
                </a:lnTo>
                <a:lnTo>
                  <a:pt x="5055" y="2564"/>
                </a:lnTo>
                <a:lnTo>
                  <a:pt x="5056" y="2564"/>
                </a:lnTo>
                <a:lnTo>
                  <a:pt x="5057" y="2564"/>
                </a:lnTo>
                <a:lnTo>
                  <a:pt x="5058" y="2562"/>
                </a:lnTo>
                <a:lnTo>
                  <a:pt x="5061" y="2563"/>
                </a:lnTo>
                <a:lnTo>
                  <a:pt x="5071" y="2566"/>
                </a:lnTo>
                <a:lnTo>
                  <a:pt x="5075" y="2569"/>
                </a:lnTo>
                <a:lnTo>
                  <a:pt x="5077" y="2571"/>
                </a:lnTo>
                <a:lnTo>
                  <a:pt x="5075" y="2574"/>
                </a:lnTo>
                <a:lnTo>
                  <a:pt x="5076" y="2575"/>
                </a:lnTo>
                <a:lnTo>
                  <a:pt x="5077" y="2575"/>
                </a:lnTo>
                <a:lnTo>
                  <a:pt x="5078" y="2575"/>
                </a:lnTo>
                <a:lnTo>
                  <a:pt x="5079" y="2576"/>
                </a:lnTo>
                <a:lnTo>
                  <a:pt x="5081" y="2578"/>
                </a:lnTo>
                <a:lnTo>
                  <a:pt x="5082" y="2579"/>
                </a:lnTo>
                <a:lnTo>
                  <a:pt x="5082" y="2580"/>
                </a:lnTo>
                <a:lnTo>
                  <a:pt x="5083" y="2580"/>
                </a:lnTo>
                <a:lnTo>
                  <a:pt x="5085" y="2581"/>
                </a:lnTo>
                <a:lnTo>
                  <a:pt x="5089" y="2592"/>
                </a:lnTo>
                <a:lnTo>
                  <a:pt x="5089" y="2593"/>
                </a:lnTo>
                <a:lnTo>
                  <a:pt x="5089" y="2594"/>
                </a:lnTo>
                <a:lnTo>
                  <a:pt x="5090" y="2594"/>
                </a:lnTo>
                <a:lnTo>
                  <a:pt x="5090" y="2595"/>
                </a:lnTo>
                <a:lnTo>
                  <a:pt x="5090" y="2596"/>
                </a:lnTo>
                <a:lnTo>
                  <a:pt x="5091" y="2596"/>
                </a:lnTo>
                <a:lnTo>
                  <a:pt x="5091" y="2597"/>
                </a:lnTo>
                <a:lnTo>
                  <a:pt x="5091" y="2598"/>
                </a:lnTo>
                <a:lnTo>
                  <a:pt x="5092" y="2598"/>
                </a:lnTo>
                <a:lnTo>
                  <a:pt x="5092" y="2599"/>
                </a:lnTo>
                <a:lnTo>
                  <a:pt x="5092" y="2600"/>
                </a:lnTo>
                <a:lnTo>
                  <a:pt x="5093" y="2601"/>
                </a:lnTo>
                <a:lnTo>
                  <a:pt x="5092" y="2601"/>
                </a:lnTo>
                <a:lnTo>
                  <a:pt x="5093" y="2603"/>
                </a:lnTo>
                <a:lnTo>
                  <a:pt x="5094" y="2604"/>
                </a:lnTo>
                <a:lnTo>
                  <a:pt x="5095" y="2604"/>
                </a:lnTo>
                <a:lnTo>
                  <a:pt x="5095" y="2606"/>
                </a:lnTo>
                <a:lnTo>
                  <a:pt x="5095" y="2607"/>
                </a:lnTo>
                <a:lnTo>
                  <a:pt x="5095" y="2609"/>
                </a:lnTo>
                <a:lnTo>
                  <a:pt x="5094" y="2611"/>
                </a:lnTo>
                <a:lnTo>
                  <a:pt x="5093" y="2611"/>
                </a:lnTo>
                <a:lnTo>
                  <a:pt x="5093" y="2612"/>
                </a:lnTo>
                <a:lnTo>
                  <a:pt x="5092" y="2612"/>
                </a:lnTo>
                <a:lnTo>
                  <a:pt x="5091" y="2613"/>
                </a:lnTo>
                <a:lnTo>
                  <a:pt x="5091" y="2616"/>
                </a:lnTo>
                <a:lnTo>
                  <a:pt x="5090" y="2619"/>
                </a:lnTo>
                <a:lnTo>
                  <a:pt x="5090" y="2622"/>
                </a:lnTo>
                <a:lnTo>
                  <a:pt x="5090" y="2625"/>
                </a:lnTo>
                <a:lnTo>
                  <a:pt x="5091" y="2625"/>
                </a:lnTo>
                <a:lnTo>
                  <a:pt x="5093" y="2626"/>
                </a:lnTo>
                <a:lnTo>
                  <a:pt x="5094" y="2626"/>
                </a:lnTo>
                <a:lnTo>
                  <a:pt x="5099" y="2630"/>
                </a:lnTo>
                <a:lnTo>
                  <a:pt x="5100" y="2631"/>
                </a:lnTo>
                <a:lnTo>
                  <a:pt x="5101" y="2632"/>
                </a:lnTo>
                <a:lnTo>
                  <a:pt x="5102" y="2634"/>
                </a:lnTo>
                <a:lnTo>
                  <a:pt x="5102" y="2636"/>
                </a:lnTo>
                <a:lnTo>
                  <a:pt x="5102" y="2637"/>
                </a:lnTo>
                <a:lnTo>
                  <a:pt x="5101" y="2638"/>
                </a:lnTo>
                <a:lnTo>
                  <a:pt x="5101" y="2639"/>
                </a:lnTo>
                <a:lnTo>
                  <a:pt x="5100" y="2639"/>
                </a:lnTo>
                <a:lnTo>
                  <a:pt x="5099" y="2639"/>
                </a:lnTo>
                <a:lnTo>
                  <a:pt x="5095" y="2641"/>
                </a:lnTo>
                <a:lnTo>
                  <a:pt x="5091" y="2643"/>
                </a:lnTo>
                <a:lnTo>
                  <a:pt x="5090" y="2652"/>
                </a:lnTo>
                <a:lnTo>
                  <a:pt x="5094" y="2654"/>
                </a:lnTo>
                <a:lnTo>
                  <a:pt x="5093" y="2657"/>
                </a:lnTo>
                <a:lnTo>
                  <a:pt x="5095" y="2657"/>
                </a:lnTo>
                <a:lnTo>
                  <a:pt x="5101" y="2658"/>
                </a:lnTo>
                <a:lnTo>
                  <a:pt x="5109" y="2659"/>
                </a:lnTo>
                <a:lnTo>
                  <a:pt x="5108" y="2662"/>
                </a:lnTo>
                <a:lnTo>
                  <a:pt x="5105" y="2661"/>
                </a:lnTo>
                <a:lnTo>
                  <a:pt x="5101" y="2660"/>
                </a:lnTo>
                <a:lnTo>
                  <a:pt x="5100" y="2660"/>
                </a:lnTo>
                <a:lnTo>
                  <a:pt x="5098" y="2660"/>
                </a:lnTo>
                <a:lnTo>
                  <a:pt x="5092" y="2660"/>
                </a:lnTo>
                <a:lnTo>
                  <a:pt x="5091" y="2660"/>
                </a:lnTo>
                <a:lnTo>
                  <a:pt x="5088" y="2660"/>
                </a:lnTo>
                <a:lnTo>
                  <a:pt x="5087" y="2660"/>
                </a:lnTo>
                <a:lnTo>
                  <a:pt x="5087" y="2662"/>
                </a:lnTo>
                <a:lnTo>
                  <a:pt x="5087" y="2664"/>
                </a:lnTo>
                <a:lnTo>
                  <a:pt x="5087" y="2666"/>
                </a:lnTo>
                <a:lnTo>
                  <a:pt x="5086" y="2667"/>
                </a:lnTo>
                <a:lnTo>
                  <a:pt x="5086" y="2668"/>
                </a:lnTo>
                <a:lnTo>
                  <a:pt x="5085" y="2668"/>
                </a:lnTo>
                <a:lnTo>
                  <a:pt x="5084" y="2668"/>
                </a:lnTo>
                <a:lnTo>
                  <a:pt x="5084" y="2667"/>
                </a:lnTo>
                <a:lnTo>
                  <a:pt x="5083" y="2667"/>
                </a:lnTo>
                <a:lnTo>
                  <a:pt x="5082" y="2668"/>
                </a:lnTo>
                <a:lnTo>
                  <a:pt x="5081" y="2668"/>
                </a:lnTo>
                <a:lnTo>
                  <a:pt x="5079" y="2669"/>
                </a:lnTo>
                <a:lnTo>
                  <a:pt x="5079" y="2670"/>
                </a:lnTo>
                <a:lnTo>
                  <a:pt x="5081" y="2672"/>
                </a:lnTo>
                <a:lnTo>
                  <a:pt x="5084" y="2675"/>
                </a:lnTo>
                <a:lnTo>
                  <a:pt x="5086" y="2676"/>
                </a:lnTo>
                <a:lnTo>
                  <a:pt x="5090" y="2679"/>
                </a:lnTo>
                <a:lnTo>
                  <a:pt x="5090" y="2680"/>
                </a:lnTo>
                <a:lnTo>
                  <a:pt x="5088" y="2682"/>
                </a:lnTo>
                <a:lnTo>
                  <a:pt x="5089" y="2682"/>
                </a:lnTo>
                <a:lnTo>
                  <a:pt x="5092" y="2687"/>
                </a:lnTo>
                <a:lnTo>
                  <a:pt x="5092" y="2686"/>
                </a:lnTo>
                <a:lnTo>
                  <a:pt x="5096" y="2694"/>
                </a:lnTo>
                <a:lnTo>
                  <a:pt x="5096" y="2695"/>
                </a:lnTo>
                <a:lnTo>
                  <a:pt x="5097" y="2695"/>
                </a:lnTo>
                <a:lnTo>
                  <a:pt x="5100" y="2705"/>
                </a:lnTo>
                <a:lnTo>
                  <a:pt x="5100" y="2709"/>
                </a:lnTo>
                <a:lnTo>
                  <a:pt x="5099" y="2710"/>
                </a:lnTo>
                <a:lnTo>
                  <a:pt x="5098" y="2711"/>
                </a:lnTo>
                <a:lnTo>
                  <a:pt x="5094" y="2712"/>
                </a:lnTo>
                <a:lnTo>
                  <a:pt x="5091" y="2713"/>
                </a:lnTo>
                <a:lnTo>
                  <a:pt x="5091" y="2714"/>
                </a:lnTo>
                <a:lnTo>
                  <a:pt x="5090" y="2713"/>
                </a:lnTo>
                <a:lnTo>
                  <a:pt x="5087" y="2713"/>
                </a:lnTo>
                <a:lnTo>
                  <a:pt x="5086" y="2714"/>
                </a:lnTo>
                <a:lnTo>
                  <a:pt x="5084" y="2714"/>
                </a:lnTo>
                <a:lnTo>
                  <a:pt x="5082" y="2714"/>
                </a:lnTo>
                <a:lnTo>
                  <a:pt x="5080" y="2713"/>
                </a:lnTo>
                <a:lnTo>
                  <a:pt x="5078" y="2714"/>
                </a:lnTo>
                <a:lnTo>
                  <a:pt x="5078" y="2713"/>
                </a:lnTo>
                <a:lnTo>
                  <a:pt x="5076" y="2713"/>
                </a:lnTo>
                <a:lnTo>
                  <a:pt x="5073" y="2713"/>
                </a:lnTo>
                <a:lnTo>
                  <a:pt x="5072" y="2713"/>
                </a:lnTo>
                <a:lnTo>
                  <a:pt x="5072" y="2714"/>
                </a:lnTo>
                <a:lnTo>
                  <a:pt x="5070" y="2714"/>
                </a:lnTo>
                <a:lnTo>
                  <a:pt x="5068" y="2714"/>
                </a:lnTo>
                <a:lnTo>
                  <a:pt x="5067" y="2714"/>
                </a:lnTo>
                <a:lnTo>
                  <a:pt x="5065" y="2714"/>
                </a:lnTo>
                <a:lnTo>
                  <a:pt x="5064" y="2714"/>
                </a:lnTo>
                <a:lnTo>
                  <a:pt x="5063" y="2715"/>
                </a:lnTo>
                <a:lnTo>
                  <a:pt x="5060" y="2716"/>
                </a:lnTo>
                <a:lnTo>
                  <a:pt x="5058" y="2717"/>
                </a:lnTo>
                <a:lnTo>
                  <a:pt x="5054" y="2718"/>
                </a:lnTo>
                <a:lnTo>
                  <a:pt x="5054" y="2717"/>
                </a:lnTo>
                <a:lnTo>
                  <a:pt x="5053" y="2717"/>
                </a:lnTo>
                <a:lnTo>
                  <a:pt x="5051" y="2718"/>
                </a:lnTo>
                <a:lnTo>
                  <a:pt x="5052" y="2718"/>
                </a:lnTo>
                <a:lnTo>
                  <a:pt x="5052" y="2719"/>
                </a:lnTo>
                <a:lnTo>
                  <a:pt x="5050" y="2719"/>
                </a:lnTo>
                <a:lnTo>
                  <a:pt x="5049" y="2720"/>
                </a:lnTo>
                <a:lnTo>
                  <a:pt x="5048" y="2721"/>
                </a:lnTo>
                <a:lnTo>
                  <a:pt x="5046" y="2721"/>
                </a:lnTo>
                <a:lnTo>
                  <a:pt x="5043" y="2723"/>
                </a:lnTo>
                <a:lnTo>
                  <a:pt x="5041" y="2724"/>
                </a:lnTo>
                <a:lnTo>
                  <a:pt x="5040" y="2725"/>
                </a:lnTo>
                <a:lnTo>
                  <a:pt x="5039" y="2726"/>
                </a:lnTo>
                <a:lnTo>
                  <a:pt x="5038" y="2726"/>
                </a:lnTo>
                <a:lnTo>
                  <a:pt x="5036" y="2729"/>
                </a:lnTo>
                <a:lnTo>
                  <a:pt x="5035" y="2730"/>
                </a:lnTo>
                <a:lnTo>
                  <a:pt x="5034" y="2731"/>
                </a:lnTo>
                <a:lnTo>
                  <a:pt x="5034" y="2730"/>
                </a:lnTo>
                <a:lnTo>
                  <a:pt x="5033" y="2731"/>
                </a:lnTo>
                <a:lnTo>
                  <a:pt x="5032" y="2731"/>
                </a:lnTo>
                <a:lnTo>
                  <a:pt x="5031" y="2732"/>
                </a:lnTo>
                <a:lnTo>
                  <a:pt x="5030" y="2731"/>
                </a:lnTo>
                <a:lnTo>
                  <a:pt x="5029" y="2731"/>
                </a:lnTo>
                <a:lnTo>
                  <a:pt x="5027" y="2732"/>
                </a:lnTo>
                <a:lnTo>
                  <a:pt x="5026" y="2732"/>
                </a:lnTo>
                <a:lnTo>
                  <a:pt x="5025" y="2733"/>
                </a:lnTo>
                <a:lnTo>
                  <a:pt x="5025" y="2735"/>
                </a:lnTo>
                <a:lnTo>
                  <a:pt x="5023" y="2755"/>
                </a:lnTo>
                <a:lnTo>
                  <a:pt x="5023" y="2756"/>
                </a:lnTo>
                <a:lnTo>
                  <a:pt x="5023" y="2761"/>
                </a:lnTo>
                <a:lnTo>
                  <a:pt x="5023" y="2763"/>
                </a:lnTo>
                <a:lnTo>
                  <a:pt x="5022" y="2771"/>
                </a:lnTo>
                <a:lnTo>
                  <a:pt x="5026" y="2771"/>
                </a:lnTo>
                <a:lnTo>
                  <a:pt x="5026" y="2766"/>
                </a:lnTo>
                <a:lnTo>
                  <a:pt x="5030" y="2767"/>
                </a:lnTo>
                <a:lnTo>
                  <a:pt x="5033" y="2769"/>
                </a:lnTo>
                <a:lnTo>
                  <a:pt x="5037" y="2772"/>
                </a:lnTo>
                <a:lnTo>
                  <a:pt x="5036" y="2774"/>
                </a:lnTo>
                <a:lnTo>
                  <a:pt x="5040" y="2777"/>
                </a:lnTo>
                <a:lnTo>
                  <a:pt x="5041" y="2778"/>
                </a:lnTo>
                <a:lnTo>
                  <a:pt x="5044" y="2780"/>
                </a:lnTo>
                <a:lnTo>
                  <a:pt x="5047" y="2782"/>
                </a:lnTo>
                <a:lnTo>
                  <a:pt x="5049" y="2785"/>
                </a:lnTo>
                <a:lnTo>
                  <a:pt x="5052" y="2789"/>
                </a:lnTo>
                <a:lnTo>
                  <a:pt x="5054" y="2791"/>
                </a:lnTo>
                <a:lnTo>
                  <a:pt x="5056" y="2794"/>
                </a:lnTo>
                <a:lnTo>
                  <a:pt x="5056" y="2795"/>
                </a:lnTo>
                <a:lnTo>
                  <a:pt x="5057" y="2797"/>
                </a:lnTo>
                <a:lnTo>
                  <a:pt x="5060" y="2802"/>
                </a:lnTo>
                <a:lnTo>
                  <a:pt x="5061" y="2802"/>
                </a:lnTo>
                <a:lnTo>
                  <a:pt x="5063" y="2806"/>
                </a:lnTo>
                <a:lnTo>
                  <a:pt x="5064" y="2808"/>
                </a:lnTo>
                <a:lnTo>
                  <a:pt x="5065" y="2808"/>
                </a:lnTo>
                <a:lnTo>
                  <a:pt x="5066" y="2807"/>
                </a:lnTo>
                <a:lnTo>
                  <a:pt x="5069" y="2813"/>
                </a:lnTo>
                <a:lnTo>
                  <a:pt x="5068" y="2814"/>
                </a:lnTo>
                <a:lnTo>
                  <a:pt x="5069" y="2814"/>
                </a:lnTo>
                <a:lnTo>
                  <a:pt x="5069" y="2815"/>
                </a:lnTo>
                <a:lnTo>
                  <a:pt x="5070" y="2815"/>
                </a:lnTo>
                <a:lnTo>
                  <a:pt x="5071" y="2816"/>
                </a:lnTo>
                <a:lnTo>
                  <a:pt x="5072" y="2816"/>
                </a:lnTo>
                <a:lnTo>
                  <a:pt x="5073" y="2817"/>
                </a:lnTo>
                <a:lnTo>
                  <a:pt x="5074" y="2817"/>
                </a:lnTo>
                <a:lnTo>
                  <a:pt x="5075" y="2817"/>
                </a:lnTo>
                <a:lnTo>
                  <a:pt x="5076" y="2817"/>
                </a:lnTo>
                <a:lnTo>
                  <a:pt x="5077" y="2817"/>
                </a:lnTo>
                <a:lnTo>
                  <a:pt x="5077" y="2818"/>
                </a:lnTo>
                <a:lnTo>
                  <a:pt x="5079" y="2818"/>
                </a:lnTo>
                <a:lnTo>
                  <a:pt x="5080" y="2818"/>
                </a:lnTo>
                <a:lnTo>
                  <a:pt x="5082" y="2819"/>
                </a:lnTo>
                <a:lnTo>
                  <a:pt x="5082" y="2820"/>
                </a:lnTo>
                <a:lnTo>
                  <a:pt x="5083" y="2820"/>
                </a:lnTo>
                <a:lnTo>
                  <a:pt x="5083" y="2821"/>
                </a:lnTo>
                <a:lnTo>
                  <a:pt x="5084" y="2821"/>
                </a:lnTo>
                <a:lnTo>
                  <a:pt x="5085" y="2821"/>
                </a:lnTo>
                <a:lnTo>
                  <a:pt x="5085" y="2822"/>
                </a:lnTo>
                <a:lnTo>
                  <a:pt x="5086" y="2822"/>
                </a:lnTo>
                <a:lnTo>
                  <a:pt x="5087" y="2822"/>
                </a:lnTo>
                <a:lnTo>
                  <a:pt x="5088" y="2822"/>
                </a:lnTo>
                <a:lnTo>
                  <a:pt x="5090" y="2823"/>
                </a:lnTo>
                <a:lnTo>
                  <a:pt x="5091" y="2823"/>
                </a:lnTo>
                <a:lnTo>
                  <a:pt x="5093" y="2824"/>
                </a:lnTo>
                <a:lnTo>
                  <a:pt x="5094" y="2824"/>
                </a:lnTo>
                <a:lnTo>
                  <a:pt x="5095" y="2826"/>
                </a:lnTo>
                <a:lnTo>
                  <a:pt x="5096" y="2827"/>
                </a:lnTo>
                <a:lnTo>
                  <a:pt x="5096" y="2828"/>
                </a:lnTo>
                <a:lnTo>
                  <a:pt x="5097" y="2828"/>
                </a:lnTo>
                <a:lnTo>
                  <a:pt x="5098" y="2828"/>
                </a:lnTo>
                <a:lnTo>
                  <a:pt x="5099" y="2828"/>
                </a:lnTo>
                <a:lnTo>
                  <a:pt x="5100" y="2828"/>
                </a:lnTo>
                <a:lnTo>
                  <a:pt x="5101" y="2828"/>
                </a:lnTo>
                <a:lnTo>
                  <a:pt x="5102" y="2828"/>
                </a:lnTo>
                <a:lnTo>
                  <a:pt x="5103" y="2828"/>
                </a:lnTo>
                <a:lnTo>
                  <a:pt x="5104" y="2828"/>
                </a:lnTo>
                <a:lnTo>
                  <a:pt x="5104" y="2829"/>
                </a:lnTo>
                <a:lnTo>
                  <a:pt x="5105" y="2829"/>
                </a:lnTo>
                <a:lnTo>
                  <a:pt x="5105" y="2828"/>
                </a:lnTo>
                <a:lnTo>
                  <a:pt x="5106" y="2828"/>
                </a:lnTo>
                <a:lnTo>
                  <a:pt x="5106" y="2827"/>
                </a:lnTo>
                <a:lnTo>
                  <a:pt x="5107" y="2828"/>
                </a:lnTo>
                <a:lnTo>
                  <a:pt x="5108" y="2828"/>
                </a:lnTo>
                <a:lnTo>
                  <a:pt x="5109" y="2828"/>
                </a:lnTo>
                <a:lnTo>
                  <a:pt x="5110" y="2828"/>
                </a:lnTo>
                <a:lnTo>
                  <a:pt x="5111" y="2828"/>
                </a:lnTo>
                <a:lnTo>
                  <a:pt x="5112" y="2827"/>
                </a:lnTo>
                <a:lnTo>
                  <a:pt x="5113" y="2827"/>
                </a:lnTo>
                <a:lnTo>
                  <a:pt x="5113" y="2826"/>
                </a:lnTo>
                <a:lnTo>
                  <a:pt x="5114" y="2826"/>
                </a:lnTo>
                <a:lnTo>
                  <a:pt x="5115" y="2826"/>
                </a:lnTo>
                <a:lnTo>
                  <a:pt x="5116" y="2826"/>
                </a:lnTo>
                <a:lnTo>
                  <a:pt x="5117" y="2826"/>
                </a:lnTo>
                <a:lnTo>
                  <a:pt x="5117" y="2827"/>
                </a:lnTo>
                <a:lnTo>
                  <a:pt x="5118" y="2828"/>
                </a:lnTo>
                <a:lnTo>
                  <a:pt x="5118" y="2829"/>
                </a:lnTo>
                <a:lnTo>
                  <a:pt x="5117" y="2829"/>
                </a:lnTo>
                <a:lnTo>
                  <a:pt x="5116" y="2830"/>
                </a:lnTo>
                <a:lnTo>
                  <a:pt x="5115" y="2830"/>
                </a:lnTo>
                <a:lnTo>
                  <a:pt x="5114" y="2830"/>
                </a:lnTo>
                <a:lnTo>
                  <a:pt x="5114" y="2831"/>
                </a:lnTo>
                <a:lnTo>
                  <a:pt x="5112" y="2831"/>
                </a:lnTo>
                <a:lnTo>
                  <a:pt x="5111" y="2832"/>
                </a:lnTo>
                <a:lnTo>
                  <a:pt x="5110" y="2832"/>
                </a:lnTo>
                <a:lnTo>
                  <a:pt x="5109" y="2833"/>
                </a:lnTo>
                <a:lnTo>
                  <a:pt x="5108" y="2833"/>
                </a:lnTo>
                <a:lnTo>
                  <a:pt x="5108" y="2834"/>
                </a:lnTo>
                <a:lnTo>
                  <a:pt x="5107" y="2834"/>
                </a:lnTo>
                <a:lnTo>
                  <a:pt x="5107" y="2835"/>
                </a:lnTo>
                <a:lnTo>
                  <a:pt x="5106" y="2835"/>
                </a:lnTo>
                <a:lnTo>
                  <a:pt x="5105" y="2835"/>
                </a:lnTo>
                <a:lnTo>
                  <a:pt x="5103" y="2836"/>
                </a:lnTo>
                <a:lnTo>
                  <a:pt x="5102" y="2836"/>
                </a:lnTo>
                <a:lnTo>
                  <a:pt x="5101" y="2837"/>
                </a:lnTo>
                <a:lnTo>
                  <a:pt x="5100" y="2838"/>
                </a:lnTo>
                <a:lnTo>
                  <a:pt x="5099" y="2839"/>
                </a:lnTo>
                <a:lnTo>
                  <a:pt x="5098" y="2840"/>
                </a:lnTo>
                <a:lnTo>
                  <a:pt x="5097" y="2840"/>
                </a:lnTo>
                <a:lnTo>
                  <a:pt x="5096" y="2840"/>
                </a:lnTo>
                <a:lnTo>
                  <a:pt x="5096" y="2841"/>
                </a:lnTo>
                <a:lnTo>
                  <a:pt x="5095" y="2842"/>
                </a:lnTo>
                <a:lnTo>
                  <a:pt x="5094" y="2843"/>
                </a:lnTo>
                <a:lnTo>
                  <a:pt x="5093" y="2844"/>
                </a:lnTo>
                <a:lnTo>
                  <a:pt x="5093" y="2845"/>
                </a:lnTo>
                <a:lnTo>
                  <a:pt x="5092" y="2846"/>
                </a:lnTo>
                <a:lnTo>
                  <a:pt x="5091" y="2846"/>
                </a:lnTo>
                <a:lnTo>
                  <a:pt x="5092" y="2847"/>
                </a:lnTo>
                <a:lnTo>
                  <a:pt x="5091" y="2849"/>
                </a:lnTo>
                <a:lnTo>
                  <a:pt x="5089" y="2851"/>
                </a:lnTo>
                <a:lnTo>
                  <a:pt x="5088" y="2852"/>
                </a:lnTo>
                <a:lnTo>
                  <a:pt x="5087" y="2852"/>
                </a:lnTo>
                <a:lnTo>
                  <a:pt x="5086" y="2852"/>
                </a:lnTo>
                <a:lnTo>
                  <a:pt x="5085" y="2853"/>
                </a:lnTo>
                <a:lnTo>
                  <a:pt x="5084" y="2853"/>
                </a:lnTo>
                <a:lnTo>
                  <a:pt x="5082" y="2854"/>
                </a:lnTo>
                <a:lnTo>
                  <a:pt x="5081" y="2855"/>
                </a:lnTo>
                <a:lnTo>
                  <a:pt x="5080" y="2856"/>
                </a:lnTo>
                <a:lnTo>
                  <a:pt x="5079" y="2856"/>
                </a:lnTo>
                <a:lnTo>
                  <a:pt x="5079" y="2858"/>
                </a:lnTo>
                <a:lnTo>
                  <a:pt x="5078" y="2859"/>
                </a:lnTo>
                <a:lnTo>
                  <a:pt x="5077" y="2860"/>
                </a:lnTo>
                <a:lnTo>
                  <a:pt x="5077" y="2861"/>
                </a:lnTo>
                <a:lnTo>
                  <a:pt x="5076" y="2861"/>
                </a:lnTo>
                <a:lnTo>
                  <a:pt x="5076" y="2862"/>
                </a:lnTo>
                <a:lnTo>
                  <a:pt x="5075" y="2863"/>
                </a:lnTo>
                <a:lnTo>
                  <a:pt x="5074" y="2863"/>
                </a:lnTo>
                <a:lnTo>
                  <a:pt x="5074" y="2864"/>
                </a:lnTo>
                <a:lnTo>
                  <a:pt x="5073" y="2864"/>
                </a:lnTo>
                <a:lnTo>
                  <a:pt x="5072" y="2866"/>
                </a:lnTo>
                <a:lnTo>
                  <a:pt x="5072" y="2867"/>
                </a:lnTo>
                <a:lnTo>
                  <a:pt x="5071" y="2867"/>
                </a:lnTo>
                <a:lnTo>
                  <a:pt x="5070" y="2867"/>
                </a:lnTo>
                <a:lnTo>
                  <a:pt x="5071" y="2867"/>
                </a:lnTo>
                <a:lnTo>
                  <a:pt x="5070" y="2867"/>
                </a:lnTo>
                <a:lnTo>
                  <a:pt x="5069" y="2868"/>
                </a:lnTo>
                <a:lnTo>
                  <a:pt x="5067" y="2869"/>
                </a:lnTo>
                <a:lnTo>
                  <a:pt x="5066" y="2869"/>
                </a:lnTo>
                <a:lnTo>
                  <a:pt x="5066" y="2868"/>
                </a:lnTo>
                <a:lnTo>
                  <a:pt x="5066" y="2869"/>
                </a:lnTo>
                <a:lnTo>
                  <a:pt x="5065" y="2869"/>
                </a:lnTo>
                <a:lnTo>
                  <a:pt x="5064" y="2869"/>
                </a:lnTo>
                <a:lnTo>
                  <a:pt x="5063" y="2869"/>
                </a:lnTo>
                <a:lnTo>
                  <a:pt x="5062" y="2869"/>
                </a:lnTo>
                <a:lnTo>
                  <a:pt x="5061" y="2870"/>
                </a:lnTo>
                <a:lnTo>
                  <a:pt x="5060" y="2870"/>
                </a:lnTo>
                <a:lnTo>
                  <a:pt x="5060" y="2869"/>
                </a:lnTo>
                <a:lnTo>
                  <a:pt x="5059" y="2869"/>
                </a:lnTo>
                <a:lnTo>
                  <a:pt x="5058" y="2869"/>
                </a:lnTo>
                <a:lnTo>
                  <a:pt x="5057" y="2869"/>
                </a:lnTo>
                <a:lnTo>
                  <a:pt x="5057" y="2870"/>
                </a:lnTo>
                <a:lnTo>
                  <a:pt x="5056" y="2870"/>
                </a:lnTo>
                <a:lnTo>
                  <a:pt x="5056" y="2871"/>
                </a:lnTo>
                <a:lnTo>
                  <a:pt x="5055" y="2871"/>
                </a:lnTo>
                <a:lnTo>
                  <a:pt x="5056" y="2871"/>
                </a:lnTo>
                <a:lnTo>
                  <a:pt x="5055" y="2872"/>
                </a:lnTo>
                <a:lnTo>
                  <a:pt x="5054" y="2872"/>
                </a:lnTo>
                <a:lnTo>
                  <a:pt x="5055" y="2872"/>
                </a:lnTo>
                <a:lnTo>
                  <a:pt x="5054" y="2873"/>
                </a:lnTo>
                <a:lnTo>
                  <a:pt x="5053" y="2874"/>
                </a:lnTo>
                <a:lnTo>
                  <a:pt x="5052" y="2874"/>
                </a:lnTo>
                <a:lnTo>
                  <a:pt x="5053" y="2873"/>
                </a:lnTo>
                <a:lnTo>
                  <a:pt x="5052" y="2871"/>
                </a:lnTo>
                <a:lnTo>
                  <a:pt x="5048" y="2872"/>
                </a:lnTo>
                <a:lnTo>
                  <a:pt x="5047" y="2872"/>
                </a:lnTo>
                <a:lnTo>
                  <a:pt x="5047" y="2873"/>
                </a:lnTo>
                <a:lnTo>
                  <a:pt x="5046" y="2873"/>
                </a:lnTo>
                <a:lnTo>
                  <a:pt x="5045" y="2874"/>
                </a:lnTo>
                <a:lnTo>
                  <a:pt x="5046" y="2874"/>
                </a:lnTo>
                <a:lnTo>
                  <a:pt x="5046" y="2875"/>
                </a:lnTo>
                <a:lnTo>
                  <a:pt x="5046" y="2876"/>
                </a:lnTo>
                <a:lnTo>
                  <a:pt x="5044" y="2877"/>
                </a:lnTo>
                <a:lnTo>
                  <a:pt x="5043" y="2878"/>
                </a:lnTo>
                <a:lnTo>
                  <a:pt x="5043" y="2879"/>
                </a:lnTo>
                <a:lnTo>
                  <a:pt x="5043" y="2880"/>
                </a:lnTo>
                <a:lnTo>
                  <a:pt x="5044" y="2880"/>
                </a:lnTo>
                <a:lnTo>
                  <a:pt x="5044" y="2881"/>
                </a:lnTo>
                <a:lnTo>
                  <a:pt x="5045" y="2882"/>
                </a:lnTo>
                <a:lnTo>
                  <a:pt x="5044" y="2883"/>
                </a:lnTo>
                <a:lnTo>
                  <a:pt x="5044" y="2884"/>
                </a:lnTo>
                <a:lnTo>
                  <a:pt x="5044" y="2885"/>
                </a:lnTo>
                <a:lnTo>
                  <a:pt x="5046" y="2885"/>
                </a:lnTo>
                <a:lnTo>
                  <a:pt x="5047" y="2884"/>
                </a:lnTo>
                <a:lnTo>
                  <a:pt x="5047" y="2883"/>
                </a:lnTo>
                <a:lnTo>
                  <a:pt x="5047" y="2882"/>
                </a:lnTo>
                <a:lnTo>
                  <a:pt x="5047" y="2881"/>
                </a:lnTo>
                <a:lnTo>
                  <a:pt x="5047" y="2880"/>
                </a:lnTo>
                <a:lnTo>
                  <a:pt x="5048" y="2880"/>
                </a:lnTo>
                <a:lnTo>
                  <a:pt x="5048" y="2879"/>
                </a:lnTo>
                <a:lnTo>
                  <a:pt x="5048" y="2878"/>
                </a:lnTo>
                <a:lnTo>
                  <a:pt x="5049" y="2877"/>
                </a:lnTo>
                <a:lnTo>
                  <a:pt x="5050" y="2877"/>
                </a:lnTo>
                <a:lnTo>
                  <a:pt x="5051" y="2876"/>
                </a:lnTo>
                <a:lnTo>
                  <a:pt x="5051" y="2875"/>
                </a:lnTo>
                <a:lnTo>
                  <a:pt x="5053" y="2877"/>
                </a:lnTo>
                <a:lnTo>
                  <a:pt x="5053" y="2878"/>
                </a:lnTo>
                <a:lnTo>
                  <a:pt x="5054" y="2878"/>
                </a:lnTo>
                <a:lnTo>
                  <a:pt x="5054" y="2879"/>
                </a:lnTo>
                <a:lnTo>
                  <a:pt x="5053" y="2879"/>
                </a:lnTo>
                <a:lnTo>
                  <a:pt x="5053" y="2880"/>
                </a:lnTo>
                <a:lnTo>
                  <a:pt x="5053" y="2881"/>
                </a:lnTo>
                <a:lnTo>
                  <a:pt x="5052" y="2881"/>
                </a:lnTo>
                <a:lnTo>
                  <a:pt x="5053" y="2881"/>
                </a:lnTo>
                <a:lnTo>
                  <a:pt x="5052" y="2881"/>
                </a:lnTo>
                <a:lnTo>
                  <a:pt x="5052" y="2882"/>
                </a:lnTo>
                <a:lnTo>
                  <a:pt x="5052" y="2883"/>
                </a:lnTo>
                <a:lnTo>
                  <a:pt x="5052" y="2884"/>
                </a:lnTo>
                <a:lnTo>
                  <a:pt x="5051" y="2884"/>
                </a:lnTo>
                <a:lnTo>
                  <a:pt x="5050" y="2884"/>
                </a:lnTo>
                <a:lnTo>
                  <a:pt x="5049" y="2885"/>
                </a:lnTo>
                <a:lnTo>
                  <a:pt x="5049" y="2886"/>
                </a:lnTo>
                <a:lnTo>
                  <a:pt x="5049" y="2887"/>
                </a:lnTo>
                <a:lnTo>
                  <a:pt x="5049" y="2888"/>
                </a:lnTo>
                <a:lnTo>
                  <a:pt x="5049" y="2887"/>
                </a:lnTo>
                <a:lnTo>
                  <a:pt x="5050" y="2887"/>
                </a:lnTo>
                <a:lnTo>
                  <a:pt x="5051" y="2887"/>
                </a:lnTo>
                <a:lnTo>
                  <a:pt x="5051" y="2886"/>
                </a:lnTo>
                <a:lnTo>
                  <a:pt x="5052" y="2886"/>
                </a:lnTo>
                <a:lnTo>
                  <a:pt x="5052" y="2885"/>
                </a:lnTo>
                <a:lnTo>
                  <a:pt x="5053" y="2885"/>
                </a:lnTo>
                <a:lnTo>
                  <a:pt x="5054" y="2884"/>
                </a:lnTo>
                <a:lnTo>
                  <a:pt x="5055" y="2882"/>
                </a:lnTo>
                <a:lnTo>
                  <a:pt x="5055" y="2881"/>
                </a:lnTo>
                <a:lnTo>
                  <a:pt x="5055" y="2880"/>
                </a:lnTo>
                <a:lnTo>
                  <a:pt x="5056" y="2880"/>
                </a:lnTo>
                <a:lnTo>
                  <a:pt x="5057" y="2879"/>
                </a:lnTo>
                <a:lnTo>
                  <a:pt x="5057" y="2878"/>
                </a:lnTo>
                <a:lnTo>
                  <a:pt x="5058" y="2878"/>
                </a:lnTo>
                <a:lnTo>
                  <a:pt x="5059" y="2877"/>
                </a:lnTo>
                <a:lnTo>
                  <a:pt x="5060" y="2877"/>
                </a:lnTo>
                <a:lnTo>
                  <a:pt x="5064" y="2875"/>
                </a:lnTo>
                <a:lnTo>
                  <a:pt x="5065" y="2875"/>
                </a:lnTo>
                <a:lnTo>
                  <a:pt x="5066" y="2875"/>
                </a:lnTo>
                <a:lnTo>
                  <a:pt x="5067" y="2874"/>
                </a:lnTo>
                <a:lnTo>
                  <a:pt x="5068" y="2873"/>
                </a:lnTo>
                <a:lnTo>
                  <a:pt x="5069" y="2872"/>
                </a:lnTo>
                <a:lnTo>
                  <a:pt x="5070" y="2872"/>
                </a:lnTo>
                <a:lnTo>
                  <a:pt x="5070" y="2871"/>
                </a:lnTo>
                <a:lnTo>
                  <a:pt x="5071" y="2871"/>
                </a:lnTo>
                <a:lnTo>
                  <a:pt x="5072" y="2871"/>
                </a:lnTo>
                <a:lnTo>
                  <a:pt x="5073" y="2870"/>
                </a:lnTo>
                <a:lnTo>
                  <a:pt x="5074" y="2870"/>
                </a:lnTo>
                <a:lnTo>
                  <a:pt x="5075" y="2870"/>
                </a:lnTo>
                <a:lnTo>
                  <a:pt x="5076" y="2871"/>
                </a:lnTo>
                <a:lnTo>
                  <a:pt x="5077" y="2871"/>
                </a:lnTo>
                <a:lnTo>
                  <a:pt x="5078" y="2871"/>
                </a:lnTo>
                <a:lnTo>
                  <a:pt x="5078" y="2870"/>
                </a:lnTo>
                <a:lnTo>
                  <a:pt x="5079" y="2870"/>
                </a:lnTo>
                <a:lnTo>
                  <a:pt x="5080" y="2870"/>
                </a:lnTo>
                <a:lnTo>
                  <a:pt x="5080" y="2871"/>
                </a:lnTo>
                <a:lnTo>
                  <a:pt x="5079" y="2871"/>
                </a:lnTo>
                <a:lnTo>
                  <a:pt x="5079" y="2872"/>
                </a:lnTo>
                <a:lnTo>
                  <a:pt x="5078" y="2872"/>
                </a:lnTo>
                <a:lnTo>
                  <a:pt x="5078" y="2873"/>
                </a:lnTo>
                <a:lnTo>
                  <a:pt x="5078" y="2874"/>
                </a:lnTo>
                <a:lnTo>
                  <a:pt x="5078" y="2876"/>
                </a:lnTo>
                <a:lnTo>
                  <a:pt x="5078" y="2877"/>
                </a:lnTo>
                <a:lnTo>
                  <a:pt x="5079" y="2878"/>
                </a:lnTo>
                <a:lnTo>
                  <a:pt x="5080" y="2878"/>
                </a:lnTo>
                <a:lnTo>
                  <a:pt x="5081" y="2877"/>
                </a:lnTo>
                <a:lnTo>
                  <a:pt x="5082" y="2877"/>
                </a:lnTo>
                <a:lnTo>
                  <a:pt x="5083" y="2877"/>
                </a:lnTo>
                <a:lnTo>
                  <a:pt x="5083" y="2876"/>
                </a:lnTo>
                <a:lnTo>
                  <a:pt x="5084" y="2876"/>
                </a:lnTo>
                <a:lnTo>
                  <a:pt x="5084" y="2875"/>
                </a:lnTo>
                <a:lnTo>
                  <a:pt x="5084" y="2874"/>
                </a:lnTo>
                <a:lnTo>
                  <a:pt x="5084" y="2873"/>
                </a:lnTo>
                <a:lnTo>
                  <a:pt x="5085" y="2873"/>
                </a:lnTo>
                <a:lnTo>
                  <a:pt x="5085" y="2872"/>
                </a:lnTo>
                <a:lnTo>
                  <a:pt x="5085" y="2871"/>
                </a:lnTo>
                <a:lnTo>
                  <a:pt x="5086" y="2871"/>
                </a:lnTo>
                <a:lnTo>
                  <a:pt x="5087" y="2870"/>
                </a:lnTo>
                <a:lnTo>
                  <a:pt x="5086" y="2870"/>
                </a:lnTo>
                <a:lnTo>
                  <a:pt x="5085" y="2869"/>
                </a:lnTo>
                <a:lnTo>
                  <a:pt x="5084" y="2869"/>
                </a:lnTo>
                <a:lnTo>
                  <a:pt x="5082" y="2869"/>
                </a:lnTo>
                <a:lnTo>
                  <a:pt x="5081" y="2869"/>
                </a:lnTo>
                <a:lnTo>
                  <a:pt x="5080" y="2869"/>
                </a:lnTo>
                <a:lnTo>
                  <a:pt x="5079" y="2869"/>
                </a:lnTo>
                <a:lnTo>
                  <a:pt x="5078" y="2869"/>
                </a:lnTo>
                <a:lnTo>
                  <a:pt x="5077" y="2869"/>
                </a:lnTo>
                <a:lnTo>
                  <a:pt x="5076" y="2869"/>
                </a:lnTo>
                <a:lnTo>
                  <a:pt x="5076" y="2868"/>
                </a:lnTo>
                <a:lnTo>
                  <a:pt x="5076" y="2867"/>
                </a:lnTo>
                <a:lnTo>
                  <a:pt x="5077" y="2867"/>
                </a:lnTo>
                <a:lnTo>
                  <a:pt x="5078" y="2866"/>
                </a:lnTo>
                <a:lnTo>
                  <a:pt x="5079" y="2866"/>
                </a:lnTo>
                <a:lnTo>
                  <a:pt x="5080" y="2864"/>
                </a:lnTo>
                <a:lnTo>
                  <a:pt x="5081" y="2864"/>
                </a:lnTo>
                <a:lnTo>
                  <a:pt x="5081" y="2863"/>
                </a:lnTo>
                <a:lnTo>
                  <a:pt x="5082" y="2862"/>
                </a:lnTo>
                <a:lnTo>
                  <a:pt x="5083" y="2862"/>
                </a:lnTo>
                <a:lnTo>
                  <a:pt x="5084" y="2862"/>
                </a:lnTo>
                <a:lnTo>
                  <a:pt x="5084" y="2861"/>
                </a:lnTo>
                <a:lnTo>
                  <a:pt x="5086" y="2861"/>
                </a:lnTo>
                <a:lnTo>
                  <a:pt x="5087" y="2860"/>
                </a:lnTo>
                <a:lnTo>
                  <a:pt x="5088" y="2860"/>
                </a:lnTo>
                <a:lnTo>
                  <a:pt x="5089" y="2860"/>
                </a:lnTo>
                <a:lnTo>
                  <a:pt x="5090" y="2861"/>
                </a:lnTo>
                <a:lnTo>
                  <a:pt x="5091" y="2860"/>
                </a:lnTo>
                <a:lnTo>
                  <a:pt x="5092" y="2860"/>
                </a:lnTo>
                <a:lnTo>
                  <a:pt x="5093" y="2859"/>
                </a:lnTo>
                <a:lnTo>
                  <a:pt x="5094" y="2859"/>
                </a:lnTo>
                <a:lnTo>
                  <a:pt x="5094" y="2858"/>
                </a:lnTo>
                <a:lnTo>
                  <a:pt x="5094" y="2857"/>
                </a:lnTo>
                <a:lnTo>
                  <a:pt x="5095" y="2857"/>
                </a:lnTo>
                <a:lnTo>
                  <a:pt x="5096" y="2858"/>
                </a:lnTo>
                <a:lnTo>
                  <a:pt x="5097" y="2858"/>
                </a:lnTo>
                <a:lnTo>
                  <a:pt x="5098" y="2858"/>
                </a:lnTo>
                <a:lnTo>
                  <a:pt x="5098" y="2859"/>
                </a:lnTo>
                <a:lnTo>
                  <a:pt x="5099" y="2859"/>
                </a:lnTo>
                <a:lnTo>
                  <a:pt x="5098" y="2859"/>
                </a:lnTo>
                <a:lnTo>
                  <a:pt x="5098" y="2860"/>
                </a:lnTo>
                <a:lnTo>
                  <a:pt x="5100" y="2860"/>
                </a:lnTo>
                <a:lnTo>
                  <a:pt x="5100" y="2861"/>
                </a:lnTo>
                <a:lnTo>
                  <a:pt x="5100" y="2863"/>
                </a:lnTo>
                <a:lnTo>
                  <a:pt x="5101" y="2863"/>
                </a:lnTo>
                <a:lnTo>
                  <a:pt x="5102" y="2863"/>
                </a:lnTo>
                <a:lnTo>
                  <a:pt x="5102" y="2864"/>
                </a:lnTo>
                <a:lnTo>
                  <a:pt x="5101" y="2865"/>
                </a:lnTo>
                <a:lnTo>
                  <a:pt x="5101" y="2866"/>
                </a:lnTo>
                <a:lnTo>
                  <a:pt x="5101" y="2867"/>
                </a:lnTo>
                <a:lnTo>
                  <a:pt x="5101" y="2868"/>
                </a:lnTo>
                <a:lnTo>
                  <a:pt x="5102" y="2868"/>
                </a:lnTo>
                <a:lnTo>
                  <a:pt x="5102" y="2869"/>
                </a:lnTo>
                <a:lnTo>
                  <a:pt x="5101" y="2869"/>
                </a:lnTo>
                <a:lnTo>
                  <a:pt x="5098" y="2873"/>
                </a:lnTo>
                <a:lnTo>
                  <a:pt x="5098" y="2874"/>
                </a:lnTo>
                <a:lnTo>
                  <a:pt x="5098" y="2877"/>
                </a:lnTo>
                <a:lnTo>
                  <a:pt x="5099" y="2878"/>
                </a:lnTo>
                <a:lnTo>
                  <a:pt x="5100" y="2878"/>
                </a:lnTo>
                <a:lnTo>
                  <a:pt x="5101" y="2879"/>
                </a:lnTo>
                <a:lnTo>
                  <a:pt x="5101" y="2880"/>
                </a:lnTo>
                <a:lnTo>
                  <a:pt x="5101" y="2881"/>
                </a:lnTo>
                <a:lnTo>
                  <a:pt x="5101" y="2880"/>
                </a:lnTo>
                <a:lnTo>
                  <a:pt x="5100" y="2881"/>
                </a:lnTo>
                <a:lnTo>
                  <a:pt x="5101" y="2881"/>
                </a:lnTo>
                <a:lnTo>
                  <a:pt x="5101" y="2882"/>
                </a:lnTo>
                <a:lnTo>
                  <a:pt x="5100" y="2882"/>
                </a:lnTo>
                <a:lnTo>
                  <a:pt x="5099" y="2882"/>
                </a:lnTo>
                <a:lnTo>
                  <a:pt x="5099" y="2883"/>
                </a:lnTo>
                <a:lnTo>
                  <a:pt x="5100" y="2883"/>
                </a:lnTo>
                <a:lnTo>
                  <a:pt x="5099" y="2883"/>
                </a:lnTo>
                <a:lnTo>
                  <a:pt x="5099" y="2884"/>
                </a:lnTo>
                <a:lnTo>
                  <a:pt x="5100" y="2884"/>
                </a:lnTo>
                <a:lnTo>
                  <a:pt x="5099" y="2884"/>
                </a:lnTo>
                <a:lnTo>
                  <a:pt x="5097" y="2886"/>
                </a:lnTo>
                <a:lnTo>
                  <a:pt x="5097" y="2887"/>
                </a:lnTo>
                <a:lnTo>
                  <a:pt x="5096" y="2888"/>
                </a:lnTo>
                <a:lnTo>
                  <a:pt x="5095" y="2888"/>
                </a:lnTo>
                <a:lnTo>
                  <a:pt x="5095" y="2890"/>
                </a:lnTo>
                <a:lnTo>
                  <a:pt x="5096" y="2890"/>
                </a:lnTo>
                <a:lnTo>
                  <a:pt x="5095" y="2891"/>
                </a:lnTo>
                <a:lnTo>
                  <a:pt x="5094" y="2891"/>
                </a:lnTo>
                <a:lnTo>
                  <a:pt x="5095" y="2891"/>
                </a:lnTo>
                <a:lnTo>
                  <a:pt x="5095" y="2892"/>
                </a:lnTo>
                <a:lnTo>
                  <a:pt x="5096" y="2893"/>
                </a:lnTo>
                <a:lnTo>
                  <a:pt x="5097" y="2894"/>
                </a:lnTo>
                <a:lnTo>
                  <a:pt x="5097" y="2895"/>
                </a:lnTo>
                <a:lnTo>
                  <a:pt x="5096" y="2895"/>
                </a:lnTo>
                <a:lnTo>
                  <a:pt x="5096" y="2896"/>
                </a:lnTo>
                <a:lnTo>
                  <a:pt x="5095" y="2897"/>
                </a:lnTo>
                <a:lnTo>
                  <a:pt x="5096" y="2897"/>
                </a:lnTo>
                <a:lnTo>
                  <a:pt x="5096" y="2899"/>
                </a:lnTo>
                <a:lnTo>
                  <a:pt x="5095" y="2899"/>
                </a:lnTo>
                <a:lnTo>
                  <a:pt x="5095" y="2900"/>
                </a:lnTo>
                <a:lnTo>
                  <a:pt x="5098" y="2900"/>
                </a:lnTo>
                <a:lnTo>
                  <a:pt x="5099" y="2901"/>
                </a:lnTo>
                <a:lnTo>
                  <a:pt x="5100" y="2901"/>
                </a:lnTo>
                <a:lnTo>
                  <a:pt x="5101" y="2901"/>
                </a:lnTo>
                <a:lnTo>
                  <a:pt x="5101" y="2900"/>
                </a:lnTo>
                <a:lnTo>
                  <a:pt x="5102" y="2900"/>
                </a:lnTo>
                <a:lnTo>
                  <a:pt x="5102" y="2901"/>
                </a:lnTo>
                <a:lnTo>
                  <a:pt x="5102" y="2902"/>
                </a:lnTo>
                <a:lnTo>
                  <a:pt x="5101" y="2902"/>
                </a:lnTo>
                <a:lnTo>
                  <a:pt x="5100" y="2902"/>
                </a:lnTo>
                <a:lnTo>
                  <a:pt x="5099" y="2903"/>
                </a:lnTo>
                <a:lnTo>
                  <a:pt x="5099" y="2904"/>
                </a:lnTo>
                <a:lnTo>
                  <a:pt x="5099" y="2905"/>
                </a:lnTo>
                <a:lnTo>
                  <a:pt x="5099" y="2906"/>
                </a:lnTo>
                <a:lnTo>
                  <a:pt x="5100" y="2906"/>
                </a:lnTo>
                <a:lnTo>
                  <a:pt x="5100" y="2908"/>
                </a:lnTo>
                <a:lnTo>
                  <a:pt x="5099" y="2908"/>
                </a:lnTo>
                <a:lnTo>
                  <a:pt x="5099" y="2909"/>
                </a:lnTo>
                <a:lnTo>
                  <a:pt x="5099" y="2908"/>
                </a:lnTo>
                <a:lnTo>
                  <a:pt x="5099" y="2907"/>
                </a:lnTo>
                <a:lnTo>
                  <a:pt x="5098" y="2907"/>
                </a:lnTo>
                <a:lnTo>
                  <a:pt x="5098" y="2908"/>
                </a:lnTo>
                <a:lnTo>
                  <a:pt x="5097" y="2909"/>
                </a:lnTo>
                <a:lnTo>
                  <a:pt x="5097" y="2910"/>
                </a:lnTo>
                <a:lnTo>
                  <a:pt x="5096" y="2911"/>
                </a:lnTo>
                <a:lnTo>
                  <a:pt x="5095" y="2911"/>
                </a:lnTo>
                <a:lnTo>
                  <a:pt x="5094" y="2911"/>
                </a:lnTo>
                <a:lnTo>
                  <a:pt x="5093" y="2912"/>
                </a:lnTo>
                <a:lnTo>
                  <a:pt x="5090" y="2913"/>
                </a:lnTo>
                <a:lnTo>
                  <a:pt x="5090" y="2914"/>
                </a:lnTo>
                <a:lnTo>
                  <a:pt x="5089" y="2914"/>
                </a:lnTo>
                <a:lnTo>
                  <a:pt x="5088" y="2914"/>
                </a:lnTo>
                <a:lnTo>
                  <a:pt x="5087" y="2915"/>
                </a:lnTo>
                <a:lnTo>
                  <a:pt x="5086" y="2915"/>
                </a:lnTo>
                <a:lnTo>
                  <a:pt x="5084" y="2915"/>
                </a:lnTo>
                <a:lnTo>
                  <a:pt x="5083" y="2915"/>
                </a:lnTo>
                <a:lnTo>
                  <a:pt x="5082" y="2915"/>
                </a:lnTo>
                <a:lnTo>
                  <a:pt x="5082" y="2914"/>
                </a:lnTo>
                <a:lnTo>
                  <a:pt x="5081" y="2914"/>
                </a:lnTo>
                <a:lnTo>
                  <a:pt x="5080" y="2913"/>
                </a:lnTo>
                <a:lnTo>
                  <a:pt x="5080" y="2911"/>
                </a:lnTo>
                <a:lnTo>
                  <a:pt x="5081" y="2910"/>
                </a:lnTo>
                <a:lnTo>
                  <a:pt x="5081" y="2907"/>
                </a:lnTo>
                <a:lnTo>
                  <a:pt x="5081" y="2906"/>
                </a:lnTo>
                <a:lnTo>
                  <a:pt x="5082" y="2905"/>
                </a:lnTo>
                <a:lnTo>
                  <a:pt x="5082" y="2904"/>
                </a:lnTo>
                <a:lnTo>
                  <a:pt x="5082" y="2903"/>
                </a:lnTo>
                <a:lnTo>
                  <a:pt x="5081" y="2903"/>
                </a:lnTo>
                <a:lnTo>
                  <a:pt x="5081" y="2902"/>
                </a:lnTo>
                <a:lnTo>
                  <a:pt x="5082" y="2900"/>
                </a:lnTo>
                <a:lnTo>
                  <a:pt x="5083" y="2900"/>
                </a:lnTo>
                <a:lnTo>
                  <a:pt x="5083" y="2899"/>
                </a:lnTo>
                <a:lnTo>
                  <a:pt x="5083" y="2898"/>
                </a:lnTo>
                <a:lnTo>
                  <a:pt x="5082" y="2898"/>
                </a:lnTo>
                <a:lnTo>
                  <a:pt x="5083" y="2897"/>
                </a:lnTo>
                <a:lnTo>
                  <a:pt x="5084" y="2897"/>
                </a:lnTo>
                <a:lnTo>
                  <a:pt x="5085" y="2897"/>
                </a:lnTo>
                <a:lnTo>
                  <a:pt x="5085" y="2896"/>
                </a:lnTo>
                <a:lnTo>
                  <a:pt x="5084" y="2896"/>
                </a:lnTo>
                <a:lnTo>
                  <a:pt x="5085" y="2896"/>
                </a:lnTo>
                <a:lnTo>
                  <a:pt x="5086" y="2896"/>
                </a:lnTo>
                <a:lnTo>
                  <a:pt x="5086" y="2895"/>
                </a:lnTo>
                <a:lnTo>
                  <a:pt x="5085" y="2894"/>
                </a:lnTo>
                <a:lnTo>
                  <a:pt x="5084" y="2894"/>
                </a:lnTo>
                <a:lnTo>
                  <a:pt x="5083" y="2894"/>
                </a:lnTo>
                <a:lnTo>
                  <a:pt x="5082" y="2894"/>
                </a:lnTo>
                <a:lnTo>
                  <a:pt x="5082" y="2895"/>
                </a:lnTo>
                <a:lnTo>
                  <a:pt x="5083" y="2896"/>
                </a:lnTo>
                <a:lnTo>
                  <a:pt x="5082" y="2896"/>
                </a:lnTo>
                <a:lnTo>
                  <a:pt x="5081" y="2896"/>
                </a:lnTo>
                <a:lnTo>
                  <a:pt x="5081" y="2895"/>
                </a:lnTo>
                <a:lnTo>
                  <a:pt x="5081" y="2894"/>
                </a:lnTo>
                <a:lnTo>
                  <a:pt x="5082" y="2894"/>
                </a:lnTo>
                <a:lnTo>
                  <a:pt x="5081" y="2894"/>
                </a:lnTo>
                <a:lnTo>
                  <a:pt x="5081" y="2893"/>
                </a:lnTo>
                <a:lnTo>
                  <a:pt x="5082" y="2893"/>
                </a:lnTo>
                <a:lnTo>
                  <a:pt x="5082" y="2892"/>
                </a:lnTo>
                <a:lnTo>
                  <a:pt x="5082" y="2891"/>
                </a:lnTo>
                <a:lnTo>
                  <a:pt x="5081" y="2891"/>
                </a:lnTo>
                <a:lnTo>
                  <a:pt x="5082" y="2890"/>
                </a:lnTo>
                <a:lnTo>
                  <a:pt x="5083" y="2890"/>
                </a:lnTo>
                <a:lnTo>
                  <a:pt x="5083" y="2889"/>
                </a:lnTo>
                <a:lnTo>
                  <a:pt x="5082" y="2889"/>
                </a:lnTo>
                <a:lnTo>
                  <a:pt x="5081" y="2890"/>
                </a:lnTo>
                <a:lnTo>
                  <a:pt x="5080" y="2890"/>
                </a:lnTo>
                <a:lnTo>
                  <a:pt x="5080" y="2891"/>
                </a:lnTo>
                <a:lnTo>
                  <a:pt x="5079" y="2891"/>
                </a:lnTo>
                <a:lnTo>
                  <a:pt x="5079" y="2892"/>
                </a:lnTo>
                <a:lnTo>
                  <a:pt x="5080" y="2892"/>
                </a:lnTo>
                <a:lnTo>
                  <a:pt x="5081" y="2893"/>
                </a:lnTo>
                <a:lnTo>
                  <a:pt x="5081" y="2894"/>
                </a:lnTo>
                <a:lnTo>
                  <a:pt x="5080" y="2894"/>
                </a:lnTo>
                <a:lnTo>
                  <a:pt x="5080" y="2895"/>
                </a:lnTo>
                <a:lnTo>
                  <a:pt x="5080" y="2896"/>
                </a:lnTo>
                <a:lnTo>
                  <a:pt x="5080" y="2897"/>
                </a:lnTo>
                <a:lnTo>
                  <a:pt x="5080" y="2899"/>
                </a:lnTo>
                <a:lnTo>
                  <a:pt x="5080" y="2900"/>
                </a:lnTo>
                <a:lnTo>
                  <a:pt x="5080" y="2902"/>
                </a:lnTo>
                <a:lnTo>
                  <a:pt x="5080" y="2905"/>
                </a:lnTo>
                <a:lnTo>
                  <a:pt x="5079" y="2905"/>
                </a:lnTo>
                <a:lnTo>
                  <a:pt x="5079" y="2907"/>
                </a:lnTo>
                <a:lnTo>
                  <a:pt x="5078" y="2908"/>
                </a:lnTo>
                <a:lnTo>
                  <a:pt x="5078" y="2909"/>
                </a:lnTo>
                <a:lnTo>
                  <a:pt x="5078" y="2910"/>
                </a:lnTo>
                <a:lnTo>
                  <a:pt x="5078" y="2911"/>
                </a:lnTo>
                <a:lnTo>
                  <a:pt x="5078" y="2912"/>
                </a:lnTo>
                <a:lnTo>
                  <a:pt x="5078" y="2913"/>
                </a:lnTo>
                <a:lnTo>
                  <a:pt x="5078" y="2914"/>
                </a:lnTo>
                <a:lnTo>
                  <a:pt x="5078" y="2915"/>
                </a:lnTo>
                <a:lnTo>
                  <a:pt x="5077" y="2915"/>
                </a:lnTo>
                <a:lnTo>
                  <a:pt x="5077" y="2916"/>
                </a:lnTo>
                <a:lnTo>
                  <a:pt x="5076" y="2916"/>
                </a:lnTo>
                <a:lnTo>
                  <a:pt x="5076" y="2917"/>
                </a:lnTo>
                <a:lnTo>
                  <a:pt x="5075" y="2917"/>
                </a:lnTo>
                <a:lnTo>
                  <a:pt x="5074" y="2918"/>
                </a:lnTo>
                <a:lnTo>
                  <a:pt x="5072" y="2918"/>
                </a:lnTo>
                <a:lnTo>
                  <a:pt x="5071" y="2918"/>
                </a:lnTo>
                <a:lnTo>
                  <a:pt x="5070" y="2917"/>
                </a:lnTo>
                <a:lnTo>
                  <a:pt x="5069" y="2917"/>
                </a:lnTo>
                <a:lnTo>
                  <a:pt x="5069" y="2916"/>
                </a:lnTo>
                <a:lnTo>
                  <a:pt x="5068" y="2916"/>
                </a:lnTo>
                <a:lnTo>
                  <a:pt x="5068" y="2915"/>
                </a:lnTo>
                <a:lnTo>
                  <a:pt x="5068" y="2914"/>
                </a:lnTo>
                <a:lnTo>
                  <a:pt x="5065" y="2913"/>
                </a:lnTo>
                <a:lnTo>
                  <a:pt x="5065" y="2912"/>
                </a:lnTo>
                <a:lnTo>
                  <a:pt x="5064" y="2912"/>
                </a:lnTo>
                <a:lnTo>
                  <a:pt x="5064" y="2911"/>
                </a:lnTo>
                <a:lnTo>
                  <a:pt x="5063" y="2910"/>
                </a:lnTo>
                <a:lnTo>
                  <a:pt x="5063" y="2909"/>
                </a:lnTo>
                <a:lnTo>
                  <a:pt x="5062" y="2908"/>
                </a:lnTo>
                <a:lnTo>
                  <a:pt x="5062" y="2907"/>
                </a:lnTo>
                <a:lnTo>
                  <a:pt x="5061" y="2906"/>
                </a:lnTo>
                <a:lnTo>
                  <a:pt x="5061" y="2905"/>
                </a:lnTo>
                <a:lnTo>
                  <a:pt x="5061" y="2904"/>
                </a:lnTo>
                <a:lnTo>
                  <a:pt x="5061" y="2902"/>
                </a:lnTo>
                <a:lnTo>
                  <a:pt x="5060" y="2902"/>
                </a:lnTo>
                <a:lnTo>
                  <a:pt x="5060" y="2903"/>
                </a:lnTo>
                <a:lnTo>
                  <a:pt x="5059" y="2903"/>
                </a:lnTo>
                <a:lnTo>
                  <a:pt x="5058" y="2903"/>
                </a:lnTo>
                <a:lnTo>
                  <a:pt x="5057" y="2903"/>
                </a:lnTo>
                <a:lnTo>
                  <a:pt x="5057" y="2902"/>
                </a:lnTo>
                <a:lnTo>
                  <a:pt x="5056" y="2902"/>
                </a:lnTo>
                <a:lnTo>
                  <a:pt x="5055" y="2901"/>
                </a:lnTo>
                <a:lnTo>
                  <a:pt x="5054" y="2901"/>
                </a:lnTo>
                <a:lnTo>
                  <a:pt x="5053" y="2901"/>
                </a:lnTo>
                <a:lnTo>
                  <a:pt x="5053" y="2902"/>
                </a:lnTo>
                <a:lnTo>
                  <a:pt x="5052" y="2902"/>
                </a:lnTo>
                <a:lnTo>
                  <a:pt x="5053" y="2902"/>
                </a:lnTo>
                <a:lnTo>
                  <a:pt x="5054" y="2902"/>
                </a:lnTo>
                <a:lnTo>
                  <a:pt x="5054" y="2901"/>
                </a:lnTo>
                <a:lnTo>
                  <a:pt x="5055" y="2901"/>
                </a:lnTo>
                <a:lnTo>
                  <a:pt x="5055" y="2902"/>
                </a:lnTo>
                <a:lnTo>
                  <a:pt x="5056" y="2902"/>
                </a:lnTo>
                <a:lnTo>
                  <a:pt x="5056" y="2903"/>
                </a:lnTo>
                <a:lnTo>
                  <a:pt x="5057" y="2903"/>
                </a:lnTo>
                <a:lnTo>
                  <a:pt x="5058" y="2904"/>
                </a:lnTo>
                <a:lnTo>
                  <a:pt x="5058" y="2905"/>
                </a:lnTo>
                <a:lnTo>
                  <a:pt x="5059" y="2905"/>
                </a:lnTo>
                <a:lnTo>
                  <a:pt x="5058" y="2906"/>
                </a:lnTo>
                <a:lnTo>
                  <a:pt x="5059" y="2906"/>
                </a:lnTo>
                <a:lnTo>
                  <a:pt x="5059" y="2907"/>
                </a:lnTo>
                <a:lnTo>
                  <a:pt x="5059" y="2908"/>
                </a:lnTo>
                <a:lnTo>
                  <a:pt x="5058" y="2908"/>
                </a:lnTo>
                <a:lnTo>
                  <a:pt x="5058" y="2907"/>
                </a:lnTo>
                <a:lnTo>
                  <a:pt x="5057" y="2907"/>
                </a:lnTo>
                <a:lnTo>
                  <a:pt x="5056" y="2907"/>
                </a:lnTo>
                <a:lnTo>
                  <a:pt x="5056" y="2908"/>
                </a:lnTo>
                <a:lnTo>
                  <a:pt x="5055" y="2908"/>
                </a:lnTo>
                <a:lnTo>
                  <a:pt x="5054" y="2908"/>
                </a:lnTo>
                <a:lnTo>
                  <a:pt x="5054" y="2909"/>
                </a:lnTo>
                <a:lnTo>
                  <a:pt x="5054" y="2910"/>
                </a:lnTo>
                <a:lnTo>
                  <a:pt x="5053" y="2910"/>
                </a:lnTo>
                <a:lnTo>
                  <a:pt x="5053" y="2912"/>
                </a:lnTo>
                <a:lnTo>
                  <a:pt x="5054" y="2912"/>
                </a:lnTo>
                <a:lnTo>
                  <a:pt x="5054" y="2913"/>
                </a:lnTo>
                <a:lnTo>
                  <a:pt x="5056" y="2914"/>
                </a:lnTo>
                <a:lnTo>
                  <a:pt x="5057" y="2914"/>
                </a:lnTo>
                <a:lnTo>
                  <a:pt x="5058" y="2914"/>
                </a:lnTo>
                <a:lnTo>
                  <a:pt x="5058" y="2915"/>
                </a:lnTo>
                <a:lnTo>
                  <a:pt x="5059" y="2916"/>
                </a:lnTo>
                <a:lnTo>
                  <a:pt x="5059" y="2915"/>
                </a:lnTo>
                <a:lnTo>
                  <a:pt x="5060" y="2915"/>
                </a:lnTo>
                <a:lnTo>
                  <a:pt x="5061" y="2916"/>
                </a:lnTo>
                <a:lnTo>
                  <a:pt x="5061" y="2917"/>
                </a:lnTo>
                <a:lnTo>
                  <a:pt x="5058" y="2918"/>
                </a:lnTo>
                <a:lnTo>
                  <a:pt x="5056" y="2918"/>
                </a:lnTo>
                <a:lnTo>
                  <a:pt x="5056" y="2917"/>
                </a:lnTo>
                <a:lnTo>
                  <a:pt x="5055" y="2917"/>
                </a:lnTo>
                <a:lnTo>
                  <a:pt x="5054" y="2917"/>
                </a:lnTo>
                <a:lnTo>
                  <a:pt x="5052" y="2917"/>
                </a:lnTo>
                <a:lnTo>
                  <a:pt x="5051" y="2916"/>
                </a:lnTo>
                <a:lnTo>
                  <a:pt x="5050" y="2916"/>
                </a:lnTo>
                <a:lnTo>
                  <a:pt x="5050" y="2915"/>
                </a:lnTo>
                <a:lnTo>
                  <a:pt x="5050" y="2914"/>
                </a:lnTo>
                <a:lnTo>
                  <a:pt x="5049" y="2914"/>
                </a:lnTo>
                <a:lnTo>
                  <a:pt x="5048" y="2915"/>
                </a:lnTo>
                <a:lnTo>
                  <a:pt x="5048" y="2916"/>
                </a:lnTo>
                <a:lnTo>
                  <a:pt x="5047" y="2915"/>
                </a:lnTo>
                <a:lnTo>
                  <a:pt x="5047" y="2916"/>
                </a:lnTo>
                <a:lnTo>
                  <a:pt x="5046" y="2915"/>
                </a:lnTo>
                <a:lnTo>
                  <a:pt x="5046" y="2914"/>
                </a:lnTo>
                <a:lnTo>
                  <a:pt x="5044" y="2914"/>
                </a:lnTo>
                <a:lnTo>
                  <a:pt x="5044" y="2915"/>
                </a:lnTo>
                <a:lnTo>
                  <a:pt x="5045" y="2915"/>
                </a:lnTo>
                <a:lnTo>
                  <a:pt x="5046" y="2916"/>
                </a:lnTo>
                <a:lnTo>
                  <a:pt x="5046" y="2917"/>
                </a:lnTo>
                <a:lnTo>
                  <a:pt x="5047" y="2917"/>
                </a:lnTo>
                <a:lnTo>
                  <a:pt x="5049" y="2918"/>
                </a:lnTo>
                <a:lnTo>
                  <a:pt x="5050" y="2918"/>
                </a:lnTo>
                <a:lnTo>
                  <a:pt x="5050" y="2919"/>
                </a:lnTo>
                <a:lnTo>
                  <a:pt x="5051" y="2919"/>
                </a:lnTo>
                <a:lnTo>
                  <a:pt x="5051" y="2920"/>
                </a:lnTo>
                <a:lnTo>
                  <a:pt x="5052" y="2920"/>
                </a:lnTo>
                <a:lnTo>
                  <a:pt x="5053" y="2920"/>
                </a:lnTo>
                <a:lnTo>
                  <a:pt x="5054" y="2919"/>
                </a:lnTo>
                <a:lnTo>
                  <a:pt x="5055" y="2920"/>
                </a:lnTo>
                <a:lnTo>
                  <a:pt x="5056" y="2921"/>
                </a:lnTo>
                <a:lnTo>
                  <a:pt x="5057" y="2920"/>
                </a:lnTo>
                <a:lnTo>
                  <a:pt x="5058" y="2920"/>
                </a:lnTo>
                <a:lnTo>
                  <a:pt x="5059" y="2920"/>
                </a:lnTo>
                <a:lnTo>
                  <a:pt x="5061" y="2921"/>
                </a:lnTo>
                <a:lnTo>
                  <a:pt x="5062" y="2921"/>
                </a:lnTo>
                <a:lnTo>
                  <a:pt x="5062" y="2922"/>
                </a:lnTo>
                <a:lnTo>
                  <a:pt x="5063" y="2922"/>
                </a:lnTo>
                <a:lnTo>
                  <a:pt x="5063" y="2921"/>
                </a:lnTo>
                <a:lnTo>
                  <a:pt x="5065" y="2922"/>
                </a:lnTo>
                <a:lnTo>
                  <a:pt x="5066" y="2922"/>
                </a:lnTo>
                <a:lnTo>
                  <a:pt x="5065" y="2923"/>
                </a:lnTo>
                <a:lnTo>
                  <a:pt x="5064" y="2925"/>
                </a:lnTo>
                <a:lnTo>
                  <a:pt x="5064" y="2926"/>
                </a:lnTo>
                <a:lnTo>
                  <a:pt x="5064" y="2927"/>
                </a:lnTo>
                <a:lnTo>
                  <a:pt x="5065" y="2927"/>
                </a:lnTo>
                <a:lnTo>
                  <a:pt x="5065" y="2928"/>
                </a:lnTo>
                <a:lnTo>
                  <a:pt x="5064" y="2929"/>
                </a:lnTo>
                <a:lnTo>
                  <a:pt x="5063" y="2929"/>
                </a:lnTo>
                <a:lnTo>
                  <a:pt x="5062" y="2929"/>
                </a:lnTo>
                <a:lnTo>
                  <a:pt x="5061" y="2929"/>
                </a:lnTo>
                <a:lnTo>
                  <a:pt x="5060" y="2929"/>
                </a:lnTo>
                <a:lnTo>
                  <a:pt x="5059" y="2929"/>
                </a:lnTo>
                <a:lnTo>
                  <a:pt x="5059" y="2928"/>
                </a:lnTo>
                <a:lnTo>
                  <a:pt x="5058" y="2928"/>
                </a:lnTo>
                <a:lnTo>
                  <a:pt x="5057" y="2928"/>
                </a:lnTo>
                <a:lnTo>
                  <a:pt x="5055" y="2928"/>
                </a:lnTo>
                <a:lnTo>
                  <a:pt x="5055" y="2929"/>
                </a:lnTo>
                <a:lnTo>
                  <a:pt x="5055" y="2930"/>
                </a:lnTo>
                <a:lnTo>
                  <a:pt x="5055" y="2931"/>
                </a:lnTo>
                <a:lnTo>
                  <a:pt x="5054" y="2932"/>
                </a:lnTo>
                <a:lnTo>
                  <a:pt x="5054" y="2933"/>
                </a:lnTo>
                <a:lnTo>
                  <a:pt x="5054" y="2934"/>
                </a:lnTo>
                <a:lnTo>
                  <a:pt x="5056" y="2933"/>
                </a:lnTo>
                <a:lnTo>
                  <a:pt x="5057" y="2933"/>
                </a:lnTo>
                <a:lnTo>
                  <a:pt x="5057" y="2932"/>
                </a:lnTo>
                <a:lnTo>
                  <a:pt x="5056" y="2932"/>
                </a:lnTo>
                <a:lnTo>
                  <a:pt x="5055" y="2931"/>
                </a:lnTo>
                <a:lnTo>
                  <a:pt x="5056" y="2931"/>
                </a:lnTo>
                <a:lnTo>
                  <a:pt x="5056" y="2930"/>
                </a:lnTo>
                <a:lnTo>
                  <a:pt x="5056" y="2929"/>
                </a:lnTo>
                <a:lnTo>
                  <a:pt x="5056" y="2928"/>
                </a:lnTo>
                <a:lnTo>
                  <a:pt x="5058" y="2928"/>
                </a:lnTo>
                <a:lnTo>
                  <a:pt x="5059" y="2929"/>
                </a:lnTo>
                <a:lnTo>
                  <a:pt x="5060" y="2930"/>
                </a:lnTo>
                <a:lnTo>
                  <a:pt x="5061" y="2930"/>
                </a:lnTo>
                <a:lnTo>
                  <a:pt x="5062" y="2930"/>
                </a:lnTo>
                <a:lnTo>
                  <a:pt x="5062" y="2929"/>
                </a:lnTo>
                <a:lnTo>
                  <a:pt x="5063" y="2930"/>
                </a:lnTo>
                <a:lnTo>
                  <a:pt x="5064" y="2930"/>
                </a:lnTo>
                <a:lnTo>
                  <a:pt x="5065" y="2929"/>
                </a:lnTo>
                <a:lnTo>
                  <a:pt x="5066" y="2928"/>
                </a:lnTo>
                <a:lnTo>
                  <a:pt x="5067" y="2928"/>
                </a:lnTo>
                <a:lnTo>
                  <a:pt x="5068" y="2928"/>
                </a:lnTo>
                <a:lnTo>
                  <a:pt x="5068" y="2929"/>
                </a:lnTo>
                <a:lnTo>
                  <a:pt x="5069" y="2929"/>
                </a:lnTo>
                <a:lnTo>
                  <a:pt x="5069" y="2930"/>
                </a:lnTo>
                <a:lnTo>
                  <a:pt x="5070" y="2931"/>
                </a:lnTo>
                <a:lnTo>
                  <a:pt x="5069" y="2931"/>
                </a:lnTo>
                <a:lnTo>
                  <a:pt x="5069" y="2932"/>
                </a:lnTo>
                <a:lnTo>
                  <a:pt x="5070" y="2932"/>
                </a:lnTo>
                <a:lnTo>
                  <a:pt x="5071" y="2932"/>
                </a:lnTo>
                <a:lnTo>
                  <a:pt x="5072" y="2932"/>
                </a:lnTo>
                <a:lnTo>
                  <a:pt x="5072" y="2933"/>
                </a:lnTo>
                <a:lnTo>
                  <a:pt x="5071" y="2933"/>
                </a:lnTo>
                <a:lnTo>
                  <a:pt x="5071" y="2932"/>
                </a:lnTo>
                <a:lnTo>
                  <a:pt x="5070" y="2932"/>
                </a:lnTo>
                <a:lnTo>
                  <a:pt x="5069" y="2932"/>
                </a:lnTo>
                <a:lnTo>
                  <a:pt x="5069" y="2933"/>
                </a:lnTo>
                <a:lnTo>
                  <a:pt x="5070" y="2935"/>
                </a:lnTo>
                <a:lnTo>
                  <a:pt x="5069" y="2936"/>
                </a:lnTo>
                <a:lnTo>
                  <a:pt x="5068" y="2936"/>
                </a:lnTo>
                <a:lnTo>
                  <a:pt x="5068" y="2937"/>
                </a:lnTo>
                <a:lnTo>
                  <a:pt x="5069" y="2938"/>
                </a:lnTo>
                <a:lnTo>
                  <a:pt x="5070" y="2939"/>
                </a:lnTo>
                <a:lnTo>
                  <a:pt x="5070" y="2938"/>
                </a:lnTo>
                <a:lnTo>
                  <a:pt x="5071" y="2938"/>
                </a:lnTo>
                <a:lnTo>
                  <a:pt x="5071" y="2939"/>
                </a:lnTo>
                <a:lnTo>
                  <a:pt x="5072" y="2939"/>
                </a:lnTo>
                <a:lnTo>
                  <a:pt x="5073" y="2939"/>
                </a:lnTo>
                <a:lnTo>
                  <a:pt x="5072" y="2940"/>
                </a:lnTo>
                <a:lnTo>
                  <a:pt x="5072" y="2941"/>
                </a:lnTo>
                <a:lnTo>
                  <a:pt x="5074" y="2941"/>
                </a:lnTo>
                <a:lnTo>
                  <a:pt x="5074" y="2942"/>
                </a:lnTo>
                <a:lnTo>
                  <a:pt x="5073" y="2942"/>
                </a:lnTo>
                <a:lnTo>
                  <a:pt x="5072" y="2942"/>
                </a:lnTo>
                <a:lnTo>
                  <a:pt x="5072" y="2943"/>
                </a:lnTo>
                <a:lnTo>
                  <a:pt x="5071" y="2944"/>
                </a:lnTo>
                <a:lnTo>
                  <a:pt x="5072" y="2944"/>
                </a:lnTo>
                <a:lnTo>
                  <a:pt x="5071" y="2944"/>
                </a:lnTo>
                <a:lnTo>
                  <a:pt x="5070" y="2944"/>
                </a:lnTo>
                <a:lnTo>
                  <a:pt x="5070" y="2945"/>
                </a:lnTo>
                <a:lnTo>
                  <a:pt x="5069" y="2945"/>
                </a:lnTo>
                <a:lnTo>
                  <a:pt x="5068" y="2945"/>
                </a:lnTo>
                <a:lnTo>
                  <a:pt x="5067" y="2946"/>
                </a:lnTo>
                <a:lnTo>
                  <a:pt x="5067" y="2945"/>
                </a:lnTo>
                <a:lnTo>
                  <a:pt x="5066" y="2945"/>
                </a:lnTo>
                <a:lnTo>
                  <a:pt x="5065" y="2945"/>
                </a:lnTo>
                <a:lnTo>
                  <a:pt x="5063" y="2944"/>
                </a:lnTo>
                <a:lnTo>
                  <a:pt x="5062" y="2944"/>
                </a:lnTo>
                <a:lnTo>
                  <a:pt x="5061" y="2943"/>
                </a:lnTo>
                <a:lnTo>
                  <a:pt x="5060" y="2943"/>
                </a:lnTo>
                <a:lnTo>
                  <a:pt x="5059" y="2943"/>
                </a:lnTo>
                <a:lnTo>
                  <a:pt x="5058" y="2942"/>
                </a:lnTo>
                <a:lnTo>
                  <a:pt x="5057" y="2942"/>
                </a:lnTo>
                <a:lnTo>
                  <a:pt x="5057" y="2941"/>
                </a:lnTo>
                <a:lnTo>
                  <a:pt x="5056" y="2941"/>
                </a:lnTo>
                <a:lnTo>
                  <a:pt x="5056" y="2940"/>
                </a:lnTo>
                <a:lnTo>
                  <a:pt x="5055" y="2940"/>
                </a:lnTo>
                <a:lnTo>
                  <a:pt x="5054" y="2940"/>
                </a:lnTo>
                <a:lnTo>
                  <a:pt x="5053" y="2941"/>
                </a:lnTo>
                <a:lnTo>
                  <a:pt x="5052" y="2941"/>
                </a:lnTo>
                <a:lnTo>
                  <a:pt x="5052" y="2942"/>
                </a:lnTo>
                <a:lnTo>
                  <a:pt x="5053" y="2941"/>
                </a:lnTo>
                <a:lnTo>
                  <a:pt x="5054" y="2942"/>
                </a:lnTo>
                <a:lnTo>
                  <a:pt x="5055" y="2942"/>
                </a:lnTo>
                <a:lnTo>
                  <a:pt x="5055" y="2943"/>
                </a:lnTo>
                <a:lnTo>
                  <a:pt x="5057" y="2943"/>
                </a:lnTo>
                <a:lnTo>
                  <a:pt x="5056" y="2943"/>
                </a:lnTo>
                <a:lnTo>
                  <a:pt x="5056" y="2946"/>
                </a:lnTo>
                <a:lnTo>
                  <a:pt x="5057" y="2946"/>
                </a:lnTo>
                <a:lnTo>
                  <a:pt x="5057" y="2945"/>
                </a:lnTo>
                <a:lnTo>
                  <a:pt x="5058" y="2945"/>
                </a:lnTo>
                <a:lnTo>
                  <a:pt x="5059" y="2945"/>
                </a:lnTo>
                <a:lnTo>
                  <a:pt x="5060" y="2946"/>
                </a:lnTo>
                <a:lnTo>
                  <a:pt x="5061" y="2946"/>
                </a:lnTo>
                <a:lnTo>
                  <a:pt x="5062" y="2946"/>
                </a:lnTo>
                <a:lnTo>
                  <a:pt x="5063" y="2946"/>
                </a:lnTo>
                <a:lnTo>
                  <a:pt x="5064" y="2947"/>
                </a:lnTo>
                <a:lnTo>
                  <a:pt x="5065" y="2947"/>
                </a:lnTo>
                <a:lnTo>
                  <a:pt x="5066" y="2948"/>
                </a:lnTo>
                <a:lnTo>
                  <a:pt x="5066" y="2949"/>
                </a:lnTo>
                <a:lnTo>
                  <a:pt x="5066" y="2950"/>
                </a:lnTo>
                <a:lnTo>
                  <a:pt x="5066" y="2951"/>
                </a:lnTo>
                <a:lnTo>
                  <a:pt x="5067" y="2951"/>
                </a:lnTo>
                <a:lnTo>
                  <a:pt x="5068" y="2951"/>
                </a:lnTo>
                <a:lnTo>
                  <a:pt x="5069" y="2951"/>
                </a:lnTo>
                <a:lnTo>
                  <a:pt x="5069" y="2952"/>
                </a:lnTo>
                <a:lnTo>
                  <a:pt x="5068" y="2953"/>
                </a:lnTo>
                <a:lnTo>
                  <a:pt x="5068" y="2954"/>
                </a:lnTo>
                <a:lnTo>
                  <a:pt x="5069" y="2954"/>
                </a:lnTo>
                <a:lnTo>
                  <a:pt x="5070" y="2954"/>
                </a:lnTo>
                <a:lnTo>
                  <a:pt x="5070" y="2955"/>
                </a:lnTo>
                <a:lnTo>
                  <a:pt x="5069" y="2955"/>
                </a:lnTo>
                <a:lnTo>
                  <a:pt x="5070" y="2955"/>
                </a:lnTo>
                <a:lnTo>
                  <a:pt x="5070" y="2956"/>
                </a:lnTo>
                <a:lnTo>
                  <a:pt x="5070" y="2957"/>
                </a:lnTo>
                <a:lnTo>
                  <a:pt x="5069" y="2957"/>
                </a:lnTo>
                <a:lnTo>
                  <a:pt x="5069" y="2958"/>
                </a:lnTo>
                <a:lnTo>
                  <a:pt x="5070" y="2958"/>
                </a:lnTo>
                <a:lnTo>
                  <a:pt x="5069" y="2958"/>
                </a:lnTo>
                <a:lnTo>
                  <a:pt x="5069" y="2959"/>
                </a:lnTo>
                <a:lnTo>
                  <a:pt x="5070" y="2959"/>
                </a:lnTo>
                <a:lnTo>
                  <a:pt x="5069" y="2960"/>
                </a:lnTo>
                <a:lnTo>
                  <a:pt x="5068" y="2966"/>
                </a:lnTo>
                <a:lnTo>
                  <a:pt x="5067" y="2968"/>
                </a:lnTo>
                <a:lnTo>
                  <a:pt x="5066" y="2968"/>
                </a:lnTo>
                <a:lnTo>
                  <a:pt x="5066" y="2969"/>
                </a:lnTo>
                <a:lnTo>
                  <a:pt x="5066" y="2968"/>
                </a:lnTo>
                <a:lnTo>
                  <a:pt x="5065" y="2968"/>
                </a:lnTo>
                <a:lnTo>
                  <a:pt x="5066" y="2969"/>
                </a:lnTo>
                <a:lnTo>
                  <a:pt x="5065" y="2969"/>
                </a:lnTo>
                <a:lnTo>
                  <a:pt x="5065" y="2968"/>
                </a:lnTo>
                <a:lnTo>
                  <a:pt x="5064" y="2967"/>
                </a:lnTo>
                <a:lnTo>
                  <a:pt x="5063" y="2968"/>
                </a:lnTo>
                <a:lnTo>
                  <a:pt x="5063" y="2969"/>
                </a:lnTo>
                <a:lnTo>
                  <a:pt x="5063" y="2970"/>
                </a:lnTo>
                <a:lnTo>
                  <a:pt x="5062" y="2970"/>
                </a:lnTo>
                <a:lnTo>
                  <a:pt x="5061" y="2970"/>
                </a:lnTo>
                <a:lnTo>
                  <a:pt x="5059" y="2971"/>
                </a:lnTo>
                <a:lnTo>
                  <a:pt x="5058" y="2971"/>
                </a:lnTo>
                <a:lnTo>
                  <a:pt x="5055" y="2971"/>
                </a:lnTo>
                <a:lnTo>
                  <a:pt x="5054" y="2971"/>
                </a:lnTo>
                <a:lnTo>
                  <a:pt x="5053" y="2971"/>
                </a:lnTo>
                <a:lnTo>
                  <a:pt x="5052" y="2971"/>
                </a:lnTo>
                <a:lnTo>
                  <a:pt x="5050" y="2971"/>
                </a:lnTo>
                <a:lnTo>
                  <a:pt x="5050" y="2970"/>
                </a:lnTo>
                <a:lnTo>
                  <a:pt x="5050" y="2971"/>
                </a:lnTo>
                <a:lnTo>
                  <a:pt x="5049" y="2972"/>
                </a:lnTo>
                <a:lnTo>
                  <a:pt x="5049" y="2973"/>
                </a:lnTo>
                <a:lnTo>
                  <a:pt x="5050" y="2974"/>
                </a:lnTo>
                <a:lnTo>
                  <a:pt x="5051" y="2974"/>
                </a:lnTo>
                <a:lnTo>
                  <a:pt x="5052" y="2974"/>
                </a:lnTo>
                <a:lnTo>
                  <a:pt x="5054" y="2974"/>
                </a:lnTo>
                <a:lnTo>
                  <a:pt x="5056" y="2975"/>
                </a:lnTo>
                <a:lnTo>
                  <a:pt x="5056" y="2977"/>
                </a:lnTo>
                <a:lnTo>
                  <a:pt x="5058" y="2980"/>
                </a:lnTo>
                <a:lnTo>
                  <a:pt x="5058" y="2982"/>
                </a:lnTo>
                <a:lnTo>
                  <a:pt x="5059" y="2983"/>
                </a:lnTo>
                <a:lnTo>
                  <a:pt x="5061" y="2987"/>
                </a:lnTo>
                <a:lnTo>
                  <a:pt x="5061" y="2988"/>
                </a:lnTo>
                <a:lnTo>
                  <a:pt x="5061" y="2989"/>
                </a:lnTo>
                <a:lnTo>
                  <a:pt x="5061" y="2990"/>
                </a:lnTo>
                <a:lnTo>
                  <a:pt x="5061" y="2989"/>
                </a:lnTo>
                <a:lnTo>
                  <a:pt x="5062" y="2989"/>
                </a:lnTo>
                <a:lnTo>
                  <a:pt x="5063" y="2990"/>
                </a:lnTo>
                <a:lnTo>
                  <a:pt x="5063" y="2991"/>
                </a:lnTo>
                <a:lnTo>
                  <a:pt x="5064" y="2991"/>
                </a:lnTo>
                <a:lnTo>
                  <a:pt x="5064" y="2992"/>
                </a:lnTo>
                <a:lnTo>
                  <a:pt x="5063" y="2992"/>
                </a:lnTo>
                <a:lnTo>
                  <a:pt x="5063" y="2993"/>
                </a:lnTo>
                <a:lnTo>
                  <a:pt x="5063" y="2994"/>
                </a:lnTo>
                <a:lnTo>
                  <a:pt x="5062" y="2994"/>
                </a:lnTo>
                <a:lnTo>
                  <a:pt x="5062" y="2995"/>
                </a:lnTo>
                <a:lnTo>
                  <a:pt x="5062" y="2994"/>
                </a:lnTo>
                <a:lnTo>
                  <a:pt x="5061" y="2995"/>
                </a:lnTo>
                <a:lnTo>
                  <a:pt x="5059" y="2995"/>
                </a:lnTo>
                <a:lnTo>
                  <a:pt x="5059" y="2994"/>
                </a:lnTo>
                <a:lnTo>
                  <a:pt x="5059" y="2995"/>
                </a:lnTo>
                <a:lnTo>
                  <a:pt x="5059" y="2996"/>
                </a:lnTo>
                <a:lnTo>
                  <a:pt x="5060" y="2996"/>
                </a:lnTo>
                <a:lnTo>
                  <a:pt x="5061" y="2996"/>
                </a:lnTo>
                <a:lnTo>
                  <a:pt x="5062" y="2996"/>
                </a:lnTo>
                <a:lnTo>
                  <a:pt x="5062" y="2997"/>
                </a:lnTo>
                <a:lnTo>
                  <a:pt x="5061" y="2998"/>
                </a:lnTo>
                <a:lnTo>
                  <a:pt x="5061" y="2999"/>
                </a:lnTo>
                <a:lnTo>
                  <a:pt x="5061" y="3002"/>
                </a:lnTo>
                <a:lnTo>
                  <a:pt x="5062" y="3003"/>
                </a:lnTo>
                <a:lnTo>
                  <a:pt x="5065" y="3004"/>
                </a:lnTo>
                <a:lnTo>
                  <a:pt x="5066" y="3004"/>
                </a:lnTo>
                <a:lnTo>
                  <a:pt x="5067" y="3005"/>
                </a:lnTo>
                <a:lnTo>
                  <a:pt x="5067" y="3006"/>
                </a:lnTo>
                <a:lnTo>
                  <a:pt x="5066" y="3006"/>
                </a:lnTo>
                <a:lnTo>
                  <a:pt x="5065" y="3008"/>
                </a:lnTo>
                <a:lnTo>
                  <a:pt x="5066" y="3008"/>
                </a:lnTo>
                <a:lnTo>
                  <a:pt x="5066" y="3009"/>
                </a:lnTo>
                <a:lnTo>
                  <a:pt x="5065" y="3010"/>
                </a:lnTo>
                <a:lnTo>
                  <a:pt x="5064" y="3010"/>
                </a:lnTo>
                <a:lnTo>
                  <a:pt x="5063" y="3011"/>
                </a:lnTo>
                <a:lnTo>
                  <a:pt x="5063" y="3010"/>
                </a:lnTo>
                <a:lnTo>
                  <a:pt x="5063" y="3011"/>
                </a:lnTo>
                <a:lnTo>
                  <a:pt x="5063" y="3012"/>
                </a:lnTo>
                <a:lnTo>
                  <a:pt x="5064" y="3013"/>
                </a:lnTo>
                <a:lnTo>
                  <a:pt x="5064" y="3012"/>
                </a:lnTo>
                <a:lnTo>
                  <a:pt x="5066" y="3012"/>
                </a:lnTo>
                <a:lnTo>
                  <a:pt x="5066" y="3011"/>
                </a:lnTo>
                <a:lnTo>
                  <a:pt x="5067" y="3011"/>
                </a:lnTo>
                <a:lnTo>
                  <a:pt x="5067" y="3012"/>
                </a:lnTo>
                <a:lnTo>
                  <a:pt x="5066" y="3012"/>
                </a:lnTo>
                <a:lnTo>
                  <a:pt x="5066" y="3013"/>
                </a:lnTo>
                <a:lnTo>
                  <a:pt x="5067" y="3012"/>
                </a:lnTo>
                <a:lnTo>
                  <a:pt x="5068" y="3012"/>
                </a:lnTo>
                <a:lnTo>
                  <a:pt x="5068" y="3013"/>
                </a:lnTo>
                <a:lnTo>
                  <a:pt x="5067" y="3013"/>
                </a:lnTo>
                <a:lnTo>
                  <a:pt x="5066" y="3014"/>
                </a:lnTo>
                <a:lnTo>
                  <a:pt x="5066" y="3015"/>
                </a:lnTo>
                <a:lnTo>
                  <a:pt x="5066" y="3014"/>
                </a:lnTo>
                <a:lnTo>
                  <a:pt x="5066" y="3015"/>
                </a:lnTo>
                <a:lnTo>
                  <a:pt x="5065" y="3016"/>
                </a:lnTo>
                <a:lnTo>
                  <a:pt x="5065" y="3017"/>
                </a:lnTo>
                <a:lnTo>
                  <a:pt x="5066" y="3016"/>
                </a:lnTo>
                <a:lnTo>
                  <a:pt x="5066" y="3017"/>
                </a:lnTo>
                <a:lnTo>
                  <a:pt x="5065" y="3018"/>
                </a:lnTo>
                <a:lnTo>
                  <a:pt x="5064" y="3018"/>
                </a:lnTo>
                <a:lnTo>
                  <a:pt x="5065" y="3019"/>
                </a:lnTo>
                <a:lnTo>
                  <a:pt x="5065" y="3020"/>
                </a:lnTo>
                <a:lnTo>
                  <a:pt x="5064" y="3019"/>
                </a:lnTo>
                <a:lnTo>
                  <a:pt x="5064" y="3020"/>
                </a:lnTo>
                <a:lnTo>
                  <a:pt x="5063" y="3020"/>
                </a:lnTo>
                <a:lnTo>
                  <a:pt x="5063" y="3021"/>
                </a:lnTo>
                <a:lnTo>
                  <a:pt x="5062" y="3021"/>
                </a:lnTo>
                <a:lnTo>
                  <a:pt x="5062" y="3022"/>
                </a:lnTo>
                <a:lnTo>
                  <a:pt x="5063" y="3022"/>
                </a:lnTo>
                <a:lnTo>
                  <a:pt x="5064" y="3022"/>
                </a:lnTo>
                <a:lnTo>
                  <a:pt x="5063" y="3022"/>
                </a:lnTo>
                <a:lnTo>
                  <a:pt x="5063" y="3023"/>
                </a:lnTo>
                <a:lnTo>
                  <a:pt x="5062" y="3023"/>
                </a:lnTo>
                <a:lnTo>
                  <a:pt x="5061" y="3023"/>
                </a:lnTo>
                <a:lnTo>
                  <a:pt x="5060" y="3023"/>
                </a:lnTo>
                <a:lnTo>
                  <a:pt x="5060" y="3024"/>
                </a:lnTo>
                <a:lnTo>
                  <a:pt x="5059" y="3024"/>
                </a:lnTo>
                <a:lnTo>
                  <a:pt x="5059" y="3022"/>
                </a:lnTo>
                <a:lnTo>
                  <a:pt x="5060" y="3022"/>
                </a:lnTo>
                <a:lnTo>
                  <a:pt x="5060" y="3021"/>
                </a:lnTo>
                <a:lnTo>
                  <a:pt x="5059" y="3021"/>
                </a:lnTo>
                <a:lnTo>
                  <a:pt x="5059" y="3022"/>
                </a:lnTo>
                <a:lnTo>
                  <a:pt x="5058" y="3021"/>
                </a:lnTo>
                <a:lnTo>
                  <a:pt x="5058" y="3020"/>
                </a:lnTo>
                <a:lnTo>
                  <a:pt x="5059" y="3020"/>
                </a:lnTo>
                <a:lnTo>
                  <a:pt x="5059" y="3019"/>
                </a:lnTo>
                <a:lnTo>
                  <a:pt x="5059" y="3018"/>
                </a:lnTo>
                <a:lnTo>
                  <a:pt x="5057" y="3017"/>
                </a:lnTo>
                <a:lnTo>
                  <a:pt x="5055" y="3016"/>
                </a:lnTo>
                <a:lnTo>
                  <a:pt x="5053" y="3015"/>
                </a:lnTo>
                <a:lnTo>
                  <a:pt x="5052" y="3014"/>
                </a:lnTo>
                <a:lnTo>
                  <a:pt x="5050" y="3014"/>
                </a:lnTo>
                <a:lnTo>
                  <a:pt x="5048" y="3014"/>
                </a:lnTo>
                <a:lnTo>
                  <a:pt x="5047" y="3014"/>
                </a:lnTo>
                <a:lnTo>
                  <a:pt x="5046" y="3014"/>
                </a:lnTo>
                <a:lnTo>
                  <a:pt x="5046" y="3016"/>
                </a:lnTo>
                <a:lnTo>
                  <a:pt x="5046" y="3017"/>
                </a:lnTo>
                <a:lnTo>
                  <a:pt x="5045" y="3017"/>
                </a:lnTo>
                <a:lnTo>
                  <a:pt x="5045" y="3018"/>
                </a:lnTo>
                <a:lnTo>
                  <a:pt x="5044" y="3018"/>
                </a:lnTo>
                <a:lnTo>
                  <a:pt x="5044" y="3019"/>
                </a:lnTo>
                <a:lnTo>
                  <a:pt x="5044" y="3020"/>
                </a:lnTo>
                <a:lnTo>
                  <a:pt x="5044" y="3021"/>
                </a:lnTo>
                <a:lnTo>
                  <a:pt x="5044" y="3022"/>
                </a:lnTo>
                <a:lnTo>
                  <a:pt x="5043" y="3022"/>
                </a:lnTo>
                <a:lnTo>
                  <a:pt x="5042" y="3023"/>
                </a:lnTo>
                <a:lnTo>
                  <a:pt x="5042" y="3024"/>
                </a:lnTo>
                <a:lnTo>
                  <a:pt x="5043" y="3024"/>
                </a:lnTo>
                <a:lnTo>
                  <a:pt x="5042" y="3025"/>
                </a:lnTo>
                <a:lnTo>
                  <a:pt x="5041" y="3025"/>
                </a:lnTo>
                <a:lnTo>
                  <a:pt x="5041" y="3026"/>
                </a:lnTo>
                <a:lnTo>
                  <a:pt x="5040" y="3027"/>
                </a:lnTo>
                <a:lnTo>
                  <a:pt x="5040" y="3028"/>
                </a:lnTo>
                <a:lnTo>
                  <a:pt x="5039" y="3029"/>
                </a:lnTo>
                <a:lnTo>
                  <a:pt x="5038" y="3028"/>
                </a:lnTo>
                <a:lnTo>
                  <a:pt x="5039" y="3028"/>
                </a:lnTo>
                <a:lnTo>
                  <a:pt x="5039" y="3027"/>
                </a:lnTo>
                <a:lnTo>
                  <a:pt x="5038" y="3027"/>
                </a:lnTo>
                <a:lnTo>
                  <a:pt x="5036" y="3027"/>
                </a:lnTo>
                <a:lnTo>
                  <a:pt x="5036" y="3028"/>
                </a:lnTo>
                <a:lnTo>
                  <a:pt x="5037" y="3029"/>
                </a:lnTo>
                <a:lnTo>
                  <a:pt x="5038" y="3030"/>
                </a:lnTo>
                <a:lnTo>
                  <a:pt x="5037" y="3030"/>
                </a:lnTo>
                <a:lnTo>
                  <a:pt x="5038" y="3031"/>
                </a:lnTo>
                <a:lnTo>
                  <a:pt x="5039" y="3031"/>
                </a:lnTo>
                <a:lnTo>
                  <a:pt x="5039" y="3030"/>
                </a:lnTo>
                <a:lnTo>
                  <a:pt x="5039" y="3031"/>
                </a:lnTo>
                <a:lnTo>
                  <a:pt x="5039" y="3032"/>
                </a:lnTo>
                <a:lnTo>
                  <a:pt x="5038" y="3033"/>
                </a:lnTo>
                <a:lnTo>
                  <a:pt x="5038" y="3034"/>
                </a:lnTo>
                <a:lnTo>
                  <a:pt x="5037" y="3034"/>
                </a:lnTo>
                <a:lnTo>
                  <a:pt x="5036" y="3036"/>
                </a:lnTo>
                <a:lnTo>
                  <a:pt x="5036" y="3037"/>
                </a:lnTo>
                <a:lnTo>
                  <a:pt x="5035" y="3037"/>
                </a:lnTo>
                <a:lnTo>
                  <a:pt x="5035" y="3036"/>
                </a:lnTo>
                <a:lnTo>
                  <a:pt x="5034" y="3037"/>
                </a:lnTo>
                <a:lnTo>
                  <a:pt x="5033" y="3036"/>
                </a:lnTo>
                <a:lnTo>
                  <a:pt x="5033" y="3035"/>
                </a:lnTo>
                <a:lnTo>
                  <a:pt x="5032" y="3035"/>
                </a:lnTo>
                <a:lnTo>
                  <a:pt x="5030" y="3034"/>
                </a:lnTo>
                <a:lnTo>
                  <a:pt x="5029" y="3034"/>
                </a:lnTo>
                <a:lnTo>
                  <a:pt x="5029" y="3035"/>
                </a:lnTo>
                <a:lnTo>
                  <a:pt x="5029" y="3034"/>
                </a:lnTo>
                <a:lnTo>
                  <a:pt x="5028" y="3034"/>
                </a:lnTo>
                <a:lnTo>
                  <a:pt x="5028" y="3035"/>
                </a:lnTo>
                <a:lnTo>
                  <a:pt x="5027" y="3035"/>
                </a:lnTo>
                <a:lnTo>
                  <a:pt x="5028" y="3035"/>
                </a:lnTo>
                <a:lnTo>
                  <a:pt x="5027" y="3036"/>
                </a:lnTo>
                <a:lnTo>
                  <a:pt x="5027" y="3037"/>
                </a:lnTo>
                <a:lnTo>
                  <a:pt x="5027" y="3038"/>
                </a:lnTo>
                <a:lnTo>
                  <a:pt x="5027" y="3039"/>
                </a:lnTo>
                <a:lnTo>
                  <a:pt x="5026" y="3039"/>
                </a:lnTo>
                <a:lnTo>
                  <a:pt x="5026" y="3040"/>
                </a:lnTo>
                <a:lnTo>
                  <a:pt x="5027" y="3041"/>
                </a:lnTo>
                <a:lnTo>
                  <a:pt x="5028" y="3041"/>
                </a:lnTo>
                <a:lnTo>
                  <a:pt x="5029" y="3041"/>
                </a:lnTo>
                <a:lnTo>
                  <a:pt x="5028" y="3042"/>
                </a:lnTo>
                <a:lnTo>
                  <a:pt x="5028" y="3043"/>
                </a:lnTo>
                <a:lnTo>
                  <a:pt x="5027" y="3043"/>
                </a:lnTo>
                <a:lnTo>
                  <a:pt x="5027" y="3044"/>
                </a:lnTo>
                <a:lnTo>
                  <a:pt x="5028" y="3044"/>
                </a:lnTo>
                <a:lnTo>
                  <a:pt x="5028" y="3045"/>
                </a:lnTo>
                <a:lnTo>
                  <a:pt x="5029" y="3045"/>
                </a:lnTo>
                <a:lnTo>
                  <a:pt x="5028" y="3045"/>
                </a:lnTo>
                <a:lnTo>
                  <a:pt x="5027" y="3045"/>
                </a:lnTo>
                <a:lnTo>
                  <a:pt x="5026" y="3045"/>
                </a:lnTo>
                <a:lnTo>
                  <a:pt x="5026" y="3044"/>
                </a:lnTo>
                <a:lnTo>
                  <a:pt x="5025" y="3044"/>
                </a:lnTo>
                <a:lnTo>
                  <a:pt x="5024" y="3044"/>
                </a:lnTo>
                <a:lnTo>
                  <a:pt x="5025" y="3044"/>
                </a:lnTo>
                <a:lnTo>
                  <a:pt x="5024" y="3044"/>
                </a:lnTo>
                <a:lnTo>
                  <a:pt x="5024" y="3043"/>
                </a:lnTo>
                <a:lnTo>
                  <a:pt x="5023" y="3043"/>
                </a:lnTo>
                <a:lnTo>
                  <a:pt x="5023" y="3044"/>
                </a:lnTo>
                <a:lnTo>
                  <a:pt x="5022" y="3044"/>
                </a:lnTo>
                <a:lnTo>
                  <a:pt x="5022" y="3045"/>
                </a:lnTo>
                <a:lnTo>
                  <a:pt x="5023" y="3045"/>
                </a:lnTo>
                <a:lnTo>
                  <a:pt x="5024" y="3045"/>
                </a:lnTo>
                <a:lnTo>
                  <a:pt x="5024" y="3046"/>
                </a:lnTo>
                <a:lnTo>
                  <a:pt x="5024" y="3047"/>
                </a:lnTo>
                <a:lnTo>
                  <a:pt x="5023" y="3047"/>
                </a:lnTo>
                <a:lnTo>
                  <a:pt x="5023" y="3046"/>
                </a:lnTo>
                <a:lnTo>
                  <a:pt x="5022" y="3046"/>
                </a:lnTo>
                <a:lnTo>
                  <a:pt x="5021" y="3045"/>
                </a:lnTo>
                <a:lnTo>
                  <a:pt x="5021" y="3046"/>
                </a:lnTo>
                <a:lnTo>
                  <a:pt x="5020" y="3046"/>
                </a:lnTo>
                <a:lnTo>
                  <a:pt x="5021" y="3046"/>
                </a:lnTo>
                <a:lnTo>
                  <a:pt x="5021" y="3047"/>
                </a:lnTo>
                <a:lnTo>
                  <a:pt x="5022" y="3047"/>
                </a:lnTo>
                <a:lnTo>
                  <a:pt x="5021" y="3047"/>
                </a:lnTo>
                <a:lnTo>
                  <a:pt x="5019" y="3048"/>
                </a:lnTo>
                <a:lnTo>
                  <a:pt x="5019" y="3047"/>
                </a:lnTo>
                <a:lnTo>
                  <a:pt x="5018" y="3048"/>
                </a:lnTo>
                <a:lnTo>
                  <a:pt x="5017" y="3048"/>
                </a:lnTo>
                <a:lnTo>
                  <a:pt x="5017" y="3049"/>
                </a:lnTo>
                <a:lnTo>
                  <a:pt x="5017" y="3048"/>
                </a:lnTo>
                <a:lnTo>
                  <a:pt x="5016" y="3048"/>
                </a:lnTo>
                <a:lnTo>
                  <a:pt x="5014" y="3049"/>
                </a:lnTo>
                <a:lnTo>
                  <a:pt x="5014" y="3048"/>
                </a:lnTo>
                <a:lnTo>
                  <a:pt x="5014" y="3047"/>
                </a:lnTo>
                <a:lnTo>
                  <a:pt x="5013" y="3047"/>
                </a:lnTo>
                <a:lnTo>
                  <a:pt x="5014" y="3047"/>
                </a:lnTo>
                <a:lnTo>
                  <a:pt x="5014" y="3046"/>
                </a:lnTo>
                <a:lnTo>
                  <a:pt x="5014" y="3045"/>
                </a:lnTo>
                <a:lnTo>
                  <a:pt x="5015" y="3045"/>
                </a:lnTo>
                <a:lnTo>
                  <a:pt x="5014" y="3045"/>
                </a:lnTo>
                <a:lnTo>
                  <a:pt x="5013" y="3044"/>
                </a:lnTo>
                <a:lnTo>
                  <a:pt x="5013" y="3043"/>
                </a:lnTo>
                <a:lnTo>
                  <a:pt x="5012" y="3043"/>
                </a:lnTo>
                <a:lnTo>
                  <a:pt x="5012" y="3042"/>
                </a:lnTo>
                <a:lnTo>
                  <a:pt x="5012" y="3040"/>
                </a:lnTo>
                <a:lnTo>
                  <a:pt x="5012" y="3039"/>
                </a:lnTo>
                <a:lnTo>
                  <a:pt x="5012" y="3038"/>
                </a:lnTo>
                <a:lnTo>
                  <a:pt x="5012" y="3037"/>
                </a:lnTo>
                <a:lnTo>
                  <a:pt x="5013" y="3036"/>
                </a:lnTo>
                <a:lnTo>
                  <a:pt x="5013" y="3037"/>
                </a:lnTo>
                <a:lnTo>
                  <a:pt x="5014" y="3037"/>
                </a:lnTo>
                <a:lnTo>
                  <a:pt x="5015" y="3037"/>
                </a:lnTo>
                <a:lnTo>
                  <a:pt x="5015" y="3036"/>
                </a:lnTo>
                <a:lnTo>
                  <a:pt x="5016" y="3036"/>
                </a:lnTo>
                <a:lnTo>
                  <a:pt x="5016" y="3035"/>
                </a:lnTo>
                <a:lnTo>
                  <a:pt x="5018" y="3034"/>
                </a:lnTo>
                <a:lnTo>
                  <a:pt x="5018" y="3033"/>
                </a:lnTo>
                <a:lnTo>
                  <a:pt x="5019" y="3033"/>
                </a:lnTo>
                <a:lnTo>
                  <a:pt x="5019" y="3032"/>
                </a:lnTo>
                <a:lnTo>
                  <a:pt x="5019" y="3031"/>
                </a:lnTo>
                <a:lnTo>
                  <a:pt x="5020" y="3030"/>
                </a:lnTo>
                <a:lnTo>
                  <a:pt x="5020" y="3029"/>
                </a:lnTo>
                <a:lnTo>
                  <a:pt x="5019" y="3029"/>
                </a:lnTo>
                <a:lnTo>
                  <a:pt x="5019" y="3028"/>
                </a:lnTo>
                <a:lnTo>
                  <a:pt x="5018" y="3028"/>
                </a:lnTo>
                <a:lnTo>
                  <a:pt x="5020" y="3023"/>
                </a:lnTo>
                <a:lnTo>
                  <a:pt x="5021" y="3022"/>
                </a:lnTo>
                <a:lnTo>
                  <a:pt x="5022" y="3022"/>
                </a:lnTo>
                <a:lnTo>
                  <a:pt x="5023" y="3021"/>
                </a:lnTo>
                <a:lnTo>
                  <a:pt x="5023" y="3020"/>
                </a:lnTo>
                <a:lnTo>
                  <a:pt x="5023" y="3019"/>
                </a:lnTo>
                <a:lnTo>
                  <a:pt x="5022" y="3018"/>
                </a:lnTo>
                <a:lnTo>
                  <a:pt x="5023" y="3018"/>
                </a:lnTo>
                <a:lnTo>
                  <a:pt x="5022" y="3017"/>
                </a:lnTo>
                <a:lnTo>
                  <a:pt x="5021" y="3016"/>
                </a:lnTo>
                <a:lnTo>
                  <a:pt x="5020" y="3015"/>
                </a:lnTo>
                <a:lnTo>
                  <a:pt x="5020" y="3014"/>
                </a:lnTo>
                <a:lnTo>
                  <a:pt x="5021" y="3014"/>
                </a:lnTo>
                <a:lnTo>
                  <a:pt x="5021" y="3013"/>
                </a:lnTo>
                <a:lnTo>
                  <a:pt x="5022" y="3013"/>
                </a:lnTo>
                <a:lnTo>
                  <a:pt x="5023" y="3013"/>
                </a:lnTo>
                <a:lnTo>
                  <a:pt x="5023" y="3012"/>
                </a:lnTo>
                <a:lnTo>
                  <a:pt x="5022" y="3012"/>
                </a:lnTo>
                <a:lnTo>
                  <a:pt x="5021" y="3012"/>
                </a:lnTo>
                <a:lnTo>
                  <a:pt x="5020" y="3012"/>
                </a:lnTo>
                <a:lnTo>
                  <a:pt x="5021" y="3011"/>
                </a:lnTo>
                <a:lnTo>
                  <a:pt x="5020" y="3010"/>
                </a:lnTo>
                <a:lnTo>
                  <a:pt x="5020" y="3009"/>
                </a:lnTo>
                <a:lnTo>
                  <a:pt x="5019" y="3009"/>
                </a:lnTo>
                <a:lnTo>
                  <a:pt x="5019" y="3008"/>
                </a:lnTo>
                <a:lnTo>
                  <a:pt x="5019" y="3007"/>
                </a:lnTo>
                <a:lnTo>
                  <a:pt x="5018" y="3007"/>
                </a:lnTo>
                <a:lnTo>
                  <a:pt x="5017" y="3007"/>
                </a:lnTo>
                <a:lnTo>
                  <a:pt x="5017" y="3008"/>
                </a:lnTo>
                <a:lnTo>
                  <a:pt x="5017" y="3009"/>
                </a:lnTo>
                <a:lnTo>
                  <a:pt x="5016" y="3008"/>
                </a:lnTo>
                <a:lnTo>
                  <a:pt x="5016" y="3007"/>
                </a:lnTo>
                <a:lnTo>
                  <a:pt x="5016" y="3009"/>
                </a:lnTo>
                <a:lnTo>
                  <a:pt x="5017" y="3009"/>
                </a:lnTo>
                <a:lnTo>
                  <a:pt x="5017" y="3010"/>
                </a:lnTo>
                <a:lnTo>
                  <a:pt x="5017" y="3011"/>
                </a:lnTo>
                <a:lnTo>
                  <a:pt x="5016" y="3011"/>
                </a:lnTo>
                <a:lnTo>
                  <a:pt x="5015" y="3011"/>
                </a:lnTo>
                <a:lnTo>
                  <a:pt x="5015" y="3012"/>
                </a:lnTo>
                <a:lnTo>
                  <a:pt x="5014" y="3012"/>
                </a:lnTo>
                <a:lnTo>
                  <a:pt x="5014" y="3013"/>
                </a:lnTo>
                <a:lnTo>
                  <a:pt x="5013" y="3013"/>
                </a:lnTo>
                <a:lnTo>
                  <a:pt x="5013" y="3014"/>
                </a:lnTo>
                <a:lnTo>
                  <a:pt x="5013" y="3015"/>
                </a:lnTo>
                <a:lnTo>
                  <a:pt x="5012" y="3016"/>
                </a:lnTo>
                <a:lnTo>
                  <a:pt x="5012" y="3017"/>
                </a:lnTo>
                <a:lnTo>
                  <a:pt x="5011" y="3017"/>
                </a:lnTo>
                <a:lnTo>
                  <a:pt x="5012" y="3017"/>
                </a:lnTo>
                <a:lnTo>
                  <a:pt x="5012" y="3018"/>
                </a:lnTo>
                <a:lnTo>
                  <a:pt x="5011" y="3018"/>
                </a:lnTo>
                <a:lnTo>
                  <a:pt x="5010" y="3020"/>
                </a:lnTo>
                <a:lnTo>
                  <a:pt x="5010" y="3019"/>
                </a:lnTo>
                <a:lnTo>
                  <a:pt x="5009" y="3019"/>
                </a:lnTo>
                <a:lnTo>
                  <a:pt x="5008" y="3020"/>
                </a:lnTo>
                <a:lnTo>
                  <a:pt x="5007" y="3020"/>
                </a:lnTo>
                <a:lnTo>
                  <a:pt x="5006" y="3020"/>
                </a:lnTo>
                <a:lnTo>
                  <a:pt x="5006" y="3019"/>
                </a:lnTo>
                <a:lnTo>
                  <a:pt x="5006" y="3018"/>
                </a:lnTo>
                <a:lnTo>
                  <a:pt x="5006" y="3019"/>
                </a:lnTo>
                <a:lnTo>
                  <a:pt x="5005" y="3019"/>
                </a:lnTo>
                <a:lnTo>
                  <a:pt x="5006" y="3019"/>
                </a:lnTo>
                <a:lnTo>
                  <a:pt x="5005" y="3019"/>
                </a:lnTo>
                <a:lnTo>
                  <a:pt x="5005" y="3020"/>
                </a:lnTo>
                <a:lnTo>
                  <a:pt x="5007" y="3020"/>
                </a:lnTo>
                <a:lnTo>
                  <a:pt x="5008" y="3021"/>
                </a:lnTo>
                <a:lnTo>
                  <a:pt x="5008" y="3020"/>
                </a:lnTo>
                <a:lnTo>
                  <a:pt x="5010" y="3020"/>
                </a:lnTo>
                <a:lnTo>
                  <a:pt x="5010" y="3021"/>
                </a:lnTo>
                <a:lnTo>
                  <a:pt x="5010" y="3022"/>
                </a:lnTo>
                <a:lnTo>
                  <a:pt x="5011" y="3022"/>
                </a:lnTo>
                <a:lnTo>
                  <a:pt x="5011" y="3023"/>
                </a:lnTo>
                <a:lnTo>
                  <a:pt x="5012" y="3024"/>
                </a:lnTo>
                <a:lnTo>
                  <a:pt x="5012" y="3025"/>
                </a:lnTo>
                <a:lnTo>
                  <a:pt x="5011" y="3028"/>
                </a:lnTo>
                <a:lnTo>
                  <a:pt x="5010" y="3029"/>
                </a:lnTo>
                <a:lnTo>
                  <a:pt x="5009" y="3029"/>
                </a:lnTo>
                <a:lnTo>
                  <a:pt x="5008" y="3030"/>
                </a:lnTo>
                <a:lnTo>
                  <a:pt x="5008" y="3031"/>
                </a:lnTo>
                <a:lnTo>
                  <a:pt x="5009" y="3032"/>
                </a:lnTo>
                <a:lnTo>
                  <a:pt x="5008" y="3032"/>
                </a:lnTo>
                <a:lnTo>
                  <a:pt x="5008" y="3033"/>
                </a:lnTo>
                <a:lnTo>
                  <a:pt x="5008" y="3034"/>
                </a:lnTo>
                <a:lnTo>
                  <a:pt x="5008" y="3036"/>
                </a:lnTo>
                <a:lnTo>
                  <a:pt x="5007" y="3036"/>
                </a:lnTo>
                <a:lnTo>
                  <a:pt x="5006" y="3035"/>
                </a:lnTo>
                <a:lnTo>
                  <a:pt x="5005" y="3035"/>
                </a:lnTo>
                <a:lnTo>
                  <a:pt x="5006" y="3035"/>
                </a:lnTo>
                <a:lnTo>
                  <a:pt x="5005" y="3037"/>
                </a:lnTo>
                <a:lnTo>
                  <a:pt x="5000" y="3040"/>
                </a:lnTo>
                <a:lnTo>
                  <a:pt x="4999" y="3041"/>
                </a:lnTo>
                <a:lnTo>
                  <a:pt x="4999" y="3043"/>
                </a:lnTo>
                <a:lnTo>
                  <a:pt x="4998" y="3043"/>
                </a:lnTo>
                <a:lnTo>
                  <a:pt x="4999" y="3044"/>
                </a:lnTo>
                <a:lnTo>
                  <a:pt x="4999" y="3045"/>
                </a:lnTo>
                <a:lnTo>
                  <a:pt x="4999" y="3049"/>
                </a:lnTo>
                <a:lnTo>
                  <a:pt x="4998" y="3049"/>
                </a:lnTo>
                <a:lnTo>
                  <a:pt x="4998" y="3050"/>
                </a:lnTo>
                <a:lnTo>
                  <a:pt x="4998" y="3051"/>
                </a:lnTo>
                <a:lnTo>
                  <a:pt x="4998" y="3050"/>
                </a:lnTo>
                <a:lnTo>
                  <a:pt x="4997" y="3051"/>
                </a:lnTo>
                <a:lnTo>
                  <a:pt x="4998" y="3051"/>
                </a:lnTo>
                <a:lnTo>
                  <a:pt x="4998" y="3052"/>
                </a:lnTo>
                <a:lnTo>
                  <a:pt x="4998" y="3053"/>
                </a:lnTo>
                <a:lnTo>
                  <a:pt x="4997" y="3054"/>
                </a:lnTo>
                <a:lnTo>
                  <a:pt x="4996" y="3055"/>
                </a:lnTo>
                <a:lnTo>
                  <a:pt x="4995" y="3055"/>
                </a:lnTo>
                <a:lnTo>
                  <a:pt x="4994" y="3055"/>
                </a:lnTo>
                <a:lnTo>
                  <a:pt x="4994" y="3056"/>
                </a:lnTo>
                <a:lnTo>
                  <a:pt x="4993" y="3056"/>
                </a:lnTo>
                <a:lnTo>
                  <a:pt x="4993" y="3057"/>
                </a:lnTo>
                <a:lnTo>
                  <a:pt x="4993" y="3058"/>
                </a:lnTo>
                <a:lnTo>
                  <a:pt x="4993" y="3059"/>
                </a:lnTo>
                <a:lnTo>
                  <a:pt x="4995" y="3061"/>
                </a:lnTo>
                <a:lnTo>
                  <a:pt x="4994" y="3061"/>
                </a:lnTo>
                <a:lnTo>
                  <a:pt x="4994" y="3062"/>
                </a:lnTo>
                <a:lnTo>
                  <a:pt x="4994" y="3063"/>
                </a:lnTo>
                <a:lnTo>
                  <a:pt x="4993" y="3063"/>
                </a:lnTo>
                <a:lnTo>
                  <a:pt x="4993" y="3064"/>
                </a:lnTo>
                <a:lnTo>
                  <a:pt x="4992" y="3064"/>
                </a:lnTo>
                <a:lnTo>
                  <a:pt x="4992" y="3065"/>
                </a:lnTo>
                <a:lnTo>
                  <a:pt x="4991" y="3065"/>
                </a:lnTo>
                <a:lnTo>
                  <a:pt x="4991" y="3064"/>
                </a:lnTo>
                <a:lnTo>
                  <a:pt x="4990" y="3064"/>
                </a:lnTo>
                <a:lnTo>
                  <a:pt x="4990" y="3063"/>
                </a:lnTo>
                <a:lnTo>
                  <a:pt x="4989" y="3063"/>
                </a:lnTo>
                <a:lnTo>
                  <a:pt x="4987" y="3063"/>
                </a:lnTo>
                <a:lnTo>
                  <a:pt x="4986" y="3064"/>
                </a:lnTo>
                <a:lnTo>
                  <a:pt x="4985" y="3064"/>
                </a:lnTo>
                <a:lnTo>
                  <a:pt x="4985" y="3066"/>
                </a:lnTo>
                <a:lnTo>
                  <a:pt x="4984" y="3069"/>
                </a:lnTo>
                <a:lnTo>
                  <a:pt x="4981" y="3072"/>
                </a:lnTo>
                <a:lnTo>
                  <a:pt x="4978" y="3075"/>
                </a:lnTo>
                <a:lnTo>
                  <a:pt x="4977" y="3076"/>
                </a:lnTo>
                <a:lnTo>
                  <a:pt x="4976" y="3077"/>
                </a:lnTo>
                <a:lnTo>
                  <a:pt x="4976" y="3078"/>
                </a:lnTo>
                <a:lnTo>
                  <a:pt x="4975" y="3078"/>
                </a:lnTo>
                <a:lnTo>
                  <a:pt x="4974" y="3077"/>
                </a:lnTo>
                <a:lnTo>
                  <a:pt x="4974" y="3078"/>
                </a:lnTo>
                <a:lnTo>
                  <a:pt x="4973" y="3078"/>
                </a:lnTo>
                <a:lnTo>
                  <a:pt x="4973" y="3080"/>
                </a:lnTo>
                <a:lnTo>
                  <a:pt x="4972" y="3080"/>
                </a:lnTo>
                <a:lnTo>
                  <a:pt x="4972" y="3081"/>
                </a:lnTo>
                <a:lnTo>
                  <a:pt x="4971" y="3082"/>
                </a:lnTo>
                <a:lnTo>
                  <a:pt x="4971" y="3083"/>
                </a:lnTo>
                <a:lnTo>
                  <a:pt x="4971" y="3084"/>
                </a:lnTo>
                <a:lnTo>
                  <a:pt x="4970" y="3085"/>
                </a:lnTo>
                <a:lnTo>
                  <a:pt x="4972" y="3086"/>
                </a:lnTo>
                <a:lnTo>
                  <a:pt x="4971" y="3087"/>
                </a:lnTo>
                <a:lnTo>
                  <a:pt x="4970" y="3087"/>
                </a:lnTo>
                <a:lnTo>
                  <a:pt x="4969" y="3089"/>
                </a:lnTo>
                <a:lnTo>
                  <a:pt x="4968" y="3089"/>
                </a:lnTo>
                <a:lnTo>
                  <a:pt x="4967" y="3088"/>
                </a:lnTo>
                <a:lnTo>
                  <a:pt x="4967" y="3087"/>
                </a:lnTo>
                <a:lnTo>
                  <a:pt x="4966" y="3087"/>
                </a:lnTo>
                <a:lnTo>
                  <a:pt x="4965" y="3087"/>
                </a:lnTo>
                <a:lnTo>
                  <a:pt x="4965" y="3089"/>
                </a:lnTo>
                <a:lnTo>
                  <a:pt x="4964" y="3089"/>
                </a:lnTo>
                <a:lnTo>
                  <a:pt x="4965" y="3091"/>
                </a:lnTo>
                <a:lnTo>
                  <a:pt x="4965" y="3092"/>
                </a:lnTo>
                <a:lnTo>
                  <a:pt x="4964" y="3095"/>
                </a:lnTo>
                <a:lnTo>
                  <a:pt x="4964" y="3096"/>
                </a:lnTo>
                <a:lnTo>
                  <a:pt x="4964" y="3097"/>
                </a:lnTo>
                <a:lnTo>
                  <a:pt x="4963" y="3097"/>
                </a:lnTo>
                <a:lnTo>
                  <a:pt x="4962" y="3097"/>
                </a:lnTo>
                <a:lnTo>
                  <a:pt x="4962" y="3098"/>
                </a:lnTo>
                <a:lnTo>
                  <a:pt x="4962" y="3099"/>
                </a:lnTo>
                <a:lnTo>
                  <a:pt x="4962" y="3100"/>
                </a:lnTo>
                <a:lnTo>
                  <a:pt x="4961" y="3100"/>
                </a:lnTo>
                <a:lnTo>
                  <a:pt x="4960" y="3100"/>
                </a:lnTo>
                <a:lnTo>
                  <a:pt x="4960" y="3101"/>
                </a:lnTo>
                <a:lnTo>
                  <a:pt x="4961" y="3102"/>
                </a:lnTo>
                <a:lnTo>
                  <a:pt x="4960" y="3103"/>
                </a:lnTo>
                <a:lnTo>
                  <a:pt x="4959" y="3103"/>
                </a:lnTo>
                <a:lnTo>
                  <a:pt x="4956" y="3102"/>
                </a:lnTo>
                <a:lnTo>
                  <a:pt x="4955" y="3102"/>
                </a:lnTo>
                <a:lnTo>
                  <a:pt x="4955" y="3103"/>
                </a:lnTo>
                <a:lnTo>
                  <a:pt x="4956" y="3103"/>
                </a:lnTo>
                <a:lnTo>
                  <a:pt x="4956" y="3104"/>
                </a:lnTo>
                <a:lnTo>
                  <a:pt x="4959" y="3106"/>
                </a:lnTo>
                <a:lnTo>
                  <a:pt x="4960" y="3107"/>
                </a:lnTo>
                <a:lnTo>
                  <a:pt x="4962" y="3111"/>
                </a:lnTo>
                <a:lnTo>
                  <a:pt x="4962" y="3112"/>
                </a:lnTo>
                <a:lnTo>
                  <a:pt x="4963" y="3112"/>
                </a:lnTo>
                <a:lnTo>
                  <a:pt x="4963" y="3113"/>
                </a:lnTo>
                <a:lnTo>
                  <a:pt x="4962" y="3113"/>
                </a:lnTo>
                <a:lnTo>
                  <a:pt x="4962" y="3112"/>
                </a:lnTo>
                <a:lnTo>
                  <a:pt x="4960" y="3112"/>
                </a:lnTo>
                <a:lnTo>
                  <a:pt x="4960" y="3113"/>
                </a:lnTo>
                <a:lnTo>
                  <a:pt x="4959" y="3114"/>
                </a:lnTo>
                <a:lnTo>
                  <a:pt x="4960" y="3114"/>
                </a:lnTo>
                <a:lnTo>
                  <a:pt x="4960" y="3113"/>
                </a:lnTo>
                <a:lnTo>
                  <a:pt x="4961" y="3113"/>
                </a:lnTo>
                <a:lnTo>
                  <a:pt x="4962" y="3113"/>
                </a:lnTo>
                <a:lnTo>
                  <a:pt x="4963" y="3113"/>
                </a:lnTo>
                <a:lnTo>
                  <a:pt x="4963" y="3115"/>
                </a:lnTo>
                <a:lnTo>
                  <a:pt x="4963" y="3116"/>
                </a:lnTo>
                <a:lnTo>
                  <a:pt x="4964" y="3116"/>
                </a:lnTo>
                <a:lnTo>
                  <a:pt x="4965" y="3116"/>
                </a:lnTo>
                <a:lnTo>
                  <a:pt x="4965" y="3117"/>
                </a:lnTo>
                <a:lnTo>
                  <a:pt x="4964" y="3117"/>
                </a:lnTo>
                <a:lnTo>
                  <a:pt x="4963" y="3118"/>
                </a:lnTo>
                <a:lnTo>
                  <a:pt x="4963" y="3119"/>
                </a:lnTo>
                <a:lnTo>
                  <a:pt x="4962" y="3119"/>
                </a:lnTo>
                <a:lnTo>
                  <a:pt x="4963" y="3119"/>
                </a:lnTo>
                <a:lnTo>
                  <a:pt x="4963" y="3120"/>
                </a:lnTo>
                <a:lnTo>
                  <a:pt x="4962" y="3120"/>
                </a:lnTo>
                <a:lnTo>
                  <a:pt x="4962" y="3119"/>
                </a:lnTo>
                <a:lnTo>
                  <a:pt x="4961" y="3119"/>
                </a:lnTo>
                <a:lnTo>
                  <a:pt x="4961" y="3120"/>
                </a:lnTo>
                <a:lnTo>
                  <a:pt x="4960" y="3122"/>
                </a:lnTo>
                <a:lnTo>
                  <a:pt x="4960" y="3123"/>
                </a:lnTo>
                <a:lnTo>
                  <a:pt x="4960" y="3124"/>
                </a:lnTo>
                <a:lnTo>
                  <a:pt x="4960" y="3125"/>
                </a:lnTo>
                <a:lnTo>
                  <a:pt x="4961" y="3124"/>
                </a:lnTo>
                <a:lnTo>
                  <a:pt x="4961" y="3125"/>
                </a:lnTo>
                <a:lnTo>
                  <a:pt x="4961" y="3126"/>
                </a:lnTo>
                <a:lnTo>
                  <a:pt x="4961" y="3127"/>
                </a:lnTo>
                <a:lnTo>
                  <a:pt x="4961" y="3128"/>
                </a:lnTo>
                <a:lnTo>
                  <a:pt x="4961" y="3129"/>
                </a:lnTo>
                <a:lnTo>
                  <a:pt x="4961" y="3130"/>
                </a:lnTo>
                <a:lnTo>
                  <a:pt x="4960" y="3129"/>
                </a:lnTo>
                <a:lnTo>
                  <a:pt x="4959" y="3129"/>
                </a:lnTo>
                <a:lnTo>
                  <a:pt x="4959" y="3130"/>
                </a:lnTo>
                <a:lnTo>
                  <a:pt x="4958" y="3130"/>
                </a:lnTo>
                <a:lnTo>
                  <a:pt x="4958" y="3129"/>
                </a:lnTo>
                <a:lnTo>
                  <a:pt x="4957" y="3129"/>
                </a:lnTo>
                <a:lnTo>
                  <a:pt x="4958" y="3129"/>
                </a:lnTo>
                <a:lnTo>
                  <a:pt x="4958" y="3128"/>
                </a:lnTo>
                <a:lnTo>
                  <a:pt x="4957" y="3128"/>
                </a:lnTo>
                <a:lnTo>
                  <a:pt x="4957" y="3127"/>
                </a:lnTo>
                <a:lnTo>
                  <a:pt x="4957" y="3126"/>
                </a:lnTo>
                <a:lnTo>
                  <a:pt x="4956" y="3126"/>
                </a:lnTo>
                <a:lnTo>
                  <a:pt x="4956" y="3127"/>
                </a:lnTo>
                <a:lnTo>
                  <a:pt x="4955" y="3127"/>
                </a:lnTo>
                <a:lnTo>
                  <a:pt x="4954" y="3127"/>
                </a:lnTo>
                <a:lnTo>
                  <a:pt x="4953" y="3126"/>
                </a:lnTo>
                <a:lnTo>
                  <a:pt x="4953" y="3125"/>
                </a:lnTo>
                <a:lnTo>
                  <a:pt x="4952" y="3125"/>
                </a:lnTo>
                <a:lnTo>
                  <a:pt x="4951" y="3125"/>
                </a:lnTo>
                <a:lnTo>
                  <a:pt x="4950" y="3124"/>
                </a:lnTo>
                <a:lnTo>
                  <a:pt x="4950" y="3125"/>
                </a:lnTo>
                <a:lnTo>
                  <a:pt x="4950" y="3126"/>
                </a:lnTo>
                <a:lnTo>
                  <a:pt x="4951" y="3126"/>
                </a:lnTo>
                <a:lnTo>
                  <a:pt x="4950" y="3126"/>
                </a:lnTo>
                <a:lnTo>
                  <a:pt x="4949" y="3127"/>
                </a:lnTo>
                <a:lnTo>
                  <a:pt x="4950" y="3128"/>
                </a:lnTo>
                <a:lnTo>
                  <a:pt x="4950" y="3127"/>
                </a:lnTo>
                <a:lnTo>
                  <a:pt x="4951" y="3127"/>
                </a:lnTo>
                <a:lnTo>
                  <a:pt x="4952" y="3128"/>
                </a:lnTo>
                <a:lnTo>
                  <a:pt x="4951" y="3128"/>
                </a:lnTo>
                <a:lnTo>
                  <a:pt x="4951" y="3129"/>
                </a:lnTo>
                <a:lnTo>
                  <a:pt x="4950" y="3130"/>
                </a:lnTo>
                <a:lnTo>
                  <a:pt x="4949" y="3130"/>
                </a:lnTo>
                <a:lnTo>
                  <a:pt x="4949" y="3131"/>
                </a:lnTo>
                <a:lnTo>
                  <a:pt x="4948" y="3131"/>
                </a:lnTo>
                <a:lnTo>
                  <a:pt x="4949" y="3132"/>
                </a:lnTo>
                <a:lnTo>
                  <a:pt x="4949" y="3133"/>
                </a:lnTo>
                <a:lnTo>
                  <a:pt x="4949" y="3132"/>
                </a:lnTo>
                <a:lnTo>
                  <a:pt x="4948" y="3132"/>
                </a:lnTo>
                <a:lnTo>
                  <a:pt x="4948" y="3133"/>
                </a:lnTo>
                <a:lnTo>
                  <a:pt x="4947" y="3133"/>
                </a:lnTo>
                <a:lnTo>
                  <a:pt x="4947" y="3132"/>
                </a:lnTo>
                <a:lnTo>
                  <a:pt x="4946" y="3132"/>
                </a:lnTo>
                <a:lnTo>
                  <a:pt x="4946" y="3133"/>
                </a:lnTo>
                <a:lnTo>
                  <a:pt x="4947" y="3133"/>
                </a:lnTo>
                <a:lnTo>
                  <a:pt x="4948" y="3134"/>
                </a:lnTo>
                <a:lnTo>
                  <a:pt x="4950" y="3134"/>
                </a:lnTo>
                <a:lnTo>
                  <a:pt x="4949" y="3135"/>
                </a:lnTo>
                <a:lnTo>
                  <a:pt x="4950" y="3135"/>
                </a:lnTo>
                <a:lnTo>
                  <a:pt x="4951" y="3135"/>
                </a:lnTo>
                <a:lnTo>
                  <a:pt x="4950" y="3136"/>
                </a:lnTo>
                <a:lnTo>
                  <a:pt x="4950" y="3137"/>
                </a:lnTo>
                <a:lnTo>
                  <a:pt x="4949" y="3137"/>
                </a:lnTo>
                <a:lnTo>
                  <a:pt x="4950" y="3137"/>
                </a:lnTo>
                <a:lnTo>
                  <a:pt x="4951" y="3137"/>
                </a:lnTo>
                <a:lnTo>
                  <a:pt x="4952" y="3138"/>
                </a:lnTo>
                <a:lnTo>
                  <a:pt x="4951" y="3138"/>
                </a:lnTo>
                <a:lnTo>
                  <a:pt x="4950" y="3138"/>
                </a:lnTo>
                <a:lnTo>
                  <a:pt x="4951" y="3139"/>
                </a:lnTo>
                <a:lnTo>
                  <a:pt x="4950" y="3140"/>
                </a:lnTo>
                <a:lnTo>
                  <a:pt x="4949" y="3140"/>
                </a:lnTo>
                <a:lnTo>
                  <a:pt x="4948" y="3140"/>
                </a:lnTo>
                <a:lnTo>
                  <a:pt x="4947" y="3140"/>
                </a:lnTo>
                <a:lnTo>
                  <a:pt x="4948" y="3141"/>
                </a:lnTo>
                <a:lnTo>
                  <a:pt x="4948" y="3142"/>
                </a:lnTo>
                <a:lnTo>
                  <a:pt x="4947" y="3142"/>
                </a:lnTo>
                <a:lnTo>
                  <a:pt x="4947" y="3143"/>
                </a:lnTo>
                <a:lnTo>
                  <a:pt x="4948" y="3144"/>
                </a:lnTo>
                <a:lnTo>
                  <a:pt x="4949" y="3144"/>
                </a:lnTo>
                <a:lnTo>
                  <a:pt x="4949" y="3145"/>
                </a:lnTo>
                <a:lnTo>
                  <a:pt x="4948" y="3145"/>
                </a:lnTo>
                <a:lnTo>
                  <a:pt x="4948" y="3146"/>
                </a:lnTo>
                <a:lnTo>
                  <a:pt x="4949" y="3146"/>
                </a:lnTo>
                <a:lnTo>
                  <a:pt x="4948" y="3146"/>
                </a:lnTo>
                <a:lnTo>
                  <a:pt x="4947" y="3146"/>
                </a:lnTo>
                <a:lnTo>
                  <a:pt x="4947" y="3147"/>
                </a:lnTo>
                <a:lnTo>
                  <a:pt x="4946" y="3147"/>
                </a:lnTo>
                <a:lnTo>
                  <a:pt x="4946" y="3148"/>
                </a:lnTo>
                <a:lnTo>
                  <a:pt x="4946" y="3149"/>
                </a:lnTo>
                <a:lnTo>
                  <a:pt x="4947" y="3149"/>
                </a:lnTo>
                <a:lnTo>
                  <a:pt x="4947" y="3150"/>
                </a:lnTo>
                <a:lnTo>
                  <a:pt x="4946" y="3150"/>
                </a:lnTo>
                <a:lnTo>
                  <a:pt x="4945" y="3150"/>
                </a:lnTo>
                <a:lnTo>
                  <a:pt x="4945" y="3151"/>
                </a:lnTo>
                <a:lnTo>
                  <a:pt x="4944" y="3151"/>
                </a:lnTo>
                <a:lnTo>
                  <a:pt x="4944" y="3152"/>
                </a:lnTo>
                <a:lnTo>
                  <a:pt x="4944" y="3153"/>
                </a:lnTo>
                <a:lnTo>
                  <a:pt x="4943" y="3153"/>
                </a:lnTo>
                <a:lnTo>
                  <a:pt x="4942" y="3153"/>
                </a:lnTo>
                <a:lnTo>
                  <a:pt x="4942" y="3152"/>
                </a:lnTo>
                <a:lnTo>
                  <a:pt x="4941" y="3152"/>
                </a:lnTo>
                <a:lnTo>
                  <a:pt x="4941" y="3150"/>
                </a:lnTo>
                <a:lnTo>
                  <a:pt x="4942" y="3150"/>
                </a:lnTo>
                <a:lnTo>
                  <a:pt x="4942" y="3149"/>
                </a:lnTo>
                <a:lnTo>
                  <a:pt x="4941" y="3148"/>
                </a:lnTo>
                <a:lnTo>
                  <a:pt x="4941" y="3147"/>
                </a:lnTo>
                <a:lnTo>
                  <a:pt x="4940" y="3147"/>
                </a:lnTo>
                <a:lnTo>
                  <a:pt x="4940" y="3148"/>
                </a:lnTo>
                <a:lnTo>
                  <a:pt x="4939" y="3148"/>
                </a:lnTo>
                <a:lnTo>
                  <a:pt x="4939" y="3147"/>
                </a:lnTo>
                <a:lnTo>
                  <a:pt x="4938" y="3147"/>
                </a:lnTo>
                <a:lnTo>
                  <a:pt x="4938" y="3148"/>
                </a:lnTo>
                <a:lnTo>
                  <a:pt x="4938" y="3149"/>
                </a:lnTo>
                <a:lnTo>
                  <a:pt x="4937" y="3150"/>
                </a:lnTo>
                <a:lnTo>
                  <a:pt x="4937" y="3151"/>
                </a:lnTo>
                <a:lnTo>
                  <a:pt x="4938" y="3151"/>
                </a:lnTo>
                <a:lnTo>
                  <a:pt x="4938" y="3152"/>
                </a:lnTo>
                <a:lnTo>
                  <a:pt x="4938" y="3153"/>
                </a:lnTo>
                <a:lnTo>
                  <a:pt x="4937" y="3153"/>
                </a:lnTo>
                <a:lnTo>
                  <a:pt x="4937" y="3154"/>
                </a:lnTo>
                <a:lnTo>
                  <a:pt x="4936" y="3154"/>
                </a:lnTo>
                <a:lnTo>
                  <a:pt x="4936" y="3153"/>
                </a:lnTo>
                <a:lnTo>
                  <a:pt x="4937" y="3152"/>
                </a:lnTo>
                <a:lnTo>
                  <a:pt x="4936" y="3152"/>
                </a:lnTo>
                <a:lnTo>
                  <a:pt x="4936" y="3151"/>
                </a:lnTo>
                <a:lnTo>
                  <a:pt x="4935" y="3150"/>
                </a:lnTo>
                <a:lnTo>
                  <a:pt x="4935" y="3149"/>
                </a:lnTo>
                <a:lnTo>
                  <a:pt x="4934" y="3149"/>
                </a:lnTo>
                <a:lnTo>
                  <a:pt x="4933" y="3149"/>
                </a:lnTo>
                <a:lnTo>
                  <a:pt x="4933" y="3148"/>
                </a:lnTo>
                <a:lnTo>
                  <a:pt x="4933" y="3147"/>
                </a:lnTo>
                <a:lnTo>
                  <a:pt x="4934" y="3147"/>
                </a:lnTo>
                <a:lnTo>
                  <a:pt x="4935" y="3147"/>
                </a:lnTo>
                <a:lnTo>
                  <a:pt x="4934" y="3147"/>
                </a:lnTo>
                <a:lnTo>
                  <a:pt x="4935" y="3146"/>
                </a:lnTo>
                <a:lnTo>
                  <a:pt x="4934" y="3145"/>
                </a:lnTo>
                <a:lnTo>
                  <a:pt x="4933" y="3145"/>
                </a:lnTo>
                <a:lnTo>
                  <a:pt x="4932" y="3145"/>
                </a:lnTo>
                <a:lnTo>
                  <a:pt x="4933" y="3145"/>
                </a:lnTo>
                <a:lnTo>
                  <a:pt x="4933" y="3144"/>
                </a:lnTo>
                <a:lnTo>
                  <a:pt x="4932" y="3144"/>
                </a:lnTo>
                <a:lnTo>
                  <a:pt x="4931" y="3144"/>
                </a:lnTo>
                <a:lnTo>
                  <a:pt x="4932" y="3144"/>
                </a:lnTo>
                <a:lnTo>
                  <a:pt x="4932" y="3143"/>
                </a:lnTo>
                <a:lnTo>
                  <a:pt x="4931" y="3143"/>
                </a:lnTo>
                <a:lnTo>
                  <a:pt x="4930" y="3143"/>
                </a:lnTo>
                <a:lnTo>
                  <a:pt x="4930" y="3144"/>
                </a:lnTo>
                <a:lnTo>
                  <a:pt x="4929" y="3144"/>
                </a:lnTo>
                <a:lnTo>
                  <a:pt x="4929" y="3145"/>
                </a:lnTo>
                <a:lnTo>
                  <a:pt x="4928" y="3145"/>
                </a:lnTo>
                <a:lnTo>
                  <a:pt x="4928" y="3144"/>
                </a:lnTo>
                <a:lnTo>
                  <a:pt x="4927" y="3144"/>
                </a:lnTo>
                <a:lnTo>
                  <a:pt x="4927" y="3145"/>
                </a:lnTo>
                <a:lnTo>
                  <a:pt x="4926" y="3145"/>
                </a:lnTo>
                <a:lnTo>
                  <a:pt x="4925" y="3146"/>
                </a:lnTo>
                <a:lnTo>
                  <a:pt x="4924" y="3144"/>
                </a:lnTo>
                <a:lnTo>
                  <a:pt x="4924" y="3143"/>
                </a:lnTo>
                <a:lnTo>
                  <a:pt x="4924" y="3142"/>
                </a:lnTo>
                <a:lnTo>
                  <a:pt x="4924" y="3141"/>
                </a:lnTo>
                <a:lnTo>
                  <a:pt x="4925" y="3141"/>
                </a:lnTo>
                <a:lnTo>
                  <a:pt x="4925" y="3140"/>
                </a:lnTo>
                <a:lnTo>
                  <a:pt x="4926" y="3140"/>
                </a:lnTo>
                <a:lnTo>
                  <a:pt x="4926" y="3139"/>
                </a:lnTo>
                <a:lnTo>
                  <a:pt x="4927" y="3139"/>
                </a:lnTo>
                <a:lnTo>
                  <a:pt x="4927" y="3138"/>
                </a:lnTo>
                <a:lnTo>
                  <a:pt x="4926" y="3139"/>
                </a:lnTo>
                <a:lnTo>
                  <a:pt x="4925" y="3139"/>
                </a:lnTo>
                <a:lnTo>
                  <a:pt x="4925" y="3140"/>
                </a:lnTo>
                <a:lnTo>
                  <a:pt x="4924" y="3140"/>
                </a:lnTo>
                <a:lnTo>
                  <a:pt x="4923" y="3140"/>
                </a:lnTo>
                <a:lnTo>
                  <a:pt x="4924" y="3140"/>
                </a:lnTo>
                <a:lnTo>
                  <a:pt x="4924" y="3139"/>
                </a:lnTo>
                <a:lnTo>
                  <a:pt x="4924" y="3138"/>
                </a:lnTo>
                <a:lnTo>
                  <a:pt x="4923" y="3138"/>
                </a:lnTo>
                <a:lnTo>
                  <a:pt x="4922" y="3138"/>
                </a:lnTo>
                <a:lnTo>
                  <a:pt x="4922" y="3139"/>
                </a:lnTo>
                <a:lnTo>
                  <a:pt x="4922" y="3140"/>
                </a:lnTo>
                <a:lnTo>
                  <a:pt x="4923" y="3140"/>
                </a:lnTo>
                <a:lnTo>
                  <a:pt x="4923" y="3141"/>
                </a:lnTo>
                <a:lnTo>
                  <a:pt x="4922" y="3142"/>
                </a:lnTo>
                <a:lnTo>
                  <a:pt x="4922" y="3143"/>
                </a:lnTo>
                <a:lnTo>
                  <a:pt x="4921" y="3143"/>
                </a:lnTo>
                <a:lnTo>
                  <a:pt x="4921" y="3142"/>
                </a:lnTo>
                <a:lnTo>
                  <a:pt x="4921" y="3141"/>
                </a:lnTo>
                <a:lnTo>
                  <a:pt x="4920" y="3141"/>
                </a:lnTo>
                <a:lnTo>
                  <a:pt x="4921" y="3140"/>
                </a:lnTo>
                <a:lnTo>
                  <a:pt x="4920" y="3139"/>
                </a:lnTo>
                <a:lnTo>
                  <a:pt x="4920" y="3138"/>
                </a:lnTo>
                <a:lnTo>
                  <a:pt x="4919" y="3137"/>
                </a:lnTo>
                <a:lnTo>
                  <a:pt x="4918" y="3136"/>
                </a:lnTo>
                <a:lnTo>
                  <a:pt x="4917" y="3136"/>
                </a:lnTo>
                <a:lnTo>
                  <a:pt x="4918" y="3136"/>
                </a:lnTo>
                <a:lnTo>
                  <a:pt x="4917" y="3136"/>
                </a:lnTo>
                <a:lnTo>
                  <a:pt x="4917" y="3137"/>
                </a:lnTo>
                <a:lnTo>
                  <a:pt x="4918" y="3137"/>
                </a:lnTo>
                <a:lnTo>
                  <a:pt x="4919" y="3137"/>
                </a:lnTo>
                <a:lnTo>
                  <a:pt x="4919" y="3138"/>
                </a:lnTo>
                <a:lnTo>
                  <a:pt x="4918" y="3138"/>
                </a:lnTo>
                <a:lnTo>
                  <a:pt x="4919" y="3138"/>
                </a:lnTo>
                <a:lnTo>
                  <a:pt x="4919" y="3139"/>
                </a:lnTo>
                <a:lnTo>
                  <a:pt x="4919" y="3138"/>
                </a:lnTo>
                <a:lnTo>
                  <a:pt x="4919" y="3139"/>
                </a:lnTo>
                <a:lnTo>
                  <a:pt x="4920" y="3139"/>
                </a:lnTo>
                <a:lnTo>
                  <a:pt x="4919" y="3140"/>
                </a:lnTo>
                <a:lnTo>
                  <a:pt x="4920" y="3141"/>
                </a:lnTo>
                <a:lnTo>
                  <a:pt x="4919" y="3142"/>
                </a:lnTo>
                <a:lnTo>
                  <a:pt x="4918" y="3142"/>
                </a:lnTo>
                <a:lnTo>
                  <a:pt x="4918" y="3143"/>
                </a:lnTo>
                <a:lnTo>
                  <a:pt x="4917" y="3143"/>
                </a:lnTo>
                <a:lnTo>
                  <a:pt x="4916" y="3143"/>
                </a:lnTo>
                <a:lnTo>
                  <a:pt x="4916" y="3142"/>
                </a:lnTo>
                <a:lnTo>
                  <a:pt x="4917" y="3142"/>
                </a:lnTo>
                <a:lnTo>
                  <a:pt x="4917" y="3141"/>
                </a:lnTo>
                <a:lnTo>
                  <a:pt x="4916" y="3141"/>
                </a:lnTo>
                <a:lnTo>
                  <a:pt x="4915" y="3140"/>
                </a:lnTo>
                <a:lnTo>
                  <a:pt x="4915" y="3139"/>
                </a:lnTo>
                <a:lnTo>
                  <a:pt x="4915" y="3138"/>
                </a:lnTo>
                <a:lnTo>
                  <a:pt x="4914" y="3138"/>
                </a:lnTo>
                <a:lnTo>
                  <a:pt x="4914" y="3139"/>
                </a:lnTo>
                <a:lnTo>
                  <a:pt x="4914" y="3140"/>
                </a:lnTo>
                <a:lnTo>
                  <a:pt x="4913" y="3140"/>
                </a:lnTo>
                <a:lnTo>
                  <a:pt x="4912" y="3140"/>
                </a:lnTo>
                <a:lnTo>
                  <a:pt x="4912" y="3141"/>
                </a:lnTo>
                <a:lnTo>
                  <a:pt x="4913" y="3141"/>
                </a:lnTo>
                <a:lnTo>
                  <a:pt x="4913" y="3142"/>
                </a:lnTo>
                <a:lnTo>
                  <a:pt x="4914" y="3143"/>
                </a:lnTo>
                <a:lnTo>
                  <a:pt x="4914" y="3144"/>
                </a:lnTo>
                <a:lnTo>
                  <a:pt x="4913" y="3143"/>
                </a:lnTo>
                <a:lnTo>
                  <a:pt x="4913" y="3144"/>
                </a:lnTo>
                <a:lnTo>
                  <a:pt x="4913" y="3146"/>
                </a:lnTo>
                <a:lnTo>
                  <a:pt x="4912" y="3146"/>
                </a:lnTo>
                <a:lnTo>
                  <a:pt x="4912" y="3147"/>
                </a:lnTo>
                <a:lnTo>
                  <a:pt x="4912" y="3148"/>
                </a:lnTo>
                <a:lnTo>
                  <a:pt x="4913" y="3148"/>
                </a:lnTo>
                <a:lnTo>
                  <a:pt x="4913" y="3149"/>
                </a:lnTo>
                <a:lnTo>
                  <a:pt x="4914" y="3149"/>
                </a:lnTo>
                <a:lnTo>
                  <a:pt x="4914" y="3148"/>
                </a:lnTo>
                <a:lnTo>
                  <a:pt x="4914" y="3146"/>
                </a:lnTo>
                <a:lnTo>
                  <a:pt x="4915" y="3144"/>
                </a:lnTo>
                <a:lnTo>
                  <a:pt x="4916" y="3143"/>
                </a:lnTo>
                <a:lnTo>
                  <a:pt x="4917" y="3143"/>
                </a:lnTo>
                <a:lnTo>
                  <a:pt x="4917" y="3144"/>
                </a:lnTo>
                <a:lnTo>
                  <a:pt x="4918" y="3144"/>
                </a:lnTo>
                <a:lnTo>
                  <a:pt x="4919" y="3143"/>
                </a:lnTo>
                <a:lnTo>
                  <a:pt x="4920" y="3143"/>
                </a:lnTo>
                <a:lnTo>
                  <a:pt x="4921" y="3143"/>
                </a:lnTo>
                <a:lnTo>
                  <a:pt x="4921" y="3144"/>
                </a:lnTo>
                <a:lnTo>
                  <a:pt x="4922" y="3144"/>
                </a:lnTo>
                <a:lnTo>
                  <a:pt x="4921" y="3144"/>
                </a:lnTo>
                <a:lnTo>
                  <a:pt x="4922" y="3144"/>
                </a:lnTo>
                <a:lnTo>
                  <a:pt x="4922" y="3145"/>
                </a:lnTo>
                <a:lnTo>
                  <a:pt x="4923" y="3145"/>
                </a:lnTo>
                <a:lnTo>
                  <a:pt x="4924" y="3145"/>
                </a:lnTo>
                <a:lnTo>
                  <a:pt x="4924" y="3146"/>
                </a:lnTo>
                <a:lnTo>
                  <a:pt x="4923" y="3146"/>
                </a:lnTo>
                <a:lnTo>
                  <a:pt x="4924" y="3147"/>
                </a:lnTo>
                <a:lnTo>
                  <a:pt x="4924" y="3148"/>
                </a:lnTo>
                <a:lnTo>
                  <a:pt x="4925" y="3148"/>
                </a:lnTo>
                <a:lnTo>
                  <a:pt x="4926" y="3148"/>
                </a:lnTo>
                <a:lnTo>
                  <a:pt x="4926" y="3147"/>
                </a:lnTo>
                <a:lnTo>
                  <a:pt x="4927" y="3147"/>
                </a:lnTo>
                <a:lnTo>
                  <a:pt x="4927" y="3146"/>
                </a:lnTo>
                <a:lnTo>
                  <a:pt x="4928" y="3146"/>
                </a:lnTo>
                <a:lnTo>
                  <a:pt x="4929" y="3146"/>
                </a:lnTo>
                <a:lnTo>
                  <a:pt x="4929" y="3145"/>
                </a:lnTo>
                <a:lnTo>
                  <a:pt x="4930" y="3145"/>
                </a:lnTo>
                <a:lnTo>
                  <a:pt x="4930" y="3144"/>
                </a:lnTo>
                <a:lnTo>
                  <a:pt x="4931" y="3145"/>
                </a:lnTo>
                <a:lnTo>
                  <a:pt x="4931" y="3146"/>
                </a:lnTo>
                <a:lnTo>
                  <a:pt x="4932" y="3146"/>
                </a:lnTo>
                <a:lnTo>
                  <a:pt x="4932" y="3147"/>
                </a:lnTo>
                <a:lnTo>
                  <a:pt x="4932" y="3150"/>
                </a:lnTo>
                <a:lnTo>
                  <a:pt x="4933" y="3151"/>
                </a:lnTo>
                <a:lnTo>
                  <a:pt x="4934" y="3151"/>
                </a:lnTo>
                <a:lnTo>
                  <a:pt x="4934" y="3152"/>
                </a:lnTo>
                <a:lnTo>
                  <a:pt x="4933" y="3152"/>
                </a:lnTo>
                <a:lnTo>
                  <a:pt x="4933" y="3153"/>
                </a:lnTo>
                <a:lnTo>
                  <a:pt x="4934" y="3153"/>
                </a:lnTo>
                <a:lnTo>
                  <a:pt x="4934" y="3152"/>
                </a:lnTo>
                <a:lnTo>
                  <a:pt x="4934" y="3153"/>
                </a:lnTo>
                <a:lnTo>
                  <a:pt x="4935" y="3153"/>
                </a:lnTo>
                <a:lnTo>
                  <a:pt x="4935" y="3154"/>
                </a:lnTo>
                <a:lnTo>
                  <a:pt x="4935" y="3155"/>
                </a:lnTo>
                <a:lnTo>
                  <a:pt x="4936" y="3155"/>
                </a:lnTo>
                <a:lnTo>
                  <a:pt x="4937" y="3155"/>
                </a:lnTo>
                <a:lnTo>
                  <a:pt x="4938" y="3155"/>
                </a:lnTo>
                <a:lnTo>
                  <a:pt x="4939" y="3155"/>
                </a:lnTo>
                <a:lnTo>
                  <a:pt x="4939" y="3156"/>
                </a:lnTo>
                <a:lnTo>
                  <a:pt x="4938" y="3156"/>
                </a:lnTo>
                <a:lnTo>
                  <a:pt x="4938" y="3157"/>
                </a:lnTo>
                <a:lnTo>
                  <a:pt x="4937" y="3157"/>
                </a:lnTo>
                <a:lnTo>
                  <a:pt x="4937" y="3156"/>
                </a:lnTo>
                <a:lnTo>
                  <a:pt x="4936" y="3156"/>
                </a:lnTo>
                <a:lnTo>
                  <a:pt x="4935" y="3157"/>
                </a:lnTo>
                <a:lnTo>
                  <a:pt x="4934" y="3157"/>
                </a:lnTo>
                <a:lnTo>
                  <a:pt x="4933" y="3156"/>
                </a:lnTo>
                <a:lnTo>
                  <a:pt x="4933" y="3157"/>
                </a:lnTo>
                <a:lnTo>
                  <a:pt x="4934" y="3157"/>
                </a:lnTo>
                <a:lnTo>
                  <a:pt x="4935" y="3158"/>
                </a:lnTo>
                <a:lnTo>
                  <a:pt x="4936" y="3158"/>
                </a:lnTo>
                <a:lnTo>
                  <a:pt x="4937" y="3158"/>
                </a:lnTo>
                <a:lnTo>
                  <a:pt x="4937" y="3159"/>
                </a:lnTo>
                <a:lnTo>
                  <a:pt x="4935" y="3159"/>
                </a:lnTo>
                <a:lnTo>
                  <a:pt x="4934" y="3159"/>
                </a:lnTo>
                <a:lnTo>
                  <a:pt x="4933" y="3159"/>
                </a:lnTo>
                <a:lnTo>
                  <a:pt x="4932" y="3158"/>
                </a:lnTo>
                <a:lnTo>
                  <a:pt x="4932" y="3159"/>
                </a:lnTo>
                <a:lnTo>
                  <a:pt x="4931" y="3159"/>
                </a:lnTo>
                <a:lnTo>
                  <a:pt x="4931" y="3160"/>
                </a:lnTo>
                <a:lnTo>
                  <a:pt x="4932" y="3160"/>
                </a:lnTo>
                <a:lnTo>
                  <a:pt x="4933" y="3160"/>
                </a:lnTo>
                <a:lnTo>
                  <a:pt x="4932" y="3161"/>
                </a:lnTo>
                <a:lnTo>
                  <a:pt x="4932" y="3162"/>
                </a:lnTo>
                <a:lnTo>
                  <a:pt x="4933" y="3162"/>
                </a:lnTo>
                <a:lnTo>
                  <a:pt x="4934" y="3162"/>
                </a:lnTo>
                <a:lnTo>
                  <a:pt x="4933" y="3163"/>
                </a:lnTo>
                <a:lnTo>
                  <a:pt x="4933" y="3162"/>
                </a:lnTo>
                <a:lnTo>
                  <a:pt x="4932" y="3162"/>
                </a:lnTo>
                <a:lnTo>
                  <a:pt x="4931" y="3162"/>
                </a:lnTo>
                <a:lnTo>
                  <a:pt x="4930" y="3162"/>
                </a:lnTo>
                <a:lnTo>
                  <a:pt x="4927" y="3162"/>
                </a:lnTo>
                <a:lnTo>
                  <a:pt x="4927" y="3161"/>
                </a:lnTo>
                <a:lnTo>
                  <a:pt x="4926" y="3161"/>
                </a:lnTo>
                <a:lnTo>
                  <a:pt x="4925" y="3161"/>
                </a:lnTo>
                <a:lnTo>
                  <a:pt x="4925" y="3162"/>
                </a:lnTo>
                <a:lnTo>
                  <a:pt x="4924" y="3162"/>
                </a:lnTo>
                <a:lnTo>
                  <a:pt x="4924" y="3161"/>
                </a:lnTo>
                <a:lnTo>
                  <a:pt x="4923" y="3161"/>
                </a:lnTo>
                <a:lnTo>
                  <a:pt x="4923" y="3160"/>
                </a:lnTo>
                <a:lnTo>
                  <a:pt x="4922" y="3160"/>
                </a:lnTo>
                <a:lnTo>
                  <a:pt x="4922" y="3161"/>
                </a:lnTo>
                <a:lnTo>
                  <a:pt x="4921" y="3161"/>
                </a:lnTo>
                <a:lnTo>
                  <a:pt x="4921" y="3160"/>
                </a:lnTo>
                <a:lnTo>
                  <a:pt x="4922" y="3160"/>
                </a:lnTo>
                <a:lnTo>
                  <a:pt x="4921" y="3160"/>
                </a:lnTo>
                <a:lnTo>
                  <a:pt x="4921" y="3159"/>
                </a:lnTo>
                <a:lnTo>
                  <a:pt x="4920" y="3159"/>
                </a:lnTo>
                <a:lnTo>
                  <a:pt x="4920" y="3160"/>
                </a:lnTo>
                <a:lnTo>
                  <a:pt x="4920" y="3161"/>
                </a:lnTo>
                <a:lnTo>
                  <a:pt x="4920" y="3162"/>
                </a:lnTo>
                <a:lnTo>
                  <a:pt x="4921" y="3162"/>
                </a:lnTo>
                <a:lnTo>
                  <a:pt x="4922" y="3162"/>
                </a:lnTo>
                <a:lnTo>
                  <a:pt x="4922" y="3163"/>
                </a:lnTo>
                <a:lnTo>
                  <a:pt x="4922" y="3164"/>
                </a:lnTo>
                <a:lnTo>
                  <a:pt x="4922" y="3165"/>
                </a:lnTo>
                <a:lnTo>
                  <a:pt x="4922" y="3166"/>
                </a:lnTo>
                <a:lnTo>
                  <a:pt x="4922" y="3167"/>
                </a:lnTo>
                <a:lnTo>
                  <a:pt x="4923" y="3167"/>
                </a:lnTo>
                <a:lnTo>
                  <a:pt x="4923" y="3168"/>
                </a:lnTo>
                <a:lnTo>
                  <a:pt x="4924" y="3168"/>
                </a:lnTo>
                <a:lnTo>
                  <a:pt x="4923" y="3168"/>
                </a:lnTo>
                <a:lnTo>
                  <a:pt x="4922" y="3168"/>
                </a:lnTo>
                <a:lnTo>
                  <a:pt x="4921" y="3168"/>
                </a:lnTo>
                <a:lnTo>
                  <a:pt x="4921" y="3167"/>
                </a:lnTo>
                <a:lnTo>
                  <a:pt x="4921" y="3166"/>
                </a:lnTo>
                <a:lnTo>
                  <a:pt x="4920" y="3165"/>
                </a:lnTo>
                <a:lnTo>
                  <a:pt x="4920" y="3166"/>
                </a:lnTo>
                <a:lnTo>
                  <a:pt x="4920" y="3167"/>
                </a:lnTo>
                <a:lnTo>
                  <a:pt x="4919" y="3167"/>
                </a:lnTo>
                <a:lnTo>
                  <a:pt x="4919" y="3168"/>
                </a:lnTo>
                <a:lnTo>
                  <a:pt x="4920" y="3168"/>
                </a:lnTo>
                <a:lnTo>
                  <a:pt x="4919" y="3168"/>
                </a:lnTo>
                <a:lnTo>
                  <a:pt x="4918" y="3168"/>
                </a:lnTo>
                <a:lnTo>
                  <a:pt x="4919" y="3168"/>
                </a:lnTo>
                <a:lnTo>
                  <a:pt x="4919" y="3169"/>
                </a:lnTo>
                <a:lnTo>
                  <a:pt x="4918" y="3169"/>
                </a:lnTo>
                <a:lnTo>
                  <a:pt x="4918" y="3170"/>
                </a:lnTo>
                <a:lnTo>
                  <a:pt x="4919" y="3170"/>
                </a:lnTo>
                <a:lnTo>
                  <a:pt x="4919" y="3169"/>
                </a:lnTo>
                <a:lnTo>
                  <a:pt x="4919" y="3170"/>
                </a:lnTo>
                <a:lnTo>
                  <a:pt x="4920" y="3170"/>
                </a:lnTo>
                <a:lnTo>
                  <a:pt x="4920" y="3169"/>
                </a:lnTo>
                <a:lnTo>
                  <a:pt x="4920" y="3170"/>
                </a:lnTo>
                <a:lnTo>
                  <a:pt x="4921" y="3170"/>
                </a:lnTo>
                <a:lnTo>
                  <a:pt x="4921" y="3171"/>
                </a:lnTo>
                <a:lnTo>
                  <a:pt x="4921" y="3172"/>
                </a:lnTo>
                <a:lnTo>
                  <a:pt x="4920" y="3172"/>
                </a:lnTo>
                <a:lnTo>
                  <a:pt x="4920" y="3173"/>
                </a:lnTo>
                <a:lnTo>
                  <a:pt x="4921" y="3173"/>
                </a:lnTo>
                <a:lnTo>
                  <a:pt x="4920" y="3174"/>
                </a:lnTo>
                <a:lnTo>
                  <a:pt x="4919" y="3174"/>
                </a:lnTo>
                <a:lnTo>
                  <a:pt x="4919" y="3175"/>
                </a:lnTo>
                <a:lnTo>
                  <a:pt x="4918" y="3175"/>
                </a:lnTo>
                <a:lnTo>
                  <a:pt x="4917" y="3175"/>
                </a:lnTo>
                <a:lnTo>
                  <a:pt x="4917" y="3176"/>
                </a:lnTo>
                <a:lnTo>
                  <a:pt x="4916" y="3176"/>
                </a:lnTo>
                <a:lnTo>
                  <a:pt x="4915" y="3176"/>
                </a:lnTo>
                <a:lnTo>
                  <a:pt x="4914" y="3176"/>
                </a:lnTo>
                <a:lnTo>
                  <a:pt x="4914" y="3175"/>
                </a:lnTo>
                <a:lnTo>
                  <a:pt x="4914" y="3176"/>
                </a:lnTo>
                <a:lnTo>
                  <a:pt x="4913" y="3176"/>
                </a:lnTo>
                <a:lnTo>
                  <a:pt x="4912" y="3176"/>
                </a:lnTo>
                <a:lnTo>
                  <a:pt x="4912" y="3175"/>
                </a:lnTo>
                <a:lnTo>
                  <a:pt x="4912" y="3176"/>
                </a:lnTo>
                <a:lnTo>
                  <a:pt x="4913" y="3176"/>
                </a:lnTo>
                <a:lnTo>
                  <a:pt x="4914" y="3177"/>
                </a:lnTo>
                <a:lnTo>
                  <a:pt x="4913" y="3177"/>
                </a:lnTo>
                <a:lnTo>
                  <a:pt x="4913" y="3178"/>
                </a:lnTo>
                <a:lnTo>
                  <a:pt x="4912" y="3178"/>
                </a:lnTo>
                <a:lnTo>
                  <a:pt x="4913" y="3178"/>
                </a:lnTo>
                <a:lnTo>
                  <a:pt x="4914" y="3178"/>
                </a:lnTo>
                <a:lnTo>
                  <a:pt x="4915" y="3178"/>
                </a:lnTo>
                <a:lnTo>
                  <a:pt x="4915" y="3177"/>
                </a:lnTo>
                <a:lnTo>
                  <a:pt x="4916" y="3177"/>
                </a:lnTo>
                <a:lnTo>
                  <a:pt x="4917" y="3177"/>
                </a:lnTo>
                <a:lnTo>
                  <a:pt x="4918" y="3177"/>
                </a:lnTo>
                <a:lnTo>
                  <a:pt x="4918" y="3178"/>
                </a:lnTo>
                <a:lnTo>
                  <a:pt x="4917" y="3178"/>
                </a:lnTo>
                <a:lnTo>
                  <a:pt x="4917" y="3180"/>
                </a:lnTo>
                <a:lnTo>
                  <a:pt x="4918" y="3180"/>
                </a:lnTo>
                <a:lnTo>
                  <a:pt x="4918" y="3182"/>
                </a:lnTo>
                <a:lnTo>
                  <a:pt x="4917" y="3182"/>
                </a:lnTo>
                <a:lnTo>
                  <a:pt x="4917" y="3183"/>
                </a:lnTo>
                <a:lnTo>
                  <a:pt x="4916" y="3183"/>
                </a:lnTo>
                <a:lnTo>
                  <a:pt x="4916" y="3184"/>
                </a:lnTo>
                <a:lnTo>
                  <a:pt x="4916" y="3183"/>
                </a:lnTo>
                <a:lnTo>
                  <a:pt x="4916" y="3182"/>
                </a:lnTo>
                <a:lnTo>
                  <a:pt x="4915" y="3183"/>
                </a:lnTo>
                <a:lnTo>
                  <a:pt x="4914" y="3183"/>
                </a:lnTo>
                <a:lnTo>
                  <a:pt x="4914" y="3182"/>
                </a:lnTo>
                <a:lnTo>
                  <a:pt x="4913" y="3182"/>
                </a:lnTo>
                <a:lnTo>
                  <a:pt x="4912" y="3183"/>
                </a:lnTo>
                <a:lnTo>
                  <a:pt x="4912" y="3182"/>
                </a:lnTo>
                <a:lnTo>
                  <a:pt x="4911" y="3182"/>
                </a:lnTo>
                <a:lnTo>
                  <a:pt x="4911" y="3181"/>
                </a:lnTo>
                <a:lnTo>
                  <a:pt x="4911" y="3182"/>
                </a:lnTo>
                <a:lnTo>
                  <a:pt x="4910" y="3181"/>
                </a:lnTo>
                <a:lnTo>
                  <a:pt x="4909" y="3182"/>
                </a:lnTo>
                <a:lnTo>
                  <a:pt x="4908" y="3182"/>
                </a:lnTo>
                <a:lnTo>
                  <a:pt x="4907" y="3182"/>
                </a:lnTo>
                <a:lnTo>
                  <a:pt x="4906" y="3183"/>
                </a:lnTo>
                <a:lnTo>
                  <a:pt x="4906" y="3182"/>
                </a:lnTo>
                <a:lnTo>
                  <a:pt x="4906" y="3181"/>
                </a:lnTo>
                <a:lnTo>
                  <a:pt x="4906" y="3182"/>
                </a:lnTo>
                <a:lnTo>
                  <a:pt x="4905" y="3181"/>
                </a:lnTo>
                <a:lnTo>
                  <a:pt x="4904" y="3182"/>
                </a:lnTo>
                <a:lnTo>
                  <a:pt x="4904" y="3183"/>
                </a:lnTo>
                <a:lnTo>
                  <a:pt x="4904" y="3184"/>
                </a:lnTo>
                <a:lnTo>
                  <a:pt x="4905" y="3185"/>
                </a:lnTo>
                <a:lnTo>
                  <a:pt x="4904" y="3185"/>
                </a:lnTo>
                <a:lnTo>
                  <a:pt x="4905" y="3185"/>
                </a:lnTo>
                <a:lnTo>
                  <a:pt x="4905" y="3186"/>
                </a:lnTo>
                <a:lnTo>
                  <a:pt x="4904" y="3186"/>
                </a:lnTo>
                <a:lnTo>
                  <a:pt x="4903" y="3188"/>
                </a:lnTo>
                <a:lnTo>
                  <a:pt x="4902" y="3188"/>
                </a:lnTo>
                <a:lnTo>
                  <a:pt x="4902" y="3187"/>
                </a:lnTo>
                <a:lnTo>
                  <a:pt x="4901" y="3187"/>
                </a:lnTo>
                <a:lnTo>
                  <a:pt x="4901" y="3186"/>
                </a:lnTo>
                <a:lnTo>
                  <a:pt x="4900" y="3186"/>
                </a:lnTo>
                <a:lnTo>
                  <a:pt x="4899" y="3186"/>
                </a:lnTo>
                <a:lnTo>
                  <a:pt x="4898" y="3186"/>
                </a:lnTo>
                <a:lnTo>
                  <a:pt x="4898" y="3187"/>
                </a:lnTo>
                <a:lnTo>
                  <a:pt x="4899" y="3187"/>
                </a:lnTo>
                <a:lnTo>
                  <a:pt x="4900" y="3188"/>
                </a:lnTo>
                <a:lnTo>
                  <a:pt x="4899" y="3188"/>
                </a:lnTo>
                <a:lnTo>
                  <a:pt x="4899" y="3189"/>
                </a:lnTo>
                <a:lnTo>
                  <a:pt x="4900" y="3194"/>
                </a:lnTo>
                <a:lnTo>
                  <a:pt x="4901" y="3194"/>
                </a:lnTo>
                <a:lnTo>
                  <a:pt x="4902" y="3195"/>
                </a:lnTo>
                <a:lnTo>
                  <a:pt x="4901" y="3195"/>
                </a:lnTo>
                <a:lnTo>
                  <a:pt x="4902" y="3195"/>
                </a:lnTo>
                <a:lnTo>
                  <a:pt x="4902" y="3196"/>
                </a:lnTo>
                <a:lnTo>
                  <a:pt x="4902" y="3197"/>
                </a:lnTo>
                <a:lnTo>
                  <a:pt x="4902" y="3198"/>
                </a:lnTo>
                <a:lnTo>
                  <a:pt x="4903" y="3198"/>
                </a:lnTo>
                <a:lnTo>
                  <a:pt x="4903" y="3197"/>
                </a:lnTo>
                <a:lnTo>
                  <a:pt x="4905" y="3197"/>
                </a:lnTo>
                <a:lnTo>
                  <a:pt x="4904" y="3197"/>
                </a:lnTo>
                <a:lnTo>
                  <a:pt x="4904" y="3198"/>
                </a:lnTo>
                <a:lnTo>
                  <a:pt x="4905" y="3198"/>
                </a:lnTo>
                <a:lnTo>
                  <a:pt x="4906" y="3197"/>
                </a:lnTo>
                <a:lnTo>
                  <a:pt x="4907" y="3197"/>
                </a:lnTo>
                <a:lnTo>
                  <a:pt x="4907" y="3198"/>
                </a:lnTo>
                <a:lnTo>
                  <a:pt x="4906" y="3198"/>
                </a:lnTo>
                <a:lnTo>
                  <a:pt x="4905" y="3199"/>
                </a:lnTo>
                <a:lnTo>
                  <a:pt x="4904" y="3200"/>
                </a:lnTo>
                <a:lnTo>
                  <a:pt x="4904" y="3201"/>
                </a:lnTo>
                <a:lnTo>
                  <a:pt x="4903" y="3201"/>
                </a:lnTo>
                <a:lnTo>
                  <a:pt x="4902" y="3201"/>
                </a:lnTo>
                <a:lnTo>
                  <a:pt x="4902" y="3203"/>
                </a:lnTo>
                <a:lnTo>
                  <a:pt x="4903" y="3203"/>
                </a:lnTo>
                <a:lnTo>
                  <a:pt x="4903" y="3204"/>
                </a:lnTo>
                <a:lnTo>
                  <a:pt x="4904" y="3204"/>
                </a:lnTo>
                <a:lnTo>
                  <a:pt x="4904" y="3205"/>
                </a:lnTo>
                <a:lnTo>
                  <a:pt x="4905" y="3205"/>
                </a:lnTo>
                <a:lnTo>
                  <a:pt x="4906" y="3204"/>
                </a:lnTo>
                <a:lnTo>
                  <a:pt x="4907" y="3204"/>
                </a:lnTo>
                <a:lnTo>
                  <a:pt x="4908" y="3204"/>
                </a:lnTo>
                <a:lnTo>
                  <a:pt x="4907" y="3205"/>
                </a:lnTo>
                <a:lnTo>
                  <a:pt x="4906" y="3205"/>
                </a:lnTo>
                <a:lnTo>
                  <a:pt x="4906" y="3206"/>
                </a:lnTo>
                <a:lnTo>
                  <a:pt x="4907" y="3206"/>
                </a:lnTo>
                <a:lnTo>
                  <a:pt x="4908" y="3205"/>
                </a:lnTo>
                <a:lnTo>
                  <a:pt x="4909" y="3206"/>
                </a:lnTo>
                <a:lnTo>
                  <a:pt x="4908" y="3207"/>
                </a:lnTo>
                <a:lnTo>
                  <a:pt x="4907" y="3207"/>
                </a:lnTo>
                <a:lnTo>
                  <a:pt x="4906" y="3207"/>
                </a:lnTo>
                <a:lnTo>
                  <a:pt x="4906" y="3208"/>
                </a:lnTo>
                <a:lnTo>
                  <a:pt x="4905" y="3208"/>
                </a:lnTo>
                <a:lnTo>
                  <a:pt x="4904" y="3208"/>
                </a:lnTo>
                <a:lnTo>
                  <a:pt x="4904" y="3209"/>
                </a:lnTo>
                <a:lnTo>
                  <a:pt x="4903" y="3209"/>
                </a:lnTo>
                <a:lnTo>
                  <a:pt x="4903" y="3210"/>
                </a:lnTo>
                <a:lnTo>
                  <a:pt x="4904" y="3210"/>
                </a:lnTo>
                <a:lnTo>
                  <a:pt x="4904" y="3211"/>
                </a:lnTo>
                <a:lnTo>
                  <a:pt x="4904" y="3212"/>
                </a:lnTo>
                <a:lnTo>
                  <a:pt x="4903" y="3212"/>
                </a:lnTo>
                <a:lnTo>
                  <a:pt x="4904" y="3212"/>
                </a:lnTo>
                <a:lnTo>
                  <a:pt x="4904" y="3213"/>
                </a:lnTo>
                <a:lnTo>
                  <a:pt x="4904" y="3214"/>
                </a:lnTo>
                <a:lnTo>
                  <a:pt x="4904" y="3215"/>
                </a:lnTo>
                <a:lnTo>
                  <a:pt x="4903" y="3215"/>
                </a:lnTo>
                <a:lnTo>
                  <a:pt x="4904" y="3215"/>
                </a:lnTo>
                <a:lnTo>
                  <a:pt x="4904" y="3216"/>
                </a:lnTo>
                <a:lnTo>
                  <a:pt x="4905" y="3216"/>
                </a:lnTo>
                <a:lnTo>
                  <a:pt x="4905" y="3215"/>
                </a:lnTo>
                <a:lnTo>
                  <a:pt x="4906" y="3215"/>
                </a:lnTo>
                <a:lnTo>
                  <a:pt x="4907" y="3215"/>
                </a:lnTo>
                <a:lnTo>
                  <a:pt x="4906" y="3216"/>
                </a:lnTo>
                <a:lnTo>
                  <a:pt x="4905" y="3216"/>
                </a:lnTo>
                <a:lnTo>
                  <a:pt x="4905" y="3217"/>
                </a:lnTo>
                <a:lnTo>
                  <a:pt x="4904" y="3217"/>
                </a:lnTo>
                <a:lnTo>
                  <a:pt x="4903" y="3218"/>
                </a:lnTo>
                <a:lnTo>
                  <a:pt x="4902" y="3219"/>
                </a:lnTo>
                <a:lnTo>
                  <a:pt x="4901" y="3218"/>
                </a:lnTo>
                <a:lnTo>
                  <a:pt x="4901" y="3217"/>
                </a:lnTo>
                <a:lnTo>
                  <a:pt x="4902" y="3216"/>
                </a:lnTo>
                <a:lnTo>
                  <a:pt x="4902" y="3215"/>
                </a:lnTo>
                <a:lnTo>
                  <a:pt x="4901" y="3215"/>
                </a:lnTo>
                <a:lnTo>
                  <a:pt x="4900" y="3216"/>
                </a:lnTo>
                <a:lnTo>
                  <a:pt x="4899" y="3216"/>
                </a:lnTo>
                <a:lnTo>
                  <a:pt x="4899" y="3217"/>
                </a:lnTo>
                <a:lnTo>
                  <a:pt x="4897" y="3218"/>
                </a:lnTo>
                <a:lnTo>
                  <a:pt x="4896" y="3218"/>
                </a:lnTo>
                <a:lnTo>
                  <a:pt x="4894" y="3219"/>
                </a:lnTo>
                <a:lnTo>
                  <a:pt x="4894" y="3220"/>
                </a:lnTo>
                <a:lnTo>
                  <a:pt x="4893" y="3220"/>
                </a:lnTo>
                <a:lnTo>
                  <a:pt x="4892" y="3220"/>
                </a:lnTo>
                <a:lnTo>
                  <a:pt x="4891" y="3221"/>
                </a:lnTo>
                <a:lnTo>
                  <a:pt x="4890" y="3220"/>
                </a:lnTo>
                <a:lnTo>
                  <a:pt x="4889" y="3220"/>
                </a:lnTo>
                <a:lnTo>
                  <a:pt x="4888" y="3220"/>
                </a:lnTo>
                <a:lnTo>
                  <a:pt x="4887" y="3220"/>
                </a:lnTo>
                <a:lnTo>
                  <a:pt x="4887" y="3221"/>
                </a:lnTo>
                <a:lnTo>
                  <a:pt x="4886" y="3221"/>
                </a:lnTo>
                <a:lnTo>
                  <a:pt x="4886" y="3222"/>
                </a:lnTo>
                <a:lnTo>
                  <a:pt x="4886" y="3223"/>
                </a:lnTo>
                <a:lnTo>
                  <a:pt x="4885" y="3223"/>
                </a:lnTo>
                <a:lnTo>
                  <a:pt x="4886" y="3224"/>
                </a:lnTo>
                <a:lnTo>
                  <a:pt x="4887" y="3225"/>
                </a:lnTo>
                <a:lnTo>
                  <a:pt x="4886" y="3225"/>
                </a:lnTo>
                <a:lnTo>
                  <a:pt x="4885" y="3225"/>
                </a:lnTo>
                <a:lnTo>
                  <a:pt x="4886" y="3226"/>
                </a:lnTo>
                <a:lnTo>
                  <a:pt x="4886" y="3227"/>
                </a:lnTo>
                <a:lnTo>
                  <a:pt x="4885" y="3227"/>
                </a:lnTo>
                <a:lnTo>
                  <a:pt x="4884" y="3227"/>
                </a:lnTo>
                <a:lnTo>
                  <a:pt x="4883" y="3227"/>
                </a:lnTo>
                <a:lnTo>
                  <a:pt x="4882" y="3228"/>
                </a:lnTo>
                <a:lnTo>
                  <a:pt x="4882" y="3229"/>
                </a:lnTo>
                <a:lnTo>
                  <a:pt x="4881" y="3230"/>
                </a:lnTo>
                <a:lnTo>
                  <a:pt x="4880" y="3231"/>
                </a:lnTo>
                <a:lnTo>
                  <a:pt x="4879" y="3230"/>
                </a:lnTo>
                <a:lnTo>
                  <a:pt x="4879" y="3231"/>
                </a:lnTo>
                <a:lnTo>
                  <a:pt x="4878" y="3231"/>
                </a:lnTo>
                <a:lnTo>
                  <a:pt x="4878" y="3230"/>
                </a:lnTo>
                <a:lnTo>
                  <a:pt x="4877" y="3230"/>
                </a:lnTo>
                <a:lnTo>
                  <a:pt x="4876" y="3230"/>
                </a:lnTo>
                <a:lnTo>
                  <a:pt x="4875" y="3230"/>
                </a:lnTo>
                <a:lnTo>
                  <a:pt x="4876" y="3230"/>
                </a:lnTo>
                <a:lnTo>
                  <a:pt x="4876" y="3229"/>
                </a:lnTo>
                <a:lnTo>
                  <a:pt x="4875" y="3229"/>
                </a:lnTo>
                <a:lnTo>
                  <a:pt x="4875" y="3228"/>
                </a:lnTo>
                <a:lnTo>
                  <a:pt x="4876" y="3228"/>
                </a:lnTo>
                <a:lnTo>
                  <a:pt x="4876" y="3227"/>
                </a:lnTo>
                <a:lnTo>
                  <a:pt x="4875" y="3227"/>
                </a:lnTo>
                <a:lnTo>
                  <a:pt x="4876" y="3227"/>
                </a:lnTo>
                <a:lnTo>
                  <a:pt x="4876" y="3226"/>
                </a:lnTo>
                <a:lnTo>
                  <a:pt x="4876" y="3225"/>
                </a:lnTo>
                <a:lnTo>
                  <a:pt x="4875" y="3226"/>
                </a:lnTo>
                <a:lnTo>
                  <a:pt x="4875" y="3225"/>
                </a:lnTo>
                <a:lnTo>
                  <a:pt x="4876" y="3225"/>
                </a:lnTo>
                <a:lnTo>
                  <a:pt x="4877" y="3225"/>
                </a:lnTo>
                <a:lnTo>
                  <a:pt x="4877" y="3224"/>
                </a:lnTo>
                <a:lnTo>
                  <a:pt x="4876" y="3224"/>
                </a:lnTo>
                <a:lnTo>
                  <a:pt x="4876" y="3223"/>
                </a:lnTo>
                <a:lnTo>
                  <a:pt x="4877" y="3223"/>
                </a:lnTo>
                <a:lnTo>
                  <a:pt x="4878" y="3223"/>
                </a:lnTo>
                <a:lnTo>
                  <a:pt x="4877" y="3223"/>
                </a:lnTo>
                <a:lnTo>
                  <a:pt x="4876" y="3222"/>
                </a:lnTo>
                <a:lnTo>
                  <a:pt x="4877" y="3222"/>
                </a:lnTo>
                <a:lnTo>
                  <a:pt x="4877" y="3221"/>
                </a:lnTo>
                <a:lnTo>
                  <a:pt x="4878" y="3221"/>
                </a:lnTo>
                <a:lnTo>
                  <a:pt x="4879" y="3221"/>
                </a:lnTo>
                <a:lnTo>
                  <a:pt x="4879" y="3220"/>
                </a:lnTo>
                <a:lnTo>
                  <a:pt x="4880" y="3219"/>
                </a:lnTo>
                <a:lnTo>
                  <a:pt x="4882" y="3218"/>
                </a:lnTo>
                <a:lnTo>
                  <a:pt x="4883" y="3218"/>
                </a:lnTo>
                <a:lnTo>
                  <a:pt x="4883" y="3219"/>
                </a:lnTo>
                <a:lnTo>
                  <a:pt x="4884" y="3218"/>
                </a:lnTo>
                <a:lnTo>
                  <a:pt x="4885" y="3218"/>
                </a:lnTo>
                <a:lnTo>
                  <a:pt x="4885" y="3219"/>
                </a:lnTo>
                <a:lnTo>
                  <a:pt x="4886" y="3219"/>
                </a:lnTo>
                <a:lnTo>
                  <a:pt x="4886" y="3218"/>
                </a:lnTo>
                <a:lnTo>
                  <a:pt x="4885" y="3218"/>
                </a:lnTo>
                <a:lnTo>
                  <a:pt x="4886" y="3218"/>
                </a:lnTo>
                <a:lnTo>
                  <a:pt x="4886" y="3219"/>
                </a:lnTo>
                <a:lnTo>
                  <a:pt x="4887" y="3219"/>
                </a:lnTo>
                <a:lnTo>
                  <a:pt x="4887" y="3218"/>
                </a:lnTo>
                <a:lnTo>
                  <a:pt x="4887" y="3217"/>
                </a:lnTo>
                <a:lnTo>
                  <a:pt x="4888" y="3217"/>
                </a:lnTo>
                <a:lnTo>
                  <a:pt x="4889" y="3216"/>
                </a:lnTo>
                <a:lnTo>
                  <a:pt x="4889" y="3215"/>
                </a:lnTo>
                <a:lnTo>
                  <a:pt x="4888" y="3215"/>
                </a:lnTo>
                <a:lnTo>
                  <a:pt x="4888" y="3214"/>
                </a:lnTo>
                <a:lnTo>
                  <a:pt x="4889" y="3214"/>
                </a:lnTo>
                <a:lnTo>
                  <a:pt x="4889" y="3215"/>
                </a:lnTo>
                <a:lnTo>
                  <a:pt x="4890" y="3214"/>
                </a:lnTo>
                <a:lnTo>
                  <a:pt x="4890" y="3213"/>
                </a:lnTo>
                <a:lnTo>
                  <a:pt x="4890" y="3212"/>
                </a:lnTo>
                <a:lnTo>
                  <a:pt x="4891" y="3212"/>
                </a:lnTo>
                <a:lnTo>
                  <a:pt x="4892" y="3211"/>
                </a:lnTo>
                <a:lnTo>
                  <a:pt x="4891" y="3211"/>
                </a:lnTo>
                <a:lnTo>
                  <a:pt x="4890" y="3211"/>
                </a:lnTo>
                <a:lnTo>
                  <a:pt x="4890" y="3210"/>
                </a:lnTo>
                <a:lnTo>
                  <a:pt x="4891" y="3209"/>
                </a:lnTo>
                <a:lnTo>
                  <a:pt x="4891" y="3208"/>
                </a:lnTo>
                <a:lnTo>
                  <a:pt x="4892" y="3208"/>
                </a:lnTo>
                <a:lnTo>
                  <a:pt x="4893" y="3208"/>
                </a:lnTo>
                <a:lnTo>
                  <a:pt x="4893" y="3207"/>
                </a:lnTo>
                <a:lnTo>
                  <a:pt x="4892" y="3207"/>
                </a:lnTo>
                <a:lnTo>
                  <a:pt x="4892" y="3206"/>
                </a:lnTo>
                <a:lnTo>
                  <a:pt x="4893" y="3206"/>
                </a:lnTo>
                <a:lnTo>
                  <a:pt x="4894" y="3206"/>
                </a:lnTo>
                <a:lnTo>
                  <a:pt x="4895" y="3205"/>
                </a:lnTo>
                <a:lnTo>
                  <a:pt x="4896" y="3204"/>
                </a:lnTo>
                <a:lnTo>
                  <a:pt x="4897" y="3204"/>
                </a:lnTo>
                <a:lnTo>
                  <a:pt x="4898" y="3203"/>
                </a:lnTo>
                <a:lnTo>
                  <a:pt x="4898" y="3202"/>
                </a:lnTo>
                <a:lnTo>
                  <a:pt x="4899" y="3201"/>
                </a:lnTo>
                <a:lnTo>
                  <a:pt x="4900" y="3201"/>
                </a:lnTo>
                <a:lnTo>
                  <a:pt x="4900" y="3200"/>
                </a:lnTo>
                <a:lnTo>
                  <a:pt x="4901" y="3198"/>
                </a:lnTo>
                <a:lnTo>
                  <a:pt x="4901" y="3197"/>
                </a:lnTo>
                <a:lnTo>
                  <a:pt x="4900" y="3197"/>
                </a:lnTo>
                <a:lnTo>
                  <a:pt x="4899" y="3197"/>
                </a:lnTo>
                <a:lnTo>
                  <a:pt x="4898" y="3198"/>
                </a:lnTo>
                <a:lnTo>
                  <a:pt x="4896" y="3198"/>
                </a:lnTo>
                <a:lnTo>
                  <a:pt x="4895" y="3198"/>
                </a:lnTo>
                <a:lnTo>
                  <a:pt x="4894" y="3198"/>
                </a:lnTo>
                <a:lnTo>
                  <a:pt x="4893" y="3198"/>
                </a:lnTo>
                <a:lnTo>
                  <a:pt x="4892" y="3198"/>
                </a:lnTo>
                <a:lnTo>
                  <a:pt x="4890" y="3199"/>
                </a:lnTo>
                <a:lnTo>
                  <a:pt x="4889" y="3199"/>
                </a:lnTo>
                <a:lnTo>
                  <a:pt x="4890" y="3198"/>
                </a:lnTo>
                <a:lnTo>
                  <a:pt x="4889" y="3197"/>
                </a:lnTo>
                <a:lnTo>
                  <a:pt x="4888" y="3198"/>
                </a:lnTo>
                <a:lnTo>
                  <a:pt x="4887" y="3198"/>
                </a:lnTo>
                <a:lnTo>
                  <a:pt x="4887" y="3197"/>
                </a:lnTo>
                <a:lnTo>
                  <a:pt x="4886" y="3197"/>
                </a:lnTo>
                <a:lnTo>
                  <a:pt x="4886" y="3198"/>
                </a:lnTo>
                <a:lnTo>
                  <a:pt x="4885" y="3199"/>
                </a:lnTo>
                <a:lnTo>
                  <a:pt x="4884" y="3200"/>
                </a:lnTo>
                <a:lnTo>
                  <a:pt x="4884" y="3201"/>
                </a:lnTo>
                <a:lnTo>
                  <a:pt x="4885" y="3201"/>
                </a:lnTo>
                <a:lnTo>
                  <a:pt x="4885" y="3202"/>
                </a:lnTo>
                <a:lnTo>
                  <a:pt x="4885" y="3203"/>
                </a:lnTo>
                <a:lnTo>
                  <a:pt x="4885" y="3204"/>
                </a:lnTo>
                <a:lnTo>
                  <a:pt x="4885" y="3205"/>
                </a:lnTo>
                <a:lnTo>
                  <a:pt x="4884" y="3205"/>
                </a:lnTo>
                <a:lnTo>
                  <a:pt x="4883" y="3206"/>
                </a:lnTo>
                <a:lnTo>
                  <a:pt x="4883" y="3207"/>
                </a:lnTo>
                <a:lnTo>
                  <a:pt x="4882" y="3208"/>
                </a:lnTo>
                <a:lnTo>
                  <a:pt x="4882" y="3209"/>
                </a:lnTo>
                <a:lnTo>
                  <a:pt x="4881" y="3210"/>
                </a:lnTo>
                <a:lnTo>
                  <a:pt x="4882" y="3211"/>
                </a:lnTo>
                <a:lnTo>
                  <a:pt x="4881" y="3211"/>
                </a:lnTo>
                <a:lnTo>
                  <a:pt x="4881" y="3212"/>
                </a:lnTo>
                <a:lnTo>
                  <a:pt x="4881" y="3213"/>
                </a:lnTo>
                <a:lnTo>
                  <a:pt x="4882" y="3213"/>
                </a:lnTo>
                <a:lnTo>
                  <a:pt x="4883" y="3213"/>
                </a:lnTo>
                <a:lnTo>
                  <a:pt x="4882" y="3213"/>
                </a:lnTo>
                <a:lnTo>
                  <a:pt x="4881" y="3213"/>
                </a:lnTo>
                <a:lnTo>
                  <a:pt x="4880" y="3214"/>
                </a:lnTo>
                <a:lnTo>
                  <a:pt x="4879" y="3215"/>
                </a:lnTo>
                <a:lnTo>
                  <a:pt x="4878" y="3215"/>
                </a:lnTo>
                <a:lnTo>
                  <a:pt x="4878" y="3213"/>
                </a:lnTo>
                <a:lnTo>
                  <a:pt x="4879" y="3213"/>
                </a:lnTo>
                <a:lnTo>
                  <a:pt x="4879" y="3212"/>
                </a:lnTo>
                <a:lnTo>
                  <a:pt x="4879" y="3211"/>
                </a:lnTo>
                <a:lnTo>
                  <a:pt x="4878" y="3211"/>
                </a:lnTo>
                <a:lnTo>
                  <a:pt x="4878" y="3210"/>
                </a:lnTo>
                <a:lnTo>
                  <a:pt x="4877" y="3210"/>
                </a:lnTo>
                <a:lnTo>
                  <a:pt x="4876" y="3209"/>
                </a:lnTo>
                <a:lnTo>
                  <a:pt x="4876" y="3208"/>
                </a:lnTo>
                <a:lnTo>
                  <a:pt x="4875" y="3208"/>
                </a:lnTo>
                <a:lnTo>
                  <a:pt x="4874" y="3208"/>
                </a:lnTo>
                <a:lnTo>
                  <a:pt x="4874" y="3209"/>
                </a:lnTo>
                <a:lnTo>
                  <a:pt x="4873" y="3209"/>
                </a:lnTo>
                <a:lnTo>
                  <a:pt x="4872" y="3210"/>
                </a:lnTo>
                <a:lnTo>
                  <a:pt x="4871" y="3209"/>
                </a:lnTo>
                <a:lnTo>
                  <a:pt x="4870" y="3208"/>
                </a:lnTo>
                <a:lnTo>
                  <a:pt x="4871" y="3207"/>
                </a:lnTo>
                <a:lnTo>
                  <a:pt x="4872" y="3206"/>
                </a:lnTo>
                <a:lnTo>
                  <a:pt x="4872" y="3205"/>
                </a:lnTo>
                <a:lnTo>
                  <a:pt x="4872" y="3203"/>
                </a:lnTo>
                <a:lnTo>
                  <a:pt x="4871" y="3203"/>
                </a:lnTo>
                <a:lnTo>
                  <a:pt x="4871" y="3202"/>
                </a:lnTo>
                <a:lnTo>
                  <a:pt x="4872" y="3202"/>
                </a:lnTo>
                <a:lnTo>
                  <a:pt x="4872" y="3201"/>
                </a:lnTo>
                <a:lnTo>
                  <a:pt x="4872" y="3200"/>
                </a:lnTo>
                <a:lnTo>
                  <a:pt x="4873" y="3199"/>
                </a:lnTo>
                <a:lnTo>
                  <a:pt x="4874" y="3199"/>
                </a:lnTo>
                <a:lnTo>
                  <a:pt x="4875" y="3199"/>
                </a:lnTo>
                <a:lnTo>
                  <a:pt x="4876" y="3199"/>
                </a:lnTo>
                <a:lnTo>
                  <a:pt x="4876" y="3200"/>
                </a:lnTo>
                <a:lnTo>
                  <a:pt x="4877" y="3200"/>
                </a:lnTo>
                <a:lnTo>
                  <a:pt x="4877" y="3199"/>
                </a:lnTo>
                <a:lnTo>
                  <a:pt x="4877" y="3198"/>
                </a:lnTo>
                <a:lnTo>
                  <a:pt x="4876" y="3198"/>
                </a:lnTo>
                <a:lnTo>
                  <a:pt x="4877" y="3197"/>
                </a:lnTo>
                <a:lnTo>
                  <a:pt x="4877" y="3196"/>
                </a:lnTo>
                <a:lnTo>
                  <a:pt x="4877" y="3195"/>
                </a:lnTo>
                <a:lnTo>
                  <a:pt x="4876" y="3195"/>
                </a:lnTo>
                <a:lnTo>
                  <a:pt x="4876" y="3196"/>
                </a:lnTo>
                <a:lnTo>
                  <a:pt x="4875" y="3197"/>
                </a:lnTo>
                <a:lnTo>
                  <a:pt x="4874" y="3197"/>
                </a:lnTo>
                <a:lnTo>
                  <a:pt x="4873" y="3198"/>
                </a:lnTo>
                <a:lnTo>
                  <a:pt x="4871" y="3198"/>
                </a:lnTo>
                <a:lnTo>
                  <a:pt x="4871" y="3199"/>
                </a:lnTo>
                <a:lnTo>
                  <a:pt x="4870" y="3198"/>
                </a:lnTo>
                <a:lnTo>
                  <a:pt x="4870" y="3197"/>
                </a:lnTo>
                <a:lnTo>
                  <a:pt x="4870" y="3195"/>
                </a:lnTo>
                <a:lnTo>
                  <a:pt x="4871" y="3194"/>
                </a:lnTo>
                <a:lnTo>
                  <a:pt x="4872" y="3193"/>
                </a:lnTo>
                <a:lnTo>
                  <a:pt x="4874" y="3193"/>
                </a:lnTo>
                <a:lnTo>
                  <a:pt x="4876" y="3192"/>
                </a:lnTo>
                <a:lnTo>
                  <a:pt x="4878" y="3191"/>
                </a:lnTo>
                <a:lnTo>
                  <a:pt x="4877" y="3191"/>
                </a:lnTo>
                <a:lnTo>
                  <a:pt x="4876" y="3190"/>
                </a:lnTo>
                <a:lnTo>
                  <a:pt x="4876" y="3191"/>
                </a:lnTo>
                <a:lnTo>
                  <a:pt x="4873" y="3192"/>
                </a:lnTo>
                <a:lnTo>
                  <a:pt x="4873" y="3193"/>
                </a:lnTo>
                <a:lnTo>
                  <a:pt x="4872" y="3192"/>
                </a:lnTo>
                <a:lnTo>
                  <a:pt x="4871" y="3191"/>
                </a:lnTo>
                <a:lnTo>
                  <a:pt x="4872" y="3191"/>
                </a:lnTo>
                <a:lnTo>
                  <a:pt x="4872" y="3190"/>
                </a:lnTo>
                <a:lnTo>
                  <a:pt x="4871" y="3190"/>
                </a:lnTo>
                <a:lnTo>
                  <a:pt x="4871" y="3191"/>
                </a:lnTo>
                <a:lnTo>
                  <a:pt x="4871" y="3192"/>
                </a:lnTo>
                <a:lnTo>
                  <a:pt x="4870" y="3193"/>
                </a:lnTo>
                <a:lnTo>
                  <a:pt x="4870" y="3194"/>
                </a:lnTo>
                <a:lnTo>
                  <a:pt x="4869" y="3195"/>
                </a:lnTo>
                <a:lnTo>
                  <a:pt x="4868" y="3196"/>
                </a:lnTo>
                <a:lnTo>
                  <a:pt x="4867" y="3197"/>
                </a:lnTo>
                <a:lnTo>
                  <a:pt x="4867" y="3198"/>
                </a:lnTo>
                <a:lnTo>
                  <a:pt x="4868" y="3200"/>
                </a:lnTo>
                <a:lnTo>
                  <a:pt x="4869" y="3200"/>
                </a:lnTo>
                <a:lnTo>
                  <a:pt x="4869" y="3201"/>
                </a:lnTo>
                <a:lnTo>
                  <a:pt x="4868" y="3201"/>
                </a:lnTo>
                <a:lnTo>
                  <a:pt x="4868" y="3202"/>
                </a:lnTo>
                <a:lnTo>
                  <a:pt x="4868" y="3203"/>
                </a:lnTo>
                <a:lnTo>
                  <a:pt x="4867" y="3204"/>
                </a:lnTo>
                <a:lnTo>
                  <a:pt x="4866" y="3205"/>
                </a:lnTo>
                <a:lnTo>
                  <a:pt x="4865" y="3205"/>
                </a:lnTo>
                <a:lnTo>
                  <a:pt x="4864" y="3204"/>
                </a:lnTo>
                <a:lnTo>
                  <a:pt x="4864" y="3203"/>
                </a:lnTo>
                <a:lnTo>
                  <a:pt x="4864" y="3202"/>
                </a:lnTo>
                <a:lnTo>
                  <a:pt x="4864" y="3201"/>
                </a:lnTo>
                <a:lnTo>
                  <a:pt x="4863" y="3198"/>
                </a:lnTo>
                <a:lnTo>
                  <a:pt x="4862" y="3197"/>
                </a:lnTo>
                <a:lnTo>
                  <a:pt x="4862" y="3196"/>
                </a:lnTo>
                <a:lnTo>
                  <a:pt x="4861" y="3196"/>
                </a:lnTo>
                <a:lnTo>
                  <a:pt x="4861" y="3195"/>
                </a:lnTo>
                <a:lnTo>
                  <a:pt x="4860" y="3194"/>
                </a:lnTo>
                <a:lnTo>
                  <a:pt x="4859" y="3195"/>
                </a:lnTo>
                <a:lnTo>
                  <a:pt x="4860" y="3196"/>
                </a:lnTo>
                <a:lnTo>
                  <a:pt x="4860" y="3197"/>
                </a:lnTo>
                <a:lnTo>
                  <a:pt x="4860" y="3199"/>
                </a:lnTo>
                <a:lnTo>
                  <a:pt x="4860" y="3200"/>
                </a:lnTo>
                <a:lnTo>
                  <a:pt x="4859" y="3200"/>
                </a:lnTo>
                <a:lnTo>
                  <a:pt x="4859" y="3202"/>
                </a:lnTo>
                <a:lnTo>
                  <a:pt x="4860" y="3202"/>
                </a:lnTo>
                <a:lnTo>
                  <a:pt x="4860" y="3203"/>
                </a:lnTo>
                <a:lnTo>
                  <a:pt x="4859" y="3203"/>
                </a:lnTo>
                <a:lnTo>
                  <a:pt x="4860" y="3203"/>
                </a:lnTo>
                <a:lnTo>
                  <a:pt x="4861" y="3204"/>
                </a:lnTo>
                <a:lnTo>
                  <a:pt x="4861" y="3203"/>
                </a:lnTo>
                <a:lnTo>
                  <a:pt x="4861" y="3204"/>
                </a:lnTo>
                <a:lnTo>
                  <a:pt x="4862" y="3204"/>
                </a:lnTo>
                <a:lnTo>
                  <a:pt x="4862" y="3205"/>
                </a:lnTo>
                <a:lnTo>
                  <a:pt x="4862" y="3204"/>
                </a:lnTo>
                <a:lnTo>
                  <a:pt x="4863" y="3204"/>
                </a:lnTo>
                <a:lnTo>
                  <a:pt x="4864" y="3205"/>
                </a:lnTo>
                <a:lnTo>
                  <a:pt x="4865" y="3205"/>
                </a:lnTo>
                <a:lnTo>
                  <a:pt x="4865" y="3206"/>
                </a:lnTo>
                <a:lnTo>
                  <a:pt x="4864" y="3207"/>
                </a:lnTo>
                <a:lnTo>
                  <a:pt x="4864" y="3208"/>
                </a:lnTo>
                <a:lnTo>
                  <a:pt x="4863" y="3208"/>
                </a:lnTo>
                <a:lnTo>
                  <a:pt x="4862" y="3208"/>
                </a:lnTo>
                <a:lnTo>
                  <a:pt x="4861" y="3208"/>
                </a:lnTo>
                <a:lnTo>
                  <a:pt x="4860" y="3207"/>
                </a:lnTo>
                <a:lnTo>
                  <a:pt x="4859" y="3206"/>
                </a:lnTo>
                <a:lnTo>
                  <a:pt x="4859" y="3205"/>
                </a:lnTo>
                <a:lnTo>
                  <a:pt x="4858" y="3205"/>
                </a:lnTo>
                <a:lnTo>
                  <a:pt x="4857" y="3205"/>
                </a:lnTo>
                <a:lnTo>
                  <a:pt x="4857" y="3204"/>
                </a:lnTo>
                <a:lnTo>
                  <a:pt x="4857" y="3203"/>
                </a:lnTo>
                <a:lnTo>
                  <a:pt x="4857" y="3202"/>
                </a:lnTo>
                <a:lnTo>
                  <a:pt x="4856" y="3202"/>
                </a:lnTo>
                <a:lnTo>
                  <a:pt x="4855" y="3202"/>
                </a:lnTo>
                <a:lnTo>
                  <a:pt x="4853" y="3202"/>
                </a:lnTo>
                <a:lnTo>
                  <a:pt x="4852" y="3202"/>
                </a:lnTo>
                <a:lnTo>
                  <a:pt x="4852" y="3201"/>
                </a:lnTo>
                <a:lnTo>
                  <a:pt x="4853" y="3200"/>
                </a:lnTo>
                <a:lnTo>
                  <a:pt x="4853" y="3199"/>
                </a:lnTo>
                <a:lnTo>
                  <a:pt x="4853" y="3197"/>
                </a:lnTo>
                <a:lnTo>
                  <a:pt x="4852" y="3197"/>
                </a:lnTo>
                <a:lnTo>
                  <a:pt x="4851" y="3198"/>
                </a:lnTo>
                <a:lnTo>
                  <a:pt x="4850" y="3199"/>
                </a:lnTo>
                <a:lnTo>
                  <a:pt x="4849" y="3199"/>
                </a:lnTo>
                <a:lnTo>
                  <a:pt x="4849" y="3198"/>
                </a:lnTo>
                <a:lnTo>
                  <a:pt x="4848" y="3198"/>
                </a:lnTo>
                <a:lnTo>
                  <a:pt x="4848" y="3197"/>
                </a:lnTo>
                <a:lnTo>
                  <a:pt x="4847" y="3197"/>
                </a:lnTo>
                <a:lnTo>
                  <a:pt x="4848" y="3198"/>
                </a:lnTo>
                <a:lnTo>
                  <a:pt x="4848" y="3199"/>
                </a:lnTo>
                <a:lnTo>
                  <a:pt x="4848" y="3200"/>
                </a:lnTo>
                <a:lnTo>
                  <a:pt x="4847" y="3201"/>
                </a:lnTo>
                <a:lnTo>
                  <a:pt x="4846" y="3202"/>
                </a:lnTo>
                <a:lnTo>
                  <a:pt x="4846" y="3201"/>
                </a:lnTo>
                <a:lnTo>
                  <a:pt x="4846" y="3203"/>
                </a:lnTo>
                <a:lnTo>
                  <a:pt x="4847" y="3203"/>
                </a:lnTo>
                <a:lnTo>
                  <a:pt x="4846" y="3203"/>
                </a:lnTo>
                <a:lnTo>
                  <a:pt x="4846" y="3204"/>
                </a:lnTo>
                <a:lnTo>
                  <a:pt x="4847" y="3204"/>
                </a:lnTo>
                <a:lnTo>
                  <a:pt x="4848" y="3204"/>
                </a:lnTo>
                <a:lnTo>
                  <a:pt x="4850" y="3203"/>
                </a:lnTo>
                <a:lnTo>
                  <a:pt x="4851" y="3203"/>
                </a:lnTo>
                <a:lnTo>
                  <a:pt x="4851" y="3204"/>
                </a:lnTo>
                <a:lnTo>
                  <a:pt x="4852" y="3203"/>
                </a:lnTo>
                <a:lnTo>
                  <a:pt x="4853" y="3203"/>
                </a:lnTo>
                <a:lnTo>
                  <a:pt x="4854" y="3203"/>
                </a:lnTo>
                <a:lnTo>
                  <a:pt x="4854" y="3204"/>
                </a:lnTo>
                <a:lnTo>
                  <a:pt x="4854" y="3205"/>
                </a:lnTo>
                <a:lnTo>
                  <a:pt x="4855" y="3205"/>
                </a:lnTo>
                <a:lnTo>
                  <a:pt x="4854" y="3205"/>
                </a:lnTo>
                <a:lnTo>
                  <a:pt x="4854" y="3206"/>
                </a:lnTo>
                <a:lnTo>
                  <a:pt x="4853" y="3206"/>
                </a:lnTo>
                <a:lnTo>
                  <a:pt x="4853" y="3207"/>
                </a:lnTo>
                <a:lnTo>
                  <a:pt x="4853" y="3206"/>
                </a:lnTo>
                <a:lnTo>
                  <a:pt x="4853" y="3205"/>
                </a:lnTo>
                <a:lnTo>
                  <a:pt x="4853" y="3206"/>
                </a:lnTo>
                <a:lnTo>
                  <a:pt x="4853" y="3207"/>
                </a:lnTo>
                <a:lnTo>
                  <a:pt x="4853" y="3208"/>
                </a:lnTo>
                <a:lnTo>
                  <a:pt x="4852" y="3207"/>
                </a:lnTo>
                <a:lnTo>
                  <a:pt x="4851" y="3207"/>
                </a:lnTo>
                <a:lnTo>
                  <a:pt x="4851" y="3206"/>
                </a:lnTo>
                <a:lnTo>
                  <a:pt x="4850" y="3206"/>
                </a:lnTo>
                <a:lnTo>
                  <a:pt x="4850" y="3207"/>
                </a:lnTo>
                <a:lnTo>
                  <a:pt x="4851" y="3207"/>
                </a:lnTo>
                <a:lnTo>
                  <a:pt x="4852" y="3207"/>
                </a:lnTo>
                <a:lnTo>
                  <a:pt x="4852" y="3208"/>
                </a:lnTo>
                <a:lnTo>
                  <a:pt x="4853" y="3208"/>
                </a:lnTo>
                <a:lnTo>
                  <a:pt x="4853" y="3209"/>
                </a:lnTo>
                <a:lnTo>
                  <a:pt x="4854" y="3209"/>
                </a:lnTo>
                <a:lnTo>
                  <a:pt x="4854" y="3210"/>
                </a:lnTo>
                <a:lnTo>
                  <a:pt x="4854" y="3211"/>
                </a:lnTo>
                <a:lnTo>
                  <a:pt x="4853" y="3211"/>
                </a:lnTo>
                <a:lnTo>
                  <a:pt x="4853" y="3210"/>
                </a:lnTo>
                <a:lnTo>
                  <a:pt x="4852" y="3210"/>
                </a:lnTo>
                <a:lnTo>
                  <a:pt x="4852" y="3211"/>
                </a:lnTo>
                <a:lnTo>
                  <a:pt x="4852" y="3210"/>
                </a:lnTo>
                <a:lnTo>
                  <a:pt x="4851" y="3210"/>
                </a:lnTo>
                <a:lnTo>
                  <a:pt x="4852" y="3211"/>
                </a:lnTo>
                <a:lnTo>
                  <a:pt x="4851" y="3211"/>
                </a:lnTo>
                <a:lnTo>
                  <a:pt x="4851" y="3212"/>
                </a:lnTo>
                <a:lnTo>
                  <a:pt x="4852" y="3212"/>
                </a:lnTo>
                <a:lnTo>
                  <a:pt x="4853" y="3212"/>
                </a:lnTo>
                <a:lnTo>
                  <a:pt x="4852" y="3214"/>
                </a:lnTo>
                <a:lnTo>
                  <a:pt x="4851" y="3215"/>
                </a:lnTo>
                <a:lnTo>
                  <a:pt x="4850" y="3214"/>
                </a:lnTo>
                <a:lnTo>
                  <a:pt x="4849" y="3214"/>
                </a:lnTo>
                <a:lnTo>
                  <a:pt x="4848" y="3215"/>
                </a:lnTo>
                <a:lnTo>
                  <a:pt x="4848" y="3216"/>
                </a:lnTo>
                <a:lnTo>
                  <a:pt x="4847" y="3216"/>
                </a:lnTo>
                <a:lnTo>
                  <a:pt x="4846" y="3217"/>
                </a:lnTo>
                <a:lnTo>
                  <a:pt x="4846" y="3219"/>
                </a:lnTo>
                <a:lnTo>
                  <a:pt x="4847" y="3219"/>
                </a:lnTo>
                <a:lnTo>
                  <a:pt x="4848" y="3220"/>
                </a:lnTo>
                <a:lnTo>
                  <a:pt x="4849" y="3220"/>
                </a:lnTo>
                <a:lnTo>
                  <a:pt x="4850" y="3221"/>
                </a:lnTo>
                <a:lnTo>
                  <a:pt x="4850" y="3222"/>
                </a:lnTo>
                <a:lnTo>
                  <a:pt x="4851" y="3223"/>
                </a:lnTo>
                <a:lnTo>
                  <a:pt x="4851" y="3224"/>
                </a:lnTo>
                <a:lnTo>
                  <a:pt x="4850" y="3224"/>
                </a:lnTo>
                <a:lnTo>
                  <a:pt x="4850" y="3225"/>
                </a:lnTo>
                <a:lnTo>
                  <a:pt x="4851" y="3225"/>
                </a:lnTo>
                <a:lnTo>
                  <a:pt x="4851" y="3226"/>
                </a:lnTo>
                <a:lnTo>
                  <a:pt x="4851" y="3225"/>
                </a:lnTo>
                <a:lnTo>
                  <a:pt x="4850" y="3225"/>
                </a:lnTo>
                <a:lnTo>
                  <a:pt x="4851" y="3224"/>
                </a:lnTo>
                <a:lnTo>
                  <a:pt x="4851" y="3223"/>
                </a:lnTo>
                <a:lnTo>
                  <a:pt x="4852" y="3222"/>
                </a:lnTo>
                <a:lnTo>
                  <a:pt x="4853" y="3221"/>
                </a:lnTo>
                <a:lnTo>
                  <a:pt x="4854" y="3221"/>
                </a:lnTo>
                <a:lnTo>
                  <a:pt x="4856" y="3220"/>
                </a:lnTo>
                <a:lnTo>
                  <a:pt x="4857" y="3220"/>
                </a:lnTo>
                <a:lnTo>
                  <a:pt x="4857" y="3219"/>
                </a:lnTo>
                <a:lnTo>
                  <a:pt x="4858" y="3218"/>
                </a:lnTo>
                <a:lnTo>
                  <a:pt x="4858" y="3219"/>
                </a:lnTo>
                <a:lnTo>
                  <a:pt x="4859" y="3219"/>
                </a:lnTo>
                <a:lnTo>
                  <a:pt x="4861" y="3219"/>
                </a:lnTo>
                <a:lnTo>
                  <a:pt x="4862" y="3219"/>
                </a:lnTo>
                <a:lnTo>
                  <a:pt x="4863" y="3219"/>
                </a:lnTo>
                <a:lnTo>
                  <a:pt x="4864" y="3219"/>
                </a:lnTo>
                <a:lnTo>
                  <a:pt x="4865" y="3219"/>
                </a:lnTo>
                <a:lnTo>
                  <a:pt x="4865" y="3220"/>
                </a:lnTo>
                <a:lnTo>
                  <a:pt x="4866" y="3221"/>
                </a:lnTo>
                <a:lnTo>
                  <a:pt x="4867" y="3221"/>
                </a:lnTo>
                <a:lnTo>
                  <a:pt x="4868" y="3222"/>
                </a:lnTo>
                <a:lnTo>
                  <a:pt x="4869" y="3223"/>
                </a:lnTo>
                <a:lnTo>
                  <a:pt x="4870" y="3223"/>
                </a:lnTo>
                <a:lnTo>
                  <a:pt x="4870" y="3224"/>
                </a:lnTo>
                <a:lnTo>
                  <a:pt x="4870" y="3225"/>
                </a:lnTo>
                <a:lnTo>
                  <a:pt x="4871" y="3226"/>
                </a:lnTo>
                <a:lnTo>
                  <a:pt x="4871" y="3227"/>
                </a:lnTo>
                <a:lnTo>
                  <a:pt x="4871" y="3226"/>
                </a:lnTo>
                <a:lnTo>
                  <a:pt x="4870" y="3226"/>
                </a:lnTo>
                <a:lnTo>
                  <a:pt x="4869" y="3225"/>
                </a:lnTo>
                <a:lnTo>
                  <a:pt x="4868" y="3226"/>
                </a:lnTo>
                <a:lnTo>
                  <a:pt x="4867" y="3227"/>
                </a:lnTo>
                <a:lnTo>
                  <a:pt x="4868" y="3227"/>
                </a:lnTo>
                <a:lnTo>
                  <a:pt x="4869" y="3227"/>
                </a:lnTo>
                <a:lnTo>
                  <a:pt x="4870" y="3228"/>
                </a:lnTo>
                <a:lnTo>
                  <a:pt x="4869" y="3229"/>
                </a:lnTo>
                <a:lnTo>
                  <a:pt x="4869" y="3230"/>
                </a:lnTo>
                <a:lnTo>
                  <a:pt x="4870" y="3230"/>
                </a:lnTo>
                <a:lnTo>
                  <a:pt x="4869" y="3230"/>
                </a:lnTo>
                <a:lnTo>
                  <a:pt x="4868" y="3231"/>
                </a:lnTo>
                <a:lnTo>
                  <a:pt x="4869" y="3231"/>
                </a:lnTo>
                <a:lnTo>
                  <a:pt x="4871" y="3230"/>
                </a:lnTo>
                <a:lnTo>
                  <a:pt x="4871" y="3231"/>
                </a:lnTo>
                <a:lnTo>
                  <a:pt x="4870" y="3231"/>
                </a:lnTo>
                <a:lnTo>
                  <a:pt x="4871" y="3231"/>
                </a:lnTo>
                <a:lnTo>
                  <a:pt x="4872" y="3231"/>
                </a:lnTo>
                <a:lnTo>
                  <a:pt x="4872" y="3232"/>
                </a:lnTo>
                <a:lnTo>
                  <a:pt x="4871" y="3232"/>
                </a:lnTo>
                <a:lnTo>
                  <a:pt x="4870" y="3232"/>
                </a:lnTo>
                <a:lnTo>
                  <a:pt x="4869" y="3233"/>
                </a:lnTo>
                <a:lnTo>
                  <a:pt x="4871" y="3233"/>
                </a:lnTo>
                <a:lnTo>
                  <a:pt x="4871" y="3234"/>
                </a:lnTo>
                <a:lnTo>
                  <a:pt x="4872" y="3233"/>
                </a:lnTo>
                <a:lnTo>
                  <a:pt x="4872" y="3234"/>
                </a:lnTo>
                <a:lnTo>
                  <a:pt x="4872" y="3235"/>
                </a:lnTo>
                <a:lnTo>
                  <a:pt x="4871" y="3236"/>
                </a:lnTo>
                <a:lnTo>
                  <a:pt x="4872" y="3236"/>
                </a:lnTo>
                <a:lnTo>
                  <a:pt x="4873" y="3235"/>
                </a:lnTo>
                <a:lnTo>
                  <a:pt x="4873" y="3236"/>
                </a:lnTo>
                <a:lnTo>
                  <a:pt x="4872" y="3237"/>
                </a:lnTo>
                <a:lnTo>
                  <a:pt x="4872" y="3238"/>
                </a:lnTo>
                <a:lnTo>
                  <a:pt x="4873" y="3238"/>
                </a:lnTo>
                <a:lnTo>
                  <a:pt x="4873" y="3237"/>
                </a:lnTo>
                <a:lnTo>
                  <a:pt x="4873" y="3238"/>
                </a:lnTo>
                <a:lnTo>
                  <a:pt x="4874" y="3238"/>
                </a:lnTo>
                <a:lnTo>
                  <a:pt x="4873" y="3239"/>
                </a:lnTo>
                <a:lnTo>
                  <a:pt x="4874" y="3239"/>
                </a:lnTo>
                <a:lnTo>
                  <a:pt x="4874" y="3238"/>
                </a:lnTo>
                <a:lnTo>
                  <a:pt x="4875" y="3239"/>
                </a:lnTo>
                <a:lnTo>
                  <a:pt x="4874" y="3239"/>
                </a:lnTo>
                <a:lnTo>
                  <a:pt x="4873" y="3240"/>
                </a:lnTo>
                <a:lnTo>
                  <a:pt x="4872" y="3240"/>
                </a:lnTo>
                <a:lnTo>
                  <a:pt x="4871" y="3240"/>
                </a:lnTo>
                <a:lnTo>
                  <a:pt x="4871" y="3241"/>
                </a:lnTo>
                <a:lnTo>
                  <a:pt x="4871" y="3242"/>
                </a:lnTo>
                <a:lnTo>
                  <a:pt x="4870" y="3242"/>
                </a:lnTo>
                <a:lnTo>
                  <a:pt x="4871" y="3242"/>
                </a:lnTo>
                <a:lnTo>
                  <a:pt x="4871" y="3243"/>
                </a:lnTo>
                <a:lnTo>
                  <a:pt x="4870" y="3243"/>
                </a:lnTo>
                <a:lnTo>
                  <a:pt x="4869" y="3243"/>
                </a:lnTo>
                <a:lnTo>
                  <a:pt x="4868" y="3243"/>
                </a:lnTo>
                <a:lnTo>
                  <a:pt x="4868" y="3244"/>
                </a:lnTo>
                <a:lnTo>
                  <a:pt x="4867" y="3243"/>
                </a:lnTo>
                <a:lnTo>
                  <a:pt x="4868" y="3242"/>
                </a:lnTo>
                <a:lnTo>
                  <a:pt x="4869" y="3241"/>
                </a:lnTo>
                <a:lnTo>
                  <a:pt x="4869" y="3240"/>
                </a:lnTo>
                <a:lnTo>
                  <a:pt x="4867" y="3239"/>
                </a:lnTo>
                <a:lnTo>
                  <a:pt x="4866" y="3238"/>
                </a:lnTo>
                <a:lnTo>
                  <a:pt x="4865" y="3238"/>
                </a:lnTo>
                <a:lnTo>
                  <a:pt x="4865" y="3239"/>
                </a:lnTo>
                <a:lnTo>
                  <a:pt x="4864" y="3239"/>
                </a:lnTo>
                <a:lnTo>
                  <a:pt x="4863" y="3239"/>
                </a:lnTo>
                <a:lnTo>
                  <a:pt x="4861" y="3238"/>
                </a:lnTo>
                <a:lnTo>
                  <a:pt x="4860" y="3237"/>
                </a:lnTo>
                <a:lnTo>
                  <a:pt x="4859" y="3236"/>
                </a:lnTo>
                <a:lnTo>
                  <a:pt x="4858" y="3236"/>
                </a:lnTo>
                <a:lnTo>
                  <a:pt x="4856" y="3235"/>
                </a:lnTo>
                <a:lnTo>
                  <a:pt x="4855" y="3235"/>
                </a:lnTo>
                <a:lnTo>
                  <a:pt x="4854" y="3235"/>
                </a:lnTo>
                <a:lnTo>
                  <a:pt x="4853" y="3236"/>
                </a:lnTo>
                <a:lnTo>
                  <a:pt x="4852" y="3237"/>
                </a:lnTo>
                <a:lnTo>
                  <a:pt x="4853" y="3239"/>
                </a:lnTo>
                <a:lnTo>
                  <a:pt x="4853" y="3240"/>
                </a:lnTo>
                <a:lnTo>
                  <a:pt x="4854" y="3240"/>
                </a:lnTo>
                <a:lnTo>
                  <a:pt x="4855" y="3239"/>
                </a:lnTo>
                <a:lnTo>
                  <a:pt x="4856" y="3239"/>
                </a:lnTo>
                <a:lnTo>
                  <a:pt x="4856" y="3240"/>
                </a:lnTo>
                <a:lnTo>
                  <a:pt x="4857" y="3242"/>
                </a:lnTo>
                <a:lnTo>
                  <a:pt x="4857" y="3243"/>
                </a:lnTo>
                <a:lnTo>
                  <a:pt x="4857" y="3244"/>
                </a:lnTo>
                <a:lnTo>
                  <a:pt x="4857" y="3245"/>
                </a:lnTo>
                <a:lnTo>
                  <a:pt x="4856" y="3245"/>
                </a:lnTo>
                <a:lnTo>
                  <a:pt x="4856" y="3247"/>
                </a:lnTo>
                <a:lnTo>
                  <a:pt x="4857" y="3247"/>
                </a:lnTo>
                <a:lnTo>
                  <a:pt x="4858" y="3247"/>
                </a:lnTo>
                <a:lnTo>
                  <a:pt x="4857" y="3249"/>
                </a:lnTo>
                <a:lnTo>
                  <a:pt x="4858" y="3250"/>
                </a:lnTo>
                <a:lnTo>
                  <a:pt x="4858" y="3251"/>
                </a:lnTo>
                <a:lnTo>
                  <a:pt x="4860" y="3251"/>
                </a:lnTo>
                <a:lnTo>
                  <a:pt x="4861" y="3251"/>
                </a:lnTo>
                <a:lnTo>
                  <a:pt x="4862" y="3250"/>
                </a:lnTo>
                <a:lnTo>
                  <a:pt x="4863" y="3250"/>
                </a:lnTo>
                <a:lnTo>
                  <a:pt x="4864" y="3250"/>
                </a:lnTo>
                <a:lnTo>
                  <a:pt x="4864" y="3249"/>
                </a:lnTo>
                <a:lnTo>
                  <a:pt x="4865" y="3249"/>
                </a:lnTo>
                <a:lnTo>
                  <a:pt x="4865" y="3250"/>
                </a:lnTo>
                <a:lnTo>
                  <a:pt x="4864" y="3250"/>
                </a:lnTo>
                <a:lnTo>
                  <a:pt x="4865" y="3250"/>
                </a:lnTo>
                <a:lnTo>
                  <a:pt x="4866" y="3250"/>
                </a:lnTo>
                <a:lnTo>
                  <a:pt x="4866" y="3249"/>
                </a:lnTo>
                <a:lnTo>
                  <a:pt x="4866" y="3248"/>
                </a:lnTo>
                <a:lnTo>
                  <a:pt x="4867" y="3247"/>
                </a:lnTo>
                <a:lnTo>
                  <a:pt x="4868" y="3247"/>
                </a:lnTo>
                <a:lnTo>
                  <a:pt x="4869" y="3247"/>
                </a:lnTo>
                <a:lnTo>
                  <a:pt x="4869" y="3248"/>
                </a:lnTo>
                <a:lnTo>
                  <a:pt x="4870" y="3247"/>
                </a:lnTo>
                <a:lnTo>
                  <a:pt x="4869" y="3246"/>
                </a:lnTo>
                <a:lnTo>
                  <a:pt x="4870" y="3246"/>
                </a:lnTo>
                <a:lnTo>
                  <a:pt x="4870" y="3245"/>
                </a:lnTo>
                <a:lnTo>
                  <a:pt x="4871" y="3245"/>
                </a:lnTo>
                <a:lnTo>
                  <a:pt x="4871" y="3244"/>
                </a:lnTo>
                <a:lnTo>
                  <a:pt x="4872" y="3244"/>
                </a:lnTo>
                <a:lnTo>
                  <a:pt x="4873" y="3243"/>
                </a:lnTo>
                <a:lnTo>
                  <a:pt x="4873" y="3242"/>
                </a:lnTo>
                <a:lnTo>
                  <a:pt x="4874" y="3242"/>
                </a:lnTo>
                <a:lnTo>
                  <a:pt x="4875" y="3242"/>
                </a:lnTo>
                <a:lnTo>
                  <a:pt x="4875" y="3243"/>
                </a:lnTo>
                <a:lnTo>
                  <a:pt x="4876" y="3243"/>
                </a:lnTo>
                <a:lnTo>
                  <a:pt x="4876" y="3244"/>
                </a:lnTo>
                <a:lnTo>
                  <a:pt x="4877" y="3244"/>
                </a:lnTo>
                <a:lnTo>
                  <a:pt x="4878" y="3245"/>
                </a:lnTo>
                <a:lnTo>
                  <a:pt x="4877" y="3245"/>
                </a:lnTo>
                <a:lnTo>
                  <a:pt x="4876" y="3246"/>
                </a:lnTo>
                <a:lnTo>
                  <a:pt x="4876" y="3247"/>
                </a:lnTo>
                <a:lnTo>
                  <a:pt x="4877" y="3247"/>
                </a:lnTo>
                <a:lnTo>
                  <a:pt x="4878" y="3246"/>
                </a:lnTo>
                <a:lnTo>
                  <a:pt x="4878" y="3247"/>
                </a:lnTo>
                <a:lnTo>
                  <a:pt x="4879" y="3248"/>
                </a:lnTo>
                <a:lnTo>
                  <a:pt x="4879" y="3249"/>
                </a:lnTo>
                <a:lnTo>
                  <a:pt x="4878" y="3249"/>
                </a:lnTo>
                <a:lnTo>
                  <a:pt x="4877" y="3249"/>
                </a:lnTo>
                <a:lnTo>
                  <a:pt x="4877" y="3250"/>
                </a:lnTo>
                <a:lnTo>
                  <a:pt x="4878" y="3250"/>
                </a:lnTo>
                <a:lnTo>
                  <a:pt x="4878" y="3251"/>
                </a:lnTo>
                <a:lnTo>
                  <a:pt x="4879" y="3251"/>
                </a:lnTo>
                <a:lnTo>
                  <a:pt x="4880" y="3251"/>
                </a:lnTo>
                <a:lnTo>
                  <a:pt x="4881" y="3250"/>
                </a:lnTo>
                <a:lnTo>
                  <a:pt x="4882" y="3250"/>
                </a:lnTo>
                <a:lnTo>
                  <a:pt x="4882" y="3251"/>
                </a:lnTo>
                <a:lnTo>
                  <a:pt x="4881" y="3251"/>
                </a:lnTo>
                <a:lnTo>
                  <a:pt x="4882" y="3251"/>
                </a:lnTo>
                <a:lnTo>
                  <a:pt x="4883" y="3251"/>
                </a:lnTo>
                <a:lnTo>
                  <a:pt x="4883" y="3250"/>
                </a:lnTo>
                <a:lnTo>
                  <a:pt x="4884" y="3250"/>
                </a:lnTo>
                <a:lnTo>
                  <a:pt x="4885" y="3249"/>
                </a:lnTo>
                <a:lnTo>
                  <a:pt x="4887" y="3248"/>
                </a:lnTo>
                <a:lnTo>
                  <a:pt x="4888" y="3248"/>
                </a:lnTo>
                <a:lnTo>
                  <a:pt x="4887" y="3248"/>
                </a:lnTo>
                <a:lnTo>
                  <a:pt x="4887" y="3249"/>
                </a:lnTo>
                <a:lnTo>
                  <a:pt x="4887" y="3250"/>
                </a:lnTo>
                <a:lnTo>
                  <a:pt x="4886" y="3250"/>
                </a:lnTo>
                <a:lnTo>
                  <a:pt x="4885" y="3252"/>
                </a:lnTo>
                <a:lnTo>
                  <a:pt x="4884" y="3252"/>
                </a:lnTo>
                <a:lnTo>
                  <a:pt x="4883" y="3252"/>
                </a:lnTo>
                <a:lnTo>
                  <a:pt x="4883" y="3253"/>
                </a:lnTo>
                <a:lnTo>
                  <a:pt x="4882" y="3253"/>
                </a:lnTo>
                <a:lnTo>
                  <a:pt x="4882" y="3254"/>
                </a:lnTo>
                <a:lnTo>
                  <a:pt x="4883" y="3254"/>
                </a:lnTo>
                <a:lnTo>
                  <a:pt x="4883" y="3255"/>
                </a:lnTo>
                <a:lnTo>
                  <a:pt x="4882" y="3255"/>
                </a:lnTo>
                <a:lnTo>
                  <a:pt x="4881" y="3255"/>
                </a:lnTo>
                <a:lnTo>
                  <a:pt x="4880" y="3255"/>
                </a:lnTo>
                <a:lnTo>
                  <a:pt x="4880" y="3254"/>
                </a:lnTo>
                <a:lnTo>
                  <a:pt x="4879" y="3255"/>
                </a:lnTo>
                <a:lnTo>
                  <a:pt x="4878" y="3255"/>
                </a:lnTo>
                <a:lnTo>
                  <a:pt x="4878" y="3254"/>
                </a:lnTo>
                <a:lnTo>
                  <a:pt x="4878" y="3253"/>
                </a:lnTo>
                <a:lnTo>
                  <a:pt x="4877" y="3254"/>
                </a:lnTo>
                <a:lnTo>
                  <a:pt x="4877" y="3253"/>
                </a:lnTo>
                <a:lnTo>
                  <a:pt x="4876" y="3252"/>
                </a:lnTo>
                <a:lnTo>
                  <a:pt x="4876" y="3253"/>
                </a:lnTo>
                <a:lnTo>
                  <a:pt x="4875" y="3253"/>
                </a:lnTo>
                <a:lnTo>
                  <a:pt x="4874" y="3253"/>
                </a:lnTo>
                <a:lnTo>
                  <a:pt x="4873" y="3254"/>
                </a:lnTo>
                <a:lnTo>
                  <a:pt x="4871" y="3255"/>
                </a:lnTo>
                <a:lnTo>
                  <a:pt x="4870" y="3255"/>
                </a:lnTo>
                <a:lnTo>
                  <a:pt x="4870" y="3256"/>
                </a:lnTo>
                <a:lnTo>
                  <a:pt x="4871" y="3257"/>
                </a:lnTo>
                <a:lnTo>
                  <a:pt x="4872" y="3257"/>
                </a:lnTo>
                <a:lnTo>
                  <a:pt x="4873" y="3257"/>
                </a:lnTo>
                <a:lnTo>
                  <a:pt x="4873" y="3258"/>
                </a:lnTo>
                <a:lnTo>
                  <a:pt x="4871" y="3259"/>
                </a:lnTo>
                <a:lnTo>
                  <a:pt x="4870" y="3259"/>
                </a:lnTo>
                <a:lnTo>
                  <a:pt x="4870" y="3258"/>
                </a:lnTo>
                <a:lnTo>
                  <a:pt x="4870" y="3257"/>
                </a:lnTo>
                <a:lnTo>
                  <a:pt x="4868" y="3256"/>
                </a:lnTo>
                <a:lnTo>
                  <a:pt x="4867" y="3257"/>
                </a:lnTo>
                <a:lnTo>
                  <a:pt x="4866" y="3257"/>
                </a:lnTo>
                <a:lnTo>
                  <a:pt x="4867" y="3258"/>
                </a:lnTo>
                <a:lnTo>
                  <a:pt x="4866" y="3258"/>
                </a:lnTo>
                <a:lnTo>
                  <a:pt x="4864" y="3259"/>
                </a:lnTo>
                <a:lnTo>
                  <a:pt x="4863" y="3259"/>
                </a:lnTo>
                <a:lnTo>
                  <a:pt x="4862" y="3259"/>
                </a:lnTo>
                <a:lnTo>
                  <a:pt x="4860" y="3259"/>
                </a:lnTo>
                <a:lnTo>
                  <a:pt x="4859" y="3259"/>
                </a:lnTo>
                <a:lnTo>
                  <a:pt x="4858" y="3260"/>
                </a:lnTo>
                <a:lnTo>
                  <a:pt x="4856" y="3260"/>
                </a:lnTo>
                <a:lnTo>
                  <a:pt x="4855" y="3260"/>
                </a:lnTo>
                <a:lnTo>
                  <a:pt x="4854" y="3260"/>
                </a:lnTo>
                <a:lnTo>
                  <a:pt x="4853" y="3261"/>
                </a:lnTo>
                <a:lnTo>
                  <a:pt x="4854" y="3262"/>
                </a:lnTo>
                <a:lnTo>
                  <a:pt x="4855" y="3262"/>
                </a:lnTo>
                <a:lnTo>
                  <a:pt x="4855" y="3261"/>
                </a:lnTo>
                <a:lnTo>
                  <a:pt x="4856" y="3262"/>
                </a:lnTo>
                <a:lnTo>
                  <a:pt x="4857" y="3262"/>
                </a:lnTo>
                <a:lnTo>
                  <a:pt x="4856" y="3263"/>
                </a:lnTo>
                <a:lnTo>
                  <a:pt x="4857" y="3263"/>
                </a:lnTo>
                <a:lnTo>
                  <a:pt x="4858" y="3264"/>
                </a:lnTo>
                <a:lnTo>
                  <a:pt x="4858" y="3265"/>
                </a:lnTo>
                <a:lnTo>
                  <a:pt x="4857" y="3265"/>
                </a:lnTo>
                <a:lnTo>
                  <a:pt x="4856" y="3266"/>
                </a:lnTo>
                <a:lnTo>
                  <a:pt x="4856" y="3267"/>
                </a:lnTo>
                <a:lnTo>
                  <a:pt x="4857" y="3267"/>
                </a:lnTo>
                <a:lnTo>
                  <a:pt x="4856" y="3268"/>
                </a:lnTo>
                <a:lnTo>
                  <a:pt x="4855" y="3268"/>
                </a:lnTo>
                <a:lnTo>
                  <a:pt x="4854" y="3268"/>
                </a:lnTo>
                <a:lnTo>
                  <a:pt x="4854" y="3269"/>
                </a:lnTo>
                <a:lnTo>
                  <a:pt x="4853" y="3270"/>
                </a:lnTo>
                <a:lnTo>
                  <a:pt x="4853" y="3271"/>
                </a:lnTo>
                <a:lnTo>
                  <a:pt x="4852" y="3271"/>
                </a:lnTo>
                <a:lnTo>
                  <a:pt x="4851" y="3271"/>
                </a:lnTo>
                <a:lnTo>
                  <a:pt x="4851" y="3272"/>
                </a:lnTo>
                <a:lnTo>
                  <a:pt x="4850" y="3272"/>
                </a:lnTo>
                <a:lnTo>
                  <a:pt x="4850" y="3274"/>
                </a:lnTo>
                <a:lnTo>
                  <a:pt x="4851" y="3275"/>
                </a:lnTo>
                <a:lnTo>
                  <a:pt x="4851" y="3276"/>
                </a:lnTo>
                <a:lnTo>
                  <a:pt x="4850" y="3276"/>
                </a:lnTo>
                <a:lnTo>
                  <a:pt x="4849" y="3276"/>
                </a:lnTo>
                <a:lnTo>
                  <a:pt x="4848" y="3276"/>
                </a:lnTo>
                <a:lnTo>
                  <a:pt x="4847" y="3276"/>
                </a:lnTo>
                <a:lnTo>
                  <a:pt x="4846" y="3277"/>
                </a:lnTo>
                <a:lnTo>
                  <a:pt x="4845" y="3278"/>
                </a:lnTo>
                <a:lnTo>
                  <a:pt x="4845" y="3279"/>
                </a:lnTo>
                <a:lnTo>
                  <a:pt x="4843" y="3282"/>
                </a:lnTo>
                <a:lnTo>
                  <a:pt x="4842" y="3283"/>
                </a:lnTo>
                <a:lnTo>
                  <a:pt x="4841" y="3284"/>
                </a:lnTo>
                <a:lnTo>
                  <a:pt x="4841" y="3285"/>
                </a:lnTo>
                <a:lnTo>
                  <a:pt x="4840" y="3287"/>
                </a:lnTo>
                <a:lnTo>
                  <a:pt x="4840" y="3289"/>
                </a:lnTo>
                <a:lnTo>
                  <a:pt x="4838" y="3290"/>
                </a:lnTo>
                <a:lnTo>
                  <a:pt x="4838" y="3291"/>
                </a:lnTo>
                <a:lnTo>
                  <a:pt x="4839" y="3291"/>
                </a:lnTo>
                <a:lnTo>
                  <a:pt x="4840" y="3291"/>
                </a:lnTo>
                <a:lnTo>
                  <a:pt x="4840" y="3290"/>
                </a:lnTo>
                <a:lnTo>
                  <a:pt x="4840" y="3289"/>
                </a:lnTo>
                <a:lnTo>
                  <a:pt x="4841" y="3289"/>
                </a:lnTo>
                <a:lnTo>
                  <a:pt x="4841" y="3288"/>
                </a:lnTo>
                <a:lnTo>
                  <a:pt x="4841" y="3287"/>
                </a:lnTo>
                <a:lnTo>
                  <a:pt x="4842" y="3286"/>
                </a:lnTo>
                <a:lnTo>
                  <a:pt x="4842" y="3285"/>
                </a:lnTo>
                <a:lnTo>
                  <a:pt x="4843" y="3284"/>
                </a:lnTo>
                <a:lnTo>
                  <a:pt x="4844" y="3284"/>
                </a:lnTo>
                <a:lnTo>
                  <a:pt x="4845" y="3284"/>
                </a:lnTo>
                <a:lnTo>
                  <a:pt x="4846" y="3286"/>
                </a:lnTo>
                <a:lnTo>
                  <a:pt x="4848" y="3287"/>
                </a:lnTo>
                <a:lnTo>
                  <a:pt x="4849" y="3287"/>
                </a:lnTo>
                <a:lnTo>
                  <a:pt x="4850" y="3287"/>
                </a:lnTo>
                <a:lnTo>
                  <a:pt x="4851" y="3287"/>
                </a:lnTo>
                <a:lnTo>
                  <a:pt x="4852" y="3287"/>
                </a:lnTo>
                <a:lnTo>
                  <a:pt x="4852" y="3288"/>
                </a:lnTo>
                <a:lnTo>
                  <a:pt x="4852" y="3289"/>
                </a:lnTo>
                <a:lnTo>
                  <a:pt x="4853" y="3289"/>
                </a:lnTo>
                <a:lnTo>
                  <a:pt x="4858" y="3291"/>
                </a:lnTo>
                <a:lnTo>
                  <a:pt x="4858" y="3290"/>
                </a:lnTo>
                <a:lnTo>
                  <a:pt x="4859" y="3290"/>
                </a:lnTo>
                <a:lnTo>
                  <a:pt x="4860" y="3289"/>
                </a:lnTo>
                <a:lnTo>
                  <a:pt x="4861" y="3289"/>
                </a:lnTo>
                <a:lnTo>
                  <a:pt x="4861" y="3290"/>
                </a:lnTo>
                <a:lnTo>
                  <a:pt x="4862" y="3290"/>
                </a:lnTo>
                <a:lnTo>
                  <a:pt x="4863" y="3291"/>
                </a:lnTo>
                <a:lnTo>
                  <a:pt x="4863" y="3292"/>
                </a:lnTo>
                <a:lnTo>
                  <a:pt x="4862" y="3295"/>
                </a:lnTo>
                <a:lnTo>
                  <a:pt x="4861" y="3297"/>
                </a:lnTo>
                <a:lnTo>
                  <a:pt x="4860" y="3298"/>
                </a:lnTo>
                <a:lnTo>
                  <a:pt x="4860" y="3299"/>
                </a:lnTo>
                <a:lnTo>
                  <a:pt x="4859" y="3302"/>
                </a:lnTo>
                <a:lnTo>
                  <a:pt x="4859" y="3303"/>
                </a:lnTo>
                <a:lnTo>
                  <a:pt x="4858" y="3303"/>
                </a:lnTo>
                <a:lnTo>
                  <a:pt x="4856" y="3303"/>
                </a:lnTo>
                <a:lnTo>
                  <a:pt x="4855" y="3304"/>
                </a:lnTo>
                <a:lnTo>
                  <a:pt x="4854" y="3304"/>
                </a:lnTo>
                <a:lnTo>
                  <a:pt x="4853" y="3304"/>
                </a:lnTo>
                <a:lnTo>
                  <a:pt x="4853" y="3306"/>
                </a:lnTo>
                <a:lnTo>
                  <a:pt x="4852" y="3307"/>
                </a:lnTo>
                <a:lnTo>
                  <a:pt x="4852" y="3309"/>
                </a:lnTo>
                <a:lnTo>
                  <a:pt x="4852" y="3310"/>
                </a:lnTo>
                <a:lnTo>
                  <a:pt x="4852" y="3311"/>
                </a:lnTo>
                <a:lnTo>
                  <a:pt x="4851" y="3313"/>
                </a:lnTo>
                <a:lnTo>
                  <a:pt x="4852" y="3315"/>
                </a:lnTo>
                <a:lnTo>
                  <a:pt x="4852" y="3316"/>
                </a:lnTo>
                <a:lnTo>
                  <a:pt x="4852" y="3318"/>
                </a:lnTo>
                <a:lnTo>
                  <a:pt x="4852" y="3319"/>
                </a:lnTo>
                <a:lnTo>
                  <a:pt x="4852" y="3320"/>
                </a:lnTo>
                <a:lnTo>
                  <a:pt x="4853" y="3321"/>
                </a:lnTo>
                <a:lnTo>
                  <a:pt x="4854" y="3321"/>
                </a:lnTo>
                <a:lnTo>
                  <a:pt x="4854" y="3322"/>
                </a:lnTo>
                <a:lnTo>
                  <a:pt x="4853" y="3323"/>
                </a:lnTo>
                <a:lnTo>
                  <a:pt x="4852" y="3324"/>
                </a:lnTo>
                <a:lnTo>
                  <a:pt x="4851" y="3324"/>
                </a:lnTo>
                <a:lnTo>
                  <a:pt x="4851" y="3325"/>
                </a:lnTo>
                <a:lnTo>
                  <a:pt x="4851" y="3326"/>
                </a:lnTo>
                <a:lnTo>
                  <a:pt x="4850" y="3327"/>
                </a:lnTo>
                <a:lnTo>
                  <a:pt x="4851" y="3328"/>
                </a:lnTo>
                <a:lnTo>
                  <a:pt x="4850" y="3329"/>
                </a:lnTo>
                <a:lnTo>
                  <a:pt x="4850" y="3330"/>
                </a:lnTo>
                <a:lnTo>
                  <a:pt x="4849" y="3330"/>
                </a:lnTo>
                <a:lnTo>
                  <a:pt x="4848" y="3330"/>
                </a:lnTo>
                <a:lnTo>
                  <a:pt x="4846" y="3329"/>
                </a:lnTo>
                <a:lnTo>
                  <a:pt x="4845" y="3329"/>
                </a:lnTo>
                <a:lnTo>
                  <a:pt x="4842" y="3330"/>
                </a:lnTo>
                <a:lnTo>
                  <a:pt x="4841" y="3330"/>
                </a:lnTo>
                <a:lnTo>
                  <a:pt x="4840" y="3331"/>
                </a:lnTo>
                <a:lnTo>
                  <a:pt x="4839" y="3330"/>
                </a:lnTo>
                <a:lnTo>
                  <a:pt x="4838" y="3330"/>
                </a:lnTo>
                <a:lnTo>
                  <a:pt x="4838" y="3331"/>
                </a:lnTo>
                <a:lnTo>
                  <a:pt x="4838" y="3332"/>
                </a:lnTo>
                <a:lnTo>
                  <a:pt x="4837" y="3332"/>
                </a:lnTo>
                <a:lnTo>
                  <a:pt x="4837" y="3331"/>
                </a:lnTo>
                <a:lnTo>
                  <a:pt x="4836" y="3331"/>
                </a:lnTo>
                <a:lnTo>
                  <a:pt x="4836" y="3332"/>
                </a:lnTo>
                <a:lnTo>
                  <a:pt x="4836" y="3335"/>
                </a:lnTo>
                <a:lnTo>
                  <a:pt x="4837" y="3334"/>
                </a:lnTo>
                <a:lnTo>
                  <a:pt x="4837" y="3335"/>
                </a:lnTo>
                <a:lnTo>
                  <a:pt x="4837" y="3336"/>
                </a:lnTo>
                <a:lnTo>
                  <a:pt x="4836" y="3336"/>
                </a:lnTo>
                <a:lnTo>
                  <a:pt x="4838" y="3337"/>
                </a:lnTo>
                <a:lnTo>
                  <a:pt x="4839" y="3337"/>
                </a:lnTo>
                <a:lnTo>
                  <a:pt x="4840" y="3337"/>
                </a:lnTo>
                <a:lnTo>
                  <a:pt x="4841" y="3337"/>
                </a:lnTo>
                <a:lnTo>
                  <a:pt x="4843" y="3337"/>
                </a:lnTo>
                <a:lnTo>
                  <a:pt x="4844" y="3336"/>
                </a:lnTo>
                <a:lnTo>
                  <a:pt x="4844" y="3337"/>
                </a:lnTo>
                <a:lnTo>
                  <a:pt x="4844" y="3338"/>
                </a:lnTo>
                <a:lnTo>
                  <a:pt x="4844" y="3339"/>
                </a:lnTo>
                <a:lnTo>
                  <a:pt x="4844" y="3340"/>
                </a:lnTo>
                <a:lnTo>
                  <a:pt x="4843" y="3341"/>
                </a:lnTo>
                <a:lnTo>
                  <a:pt x="4843" y="3342"/>
                </a:lnTo>
                <a:lnTo>
                  <a:pt x="4844" y="3342"/>
                </a:lnTo>
                <a:lnTo>
                  <a:pt x="4845" y="3342"/>
                </a:lnTo>
                <a:lnTo>
                  <a:pt x="4846" y="3342"/>
                </a:lnTo>
                <a:lnTo>
                  <a:pt x="4847" y="3343"/>
                </a:lnTo>
                <a:lnTo>
                  <a:pt x="4848" y="3343"/>
                </a:lnTo>
                <a:lnTo>
                  <a:pt x="4849" y="3342"/>
                </a:lnTo>
                <a:lnTo>
                  <a:pt x="4849" y="3341"/>
                </a:lnTo>
                <a:lnTo>
                  <a:pt x="4850" y="3341"/>
                </a:lnTo>
                <a:lnTo>
                  <a:pt x="4849" y="3342"/>
                </a:lnTo>
                <a:lnTo>
                  <a:pt x="4849" y="3344"/>
                </a:lnTo>
                <a:lnTo>
                  <a:pt x="4850" y="3344"/>
                </a:lnTo>
                <a:lnTo>
                  <a:pt x="4851" y="3344"/>
                </a:lnTo>
                <a:lnTo>
                  <a:pt x="4852" y="3345"/>
                </a:lnTo>
                <a:lnTo>
                  <a:pt x="4851" y="3346"/>
                </a:lnTo>
                <a:lnTo>
                  <a:pt x="4852" y="3347"/>
                </a:lnTo>
                <a:lnTo>
                  <a:pt x="4852" y="3348"/>
                </a:lnTo>
                <a:lnTo>
                  <a:pt x="4851" y="3348"/>
                </a:lnTo>
                <a:lnTo>
                  <a:pt x="4850" y="3349"/>
                </a:lnTo>
                <a:lnTo>
                  <a:pt x="4850" y="3350"/>
                </a:lnTo>
                <a:lnTo>
                  <a:pt x="4851" y="3351"/>
                </a:lnTo>
                <a:lnTo>
                  <a:pt x="4851" y="3352"/>
                </a:lnTo>
                <a:lnTo>
                  <a:pt x="4850" y="3352"/>
                </a:lnTo>
                <a:lnTo>
                  <a:pt x="4851" y="3353"/>
                </a:lnTo>
                <a:lnTo>
                  <a:pt x="4852" y="3353"/>
                </a:lnTo>
                <a:lnTo>
                  <a:pt x="4852" y="3354"/>
                </a:lnTo>
                <a:lnTo>
                  <a:pt x="4851" y="3354"/>
                </a:lnTo>
                <a:lnTo>
                  <a:pt x="4851" y="3356"/>
                </a:lnTo>
                <a:lnTo>
                  <a:pt x="4852" y="3357"/>
                </a:lnTo>
                <a:lnTo>
                  <a:pt x="4853" y="3356"/>
                </a:lnTo>
                <a:lnTo>
                  <a:pt x="4854" y="3356"/>
                </a:lnTo>
                <a:lnTo>
                  <a:pt x="4854" y="3357"/>
                </a:lnTo>
                <a:lnTo>
                  <a:pt x="4855" y="3356"/>
                </a:lnTo>
                <a:lnTo>
                  <a:pt x="4855" y="3355"/>
                </a:lnTo>
                <a:lnTo>
                  <a:pt x="4855" y="3356"/>
                </a:lnTo>
                <a:lnTo>
                  <a:pt x="4855" y="3357"/>
                </a:lnTo>
                <a:lnTo>
                  <a:pt x="4854" y="3358"/>
                </a:lnTo>
                <a:lnTo>
                  <a:pt x="4853" y="3359"/>
                </a:lnTo>
                <a:lnTo>
                  <a:pt x="4852" y="3359"/>
                </a:lnTo>
                <a:lnTo>
                  <a:pt x="4852" y="3360"/>
                </a:lnTo>
                <a:lnTo>
                  <a:pt x="4851" y="3360"/>
                </a:lnTo>
                <a:lnTo>
                  <a:pt x="4852" y="3360"/>
                </a:lnTo>
                <a:lnTo>
                  <a:pt x="4853" y="3361"/>
                </a:lnTo>
                <a:lnTo>
                  <a:pt x="4854" y="3360"/>
                </a:lnTo>
                <a:lnTo>
                  <a:pt x="4855" y="3360"/>
                </a:lnTo>
                <a:lnTo>
                  <a:pt x="4856" y="3361"/>
                </a:lnTo>
                <a:lnTo>
                  <a:pt x="4856" y="3362"/>
                </a:lnTo>
                <a:lnTo>
                  <a:pt x="4856" y="3363"/>
                </a:lnTo>
                <a:lnTo>
                  <a:pt x="4856" y="3364"/>
                </a:lnTo>
                <a:lnTo>
                  <a:pt x="4856" y="3365"/>
                </a:lnTo>
                <a:lnTo>
                  <a:pt x="4856" y="3366"/>
                </a:lnTo>
                <a:lnTo>
                  <a:pt x="4856" y="3367"/>
                </a:lnTo>
                <a:lnTo>
                  <a:pt x="4856" y="3366"/>
                </a:lnTo>
                <a:lnTo>
                  <a:pt x="4857" y="3366"/>
                </a:lnTo>
                <a:lnTo>
                  <a:pt x="4857" y="3367"/>
                </a:lnTo>
                <a:lnTo>
                  <a:pt x="4856" y="3367"/>
                </a:lnTo>
                <a:lnTo>
                  <a:pt x="4857" y="3367"/>
                </a:lnTo>
                <a:lnTo>
                  <a:pt x="4856" y="3367"/>
                </a:lnTo>
                <a:lnTo>
                  <a:pt x="4856" y="3368"/>
                </a:lnTo>
                <a:lnTo>
                  <a:pt x="4857" y="3368"/>
                </a:lnTo>
                <a:lnTo>
                  <a:pt x="4856" y="3368"/>
                </a:lnTo>
                <a:lnTo>
                  <a:pt x="4856" y="3367"/>
                </a:lnTo>
                <a:lnTo>
                  <a:pt x="4855" y="3368"/>
                </a:lnTo>
                <a:lnTo>
                  <a:pt x="4854" y="3368"/>
                </a:lnTo>
                <a:lnTo>
                  <a:pt x="4853" y="3369"/>
                </a:lnTo>
                <a:lnTo>
                  <a:pt x="4855" y="3369"/>
                </a:lnTo>
                <a:lnTo>
                  <a:pt x="4856" y="3369"/>
                </a:lnTo>
                <a:lnTo>
                  <a:pt x="4856" y="3368"/>
                </a:lnTo>
                <a:lnTo>
                  <a:pt x="4856" y="3369"/>
                </a:lnTo>
                <a:lnTo>
                  <a:pt x="4856" y="3370"/>
                </a:lnTo>
                <a:lnTo>
                  <a:pt x="4855" y="3370"/>
                </a:lnTo>
                <a:lnTo>
                  <a:pt x="4854" y="3371"/>
                </a:lnTo>
                <a:lnTo>
                  <a:pt x="4852" y="3371"/>
                </a:lnTo>
                <a:lnTo>
                  <a:pt x="4851" y="3371"/>
                </a:lnTo>
                <a:lnTo>
                  <a:pt x="4850" y="3371"/>
                </a:lnTo>
                <a:lnTo>
                  <a:pt x="4850" y="3370"/>
                </a:lnTo>
                <a:lnTo>
                  <a:pt x="4850" y="3369"/>
                </a:lnTo>
                <a:lnTo>
                  <a:pt x="4850" y="3368"/>
                </a:lnTo>
                <a:lnTo>
                  <a:pt x="4849" y="3367"/>
                </a:lnTo>
                <a:lnTo>
                  <a:pt x="4848" y="3367"/>
                </a:lnTo>
                <a:lnTo>
                  <a:pt x="4848" y="3366"/>
                </a:lnTo>
                <a:lnTo>
                  <a:pt x="4849" y="3366"/>
                </a:lnTo>
                <a:lnTo>
                  <a:pt x="4850" y="3366"/>
                </a:lnTo>
                <a:lnTo>
                  <a:pt x="4850" y="3365"/>
                </a:lnTo>
                <a:lnTo>
                  <a:pt x="4849" y="3365"/>
                </a:lnTo>
                <a:lnTo>
                  <a:pt x="4849" y="3364"/>
                </a:lnTo>
                <a:lnTo>
                  <a:pt x="4849" y="3363"/>
                </a:lnTo>
                <a:lnTo>
                  <a:pt x="4848" y="3362"/>
                </a:lnTo>
                <a:lnTo>
                  <a:pt x="4849" y="3361"/>
                </a:lnTo>
                <a:lnTo>
                  <a:pt x="4848" y="3360"/>
                </a:lnTo>
                <a:lnTo>
                  <a:pt x="4849" y="3358"/>
                </a:lnTo>
                <a:lnTo>
                  <a:pt x="4848" y="3357"/>
                </a:lnTo>
                <a:lnTo>
                  <a:pt x="4847" y="3357"/>
                </a:lnTo>
                <a:lnTo>
                  <a:pt x="4846" y="3357"/>
                </a:lnTo>
                <a:lnTo>
                  <a:pt x="4846" y="3359"/>
                </a:lnTo>
                <a:lnTo>
                  <a:pt x="4846" y="3360"/>
                </a:lnTo>
                <a:lnTo>
                  <a:pt x="4845" y="3360"/>
                </a:lnTo>
                <a:lnTo>
                  <a:pt x="4845" y="3359"/>
                </a:lnTo>
                <a:lnTo>
                  <a:pt x="4844" y="3359"/>
                </a:lnTo>
                <a:lnTo>
                  <a:pt x="4844" y="3360"/>
                </a:lnTo>
                <a:lnTo>
                  <a:pt x="4843" y="3360"/>
                </a:lnTo>
                <a:lnTo>
                  <a:pt x="4843" y="3361"/>
                </a:lnTo>
                <a:lnTo>
                  <a:pt x="4844" y="3361"/>
                </a:lnTo>
                <a:lnTo>
                  <a:pt x="4845" y="3362"/>
                </a:lnTo>
                <a:lnTo>
                  <a:pt x="4844" y="3362"/>
                </a:lnTo>
                <a:lnTo>
                  <a:pt x="4845" y="3362"/>
                </a:lnTo>
                <a:lnTo>
                  <a:pt x="4846" y="3361"/>
                </a:lnTo>
                <a:lnTo>
                  <a:pt x="4846" y="3362"/>
                </a:lnTo>
                <a:lnTo>
                  <a:pt x="4846" y="3363"/>
                </a:lnTo>
                <a:lnTo>
                  <a:pt x="4847" y="3363"/>
                </a:lnTo>
                <a:lnTo>
                  <a:pt x="4847" y="3362"/>
                </a:lnTo>
                <a:lnTo>
                  <a:pt x="4848" y="3363"/>
                </a:lnTo>
                <a:lnTo>
                  <a:pt x="4847" y="3364"/>
                </a:lnTo>
                <a:lnTo>
                  <a:pt x="4847" y="3365"/>
                </a:lnTo>
                <a:lnTo>
                  <a:pt x="4846" y="3365"/>
                </a:lnTo>
                <a:lnTo>
                  <a:pt x="4846" y="3366"/>
                </a:lnTo>
                <a:lnTo>
                  <a:pt x="4845" y="3366"/>
                </a:lnTo>
                <a:lnTo>
                  <a:pt x="4844" y="3367"/>
                </a:lnTo>
                <a:lnTo>
                  <a:pt x="4845" y="3367"/>
                </a:lnTo>
                <a:lnTo>
                  <a:pt x="4845" y="3368"/>
                </a:lnTo>
                <a:lnTo>
                  <a:pt x="4844" y="3368"/>
                </a:lnTo>
                <a:lnTo>
                  <a:pt x="4843" y="3369"/>
                </a:lnTo>
                <a:lnTo>
                  <a:pt x="4843" y="3368"/>
                </a:lnTo>
                <a:lnTo>
                  <a:pt x="4844" y="3368"/>
                </a:lnTo>
                <a:lnTo>
                  <a:pt x="4843" y="3367"/>
                </a:lnTo>
                <a:lnTo>
                  <a:pt x="4842" y="3366"/>
                </a:lnTo>
                <a:lnTo>
                  <a:pt x="4841" y="3366"/>
                </a:lnTo>
                <a:lnTo>
                  <a:pt x="4840" y="3367"/>
                </a:lnTo>
                <a:lnTo>
                  <a:pt x="4839" y="3368"/>
                </a:lnTo>
                <a:lnTo>
                  <a:pt x="4838" y="3368"/>
                </a:lnTo>
                <a:lnTo>
                  <a:pt x="4840" y="3366"/>
                </a:lnTo>
                <a:lnTo>
                  <a:pt x="4841" y="3366"/>
                </a:lnTo>
                <a:lnTo>
                  <a:pt x="4841" y="3365"/>
                </a:lnTo>
                <a:lnTo>
                  <a:pt x="4841" y="3363"/>
                </a:lnTo>
                <a:lnTo>
                  <a:pt x="4840" y="3362"/>
                </a:lnTo>
                <a:lnTo>
                  <a:pt x="4839" y="3361"/>
                </a:lnTo>
                <a:lnTo>
                  <a:pt x="4838" y="3360"/>
                </a:lnTo>
                <a:lnTo>
                  <a:pt x="4839" y="3359"/>
                </a:lnTo>
                <a:lnTo>
                  <a:pt x="4840" y="3358"/>
                </a:lnTo>
                <a:lnTo>
                  <a:pt x="4840" y="3357"/>
                </a:lnTo>
                <a:lnTo>
                  <a:pt x="4839" y="3357"/>
                </a:lnTo>
                <a:lnTo>
                  <a:pt x="4838" y="3357"/>
                </a:lnTo>
                <a:lnTo>
                  <a:pt x="4838" y="3358"/>
                </a:lnTo>
                <a:lnTo>
                  <a:pt x="4837" y="3358"/>
                </a:lnTo>
                <a:lnTo>
                  <a:pt x="4837" y="3357"/>
                </a:lnTo>
                <a:lnTo>
                  <a:pt x="4836" y="3357"/>
                </a:lnTo>
                <a:lnTo>
                  <a:pt x="4836" y="3358"/>
                </a:lnTo>
                <a:lnTo>
                  <a:pt x="4835" y="3358"/>
                </a:lnTo>
                <a:lnTo>
                  <a:pt x="4835" y="3359"/>
                </a:lnTo>
                <a:lnTo>
                  <a:pt x="4834" y="3360"/>
                </a:lnTo>
                <a:lnTo>
                  <a:pt x="4833" y="3360"/>
                </a:lnTo>
                <a:lnTo>
                  <a:pt x="4833" y="3359"/>
                </a:lnTo>
                <a:lnTo>
                  <a:pt x="4834" y="3359"/>
                </a:lnTo>
                <a:lnTo>
                  <a:pt x="4834" y="3357"/>
                </a:lnTo>
                <a:lnTo>
                  <a:pt x="4834" y="3356"/>
                </a:lnTo>
                <a:lnTo>
                  <a:pt x="4834" y="3355"/>
                </a:lnTo>
                <a:lnTo>
                  <a:pt x="4835" y="3354"/>
                </a:lnTo>
                <a:lnTo>
                  <a:pt x="4835" y="3355"/>
                </a:lnTo>
                <a:lnTo>
                  <a:pt x="4835" y="3353"/>
                </a:lnTo>
                <a:lnTo>
                  <a:pt x="4835" y="3352"/>
                </a:lnTo>
                <a:lnTo>
                  <a:pt x="4835" y="3351"/>
                </a:lnTo>
                <a:lnTo>
                  <a:pt x="4835" y="3352"/>
                </a:lnTo>
                <a:lnTo>
                  <a:pt x="4834" y="3352"/>
                </a:lnTo>
                <a:lnTo>
                  <a:pt x="4833" y="3351"/>
                </a:lnTo>
                <a:lnTo>
                  <a:pt x="4832" y="3351"/>
                </a:lnTo>
                <a:lnTo>
                  <a:pt x="4832" y="3353"/>
                </a:lnTo>
                <a:lnTo>
                  <a:pt x="4829" y="3352"/>
                </a:lnTo>
                <a:lnTo>
                  <a:pt x="4830" y="3350"/>
                </a:lnTo>
                <a:lnTo>
                  <a:pt x="4828" y="3350"/>
                </a:lnTo>
                <a:lnTo>
                  <a:pt x="4828" y="3349"/>
                </a:lnTo>
                <a:lnTo>
                  <a:pt x="4827" y="3349"/>
                </a:lnTo>
                <a:lnTo>
                  <a:pt x="4826" y="3349"/>
                </a:lnTo>
                <a:lnTo>
                  <a:pt x="4825" y="3349"/>
                </a:lnTo>
                <a:lnTo>
                  <a:pt x="4825" y="3348"/>
                </a:lnTo>
                <a:lnTo>
                  <a:pt x="4825" y="3347"/>
                </a:lnTo>
                <a:lnTo>
                  <a:pt x="4825" y="3346"/>
                </a:lnTo>
                <a:lnTo>
                  <a:pt x="4825" y="3345"/>
                </a:lnTo>
                <a:lnTo>
                  <a:pt x="4824" y="3346"/>
                </a:lnTo>
                <a:lnTo>
                  <a:pt x="4825" y="3346"/>
                </a:lnTo>
                <a:lnTo>
                  <a:pt x="4824" y="3347"/>
                </a:lnTo>
                <a:lnTo>
                  <a:pt x="4824" y="3348"/>
                </a:lnTo>
                <a:lnTo>
                  <a:pt x="4824" y="3349"/>
                </a:lnTo>
                <a:lnTo>
                  <a:pt x="4824" y="3350"/>
                </a:lnTo>
                <a:lnTo>
                  <a:pt x="4824" y="3351"/>
                </a:lnTo>
                <a:lnTo>
                  <a:pt x="4823" y="3352"/>
                </a:lnTo>
                <a:lnTo>
                  <a:pt x="4822" y="3352"/>
                </a:lnTo>
                <a:lnTo>
                  <a:pt x="4822" y="3354"/>
                </a:lnTo>
                <a:lnTo>
                  <a:pt x="4822" y="3355"/>
                </a:lnTo>
                <a:lnTo>
                  <a:pt x="4822" y="3356"/>
                </a:lnTo>
                <a:lnTo>
                  <a:pt x="4822" y="3357"/>
                </a:lnTo>
                <a:lnTo>
                  <a:pt x="4822" y="3358"/>
                </a:lnTo>
                <a:lnTo>
                  <a:pt x="4823" y="3358"/>
                </a:lnTo>
                <a:lnTo>
                  <a:pt x="4823" y="3359"/>
                </a:lnTo>
                <a:lnTo>
                  <a:pt x="4824" y="3360"/>
                </a:lnTo>
                <a:lnTo>
                  <a:pt x="4823" y="3360"/>
                </a:lnTo>
                <a:lnTo>
                  <a:pt x="4822" y="3360"/>
                </a:lnTo>
                <a:lnTo>
                  <a:pt x="4821" y="3359"/>
                </a:lnTo>
                <a:lnTo>
                  <a:pt x="4820" y="3362"/>
                </a:lnTo>
                <a:lnTo>
                  <a:pt x="4819" y="3362"/>
                </a:lnTo>
                <a:lnTo>
                  <a:pt x="4818" y="3363"/>
                </a:lnTo>
                <a:lnTo>
                  <a:pt x="4817" y="3362"/>
                </a:lnTo>
                <a:lnTo>
                  <a:pt x="4817" y="3360"/>
                </a:lnTo>
                <a:lnTo>
                  <a:pt x="4816" y="3360"/>
                </a:lnTo>
                <a:lnTo>
                  <a:pt x="4816" y="3359"/>
                </a:lnTo>
                <a:lnTo>
                  <a:pt x="4815" y="3359"/>
                </a:lnTo>
                <a:lnTo>
                  <a:pt x="4815" y="3357"/>
                </a:lnTo>
                <a:lnTo>
                  <a:pt x="4815" y="3356"/>
                </a:lnTo>
                <a:lnTo>
                  <a:pt x="4816" y="3356"/>
                </a:lnTo>
                <a:lnTo>
                  <a:pt x="4816" y="3355"/>
                </a:lnTo>
                <a:lnTo>
                  <a:pt x="4817" y="3354"/>
                </a:lnTo>
                <a:lnTo>
                  <a:pt x="4816" y="3354"/>
                </a:lnTo>
                <a:lnTo>
                  <a:pt x="4816" y="3353"/>
                </a:lnTo>
                <a:lnTo>
                  <a:pt x="4815" y="3354"/>
                </a:lnTo>
                <a:lnTo>
                  <a:pt x="4815" y="3352"/>
                </a:lnTo>
                <a:lnTo>
                  <a:pt x="4814" y="3352"/>
                </a:lnTo>
                <a:lnTo>
                  <a:pt x="4815" y="3352"/>
                </a:lnTo>
                <a:lnTo>
                  <a:pt x="4814" y="3353"/>
                </a:lnTo>
                <a:lnTo>
                  <a:pt x="4812" y="3354"/>
                </a:lnTo>
                <a:lnTo>
                  <a:pt x="4811" y="3355"/>
                </a:lnTo>
                <a:lnTo>
                  <a:pt x="4810" y="3355"/>
                </a:lnTo>
                <a:lnTo>
                  <a:pt x="4810" y="3356"/>
                </a:lnTo>
                <a:lnTo>
                  <a:pt x="4809" y="3356"/>
                </a:lnTo>
                <a:lnTo>
                  <a:pt x="4807" y="3357"/>
                </a:lnTo>
                <a:lnTo>
                  <a:pt x="4806" y="3357"/>
                </a:lnTo>
                <a:lnTo>
                  <a:pt x="4805" y="3358"/>
                </a:lnTo>
                <a:lnTo>
                  <a:pt x="4804" y="3358"/>
                </a:lnTo>
                <a:lnTo>
                  <a:pt x="4803" y="3359"/>
                </a:lnTo>
                <a:lnTo>
                  <a:pt x="4803" y="3360"/>
                </a:lnTo>
                <a:lnTo>
                  <a:pt x="4802" y="3360"/>
                </a:lnTo>
                <a:lnTo>
                  <a:pt x="4802" y="3361"/>
                </a:lnTo>
                <a:lnTo>
                  <a:pt x="4802" y="3362"/>
                </a:lnTo>
                <a:lnTo>
                  <a:pt x="4801" y="3363"/>
                </a:lnTo>
                <a:lnTo>
                  <a:pt x="4800" y="3363"/>
                </a:lnTo>
                <a:lnTo>
                  <a:pt x="4800" y="3364"/>
                </a:lnTo>
                <a:lnTo>
                  <a:pt x="4801" y="3364"/>
                </a:lnTo>
                <a:lnTo>
                  <a:pt x="4801" y="3365"/>
                </a:lnTo>
                <a:lnTo>
                  <a:pt x="4801" y="3366"/>
                </a:lnTo>
                <a:lnTo>
                  <a:pt x="4802" y="3366"/>
                </a:lnTo>
                <a:lnTo>
                  <a:pt x="4803" y="3367"/>
                </a:lnTo>
                <a:lnTo>
                  <a:pt x="4804" y="3366"/>
                </a:lnTo>
                <a:lnTo>
                  <a:pt x="4805" y="3367"/>
                </a:lnTo>
                <a:lnTo>
                  <a:pt x="4806" y="3367"/>
                </a:lnTo>
                <a:lnTo>
                  <a:pt x="4808" y="3368"/>
                </a:lnTo>
                <a:lnTo>
                  <a:pt x="4809" y="3369"/>
                </a:lnTo>
                <a:lnTo>
                  <a:pt x="4809" y="3368"/>
                </a:lnTo>
                <a:lnTo>
                  <a:pt x="4810" y="3369"/>
                </a:lnTo>
                <a:lnTo>
                  <a:pt x="4810" y="3370"/>
                </a:lnTo>
                <a:lnTo>
                  <a:pt x="4810" y="3371"/>
                </a:lnTo>
                <a:lnTo>
                  <a:pt x="4811" y="3371"/>
                </a:lnTo>
                <a:lnTo>
                  <a:pt x="4811" y="3372"/>
                </a:lnTo>
                <a:lnTo>
                  <a:pt x="4811" y="3373"/>
                </a:lnTo>
                <a:lnTo>
                  <a:pt x="4812" y="3373"/>
                </a:lnTo>
                <a:lnTo>
                  <a:pt x="4812" y="3374"/>
                </a:lnTo>
                <a:lnTo>
                  <a:pt x="4812" y="3375"/>
                </a:lnTo>
                <a:lnTo>
                  <a:pt x="4813" y="3376"/>
                </a:lnTo>
                <a:lnTo>
                  <a:pt x="4814" y="3376"/>
                </a:lnTo>
                <a:lnTo>
                  <a:pt x="4814" y="3375"/>
                </a:lnTo>
                <a:lnTo>
                  <a:pt x="4814" y="3374"/>
                </a:lnTo>
                <a:lnTo>
                  <a:pt x="4814" y="3373"/>
                </a:lnTo>
                <a:lnTo>
                  <a:pt x="4814" y="3372"/>
                </a:lnTo>
                <a:lnTo>
                  <a:pt x="4814" y="3373"/>
                </a:lnTo>
                <a:lnTo>
                  <a:pt x="4815" y="3373"/>
                </a:lnTo>
                <a:lnTo>
                  <a:pt x="4816" y="3374"/>
                </a:lnTo>
                <a:lnTo>
                  <a:pt x="4817" y="3375"/>
                </a:lnTo>
                <a:lnTo>
                  <a:pt x="4818" y="3374"/>
                </a:lnTo>
                <a:lnTo>
                  <a:pt x="4818" y="3373"/>
                </a:lnTo>
                <a:lnTo>
                  <a:pt x="4817" y="3373"/>
                </a:lnTo>
                <a:lnTo>
                  <a:pt x="4818" y="3373"/>
                </a:lnTo>
                <a:lnTo>
                  <a:pt x="4819" y="3373"/>
                </a:lnTo>
                <a:lnTo>
                  <a:pt x="4819" y="3374"/>
                </a:lnTo>
                <a:lnTo>
                  <a:pt x="4819" y="3375"/>
                </a:lnTo>
                <a:lnTo>
                  <a:pt x="4819" y="3376"/>
                </a:lnTo>
                <a:lnTo>
                  <a:pt x="4821" y="3377"/>
                </a:lnTo>
                <a:lnTo>
                  <a:pt x="4822" y="3377"/>
                </a:lnTo>
                <a:lnTo>
                  <a:pt x="4822" y="3378"/>
                </a:lnTo>
                <a:lnTo>
                  <a:pt x="4823" y="3378"/>
                </a:lnTo>
                <a:lnTo>
                  <a:pt x="4822" y="3378"/>
                </a:lnTo>
                <a:lnTo>
                  <a:pt x="4823" y="3378"/>
                </a:lnTo>
                <a:lnTo>
                  <a:pt x="4824" y="3379"/>
                </a:lnTo>
                <a:lnTo>
                  <a:pt x="4825" y="3379"/>
                </a:lnTo>
                <a:lnTo>
                  <a:pt x="4826" y="3380"/>
                </a:lnTo>
                <a:lnTo>
                  <a:pt x="4827" y="3380"/>
                </a:lnTo>
                <a:lnTo>
                  <a:pt x="4826" y="3381"/>
                </a:lnTo>
                <a:lnTo>
                  <a:pt x="4826" y="3382"/>
                </a:lnTo>
                <a:lnTo>
                  <a:pt x="4824" y="3382"/>
                </a:lnTo>
                <a:lnTo>
                  <a:pt x="4822" y="3383"/>
                </a:lnTo>
                <a:lnTo>
                  <a:pt x="4822" y="3384"/>
                </a:lnTo>
                <a:lnTo>
                  <a:pt x="4821" y="3383"/>
                </a:lnTo>
                <a:lnTo>
                  <a:pt x="4820" y="3383"/>
                </a:lnTo>
                <a:lnTo>
                  <a:pt x="4819" y="3383"/>
                </a:lnTo>
                <a:lnTo>
                  <a:pt x="4818" y="3383"/>
                </a:lnTo>
                <a:lnTo>
                  <a:pt x="4818" y="3384"/>
                </a:lnTo>
                <a:lnTo>
                  <a:pt x="4818" y="3386"/>
                </a:lnTo>
                <a:lnTo>
                  <a:pt x="4818" y="3388"/>
                </a:lnTo>
                <a:lnTo>
                  <a:pt x="4819" y="3388"/>
                </a:lnTo>
                <a:lnTo>
                  <a:pt x="4819" y="3389"/>
                </a:lnTo>
                <a:lnTo>
                  <a:pt x="4818" y="3390"/>
                </a:lnTo>
                <a:lnTo>
                  <a:pt x="4817" y="3390"/>
                </a:lnTo>
                <a:lnTo>
                  <a:pt x="4817" y="3391"/>
                </a:lnTo>
                <a:lnTo>
                  <a:pt x="4816" y="3392"/>
                </a:lnTo>
                <a:lnTo>
                  <a:pt x="4816" y="3391"/>
                </a:lnTo>
                <a:lnTo>
                  <a:pt x="4816" y="3390"/>
                </a:lnTo>
                <a:lnTo>
                  <a:pt x="4815" y="3390"/>
                </a:lnTo>
                <a:lnTo>
                  <a:pt x="4814" y="3390"/>
                </a:lnTo>
                <a:lnTo>
                  <a:pt x="4813" y="3390"/>
                </a:lnTo>
                <a:lnTo>
                  <a:pt x="4812" y="3389"/>
                </a:lnTo>
                <a:lnTo>
                  <a:pt x="4810" y="3389"/>
                </a:lnTo>
                <a:lnTo>
                  <a:pt x="4809" y="3389"/>
                </a:lnTo>
                <a:lnTo>
                  <a:pt x="4808" y="3390"/>
                </a:lnTo>
                <a:lnTo>
                  <a:pt x="4807" y="3390"/>
                </a:lnTo>
                <a:lnTo>
                  <a:pt x="4806" y="3390"/>
                </a:lnTo>
                <a:lnTo>
                  <a:pt x="4805" y="3389"/>
                </a:lnTo>
                <a:lnTo>
                  <a:pt x="4805" y="3388"/>
                </a:lnTo>
                <a:lnTo>
                  <a:pt x="4804" y="3388"/>
                </a:lnTo>
                <a:lnTo>
                  <a:pt x="4803" y="3387"/>
                </a:lnTo>
                <a:lnTo>
                  <a:pt x="4802" y="3385"/>
                </a:lnTo>
                <a:lnTo>
                  <a:pt x="4803" y="3384"/>
                </a:lnTo>
                <a:lnTo>
                  <a:pt x="4802" y="3384"/>
                </a:lnTo>
                <a:lnTo>
                  <a:pt x="4801" y="3384"/>
                </a:lnTo>
                <a:lnTo>
                  <a:pt x="4801" y="3383"/>
                </a:lnTo>
                <a:lnTo>
                  <a:pt x="4801" y="3384"/>
                </a:lnTo>
                <a:lnTo>
                  <a:pt x="4801" y="3385"/>
                </a:lnTo>
                <a:lnTo>
                  <a:pt x="4800" y="3386"/>
                </a:lnTo>
                <a:lnTo>
                  <a:pt x="4799" y="3386"/>
                </a:lnTo>
                <a:lnTo>
                  <a:pt x="4799" y="3387"/>
                </a:lnTo>
                <a:lnTo>
                  <a:pt x="4798" y="3388"/>
                </a:lnTo>
                <a:lnTo>
                  <a:pt x="4799" y="3391"/>
                </a:lnTo>
                <a:lnTo>
                  <a:pt x="4800" y="3391"/>
                </a:lnTo>
                <a:lnTo>
                  <a:pt x="4801" y="3391"/>
                </a:lnTo>
                <a:lnTo>
                  <a:pt x="4801" y="3392"/>
                </a:lnTo>
                <a:lnTo>
                  <a:pt x="4802" y="3392"/>
                </a:lnTo>
                <a:lnTo>
                  <a:pt x="4802" y="3391"/>
                </a:lnTo>
                <a:lnTo>
                  <a:pt x="4802" y="3392"/>
                </a:lnTo>
                <a:lnTo>
                  <a:pt x="4802" y="3393"/>
                </a:lnTo>
                <a:lnTo>
                  <a:pt x="4801" y="3393"/>
                </a:lnTo>
                <a:lnTo>
                  <a:pt x="4801" y="3394"/>
                </a:lnTo>
                <a:lnTo>
                  <a:pt x="4802" y="3394"/>
                </a:lnTo>
                <a:lnTo>
                  <a:pt x="4803" y="3395"/>
                </a:lnTo>
                <a:lnTo>
                  <a:pt x="4803" y="3394"/>
                </a:lnTo>
                <a:lnTo>
                  <a:pt x="4804" y="3394"/>
                </a:lnTo>
                <a:lnTo>
                  <a:pt x="4804" y="3395"/>
                </a:lnTo>
                <a:lnTo>
                  <a:pt x="4804" y="3396"/>
                </a:lnTo>
                <a:lnTo>
                  <a:pt x="4804" y="3397"/>
                </a:lnTo>
                <a:lnTo>
                  <a:pt x="4803" y="3397"/>
                </a:lnTo>
                <a:lnTo>
                  <a:pt x="4803" y="3396"/>
                </a:lnTo>
                <a:lnTo>
                  <a:pt x="4799" y="3398"/>
                </a:lnTo>
                <a:lnTo>
                  <a:pt x="4798" y="3398"/>
                </a:lnTo>
                <a:lnTo>
                  <a:pt x="4798" y="3399"/>
                </a:lnTo>
                <a:lnTo>
                  <a:pt x="4798" y="3398"/>
                </a:lnTo>
                <a:lnTo>
                  <a:pt x="4798" y="3399"/>
                </a:lnTo>
                <a:lnTo>
                  <a:pt x="4798" y="3398"/>
                </a:lnTo>
                <a:lnTo>
                  <a:pt x="4797" y="3398"/>
                </a:lnTo>
                <a:lnTo>
                  <a:pt x="4796" y="3398"/>
                </a:lnTo>
                <a:lnTo>
                  <a:pt x="4795" y="3399"/>
                </a:lnTo>
                <a:lnTo>
                  <a:pt x="4795" y="3400"/>
                </a:lnTo>
                <a:lnTo>
                  <a:pt x="4794" y="3399"/>
                </a:lnTo>
                <a:lnTo>
                  <a:pt x="4795" y="3399"/>
                </a:lnTo>
                <a:lnTo>
                  <a:pt x="4795" y="3398"/>
                </a:lnTo>
                <a:lnTo>
                  <a:pt x="4794" y="3398"/>
                </a:lnTo>
                <a:lnTo>
                  <a:pt x="4793" y="3398"/>
                </a:lnTo>
                <a:lnTo>
                  <a:pt x="4793" y="3399"/>
                </a:lnTo>
                <a:lnTo>
                  <a:pt x="4793" y="3398"/>
                </a:lnTo>
                <a:lnTo>
                  <a:pt x="4793" y="3397"/>
                </a:lnTo>
                <a:lnTo>
                  <a:pt x="4792" y="3397"/>
                </a:lnTo>
                <a:lnTo>
                  <a:pt x="4791" y="3397"/>
                </a:lnTo>
                <a:lnTo>
                  <a:pt x="4791" y="3396"/>
                </a:lnTo>
                <a:lnTo>
                  <a:pt x="4790" y="3395"/>
                </a:lnTo>
                <a:lnTo>
                  <a:pt x="4790" y="3393"/>
                </a:lnTo>
                <a:lnTo>
                  <a:pt x="4791" y="3392"/>
                </a:lnTo>
                <a:lnTo>
                  <a:pt x="4791" y="3391"/>
                </a:lnTo>
                <a:lnTo>
                  <a:pt x="4792" y="3392"/>
                </a:lnTo>
                <a:lnTo>
                  <a:pt x="4793" y="3392"/>
                </a:lnTo>
                <a:lnTo>
                  <a:pt x="4794" y="3391"/>
                </a:lnTo>
                <a:lnTo>
                  <a:pt x="4794" y="3390"/>
                </a:lnTo>
                <a:lnTo>
                  <a:pt x="4795" y="3390"/>
                </a:lnTo>
                <a:lnTo>
                  <a:pt x="4795" y="3389"/>
                </a:lnTo>
                <a:lnTo>
                  <a:pt x="4795" y="3388"/>
                </a:lnTo>
                <a:lnTo>
                  <a:pt x="4795" y="3387"/>
                </a:lnTo>
                <a:lnTo>
                  <a:pt x="4796" y="3386"/>
                </a:lnTo>
                <a:lnTo>
                  <a:pt x="4796" y="3385"/>
                </a:lnTo>
                <a:lnTo>
                  <a:pt x="4796" y="3386"/>
                </a:lnTo>
                <a:lnTo>
                  <a:pt x="4795" y="3386"/>
                </a:lnTo>
                <a:lnTo>
                  <a:pt x="4794" y="3387"/>
                </a:lnTo>
                <a:lnTo>
                  <a:pt x="4793" y="3386"/>
                </a:lnTo>
                <a:lnTo>
                  <a:pt x="4794" y="3385"/>
                </a:lnTo>
                <a:lnTo>
                  <a:pt x="4795" y="3385"/>
                </a:lnTo>
                <a:lnTo>
                  <a:pt x="4794" y="3384"/>
                </a:lnTo>
                <a:lnTo>
                  <a:pt x="4793" y="3385"/>
                </a:lnTo>
                <a:lnTo>
                  <a:pt x="4791" y="3386"/>
                </a:lnTo>
                <a:lnTo>
                  <a:pt x="4789" y="3386"/>
                </a:lnTo>
                <a:lnTo>
                  <a:pt x="4788" y="3385"/>
                </a:lnTo>
                <a:lnTo>
                  <a:pt x="4789" y="3385"/>
                </a:lnTo>
                <a:lnTo>
                  <a:pt x="4789" y="3384"/>
                </a:lnTo>
                <a:lnTo>
                  <a:pt x="4791" y="3384"/>
                </a:lnTo>
                <a:lnTo>
                  <a:pt x="4794" y="3384"/>
                </a:lnTo>
                <a:lnTo>
                  <a:pt x="4794" y="3383"/>
                </a:lnTo>
                <a:lnTo>
                  <a:pt x="4794" y="3384"/>
                </a:lnTo>
                <a:lnTo>
                  <a:pt x="4793" y="3384"/>
                </a:lnTo>
                <a:lnTo>
                  <a:pt x="4793" y="3383"/>
                </a:lnTo>
                <a:lnTo>
                  <a:pt x="4793" y="3384"/>
                </a:lnTo>
                <a:lnTo>
                  <a:pt x="4792" y="3383"/>
                </a:lnTo>
                <a:lnTo>
                  <a:pt x="4791" y="3384"/>
                </a:lnTo>
                <a:lnTo>
                  <a:pt x="4790" y="3384"/>
                </a:lnTo>
                <a:lnTo>
                  <a:pt x="4789" y="3385"/>
                </a:lnTo>
                <a:lnTo>
                  <a:pt x="4788" y="3385"/>
                </a:lnTo>
                <a:lnTo>
                  <a:pt x="4788" y="3386"/>
                </a:lnTo>
                <a:lnTo>
                  <a:pt x="4788" y="3387"/>
                </a:lnTo>
                <a:lnTo>
                  <a:pt x="4787" y="3387"/>
                </a:lnTo>
                <a:lnTo>
                  <a:pt x="4786" y="3386"/>
                </a:lnTo>
                <a:lnTo>
                  <a:pt x="4785" y="3385"/>
                </a:lnTo>
                <a:lnTo>
                  <a:pt x="4785" y="3384"/>
                </a:lnTo>
                <a:lnTo>
                  <a:pt x="4786" y="3384"/>
                </a:lnTo>
                <a:lnTo>
                  <a:pt x="4786" y="3383"/>
                </a:lnTo>
                <a:lnTo>
                  <a:pt x="4786" y="3381"/>
                </a:lnTo>
                <a:lnTo>
                  <a:pt x="4786" y="3380"/>
                </a:lnTo>
                <a:lnTo>
                  <a:pt x="4787" y="3380"/>
                </a:lnTo>
                <a:lnTo>
                  <a:pt x="4787" y="3381"/>
                </a:lnTo>
                <a:lnTo>
                  <a:pt x="4788" y="3381"/>
                </a:lnTo>
                <a:lnTo>
                  <a:pt x="4789" y="3381"/>
                </a:lnTo>
                <a:lnTo>
                  <a:pt x="4790" y="3380"/>
                </a:lnTo>
                <a:lnTo>
                  <a:pt x="4791" y="3379"/>
                </a:lnTo>
                <a:lnTo>
                  <a:pt x="4789" y="3378"/>
                </a:lnTo>
                <a:lnTo>
                  <a:pt x="4788" y="3378"/>
                </a:lnTo>
                <a:lnTo>
                  <a:pt x="4787" y="3378"/>
                </a:lnTo>
                <a:lnTo>
                  <a:pt x="4787" y="3377"/>
                </a:lnTo>
                <a:lnTo>
                  <a:pt x="4786" y="3377"/>
                </a:lnTo>
                <a:lnTo>
                  <a:pt x="4786" y="3378"/>
                </a:lnTo>
                <a:lnTo>
                  <a:pt x="4785" y="3379"/>
                </a:lnTo>
                <a:lnTo>
                  <a:pt x="4784" y="3379"/>
                </a:lnTo>
                <a:lnTo>
                  <a:pt x="4784" y="3378"/>
                </a:lnTo>
                <a:lnTo>
                  <a:pt x="4783" y="3379"/>
                </a:lnTo>
                <a:lnTo>
                  <a:pt x="4782" y="3379"/>
                </a:lnTo>
                <a:lnTo>
                  <a:pt x="4781" y="3379"/>
                </a:lnTo>
                <a:lnTo>
                  <a:pt x="4779" y="3381"/>
                </a:lnTo>
                <a:lnTo>
                  <a:pt x="4779" y="3380"/>
                </a:lnTo>
                <a:lnTo>
                  <a:pt x="4778" y="3380"/>
                </a:lnTo>
                <a:lnTo>
                  <a:pt x="4778" y="3381"/>
                </a:lnTo>
                <a:lnTo>
                  <a:pt x="4778" y="3382"/>
                </a:lnTo>
                <a:lnTo>
                  <a:pt x="4777" y="3382"/>
                </a:lnTo>
                <a:lnTo>
                  <a:pt x="4776" y="3383"/>
                </a:lnTo>
                <a:lnTo>
                  <a:pt x="4775" y="3383"/>
                </a:lnTo>
                <a:lnTo>
                  <a:pt x="4774" y="3382"/>
                </a:lnTo>
                <a:lnTo>
                  <a:pt x="4774" y="3383"/>
                </a:lnTo>
                <a:lnTo>
                  <a:pt x="4775" y="3383"/>
                </a:lnTo>
                <a:lnTo>
                  <a:pt x="4776" y="3383"/>
                </a:lnTo>
                <a:lnTo>
                  <a:pt x="4777" y="3383"/>
                </a:lnTo>
                <a:lnTo>
                  <a:pt x="4778" y="3383"/>
                </a:lnTo>
                <a:lnTo>
                  <a:pt x="4778" y="3384"/>
                </a:lnTo>
                <a:lnTo>
                  <a:pt x="4779" y="3384"/>
                </a:lnTo>
                <a:lnTo>
                  <a:pt x="4780" y="3385"/>
                </a:lnTo>
                <a:lnTo>
                  <a:pt x="4781" y="3385"/>
                </a:lnTo>
                <a:lnTo>
                  <a:pt x="4781" y="3386"/>
                </a:lnTo>
                <a:lnTo>
                  <a:pt x="4781" y="3387"/>
                </a:lnTo>
                <a:lnTo>
                  <a:pt x="4782" y="3387"/>
                </a:lnTo>
                <a:lnTo>
                  <a:pt x="4782" y="3388"/>
                </a:lnTo>
                <a:lnTo>
                  <a:pt x="4783" y="3387"/>
                </a:lnTo>
                <a:lnTo>
                  <a:pt x="4784" y="3387"/>
                </a:lnTo>
                <a:lnTo>
                  <a:pt x="4784" y="3388"/>
                </a:lnTo>
                <a:lnTo>
                  <a:pt x="4785" y="3388"/>
                </a:lnTo>
                <a:lnTo>
                  <a:pt x="4786" y="3388"/>
                </a:lnTo>
                <a:lnTo>
                  <a:pt x="4785" y="3388"/>
                </a:lnTo>
                <a:lnTo>
                  <a:pt x="4785" y="3390"/>
                </a:lnTo>
                <a:lnTo>
                  <a:pt x="4785" y="3391"/>
                </a:lnTo>
                <a:lnTo>
                  <a:pt x="4785" y="3392"/>
                </a:lnTo>
                <a:lnTo>
                  <a:pt x="4784" y="3392"/>
                </a:lnTo>
                <a:lnTo>
                  <a:pt x="4783" y="3393"/>
                </a:lnTo>
                <a:lnTo>
                  <a:pt x="4782" y="3393"/>
                </a:lnTo>
                <a:lnTo>
                  <a:pt x="4781" y="3395"/>
                </a:lnTo>
                <a:lnTo>
                  <a:pt x="4781" y="3396"/>
                </a:lnTo>
                <a:lnTo>
                  <a:pt x="4782" y="3397"/>
                </a:lnTo>
                <a:lnTo>
                  <a:pt x="4783" y="3397"/>
                </a:lnTo>
                <a:lnTo>
                  <a:pt x="4784" y="3397"/>
                </a:lnTo>
                <a:lnTo>
                  <a:pt x="4784" y="3398"/>
                </a:lnTo>
                <a:lnTo>
                  <a:pt x="4783" y="3398"/>
                </a:lnTo>
                <a:lnTo>
                  <a:pt x="4782" y="3398"/>
                </a:lnTo>
                <a:lnTo>
                  <a:pt x="4782" y="3399"/>
                </a:lnTo>
                <a:lnTo>
                  <a:pt x="4781" y="3399"/>
                </a:lnTo>
                <a:lnTo>
                  <a:pt x="4780" y="3399"/>
                </a:lnTo>
                <a:lnTo>
                  <a:pt x="4778" y="3399"/>
                </a:lnTo>
                <a:lnTo>
                  <a:pt x="4778" y="3400"/>
                </a:lnTo>
                <a:lnTo>
                  <a:pt x="4776" y="3400"/>
                </a:lnTo>
                <a:lnTo>
                  <a:pt x="4775" y="3400"/>
                </a:lnTo>
                <a:lnTo>
                  <a:pt x="4774" y="3401"/>
                </a:lnTo>
                <a:lnTo>
                  <a:pt x="4773" y="3401"/>
                </a:lnTo>
                <a:lnTo>
                  <a:pt x="4772" y="3401"/>
                </a:lnTo>
                <a:lnTo>
                  <a:pt x="4773" y="3402"/>
                </a:lnTo>
                <a:lnTo>
                  <a:pt x="4775" y="3402"/>
                </a:lnTo>
                <a:lnTo>
                  <a:pt x="4776" y="3402"/>
                </a:lnTo>
                <a:lnTo>
                  <a:pt x="4775" y="3402"/>
                </a:lnTo>
                <a:lnTo>
                  <a:pt x="4777" y="3403"/>
                </a:lnTo>
                <a:lnTo>
                  <a:pt x="4777" y="3404"/>
                </a:lnTo>
                <a:lnTo>
                  <a:pt x="4779" y="3406"/>
                </a:lnTo>
                <a:lnTo>
                  <a:pt x="4780" y="3406"/>
                </a:lnTo>
                <a:lnTo>
                  <a:pt x="4781" y="3406"/>
                </a:lnTo>
                <a:lnTo>
                  <a:pt x="4781" y="3407"/>
                </a:lnTo>
                <a:lnTo>
                  <a:pt x="4781" y="3406"/>
                </a:lnTo>
                <a:lnTo>
                  <a:pt x="4781" y="3407"/>
                </a:lnTo>
                <a:lnTo>
                  <a:pt x="4782" y="3408"/>
                </a:lnTo>
                <a:lnTo>
                  <a:pt x="4783" y="3408"/>
                </a:lnTo>
                <a:lnTo>
                  <a:pt x="4784" y="3409"/>
                </a:lnTo>
                <a:lnTo>
                  <a:pt x="4785" y="3409"/>
                </a:lnTo>
                <a:lnTo>
                  <a:pt x="4785" y="3410"/>
                </a:lnTo>
                <a:lnTo>
                  <a:pt x="4786" y="3409"/>
                </a:lnTo>
                <a:lnTo>
                  <a:pt x="4786" y="3408"/>
                </a:lnTo>
                <a:lnTo>
                  <a:pt x="4786" y="3407"/>
                </a:lnTo>
                <a:lnTo>
                  <a:pt x="4787" y="3407"/>
                </a:lnTo>
                <a:lnTo>
                  <a:pt x="4787" y="3406"/>
                </a:lnTo>
                <a:lnTo>
                  <a:pt x="4787" y="3405"/>
                </a:lnTo>
                <a:lnTo>
                  <a:pt x="4788" y="3405"/>
                </a:lnTo>
                <a:lnTo>
                  <a:pt x="4789" y="3405"/>
                </a:lnTo>
                <a:lnTo>
                  <a:pt x="4789" y="3406"/>
                </a:lnTo>
                <a:lnTo>
                  <a:pt x="4789" y="3407"/>
                </a:lnTo>
                <a:lnTo>
                  <a:pt x="4788" y="3407"/>
                </a:lnTo>
                <a:lnTo>
                  <a:pt x="4788" y="3408"/>
                </a:lnTo>
                <a:lnTo>
                  <a:pt x="4787" y="3408"/>
                </a:lnTo>
                <a:lnTo>
                  <a:pt x="4787" y="3411"/>
                </a:lnTo>
                <a:lnTo>
                  <a:pt x="4786" y="3411"/>
                </a:lnTo>
                <a:lnTo>
                  <a:pt x="4786" y="3412"/>
                </a:lnTo>
                <a:lnTo>
                  <a:pt x="4785" y="3412"/>
                </a:lnTo>
                <a:lnTo>
                  <a:pt x="4785" y="3413"/>
                </a:lnTo>
                <a:lnTo>
                  <a:pt x="4786" y="3415"/>
                </a:lnTo>
                <a:lnTo>
                  <a:pt x="4786" y="3416"/>
                </a:lnTo>
                <a:lnTo>
                  <a:pt x="4787" y="3416"/>
                </a:lnTo>
                <a:lnTo>
                  <a:pt x="4788" y="3415"/>
                </a:lnTo>
                <a:lnTo>
                  <a:pt x="4787" y="3416"/>
                </a:lnTo>
                <a:lnTo>
                  <a:pt x="4787" y="3417"/>
                </a:lnTo>
                <a:lnTo>
                  <a:pt x="4788" y="3417"/>
                </a:lnTo>
                <a:lnTo>
                  <a:pt x="4789" y="3416"/>
                </a:lnTo>
                <a:lnTo>
                  <a:pt x="4790" y="3416"/>
                </a:lnTo>
                <a:lnTo>
                  <a:pt x="4790" y="3417"/>
                </a:lnTo>
                <a:lnTo>
                  <a:pt x="4789" y="3417"/>
                </a:lnTo>
                <a:lnTo>
                  <a:pt x="4789" y="3418"/>
                </a:lnTo>
                <a:lnTo>
                  <a:pt x="4788" y="3418"/>
                </a:lnTo>
                <a:lnTo>
                  <a:pt x="4786" y="3418"/>
                </a:lnTo>
                <a:lnTo>
                  <a:pt x="4785" y="3418"/>
                </a:lnTo>
                <a:lnTo>
                  <a:pt x="4786" y="3417"/>
                </a:lnTo>
                <a:lnTo>
                  <a:pt x="4785" y="3416"/>
                </a:lnTo>
                <a:lnTo>
                  <a:pt x="4784" y="3416"/>
                </a:lnTo>
                <a:lnTo>
                  <a:pt x="4782" y="3416"/>
                </a:lnTo>
                <a:lnTo>
                  <a:pt x="4782" y="3417"/>
                </a:lnTo>
                <a:lnTo>
                  <a:pt x="4781" y="3417"/>
                </a:lnTo>
                <a:lnTo>
                  <a:pt x="4780" y="3417"/>
                </a:lnTo>
                <a:lnTo>
                  <a:pt x="4780" y="3416"/>
                </a:lnTo>
                <a:lnTo>
                  <a:pt x="4778" y="3417"/>
                </a:lnTo>
                <a:lnTo>
                  <a:pt x="4777" y="3418"/>
                </a:lnTo>
                <a:lnTo>
                  <a:pt x="4777" y="3419"/>
                </a:lnTo>
                <a:lnTo>
                  <a:pt x="4778" y="3419"/>
                </a:lnTo>
                <a:lnTo>
                  <a:pt x="4778" y="3420"/>
                </a:lnTo>
                <a:lnTo>
                  <a:pt x="4778" y="3422"/>
                </a:lnTo>
                <a:lnTo>
                  <a:pt x="4779" y="3423"/>
                </a:lnTo>
                <a:lnTo>
                  <a:pt x="4780" y="3424"/>
                </a:lnTo>
                <a:lnTo>
                  <a:pt x="4781" y="3424"/>
                </a:lnTo>
                <a:lnTo>
                  <a:pt x="4784" y="3424"/>
                </a:lnTo>
                <a:lnTo>
                  <a:pt x="4785" y="3424"/>
                </a:lnTo>
                <a:lnTo>
                  <a:pt x="4786" y="3425"/>
                </a:lnTo>
                <a:lnTo>
                  <a:pt x="4786" y="3426"/>
                </a:lnTo>
                <a:lnTo>
                  <a:pt x="4785" y="3426"/>
                </a:lnTo>
                <a:lnTo>
                  <a:pt x="4784" y="3426"/>
                </a:lnTo>
                <a:lnTo>
                  <a:pt x="4783" y="3426"/>
                </a:lnTo>
                <a:lnTo>
                  <a:pt x="4782" y="3426"/>
                </a:lnTo>
                <a:lnTo>
                  <a:pt x="4781" y="3426"/>
                </a:lnTo>
                <a:lnTo>
                  <a:pt x="4780" y="3427"/>
                </a:lnTo>
                <a:lnTo>
                  <a:pt x="4778" y="3426"/>
                </a:lnTo>
                <a:lnTo>
                  <a:pt x="4777" y="3426"/>
                </a:lnTo>
                <a:lnTo>
                  <a:pt x="4777" y="3425"/>
                </a:lnTo>
                <a:lnTo>
                  <a:pt x="4776" y="3424"/>
                </a:lnTo>
                <a:lnTo>
                  <a:pt x="4774" y="3424"/>
                </a:lnTo>
                <a:lnTo>
                  <a:pt x="4773" y="3425"/>
                </a:lnTo>
                <a:lnTo>
                  <a:pt x="4772" y="3425"/>
                </a:lnTo>
                <a:lnTo>
                  <a:pt x="4772" y="3426"/>
                </a:lnTo>
                <a:lnTo>
                  <a:pt x="4771" y="3426"/>
                </a:lnTo>
                <a:lnTo>
                  <a:pt x="4770" y="3426"/>
                </a:lnTo>
                <a:lnTo>
                  <a:pt x="4769" y="3427"/>
                </a:lnTo>
                <a:lnTo>
                  <a:pt x="4768" y="3427"/>
                </a:lnTo>
                <a:lnTo>
                  <a:pt x="4767" y="3427"/>
                </a:lnTo>
                <a:lnTo>
                  <a:pt x="4766" y="3427"/>
                </a:lnTo>
                <a:lnTo>
                  <a:pt x="4765" y="3428"/>
                </a:lnTo>
                <a:lnTo>
                  <a:pt x="4764" y="3429"/>
                </a:lnTo>
                <a:lnTo>
                  <a:pt x="4763" y="3429"/>
                </a:lnTo>
                <a:lnTo>
                  <a:pt x="4762" y="3429"/>
                </a:lnTo>
                <a:lnTo>
                  <a:pt x="4761" y="3429"/>
                </a:lnTo>
                <a:lnTo>
                  <a:pt x="4760" y="3430"/>
                </a:lnTo>
                <a:lnTo>
                  <a:pt x="4759" y="3430"/>
                </a:lnTo>
                <a:lnTo>
                  <a:pt x="4758" y="3430"/>
                </a:lnTo>
                <a:lnTo>
                  <a:pt x="4757" y="3430"/>
                </a:lnTo>
                <a:lnTo>
                  <a:pt x="4756" y="3430"/>
                </a:lnTo>
                <a:lnTo>
                  <a:pt x="4756" y="3429"/>
                </a:lnTo>
                <a:lnTo>
                  <a:pt x="4756" y="3428"/>
                </a:lnTo>
                <a:lnTo>
                  <a:pt x="4756" y="3427"/>
                </a:lnTo>
                <a:lnTo>
                  <a:pt x="4756" y="3426"/>
                </a:lnTo>
                <a:lnTo>
                  <a:pt x="4756" y="3425"/>
                </a:lnTo>
                <a:lnTo>
                  <a:pt x="4755" y="3425"/>
                </a:lnTo>
                <a:lnTo>
                  <a:pt x="4755" y="3424"/>
                </a:lnTo>
                <a:lnTo>
                  <a:pt x="4754" y="3424"/>
                </a:lnTo>
                <a:lnTo>
                  <a:pt x="4754" y="3423"/>
                </a:lnTo>
                <a:lnTo>
                  <a:pt x="4755" y="3422"/>
                </a:lnTo>
                <a:lnTo>
                  <a:pt x="4755" y="3421"/>
                </a:lnTo>
                <a:lnTo>
                  <a:pt x="4756" y="3421"/>
                </a:lnTo>
                <a:lnTo>
                  <a:pt x="4756" y="3420"/>
                </a:lnTo>
                <a:lnTo>
                  <a:pt x="4756" y="3419"/>
                </a:lnTo>
                <a:lnTo>
                  <a:pt x="4755" y="3419"/>
                </a:lnTo>
                <a:lnTo>
                  <a:pt x="4755" y="3418"/>
                </a:lnTo>
                <a:lnTo>
                  <a:pt x="4755" y="3417"/>
                </a:lnTo>
                <a:lnTo>
                  <a:pt x="4754" y="3417"/>
                </a:lnTo>
                <a:lnTo>
                  <a:pt x="4753" y="3417"/>
                </a:lnTo>
                <a:lnTo>
                  <a:pt x="4753" y="3418"/>
                </a:lnTo>
                <a:lnTo>
                  <a:pt x="4754" y="3418"/>
                </a:lnTo>
                <a:lnTo>
                  <a:pt x="4753" y="3418"/>
                </a:lnTo>
                <a:lnTo>
                  <a:pt x="4753" y="3419"/>
                </a:lnTo>
                <a:lnTo>
                  <a:pt x="4753" y="3420"/>
                </a:lnTo>
                <a:lnTo>
                  <a:pt x="4754" y="3420"/>
                </a:lnTo>
                <a:lnTo>
                  <a:pt x="4754" y="3421"/>
                </a:lnTo>
                <a:lnTo>
                  <a:pt x="4753" y="3421"/>
                </a:lnTo>
                <a:lnTo>
                  <a:pt x="4752" y="3421"/>
                </a:lnTo>
                <a:lnTo>
                  <a:pt x="4751" y="3422"/>
                </a:lnTo>
                <a:lnTo>
                  <a:pt x="4751" y="3423"/>
                </a:lnTo>
                <a:lnTo>
                  <a:pt x="4751" y="3424"/>
                </a:lnTo>
                <a:lnTo>
                  <a:pt x="4752" y="3424"/>
                </a:lnTo>
                <a:lnTo>
                  <a:pt x="4753" y="3424"/>
                </a:lnTo>
                <a:lnTo>
                  <a:pt x="4754" y="3425"/>
                </a:lnTo>
                <a:lnTo>
                  <a:pt x="4754" y="3426"/>
                </a:lnTo>
                <a:lnTo>
                  <a:pt x="4754" y="3428"/>
                </a:lnTo>
                <a:lnTo>
                  <a:pt x="4754" y="3429"/>
                </a:lnTo>
                <a:lnTo>
                  <a:pt x="4753" y="3429"/>
                </a:lnTo>
                <a:lnTo>
                  <a:pt x="4752" y="3429"/>
                </a:lnTo>
                <a:lnTo>
                  <a:pt x="4751" y="3429"/>
                </a:lnTo>
                <a:lnTo>
                  <a:pt x="4750" y="3429"/>
                </a:lnTo>
                <a:lnTo>
                  <a:pt x="4750" y="3430"/>
                </a:lnTo>
                <a:lnTo>
                  <a:pt x="4750" y="3431"/>
                </a:lnTo>
                <a:lnTo>
                  <a:pt x="4749" y="3432"/>
                </a:lnTo>
                <a:lnTo>
                  <a:pt x="4750" y="3434"/>
                </a:lnTo>
                <a:lnTo>
                  <a:pt x="4750" y="3435"/>
                </a:lnTo>
                <a:lnTo>
                  <a:pt x="4751" y="3435"/>
                </a:lnTo>
                <a:lnTo>
                  <a:pt x="4752" y="3436"/>
                </a:lnTo>
                <a:lnTo>
                  <a:pt x="4751" y="3436"/>
                </a:lnTo>
                <a:lnTo>
                  <a:pt x="4751" y="3437"/>
                </a:lnTo>
                <a:lnTo>
                  <a:pt x="4754" y="3436"/>
                </a:lnTo>
                <a:lnTo>
                  <a:pt x="4755" y="3436"/>
                </a:lnTo>
                <a:lnTo>
                  <a:pt x="4756" y="3436"/>
                </a:lnTo>
                <a:lnTo>
                  <a:pt x="4757" y="3436"/>
                </a:lnTo>
                <a:lnTo>
                  <a:pt x="4757" y="3435"/>
                </a:lnTo>
                <a:lnTo>
                  <a:pt x="4758" y="3434"/>
                </a:lnTo>
                <a:lnTo>
                  <a:pt x="4759" y="3434"/>
                </a:lnTo>
                <a:lnTo>
                  <a:pt x="4759" y="3435"/>
                </a:lnTo>
                <a:lnTo>
                  <a:pt x="4758" y="3435"/>
                </a:lnTo>
                <a:lnTo>
                  <a:pt x="4758" y="3436"/>
                </a:lnTo>
                <a:lnTo>
                  <a:pt x="4758" y="3437"/>
                </a:lnTo>
                <a:lnTo>
                  <a:pt x="4759" y="3438"/>
                </a:lnTo>
                <a:lnTo>
                  <a:pt x="4759" y="3439"/>
                </a:lnTo>
                <a:lnTo>
                  <a:pt x="4760" y="3439"/>
                </a:lnTo>
                <a:lnTo>
                  <a:pt x="4761" y="3439"/>
                </a:lnTo>
                <a:lnTo>
                  <a:pt x="4761" y="3438"/>
                </a:lnTo>
                <a:lnTo>
                  <a:pt x="4762" y="3438"/>
                </a:lnTo>
                <a:lnTo>
                  <a:pt x="4762" y="3439"/>
                </a:lnTo>
                <a:lnTo>
                  <a:pt x="4763" y="3439"/>
                </a:lnTo>
                <a:lnTo>
                  <a:pt x="4763" y="3438"/>
                </a:lnTo>
                <a:lnTo>
                  <a:pt x="4764" y="3439"/>
                </a:lnTo>
                <a:lnTo>
                  <a:pt x="4764" y="3440"/>
                </a:lnTo>
                <a:lnTo>
                  <a:pt x="4764" y="3441"/>
                </a:lnTo>
                <a:lnTo>
                  <a:pt x="4764" y="3442"/>
                </a:lnTo>
                <a:lnTo>
                  <a:pt x="4763" y="3442"/>
                </a:lnTo>
                <a:lnTo>
                  <a:pt x="4762" y="3443"/>
                </a:lnTo>
                <a:lnTo>
                  <a:pt x="4762" y="3444"/>
                </a:lnTo>
                <a:lnTo>
                  <a:pt x="4762" y="3445"/>
                </a:lnTo>
                <a:lnTo>
                  <a:pt x="4761" y="3445"/>
                </a:lnTo>
                <a:lnTo>
                  <a:pt x="4761" y="3444"/>
                </a:lnTo>
                <a:lnTo>
                  <a:pt x="4760" y="3444"/>
                </a:lnTo>
                <a:lnTo>
                  <a:pt x="4760" y="3445"/>
                </a:lnTo>
                <a:lnTo>
                  <a:pt x="4759" y="3445"/>
                </a:lnTo>
                <a:lnTo>
                  <a:pt x="4759" y="3447"/>
                </a:lnTo>
                <a:lnTo>
                  <a:pt x="4759" y="3448"/>
                </a:lnTo>
                <a:lnTo>
                  <a:pt x="4758" y="3448"/>
                </a:lnTo>
                <a:lnTo>
                  <a:pt x="4757" y="3449"/>
                </a:lnTo>
                <a:lnTo>
                  <a:pt x="4758" y="3450"/>
                </a:lnTo>
                <a:lnTo>
                  <a:pt x="4756" y="3451"/>
                </a:lnTo>
                <a:lnTo>
                  <a:pt x="4755" y="3451"/>
                </a:lnTo>
                <a:lnTo>
                  <a:pt x="4754" y="3452"/>
                </a:lnTo>
                <a:lnTo>
                  <a:pt x="4753" y="3450"/>
                </a:lnTo>
                <a:lnTo>
                  <a:pt x="4754" y="3450"/>
                </a:lnTo>
                <a:lnTo>
                  <a:pt x="4753" y="3449"/>
                </a:lnTo>
                <a:lnTo>
                  <a:pt x="4752" y="3449"/>
                </a:lnTo>
                <a:lnTo>
                  <a:pt x="4751" y="3449"/>
                </a:lnTo>
                <a:lnTo>
                  <a:pt x="4751" y="3450"/>
                </a:lnTo>
                <a:lnTo>
                  <a:pt x="4750" y="3453"/>
                </a:lnTo>
                <a:lnTo>
                  <a:pt x="4750" y="3454"/>
                </a:lnTo>
                <a:lnTo>
                  <a:pt x="4750" y="3455"/>
                </a:lnTo>
                <a:lnTo>
                  <a:pt x="4751" y="3456"/>
                </a:lnTo>
                <a:lnTo>
                  <a:pt x="4751" y="3457"/>
                </a:lnTo>
                <a:lnTo>
                  <a:pt x="4751" y="3458"/>
                </a:lnTo>
                <a:lnTo>
                  <a:pt x="4752" y="3458"/>
                </a:lnTo>
                <a:lnTo>
                  <a:pt x="4752" y="3457"/>
                </a:lnTo>
                <a:lnTo>
                  <a:pt x="4753" y="3456"/>
                </a:lnTo>
                <a:lnTo>
                  <a:pt x="4754" y="3456"/>
                </a:lnTo>
                <a:lnTo>
                  <a:pt x="4754" y="3457"/>
                </a:lnTo>
                <a:lnTo>
                  <a:pt x="4754" y="3459"/>
                </a:lnTo>
                <a:lnTo>
                  <a:pt x="4753" y="3460"/>
                </a:lnTo>
                <a:lnTo>
                  <a:pt x="4753" y="3461"/>
                </a:lnTo>
                <a:lnTo>
                  <a:pt x="4752" y="3462"/>
                </a:lnTo>
                <a:lnTo>
                  <a:pt x="4751" y="3462"/>
                </a:lnTo>
                <a:lnTo>
                  <a:pt x="4750" y="3464"/>
                </a:lnTo>
                <a:lnTo>
                  <a:pt x="4751" y="3464"/>
                </a:lnTo>
                <a:lnTo>
                  <a:pt x="4751" y="3465"/>
                </a:lnTo>
                <a:lnTo>
                  <a:pt x="4750" y="3465"/>
                </a:lnTo>
                <a:lnTo>
                  <a:pt x="4750" y="3464"/>
                </a:lnTo>
                <a:lnTo>
                  <a:pt x="4749" y="3465"/>
                </a:lnTo>
                <a:lnTo>
                  <a:pt x="4749" y="3466"/>
                </a:lnTo>
                <a:lnTo>
                  <a:pt x="4748" y="3466"/>
                </a:lnTo>
                <a:lnTo>
                  <a:pt x="4747" y="3467"/>
                </a:lnTo>
                <a:lnTo>
                  <a:pt x="4746" y="3467"/>
                </a:lnTo>
                <a:lnTo>
                  <a:pt x="4746" y="3468"/>
                </a:lnTo>
                <a:lnTo>
                  <a:pt x="4745" y="3468"/>
                </a:lnTo>
                <a:lnTo>
                  <a:pt x="4744" y="3468"/>
                </a:lnTo>
                <a:lnTo>
                  <a:pt x="4743" y="3469"/>
                </a:lnTo>
                <a:lnTo>
                  <a:pt x="4743" y="3470"/>
                </a:lnTo>
                <a:lnTo>
                  <a:pt x="4742" y="3470"/>
                </a:lnTo>
                <a:lnTo>
                  <a:pt x="4742" y="3468"/>
                </a:lnTo>
                <a:lnTo>
                  <a:pt x="4743" y="3467"/>
                </a:lnTo>
                <a:lnTo>
                  <a:pt x="4743" y="3466"/>
                </a:lnTo>
                <a:lnTo>
                  <a:pt x="4743" y="3465"/>
                </a:lnTo>
                <a:lnTo>
                  <a:pt x="4742" y="3462"/>
                </a:lnTo>
                <a:lnTo>
                  <a:pt x="4740" y="3460"/>
                </a:lnTo>
                <a:lnTo>
                  <a:pt x="4739" y="3459"/>
                </a:lnTo>
                <a:lnTo>
                  <a:pt x="4738" y="3458"/>
                </a:lnTo>
                <a:lnTo>
                  <a:pt x="4736" y="3458"/>
                </a:lnTo>
                <a:lnTo>
                  <a:pt x="4735" y="3458"/>
                </a:lnTo>
                <a:lnTo>
                  <a:pt x="4735" y="3457"/>
                </a:lnTo>
                <a:lnTo>
                  <a:pt x="4734" y="3456"/>
                </a:lnTo>
                <a:lnTo>
                  <a:pt x="4732" y="3456"/>
                </a:lnTo>
                <a:lnTo>
                  <a:pt x="4731" y="3456"/>
                </a:lnTo>
                <a:lnTo>
                  <a:pt x="4729" y="3456"/>
                </a:lnTo>
                <a:lnTo>
                  <a:pt x="4729" y="3455"/>
                </a:lnTo>
                <a:lnTo>
                  <a:pt x="4729" y="3454"/>
                </a:lnTo>
                <a:lnTo>
                  <a:pt x="4729" y="3453"/>
                </a:lnTo>
                <a:lnTo>
                  <a:pt x="4729" y="3452"/>
                </a:lnTo>
                <a:lnTo>
                  <a:pt x="4730" y="3452"/>
                </a:lnTo>
                <a:lnTo>
                  <a:pt x="4729" y="3451"/>
                </a:lnTo>
                <a:lnTo>
                  <a:pt x="4730" y="3451"/>
                </a:lnTo>
                <a:lnTo>
                  <a:pt x="4730" y="3450"/>
                </a:lnTo>
                <a:lnTo>
                  <a:pt x="4729" y="3450"/>
                </a:lnTo>
                <a:lnTo>
                  <a:pt x="4729" y="3449"/>
                </a:lnTo>
                <a:lnTo>
                  <a:pt x="4729" y="3448"/>
                </a:lnTo>
                <a:lnTo>
                  <a:pt x="4728" y="3447"/>
                </a:lnTo>
                <a:lnTo>
                  <a:pt x="4728" y="3448"/>
                </a:lnTo>
                <a:lnTo>
                  <a:pt x="4728" y="3449"/>
                </a:lnTo>
                <a:lnTo>
                  <a:pt x="4728" y="3450"/>
                </a:lnTo>
                <a:lnTo>
                  <a:pt x="4728" y="3451"/>
                </a:lnTo>
                <a:lnTo>
                  <a:pt x="4728" y="3452"/>
                </a:lnTo>
                <a:lnTo>
                  <a:pt x="4727" y="3452"/>
                </a:lnTo>
                <a:lnTo>
                  <a:pt x="4727" y="3453"/>
                </a:lnTo>
                <a:lnTo>
                  <a:pt x="4727" y="3454"/>
                </a:lnTo>
                <a:lnTo>
                  <a:pt x="4727" y="3455"/>
                </a:lnTo>
                <a:lnTo>
                  <a:pt x="4728" y="3456"/>
                </a:lnTo>
                <a:lnTo>
                  <a:pt x="4728" y="3458"/>
                </a:lnTo>
                <a:lnTo>
                  <a:pt x="4727" y="3459"/>
                </a:lnTo>
                <a:lnTo>
                  <a:pt x="4726" y="3459"/>
                </a:lnTo>
                <a:lnTo>
                  <a:pt x="4724" y="3460"/>
                </a:lnTo>
                <a:lnTo>
                  <a:pt x="4723" y="3460"/>
                </a:lnTo>
                <a:lnTo>
                  <a:pt x="4723" y="3461"/>
                </a:lnTo>
                <a:lnTo>
                  <a:pt x="4722" y="3462"/>
                </a:lnTo>
                <a:lnTo>
                  <a:pt x="4721" y="3462"/>
                </a:lnTo>
                <a:lnTo>
                  <a:pt x="4720" y="3462"/>
                </a:lnTo>
                <a:lnTo>
                  <a:pt x="4719" y="3462"/>
                </a:lnTo>
                <a:lnTo>
                  <a:pt x="4718" y="3462"/>
                </a:lnTo>
                <a:lnTo>
                  <a:pt x="4717" y="3462"/>
                </a:lnTo>
                <a:lnTo>
                  <a:pt x="4716" y="3462"/>
                </a:lnTo>
                <a:lnTo>
                  <a:pt x="4715" y="3462"/>
                </a:lnTo>
                <a:lnTo>
                  <a:pt x="4714" y="3462"/>
                </a:lnTo>
                <a:lnTo>
                  <a:pt x="4713" y="3462"/>
                </a:lnTo>
                <a:lnTo>
                  <a:pt x="4713" y="3461"/>
                </a:lnTo>
                <a:lnTo>
                  <a:pt x="4712" y="3462"/>
                </a:lnTo>
                <a:lnTo>
                  <a:pt x="4713" y="3462"/>
                </a:lnTo>
                <a:lnTo>
                  <a:pt x="4713" y="3463"/>
                </a:lnTo>
                <a:lnTo>
                  <a:pt x="4712" y="3463"/>
                </a:lnTo>
                <a:lnTo>
                  <a:pt x="4711" y="3464"/>
                </a:lnTo>
                <a:lnTo>
                  <a:pt x="4710" y="3465"/>
                </a:lnTo>
                <a:lnTo>
                  <a:pt x="4709" y="3465"/>
                </a:lnTo>
                <a:lnTo>
                  <a:pt x="4709" y="3466"/>
                </a:lnTo>
                <a:lnTo>
                  <a:pt x="4708" y="3467"/>
                </a:lnTo>
                <a:lnTo>
                  <a:pt x="4706" y="3467"/>
                </a:lnTo>
                <a:lnTo>
                  <a:pt x="4706" y="3466"/>
                </a:lnTo>
                <a:lnTo>
                  <a:pt x="4704" y="3466"/>
                </a:lnTo>
                <a:lnTo>
                  <a:pt x="4703" y="3464"/>
                </a:lnTo>
                <a:lnTo>
                  <a:pt x="4702" y="3463"/>
                </a:lnTo>
                <a:lnTo>
                  <a:pt x="4702" y="3462"/>
                </a:lnTo>
                <a:lnTo>
                  <a:pt x="4702" y="3460"/>
                </a:lnTo>
                <a:lnTo>
                  <a:pt x="4702" y="3459"/>
                </a:lnTo>
                <a:lnTo>
                  <a:pt x="4702" y="3457"/>
                </a:lnTo>
                <a:lnTo>
                  <a:pt x="4701" y="3457"/>
                </a:lnTo>
                <a:lnTo>
                  <a:pt x="4701" y="3456"/>
                </a:lnTo>
                <a:lnTo>
                  <a:pt x="4703" y="3455"/>
                </a:lnTo>
                <a:lnTo>
                  <a:pt x="4703" y="3454"/>
                </a:lnTo>
                <a:lnTo>
                  <a:pt x="4704" y="3454"/>
                </a:lnTo>
                <a:lnTo>
                  <a:pt x="4703" y="3454"/>
                </a:lnTo>
                <a:lnTo>
                  <a:pt x="4702" y="3453"/>
                </a:lnTo>
                <a:lnTo>
                  <a:pt x="4702" y="3452"/>
                </a:lnTo>
                <a:lnTo>
                  <a:pt x="4701" y="3452"/>
                </a:lnTo>
                <a:lnTo>
                  <a:pt x="4701" y="3453"/>
                </a:lnTo>
                <a:lnTo>
                  <a:pt x="4701" y="3454"/>
                </a:lnTo>
                <a:lnTo>
                  <a:pt x="4701" y="3455"/>
                </a:lnTo>
                <a:lnTo>
                  <a:pt x="4700" y="3456"/>
                </a:lnTo>
                <a:lnTo>
                  <a:pt x="4700" y="3455"/>
                </a:lnTo>
                <a:lnTo>
                  <a:pt x="4698" y="3454"/>
                </a:lnTo>
                <a:lnTo>
                  <a:pt x="4698" y="3455"/>
                </a:lnTo>
                <a:lnTo>
                  <a:pt x="4698" y="3456"/>
                </a:lnTo>
                <a:lnTo>
                  <a:pt x="4697" y="3457"/>
                </a:lnTo>
                <a:lnTo>
                  <a:pt x="4697" y="3458"/>
                </a:lnTo>
                <a:lnTo>
                  <a:pt x="4696" y="3459"/>
                </a:lnTo>
                <a:lnTo>
                  <a:pt x="4696" y="3460"/>
                </a:lnTo>
                <a:lnTo>
                  <a:pt x="4694" y="3461"/>
                </a:lnTo>
                <a:lnTo>
                  <a:pt x="4694" y="3462"/>
                </a:lnTo>
                <a:lnTo>
                  <a:pt x="4693" y="3463"/>
                </a:lnTo>
                <a:lnTo>
                  <a:pt x="4692" y="3464"/>
                </a:lnTo>
                <a:lnTo>
                  <a:pt x="4691" y="3464"/>
                </a:lnTo>
                <a:lnTo>
                  <a:pt x="4691" y="3463"/>
                </a:lnTo>
                <a:lnTo>
                  <a:pt x="4689" y="3463"/>
                </a:lnTo>
                <a:lnTo>
                  <a:pt x="4689" y="3464"/>
                </a:lnTo>
                <a:lnTo>
                  <a:pt x="4688" y="3465"/>
                </a:lnTo>
                <a:lnTo>
                  <a:pt x="4685" y="3465"/>
                </a:lnTo>
                <a:lnTo>
                  <a:pt x="4685" y="3467"/>
                </a:lnTo>
                <a:lnTo>
                  <a:pt x="4686" y="3467"/>
                </a:lnTo>
                <a:lnTo>
                  <a:pt x="4686" y="3468"/>
                </a:lnTo>
                <a:lnTo>
                  <a:pt x="4687" y="3468"/>
                </a:lnTo>
                <a:lnTo>
                  <a:pt x="4687" y="3467"/>
                </a:lnTo>
                <a:lnTo>
                  <a:pt x="4687" y="3468"/>
                </a:lnTo>
                <a:lnTo>
                  <a:pt x="4689" y="3471"/>
                </a:lnTo>
                <a:lnTo>
                  <a:pt x="4690" y="3471"/>
                </a:lnTo>
                <a:lnTo>
                  <a:pt x="4689" y="3471"/>
                </a:lnTo>
                <a:lnTo>
                  <a:pt x="4688" y="3472"/>
                </a:lnTo>
                <a:lnTo>
                  <a:pt x="4687" y="3473"/>
                </a:lnTo>
                <a:lnTo>
                  <a:pt x="4686" y="3474"/>
                </a:lnTo>
                <a:lnTo>
                  <a:pt x="4686" y="3475"/>
                </a:lnTo>
                <a:lnTo>
                  <a:pt x="4686" y="3476"/>
                </a:lnTo>
                <a:lnTo>
                  <a:pt x="4686" y="3477"/>
                </a:lnTo>
                <a:lnTo>
                  <a:pt x="4687" y="3478"/>
                </a:lnTo>
                <a:lnTo>
                  <a:pt x="4687" y="3479"/>
                </a:lnTo>
                <a:lnTo>
                  <a:pt x="4685" y="3479"/>
                </a:lnTo>
                <a:lnTo>
                  <a:pt x="4684" y="3478"/>
                </a:lnTo>
                <a:lnTo>
                  <a:pt x="4680" y="3477"/>
                </a:lnTo>
                <a:lnTo>
                  <a:pt x="4678" y="3477"/>
                </a:lnTo>
                <a:lnTo>
                  <a:pt x="4677" y="3476"/>
                </a:lnTo>
                <a:lnTo>
                  <a:pt x="4674" y="3475"/>
                </a:lnTo>
                <a:lnTo>
                  <a:pt x="4674" y="3474"/>
                </a:lnTo>
                <a:lnTo>
                  <a:pt x="4673" y="3474"/>
                </a:lnTo>
                <a:lnTo>
                  <a:pt x="4672" y="3475"/>
                </a:lnTo>
                <a:lnTo>
                  <a:pt x="4673" y="3476"/>
                </a:lnTo>
                <a:lnTo>
                  <a:pt x="4673" y="3477"/>
                </a:lnTo>
                <a:lnTo>
                  <a:pt x="4673" y="3478"/>
                </a:lnTo>
                <a:lnTo>
                  <a:pt x="4672" y="3479"/>
                </a:lnTo>
                <a:lnTo>
                  <a:pt x="4671" y="3480"/>
                </a:lnTo>
                <a:lnTo>
                  <a:pt x="4670" y="3480"/>
                </a:lnTo>
                <a:lnTo>
                  <a:pt x="4671" y="3481"/>
                </a:lnTo>
                <a:lnTo>
                  <a:pt x="4672" y="3482"/>
                </a:lnTo>
                <a:lnTo>
                  <a:pt x="4671" y="3482"/>
                </a:lnTo>
                <a:lnTo>
                  <a:pt x="4671" y="3483"/>
                </a:lnTo>
                <a:lnTo>
                  <a:pt x="4672" y="3483"/>
                </a:lnTo>
                <a:lnTo>
                  <a:pt x="4672" y="3484"/>
                </a:lnTo>
                <a:lnTo>
                  <a:pt x="4674" y="3484"/>
                </a:lnTo>
                <a:lnTo>
                  <a:pt x="4675" y="3484"/>
                </a:lnTo>
                <a:lnTo>
                  <a:pt x="4676" y="3484"/>
                </a:lnTo>
                <a:lnTo>
                  <a:pt x="4677" y="3484"/>
                </a:lnTo>
                <a:lnTo>
                  <a:pt x="4678" y="3484"/>
                </a:lnTo>
                <a:lnTo>
                  <a:pt x="4680" y="3483"/>
                </a:lnTo>
                <a:lnTo>
                  <a:pt x="4681" y="3483"/>
                </a:lnTo>
                <a:lnTo>
                  <a:pt x="4682" y="3482"/>
                </a:lnTo>
                <a:lnTo>
                  <a:pt x="4683" y="3482"/>
                </a:lnTo>
                <a:lnTo>
                  <a:pt x="4684" y="3482"/>
                </a:lnTo>
                <a:lnTo>
                  <a:pt x="4686" y="3482"/>
                </a:lnTo>
                <a:lnTo>
                  <a:pt x="4688" y="3482"/>
                </a:lnTo>
                <a:lnTo>
                  <a:pt x="4689" y="3482"/>
                </a:lnTo>
                <a:lnTo>
                  <a:pt x="4689" y="3483"/>
                </a:lnTo>
                <a:lnTo>
                  <a:pt x="4690" y="3483"/>
                </a:lnTo>
                <a:lnTo>
                  <a:pt x="4689" y="3484"/>
                </a:lnTo>
                <a:lnTo>
                  <a:pt x="4689" y="3485"/>
                </a:lnTo>
                <a:lnTo>
                  <a:pt x="4688" y="3485"/>
                </a:lnTo>
                <a:lnTo>
                  <a:pt x="4688" y="3486"/>
                </a:lnTo>
                <a:lnTo>
                  <a:pt x="4688" y="3487"/>
                </a:lnTo>
                <a:lnTo>
                  <a:pt x="4688" y="3488"/>
                </a:lnTo>
                <a:lnTo>
                  <a:pt x="4687" y="3488"/>
                </a:lnTo>
                <a:lnTo>
                  <a:pt x="4687" y="3489"/>
                </a:lnTo>
                <a:lnTo>
                  <a:pt x="4686" y="3489"/>
                </a:lnTo>
                <a:lnTo>
                  <a:pt x="4686" y="3490"/>
                </a:lnTo>
                <a:lnTo>
                  <a:pt x="4687" y="3490"/>
                </a:lnTo>
                <a:lnTo>
                  <a:pt x="4687" y="3489"/>
                </a:lnTo>
                <a:lnTo>
                  <a:pt x="4688" y="3489"/>
                </a:lnTo>
                <a:lnTo>
                  <a:pt x="4690" y="3489"/>
                </a:lnTo>
                <a:lnTo>
                  <a:pt x="4691" y="3488"/>
                </a:lnTo>
                <a:lnTo>
                  <a:pt x="4692" y="3488"/>
                </a:lnTo>
                <a:lnTo>
                  <a:pt x="4693" y="3489"/>
                </a:lnTo>
                <a:lnTo>
                  <a:pt x="4693" y="3490"/>
                </a:lnTo>
                <a:lnTo>
                  <a:pt x="4694" y="3491"/>
                </a:lnTo>
                <a:lnTo>
                  <a:pt x="4694" y="3492"/>
                </a:lnTo>
                <a:lnTo>
                  <a:pt x="4694" y="3493"/>
                </a:lnTo>
                <a:lnTo>
                  <a:pt x="4694" y="3494"/>
                </a:lnTo>
                <a:lnTo>
                  <a:pt x="4696" y="3494"/>
                </a:lnTo>
                <a:lnTo>
                  <a:pt x="4696" y="3495"/>
                </a:lnTo>
                <a:lnTo>
                  <a:pt x="4695" y="3496"/>
                </a:lnTo>
                <a:lnTo>
                  <a:pt x="4695" y="3497"/>
                </a:lnTo>
                <a:lnTo>
                  <a:pt x="4696" y="3497"/>
                </a:lnTo>
                <a:lnTo>
                  <a:pt x="4696" y="3498"/>
                </a:lnTo>
                <a:lnTo>
                  <a:pt x="4697" y="3499"/>
                </a:lnTo>
                <a:lnTo>
                  <a:pt x="4696" y="3500"/>
                </a:lnTo>
                <a:lnTo>
                  <a:pt x="4696" y="3499"/>
                </a:lnTo>
                <a:lnTo>
                  <a:pt x="4695" y="3499"/>
                </a:lnTo>
                <a:lnTo>
                  <a:pt x="4694" y="3500"/>
                </a:lnTo>
                <a:lnTo>
                  <a:pt x="4693" y="3500"/>
                </a:lnTo>
                <a:lnTo>
                  <a:pt x="4693" y="3501"/>
                </a:lnTo>
                <a:lnTo>
                  <a:pt x="4692" y="3502"/>
                </a:lnTo>
                <a:lnTo>
                  <a:pt x="4692" y="3501"/>
                </a:lnTo>
                <a:lnTo>
                  <a:pt x="4691" y="3501"/>
                </a:lnTo>
                <a:lnTo>
                  <a:pt x="4690" y="3501"/>
                </a:lnTo>
                <a:lnTo>
                  <a:pt x="4689" y="3502"/>
                </a:lnTo>
                <a:lnTo>
                  <a:pt x="4688" y="3503"/>
                </a:lnTo>
                <a:lnTo>
                  <a:pt x="4687" y="3503"/>
                </a:lnTo>
                <a:lnTo>
                  <a:pt x="4687" y="3504"/>
                </a:lnTo>
                <a:lnTo>
                  <a:pt x="4687" y="3505"/>
                </a:lnTo>
                <a:lnTo>
                  <a:pt x="4686" y="3506"/>
                </a:lnTo>
                <a:lnTo>
                  <a:pt x="4686" y="3505"/>
                </a:lnTo>
                <a:lnTo>
                  <a:pt x="4685" y="3506"/>
                </a:lnTo>
                <a:lnTo>
                  <a:pt x="4685" y="3507"/>
                </a:lnTo>
                <a:lnTo>
                  <a:pt x="4684" y="3507"/>
                </a:lnTo>
                <a:lnTo>
                  <a:pt x="4684" y="3506"/>
                </a:lnTo>
                <a:lnTo>
                  <a:pt x="4683" y="3507"/>
                </a:lnTo>
                <a:lnTo>
                  <a:pt x="4682" y="3508"/>
                </a:lnTo>
                <a:lnTo>
                  <a:pt x="4682" y="3509"/>
                </a:lnTo>
                <a:lnTo>
                  <a:pt x="4681" y="3509"/>
                </a:lnTo>
                <a:lnTo>
                  <a:pt x="4681" y="3510"/>
                </a:lnTo>
                <a:lnTo>
                  <a:pt x="4680" y="3510"/>
                </a:lnTo>
                <a:lnTo>
                  <a:pt x="4680" y="3512"/>
                </a:lnTo>
                <a:lnTo>
                  <a:pt x="4679" y="3513"/>
                </a:lnTo>
                <a:lnTo>
                  <a:pt x="4679" y="3512"/>
                </a:lnTo>
                <a:lnTo>
                  <a:pt x="4679" y="3511"/>
                </a:lnTo>
                <a:lnTo>
                  <a:pt x="4679" y="3510"/>
                </a:lnTo>
                <a:lnTo>
                  <a:pt x="4679" y="3509"/>
                </a:lnTo>
                <a:lnTo>
                  <a:pt x="4680" y="3509"/>
                </a:lnTo>
                <a:lnTo>
                  <a:pt x="4679" y="3509"/>
                </a:lnTo>
                <a:lnTo>
                  <a:pt x="4679" y="3510"/>
                </a:lnTo>
                <a:lnTo>
                  <a:pt x="4678" y="3510"/>
                </a:lnTo>
                <a:lnTo>
                  <a:pt x="4678" y="3509"/>
                </a:lnTo>
                <a:lnTo>
                  <a:pt x="4678" y="3508"/>
                </a:lnTo>
                <a:lnTo>
                  <a:pt x="4678" y="3507"/>
                </a:lnTo>
                <a:lnTo>
                  <a:pt x="4677" y="3507"/>
                </a:lnTo>
                <a:lnTo>
                  <a:pt x="4677" y="3508"/>
                </a:lnTo>
                <a:lnTo>
                  <a:pt x="4677" y="3509"/>
                </a:lnTo>
                <a:lnTo>
                  <a:pt x="4678" y="3510"/>
                </a:lnTo>
                <a:lnTo>
                  <a:pt x="4678" y="3511"/>
                </a:lnTo>
                <a:lnTo>
                  <a:pt x="4677" y="3511"/>
                </a:lnTo>
                <a:lnTo>
                  <a:pt x="4677" y="3510"/>
                </a:lnTo>
                <a:lnTo>
                  <a:pt x="4677" y="3509"/>
                </a:lnTo>
                <a:lnTo>
                  <a:pt x="4676" y="3509"/>
                </a:lnTo>
                <a:lnTo>
                  <a:pt x="4676" y="3510"/>
                </a:lnTo>
                <a:lnTo>
                  <a:pt x="4675" y="3510"/>
                </a:lnTo>
                <a:lnTo>
                  <a:pt x="4677" y="3511"/>
                </a:lnTo>
                <a:lnTo>
                  <a:pt x="4677" y="3512"/>
                </a:lnTo>
                <a:lnTo>
                  <a:pt x="4678" y="3512"/>
                </a:lnTo>
                <a:lnTo>
                  <a:pt x="4677" y="3512"/>
                </a:lnTo>
                <a:lnTo>
                  <a:pt x="4677" y="3513"/>
                </a:lnTo>
                <a:lnTo>
                  <a:pt x="4676" y="3514"/>
                </a:lnTo>
                <a:lnTo>
                  <a:pt x="4675" y="3515"/>
                </a:lnTo>
                <a:lnTo>
                  <a:pt x="4675" y="3516"/>
                </a:lnTo>
                <a:lnTo>
                  <a:pt x="4674" y="3517"/>
                </a:lnTo>
                <a:lnTo>
                  <a:pt x="4673" y="3517"/>
                </a:lnTo>
                <a:lnTo>
                  <a:pt x="4673" y="3518"/>
                </a:lnTo>
                <a:lnTo>
                  <a:pt x="4672" y="3519"/>
                </a:lnTo>
                <a:lnTo>
                  <a:pt x="4672" y="3520"/>
                </a:lnTo>
                <a:lnTo>
                  <a:pt x="4671" y="3521"/>
                </a:lnTo>
                <a:lnTo>
                  <a:pt x="4671" y="3525"/>
                </a:lnTo>
                <a:lnTo>
                  <a:pt x="4672" y="3526"/>
                </a:lnTo>
                <a:lnTo>
                  <a:pt x="4672" y="3527"/>
                </a:lnTo>
                <a:lnTo>
                  <a:pt x="4671" y="3528"/>
                </a:lnTo>
                <a:lnTo>
                  <a:pt x="4670" y="3527"/>
                </a:lnTo>
                <a:lnTo>
                  <a:pt x="4669" y="3528"/>
                </a:lnTo>
                <a:lnTo>
                  <a:pt x="4669" y="3527"/>
                </a:lnTo>
                <a:lnTo>
                  <a:pt x="4668" y="3527"/>
                </a:lnTo>
                <a:lnTo>
                  <a:pt x="4666" y="3528"/>
                </a:lnTo>
                <a:lnTo>
                  <a:pt x="4665" y="3529"/>
                </a:lnTo>
                <a:lnTo>
                  <a:pt x="4664" y="3529"/>
                </a:lnTo>
                <a:lnTo>
                  <a:pt x="4664" y="3530"/>
                </a:lnTo>
                <a:lnTo>
                  <a:pt x="4664" y="3531"/>
                </a:lnTo>
                <a:lnTo>
                  <a:pt x="4664" y="3532"/>
                </a:lnTo>
                <a:lnTo>
                  <a:pt x="4664" y="3531"/>
                </a:lnTo>
                <a:lnTo>
                  <a:pt x="4663" y="3532"/>
                </a:lnTo>
                <a:lnTo>
                  <a:pt x="4663" y="3531"/>
                </a:lnTo>
                <a:lnTo>
                  <a:pt x="4662" y="3531"/>
                </a:lnTo>
                <a:lnTo>
                  <a:pt x="4662" y="3532"/>
                </a:lnTo>
                <a:lnTo>
                  <a:pt x="4661" y="3533"/>
                </a:lnTo>
                <a:lnTo>
                  <a:pt x="4661" y="3534"/>
                </a:lnTo>
                <a:lnTo>
                  <a:pt x="4661" y="3535"/>
                </a:lnTo>
                <a:lnTo>
                  <a:pt x="4661" y="3536"/>
                </a:lnTo>
                <a:lnTo>
                  <a:pt x="4660" y="3536"/>
                </a:lnTo>
                <a:lnTo>
                  <a:pt x="4659" y="3536"/>
                </a:lnTo>
                <a:lnTo>
                  <a:pt x="4658" y="3536"/>
                </a:lnTo>
                <a:lnTo>
                  <a:pt x="4658" y="3537"/>
                </a:lnTo>
                <a:lnTo>
                  <a:pt x="4658" y="3538"/>
                </a:lnTo>
                <a:lnTo>
                  <a:pt x="4658" y="3539"/>
                </a:lnTo>
                <a:lnTo>
                  <a:pt x="4658" y="3540"/>
                </a:lnTo>
                <a:lnTo>
                  <a:pt x="4658" y="3541"/>
                </a:lnTo>
                <a:lnTo>
                  <a:pt x="4657" y="3541"/>
                </a:lnTo>
                <a:lnTo>
                  <a:pt x="4656" y="3542"/>
                </a:lnTo>
                <a:lnTo>
                  <a:pt x="4655" y="3543"/>
                </a:lnTo>
                <a:lnTo>
                  <a:pt x="4655" y="3542"/>
                </a:lnTo>
                <a:lnTo>
                  <a:pt x="4655" y="3541"/>
                </a:lnTo>
                <a:lnTo>
                  <a:pt x="4654" y="3540"/>
                </a:lnTo>
                <a:lnTo>
                  <a:pt x="4654" y="3539"/>
                </a:lnTo>
                <a:lnTo>
                  <a:pt x="4655" y="3538"/>
                </a:lnTo>
                <a:lnTo>
                  <a:pt x="4657" y="3537"/>
                </a:lnTo>
                <a:lnTo>
                  <a:pt x="4657" y="3536"/>
                </a:lnTo>
                <a:lnTo>
                  <a:pt x="4657" y="3535"/>
                </a:lnTo>
                <a:lnTo>
                  <a:pt x="4658" y="3535"/>
                </a:lnTo>
                <a:lnTo>
                  <a:pt x="4658" y="3534"/>
                </a:lnTo>
                <a:lnTo>
                  <a:pt x="4658" y="3533"/>
                </a:lnTo>
                <a:lnTo>
                  <a:pt x="4658" y="3532"/>
                </a:lnTo>
                <a:lnTo>
                  <a:pt x="4659" y="3532"/>
                </a:lnTo>
                <a:lnTo>
                  <a:pt x="4659" y="3533"/>
                </a:lnTo>
                <a:lnTo>
                  <a:pt x="4660" y="3532"/>
                </a:lnTo>
                <a:lnTo>
                  <a:pt x="4660" y="3531"/>
                </a:lnTo>
                <a:lnTo>
                  <a:pt x="4660" y="3532"/>
                </a:lnTo>
                <a:lnTo>
                  <a:pt x="4659" y="3532"/>
                </a:lnTo>
                <a:lnTo>
                  <a:pt x="4659" y="3531"/>
                </a:lnTo>
                <a:lnTo>
                  <a:pt x="4658" y="3531"/>
                </a:lnTo>
                <a:lnTo>
                  <a:pt x="4658" y="3532"/>
                </a:lnTo>
                <a:lnTo>
                  <a:pt x="4658" y="3531"/>
                </a:lnTo>
                <a:lnTo>
                  <a:pt x="4657" y="3530"/>
                </a:lnTo>
                <a:lnTo>
                  <a:pt x="4657" y="3529"/>
                </a:lnTo>
                <a:lnTo>
                  <a:pt x="4657" y="3528"/>
                </a:lnTo>
                <a:lnTo>
                  <a:pt x="4658" y="3527"/>
                </a:lnTo>
                <a:lnTo>
                  <a:pt x="4657" y="3527"/>
                </a:lnTo>
                <a:lnTo>
                  <a:pt x="4657" y="3528"/>
                </a:lnTo>
                <a:lnTo>
                  <a:pt x="4656" y="3528"/>
                </a:lnTo>
                <a:lnTo>
                  <a:pt x="4656" y="3529"/>
                </a:lnTo>
                <a:lnTo>
                  <a:pt x="4655" y="3530"/>
                </a:lnTo>
                <a:lnTo>
                  <a:pt x="4655" y="3529"/>
                </a:lnTo>
                <a:lnTo>
                  <a:pt x="4654" y="3528"/>
                </a:lnTo>
                <a:lnTo>
                  <a:pt x="4653" y="3528"/>
                </a:lnTo>
                <a:lnTo>
                  <a:pt x="4652" y="3528"/>
                </a:lnTo>
                <a:lnTo>
                  <a:pt x="4652" y="3527"/>
                </a:lnTo>
                <a:lnTo>
                  <a:pt x="4652" y="3526"/>
                </a:lnTo>
                <a:lnTo>
                  <a:pt x="4651" y="3526"/>
                </a:lnTo>
                <a:lnTo>
                  <a:pt x="4650" y="3526"/>
                </a:lnTo>
                <a:lnTo>
                  <a:pt x="4651" y="3526"/>
                </a:lnTo>
                <a:lnTo>
                  <a:pt x="4652" y="3527"/>
                </a:lnTo>
                <a:lnTo>
                  <a:pt x="4652" y="3528"/>
                </a:lnTo>
                <a:lnTo>
                  <a:pt x="4652" y="3529"/>
                </a:lnTo>
                <a:lnTo>
                  <a:pt x="4651" y="3529"/>
                </a:lnTo>
                <a:lnTo>
                  <a:pt x="4650" y="3531"/>
                </a:lnTo>
                <a:lnTo>
                  <a:pt x="4650" y="3532"/>
                </a:lnTo>
                <a:lnTo>
                  <a:pt x="4650" y="3533"/>
                </a:lnTo>
                <a:lnTo>
                  <a:pt x="4650" y="3534"/>
                </a:lnTo>
                <a:lnTo>
                  <a:pt x="4651" y="3535"/>
                </a:lnTo>
                <a:lnTo>
                  <a:pt x="4651" y="3536"/>
                </a:lnTo>
                <a:lnTo>
                  <a:pt x="4651" y="3537"/>
                </a:lnTo>
                <a:lnTo>
                  <a:pt x="4650" y="3538"/>
                </a:lnTo>
                <a:lnTo>
                  <a:pt x="4649" y="3538"/>
                </a:lnTo>
                <a:lnTo>
                  <a:pt x="4649" y="3539"/>
                </a:lnTo>
                <a:lnTo>
                  <a:pt x="4647" y="3540"/>
                </a:lnTo>
                <a:lnTo>
                  <a:pt x="4646" y="3540"/>
                </a:lnTo>
                <a:lnTo>
                  <a:pt x="4646" y="3541"/>
                </a:lnTo>
                <a:lnTo>
                  <a:pt x="4645" y="3541"/>
                </a:lnTo>
                <a:lnTo>
                  <a:pt x="4645" y="3542"/>
                </a:lnTo>
                <a:lnTo>
                  <a:pt x="4645" y="3543"/>
                </a:lnTo>
                <a:lnTo>
                  <a:pt x="4644" y="3544"/>
                </a:lnTo>
                <a:lnTo>
                  <a:pt x="4643" y="3547"/>
                </a:lnTo>
                <a:lnTo>
                  <a:pt x="4643" y="3548"/>
                </a:lnTo>
                <a:lnTo>
                  <a:pt x="4643" y="3552"/>
                </a:lnTo>
                <a:lnTo>
                  <a:pt x="4643" y="3553"/>
                </a:lnTo>
                <a:lnTo>
                  <a:pt x="4643" y="3554"/>
                </a:lnTo>
                <a:lnTo>
                  <a:pt x="4643" y="3555"/>
                </a:lnTo>
                <a:lnTo>
                  <a:pt x="4644" y="3556"/>
                </a:lnTo>
                <a:lnTo>
                  <a:pt x="4645" y="3556"/>
                </a:lnTo>
                <a:lnTo>
                  <a:pt x="4644" y="3556"/>
                </a:lnTo>
                <a:lnTo>
                  <a:pt x="4643" y="3557"/>
                </a:lnTo>
                <a:lnTo>
                  <a:pt x="4643" y="3558"/>
                </a:lnTo>
                <a:lnTo>
                  <a:pt x="4643" y="3559"/>
                </a:lnTo>
                <a:lnTo>
                  <a:pt x="4642" y="3559"/>
                </a:lnTo>
                <a:lnTo>
                  <a:pt x="4642" y="3560"/>
                </a:lnTo>
                <a:lnTo>
                  <a:pt x="4641" y="3560"/>
                </a:lnTo>
                <a:lnTo>
                  <a:pt x="4642" y="3560"/>
                </a:lnTo>
                <a:lnTo>
                  <a:pt x="4641" y="3561"/>
                </a:lnTo>
                <a:lnTo>
                  <a:pt x="4641" y="3562"/>
                </a:lnTo>
                <a:lnTo>
                  <a:pt x="4640" y="3562"/>
                </a:lnTo>
                <a:lnTo>
                  <a:pt x="4639" y="3563"/>
                </a:lnTo>
                <a:lnTo>
                  <a:pt x="4639" y="3564"/>
                </a:lnTo>
                <a:lnTo>
                  <a:pt x="4639" y="3565"/>
                </a:lnTo>
                <a:lnTo>
                  <a:pt x="4638" y="3565"/>
                </a:lnTo>
                <a:lnTo>
                  <a:pt x="4638" y="3563"/>
                </a:lnTo>
                <a:lnTo>
                  <a:pt x="4639" y="3563"/>
                </a:lnTo>
                <a:lnTo>
                  <a:pt x="4639" y="3562"/>
                </a:lnTo>
                <a:lnTo>
                  <a:pt x="4640" y="3562"/>
                </a:lnTo>
                <a:lnTo>
                  <a:pt x="4640" y="3561"/>
                </a:lnTo>
                <a:lnTo>
                  <a:pt x="4640" y="3560"/>
                </a:lnTo>
                <a:lnTo>
                  <a:pt x="4639" y="3559"/>
                </a:lnTo>
                <a:lnTo>
                  <a:pt x="4639" y="3558"/>
                </a:lnTo>
                <a:lnTo>
                  <a:pt x="4639" y="3557"/>
                </a:lnTo>
                <a:lnTo>
                  <a:pt x="4640" y="3557"/>
                </a:lnTo>
                <a:lnTo>
                  <a:pt x="4640" y="3556"/>
                </a:lnTo>
                <a:lnTo>
                  <a:pt x="4641" y="3556"/>
                </a:lnTo>
                <a:lnTo>
                  <a:pt x="4641" y="3555"/>
                </a:lnTo>
                <a:lnTo>
                  <a:pt x="4642" y="3555"/>
                </a:lnTo>
                <a:lnTo>
                  <a:pt x="4642" y="3553"/>
                </a:lnTo>
                <a:lnTo>
                  <a:pt x="4642" y="3552"/>
                </a:lnTo>
                <a:lnTo>
                  <a:pt x="4641" y="3551"/>
                </a:lnTo>
                <a:lnTo>
                  <a:pt x="4641" y="3550"/>
                </a:lnTo>
                <a:lnTo>
                  <a:pt x="4640" y="3549"/>
                </a:lnTo>
                <a:lnTo>
                  <a:pt x="4640" y="3548"/>
                </a:lnTo>
                <a:lnTo>
                  <a:pt x="4641" y="3548"/>
                </a:lnTo>
                <a:lnTo>
                  <a:pt x="4640" y="3547"/>
                </a:lnTo>
                <a:lnTo>
                  <a:pt x="4640" y="3546"/>
                </a:lnTo>
                <a:lnTo>
                  <a:pt x="4639" y="3546"/>
                </a:lnTo>
                <a:lnTo>
                  <a:pt x="4639" y="3545"/>
                </a:lnTo>
                <a:lnTo>
                  <a:pt x="4638" y="3545"/>
                </a:lnTo>
                <a:lnTo>
                  <a:pt x="4638" y="3546"/>
                </a:lnTo>
                <a:lnTo>
                  <a:pt x="4637" y="3545"/>
                </a:lnTo>
                <a:lnTo>
                  <a:pt x="4637" y="3544"/>
                </a:lnTo>
                <a:lnTo>
                  <a:pt x="4637" y="3543"/>
                </a:lnTo>
                <a:lnTo>
                  <a:pt x="4637" y="3544"/>
                </a:lnTo>
                <a:lnTo>
                  <a:pt x="4636" y="3544"/>
                </a:lnTo>
                <a:lnTo>
                  <a:pt x="4635" y="3543"/>
                </a:lnTo>
                <a:lnTo>
                  <a:pt x="4634" y="3543"/>
                </a:lnTo>
                <a:lnTo>
                  <a:pt x="4634" y="3542"/>
                </a:lnTo>
                <a:lnTo>
                  <a:pt x="4633" y="3542"/>
                </a:lnTo>
                <a:lnTo>
                  <a:pt x="4632" y="3542"/>
                </a:lnTo>
                <a:lnTo>
                  <a:pt x="4631" y="3541"/>
                </a:lnTo>
                <a:lnTo>
                  <a:pt x="4630" y="3541"/>
                </a:lnTo>
                <a:lnTo>
                  <a:pt x="4629" y="3541"/>
                </a:lnTo>
                <a:lnTo>
                  <a:pt x="4628" y="3541"/>
                </a:lnTo>
                <a:lnTo>
                  <a:pt x="4627" y="3541"/>
                </a:lnTo>
                <a:lnTo>
                  <a:pt x="4626" y="3541"/>
                </a:lnTo>
                <a:lnTo>
                  <a:pt x="4626" y="3540"/>
                </a:lnTo>
                <a:lnTo>
                  <a:pt x="4625" y="3540"/>
                </a:lnTo>
                <a:lnTo>
                  <a:pt x="4624" y="3540"/>
                </a:lnTo>
                <a:lnTo>
                  <a:pt x="4624" y="3539"/>
                </a:lnTo>
                <a:lnTo>
                  <a:pt x="4623" y="3538"/>
                </a:lnTo>
                <a:lnTo>
                  <a:pt x="4622" y="3538"/>
                </a:lnTo>
                <a:lnTo>
                  <a:pt x="4621" y="3538"/>
                </a:lnTo>
                <a:lnTo>
                  <a:pt x="4620" y="3538"/>
                </a:lnTo>
                <a:lnTo>
                  <a:pt x="4619" y="3539"/>
                </a:lnTo>
                <a:lnTo>
                  <a:pt x="4620" y="3539"/>
                </a:lnTo>
                <a:lnTo>
                  <a:pt x="4621" y="3539"/>
                </a:lnTo>
                <a:lnTo>
                  <a:pt x="4621" y="3540"/>
                </a:lnTo>
                <a:lnTo>
                  <a:pt x="4621" y="3541"/>
                </a:lnTo>
                <a:lnTo>
                  <a:pt x="4622" y="3541"/>
                </a:lnTo>
                <a:lnTo>
                  <a:pt x="4623" y="3542"/>
                </a:lnTo>
                <a:lnTo>
                  <a:pt x="4624" y="3542"/>
                </a:lnTo>
                <a:lnTo>
                  <a:pt x="4625" y="3542"/>
                </a:lnTo>
                <a:lnTo>
                  <a:pt x="4626" y="3542"/>
                </a:lnTo>
                <a:lnTo>
                  <a:pt x="4627" y="3542"/>
                </a:lnTo>
                <a:lnTo>
                  <a:pt x="4628" y="3542"/>
                </a:lnTo>
                <a:lnTo>
                  <a:pt x="4628" y="3543"/>
                </a:lnTo>
                <a:lnTo>
                  <a:pt x="4629" y="3544"/>
                </a:lnTo>
                <a:lnTo>
                  <a:pt x="4628" y="3544"/>
                </a:lnTo>
                <a:lnTo>
                  <a:pt x="4628" y="3545"/>
                </a:lnTo>
                <a:lnTo>
                  <a:pt x="4629" y="3546"/>
                </a:lnTo>
                <a:lnTo>
                  <a:pt x="4629" y="3547"/>
                </a:lnTo>
                <a:lnTo>
                  <a:pt x="4630" y="3547"/>
                </a:lnTo>
                <a:lnTo>
                  <a:pt x="4629" y="3549"/>
                </a:lnTo>
                <a:lnTo>
                  <a:pt x="4628" y="3550"/>
                </a:lnTo>
                <a:lnTo>
                  <a:pt x="4628" y="3551"/>
                </a:lnTo>
                <a:lnTo>
                  <a:pt x="4629" y="3551"/>
                </a:lnTo>
                <a:lnTo>
                  <a:pt x="4629" y="3552"/>
                </a:lnTo>
                <a:lnTo>
                  <a:pt x="4628" y="3552"/>
                </a:lnTo>
                <a:lnTo>
                  <a:pt x="4627" y="3553"/>
                </a:lnTo>
                <a:lnTo>
                  <a:pt x="4626" y="3553"/>
                </a:lnTo>
                <a:lnTo>
                  <a:pt x="4626" y="3554"/>
                </a:lnTo>
                <a:lnTo>
                  <a:pt x="4627" y="3555"/>
                </a:lnTo>
                <a:lnTo>
                  <a:pt x="4627" y="3556"/>
                </a:lnTo>
                <a:lnTo>
                  <a:pt x="4626" y="3556"/>
                </a:lnTo>
                <a:lnTo>
                  <a:pt x="4625" y="3556"/>
                </a:lnTo>
                <a:lnTo>
                  <a:pt x="4625" y="3557"/>
                </a:lnTo>
                <a:lnTo>
                  <a:pt x="4624" y="3558"/>
                </a:lnTo>
                <a:lnTo>
                  <a:pt x="4624" y="3559"/>
                </a:lnTo>
                <a:lnTo>
                  <a:pt x="4623" y="3559"/>
                </a:lnTo>
                <a:lnTo>
                  <a:pt x="4623" y="3560"/>
                </a:lnTo>
                <a:lnTo>
                  <a:pt x="4624" y="3560"/>
                </a:lnTo>
                <a:lnTo>
                  <a:pt x="4623" y="3560"/>
                </a:lnTo>
                <a:lnTo>
                  <a:pt x="4622" y="3559"/>
                </a:lnTo>
                <a:lnTo>
                  <a:pt x="4621" y="3558"/>
                </a:lnTo>
                <a:lnTo>
                  <a:pt x="4620" y="3558"/>
                </a:lnTo>
                <a:lnTo>
                  <a:pt x="4620" y="3559"/>
                </a:lnTo>
                <a:lnTo>
                  <a:pt x="4621" y="3559"/>
                </a:lnTo>
                <a:lnTo>
                  <a:pt x="4622" y="3560"/>
                </a:lnTo>
                <a:lnTo>
                  <a:pt x="4622" y="3561"/>
                </a:lnTo>
                <a:lnTo>
                  <a:pt x="4623" y="3562"/>
                </a:lnTo>
                <a:lnTo>
                  <a:pt x="4623" y="3563"/>
                </a:lnTo>
                <a:lnTo>
                  <a:pt x="4624" y="3562"/>
                </a:lnTo>
                <a:lnTo>
                  <a:pt x="4625" y="3562"/>
                </a:lnTo>
                <a:lnTo>
                  <a:pt x="4626" y="3562"/>
                </a:lnTo>
                <a:lnTo>
                  <a:pt x="4626" y="3561"/>
                </a:lnTo>
                <a:lnTo>
                  <a:pt x="4627" y="3561"/>
                </a:lnTo>
                <a:lnTo>
                  <a:pt x="4628" y="3561"/>
                </a:lnTo>
                <a:lnTo>
                  <a:pt x="4628" y="3560"/>
                </a:lnTo>
                <a:lnTo>
                  <a:pt x="4629" y="3560"/>
                </a:lnTo>
                <a:lnTo>
                  <a:pt x="4630" y="3560"/>
                </a:lnTo>
                <a:lnTo>
                  <a:pt x="4629" y="3561"/>
                </a:lnTo>
                <a:lnTo>
                  <a:pt x="4630" y="3561"/>
                </a:lnTo>
                <a:lnTo>
                  <a:pt x="4631" y="3561"/>
                </a:lnTo>
                <a:lnTo>
                  <a:pt x="4632" y="3562"/>
                </a:lnTo>
                <a:lnTo>
                  <a:pt x="4633" y="3562"/>
                </a:lnTo>
                <a:lnTo>
                  <a:pt x="4633" y="3563"/>
                </a:lnTo>
                <a:lnTo>
                  <a:pt x="4632" y="3563"/>
                </a:lnTo>
                <a:lnTo>
                  <a:pt x="4632" y="3564"/>
                </a:lnTo>
                <a:lnTo>
                  <a:pt x="4631" y="3565"/>
                </a:lnTo>
                <a:lnTo>
                  <a:pt x="4630" y="3565"/>
                </a:lnTo>
                <a:lnTo>
                  <a:pt x="4630" y="3564"/>
                </a:lnTo>
                <a:lnTo>
                  <a:pt x="4629" y="3564"/>
                </a:lnTo>
                <a:lnTo>
                  <a:pt x="4628" y="3564"/>
                </a:lnTo>
                <a:lnTo>
                  <a:pt x="4628" y="3565"/>
                </a:lnTo>
                <a:lnTo>
                  <a:pt x="4628" y="3566"/>
                </a:lnTo>
                <a:lnTo>
                  <a:pt x="4627" y="3567"/>
                </a:lnTo>
                <a:lnTo>
                  <a:pt x="4627" y="3568"/>
                </a:lnTo>
                <a:lnTo>
                  <a:pt x="4627" y="3570"/>
                </a:lnTo>
                <a:lnTo>
                  <a:pt x="4627" y="3571"/>
                </a:lnTo>
                <a:lnTo>
                  <a:pt x="4628" y="3571"/>
                </a:lnTo>
                <a:lnTo>
                  <a:pt x="4629" y="3572"/>
                </a:lnTo>
                <a:lnTo>
                  <a:pt x="4628" y="3572"/>
                </a:lnTo>
                <a:lnTo>
                  <a:pt x="4627" y="3572"/>
                </a:lnTo>
                <a:lnTo>
                  <a:pt x="4626" y="3572"/>
                </a:lnTo>
                <a:lnTo>
                  <a:pt x="4626" y="3573"/>
                </a:lnTo>
                <a:lnTo>
                  <a:pt x="4625" y="3573"/>
                </a:lnTo>
                <a:lnTo>
                  <a:pt x="4625" y="3572"/>
                </a:lnTo>
                <a:lnTo>
                  <a:pt x="4624" y="3572"/>
                </a:lnTo>
                <a:lnTo>
                  <a:pt x="4624" y="3571"/>
                </a:lnTo>
                <a:lnTo>
                  <a:pt x="4623" y="3571"/>
                </a:lnTo>
                <a:lnTo>
                  <a:pt x="4622" y="3572"/>
                </a:lnTo>
                <a:lnTo>
                  <a:pt x="4622" y="3573"/>
                </a:lnTo>
                <a:lnTo>
                  <a:pt x="4621" y="3574"/>
                </a:lnTo>
                <a:lnTo>
                  <a:pt x="4621" y="3575"/>
                </a:lnTo>
                <a:lnTo>
                  <a:pt x="4621" y="3578"/>
                </a:lnTo>
                <a:lnTo>
                  <a:pt x="4621" y="3579"/>
                </a:lnTo>
                <a:lnTo>
                  <a:pt x="4621" y="3580"/>
                </a:lnTo>
                <a:lnTo>
                  <a:pt x="4622" y="3580"/>
                </a:lnTo>
                <a:lnTo>
                  <a:pt x="4622" y="3579"/>
                </a:lnTo>
                <a:lnTo>
                  <a:pt x="4623" y="3579"/>
                </a:lnTo>
                <a:lnTo>
                  <a:pt x="4623" y="3580"/>
                </a:lnTo>
                <a:lnTo>
                  <a:pt x="4624" y="3580"/>
                </a:lnTo>
                <a:lnTo>
                  <a:pt x="4623" y="3581"/>
                </a:lnTo>
                <a:lnTo>
                  <a:pt x="4622" y="3581"/>
                </a:lnTo>
                <a:lnTo>
                  <a:pt x="4622" y="3580"/>
                </a:lnTo>
                <a:lnTo>
                  <a:pt x="4621" y="3581"/>
                </a:lnTo>
                <a:lnTo>
                  <a:pt x="4620" y="3581"/>
                </a:lnTo>
                <a:lnTo>
                  <a:pt x="4619" y="3581"/>
                </a:lnTo>
                <a:lnTo>
                  <a:pt x="4617" y="3582"/>
                </a:lnTo>
                <a:lnTo>
                  <a:pt x="4616" y="3583"/>
                </a:lnTo>
                <a:lnTo>
                  <a:pt x="4616" y="3582"/>
                </a:lnTo>
                <a:lnTo>
                  <a:pt x="4615" y="3581"/>
                </a:lnTo>
                <a:lnTo>
                  <a:pt x="4614" y="3581"/>
                </a:lnTo>
                <a:lnTo>
                  <a:pt x="4612" y="3582"/>
                </a:lnTo>
                <a:lnTo>
                  <a:pt x="4611" y="3582"/>
                </a:lnTo>
                <a:lnTo>
                  <a:pt x="4610" y="3582"/>
                </a:lnTo>
                <a:lnTo>
                  <a:pt x="4611" y="3581"/>
                </a:lnTo>
                <a:lnTo>
                  <a:pt x="4612" y="3580"/>
                </a:lnTo>
                <a:lnTo>
                  <a:pt x="4613" y="3579"/>
                </a:lnTo>
                <a:lnTo>
                  <a:pt x="4614" y="3578"/>
                </a:lnTo>
                <a:lnTo>
                  <a:pt x="4615" y="3578"/>
                </a:lnTo>
                <a:lnTo>
                  <a:pt x="4615" y="3577"/>
                </a:lnTo>
                <a:lnTo>
                  <a:pt x="4617" y="3575"/>
                </a:lnTo>
                <a:lnTo>
                  <a:pt x="4616" y="3574"/>
                </a:lnTo>
                <a:lnTo>
                  <a:pt x="4615" y="3571"/>
                </a:lnTo>
                <a:lnTo>
                  <a:pt x="4615" y="3570"/>
                </a:lnTo>
                <a:lnTo>
                  <a:pt x="4614" y="3570"/>
                </a:lnTo>
                <a:lnTo>
                  <a:pt x="4613" y="3569"/>
                </a:lnTo>
                <a:lnTo>
                  <a:pt x="4613" y="3568"/>
                </a:lnTo>
                <a:lnTo>
                  <a:pt x="4614" y="3567"/>
                </a:lnTo>
                <a:lnTo>
                  <a:pt x="4614" y="3566"/>
                </a:lnTo>
                <a:lnTo>
                  <a:pt x="4615" y="3566"/>
                </a:lnTo>
                <a:lnTo>
                  <a:pt x="4615" y="3565"/>
                </a:lnTo>
                <a:lnTo>
                  <a:pt x="4615" y="3564"/>
                </a:lnTo>
                <a:lnTo>
                  <a:pt x="4614" y="3563"/>
                </a:lnTo>
                <a:lnTo>
                  <a:pt x="4614" y="3562"/>
                </a:lnTo>
                <a:lnTo>
                  <a:pt x="4614" y="3561"/>
                </a:lnTo>
                <a:lnTo>
                  <a:pt x="4615" y="3560"/>
                </a:lnTo>
                <a:lnTo>
                  <a:pt x="4616" y="3559"/>
                </a:lnTo>
                <a:lnTo>
                  <a:pt x="4617" y="3558"/>
                </a:lnTo>
                <a:lnTo>
                  <a:pt x="4618" y="3557"/>
                </a:lnTo>
                <a:lnTo>
                  <a:pt x="4619" y="3557"/>
                </a:lnTo>
                <a:lnTo>
                  <a:pt x="4619" y="3558"/>
                </a:lnTo>
                <a:lnTo>
                  <a:pt x="4620" y="3558"/>
                </a:lnTo>
                <a:lnTo>
                  <a:pt x="4619" y="3557"/>
                </a:lnTo>
                <a:lnTo>
                  <a:pt x="4618" y="3557"/>
                </a:lnTo>
                <a:lnTo>
                  <a:pt x="4617" y="3557"/>
                </a:lnTo>
                <a:lnTo>
                  <a:pt x="4616" y="3558"/>
                </a:lnTo>
                <a:lnTo>
                  <a:pt x="4615" y="3559"/>
                </a:lnTo>
                <a:lnTo>
                  <a:pt x="4613" y="3561"/>
                </a:lnTo>
                <a:lnTo>
                  <a:pt x="4612" y="3561"/>
                </a:lnTo>
                <a:lnTo>
                  <a:pt x="4611" y="3561"/>
                </a:lnTo>
                <a:lnTo>
                  <a:pt x="4611" y="3560"/>
                </a:lnTo>
                <a:lnTo>
                  <a:pt x="4610" y="3560"/>
                </a:lnTo>
                <a:lnTo>
                  <a:pt x="4610" y="3561"/>
                </a:lnTo>
                <a:lnTo>
                  <a:pt x="4610" y="3562"/>
                </a:lnTo>
                <a:lnTo>
                  <a:pt x="4609" y="3562"/>
                </a:lnTo>
                <a:lnTo>
                  <a:pt x="4607" y="3562"/>
                </a:lnTo>
                <a:lnTo>
                  <a:pt x="4606" y="3563"/>
                </a:lnTo>
                <a:lnTo>
                  <a:pt x="4606" y="3564"/>
                </a:lnTo>
                <a:lnTo>
                  <a:pt x="4605" y="3565"/>
                </a:lnTo>
                <a:lnTo>
                  <a:pt x="4605" y="3566"/>
                </a:lnTo>
                <a:lnTo>
                  <a:pt x="4606" y="3566"/>
                </a:lnTo>
                <a:lnTo>
                  <a:pt x="4606" y="3567"/>
                </a:lnTo>
                <a:lnTo>
                  <a:pt x="4606" y="3568"/>
                </a:lnTo>
                <a:lnTo>
                  <a:pt x="4606" y="3569"/>
                </a:lnTo>
                <a:lnTo>
                  <a:pt x="4606" y="3570"/>
                </a:lnTo>
                <a:lnTo>
                  <a:pt x="4605" y="3570"/>
                </a:lnTo>
                <a:lnTo>
                  <a:pt x="4605" y="3571"/>
                </a:lnTo>
                <a:lnTo>
                  <a:pt x="4605" y="3572"/>
                </a:lnTo>
                <a:lnTo>
                  <a:pt x="4605" y="3573"/>
                </a:lnTo>
                <a:lnTo>
                  <a:pt x="4606" y="3574"/>
                </a:lnTo>
                <a:lnTo>
                  <a:pt x="4607" y="3574"/>
                </a:lnTo>
                <a:lnTo>
                  <a:pt x="4607" y="3575"/>
                </a:lnTo>
                <a:lnTo>
                  <a:pt x="4606" y="3576"/>
                </a:lnTo>
                <a:lnTo>
                  <a:pt x="4605" y="3576"/>
                </a:lnTo>
                <a:lnTo>
                  <a:pt x="4604" y="3576"/>
                </a:lnTo>
                <a:lnTo>
                  <a:pt x="4604" y="3577"/>
                </a:lnTo>
                <a:lnTo>
                  <a:pt x="4604" y="3578"/>
                </a:lnTo>
                <a:lnTo>
                  <a:pt x="4603" y="3578"/>
                </a:lnTo>
                <a:lnTo>
                  <a:pt x="4602" y="3579"/>
                </a:lnTo>
                <a:lnTo>
                  <a:pt x="4601" y="3578"/>
                </a:lnTo>
                <a:lnTo>
                  <a:pt x="4602" y="3577"/>
                </a:lnTo>
                <a:lnTo>
                  <a:pt x="4601" y="3577"/>
                </a:lnTo>
                <a:lnTo>
                  <a:pt x="4601" y="3576"/>
                </a:lnTo>
                <a:lnTo>
                  <a:pt x="4601" y="3575"/>
                </a:lnTo>
                <a:lnTo>
                  <a:pt x="4602" y="3574"/>
                </a:lnTo>
                <a:lnTo>
                  <a:pt x="4602" y="3573"/>
                </a:lnTo>
                <a:lnTo>
                  <a:pt x="4602" y="3572"/>
                </a:lnTo>
                <a:lnTo>
                  <a:pt x="4603" y="3571"/>
                </a:lnTo>
                <a:lnTo>
                  <a:pt x="4603" y="3570"/>
                </a:lnTo>
                <a:lnTo>
                  <a:pt x="4602" y="3569"/>
                </a:lnTo>
                <a:lnTo>
                  <a:pt x="4602" y="3568"/>
                </a:lnTo>
                <a:lnTo>
                  <a:pt x="4601" y="3568"/>
                </a:lnTo>
                <a:lnTo>
                  <a:pt x="4601" y="3569"/>
                </a:lnTo>
                <a:lnTo>
                  <a:pt x="4602" y="3569"/>
                </a:lnTo>
                <a:lnTo>
                  <a:pt x="4602" y="3570"/>
                </a:lnTo>
                <a:lnTo>
                  <a:pt x="4602" y="3571"/>
                </a:lnTo>
                <a:lnTo>
                  <a:pt x="4601" y="3572"/>
                </a:lnTo>
                <a:lnTo>
                  <a:pt x="4601" y="3571"/>
                </a:lnTo>
                <a:lnTo>
                  <a:pt x="4601" y="3570"/>
                </a:lnTo>
                <a:lnTo>
                  <a:pt x="4600" y="3570"/>
                </a:lnTo>
                <a:lnTo>
                  <a:pt x="4599" y="3569"/>
                </a:lnTo>
                <a:lnTo>
                  <a:pt x="4599" y="3570"/>
                </a:lnTo>
                <a:lnTo>
                  <a:pt x="4600" y="3571"/>
                </a:lnTo>
                <a:lnTo>
                  <a:pt x="4600" y="3572"/>
                </a:lnTo>
                <a:lnTo>
                  <a:pt x="4599" y="3572"/>
                </a:lnTo>
                <a:lnTo>
                  <a:pt x="4600" y="3573"/>
                </a:lnTo>
                <a:lnTo>
                  <a:pt x="4600" y="3572"/>
                </a:lnTo>
                <a:lnTo>
                  <a:pt x="4600" y="3573"/>
                </a:lnTo>
                <a:lnTo>
                  <a:pt x="4601" y="3574"/>
                </a:lnTo>
                <a:lnTo>
                  <a:pt x="4601" y="3575"/>
                </a:lnTo>
                <a:lnTo>
                  <a:pt x="4601" y="3576"/>
                </a:lnTo>
                <a:lnTo>
                  <a:pt x="4599" y="3576"/>
                </a:lnTo>
                <a:lnTo>
                  <a:pt x="4598" y="3576"/>
                </a:lnTo>
                <a:lnTo>
                  <a:pt x="4597" y="3577"/>
                </a:lnTo>
                <a:lnTo>
                  <a:pt x="4596" y="3577"/>
                </a:lnTo>
                <a:lnTo>
                  <a:pt x="4594" y="3578"/>
                </a:lnTo>
                <a:lnTo>
                  <a:pt x="4593" y="3579"/>
                </a:lnTo>
                <a:lnTo>
                  <a:pt x="4592" y="3580"/>
                </a:lnTo>
                <a:lnTo>
                  <a:pt x="4591" y="3581"/>
                </a:lnTo>
                <a:lnTo>
                  <a:pt x="4591" y="3582"/>
                </a:lnTo>
                <a:lnTo>
                  <a:pt x="4590" y="3582"/>
                </a:lnTo>
                <a:lnTo>
                  <a:pt x="4590" y="3583"/>
                </a:lnTo>
                <a:lnTo>
                  <a:pt x="4589" y="3583"/>
                </a:lnTo>
                <a:lnTo>
                  <a:pt x="4588" y="3583"/>
                </a:lnTo>
                <a:lnTo>
                  <a:pt x="4588" y="3584"/>
                </a:lnTo>
                <a:lnTo>
                  <a:pt x="4587" y="3584"/>
                </a:lnTo>
                <a:lnTo>
                  <a:pt x="4586" y="3585"/>
                </a:lnTo>
                <a:lnTo>
                  <a:pt x="4587" y="3585"/>
                </a:lnTo>
                <a:lnTo>
                  <a:pt x="4586" y="3585"/>
                </a:lnTo>
                <a:lnTo>
                  <a:pt x="4586" y="3586"/>
                </a:lnTo>
                <a:lnTo>
                  <a:pt x="4586" y="3585"/>
                </a:lnTo>
                <a:lnTo>
                  <a:pt x="4585" y="3585"/>
                </a:lnTo>
                <a:lnTo>
                  <a:pt x="4585" y="3584"/>
                </a:lnTo>
                <a:lnTo>
                  <a:pt x="4586" y="3584"/>
                </a:lnTo>
                <a:lnTo>
                  <a:pt x="4586" y="3583"/>
                </a:lnTo>
                <a:lnTo>
                  <a:pt x="4586" y="3584"/>
                </a:lnTo>
                <a:lnTo>
                  <a:pt x="4586" y="3582"/>
                </a:lnTo>
                <a:lnTo>
                  <a:pt x="4585" y="3582"/>
                </a:lnTo>
                <a:lnTo>
                  <a:pt x="4586" y="3581"/>
                </a:lnTo>
                <a:lnTo>
                  <a:pt x="4586" y="3580"/>
                </a:lnTo>
                <a:lnTo>
                  <a:pt x="4585" y="3579"/>
                </a:lnTo>
                <a:lnTo>
                  <a:pt x="4585" y="3578"/>
                </a:lnTo>
                <a:lnTo>
                  <a:pt x="4585" y="3577"/>
                </a:lnTo>
                <a:lnTo>
                  <a:pt x="4582" y="3577"/>
                </a:lnTo>
                <a:lnTo>
                  <a:pt x="4582" y="3576"/>
                </a:lnTo>
                <a:lnTo>
                  <a:pt x="4580" y="3576"/>
                </a:lnTo>
                <a:lnTo>
                  <a:pt x="4579" y="3576"/>
                </a:lnTo>
                <a:lnTo>
                  <a:pt x="4579" y="3577"/>
                </a:lnTo>
                <a:lnTo>
                  <a:pt x="4578" y="3576"/>
                </a:lnTo>
                <a:lnTo>
                  <a:pt x="4577" y="3576"/>
                </a:lnTo>
                <a:lnTo>
                  <a:pt x="4576" y="3575"/>
                </a:lnTo>
                <a:lnTo>
                  <a:pt x="4576" y="3576"/>
                </a:lnTo>
                <a:lnTo>
                  <a:pt x="4575" y="3576"/>
                </a:lnTo>
                <a:lnTo>
                  <a:pt x="4575" y="3577"/>
                </a:lnTo>
                <a:lnTo>
                  <a:pt x="4574" y="3577"/>
                </a:lnTo>
                <a:lnTo>
                  <a:pt x="4573" y="3577"/>
                </a:lnTo>
                <a:lnTo>
                  <a:pt x="4573" y="3578"/>
                </a:lnTo>
                <a:lnTo>
                  <a:pt x="4573" y="3579"/>
                </a:lnTo>
                <a:lnTo>
                  <a:pt x="4574" y="3579"/>
                </a:lnTo>
                <a:lnTo>
                  <a:pt x="4575" y="3579"/>
                </a:lnTo>
                <a:lnTo>
                  <a:pt x="4575" y="3580"/>
                </a:lnTo>
                <a:lnTo>
                  <a:pt x="4574" y="3581"/>
                </a:lnTo>
                <a:lnTo>
                  <a:pt x="4573" y="3581"/>
                </a:lnTo>
                <a:lnTo>
                  <a:pt x="4573" y="3582"/>
                </a:lnTo>
                <a:lnTo>
                  <a:pt x="4573" y="3583"/>
                </a:lnTo>
                <a:lnTo>
                  <a:pt x="4573" y="3584"/>
                </a:lnTo>
                <a:lnTo>
                  <a:pt x="4573" y="3585"/>
                </a:lnTo>
                <a:lnTo>
                  <a:pt x="4574" y="3585"/>
                </a:lnTo>
                <a:lnTo>
                  <a:pt x="4574" y="3584"/>
                </a:lnTo>
                <a:lnTo>
                  <a:pt x="4574" y="3583"/>
                </a:lnTo>
                <a:lnTo>
                  <a:pt x="4575" y="3584"/>
                </a:lnTo>
                <a:lnTo>
                  <a:pt x="4576" y="3584"/>
                </a:lnTo>
                <a:lnTo>
                  <a:pt x="4577" y="3583"/>
                </a:lnTo>
                <a:lnTo>
                  <a:pt x="4578" y="3583"/>
                </a:lnTo>
                <a:lnTo>
                  <a:pt x="4579" y="3583"/>
                </a:lnTo>
                <a:lnTo>
                  <a:pt x="4579" y="3584"/>
                </a:lnTo>
                <a:lnTo>
                  <a:pt x="4579" y="3585"/>
                </a:lnTo>
                <a:lnTo>
                  <a:pt x="4578" y="3585"/>
                </a:lnTo>
                <a:lnTo>
                  <a:pt x="4577" y="3585"/>
                </a:lnTo>
                <a:lnTo>
                  <a:pt x="4577" y="3586"/>
                </a:lnTo>
                <a:lnTo>
                  <a:pt x="4576" y="3587"/>
                </a:lnTo>
                <a:lnTo>
                  <a:pt x="4576" y="3588"/>
                </a:lnTo>
                <a:lnTo>
                  <a:pt x="4576" y="3589"/>
                </a:lnTo>
                <a:lnTo>
                  <a:pt x="4576" y="3590"/>
                </a:lnTo>
                <a:lnTo>
                  <a:pt x="4575" y="3590"/>
                </a:lnTo>
                <a:lnTo>
                  <a:pt x="4574" y="3589"/>
                </a:lnTo>
                <a:lnTo>
                  <a:pt x="4573" y="3589"/>
                </a:lnTo>
                <a:lnTo>
                  <a:pt x="4572" y="3589"/>
                </a:lnTo>
                <a:lnTo>
                  <a:pt x="4571" y="3589"/>
                </a:lnTo>
                <a:lnTo>
                  <a:pt x="4570" y="3588"/>
                </a:lnTo>
                <a:lnTo>
                  <a:pt x="4570" y="3587"/>
                </a:lnTo>
                <a:lnTo>
                  <a:pt x="4571" y="3587"/>
                </a:lnTo>
                <a:lnTo>
                  <a:pt x="4572" y="3586"/>
                </a:lnTo>
                <a:lnTo>
                  <a:pt x="4573" y="3586"/>
                </a:lnTo>
                <a:lnTo>
                  <a:pt x="4571" y="3586"/>
                </a:lnTo>
                <a:lnTo>
                  <a:pt x="4570" y="3586"/>
                </a:lnTo>
                <a:lnTo>
                  <a:pt x="4570" y="3587"/>
                </a:lnTo>
                <a:lnTo>
                  <a:pt x="4569" y="3586"/>
                </a:lnTo>
                <a:lnTo>
                  <a:pt x="4569" y="3585"/>
                </a:lnTo>
                <a:lnTo>
                  <a:pt x="4568" y="3585"/>
                </a:lnTo>
                <a:lnTo>
                  <a:pt x="4566" y="3584"/>
                </a:lnTo>
                <a:lnTo>
                  <a:pt x="4565" y="3584"/>
                </a:lnTo>
                <a:lnTo>
                  <a:pt x="4564" y="3585"/>
                </a:lnTo>
                <a:lnTo>
                  <a:pt x="4565" y="3585"/>
                </a:lnTo>
                <a:lnTo>
                  <a:pt x="4566" y="3586"/>
                </a:lnTo>
                <a:lnTo>
                  <a:pt x="4565" y="3588"/>
                </a:lnTo>
                <a:lnTo>
                  <a:pt x="4564" y="3590"/>
                </a:lnTo>
                <a:lnTo>
                  <a:pt x="4564" y="3591"/>
                </a:lnTo>
                <a:lnTo>
                  <a:pt x="4563" y="3591"/>
                </a:lnTo>
                <a:lnTo>
                  <a:pt x="4562" y="3591"/>
                </a:lnTo>
                <a:lnTo>
                  <a:pt x="4563" y="3591"/>
                </a:lnTo>
                <a:lnTo>
                  <a:pt x="4563" y="3592"/>
                </a:lnTo>
                <a:lnTo>
                  <a:pt x="4563" y="3593"/>
                </a:lnTo>
                <a:lnTo>
                  <a:pt x="4562" y="3594"/>
                </a:lnTo>
                <a:lnTo>
                  <a:pt x="4563" y="3594"/>
                </a:lnTo>
                <a:lnTo>
                  <a:pt x="4564" y="3594"/>
                </a:lnTo>
                <a:lnTo>
                  <a:pt x="4564" y="3595"/>
                </a:lnTo>
                <a:lnTo>
                  <a:pt x="4563" y="3596"/>
                </a:lnTo>
                <a:lnTo>
                  <a:pt x="4563" y="3595"/>
                </a:lnTo>
                <a:lnTo>
                  <a:pt x="4561" y="3595"/>
                </a:lnTo>
                <a:lnTo>
                  <a:pt x="4561" y="3596"/>
                </a:lnTo>
                <a:lnTo>
                  <a:pt x="4560" y="3596"/>
                </a:lnTo>
                <a:lnTo>
                  <a:pt x="4559" y="3596"/>
                </a:lnTo>
                <a:lnTo>
                  <a:pt x="4558" y="3596"/>
                </a:lnTo>
                <a:lnTo>
                  <a:pt x="4559" y="3597"/>
                </a:lnTo>
                <a:lnTo>
                  <a:pt x="4560" y="3596"/>
                </a:lnTo>
                <a:lnTo>
                  <a:pt x="4561" y="3597"/>
                </a:lnTo>
                <a:lnTo>
                  <a:pt x="4562" y="3597"/>
                </a:lnTo>
                <a:lnTo>
                  <a:pt x="4563" y="3597"/>
                </a:lnTo>
                <a:lnTo>
                  <a:pt x="4563" y="3598"/>
                </a:lnTo>
                <a:lnTo>
                  <a:pt x="4562" y="3598"/>
                </a:lnTo>
                <a:lnTo>
                  <a:pt x="4562" y="3599"/>
                </a:lnTo>
                <a:lnTo>
                  <a:pt x="4562" y="3600"/>
                </a:lnTo>
                <a:lnTo>
                  <a:pt x="4562" y="3601"/>
                </a:lnTo>
                <a:lnTo>
                  <a:pt x="4563" y="3601"/>
                </a:lnTo>
                <a:lnTo>
                  <a:pt x="4562" y="3601"/>
                </a:lnTo>
                <a:lnTo>
                  <a:pt x="4561" y="3601"/>
                </a:lnTo>
                <a:lnTo>
                  <a:pt x="4560" y="3602"/>
                </a:lnTo>
                <a:lnTo>
                  <a:pt x="4560" y="3603"/>
                </a:lnTo>
                <a:lnTo>
                  <a:pt x="4559" y="3604"/>
                </a:lnTo>
                <a:lnTo>
                  <a:pt x="4559" y="3605"/>
                </a:lnTo>
                <a:lnTo>
                  <a:pt x="4558" y="3604"/>
                </a:lnTo>
                <a:lnTo>
                  <a:pt x="4558" y="3603"/>
                </a:lnTo>
                <a:lnTo>
                  <a:pt x="4557" y="3603"/>
                </a:lnTo>
                <a:lnTo>
                  <a:pt x="4557" y="3604"/>
                </a:lnTo>
                <a:lnTo>
                  <a:pt x="4557" y="3605"/>
                </a:lnTo>
                <a:lnTo>
                  <a:pt x="4558" y="3606"/>
                </a:lnTo>
                <a:lnTo>
                  <a:pt x="4557" y="3607"/>
                </a:lnTo>
                <a:lnTo>
                  <a:pt x="4556" y="3607"/>
                </a:lnTo>
                <a:lnTo>
                  <a:pt x="4556" y="3608"/>
                </a:lnTo>
                <a:lnTo>
                  <a:pt x="4555" y="3609"/>
                </a:lnTo>
                <a:lnTo>
                  <a:pt x="4555" y="3610"/>
                </a:lnTo>
                <a:lnTo>
                  <a:pt x="4555" y="3611"/>
                </a:lnTo>
                <a:lnTo>
                  <a:pt x="4554" y="3611"/>
                </a:lnTo>
                <a:lnTo>
                  <a:pt x="4554" y="3612"/>
                </a:lnTo>
                <a:lnTo>
                  <a:pt x="4553" y="3612"/>
                </a:lnTo>
                <a:lnTo>
                  <a:pt x="4553" y="3611"/>
                </a:lnTo>
                <a:lnTo>
                  <a:pt x="4552" y="3611"/>
                </a:lnTo>
                <a:lnTo>
                  <a:pt x="4552" y="3612"/>
                </a:lnTo>
                <a:lnTo>
                  <a:pt x="4552" y="3613"/>
                </a:lnTo>
                <a:lnTo>
                  <a:pt x="4552" y="3614"/>
                </a:lnTo>
                <a:lnTo>
                  <a:pt x="4552" y="3615"/>
                </a:lnTo>
                <a:lnTo>
                  <a:pt x="4553" y="3615"/>
                </a:lnTo>
                <a:lnTo>
                  <a:pt x="4553" y="3616"/>
                </a:lnTo>
                <a:lnTo>
                  <a:pt x="4553" y="3620"/>
                </a:lnTo>
                <a:lnTo>
                  <a:pt x="4553" y="3621"/>
                </a:lnTo>
                <a:lnTo>
                  <a:pt x="4554" y="3622"/>
                </a:lnTo>
                <a:lnTo>
                  <a:pt x="4555" y="3622"/>
                </a:lnTo>
                <a:lnTo>
                  <a:pt x="4556" y="3622"/>
                </a:lnTo>
                <a:lnTo>
                  <a:pt x="4557" y="3622"/>
                </a:lnTo>
                <a:lnTo>
                  <a:pt x="4556" y="3622"/>
                </a:lnTo>
                <a:lnTo>
                  <a:pt x="4556" y="3623"/>
                </a:lnTo>
                <a:lnTo>
                  <a:pt x="4556" y="3624"/>
                </a:lnTo>
                <a:lnTo>
                  <a:pt x="4555" y="3624"/>
                </a:lnTo>
                <a:lnTo>
                  <a:pt x="4556" y="3624"/>
                </a:lnTo>
                <a:lnTo>
                  <a:pt x="4556" y="3625"/>
                </a:lnTo>
                <a:lnTo>
                  <a:pt x="4555" y="3625"/>
                </a:lnTo>
                <a:lnTo>
                  <a:pt x="4555" y="3626"/>
                </a:lnTo>
                <a:lnTo>
                  <a:pt x="4555" y="3625"/>
                </a:lnTo>
                <a:lnTo>
                  <a:pt x="4554" y="3625"/>
                </a:lnTo>
                <a:lnTo>
                  <a:pt x="4554" y="3624"/>
                </a:lnTo>
                <a:lnTo>
                  <a:pt x="4553" y="3623"/>
                </a:lnTo>
                <a:lnTo>
                  <a:pt x="4552" y="3623"/>
                </a:lnTo>
                <a:lnTo>
                  <a:pt x="4552" y="3624"/>
                </a:lnTo>
                <a:lnTo>
                  <a:pt x="4552" y="3623"/>
                </a:lnTo>
                <a:lnTo>
                  <a:pt x="4551" y="3623"/>
                </a:lnTo>
                <a:lnTo>
                  <a:pt x="4551" y="3622"/>
                </a:lnTo>
                <a:lnTo>
                  <a:pt x="4551" y="3621"/>
                </a:lnTo>
                <a:lnTo>
                  <a:pt x="4550" y="3621"/>
                </a:lnTo>
                <a:lnTo>
                  <a:pt x="4550" y="3620"/>
                </a:lnTo>
                <a:lnTo>
                  <a:pt x="4549" y="3619"/>
                </a:lnTo>
                <a:lnTo>
                  <a:pt x="4548" y="3619"/>
                </a:lnTo>
                <a:lnTo>
                  <a:pt x="4548" y="3620"/>
                </a:lnTo>
                <a:lnTo>
                  <a:pt x="4548" y="3621"/>
                </a:lnTo>
                <a:lnTo>
                  <a:pt x="4548" y="3620"/>
                </a:lnTo>
                <a:lnTo>
                  <a:pt x="4549" y="3620"/>
                </a:lnTo>
                <a:lnTo>
                  <a:pt x="4550" y="3621"/>
                </a:lnTo>
                <a:lnTo>
                  <a:pt x="4549" y="3621"/>
                </a:lnTo>
                <a:lnTo>
                  <a:pt x="4548" y="3621"/>
                </a:lnTo>
                <a:lnTo>
                  <a:pt x="4547" y="3622"/>
                </a:lnTo>
                <a:lnTo>
                  <a:pt x="4546" y="3622"/>
                </a:lnTo>
                <a:lnTo>
                  <a:pt x="4545" y="3622"/>
                </a:lnTo>
                <a:lnTo>
                  <a:pt x="4545" y="3623"/>
                </a:lnTo>
                <a:lnTo>
                  <a:pt x="4544" y="3624"/>
                </a:lnTo>
                <a:lnTo>
                  <a:pt x="4543" y="3625"/>
                </a:lnTo>
                <a:lnTo>
                  <a:pt x="4542" y="3626"/>
                </a:lnTo>
                <a:lnTo>
                  <a:pt x="4542" y="3627"/>
                </a:lnTo>
                <a:lnTo>
                  <a:pt x="4541" y="3627"/>
                </a:lnTo>
                <a:lnTo>
                  <a:pt x="4542" y="3628"/>
                </a:lnTo>
                <a:lnTo>
                  <a:pt x="4541" y="3629"/>
                </a:lnTo>
                <a:lnTo>
                  <a:pt x="4540" y="3631"/>
                </a:lnTo>
                <a:lnTo>
                  <a:pt x="4539" y="3631"/>
                </a:lnTo>
                <a:lnTo>
                  <a:pt x="4538" y="3630"/>
                </a:lnTo>
                <a:lnTo>
                  <a:pt x="4539" y="3630"/>
                </a:lnTo>
                <a:lnTo>
                  <a:pt x="4539" y="3629"/>
                </a:lnTo>
                <a:lnTo>
                  <a:pt x="4538" y="3629"/>
                </a:lnTo>
                <a:lnTo>
                  <a:pt x="4537" y="3629"/>
                </a:lnTo>
                <a:lnTo>
                  <a:pt x="4536" y="3629"/>
                </a:lnTo>
                <a:lnTo>
                  <a:pt x="4536" y="3628"/>
                </a:lnTo>
                <a:lnTo>
                  <a:pt x="4536" y="3627"/>
                </a:lnTo>
                <a:lnTo>
                  <a:pt x="4537" y="3627"/>
                </a:lnTo>
                <a:lnTo>
                  <a:pt x="4537" y="3625"/>
                </a:lnTo>
                <a:lnTo>
                  <a:pt x="4536" y="3625"/>
                </a:lnTo>
                <a:lnTo>
                  <a:pt x="4536" y="3626"/>
                </a:lnTo>
                <a:lnTo>
                  <a:pt x="4537" y="3626"/>
                </a:lnTo>
                <a:lnTo>
                  <a:pt x="4536" y="3626"/>
                </a:lnTo>
                <a:lnTo>
                  <a:pt x="4535" y="3627"/>
                </a:lnTo>
                <a:lnTo>
                  <a:pt x="4535" y="3628"/>
                </a:lnTo>
                <a:lnTo>
                  <a:pt x="4534" y="3628"/>
                </a:lnTo>
                <a:lnTo>
                  <a:pt x="4533" y="3629"/>
                </a:lnTo>
                <a:lnTo>
                  <a:pt x="4532" y="3629"/>
                </a:lnTo>
                <a:lnTo>
                  <a:pt x="4532" y="3630"/>
                </a:lnTo>
                <a:lnTo>
                  <a:pt x="4531" y="3631"/>
                </a:lnTo>
                <a:lnTo>
                  <a:pt x="4530" y="3631"/>
                </a:lnTo>
                <a:lnTo>
                  <a:pt x="4530" y="3632"/>
                </a:lnTo>
                <a:lnTo>
                  <a:pt x="4529" y="3633"/>
                </a:lnTo>
                <a:lnTo>
                  <a:pt x="4529" y="3634"/>
                </a:lnTo>
                <a:lnTo>
                  <a:pt x="4528" y="3636"/>
                </a:lnTo>
                <a:lnTo>
                  <a:pt x="4528" y="3638"/>
                </a:lnTo>
                <a:lnTo>
                  <a:pt x="4529" y="3639"/>
                </a:lnTo>
                <a:lnTo>
                  <a:pt x="4529" y="3640"/>
                </a:lnTo>
                <a:lnTo>
                  <a:pt x="4530" y="3640"/>
                </a:lnTo>
                <a:lnTo>
                  <a:pt x="4530" y="3641"/>
                </a:lnTo>
                <a:lnTo>
                  <a:pt x="4530" y="3642"/>
                </a:lnTo>
                <a:lnTo>
                  <a:pt x="4529" y="3642"/>
                </a:lnTo>
                <a:lnTo>
                  <a:pt x="4529" y="3643"/>
                </a:lnTo>
                <a:lnTo>
                  <a:pt x="4529" y="3644"/>
                </a:lnTo>
                <a:lnTo>
                  <a:pt x="4530" y="3645"/>
                </a:lnTo>
                <a:lnTo>
                  <a:pt x="4530" y="3646"/>
                </a:lnTo>
                <a:lnTo>
                  <a:pt x="4530" y="3647"/>
                </a:lnTo>
                <a:lnTo>
                  <a:pt x="4531" y="3648"/>
                </a:lnTo>
                <a:lnTo>
                  <a:pt x="4531" y="3649"/>
                </a:lnTo>
                <a:lnTo>
                  <a:pt x="4530" y="3649"/>
                </a:lnTo>
                <a:lnTo>
                  <a:pt x="4531" y="3650"/>
                </a:lnTo>
                <a:lnTo>
                  <a:pt x="4530" y="3650"/>
                </a:lnTo>
                <a:lnTo>
                  <a:pt x="4530" y="3651"/>
                </a:lnTo>
                <a:lnTo>
                  <a:pt x="4529" y="3651"/>
                </a:lnTo>
                <a:lnTo>
                  <a:pt x="4529" y="3650"/>
                </a:lnTo>
                <a:lnTo>
                  <a:pt x="4528" y="3650"/>
                </a:lnTo>
                <a:lnTo>
                  <a:pt x="4527" y="3650"/>
                </a:lnTo>
                <a:lnTo>
                  <a:pt x="4527" y="3651"/>
                </a:lnTo>
                <a:lnTo>
                  <a:pt x="4526" y="3651"/>
                </a:lnTo>
                <a:lnTo>
                  <a:pt x="4526" y="3652"/>
                </a:lnTo>
                <a:lnTo>
                  <a:pt x="4526" y="3653"/>
                </a:lnTo>
                <a:lnTo>
                  <a:pt x="4526" y="3654"/>
                </a:lnTo>
                <a:lnTo>
                  <a:pt x="4526" y="3655"/>
                </a:lnTo>
                <a:lnTo>
                  <a:pt x="4525" y="3656"/>
                </a:lnTo>
                <a:lnTo>
                  <a:pt x="4525" y="3657"/>
                </a:lnTo>
                <a:lnTo>
                  <a:pt x="4524" y="3658"/>
                </a:lnTo>
                <a:lnTo>
                  <a:pt x="4523" y="3658"/>
                </a:lnTo>
                <a:lnTo>
                  <a:pt x="4522" y="3657"/>
                </a:lnTo>
                <a:lnTo>
                  <a:pt x="4521" y="3657"/>
                </a:lnTo>
                <a:lnTo>
                  <a:pt x="4520" y="3657"/>
                </a:lnTo>
                <a:lnTo>
                  <a:pt x="4519" y="3657"/>
                </a:lnTo>
                <a:lnTo>
                  <a:pt x="4518" y="3658"/>
                </a:lnTo>
                <a:lnTo>
                  <a:pt x="4517" y="3658"/>
                </a:lnTo>
                <a:lnTo>
                  <a:pt x="4516" y="3658"/>
                </a:lnTo>
                <a:lnTo>
                  <a:pt x="4515" y="3658"/>
                </a:lnTo>
                <a:lnTo>
                  <a:pt x="4514" y="3659"/>
                </a:lnTo>
                <a:lnTo>
                  <a:pt x="4513" y="3659"/>
                </a:lnTo>
                <a:lnTo>
                  <a:pt x="4512" y="3659"/>
                </a:lnTo>
                <a:lnTo>
                  <a:pt x="4511" y="3659"/>
                </a:lnTo>
                <a:lnTo>
                  <a:pt x="4510" y="3659"/>
                </a:lnTo>
                <a:lnTo>
                  <a:pt x="4509" y="3658"/>
                </a:lnTo>
                <a:lnTo>
                  <a:pt x="4508" y="3657"/>
                </a:lnTo>
                <a:lnTo>
                  <a:pt x="4507" y="3657"/>
                </a:lnTo>
                <a:lnTo>
                  <a:pt x="4506" y="3657"/>
                </a:lnTo>
                <a:lnTo>
                  <a:pt x="4506" y="3656"/>
                </a:lnTo>
                <a:lnTo>
                  <a:pt x="4506" y="3655"/>
                </a:lnTo>
                <a:lnTo>
                  <a:pt x="4505" y="3655"/>
                </a:lnTo>
                <a:lnTo>
                  <a:pt x="4503" y="3656"/>
                </a:lnTo>
                <a:lnTo>
                  <a:pt x="4502" y="3656"/>
                </a:lnTo>
                <a:lnTo>
                  <a:pt x="4501" y="3656"/>
                </a:lnTo>
                <a:lnTo>
                  <a:pt x="4500" y="3657"/>
                </a:lnTo>
                <a:lnTo>
                  <a:pt x="4499" y="3657"/>
                </a:lnTo>
                <a:lnTo>
                  <a:pt x="4498" y="3658"/>
                </a:lnTo>
                <a:lnTo>
                  <a:pt x="4497" y="3658"/>
                </a:lnTo>
                <a:lnTo>
                  <a:pt x="4497" y="3659"/>
                </a:lnTo>
                <a:lnTo>
                  <a:pt x="4495" y="3660"/>
                </a:lnTo>
                <a:lnTo>
                  <a:pt x="4495" y="3661"/>
                </a:lnTo>
                <a:lnTo>
                  <a:pt x="4494" y="3661"/>
                </a:lnTo>
                <a:lnTo>
                  <a:pt x="4494" y="3662"/>
                </a:lnTo>
                <a:lnTo>
                  <a:pt x="4493" y="3663"/>
                </a:lnTo>
                <a:lnTo>
                  <a:pt x="4491" y="3665"/>
                </a:lnTo>
                <a:lnTo>
                  <a:pt x="4490" y="3666"/>
                </a:lnTo>
                <a:lnTo>
                  <a:pt x="4490" y="3667"/>
                </a:lnTo>
                <a:lnTo>
                  <a:pt x="4487" y="3669"/>
                </a:lnTo>
                <a:lnTo>
                  <a:pt x="4486" y="3670"/>
                </a:lnTo>
                <a:lnTo>
                  <a:pt x="4485" y="3670"/>
                </a:lnTo>
                <a:lnTo>
                  <a:pt x="4484" y="3670"/>
                </a:lnTo>
                <a:lnTo>
                  <a:pt x="4483" y="3671"/>
                </a:lnTo>
                <a:lnTo>
                  <a:pt x="4482" y="3672"/>
                </a:lnTo>
                <a:lnTo>
                  <a:pt x="4481" y="3672"/>
                </a:lnTo>
                <a:lnTo>
                  <a:pt x="4481" y="3671"/>
                </a:lnTo>
                <a:lnTo>
                  <a:pt x="4481" y="3670"/>
                </a:lnTo>
                <a:lnTo>
                  <a:pt x="4480" y="3669"/>
                </a:lnTo>
                <a:lnTo>
                  <a:pt x="4479" y="3669"/>
                </a:lnTo>
                <a:lnTo>
                  <a:pt x="4478" y="3669"/>
                </a:lnTo>
                <a:lnTo>
                  <a:pt x="4477" y="3669"/>
                </a:lnTo>
                <a:lnTo>
                  <a:pt x="4476" y="3669"/>
                </a:lnTo>
                <a:lnTo>
                  <a:pt x="4474" y="3669"/>
                </a:lnTo>
                <a:lnTo>
                  <a:pt x="4474" y="3670"/>
                </a:lnTo>
                <a:lnTo>
                  <a:pt x="4473" y="3670"/>
                </a:lnTo>
                <a:lnTo>
                  <a:pt x="4473" y="3671"/>
                </a:lnTo>
                <a:lnTo>
                  <a:pt x="4472" y="3671"/>
                </a:lnTo>
                <a:lnTo>
                  <a:pt x="4471" y="3670"/>
                </a:lnTo>
                <a:lnTo>
                  <a:pt x="4470" y="3671"/>
                </a:lnTo>
                <a:lnTo>
                  <a:pt x="4469" y="3672"/>
                </a:lnTo>
                <a:lnTo>
                  <a:pt x="4468" y="3673"/>
                </a:lnTo>
                <a:lnTo>
                  <a:pt x="4468" y="3674"/>
                </a:lnTo>
                <a:lnTo>
                  <a:pt x="4467" y="3674"/>
                </a:lnTo>
                <a:lnTo>
                  <a:pt x="4466" y="3674"/>
                </a:lnTo>
                <a:lnTo>
                  <a:pt x="4467" y="3673"/>
                </a:lnTo>
                <a:lnTo>
                  <a:pt x="4466" y="3673"/>
                </a:lnTo>
                <a:lnTo>
                  <a:pt x="4465" y="3673"/>
                </a:lnTo>
                <a:lnTo>
                  <a:pt x="4465" y="3674"/>
                </a:lnTo>
                <a:lnTo>
                  <a:pt x="4464" y="3674"/>
                </a:lnTo>
                <a:lnTo>
                  <a:pt x="4463" y="3674"/>
                </a:lnTo>
                <a:lnTo>
                  <a:pt x="4463" y="3675"/>
                </a:lnTo>
                <a:lnTo>
                  <a:pt x="4462" y="3676"/>
                </a:lnTo>
                <a:lnTo>
                  <a:pt x="4461" y="3675"/>
                </a:lnTo>
                <a:lnTo>
                  <a:pt x="4460" y="3675"/>
                </a:lnTo>
                <a:lnTo>
                  <a:pt x="4459" y="3675"/>
                </a:lnTo>
                <a:lnTo>
                  <a:pt x="4458" y="3676"/>
                </a:lnTo>
                <a:lnTo>
                  <a:pt x="4457" y="3676"/>
                </a:lnTo>
                <a:lnTo>
                  <a:pt x="4456" y="3678"/>
                </a:lnTo>
                <a:lnTo>
                  <a:pt x="4455" y="3679"/>
                </a:lnTo>
                <a:lnTo>
                  <a:pt x="4454" y="3680"/>
                </a:lnTo>
                <a:lnTo>
                  <a:pt x="4453" y="3681"/>
                </a:lnTo>
                <a:lnTo>
                  <a:pt x="4453" y="3682"/>
                </a:lnTo>
                <a:lnTo>
                  <a:pt x="4452" y="3682"/>
                </a:lnTo>
                <a:lnTo>
                  <a:pt x="4452" y="3681"/>
                </a:lnTo>
                <a:lnTo>
                  <a:pt x="4451" y="3681"/>
                </a:lnTo>
                <a:lnTo>
                  <a:pt x="4451" y="3680"/>
                </a:lnTo>
                <a:lnTo>
                  <a:pt x="4450" y="3679"/>
                </a:lnTo>
                <a:lnTo>
                  <a:pt x="4451" y="3679"/>
                </a:lnTo>
                <a:lnTo>
                  <a:pt x="4451" y="3678"/>
                </a:lnTo>
                <a:lnTo>
                  <a:pt x="4451" y="3677"/>
                </a:lnTo>
                <a:lnTo>
                  <a:pt x="4451" y="3676"/>
                </a:lnTo>
                <a:lnTo>
                  <a:pt x="4451" y="3675"/>
                </a:lnTo>
                <a:lnTo>
                  <a:pt x="4450" y="3674"/>
                </a:lnTo>
                <a:lnTo>
                  <a:pt x="4450" y="3673"/>
                </a:lnTo>
                <a:lnTo>
                  <a:pt x="4450" y="3672"/>
                </a:lnTo>
                <a:lnTo>
                  <a:pt x="4451" y="3672"/>
                </a:lnTo>
                <a:lnTo>
                  <a:pt x="4451" y="3673"/>
                </a:lnTo>
                <a:lnTo>
                  <a:pt x="4452" y="3673"/>
                </a:lnTo>
                <a:lnTo>
                  <a:pt x="4452" y="3674"/>
                </a:lnTo>
                <a:lnTo>
                  <a:pt x="4453" y="3674"/>
                </a:lnTo>
                <a:lnTo>
                  <a:pt x="4453" y="3673"/>
                </a:lnTo>
                <a:lnTo>
                  <a:pt x="4452" y="3672"/>
                </a:lnTo>
                <a:lnTo>
                  <a:pt x="4451" y="3672"/>
                </a:lnTo>
                <a:lnTo>
                  <a:pt x="4450" y="3672"/>
                </a:lnTo>
                <a:lnTo>
                  <a:pt x="4448" y="3671"/>
                </a:lnTo>
                <a:lnTo>
                  <a:pt x="4448" y="3670"/>
                </a:lnTo>
                <a:lnTo>
                  <a:pt x="4446" y="3669"/>
                </a:lnTo>
                <a:lnTo>
                  <a:pt x="4445" y="3669"/>
                </a:lnTo>
                <a:lnTo>
                  <a:pt x="4443" y="3669"/>
                </a:lnTo>
                <a:lnTo>
                  <a:pt x="4440" y="3669"/>
                </a:lnTo>
                <a:lnTo>
                  <a:pt x="4440" y="3668"/>
                </a:lnTo>
                <a:lnTo>
                  <a:pt x="4440" y="3666"/>
                </a:lnTo>
                <a:lnTo>
                  <a:pt x="4439" y="3665"/>
                </a:lnTo>
                <a:lnTo>
                  <a:pt x="4437" y="3665"/>
                </a:lnTo>
                <a:lnTo>
                  <a:pt x="4436" y="3665"/>
                </a:lnTo>
                <a:lnTo>
                  <a:pt x="4435" y="3666"/>
                </a:lnTo>
                <a:lnTo>
                  <a:pt x="4433" y="3666"/>
                </a:lnTo>
                <a:lnTo>
                  <a:pt x="4432" y="3667"/>
                </a:lnTo>
                <a:lnTo>
                  <a:pt x="4431" y="3667"/>
                </a:lnTo>
                <a:lnTo>
                  <a:pt x="4430" y="3667"/>
                </a:lnTo>
                <a:lnTo>
                  <a:pt x="4430" y="3668"/>
                </a:lnTo>
                <a:lnTo>
                  <a:pt x="4430" y="3669"/>
                </a:lnTo>
                <a:lnTo>
                  <a:pt x="4429" y="3669"/>
                </a:lnTo>
                <a:lnTo>
                  <a:pt x="4428" y="3669"/>
                </a:lnTo>
                <a:lnTo>
                  <a:pt x="4427" y="3671"/>
                </a:lnTo>
                <a:lnTo>
                  <a:pt x="4426" y="3672"/>
                </a:lnTo>
                <a:lnTo>
                  <a:pt x="4425" y="3672"/>
                </a:lnTo>
                <a:lnTo>
                  <a:pt x="4425" y="3673"/>
                </a:lnTo>
                <a:lnTo>
                  <a:pt x="4426" y="3673"/>
                </a:lnTo>
                <a:lnTo>
                  <a:pt x="4426" y="3674"/>
                </a:lnTo>
                <a:lnTo>
                  <a:pt x="4425" y="3675"/>
                </a:lnTo>
                <a:lnTo>
                  <a:pt x="4424" y="3675"/>
                </a:lnTo>
                <a:lnTo>
                  <a:pt x="4424" y="3676"/>
                </a:lnTo>
                <a:lnTo>
                  <a:pt x="4423" y="3677"/>
                </a:lnTo>
                <a:lnTo>
                  <a:pt x="4422" y="3678"/>
                </a:lnTo>
                <a:lnTo>
                  <a:pt x="4423" y="3679"/>
                </a:lnTo>
                <a:lnTo>
                  <a:pt x="4422" y="3679"/>
                </a:lnTo>
                <a:lnTo>
                  <a:pt x="4422" y="3680"/>
                </a:lnTo>
                <a:lnTo>
                  <a:pt x="4422" y="3681"/>
                </a:lnTo>
                <a:lnTo>
                  <a:pt x="4423" y="3682"/>
                </a:lnTo>
                <a:lnTo>
                  <a:pt x="4423" y="3683"/>
                </a:lnTo>
                <a:lnTo>
                  <a:pt x="4423" y="3684"/>
                </a:lnTo>
                <a:lnTo>
                  <a:pt x="4424" y="3685"/>
                </a:lnTo>
                <a:lnTo>
                  <a:pt x="4424" y="3684"/>
                </a:lnTo>
                <a:lnTo>
                  <a:pt x="4425" y="3684"/>
                </a:lnTo>
                <a:lnTo>
                  <a:pt x="4425" y="3683"/>
                </a:lnTo>
                <a:lnTo>
                  <a:pt x="4426" y="3682"/>
                </a:lnTo>
                <a:lnTo>
                  <a:pt x="4426" y="3681"/>
                </a:lnTo>
                <a:lnTo>
                  <a:pt x="4425" y="3681"/>
                </a:lnTo>
                <a:lnTo>
                  <a:pt x="4425" y="3680"/>
                </a:lnTo>
                <a:lnTo>
                  <a:pt x="4426" y="3680"/>
                </a:lnTo>
                <a:lnTo>
                  <a:pt x="4426" y="3681"/>
                </a:lnTo>
                <a:lnTo>
                  <a:pt x="4427" y="3681"/>
                </a:lnTo>
                <a:lnTo>
                  <a:pt x="4428" y="3681"/>
                </a:lnTo>
                <a:lnTo>
                  <a:pt x="4429" y="3681"/>
                </a:lnTo>
                <a:lnTo>
                  <a:pt x="4430" y="3680"/>
                </a:lnTo>
                <a:lnTo>
                  <a:pt x="4430" y="3681"/>
                </a:lnTo>
                <a:lnTo>
                  <a:pt x="4430" y="3682"/>
                </a:lnTo>
                <a:lnTo>
                  <a:pt x="4429" y="3682"/>
                </a:lnTo>
                <a:lnTo>
                  <a:pt x="4428" y="3683"/>
                </a:lnTo>
                <a:lnTo>
                  <a:pt x="4427" y="3684"/>
                </a:lnTo>
                <a:lnTo>
                  <a:pt x="4427" y="3685"/>
                </a:lnTo>
                <a:lnTo>
                  <a:pt x="4426" y="3685"/>
                </a:lnTo>
                <a:lnTo>
                  <a:pt x="4426" y="3686"/>
                </a:lnTo>
                <a:lnTo>
                  <a:pt x="4425" y="3687"/>
                </a:lnTo>
                <a:lnTo>
                  <a:pt x="4425" y="3688"/>
                </a:lnTo>
                <a:lnTo>
                  <a:pt x="4426" y="3688"/>
                </a:lnTo>
                <a:lnTo>
                  <a:pt x="4426" y="3689"/>
                </a:lnTo>
                <a:lnTo>
                  <a:pt x="4427" y="3689"/>
                </a:lnTo>
                <a:lnTo>
                  <a:pt x="4427" y="3690"/>
                </a:lnTo>
                <a:lnTo>
                  <a:pt x="4426" y="3691"/>
                </a:lnTo>
                <a:lnTo>
                  <a:pt x="4427" y="3692"/>
                </a:lnTo>
                <a:lnTo>
                  <a:pt x="4426" y="3692"/>
                </a:lnTo>
                <a:lnTo>
                  <a:pt x="4426" y="3691"/>
                </a:lnTo>
                <a:lnTo>
                  <a:pt x="4425" y="3690"/>
                </a:lnTo>
                <a:lnTo>
                  <a:pt x="4424" y="3690"/>
                </a:lnTo>
                <a:lnTo>
                  <a:pt x="4423" y="3690"/>
                </a:lnTo>
                <a:lnTo>
                  <a:pt x="4422" y="3690"/>
                </a:lnTo>
                <a:lnTo>
                  <a:pt x="4422" y="3689"/>
                </a:lnTo>
                <a:lnTo>
                  <a:pt x="4422" y="3690"/>
                </a:lnTo>
                <a:lnTo>
                  <a:pt x="4421" y="3689"/>
                </a:lnTo>
                <a:lnTo>
                  <a:pt x="4421" y="3688"/>
                </a:lnTo>
                <a:lnTo>
                  <a:pt x="4420" y="3688"/>
                </a:lnTo>
                <a:lnTo>
                  <a:pt x="4419" y="3688"/>
                </a:lnTo>
                <a:lnTo>
                  <a:pt x="4418" y="3688"/>
                </a:lnTo>
                <a:lnTo>
                  <a:pt x="4417" y="3687"/>
                </a:lnTo>
                <a:lnTo>
                  <a:pt x="4416" y="3686"/>
                </a:lnTo>
                <a:lnTo>
                  <a:pt x="4415" y="3686"/>
                </a:lnTo>
                <a:lnTo>
                  <a:pt x="4414" y="3686"/>
                </a:lnTo>
                <a:lnTo>
                  <a:pt x="4414" y="3687"/>
                </a:lnTo>
                <a:lnTo>
                  <a:pt x="4413" y="3687"/>
                </a:lnTo>
                <a:lnTo>
                  <a:pt x="4413" y="3686"/>
                </a:lnTo>
                <a:lnTo>
                  <a:pt x="4412" y="3687"/>
                </a:lnTo>
                <a:lnTo>
                  <a:pt x="4411" y="3687"/>
                </a:lnTo>
                <a:lnTo>
                  <a:pt x="4411" y="3688"/>
                </a:lnTo>
                <a:lnTo>
                  <a:pt x="4410" y="3688"/>
                </a:lnTo>
                <a:lnTo>
                  <a:pt x="4409" y="3688"/>
                </a:lnTo>
                <a:lnTo>
                  <a:pt x="4408" y="3688"/>
                </a:lnTo>
                <a:lnTo>
                  <a:pt x="4407" y="3688"/>
                </a:lnTo>
                <a:lnTo>
                  <a:pt x="4406" y="3687"/>
                </a:lnTo>
                <a:lnTo>
                  <a:pt x="4405" y="3686"/>
                </a:lnTo>
                <a:lnTo>
                  <a:pt x="4404" y="3685"/>
                </a:lnTo>
                <a:lnTo>
                  <a:pt x="4403" y="3685"/>
                </a:lnTo>
                <a:lnTo>
                  <a:pt x="4403" y="3684"/>
                </a:lnTo>
                <a:lnTo>
                  <a:pt x="4403" y="3683"/>
                </a:lnTo>
                <a:lnTo>
                  <a:pt x="4402" y="3683"/>
                </a:lnTo>
                <a:lnTo>
                  <a:pt x="4402" y="3682"/>
                </a:lnTo>
                <a:lnTo>
                  <a:pt x="4403" y="3682"/>
                </a:lnTo>
                <a:lnTo>
                  <a:pt x="4403" y="3681"/>
                </a:lnTo>
                <a:lnTo>
                  <a:pt x="4403" y="3680"/>
                </a:lnTo>
                <a:lnTo>
                  <a:pt x="4404" y="3680"/>
                </a:lnTo>
                <a:lnTo>
                  <a:pt x="4404" y="3679"/>
                </a:lnTo>
                <a:lnTo>
                  <a:pt x="4404" y="3680"/>
                </a:lnTo>
                <a:lnTo>
                  <a:pt x="4405" y="3680"/>
                </a:lnTo>
                <a:lnTo>
                  <a:pt x="4406" y="3680"/>
                </a:lnTo>
                <a:lnTo>
                  <a:pt x="4406" y="3681"/>
                </a:lnTo>
                <a:lnTo>
                  <a:pt x="4407" y="3681"/>
                </a:lnTo>
                <a:lnTo>
                  <a:pt x="4408" y="3681"/>
                </a:lnTo>
                <a:lnTo>
                  <a:pt x="4409" y="3681"/>
                </a:lnTo>
                <a:lnTo>
                  <a:pt x="4410" y="3681"/>
                </a:lnTo>
                <a:lnTo>
                  <a:pt x="4410" y="3680"/>
                </a:lnTo>
                <a:lnTo>
                  <a:pt x="4411" y="3680"/>
                </a:lnTo>
                <a:lnTo>
                  <a:pt x="4412" y="3679"/>
                </a:lnTo>
                <a:lnTo>
                  <a:pt x="4411" y="3679"/>
                </a:lnTo>
                <a:lnTo>
                  <a:pt x="4411" y="3678"/>
                </a:lnTo>
                <a:lnTo>
                  <a:pt x="4411" y="3677"/>
                </a:lnTo>
                <a:lnTo>
                  <a:pt x="4411" y="3676"/>
                </a:lnTo>
                <a:lnTo>
                  <a:pt x="4410" y="3676"/>
                </a:lnTo>
                <a:lnTo>
                  <a:pt x="4409" y="3676"/>
                </a:lnTo>
                <a:lnTo>
                  <a:pt x="4408" y="3676"/>
                </a:lnTo>
                <a:lnTo>
                  <a:pt x="4408" y="3677"/>
                </a:lnTo>
                <a:lnTo>
                  <a:pt x="4407" y="3677"/>
                </a:lnTo>
                <a:lnTo>
                  <a:pt x="4406" y="3677"/>
                </a:lnTo>
                <a:lnTo>
                  <a:pt x="4405" y="3677"/>
                </a:lnTo>
                <a:lnTo>
                  <a:pt x="4405" y="3678"/>
                </a:lnTo>
                <a:lnTo>
                  <a:pt x="4406" y="3679"/>
                </a:lnTo>
                <a:lnTo>
                  <a:pt x="4405" y="3679"/>
                </a:lnTo>
                <a:lnTo>
                  <a:pt x="4404" y="3678"/>
                </a:lnTo>
                <a:lnTo>
                  <a:pt x="4403" y="3677"/>
                </a:lnTo>
                <a:lnTo>
                  <a:pt x="4402" y="3676"/>
                </a:lnTo>
                <a:lnTo>
                  <a:pt x="4401" y="3676"/>
                </a:lnTo>
                <a:lnTo>
                  <a:pt x="4400" y="3676"/>
                </a:lnTo>
                <a:lnTo>
                  <a:pt x="4400" y="3675"/>
                </a:lnTo>
                <a:lnTo>
                  <a:pt x="4399" y="3675"/>
                </a:lnTo>
                <a:lnTo>
                  <a:pt x="4398" y="3675"/>
                </a:lnTo>
                <a:lnTo>
                  <a:pt x="4395" y="3676"/>
                </a:lnTo>
                <a:lnTo>
                  <a:pt x="4394" y="3676"/>
                </a:lnTo>
                <a:lnTo>
                  <a:pt x="4393" y="3676"/>
                </a:lnTo>
                <a:lnTo>
                  <a:pt x="4392" y="3676"/>
                </a:lnTo>
                <a:lnTo>
                  <a:pt x="4391" y="3676"/>
                </a:lnTo>
                <a:lnTo>
                  <a:pt x="4391" y="3677"/>
                </a:lnTo>
                <a:lnTo>
                  <a:pt x="4391" y="3676"/>
                </a:lnTo>
                <a:lnTo>
                  <a:pt x="4392" y="3676"/>
                </a:lnTo>
                <a:lnTo>
                  <a:pt x="4392" y="3675"/>
                </a:lnTo>
                <a:lnTo>
                  <a:pt x="4391" y="3675"/>
                </a:lnTo>
                <a:lnTo>
                  <a:pt x="4391" y="3674"/>
                </a:lnTo>
                <a:lnTo>
                  <a:pt x="4392" y="3674"/>
                </a:lnTo>
                <a:lnTo>
                  <a:pt x="4393" y="3673"/>
                </a:lnTo>
                <a:lnTo>
                  <a:pt x="4395" y="3672"/>
                </a:lnTo>
                <a:lnTo>
                  <a:pt x="4395" y="3671"/>
                </a:lnTo>
                <a:lnTo>
                  <a:pt x="4396" y="3671"/>
                </a:lnTo>
                <a:lnTo>
                  <a:pt x="4397" y="3671"/>
                </a:lnTo>
                <a:lnTo>
                  <a:pt x="4397" y="3670"/>
                </a:lnTo>
                <a:lnTo>
                  <a:pt x="4397" y="3668"/>
                </a:lnTo>
                <a:lnTo>
                  <a:pt x="4398" y="3669"/>
                </a:lnTo>
                <a:lnTo>
                  <a:pt x="4398" y="3668"/>
                </a:lnTo>
                <a:lnTo>
                  <a:pt x="4399" y="3668"/>
                </a:lnTo>
                <a:lnTo>
                  <a:pt x="4399" y="3667"/>
                </a:lnTo>
                <a:lnTo>
                  <a:pt x="4400" y="3667"/>
                </a:lnTo>
                <a:lnTo>
                  <a:pt x="4400" y="3666"/>
                </a:lnTo>
                <a:lnTo>
                  <a:pt x="4400" y="3663"/>
                </a:lnTo>
                <a:lnTo>
                  <a:pt x="4400" y="3662"/>
                </a:lnTo>
                <a:lnTo>
                  <a:pt x="4401" y="3662"/>
                </a:lnTo>
                <a:lnTo>
                  <a:pt x="4401" y="3661"/>
                </a:lnTo>
                <a:lnTo>
                  <a:pt x="4401" y="3662"/>
                </a:lnTo>
                <a:lnTo>
                  <a:pt x="4400" y="3662"/>
                </a:lnTo>
                <a:lnTo>
                  <a:pt x="4399" y="3662"/>
                </a:lnTo>
                <a:lnTo>
                  <a:pt x="4399" y="3663"/>
                </a:lnTo>
                <a:lnTo>
                  <a:pt x="4400" y="3664"/>
                </a:lnTo>
                <a:lnTo>
                  <a:pt x="4399" y="3666"/>
                </a:lnTo>
                <a:lnTo>
                  <a:pt x="4399" y="3667"/>
                </a:lnTo>
                <a:lnTo>
                  <a:pt x="4398" y="3667"/>
                </a:lnTo>
                <a:lnTo>
                  <a:pt x="4397" y="3667"/>
                </a:lnTo>
                <a:lnTo>
                  <a:pt x="4396" y="3668"/>
                </a:lnTo>
                <a:lnTo>
                  <a:pt x="4396" y="3669"/>
                </a:lnTo>
                <a:lnTo>
                  <a:pt x="4396" y="3670"/>
                </a:lnTo>
                <a:lnTo>
                  <a:pt x="4395" y="3670"/>
                </a:lnTo>
                <a:lnTo>
                  <a:pt x="4395" y="3671"/>
                </a:lnTo>
                <a:lnTo>
                  <a:pt x="4394" y="3671"/>
                </a:lnTo>
                <a:lnTo>
                  <a:pt x="4394" y="3672"/>
                </a:lnTo>
                <a:lnTo>
                  <a:pt x="4393" y="3672"/>
                </a:lnTo>
                <a:lnTo>
                  <a:pt x="4393" y="3671"/>
                </a:lnTo>
                <a:lnTo>
                  <a:pt x="4392" y="3671"/>
                </a:lnTo>
                <a:lnTo>
                  <a:pt x="4391" y="3671"/>
                </a:lnTo>
                <a:lnTo>
                  <a:pt x="4389" y="3670"/>
                </a:lnTo>
                <a:lnTo>
                  <a:pt x="4389" y="3671"/>
                </a:lnTo>
                <a:lnTo>
                  <a:pt x="4388" y="3671"/>
                </a:lnTo>
                <a:lnTo>
                  <a:pt x="4387" y="3671"/>
                </a:lnTo>
                <a:lnTo>
                  <a:pt x="4386" y="3671"/>
                </a:lnTo>
                <a:lnTo>
                  <a:pt x="4385" y="3672"/>
                </a:lnTo>
                <a:lnTo>
                  <a:pt x="4385" y="3673"/>
                </a:lnTo>
                <a:lnTo>
                  <a:pt x="4384" y="3673"/>
                </a:lnTo>
                <a:lnTo>
                  <a:pt x="4384" y="3674"/>
                </a:lnTo>
                <a:lnTo>
                  <a:pt x="4384" y="3675"/>
                </a:lnTo>
                <a:lnTo>
                  <a:pt x="4385" y="3675"/>
                </a:lnTo>
                <a:lnTo>
                  <a:pt x="4386" y="3675"/>
                </a:lnTo>
                <a:lnTo>
                  <a:pt x="4386" y="3676"/>
                </a:lnTo>
                <a:lnTo>
                  <a:pt x="4387" y="3676"/>
                </a:lnTo>
                <a:lnTo>
                  <a:pt x="4386" y="3677"/>
                </a:lnTo>
                <a:lnTo>
                  <a:pt x="4385" y="3677"/>
                </a:lnTo>
                <a:lnTo>
                  <a:pt x="4385" y="3676"/>
                </a:lnTo>
                <a:lnTo>
                  <a:pt x="4384" y="3676"/>
                </a:lnTo>
                <a:lnTo>
                  <a:pt x="4383" y="3675"/>
                </a:lnTo>
                <a:lnTo>
                  <a:pt x="4383" y="3674"/>
                </a:lnTo>
                <a:lnTo>
                  <a:pt x="4384" y="3674"/>
                </a:lnTo>
                <a:lnTo>
                  <a:pt x="4383" y="3673"/>
                </a:lnTo>
                <a:lnTo>
                  <a:pt x="4382" y="3673"/>
                </a:lnTo>
                <a:lnTo>
                  <a:pt x="4381" y="3673"/>
                </a:lnTo>
                <a:lnTo>
                  <a:pt x="4380" y="3673"/>
                </a:lnTo>
                <a:lnTo>
                  <a:pt x="4379" y="3674"/>
                </a:lnTo>
                <a:lnTo>
                  <a:pt x="4377" y="3675"/>
                </a:lnTo>
                <a:lnTo>
                  <a:pt x="4376" y="3675"/>
                </a:lnTo>
                <a:lnTo>
                  <a:pt x="4375" y="3675"/>
                </a:lnTo>
                <a:lnTo>
                  <a:pt x="4374" y="3675"/>
                </a:lnTo>
                <a:lnTo>
                  <a:pt x="4373" y="3676"/>
                </a:lnTo>
                <a:lnTo>
                  <a:pt x="4372" y="3676"/>
                </a:lnTo>
                <a:lnTo>
                  <a:pt x="4372" y="3675"/>
                </a:lnTo>
                <a:lnTo>
                  <a:pt x="4372" y="3676"/>
                </a:lnTo>
                <a:lnTo>
                  <a:pt x="4371" y="3676"/>
                </a:lnTo>
                <a:lnTo>
                  <a:pt x="4371" y="3677"/>
                </a:lnTo>
                <a:lnTo>
                  <a:pt x="4371" y="3678"/>
                </a:lnTo>
                <a:lnTo>
                  <a:pt x="4371" y="3679"/>
                </a:lnTo>
                <a:lnTo>
                  <a:pt x="4371" y="3680"/>
                </a:lnTo>
                <a:lnTo>
                  <a:pt x="4371" y="3681"/>
                </a:lnTo>
                <a:lnTo>
                  <a:pt x="4370" y="3681"/>
                </a:lnTo>
                <a:lnTo>
                  <a:pt x="4369" y="3681"/>
                </a:lnTo>
                <a:lnTo>
                  <a:pt x="4369" y="3682"/>
                </a:lnTo>
                <a:lnTo>
                  <a:pt x="4368" y="3682"/>
                </a:lnTo>
                <a:lnTo>
                  <a:pt x="4368" y="3683"/>
                </a:lnTo>
                <a:lnTo>
                  <a:pt x="4369" y="3684"/>
                </a:lnTo>
                <a:lnTo>
                  <a:pt x="4370" y="3684"/>
                </a:lnTo>
                <a:lnTo>
                  <a:pt x="4370" y="3685"/>
                </a:lnTo>
                <a:lnTo>
                  <a:pt x="4370" y="3686"/>
                </a:lnTo>
                <a:lnTo>
                  <a:pt x="4369" y="3686"/>
                </a:lnTo>
                <a:lnTo>
                  <a:pt x="4367" y="3686"/>
                </a:lnTo>
                <a:lnTo>
                  <a:pt x="4366" y="3686"/>
                </a:lnTo>
                <a:lnTo>
                  <a:pt x="4365" y="3687"/>
                </a:lnTo>
                <a:lnTo>
                  <a:pt x="4365" y="3688"/>
                </a:lnTo>
                <a:lnTo>
                  <a:pt x="4364" y="3688"/>
                </a:lnTo>
                <a:lnTo>
                  <a:pt x="4364" y="3687"/>
                </a:lnTo>
                <a:lnTo>
                  <a:pt x="4363" y="3687"/>
                </a:lnTo>
                <a:lnTo>
                  <a:pt x="4362" y="3687"/>
                </a:lnTo>
                <a:lnTo>
                  <a:pt x="4361" y="3686"/>
                </a:lnTo>
                <a:lnTo>
                  <a:pt x="4361" y="3685"/>
                </a:lnTo>
                <a:lnTo>
                  <a:pt x="4361" y="3684"/>
                </a:lnTo>
                <a:lnTo>
                  <a:pt x="4362" y="3683"/>
                </a:lnTo>
                <a:lnTo>
                  <a:pt x="4362" y="3682"/>
                </a:lnTo>
                <a:lnTo>
                  <a:pt x="4361" y="3682"/>
                </a:lnTo>
                <a:lnTo>
                  <a:pt x="4360" y="3681"/>
                </a:lnTo>
                <a:lnTo>
                  <a:pt x="4360" y="3680"/>
                </a:lnTo>
                <a:lnTo>
                  <a:pt x="4359" y="3680"/>
                </a:lnTo>
                <a:lnTo>
                  <a:pt x="4358" y="3681"/>
                </a:lnTo>
                <a:lnTo>
                  <a:pt x="4357" y="3681"/>
                </a:lnTo>
                <a:lnTo>
                  <a:pt x="4356" y="3680"/>
                </a:lnTo>
                <a:lnTo>
                  <a:pt x="4355" y="3680"/>
                </a:lnTo>
                <a:lnTo>
                  <a:pt x="4355" y="3679"/>
                </a:lnTo>
                <a:lnTo>
                  <a:pt x="4354" y="3679"/>
                </a:lnTo>
                <a:lnTo>
                  <a:pt x="4354" y="3678"/>
                </a:lnTo>
                <a:lnTo>
                  <a:pt x="4354" y="3679"/>
                </a:lnTo>
                <a:lnTo>
                  <a:pt x="4353" y="3680"/>
                </a:lnTo>
                <a:lnTo>
                  <a:pt x="4354" y="3681"/>
                </a:lnTo>
                <a:lnTo>
                  <a:pt x="4355" y="3681"/>
                </a:lnTo>
                <a:lnTo>
                  <a:pt x="4355" y="3682"/>
                </a:lnTo>
                <a:lnTo>
                  <a:pt x="4354" y="3682"/>
                </a:lnTo>
                <a:lnTo>
                  <a:pt x="4354" y="3683"/>
                </a:lnTo>
                <a:lnTo>
                  <a:pt x="4355" y="3683"/>
                </a:lnTo>
                <a:lnTo>
                  <a:pt x="4355" y="3684"/>
                </a:lnTo>
                <a:lnTo>
                  <a:pt x="4356" y="3684"/>
                </a:lnTo>
                <a:lnTo>
                  <a:pt x="4357" y="3684"/>
                </a:lnTo>
                <a:lnTo>
                  <a:pt x="4358" y="3684"/>
                </a:lnTo>
                <a:lnTo>
                  <a:pt x="4359" y="3685"/>
                </a:lnTo>
                <a:lnTo>
                  <a:pt x="4360" y="3685"/>
                </a:lnTo>
                <a:lnTo>
                  <a:pt x="4361" y="3686"/>
                </a:lnTo>
                <a:lnTo>
                  <a:pt x="4361" y="3687"/>
                </a:lnTo>
                <a:lnTo>
                  <a:pt x="4362" y="3687"/>
                </a:lnTo>
                <a:lnTo>
                  <a:pt x="4363" y="3687"/>
                </a:lnTo>
                <a:lnTo>
                  <a:pt x="4363" y="3688"/>
                </a:lnTo>
                <a:lnTo>
                  <a:pt x="4363" y="3689"/>
                </a:lnTo>
                <a:lnTo>
                  <a:pt x="4362" y="3690"/>
                </a:lnTo>
                <a:lnTo>
                  <a:pt x="4360" y="3692"/>
                </a:lnTo>
                <a:lnTo>
                  <a:pt x="4359" y="3693"/>
                </a:lnTo>
                <a:lnTo>
                  <a:pt x="4359" y="3694"/>
                </a:lnTo>
                <a:lnTo>
                  <a:pt x="4358" y="3694"/>
                </a:lnTo>
                <a:lnTo>
                  <a:pt x="4358" y="3696"/>
                </a:lnTo>
                <a:lnTo>
                  <a:pt x="4357" y="3696"/>
                </a:lnTo>
                <a:lnTo>
                  <a:pt x="4357" y="3697"/>
                </a:lnTo>
                <a:lnTo>
                  <a:pt x="4357" y="3698"/>
                </a:lnTo>
                <a:lnTo>
                  <a:pt x="4356" y="3698"/>
                </a:lnTo>
                <a:lnTo>
                  <a:pt x="4356" y="3699"/>
                </a:lnTo>
                <a:lnTo>
                  <a:pt x="4356" y="3700"/>
                </a:lnTo>
                <a:lnTo>
                  <a:pt x="4356" y="3701"/>
                </a:lnTo>
                <a:lnTo>
                  <a:pt x="4357" y="3702"/>
                </a:lnTo>
                <a:lnTo>
                  <a:pt x="4358" y="3702"/>
                </a:lnTo>
                <a:lnTo>
                  <a:pt x="4358" y="3703"/>
                </a:lnTo>
                <a:lnTo>
                  <a:pt x="4358" y="3704"/>
                </a:lnTo>
                <a:lnTo>
                  <a:pt x="4357" y="3704"/>
                </a:lnTo>
                <a:lnTo>
                  <a:pt x="4356" y="3704"/>
                </a:lnTo>
                <a:lnTo>
                  <a:pt x="4355" y="3704"/>
                </a:lnTo>
                <a:lnTo>
                  <a:pt x="4355" y="3705"/>
                </a:lnTo>
                <a:lnTo>
                  <a:pt x="4354" y="3705"/>
                </a:lnTo>
                <a:lnTo>
                  <a:pt x="4354" y="3704"/>
                </a:lnTo>
                <a:lnTo>
                  <a:pt x="4355" y="3704"/>
                </a:lnTo>
                <a:lnTo>
                  <a:pt x="4355" y="3703"/>
                </a:lnTo>
                <a:lnTo>
                  <a:pt x="4355" y="3702"/>
                </a:lnTo>
                <a:lnTo>
                  <a:pt x="4355" y="3701"/>
                </a:lnTo>
                <a:lnTo>
                  <a:pt x="4355" y="3700"/>
                </a:lnTo>
                <a:lnTo>
                  <a:pt x="4354" y="3699"/>
                </a:lnTo>
                <a:lnTo>
                  <a:pt x="4353" y="3699"/>
                </a:lnTo>
                <a:lnTo>
                  <a:pt x="4352" y="3698"/>
                </a:lnTo>
                <a:lnTo>
                  <a:pt x="4351" y="3698"/>
                </a:lnTo>
                <a:lnTo>
                  <a:pt x="4350" y="3698"/>
                </a:lnTo>
                <a:lnTo>
                  <a:pt x="4349" y="3698"/>
                </a:lnTo>
                <a:lnTo>
                  <a:pt x="4348" y="3698"/>
                </a:lnTo>
                <a:lnTo>
                  <a:pt x="4348" y="3699"/>
                </a:lnTo>
                <a:lnTo>
                  <a:pt x="4347" y="3699"/>
                </a:lnTo>
                <a:lnTo>
                  <a:pt x="4346" y="3700"/>
                </a:lnTo>
                <a:lnTo>
                  <a:pt x="4346" y="3699"/>
                </a:lnTo>
                <a:lnTo>
                  <a:pt x="4345" y="3699"/>
                </a:lnTo>
                <a:lnTo>
                  <a:pt x="4344" y="3699"/>
                </a:lnTo>
                <a:lnTo>
                  <a:pt x="4343" y="3699"/>
                </a:lnTo>
                <a:lnTo>
                  <a:pt x="4342" y="3699"/>
                </a:lnTo>
                <a:lnTo>
                  <a:pt x="4341" y="3700"/>
                </a:lnTo>
                <a:lnTo>
                  <a:pt x="4341" y="3699"/>
                </a:lnTo>
                <a:lnTo>
                  <a:pt x="4340" y="3699"/>
                </a:lnTo>
                <a:lnTo>
                  <a:pt x="4340" y="3698"/>
                </a:lnTo>
                <a:lnTo>
                  <a:pt x="4339" y="3698"/>
                </a:lnTo>
                <a:lnTo>
                  <a:pt x="4339" y="3697"/>
                </a:lnTo>
                <a:lnTo>
                  <a:pt x="4340" y="3696"/>
                </a:lnTo>
                <a:lnTo>
                  <a:pt x="4340" y="3695"/>
                </a:lnTo>
                <a:lnTo>
                  <a:pt x="4340" y="3694"/>
                </a:lnTo>
                <a:lnTo>
                  <a:pt x="4340" y="3693"/>
                </a:lnTo>
                <a:lnTo>
                  <a:pt x="4339" y="3693"/>
                </a:lnTo>
                <a:lnTo>
                  <a:pt x="4338" y="3692"/>
                </a:lnTo>
                <a:lnTo>
                  <a:pt x="4338" y="3691"/>
                </a:lnTo>
                <a:lnTo>
                  <a:pt x="4339" y="3691"/>
                </a:lnTo>
                <a:lnTo>
                  <a:pt x="4339" y="3689"/>
                </a:lnTo>
                <a:lnTo>
                  <a:pt x="4340" y="3689"/>
                </a:lnTo>
                <a:lnTo>
                  <a:pt x="4340" y="3688"/>
                </a:lnTo>
                <a:lnTo>
                  <a:pt x="4340" y="3687"/>
                </a:lnTo>
                <a:lnTo>
                  <a:pt x="4340" y="3686"/>
                </a:lnTo>
                <a:lnTo>
                  <a:pt x="4339" y="3686"/>
                </a:lnTo>
                <a:lnTo>
                  <a:pt x="4339" y="3685"/>
                </a:lnTo>
                <a:lnTo>
                  <a:pt x="4339" y="3684"/>
                </a:lnTo>
                <a:lnTo>
                  <a:pt x="4339" y="3682"/>
                </a:lnTo>
                <a:lnTo>
                  <a:pt x="4340" y="3681"/>
                </a:lnTo>
                <a:lnTo>
                  <a:pt x="4341" y="3680"/>
                </a:lnTo>
                <a:lnTo>
                  <a:pt x="4342" y="3679"/>
                </a:lnTo>
                <a:lnTo>
                  <a:pt x="4343" y="3679"/>
                </a:lnTo>
                <a:lnTo>
                  <a:pt x="4345" y="3678"/>
                </a:lnTo>
                <a:lnTo>
                  <a:pt x="4345" y="3677"/>
                </a:lnTo>
                <a:lnTo>
                  <a:pt x="4346" y="3677"/>
                </a:lnTo>
                <a:lnTo>
                  <a:pt x="4347" y="3677"/>
                </a:lnTo>
                <a:lnTo>
                  <a:pt x="4348" y="3676"/>
                </a:lnTo>
                <a:lnTo>
                  <a:pt x="4348" y="3675"/>
                </a:lnTo>
                <a:lnTo>
                  <a:pt x="4347" y="3675"/>
                </a:lnTo>
                <a:lnTo>
                  <a:pt x="4346" y="3673"/>
                </a:lnTo>
                <a:lnTo>
                  <a:pt x="4346" y="3672"/>
                </a:lnTo>
                <a:lnTo>
                  <a:pt x="4345" y="3672"/>
                </a:lnTo>
                <a:lnTo>
                  <a:pt x="4345" y="3671"/>
                </a:lnTo>
                <a:lnTo>
                  <a:pt x="4345" y="3672"/>
                </a:lnTo>
                <a:lnTo>
                  <a:pt x="4344" y="3671"/>
                </a:lnTo>
                <a:lnTo>
                  <a:pt x="4344" y="3670"/>
                </a:lnTo>
                <a:lnTo>
                  <a:pt x="4343" y="3670"/>
                </a:lnTo>
                <a:lnTo>
                  <a:pt x="4344" y="3671"/>
                </a:lnTo>
                <a:lnTo>
                  <a:pt x="4345" y="3672"/>
                </a:lnTo>
                <a:lnTo>
                  <a:pt x="4344" y="3672"/>
                </a:lnTo>
                <a:lnTo>
                  <a:pt x="4344" y="3673"/>
                </a:lnTo>
                <a:lnTo>
                  <a:pt x="4344" y="3672"/>
                </a:lnTo>
                <a:lnTo>
                  <a:pt x="4344" y="3671"/>
                </a:lnTo>
                <a:lnTo>
                  <a:pt x="4343" y="3671"/>
                </a:lnTo>
                <a:lnTo>
                  <a:pt x="4342" y="3671"/>
                </a:lnTo>
                <a:lnTo>
                  <a:pt x="4342" y="3672"/>
                </a:lnTo>
                <a:lnTo>
                  <a:pt x="4343" y="3672"/>
                </a:lnTo>
                <a:lnTo>
                  <a:pt x="4343" y="3674"/>
                </a:lnTo>
                <a:lnTo>
                  <a:pt x="4343" y="3675"/>
                </a:lnTo>
                <a:lnTo>
                  <a:pt x="4342" y="3676"/>
                </a:lnTo>
                <a:lnTo>
                  <a:pt x="4341" y="3676"/>
                </a:lnTo>
                <a:lnTo>
                  <a:pt x="4340" y="3677"/>
                </a:lnTo>
                <a:lnTo>
                  <a:pt x="4339" y="3677"/>
                </a:lnTo>
                <a:lnTo>
                  <a:pt x="4338" y="3677"/>
                </a:lnTo>
                <a:lnTo>
                  <a:pt x="4338" y="3676"/>
                </a:lnTo>
                <a:lnTo>
                  <a:pt x="4337" y="3676"/>
                </a:lnTo>
                <a:lnTo>
                  <a:pt x="4338" y="3676"/>
                </a:lnTo>
                <a:lnTo>
                  <a:pt x="4338" y="3675"/>
                </a:lnTo>
                <a:lnTo>
                  <a:pt x="4337" y="3675"/>
                </a:lnTo>
                <a:lnTo>
                  <a:pt x="4336" y="3675"/>
                </a:lnTo>
                <a:lnTo>
                  <a:pt x="4336" y="3676"/>
                </a:lnTo>
                <a:lnTo>
                  <a:pt x="4336" y="3675"/>
                </a:lnTo>
                <a:lnTo>
                  <a:pt x="4335" y="3675"/>
                </a:lnTo>
                <a:lnTo>
                  <a:pt x="4334" y="3676"/>
                </a:lnTo>
                <a:lnTo>
                  <a:pt x="4333" y="3676"/>
                </a:lnTo>
                <a:lnTo>
                  <a:pt x="4334" y="3677"/>
                </a:lnTo>
                <a:lnTo>
                  <a:pt x="4333" y="3677"/>
                </a:lnTo>
                <a:lnTo>
                  <a:pt x="4332" y="3677"/>
                </a:lnTo>
                <a:lnTo>
                  <a:pt x="4331" y="3678"/>
                </a:lnTo>
                <a:lnTo>
                  <a:pt x="4330" y="3678"/>
                </a:lnTo>
                <a:lnTo>
                  <a:pt x="4329" y="3678"/>
                </a:lnTo>
                <a:lnTo>
                  <a:pt x="4329" y="3679"/>
                </a:lnTo>
                <a:lnTo>
                  <a:pt x="4329" y="3680"/>
                </a:lnTo>
                <a:lnTo>
                  <a:pt x="4328" y="3680"/>
                </a:lnTo>
                <a:lnTo>
                  <a:pt x="4325" y="3682"/>
                </a:lnTo>
                <a:lnTo>
                  <a:pt x="4324" y="3682"/>
                </a:lnTo>
                <a:lnTo>
                  <a:pt x="4323" y="3682"/>
                </a:lnTo>
                <a:lnTo>
                  <a:pt x="4322" y="3683"/>
                </a:lnTo>
                <a:lnTo>
                  <a:pt x="4321" y="3683"/>
                </a:lnTo>
                <a:lnTo>
                  <a:pt x="4321" y="3684"/>
                </a:lnTo>
                <a:lnTo>
                  <a:pt x="4322" y="3685"/>
                </a:lnTo>
                <a:lnTo>
                  <a:pt x="4321" y="3685"/>
                </a:lnTo>
                <a:lnTo>
                  <a:pt x="4321" y="3686"/>
                </a:lnTo>
                <a:lnTo>
                  <a:pt x="4322" y="3686"/>
                </a:lnTo>
                <a:lnTo>
                  <a:pt x="4322" y="3688"/>
                </a:lnTo>
                <a:lnTo>
                  <a:pt x="4321" y="3688"/>
                </a:lnTo>
                <a:lnTo>
                  <a:pt x="4320" y="3687"/>
                </a:lnTo>
                <a:lnTo>
                  <a:pt x="4320" y="3686"/>
                </a:lnTo>
                <a:lnTo>
                  <a:pt x="4319" y="3686"/>
                </a:lnTo>
                <a:lnTo>
                  <a:pt x="4318" y="3685"/>
                </a:lnTo>
                <a:lnTo>
                  <a:pt x="4317" y="3685"/>
                </a:lnTo>
                <a:lnTo>
                  <a:pt x="4317" y="3686"/>
                </a:lnTo>
                <a:lnTo>
                  <a:pt x="4318" y="3686"/>
                </a:lnTo>
                <a:lnTo>
                  <a:pt x="4318" y="3687"/>
                </a:lnTo>
                <a:lnTo>
                  <a:pt x="4318" y="3688"/>
                </a:lnTo>
                <a:lnTo>
                  <a:pt x="4317" y="3688"/>
                </a:lnTo>
                <a:lnTo>
                  <a:pt x="4316" y="3689"/>
                </a:lnTo>
                <a:lnTo>
                  <a:pt x="4315" y="3688"/>
                </a:lnTo>
                <a:lnTo>
                  <a:pt x="4315" y="3689"/>
                </a:lnTo>
                <a:lnTo>
                  <a:pt x="4316" y="3689"/>
                </a:lnTo>
                <a:lnTo>
                  <a:pt x="4315" y="3690"/>
                </a:lnTo>
                <a:lnTo>
                  <a:pt x="4315" y="3691"/>
                </a:lnTo>
                <a:lnTo>
                  <a:pt x="4314" y="3692"/>
                </a:lnTo>
                <a:lnTo>
                  <a:pt x="4314" y="3693"/>
                </a:lnTo>
                <a:lnTo>
                  <a:pt x="4315" y="3693"/>
                </a:lnTo>
                <a:lnTo>
                  <a:pt x="4316" y="3692"/>
                </a:lnTo>
                <a:lnTo>
                  <a:pt x="4317" y="3692"/>
                </a:lnTo>
                <a:lnTo>
                  <a:pt x="4318" y="3692"/>
                </a:lnTo>
                <a:lnTo>
                  <a:pt x="4319" y="3692"/>
                </a:lnTo>
                <a:lnTo>
                  <a:pt x="4321" y="3692"/>
                </a:lnTo>
                <a:lnTo>
                  <a:pt x="4322" y="3692"/>
                </a:lnTo>
                <a:lnTo>
                  <a:pt x="4322" y="3691"/>
                </a:lnTo>
                <a:lnTo>
                  <a:pt x="4323" y="3692"/>
                </a:lnTo>
                <a:lnTo>
                  <a:pt x="4324" y="3692"/>
                </a:lnTo>
                <a:lnTo>
                  <a:pt x="4324" y="3693"/>
                </a:lnTo>
                <a:lnTo>
                  <a:pt x="4323" y="3693"/>
                </a:lnTo>
                <a:lnTo>
                  <a:pt x="4323" y="3694"/>
                </a:lnTo>
                <a:lnTo>
                  <a:pt x="4322" y="3694"/>
                </a:lnTo>
                <a:lnTo>
                  <a:pt x="4322" y="3695"/>
                </a:lnTo>
                <a:lnTo>
                  <a:pt x="4322" y="3696"/>
                </a:lnTo>
                <a:lnTo>
                  <a:pt x="4322" y="3697"/>
                </a:lnTo>
                <a:lnTo>
                  <a:pt x="4321" y="3697"/>
                </a:lnTo>
                <a:lnTo>
                  <a:pt x="4319" y="3698"/>
                </a:lnTo>
                <a:lnTo>
                  <a:pt x="4318" y="3699"/>
                </a:lnTo>
                <a:lnTo>
                  <a:pt x="4317" y="3700"/>
                </a:lnTo>
                <a:lnTo>
                  <a:pt x="4316" y="3700"/>
                </a:lnTo>
                <a:lnTo>
                  <a:pt x="4316" y="3699"/>
                </a:lnTo>
                <a:lnTo>
                  <a:pt x="4315" y="3699"/>
                </a:lnTo>
                <a:lnTo>
                  <a:pt x="4315" y="3700"/>
                </a:lnTo>
                <a:lnTo>
                  <a:pt x="4314" y="3700"/>
                </a:lnTo>
                <a:lnTo>
                  <a:pt x="4314" y="3701"/>
                </a:lnTo>
                <a:lnTo>
                  <a:pt x="4314" y="3702"/>
                </a:lnTo>
                <a:lnTo>
                  <a:pt x="4314" y="3703"/>
                </a:lnTo>
                <a:lnTo>
                  <a:pt x="4314" y="3704"/>
                </a:lnTo>
                <a:lnTo>
                  <a:pt x="4316" y="3704"/>
                </a:lnTo>
                <a:lnTo>
                  <a:pt x="4317" y="3703"/>
                </a:lnTo>
                <a:lnTo>
                  <a:pt x="4317" y="3702"/>
                </a:lnTo>
                <a:lnTo>
                  <a:pt x="4318" y="3702"/>
                </a:lnTo>
                <a:lnTo>
                  <a:pt x="4319" y="3702"/>
                </a:lnTo>
                <a:lnTo>
                  <a:pt x="4320" y="3704"/>
                </a:lnTo>
                <a:lnTo>
                  <a:pt x="4321" y="3704"/>
                </a:lnTo>
                <a:lnTo>
                  <a:pt x="4321" y="3705"/>
                </a:lnTo>
                <a:lnTo>
                  <a:pt x="4322" y="3705"/>
                </a:lnTo>
                <a:lnTo>
                  <a:pt x="4323" y="3705"/>
                </a:lnTo>
                <a:lnTo>
                  <a:pt x="4324" y="3705"/>
                </a:lnTo>
                <a:lnTo>
                  <a:pt x="4325" y="3705"/>
                </a:lnTo>
                <a:lnTo>
                  <a:pt x="4325" y="3706"/>
                </a:lnTo>
                <a:lnTo>
                  <a:pt x="4325" y="3707"/>
                </a:lnTo>
                <a:lnTo>
                  <a:pt x="4326" y="3707"/>
                </a:lnTo>
                <a:lnTo>
                  <a:pt x="4326" y="3708"/>
                </a:lnTo>
                <a:lnTo>
                  <a:pt x="4327" y="3708"/>
                </a:lnTo>
                <a:lnTo>
                  <a:pt x="4327" y="3709"/>
                </a:lnTo>
                <a:lnTo>
                  <a:pt x="4326" y="3711"/>
                </a:lnTo>
                <a:lnTo>
                  <a:pt x="4325" y="3711"/>
                </a:lnTo>
                <a:lnTo>
                  <a:pt x="4324" y="3711"/>
                </a:lnTo>
                <a:lnTo>
                  <a:pt x="4323" y="3711"/>
                </a:lnTo>
                <a:lnTo>
                  <a:pt x="4322" y="3711"/>
                </a:lnTo>
                <a:lnTo>
                  <a:pt x="4322" y="3712"/>
                </a:lnTo>
                <a:lnTo>
                  <a:pt x="4321" y="3712"/>
                </a:lnTo>
                <a:lnTo>
                  <a:pt x="4320" y="3713"/>
                </a:lnTo>
                <a:lnTo>
                  <a:pt x="4319" y="3713"/>
                </a:lnTo>
                <a:lnTo>
                  <a:pt x="4319" y="3712"/>
                </a:lnTo>
                <a:lnTo>
                  <a:pt x="4318" y="3712"/>
                </a:lnTo>
                <a:lnTo>
                  <a:pt x="4318" y="3713"/>
                </a:lnTo>
                <a:lnTo>
                  <a:pt x="4317" y="3714"/>
                </a:lnTo>
                <a:lnTo>
                  <a:pt x="4317" y="3715"/>
                </a:lnTo>
                <a:lnTo>
                  <a:pt x="4316" y="3716"/>
                </a:lnTo>
                <a:lnTo>
                  <a:pt x="4314" y="3716"/>
                </a:lnTo>
                <a:lnTo>
                  <a:pt x="4314" y="3715"/>
                </a:lnTo>
                <a:lnTo>
                  <a:pt x="4314" y="3714"/>
                </a:lnTo>
                <a:lnTo>
                  <a:pt x="4313" y="3714"/>
                </a:lnTo>
                <a:lnTo>
                  <a:pt x="4312" y="3714"/>
                </a:lnTo>
                <a:lnTo>
                  <a:pt x="4312" y="3713"/>
                </a:lnTo>
                <a:lnTo>
                  <a:pt x="4312" y="3712"/>
                </a:lnTo>
                <a:lnTo>
                  <a:pt x="4313" y="3712"/>
                </a:lnTo>
                <a:lnTo>
                  <a:pt x="4313" y="3711"/>
                </a:lnTo>
                <a:lnTo>
                  <a:pt x="4312" y="3711"/>
                </a:lnTo>
                <a:lnTo>
                  <a:pt x="4312" y="3710"/>
                </a:lnTo>
                <a:lnTo>
                  <a:pt x="4312" y="3709"/>
                </a:lnTo>
                <a:lnTo>
                  <a:pt x="4311" y="3709"/>
                </a:lnTo>
                <a:lnTo>
                  <a:pt x="4312" y="3709"/>
                </a:lnTo>
                <a:lnTo>
                  <a:pt x="4312" y="3708"/>
                </a:lnTo>
                <a:lnTo>
                  <a:pt x="4313" y="3708"/>
                </a:lnTo>
                <a:lnTo>
                  <a:pt x="4313" y="3707"/>
                </a:lnTo>
                <a:lnTo>
                  <a:pt x="4313" y="3706"/>
                </a:lnTo>
                <a:lnTo>
                  <a:pt x="4312" y="3706"/>
                </a:lnTo>
                <a:lnTo>
                  <a:pt x="4312" y="3705"/>
                </a:lnTo>
                <a:lnTo>
                  <a:pt x="4311" y="3704"/>
                </a:lnTo>
                <a:lnTo>
                  <a:pt x="4310" y="3704"/>
                </a:lnTo>
                <a:lnTo>
                  <a:pt x="4310" y="3703"/>
                </a:lnTo>
                <a:lnTo>
                  <a:pt x="4310" y="3702"/>
                </a:lnTo>
                <a:lnTo>
                  <a:pt x="4309" y="3702"/>
                </a:lnTo>
                <a:lnTo>
                  <a:pt x="4308" y="3702"/>
                </a:lnTo>
                <a:lnTo>
                  <a:pt x="4307" y="3701"/>
                </a:lnTo>
                <a:lnTo>
                  <a:pt x="4307" y="3700"/>
                </a:lnTo>
                <a:lnTo>
                  <a:pt x="4307" y="3699"/>
                </a:lnTo>
                <a:lnTo>
                  <a:pt x="4306" y="3698"/>
                </a:lnTo>
                <a:lnTo>
                  <a:pt x="4305" y="3698"/>
                </a:lnTo>
                <a:lnTo>
                  <a:pt x="4305" y="3697"/>
                </a:lnTo>
                <a:lnTo>
                  <a:pt x="4304" y="3697"/>
                </a:lnTo>
                <a:lnTo>
                  <a:pt x="4303" y="3697"/>
                </a:lnTo>
                <a:lnTo>
                  <a:pt x="4302" y="3697"/>
                </a:lnTo>
                <a:lnTo>
                  <a:pt x="4301" y="3697"/>
                </a:lnTo>
                <a:lnTo>
                  <a:pt x="4300" y="3697"/>
                </a:lnTo>
                <a:lnTo>
                  <a:pt x="4300" y="3698"/>
                </a:lnTo>
                <a:lnTo>
                  <a:pt x="4299" y="3698"/>
                </a:lnTo>
                <a:lnTo>
                  <a:pt x="4298" y="3698"/>
                </a:lnTo>
                <a:lnTo>
                  <a:pt x="4298" y="3699"/>
                </a:lnTo>
                <a:lnTo>
                  <a:pt x="4297" y="3699"/>
                </a:lnTo>
                <a:lnTo>
                  <a:pt x="4297" y="3698"/>
                </a:lnTo>
                <a:lnTo>
                  <a:pt x="4296" y="3698"/>
                </a:lnTo>
                <a:lnTo>
                  <a:pt x="4295" y="3698"/>
                </a:lnTo>
                <a:lnTo>
                  <a:pt x="4294" y="3698"/>
                </a:lnTo>
                <a:lnTo>
                  <a:pt x="4294" y="3699"/>
                </a:lnTo>
                <a:lnTo>
                  <a:pt x="4293" y="3699"/>
                </a:lnTo>
                <a:lnTo>
                  <a:pt x="4293" y="3700"/>
                </a:lnTo>
                <a:lnTo>
                  <a:pt x="4293" y="3702"/>
                </a:lnTo>
                <a:lnTo>
                  <a:pt x="4292" y="3701"/>
                </a:lnTo>
                <a:lnTo>
                  <a:pt x="4291" y="3700"/>
                </a:lnTo>
                <a:lnTo>
                  <a:pt x="4290" y="3700"/>
                </a:lnTo>
                <a:lnTo>
                  <a:pt x="4286" y="3704"/>
                </a:lnTo>
                <a:lnTo>
                  <a:pt x="4286" y="3705"/>
                </a:lnTo>
                <a:lnTo>
                  <a:pt x="4285" y="3705"/>
                </a:lnTo>
                <a:lnTo>
                  <a:pt x="4284" y="3705"/>
                </a:lnTo>
                <a:lnTo>
                  <a:pt x="4283" y="3706"/>
                </a:lnTo>
                <a:lnTo>
                  <a:pt x="4283" y="3707"/>
                </a:lnTo>
                <a:lnTo>
                  <a:pt x="4284" y="3708"/>
                </a:lnTo>
                <a:lnTo>
                  <a:pt x="4284" y="3707"/>
                </a:lnTo>
                <a:lnTo>
                  <a:pt x="4286" y="3707"/>
                </a:lnTo>
                <a:lnTo>
                  <a:pt x="4286" y="3706"/>
                </a:lnTo>
                <a:lnTo>
                  <a:pt x="4287" y="3706"/>
                </a:lnTo>
                <a:lnTo>
                  <a:pt x="4287" y="3705"/>
                </a:lnTo>
                <a:lnTo>
                  <a:pt x="4288" y="3704"/>
                </a:lnTo>
                <a:lnTo>
                  <a:pt x="4288" y="3705"/>
                </a:lnTo>
                <a:lnTo>
                  <a:pt x="4289" y="3705"/>
                </a:lnTo>
                <a:lnTo>
                  <a:pt x="4289" y="3706"/>
                </a:lnTo>
                <a:lnTo>
                  <a:pt x="4290" y="3706"/>
                </a:lnTo>
                <a:lnTo>
                  <a:pt x="4290" y="3707"/>
                </a:lnTo>
                <a:lnTo>
                  <a:pt x="4289" y="3707"/>
                </a:lnTo>
                <a:lnTo>
                  <a:pt x="4290" y="3707"/>
                </a:lnTo>
                <a:lnTo>
                  <a:pt x="4291" y="3707"/>
                </a:lnTo>
                <a:lnTo>
                  <a:pt x="4292" y="3707"/>
                </a:lnTo>
                <a:lnTo>
                  <a:pt x="4291" y="3708"/>
                </a:lnTo>
                <a:lnTo>
                  <a:pt x="4290" y="3708"/>
                </a:lnTo>
                <a:lnTo>
                  <a:pt x="4290" y="3709"/>
                </a:lnTo>
                <a:lnTo>
                  <a:pt x="4291" y="3709"/>
                </a:lnTo>
                <a:lnTo>
                  <a:pt x="4292" y="3709"/>
                </a:lnTo>
                <a:lnTo>
                  <a:pt x="4292" y="3710"/>
                </a:lnTo>
                <a:lnTo>
                  <a:pt x="4293" y="3710"/>
                </a:lnTo>
                <a:lnTo>
                  <a:pt x="4293" y="3711"/>
                </a:lnTo>
                <a:lnTo>
                  <a:pt x="4294" y="3711"/>
                </a:lnTo>
                <a:lnTo>
                  <a:pt x="4294" y="3710"/>
                </a:lnTo>
                <a:lnTo>
                  <a:pt x="4295" y="3710"/>
                </a:lnTo>
                <a:lnTo>
                  <a:pt x="4296" y="3710"/>
                </a:lnTo>
                <a:lnTo>
                  <a:pt x="4296" y="3709"/>
                </a:lnTo>
                <a:lnTo>
                  <a:pt x="4297" y="3709"/>
                </a:lnTo>
                <a:lnTo>
                  <a:pt x="4297" y="3710"/>
                </a:lnTo>
                <a:lnTo>
                  <a:pt x="4296" y="3710"/>
                </a:lnTo>
                <a:lnTo>
                  <a:pt x="4296" y="3711"/>
                </a:lnTo>
                <a:lnTo>
                  <a:pt x="4295" y="3711"/>
                </a:lnTo>
                <a:lnTo>
                  <a:pt x="4295" y="3712"/>
                </a:lnTo>
                <a:lnTo>
                  <a:pt x="4294" y="3712"/>
                </a:lnTo>
                <a:lnTo>
                  <a:pt x="4294" y="3713"/>
                </a:lnTo>
                <a:lnTo>
                  <a:pt x="4292" y="3713"/>
                </a:lnTo>
                <a:lnTo>
                  <a:pt x="4289" y="3715"/>
                </a:lnTo>
                <a:lnTo>
                  <a:pt x="4289" y="3716"/>
                </a:lnTo>
                <a:lnTo>
                  <a:pt x="4288" y="3716"/>
                </a:lnTo>
                <a:lnTo>
                  <a:pt x="4287" y="3716"/>
                </a:lnTo>
                <a:lnTo>
                  <a:pt x="4287" y="3715"/>
                </a:lnTo>
                <a:lnTo>
                  <a:pt x="4286" y="3714"/>
                </a:lnTo>
                <a:lnTo>
                  <a:pt x="4284" y="3714"/>
                </a:lnTo>
                <a:lnTo>
                  <a:pt x="4283" y="3714"/>
                </a:lnTo>
                <a:lnTo>
                  <a:pt x="4282" y="3716"/>
                </a:lnTo>
                <a:lnTo>
                  <a:pt x="4281" y="3716"/>
                </a:lnTo>
                <a:lnTo>
                  <a:pt x="4280" y="3716"/>
                </a:lnTo>
                <a:lnTo>
                  <a:pt x="4280" y="3717"/>
                </a:lnTo>
                <a:lnTo>
                  <a:pt x="4281" y="3718"/>
                </a:lnTo>
                <a:lnTo>
                  <a:pt x="4282" y="3718"/>
                </a:lnTo>
                <a:lnTo>
                  <a:pt x="4283" y="3718"/>
                </a:lnTo>
                <a:lnTo>
                  <a:pt x="4283" y="3719"/>
                </a:lnTo>
                <a:lnTo>
                  <a:pt x="4284" y="3719"/>
                </a:lnTo>
                <a:lnTo>
                  <a:pt x="4284" y="3720"/>
                </a:lnTo>
                <a:lnTo>
                  <a:pt x="4284" y="3721"/>
                </a:lnTo>
                <a:lnTo>
                  <a:pt x="4284" y="3722"/>
                </a:lnTo>
                <a:lnTo>
                  <a:pt x="4285" y="3721"/>
                </a:lnTo>
                <a:lnTo>
                  <a:pt x="4285" y="3720"/>
                </a:lnTo>
                <a:lnTo>
                  <a:pt x="4285" y="3719"/>
                </a:lnTo>
                <a:lnTo>
                  <a:pt x="4286" y="3719"/>
                </a:lnTo>
                <a:lnTo>
                  <a:pt x="4286" y="3718"/>
                </a:lnTo>
                <a:lnTo>
                  <a:pt x="4287" y="3718"/>
                </a:lnTo>
                <a:lnTo>
                  <a:pt x="4288" y="3718"/>
                </a:lnTo>
                <a:lnTo>
                  <a:pt x="4289" y="3718"/>
                </a:lnTo>
                <a:lnTo>
                  <a:pt x="4290" y="3718"/>
                </a:lnTo>
                <a:lnTo>
                  <a:pt x="4290" y="3719"/>
                </a:lnTo>
                <a:lnTo>
                  <a:pt x="4290" y="3720"/>
                </a:lnTo>
                <a:lnTo>
                  <a:pt x="4291" y="3720"/>
                </a:lnTo>
                <a:lnTo>
                  <a:pt x="4291" y="3719"/>
                </a:lnTo>
                <a:lnTo>
                  <a:pt x="4291" y="3717"/>
                </a:lnTo>
                <a:lnTo>
                  <a:pt x="4291" y="3716"/>
                </a:lnTo>
                <a:lnTo>
                  <a:pt x="4292" y="3716"/>
                </a:lnTo>
                <a:lnTo>
                  <a:pt x="4292" y="3715"/>
                </a:lnTo>
                <a:lnTo>
                  <a:pt x="4293" y="3716"/>
                </a:lnTo>
                <a:lnTo>
                  <a:pt x="4293" y="3715"/>
                </a:lnTo>
                <a:lnTo>
                  <a:pt x="4294" y="3714"/>
                </a:lnTo>
                <a:lnTo>
                  <a:pt x="4295" y="3713"/>
                </a:lnTo>
                <a:lnTo>
                  <a:pt x="4295" y="3714"/>
                </a:lnTo>
                <a:lnTo>
                  <a:pt x="4296" y="3714"/>
                </a:lnTo>
                <a:lnTo>
                  <a:pt x="4296" y="3715"/>
                </a:lnTo>
                <a:lnTo>
                  <a:pt x="4297" y="3715"/>
                </a:lnTo>
                <a:lnTo>
                  <a:pt x="4297" y="3714"/>
                </a:lnTo>
                <a:lnTo>
                  <a:pt x="4297" y="3713"/>
                </a:lnTo>
                <a:lnTo>
                  <a:pt x="4298" y="3713"/>
                </a:lnTo>
                <a:lnTo>
                  <a:pt x="4298" y="3714"/>
                </a:lnTo>
                <a:lnTo>
                  <a:pt x="4298" y="3715"/>
                </a:lnTo>
                <a:lnTo>
                  <a:pt x="4297" y="3715"/>
                </a:lnTo>
                <a:lnTo>
                  <a:pt x="4297" y="3716"/>
                </a:lnTo>
                <a:lnTo>
                  <a:pt x="4297" y="3717"/>
                </a:lnTo>
                <a:lnTo>
                  <a:pt x="4297" y="3718"/>
                </a:lnTo>
                <a:lnTo>
                  <a:pt x="4297" y="3717"/>
                </a:lnTo>
                <a:lnTo>
                  <a:pt x="4297" y="3718"/>
                </a:lnTo>
                <a:lnTo>
                  <a:pt x="4296" y="3718"/>
                </a:lnTo>
                <a:lnTo>
                  <a:pt x="4297" y="3718"/>
                </a:lnTo>
                <a:lnTo>
                  <a:pt x="4297" y="3719"/>
                </a:lnTo>
                <a:lnTo>
                  <a:pt x="4297" y="3718"/>
                </a:lnTo>
                <a:lnTo>
                  <a:pt x="4298" y="3718"/>
                </a:lnTo>
                <a:lnTo>
                  <a:pt x="4298" y="3719"/>
                </a:lnTo>
                <a:lnTo>
                  <a:pt x="4298" y="3720"/>
                </a:lnTo>
                <a:lnTo>
                  <a:pt x="4299" y="3720"/>
                </a:lnTo>
                <a:lnTo>
                  <a:pt x="4299" y="3719"/>
                </a:lnTo>
                <a:lnTo>
                  <a:pt x="4299" y="3718"/>
                </a:lnTo>
                <a:lnTo>
                  <a:pt x="4299" y="3716"/>
                </a:lnTo>
                <a:lnTo>
                  <a:pt x="4299" y="3715"/>
                </a:lnTo>
                <a:lnTo>
                  <a:pt x="4300" y="3715"/>
                </a:lnTo>
                <a:lnTo>
                  <a:pt x="4300" y="3716"/>
                </a:lnTo>
                <a:lnTo>
                  <a:pt x="4300" y="3717"/>
                </a:lnTo>
                <a:lnTo>
                  <a:pt x="4300" y="3718"/>
                </a:lnTo>
                <a:lnTo>
                  <a:pt x="4301" y="3718"/>
                </a:lnTo>
                <a:lnTo>
                  <a:pt x="4302" y="3718"/>
                </a:lnTo>
                <a:lnTo>
                  <a:pt x="4303" y="3718"/>
                </a:lnTo>
                <a:lnTo>
                  <a:pt x="4303" y="3719"/>
                </a:lnTo>
                <a:lnTo>
                  <a:pt x="4304" y="3720"/>
                </a:lnTo>
                <a:lnTo>
                  <a:pt x="4304" y="3721"/>
                </a:lnTo>
                <a:lnTo>
                  <a:pt x="4303" y="3721"/>
                </a:lnTo>
                <a:lnTo>
                  <a:pt x="4303" y="3720"/>
                </a:lnTo>
                <a:lnTo>
                  <a:pt x="4302" y="3720"/>
                </a:lnTo>
                <a:lnTo>
                  <a:pt x="4301" y="3721"/>
                </a:lnTo>
                <a:lnTo>
                  <a:pt x="4301" y="3722"/>
                </a:lnTo>
                <a:lnTo>
                  <a:pt x="4301" y="3723"/>
                </a:lnTo>
                <a:lnTo>
                  <a:pt x="4302" y="3723"/>
                </a:lnTo>
                <a:lnTo>
                  <a:pt x="4302" y="3724"/>
                </a:lnTo>
                <a:lnTo>
                  <a:pt x="4303" y="3724"/>
                </a:lnTo>
                <a:lnTo>
                  <a:pt x="4303" y="3726"/>
                </a:lnTo>
                <a:lnTo>
                  <a:pt x="4302" y="3727"/>
                </a:lnTo>
                <a:lnTo>
                  <a:pt x="4302" y="3726"/>
                </a:lnTo>
                <a:lnTo>
                  <a:pt x="4302" y="3725"/>
                </a:lnTo>
                <a:lnTo>
                  <a:pt x="4301" y="3725"/>
                </a:lnTo>
                <a:lnTo>
                  <a:pt x="4301" y="3726"/>
                </a:lnTo>
                <a:lnTo>
                  <a:pt x="4302" y="3726"/>
                </a:lnTo>
                <a:lnTo>
                  <a:pt x="4302" y="3727"/>
                </a:lnTo>
                <a:lnTo>
                  <a:pt x="4301" y="3727"/>
                </a:lnTo>
                <a:lnTo>
                  <a:pt x="4301" y="3728"/>
                </a:lnTo>
                <a:lnTo>
                  <a:pt x="4300" y="3728"/>
                </a:lnTo>
                <a:lnTo>
                  <a:pt x="4299" y="3728"/>
                </a:lnTo>
                <a:lnTo>
                  <a:pt x="4299" y="3729"/>
                </a:lnTo>
                <a:lnTo>
                  <a:pt x="4299" y="3730"/>
                </a:lnTo>
                <a:lnTo>
                  <a:pt x="4299" y="3728"/>
                </a:lnTo>
                <a:lnTo>
                  <a:pt x="4298" y="3728"/>
                </a:lnTo>
                <a:lnTo>
                  <a:pt x="4298" y="3729"/>
                </a:lnTo>
                <a:lnTo>
                  <a:pt x="4297" y="3729"/>
                </a:lnTo>
                <a:lnTo>
                  <a:pt x="4297" y="3728"/>
                </a:lnTo>
                <a:lnTo>
                  <a:pt x="4297" y="3727"/>
                </a:lnTo>
                <a:lnTo>
                  <a:pt x="4296" y="3727"/>
                </a:lnTo>
                <a:lnTo>
                  <a:pt x="4297" y="3726"/>
                </a:lnTo>
                <a:lnTo>
                  <a:pt x="4297" y="3725"/>
                </a:lnTo>
                <a:lnTo>
                  <a:pt x="4296" y="3725"/>
                </a:lnTo>
                <a:lnTo>
                  <a:pt x="4295" y="3725"/>
                </a:lnTo>
                <a:lnTo>
                  <a:pt x="4294" y="3724"/>
                </a:lnTo>
                <a:lnTo>
                  <a:pt x="4293" y="3724"/>
                </a:lnTo>
                <a:lnTo>
                  <a:pt x="4292" y="3723"/>
                </a:lnTo>
                <a:lnTo>
                  <a:pt x="4291" y="3723"/>
                </a:lnTo>
                <a:lnTo>
                  <a:pt x="4290" y="3724"/>
                </a:lnTo>
                <a:lnTo>
                  <a:pt x="4290" y="3725"/>
                </a:lnTo>
                <a:lnTo>
                  <a:pt x="4290" y="3726"/>
                </a:lnTo>
                <a:lnTo>
                  <a:pt x="4290" y="3727"/>
                </a:lnTo>
                <a:lnTo>
                  <a:pt x="4291" y="3727"/>
                </a:lnTo>
                <a:lnTo>
                  <a:pt x="4291" y="3728"/>
                </a:lnTo>
                <a:lnTo>
                  <a:pt x="4290" y="3728"/>
                </a:lnTo>
                <a:lnTo>
                  <a:pt x="4290" y="3727"/>
                </a:lnTo>
                <a:lnTo>
                  <a:pt x="4290" y="3726"/>
                </a:lnTo>
                <a:lnTo>
                  <a:pt x="4289" y="3726"/>
                </a:lnTo>
                <a:lnTo>
                  <a:pt x="4289" y="3727"/>
                </a:lnTo>
                <a:lnTo>
                  <a:pt x="4288" y="3727"/>
                </a:lnTo>
                <a:lnTo>
                  <a:pt x="4288" y="3728"/>
                </a:lnTo>
                <a:lnTo>
                  <a:pt x="4289" y="3728"/>
                </a:lnTo>
                <a:lnTo>
                  <a:pt x="4290" y="3728"/>
                </a:lnTo>
                <a:lnTo>
                  <a:pt x="4289" y="3729"/>
                </a:lnTo>
                <a:lnTo>
                  <a:pt x="4289" y="3730"/>
                </a:lnTo>
                <a:lnTo>
                  <a:pt x="4290" y="3730"/>
                </a:lnTo>
                <a:lnTo>
                  <a:pt x="4290" y="3732"/>
                </a:lnTo>
                <a:lnTo>
                  <a:pt x="4291" y="3732"/>
                </a:lnTo>
                <a:lnTo>
                  <a:pt x="4292" y="3733"/>
                </a:lnTo>
                <a:lnTo>
                  <a:pt x="4293" y="3733"/>
                </a:lnTo>
                <a:lnTo>
                  <a:pt x="4294" y="3733"/>
                </a:lnTo>
                <a:lnTo>
                  <a:pt x="4294" y="3734"/>
                </a:lnTo>
                <a:lnTo>
                  <a:pt x="4294" y="3735"/>
                </a:lnTo>
                <a:lnTo>
                  <a:pt x="4293" y="3736"/>
                </a:lnTo>
                <a:lnTo>
                  <a:pt x="4292" y="3736"/>
                </a:lnTo>
                <a:lnTo>
                  <a:pt x="4292" y="3735"/>
                </a:lnTo>
                <a:lnTo>
                  <a:pt x="4292" y="3736"/>
                </a:lnTo>
                <a:lnTo>
                  <a:pt x="4292" y="3737"/>
                </a:lnTo>
                <a:lnTo>
                  <a:pt x="4293" y="3737"/>
                </a:lnTo>
                <a:lnTo>
                  <a:pt x="4293" y="3738"/>
                </a:lnTo>
                <a:lnTo>
                  <a:pt x="4294" y="3738"/>
                </a:lnTo>
                <a:lnTo>
                  <a:pt x="4294" y="3739"/>
                </a:lnTo>
                <a:lnTo>
                  <a:pt x="4293" y="3739"/>
                </a:lnTo>
                <a:lnTo>
                  <a:pt x="4293" y="3738"/>
                </a:lnTo>
                <a:lnTo>
                  <a:pt x="4292" y="3738"/>
                </a:lnTo>
                <a:lnTo>
                  <a:pt x="4291" y="3738"/>
                </a:lnTo>
                <a:lnTo>
                  <a:pt x="4291" y="3739"/>
                </a:lnTo>
                <a:lnTo>
                  <a:pt x="4290" y="3739"/>
                </a:lnTo>
                <a:lnTo>
                  <a:pt x="4290" y="3738"/>
                </a:lnTo>
                <a:lnTo>
                  <a:pt x="4289" y="3738"/>
                </a:lnTo>
                <a:lnTo>
                  <a:pt x="4289" y="3737"/>
                </a:lnTo>
                <a:lnTo>
                  <a:pt x="4290" y="3736"/>
                </a:lnTo>
                <a:lnTo>
                  <a:pt x="4290" y="3735"/>
                </a:lnTo>
                <a:lnTo>
                  <a:pt x="4289" y="3735"/>
                </a:lnTo>
                <a:lnTo>
                  <a:pt x="4289" y="3734"/>
                </a:lnTo>
                <a:lnTo>
                  <a:pt x="4288" y="3734"/>
                </a:lnTo>
                <a:lnTo>
                  <a:pt x="4288" y="3735"/>
                </a:lnTo>
                <a:lnTo>
                  <a:pt x="4287" y="3736"/>
                </a:lnTo>
                <a:lnTo>
                  <a:pt x="4286" y="3736"/>
                </a:lnTo>
                <a:lnTo>
                  <a:pt x="4286" y="3735"/>
                </a:lnTo>
                <a:lnTo>
                  <a:pt x="4285" y="3734"/>
                </a:lnTo>
                <a:lnTo>
                  <a:pt x="4284" y="3734"/>
                </a:lnTo>
                <a:lnTo>
                  <a:pt x="4282" y="3732"/>
                </a:lnTo>
                <a:lnTo>
                  <a:pt x="4282" y="3733"/>
                </a:lnTo>
                <a:lnTo>
                  <a:pt x="4282" y="3734"/>
                </a:lnTo>
                <a:lnTo>
                  <a:pt x="4281" y="3734"/>
                </a:lnTo>
                <a:lnTo>
                  <a:pt x="4281" y="3735"/>
                </a:lnTo>
                <a:lnTo>
                  <a:pt x="4280" y="3735"/>
                </a:lnTo>
                <a:lnTo>
                  <a:pt x="4279" y="3735"/>
                </a:lnTo>
                <a:lnTo>
                  <a:pt x="4278" y="3735"/>
                </a:lnTo>
                <a:lnTo>
                  <a:pt x="4278" y="3734"/>
                </a:lnTo>
                <a:lnTo>
                  <a:pt x="4278" y="3732"/>
                </a:lnTo>
                <a:lnTo>
                  <a:pt x="4277" y="3732"/>
                </a:lnTo>
                <a:lnTo>
                  <a:pt x="4276" y="3732"/>
                </a:lnTo>
                <a:lnTo>
                  <a:pt x="4275" y="3732"/>
                </a:lnTo>
                <a:lnTo>
                  <a:pt x="4274" y="3732"/>
                </a:lnTo>
                <a:lnTo>
                  <a:pt x="4275" y="3731"/>
                </a:lnTo>
                <a:lnTo>
                  <a:pt x="4275" y="3730"/>
                </a:lnTo>
                <a:lnTo>
                  <a:pt x="4274" y="3730"/>
                </a:lnTo>
                <a:lnTo>
                  <a:pt x="4274" y="3729"/>
                </a:lnTo>
                <a:lnTo>
                  <a:pt x="4273" y="3727"/>
                </a:lnTo>
                <a:lnTo>
                  <a:pt x="4273" y="3726"/>
                </a:lnTo>
                <a:lnTo>
                  <a:pt x="4272" y="3726"/>
                </a:lnTo>
                <a:lnTo>
                  <a:pt x="4271" y="3726"/>
                </a:lnTo>
                <a:lnTo>
                  <a:pt x="4270" y="3726"/>
                </a:lnTo>
                <a:lnTo>
                  <a:pt x="4269" y="3726"/>
                </a:lnTo>
                <a:lnTo>
                  <a:pt x="4269" y="3727"/>
                </a:lnTo>
                <a:lnTo>
                  <a:pt x="4268" y="3727"/>
                </a:lnTo>
                <a:lnTo>
                  <a:pt x="4268" y="3726"/>
                </a:lnTo>
                <a:lnTo>
                  <a:pt x="4267" y="3727"/>
                </a:lnTo>
                <a:lnTo>
                  <a:pt x="4266" y="3727"/>
                </a:lnTo>
                <a:lnTo>
                  <a:pt x="4265" y="3728"/>
                </a:lnTo>
                <a:lnTo>
                  <a:pt x="4264" y="3728"/>
                </a:lnTo>
                <a:lnTo>
                  <a:pt x="4263" y="3727"/>
                </a:lnTo>
                <a:lnTo>
                  <a:pt x="4262" y="3727"/>
                </a:lnTo>
                <a:lnTo>
                  <a:pt x="4261" y="3727"/>
                </a:lnTo>
                <a:lnTo>
                  <a:pt x="4260" y="3726"/>
                </a:lnTo>
                <a:lnTo>
                  <a:pt x="4259" y="3725"/>
                </a:lnTo>
                <a:lnTo>
                  <a:pt x="4258" y="3725"/>
                </a:lnTo>
                <a:lnTo>
                  <a:pt x="4259" y="3726"/>
                </a:lnTo>
                <a:lnTo>
                  <a:pt x="4258" y="3726"/>
                </a:lnTo>
                <a:lnTo>
                  <a:pt x="4257" y="3726"/>
                </a:lnTo>
                <a:lnTo>
                  <a:pt x="4256" y="3726"/>
                </a:lnTo>
                <a:lnTo>
                  <a:pt x="4256" y="3727"/>
                </a:lnTo>
                <a:lnTo>
                  <a:pt x="4255" y="3727"/>
                </a:lnTo>
                <a:lnTo>
                  <a:pt x="4254" y="3727"/>
                </a:lnTo>
                <a:lnTo>
                  <a:pt x="4253" y="3726"/>
                </a:lnTo>
                <a:lnTo>
                  <a:pt x="4252" y="3725"/>
                </a:lnTo>
                <a:lnTo>
                  <a:pt x="4253" y="3725"/>
                </a:lnTo>
                <a:lnTo>
                  <a:pt x="4253" y="3724"/>
                </a:lnTo>
                <a:lnTo>
                  <a:pt x="4253" y="3723"/>
                </a:lnTo>
                <a:lnTo>
                  <a:pt x="4252" y="3722"/>
                </a:lnTo>
                <a:lnTo>
                  <a:pt x="4251" y="3722"/>
                </a:lnTo>
                <a:lnTo>
                  <a:pt x="4252" y="3721"/>
                </a:lnTo>
                <a:lnTo>
                  <a:pt x="4252" y="3720"/>
                </a:lnTo>
                <a:lnTo>
                  <a:pt x="4253" y="3720"/>
                </a:lnTo>
                <a:lnTo>
                  <a:pt x="4254" y="3720"/>
                </a:lnTo>
                <a:lnTo>
                  <a:pt x="4254" y="3719"/>
                </a:lnTo>
                <a:lnTo>
                  <a:pt x="4255" y="3719"/>
                </a:lnTo>
                <a:lnTo>
                  <a:pt x="4256" y="3719"/>
                </a:lnTo>
                <a:lnTo>
                  <a:pt x="4256" y="3718"/>
                </a:lnTo>
                <a:lnTo>
                  <a:pt x="4257" y="3717"/>
                </a:lnTo>
                <a:lnTo>
                  <a:pt x="4257" y="3716"/>
                </a:lnTo>
                <a:lnTo>
                  <a:pt x="4258" y="3716"/>
                </a:lnTo>
                <a:lnTo>
                  <a:pt x="4259" y="3716"/>
                </a:lnTo>
                <a:lnTo>
                  <a:pt x="4259" y="3715"/>
                </a:lnTo>
                <a:lnTo>
                  <a:pt x="4260" y="3714"/>
                </a:lnTo>
                <a:lnTo>
                  <a:pt x="4261" y="3713"/>
                </a:lnTo>
                <a:lnTo>
                  <a:pt x="4261" y="3712"/>
                </a:lnTo>
                <a:lnTo>
                  <a:pt x="4262" y="3712"/>
                </a:lnTo>
                <a:lnTo>
                  <a:pt x="4263" y="3712"/>
                </a:lnTo>
                <a:lnTo>
                  <a:pt x="4263" y="3713"/>
                </a:lnTo>
                <a:lnTo>
                  <a:pt x="4263" y="3714"/>
                </a:lnTo>
                <a:lnTo>
                  <a:pt x="4263" y="3713"/>
                </a:lnTo>
                <a:lnTo>
                  <a:pt x="4264" y="3713"/>
                </a:lnTo>
                <a:lnTo>
                  <a:pt x="4265" y="3713"/>
                </a:lnTo>
                <a:lnTo>
                  <a:pt x="4265" y="3712"/>
                </a:lnTo>
                <a:lnTo>
                  <a:pt x="4265" y="3711"/>
                </a:lnTo>
                <a:lnTo>
                  <a:pt x="4265" y="3710"/>
                </a:lnTo>
                <a:lnTo>
                  <a:pt x="4266" y="3710"/>
                </a:lnTo>
                <a:lnTo>
                  <a:pt x="4265" y="3710"/>
                </a:lnTo>
                <a:lnTo>
                  <a:pt x="4265" y="3709"/>
                </a:lnTo>
                <a:lnTo>
                  <a:pt x="4265" y="3708"/>
                </a:lnTo>
                <a:lnTo>
                  <a:pt x="4264" y="3708"/>
                </a:lnTo>
                <a:lnTo>
                  <a:pt x="4263" y="3708"/>
                </a:lnTo>
                <a:lnTo>
                  <a:pt x="4263" y="3707"/>
                </a:lnTo>
                <a:lnTo>
                  <a:pt x="4262" y="3707"/>
                </a:lnTo>
                <a:lnTo>
                  <a:pt x="4261" y="3707"/>
                </a:lnTo>
                <a:lnTo>
                  <a:pt x="4261" y="3708"/>
                </a:lnTo>
                <a:lnTo>
                  <a:pt x="4257" y="3708"/>
                </a:lnTo>
                <a:lnTo>
                  <a:pt x="4256" y="3708"/>
                </a:lnTo>
                <a:lnTo>
                  <a:pt x="4256" y="3712"/>
                </a:lnTo>
                <a:lnTo>
                  <a:pt x="4255" y="3712"/>
                </a:lnTo>
                <a:lnTo>
                  <a:pt x="4254" y="3713"/>
                </a:lnTo>
                <a:lnTo>
                  <a:pt x="4253" y="3713"/>
                </a:lnTo>
                <a:lnTo>
                  <a:pt x="4252" y="3713"/>
                </a:lnTo>
                <a:lnTo>
                  <a:pt x="4251" y="3713"/>
                </a:lnTo>
                <a:lnTo>
                  <a:pt x="4250" y="3715"/>
                </a:lnTo>
                <a:lnTo>
                  <a:pt x="4251" y="3715"/>
                </a:lnTo>
                <a:lnTo>
                  <a:pt x="4250" y="3717"/>
                </a:lnTo>
                <a:lnTo>
                  <a:pt x="4249" y="3715"/>
                </a:lnTo>
                <a:lnTo>
                  <a:pt x="4248" y="3713"/>
                </a:lnTo>
                <a:lnTo>
                  <a:pt x="4247" y="3712"/>
                </a:lnTo>
                <a:lnTo>
                  <a:pt x="4247" y="3711"/>
                </a:lnTo>
                <a:lnTo>
                  <a:pt x="4247" y="3710"/>
                </a:lnTo>
                <a:lnTo>
                  <a:pt x="4247" y="3709"/>
                </a:lnTo>
                <a:lnTo>
                  <a:pt x="4247" y="3708"/>
                </a:lnTo>
                <a:lnTo>
                  <a:pt x="4248" y="3708"/>
                </a:lnTo>
                <a:lnTo>
                  <a:pt x="4249" y="3707"/>
                </a:lnTo>
                <a:lnTo>
                  <a:pt x="4249" y="3706"/>
                </a:lnTo>
                <a:lnTo>
                  <a:pt x="4250" y="3705"/>
                </a:lnTo>
                <a:lnTo>
                  <a:pt x="4249" y="3705"/>
                </a:lnTo>
                <a:lnTo>
                  <a:pt x="4248" y="3705"/>
                </a:lnTo>
                <a:lnTo>
                  <a:pt x="4247" y="3704"/>
                </a:lnTo>
                <a:lnTo>
                  <a:pt x="4248" y="3707"/>
                </a:lnTo>
                <a:lnTo>
                  <a:pt x="4247" y="3707"/>
                </a:lnTo>
                <a:lnTo>
                  <a:pt x="4245" y="3704"/>
                </a:lnTo>
                <a:lnTo>
                  <a:pt x="4245" y="3703"/>
                </a:lnTo>
                <a:lnTo>
                  <a:pt x="4244" y="3702"/>
                </a:lnTo>
                <a:lnTo>
                  <a:pt x="4244" y="3701"/>
                </a:lnTo>
                <a:lnTo>
                  <a:pt x="4244" y="3700"/>
                </a:lnTo>
                <a:lnTo>
                  <a:pt x="4243" y="3697"/>
                </a:lnTo>
                <a:lnTo>
                  <a:pt x="4241" y="3698"/>
                </a:lnTo>
                <a:lnTo>
                  <a:pt x="4240" y="3695"/>
                </a:lnTo>
                <a:lnTo>
                  <a:pt x="4239" y="3693"/>
                </a:lnTo>
                <a:lnTo>
                  <a:pt x="4237" y="3690"/>
                </a:lnTo>
                <a:lnTo>
                  <a:pt x="4237" y="3689"/>
                </a:lnTo>
                <a:lnTo>
                  <a:pt x="4236" y="3689"/>
                </a:lnTo>
                <a:lnTo>
                  <a:pt x="4236" y="3688"/>
                </a:lnTo>
                <a:lnTo>
                  <a:pt x="4235" y="3687"/>
                </a:lnTo>
                <a:lnTo>
                  <a:pt x="4235" y="3684"/>
                </a:lnTo>
                <a:lnTo>
                  <a:pt x="4236" y="3684"/>
                </a:lnTo>
                <a:lnTo>
                  <a:pt x="4236" y="3683"/>
                </a:lnTo>
                <a:lnTo>
                  <a:pt x="4236" y="3682"/>
                </a:lnTo>
                <a:lnTo>
                  <a:pt x="4237" y="3681"/>
                </a:lnTo>
                <a:lnTo>
                  <a:pt x="4236" y="3681"/>
                </a:lnTo>
                <a:lnTo>
                  <a:pt x="4236" y="3682"/>
                </a:lnTo>
                <a:lnTo>
                  <a:pt x="4235" y="3682"/>
                </a:lnTo>
                <a:lnTo>
                  <a:pt x="4234" y="3682"/>
                </a:lnTo>
                <a:lnTo>
                  <a:pt x="4233" y="3681"/>
                </a:lnTo>
                <a:lnTo>
                  <a:pt x="4232" y="3680"/>
                </a:lnTo>
                <a:lnTo>
                  <a:pt x="4232" y="3681"/>
                </a:lnTo>
                <a:lnTo>
                  <a:pt x="4232" y="3680"/>
                </a:lnTo>
                <a:lnTo>
                  <a:pt x="4231" y="3680"/>
                </a:lnTo>
                <a:lnTo>
                  <a:pt x="4231" y="3681"/>
                </a:lnTo>
                <a:lnTo>
                  <a:pt x="4228" y="3681"/>
                </a:lnTo>
                <a:lnTo>
                  <a:pt x="4226" y="3681"/>
                </a:lnTo>
                <a:lnTo>
                  <a:pt x="4226" y="3680"/>
                </a:lnTo>
                <a:lnTo>
                  <a:pt x="4225" y="3680"/>
                </a:lnTo>
                <a:lnTo>
                  <a:pt x="4225" y="3679"/>
                </a:lnTo>
                <a:lnTo>
                  <a:pt x="4224" y="3679"/>
                </a:lnTo>
                <a:lnTo>
                  <a:pt x="4221" y="3680"/>
                </a:lnTo>
                <a:lnTo>
                  <a:pt x="4220" y="3681"/>
                </a:lnTo>
                <a:lnTo>
                  <a:pt x="4219" y="3681"/>
                </a:lnTo>
                <a:lnTo>
                  <a:pt x="4218" y="3681"/>
                </a:lnTo>
                <a:lnTo>
                  <a:pt x="4218" y="3682"/>
                </a:lnTo>
                <a:lnTo>
                  <a:pt x="4217" y="3682"/>
                </a:lnTo>
                <a:lnTo>
                  <a:pt x="4216" y="3681"/>
                </a:lnTo>
                <a:lnTo>
                  <a:pt x="4215" y="3681"/>
                </a:lnTo>
                <a:lnTo>
                  <a:pt x="4214" y="3682"/>
                </a:lnTo>
                <a:lnTo>
                  <a:pt x="4215" y="3682"/>
                </a:lnTo>
                <a:lnTo>
                  <a:pt x="4216" y="3683"/>
                </a:lnTo>
                <a:lnTo>
                  <a:pt x="4216" y="3684"/>
                </a:lnTo>
                <a:lnTo>
                  <a:pt x="4217" y="3684"/>
                </a:lnTo>
                <a:lnTo>
                  <a:pt x="4217" y="3686"/>
                </a:lnTo>
                <a:lnTo>
                  <a:pt x="4218" y="3687"/>
                </a:lnTo>
                <a:lnTo>
                  <a:pt x="4219" y="3688"/>
                </a:lnTo>
                <a:lnTo>
                  <a:pt x="4220" y="3688"/>
                </a:lnTo>
                <a:lnTo>
                  <a:pt x="4221" y="3689"/>
                </a:lnTo>
                <a:lnTo>
                  <a:pt x="4221" y="3690"/>
                </a:lnTo>
                <a:lnTo>
                  <a:pt x="4222" y="3691"/>
                </a:lnTo>
                <a:lnTo>
                  <a:pt x="4222" y="3692"/>
                </a:lnTo>
                <a:lnTo>
                  <a:pt x="4223" y="3692"/>
                </a:lnTo>
                <a:lnTo>
                  <a:pt x="4223" y="3693"/>
                </a:lnTo>
                <a:lnTo>
                  <a:pt x="4224" y="3694"/>
                </a:lnTo>
                <a:lnTo>
                  <a:pt x="4224" y="3696"/>
                </a:lnTo>
                <a:lnTo>
                  <a:pt x="4225" y="3697"/>
                </a:lnTo>
                <a:lnTo>
                  <a:pt x="4226" y="3698"/>
                </a:lnTo>
                <a:lnTo>
                  <a:pt x="4224" y="3700"/>
                </a:lnTo>
                <a:lnTo>
                  <a:pt x="4222" y="3702"/>
                </a:lnTo>
                <a:lnTo>
                  <a:pt x="4221" y="3699"/>
                </a:lnTo>
                <a:lnTo>
                  <a:pt x="4220" y="3698"/>
                </a:lnTo>
                <a:lnTo>
                  <a:pt x="4219" y="3697"/>
                </a:lnTo>
                <a:lnTo>
                  <a:pt x="4219" y="3698"/>
                </a:lnTo>
                <a:lnTo>
                  <a:pt x="4218" y="3698"/>
                </a:lnTo>
                <a:lnTo>
                  <a:pt x="4217" y="3699"/>
                </a:lnTo>
                <a:lnTo>
                  <a:pt x="4217" y="3700"/>
                </a:lnTo>
                <a:lnTo>
                  <a:pt x="4216" y="3700"/>
                </a:lnTo>
                <a:lnTo>
                  <a:pt x="4215" y="3700"/>
                </a:lnTo>
                <a:lnTo>
                  <a:pt x="4215" y="3701"/>
                </a:lnTo>
                <a:lnTo>
                  <a:pt x="4216" y="3701"/>
                </a:lnTo>
                <a:lnTo>
                  <a:pt x="4218" y="3700"/>
                </a:lnTo>
                <a:lnTo>
                  <a:pt x="4219" y="3700"/>
                </a:lnTo>
                <a:lnTo>
                  <a:pt x="4219" y="3701"/>
                </a:lnTo>
                <a:lnTo>
                  <a:pt x="4220" y="3701"/>
                </a:lnTo>
                <a:lnTo>
                  <a:pt x="4221" y="3702"/>
                </a:lnTo>
                <a:lnTo>
                  <a:pt x="4221" y="3703"/>
                </a:lnTo>
                <a:lnTo>
                  <a:pt x="4222" y="3704"/>
                </a:lnTo>
                <a:lnTo>
                  <a:pt x="4222" y="3705"/>
                </a:lnTo>
                <a:lnTo>
                  <a:pt x="4222" y="3708"/>
                </a:lnTo>
                <a:lnTo>
                  <a:pt x="4222" y="3709"/>
                </a:lnTo>
                <a:lnTo>
                  <a:pt x="4222" y="3710"/>
                </a:lnTo>
                <a:lnTo>
                  <a:pt x="4221" y="3710"/>
                </a:lnTo>
                <a:lnTo>
                  <a:pt x="4220" y="3710"/>
                </a:lnTo>
                <a:lnTo>
                  <a:pt x="4219" y="3710"/>
                </a:lnTo>
                <a:lnTo>
                  <a:pt x="4218" y="3710"/>
                </a:lnTo>
                <a:lnTo>
                  <a:pt x="4218" y="3709"/>
                </a:lnTo>
                <a:lnTo>
                  <a:pt x="4218" y="3707"/>
                </a:lnTo>
                <a:lnTo>
                  <a:pt x="4218" y="3706"/>
                </a:lnTo>
                <a:lnTo>
                  <a:pt x="4218" y="3705"/>
                </a:lnTo>
                <a:lnTo>
                  <a:pt x="4218" y="3704"/>
                </a:lnTo>
                <a:lnTo>
                  <a:pt x="4216" y="3703"/>
                </a:lnTo>
                <a:lnTo>
                  <a:pt x="4217" y="3704"/>
                </a:lnTo>
                <a:lnTo>
                  <a:pt x="4217" y="3706"/>
                </a:lnTo>
                <a:lnTo>
                  <a:pt x="4217" y="3707"/>
                </a:lnTo>
                <a:lnTo>
                  <a:pt x="4218" y="3709"/>
                </a:lnTo>
                <a:lnTo>
                  <a:pt x="4218" y="3711"/>
                </a:lnTo>
                <a:lnTo>
                  <a:pt x="4218" y="3712"/>
                </a:lnTo>
                <a:lnTo>
                  <a:pt x="4217" y="3712"/>
                </a:lnTo>
                <a:lnTo>
                  <a:pt x="4217" y="3713"/>
                </a:lnTo>
                <a:lnTo>
                  <a:pt x="4216" y="3714"/>
                </a:lnTo>
                <a:lnTo>
                  <a:pt x="4217" y="3714"/>
                </a:lnTo>
                <a:lnTo>
                  <a:pt x="4217" y="3717"/>
                </a:lnTo>
                <a:lnTo>
                  <a:pt x="4217" y="3718"/>
                </a:lnTo>
                <a:lnTo>
                  <a:pt x="4217" y="3719"/>
                </a:lnTo>
                <a:lnTo>
                  <a:pt x="4216" y="3720"/>
                </a:lnTo>
                <a:lnTo>
                  <a:pt x="4215" y="3720"/>
                </a:lnTo>
                <a:lnTo>
                  <a:pt x="4215" y="3721"/>
                </a:lnTo>
                <a:lnTo>
                  <a:pt x="4216" y="3722"/>
                </a:lnTo>
                <a:lnTo>
                  <a:pt x="4216" y="3724"/>
                </a:lnTo>
                <a:lnTo>
                  <a:pt x="4217" y="3723"/>
                </a:lnTo>
                <a:lnTo>
                  <a:pt x="4218" y="3724"/>
                </a:lnTo>
                <a:lnTo>
                  <a:pt x="4219" y="3724"/>
                </a:lnTo>
                <a:lnTo>
                  <a:pt x="4220" y="3724"/>
                </a:lnTo>
                <a:lnTo>
                  <a:pt x="4220" y="3725"/>
                </a:lnTo>
                <a:lnTo>
                  <a:pt x="4221" y="3726"/>
                </a:lnTo>
                <a:lnTo>
                  <a:pt x="4221" y="3725"/>
                </a:lnTo>
                <a:lnTo>
                  <a:pt x="4222" y="3725"/>
                </a:lnTo>
                <a:lnTo>
                  <a:pt x="4222" y="3726"/>
                </a:lnTo>
                <a:lnTo>
                  <a:pt x="4222" y="3727"/>
                </a:lnTo>
                <a:lnTo>
                  <a:pt x="4222" y="3728"/>
                </a:lnTo>
                <a:lnTo>
                  <a:pt x="4221" y="3728"/>
                </a:lnTo>
                <a:lnTo>
                  <a:pt x="4221" y="3729"/>
                </a:lnTo>
                <a:lnTo>
                  <a:pt x="4220" y="3729"/>
                </a:lnTo>
                <a:lnTo>
                  <a:pt x="4219" y="3728"/>
                </a:lnTo>
                <a:lnTo>
                  <a:pt x="4218" y="3729"/>
                </a:lnTo>
                <a:lnTo>
                  <a:pt x="4218" y="3730"/>
                </a:lnTo>
                <a:lnTo>
                  <a:pt x="4219" y="3731"/>
                </a:lnTo>
                <a:lnTo>
                  <a:pt x="4219" y="3732"/>
                </a:lnTo>
                <a:lnTo>
                  <a:pt x="4220" y="3732"/>
                </a:lnTo>
                <a:lnTo>
                  <a:pt x="4219" y="3733"/>
                </a:lnTo>
                <a:lnTo>
                  <a:pt x="4219" y="3732"/>
                </a:lnTo>
                <a:lnTo>
                  <a:pt x="4218" y="3732"/>
                </a:lnTo>
                <a:lnTo>
                  <a:pt x="4217" y="3733"/>
                </a:lnTo>
                <a:lnTo>
                  <a:pt x="4217" y="3734"/>
                </a:lnTo>
                <a:lnTo>
                  <a:pt x="4217" y="3735"/>
                </a:lnTo>
                <a:lnTo>
                  <a:pt x="4217" y="3736"/>
                </a:lnTo>
                <a:lnTo>
                  <a:pt x="4217" y="3737"/>
                </a:lnTo>
                <a:lnTo>
                  <a:pt x="4217" y="3738"/>
                </a:lnTo>
                <a:lnTo>
                  <a:pt x="4218" y="3739"/>
                </a:lnTo>
                <a:lnTo>
                  <a:pt x="4218" y="3740"/>
                </a:lnTo>
                <a:lnTo>
                  <a:pt x="4218" y="3741"/>
                </a:lnTo>
                <a:lnTo>
                  <a:pt x="4218" y="3742"/>
                </a:lnTo>
                <a:lnTo>
                  <a:pt x="4217" y="3742"/>
                </a:lnTo>
                <a:lnTo>
                  <a:pt x="4216" y="3742"/>
                </a:lnTo>
                <a:lnTo>
                  <a:pt x="4215" y="3742"/>
                </a:lnTo>
                <a:lnTo>
                  <a:pt x="4215" y="3743"/>
                </a:lnTo>
                <a:lnTo>
                  <a:pt x="4214" y="3744"/>
                </a:lnTo>
                <a:lnTo>
                  <a:pt x="4215" y="3745"/>
                </a:lnTo>
                <a:lnTo>
                  <a:pt x="4215" y="3746"/>
                </a:lnTo>
                <a:lnTo>
                  <a:pt x="4215" y="3747"/>
                </a:lnTo>
                <a:lnTo>
                  <a:pt x="4215" y="3748"/>
                </a:lnTo>
                <a:lnTo>
                  <a:pt x="4214" y="3748"/>
                </a:lnTo>
                <a:lnTo>
                  <a:pt x="4214" y="3749"/>
                </a:lnTo>
                <a:lnTo>
                  <a:pt x="4213" y="3749"/>
                </a:lnTo>
                <a:lnTo>
                  <a:pt x="4212" y="3749"/>
                </a:lnTo>
                <a:lnTo>
                  <a:pt x="4212" y="3748"/>
                </a:lnTo>
                <a:lnTo>
                  <a:pt x="4213" y="3746"/>
                </a:lnTo>
                <a:lnTo>
                  <a:pt x="4212" y="3745"/>
                </a:lnTo>
                <a:lnTo>
                  <a:pt x="4213" y="3745"/>
                </a:lnTo>
                <a:lnTo>
                  <a:pt x="4213" y="3746"/>
                </a:lnTo>
                <a:lnTo>
                  <a:pt x="4212" y="3746"/>
                </a:lnTo>
                <a:lnTo>
                  <a:pt x="4212" y="3747"/>
                </a:lnTo>
                <a:lnTo>
                  <a:pt x="4212" y="3748"/>
                </a:lnTo>
                <a:lnTo>
                  <a:pt x="4211" y="3749"/>
                </a:lnTo>
                <a:lnTo>
                  <a:pt x="4211" y="3750"/>
                </a:lnTo>
                <a:lnTo>
                  <a:pt x="4212" y="3750"/>
                </a:lnTo>
                <a:lnTo>
                  <a:pt x="4213" y="3751"/>
                </a:lnTo>
                <a:lnTo>
                  <a:pt x="4213" y="3752"/>
                </a:lnTo>
                <a:lnTo>
                  <a:pt x="4214" y="3752"/>
                </a:lnTo>
                <a:lnTo>
                  <a:pt x="4214" y="3753"/>
                </a:lnTo>
                <a:lnTo>
                  <a:pt x="4214" y="3754"/>
                </a:lnTo>
                <a:lnTo>
                  <a:pt x="4214" y="3757"/>
                </a:lnTo>
                <a:lnTo>
                  <a:pt x="4213" y="3758"/>
                </a:lnTo>
                <a:lnTo>
                  <a:pt x="4214" y="3758"/>
                </a:lnTo>
                <a:lnTo>
                  <a:pt x="4214" y="3759"/>
                </a:lnTo>
                <a:lnTo>
                  <a:pt x="4215" y="3759"/>
                </a:lnTo>
                <a:lnTo>
                  <a:pt x="4215" y="3760"/>
                </a:lnTo>
                <a:lnTo>
                  <a:pt x="4214" y="3760"/>
                </a:lnTo>
                <a:lnTo>
                  <a:pt x="4215" y="3760"/>
                </a:lnTo>
                <a:lnTo>
                  <a:pt x="4215" y="3761"/>
                </a:lnTo>
                <a:lnTo>
                  <a:pt x="4214" y="3761"/>
                </a:lnTo>
                <a:lnTo>
                  <a:pt x="4213" y="3761"/>
                </a:lnTo>
                <a:lnTo>
                  <a:pt x="4213" y="3760"/>
                </a:lnTo>
                <a:lnTo>
                  <a:pt x="4212" y="3760"/>
                </a:lnTo>
                <a:lnTo>
                  <a:pt x="4211" y="3760"/>
                </a:lnTo>
                <a:lnTo>
                  <a:pt x="4209" y="3762"/>
                </a:lnTo>
                <a:lnTo>
                  <a:pt x="4209" y="3761"/>
                </a:lnTo>
                <a:lnTo>
                  <a:pt x="4208" y="3761"/>
                </a:lnTo>
                <a:lnTo>
                  <a:pt x="4207" y="3760"/>
                </a:lnTo>
                <a:lnTo>
                  <a:pt x="4206" y="3760"/>
                </a:lnTo>
                <a:lnTo>
                  <a:pt x="4206" y="3759"/>
                </a:lnTo>
                <a:lnTo>
                  <a:pt x="4205" y="3759"/>
                </a:lnTo>
                <a:lnTo>
                  <a:pt x="4205" y="3757"/>
                </a:lnTo>
                <a:lnTo>
                  <a:pt x="4204" y="3756"/>
                </a:lnTo>
                <a:lnTo>
                  <a:pt x="4203" y="3753"/>
                </a:lnTo>
                <a:lnTo>
                  <a:pt x="4202" y="3750"/>
                </a:lnTo>
                <a:lnTo>
                  <a:pt x="4199" y="3750"/>
                </a:lnTo>
                <a:lnTo>
                  <a:pt x="4200" y="3751"/>
                </a:lnTo>
                <a:lnTo>
                  <a:pt x="4199" y="3752"/>
                </a:lnTo>
                <a:lnTo>
                  <a:pt x="4198" y="3753"/>
                </a:lnTo>
                <a:lnTo>
                  <a:pt x="4196" y="3754"/>
                </a:lnTo>
                <a:lnTo>
                  <a:pt x="4195" y="3753"/>
                </a:lnTo>
                <a:lnTo>
                  <a:pt x="4195" y="3752"/>
                </a:lnTo>
                <a:lnTo>
                  <a:pt x="4194" y="3752"/>
                </a:lnTo>
                <a:lnTo>
                  <a:pt x="4194" y="3753"/>
                </a:lnTo>
                <a:lnTo>
                  <a:pt x="4195" y="3753"/>
                </a:lnTo>
                <a:lnTo>
                  <a:pt x="4195" y="3755"/>
                </a:lnTo>
                <a:lnTo>
                  <a:pt x="4195" y="3756"/>
                </a:lnTo>
                <a:lnTo>
                  <a:pt x="4196" y="3758"/>
                </a:lnTo>
                <a:lnTo>
                  <a:pt x="4196" y="3759"/>
                </a:lnTo>
                <a:lnTo>
                  <a:pt x="4196" y="3760"/>
                </a:lnTo>
                <a:lnTo>
                  <a:pt x="4197" y="3760"/>
                </a:lnTo>
                <a:lnTo>
                  <a:pt x="4198" y="3761"/>
                </a:lnTo>
                <a:lnTo>
                  <a:pt x="4199" y="3761"/>
                </a:lnTo>
                <a:lnTo>
                  <a:pt x="4200" y="3762"/>
                </a:lnTo>
                <a:lnTo>
                  <a:pt x="4199" y="3763"/>
                </a:lnTo>
                <a:lnTo>
                  <a:pt x="4199" y="3764"/>
                </a:lnTo>
                <a:lnTo>
                  <a:pt x="4198" y="3765"/>
                </a:lnTo>
                <a:lnTo>
                  <a:pt x="4198" y="3766"/>
                </a:lnTo>
                <a:lnTo>
                  <a:pt x="4197" y="3766"/>
                </a:lnTo>
                <a:lnTo>
                  <a:pt x="4197" y="3768"/>
                </a:lnTo>
                <a:lnTo>
                  <a:pt x="4198" y="3769"/>
                </a:lnTo>
                <a:lnTo>
                  <a:pt x="4198" y="3768"/>
                </a:lnTo>
                <a:lnTo>
                  <a:pt x="4199" y="3768"/>
                </a:lnTo>
                <a:lnTo>
                  <a:pt x="4199" y="3769"/>
                </a:lnTo>
                <a:lnTo>
                  <a:pt x="4198" y="3769"/>
                </a:lnTo>
                <a:lnTo>
                  <a:pt x="4197" y="3769"/>
                </a:lnTo>
                <a:lnTo>
                  <a:pt x="4197" y="3770"/>
                </a:lnTo>
                <a:lnTo>
                  <a:pt x="4196" y="3770"/>
                </a:lnTo>
                <a:lnTo>
                  <a:pt x="4196" y="3771"/>
                </a:lnTo>
                <a:lnTo>
                  <a:pt x="4195" y="3771"/>
                </a:lnTo>
                <a:lnTo>
                  <a:pt x="4194" y="3771"/>
                </a:lnTo>
                <a:lnTo>
                  <a:pt x="4193" y="3770"/>
                </a:lnTo>
                <a:lnTo>
                  <a:pt x="4193" y="3769"/>
                </a:lnTo>
                <a:lnTo>
                  <a:pt x="4191" y="3769"/>
                </a:lnTo>
                <a:lnTo>
                  <a:pt x="4190" y="3769"/>
                </a:lnTo>
                <a:lnTo>
                  <a:pt x="4190" y="3770"/>
                </a:lnTo>
                <a:lnTo>
                  <a:pt x="4189" y="3770"/>
                </a:lnTo>
                <a:lnTo>
                  <a:pt x="4188" y="3770"/>
                </a:lnTo>
                <a:lnTo>
                  <a:pt x="4187" y="3769"/>
                </a:lnTo>
                <a:lnTo>
                  <a:pt x="4187" y="3768"/>
                </a:lnTo>
                <a:lnTo>
                  <a:pt x="4187" y="3767"/>
                </a:lnTo>
                <a:lnTo>
                  <a:pt x="4186" y="3767"/>
                </a:lnTo>
                <a:lnTo>
                  <a:pt x="4186" y="3766"/>
                </a:lnTo>
                <a:lnTo>
                  <a:pt x="4186" y="3764"/>
                </a:lnTo>
                <a:lnTo>
                  <a:pt x="4186" y="3763"/>
                </a:lnTo>
                <a:lnTo>
                  <a:pt x="4186" y="3762"/>
                </a:lnTo>
                <a:lnTo>
                  <a:pt x="4185" y="3761"/>
                </a:lnTo>
                <a:lnTo>
                  <a:pt x="4184" y="3760"/>
                </a:lnTo>
                <a:lnTo>
                  <a:pt x="4184" y="3761"/>
                </a:lnTo>
                <a:lnTo>
                  <a:pt x="4185" y="3762"/>
                </a:lnTo>
                <a:lnTo>
                  <a:pt x="4185" y="3763"/>
                </a:lnTo>
                <a:lnTo>
                  <a:pt x="4185" y="3764"/>
                </a:lnTo>
                <a:lnTo>
                  <a:pt x="4185" y="3765"/>
                </a:lnTo>
                <a:lnTo>
                  <a:pt x="4184" y="3765"/>
                </a:lnTo>
                <a:lnTo>
                  <a:pt x="4183" y="3765"/>
                </a:lnTo>
                <a:lnTo>
                  <a:pt x="4183" y="3766"/>
                </a:lnTo>
                <a:lnTo>
                  <a:pt x="4182" y="3767"/>
                </a:lnTo>
                <a:lnTo>
                  <a:pt x="4181" y="3767"/>
                </a:lnTo>
                <a:lnTo>
                  <a:pt x="4181" y="3768"/>
                </a:lnTo>
                <a:lnTo>
                  <a:pt x="4182" y="3768"/>
                </a:lnTo>
                <a:lnTo>
                  <a:pt x="4183" y="3768"/>
                </a:lnTo>
                <a:lnTo>
                  <a:pt x="4183" y="3769"/>
                </a:lnTo>
                <a:lnTo>
                  <a:pt x="4183" y="3770"/>
                </a:lnTo>
                <a:lnTo>
                  <a:pt x="4182" y="3770"/>
                </a:lnTo>
                <a:lnTo>
                  <a:pt x="4183" y="3770"/>
                </a:lnTo>
                <a:lnTo>
                  <a:pt x="4183" y="3771"/>
                </a:lnTo>
                <a:lnTo>
                  <a:pt x="4184" y="3776"/>
                </a:lnTo>
                <a:lnTo>
                  <a:pt x="4185" y="3777"/>
                </a:lnTo>
                <a:lnTo>
                  <a:pt x="4185" y="3778"/>
                </a:lnTo>
                <a:lnTo>
                  <a:pt x="4186" y="3778"/>
                </a:lnTo>
                <a:lnTo>
                  <a:pt x="4186" y="3779"/>
                </a:lnTo>
                <a:lnTo>
                  <a:pt x="4187" y="3779"/>
                </a:lnTo>
                <a:lnTo>
                  <a:pt x="4187" y="3780"/>
                </a:lnTo>
                <a:lnTo>
                  <a:pt x="4186" y="3780"/>
                </a:lnTo>
                <a:lnTo>
                  <a:pt x="4186" y="3781"/>
                </a:lnTo>
                <a:lnTo>
                  <a:pt x="4185" y="3781"/>
                </a:lnTo>
                <a:lnTo>
                  <a:pt x="4186" y="3781"/>
                </a:lnTo>
                <a:lnTo>
                  <a:pt x="4186" y="3782"/>
                </a:lnTo>
                <a:lnTo>
                  <a:pt x="4185" y="3783"/>
                </a:lnTo>
                <a:lnTo>
                  <a:pt x="4185" y="3784"/>
                </a:lnTo>
                <a:lnTo>
                  <a:pt x="4184" y="3785"/>
                </a:lnTo>
                <a:lnTo>
                  <a:pt x="4183" y="3785"/>
                </a:lnTo>
                <a:lnTo>
                  <a:pt x="4183" y="3784"/>
                </a:lnTo>
                <a:lnTo>
                  <a:pt x="4182" y="3784"/>
                </a:lnTo>
                <a:lnTo>
                  <a:pt x="4181" y="3783"/>
                </a:lnTo>
                <a:lnTo>
                  <a:pt x="4180" y="3782"/>
                </a:lnTo>
                <a:lnTo>
                  <a:pt x="4180" y="3781"/>
                </a:lnTo>
                <a:lnTo>
                  <a:pt x="4179" y="3782"/>
                </a:lnTo>
                <a:lnTo>
                  <a:pt x="4179" y="3781"/>
                </a:lnTo>
                <a:lnTo>
                  <a:pt x="4179" y="3779"/>
                </a:lnTo>
                <a:lnTo>
                  <a:pt x="4179" y="3778"/>
                </a:lnTo>
                <a:lnTo>
                  <a:pt x="4180" y="3778"/>
                </a:lnTo>
                <a:lnTo>
                  <a:pt x="4180" y="3777"/>
                </a:lnTo>
                <a:lnTo>
                  <a:pt x="4181" y="3777"/>
                </a:lnTo>
                <a:lnTo>
                  <a:pt x="4180" y="3776"/>
                </a:lnTo>
                <a:lnTo>
                  <a:pt x="4179" y="3777"/>
                </a:lnTo>
                <a:lnTo>
                  <a:pt x="4178" y="3778"/>
                </a:lnTo>
                <a:lnTo>
                  <a:pt x="4177" y="3777"/>
                </a:lnTo>
                <a:lnTo>
                  <a:pt x="4178" y="3777"/>
                </a:lnTo>
                <a:lnTo>
                  <a:pt x="4178" y="3776"/>
                </a:lnTo>
                <a:lnTo>
                  <a:pt x="4179" y="3776"/>
                </a:lnTo>
                <a:lnTo>
                  <a:pt x="4179" y="3775"/>
                </a:lnTo>
                <a:lnTo>
                  <a:pt x="4179" y="3774"/>
                </a:lnTo>
                <a:lnTo>
                  <a:pt x="4178" y="3775"/>
                </a:lnTo>
                <a:lnTo>
                  <a:pt x="4177" y="3776"/>
                </a:lnTo>
                <a:lnTo>
                  <a:pt x="4177" y="3775"/>
                </a:lnTo>
                <a:lnTo>
                  <a:pt x="4176" y="3775"/>
                </a:lnTo>
                <a:lnTo>
                  <a:pt x="4175" y="3775"/>
                </a:lnTo>
                <a:lnTo>
                  <a:pt x="4175" y="3774"/>
                </a:lnTo>
                <a:lnTo>
                  <a:pt x="4174" y="3774"/>
                </a:lnTo>
                <a:lnTo>
                  <a:pt x="4173" y="3772"/>
                </a:lnTo>
                <a:lnTo>
                  <a:pt x="4172" y="3771"/>
                </a:lnTo>
                <a:lnTo>
                  <a:pt x="4173" y="3771"/>
                </a:lnTo>
                <a:lnTo>
                  <a:pt x="4172" y="3770"/>
                </a:lnTo>
                <a:lnTo>
                  <a:pt x="4171" y="3769"/>
                </a:lnTo>
                <a:lnTo>
                  <a:pt x="4171" y="3768"/>
                </a:lnTo>
                <a:lnTo>
                  <a:pt x="4170" y="3766"/>
                </a:lnTo>
                <a:lnTo>
                  <a:pt x="4169" y="3766"/>
                </a:lnTo>
                <a:lnTo>
                  <a:pt x="4169" y="3765"/>
                </a:lnTo>
                <a:lnTo>
                  <a:pt x="4168" y="3764"/>
                </a:lnTo>
                <a:lnTo>
                  <a:pt x="4168" y="3763"/>
                </a:lnTo>
                <a:lnTo>
                  <a:pt x="4168" y="3762"/>
                </a:lnTo>
                <a:lnTo>
                  <a:pt x="4167" y="3762"/>
                </a:lnTo>
                <a:lnTo>
                  <a:pt x="4167" y="3761"/>
                </a:lnTo>
                <a:lnTo>
                  <a:pt x="4167" y="3760"/>
                </a:lnTo>
                <a:lnTo>
                  <a:pt x="4167" y="3759"/>
                </a:lnTo>
                <a:lnTo>
                  <a:pt x="4167" y="3758"/>
                </a:lnTo>
                <a:lnTo>
                  <a:pt x="4168" y="3757"/>
                </a:lnTo>
                <a:lnTo>
                  <a:pt x="4168" y="3755"/>
                </a:lnTo>
                <a:lnTo>
                  <a:pt x="4169" y="3752"/>
                </a:lnTo>
                <a:lnTo>
                  <a:pt x="4168" y="3752"/>
                </a:lnTo>
                <a:lnTo>
                  <a:pt x="4168" y="3750"/>
                </a:lnTo>
                <a:lnTo>
                  <a:pt x="4167" y="3748"/>
                </a:lnTo>
                <a:lnTo>
                  <a:pt x="4167" y="3747"/>
                </a:lnTo>
                <a:lnTo>
                  <a:pt x="4167" y="3746"/>
                </a:lnTo>
                <a:lnTo>
                  <a:pt x="4168" y="3746"/>
                </a:lnTo>
                <a:lnTo>
                  <a:pt x="4169" y="3744"/>
                </a:lnTo>
                <a:lnTo>
                  <a:pt x="4170" y="3744"/>
                </a:lnTo>
                <a:lnTo>
                  <a:pt x="4169" y="3744"/>
                </a:lnTo>
                <a:lnTo>
                  <a:pt x="4168" y="3744"/>
                </a:lnTo>
                <a:lnTo>
                  <a:pt x="4168" y="3745"/>
                </a:lnTo>
                <a:lnTo>
                  <a:pt x="4167" y="3745"/>
                </a:lnTo>
                <a:lnTo>
                  <a:pt x="4167" y="3746"/>
                </a:lnTo>
                <a:lnTo>
                  <a:pt x="4167" y="3745"/>
                </a:lnTo>
                <a:lnTo>
                  <a:pt x="4166" y="3744"/>
                </a:lnTo>
                <a:lnTo>
                  <a:pt x="4166" y="3743"/>
                </a:lnTo>
                <a:lnTo>
                  <a:pt x="4165" y="3743"/>
                </a:lnTo>
                <a:lnTo>
                  <a:pt x="4166" y="3743"/>
                </a:lnTo>
                <a:lnTo>
                  <a:pt x="4165" y="3743"/>
                </a:lnTo>
                <a:lnTo>
                  <a:pt x="4165" y="3744"/>
                </a:lnTo>
                <a:lnTo>
                  <a:pt x="4165" y="3745"/>
                </a:lnTo>
                <a:lnTo>
                  <a:pt x="4165" y="3746"/>
                </a:lnTo>
                <a:lnTo>
                  <a:pt x="4165" y="3748"/>
                </a:lnTo>
                <a:lnTo>
                  <a:pt x="4165" y="3750"/>
                </a:lnTo>
                <a:lnTo>
                  <a:pt x="4164" y="3751"/>
                </a:lnTo>
                <a:lnTo>
                  <a:pt x="4164" y="3752"/>
                </a:lnTo>
                <a:lnTo>
                  <a:pt x="4165" y="3753"/>
                </a:lnTo>
                <a:lnTo>
                  <a:pt x="4164" y="3755"/>
                </a:lnTo>
                <a:lnTo>
                  <a:pt x="4163" y="3756"/>
                </a:lnTo>
                <a:lnTo>
                  <a:pt x="4160" y="3754"/>
                </a:lnTo>
                <a:lnTo>
                  <a:pt x="4159" y="3754"/>
                </a:lnTo>
                <a:lnTo>
                  <a:pt x="4158" y="3756"/>
                </a:lnTo>
                <a:lnTo>
                  <a:pt x="4158" y="3757"/>
                </a:lnTo>
                <a:lnTo>
                  <a:pt x="4159" y="3758"/>
                </a:lnTo>
                <a:lnTo>
                  <a:pt x="4158" y="3759"/>
                </a:lnTo>
                <a:lnTo>
                  <a:pt x="4158" y="3760"/>
                </a:lnTo>
                <a:lnTo>
                  <a:pt x="4158" y="3761"/>
                </a:lnTo>
                <a:lnTo>
                  <a:pt x="4157" y="3761"/>
                </a:lnTo>
                <a:lnTo>
                  <a:pt x="4158" y="3761"/>
                </a:lnTo>
                <a:lnTo>
                  <a:pt x="4158" y="3762"/>
                </a:lnTo>
                <a:lnTo>
                  <a:pt x="4158" y="3764"/>
                </a:lnTo>
                <a:lnTo>
                  <a:pt x="4158" y="3766"/>
                </a:lnTo>
                <a:lnTo>
                  <a:pt x="4158" y="3767"/>
                </a:lnTo>
                <a:lnTo>
                  <a:pt x="4158" y="3768"/>
                </a:lnTo>
                <a:lnTo>
                  <a:pt x="4159" y="3770"/>
                </a:lnTo>
                <a:lnTo>
                  <a:pt x="4159" y="3771"/>
                </a:lnTo>
                <a:lnTo>
                  <a:pt x="4159" y="3772"/>
                </a:lnTo>
                <a:lnTo>
                  <a:pt x="4158" y="3772"/>
                </a:lnTo>
                <a:lnTo>
                  <a:pt x="4158" y="3774"/>
                </a:lnTo>
                <a:lnTo>
                  <a:pt x="4159" y="3774"/>
                </a:lnTo>
                <a:lnTo>
                  <a:pt x="4159" y="3775"/>
                </a:lnTo>
                <a:lnTo>
                  <a:pt x="4159" y="3776"/>
                </a:lnTo>
                <a:lnTo>
                  <a:pt x="4159" y="3777"/>
                </a:lnTo>
                <a:lnTo>
                  <a:pt x="4158" y="3777"/>
                </a:lnTo>
                <a:lnTo>
                  <a:pt x="4158" y="3778"/>
                </a:lnTo>
                <a:lnTo>
                  <a:pt x="4157" y="3778"/>
                </a:lnTo>
                <a:lnTo>
                  <a:pt x="4156" y="3779"/>
                </a:lnTo>
                <a:lnTo>
                  <a:pt x="4155" y="3780"/>
                </a:lnTo>
                <a:lnTo>
                  <a:pt x="4155" y="3781"/>
                </a:lnTo>
                <a:lnTo>
                  <a:pt x="4155" y="3782"/>
                </a:lnTo>
                <a:lnTo>
                  <a:pt x="4154" y="3782"/>
                </a:lnTo>
                <a:lnTo>
                  <a:pt x="4154" y="3783"/>
                </a:lnTo>
                <a:lnTo>
                  <a:pt x="4153" y="3784"/>
                </a:lnTo>
                <a:lnTo>
                  <a:pt x="4152" y="3784"/>
                </a:lnTo>
                <a:lnTo>
                  <a:pt x="4152" y="3785"/>
                </a:lnTo>
                <a:lnTo>
                  <a:pt x="4151" y="3786"/>
                </a:lnTo>
                <a:lnTo>
                  <a:pt x="4150" y="3786"/>
                </a:lnTo>
                <a:lnTo>
                  <a:pt x="4150" y="3785"/>
                </a:lnTo>
                <a:lnTo>
                  <a:pt x="4149" y="3786"/>
                </a:lnTo>
                <a:lnTo>
                  <a:pt x="4149" y="3787"/>
                </a:lnTo>
                <a:lnTo>
                  <a:pt x="4148" y="3787"/>
                </a:lnTo>
                <a:lnTo>
                  <a:pt x="4147" y="3788"/>
                </a:lnTo>
                <a:lnTo>
                  <a:pt x="4146" y="3788"/>
                </a:lnTo>
                <a:lnTo>
                  <a:pt x="4145" y="3787"/>
                </a:lnTo>
                <a:lnTo>
                  <a:pt x="4145" y="3786"/>
                </a:lnTo>
                <a:lnTo>
                  <a:pt x="4145" y="3785"/>
                </a:lnTo>
                <a:lnTo>
                  <a:pt x="4145" y="3784"/>
                </a:lnTo>
                <a:lnTo>
                  <a:pt x="4144" y="3784"/>
                </a:lnTo>
                <a:lnTo>
                  <a:pt x="4143" y="3783"/>
                </a:lnTo>
                <a:lnTo>
                  <a:pt x="4142" y="3783"/>
                </a:lnTo>
                <a:lnTo>
                  <a:pt x="4142" y="3782"/>
                </a:lnTo>
                <a:lnTo>
                  <a:pt x="4142" y="3781"/>
                </a:lnTo>
                <a:lnTo>
                  <a:pt x="4141" y="3780"/>
                </a:lnTo>
                <a:lnTo>
                  <a:pt x="4141" y="3779"/>
                </a:lnTo>
                <a:lnTo>
                  <a:pt x="4141" y="3778"/>
                </a:lnTo>
                <a:lnTo>
                  <a:pt x="4140" y="3777"/>
                </a:lnTo>
                <a:lnTo>
                  <a:pt x="4139" y="3776"/>
                </a:lnTo>
                <a:lnTo>
                  <a:pt x="4138" y="3776"/>
                </a:lnTo>
                <a:lnTo>
                  <a:pt x="4138" y="3775"/>
                </a:lnTo>
                <a:lnTo>
                  <a:pt x="4138" y="3774"/>
                </a:lnTo>
                <a:lnTo>
                  <a:pt x="4137" y="3775"/>
                </a:lnTo>
                <a:lnTo>
                  <a:pt x="4138" y="3775"/>
                </a:lnTo>
                <a:lnTo>
                  <a:pt x="4138" y="3776"/>
                </a:lnTo>
                <a:lnTo>
                  <a:pt x="4138" y="3777"/>
                </a:lnTo>
                <a:lnTo>
                  <a:pt x="4137" y="3776"/>
                </a:lnTo>
                <a:lnTo>
                  <a:pt x="4136" y="3777"/>
                </a:lnTo>
                <a:lnTo>
                  <a:pt x="4135" y="3777"/>
                </a:lnTo>
                <a:lnTo>
                  <a:pt x="4134" y="3777"/>
                </a:lnTo>
                <a:lnTo>
                  <a:pt x="4133" y="3777"/>
                </a:lnTo>
                <a:lnTo>
                  <a:pt x="4133" y="3778"/>
                </a:lnTo>
                <a:lnTo>
                  <a:pt x="4132" y="3778"/>
                </a:lnTo>
                <a:lnTo>
                  <a:pt x="4131" y="3778"/>
                </a:lnTo>
                <a:lnTo>
                  <a:pt x="4130" y="3779"/>
                </a:lnTo>
                <a:lnTo>
                  <a:pt x="4130" y="3780"/>
                </a:lnTo>
                <a:lnTo>
                  <a:pt x="4129" y="3780"/>
                </a:lnTo>
                <a:lnTo>
                  <a:pt x="4129" y="3781"/>
                </a:lnTo>
                <a:lnTo>
                  <a:pt x="4129" y="3782"/>
                </a:lnTo>
                <a:lnTo>
                  <a:pt x="4130" y="3782"/>
                </a:lnTo>
                <a:lnTo>
                  <a:pt x="4130" y="3783"/>
                </a:lnTo>
                <a:lnTo>
                  <a:pt x="4129" y="3783"/>
                </a:lnTo>
                <a:lnTo>
                  <a:pt x="4129" y="3784"/>
                </a:lnTo>
                <a:lnTo>
                  <a:pt x="4128" y="3783"/>
                </a:lnTo>
                <a:lnTo>
                  <a:pt x="4127" y="3783"/>
                </a:lnTo>
                <a:lnTo>
                  <a:pt x="4127" y="3784"/>
                </a:lnTo>
                <a:lnTo>
                  <a:pt x="4126" y="3784"/>
                </a:lnTo>
                <a:lnTo>
                  <a:pt x="4126" y="3783"/>
                </a:lnTo>
                <a:lnTo>
                  <a:pt x="4125" y="3784"/>
                </a:lnTo>
                <a:lnTo>
                  <a:pt x="4124" y="3785"/>
                </a:lnTo>
                <a:lnTo>
                  <a:pt x="4124" y="3786"/>
                </a:lnTo>
                <a:lnTo>
                  <a:pt x="4124" y="3787"/>
                </a:lnTo>
                <a:lnTo>
                  <a:pt x="4123" y="3788"/>
                </a:lnTo>
                <a:lnTo>
                  <a:pt x="4122" y="3788"/>
                </a:lnTo>
                <a:lnTo>
                  <a:pt x="4121" y="3789"/>
                </a:lnTo>
                <a:lnTo>
                  <a:pt x="4120" y="3789"/>
                </a:lnTo>
                <a:lnTo>
                  <a:pt x="4120" y="3791"/>
                </a:lnTo>
                <a:lnTo>
                  <a:pt x="4119" y="3792"/>
                </a:lnTo>
                <a:lnTo>
                  <a:pt x="4119" y="3793"/>
                </a:lnTo>
                <a:lnTo>
                  <a:pt x="4119" y="3794"/>
                </a:lnTo>
                <a:lnTo>
                  <a:pt x="4119" y="3796"/>
                </a:lnTo>
                <a:lnTo>
                  <a:pt x="4118" y="3796"/>
                </a:lnTo>
                <a:lnTo>
                  <a:pt x="4118" y="3795"/>
                </a:lnTo>
                <a:lnTo>
                  <a:pt x="4117" y="3795"/>
                </a:lnTo>
                <a:lnTo>
                  <a:pt x="4116" y="3795"/>
                </a:lnTo>
                <a:lnTo>
                  <a:pt x="4117" y="3796"/>
                </a:lnTo>
                <a:lnTo>
                  <a:pt x="4117" y="3797"/>
                </a:lnTo>
                <a:lnTo>
                  <a:pt x="4116" y="3797"/>
                </a:lnTo>
                <a:lnTo>
                  <a:pt x="4115" y="3797"/>
                </a:lnTo>
                <a:lnTo>
                  <a:pt x="4115" y="3798"/>
                </a:lnTo>
                <a:lnTo>
                  <a:pt x="4114" y="3798"/>
                </a:lnTo>
                <a:lnTo>
                  <a:pt x="4113" y="3799"/>
                </a:lnTo>
                <a:lnTo>
                  <a:pt x="4112" y="3799"/>
                </a:lnTo>
                <a:lnTo>
                  <a:pt x="4111" y="3799"/>
                </a:lnTo>
                <a:lnTo>
                  <a:pt x="4110" y="3799"/>
                </a:lnTo>
                <a:lnTo>
                  <a:pt x="4109" y="3799"/>
                </a:lnTo>
                <a:lnTo>
                  <a:pt x="4108" y="3798"/>
                </a:lnTo>
                <a:lnTo>
                  <a:pt x="4108" y="3797"/>
                </a:lnTo>
                <a:lnTo>
                  <a:pt x="4107" y="3797"/>
                </a:lnTo>
                <a:lnTo>
                  <a:pt x="4106" y="3797"/>
                </a:lnTo>
                <a:lnTo>
                  <a:pt x="4105" y="3797"/>
                </a:lnTo>
                <a:lnTo>
                  <a:pt x="4105" y="3796"/>
                </a:lnTo>
                <a:lnTo>
                  <a:pt x="4104" y="3796"/>
                </a:lnTo>
                <a:lnTo>
                  <a:pt x="4104" y="3795"/>
                </a:lnTo>
                <a:lnTo>
                  <a:pt x="4103" y="3795"/>
                </a:lnTo>
                <a:lnTo>
                  <a:pt x="4102" y="3795"/>
                </a:lnTo>
                <a:lnTo>
                  <a:pt x="4102" y="3794"/>
                </a:lnTo>
                <a:lnTo>
                  <a:pt x="4101" y="3794"/>
                </a:lnTo>
                <a:lnTo>
                  <a:pt x="4100" y="3793"/>
                </a:lnTo>
                <a:lnTo>
                  <a:pt x="4099" y="3793"/>
                </a:lnTo>
                <a:lnTo>
                  <a:pt x="4098" y="3793"/>
                </a:lnTo>
                <a:lnTo>
                  <a:pt x="4097" y="3793"/>
                </a:lnTo>
                <a:lnTo>
                  <a:pt x="4097" y="3792"/>
                </a:lnTo>
                <a:lnTo>
                  <a:pt x="4096" y="3792"/>
                </a:lnTo>
                <a:lnTo>
                  <a:pt x="4096" y="3791"/>
                </a:lnTo>
                <a:lnTo>
                  <a:pt x="4096" y="3790"/>
                </a:lnTo>
                <a:lnTo>
                  <a:pt x="4095" y="3790"/>
                </a:lnTo>
                <a:lnTo>
                  <a:pt x="4095" y="3789"/>
                </a:lnTo>
                <a:lnTo>
                  <a:pt x="4095" y="3788"/>
                </a:lnTo>
                <a:lnTo>
                  <a:pt x="4095" y="3786"/>
                </a:lnTo>
                <a:lnTo>
                  <a:pt x="4095" y="3784"/>
                </a:lnTo>
                <a:lnTo>
                  <a:pt x="4095" y="3782"/>
                </a:lnTo>
                <a:lnTo>
                  <a:pt x="4095" y="3781"/>
                </a:lnTo>
                <a:lnTo>
                  <a:pt x="4095" y="3780"/>
                </a:lnTo>
                <a:lnTo>
                  <a:pt x="4096" y="3780"/>
                </a:lnTo>
                <a:lnTo>
                  <a:pt x="4096" y="3779"/>
                </a:lnTo>
                <a:lnTo>
                  <a:pt x="4097" y="3779"/>
                </a:lnTo>
                <a:lnTo>
                  <a:pt x="4098" y="3779"/>
                </a:lnTo>
                <a:lnTo>
                  <a:pt x="4098" y="3778"/>
                </a:lnTo>
                <a:lnTo>
                  <a:pt x="4099" y="3778"/>
                </a:lnTo>
                <a:lnTo>
                  <a:pt x="4100" y="3778"/>
                </a:lnTo>
                <a:lnTo>
                  <a:pt x="4101" y="3778"/>
                </a:lnTo>
                <a:lnTo>
                  <a:pt x="4101" y="3777"/>
                </a:lnTo>
                <a:lnTo>
                  <a:pt x="4102" y="3777"/>
                </a:lnTo>
                <a:lnTo>
                  <a:pt x="4104" y="3777"/>
                </a:lnTo>
                <a:lnTo>
                  <a:pt x="4104" y="3776"/>
                </a:lnTo>
                <a:lnTo>
                  <a:pt x="4104" y="3777"/>
                </a:lnTo>
                <a:lnTo>
                  <a:pt x="4103" y="3777"/>
                </a:lnTo>
                <a:lnTo>
                  <a:pt x="4102" y="3777"/>
                </a:lnTo>
                <a:lnTo>
                  <a:pt x="4101" y="3776"/>
                </a:lnTo>
                <a:lnTo>
                  <a:pt x="4100" y="3776"/>
                </a:lnTo>
                <a:lnTo>
                  <a:pt x="4099" y="3776"/>
                </a:lnTo>
                <a:lnTo>
                  <a:pt x="4099" y="3777"/>
                </a:lnTo>
                <a:lnTo>
                  <a:pt x="4099" y="3778"/>
                </a:lnTo>
                <a:lnTo>
                  <a:pt x="4098" y="3778"/>
                </a:lnTo>
                <a:lnTo>
                  <a:pt x="4097" y="3778"/>
                </a:lnTo>
                <a:lnTo>
                  <a:pt x="4097" y="3779"/>
                </a:lnTo>
                <a:lnTo>
                  <a:pt x="4096" y="3779"/>
                </a:lnTo>
                <a:lnTo>
                  <a:pt x="4095" y="3779"/>
                </a:lnTo>
                <a:lnTo>
                  <a:pt x="4095" y="3780"/>
                </a:lnTo>
                <a:lnTo>
                  <a:pt x="4095" y="3781"/>
                </a:lnTo>
                <a:lnTo>
                  <a:pt x="4094" y="3781"/>
                </a:lnTo>
                <a:lnTo>
                  <a:pt x="4094" y="3780"/>
                </a:lnTo>
                <a:lnTo>
                  <a:pt x="4094" y="3779"/>
                </a:lnTo>
                <a:lnTo>
                  <a:pt x="4093" y="3779"/>
                </a:lnTo>
                <a:lnTo>
                  <a:pt x="4093" y="3778"/>
                </a:lnTo>
                <a:lnTo>
                  <a:pt x="4093" y="3777"/>
                </a:lnTo>
                <a:lnTo>
                  <a:pt x="4092" y="3776"/>
                </a:lnTo>
                <a:lnTo>
                  <a:pt x="4092" y="3775"/>
                </a:lnTo>
                <a:lnTo>
                  <a:pt x="4091" y="3774"/>
                </a:lnTo>
                <a:lnTo>
                  <a:pt x="4092" y="3773"/>
                </a:lnTo>
                <a:lnTo>
                  <a:pt x="4091" y="3773"/>
                </a:lnTo>
                <a:lnTo>
                  <a:pt x="4091" y="3772"/>
                </a:lnTo>
                <a:lnTo>
                  <a:pt x="4090" y="3771"/>
                </a:lnTo>
                <a:lnTo>
                  <a:pt x="4090" y="3770"/>
                </a:lnTo>
                <a:lnTo>
                  <a:pt x="4091" y="3770"/>
                </a:lnTo>
                <a:lnTo>
                  <a:pt x="4091" y="3769"/>
                </a:lnTo>
                <a:lnTo>
                  <a:pt x="4092" y="3768"/>
                </a:lnTo>
                <a:lnTo>
                  <a:pt x="4091" y="3768"/>
                </a:lnTo>
                <a:lnTo>
                  <a:pt x="4092" y="3767"/>
                </a:lnTo>
                <a:lnTo>
                  <a:pt x="4093" y="3767"/>
                </a:lnTo>
                <a:lnTo>
                  <a:pt x="4093" y="3766"/>
                </a:lnTo>
                <a:lnTo>
                  <a:pt x="4093" y="3765"/>
                </a:lnTo>
                <a:lnTo>
                  <a:pt x="4093" y="3764"/>
                </a:lnTo>
                <a:lnTo>
                  <a:pt x="4093" y="3763"/>
                </a:lnTo>
                <a:lnTo>
                  <a:pt x="4093" y="3762"/>
                </a:lnTo>
                <a:lnTo>
                  <a:pt x="4093" y="3763"/>
                </a:lnTo>
                <a:lnTo>
                  <a:pt x="4093" y="3764"/>
                </a:lnTo>
                <a:lnTo>
                  <a:pt x="4093" y="3765"/>
                </a:lnTo>
                <a:lnTo>
                  <a:pt x="4093" y="3766"/>
                </a:lnTo>
                <a:lnTo>
                  <a:pt x="4092" y="3766"/>
                </a:lnTo>
                <a:lnTo>
                  <a:pt x="4091" y="3766"/>
                </a:lnTo>
                <a:lnTo>
                  <a:pt x="4091" y="3767"/>
                </a:lnTo>
                <a:lnTo>
                  <a:pt x="4090" y="3767"/>
                </a:lnTo>
                <a:lnTo>
                  <a:pt x="4090" y="3769"/>
                </a:lnTo>
                <a:lnTo>
                  <a:pt x="4090" y="3770"/>
                </a:lnTo>
                <a:lnTo>
                  <a:pt x="4090" y="3771"/>
                </a:lnTo>
                <a:lnTo>
                  <a:pt x="4090" y="3772"/>
                </a:lnTo>
                <a:lnTo>
                  <a:pt x="4091" y="3773"/>
                </a:lnTo>
                <a:lnTo>
                  <a:pt x="4091" y="3774"/>
                </a:lnTo>
                <a:lnTo>
                  <a:pt x="4091" y="3775"/>
                </a:lnTo>
                <a:lnTo>
                  <a:pt x="4091" y="3776"/>
                </a:lnTo>
                <a:lnTo>
                  <a:pt x="4091" y="3777"/>
                </a:lnTo>
                <a:lnTo>
                  <a:pt x="4092" y="3778"/>
                </a:lnTo>
                <a:lnTo>
                  <a:pt x="4092" y="3779"/>
                </a:lnTo>
                <a:lnTo>
                  <a:pt x="4092" y="3780"/>
                </a:lnTo>
                <a:lnTo>
                  <a:pt x="4093" y="3781"/>
                </a:lnTo>
                <a:lnTo>
                  <a:pt x="4093" y="3782"/>
                </a:lnTo>
                <a:lnTo>
                  <a:pt x="4093" y="3783"/>
                </a:lnTo>
                <a:lnTo>
                  <a:pt x="4093" y="3784"/>
                </a:lnTo>
                <a:lnTo>
                  <a:pt x="4093" y="3785"/>
                </a:lnTo>
                <a:lnTo>
                  <a:pt x="4094" y="3785"/>
                </a:lnTo>
                <a:lnTo>
                  <a:pt x="4093" y="3786"/>
                </a:lnTo>
                <a:lnTo>
                  <a:pt x="4093" y="3788"/>
                </a:lnTo>
                <a:lnTo>
                  <a:pt x="4094" y="3788"/>
                </a:lnTo>
                <a:lnTo>
                  <a:pt x="4094" y="3789"/>
                </a:lnTo>
                <a:lnTo>
                  <a:pt x="4094" y="3790"/>
                </a:lnTo>
                <a:lnTo>
                  <a:pt x="4095" y="3791"/>
                </a:lnTo>
                <a:lnTo>
                  <a:pt x="4094" y="3792"/>
                </a:lnTo>
                <a:lnTo>
                  <a:pt x="4094" y="3793"/>
                </a:lnTo>
                <a:lnTo>
                  <a:pt x="4094" y="3794"/>
                </a:lnTo>
                <a:lnTo>
                  <a:pt x="4095" y="3795"/>
                </a:lnTo>
                <a:lnTo>
                  <a:pt x="4094" y="3795"/>
                </a:lnTo>
                <a:lnTo>
                  <a:pt x="4094" y="3796"/>
                </a:lnTo>
                <a:lnTo>
                  <a:pt x="4095" y="3797"/>
                </a:lnTo>
                <a:lnTo>
                  <a:pt x="4094" y="3798"/>
                </a:lnTo>
                <a:lnTo>
                  <a:pt x="4094" y="3799"/>
                </a:lnTo>
                <a:lnTo>
                  <a:pt x="4094" y="3800"/>
                </a:lnTo>
                <a:lnTo>
                  <a:pt x="4094" y="3801"/>
                </a:lnTo>
                <a:lnTo>
                  <a:pt x="4094" y="3802"/>
                </a:lnTo>
                <a:lnTo>
                  <a:pt x="4093" y="3802"/>
                </a:lnTo>
                <a:lnTo>
                  <a:pt x="4092" y="3802"/>
                </a:lnTo>
                <a:lnTo>
                  <a:pt x="4091" y="3802"/>
                </a:lnTo>
                <a:lnTo>
                  <a:pt x="4090" y="3802"/>
                </a:lnTo>
                <a:lnTo>
                  <a:pt x="4089" y="3803"/>
                </a:lnTo>
                <a:lnTo>
                  <a:pt x="4088" y="3803"/>
                </a:lnTo>
                <a:lnTo>
                  <a:pt x="4088" y="3804"/>
                </a:lnTo>
                <a:lnTo>
                  <a:pt x="4088" y="3805"/>
                </a:lnTo>
                <a:lnTo>
                  <a:pt x="4087" y="3805"/>
                </a:lnTo>
                <a:lnTo>
                  <a:pt x="4087" y="3804"/>
                </a:lnTo>
                <a:lnTo>
                  <a:pt x="4086" y="3804"/>
                </a:lnTo>
                <a:lnTo>
                  <a:pt x="4085" y="3804"/>
                </a:lnTo>
                <a:lnTo>
                  <a:pt x="4085" y="3805"/>
                </a:lnTo>
                <a:lnTo>
                  <a:pt x="4084" y="3805"/>
                </a:lnTo>
                <a:lnTo>
                  <a:pt x="4083" y="3805"/>
                </a:lnTo>
                <a:lnTo>
                  <a:pt x="4082" y="3805"/>
                </a:lnTo>
                <a:lnTo>
                  <a:pt x="4082" y="3806"/>
                </a:lnTo>
                <a:lnTo>
                  <a:pt x="4081" y="3805"/>
                </a:lnTo>
                <a:lnTo>
                  <a:pt x="4079" y="3806"/>
                </a:lnTo>
                <a:lnTo>
                  <a:pt x="4078" y="3806"/>
                </a:lnTo>
                <a:lnTo>
                  <a:pt x="4078" y="3805"/>
                </a:lnTo>
                <a:lnTo>
                  <a:pt x="4077" y="3805"/>
                </a:lnTo>
                <a:lnTo>
                  <a:pt x="4076" y="3805"/>
                </a:lnTo>
                <a:lnTo>
                  <a:pt x="4077" y="3805"/>
                </a:lnTo>
                <a:lnTo>
                  <a:pt x="4077" y="3804"/>
                </a:lnTo>
                <a:lnTo>
                  <a:pt x="4077" y="3803"/>
                </a:lnTo>
                <a:lnTo>
                  <a:pt x="4076" y="3802"/>
                </a:lnTo>
                <a:lnTo>
                  <a:pt x="4075" y="3801"/>
                </a:lnTo>
                <a:lnTo>
                  <a:pt x="4074" y="3802"/>
                </a:lnTo>
                <a:lnTo>
                  <a:pt x="4073" y="3802"/>
                </a:lnTo>
                <a:lnTo>
                  <a:pt x="4073" y="3801"/>
                </a:lnTo>
                <a:lnTo>
                  <a:pt x="4072" y="3801"/>
                </a:lnTo>
                <a:lnTo>
                  <a:pt x="4072" y="3800"/>
                </a:lnTo>
                <a:lnTo>
                  <a:pt x="4071" y="3799"/>
                </a:lnTo>
                <a:lnTo>
                  <a:pt x="4072" y="3798"/>
                </a:lnTo>
                <a:lnTo>
                  <a:pt x="4072" y="3797"/>
                </a:lnTo>
                <a:lnTo>
                  <a:pt x="4072" y="3796"/>
                </a:lnTo>
                <a:lnTo>
                  <a:pt x="4072" y="3795"/>
                </a:lnTo>
                <a:lnTo>
                  <a:pt x="4071" y="3795"/>
                </a:lnTo>
                <a:lnTo>
                  <a:pt x="4071" y="3794"/>
                </a:lnTo>
                <a:lnTo>
                  <a:pt x="4071" y="3793"/>
                </a:lnTo>
                <a:lnTo>
                  <a:pt x="4070" y="3793"/>
                </a:lnTo>
                <a:lnTo>
                  <a:pt x="4069" y="3793"/>
                </a:lnTo>
                <a:lnTo>
                  <a:pt x="4067" y="3793"/>
                </a:lnTo>
                <a:lnTo>
                  <a:pt x="4066" y="3793"/>
                </a:lnTo>
                <a:lnTo>
                  <a:pt x="4065" y="3794"/>
                </a:lnTo>
                <a:lnTo>
                  <a:pt x="4064" y="3794"/>
                </a:lnTo>
                <a:lnTo>
                  <a:pt x="4063" y="3794"/>
                </a:lnTo>
                <a:lnTo>
                  <a:pt x="4061" y="3795"/>
                </a:lnTo>
                <a:lnTo>
                  <a:pt x="4060" y="3796"/>
                </a:lnTo>
                <a:lnTo>
                  <a:pt x="4059" y="3796"/>
                </a:lnTo>
                <a:lnTo>
                  <a:pt x="4058" y="3796"/>
                </a:lnTo>
                <a:lnTo>
                  <a:pt x="4057" y="3796"/>
                </a:lnTo>
                <a:lnTo>
                  <a:pt x="4056" y="3796"/>
                </a:lnTo>
                <a:lnTo>
                  <a:pt x="4055" y="3796"/>
                </a:lnTo>
                <a:lnTo>
                  <a:pt x="4055" y="3795"/>
                </a:lnTo>
                <a:lnTo>
                  <a:pt x="4054" y="3795"/>
                </a:lnTo>
                <a:lnTo>
                  <a:pt x="4053" y="3795"/>
                </a:lnTo>
                <a:lnTo>
                  <a:pt x="4053" y="3796"/>
                </a:lnTo>
                <a:lnTo>
                  <a:pt x="4054" y="3796"/>
                </a:lnTo>
                <a:lnTo>
                  <a:pt x="4055" y="3796"/>
                </a:lnTo>
                <a:lnTo>
                  <a:pt x="4056" y="3797"/>
                </a:lnTo>
                <a:lnTo>
                  <a:pt x="4057" y="3797"/>
                </a:lnTo>
                <a:lnTo>
                  <a:pt x="4056" y="3797"/>
                </a:lnTo>
                <a:lnTo>
                  <a:pt x="4055" y="3797"/>
                </a:lnTo>
                <a:lnTo>
                  <a:pt x="4055" y="3798"/>
                </a:lnTo>
                <a:lnTo>
                  <a:pt x="4054" y="3798"/>
                </a:lnTo>
                <a:lnTo>
                  <a:pt x="4053" y="3798"/>
                </a:lnTo>
                <a:lnTo>
                  <a:pt x="4052" y="3799"/>
                </a:lnTo>
                <a:lnTo>
                  <a:pt x="4051" y="3799"/>
                </a:lnTo>
                <a:lnTo>
                  <a:pt x="4050" y="3800"/>
                </a:lnTo>
                <a:lnTo>
                  <a:pt x="4049" y="3800"/>
                </a:lnTo>
                <a:lnTo>
                  <a:pt x="4049" y="3801"/>
                </a:lnTo>
                <a:lnTo>
                  <a:pt x="4048" y="3801"/>
                </a:lnTo>
                <a:lnTo>
                  <a:pt x="4047" y="3802"/>
                </a:lnTo>
                <a:lnTo>
                  <a:pt x="4047" y="3803"/>
                </a:lnTo>
                <a:lnTo>
                  <a:pt x="4046" y="3803"/>
                </a:lnTo>
                <a:lnTo>
                  <a:pt x="4046" y="3802"/>
                </a:lnTo>
                <a:lnTo>
                  <a:pt x="4047" y="3802"/>
                </a:lnTo>
                <a:lnTo>
                  <a:pt x="4047" y="3801"/>
                </a:lnTo>
                <a:lnTo>
                  <a:pt x="4048" y="3801"/>
                </a:lnTo>
                <a:lnTo>
                  <a:pt x="4048" y="3800"/>
                </a:lnTo>
                <a:lnTo>
                  <a:pt x="4048" y="3801"/>
                </a:lnTo>
                <a:lnTo>
                  <a:pt x="4047" y="3801"/>
                </a:lnTo>
                <a:lnTo>
                  <a:pt x="4046" y="3801"/>
                </a:lnTo>
                <a:lnTo>
                  <a:pt x="4046" y="3802"/>
                </a:lnTo>
                <a:lnTo>
                  <a:pt x="4046" y="3803"/>
                </a:lnTo>
                <a:lnTo>
                  <a:pt x="4045" y="3803"/>
                </a:lnTo>
                <a:lnTo>
                  <a:pt x="4045" y="3804"/>
                </a:lnTo>
                <a:lnTo>
                  <a:pt x="4045" y="3803"/>
                </a:lnTo>
                <a:lnTo>
                  <a:pt x="4044" y="3803"/>
                </a:lnTo>
                <a:lnTo>
                  <a:pt x="4044" y="3804"/>
                </a:lnTo>
                <a:lnTo>
                  <a:pt x="4043" y="3804"/>
                </a:lnTo>
                <a:lnTo>
                  <a:pt x="4043" y="3805"/>
                </a:lnTo>
                <a:lnTo>
                  <a:pt x="4042" y="3805"/>
                </a:lnTo>
                <a:lnTo>
                  <a:pt x="4041" y="3805"/>
                </a:lnTo>
                <a:lnTo>
                  <a:pt x="4041" y="3806"/>
                </a:lnTo>
                <a:lnTo>
                  <a:pt x="4040" y="3807"/>
                </a:lnTo>
                <a:lnTo>
                  <a:pt x="4039" y="3807"/>
                </a:lnTo>
                <a:lnTo>
                  <a:pt x="4038" y="3808"/>
                </a:lnTo>
                <a:lnTo>
                  <a:pt x="4037" y="3808"/>
                </a:lnTo>
                <a:lnTo>
                  <a:pt x="4036" y="3808"/>
                </a:lnTo>
                <a:lnTo>
                  <a:pt x="4036" y="3809"/>
                </a:lnTo>
                <a:lnTo>
                  <a:pt x="4036" y="3808"/>
                </a:lnTo>
                <a:lnTo>
                  <a:pt x="4035" y="3808"/>
                </a:lnTo>
                <a:lnTo>
                  <a:pt x="4034" y="3808"/>
                </a:lnTo>
                <a:lnTo>
                  <a:pt x="4033" y="3808"/>
                </a:lnTo>
                <a:lnTo>
                  <a:pt x="4033" y="3807"/>
                </a:lnTo>
                <a:lnTo>
                  <a:pt x="4033" y="3806"/>
                </a:lnTo>
                <a:lnTo>
                  <a:pt x="4033" y="3805"/>
                </a:lnTo>
                <a:lnTo>
                  <a:pt x="4034" y="3805"/>
                </a:lnTo>
                <a:lnTo>
                  <a:pt x="4034" y="3804"/>
                </a:lnTo>
                <a:lnTo>
                  <a:pt x="4034" y="3805"/>
                </a:lnTo>
                <a:lnTo>
                  <a:pt x="4034" y="3804"/>
                </a:lnTo>
                <a:lnTo>
                  <a:pt x="4033" y="3804"/>
                </a:lnTo>
                <a:lnTo>
                  <a:pt x="4033" y="3805"/>
                </a:lnTo>
                <a:lnTo>
                  <a:pt x="4032" y="3805"/>
                </a:lnTo>
                <a:lnTo>
                  <a:pt x="4032" y="3806"/>
                </a:lnTo>
                <a:lnTo>
                  <a:pt x="4031" y="3805"/>
                </a:lnTo>
                <a:lnTo>
                  <a:pt x="4032" y="3805"/>
                </a:lnTo>
                <a:lnTo>
                  <a:pt x="4031" y="3805"/>
                </a:lnTo>
                <a:lnTo>
                  <a:pt x="4032" y="3804"/>
                </a:lnTo>
                <a:lnTo>
                  <a:pt x="4031" y="3804"/>
                </a:lnTo>
                <a:lnTo>
                  <a:pt x="4032" y="3804"/>
                </a:lnTo>
                <a:lnTo>
                  <a:pt x="4032" y="3803"/>
                </a:lnTo>
                <a:lnTo>
                  <a:pt x="4033" y="3803"/>
                </a:lnTo>
                <a:lnTo>
                  <a:pt x="4033" y="3802"/>
                </a:lnTo>
                <a:lnTo>
                  <a:pt x="4034" y="3802"/>
                </a:lnTo>
                <a:lnTo>
                  <a:pt x="4033" y="3801"/>
                </a:lnTo>
                <a:lnTo>
                  <a:pt x="4032" y="3802"/>
                </a:lnTo>
                <a:lnTo>
                  <a:pt x="4032" y="3801"/>
                </a:lnTo>
                <a:lnTo>
                  <a:pt x="4033" y="3801"/>
                </a:lnTo>
                <a:lnTo>
                  <a:pt x="4034" y="3800"/>
                </a:lnTo>
                <a:lnTo>
                  <a:pt x="4033" y="3800"/>
                </a:lnTo>
                <a:lnTo>
                  <a:pt x="4032" y="3800"/>
                </a:lnTo>
                <a:lnTo>
                  <a:pt x="4031" y="3801"/>
                </a:lnTo>
                <a:lnTo>
                  <a:pt x="4031" y="3802"/>
                </a:lnTo>
                <a:lnTo>
                  <a:pt x="4030" y="3802"/>
                </a:lnTo>
                <a:lnTo>
                  <a:pt x="4030" y="3801"/>
                </a:lnTo>
                <a:lnTo>
                  <a:pt x="4030" y="3800"/>
                </a:lnTo>
                <a:lnTo>
                  <a:pt x="4030" y="3799"/>
                </a:lnTo>
                <a:lnTo>
                  <a:pt x="4030" y="3798"/>
                </a:lnTo>
                <a:lnTo>
                  <a:pt x="4031" y="3798"/>
                </a:lnTo>
                <a:lnTo>
                  <a:pt x="4030" y="3798"/>
                </a:lnTo>
                <a:lnTo>
                  <a:pt x="4030" y="3799"/>
                </a:lnTo>
                <a:lnTo>
                  <a:pt x="4030" y="3800"/>
                </a:lnTo>
                <a:lnTo>
                  <a:pt x="4029" y="3800"/>
                </a:lnTo>
                <a:lnTo>
                  <a:pt x="4029" y="3799"/>
                </a:lnTo>
                <a:lnTo>
                  <a:pt x="4029" y="3798"/>
                </a:lnTo>
                <a:lnTo>
                  <a:pt x="4029" y="3797"/>
                </a:lnTo>
                <a:lnTo>
                  <a:pt x="4030" y="3796"/>
                </a:lnTo>
                <a:lnTo>
                  <a:pt x="4029" y="3796"/>
                </a:lnTo>
                <a:lnTo>
                  <a:pt x="4029" y="3797"/>
                </a:lnTo>
                <a:lnTo>
                  <a:pt x="4028" y="3797"/>
                </a:lnTo>
                <a:lnTo>
                  <a:pt x="4028" y="3798"/>
                </a:lnTo>
                <a:lnTo>
                  <a:pt x="4027" y="3798"/>
                </a:lnTo>
                <a:lnTo>
                  <a:pt x="4026" y="3798"/>
                </a:lnTo>
                <a:lnTo>
                  <a:pt x="4026" y="3797"/>
                </a:lnTo>
                <a:lnTo>
                  <a:pt x="4025" y="3797"/>
                </a:lnTo>
                <a:lnTo>
                  <a:pt x="4025" y="3798"/>
                </a:lnTo>
                <a:lnTo>
                  <a:pt x="4024" y="3798"/>
                </a:lnTo>
                <a:lnTo>
                  <a:pt x="4023" y="3799"/>
                </a:lnTo>
                <a:lnTo>
                  <a:pt x="4023" y="3798"/>
                </a:lnTo>
                <a:lnTo>
                  <a:pt x="4023" y="3799"/>
                </a:lnTo>
                <a:lnTo>
                  <a:pt x="4022" y="3799"/>
                </a:lnTo>
                <a:lnTo>
                  <a:pt x="4021" y="3798"/>
                </a:lnTo>
                <a:lnTo>
                  <a:pt x="4020" y="3797"/>
                </a:lnTo>
                <a:lnTo>
                  <a:pt x="4021" y="3797"/>
                </a:lnTo>
                <a:lnTo>
                  <a:pt x="4021" y="3796"/>
                </a:lnTo>
                <a:lnTo>
                  <a:pt x="4020" y="3796"/>
                </a:lnTo>
                <a:lnTo>
                  <a:pt x="4020" y="3797"/>
                </a:lnTo>
                <a:lnTo>
                  <a:pt x="4020" y="3798"/>
                </a:lnTo>
                <a:lnTo>
                  <a:pt x="4019" y="3798"/>
                </a:lnTo>
                <a:lnTo>
                  <a:pt x="4019" y="3797"/>
                </a:lnTo>
                <a:lnTo>
                  <a:pt x="4018" y="3797"/>
                </a:lnTo>
                <a:lnTo>
                  <a:pt x="4018" y="3798"/>
                </a:lnTo>
                <a:lnTo>
                  <a:pt x="4019" y="3798"/>
                </a:lnTo>
                <a:lnTo>
                  <a:pt x="4019" y="3799"/>
                </a:lnTo>
                <a:lnTo>
                  <a:pt x="4020" y="3799"/>
                </a:lnTo>
                <a:lnTo>
                  <a:pt x="4021" y="3799"/>
                </a:lnTo>
                <a:lnTo>
                  <a:pt x="4021" y="3800"/>
                </a:lnTo>
                <a:lnTo>
                  <a:pt x="4020" y="3800"/>
                </a:lnTo>
                <a:lnTo>
                  <a:pt x="4021" y="3800"/>
                </a:lnTo>
                <a:lnTo>
                  <a:pt x="4021" y="3801"/>
                </a:lnTo>
                <a:lnTo>
                  <a:pt x="4022" y="3801"/>
                </a:lnTo>
                <a:lnTo>
                  <a:pt x="4022" y="3802"/>
                </a:lnTo>
                <a:lnTo>
                  <a:pt x="4021" y="3801"/>
                </a:lnTo>
                <a:lnTo>
                  <a:pt x="4021" y="3802"/>
                </a:lnTo>
                <a:lnTo>
                  <a:pt x="4022" y="3802"/>
                </a:lnTo>
                <a:lnTo>
                  <a:pt x="4023" y="3802"/>
                </a:lnTo>
                <a:lnTo>
                  <a:pt x="4023" y="3803"/>
                </a:lnTo>
                <a:lnTo>
                  <a:pt x="4023" y="3804"/>
                </a:lnTo>
                <a:lnTo>
                  <a:pt x="4023" y="3803"/>
                </a:lnTo>
                <a:lnTo>
                  <a:pt x="4024" y="3802"/>
                </a:lnTo>
                <a:lnTo>
                  <a:pt x="4026" y="3803"/>
                </a:lnTo>
                <a:lnTo>
                  <a:pt x="4027" y="3804"/>
                </a:lnTo>
                <a:lnTo>
                  <a:pt x="4028" y="3804"/>
                </a:lnTo>
                <a:lnTo>
                  <a:pt x="4029" y="3804"/>
                </a:lnTo>
                <a:lnTo>
                  <a:pt x="4029" y="3805"/>
                </a:lnTo>
                <a:lnTo>
                  <a:pt x="4029" y="3806"/>
                </a:lnTo>
                <a:lnTo>
                  <a:pt x="4029" y="3807"/>
                </a:lnTo>
                <a:lnTo>
                  <a:pt x="4029" y="3808"/>
                </a:lnTo>
                <a:lnTo>
                  <a:pt x="4028" y="3808"/>
                </a:lnTo>
                <a:lnTo>
                  <a:pt x="4028" y="3809"/>
                </a:lnTo>
                <a:lnTo>
                  <a:pt x="4029" y="3809"/>
                </a:lnTo>
                <a:lnTo>
                  <a:pt x="4029" y="3810"/>
                </a:lnTo>
                <a:lnTo>
                  <a:pt x="4028" y="3811"/>
                </a:lnTo>
                <a:lnTo>
                  <a:pt x="4027" y="3812"/>
                </a:lnTo>
                <a:lnTo>
                  <a:pt x="4027" y="3813"/>
                </a:lnTo>
                <a:lnTo>
                  <a:pt x="4027" y="3812"/>
                </a:lnTo>
                <a:lnTo>
                  <a:pt x="4026" y="3813"/>
                </a:lnTo>
                <a:lnTo>
                  <a:pt x="4026" y="3814"/>
                </a:lnTo>
                <a:lnTo>
                  <a:pt x="4026" y="3815"/>
                </a:lnTo>
                <a:lnTo>
                  <a:pt x="4027" y="3815"/>
                </a:lnTo>
                <a:lnTo>
                  <a:pt x="4028" y="3815"/>
                </a:lnTo>
                <a:lnTo>
                  <a:pt x="4028" y="3816"/>
                </a:lnTo>
                <a:lnTo>
                  <a:pt x="4025" y="3816"/>
                </a:lnTo>
                <a:lnTo>
                  <a:pt x="4024" y="3816"/>
                </a:lnTo>
                <a:lnTo>
                  <a:pt x="4023" y="3816"/>
                </a:lnTo>
                <a:lnTo>
                  <a:pt x="4022" y="3816"/>
                </a:lnTo>
                <a:lnTo>
                  <a:pt x="4021" y="3817"/>
                </a:lnTo>
                <a:lnTo>
                  <a:pt x="4020" y="3817"/>
                </a:lnTo>
                <a:lnTo>
                  <a:pt x="4019" y="3818"/>
                </a:lnTo>
                <a:lnTo>
                  <a:pt x="4018" y="3819"/>
                </a:lnTo>
                <a:lnTo>
                  <a:pt x="4017" y="3820"/>
                </a:lnTo>
                <a:lnTo>
                  <a:pt x="4017" y="3821"/>
                </a:lnTo>
                <a:lnTo>
                  <a:pt x="4016" y="3821"/>
                </a:lnTo>
                <a:lnTo>
                  <a:pt x="4016" y="3822"/>
                </a:lnTo>
                <a:lnTo>
                  <a:pt x="4016" y="3823"/>
                </a:lnTo>
                <a:lnTo>
                  <a:pt x="4016" y="3825"/>
                </a:lnTo>
                <a:lnTo>
                  <a:pt x="4017" y="3825"/>
                </a:lnTo>
                <a:lnTo>
                  <a:pt x="4016" y="3826"/>
                </a:lnTo>
                <a:lnTo>
                  <a:pt x="4015" y="3826"/>
                </a:lnTo>
                <a:lnTo>
                  <a:pt x="4014" y="3828"/>
                </a:lnTo>
                <a:lnTo>
                  <a:pt x="4013" y="3828"/>
                </a:lnTo>
                <a:lnTo>
                  <a:pt x="4013" y="3827"/>
                </a:lnTo>
                <a:lnTo>
                  <a:pt x="4013" y="3826"/>
                </a:lnTo>
                <a:lnTo>
                  <a:pt x="4012" y="3825"/>
                </a:lnTo>
                <a:lnTo>
                  <a:pt x="4011" y="3825"/>
                </a:lnTo>
                <a:lnTo>
                  <a:pt x="4010" y="3825"/>
                </a:lnTo>
                <a:lnTo>
                  <a:pt x="4010" y="3824"/>
                </a:lnTo>
                <a:lnTo>
                  <a:pt x="4010" y="3825"/>
                </a:lnTo>
                <a:lnTo>
                  <a:pt x="4011" y="3825"/>
                </a:lnTo>
                <a:lnTo>
                  <a:pt x="4011" y="3826"/>
                </a:lnTo>
                <a:lnTo>
                  <a:pt x="4012" y="3826"/>
                </a:lnTo>
                <a:lnTo>
                  <a:pt x="4012" y="3827"/>
                </a:lnTo>
                <a:lnTo>
                  <a:pt x="4012" y="3826"/>
                </a:lnTo>
                <a:lnTo>
                  <a:pt x="4011" y="3826"/>
                </a:lnTo>
                <a:lnTo>
                  <a:pt x="4009" y="3826"/>
                </a:lnTo>
                <a:lnTo>
                  <a:pt x="4008" y="3826"/>
                </a:lnTo>
                <a:lnTo>
                  <a:pt x="4007" y="3826"/>
                </a:lnTo>
                <a:lnTo>
                  <a:pt x="4006" y="3827"/>
                </a:lnTo>
                <a:lnTo>
                  <a:pt x="4005" y="3828"/>
                </a:lnTo>
                <a:lnTo>
                  <a:pt x="4004" y="3828"/>
                </a:lnTo>
                <a:lnTo>
                  <a:pt x="4003" y="3829"/>
                </a:lnTo>
                <a:lnTo>
                  <a:pt x="4002" y="3828"/>
                </a:lnTo>
                <a:lnTo>
                  <a:pt x="4003" y="3828"/>
                </a:lnTo>
                <a:lnTo>
                  <a:pt x="4004" y="3827"/>
                </a:lnTo>
                <a:lnTo>
                  <a:pt x="4003" y="3827"/>
                </a:lnTo>
                <a:lnTo>
                  <a:pt x="4002" y="3827"/>
                </a:lnTo>
                <a:lnTo>
                  <a:pt x="4001" y="3827"/>
                </a:lnTo>
                <a:lnTo>
                  <a:pt x="4000" y="3827"/>
                </a:lnTo>
                <a:lnTo>
                  <a:pt x="3999" y="3828"/>
                </a:lnTo>
                <a:lnTo>
                  <a:pt x="3998" y="3828"/>
                </a:lnTo>
                <a:lnTo>
                  <a:pt x="3997" y="3829"/>
                </a:lnTo>
                <a:lnTo>
                  <a:pt x="3996" y="3829"/>
                </a:lnTo>
                <a:lnTo>
                  <a:pt x="3996" y="3830"/>
                </a:lnTo>
                <a:lnTo>
                  <a:pt x="3996" y="3829"/>
                </a:lnTo>
                <a:lnTo>
                  <a:pt x="3996" y="3828"/>
                </a:lnTo>
                <a:lnTo>
                  <a:pt x="3995" y="3828"/>
                </a:lnTo>
                <a:lnTo>
                  <a:pt x="3994" y="3828"/>
                </a:lnTo>
                <a:lnTo>
                  <a:pt x="3994" y="3827"/>
                </a:lnTo>
                <a:lnTo>
                  <a:pt x="3995" y="3827"/>
                </a:lnTo>
                <a:lnTo>
                  <a:pt x="3997" y="3827"/>
                </a:lnTo>
                <a:lnTo>
                  <a:pt x="3996" y="3826"/>
                </a:lnTo>
                <a:lnTo>
                  <a:pt x="3995" y="3826"/>
                </a:lnTo>
                <a:lnTo>
                  <a:pt x="3995" y="3827"/>
                </a:lnTo>
                <a:lnTo>
                  <a:pt x="3995" y="3826"/>
                </a:lnTo>
                <a:lnTo>
                  <a:pt x="3994" y="3826"/>
                </a:lnTo>
                <a:lnTo>
                  <a:pt x="3994" y="3825"/>
                </a:lnTo>
                <a:lnTo>
                  <a:pt x="3994" y="3824"/>
                </a:lnTo>
                <a:lnTo>
                  <a:pt x="3993" y="3823"/>
                </a:lnTo>
                <a:lnTo>
                  <a:pt x="3993" y="3822"/>
                </a:lnTo>
                <a:lnTo>
                  <a:pt x="3993" y="3821"/>
                </a:lnTo>
                <a:lnTo>
                  <a:pt x="3993" y="3822"/>
                </a:lnTo>
                <a:lnTo>
                  <a:pt x="3992" y="3822"/>
                </a:lnTo>
                <a:lnTo>
                  <a:pt x="3992" y="3821"/>
                </a:lnTo>
                <a:lnTo>
                  <a:pt x="3992" y="3820"/>
                </a:lnTo>
                <a:lnTo>
                  <a:pt x="3991" y="3820"/>
                </a:lnTo>
                <a:lnTo>
                  <a:pt x="3992" y="3821"/>
                </a:lnTo>
                <a:lnTo>
                  <a:pt x="3991" y="3821"/>
                </a:lnTo>
                <a:lnTo>
                  <a:pt x="3992" y="3822"/>
                </a:lnTo>
                <a:lnTo>
                  <a:pt x="3992" y="3823"/>
                </a:lnTo>
                <a:lnTo>
                  <a:pt x="3993" y="3823"/>
                </a:lnTo>
                <a:lnTo>
                  <a:pt x="3993" y="3824"/>
                </a:lnTo>
                <a:lnTo>
                  <a:pt x="3992" y="3824"/>
                </a:lnTo>
                <a:lnTo>
                  <a:pt x="3992" y="3823"/>
                </a:lnTo>
                <a:lnTo>
                  <a:pt x="3992" y="3824"/>
                </a:lnTo>
                <a:lnTo>
                  <a:pt x="3992" y="3825"/>
                </a:lnTo>
                <a:lnTo>
                  <a:pt x="3992" y="3826"/>
                </a:lnTo>
                <a:lnTo>
                  <a:pt x="3993" y="3826"/>
                </a:lnTo>
                <a:lnTo>
                  <a:pt x="3992" y="3826"/>
                </a:lnTo>
                <a:lnTo>
                  <a:pt x="3992" y="3827"/>
                </a:lnTo>
                <a:lnTo>
                  <a:pt x="3991" y="3827"/>
                </a:lnTo>
                <a:lnTo>
                  <a:pt x="3990" y="3827"/>
                </a:lnTo>
                <a:lnTo>
                  <a:pt x="3990" y="3826"/>
                </a:lnTo>
                <a:lnTo>
                  <a:pt x="3989" y="3826"/>
                </a:lnTo>
                <a:lnTo>
                  <a:pt x="3988" y="3826"/>
                </a:lnTo>
                <a:lnTo>
                  <a:pt x="3987" y="3825"/>
                </a:lnTo>
                <a:lnTo>
                  <a:pt x="3986" y="3825"/>
                </a:lnTo>
                <a:lnTo>
                  <a:pt x="3986" y="3826"/>
                </a:lnTo>
                <a:lnTo>
                  <a:pt x="3985" y="3826"/>
                </a:lnTo>
                <a:lnTo>
                  <a:pt x="3986" y="3826"/>
                </a:lnTo>
                <a:lnTo>
                  <a:pt x="3987" y="3826"/>
                </a:lnTo>
                <a:lnTo>
                  <a:pt x="3987" y="3827"/>
                </a:lnTo>
                <a:lnTo>
                  <a:pt x="3988" y="3827"/>
                </a:lnTo>
                <a:lnTo>
                  <a:pt x="3989" y="3827"/>
                </a:lnTo>
                <a:lnTo>
                  <a:pt x="3990" y="3827"/>
                </a:lnTo>
                <a:lnTo>
                  <a:pt x="3989" y="3828"/>
                </a:lnTo>
                <a:lnTo>
                  <a:pt x="3987" y="3828"/>
                </a:lnTo>
                <a:lnTo>
                  <a:pt x="3986" y="3829"/>
                </a:lnTo>
                <a:lnTo>
                  <a:pt x="3985" y="3829"/>
                </a:lnTo>
                <a:lnTo>
                  <a:pt x="3985" y="3830"/>
                </a:lnTo>
                <a:lnTo>
                  <a:pt x="3984" y="3830"/>
                </a:lnTo>
                <a:lnTo>
                  <a:pt x="3983" y="3831"/>
                </a:lnTo>
                <a:lnTo>
                  <a:pt x="3983" y="3832"/>
                </a:lnTo>
                <a:lnTo>
                  <a:pt x="3982" y="3833"/>
                </a:lnTo>
                <a:lnTo>
                  <a:pt x="3981" y="3834"/>
                </a:lnTo>
                <a:lnTo>
                  <a:pt x="3980" y="3834"/>
                </a:lnTo>
                <a:lnTo>
                  <a:pt x="3979" y="3835"/>
                </a:lnTo>
                <a:lnTo>
                  <a:pt x="3979" y="3836"/>
                </a:lnTo>
                <a:lnTo>
                  <a:pt x="3978" y="3836"/>
                </a:lnTo>
                <a:lnTo>
                  <a:pt x="3978" y="3837"/>
                </a:lnTo>
                <a:lnTo>
                  <a:pt x="3977" y="3837"/>
                </a:lnTo>
                <a:lnTo>
                  <a:pt x="3976" y="3837"/>
                </a:lnTo>
                <a:lnTo>
                  <a:pt x="3975" y="3838"/>
                </a:lnTo>
                <a:lnTo>
                  <a:pt x="3975" y="3839"/>
                </a:lnTo>
                <a:lnTo>
                  <a:pt x="3974" y="3839"/>
                </a:lnTo>
                <a:lnTo>
                  <a:pt x="3973" y="3840"/>
                </a:lnTo>
                <a:lnTo>
                  <a:pt x="3973" y="3839"/>
                </a:lnTo>
                <a:lnTo>
                  <a:pt x="3973" y="3838"/>
                </a:lnTo>
                <a:lnTo>
                  <a:pt x="3973" y="3837"/>
                </a:lnTo>
                <a:lnTo>
                  <a:pt x="3972" y="3836"/>
                </a:lnTo>
                <a:lnTo>
                  <a:pt x="3973" y="3836"/>
                </a:lnTo>
                <a:lnTo>
                  <a:pt x="3973" y="3837"/>
                </a:lnTo>
                <a:lnTo>
                  <a:pt x="3974" y="3837"/>
                </a:lnTo>
                <a:lnTo>
                  <a:pt x="3975" y="3837"/>
                </a:lnTo>
                <a:lnTo>
                  <a:pt x="3975" y="3838"/>
                </a:lnTo>
                <a:lnTo>
                  <a:pt x="3976" y="3837"/>
                </a:lnTo>
                <a:lnTo>
                  <a:pt x="3976" y="3836"/>
                </a:lnTo>
                <a:lnTo>
                  <a:pt x="3975" y="3835"/>
                </a:lnTo>
                <a:lnTo>
                  <a:pt x="3975" y="3834"/>
                </a:lnTo>
                <a:lnTo>
                  <a:pt x="3976" y="3834"/>
                </a:lnTo>
                <a:lnTo>
                  <a:pt x="3976" y="3833"/>
                </a:lnTo>
                <a:lnTo>
                  <a:pt x="3977" y="3833"/>
                </a:lnTo>
                <a:lnTo>
                  <a:pt x="3977" y="3832"/>
                </a:lnTo>
                <a:lnTo>
                  <a:pt x="3976" y="3832"/>
                </a:lnTo>
                <a:lnTo>
                  <a:pt x="3976" y="3831"/>
                </a:lnTo>
                <a:lnTo>
                  <a:pt x="3975" y="3831"/>
                </a:lnTo>
                <a:lnTo>
                  <a:pt x="3975" y="3830"/>
                </a:lnTo>
                <a:lnTo>
                  <a:pt x="3974" y="3830"/>
                </a:lnTo>
                <a:lnTo>
                  <a:pt x="3974" y="3831"/>
                </a:lnTo>
                <a:lnTo>
                  <a:pt x="3973" y="3831"/>
                </a:lnTo>
                <a:lnTo>
                  <a:pt x="3972" y="3831"/>
                </a:lnTo>
                <a:lnTo>
                  <a:pt x="3972" y="3830"/>
                </a:lnTo>
                <a:lnTo>
                  <a:pt x="3971" y="3830"/>
                </a:lnTo>
                <a:lnTo>
                  <a:pt x="3970" y="3830"/>
                </a:lnTo>
                <a:lnTo>
                  <a:pt x="3970" y="3829"/>
                </a:lnTo>
                <a:lnTo>
                  <a:pt x="3969" y="3829"/>
                </a:lnTo>
                <a:lnTo>
                  <a:pt x="3968" y="3828"/>
                </a:lnTo>
                <a:lnTo>
                  <a:pt x="3967" y="3828"/>
                </a:lnTo>
                <a:lnTo>
                  <a:pt x="3967" y="3829"/>
                </a:lnTo>
                <a:lnTo>
                  <a:pt x="3966" y="3829"/>
                </a:lnTo>
                <a:lnTo>
                  <a:pt x="3966" y="3828"/>
                </a:lnTo>
                <a:lnTo>
                  <a:pt x="3965" y="3828"/>
                </a:lnTo>
                <a:lnTo>
                  <a:pt x="3966" y="3829"/>
                </a:lnTo>
                <a:lnTo>
                  <a:pt x="3966" y="3830"/>
                </a:lnTo>
                <a:lnTo>
                  <a:pt x="3965" y="3830"/>
                </a:lnTo>
                <a:lnTo>
                  <a:pt x="3966" y="3830"/>
                </a:lnTo>
                <a:lnTo>
                  <a:pt x="3969" y="3830"/>
                </a:lnTo>
                <a:lnTo>
                  <a:pt x="3970" y="3831"/>
                </a:lnTo>
                <a:lnTo>
                  <a:pt x="3971" y="3831"/>
                </a:lnTo>
                <a:lnTo>
                  <a:pt x="3971" y="3832"/>
                </a:lnTo>
                <a:lnTo>
                  <a:pt x="3970" y="3832"/>
                </a:lnTo>
                <a:lnTo>
                  <a:pt x="3969" y="3832"/>
                </a:lnTo>
                <a:lnTo>
                  <a:pt x="3968" y="3832"/>
                </a:lnTo>
                <a:lnTo>
                  <a:pt x="3967" y="3832"/>
                </a:lnTo>
                <a:lnTo>
                  <a:pt x="3966" y="3832"/>
                </a:lnTo>
                <a:lnTo>
                  <a:pt x="3965" y="3833"/>
                </a:lnTo>
                <a:lnTo>
                  <a:pt x="3964" y="3833"/>
                </a:lnTo>
                <a:lnTo>
                  <a:pt x="3963" y="3834"/>
                </a:lnTo>
                <a:lnTo>
                  <a:pt x="3962" y="3834"/>
                </a:lnTo>
                <a:lnTo>
                  <a:pt x="3961" y="3834"/>
                </a:lnTo>
                <a:lnTo>
                  <a:pt x="3960" y="3834"/>
                </a:lnTo>
                <a:lnTo>
                  <a:pt x="3959" y="3834"/>
                </a:lnTo>
                <a:lnTo>
                  <a:pt x="3958" y="3834"/>
                </a:lnTo>
                <a:lnTo>
                  <a:pt x="3956" y="3835"/>
                </a:lnTo>
                <a:lnTo>
                  <a:pt x="3956" y="3834"/>
                </a:lnTo>
                <a:lnTo>
                  <a:pt x="3955" y="3833"/>
                </a:lnTo>
                <a:lnTo>
                  <a:pt x="3955" y="3832"/>
                </a:lnTo>
                <a:lnTo>
                  <a:pt x="3956" y="3832"/>
                </a:lnTo>
                <a:lnTo>
                  <a:pt x="3955" y="3832"/>
                </a:lnTo>
                <a:lnTo>
                  <a:pt x="3954" y="3832"/>
                </a:lnTo>
                <a:lnTo>
                  <a:pt x="3954" y="3831"/>
                </a:lnTo>
                <a:lnTo>
                  <a:pt x="3953" y="3831"/>
                </a:lnTo>
                <a:lnTo>
                  <a:pt x="3954" y="3831"/>
                </a:lnTo>
                <a:lnTo>
                  <a:pt x="3954" y="3830"/>
                </a:lnTo>
                <a:lnTo>
                  <a:pt x="3954" y="3829"/>
                </a:lnTo>
                <a:lnTo>
                  <a:pt x="3954" y="3828"/>
                </a:lnTo>
                <a:lnTo>
                  <a:pt x="3953" y="3828"/>
                </a:lnTo>
                <a:lnTo>
                  <a:pt x="3952" y="3828"/>
                </a:lnTo>
                <a:lnTo>
                  <a:pt x="3951" y="3828"/>
                </a:lnTo>
                <a:lnTo>
                  <a:pt x="3950" y="3828"/>
                </a:lnTo>
                <a:lnTo>
                  <a:pt x="3949" y="3828"/>
                </a:lnTo>
                <a:lnTo>
                  <a:pt x="3949" y="3827"/>
                </a:lnTo>
                <a:lnTo>
                  <a:pt x="3949" y="3826"/>
                </a:lnTo>
                <a:lnTo>
                  <a:pt x="3949" y="3825"/>
                </a:lnTo>
                <a:lnTo>
                  <a:pt x="3949" y="3826"/>
                </a:lnTo>
                <a:lnTo>
                  <a:pt x="3949" y="3827"/>
                </a:lnTo>
                <a:lnTo>
                  <a:pt x="3948" y="3828"/>
                </a:lnTo>
                <a:lnTo>
                  <a:pt x="3947" y="3828"/>
                </a:lnTo>
                <a:lnTo>
                  <a:pt x="3948" y="3828"/>
                </a:lnTo>
                <a:lnTo>
                  <a:pt x="3947" y="3829"/>
                </a:lnTo>
                <a:lnTo>
                  <a:pt x="3946" y="3830"/>
                </a:lnTo>
                <a:lnTo>
                  <a:pt x="3946" y="3831"/>
                </a:lnTo>
                <a:lnTo>
                  <a:pt x="3946" y="3832"/>
                </a:lnTo>
                <a:lnTo>
                  <a:pt x="3947" y="3831"/>
                </a:lnTo>
                <a:lnTo>
                  <a:pt x="3948" y="3832"/>
                </a:lnTo>
                <a:lnTo>
                  <a:pt x="3947" y="3832"/>
                </a:lnTo>
                <a:lnTo>
                  <a:pt x="3947" y="3833"/>
                </a:lnTo>
                <a:lnTo>
                  <a:pt x="3948" y="3833"/>
                </a:lnTo>
                <a:lnTo>
                  <a:pt x="3948" y="3832"/>
                </a:lnTo>
                <a:lnTo>
                  <a:pt x="3949" y="3832"/>
                </a:lnTo>
                <a:lnTo>
                  <a:pt x="3950" y="3832"/>
                </a:lnTo>
                <a:lnTo>
                  <a:pt x="3950" y="3833"/>
                </a:lnTo>
                <a:lnTo>
                  <a:pt x="3951" y="3832"/>
                </a:lnTo>
                <a:lnTo>
                  <a:pt x="3952" y="3831"/>
                </a:lnTo>
                <a:lnTo>
                  <a:pt x="3952" y="3832"/>
                </a:lnTo>
                <a:lnTo>
                  <a:pt x="3953" y="3832"/>
                </a:lnTo>
                <a:lnTo>
                  <a:pt x="3954" y="3833"/>
                </a:lnTo>
                <a:lnTo>
                  <a:pt x="3955" y="3834"/>
                </a:lnTo>
                <a:lnTo>
                  <a:pt x="3954" y="3834"/>
                </a:lnTo>
                <a:lnTo>
                  <a:pt x="3953" y="3834"/>
                </a:lnTo>
                <a:lnTo>
                  <a:pt x="3952" y="3835"/>
                </a:lnTo>
                <a:lnTo>
                  <a:pt x="3950" y="3835"/>
                </a:lnTo>
                <a:lnTo>
                  <a:pt x="3949" y="3835"/>
                </a:lnTo>
                <a:lnTo>
                  <a:pt x="3949" y="3836"/>
                </a:lnTo>
                <a:lnTo>
                  <a:pt x="3948" y="3836"/>
                </a:lnTo>
                <a:lnTo>
                  <a:pt x="3946" y="3837"/>
                </a:lnTo>
                <a:lnTo>
                  <a:pt x="3946" y="3838"/>
                </a:lnTo>
                <a:lnTo>
                  <a:pt x="3945" y="3839"/>
                </a:lnTo>
                <a:lnTo>
                  <a:pt x="3945" y="3838"/>
                </a:lnTo>
                <a:lnTo>
                  <a:pt x="3944" y="3838"/>
                </a:lnTo>
                <a:lnTo>
                  <a:pt x="3943" y="3839"/>
                </a:lnTo>
                <a:lnTo>
                  <a:pt x="3942" y="3839"/>
                </a:lnTo>
                <a:lnTo>
                  <a:pt x="3942" y="3840"/>
                </a:lnTo>
                <a:lnTo>
                  <a:pt x="3941" y="3840"/>
                </a:lnTo>
                <a:lnTo>
                  <a:pt x="3940" y="3840"/>
                </a:lnTo>
                <a:lnTo>
                  <a:pt x="3940" y="3839"/>
                </a:lnTo>
                <a:lnTo>
                  <a:pt x="3940" y="3840"/>
                </a:lnTo>
                <a:lnTo>
                  <a:pt x="3940" y="3839"/>
                </a:lnTo>
                <a:lnTo>
                  <a:pt x="3939" y="3839"/>
                </a:lnTo>
                <a:lnTo>
                  <a:pt x="3939" y="3840"/>
                </a:lnTo>
                <a:lnTo>
                  <a:pt x="3938" y="3840"/>
                </a:lnTo>
                <a:lnTo>
                  <a:pt x="3937" y="3840"/>
                </a:lnTo>
                <a:lnTo>
                  <a:pt x="3937" y="3841"/>
                </a:lnTo>
                <a:lnTo>
                  <a:pt x="3936" y="3841"/>
                </a:lnTo>
                <a:lnTo>
                  <a:pt x="3936" y="3842"/>
                </a:lnTo>
                <a:lnTo>
                  <a:pt x="3935" y="3843"/>
                </a:lnTo>
                <a:lnTo>
                  <a:pt x="3934" y="3843"/>
                </a:lnTo>
                <a:lnTo>
                  <a:pt x="3933" y="3844"/>
                </a:lnTo>
                <a:lnTo>
                  <a:pt x="3933" y="3843"/>
                </a:lnTo>
                <a:lnTo>
                  <a:pt x="3932" y="3843"/>
                </a:lnTo>
                <a:lnTo>
                  <a:pt x="3932" y="3844"/>
                </a:lnTo>
                <a:lnTo>
                  <a:pt x="3931" y="3844"/>
                </a:lnTo>
                <a:lnTo>
                  <a:pt x="3931" y="3843"/>
                </a:lnTo>
                <a:lnTo>
                  <a:pt x="3930" y="3843"/>
                </a:lnTo>
                <a:lnTo>
                  <a:pt x="3929" y="3843"/>
                </a:lnTo>
                <a:lnTo>
                  <a:pt x="3928" y="3843"/>
                </a:lnTo>
                <a:lnTo>
                  <a:pt x="3927" y="3842"/>
                </a:lnTo>
                <a:lnTo>
                  <a:pt x="3926" y="3842"/>
                </a:lnTo>
                <a:lnTo>
                  <a:pt x="3925" y="3842"/>
                </a:lnTo>
                <a:lnTo>
                  <a:pt x="3925" y="3841"/>
                </a:lnTo>
                <a:lnTo>
                  <a:pt x="3923" y="3842"/>
                </a:lnTo>
                <a:lnTo>
                  <a:pt x="3922" y="3842"/>
                </a:lnTo>
                <a:lnTo>
                  <a:pt x="3921" y="3843"/>
                </a:lnTo>
                <a:lnTo>
                  <a:pt x="3920" y="3843"/>
                </a:lnTo>
                <a:lnTo>
                  <a:pt x="3920" y="3844"/>
                </a:lnTo>
                <a:lnTo>
                  <a:pt x="3919" y="3844"/>
                </a:lnTo>
                <a:lnTo>
                  <a:pt x="3919" y="3845"/>
                </a:lnTo>
                <a:lnTo>
                  <a:pt x="3918" y="3845"/>
                </a:lnTo>
                <a:lnTo>
                  <a:pt x="3917" y="3846"/>
                </a:lnTo>
                <a:lnTo>
                  <a:pt x="3916" y="3847"/>
                </a:lnTo>
                <a:lnTo>
                  <a:pt x="3915" y="3848"/>
                </a:lnTo>
                <a:lnTo>
                  <a:pt x="3915" y="3849"/>
                </a:lnTo>
                <a:lnTo>
                  <a:pt x="3914" y="3849"/>
                </a:lnTo>
                <a:lnTo>
                  <a:pt x="3914" y="3850"/>
                </a:lnTo>
                <a:lnTo>
                  <a:pt x="3913" y="3851"/>
                </a:lnTo>
                <a:lnTo>
                  <a:pt x="3913" y="3852"/>
                </a:lnTo>
                <a:lnTo>
                  <a:pt x="3912" y="3853"/>
                </a:lnTo>
                <a:lnTo>
                  <a:pt x="3912" y="3854"/>
                </a:lnTo>
                <a:lnTo>
                  <a:pt x="3911" y="3855"/>
                </a:lnTo>
                <a:lnTo>
                  <a:pt x="3911" y="3856"/>
                </a:lnTo>
                <a:lnTo>
                  <a:pt x="3910" y="3857"/>
                </a:lnTo>
                <a:lnTo>
                  <a:pt x="3910" y="3858"/>
                </a:lnTo>
                <a:lnTo>
                  <a:pt x="3909" y="3859"/>
                </a:lnTo>
                <a:lnTo>
                  <a:pt x="3909" y="3860"/>
                </a:lnTo>
                <a:lnTo>
                  <a:pt x="3908" y="3861"/>
                </a:lnTo>
                <a:lnTo>
                  <a:pt x="3908" y="3862"/>
                </a:lnTo>
                <a:lnTo>
                  <a:pt x="3907" y="3862"/>
                </a:lnTo>
                <a:lnTo>
                  <a:pt x="3907" y="3863"/>
                </a:lnTo>
                <a:lnTo>
                  <a:pt x="3906" y="3863"/>
                </a:lnTo>
                <a:lnTo>
                  <a:pt x="3905" y="3863"/>
                </a:lnTo>
                <a:lnTo>
                  <a:pt x="3904" y="3862"/>
                </a:lnTo>
                <a:lnTo>
                  <a:pt x="3905" y="3862"/>
                </a:lnTo>
                <a:lnTo>
                  <a:pt x="3904" y="3862"/>
                </a:lnTo>
                <a:lnTo>
                  <a:pt x="3904" y="3863"/>
                </a:lnTo>
                <a:lnTo>
                  <a:pt x="3902" y="3863"/>
                </a:lnTo>
                <a:lnTo>
                  <a:pt x="3901" y="3863"/>
                </a:lnTo>
                <a:lnTo>
                  <a:pt x="3900" y="3863"/>
                </a:lnTo>
                <a:lnTo>
                  <a:pt x="3899" y="3863"/>
                </a:lnTo>
                <a:lnTo>
                  <a:pt x="3898" y="3863"/>
                </a:lnTo>
                <a:lnTo>
                  <a:pt x="3898" y="3864"/>
                </a:lnTo>
                <a:lnTo>
                  <a:pt x="3897" y="3864"/>
                </a:lnTo>
                <a:lnTo>
                  <a:pt x="3897" y="3865"/>
                </a:lnTo>
                <a:lnTo>
                  <a:pt x="3896" y="3865"/>
                </a:lnTo>
                <a:lnTo>
                  <a:pt x="3896" y="3864"/>
                </a:lnTo>
                <a:lnTo>
                  <a:pt x="3895" y="3864"/>
                </a:lnTo>
                <a:lnTo>
                  <a:pt x="3894" y="3864"/>
                </a:lnTo>
                <a:lnTo>
                  <a:pt x="3894" y="3863"/>
                </a:lnTo>
                <a:lnTo>
                  <a:pt x="3893" y="3863"/>
                </a:lnTo>
                <a:lnTo>
                  <a:pt x="3892" y="3863"/>
                </a:lnTo>
                <a:lnTo>
                  <a:pt x="3891" y="3863"/>
                </a:lnTo>
                <a:lnTo>
                  <a:pt x="3891" y="3864"/>
                </a:lnTo>
                <a:lnTo>
                  <a:pt x="3890" y="3864"/>
                </a:lnTo>
                <a:lnTo>
                  <a:pt x="3889" y="3864"/>
                </a:lnTo>
                <a:lnTo>
                  <a:pt x="3889" y="3865"/>
                </a:lnTo>
                <a:lnTo>
                  <a:pt x="3889" y="3866"/>
                </a:lnTo>
                <a:lnTo>
                  <a:pt x="3888" y="3866"/>
                </a:lnTo>
                <a:lnTo>
                  <a:pt x="3888" y="3867"/>
                </a:lnTo>
                <a:lnTo>
                  <a:pt x="3887" y="3867"/>
                </a:lnTo>
                <a:lnTo>
                  <a:pt x="3886" y="3867"/>
                </a:lnTo>
                <a:lnTo>
                  <a:pt x="3886" y="3866"/>
                </a:lnTo>
                <a:lnTo>
                  <a:pt x="3886" y="3865"/>
                </a:lnTo>
                <a:lnTo>
                  <a:pt x="3887" y="3863"/>
                </a:lnTo>
                <a:lnTo>
                  <a:pt x="3887" y="3862"/>
                </a:lnTo>
                <a:lnTo>
                  <a:pt x="3888" y="3862"/>
                </a:lnTo>
                <a:lnTo>
                  <a:pt x="3888" y="3861"/>
                </a:lnTo>
                <a:lnTo>
                  <a:pt x="3888" y="3860"/>
                </a:lnTo>
                <a:lnTo>
                  <a:pt x="3887" y="3860"/>
                </a:lnTo>
                <a:lnTo>
                  <a:pt x="3886" y="3861"/>
                </a:lnTo>
                <a:lnTo>
                  <a:pt x="3886" y="3860"/>
                </a:lnTo>
                <a:lnTo>
                  <a:pt x="3886" y="3859"/>
                </a:lnTo>
                <a:lnTo>
                  <a:pt x="3886" y="3858"/>
                </a:lnTo>
                <a:lnTo>
                  <a:pt x="3885" y="3858"/>
                </a:lnTo>
                <a:lnTo>
                  <a:pt x="3886" y="3857"/>
                </a:lnTo>
                <a:lnTo>
                  <a:pt x="3886" y="3856"/>
                </a:lnTo>
                <a:lnTo>
                  <a:pt x="3886" y="3855"/>
                </a:lnTo>
                <a:lnTo>
                  <a:pt x="3887" y="3855"/>
                </a:lnTo>
                <a:lnTo>
                  <a:pt x="3887" y="3854"/>
                </a:lnTo>
                <a:lnTo>
                  <a:pt x="3888" y="3854"/>
                </a:lnTo>
                <a:lnTo>
                  <a:pt x="3888" y="3853"/>
                </a:lnTo>
                <a:lnTo>
                  <a:pt x="3887" y="3853"/>
                </a:lnTo>
                <a:lnTo>
                  <a:pt x="3886" y="3853"/>
                </a:lnTo>
                <a:lnTo>
                  <a:pt x="3886" y="3852"/>
                </a:lnTo>
                <a:lnTo>
                  <a:pt x="3885" y="3852"/>
                </a:lnTo>
                <a:lnTo>
                  <a:pt x="3885" y="3851"/>
                </a:lnTo>
                <a:lnTo>
                  <a:pt x="3885" y="3850"/>
                </a:lnTo>
                <a:lnTo>
                  <a:pt x="3886" y="3850"/>
                </a:lnTo>
                <a:lnTo>
                  <a:pt x="3886" y="3849"/>
                </a:lnTo>
                <a:lnTo>
                  <a:pt x="3885" y="3848"/>
                </a:lnTo>
                <a:lnTo>
                  <a:pt x="3885" y="3847"/>
                </a:lnTo>
                <a:lnTo>
                  <a:pt x="3886" y="3846"/>
                </a:lnTo>
                <a:lnTo>
                  <a:pt x="3886" y="3844"/>
                </a:lnTo>
                <a:lnTo>
                  <a:pt x="3886" y="3843"/>
                </a:lnTo>
                <a:lnTo>
                  <a:pt x="3886" y="3844"/>
                </a:lnTo>
                <a:lnTo>
                  <a:pt x="3886" y="3845"/>
                </a:lnTo>
                <a:lnTo>
                  <a:pt x="3885" y="3846"/>
                </a:lnTo>
                <a:lnTo>
                  <a:pt x="3884" y="3845"/>
                </a:lnTo>
                <a:lnTo>
                  <a:pt x="3883" y="3844"/>
                </a:lnTo>
                <a:lnTo>
                  <a:pt x="3882" y="3844"/>
                </a:lnTo>
                <a:lnTo>
                  <a:pt x="3882" y="3843"/>
                </a:lnTo>
                <a:lnTo>
                  <a:pt x="3882" y="3842"/>
                </a:lnTo>
                <a:lnTo>
                  <a:pt x="3881" y="3842"/>
                </a:lnTo>
                <a:lnTo>
                  <a:pt x="3881" y="3841"/>
                </a:lnTo>
                <a:lnTo>
                  <a:pt x="3881" y="3840"/>
                </a:lnTo>
                <a:lnTo>
                  <a:pt x="3881" y="3841"/>
                </a:lnTo>
                <a:lnTo>
                  <a:pt x="3880" y="3840"/>
                </a:lnTo>
                <a:lnTo>
                  <a:pt x="3880" y="3841"/>
                </a:lnTo>
                <a:lnTo>
                  <a:pt x="3881" y="3842"/>
                </a:lnTo>
                <a:lnTo>
                  <a:pt x="3881" y="3843"/>
                </a:lnTo>
                <a:lnTo>
                  <a:pt x="3881" y="3844"/>
                </a:lnTo>
                <a:lnTo>
                  <a:pt x="3882" y="3845"/>
                </a:lnTo>
                <a:lnTo>
                  <a:pt x="3883" y="3845"/>
                </a:lnTo>
                <a:lnTo>
                  <a:pt x="3883" y="3846"/>
                </a:lnTo>
                <a:lnTo>
                  <a:pt x="3882" y="3846"/>
                </a:lnTo>
                <a:lnTo>
                  <a:pt x="3883" y="3847"/>
                </a:lnTo>
                <a:lnTo>
                  <a:pt x="3883" y="3848"/>
                </a:lnTo>
                <a:lnTo>
                  <a:pt x="3883" y="3849"/>
                </a:lnTo>
                <a:lnTo>
                  <a:pt x="3884" y="3850"/>
                </a:lnTo>
                <a:lnTo>
                  <a:pt x="3883" y="3850"/>
                </a:lnTo>
                <a:lnTo>
                  <a:pt x="3882" y="3851"/>
                </a:lnTo>
                <a:lnTo>
                  <a:pt x="3882" y="3852"/>
                </a:lnTo>
                <a:lnTo>
                  <a:pt x="3883" y="3853"/>
                </a:lnTo>
                <a:lnTo>
                  <a:pt x="3883" y="3852"/>
                </a:lnTo>
                <a:lnTo>
                  <a:pt x="3882" y="3852"/>
                </a:lnTo>
                <a:lnTo>
                  <a:pt x="3883" y="3851"/>
                </a:lnTo>
                <a:lnTo>
                  <a:pt x="3884" y="3851"/>
                </a:lnTo>
                <a:lnTo>
                  <a:pt x="3884" y="3852"/>
                </a:lnTo>
                <a:lnTo>
                  <a:pt x="3884" y="3853"/>
                </a:lnTo>
                <a:lnTo>
                  <a:pt x="3884" y="3854"/>
                </a:lnTo>
                <a:lnTo>
                  <a:pt x="3884" y="3855"/>
                </a:lnTo>
                <a:lnTo>
                  <a:pt x="3884" y="3856"/>
                </a:lnTo>
                <a:lnTo>
                  <a:pt x="3883" y="3856"/>
                </a:lnTo>
                <a:lnTo>
                  <a:pt x="3883" y="3857"/>
                </a:lnTo>
                <a:lnTo>
                  <a:pt x="3882" y="3857"/>
                </a:lnTo>
                <a:lnTo>
                  <a:pt x="3882" y="3856"/>
                </a:lnTo>
                <a:lnTo>
                  <a:pt x="3882" y="3857"/>
                </a:lnTo>
                <a:lnTo>
                  <a:pt x="3882" y="3858"/>
                </a:lnTo>
                <a:lnTo>
                  <a:pt x="3882" y="3859"/>
                </a:lnTo>
                <a:lnTo>
                  <a:pt x="3883" y="3859"/>
                </a:lnTo>
                <a:lnTo>
                  <a:pt x="3882" y="3858"/>
                </a:lnTo>
                <a:lnTo>
                  <a:pt x="3883" y="3858"/>
                </a:lnTo>
                <a:lnTo>
                  <a:pt x="3883" y="3859"/>
                </a:lnTo>
                <a:lnTo>
                  <a:pt x="3884" y="3859"/>
                </a:lnTo>
                <a:lnTo>
                  <a:pt x="3884" y="3860"/>
                </a:lnTo>
                <a:lnTo>
                  <a:pt x="3883" y="3860"/>
                </a:lnTo>
                <a:lnTo>
                  <a:pt x="3884" y="3860"/>
                </a:lnTo>
                <a:lnTo>
                  <a:pt x="3884" y="3861"/>
                </a:lnTo>
                <a:lnTo>
                  <a:pt x="3884" y="3860"/>
                </a:lnTo>
                <a:lnTo>
                  <a:pt x="3885" y="3861"/>
                </a:lnTo>
                <a:lnTo>
                  <a:pt x="3885" y="3863"/>
                </a:lnTo>
                <a:lnTo>
                  <a:pt x="3885" y="3864"/>
                </a:lnTo>
                <a:lnTo>
                  <a:pt x="3884" y="3865"/>
                </a:lnTo>
                <a:lnTo>
                  <a:pt x="3884" y="3866"/>
                </a:lnTo>
                <a:lnTo>
                  <a:pt x="3884" y="3867"/>
                </a:lnTo>
                <a:lnTo>
                  <a:pt x="3884" y="3868"/>
                </a:lnTo>
                <a:lnTo>
                  <a:pt x="3883" y="3868"/>
                </a:lnTo>
                <a:lnTo>
                  <a:pt x="3883" y="3869"/>
                </a:lnTo>
                <a:lnTo>
                  <a:pt x="3883" y="3870"/>
                </a:lnTo>
                <a:lnTo>
                  <a:pt x="3883" y="3871"/>
                </a:lnTo>
                <a:lnTo>
                  <a:pt x="3883" y="3872"/>
                </a:lnTo>
                <a:lnTo>
                  <a:pt x="3883" y="3873"/>
                </a:lnTo>
                <a:lnTo>
                  <a:pt x="3882" y="3873"/>
                </a:lnTo>
                <a:lnTo>
                  <a:pt x="3882" y="3874"/>
                </a:lnTo>
                <a:lnTo>
                  <a:pt x="3881" y="3874"/>
                </a:lnTo>
                <a:lnTo>
                  <a:pt x="3880" y="3873"/>
                </a:lnTo>
                <a:lnTo>
                  <a:pt x="3880" y="3872"/>
                </a:lnTo>
                <a:lnTo>
                  <a:pt x="3880" y="3873"/>
                </a:lnTo>
                <a:lnTo>
                  <a:pt x="3879" y="3874"/>
                </a:lnTo>
                <a:lnTo>
                  <a:pt x="3878" y="3874"/>
                </a:lnTo>
                <a:lnTo>
                  <a:pt x="3878" y="3875"/>
                </a:lnTo>
                <a:lnTo>
                  <a:pt x="3878" y="3876"/>
                </a:lnTo>
                <a:lnTo>
                  <a:pt x="3877" y="3876"/>
                </a:lnTo>
                <a:lnTo>
                  <a:pt x="3876" y="3877"/>
                </a:lnTo>
                <a:lnTo>
                  <a:pt x="3875" y="3877"/>
                </a:lnTo>
                <a:lnTo>
                  <a:pt x="3875" y="3876"/>
                </a:lnTo>
                <a:lnTo>
                  <a:pt x="3874" y="3876"/>
                </a:lnTo>
                <a:lnTo>
                  <a:pt x="3873" y="3876"/>
                </a:lnTo>
                <a:lnTo>
                  <a:pt x="3873" y="3877"/>
                </a:lnTo>
                <a:lnTo>
                  <a:pt x="3872" y="3878"/>
                </a:lnTo>
                <a:lnTo>
                  <a:pt x="3872" y="3877"/>
                </a:lnTo>
                <a:lnTo>
                  <a:pt x="3871" y="3878"/>
                </a:lnTo>
                <a:lnTo>
                  <a:pt x="3870" y="3878"/>
                </a:lnTo>
                <a:lnTo>
                  <a:pt x="3869" y="3879"/>
                </a:lnTo>
                <a:lnTo>
                  <a:pt x="3868" y="3879"/>
                </a:lnTo>
                <a:lnTo>
                  <a:pt x="3868" y="3878"/>
                </a:lnTo>
                <a:lnTo>
                  <a:pt x="3867" y="3878"/>
                </a:lnTo>
                <a:lnTo>
                  <a:pt x="3866" y="3878"/>
                </a:lnTo>
                <a:lnTo>
                  <a:pt x="3866" y="3879"/>
                </a:lnTo>
                <a:lnTo>
                  <a:pt x="3867" y="3879"/>
                </a:lnTo>
                <a:lnTo>
                  <a:pt x="3867" y="3880"/>
                </a:lnTo>
                <a:lnTo>
                  <a:pt x="3866" y="3881"/>
                </a:lnTo>
                <a:lnTo>
                  <a:pt x="3866" y="3882"/>
                </a:lnTo>
                <a:lnTo>
                  <a:pt x="3866" y="3883"/>
                </a:lnTo>
                <a:lnTo>
                  <a:pt x="3865" y="3884"/>
                </a:lnTo>
                <a:lnTo>
                  <a:pt x="3865" y="3885"/>
                </a:lnTo>
                <a:lnTo>
                  <a:pt x="3864" y="3885"/>
                </a:lnTo>
                <a:lnTo>
                  <a:pt x="3864" y="3886"/>
                </a:lnTo>
                <a:lnTo>
                  <a:pt x="3864" y="3885"/>
                </a:lnTo>
                <a:lnTo>
                  <a:pt x="3864" y="3884"/>
                </a:lnTo>
                <a:lnTo>
                  <a:pt x="3864" y="3883"/>
                </a:lnTo>
                <a:lnTo>
                  <a:pt x="3863" y="3883"/>
                </a:lnTo>
                <a:lnTo>
                  <a:pt x="3863" y="3882"/>
                </a:lnTo>
                <a:lnTo>
                  <a:pt x="3863" y="3881"/>
                </a:lnTo>
                <a:lnTo>
                  <a:pt x="3863" y="3880"/>
                </a:lnTo>
                <a:lnTo>
                  <a:pt x="3864" y="3879"/>
                </a:lnTo>
                <a:lnTo>
                  <a:pt x="3864" y="3878"/>
                </a:lnTo>
                <a:lnTo>
                  <a:pt x="3864" y="3877"/>
                </a:lnTo>
                <a:lnTo>
                  <a:pt x="3864" y="3876"/>
                </a:lnTo>
                <a:lnTo>
                  <a:pt x="3863" y="3876"/>
                </a:lnTo>
                <a:lnTo>
                  <a:pt x="3863" y="3877"/>
                </a:lnTo>
                <a:lnTo>
                  <a:pt x="3863" y="3876"/>
                </a:lnTo>
                <a:lnTo>
                  <a:pt x="3862" y="3877"/>
                </a:lnTo>
                <a:lnTo>
                  <a:pt x="3862" y="3878"/>
                </a:lnTo>
                <a:lnTo>
                  <a:pt x="3863" y="3879"/>
                </a:lnTo>
                <a:lnTo>
                  <a:pt x="3863" y="3880"/>
                </a:lnTo>
                <a:lnTo>
                  <a:pt x="3863" y="3881"/>
                </a:lnTo>
                <a:lnTo>
                  <a:pt x="3862" y="3882"/>
                </a:lnTo>
                <a:lnTo>
                  <a:pt x="3861" y="3882"/>
                </a:lnTo>
                <a:lnTo>
                  <a:pt x="3860" y="3882"/>
                </a:lnTo>
                <a:lnTo>
                  <a:pt x="3861" y="3882"/>
                </a:lnTo>
                <a:lnTo>
                  <a:pt x="3862" y="3882"/>
                </a:lnTo>
                <a:lnTo>
                  <a:pt x="3862" y="3883"/>
                </a:lnTo>
                <a:lnTo>
                  <a:pt x="3861" y="3883"/>
                </a:lnTo>
                <a:lnTo>
                  <a:pt x="3862" y="3884"/>
                </a:lnTo>
                <a:lnTo>
                  <a:pt x="3861" y="3884"/>
                </a:lnTo>
                <a:lnTo>
                  <a:pt x="3861" y="3885"/>
                </a:lnTo>
                <a:lnTo>
                  <a:pt x="3861" y="3884"/>
                </a:lnTo>
                <a:lnTo>
                  <a:pt x="3861" y="3885"/>
                </a:lnTo>
                <a:lnTo>
                  <a:pt x="3860" y="3886"/>
                </a:lnTo>
                <a:lnTo>
                  <a:pt x="3860" y="3887"/>
                </a:lnTo>
                <a:lnTo>
                  <a:pt x="3859" y="3888"/>
                </a:lnTo>
                <a:lnTo>
                  <a:pt x="3859" y="3889"/>
                </a:lnTo>
                <a:lnTo>
                  <a:pt x="3859" y="3890"/>
                </a:lnTo>
                <a:lnTo>
                  <a:pt x="3860" y="3890"/>
                </a:lnTo>
                <a:lnTo>
                  <a:pt x="3859" y="3890"/>
                </a:lnTo>
                <a:lnTo>
                  <a:pt x="3859" y="3891"/>
                </a:lnTo>
                <a:lnTo>
                  <a:pt x="3858" y="3891"/>
                </a:lnTo>
                <a:lnTo>
                  <a:pt x="3858" y="3892"/>
                </a:lnTo>
                <a:lnTo>
                  <a:pt x="3858" y="3891"/>
                </a:lnTo>
                <a:lnTo>
                  <a:pt x="3857" y="3891"/>
                </a:lnTo>
                <a:lnTo>
                  <a:pt x="3857" y="3892"/>
                </a:lnTo>
                <a:lnTo>
                  <a:pt x="3858" y="3892"/>
                </a:lnTo>
                <a:lnTo>
                  <a:pt x="3858" y="3893"/>
                </a:lnTo>
                <a:lnTo>
                  <a:pt x="3858" y="3894"/>
                </a:lnTo>
                <a:lnTo>
                  <a:pt x="3858" y="3895"/>
                </a:lnTo>
                <a:lnTo>
                  <a:pt x="3858" y="3896"/>
                </a:lnTo>
                <a:lnTo>
                  <a:pt x="3858" y="3897"/>
                </a:lnTo>
                <a:lnTo>
                  <a:pt x="3858" y="3898"/>
                </a:lnTo>
                <a:lnTo>
                  <a:pt x="3858" y="3899"/>
                </a:lnTo>
                <a:lnTo>
                  <a:pt x="3858" y="3900"/>
                </a:lnTo>
                <a:lnTo>
                  <a:pt x="3858" y="3901"/>
                </a:lnTo>
                <a:lnTo>
                  <a:pt x="3859" y="3902"/>
                </a:lnTo>
                <a:lnTo>
                  <a:pt x="3859" y="3903"/>
                </a:lnTo>
                <a:lnTo>
                  <a:pt x="3860" y="3904"/>
                </a:lnTo>
                <a:lnTo>
                  <a:pt x="3860" y="3905"/>
                </a:lnTo>
                <a:lnTo>
                  <a:pt x="3861" y="3906"/>
                </a:lnTo>
                <a:lnTo>
                  <a:pt x="3861" y="3907"/>
                </a:lnTo>
                <a:lnTo>
                  <a:pt x="3860" y="3907"/>
                </a:lnTo>
                <a:lnTo>
                  <a:pt x="3860" y="3908"/>
                </a:lnTo>
                <a:lnTo>
                  <a:pt x="3859" y="3909"/>
                </a:lnTo>
                <a:lnTo>
                  <a:pt x="3860" y="3909"/>
                </a:lnTo>
                <a:lnTo>
                  <a:pt x="3860" y="3908"/>
                </a:lnTo>
                <a:lnTo>
                  <a:pt x="3860" y="3909"/>
                </a:lnTo>
                <a:lnTo>
                  <a:pt x="3860" y="3908"/>
                </a:lnTo>
                <a:lnTo>
                  <a:pt x="3861" y="3908"/>
                </a:lnTo>
                <a:lnTo>
                  <a:pt x="3862" y="3908"/>
                </a:lnTo>
                <a:lnTo>
                  <a:pt x="3863" y="3907"/>
                </a:lnTo>
                <a:lnTo>
                  <a:pt x="3864" y="3907"/>
                </a:lnTo>
                <a:lnTo>
                  <a:pt x="3865" y="3907"/>
                </a:lnTo>
                <a:lnTo>
                  <a:pt x="3866" y="3907"/>
                </a:lnTo>
                <a:lnTo>
                  <a:pt x="3866" y="3908"/>
                </a:lnTo>
                <a:lnTo>
                  <a:pt x="3867" y="3908"/>
                </a:lnTo>
                <a:lnTo>
                  <a:pt x="3867" y="3909"/>
                </a:lnTo>
                <a:lnTo>
                  <a:pt x="3868" y="3909"/>
                </a:lnTo>
                <a:lnTo>
                  <a:pt x="3869" y="3909"/>
                </a:lnTo>
                <a:lnTo>
                  <a:pt x="3869" y="3908"/>
                </a:lnTo>
                <a:lnTo>
                  <a:pt x="3870" y="3908"/>
                </a:lnTo>
                <a:lnTo>
                  <a:pt x="3871" y="3908"/>
                </a:lnTo>
                <a:lnTo>
                  <a:pt x="3873" y="3908"/>
                </a:lnTo>
                <a:lnTo>
                  <a:pt x="3875" y="3908"/>
                </a:lnTo>
                <a:lnTo>
                  <a:pt x="3875" y="3909"/>
                </a:lnTo>
                <a:lnTo>
                  <a:pt x="3876" y="3909"/>
                </a:lnTo>
                <a:lnTo>
                  <a:pt x="3876" y="3910"/>
                </a:lnTo>
                <a:lnTo>
                  <a:pt x="3877" y="3910"/>
                </a:lnTo>
                <a:lnTo>
                  <a:pt x="3878" y="3910"/>
                </a:lnTo>
                <a:lnTo>
                  <a:pt x="3879" y="3911"/>
                </a:lnTo>
                <a:lnTo>
                  <a:pt x="3880" y="3911"/>
                </a:lnTo>
                <a:lnTo>
                  <a:pt x="3881" y="3912"/>
                </a:lnTo>
                <a:lnTo>
                  <a:pt x="3881" y="3911"/>
                </a:lnTo>
                <a:lnTo>
                  <a:pt x="3880" y="3911"/>
                </a:lnTo>
                <a:lnTo>
                  <a:pt x="3880" y="3910"/>
                </a:lnTo>
                <a:lnTo>
                  <a:pt x="3880" y="3911"/>
                </a:lnTo>
                <a:lnTo>
                  <a:pt x="3881" y="3911"/>
                </a:lnTo>
                <a:lnTo>
                  <a:pt x="3881" y="3913"/>
                </a:lnTo>
                <a:lnTo>
                  <a:pt x="3881" y="3914"/>
                </a:lnTo>
                <a:lnTo>
                  <a:pt x="3881" y="3915"/>
                </a:lnTo>
                <a:lnTo>
                  <a:pt x="3881" y="3914"/>
                </a:lnTo>
                <a:lnTo>
                  <a:pt x="3882" y="3915"/>
                </a:lnTo>
                <a:lnTo>
                  <a:pt x="3882" y="3916"/>
                </a:lnTo>
                <a:lnTo>
                  <a:pt x="3882" y="3917"/>
                </a:lnTo>
                <a:lnTo>
                  <a:pt x="3882" y="3919"/>
                </a:lnTo>
                <a:lnTo>
                  <a:pt x="3882" y="3920"/>
                </a:lnTo>
                <a:lnTo>
                  <a:pt x="3882" y="3921"/>
                </a:lnTo>
                <a:lnTo>
                  <a:pt x="3882" y="3923"/>
                </a:lnTo>
                <a:lnTo>
                  <a:pt x="3881" y="3923"/>
                </a:lnTo>
                <a:lnTo>
                  <a:pt x="3881" y="3924"/>
                </a:lnTo>
                <a:lnTo>
                  <a:pt x="3880" y="3924"/>
                </a:lnTo>
                <a:lnTo>
                  <a:pt x="3880" y="3925"/>
                </a:lnTo>
                <a:lnTo>
                  <a:pt x="3879" y="3924"/>
                </a:lnTo>
                <a:lnTo>
                  <a:pt x="3878" y="3924"/>
                </a:lnTo>
                <a:lnTo>
                  <a:pt x="3878" y="3923"/>
                </a:lnTo>
                <a:lnTo>
                  <a:pt x="3877" y="3922"/>
                </a:lnTo>
                <a:lnTo>
                  <a:pt x="3877" y="3921"/>
                </a:lnTo>
                <a:lnTo>
                  <a:pt x="3876" y="3921"/>
                </a:lnTo>
                <a:lnTo>
                  <a:pt x="3876" y="3920"/>
                </a:lnTo>
                <a:lnTo>
                  <a:pt x="3876" y="3919"/>
                </a:lnTo>
                <a:lnTo>
                  <a:pt x="3876" y="3918"/>
                </a:lnTo>
                <a:lnTo>
                  <a:pt x="3875" y="3917"/>
                </a:lnTo>
                <a:lnTo>
                  <a:pt x="3875" y="3916"/>
                </a:lnTo>
                <a:lnTo>
                  <a:pt x="3875" y="3917"/>
                </a:lnTo>
                <a:lnTo>
                  <a:pt x="3875" y="3918"/>
                </a:lnTo>
                <a:lnTo>
                  <a:pt x="3875" y="3919"/>
                </a:lnTo>
                <a:lnTo>
                  <a:pt x="3875" y="3920"/>
                </a:lnTo>
                <a:lnTo>
                  <a:pt x="3874" y="3920"/>
                </a:lnTo>
                <a:lnTo>
                  <a:pt x="3874" y="3921"/>
                </a:lnTo>
                <a:lnTo>
                  <a:pt x="3873" y="3920"/>
                </a:lnTo>
                <a:lnTo>
                  <a:pt x="3873" y="3921"/>
                </a:lnTo>
                <a:lnTo>
                  <a:pt x="3874" y="3921"/>
                </a:lnTo>
                <a:lnTo>
                  <a:pt x="3874" y="3922"/>
                </a:lnTo>
                <a:lnTo>
                  <a:pt x="3873" y="3922"/>
                </a:lnTo>
                <a:lnTo>
                  <a:pt x="3873" y="3921"/>
                </a:lnTo>
                <a:lnTo>
                  <a:pt x="3873" y="3922"/>
                </a:lnTo>
                <a:lnTo>
                  <a:pt x="3874" y="3922"/>
                </a:lnTo>
                <a:lnTo>
                  <a:pt x="3874" y="3921"/>
                </a:lnTo>
                <a:lnTo>
                  <a:pt x="3875" y="3921"/>
                </a:lnTo>
                <a:lnTo>
                  <a:pt x="3875" y="3922"/>
                </a:lnTo>
                <a:lnTo>
                  <a:pt x="3875" y="3923"/>
                </a:lnTo>
                <a:lnTo>
                  <a:pt x="3876" y="3924"/>
                </a:lnTo>
                <a:lnTo>
                  <a:pt x="3876" y="3925"/>
                </a:lnTo>
                <a:lnTo>
                  <a:pt x="3876" y="3926"/>
                </a:lnTo>
                <a:lnTo>
                  <a:pt x="3875" y="3926"/>
                </a:lnTo>
                <a:lnTo>
                  <a:pt x="3874" y="3926"/>
                </a:lnTo>
                <a:lnTo>
                  <a:pt x="3874" y="3927"/>
                </a:lnTo>
                <a:lnTo>
                  <a:pt x="3873" y="3927"/>
                </a:lnTo>
                <a:lnTo>
                  <a:pt x="3873" y="3928"/>
                </a:lnTo>
                <a:lnTo>
                  <a:pt x="3872" y="3928"/>
                </a:lnTo>
                <a:lnTo>
                  <a:pt x="3872" y="3927"/>
                </a:lnTo>
                <a:lnTo>
                  <a:pt x="3873" y="3927"/>
                </a:lnTo>
                <a:lnTo>
                  <a:pt x="3872" y="3927"/>
                </a:lnTo>
                <a:lnTo>
                  <a:pt x="3872" y="3928"/>
                </a:lnTo>
                <a:lnTo>
                  <a:pt x="3873" y="3929"/>
                </a:lnTo>
                <a:lnTo>
                  <a:pt x="3872" y="3929"/>
                </a:lnTo>
                <a:lnTo>
                  <a:pt x="3872" y="3930"/>
                </a:lnTo>
                <a:lnTo>
                  <a:pt x="3871" y="3930"/>
                </a:lnTo>
                <a:lnTo>
                  <a:pt x="3871" y="3931"/>
                </a:lnTo>
                <a:lnTo>
                  <a:pt x="3872" y="3931"/>
                </a:lnTo>
                <a:lnTo>
                  <a:pt x="3873" y="3930"/>
                </a:lnTo>
                <a:lnTo>
                  <a:pt x="3873" y="3929"/>
                </a:lnTo>
                <a:lnTo>
                  <a:pt x="3874" y="3929"/>
                </a:lnTo>
                <a:lnTo>
                  <a:pt x="3874" y="3928"/>
                </a:lnTo>
                <a:lnTo>
                  <a:pt x="3875" y="3928"/>
                </a:lnTo>
                <a:lnTo>
                  <a:pt x="3875" y="3929"/>
                </a:lnTo>
                <a:lnTo>
                  <a:pt x="3876" y="3929"/>
                </a:lnTo>
                <a:lnTo>
                  <a:pt x="3875" y="3929"/>
                </a:lnTo>
                <a:lnTo>
                  <a:pt x="3876" y="3929"/>
                </a:lnTo>
                <a:lnTo>
                  <a:pt x="3876" y="3930"/>
                </a:lnTo>
                <a:lnTo>
                  <a:pt x="3876" y="3931"/>
                </a:lnTo>
                <a:lnTo>
                  <a:pt x="3875" y="3931"/>
                </a:lnTo>
                <a:lnTo>
                  <a:pt x="3875" y="3932"/>
                </a:lnTo>
                <a:lnTo>
                  <a:pt x="3876" y="3932"/>
                </a:lnTo>
                <a:lnTo>
                  <a:pt x="3876" y="3933"/>
                </a:lnTo>
                <a:lnTo>
                  <a:pt x="3875" y="3933"/>
                </a:lnTo>
                <a:lnTo>
                  <a:pt x="3876" y="3933"/>
                </a:lnTo>
                <a:lnTo>
                  <a:pt x="3876" y="3932"/>
                </a:lnTo>
                <a:lnTo>
                  <a:pt x="3876" y="3931"/>
                </a:lnTo>
                <a:lnTo>
                  <a:pt x="3876" y="3930"/>
                </a:lnTo>
                <a:lnTo>
                  <a:pt x="3877" y="3929"/>
                </a:lnTo>
                <a:lnTo>
                  <a:pt x="3877" y="3930"/>
                </a:lnTo>
                <a:lnTo>
                  <a:pt x="3877" y="3931"/>
                </a:lnTo>
                <a:lnTo>
                  <a:pt x="3878" y="3931"/>
                </a:lnTo>
                <a:lnTo>
                  <a:pt x="3878" y="3932"/>
                </a:lnTo>
                <a:lnTo>
                  <a:pt x="3879" y="3932"/>
                </a:lnTo>
                <a:lnTo>
                  <a:pt x="3879" y="3931"/>
                </a:lnTo>
                <a:lnTo>
                  <a:pt x="3879" y="3932"/>
                </a:lnTo>
                <a:lnTo>
                  <a:pt x="3879" y="3933"/>
                </a:lnTo>
                <a:lnTo>
                  <a:pt x="3880" y="3933"/>
                </a:lnTo>
                <a:lnTo>
                  <a:pt x="3880" y="3932"/>
                </a:lnTo>
                <a:lnTo>
                  <a:pt x="3880" y="3931"/>
                </a:lnTo>
                <a:lnTo>
                  <a:pt x="3880" y="3930"/>
                </a:lnTo>
                <a:lnTo>
                  <a:pt x="3881" y="3930"/>
                </a:lnTo>
                <a:lnTo>
                  <a:pt x="3881" y="3931"/>
                </a:lnTo>
                <a:lnTo>
                  <a:pt x="3881" y="3932"/>
                </a:lnTo>
                <a:lnTo>
                  <a:pt x="3881" y="3933"/>
                </a:lnTo>
                <a:lnTo>
                  <a:pt x="3881" y="3932"/>
                </a:lnTo>
                <a:lnTo>
                  <a:pt x="3882" y="3932"/>
                </a:lnTo>
                <a:lnTo>
                  <a:pt x="3883" y="3932"/>
                </a:lnTo>
                <a:lnTo>
                  <a:pt x="3883" y="3931"/>
                </a:lnTo>
                <a:lnTo>
                  <a:pt x="3884" y="3931"/>
                </a:lnTo>
                <a:lnTo>
                  <a:pt x="3884" y="3930"/>
                </a:lnTo>
                <a:lnTo>
                  <a:pt x="3885" y="3930"/>
                </a:lnTo>
                <a:lnTo>
                  <a:pt x="3885" y="3931"/>
                </a:lnTo>
                <a:lnTo>
                  <a:pt x="3886" y="3931"/>
                </a:lnTo>
                <a:lnTo>
                  <a:pt x="3886" y="3930"/>
                </a:lnTo>
                <a:lnTo>
                  <a:pt x="3886" y="3929"/>
                </a:lnTo>
                <a:lnTo>
                  <a:pt x="3887" y="3929"/>
                </a:lnTo>
                <a:lnTo>
                  <a:pt x="3887" y="3930"/>
                </a:lnTo>
                <a:lnTo>
                  <a:pt x="3887" y="3931"/>
                </a:lnTo>
                <a:lnTo>
                  <a:pt x="3888" y="3931"/>
                </a:lnTo>
                <a:lnTo>
                  <a:pt x="3888" y="3932"/>
                </a:lnTo>
                <a:lnTo>
                  <a:pt x="3889" y="3932"/>
                </a:lnTo>
                <a:lnTo>
                  <a:pt x="3889" y="3931"/>
                </a:lnTo>
                <a:lnTo>
                  <a:pt x="3888" y="3931"/>
                </a:lnTo>
                <a:lnTo>
                  <a:pt x="3888" y="3930"/>
                </a:lnTo>
                <a:lnTo>
                  <a:pt x="3889" y="3930"/>
                </a:lnTo>
                <a:lnTo>
                  <a:pt x="3888" y="3930"/>
                </a:lnTo>
                <a:lnTo>
                  <a:pt x="3888" y="3929"/>
                </a:lnTo>
                <a:lnTo>
                  <a:pt x="3889" y="3929"/>
                </a:lnTo>
                <a:lnTo>
                  <a:pt x="3889" y="3928"/>
                </a:lnTo>
                <a:lnTo>
                  <a:pt x="3889" y="3929"/>
                </a:lnTo>
                <a:lnTo>
                  <a:pt x="3889" y="3928"/>
                </a:lnTo>
                <a:lnTo>
                  <a:pt x="3889" y="3929"/>
                </a:lnTo>
                <a:lnTo>
                  <a:pt x="3890" y="3929"/>
                </a:lnTo>
                <a:lnTo>
                  <a:pt x="3890" y="3930"/>
                </a:lnTo>
                <a:lnTo>
                  <a:pt x="3890" y="3931"/>
                </a:lnTo>
                <a:lnTo>
                  <a:pt x="3891" y="3932"/>
                </a:lnTo>
                <a:lnTo>
                  <a:pt x="3891" y="3933"/>
                </a:lnTo>
                <a:lnTo>
                  <a:pt x="3891" y="3934"/>
                </a:lnTo>
                <a:lnTo>
                  <a:pt x="3891" y="3935"/>
                </a:lnTo>
                <a:lnTo>
                  <a:pt x="3892" y="3935"/>
                </a:lnTo>
                <a:lnTo>
                  <a:pt x="3892" y="3936"/>
                </a:lnTo>
                <a:lnTo>
                  <a:pt x="3892" y="3937"/>
                </a:lnTo>
                <a:lnTo>
                  <a:pt x="3892" y="3939"/>
                </a:lnTo>
                <a:lnTo>
                  <a:pt x="3891" y="3940"/>
                </a:lnTo>
                <a:lnTo>
                  <a:pt x="3891" y="3939"/>
                </a:lnTo>
                <a:lnTo>
                  <a:pt x="3890" y="3939"/>
                </a:lnTo>
                <a:lnTo>
                  <a:pt x="3889" y="3939"/>
                </a:lnTo>
                <a:lnTo>
                  <a:pt x="3890" y="3939"/>
                </a:lnTo>
                <a:lnTo>
                  <a:pt x="3889" y="3939"/>
                </a:lnTo>
                <a:lnTo>
                  <a:pt x="3889" y="3940"/>
                </a:lnTo>
                <a:lnTo>
                  <a:pt x="3889" y="3939"/>
                </a:lnTo>
                <a:lnTo>
                  <a:pt x="3889" y="3940"/>
                </a:lnTo>
                <a:lnTo>
                  <a:pt x="3888" y="3940"/>
                </a:lnTo>
                <a:lnTo>
                  <a:pt x="3888" y="3939"/>
                </a:lnTo>
                <a:lnTo>
                  <a:pt x="3887" y="3939"/>
                </a:lnTo>
                <a:lnTo>
                  <a:pt x="3887" y="3938"/>
                </a:lnTo>
                <a:lnTo>
                  <a:pt x="3888" y="3938"/>
                </a:lnTo>
                <a:lnTo>
                  <a:pt x="3887" y="3938"/>
                </a:lnTo>
                <a:lnTo>
                  <a:pt x="3887" y="3937"/>
                </a:lnTo>
                <a:lnTo>
                  <a:pt x="3887" y="3936"/>
                </a:lnTo>
                <a:lnTo>
                  <a:pt x="3887" y="3935"/>
                </a:lnTo>
                <a:lnTo>
                  <a:pt x="3887" y="3934"/>
                </a:lnTo>
                <a:lnTo>
                  <a:pt x="3886" y="3934"/>
                </a:lnTo>
                <a:lnTo>
                  <a:pt x="3886" y="3933"/>
                </a:lnTo>
                <a:lnTo>
                  <a:pt x="3886" y="3934"/>
                </a:lnTo>
                <a:lnTo>
                  <a:pt x="3886" y="3933"/>
                </a:lnTo>
                <a:lnTo>
                  <a:pt x="3885" y="3933"/>
                </a:lnTo>
                <a:lnTo>
                  <a:pt x="3884" y="3933"/>
                </a:lnTo>
                <a:lnTo>
                  <a:pt x="3884" y="3934"/>
                </a:lnTo>
                <a:lnTo>
                  <a:pt x="3883" y="3934"/>
                </a:lnTo>
                <a:lnTo>
                  <a:pt x="3883" y="3935"/>
                </a:lnTo>
                <a:lnTo>
                  <a:pt x="3882" y="3935"/>
                </a:lnTo>
                <a:lnTo>
                  <a:pt x="3882" y="3936"/>
                </a:lnTo>
                <a:lnTo>
                  <a:pt x="3882" y="3937"/>
                </a:lnTo>
                <a:lnTo>
                  <a:pt x="3883" y="3937"/>
                </a:lnTo>
                <a:lnTo>
                  <a:pt x="3883" y="3938"/>
                </a:lnTo>
                <a:lnTo>
                  <a:pt x="3883" y="3939"/>
                </a:lnTo>
                <a:lnTo>
                  <a:pt x="3884" y="3939"/>
                </a:lnTo>
                <a:lnTo>
                  <a:pt x="3884" y="3938"/>
                </a:lnTo>
                <a:lnTo>
                  <a:pt x="3884" y="3939"/>
                </a:lnTo>
                <a:lnTo>
                  <a:pt x="3884" y="3940"/>
                </a:lnTo>
                <a:lnTo>
                  <a:pt x="3884" y="3939"/>
                </a:lnTo>
                <a:lnTo>
                  <a:pt x="3885" y="3939"/>
                </a:lnTo>
                <a:lnTo>
                  <a:pt x="3887" y="3941"/>
                </a:lnTo>
                <a:lnTo>
                  <a:pt x="3888" y="3941"/>
                </a:lnTo>
                <a:lnTo>
                  <a:pt x="3888" y="3942"/>
                </a:lnTo>
                <a:lnTo>
                  <a:pt x="3888" y="3941"/>
                </a:lnTo>
                <a:lnTo>
                  <a:pt x="3889" y="3941"/>
                </a:lnTo>
                <a:lnTo>
                  <a:pt x="3889" y="3940"/>
                </a:lnTo>
                <a:lnTo>
                  <a:pt x="3890" y="3940"/>
                </a:lnTo>
                <a:lnTo>
                  <a:pt x="3891" y="3941"/>
                </a:lnTo>
                <a:lnTo>
                  <a:pt x="3892" y="3942"/>
                </a:lnTo>
                <a:lnTo>
                  <a:pt x="3892" y="3943"/>
                </a:lnTo>
                <a:lnTo>
                  <a:pt x="3893" y="3943"/>
                </a:lnTo>
                <a:lnTo>
                  <a:pt x="3893" y="3944"/>
                </a:lnTo>
                <a:lnTo>
                  <a:pt x="3893" y="3945"/>
                </a:lnTo>
                <a:lnTo>
                  <a:pt x="3894" y="3945"/>
                </a:lnTo>
                <a:lnTo>
                  <a:pt x="3894" y="3946"/>
                </a:lnTo>
                <a:lnTo>
                  <a:pt x="3893" y="3946"/>
                </a:lnTo>
                <a:lnTo>
                  <a:pt x="3893" y="3945"/>
                </a:lnTo>
                <a:lnTo>
                  <a:pt x="3893" y="3946"/>
                </a:lnTo>
                <a:lnTo>
                  <a:pt x="3894" y="3946"/>
                </a:lnTo>
                <a:lnTo>
                  <a:pt x="3894" y="3947"/>
                </a:lnTo>
                <a:lnTo>
                  <a:pt x="3895" y="3947"/>
                </a:lnTo>
                <a:lnTo>
                  <a:pt x="3895" y="3948"/>
                </a:lnTo>
                <a:lnTo>
                  <a:pt x="3895" y="3949"/>
                </a:lnTo>
                <a:lnTo>
                  <a:pt x="3895" y="3950"/>
                </a:lnTo>
                <a:lnTo>
                  <a:pt x="3896" y="3950"/>
                </a:lnTo>
                <a:lnTo>
                  <a:pt x="3896" y="3951"/>
                </a:lnTo>
                <a:lnTo>
                  <a:pt x="3897" y="3952"/>
                </a:lnTo>
                <a:lnTo>
                  <a:pt x="3897" y="3953"/>
                </a:lnTo>
                <a:lnTo>
                  <a:pt x="3896" y="3953"/>
                </a:lnTo>
                <a:lnTo>
                  <a:pt x="3896" y="3954"/>
                </a:lnTo>
                <a:lnTo>
                  <a:pt x="3896" y="3955"/>
                </a:lnTo>
                <a:lnTo>
                  <a:pt x="3895" y="3956"/>
                </a:lnTo>
                <a:lnTo>
                  <a:pt x="3895" y="3957"/>
                </a:lnTo>
                <a:lnTo>
                  <a:pt x="3895" y="3958"/>
                </a:lnTo>
                <a:lnTo>
                  <a:pt x="3894" y="3958"/>
                </a:lnTo>
                <a:lnTo>
                  <a:pt x="3894" y="3959"/>
                </a:lnTo>
                <a:lnTo>
                  <a:pt x="3893" y="3959"/>
                </a:lnTo>
                <a:lnTo>
                  <a:pt x="3893" y="3960"/>
                </a:lnTo>
                <a:lnTo>
                  <a:pt x="3892" y="3960"/>
                </a:lnTo>
                <a:lnTo>
                  <a:pt x="3892" y="3961"/>
                </a:lnTo>
                <a:lnTo>
                  <a:pt x="3891" y="3961"/>
                </a:lnTo>
                <a:lnTo>
                  <a:pt x="3891" y="3962"/>
                </a:lnTo>
                <a:lnTo>
                  <a:pt x="3890" y="3963"/>
                </a:lnTo>
                <a:lnTo>
                  <a:pt x="3890" y="3964"/>
                </a:lnTo>
                <a:lnTo>
                  <a:pt x="3890" y="3965"/>
                </a:lnTo>
                <a:lnTo>
                  <a:pt x="3890" y="3966"/>
                </a:lnTo>
                <a:lnTo>
                  <a:pt x="3889" y="3965"/>
                </a:lnTo>
                <a:lnTo>
                  <a:pt x="3889" y="3966"/>
                </a:lnTo>
                <a:lnTo>
                  <a:pt x="3888" y="3967"/>
                </a:lnTo>
                <a:lnTo>
                  <a:pt x="3888" y="3968"/>
                </a:lnTo>
                <a:lnTo>
                  <a:pt x="3887" y="3968"/>
                </a:lnTo>
                <a:lnTo>
                  <a:pt x="3887" y="3969"/>
                </a:lnTo>
                <a:lnTo>
                  <a:pt x="3887" y="3970"/>
                </a:lnTo>
                <a:lnTo>
                  <a:pt x="3886" y="3970"/>
                </a:lnTo>
                <a:lnTo>
                  <a:pt x="3885" y="3971"/>
                </a:lnTo>
                <a:lnTo>
                  <a:pt x="3884" y="3971"/>
                </a:lnTo>
                <a:lnTo>
                  <a:pt x="3884" y="3972"/>
                </a:lnTo>
                <a:lnTo>
                  <a:pt x="3883" y="3972"/>
                </a:lnTo>
                <a:lnTo>
                  <a:pt x="3883" y="3973"/>
                </a:lnTo>
                <a:lnTo>
                  <a:pt x="3881" y="3972"/>
                </a:lnTo>
                <a:lnTo>
                  <a:pt x="3880" y="3972"/>
                </a:lnTo>
                <a:lnTo>
                  <a:pt x="3880" y="3973"/>
                </a:lnTo>
                <a:lnTo>
                  <a:pt x="3879" y="3973"/>
                </a:lnTo>
                <a:lnTo>
                  <a:pt x="3878" y="3973"/>
                </a:lnTo>
                <a:lnTo>
                  <a:pt x="3878" y="3974"/>
                </a:lnTo>
                <a:lnTo>
                  <a:pt x="3878" y="3975"/>
                </a:lnTo>
                <a:lnTo>
                  <a:pt x="3877" y="3975"/>
                </a:lnTo>
                <a:lnTo>
                  <a:pt x="3876" y="3977"/>
                </a:lnTo>
                <a:lnTo>
                  <a:pt x="3875" y="3977"/>
                </a:lnTo>
                <a:lnTo>
                  <a:pt x="3874" y="3978"/>
                </a:lnTo>
                <a:lnTo>
                  <a:pt x="3873" y="3978"/>
                </a:lnTo>
                <a:lnTo>
                  <a:pt x="3872" y="3978"/>
                </a:lnTo>
                <a:lnTo>
                  <a:pt x="3872" y="3977"/>
                </a:lnTo>
                <a:lnTo>
                  <a:pt x="3871" y="3977"/>
                </a:lnTo>
                <a:lnTo>
                  <a:pt x="3871" y="3978"/>
                </a:lnTo>
                <a:lnTo>
                  <a:pt x="3870" y="3979"/>
                </a:lnTo>
                <a:lnTo>
                  <a:pt x="3870" y="3980"/>
                </a:lnTo>
                <a:lnTo>
                  <a:pt x="3870" y="3979"/>
                </a:lnTo>
                <a:lnTo>
                  <a:pt x="3870" y="3978"/>
                </a:lnTo>
                <a:lnTo>
                  <a:pt x="3870" y="3977"/>
                </a:lnTo>
                <a:lnTo>
                  <a:pt x="3869" y="3977"/>
                </a:lnTo>
                <a:lnTo>
                  <a:pt x="3868" y="3977"/>
                </a:lnTo>
                <a:lnTo>
                  <a:pt x="3867" y="3977"/>
                </a:lnTo>
                <a:lnTo>
                  <a:pt x="3867" y="3976"/>
                </a:lnTo>
                <a:lnTo>
                  <a:pt x="3866" y="3976"/>
                </a:lnTo>
                <a:lnTo>
                  <a:pt x="3864" y="3976"/>
                </a:lnTo>
                <a:lnTo>
                  <a:pt x="3864" y="3975"/>
                </a:lnTo>
                <a:lnTo>
                  <a:pt x="3863" y="3976"/>
                </a:lnTo>
                <a:lnTo>
                  <a:pt x="3864" y="3976"/>
                </a:lnTo>
                <a:lnTo>
                  <a:pt x="3865" y="3976"/>
                </a:lnTo>
                <a:lnTo>
                  <a:pt x="3865" y="3977"/>
                </a:lnTo>
                <a:lnTo>
                  <a:pt x="3864" y="3977"/>
                </a:lnTo>
                <a:lnTo>
                  <a:pt x="3863" y="3977"/>
                </a:lnTo>
                <a:lnTo>
                  <a:pt x="3863" y="3976"/>
                </a:lnTo>
                <a:lnTo>
                  <a:pt x="3862" y="3976"/>
                </a:lnTo>
                <a:lnTo>
                  <a:pt x="3861" y="3976"/>
                </a:lnTo>
                <a:lnTo>
                  <a:pt x="3861" y="3977"/>
                </a:lnTo>
                <a:lnTo>
                  <a:pt x="3861" y="3978"/>
                </a:lnTo>
                <a:lnTo>
                  <a:pt x="3861" y="3979"/>
                </a:lnTo>
                <a:lnTo>
                  <a:pt x="3861" y="3980"/>
                </a:lnTo>
                <a:lnTo>
                  <a:pt x="3859" y="3980"/>
                </a:lnTo>
                <a:lnTo>
                  <a:pt x="3857" y="3980"/>
                </a:lnTo>
                <a:lnTo>
                  <a:pt x="3856" y="3980"/>
                </a:lnTo>
                <a:lnTo>
                  <a:pt x="3854" y="3981"/>
                </a:lnTo>
                <a:lnTo>
                  <a:pt x="3854" y="3980"/>
                </a:lnTo>
                <a:lnTo>
                  <a:pt x="3853" y="3980"/>
                </a:lnTo>
                <a:lnTo>
                  <a:pt x="3854" y="3980"/>
                </a:lnTo>
                <a:lnTo>
                  <a:pt x="3853" y="3980"/>
                </a:lnTo>
                <a:lnTo>
                  <a:pt x="3853" y="3979"/>
                </a:lnTo>
                <a:lnTo>
                  <a:pt x="3853" y="3978"/>
                </a:lnTo>
                <a:lnTo>
                  <a:pt x="3851" y="3977"/>
                </a:lnTo>
                <a:lnTo>
                  <a:pt x="3850" y="3977"/>
                </a:lnTo>
                <a:lnTo>
                  <a:pt x="3849" y="3977"/>
                </a:lnTo>
                <a:lnTo>
                  <a:pt x="3848" y="3976"/>
                </a:lnTo>
                <a:lnTo>
                  <a:pt x="3847" y="3975"/>
                </a:lnTo>
                <a:lnTo>
                  <a:pt x="3847" y="3974"/>
                </a:lnTo>
                <a:lnTo>
                  <a:pt x="3846" y="3974"/>
                </a:lnTo>
                <a:lnTo>
                  <a:pt x="3845" y="3974"/>
                </a:lnTo>
                <a:lnTo>
                  <a:pt x="3845" y="3975"/>
                </a:lnTo>
                <a:lnTo>
                  <a:pt x="3843" y="3976"/>
                </a:lnTo>
                <a:lnTo>
                  <a:pt x="3843" y="3975"/>
                </a:lnTo>
                <a:lnTo>
                  <a:pt x="3842" y="3975"/>
                </a:lnTo>
                <a:lnTo>
                  <a:pt x="3842" y="3976"/>
                </a:lnTo>
                <a:lnTo>
                  <a:pt x="3842" y="3977"/>
                </a:lnTo>
                <a:lnTo>
                  <a:pt x="3841" y="3977"/>
                </a:lnTo>
                <a:lnTo>
                  <a:pt x="3841" y="3976"/>
                </a:lnTo>
                <a:lnTo>
                  <a:pt x="3840" y="3976"/>
                </a:lnTo>
                <a:lnTo>
                  <a:pt x="3840" y="3975"/>
                </a:lnTo>
                <a:lnTo>
                  <a:pt x="3839" y="3974"/>
                </a:lnTo>
                <a:lnTo>
                  <a:pt x="3838" y="3974"/>
                </a:lnTo>
                <a:lnTo>
                  <a:pt x="3838" y="3975"/>
                </a:lnTo>
                <a:lnTo>
                  <a:pt x="3838" y="3976"/>
                </a:lnTo>
                <a:lnTo>
                  <a:pt x="3837" y="3977"/>
                </a:lnTo>
                <a:lnTo>
                  <a:pt x="3835" y="3980"/>
                </a:lnTo>
                <a:lnTo>
                  <a:pt x="3834" y="3980"/>
                </a:lnTo>
                <a:lnTo>
                  <a:pt x="3834" y="3981"/>
                </a:lnTo>
                <a:lnTo>
                  <a:pt x="3834" y="3982"/>
                </a:lnTo>
                <a:lnTo>
                  <a:pt x="3833" y="3982"/>
                </a:lnTo>
                <a:lnTo>
                  <a:pt x="3832" y="3982"/>
                </a:lnTo>
                <a:lnTo>
                  <a:pt x="3832" y="3980"/>
                </a:lnTo>
                <a:lnTo>
                  <a:pt x="3832" y="3978"/>
                </a:lnTo>
                <a:lnTo>
                  <a:pt x="3832" y="3977"/>
                </a:lnTo>
                <a:lnTo>
                  <a:pt x="3833" y="3977"/>
                </a:lnTo>
                <a:lnTo>
                  <a:pt x="3834" y="3975"/>
                </a:lnTo>
                <a:lnTo>
                  <a:pt x="3834" y="3973"/>
                </a:lnTo>
                <a:lnTo>
                  <a:pt x="3833" y="3970"/>
                </a:lnTo>
                <a:lnTo>
                  <a:pt x="3833" y="3969"/>
                </a:lnTo>
                <a:lnTo>
                  <a:pt x="3833" y="3968"/>
                </a:lnTo>
                <a:lnTo>
                  <a:pt x="3832" y="3967"/>
                </a:lnTo>
                <a:lnTo>
                  <a:pt x="3831" y="3966"/>
                </a:lnTo>
                <a:lnTo>
                  <a:pt x="3830" y="3966"/>
                </a:lnTo>
                <a:lnTo>
                  <a:pt x="3829" y="3966"/>
                </a:lnTo>
                <a:lnTo>
                  <a:pt x="3828" y="3966"/>
                </a:lnTo>
                <a:lnTo>
                  <a:pt x="3828" y="3965"/>
                </a:lnTo>
                <a:lnTo>
                  <a:pt x="3828" y="3963"/>
                </a:lnTo>
                <a:lnTo>
                  <a:pt x="3827" y="3961"/>
                </a:lnTo>
                <a:lnTo>
                  <a:pt x="3828" y="3961"/>
                </a:lnTo>
                <a:lnTo>
                  <a:pt x="3829" y="3961"/>
                </a:lnTo>
                <a:lnTo>
                  <a:pt x="3830" y="3960"/>
                </a:lnTo>
                <a:lnTo>
                  <a:pt x="3830" y="3958"/>
                </a:lnTo>
                <a:lnTo>
                  <a:pt x="3831" y="3958"/>
                </a:lnTo>
                <a:lnTo>
                  <a:pt x="3832" y="3958"/>
                </a:lnTo>
                <a:lnTo>
                  <a:pt x="3833" y="3959"/>
                </a:lnTo>
                <a:lnTo>
                  <a:pt x="3834" y="3959"/>
                </a:lnTo>
                <a:lnTo>
                  <a:pt x="3834" y="3960"/>
                </a:lnTo>
                <a:lnTo>
                  <a:pt x="3835" y="3961"/>
                </a:lnTo>
                <a:lnTo>
                  <a:pt x="3836" y="3961"/>
                </a:lnTo>
                <a:lnTo>
                  <a:pt x="3837" y="3961"/>
                </a:lnTo>
                <a:lnTo>
                  <a:pt x="3838" y="3961"/>
                </a:lnTo>
                <a:lnTo>
                  <a:pt x="3838" y="3962"/>
                </a:lnTo>
                <a:lnTo>
                  <a:pt x="3837" y="3962"/>
                </a:lnTo>
                <a:lnTo>
                  <a:pt x="3837" y="3963"/>
                </a:lnTo>
                <a:lnTo>
                  <a:pt x="3837" y="3964"/>
                </a:lnTo>
                <a:lnTo>
                  <a:pt x="3838" y="3964"/>
                </a:lnTo>
                <a:lnTo>
                  <a:pt x="3838" y="3965"/>
                </a:lnTo>
                <a:lnTo>
                  <a:pt x="3838" y="3966"/>
                </a:lnTo>
                <a:lnTo>
                  <a:pt x="3839" y="3966"/>
                </a:lnTo>
                <a:lnTo>
                  <a:pt x="3839" y="3967"/>
                </a:lnTo>
                <a:lnTo>
                  <a:pt x="3838" y="3967"/>
                </a:lnTo>
                <a:lnTo>
                  <a:pt x="3839" y="3967"/>
                </a:lnTo>
                <a:lnTo>
                  <a:pt x="3839" y="3968"/>
                </a:lnTo>
                <a:lnTo>
                  <a:pt x="3839" y="3967"/>
                </a:lnTo>
                <a:lnTo>
                  <a:pt x="3840" y="3967"/>
                </a:lnTo>
                <a:lnTo>
                  <a:pt x="3839" y="3966"/>
                </a:lnTo>
                <a:lnTo>
                  <a:pt x="3839" y="3965"/>
                </a:lnTo>
                <a:lnTo>
                  <a:pt x="3839" y="3964"/>
                </a:lnTo>
                <a:lnTo>
                  <a:pt x="3839" y="3963"/>
                </a:lnTo>
                <a:lnTo>
                  <a:pt x="3840" y="3963"/>
                </a:lnTo>
                <a:lnTo>
                  <a:pt x="3840" y="3962"/>
                </a:lnTo>
                <a:lnTo>
                  <a:pt x="3841" y="3962"/>
                </a:lnTo>
                <a:lnTo>
                  <a:pt x="3841" y="3961"/>
                </a:lnTo>
                <a:lnTo>
                  <a:pt x="3842" y="3961"/>
                </a:lnTo>
                <a:lnTo>
                  <a:pt x="3842" y="3960"/>
                </a:lnTo>
                <a:lnTo>
                  <a:pt x="3842" y="3959"/>
                </a:lnTo>
                <a:lnTo>
                  <a:pt x="3842" y="3958"/>
                </a:lnTo>
                <a:lnTo>
                  <a:pt x="3841" y="3958"/>
                </a:lnTo>
                <a:lnTo>
                  <a:pt x="3841" y="3957"/>
                </a:lnTo>
                <a:lnTo>
                  <a:pt x="3840" y="3957"/>
                </a:lnTo>
                <a:lnTo>
                  <a:pt x="3840" y="3956"/>
                </a:lnTo>
                <a:lnTo>
                  <a:pt x="3839" y="3956"/>
                </a:lnTo>
                <a:lnTo>
                  <a:pt x="3839" y="3957"/>
                </a:lnTo>
                <a:lnTo>
                  <a:pt x="3839" y="3956"/>
                </a:lnTo>
                <a:lnTo>
                  <a:pt x="3838" y="3955"/>
                </a:lnTo>
                <a:lnTo>
                  <a:pt x="3838" y="3954"/>
                </a:lnTo>
                <a:lnTo>
                  <a:pt x="3837" y="3954"/>
                </a:lnTo>
                <a:lnTo>
                  <a:pt x="3837" y="3953"/>
                </a:lnTo>
                <a:lnTo>
                  <a:pt x="3838" y="3953"/>
                </a:lnTo>
                <a:lnTo>
                  <a:pt x="3837" y="3953"/>
                </a:lnTo>
                <a:lnTo>
                  <a:pt x="3836" y="3955"/>
                </a:lnTo>
                <a:lnTo>
                  <a:pt x="3836" y="3956"/>
                </a:lnTo>
                <a:lnTo>
                  <a:pt x="3835" y="3956"/>
                </a:lnTo>
                <a:lnTo>
                  <a:pt x="3835" y="3957"/>
                </a:lnTo>
                <a:lnTo>
                  <a:pt x="3835" y="3955"/>
                </a:lnTo>
                <a:lnTo>
                  <a:pt x="3835" y="3954"/>
                </a:lnTo>
                <a:lnTo>
                  <a:pt x="3835" y="3953"/>
                </a:lnTo>
                <a:lnTo>
                  <a:pt x="3834" y="3953"/>
                </a:lnTo>
                <a:lnTo>
                  <a:pt x="3834" y="3952"/>
                </a:lnTo>
                <a:lnTo>
                  <a:pt x="3834" y="3951"/>
                </a:lnTo>
                <a:lnTo>
                  <a:pt x="3834" y="3950"/>
                </a:lnTo>
                <a:lnTo>
                  <a:pt x="3834" y="3951"/>
                </a:lnTo>
                <a:lnTo>
                  <a:pt x="3833" y="3951"/>
                </a:lnTo>
                <a:lnTo>
                  <a:pt x="3833" y="3952"/>
                </a:lnTo>
                <a:lnTo>
                  <a:pt x="3833" y="3953"/>
                </a:lnTo>
                <a:lnTo>
                  <a:pt x="3833" y="3954"/>
                </a:lnTo>
                <a:lnTo>
                  <a:pt x="3834" y="3954"/>
                </a:lnTo>
                <a:lnTo>
                  <a:pt x="3834" y="3955"/>
                </a:lnTo>
                <a:lnTo>
                  <a:pt x="3833" y="3956"/>
                </a:lnTo>
                <a:lnTo>
                  <a:pt x="3832" y="3957"/>
                </a:lnTo>
                <a:lnTo>
                  <a:pt x="3832" y="3956"/>
                </a:lnTo>
                <a:lnTo>
                  <a:pt x="3832" y="3954"/>
                </a:lnTo>
                <a:lnTo>
                  <a:pt x="3832" y="3953"/>
                </a:lnTo>
                <a:lnTo>
                  <a:pt x="3831" y="3953"/>
                </a:lnTo>
                <a:lnTo>
                  <a:pt x="3831" y="3952"/>
                </a:lnTo>
                <a:lnTo>
                  <a:pt x="3831" y="3951"/>
                </a:lnTo>
                <a:lnTo>
                  <a:pt x="3830" y="3950"/>
                </a:lnTo>
                <a:lnTo>
                  <a:pt x="3829" y="3950"/>
                </a:lnTo>
                <a:lnTo>
                  <a:pt x="3828" y="3950"/>
                </a:lnTo>
                <a:lnTo>
                  <a:pt x="3828" y="3951"/>
                </a:lnTo>
                <a:lnTo>
                  <a:pt x="3828" y="3950"/>
                </a:lnTo>
                <a:lnTo>
                  <a:pt x="3827" y="3950"/>
                </a:lnTo>
                <a:lnTo>
                  <a:pt x="3828" y="3950"/>
                </a:lnTo>
                <a:lnTo>
                  <a:pt x="3828" y="3949"/>
                </a:lnTo>
                <a:lnTo>
                  <a:pt x="3827" y="3949"/>
                </a:lnTo>
                <a:lnTo>
                  <a:pt x="3826" y="3949"/>
                </a:lnTo>
                <a:lnTo>
                  <a:pt x="3825" y="3949"/>
                </a:lnTo>
                <a:lnTo>
                  <a:pt x="3824" y="3949"/>
                </a:lnTo>
                <a:lnTo>
                  <a:pt x="3823" y="3949"/>
                </a:lnTo>
                <a:lnTo>
                  <a:pt x="3823" y="3948"/>
                </a:lnTo>
                <a:lnTo>
                  <a:pt x="3823" y="3949"/>
                </a:lnTo>
                <a:lnTo>
                  <a:pt x="3823" y="3948"/>
                </a:lnTo>
                <a:lnTo>
                  <a:pt x="3822" y="3948"/>
                </a:lnTo>
                <a:lnTo>
                  <a:pt x="3822" y="3947"/>
                </a:lnTo>
                <a:lnTo>
                  <a:pt x="3822" y="3946"/>
                </a:lnTo>
                <a:lnTo>
                  <a:pt x="3822" y="3945"/>
                </a:lnTo>
                <a:lnTo>
                  <a:pt x="3821" y="3945"/>
                </a:lnTo>
                <a:lnTo>
                  <a:pt x="3821" y="3944"/>
                </a:lnTo>
                <a:lnTo>
                  <a:pt x="3822" y="3944"/>
                </a:lnTo>
                <a:lnTo>
                  <a:pt x="3823" y="3944"/>
                </a:lnTo>
                <a:lnTo>
                  <a:pt x="3824" y="3943"/>
                </a:lnTo>
                <a:lnTo>
                  <a:pt x="3823" y="3943"/>
                </a:lnTo>
                <a:lnTo>
                  <a:pt x="3823" y="3942"/>
                </a:lnTo>
                <a:lnTo>
                  <a:pt x="3823" y="3943"/>
                </a:lnTo>
                <a:lnTo>
                  <a:pt x="3823" y="3944"/>
                </a:lnTo>
                <a:lnTo>
                  <a:pt x="3823" y="3943"/>
                </a:lnTo>
                <a:lnTo>
                  <a:pt x="3823" y="3942"/>
                </a:lnTo>
                <a:lnTo>
                  <a:pt x="3823" y="3941"/>
                </a:lnTo>
                <a:lnTo>
                  <a:pt x="3823" y="3940"/>
                </a:lnTo>
                <a:lnTo>
                  <a:pt x="3822" y="3940"/>
                </a:lnTo>
                <a:lnTo>
                  <a:pt x="3822" y="3939"/>
                </a:lnTo>
                <a:lnTo>
                  <a:pt x="3822" y="3938"/>
                </a:lnTo>
                <a:lnTo>
                  <a:pt x="3821" y="3937"/>
                </a:lnTo>
                <a:lnTo>
                  <a:pt x="3820" y="3936"/>
                </a:lnTo>
                <a:lnTo>
                  <a:pt x="3820" y="3935"/>
                </a:lnTo>
                <a:lnTo>
                  <a:pt x="3819" y="3934"/>
                </a:lnTo>
                <a:lnTo>
                  <a:pt x="3818" y="3933"/>
                </a:lnTo>
                <a:lnTo>
                  <a:pt x="3817" y="3933"/>
                </a:lnTo>
                <a:lnTo>
                  <a:pt x="3816" y="3933"/>
                </a:lnTo>
                <a:lnTo>
                  <a:pt x="3816" y="3934"/>
                </a:lnTo>
                <a:lnTo>
                  <a:pt x="3815" y="3934"/>
                </a:lnTo>
                <a:lnTo>
                  <a:pt x="3814" y="3934"/>
                </a:lnTo>
                <a:lnTo>
                  <a:pt x="3814" y="3933"/>
                </a:lnTo>
                <a:lnTo>
                  <a:pt x="3814" y="3932"/>
                </a:lnTo>
                <a:lnTo>
                  <a:pt x="3814" y="3931"/>
                </a:lnTo>
                <a:lnTo>
                  <a:pt x="3814" y="3930"/>
                </a:lnTo>
                <a:lnTo>
                  <a:pt x="3814" y="3929"/>
                </a:lnTo>
                <a:lnTo>
                  <a:pt x="3813" y="3929"/>
                </a:lnTo>
                <a:lnTo>
                  <a:pt x="3814" y="3928"/>
                </a:lnTo>
                <a:lnTo>
                  <a:pt x="3815" y="3928"/>
                </a:lnTo>
                <a:lnTo>
                  <a:pt x="3816" y="3928"/>
                </a:lnTo>
                <a:lnTo>
                  <a:pt x="3816" y="3927"/>
                </a:lnTo>
                <a:lnTo>
                  <a:pt x="3816" y="3926"/>
                </a:lnTo>
                <a:lnTo>
                  <a:pt x="3817" y="3926"/>
                </a:lnTo>
                <a:lnTo>
                  <a:pt x="3818" y="3926"/>
                </a:lnTo>
                <a:lnTo>
                  <a:pt x="3819" y="3927"/>
                </a:lnTo>
                <a:lnTo>
                  <a:pt x="3819" y="3928"/>
                </a:lnTo>
                <a:lnTo>
                  <a:pt x="3820" y="3927"/>
                </a:lnTo>
                <a:lnTo>
                  <a:pt x="3820" y="3926"/>
                </a:lnTo>
                <a:lnTo>
                  <a:pt x="3821" y="3926"/>
                </a:lnTo>
                <a:lnTo>
                  <a:pt x="3821" y="3927"/>
                </a:lnTo>
                <a:lnTo>
                  <a:pt x="3821" y="3926"/>
                </a:lnTo>
                <a:lnTo>
                  <a:pt x="3822" y="3926"/>
                </a:lnTo>
                <a:lnTo>
                  <a:pt x="3821" y="3926"/>
                </a:lnTo>
                <a:lnTo>
                  <a:pt x="3821" y="3925"/>
                </a:lnTo>
                <a:lnTo>
                  <a:pt x="3822" y="3925"/>
                </a:lnTo>
                <a:lnTo>
                  <a:pt x="3821" y="3925"/>
                </a:lnTo>
                <a:lnTo>
                  <a:pt x="3821" y="3926"/>
                </a:lnTo>
                <a:lnTo>
                  <a:pt x="3820" y="3925"/>
                </a:lnTo>
                <a:lnTo>
                  <a:pt x="3821" y="3925"/>
                </a:lnTo>
                <a:lnTo>
                  <a:pt x="3821" y="3924"/>
                </a:lnTo>
                <a:lnTo>
                  <a:pt x="3822" y="3924"/>
                </a:lnTo>
                <a:lnTo>
                  <a:pt x="3821" y="3924"/>
                </a:lnTo>
                <a:lnTo>
                  <a:pt x="3820" y="3924"/>
                </a:lnTo>
                <a:lnTo>
                  <a:pt x="3819" y="3924"/>
                </a:lnTo>
                <a:lnTo>
                  <a:pt x="3819" y="3925"/>
                </a:lnTo>
                <a:lnTo>
                  <a:pt x="3819" y="3926"/>
                </a:lnTo>
                <a:lnTo>
                  <a:pt x="3819" y="3927"/>
                </a:lnTo>
                <a:lnTo>
                  <a:pt x="3818" y="3926"/>
                </a:lnTo>
                <a:lnTo>
                  <a:pt x="3819" y="3926"/>
                </a:lnTo>
                <a:lnTo>
                  <a:pt x="3818" y="3926"/>
                </a:lnTo>
                <a:lnTo>
                  <a:pt x="3818" y="3925"/>
                </a:lnTo>
                <a:lnTo>
                  <a:pt x="3817" y="3925"/>
                </a:lnTo>
                <a:lnTo>
                  <a:pt x="3816" y="3924"/>
                </a:lnTo>
                <a:lnTo>
                  <a:pt x="3816" y="3923"/>
                </a:lnTo>
                <a:lnTo>
                  <a:pt x="3815" y="3922"/>
                </a:lnTo>
                <a:lnTo>
                  <a:pt x="3815" y="3921"/>
                </a:lnTo>
                <a:lnTo>
                  <a:pt x="3814" y="3921"/>
                </a:lnTo>
                <a:lnTo>
                  <a:pt x="3814" y="3920"/>
                </a:lnTo>
                <a:lnTo>
                  <a:pt x="3814" y="3919"/>
                </a:lnTo>
                <a:lnTo>
                  <a:pt x="3815" y="3919"/>
                </a:lnTo>
                <a:lnTo>
                  <a:pt x="3815" y="3918"/>
                </a:lnTo>
                <a:lnTo>
                  <a:pt x="3815" y="3917"/>
                </a:lnTo>
                <a:lnTo>
                  <a:pt x="3816" y="3917"/>
                </a:lnTo>
                <a:lnTo>
                  <a:pt x="3816" y="3916"/>
                </a:lnTo>
                <a:lnTo>
                  <a:pt x="3816" y="3915"/>
                </a:lnTo>
                <a:lnTo>
                  <a:pt x="3816" y="3914"/>
                </a:lnTo>
                <a:lnTo>
                  <a:pt x="3816" y="3913"/>
                </a:lnTo>
                <a:lnTo>
                  <a:pt x="3815" y="3913"/>
                </a:lnTo>
                <a:lnTo>
                  <a:pt x="3815" y="3912"/>
                </a:lnTo>
                <a:lnTo>
                  <a:pt x="3813" y="3912"/>
                </a:lnTo>
                <a:lnTo>
                  <a:pt x="3813" y="3913"/>
                </a:lnTo>
                <a:lnTo>
                  <a:pt x="3813" y="3914"/>
                </a:lnTo>
                <a:lnTo>
                  <a:pt x="3813" y="3913"/>
                </a:lnTo>
                <a:lnTo>
                  <a:pt x="3812" y="3913"/>
                </a:lnTo>
                <a:lnTo>
                  <a:pt x="3812" y="3914"/>
                </a:lnTo>
                <a:lnTo>
                  <a:pt x="3811" y="3914"/>
                </a:lnTo>
                <a:lnTo>
                  <a:pt x="3811" y="3913"/>
                </a:lnTo>
                <a:lnTo>
                  <a:pt x="3811" y="3912"/>
                </a:lnTo>
                <a:lnTo>
                  <a:pt x="3810" y="3911"/>
                </a:lnTo>
                <a:lnTo>
                  <a:pt x="3810" y="3910"/>
                </a:lnTo>
                <a:lnTo>
                  <a:pt x="3809" y="3910"/>
                </a:lnTo>
                <a:lnTo>
                  <a:pt x="3809" y="3909"/>
                </a:lnTo>
                <a:lnTo>
                  <a:pt x="3808" y="3909"/>
                </a:lnTo>
                <a:lnTo>
                  <a:pt x="3808" y="3908"/>
                </a:lnTo>
                <a:lnTo>
                  <a:pt x="3807" y="3907"/>
                </a:lnTo>
                <a:lnTo>
                  <a:pt x="3807" y="3906"/>
                </a:lnTo>
                <a:lnTo>
                  <a:pt x="3806" y="3905"/>
                </a:lnTo>
                <a:lnTo>
                  <a:pt x="3806" y="3904"/>
                </a:lnTo>
                <a:lnTo>
                  <a:pt x="3806" y="3903"/>
                </a:lnTo>
                <a:lnTo>
                  <a:pt x="3806" y="3902"/>
                </a:lnTo>
                <a:lnTo>
                  <a:pt x="3806" y="3901"/>
                </a:lnTo>
                <a:lnTo>
                  <a:pt x="3805" y="3900"/>
                </a:lnTo>
                <a:lnTo>
                  <a:pt x="3805" y="3897"/>
                </a:lnTo>
                <a:lnTo>
                  <a:pt x="3806" y="3896"/>
                </a:lnTo>
                <a:lnTo>
                  <a:pt x="3806" y="3895"/>
                </a:lnTo>
                <a:lnTo>
                  <a:pt x="3807" y="3895"/>
                </a:lnTo>
                <a:lnTo>
                  <a:pt x="3807" y="3894"/>
                </a:lnTo>
                <a:lnTo>
                  <a:pt x="3807" y="3895"/>
                </a:lnTo>
                <a:lnTo>
                  <a:pt x="3806" y="3895"/>
                </a:lnTo>
                <a:lnTo>
                  <a:pt x="3806" y="3894"/>
                </a:lnTo>
                <a:lnTo>
                  <a:pt x="3807" y="3894"/>
                </a:lnTo>
                <a:lnTo>
                  <a:pt x="3807" y="3893"/>
                </a:lnTo>
                <a:lnTo>
                  <a:pt x="3807" y="3892"/>
                </a:lnTo>
                <a:lnTo>
                  <a:pt x="3807" y="3891"/>
                </a:lnTo>
                <a:lnTo>
                  <a:pt x="3807" y="3890"/>
                </a:lnTo>
                <a:lnTo>
                  <a:pt x="3808" y="3890"/>
                </a:lnTo>
                <a:lnTo>
                  <a:pt x="3808" y="3889"/>
                </a:lnTo>
                <a:lnTo>
                  <a:pt x="3808" y="3888"/>
                </a:lnTo>
                <a:lnTo>
                  <a:pt x="3809" y="3888"/>
                </a:lnTo>
                <a:lnTo>
                  <a:pt x="3809" y="3887"/>
                </a:lnTo>
                <a:lnTo>
                  <a:pt x="3809" y="3886"/>
                </a:lnTo>
                <a:lnTo>
                  <a:pt x="3810" y="3886"/>
                </a:lnTo>
                <a:lnTo>
                  <a:pt x="3810" y="3885"/>
                </a:lnTo>
                <a:lnTo>
                  <a:pt x="3810" y="3884"/>
                </a:lnTo>
                <a:lnTo>
                  <a:pt x="3810" y="3883"/>
                </a:lnTo>
                <a:lnTo>
                  <a:pt x="3810" y="3882"/>
                </a:lnTo>
                <a:lnTo>
                  <a:pt x="3810" y="3881"/>
                </a:lnTo>
                <a:lnTo>
                  <a:pt x="3809" y="3879"/>
                </a:lnTo>
                <a:lnTo>
                  <a:pt x="3808" y="3879"/>
                </a:lnTo>
                <a:lnTo>
                  <a:pt x="3808" y="3878"/>
                </a:lnTo>
                <a:lnTo>
                  <a:pt x="3807" y="3876"/>
                </a:lnTo>
                <a:lnTo>
                  <a:pt x="3807" y="3875"/>
                </a:lnTo>
                <a:lnTo>
                  <a:pt x="3807" y="3874"/>
                </a:lnTo>
                <a:lnTo>
                  <a:pt x="3808" y="3872"/>
                </a:lnTo>
                <a:lnTo>
                  <a:pt x="3810" y="3870"/>
                </a:lnTo>
                <a:lnTo>
                  <a:pt x="3811" y="3869"/>
                </a:lnTo>
                <a:lnTo>
                  <a:pt x="3812" y="3868"/>
                </a:lnTo>
                <a:lnTo>
                  <a:pt x="3812" y="3867"/>
                </a:lnTo>
                <a:lnTo>
                  <a:pt x="3813" y="3867"/>
                </a:lnTo>
                <a:lnTo>
                  <a:pt x="3813" y="3868"/>
                </a:lnTo>
                <a:lnTo>
                  <a:pt x="3813" y="3869"/>
                </a:lnTo>
                <a:lnTo>
                  <a:pt x="3814" y="3870"/>
                </a:lnTo>
                <a:lnTo>
                  <a:pt x="3815" y="3871"/>
                </a:lnTo>
                <a:lnTo>
                  <a:pt x="3816" y="3871"/>
                </a:lnTo>
                <a:lnTo>
                  <a:pt x="3815" y="3871"/>
                </a:lnTo>
                <a:lnTo>
                  <a:pt x="3815" y="3870"/>
                </a:lnTo>
                <a:lnTo>
                  <a:pt x="3814" y="3870"/>
                </a:lnTo>
                <a:lnTo>
                  <a:pt x="3814" y="3869"/>
                </a:lnTo>
                <a:lnTo>
                  <a:pt x="3814" y="3868"/>
                </a:lnTo>
                <a:lnTo>
                  <a:pt x="3813" y="3868"/>
                </a:lnTo>
                <a:lnTo>
                  <a:pt x="3814" y="3868"/>
                </a:lnTo>
                <a:lnTo>
                  <a:pt x="3814" y="3867"/>
                </a:lnTo>
                <a:lnTo>
                  <a:pt x="3815" y="3867"/>
                </a:lnTo>
                <a:lnTo>
                  <a:pt x="3815" y="3866"/>
                </a:lnTo>
                <a:lnTo>
                  <a:pt x="3816" y="3865"/>
                </a:lnTo>
                <a:lnTo>
                  <a:pt x="3816" y="3864"/>
                </a:lnTo>
                <a:lnTo>
                  <a:pt x="3817" y="3864"/>
                </a:lnTo>
                <a:lnTo>
                  <a:pt x="3817" y="3863"/>
                </a:lnTo>
                <a:lnTo>
                  <a:pt x="3817" y="3862"/>
                </a:lnTo>
                <a:lnTo>
                  <a:pt x="3817" y="3860"/>
                </a:lnTo>
                <a:lnTo>
                  <a:pt x="3817" y="3859"/>
                </a:lnTo>
                <a:lnTo>
                  <a:pt x="3817" y="3858"/>
                </a:lnTo>
                <a:lnTo>
                  <a:pt x="3816" y="3857"/>
                </a:lnTo>
                <a:lnTo>
                  <a:pt x="3816" y="3856"/>
                </a:lnTo>
                <a:lnTo>
                  <a:pt x="3817" y="3857"/>
                </a:lnTo>
                <a:lnTo>
                  <a:pt x="3817" y="3856"/>
                </a:lnTo>
                <a:lnTo>
                  <a:pt x="3817" y="3855"/>
                </a:lnTo>
                <a:lnTo>
                  <a:pt x="3817" y="3854"/>
                </a:lnTo>
                <a:lnTo>
                  <a:pt x="3817" y="3852"/>
                </a:lnTo>
                <a:lnTo>
                  <a:pt x="3817" y="3851"/>
                </a:lnTo>
                <a:lnTo>
                  <a:pt x="3817" y="3850"/>
                </a:lnTo>
                <a:lnTo>
                  <a:pt x="3816" y="3850"/>
                </a:lnTo>
                <a:lnTo>
                  <a:pt x="3816" y="3849"/>
                </a:lnTo>
                <a:lnTo>
                  <a:pt x="3815" y="3848"/>
                </a:lnTo>
                <a:lnTo>
                  <a:pt x="3816" y="3848"/>
                </a:lnTo>
                <a:lnTo>
                  <a:pt x="3816" y="3847"/>
                </a:lnTo>
                <a:lnTo>
                  <a:pt x="3817" y="3847"/>
                </a:lnTo>
                <a:lnTo>
                  <a:pt x="3817" y="3848"/>
                </a:lnTo>
                <a:lnTo>
                  <a:pt x="3818" y="3849"/>
                </a:lnTo>
                <a:lnTo>
                  <a:pt x="3819" y="3849"/>
                </a:lnTo>
                <a:lnTo>
                  <a:pt x="3819" y="3850"/>
                </a:lnTo>
                <a:lnTo>
                  <a:pt x="3819" y="3849"/>
                </a:lnTo>
                <a:lnTo>
                  <a:pt x="3819" y="3848"/>
                </a:lnTo>
                <a:lnTo>
                  <a:pt x="3820" y="3848"/>
                </a:lnTo>
                <a:lnTo>
                  <a:pt x="3821" y="3848"/>
                </a:lnTo>
                <a:lnTo>
                  <a:pt x="3822" y="3848"/>
                </a:lnTo>
                <a:lnTo>
                  <a:pt x="3823" y="3848"/>
                </a:lnTo>
                <a:lnTo>
                  <a:pt x="3824" y="3848"/>
                </a:lnTo>
                <a:lnTo>
                  <a:pt x="3826" y="3847"/>
                </a:lnTo>
                <a:lnTo>
                  <a:pt x="3827" y="3847"/>
                </a:lnTo>
                <a:lnTo>
                  <a:pt x="3830" y="3847"/>
                </a:lnTo>
                <a:lnTo>
                  <a:pt x="3831" y="3847"/>
                </a:lnTo>
                <a:lnTo>
                  <a:pt x="3832" y="3847"/>
                </a:lnTo>
                <a:lnTo>
                  <a:pt x="3832" y="3846"/>
                </a:lnTo>
                <a:lnTo>
                  <a:pt x="3831" y="3846"/>
                </a:lnTo>
                <a:lnTo>
                  <a:pt x="3831" y="3845"/>
                </a:lnTo>
                <a:lnTo>
                  <a:pt x="3830" y="3845"/>
                </a:lnTo>
                <a:lnTo>
                  <a:pt x="3830" y="3844"/>
                </a:lnTo>
                <a:lnTo>
                  <a:pt x="3830" y="3843"/>
                </a:lnTo>
                <a:lnTo>
                  <a:pt x="3831" y="3843"/>
                </a:lnTo>
                <a:lnTo>
                  <a:pt x="3831" y="3841"/>
                </a:lnTo>
                <a:lnTo>
                  <a:pt x="3831" y="3840"/>
                </a:lnTo>
                <a:lnTo>
                  <a:pt x="3832" y="3840"/>
                </a:lnTo>
                <a:lnTo>
                  <a:pt x="3833" y="3840"/>
                </a:lnTo>
                <a:lnTo>
                  <a:pt x="3833" y="3839"/>
                </a:lnTo>
                <a:lnTo>
                  <a:pt x="3834" y="3838"/>
                </a:lnTo>
                <a:lnTo>
                  <a:pt x="3833" y="3838"/>
                </a:lnTo>
                <a:lnTo>
                  <a:pt x="3832" y="3838"/>
                </a:lnTo>
                <a:lnTo>
                  <a:pt x="3832" y="3837"/>
                </a:lnTo>
                <a:lnTo>
                  <a:pt x="3832" y="3836"/>
                </a:lnTo>
                <a:lnTo>
                  <a:pt x="3832" y="3837"/>
                </a:lnTo>
                <a:lnTo>
                  <a:pt x="3831" y="3837"/>
                </a:lnTo>
                <a:lnTo>
                  <a:pt x="3831" y="3836"/>
                </a:lnTo>
                <a:lnTo>
                  <a:pt x="3832" y="3836"/>
                </a:lnTo>
                <a:lnTo>
                  <a:pt x="3831" y="3836"/>
                </a:lnTo>
                <a:lnTo>
                  <a:pt x="3831" y="3835"/>
                </a:lnTo>
                <a:lnTo>
                  <a:pt x="3831" y="3834"/>
                </a:lnTo>
                <a:lnTo>
                  <a:pt x="3832" y="3834"/>
                </a:lnTo>
                <a:lnTo>
                  <a:pt x="3832" y="3833"/>
                </a:lnTo>
                <a:lnTo>
                  <a:pt x="3831" y="3834"/>
                </a:lnTo>
                <a:lnTo>
                  <a:pt x="3830" y="3835"/>
                </a:lnTo>
                <a:lnTo>
                  <a:pt x="3828" y="3835"/>
                </a:lnTo>
                <a:lnTo>
                  <a:pt x="3827" y="3835"/>
                </a:lnTo>
                <a:lnTo>
                  <a:pt x="3827" y="3836"/>
                </a:lnTo>
                <a:lnTo>
                  <a:pt x="3826" y="3836"/>
                </a:lnTo>
                <a:lnTo>
                  <a:pt x="3825" y="3836"/>
                </a:lnTo>
                <a:lnTo>
                  <a:pt x="3823" y="3836"/>
                </a:lnTo>
                <a:lnTo>
                  <a:pt x="3822" y="3835"/>
                </a:lnTo>
                <a:lnTo>
                  <a:pt x="3821" y="3835"/>
                </a:lnTo>
                <a:lnTo>
                  <a:pt x="3820" y="3834"/>
                </a:lnTo>
                <a:lnTo>
                  <a:pt x="3819" y="3834"/>
                </a:lnTo>
                <a:lnTo>
                  <a:pt x="3819" y="3833"/>
                </a:lnTo>
                <a:lnTo>
                  <a:pt x="3819" y="3831"/>
                </a:lnTo>
                <a:lnTo>
                  <a:pt x="3819" y="3830"/>
                </a:lnTo>
                <a:lnTo>
                  <a:pt x="3819" y="3829"/>
                </a:lnTo>
                <a:lnTo>
                  <a:pt x="3818" y="3828"/>
                </a:lnTo>
                <a:lnTo>
                  <a:pt x="3819" y="3828"/>
                </a:lnTo>
                <a:lnTo>
                  <a:pt x="3819" y="3827"/>
                </a:lnTo>
                <a:lnTo>
                  <a:pt x="3819" y="3826"/>
                </a:lnTo>
                <a:lnTo>
                  <a:pt x="3818" y="3826"/>
                </a:lnTo>
                <a:lnTo>
                  <a:pt x="3817" y="3826"/>
                </a:lnTo>
                <a:lnTo>
                  <a:pt x="3817" y="3825"/>
                </a:lnTo>
                <a:lnTo>
                  <a:pt x="3816" y="3824"/>
                </a:lnTo>
                <a:lnTo>
                  <a:pt x="3816" y="3823"/>
                </a:lnTo>
                <a:lnTo>
                  <a:pt x="3816" y="3822"/>
                </a:lnTo>
                <a:lnTo>
                  <a:pt x="3816" y="3821"/>
                </a:lnTo>
                <a:lnTo>
                  <a:pt x="3816" y="3822"/>
                </a:lnTo>
                <a:lnTo>
                  <a:pt x="3817" y="3822"/>
                </a:lnTo>
                <a:lnTo>
                  <a:pt x="3817" y="3821"/>
                </a:lnTo>
                <a:lnTo>
                  <a:pt x="3816" y="3821"/>
                </a:lnTo>
                <a:lnTo>
                  <a:pt x="3815" y="3821"/>
                </a:lnTo>
                <a:lnTo>
                  <a:pt x="3814" y="3821"/>
                </a:lnTo>
                <a:lnTo>
                  <a:pt x="3815" y="3821"/>
                </a:lnTo>
                <a:lnTo>
                  <a:pt x="3814" y="3821"/>
                </a:lnTo>
                <a:lnTo>
                  <a:pt x="3814" y="3822"/>
                </a:lnTo>
                <a:lnTo>
                  <a:pt x="3814" y="3823"/>
                </a:lnTo>
                <a:lnTo>
                  <a:pt x="3814" y="3824"/>
                </a:lnTo>
                <a:lnTo>
                  <a:pt x="3815" y="3824"/>
                </a:lnTo>
                <a:lnTo>
                  <a:pt x="3815" y="3825"/>
                </a:lnTo>
                <a:lnTo>
                  <a:pt x="3815" y="3826"/>
                </a:lnTo>
                <a:lnTo>
                  <a:pt x="3815" y="3827"/>
                </a:lnTo>
                <a:lnTo>
                  <a:pt x="3815" y="3828"/>
                </a:lnTo>
                <a:lnTo>
                  <a:pt x="3816" y="3828"/>
                </a:lnTo>
                <a:lnTo>
                  <a:pt x="3816" y="3829"/>
                </a:lnTo>
                <a:lnTo>
                  <a:pt x="3816" y="3830"/>
                </a:lnTo>
                <a:lnTo>
                  <a:pt x="3816" y="3831"/>
                </a:lnTo>
                <a:lnTo>
                  <a:pt x="3817" y="3831"/>
                </a:lnTo>
                <a:lnTo>
                  <a:pt x="3817" y="3832"/>
                </a:lnTo>
                <a:lnTo>
                  <a:pt x="3816" y="3832"/>
                </a:lnTo>
                <a:lnTo>
                  <a:pt x="3816" y="3831"/>
                </a:lnTo>
                <a:lnTo>
                  <a:pt x="3816" y="3830"/>
                </a:lnTo>
                <a:lnTo>
                  <a:pt x="3815" y="3830"/>
                </a:lnTo>
                <a:lnTo>
                  <a:pt x="3815" y="3831"/>
                </a:lnTo>
                <a:lnTo>
                  <a:pt x="3815" y="3832"/>
                </a:lnTo>
                <a:lnTo>
                  <a:pt x="3815" y="3833"/>
                </a:lnTo>
                <a:lnTo>
                  <a:pt x="3815" y="3834"/>
                </a:lnTo>
                <a:lnTo>
                  <a:pt x="3815" y="3835"/>
                </a:lnTo>
                <a:lnTo>
                  <a:pt x="3814" y="3835"/>
                </a:lnTo>
                <a:lnTo>
                  <a:pt x="3814" y="3834"/>
                </a:lnTo>
                <a:lnTo>
                  <a:pt x="3813" y="3834"/>
                </a:lnTo>
                <a:lnTo>
                  <a:pt x="3812" y="3833"/>
                </a:lnTo>
                <a:lnTo>
                  <a:pt x="3812" y="3834"/>
                </a:lnTo>
                <a:lnTo>
                  <a:pt x="3811" y="3834"/>
                </a:lnTo>
                <a:lnTo>
                  <a:pt x="3811" y="3833"/>
                </a:lnTo>
                <a:lnTo>
                  <a:pt x="3811" y="3832"/>
                </a:lnTo>
                <a:lnTo>
                  <a:pt x="3810" y="3832"/>
                </a:lnTo>
                <a:lnTo>
                  <a:pt x="3809" y="3832"/>
                </a:lnTo>
                <a:lnTo>
                  <a:pt x="3808" y="3831"/>
                </a:lnTo>
                <a:lnTo>
                  <a:pt x="3808" y="3830"/>
                </a:lnTo>
                <a:lnTo>
                  <a:pt x="3807" y="3830"/>
                </a:lnTo>
                <a:lnTo>
                  <a:pt x="3806" y="3830"/>
                </a:lnTo>
                <a:lnTo>
                  <a:pt x="3807" y="3830"/>
                </a:lnTo>
                <a:lnTo>
                  <a:pt x="3806" y="3830"/>
                </a:lnTo>
                <a:lnTo>
                  <a:pt x="3806" y="3829"/>
                </a:lnTo>
                <a:lnTo>
                  <a:pt x="3805" y="3828"/>
                </a:lnTo>
                <a:lnTo>
                  <a:pt x="3804" y="3828"/>
                </a:lnTo>
                <a:lnTo>
                  <a:pt x="3804" y="3827"/>
                </a:lnTo>
                <a:lnTo>
                  <a:pt x="3805" y="3827"/>
                </a:lnTo>
                <a:lnTo>
                  <a:pt x="3806" y="3826"/>
                </a:lnTo>
                <a:lnTo>
                  <a:pt x="3806" y="3824"/>
                </a:lnTo>
                <a:lnTo>
                  <a:pt x="3806" y="3823"/>
                </a:lnTo>
                <a:lnTo>
                  <a:pt x="3806" y="3822"/>
                </a:lnTo>
                <a:lnTo>
                  <a:pt x="3806" y="3821"/>
                </a:lnTo>
                <a:lnTo>
                  <a:pt x="3806" y="3820"/>
                </a:lnTo>
                <a:lnTo>
                  <a:pt x="3806" y="3819"/>
                </a:lnTo>
                <a:lnTo>
                  <a:pt x="3805" y="3819"/>
                </a:lnTo>
                <a:lnTo>
                  <a:pt x="3805" y="3818"/>
                </a:lnTo>
                <a:lnTo>
                  <a:pt x="3806" y="3818"/>
                </a:lnTo>
                <a:lnTo>
                  <a:pt x="3807" y="3818"/>
                </a:lnTo>
                <a:lnTo>
                  <a:pt x="3806" y="3818"/>
                </a:lnTo>
                <a:lnTo>
                  <a:pt x="3807" y="3817"/>
                </a:lnTo>
                <a:lnTo>
                  <a:pt x="3807" y="3818"/>
                </a:lnTo>
                <a:lnTo>
                  <a:pt x="3807" y="3817"/>
                </a:lnTo>
                <a:lnTo>
                  <a:pt x="3806" y="3817"/>
                </a:lnTo>
                <a:lnTo>
                  <a:pt x="3807" y="3817"/>
                </a:lnTo>
                <a:lnTo>
                  <a:pt x="3807" y="3816"/>
                </a:lnTo>
                <a:lnTo>
                  <a:pt x="3806" y="3816"/>
                </a:lnTo>
                <a:lnTo>
                  <a:pt x="3806" y="3817"/>
                </a:lnTo>
                <a:lnTo>
                  <a:pt x="3805" y="3817"/>
                </a:lnTo>
                <a:lnTo>
                  <a:pt x="3805" y="3818"/>
                </a:lnTo>
                <a:lnTo>
                  <a:pt x="3804" y="3818"/>
                </a:lnTo>
                <a:lnTo>
                  <a:pt x="3803" y="3818"/>
                </a:lnTo>
                <a:lnTo>
                  <a:pt x="3803" y="3819"/>
                </a:lnTo>
                <a:lnTo>
                  <a:pt x="3803" y="3820"/>
                </a:lnTo>
                <a:lnTo>
                  <a:pt x="3802" y="3820"/>
                </a:lnTo>
                <a:lnTo>
                  <a:pt x="3802" y="3821"/>
                </a:lnTo>
                <a:lnTo>
                  <a:pt x="3802" y="3822"/>
                </a:lnTo>
                <a:lnTo>
                  <a:pt x="3803" y="3822"/>
                </a:lnTo>
                <a:lnTo>
                  <a:pt x="3802" y="3823"/>
                </a:lnTo>
                <a:lnTo>
                  <a:pt x="3802" y="3822"/>
                </a:lnTo>
                <a:lnTo>
                  <a:pt x="3801" y="3822"/>
                </a:lnTo>
                <a:lnTo>
                  <a:pt x="3800" y="3821"/>
                </a:lnTo>
                <a:lnTo>
                  <a:pt x="3800" y="3820"/>
                </a:lnTo>
                <a:lnTo>
                  <a:pt x="3800" y="3819"/>
                </a:lnTo>
                <a:lnTo>
                  <a:pt x="3800" y="3818"/>
                </a:lnTo>
                <a:lnTo>
                  <a:pt x="3799" y="3818"/>
                </a:lnTo>
                <a:lnTo>
                  <a:pt x="3799" y="3817"/>
                </a:lnTo>
                <a:lnTo>
                  <a:pt x="3799" y="3816"/>
                </a:lnTo>
                <a:lnTo>
                  <a:pt x="3799" y="3815"/>
                </a:lnTo>
                <a:lnTo>
                  <a:pt x="3799" y="3813"/>
                </a:lnTo>
                <a:lnTo>
                  <a:pt x="3800" y="3813"/>
                </a:lnTo>
                <a:lnTo>
                  <a:pt x="3800" y="3812"/>
                </a:lnTo>
                <a:lnTo>
                  <a:pt x="3799" y="3812"/>
                </a:lnTo>
                <a:lnTo>
                  <a:pt x="3799" y="3813"/>
                </a:lnTo>
                <a:lnTo>
                  <a:pt x="3800" y="3813"/>
                </a:lnTo>
                <a:lnTo>
                  <a:pt x="3799" y="3813"/>
                </a:lnTo>
                <a:lnTo>
                  <a:pt x="3798" y="3813"/>
                </a:lnTo>
                <a:lnTo>
                  <a:pt x="3798" y="3814"/>
                </a:lnTo>
                <a:lnTo>
                  <a:pt x="3798" y="3815"/>
                </a:lnTo>
                <a:lnTo>
                  <a:pt x="3797" y="3815"/>
                </a:lnTo>
                <a:lnTo>
                  <a:pt x="3797" y="3814"/>
                </a:lnTo>
                <a:lnTo>
                  <a:pt x="3796" y="3814"/>
                </a:lnTo>
                <a:lnTo>
                  <a:pt x="3797" y="3814"/>
                </a:lnTo>
                <a:lnTo>
                  <a:pt x="3797" y="3813"/>
                </a:lnTo>
                <a:lnTo>
                  <a:pt x="3797" y="3812"/>
                </a:lnTo>
                <a:lnTo>
                  <a:pt x="3796" y="3811"/>
                </a:lnTo>
                <a:lnTo>
                  <a:pt x="3796" y="3812"/>
                </a:lnTo>
                <a:lnTo>
                  <a:pt x="3796" y="3811"/>
                </a:lnTo>
                <a:lnTo>
                  <a:pt x="3796" y="3810"/>
                </a:lnTo>
                <a:lnTo>
                  <a:pt x="3795" y="3810"/>
                </a:lnTo>
                <a:lnTo>
                  <a:pt x="3795" y="3809"/>
                </a:lnTo>
                <a:lnTo>
                  <a:pt x="3796" y="3809"/>
                </a:lnTo>
                <a:lnTo>
                  <a:pt x="3795" y="3809"/>
                </a:lnTo>
                <a:lnTo>
                  <a:pt x="3795" y="3808"/>
                </a:lnTo>
                <a:lnTo>
                  <a:pt x="3795" y="3809"/>
                </a:lnTo>
                <a:lnTo>
                  <a:pt x="3794" y="3808"/>
                </a:lnTo>
                <a:lnTo>
                  <a:pt x="3795" y="3808"/>
                </a:lnTo>
                <a:lnTo>
                  <a:pt x="3795" y="3807"/>
                </a:lnTo>
                <a:lnTo>
                  <a:pt x="3794" y="3807"/>
                </a:lnTo>
                <a:lnTo>
                  <a:pt x="3795" y="3807"/>
                </a:lnTo>
                <a:lnTo>
                  <a:pt x="3794" y="3807"/>
                </a:lnTo>
                <a:lnTo>
                  <a:pt x="3794" y="3806"/>
                </a:lnTo>
                <a:lnTo>
                  <a:pt x="3794" y="3805"/>
                </a:lnTo>
                <a:lnTo>
                  <a:pt x="3794" y="3804"/>
                </a:lnTo>
                <a:lnTo>
                  <a:pt x="3795" y="3804"/>
                </a:lnTo>
                <a:lnTo>
                  <a:pt x="3795" y="3803"/>
                </a:lnTo>
                <a:lnTo>
                  <a:pt x="3796" y="3803"/>
                </a:lnTo>
                <a:lnTo>
                  <a:pt x="3797" y="3803"/>
                </a:lnTo>
                <a:lnTo>
                  <a:pt x="3797" y="3802"/>
                </a:lnTo>
                <a:lnTo>
                  <a:pt x="3798" y="3802"/>
                </a:lnTo>
                <a:lnTo>
                  <a:pt x="3798" y="3801"/>
                </a:lnTo>
                <a:lnTo>
                  <a:pt x="3799" y="3801"/>
                </a:lnTo>
                <a:lnTo>
                  <a:pt x="3799" y="3800"/>
                </a:lnTo>
                <a:lnTo>
                  <a:pt x="3799" y="3801"/>
                </a:lnTo>
                <a:lnTo>
                  <a:pt x="3798" y="3801"/>
                </a:lnTo>
                <a:lnTo>
                  <a:pt x="3798" y="3800"/>
                </a:lnTo>
                <a:lnTo>
                  <a:pt x="3798" y="3801"/>
                </a:lnTo>
                <a:lnTo>
                  <a:pt x="3797" y="3801"/>
                </a:lnTo>
                <a:lnTo>
                  <a:pt x="3797" y="3802"/>
                </a:lnTo>
                <a:lnTo>
                  <a:pt x="3796" y="3802"/>
                </a:lnTo>
                <a:lnTo>
                  <a:pt x="3797" y="3802"/>
                </a:lnTo>
                <a:lnTo>
                  <a:pt x="3797" y="3801"/>
                </a:lnTo>
                <a:lnTo>
                  <a:pt x="3796" y="3801"/>
                </a:lnTo>
                <a:lnTo>
                  <a:pt x="3796" y="3802"/>
                </a:lnTo>
                <a:lnTo>
                  <a:pt x="3795" y="3802"/>
                </a:lnTo>
                <a:lnTo>
                  <a:pt x="3794" y="3802"/>
                </a:lnTo>
                <a:lnTo>
                  <a:pt x="3793" y="3802"/>
                </a:lnTo>
                <a:lnTo>
                  <a:pt x="3792" y="3803"/>
                </a:lnTo>
                <a:lnTo>
                  <a:pt x="3791" y="3803"/>
                </a:lnTo>
                <a:lnTo>
                  <a:pt x="3791" y="3804"/>
                </a:lnTo>
                <a:lnTo>
                  <a:pt x="3791" y="3805"/>
                </a:lnTo>
                <a:lnTo>
                  <a:pt x="3790" y="3805"/>
                </a:lnTo>
                <a:lnTo>
                  <a:pt x="3789" y="3806"/>
                </a:lnTo>
                <a:lnTo>
                  <a:pt x="3788" y="3806"/>
                </a:lnTo>
                <a:lnTo>
                  <a:pt x="3789" y="3806"/>
                </a:lnTo>
                <a:lnTo>
                  <a:pt x="3789" y="3807"/>
                </a:lnTo>
                <a:lnTo>
                  <a:pt x="3789" y="3808"/>
                </a:lnTo>
                <a:lnTo>
                  <a:pt x="3789" y="3807"/>
                </a:lnTo>
                <a:lnTo>
                  <a:pt x="3790" y="3807"/>
                </a:lnTo>
                <a:lnTo>
                  <a:pt x="3791" y="3807"/>
                </a:lnTo>
                <a:lnTo>
                  <a:pt x="3790" y="3807"/>
                </a:lnTo>
                <a:lnTo>
                  <a:pt x="3790" y="3808"/>
                </a:lnTo>
                <a:lnTo>
                  <a:pt x="3791" y="3808"/>
                </a:lnTo>
                <a:lnTo>
                  <a:pt x="3791" y="3807"/>
                </a:lnTo>
                <a:lnTo>
                  <a:pt x="3792" y="3808"/>
                </a:lnTo>
                <a:lnTo>
                  <a:pt x="3791" y="3808"/>
                </a:lnTo>
                <a:lnTo>
                  <a:pt x="3791" y="3809"/>
                </a:lnTo>
                <a:lnTo>
                  <a:pt x="3792" y="3809"/>
                </a:lnTo>
                <a:lnTo>
                  <a:pt x="3791" y="3809"/>
                </a:lnTo>
                <a:lnTo>
                  <a:pt x="3791" y="3810"/>
                </a:lnTo>
                <a:lnTo>
                  <a:pt x="3792" y="3810"/>
                </a:lnTo>
                <a:lnTo>
                  <a:pt x="3792" y="3811"/>
                </a:lnTo>
                <a:lnTo>
                  <a:pt x="3791" y="3811"/>
                </a:lnTo>
                <a:lnTo>
                  <a:pt x="3790" y="3811"/>
                </a:lnTo>
                <a:lnTo>
                  <a:pt x="3790" y="3812"/>
                </a:lnTo>
                <a:lnTo>
                  <a:pt x="3789" y="3812"/>
                </a:lnTo>
                <a:lnTo>
                  <a:pt x="3789" y="3811"/>
                </a:lnTo>
                <a:lnTo>
                  <a:pt x="3788" y="3811"/>
                </a:lnTo>
                <a:lnTo>
                  <a:pt x="3787" y="3811"/>
                </a:lnTo>
                <a:lnTo>
                  <a:pt x="3786" y="3811"/>
                </a:lnTo>
                <a:lnTo>
                  <a:pt x="3787" y="3811"/>
                </a:lnTo>
                <a:lnTo>
                  <a:pt x="3788" y="3811"/>
                </a:lnTo>
                <a:lnTo>
                  <a:pt x="3788" y="3812"/>
                </a:lnTo>
                <a:lnTo>
                  <a:pt x="3790" y="3812"/>
                </a:lnTo>
                <a:lnTo>
                  <a:pt x="3791" y="3812"/>
                </a:lnTo>
                <a:lnTo>
                  <a:pt x="3792" y="3813"/>
                </a:lnTo>
                <a:lnTo>
                  <a:pt x="3792" y="3814"/>
                </a:lnTo>
                <a:lnTo>
                  <a:pt x="3792" y="3815"/>
                </a:lnTo>
                <a:lnTo>
                  <a:pt x="3793" y="3815"/>
                </a:lnTo>
                <a:lnTo>
                  <a:pt x="3794" y="3815"/>
                </a:lnTo>
                <a:lnTo>
                  <a:pt x="3794" y="3816"/>
                </a:lnTo>
                <a:lnTo>
                  <a:pt x="3795" y="3816"/>
                </a:lnTo>
                <a:lnTo>
                  <a:pt x="3795" y="3817"/>
                </a:lnTo>
                <a:lnTo>
                  <a:pt x="3795" y="3818"/>
                </a:lnTo>
                <a:lnTo>
                  <a:pt x="3796" y="3817"/>
                </a:lnTo>
                <a:lnTo>
                  <a:pt x="3796" y="3818"/>
                </a:lnTo>
                <a:lnTo>
                  <a:pt x="3795" y="3818"/>
                </a:lnTo>
                <a:lnTo>
                  <a:pt x="3795" y="3819"/>
                </a:lnTo>
                <a:lnTo>
                  <a:pt x="3796" y="3819"/>
                </a:lnTo>
                <a:lnTo>
                  <a:pt x="3797" y="3819"/>
                </a:lnTo>
                <a:lnTo>
                  <a:pt x="3797" y="3820"/>
                </a:lnTo>
                <a:lnTo>
                  <a:pt x="3797" y="3821"/>
                </a:lnTo>
                <a:lnTo>
                  <a:pt x="3796" y="3821"/>
                </a:lnTo>
                <a:lnTo>
                  <a:pt x="3796" y="3822"/>
                </a:lnTo>
                <a:lnTo>
                  <a:pt x="3796" y="3823"/>
                </a:lnTo>
                <a:lnTo>
                  <a:pt x="3795" y="3823"/>
                </a:lnTo>
                <a:lnTo>
                  <a:pt x="3795" y="3824"/>
                </a:lnTo>
                <a:lnTo>
                  <a:pt x="3795" y="3825"/>
                </a:lnTo>
                <a:lnTo>
                  <a:pt x="3795" y="3826"/>
                </a:lnTo>
                <a:lnTo>
                  <a:pt x="3794" y="3827"/>
                </a:lnTo>
                <a:lnTo>
                  <a:pt x="3794" y="3828"/>
                </a:lnTo>
                <a:lnTo>
                  <a:pt x="3793" y="3828"/>
                </a:lnTo>
                <a:lnTo>
                  <a:pt x="3793" y="3829"/>
                </a:lnTo>
                <a:lnTo>
                  <a:pt x="3794" y="3830"/>
                </a:lnTo>
                <a:lnTo>
                  <a:pt x="3793" y="3831"/>
                </a:lnTo>
                <a:lnTo>
                  <a:pt x="3793" y="3832"/>
                </a:lnTo>
                <a:lnTo>
                  <a:pt x="3794" y="3832"/>
                </a:lnTo>
                <a:lnTo>
                  <a:pt x="3793" y="3832"/>
                </a:lnTo>
                <a:lnTo>
                  <a:pt x="3790" y="3831"/>
                </a:lnTo>
                <a:lnTo>
                  <a:pt x="3789" y="3831"/>
                </a:lnTo>
                <a:lnTo>
                  <a:pt x="3789" y="3832"/>
                </a:lnTo>
                <a:lnTo>
                  <a:pt x="3788" y="3832"/>
                </a:lnTo>
                <a:lnTo>
                  <a:pt x="3787" y="3833"/>
                </a:lnTo>
                <a:lnTo>
                  <a:pt x="3786" y="3833"/>
                </a:lnTo>
                <a:lnTo>
                  <a:pt x="3785" y="3834"/>
                </a:lnTo>
                <a:lnTo>
                  <a:pt x="3784" y="3834"/>
                </a:lnTo>
                <a:lnTo>
                  <a:pt x="3784" y="3833"/>
                </a:lnTo>
                <a:lnTo>
                  <a:pt x="3783" y="3834"/>
                </a:lnTo>
                <a:lnTo>
                  <a:pt x="3783" y="3835"/>
                </a:lnTo>
                <a:lnTo>
                  <a:pt x="3782" y="3835"/>
                </a:lnTo>
                <a:lnTo>
                  <a:pt x="3781" y="3835"/>
                </a:lnTo>
                <a:lnTo>
                  <a:pt x="3780" y="3835"/>
                </a:lnTo>
                <a:lnTo>
                  <a:pt x="3779" y="3835"/>
                </a:lnTo>
                <a:lnTo>
                  <a:pt x="3778" y="3835"/>
                </a:lnTo>
                <a:lnTo>
                  <a:pt x="3777" y="3835"/>
                </a:lnTo>
                <a:lnTo>
                  <a:pt x="3776" y="3835"/>
                </a:lnTo>
                <a:lnTo>
                  <a:pt x="3775" y="3835"/>
                </a:lnTo>
                <a:lnTo>
                  <a:pt x="3774" y="3835"/>
                </a:lnTo>
                <a:lnTo>
                  <a:pt x="3773" y="3835"/>
                </a:lnTo>
                <a:lnTo>
                  <a:pt x="3772" y="3836"/>
                </a:lnTo>
                <a:lnTo>
                  <a:pt x="3771" y="3836"/>
                </a:lnTo>
                <a:lnTo>
                  <a:pt x="3770" y="3836"/>
                </a:lnTo>
                <a:lnTo>
                  <a:pt x="3770" y="3835"/>
                </a:lnTo>
                <a:lnTo>
                  <a:pt x="3771" y="3835"/>
                </a:lnTo>
                <a:lnTo>
                  <a:pt x="3771" y="3834"/>
                </a:lnTo>
                <a:lnTo>
                  <a:pt x="3771" y="3833"/>
                </a:lnTo>
                <a:lnTo>
                  <a:pt x="3770" y="3832"/>
                </a:lnTo>
                <a:lnTo>
                  <a:pt x="3770" y="3833"/>
                </a:lnTo>
                <a:lnTo>
                  <a:pt x="3770" y="3834"/>
                </a:lnTo>
                <a:lnTo>
                  <a:pt x="3770" y="3835"/>
                </a:lnTo>
                <a:lnTo>
                  <a:pt x="3769" y="3835"/>
                </a:lnTo>
                <a:lnTo>
                  <a:pt x="3769" y="3836"/>
                </a:lnTo>
                <a:lnTo>
                  <a:pt x="3768" y="3836"/>
                </a:lnTo>
                <a:lnTo>
                  <a:pt x="3767" y="3837"/>
                </a:lnTo>
                <a:lnTo>
                  <a:pt x="3765" y="3837"/>
                </a:lnTo>
                <a:lnTo>
                  <a:pt x="3765" y="3838"/>
                </a:lnTo>
                <a:lnTo>
                  <a:pt x="3764" y="3838"/>
                </a:lnTo>
                <a:lnTo>
                  <a:pt x="3763" y="3838"/>
                </a:lnTo>
                <a:lnTo>
                  <a:pt x="3762" y="3838"/>
                </a:lnTo>
                <a:lnTo>
                  <a:pt x="3761" y="3837"/>
                </a:lnTo>
                <a:lnTo>
                  <a:pt x="3761" y="3836"/>
                </a:lnTo>
                <a:lnTo>
                  <a:pt x="3760" y="3836"/>
                </a:lnTo>
                <a:lnTo>
                  <a:pt x="3761" y="3835"/>
                </a:lnTo>
                <a:lnTo>
                  <a:pt x="3761" y="3834"/>
                </a:lnTo>
                <a:lnTo>
                  <a:pt x="3761" y="3833"/>
                </a:lnTo>
                <a:lnTo>
                  <a:pt x="3761" y="3832"/>
                </a:lnTo>
                <a:lnTo>
                  <a:pt x="3761" y="3833"/>
                </a:lnTo>
                <a:lnTo>
                  <a:pt x="3761" y="3834"/>
                </a:lnTo>
                <a:lnTo>
                  <a:pt x="3760" y="3835"/>
                </a:lnTo>
                <a:lnTo>
                  <a:pt x="3759" y="3834"/>
                </a:lnTo>
                <a:lnTo>
                  <a:pt x="3759" y="3835"/>
                </a:lnTo>
                <a:lnTo>
                  <a:pt x="3760" y="3835"/>
                </a:lnTo>
                <a:lnTo>
                  <a:pt x="3760" y="3836"/>
                </a:lnTo>
                <a:lnTo>
                  <a:pt x="3759" y="3836"/>
                </a:lnTo>
                <a:lnTo>
                  <a:pt x="3759" y="3837"/>
                </a:lnTo>
                <a:lnTo>
                  <a:pt x="3760" y="3838"/>
                </a:lnTo>
                <a:lnTo>
                  <a:pt x="3759" y="3839"/>
                </a:lnTo>
                <a:lnTo>
                  <a:pt x="3757" y="3839"/>
                </a:lnTo>
                <a:lnTo>
                  <a:pt x="3756" y="3839"/>
                </a:lnTo>
                <a:lnTo>
                  <a:pt x="3756" y="3840"/>
                </a:lnTo>
                <a:lnTo>
                  <a:pt x="3755" y="3840"/>
                </a:lnTo>
                <a:lnTo>
                  <a:pt x="3754" y="3841"/>
                </a:lnTo>
                <a:lnTo>
                  <a:pt x="3754" y="3840"/>
                </a:lnTo>
                <a:lnTo>
                  <a:pt x="3753" y="3840"/>
                </a:lnTo>
                <a:lnTo>
                  <a:pt x="3752" y="3840"/>
                </a:lnTo>
                <a:lnTo>
                  <a:pt x="3752" y="3841"/>
                </a:lnTo>
                <a:lnTo>
                  <a:pt x="3753" y="3841"/>
                </a:lnTo>
                <a:lnTo>
                  <a:pt x="3752" y="3841"/>
                </a:lnTo>
                <a:lnTo>
                  <a:pt x="3752" y="3842"/>
                </a:lnTo>
                <a:lnTo>
                  <a:pt x="3751" y="3841"/>
                </a:lnTo>
                <a:lnTo>
                  <a:pt x="3750" y="3840"/>
                </a:lnTo>
                <a:lnTo>
                  <a:pt x="3749" y="3840"/>
                </a:lnTo>
                <a:lnTo>
                  <a:pt x="3748" y="3839"/>
                </a:lnTo>
                <a:lnTo>
                  <a:pt x="3748" y="3840"/>
                </a:lnTo>
                <a:lnTo>
                  <a:pt x="3747" y="3839"/>
                </a:lnTo>
                <a:lnTo>
                  <a:pt x="3746" y="3839"/>
                </a:lnTo>
                <a:lnTo>
                  <a:pt x="3745" y="3839"/>
                </a:lnTo>
                <a:lnTo>
                  <a:pt x="3745" y="3838"/>
                </a:lnTo>
                <a:lnTo>
                  <a:pt x="3744" y="3837"/>
                </a:lnTo>
                <a:lnTo>
                  <a:pt x="3744" y="3838"/>
                </a:lnTo>
                <a:lnTo>
                  <a:pt x="3743" y="3838"/>
                </a:lnTo>
                <a:lnTo>
                  <a:pt x="3743" y="3837"/>
                </a:lnTo>
                <a:lnTo>
                  <a:pt x="3742" y="3837"/>
                </a:lnTo>
                <a:lnTo>
                  <a:pt x="3742" y="3836"/>
                </a:lnTo>
                <a:lnTo>
                  <a:pt x="3741" y="3836"/>
                </a:lnTo>
                <a:lnTo>
                  <a:pt x="3741" y="3837"/>
                </a:lnTo>
                <a:lnTo>
                  <a:pt x="3740" y="3837"/>
                </a:lnTo>
                <a:lnTo>
                  <a:pt x="3740" y="3836"/>
                </a:lnTo>
                <a:lnTo>
                  <a:pt x="3740" y="3835"/>
                </a:lnTo>
                <a:lnTo>
                  <a:pt x="3741" y="3834"/>
                </a:lnTo>
                <a:lnTo>
                  <a:pt x="3742" y="3833"/>
                </a:lnTo>
                <a:lnTo>
                  <a:pt x="3743" y="3831"/>
                </a:lnTo>
                <a:lnTo>
                  <a:pt x="3744" y="3832"/>
                </a:lnTo>
                <a:lnTo>
                  <a:pt x="3745" y="3832"/>
                </a:lnTo>
                <a:lnTo>
                  <a:pt x="3746" y="3832"/>
                </a:lnTo>
                <a:lnTo>
                  <a:pt x="3747" y="3832"/>
                </a:lnTo>
                <a:lnTo>
                  <a:pt x="3748" y="3831"/>
                </a:lnTo>
                <a:lnTo>
                  <a:pt x="3750" y="3830"/>
                </a:lnTo>
                <a:lnTo>
                  <a:pt x="3751" y="3829"/>
                </a:lnTo>
                <a:lnTo>
                  <a:pt x="3752" y="3828"/>
                </a:lnTo>
                <a:lnTo>
                  <a:pt x="3753" y="3827"/>
                </a:lnTo>
                <a:lnTo>
                  <a:pt x="3753" y="3826"/>
                </a:lnTo>
                <a:lnTo>
                  <a:pt x="3753" y="3825"/>
                </a:lnTo>
                <a:lnTo>
                  <a:pt x="3753" y="3824"/>
                </a:lnTo>
                <a:lnTo>
                  <a:pt x="3752" y="3824"/>
                </a:lnTo>
                <a:lnTo>
                  <a:pt x="3752" y="3823"/>
                </a:lnTo>
                <a:lnTo>
                  <a:pt x="3752" y="3822"/>
                </a:lnTo>
                <a:lnTo>
                  <a:pt x="3751" y="3822"/>
                </a:lnTo>
                <a:lnTo>
                  <a:pt x="3751" y="3823"/>
                </a:lnTo>
                <a:lnTo>
                  <a:pt x="3751" y="3822"/>
                </a:lnTo>
                <a:lnTo>
                  <a:pt x="3751" y="3821"/>
                </a:lnTo>
                <a:lnTo>
                  <a:pt x="3751" y="3820"/>
                </a:lnTo>
                <a:lnTo>
                  <a:pt x="3750" y="3820"/>
                </a:lnTo>
                <a:lnTo>
                  <a:pt x="3750" y="3821"/>
                </a:lnTo>
                <a:lnTo>
                  <a:pt x="3750" y="3820"/>
                </a:lnTo>
                <a:lnTo>
                  <a:pt x="3749" y="3820"/>
                </a:lnTo>
                <a:lnTo>
                  <a:pt x="3748" y="3820"/>
                </a:lnTo>
                <a:lnTo>
                  <a:pt x="3747" y="3820"/>
                </a:lnTo>
                <a:lnTo>
                  <a:pt x="3746" y="3820"/>
                </a:lnTo>
                <a:lnTo>
                  <a:pt x="3746" y="3819"/>
                </a:lnTo>
                <a:lnTo>
                  <a:pt x="3746" y="3820"/>
                </a:lnTo>
                <a:lnTo>
                  <a:pt x="3745" y="3820"/>
                </a:lnTo>
                <a:lnTo>
                  <a:pt x="3745" y="3819"/>
                </a:lnTo>
                <a:lnTo>
                  <a:pt x="3744" y="3818"/>
                </a:lnTo>
                <a:lnTo>
                  <a:pt x="3743" y="3818"/>
                </a:lnTo>
                <a:lnTo>
                  <a:pt x="3743" y="3817"/>
                </a:lnTo>
                <a:lnTo>
                  <a:pt x="3743" y="3816"/>
                </a:lnTo>
                <a:lnTo>
                  <a:pt x="3743" y="3815"/>
                </a:lnTo>
                <a:lnTo>
                  <a:pt x="3743" y="3814"/>
                </a:lnTo>
                <a:lnTo>
                  <a:pt x="3744" y="3814"/>
                </a:lnTo>
                <a:lnTo>
                  <a:pt x="3745" y="3814"/>
                </a:lnTo>
                <a:lnTo>
                  <a:pt x="3745" y="3813"/>
                </a:lnTo>
                <a:lnTo>
                  <a:pt x="3746" y="3813"/>
                </a:lnTo>
                <a:lnTo>
                  <a:pt x="3746" y="3812"/>
                </a:lnTo>
                <a:lnTo>
                  <a:pt x="3747" y="3812"/>
                </a:lnTo>
                <a:lnTo>
                  <a:pt x="3747" y="3811"/>
                </a:lnTo>
                <a:lnTo>
                  <a:pt x="3748" y="3811"/>
                </a:lnTo>
                <a:lnTo>
                  <a:pt x="3749" y="3810"/>
                </a:lnTo>
                <a:lnTo>
                  <a:pt x="3748" y="3810"/>
                </a:lnTo>
                <a:lnTo>
                  <a:pt x="3747" y="3811"/>
                </a:lnTo>
                <a:lnTo>
                  <a:pt x="3747" y="3812"/>
                </a:lnTo>
                <a:lnTo>
                  <a:pt x="3746" y="3812"/>
                </a:lnTo>
                <a:lnTo>
                  <a:pt x="3745" y="3812"/>
                </a:lnTo>
                <a:lnTo>
                  <a:pt x="3745" y="3813"/>
                </a:lnTo>
                <a:lnTo>
                  <a:pt x="3744" y="3813"/>
                </a:lnTo>
                <a:lnTo>
                  <a:pt x="3743" y="3814"/>
                </a:lnTo>
                <a:lnTo>
                  <a:pt x="3743" y="3815"/>
                </a:lnTo>
                <a:lnTo>
                  <a:pt x="3743" y="3816"/>
                </a:lnTo>
                <a:lnTo>
                  <a:pt x="3743" y="3817"/>
                </a:lnTo>
                <a:lnTo>
                  <a:pt x="3743" y="3818"/>
                </a:lnTo>
                <a:lnTo>
                  <a:pt x="3742" y="3819"/>
                </a:lnTo>
                <a:lnTo>
                  <a:pt x="3742" y="3818"/>
                </a:lnTo>
                <a:lnTo>
                  <a:pt x="3741" y="3818"/>
                </a:lnTo>
                <a:lnTo>
                  <a:pt x="3740" y="3818"/>
                </a:lnTo>
                <a:lnTo>
                  <a:pt x="3740" y="3817"/>
                </a:lnTo>
                <a:lnTo>
                  <a:pt x="3741" y="3817"/>
                </a:lnTo>
                <a:lnTo>
                  <a:pt x="3741" y="3816"/>
                </a:lnTo>
                <a:lnTo>
                  <a:pt x="3742" y="3816"/>
                </a:lnTo>
                <a:lnTo>
                  <a:pt x="3742" y="3815"/>
                </a:lnTo>
                <a:lnTo>
                  <a:pt x="3743" y="3815"/>
                </a:lnTo>
                <a:lnTo>
                  <a:pt x="3743" y="3814"/>
                </a:lnTo>
                <a:lnTo>
                  <a:pt x="3743" y="3813"/>
                </a:lnTo>
                <a:lnTo>
                  <a:pt x="3743" y="3812"/>
                </a:lnTo>
                <a:lnTo>
                  <a:pt x="3743" y="3811"/>
                </a:lnTo>
                <a:lnTo>
                  <a:pt x="3744" y="3811"/>
                </a:lnTo>
                <a:lnTo>
                  <a:pt x="3744" y="3810"/>
                </a:lnTo>
                <a:lnTo>
                  <a:pt x="3745" y="3810"/>
                </a:lnTo>
                <a:lnTo>
                  <a:pt x="3744" y="3810"/>
                </a:lnTo>
                <a:lnTo>
                  <a:pt x="3743" y="3811"/>
                </a:lnTo>
                <a:lnTo>
                  <a:pt x="3742" y="3812"/>
                </a:lnTo>
                <a:lnTo>
                  <a:pt x="3742" y="3813"/>
                </a:lnTo>
                <a:lnTo>
                  <a:pt x="3743" y="3813"/>
                </a:lnTo>
                <a:lnTo>
                  <a:pt x="3742" y="3813"/>
                </a:lnTo>
                <a:lnTo>
                  <a:pt x="3742" y="3814"/>
                </a:lnTo>
                <a:lnTo>
                  <a:pt x="3741" y="3814"/>
                </a:lnTo>
                <a:lnTo>
                  <a:pt x="3741" y="3815"/>
                </a:lnTo>
                <a:lnTo>
                  <a:pt x="3740" y="3815"/>
                </a:lnTo>
                <a:lnTo>
                  <a:pt x="3739" y="3815"/>
                </a:lnTo>
                <a:lnTo>
                  <a:pt x="3738" y="3816"/>
                </a:lnTo>
                <a:lnTo>
                  <a:pt x="3737" y="3816"/>
                </a:lnTo>
                <a:lnTo>
                  <a:pt x="3736" y="3817"/>
                </a:lnTo>
                <a:lnTo>
                  <a:pt x="3736" y="3818"/>
                </a:lnTo>
                <a:lnTo>
                  <a:pt x="3734" y="3818"/>
                </a:lnTo>
                <a:lnTo>
                  <a:pt x="3733" y="3818"/>
                </a:lnTo>
                <a:lnTo>
                  <a:pt x="3732" y="3818"/>
                </a:lnTo>
                <a:lnTo>
                  <a:pt x="3731" y="3818"/>
                </a:lnTo>
                <a:lnTo>
                  <a:pt x="3730" y="3817"/>
                </a:lnTo>
                <a:lnTo>
                  <a:pt x="3729" y="3817"/>
                </a:lnTo>
                <a:lnTo>
                  <a:pt x="3728" y="3817"/>
                </a:lnTo>
                <a:lnTo>
                  <a:pt x="3728" y="3816"/>
                </a:lnTo>
                <a:lnTo>
                  <a:pt x="3727" y="3816"/>
                </a:lnTo>
                <a:lnTo>
                  <a:pt x="3726" y="3816"/>
                </a:lnTo>
                <a:lnTo>
                  <a:pt x="3726" y="3815"/>
                </a:lnTo>
                <a:lnTo>
                  <a:pt x="3726" y="3814"/>
                </a:lnTo>
                <a:lnTo>
                  <a:pt x="3726" y="3813"/>
                </a:lnTo>
                <a:lnTo>
                  <a:pt x="3725" y="3812"/>
                </a:lnTo>
                <a:lnTo>
                  <a:pt x="3724" y="3812"/>
                </a:lnTo>
                <a:lnTo>
                  <a:pt x="3724" y="3811"/>
                </a:lnTo>
                <a:lnTo>
                  <a:pt x="3723" y="3811"/>
                </a:lnTo>
                <a:lnTo>
                  <a:pt x="3722" y="3810"/>
                </a:lnTo>
                <a:lnTo>
                  <a:pt x="3721" y="3809"/>
                </a:lnTo>
                <a:lnTo>
                  <a:pt x="3720" y="3808"/>
                </a:lnTo>
                <a:lnTo>
                  <a:pt x="3720" y="3806"/>
                </a:lnTo>
                <a:lnTo>
                  <a:pt x="3721" y="3805"/>
                </a:lnTo>
                <a:lnTo>
                  <a:pt x="3721" y="3806"/>
                </a:lnTo>
                <a:lnTo>
                  <a:pt x="3722" y="3805"/>
                </a:lnTo>
                <a:lnTo>
                  <a:pt x="3722" y="3804"/>
                </a:lnTo>
                <a:lnTo>
                  <a:pt x="3721" y="3804"/>
                </a:lnTo>
                <a:lnTo>
                  <a:pt x="3721" y="3803"/>
                </a:lnTo>
                <a:lnTo>
                  <a:pt x="3721" y="3802"/>
                </a:lnTo>
                <a:lnTo>
                  <a:pt x="3721" y="3801"/>
                </a:lnTo>
                <a:lnTo>
                  <a:pt x="3722" y="3801"/>
                </a:lnTo>
                <a:lnTo>
                  <a:pt x="3723" y="3801"/>
                </a:lnTo>
                <a:lnTo>
                  <a:pt x="3724" y="3801"/>
                </a:lnTo>
                <a:lnTo>
                  <a:pt x="3725" y="3801"/>
                </a:lnTo>
                <a:lnTo>
                  <a:pt x="3725" y="3800"/>
                </a:lnTo>
                <a:lnTo>
                  <a:pt x="3726" y="3800"/>
                </a:lnTo>
                <a:lnTo>
                  <a:pt x="3726" y="3799"/>
                </a:lnTo>
                <a:lnTo>
                  <a:pt x="3725" y="3799"/>
                </a:lnTo>
                <a:lnTo>
                  <a:pt x="3725" y="3800"/>
                </a:lnTo>
                <a:lnTo>
                  <a:pt x="3724" y="3800"/>
                </a:lnTo>
                <a:lnTo>
                  <a:pt x="3723" y="3800"/>
                </a:lnTo>
                <a:lnTo>
                  <a:pt x="3724" y="3800"/>
                </a:lnTo>
                <a:lnTo>
                  <a:pt x="3724" y="3799"/>
                </a:lnTo>
                <a:lnTo>
                  <a:pt x="3724" y="3798"/>
                </a:lnTo>
                <a:lnTo>
                  <a:pt x="3724" y="3799"/>
                </a:lnTo>
                <a:lnTo>
                  <a:pt x="3723" y="3799"/>
                </a:lnTo>
                <a:lnTo>
                  <a:pt x="3723" y="3800"/>
                </a:lnTo>
                <a:lnTo>
                  <a:pt x="3722" y="3800"/>
                </a:lnTo>
                <a:lnTo>
                  <a:pt x="3721" y="3800"/>
                </a:lnTo>
                <a:lnTo>
                  <a:pt x="3721" y="3799"/>
                </a:lnTo>
                <a:lnTo>
                  <a:pt x="3722" y="3799"/>
                </a:lnTo>
                <a:lnTo>
                  <a:pt x="3721" y="3799"/>
                </a:lnTo>
                <a:lnTo>
                  <a:pt x="3721" y="3798"/>
                </a:lnTo>
                <a:lnTo>
                  <a:pt x="3721" y="3797"/>
                </a:lnTo>
                <a:lnTo>
                  <a:pt x="3722" y="3797"/>
                </a:lnTo>
                <a:lnTo>
                  <a:pt x="3721" y="3797"/>
                </a:lnTo>
                <a:lnTo>
                  <a:pt x="3721" y="3796"/>
                </a:lnTo>
                <a:lnTo>
                  <a:pt x="3721" y="3797"/>
                </a:lnTo>
                <a:lnTo>
                  <a:pt x="3720" y="3797"/>
                </a:lnTo>
                <a:lnTo>
                  <a:pt x="3720" y="3796"/>
                </a:lnTo>
                <a:lnTo>
                  <a:pt x="3720" y="3794"/>
                </a:lnTo>
                <a:lnTo>
                  <a:pt x="3719" y="3794"/>
                </a:lnTo>
                <a:lnTo>
                  <a:pt x="3719" y="3793"/>
                </a:lnTo>
                <a:lnTo>
                  <a:pt x="3719" y="3794"/>
                </a:lnTo>
                <a:lnTo>
                  <a:pt x="3718" y="3794"/>
                </a:lnTo>
                <a:lnTo>
                  <a:pt x="3718" y="3793"/>
                </a:lnTo>
                <a:lnTo>
                  <a:pt x="3717" y="3792"/>
                </a:lnTo>
                <a:lnTo>
                  <a:pt x="3717" y="3793"/>
                </a:lnTo>
                <a:lnTo>
                  <a:pt x="3718" y="3793"/>
                </a:lnTo>
                <a:lnTo>
                  <a:pt x="3718" y="3794"/>
                </a:lnTo>
                <a:lnTo>
                  <a:pt x="3719" y="3794"/>
                </a:lnTo>
                <a:lnTo>
                  <a:pt x="3719" y="3795"/>
                </a:lnTo>
                <a:lnTo>
                  <a:pt x="3719" y="3796"/>
                </a:lnTo>
                <a:lnTo>
                  <a:pt x="3719" y="3797"/>
                </a:lnTo>
                <a:lnTo>
                  <a:pt x="3719" y="3796"/>
                </a:lnTo>
                <a:lnTo>
                  <a:pt x="3718" y="3796"/>
                </a:lnTo>
                <a:lnTo>
                  <a:pt x="3718" y="3795"/>
                </a:lnTo>
                <a:lnTo>
                  <a:pt x="3717" y="3795"/>
                </a:lnTo>
                <a:lnTo>
                  <a:pt x="3718" y="3795"/>
                </a:lnTo>
                <a:lnTo>
                  <a:pt x="3718" y="3796"/>
                </a:lnTo>
                <a:lnTo>
                  <a:pt x="3718" y="3797"/>
                </a:lnTo>
                <a:lnTo>
                  <a:pt x="3719" y="3797"/>
                </a:lnTo>
                <a:lnTo>
                  <a:pt x="3720" y="3797"/>
                </a:lnTo>
                <a:lnTo>
                  <a:pt x="3720" y="3798"/>
                </a:lnTo>
                <a:lnTo>
                  <a:pt x="3720" y="3799"/>
                </a:lnTo>
                <a:lnTo>
                  <a:pt x="3720" y="3801"/>
                </a:lnTo>
                <a:lnTo>
                  <a:pt x="3720" y="3802"/>
                </a:lnTo>
                <a:lnTo>
                  <a:pt x="3719" y="3803"/>
                </a:lnTo>
                <a:lnTo>
                  <a:pt x="3718" y="3803"/>
                </a:lnTo>
                <a:lnTo>
                  <a:pt x="3719" y="3804"/>
                </a:lnTo>
                <a:lnTo>
                  <a:pt x="3719" y="3805"/>
                </a:lnTo>
                <a:lnTo>
                  <a:pt x="3718" y="3806"/>
                </a:lnTo>
                <a:lnTo>
                  <a:pt x="3718" y="3805"/>
                </a:lnTo>
                <a:lnTo>
                  <a:pt x="3717" y="3805"/>
                </a:lnTo>
                <a:lnTo>
                  <a:pt x="3718" y="3806"/>
                </a:lnTo>
                <a:lnTo>
                  <a:pt x="3718" y="3807"/>
                </a:lnTo>
                <a:lnTo>
                  <a:pt x="3718" y="3806"/>
                </a:lnTo>
                <a:lnTo>
                  <a:pt x="3717" y="3807"/>
                </a:lnTo>
                <a:lnTo>
                  <a:pt x="3718" y="3807"/>
                </a:lnTo>
                <a:lnTo>
                  <a:pt x="3718" y="3808"/>
                </a:lnTo>
                <a:lnTo>
                  <a:pt x="3719" y="3808"/>
                </a:lnTo>
                <a:lnTo>
                  <a:pt x="3719" y="3809"/>
                </a:lnTo>
                <a:lnTo>
                  <a:pt x="3719" y="3810"/>
                </a:lnTo>
                <a:lnTo>
                  <a:pt x="3719" y="3811"/>
                </a:lnTo>
                <a:lnTo>
                  <a:pt x="3719" y="3812"/>
                </a:lnTo>
                <a:lnTo>
                  <a:pt x="3720" y="3812"/>
                </a:lnTo>
                <a:lnTo>
                  <a:pt x="3720" y="3813"/>
                </a:lnTo>
                <a:lnTo>
                  <a:pt x="3721" y="3813"/>
                </a:lnTo>
                <a:lnTo>
                  <a:pt x="3721" y="3814"/>
                </a:lnTo>
                <a:lnTo>
                  <a:pt x="3721" y="3815"/>
                </a:lnTo>
                <a:lnTo>
                  <a:pt x="3720" y="3815"/>
                </a:lnTo>
                <a:lnTo>
                  <a:pt x="3720" y="3814"/>
                </a:lnTo>
                <a:lnTo>
                  <a:pt x="3720" y="3815"/>
                </a:lnTo>
                <a:lnTo>
                  <a:pt x="3719" y="3816"/>
                </a:lnTo>
                <a:lnTo>
                  <a:pt x="3718" y="3816"/>
                </a:lnTo>
                <a:lnTo>
                  <a:pt x="3718" y="3815"/>
                </a:lnTo>
                <a:lnTo>
                  <a:pt x="3717" y="3815"/>
                </a:lnTo>
                <a:lnTo>
                  <a:pt x="3717" y="3814"/>
                </a:lnTo>
                <a:lnTo>
                  <a:pt x="3716" y="3814"/>
                </a:lnTo>
                <a:lnTo>
                  <a:pt x="3716" y="3813"/>
                </a:lnTo>
                <a:lnTo>
                  <a:pt x="3715" y="3814"/>
                </a:lnTo>
                <a:lnTo>
                  <a:pt x="3714" y="3814"/>
                </a:lnTo>
                <a:lnTo>
                  <a:pt x="3713" y="3814"/>
                </a:lnTo>
                <a:lnTo>
                  <a:pt x="3712" y="3814"/>
                </a:lnTo>
                <a:lnTo>
                  <a:pt x="3711" y="3815"/>
                </a:lnTo>
                <a:lnTo>
                  <a:pt x="3710" y="3815"/>
                </a:lnTo>
                <a:lnTo>
                  <a:pt x="3710" y="3816"/>
                </a:lnTo>
                <a:lnTo>
                  <a:pt x="3709" y="3816"/>
                </a:lnTo>
                <a:lnTo>
                  <a:pt x="3709" y="3817"/>
                </a:lnTo>
                <a:lnTo>
                  <a:pt x="3708" y="3817"/>
                </a:lnTo>
                <a:lnTo>
                  <a:pt x="3708" y="3816"/>
                </a:lnTo>
                <a:lnTo>
                  <a:pt x="3707" y="3816"/>
                </a:lnTo>
                <a:lnTo>
                  <a:pt x="3707" y="3815"/>
                </a:lnTo>
                <a:lnTo>
                  <a:pt x="3708" y="3814"/>
                </a:lnTo>
                <a:lnTo>
                  <a:pt x="3707" y="3813"/>
                </a:lnTo>
                <a:lnTo>
                  <a:pt x="3707" y="3812"/>
                </a:lnTo>
                <a:lnTo>
                  <a:pt x="3706" y="3812"/>
                </a:lnTo>
                <a:lnTo>
                  <a:pt x="3705" y="3812"/>
                </a:lnTo>
                <a:lnTo>
                  <a:pt x="3705" y="3811"/>
                </a:lnTo>
                <a:lnTo>
                  <a:pt x="3705" y="3810"/>
                </a:lnTo>
                <a:lnTo>
                  <a:pt x="3706" y="3811"/>
                </a:lnTo>
                <a:lnTo>
                  <a:pt x="3707" y="3811"/>
                </a:lnTo>
                <a:lnTo>
                  <a:pt x="3707" y="3810"/>
                </a:lnTo>
                <a:lnTo>
                  <a:pt x="3706" y="3809"/>
                </a:lnTo>
                <a:lnTo>
                  <a:pt x="3705" y="3808"/>
                </a:lnTo>
                <a:lnTo>
                  <a:pt x="3705" y="3807"/>
                </a:lnTo>
                <a:lnTo>
                  <a:pt x="3705" y="3806"/>
                </a:lnTo>
                <a:lnTo>
                  <a:pt x="3705" y="3805"/>
                </a:lnTo>
                <a:lnTo>
                  <a:pt x="3705" y="3804"/>
                </a:lnTo>
                <a:lnTo>
                  <a:pt x="3706" y="3804"/>
                </a:lnTo>
                <a:lnTo>
                  <a:pt x="3706" y="3802"/>
                </a:lnTo>
                <a:lnTo>
                  <a:pt x="3705" y="3802"/>
                </a:lnTo>
                <a:lnTo>
                  <a:pt x="3705" y="3803"/>
                </a:lnTo>
                <a:lnTo>
                  <a:pt x="3705" y="3804"/>
                </a:lnTo>
                <a:lnTo>
                  <a:pt x="3704" y="3804"/>
                </a:lnTo>
                <a:lnTo>
                  <a:pt x="3704" y="3805"/>
                </a:lnTo>
                <a:lnTo>
                  <a:pt x="3703" y="3805"/>
                </a:lnTo>
                <a:lnTo>
                  <a:pt x="3703" y="3806"/>
                </a:lnTo>
                <a:lnTo>
                  <a:pt x="3702" y="3806"/>
                </a:lnTo>
                <a:lnTo>
                  <a:pt x="3702" y="3805"/>
                </a:lnTo>
                <a:lnTo>
                  <a:pt x="3701" y="3805"/>
                </a:lnTo>
                <a:lnTo>
                  <a:pt x="3701" y="3804"/>
                </a:lnTo>
                <a:lnTo>
                  <a:pt x="3700" y="3804"/>
                </a:lnTo>
                <a:lnTo>
                  <a:pt x="3700" y="3805"/>
                </a:lnTo>
                <a:lnTo>
                  <a:pt x="3700" y="3804"/>
                </a:lnTo>
                <a:lnTo>
                  <a:pt x="3699" y="3805"/>
                </a:lnTo>
                <a:lnTo>
                  <a:pt x="3701" y="3805"/>
                </a:lnTo>
                <a:lnTo>
                  <a:pt x="3701" y="3807"/>
                </a:lnTo>
                <a:lnTo>
                  <a:pt x="3700" y="3807"/>
                </a:lnTo>
                <a:lnTo>
                  <a:pt x="3701" y="3810"/>
                </a:lnTo>
                <a:lnTo>
                  <a:pt x="3699" y="3811"/>
                </a:lnTo>
                <a:lnTo>
                  <a:pt x="3699" y="3810"/>
                </a:lnTo>
                <a:lnTo>
                  <a:pt x="3698" y="3810"/>
                </a:lnTo>
                <a:lnTo>
                  <a:pt x="3697" y="3808"/>
                </a:lnTo>
                <a:lnTo>
                  <a:pt x="3697" y="3807"/>
                </a:lnTo>
                <a:lnTo>
                  <a:pt x="3697" y="3805"/>
                </a:lnTo>
                <a:lnTo>
                  <a:pt x="3697" y="3804"/>
                </a:lnTo>
                <a:lnTo>
                  <a:pt x="3697" y="3802"/>
                </a:lnTo>
                <a:lnTo>
                  <a:pt x="3698" y="3802"/>
                </a:lnTo>
                <a:lnTo>
                  <a:pt x="3698" y="3801"/>
                </a:lnTo>
                <a:lnTo>
                  <a:pt x="3698" y="3800"/>
                </a:lnTo>
                <a:lnTo>
                  <a:pt x="3698" y="3799"/>
                </a:lnTo>
                <a:lnTo>
                  <a:pt x="3699" y="3799"/>
                </a:lnTo>
                <a:lnTo>
                  <a:pt x="3698" y="3799"/>
                </a:lnTo>
                <a:lnTo>
                  <a:pt x="3699" y="3798"/>
                </a:lnTo>
                <a:lnTo>
                  <a:pt x="3699" y="3797"/>
                </a:lnTo>
                <a:lnTo>
                  <a:pt x="3700" y="3796"/>
                </a:lnTo>
                <a:lnTo>
                  <a:pt x="3701" y="3795"/>
                </a:lnTo>
                <a:lnTo>
                  <a:pt x="3701" y="3794"/>
                </a:lnTo>
                <a:lnTo>
                  <a:pt x="3701" y="3795"/>
                </a:lnTo>
                <a:lnTo>
                  <a:pt x="3700" y="3796"/>
                </a:lnTo>
                <a:lnTo>
                  <a:pt x="3699" y="3796"/>
                </a:lnTo>
                <a:lnTo>
                  <a:pt x="3699" y="3795"/>
                </a:lnTo>
                <a:lnTo>
                  <a:pt x="3699" y="3794"/>
                </a:lnTo>
                <a:lnTo>
                  <a:pt x="3699" y="3793"/>
                </a:lnTo>
                <a:lnTo>
                  <a:pt x="3699" y="3794"/>
                </a:lnTo>
                <a:lnTo>
                  <a:pt x="3698" y="3794"/>
                </a:lnTo>
                <a:lnTo>
                  <a:pt x="3698" y="3795"/>
                </a:lnTo>
                <a:lnTo>
                  <a:pt x="3699" y="3795"/>
                </a:lnTo>
                <a:lnTo>
                  <a:pt x="3699" y="3796"/>
                </a:lnTo>
                <a:lnTo>
                  <a:pt x="3699" y="3797"/>
                </a:lnTo>
                <a:lnTo>
                  <a:pt x="3698" y="3797"/>
                </a:lnTo>
                <a:lnTo>
                  <a:pt x="3698" y="3798"/>
                </a:lnTo>
                <a:lnTo>
                  <a:pt x="3698" y="3799"/>
                </a:lnTo>
                <a:lnTo>
                  <a:pt x="3697" y="3799"/>
                </a:lnTo>
                <a:lnTo>
                  <a:pt x="3697" y="3798"/>
                </a:lnTo>
                <a:lnTo>
                  <a:pt x="3696" y="3797"/>
                </a:lnTo>
                <a:lnTo>
                  <a:pt x="3696" y="3798"/>
                </a:lnTo>
                <a:lnTo>
                  <a:pt x="3697" y="3798"/>
                </a:lnTo>
                <a:lnTo>
                  <a:pt x="3697" y="3799"/>
                </a:lnTo>
                <a:lnTo>
                  <a:pt x="3697" y="3800"/>
                </a:lnTo>
                <a:lnTo>
                  <a:pt x="3697" y="3801"/>
                </a:lnTo>
                <a:lnTo>
                  <a:pt x="3697" y="3802"/>
                </a:lnTo>
                <a:lnTo>
                  <a:pt x="3696" y="3802"/>
                </a:lnTo>
                <a:lnTo>
                  <a:pt x="3696" y="3805"/>
                </a:lnTo>
                <a:lnTo>
                  <a:pt x="3695" y="3805"/>
                </a:lnTo>
                <a:lnTo>
                  <a:pt x="3695" y="3806"/>
                </a:lnTo>
                <a:lnTo>
                  <a:pt x="3694" y="3806"/>
                </a:lnTo>
                <a:lnTo>
                  <a:pt x="3694" y="3805"/>
                </a:lnTo>
                <a:lnTo>
                  <a:pt x="3693" y="3805"/>
                </a:lnTo>
                <a:lnTo>
                  <a:pt x="3693" y="3804"/>
                </a:lnTo>
                <a:lnTo>
                  <a:pt x="3693" y="3803"/>
                </a:lnTo>
                <a:lnTo>
                  <a:pt x="3693" y="3802"/>
                </a:lnTo>
                <a:lnTo>
                  <a:pt x="3693" y="3801"/>
                </a:lnTo>
                <a:lnTo>
                  <a:pt x="3693" y="3800"/>
                </a:lnTo>
                <a:lnTo>
                  <a:pt x="3693" y="3799"/>
                </a:lnTo>
                <a:lnTo>
                  <a:pt x="3692" y="3798"/>
                </a:lnTo>
                <a:lnTo>
                  <a:pt x="3691" y="3798"/>
                </a:lnTo>
                <a:lnTo>
                  <a:pt x="3691" y="3797"/>
                </a:lnTo>
                <a:lnTo>
                  <a:pt x="3690" y="3797"/>
                </a:lnTo>
                <a:lnTo>
                  <a:pt x="3690" y="3796"/>
                </a:lnTo>
                <a:lnTo>
                  <a:pt x="3689" y="3795"/>
                </a:lnTo>
                <a:lnTo>
                  <a:pt x="3690" y="3794"/>
                </a:lnTo>
                <a:lnTo>
                  <a:pt x="3691" y="3794"/>
                </a:lnTo>
                <a:lnTo>
                  <a:pt x="3691" y="3793"/>
                </a:lnTo>
                <a:lnTo>
                  <a:pt x="3692" y="3793"/>
                </a:lnTo>
                <a:lnTo>
                  <a:pt x="3692" y="3792"/>
                </a:lnTo>
                <a:lnTo>
                  <a:pt x="3693" y="3791"/>
                </a:lnTo>
                <a:lnTo>
                  <a:pt x="3694" y="3791"/>
                </a:lnTo>
                <a:lnTo>
                  <a:pt x="3694" y="3790"/>
                </a:lnTo>
                <a:lnTo>
                  <a:pt x="3693" y="3790"/>
                </a:lnTo>
                <a:lnTo>
                  <a:pt x="3694" y="3789"/>
                </a:lnTo>
                <a:lnTo>
                  <a:pt x="3695" y="3789"/>
                </a:lnTo>
                <a:lnTo>
                  <a:pt x="3694" y="3788"/>
                </a:lnTo>
                <a:lnTo>
                  <a:pt x="3694" y="3787"/>
                </a:lnTo>
                <a:lnTo>
                  <a:pt x="3694" y="3786"/>
                </a:lnTo>
                <a:lnTo>
                  <a:pt x="3695" y="3786"/>
                </a:lnTo>
                <a:lnTo>
                  <a:pt x="3695" y="3785"/>
                </a:lnTo>
                <a:lnTo>
                  <a:pt x="3696" y="3785"/>
                </a:lnTo>
                <a:lnTo>
                  <a:pt x="3696" y="3784"/>
                </a:lnTo>
                <a:lnTo>
                  <a:pt x="3697" y="3784"/>
                </a:lnTo>
                <a:lnTo>
                  <a:pt x="3696" y="3784"/>
                </a:lnTo>
                <a:lnTo>
                  <a:pt x="3696" y="3783"/>
                </a:lnTo>
                <a:lnTo>
                  <a:pt x="3695" y="3783"/>
                </a:lnTo>
                <a:lnTo>
                  <a:pt x="3696" y="3783"/>
                </a:lnTo>
                <a:lnTo>
                  <a:pt x="3695" y="3783"/>
                </a:lnTo>
                <a:lnTo>
                  <a:pt x="3694" y="3783"/>
                </a:lnTo>
                <a:lnTo>
                  <a:pt x="3694" y="3782"/>
                </a:lnTo>
                <a:lnTo>
                  <a:pt x="3693" y="3783"/>
                </a:lnTo>
                <a:lnTo>
                  <a:pt x="3692" y="3783"/>
                </a:lnTo>
                <a:lnTo>
                  <a:pt x="3691" y="3784"/>
                </a:lnTo>
                <a:lnTo>
                  <a:pt x="3690" y="3784"/>
                </a:lnTo>
                <a:lnTo>
                  <a:pt x="3690" y="3783"/>
                </a:lnTo>
                <a:lnTo>
                  <a:pt x="3689" y="3783"/>
                </a:lnTo>
                <a:lnTo>
                  <a:pt x="3688" y="3783"/>
                </a:lnTo>
                <a:lnTo>
                  <a:pt x="3688" y="3782"/>
                </a:lnTo>
                <a:lnTo>
                  <a:pt x="3688" y="3781"/>
                </a:lnTo>
                <a:lnTo>
                  <a:pt x="3688" y="3780"/>
                </a:lnTo>
                <a:lnTo>
                  <a:pt x="3689" y="3780"/>
                </a:lnTo>
                <a:lnTo>
                  <a:pt x="3688" y="3780"/>
                </a:lnTo>
                <a:lnTo>
                  <a:pt x="3688" y="3781"/>
                </a:lnTo>
                <a:lnTo>
                  <a:pt x="3687" y="3781"/>
                </a:lnTo>
                <a:lnTo>
                  <a:pt x="3687" y="3782"/>
                </a:lnTo>
                <a:lnTo>
                  <a:pt x="3687" y="3783"/>
                </a:lnTo>
                <a:lnTo>
                  <a:pt x="3687" y="3782"/>
                </a:lnTo>
                <a:lnTo>
                  <a:pt x="3686" y="3782"/>
                </a:lnTo>
                <a:lnTo>
                  <a:pt x="3686" y="3783"/>
                </a:lnTo>
                <a:lnTo>
                  <a:pt x="3685" y="3784"/>
                </a:lnTo>
                <a:lnTo>
                  <a:pt x="3684" y="3784"/>
                </a:lnTo>
                <a:lnTo>
                  <a:pt x="3683" y="3784"/>
                </a:lnTo>
                <a:lnTo>
                  <a:pt x="3683" y="3785"/>
                </a:lnTo>
                <a:lnTo>
                  <a:pt x="3683" y="3786"/>
                </a:lnTo>
                <a:lnTo>
                  <a:pt x="3681" y="3786"/>
                </a:lnTo>
                <a:lnTo>
                  <a:pt x="3682" y="3786"/>
                </a:lnTo>
                <a:lnTo>
                  <a:pt x="3682" y="3787"/>
                </a:lnTo>
                <a:lnTo>
                  <a:pt x="3682" y="3788"/>
                </a:lnTo>
                <a:lnTo>
                  <a:pt x="3682" y="3789"/>
                </a:lnTo>
                <a:lnTo>
                  <a:pt x="3681" y="3789"/>
                </a:lnTo>
                <a:lnTo>
                  <a:pt x="3680" y="3789"/>
                </a:lnTo>
                <a:lnTo>
                  <a:pt x="3680" y="3788"/>
                </a:lnTo>
                <a:lnTo>
                  <a:pt x="3679" y="3788"/>
                </a:lnTo>
                <a:lnTo>
                  <a:pt x="3679" y="3787"/>
                </a:lnTo>
                <a:lnTo>
                  <a:pt x="3679" y="3786"/>
                </a:lnTo>
                <a:lnTo>
                  <a:pt x="3679" y="3785"/>
                </a:lnTo>
                <a:lnTo>
                  <a:pt x="3678" y="3785"/>
                </a:lnTo>
                <a:lnTo>
                  <a:pt x="3678" y="3786"/>
                </a:lnTo>
                <a:lnTo>
                  <a:pt x="3678" y="3787"/>
                </a:lnTo>
                <a:lnTo>
                  <a:pt x="3679" y="3788"/>
                </a:lnTo>
                <a:lnTo>
                  <a:pt x="3680" y="3789"/>
                </a:lnTo>
                <a:lnTo>
                  <a:pt x="3680" y="3790"/>
                </a:lnTo>
                <a:lnTo>
                  <a:pt x="3681" y="3790"/>
                </a:lnTo>
                <a:lnTo>
                  <a:pt x="3682" y="3791"/>
                </a:lnTo>
                <a:lnTo>
                  <a:pt x="3682" y="3792"/>
                </a:lnTo>
                <a:lnTo>
                  <a:pt x="3683" y="3792"/>
                </a:lnTo>
                <a:lnTo>
                  <a:pt x="3683" y="3793"/>
                </a:lnTo>
                <a:lnTo>
                  <a:pt x="3683" y="3794"/>
                </a:lnTo>
                <a:lnTo>
                  <a:pt x="3684" y="3794"/>
                </a:lnTo>
                <a:lnTo>
                  <a:pt x="3684" y="3795"/>
                </a:lnTo>
                <a:lnTo>
                  <a:pt x="3683" y="3795"/>
                </a:lnTo>
                <a:lnTo>
                  <a:pt x="3684" y="3796"/>
                </a:lnTo>
                <a:lnTo>
                  <a:pt x="3684" y="3797"/>
                </a:lnTo>
                <a:lnTo>
                  <a:pt x="3684" y="3796"/>
                </a:lnTo>
                <a:lnTo>
                  <a:pt x="3684" y="3797"/>
                </a:lnTo>
                <a:lnTo>
                  <a:pt x="3684" y="3798"/>
                </a:lnTo>
                <a:lnTo>
                  <a:pt x="3685" y="3798"/>
                </a:lnTo>
                <a:lnTo>
                  <a:pt x="3686" y="3798"/>
                </a:lnTo>
                <a:lnTo>
                  <a:pt x="3685" y="3798"/>
                </a:lnTo>
                <a:lnTo>
                  <a:pt x="3685" y="3799"/>
                </a:lnTo>
                <a:lnTo>
                  <a:pt x="3686" y="3800"/>
                </a:lnTo>
                <a:lnTo>
                  <a:pt x="3687" y="3800"/>
                </a:lnTo>
                <a:lnTo>
                  <a:pt x="3688" y="3800"/>
                </a:lnTo>
                <a:lnTo>
                  <a:pt x="3688" y="3801"/>
                </a:lnTo>
                <a:lnTo>
                  <a:pt x="3687" y="3801"/>
                </a:lnTo>
                <a:lnTo>
                  <a:pt x="3687" y="3802"/>
                </a:lnTo>
                <a:lnTo>
                  <a:pt x="3686" y="3802"/>
                </a:lnTo>
                <a:lnTo>
                  <a:pt x="3686" y="3803"/>
                </a:lnTo>
                <a:lnTo>
                  <a:pt x="3685" y="3803"/>
                </a:lnTo>
                <a:lnTo>
                  <a:pt x="3685" y="3804"/>
                </a:lnTo>
                <a:lnTo>
                  <a:pt x="3684" y="3804"/>
                </a:lnTo>
                <a:lnTo>
                  <a:pt x="3684" y="3803"/>
                </a:lnTo>
                <a:lnTo>
                  <a:pt x="3684" y="3802"/>
                </a:lnTo>
                <a:lnTo>
                  <a:pt x="3684" y="3803"/>
                </a:lnTo>
                <a:lnTo>
                  <a:pt x="3683" y="3803"/>
                </a:lnTo>
                <a:lnTo>
                  <a:pt x="3683" y="3802"/>
                </a:lnTo>
                <a:lnTo>
                  <a:pt x="3683" y="3801"/>
                </a:lnTo>
                <a:lnTo>
                  <a:pt x="3683" y="3800"/>
                </a:lnTo>
                <a:lnTo>
                  <a:pt x="3683" y="3801"/>
                </a:lnTo>
                <a:lnTo>
                  <a:pt x="3683" y="3802"/>
                </a:lnTo>
                <a:lnTo>
                  <a:pt x="3683" y="3803"/>
                </a:lnTo>
                <a:lnTo>
                  <a:pt x="3684" y="3804"/>
                </a:lnTo>
                <a:lnTo>
                  <a:pt x="3684" y="3805"/>
                </a:lnTo>
                <a:lnTo>
                  <a:pt x="3683" y="3805"/>
                </a:lnTo>
                <a:lnTo>
                  <a:pt x="3683" y="3806"/>
                </a:lnTo>
                <a:lnTo>
                  <a:pt x="3684" y="3806"/>
                </a:lnTo>
                <a:lnTo>
                  <a:pt x="3684" y="3805"/>
                </a:lnTo>
                <a:lnTo>
                  <a:pt x="3684" y="3804"/>
                </a:lnTo>
                <a:lnTo>
                  <a:pt x="3684" y="3805"/>
                </a:lnTo>
                <a:lnTo>
                  <a:pt x="3685" y="3805"/>
                </a:lnTo>
                <a:lnTo>
                  <a:pt x="3685" y="3804"/>
                </a:lnTo>
                <a:lnTo>
                  <a:pt x="3686" y="3804"/>
                </a:lnTo>
                <a:lnTo>
                  <a:pt x="3687" y="3804"/>
                </a:lnTo>
                <a:lnTo>
                  <a:pt x="3687" y="3803"/>
                </a:lnTo>
                <a:lnTo>
                  <a:pt x="3688" y="3803"/>
                </a:lnTo>
                <a:lnTo>
                  <a:pt x="3688" y="3804"/>
                </a:lnTo>
                <a:lnTo>
                  <a:pt x="3688" y="3805"/>
                </a:lnTo>
                <a:lnTo>
                  <a:pt x="3687" y="3805"/>
                </a:lnTo>
                <a:lnTo>
                  <a:pt x="3687" y="3806"/>
                </a:lnTo>
                <a:lnTo>
                  <a:pt x="3687" y="3807"/>
                </a:lnTo>
                <a:lnTo>
                  <a:pt x="3686" y="3807"/>
                </a:lnTo>
                <a:lnTo>
                  <a:pt x="3686" y="3808"/>
                </a:lnTo>
                <a:lnTo>
                  <a:pt x="3687" y="3807"/>
                </a:lnTo>
                <a:lnTo>
                  <a:pt x="3688" y="3807"/>
                </a:lnTo>
                <a:lnTo>
                  <a:pt x="3688" y="3806"/>
                </a:lnTo>
                <a:lnTo>
                  <a:pt x="3689" y="3806"/>
                </a:lnTo>
                <a:lnTo>
                  <a:pt x="3688" y="3806"/>
                </a:lnTo>
                <a:lnTo>
                  <a:pt x="3689" y="3805"/>
                </a:lnTo>
                <a:lnTo>
                  <a:pt x="3690" y="3806"/>
                </a:lnTo>
                <a:lnTo>
                  <a:pt x="3690" y="3807"/>
                </a:lnTo>
                <a:lnTo>
                  <a:pt x="3690" y="3808"/>
                </a:lnTo>
                <a:lnTo>
                  <a:pt x="3690" y="3809"/>
                </a:lnTo>
                <a:lnTo>
                  <a:pt x="3690" y="3810"/>
                </a:lnTo>
                <a:lnTo>
                  <a:pt x="3689" y="3810"/>
                </a:lnTo>
                <a:lnTo>
                  <a:pt x="3688" y="3810"/>
                </a:lnTo>
                <a:lnTo>
                  <a:pt x="3688" y="3811"/>
                </a:lnTo>
                <a:lnTo>
                  <a:pt x="3687" y="3811"/>
                </a:lnTo>
                <a:lnTo>
                  <a:pt x="3687" y="3812"/>
                </a:lnTo>
                <a:lnTo>
                  <a:pt x="3688" y="3812"/>
                </a:lnTo>
                <a:lnTo>
                  <a:pt x="3688" y="3811"/>
                </a:lnTo>
                <a:lnTo>
                  <a:pt x="3689" y="3810"/>
                </a:lnTo>
                <a:lnTo>
                  <a:pt x="3689" y="3811"/>
                </a:lnTo>
                <a:lnTo>
                  <a:pt x="3688" y="3812"/>
                </a:lnTo>
                <a:lnTo>
                  <a:pt x="3688" y="3813"/>
                </a:lnTo>
                <a:lnTo>
                  <a:pt x="3687" y="3813"/>
                </a:lnTo>
                <a:lnTo>
                  <a:pt x="3687" y="3814"/>
                </a:lnTo>
                <a:lnTo>
                  <a:pt x="3686" y="3814"/>
                </a:lnTo>
                <a:lnTo>
                  <a:pt x="3686" y="3813"/>
                </a:lnTo>
                <a:lnTo>
                  <a:pt x="3685" y="3813"/>
                </a:lnTo>
                <a:lnTo>
                  <a:pt x="3686" y="3813"/>
                </a:lnTo>
                <a:lnTo>
                  <a:pt x="3686" y="3814"/>
                </a:lnTo>
                <a:lnTo>
                  <a:pt x="3685" y="3814"/>
                </a:lnTo>
                <a:lnTo>
                  <a:pt x="3686" y="3814"/>
                </a:lnTo>
                <a:lnTo>
                  <a:pt x="3686" y="3815"/>
                </a:lnTo>
                <a:lnTo>
                  <a:pt x="3686" y="3816"/>
                </a:lnTo>
                <a:lnTo>
                  <a:pt x="3686" y="3817"/>
                </a:lnTo>
                <a:lnTo>
                  <a:pt x="3685" y="3817"/>
                </a:lnTo>
                <a:lnTo>
                  <a:pt x="3685" y="3818"/>
                </a:lnTo>
                <a:lnTo>
                  <a:pt x="3684" y="3819"/>
                </a:lnTo>
                <a:lnTo>
                  <a:pt x="3682" y="3820"/>
                </a:lnTo>
                <a:lnTo>
                  <a:pt x="3681" y="3820"/>
                </a:lnTo>
                <a:lnTo>
                  <a:pt x="3680" y="3820"/>
                </a:lnTo>
                <a:lnTo>
                  <a:pt x="3680" y="3819"/>
                </a:lnTo>
                <a:lnTo>
                  <a:pt x="3681" y="3818"/>
                </a:lnTo>
                <a:lnTo>
                  <a:pt x="3682" y="3817"/>
                </a:lnTo>
                <a:lnTo>
                  <a:pt x="3682" y="3816"/>
                </a:lnTo>
                <a:lnTo>
                  <a:pt x="3681" y="3817"/>
                </a:lnTo>
                <a:lnTo>
                  <a:pt x="3681" y="3818"/>
                </a:lnTo>
                <a:lnTo>
                  <a:pt x="3680" y="3818"/>
                </a:lnTo>
                <a:lnTo>
                  <a:pt x="3680" y="3819"/>
                </a:lnTo>
                <a:lnTo>
                  <a:pt x="3680" y="3820"/>
                </a:lnTo>
                <a:lnTo>
                  <a:pt x="3680" y="3821"/>
                </a:lnTo>
                <a:lnTo>
                  <a:pt x="3681" y="3821"/>
                </a:lnTo>
                <a:lnTo>
                  <a:pt x="3680" y="3821"/>
                </a:lnTo>
                <a:lnTo>
                  <a:pt x="3680" y="3822"/>
                </a:lnTo>
                <a:lnTo>
                  <a:pt x="3679" y="3822"/>
                </a:lnTo>
                <a:lnTo>
                  <a:pt x="3680" y="3822"/>
                </a:lnTo>
                <a:lnTo>
                  <a:pt x="3680" y="3823"/>
                </a:lnTo>
                <a:lnTo>
                  <a:pt x="3678" y="3823"/>
                </a:lnTo>
                <a:lnTo>
                  <a:pt x="3677" y="3823"/>
                </a:lnTo>
                <a:lnTo>
                  <a:pt x="3677" y="3824"/>
                </a:lnTo>
                <a:lnTo>
                  <a:pt x="3677" y="3823"/>
                </a:lnTo>
                <a:lnTo>
                  <a:pt x="3674" y="3823"/>
                </a:lnTo>
                <a:lnTo>
                  <a:pt x="3674" y="3824"/>
                </a:lnTo>
                <a:lnTo>
                  <a:pt x="3673" y="3824"/>
                </a:lnTo>
                <a:lnTo>
                  <a:pt x="3673" y="3825"/>
                </a:lnTo>
                <a:lnTo>
                  <a:pt x="3670" y="3825"/>
                </a:lnTo>
                <a:lnTo>
                  <a:pt x="3669" y="3824"/>
                </a:lnTo>
                <a:lnTo>
                  <a:pt x="3669" y="3823"/>
                </a:lnTo>
                <a:lnTo>
                  <a:pt x="3670" y="3821"/>
                </a:lnTo>
                <a:lnTo>
                  <a:pt x="3672" y="3821"/>
                </a:lnTo>
                <a:lnTo>
                  <a:pt x="3672" y="3820"/>
                </a:lnTo>
                <a:lnTo>
                  <a:pt x="3672" y="3819"/>
                </a:lnTo>
                <a:lnTo>
                  <a:pt x="3671" y="3819"/>
                </a:lnTo>
                <a:lnTo>
                  <a:pt x="3671" y="3818"/>
                </a:lnTo>
                <a:lnTo>
                  <a:pt x="3672" y="3818"/>
                </a:lnTo>
                <a:lnTo>
                  <a:pt x="3673" y="3818"/>
                </a:lnTo>
                <a:lnTo>
                  <a:pt x="3674" y="3818"/>
                </a:lnTo>
                <a:lnTo>
                  <a:pt x="3675" y="3818"/>
                </a:lnTo>
                <a:lnTo>
                  <a:pt x="3676" y="3818"/>
                </a:lnTo>
                <a:lnTo>
                  <a:pt x="3676" y="3817"/>
                </a:lnTo>
                <a:lnTo>
                  <a:pt x="3677" y="3816"/>
                </a:lnTo>
                <a:lnTo>
                  <a:pt x="3676" y="3816"/>
                </a:lnTo>
                <a:lnTo>
                  <a:pt x="3675" y="3816"/>
                </a:lnTo>
                <a:lnTo>
                  <a:pt x="3675" y="3817"/>
                </a:lnTo>
                <a:lnTo>
                  <a:pt x="3674" y="3817"/>
                </a:lnTo>
                <a:lnTo>
                  <a:pt x="3674" y="3816"/>
                </a:lnTo>
                <a:lnTo>
                  <a:pt x="3674" y="3815"/>
                </a:lnTo>
                <a:lnTo>
                  <a:pt x="3675" y="3815"/>
                </a:lnTo>
                <a:lnTo>
                  <a:pt x="3674" y="3815"/>
                </a:lnTo>
                <a:lnTo>
                  <a:pt x="3674" y="3814"/>
                </a:lnTo>
                <a:lnTo>
                  <a:pt x="3675" y="3814"/>
                </a:lnTo>
                <a:lnTo>
                  <a:pt x="3675" y="3813"/>
                </a:lnTo>
                <a:lnTo>
                  <a:pt x="3676" y="3813"/>
                </a:lnTo>
                <a:lnTo>
                  <a:pt x="3676" y="3812"/>
                </a:lnTo>
                <a:lnTo>
                  <a:pt x="3677" y="3812"/>
                </a:lnTo>
                <a:lnTo>
                  <a:pt x="3677" y="3811"/>
                </a:lnTo>
                <a:lnTo>
                  <a:pt x="3678" y="3811"/>
                </a:lnTo>
                <a:lnTo>
                  <a:pt x="3678" y="3810"/>
                </a:lnTo>
                <a:lnTo>
                  <a:pt x="3679" y="3810"/>
                </a:lnTo>
                <a:lnTo>
                  <a:pt x="3680" y="3810"/>
                </a:lnTo>
                <a:lnTo>
                  <a:pt x="3679" y="3810"/>
                </a:lnTo>
                <a:lnTo>
                  <a:pt x="3678" y="3810"/>
                </a:lnTo>
                <a:lnTo>
                  <a:pt x="3677" y="3810"/>
                </a:lnTo>
                <a:lnTo>
                  <a:pt x="3676" y="3810"/>
                </a:lnTo>
                <a:lnTo>
                  <a:pt x="3676" y="3811"/>
                </a:lnTo>
                <a:lnTo>
                  <a:pt x="3675" y="3811"/>
                </a:lnTo>
                <a:lnTo>
                  <a:pt x="3675" y="3812"/>
                </a:lnTo>
                <a:lnTo>
                  <a:pt x="3674" y="3812"/>
                </a:lnTo>
                <a:lnTo>
                  <a:pt x="3674" y="3811"/>
                </a:lnTo>
                <a:lnTo>
                  <a:pt x="3674" y="3810"/>
                </a:lnTo>
                <a:lnTo>
                  <a:pt x="3675" y="3810"/>
                </a:lnTo>
                <a:lnTo>
                  <a:pt x="3675" y="3809"/>
                </a:lnTo>
                <a:lnTo>
                  <a:pt x="3676" y="3809"/>
                </a:lnTo>
                <a:lnTo>
                  <a:pt x="3676" y="3808"/>
                </a:lnTo>
                <a:lnTo>
                  <a:pt x="3675" y="3808"/>
                </a:lnTo>
                <a:lnTo>
                  <a:pt x="3676" y="3808"/>
                </a:lnTo>
                <a:lnTo>
                  <a:pt x="3676" y="3807"/>
                </a:lnTo>
                <a:lnTo>
                  <a:pt x="3675" y="3807"/>
                </a:lnTo>
                <a:lnTo>
                  <a:pt x="3674" y="3807"/>
                </a:lnTo>
                <a:lnTo>
                  <a:pt x="3674" y="3808"/>
                </a:lnTo>
                <a:lnTo>
                  <a:pt x="3675" y="3808"/>
                </a:lnTo>
                <a:lnTo>
                  <a:pt x="3674" y="3808"/>
                </a:lnTo>
                <a:lnTo>
                  <a:pt x="3674" y="3809"/>
                </a:lnTo>
                <a:lnTo>
                  <a:pt x="3673" y="3810"/>
                </a:lnTo>
                <a:lnTo>
                  <a:pt x="3672" y="3810"/>
                </a:lnTo>
                <a:lnTo>
                  <a:pt x="3672" y="3811"/>
                </a:lnTo>
                <a:lnTo>
                  <a:pt x="3671" y="3810"/>
                </a:lnTo>
                <a:lnTo>
                  <a:pt x="3671" y="3809"/>
                </a:lnTo>
                <a:lnTo>
                  <a:pt x="3671" y="3810"/>
                </a:lnTo>
                <a:lnTo>
                  <a:pt x="3670" y="3809"/>
                </a:lnTo>
                <a:lnTo>
                  <a:pt x="3669" y="3809"/>
                </a:lnTo>
                <a:lnTo>
                  <a:pt x="3669" y="3807"/>
                </a:lnTo>
                <a:lnTo>
                  <a:pt x="3669" y="3808"/>
                </a:lnTo>
                <a:lnTo>
                  <a:pt x="3668" y="3808"/>
                </a:lnTo>
                <a:lnTo>
                  <a:pt x="3668" y="3809"/>
                </a:lnTo>
                <a:lnTo>
                  <a:pt x="3668" y="3808"/>
                </a:lnTo>
                <a:lnTo>
                  <a:pt x="3667" y="3808"/>
                </a:lnTo>
                <a:lnTo>
                  <a:pt x="3666" y="3808"/>
                </a:lnTo>
                <a:lnTo>
                  <a:pt x="3666" y="3807"/>
                </a:lnTo>
                <a:lnTo>
                  <a:pt x="3665" y="3807"/>
                </a:lnTo>
                <a:lnTo>
                  <a:pt x="3666" y="3806"/>
                </a:lnTo>
                <a:lnTo>
                  <a:pt x="3666" y="3805"/>
                </a:lnTo>
                <a:lnTo>
                  <a:pt x="3665" y="3805"/>
                </a:lnTo>
                <a:lnTo>
                  <a:pt x="3665" y="3806"/>
                </a:lnTo>
                <a:lnTo>
                  <a:pt x="3665" y="3807"/>
                </a:lnTo>
                <a:lnTo>
                  <a:pt x="3665" y="3808"/>
                </a:lnTo>
                <a:lnTo>
                  <a:pt x="3666" y="3808"/>
                </a:lnTo>
                <a:lnTo>
                  <a:pt x="3666" y="3809"/>
                </a:lnTo>
                <a:lnTo>
                  <a:pt x="3665" y="3809"/>
                </a:lnTo>
                <a:lnTo>
                  <a:pt x="3665" y="3810"/>
                </a:lnTo>
                <a:lnTo>
                  <a:pt x="3665" y="3811"/>
                </a:lnTo>
                <a:lnTo>
                  <a:pt x="3665" y="3809"/>
                </a:lnTo>
                <a:lnTo>
                  <a:pt x="3664" y="3809"/>
                </a:lnTo>
                <a:lnTo>
                  <a:pt x="3665" y="3808"/>
                </a:lnTo>
                <a:lnTo>
                  <a:pt x="3664" y="3809"/>
                </a:lnTo>
                <a:lnTo>
                  <a:pt x="3663" y="3810"/>
                </a:lnTo>
                <a:lnTo>
                  <a:pt x="3663" y="3812"/>
                </a:lnTo>
                <a:lnTo>
                  <a:pt x="3664" y="3812"/>
                </a:lnTo>
                <a:lnTo>
                  <a:pt x="3664" y="3813"/>
                </a:lnTo>
                <a:lnTo>
                  <a:pt x="3665" y="3813"/>
                </a:lnTo>
                <a:lnTo>
                  <a:pt x="3664" y="3813"/>
                </a:lnTo>
                <a:lnTo>
                  <a:pt x="3664" y="3814"/>
                </a:lnTo>
                <a:lnTo>
                  <a:pt x="3664" y="3815"/>
                </a:lnTo>
                <a:lnTo>
                  <a:pt x="3663" y="3815"/>
                </a:lnTo>
                <a:lnTo>
                  <a:pt x="3664" y="3816"/>
                </a:lnTo>
                <a:lnTo>
                  <a:pt x="3663" y="3816"/>
                </a:lnTo>
                <a:lnTo>
                  <a:pt x="3663" y="3817"/>
                </a:lnTo>
                <a:lnTo>
                  <a:pt x="3662" y="3817"/>
                </a:lnTo>
                <a:lnTo>
                  <a:pt x="3662" y="3818"/>
                </a:lnTo>
                <a:lnTo>
                  <a:pt x="3662" y="3819"/>
                </a:lnTo>
                <a:lnTo>
                  <a:pt x="3663" y="3819"/>
                </a:lnTo>
                <a:lnTo>
                  <a:pt x="3663" y="3818"/>
                </a:lnTo>
                <a:lnTo>
                  <a:pt x="3663" y="3819"/>
                </a:lnTo>
                <a:lnTo>
                  <a:pt x="3664" y="3819"/>
                </a:lnTo>
                <a:lnTo>
                  <a:pt x="3664" y="3818"/>
                </a:lnTo>
                <a:lnTo>
                  <a:pt x="3664" y="3819"/>
                </a:lnTo>
                <a:lnTo>
                  <a:pt x="3664" y="3820"/>
                </a:lnTo>
                <a:lnTo>
                  <a:pt x="3663" y="3821"/>
                </a:lnTo>
                <a:lnTo>
                  <a:pt x="3663" y="3822"/>
                </a:lnTo>
                <a:lnTo>
                  <a:pt x="3662" y="3823"/>
                </a:lnTo>
                <a:lnTo>
                  <a:pt x="3661" y="3823"/>
                </a:lnTo>
                <a:lnTo>
                  <a:pt x="3661" y="3824"/>
                </a:lnTo>
                <a:lnTo>
                  <a:pt x="3661" y="3825"/>
                </a:lnTo>
                <a:lnTo>
                  <a:pt x="3659" y="3825"/>
                </a:lnTo>
                <a:lnTo>
                  <a:pt x="3658" y="3826"/>
                </a:lnTo>
                <a:lnTo>
                  <a:pt x="3658" y="3827"/>
                </a:lnTo>
                <a:lnTo>
                  <a:pt x="3657" y="3827"/>
                </a:lnTo>
                <a:lnTo>
                  <a:pt x="3656" y="3828"/>
                </a:lnTo>
                <a:lnTo>
                  <a:pt x="3655" y="3828"/>
                </a:lnTo>
                <a:lnTo>
                  <a:pt x="3654" y="3829"/>
                </a:lnTo>
                <a:lnTo>
                  <a:pt x="3654" y="3830"/>
                </a:lnTo>
                <a:lnTo>
                  <a:pt x="3653" y="3830"/>
                </a:lnTo>
                <a:lnTo>
                  <a:pt x="3652" y="3830"/>
                </a:lnTo>
                <a:lnTo>
                  <a:pt x="3652" y="3829"/>
                </a:lnTo>
                <a:lnTo>
                  <a:pt x="3652" y="3828"/>
                </a:lnTo>
                <a:lnTo>
                  <a:pt x="3653" y="3828"/>
                </a:lnTo>
                <a:lnTo>
                  <a:pt x="3654" y="3828"/>
                </a:lnTo>
                <a:lnTo>
                  <a:pt x="3655" y="3826"/>
                </a:lnTo>
                <a:lnTo>
                  <a:pt x="3656" y="3825"/>
                </a:lnTo>
                <a:lnTo>
                  <a:pt x="3657" y="3821"/>
                </a:lnTo>
                <a:lnTo>
                  <a:pt x="3658" y="3820"/>
                </a:lnTo>
                <a:lnTo>
                  <a:pt x="3658" y="3819"/>
                </a:lnTo>
                <a:lnTo>
                  <a:pt x="3659" y="3819"/>
                </a:lnTo>
                <a:lnTo>
                  <a:pt x="3659" y="3818"/>
                </a:lnTo>
                <a:lnTo>
                  <a:pt x="3658" y="3818"/>
                </a:lnTo>
                <a:lnTo>
                  <a:pt x="3658" y="3819"/>
                </a:lnTo>
                <a:lnTo>
                  <a:pt x="3657" y="3819"/>
                </a:lnTo>
                <a:lnTo>
                  <a:pt x="3656" y="3818"/>
                </a:lnTo>
                <a:lnTo>
                  <a:pt x="3656" y="3817"/>
                </a:lnTo>
                <a:lnTo>
                  <a:pt x="3656" y="3816"/>
                </a:lnTo>
                <a:lnTo>
                  <a:pt x="3655" y="3816"/>
                </a:lnTo>
                <a:lnTo>
                  <a:pt x="3654" y="3816"/>
                </a:lnTo>
                <a:lnTo>
                  <a:pt x="3654" y="3815"/>
                </a:lnTo>
                <a:lnTo>
                  <a:pt x="3653" y="3815"/>
                </a:lnTo>
                <a:lnTo>
                  <a:pt x="3653" y="3816"/>
                </a:lnTo>
                <a:lnTo>
                  <a:pt x="3653" y="3817"/>
                </a:lnTo>
                <a:lnTo>
                  <a:pt x="3652" y="3817"/>
                </a:lnTo>
                <a:lnTo>
                  <a:pt x="3652" y="3818"/>
                </a:lnTo>
                <a:lnTo>
                  <a:pt x="3652" y="3817"/>
                </a:lnTo>
                <a:lnTo>
                  <a:pt x="3651" y="3817"/>
                </a:lnTo>
                <a:lnTo>
                  <a:pt x="3650" y="3817"/>
                </a:lnTo>
                <a:lnTo>
                  <a:pt x="3650" y="3818"/>
                </a:lnTo>
                <a:lnTo>
                  <a:pt x="3649" y="3818"/>
                </a:lnTo>
                <a:lnTo>
                  <a:pt x="3648" y="3818"/>
                </a:lnTo>
                <a:lnTo>
                  <a:pt x="3648" y="3817"/>
                </a:lnTo>
                <a:lnTo>
                  <a:pt x="3648" y="3818"/>
                </a:lnTo>
                <a:lnTo>
                  <a:pt x="3648" y="3819"/>
                </a:lnTo>
                <a:lnTo>
                  <a:pt x="3649" y="3819"/>
                </a:lnTo>
                <a:lnTo>
                  <a:pt x="3649" y="3820"/>
                </a:lnTo>
                <a:lnTo>
                  <a:pt x="3648" y="3820"/>
                </a:lnTo>
                <a:lnTo>
                  <a:pt x="3647" y="3820"/>
                </a:lnTo>
                <a:lnTo>
                  <a:pt x="3646" y="3821"/>
                </a:lnTo>
                <a:lnTo>
                  <a:pt x="3646" y="3822"/>
                </a:lnTo>
                <a:lnTo>
                  <a:pt x="3645" y="3821"/>
                </a:lnTo>
                <a:lnTo>
                  <a:pt x="3645" y="3822"/>
                </a:lnTo>
                <a:lnTo>
                  <a:pt x="3645" y="3823"/>
                </a:lnTo>
                <a:lnTo>
                  <a:pt x="3646" y="3824"/>
                </a:lnTo>
                <a:lnTo>
                  <a:pt x="3647" y="3824"/>
                </a:lnTo>
                <a:lnTo>
                  <a:pt x="3648" y="3824"/>
                </a:lnTo>
                <a:lnTo>
                  <a:pt x="3648" y="3825"/>
                </a:lnTo>
                <a:lnTo>
                  <a:pt x="3649" y="3825"/>
                </a:lnTo>
                <a:lnTo>
                  <a:pt x="3650" y="3825"/>
                </a:lnTo>
                <a:lnTo>
                  <a:pt x="3650" y="3826"/>
                </a:lnTo>
                <a:lnTo>
                  <a:pt x="3649" y="3826"/>
                </a:lnTo>
                <a:lnTo>
                  <a:pt x="3648" y="3826"/>
                </a:lnTo>
                <a:lnTo>
                  <a:pt x="3647" y="3827"/>
                </a:lnTo>
                <a:lnTo>
                  <a:pt x="3646" y="3827"/>
                </a:lnTo>
                <a:lnTo>
                  <a:pt x="3645" y="3827"/>
                </a:lnTo>
                <a:lnTo>
                  <a:pt x="3643" y="3828"/>
                </a:lnTo>
                <a:lnTo>
                  <a:pt x="3642" y="3828"/>
                </a:lnTo>
                <a:lnTo>
                  <a:pt x="3642" y="3827"/>
                </a:lnTo>
                <a:lnTo>
                  <a:pt x="3644" y="3827"/>
                </a:lnTo>
                <a:lnTo>
                  <a:pt x="3644" y="3826"/>
                </a:lnTo>
                <a:lnTo>
                  <a:pt x="3643" y="3826"/>
                </a:lnTo>
                <a:lnTo>
                  <a:pt x="3642" y="3826"/>
                </a:lnTo>
                <a:lnTo>
                  <a:pt x="3641" y="3826"/>
                </a:lnTo>
                <a:lnTo>
                  <a:pt x="3641" y="3825"/>
                </a:lnTo>
                <a:lnTo>
                  <a:pt x="3639" y="3824"/>
                </a:lnTo>
                <a:lnTo>
                  <a:pt x="3639" y="3825"/>
                </a:lnTo>
                <a:lnTo>
                  <a:pt x="3639" y="3826"/>
                </a:lnTo>
                <a:lnTo>
                  <a:pt x="3638" y="3826"/>
                </a:lnTo>
                <a:lnTo>
                  <a:pt x="3637" y="3826"/>
                </a:lnTo>
                <a:lnTo>
                  <a:pt x="3636" y="3826"/>
                </a:lnTo>
                <a:lnTo>
                  <a:pt x="3636" y="3825"/>
                </a:lnTo>
                <a:lnTo>
                  <a:pt x="3635" y="3825"/>
                </a:lnTo>
                <a:lnTo>
                  <a:pt x="3635" y="3824"/>
                </a:lnTo>
                <a:lnTo>
                  <a:pt x="3634" y="3824"/>
                </a:lnTo>
                <a:lnTo>
                  <a:pt x="3633" y="3824"/>
                </a:lnTo>
                <a:lnTo>
                  <a:pt x="3632" y="3824"/>
                </a:lnTo>
                <a:lnTo>
                  <a:pt x="3631" y="3824"/>
                </a:lnTo>
                <a:lnTo>
                  <a:pt x="3630" y="3824"/>
                </a:lnTo>
                <a:lnTo>
                  <a:pt x="3629" y="3824"/>
                </a:lnTo>
                <a:lnTo>
                  <a:pt x="3629" y="3825"/>
                </a:lnTo>
                <a:lnTo>
                  <a:pt x="3628" y="3825"/>
                </a:lnTo>
                <a:lnTo>
                  <a:pt x="3627" y="3825"/>
                </a:lnTo>
                <a:lnTo>
                  <a:pt x="3627" y="3826"/>
                </a:lnTo>
                <a:lnTo>
                  <a:pt x="3627" y="3825"/>
                </a:lnTo>
                <a:lnTo>
                  <a:pt x="3626" y="3825"/>
                </a:lnTo>
                <a:lnTo>
                  <a:pt x="3626" y="3826"/>
                </a:lnTo>
                <a:lnTo>
                  <a:pt x="3626" y="3825"/>
                </a:lnTo>
                <a:lnTo>
                  <a:pt x="3625" y="3825"/>
                </a:lnTo>
                <a:lnTo>
                  <a:pt x="3625" y="3824"/>
                </a:lnTo>
                <a:lnTo>
                  <a:pt x="3625" y="3823"/>
                </a:lnTo>
                <a:lnTo>
                  <a:pt x="3624" y="3823"/>
                </a:lnTo>
                <a:lnTo>
                  <a:pt x="3624" y="3822"/>
                </a:lnTo>
                <a:lnTo>
                  <a:pt x="3624" y="3821"/>
                </a:lnTo>
                <a:lnTo>
                  <a:pt x="3623" y="3821"/>
                </a:lnTo>
                <a:lnTo>
                  <a:pt x="3623" y="3820"/>
                </a:lnTo>
                <a:lnTo>
                  <a:pt x="3622" y="3820"/>
                </a:lnTo>
                <a:lnTo>
                  <a:pt x="3622" y="3819"/>
                </a:lnTo>
                <a:lnTo>
                  <a:pt x="3622" y="3820"/>
                </a:lnTo>
                <a:lnTo>
                  <a:pt x="3621" y="3820"/>
                </a:lnTo>
                <a:lnTo>
                  <a:pt x="3621" y="3819"/>
                </a:lnTo>
                <a:lnTo>
                  <a:pt x="3620" y="3819"/>
                </a:lnTo>
                <a:lnTo>
                  <a:pt x="3620" y="3820"/>
                </a:lnTo>
                <a:lnTo>
                  <a:pt x="3620" y="3819"/>
                </a:lnTo>
                <a:lnTo>
                  <a:pt x="3619" y="3818"/>
                </a:lnTo>
                <a:lnTo>
                  <a:pt x="3619" y="3817"/>
                </a:lnTo>
                <a:lnTo>
                  <a:pt x="3618" y="3817"/>
                </a:lnTo>
                <a:lnTo>
                  <a:pt x="3618" y="3816"/>
                </a:lnTo>
                <a:lnTo>
                  <a:pt x="3619" y="3816"/>
                </a:lnTo>
                <a:lnTo>
                  <a:pt x="3618" y="3816"/>
                </a:lnTo>
                <a:lnTo>
                  <a:pt x="3618" y="3815"/>
                </a:lnTo>
                <a:lnTo>
                  <a:pt x="3619" y="3815"/>
                </a:lnTo>
                <a:lnTo>
                  <a:pt x="3618" y="3815"/>
                </a:lnTo>
                <a:lnTo>
                  <a:pt x="3618" y="3814"/>
                </a:lnTo>
                <a:lnTo>
                  <a:pt x="3617" y="3814"/>
                </a:lnTo>
                <a:lnTo>
                  <a:pt x="3617" y="3813"/>
                </a:lnTo>
                <a:lnTo>
                  <a:pt x="3617" y="3812"/>
                </a:lnTo>
                <a:lnTo>
                  <a:pt x="3616" y="3812"/>
                </a:lnTo>
                <a:lnTo>
                  <a:pt x="3615" y="3811"/>
                </a:lnTo>
                <a:lnTo>
                  <a:pt x="3615" y="3812"/>
                </a:lnTo>
                <a:lnTo>
                  <a:pt x="3614" y="3812"/>
                </a:lnTo>
                <a:lnTo>
                  <a:pt x="3614" y="3813"/>
                </a:lnTo>
                <a:lnTo>
                  <a:pt x="3613" y="3813"/>
                </a:lnTo>
                <a:lnTo>
                  <a:pt x="3613" y="3812"/>
                </a:lnTo>
                <a:lnTo>
                  <a:pt x="3612" y="3812"/>
                </a:lnTo>
                <a:lnTo>
                  <a:pt x="3611" y="3812"/>
                </a:lnTo>
                <a:lnTo>
                  <a:pt x="3611" y="3811"/>
                </a:lnTo>
                <a:lnTo>
                  <a:pt x="3610" y="3811"/>
                </a:lnTo>
                <a:lnTo>
                  <a:pt x="3609" y="3811"/>
                </a:lnTo>
                <a:lnTo>
                  <a:pt x="3609" y="3812"/>
                </a:lnTo>
                <a:lnTo>
                  <a:pt x="3609" y="3811"/>
                </a:lnTo>
                <a:lnTo>
                  <a:pt x="3608" y="3811"/>
                </a:lnTo>
                <a:lnTo>
                  <a:pt x="3607" y="3811"/>
                </a:lnTo>
                <a:lnTo>
                  <a:pt x="3607" y="3812"/>
                </a:lnTo>
                <a:lnTo>
                  <a:pt x="3606" y="3812"/>
                </a:lnTo>
                <a:lnTo>
                  <a:pt x="3606" y="3813"/>
                </a:lnTo>
                <a:lnTo>
                  <a:pt x="3605" y="3813"/>
                </a:lnTo>
                <a:lnTo>
                  <a:pt x="3604" y="3813"/>
                </a:lnTo>
                <a:lnTo>
                  <a:pt x="3603" y="3813"/>
                </a:lnTo>
                <a:lnTo>
                  <a:pt x="3603" y="3814"/>
                </a:lnTo>
                <a:lnTo>
                  <a:pt x="3602" y="3814"/>
                </a:lnTo>
                <a:lnTo>
                  <a:pt x="3601" y="3814"/>
                </a:lnTo>
                <a:lnTo>
                  <a:pt x="3601" y="3815"/>
                </a:lnTo>
                <a:lnTo>
                  <a:pt x="3600" y="3815"/>
                </a:lnTo>
                <a:lnTo>
                  <a:pt x="3600" y="3816"/>
                </a:lnTo>
                <a:lnTo>
                  <a:pt x="3599" y="3816"/>
                </a:lnTo>
                <a:lnTo>
                  <a:pt x="3598" y="3816"/>
                </a:lnTo>
                <a:lnTo>
                  <a:pt x="3597" y="3816"/>
                </a:lnTo>
                <a:lnTo>
                  <a:pt x="3597" y="3817"/>
                </a:lnTo>
                <a:lnTo>
                  <a:pt x="3596" y="3817"/>
                </a:lnTo>
                <a:lnTo>
                  <a:pt x="3596" y="3816"/>
                </a:lnTo>
                <a:lnTo>
                  <a:pt x="3595" y="3816"/>
                </a:lnTo>
                <a:lnTo>
                  <a:pt x="3595" y="3817"/>
                </a:lnTo>
                <a:lnTo>
                  <a:pt x="3594" y="3817"/>
                </a:lnTo>
                <a:lnTo>
                  <a:pt x="3591" y="3817"/>
                </a:lnTo>
                <a:lnTo>
                  <a:pt x="3590" y="3817"/>
                </a:lnTo>
                <a:lnTo>
                  <a:pt x="3589" y="3817"/>
                </a:lnTo>
                <a:lnTo>
                  <a:pt x="3588" y="3817"/>
                </a:lnTo>
                <a:lnTo>
                  <a:pt x="3587" y="3817"/>
                </a:lnTo>
                <a:lnTo>
                  <a:pt x="3586" y="3816"/>
                </a:lnTo>
                <a:lnTo>
                  <a:pt x="3585" y="3816"/>
                </a:lnTo>
                <a:lnTo>
                  <a:pt x="3584" y="3816"/>
                </a:lnTo>
                <a:lnTo>
                  <a:pt x="3584" y="3817"/>
                </a:lnTo>
                <a:lnTo>
                  <a:pt x="3583" y="3817"/>
                </a:lnTo>
                <a:lnTo>
                  <a:pt x="3583" y="3818"/>
                </a:lnTo>
                <a:lnTo>
                  <a:pt x="3583" y="3819"/>
                </a:lnTo>
                <a:lnTo>
                  <a:pt x="3582" y="3819"/>
                </a:lnTo>
                <a:lnTo>
                  <a:pt x="3581" y="3819"/>
                </a:lnTo>
                <a:lnTo>
                  <a:pt x="3580" y="3819"/>
                </a:lnTo>
                <a:lnTo>
                  <a:pt x="3579" y="3819"/>
                </a:lnTo>
                <a:lnTo>
                  <a:pt x="3579" y="3818"/>
                </a:lnTo>
                <a:lnTo>
                  <a:pt x="3578" y="3818"/>
                </a:lnTo>
                <a:lnTo>
                  <a:pt x="3578" y="3819"/>
                </a:lnTo>
                <a:lnTo>
                  <a:pt x="3577" y="3818"/>
                </a:lnTo>
                <a:lnTo>
                  <a:pt x="3576" y="3818"/>
                </a:lnTo>
                <a:lnTo>
                  <a:pt x="3577" y="3818"/>
                </a:lnTo>
                <a:lnTo>
                  <a:pt x="3577" y="3817"/>
                </a:lnTo>
                <a:lnTo>
                  <a:pt x="3577" y="3816"/>
                </a:lnTo>
                <a:lnTo>
                  <a:pt x="3577" y="3815"/>
                </a:lnTo>
                <a:lnTo>
                  <a:pt x="3576" y="3815"/>
                </a:lnTo>
                <a:lnTo>
                  <a:pt x="3576" y="3814"/>
                </a:lnTo>
                <a:lnTo>
                  <a:pt x="3576" y="3813"/>
                </a:lnTo>
                <a:lnTo>
                  <a:pt x="3576" y="3812"/>
                </a:lnTo>
                <a:lnTo>
                  <a:pt x="3576" y="3811"/>
                </a:lnTo>
                <a:lnTo>
                  <a:pt x="3575" y="3811"/>
                </a:lnTo>
                <a:lnTo>
                  <a:pt x="3575" y="3810"/>
                </a:lnTo>
                <a:lnTo>
                  <a:pt x="3574" y="3810"/>
                </a:lnTo>
                <a:lnTo>
                  <a:pt x="3574" y="3811"/>
                </a:lnTo>
                <a:lnTo>
                  <a:pt x="3574" y="3810"/>
                </a:lnTo>
                <a:lnTo>
                  <a:pt x="3573" y="3810"/>
                </a:lnTo>
                <a:lnTo>
                  <a:pt x="3573" y="3811"/>
                </a:lnTo>
                <a:lnTo>
                  <a:pt x="3572" y="3811"/>
                </a:lnTo>
                <a:lnTo>
                  <a:pt x="3571" y="3811"/>
                </a:lnTo>
                <a:lnTo>
                  <a:pt x="3571" y="3812"/>
                </a:lnTo>
                <a:lnTo>
                  <a:pt x="3570" y="3812"/>
                </a:lnTo>
                <a:lnTo>
                  <a:pt x="3570" y="3813"/>
                </a:lnTo>
                <a:lnTo>
                  <a:pt x="3569" y="3813"/>
                </a:lnTo>
                <a:lnTo>
                  <a:pt x="3569" y="3814"/>
                </a:lnTo>
                <a:lnTo>
                  <a:pt x="3568" y="3814"/>
                </a:lnTo>
                <a:lnTo>
                  <a:pt x="3568" y="3815"/>
                </a:lnTo>
                <a:lnTo>
                  <a:pt x="3567" y="3815"/>
                </a:lnTo>
                <a:lnTo>
                  <a:pt x="3567" y="3816"/>
                </a:lnTo>
                <a:lnTo>
                  <a:pt x="3567" y="3817"/>
                </a:lnTo>
                <a:lnTo>
                  <a:pt x="3566" y="3817"/>
                </a:lnTo>
                <a:lnTo>
                  <a:pt x="3566" y="3818"/>
                </a:lnTo>
                <a:lnTo>
                  <a:pt x="3565" y="3818"/>
                </a:lnTo>
                <a:lnTo>
                  <a:pt x="3564" y="3818"/>
                </a:lnTo>
                <a:lnTo>
                  <a:pt x="3563" y="3818"/>
                </a:lnTo>
                <a:lnTo>
                  <a:pt x="3563" y="3817"/>
                </a:lnTo>
                <a:lnTo>
                  <a:pt x="3563" y="3816"/>
                </a:lnTo>
                <a:lnTo>
                  <a:pt x="3563" y="3815"/>
                </a:lnTo>
                <a:lnTo>
                  <a:pt x="3562" y="3815"/>
                </a:lnTo>
                <a:lnTo>
                  <a:pt x="3562" y="3814"/>
                </a:lnTo>
                <a:lnTo>
                  <a:pt x="3563" y="3814"/>
                </a:lnTo>
                <a:lnTo>
                  <a:pt x="3563" y="3813"/>
                </a:lnTo>
                <a:lnTo>
                  <a:pt x="3563" y="3812"/>
                </a:lnTo>
                <a:lnTo>
                  <a:pt x="3563" y="3811"/>
                </a:lnTo>
                <a:lnTo>
                  <a:pt x="3563" y="3810"/>
                </a:lnTo>
                <a:lnTo>
                  <a:pt x="3563" y="3809"/>
                </a:lnTo>
                <a:lnTo>
                  <a:pt x="3562" y="3809"/>
                </a:lnTo>
                <a:lnTo>
                  <a:pt x="3561" y="3809"/>
                </a:lnTo>
                <a:lnTo>
                  <a:pt x="3562" y="3809"/>
                </a:lnTo>
                <a:lnTo>
                  <a:pt x="3562" y="3808"/>
                </a:lnTo>
                <a:lnTo>
                  <a:pt x="3561" y="3808"/>
                </a:lnTo>
                <a:lnTo>
                  <a:pt x="3561" y="3807"/>
                </a:lnTo>
                <a:lnTo>
                  <a:pt x="3560" y="3807"/>
                </a:lnTo>
                <a:lnTo>
                  <a:pt x="3560" y="3806"/>
                </a:lnTo>
                <a:lnTo>
                  <a:pt x="3560" y="3805"/>
                </a:lnTo>
                <a:lnTo>
                  <a:pt x="3559" y="3805"/>
                </a:lnTo>
                <a:lnTo>
                  <a:pt x="3559" y="3804"/>
                </a:lnTo>
                <a:lnTo>
                  <a:pt x="3559" y="3803"/>
                </a:lnTo>
                <a:lnTo>
                  <a:pt x="3558" y="3803"/>
                </a:lnTo>
                <a:lnTo>
                  <a:pt x="3558" y="3802"/>
                </a:lnTo>
                <a:lnTo>
                  <a:pt x="3557" y="3802"/>
                </a:lnTo>
                <a:lnTo>
                  <a:pt x="3557" y="3801"/>
                </a:lnTo>
                <a:lnTo>
                  <a:pt x="3556" y="3801"/>
                </a:lnTo>
                <a:lnTo>
                  <a:pt x="3555" y="3801"/>
                </a:lnTo>
                <a:lnTo>
                  <a:pt x="3555" y="3802"/>
                </a:lnTo>
                <a:lnTo>
                  <a:pt x="3554" y="3802"/>
                </a:lnTo>
                <a:lnTo>
                  <a:pt x="3553" y="3802"/>
                </a:lnTo>
                <a:lnTo>
                  <a:pt x="3553" y="3803"/>
                </a:lnTo>
                <a:lnTo>
                  <a:pt x="3552" y="3803"/>
                </a:lnTo>
                <a:lnTo>
                  <a:pt x="3552" y="3804"/>
                </a:lnTo>
                <a:lnTo>
                  <a:pt x="3551" y="3804"/>
                </a:lnTo>
                <a:lnTo>
                  <a:pt x="3551" y="3805"/>
                </a:lnTo>
                <a:lnTo>
                  <a:pt x="3550" y="3805"/>
                </a:lnTo>
                <a:lnTo>
                  <a:pt x="3549" y="3805"/>
                </a:lnTo>
                <a:lnTo>
                  <a:pt x="3548" y="3805"/>
                </a:lnTo>
                <a:lnTo>
                  <a:pt x="3548" y="3804"/>
                </a:lnTo>
                <a:lnTo>
                  <a:pt x="3547" y="3804"/>
                </a:lnTo>
                <a:lnTo>
                  <a:pt x="3546" y="3804"/>
                </a:lnTo>
                <a:lnTo>
                  <a:pt x="3546" y="3803"/>
                </a:lnTo>
                <a:lnTo>
                  <a:pt x="3546" y="3804"/>
                </a:lnTo>
                <a:lnTo>
                  <a:pt x="3546" y="3803"/>
                </a:lnTo>
                <a:lnTo>
                  <a:pt x="3546" y="3802"/>
                </a:lnTo>
                <a:lnTo>
                  <a:pt x="3545" y="3802"/>
                </a:lnTo>
                <a:lnTo>
                  <a:pt x="3545" y="3801"/>
                </a:lnTo>
                <a:lnTo>
                  <a:pt x="3545" y="3800"/>
                </a:lnTo>
                <a:lnTo>
                  <a:pt x="3544" y="3800"/>
                </a:lnTo>
                <a:lnTo>
                  <a:pt x="3543" y="3800"/>
                </a:lnTo>
                <a:lnTo>
                  <a:pt x="3542" y="3800"/>
                </a:lnTo>
                <a:lnTo>
                  <a:pt x="3542" y="3799"/>
                </a:lnTo>
                <a:lnTo>
                  <a:pt x="3541" y="3799"/>
                </a:lnTo>
                <a:lnTo>
                  <a:pt x="3540" y="3799"/>
                </a:lnTo>
                <a:lnTo>
                  <a:pt x="3540" y="3798"/>
                </a:lnTo>
                <a:lnTo>
                  <a:pt x="3540" y="3799"/>
                </a:lnTo>
                <a:lnTo>
                  <a:pt x="3540" y="3798"/>
                </a:lnTo>
                <a:lnTo>
                  <a:pt x="3539" y="3798"/>
                </a:lnTo>
                <a:lnTo>
                  <a:pt x="3539" y="3797"/>
                </a:lnTo>
                <a:lnTo>
                  <a:pt x="3538" y="3797"/>
                </a:lnTo>
                <a:lnTo>
                  <a:pt x="3538" y="3796"/>
                </a:lnTo>
                <a:lnTo>
                  <a:pt x="3537" y="3796"/>
                </a:lnTo>
                <a:lnTo>
                  <a:pt x="3537" y="3795"/>
                </a:lnTo>
                <a:lnTo>
                  <a:pt x="3536" y="3795"/>
                </a:lnTo>
                <a:lnTo>
                  <a:pt x="3535" y="3795"/>
                </a:lnTo>
                <a:lnTo>
                  <a:pt x="3535" y="3794"/>
                </a:lnTo>
                <a:lnTo>
                  <a:pt x="3534" y="3794"/>
                </a:lnTo>
                <a:lnTo>
                  <a:pt x="3534" y="3793"/>
                </a:lnTo>
                <a:lnTo>
                  <a:pt x="3533" y="3793"/>
                </a:lnTo>
                <a:lnTo>
                  <a:pt x="3532" y="3793"/>
                </a:lnTo>
                <a:lnTo>
                  <a:pt x="3531" y="3793"/>
                </a:lnTo>
                <a:lnTo>
                  <a:pt x="3530" y="3793"/>
                </a:lnTo>
                <a:lnTo>
                  <a:pt x="3530" y="3792"/>
                </a:lnTo>
                <a:lnTo>
                  <a:pt x="3530" y="3793"/>
                </a:lnTo>
                <a:lnTo>
                  <a:pt x="3529" y="3792"/>
                </a:lnTo>
                <a:lnTo>
                  <a:pt x="3528" y="3792"/>
                </a:lnTo>
                <a:lnTo>
                  <a:pt x="3528" y="3791"/>
                </a:lnTo>
                <a:lnTo>
                  <a:pt x="3527" y="3791"/>
                </a:lnTo>
                <a:lnTo>
                  <a:pt x="3526" y="3791"/>
                </a:lnTo>
                <a:lnTo>
                  <a:pt x="3526" y="3790"/>
                </a:lnTo>
                <a:lnTo>
                  <a:pt x="3526" y="3788"/>
                </a:lnTo>
                <a:lnTo>
                  <a:pt x="3526" y="3787"/>
                </a:lnTo>
                <a:lnTo>
                  <a:pt x="3527" y="3787"/>
                </a:lnTo>
                <a:lnTo>
                  <a:pt x="3526" y="3787"/>
                </a:lnTo>
                <a:lnTo>
                  <a:pt x="3527" y="3787"/>
                </a:lnTo>
                <a:lnTo>
                  <a:pt x="3527" y="3786"/>
                </a:lnTo>
                <a:lnTo>
                  <a:pt x="3528" y="3786"/>
                </a:lnTo>
                <a:lnTo>
                  <a:pt x="3529" y="3786"/>
                </a:lnTo>
                <a:lnTo>
                  <a:pt x="3529" y="3785"/>
                </a:lnTo>
                <a:lnTo>
                  <a:pt x="3530" y="3785"/>
                </a:lnTo>
                <a:lnTo>
                  <a:pt x="3530" y="3784"/>
                </a:lnTo>
                <a:lnTo>
                  <a:pt x="3530" y="3785"/>
                </a:lnTo>
                <a:lnTo>
                  <a:pt x="3530" y="3784"/>
                </a:lnTo>
                <a:lnTo>
                  <a:pt x="3531" y="3784"/>
                </a:lnTo>
                <a:lnTo>
                  <a:pt x="3531" y="3783"/>
                </a:lnTo>
                <a:lnTo>
                  <a:pt x="3532" y="3783"/>
                </a:lnTo>
                <a:lnTo>
                  <a:pt x="3532" y="3782"/>
                </a:lnTo>
                <a:lnTo>
                  <a:pt x="3531" y="3782"/>
                </a:lnTo>
                <a:lnTo>
                  <a:pt x="3531" y="3781"/>
                </a:lnTo>
                <a:lnTo>
                  <a:pt x="3531" y="3780"/>
                </a:lnTo>
                <a:lnTo>
                  <a:pt x="3531" y="3779"/>
                </a:lnTo>
                <a:lnTo>
                  <a:pt x="3530" y="3779"/>
                </a:lnTo>
                <a:lnTo>
                  <a:pt x="3530" y="3778"/>
                </a:lnTo>
                <a:lnTo>
                  <a:pt x="3530" y="3779"/>
                </a:lnTo>
                <a:lnTo>
                  <a:pt x="3530" y="3778"/>
                </a:lnTo>
                <a:lnTo>
                  <a:pt x="3529" y="3778"/>
                </a:lnTo>
                <a:lnTo>
                  <a:pt x="3528" y="3778"/>
                </a:lnTo>
                <a:lnTo>
                  <a:pt x="3528" y="3777"/>
                </a:lnTo>
                <a:lnTo>
                  <a:pt x="3527" y="3777"/>
                </a:lnTo>
                <a:lnTo>
                  <a:pt x="3526" y="3777"/>
                </a:lnTo>
                <a:lnTo>
                  <a:pt x="3525" y="3777"/>
                </a:lnTo>
                <a:lnTo>
                  <a:pt x="3525" y="3776"/>
                </a:lnTo>
                <a:lnTo>
                  <a:pt x="3524" y="3776"/>
                </a:lnTo>
                <a:lnTo>
                  <a:pt x="3524" y="3777"/>
                </a:lnTo>
                <a:lnTo>
                  <a:pt x="3523" y="3777"/>
                </a:lnTo>
                <a:lnTo>
                  <a:pt x="3523" y="3778"/>
                </a:lnTo>
                <a:lnTo>
                  <a:pt x="3523" y="3779"/>
                </a:lnTo>
                <a:lnTo>
                  <a:pt x="3522" y="3779"/>
                </a:lnTo>
                <a:lnTo>
                  <a:pt x="3521" y="3779"/>
                </a:lnTo>
                <a:lnTo>
                  <a:pt x="3521" y="3780"/>
                </a:lnTo>
                <a:lnTo>
                  <a:pt x="3521" y="3779"/>
                </a:lnTo>
                <a:lnTo>
                  <a:pt x="3520" y="3779"/>
                </a:lnTo>
                <a:lnTo>
                  <a:pt x="3520" y="3778"/>
                </a:lnTo>
                <a:lnTo>
                  <a:pt x="3519" y="3778"/>
                </a:lnTo>
                <a:lnTo>
                  <a:pt x="3518" y="3778"/>
                </a:lnTo>
                <a:lnTo>
                  <a:pt x="3518" y="3779"/>
                </a:lnTo>
                <a:lnTo>
                  <a:pt x="3518" y="3778"/>
                </a:lnTo>
                <a:lnTo>
                  <a:pt x="3518" y="3777"/>
                </a:lnTo>
                <a:lnTo>
                  <a:pt x="3517" y="3777"/>
                </a:lnTo>
                <a:lnTo>
                  <a:pt x="3517" y="3776"/>
                </a:lnTo>
                <a:lnTo>
                  <a:pt x="3517" y="3775"/>
                </a:lnTo>
                <a:lnTo>
                  <a:pt x="3517" y="3774"/>
                </a:lnTo>
                <a:lnTo>
                  <a:pt x="3517" y="3773"/>
                </a:lnTo>
                <a:lnTo>
                  <a:pt x="3516" y="3773"/>
                </a:lnTo>
                <a:lnTo>
                  <a:pt x="3515" y="3773"/>
                </a:lnTo>
                <a:lnTo>
                  <a:pt x="3514" y="3773"/>
                </a:lnTo>
                <a:lnTo>
                  <a:pt x="3513" y="3773"/>
                </a:lnTo>
                <a:lnTo>
                  <a:pt x="3513" y="3772"/>
                </a:lnTo>
                <a:lnTo>
                  <a:pt x="3512" y="3772"/>
                </a:lnTo>
                <a:lnTo>
                  <a:pt x="3512" y="3773"/>
                </a:lnTo>
                <a:lnTo>
                  <a:pt x="3512" y="3772"/>
                </a:lnTo>
                <a:lnTo>
                  <a:pt x="3511" y="3772"/>
                </a:lnTo>
                <a:lnTo>
                  <a:pt x="3510" y="3772"/>
                </a:lnTo>
                <a:lnTo>
                  <a:pt x="3509" y="3772"/>
                </a:lnTo>
                <a:lnTo>
                  <a:pt x="3509" y="3773"/>
                </a:lnTo>
                <a:lnTo>
                  <a:pt x="3508" y="3772"/>
                </a:lnTo>
                <a:lnTo>
                  <a:pt x="3508" y="3773"/>
                </a:lnTo>
                <a:lnTo>
                  <a:pt x="3507" y="3773"/>
                </a:lnTo>
                <a:lnTo>
                  <a:pt x="3506" y="3773"/>
                </a:lnTo>
                <a:lnTo>
                  <a:pt x="3505" y="3773"/>
                </a:lnTo>
                <a:lnTo>
                  <a:pt x="3504" y="3773"/>
                </a:lnTo>
                <a:lnTo>
                  <a:pt x="3504" y="3772"/>
                </a:lnTo>
                <a:lnTo>
                  <a:pt x="3504" y="3773"/>
                </a:lnTo>
                <a:lnTo>
                  <a:pt x="3504" y="3772"/>
                </a:lnTo>
                <a:lnTo>
                  <a:pt x="3504" y="3771"/>
                </a:lnTo>
                <a:lnTo>
                  <a:pt x="3503" y="3771"/>
                </a:lnTo>
                <a:lnTo>
                  <a:pt x="3503" y="3770"/>
                </a:lnTo>
                <a:lnTo>
                  <a:pt x="3502" y="3770"/>
                </a:lnTo>
                <a:lnTo>
                  <a:pt x="3501" y="3769"/>
                </a:lnTo>
                <a:lnTo>
                  <a:pt x="3500" y="3769"/>
                </a:lnTo>
                <a:lnTo>
                  <a:pt x="3499" y="3769"/>
                </a:lnTo>
                <a:lnTo>
                  <a:pt x="3498" y="3769"/>
                </a:lnTo>
                <a:lnTo>
                  <a:pt x="3497" y="3769"/>
                </a:lnTo>
                <a:lnTo>
                  <a:pt x="3497" y="3770"/>
                </a:lnTo>
                <a:lnTo>
                  <a:pt x="3497" y="3771"/>
                </a:lnTo>
                <a:lnTo>
                  <a:pt x="3496" y="3771"/>
                </a:lnTo>
                <a:lnTo>
                  <a:pt x="3496" y="3772"/>
                </a:lnTo>
                <a:lnTo>
                  <a:pt x="3496" y="3773"/>
                </a:lnTo>
                <a:lnTo>
                  <a:pt x="3495" y="3773"/>
                </a:lnTo>
                <a:lnTo>
                  <a:pt x="3494" y="3773"/>
                </a:lnTo>
                <a:lnTo>
                  <a:pt x="3494" y="3774"/>
                </a:lnTo>
                <a:lnTo>
                  <a:pt x="3494" y="3775"/>
                </a:lnTo>
                <a:lnTo>
                  <a:pt x="3493" y="3775"/>
                </a:lnTo>
                <a:lnTo>
                  <a:pt x="3493" y="3774"/>
                </a:lnTo>
                <a:lnTo>
                  <a:pt x="3492" y="3774"/>
                </a:lnTo>
                <a:lnTo>
                  <a:pt x="3493" y="3774"/>
                </a:lnTo>
                <a:lnTo>
                  <a:pt x="3493" y="3773"/>
                </a:lnTo>
                <a:lnTo>
                  <a:pt x="3492" y="3773"/>
                </a:lnTo>
                <a:lnTo>
                  <a:pt x="3492" y="3772"/>
                </a:lnTo>
                <a:lnTo>
                  <a:pt x="3492" y="3771"/>
                </a:lnTo>
                <a:lnTo>
                  <a:pt x="3492" y="3770"/>
                </a:lnTo>
                <a:lnTo>
                  <a:pt x="3492" y="3769"/>
                </a:lnTo>
                <a:lnTo>
                  <a:pt x="3493" y="3769"/>
                </a:lnTo>
                <a:lnTo>
                  <a:pt x="3493" y="3768"/>
                </a:lnTo>
                <a:lnTo>
                  <a:pt x="3494" y="3768"/>
                </a:lnTo>
                <a:lnTo>
                  <a:pt x="3494" y="3767"/>
                </a:lnTo>
                <a:lnTo>
                  <a:pt x="3494" y="3766"/>
                </a:lnTo>
                <a:lnTo>
                  <a:pt x="3494" y="3765"/>
                </a:lnTo>
                <a:lnTo>
                  <a:pt x="3493" y="3765"/>
                </a:lnTo>
                <a:lnTo>
                  <a:pt x="3493" y="3764"/>
                </a:lnTo>
                <a:lnTo>
                  <a:pt x="3494" y="3763"/>
                </a:lnTo>
                <a:lnTo>
                  <a:pt x="3494" y="3762"/>
                </a:lnTo>
                <a:lnTo>
                  <a:pt x="3494" y="3761"/>
                </a:lnTo>
                <a:lnTo>
                  <a:pt x="3494" y="3760"/>
                </a:lnTo>
                <a:lnTo>
                  <a:pt x="3495" y="3760"/>
                </a:lnTo>
                <a:lnTo>
                  <a:pt x="3495" y="3759"/>
                </a:lnTo>
                <a:lnTo>
                  <a:pt x="3495" y="3758"/>
                </a:lnTo>
                <a:lnTo>
                  <a:pt x="3494" y="3758"/>
                </a:lnTo>
                <a:lnTo>
                  <a:pt x="3493" y="3758"/>
                </a:lnTo>
                <a:lnTo>
                  <a:pt x="3493" y="3757"/>
                </a:lnTo>
                <a:lnTo>
                  <a:pt x="3493" y="3756"/>
                </a:lnTo>
                <a:lnTo>
                  <a:pt x="3493" y="3755"/>
                </a:lnTo>
                <a:lnTo>
                  <a:pt x="3493" y="3754"/>
                </a:lnTo>
                <a:lnTo>
                  <a:pt x="3492" y="3754"/>
                </a:lnTo>
                <a:lnTo>
                  <a:pt x="3492" y="3753"/>
                </a:lnTo>
                <a:lnTo>
                  <a:pt x="3493" y="3753"/>
                </a:lnTo>
                <a:lnTo>
                  <a:pt x="3493" y="3752"/>
                </a:lnTo>
                <a:lnTo>
                  <a:pt x="3494" y="3752"/>
                </a:lnTo>
                <a:lnTo>
                  <a:pt x="3494" y="3751"/>
                </a:lnTo>
                <a:lnTo>
                  <a:pt x="3494" y="3752"/>
                </a:lnTo>
                <a:lnTo>
                  <a:pt x="3494" y="3751"/>
                </a:lnTo>
                <a:lnTo>
                  <a:pt x="3493" y="3750"/>
                </a:lnTo>
                <a:lnTo>
                  <a:pt x="3493" y="3751"/>
                </a:lnTo>
                <a:lnTo>
                  <a:pt x="3493" y="3750"/>
                </a:lnTo>
                <a:lnTo>
                  <a:pt x="3492" y="3750"/>
                </a:lnTo>
                <a:lnTo>
                  <a:pt x="3491" y="3750"/>
                </a:lnTo>
                <a:lnTo>
                  <a:pt x="3491" y="3749"/>
                </a:lnTo>
                <a:lnTo>
                  <a:pt x="3491" y="3748"/>
                </a:lnTo>
                <a:lnTo>
                  <a:pt x="3490" y="3748"/>
                </a:lnTo>
                <a:lnTo>
                  <a:pt x="3491" y="3748"/>
                </a:lnTo>
                <a:lnTo>
                  <a:pt x="3491" y="3747"/>
                </a:lnTo>
                <a:lnTo>
                  <a:pt x="3491" y="3746"/>
                </a:lnTo>
                <a:lnTo>
                  <a:pt x="3492" y="3746"/>
                </a:lnTo>
                <a:lnTo>
                  <a:pt x="3491" y="3746"/>
                </a:lnTo>
                <a:lnTo>
                  <a:pt x="3492" y="3746"/>
                </a:lnTo>
                <a:lnTo>
                  <a:pt x="3493" y="3746"/>
                </a:lnTo>
                <a:lnTo>
                  <a:pt x="3493" y="3745"/>
                </a:lnTo>
                <a:lnTo>
                  <a:pt x="3493" y="3744"/>
                </a:lnTo>
                <a:lnTo>
                  <a:pt x="3494" y="3744"/>
                </a:lnTo>
                <a:lnTo>
                  <a:pt x="3493" y="3744"/>
                </a:lnTo>
                <a:lnTo>
                  <a:pt x="3493" y="3743"/>
                </a:lnTo>
                <a:lnTo>
                  <a:pt x="3493" y="3742"/>
                </a:lnTo>
                <a:lnTo>
                  <a:pt x="3493" y="3741"/>
                </a:lnTo>
                <a:lnTo>
                  <a:pt x="3492" y="3740"/>
                </a:lnTo>
                <a:lnTo>
                  <a:pt x="3492" y="3739"/>
                </a:lnTo>
                <a:lnTo>
                  <a:pt x="3492" y="3738"/>
                </a:lnTo>
                <a:lnTo>
                  <a:pt x="3492" y="3737"/>
                </a:lnTo>
                <a:lnTo>
                  <a:pt x="3492" y="3736"/>
                </a:lnTo>
                <a:lnTo>
                  <a:pt x="3491" y="3736"/>
                </a:lnTo>
                <a:lnTo>
                  <a:pt x="3490" y="3736"/>
                </a:lnTo>
                <a:lnTo>
                  <a:pt x="3490" y="3735"/>
                </a:lnTo>
                <a:lnTo>
                  <a:pt x="3490" y="3734"/>
                </a:lnTo>
                <a:lnTo>
                  <a:pt x="3490" y="3733"/>
                </a:lnTo>
                <a:lnTo>
                  <a:pt x="3489" y="3733"/>
                </a:lnTo>
                <a:lnTo>
                  <a:pt x="3489" y="3732"/>
                </a:lnTo>
                <a:lnTo>
                  <a:pt x="3489" y="3731"/>
                </a:lnTo>
                <a:lnTo>
                  <a:pt x="3489" y="3730"/>
                </a:lnTo>
                <a:lnTo>
                  <a:pt x="3488" y="3730"/>
                </a:lnTo>
                <a:lnTo>
                  <a:pt x="3487" y="3730"/>
                </a:lnTo>
                <a:lnTo>
                  <a:pt x="3486" y="3730"/>
                </a:lnTo>
                <a:lnTo>
                  <a:pt x="3485" y="3730"/>
                </a:lnTo>
                <a:lnTo>
                  <a:pt x="3484" y="3730"/>
                </a:lnTo>
                <a:lnTo>
                  <a:pt x="3483" y="3730"/>
                </a:lnTo>
                <a:lnTo>
                  <a:pt x="3482" y="3730"/>
                </a:lnTo>
                <a:lnTo>
                  <a:pt x="3482" y="3729"/>
                </a:lnTo>
                <a:lnTo>
                  <a:pt x="3481" y="3729"/>
                </a:lnTo>
                <a:lnTo>
                  <a:pt x="3481" y="3730"/>
                </a:lnTo>
                <a:lnTo>
                  <a:pt x="3481" y="3729"/>
                </a:lnTo>
                <a:lnTo>
                  <a:pt x="3480" y="3729"/>
                </a:lnTo>
                <a:lnTo>
                  <a:pt x="3479" y="3729"/>
                </a:lnTo>
                <a:lnTo>
                  <a:pt x="3479" y="3728"/>
                </a:lnTo>
                <a:lnTo>
                  <a:pt x="3479" y="3727"/>
                </a:lnTo>
                <a:lnTo>
                  <a:pt x="3479" y="3726"/>
                </a:lnTo>
                <a:lnTo>
                  <a:pt x="3480" y="3727"/>
                </a:lnTo>
                <a:lnTo>
                  <a:pt x="3480" y="3726"/>
                </a:lnTo>
                <a:lnTo>
                  <a:pt x="3481" y="3726"/>
                </a:lnTo>
                <a:lnTo>
                  <a:pt x="3481" y="3725"/>
                </a:lnTo>
                <a:lnTo>
                  <a:pt x="3481" y="3724"/>
                </a:lnTo>
                <a:lnTo>
                  <a:pt x="3481" y="3723"/>
                </a:lnTo>
                <a:lnTo>
                  <a:pt x="3481" y="3722"/>
                </a:lnTo>
                <a:lnTo>
                  <a:pt x="3480" y="3722"/>
                </a:lnTo>
                <a:lnTo>
                  <a:pt x="3480" y="3721"/>
                </a:lnTo>
                <a:lnTo>
                  <a:pt x="3479" y="3721"/>
                </a:lnTo>
                <a:lnTo>
                  <a:pt x="3479" y="3720"/>
                </a:lnTo>
                <a:lnTo>
                  <a:pt x="3479" y="3719"/>
                </a:lnTo>
                <a:lnTo>
                  <a:pt x="3480" y="3719"/>
                </a:lnTo>
                <a:lnTo>
                  <a:pt x="3479" y="3719"/>
                </a:lnTo>
                <a:lnTo>
                  <a:pt x="3479" y="3718"/>
                </a:lnTo>
                <a:lnTo>
                  <a:pt x="3480" y="3718"/>
                </a:lnTo>
                <a:lnTo>
                  <a:pt x="3480" y="3717"/>
                </a:lnTo>
                <a:lnTo>
                  <a:pt x="3479" y="3717"/>
                </a:lnTo>
                <a:lnTo>
                  <a:pt x="3479" y="3716"/>
                </a:lnTo>
                <a:lnTo>
                  <a:pt x="3479" y="3715"/>
                </a:lnTo>
                <a:lnTo>
                  <a:pt x="3478" y="3715"/>
                </a:lnTo>
                <a:lnTo>
                  <a:pt x="3479" y="3715"/>
                </a:lnTo>
                <a:lnTo>
                  <a:pt x="3479" y="3714"/>
                </a:lnTo>
                <a:lnTo>
                  <a:pt x="3479" y="3715"/>
                </a:lnTo>
                <a:lnTo>
                  <a:pt x="3479" y="3714"/>
                </a:lnTo>
                <a:lnTo>
                  <a:pt x="3480" y="3714"/>
                </a:lnTo>
                <a:lnTo>
                  <a:pt x="3480" y="3713"/>
                </a:lnTo>
                <a:lnTo>
                  <a:pt x="3480" y="3714"/>
                </a:lnTo>
                <a:lnTo>
                  <a:pt x="3481" y="3714"/>
                </a:lnTo>
                <a:lnTo>
                  <a:pt x="3481" y="3713"/>
                </a:lnTo>
                <a:lnTo>
                  <a:pt x="3481" y="3712"/>
                </a:lnTo>
                <a:lnTo>
                  <a:pt x="3481" y="3711"/>
                </a:lnTo>
                <a:lnTo>
                  <a:pt x="3481" y="3708"/>
                </a:lnTo>
                <a:lnTo>
                  <a:pt x="3481" y="3707"/>
                </a:lnTo>
                <a:lnTo>
                  <a:pt x="3482" y="3707"/>
                </a:lnTo>
                <a:lnTo>
                  <a:pt x="3482" y="3706"/>
                </a:lnTo>
                <a:lnTo>
                  <a:pt x="3482" y="3705"/>
                </a:lnTo>
                <a:lnTo>
                  <a:pt x="3482" y="3704"/>
                </a:lnTo>
                <a:lnTo>
                  <a:pt x="3483" y="3704"/>
                </a:lnTo>
                <a:lnTo>
                  <a:pt x="3483" y="3703"/>
                </a:lnTo>
                <a:lnTo>
                  <a:pt x="3483" y="3702"/>
                </a:lnTo>
                <a:lnTo>
                  <a:pt x="3483" y="3701"/>
                </a:lnTo>
                <a:lnTo>
                  <a:pt x="3484" y="3701"/>
                </a:lnTo>
                <a:lnTo>
                  <a:pt x="3484" y="3700"/>
                </a:lnTo>
                <a:lnTo>
                  <a:pt x="3483" y="3700"/>
                </a:lnTo>
                <a:lnTo>
                  <a:pt x="3484" y="3700"/>
                </a:lnTo>
                <a:lnTo>
                  <a:pt x="3484" y="3699"/>
                </a:lnTo>
                <a:lnTo>
                  <a:pt x="3484" y="3698"/>
                </a:lnTo>
                <a:lnTo>
                  <a:pt x="3485" y="3698"/>
                </a:lnTo>
                <a:lnTo>
                  <a:pt x="3486" y="3698"/>
                </a:lnTo>
                <a:lnTo>
                  <a:pt x="3487" y="3698"/>
                </a:lnTo>
                <a:lnTo>
                  <a:pt x="3487" y="3699"/>
                </a:lnTo>
                <a:lnTo>
                  <a:pt x="3486" y="3699"/>
                </a:lnTo>
                <a:lnTo>
                  <a:pt x="3487" y="3699"/>
                </a:lnTo>
                <a:lnTo>
                  <a:pt x="3487" y="3700"/>
                </a:lnTo>
                <a:lnTo>
                  <a:pt x="3488" y="3700"/>
                </a:lnTo>
                <a:lnTo>
                  <a:pt x="3488" y="3701"/>
                </a:lnTo>
                <a:lnTo>
                  <a:pt x="3489" y="3701"/>
                </a:lnTo>
                <a:lnTo>
                  <a:pt x="3490" y="3701"/>
                </a:lnTo>
                <a:lnTo>
                  <a:pt x="3491" y="3701"/>
                </a:lnTo>
                <a:lnTo>
                  <a:pt x="3492" y="3701"/>
                </a:lnTo>
                <a:lnTo>
                  <a:pt x="3493" y="3701"/>
                </a:lnTo>
                <a:lnTo>
                  <a:pt x="3493" y="3700"/>
                </a:lnTo>
                <a:lnTo>
                  <a:pt x="3493" y="3701"/>
                </a:lnTo>
                <a:lnTo>
                  <a:pt x="3494" y="3701"/>
                </a:lnTo>
                <a:lnTo>
                  <a:pt x="3495" y="3701"/>
                </a:lnTo>
                <a:lnTo>
                  <a:pt x="3495" y="3700"/>
                </a:lnTo>
                <a:lnTo>
                  <a:pt x="3496" y="3700"/>
                </a:lnTo>
                <a:lnTo>
                  <a:pt x="3496" y="3699"/>
                </a:lnTo>
                <a:lnTo>
                  <a:pt x="3497" y="3699"/>
                </a:lnTo>
                <a:lnTo>
                  <a:pt x="3497" y="3698"/>
                </a:lnTo>
                <a:lnTo>
                  <a:pt x="3496" y="3698"/>
                </a:lnTo>
                <a:lnTo>
                  <a:pt x="3496" y="3697"/>
                </a:lnTo>
                <a:lnTo>
                  <a:pt x="3496" y="3698"/>
                </a:lnTo>
                <a:lnTo>
                  <a:pt x="3495" y="3698"/>
                </a:lnTo>
                <a:lnTo>
                  <a:pt x="3495" y="3697"/>
                </a:lnTo>
                <a:lnTo>
                  <a:pt x="3495" y="3696"/>
                </a:lnTo>
                <a:lnTo>
                  <a:pt x="3495" y="3697"/>
                </a:lnTo>
                <a:lnTo>
                  <a:pt x="3495" y="3696"/>
                </a:lnTo>
                <a:lnTo>
                  <a:pt x="3496" y="3696"/>
                </a:lnTo>
                <a:lnTo>
                  <a:pt x="3496" y="3695"/>
                </a:lnTo>
                <a:lnTo>
                  <a:pt x="3497" y="3695"/>
                </a:lnTo>
                <a:lnTo>
                  <a:pt x="3496" y="3695"/>
                </a:lnTo>
                <a:lnTo>
                  <a:pt x="3496" y="3694"/>
                </a:lnTo>
                <a:lnTo>
                  <a:pt x="3496" y="3693"/>
                </a:lnTo>
                <a:lnTo>
                  <a:pt x="3497" y="3693"/>
                </a:lnTo>
                <a:lnTo>
                  <a:pt x="3497" y="3692"/>
                </a:lnTo>
                <a:lnTo>
                  <a:pt x="3497" y="3691"/>
                </a:lnTo>
                <a:lnTo>
                  <a:pt x="3498" y="3691"/>
                </a:lnTo>
                <a:lnTo>
                  <a:pt x="3498" y="3690"/>
                </a:lnTo>
                <a:lnTo>
                  <a:pt x="3499" y="3690"/>
                </a:lnTo>
                <a:lnTo>
                  <a:pt x="3500" y="3690"/>
                </a:lnTo>
                <a:lnTo>
                  <a:pt x="3500" y="3689"/>
                </a:lnTo>
                <a:lnTo>
                  <a:pt x="3500" y="3688"/>
                </a:lnTo>
                <a:lnTo>
                  <a:pt x="3499" y="3688"/>
                </a:lnTo>
                <a:lnTo>
                  <a:pt x="3499" y="3687"/>
                </a:lnTo>
                <a:lnTo>
                  <a:pt x="3500" y="3687"/>
                </a:lnTo>
                <a:lnTo>
                  <a:pt x="3500" y="3686"/>
                </a:lnTo>
                <a:lnTo>
                  <a:pt x="3501" y="3686"/>
                </a:lnTo>
                <a:lnTo>
                  <a:pt x="3500" y="3686"/>
                </a:lnTo>
                <a:lnTo>
                  <a:pt x="3501" y="3686"/>
                </a:lnTo>
                <a:lnTo>
                  <a:pt x="3502" y="3686"/>
                </a:lnTo>
                <a:lnTo>
                  <a:pt x="3502" y="3685"/>
                </a:lnTo>
                <a:lnTo>
                  <a:pt x="3501" y="3685"/>
                </a:lnTo>
                <a:lnTo>
                  <a:pt x="3501" y="3684"/>
                </a:lnTo>
                <a:lnTo>
                  <a:pt x="3500" y="3684"/>
                </a:lnTo>
                <a:lnTo>
                  <a:pt x="3500" y="3683"/>
                </a:lnTo>
                <a:lnTo>
                  <a:pt x="3501" y="3682"/>
                </a:lnTo>
                <a:lnTo>
                  <a:pt x="3500" y="3682"/>
                </a:lnTo>
                <a:lnTo>
                  <a:pt x="3500" y="3681"/>
                </a:lnTo>
                <a:lnTo>
                  <a:pt x="3501" y="3681"/>
                </a:lnTo>
                <a:lnTo>
                  <a:pt x="3502" y="3681"/>
                </a:lnTo>
                <a:lnTo>
                  <a:pt x="3502" y="3680"/>
                </a:lnTo>
                <a:lnTo>
                  <a:pt x="3503" y="3680"/>
                </a:lnTo>
                <a:lnTo>
                  <a:pt x="3503" y="3679"/>
                </a:lnTo>
                <a:lnTo>
                  <a:pt x="3503" y="3680"/>
                </a:lnTo>
                <a:lnTo>
                  <a:pt x="3503" y="3679"/>
                </a:lnTo>
                <a:lnTo>
                  <a:pt x="3502" y="3679"/>
                </a:lnTo>
                <a:lnTo>
                  <a:pt x="3503" y="3679"/>
                </a:lnTo>
                <a:lnTo>
                  <a:pt x="3503" y="3678"/>
                </a:lnTo>
                <a:lnTo>
                  <a:pt x="3504" y="3678"/>
                </a:lnTo>
                <a:lnTo>
                  <a:pt x="3505" y="3678"/>
                </a:lnTo>
                <a:lnTo>
                  <a:pt x="3506" y="3678"/>
                </a:lnTo>
                <a:lnTo>
                  <a:pt x="3506" y="3677"/>
                </a:lnTo>
                <a:lnTo>
                  <a:pt x="3507" y="3677"/>
                </a:lnTo>
                <a:lnTo>
                  <a:pt x="3506" y="3677"/>
                </a:lnTo>
                <a:lnTo>
                  <a:pt x="3506" y="3676"/>
                </a:lnTo>
                <a:lnTo>
                  <a:pt x="3507" y="3676"/>
                </a:lnTo>
                <a:lnTo>
                  <a:pt x="3507" y="3675"/>
                </a:lnTo>
                <a:lnTo>
                  <a:pt x="3508" y="3675"/>
                </a:lnTo>
                <a:lnTo>
                  <a:pt x="3508" y="3674"/>
                </a:lnTo>
                <a:lnTo>
                  <a:pt x="3507" y="3674"/>
                </a:lnTo>
                <a:lnTo>
                  <a:pt x="3507" y="3673"/>
                </a:lnTo>
                <a:lnTo>
                  <a:pt x="3506" y="3673"/>
                </a:lnTo>
                <a:lnTo>
                  <a:pt x="3506" y="3672"/>
                </a:lnTo>
                <a:lnTo>
                  <a:pt x="3505" y="3672"/>
                </a:lnTo>
                <a:lnTo>
                  <a:pt x="3504" y="3672"/>
                </a:lnTo>
                <a:lnTo>
                  <a:pt x="3504" y="3673"/>
                </a:lnTo>
                <a:lnTo>
                  <a:pt x="3503" y="3673"/>
                </a:lnTo>
                <a:lnTo>
                  <a:pt x="3502" y="3673"/>
                </a:lnTo>
                <a:lnTo>
                  <a:pt x="3502" y="3672"/>
                </a:lnTo>
                <a:lnTo>
                  <a:pt x="3502" y="3673"/>
                </a:lnTo>
                <a:lnTo>
                  <a:pt x="3501" y="3673"/>
                </a:lnTo>
                <a:lnTo>
                  <a:pt x="3500" y="3673"/>
                </a:lnTo>
                <a:lnTo>
                  <a:pt x="3500" y="3672"/>
                </a:lnTo>
                <a:lnTo>
                  <a:pt x="3501" y="3672"/>
                </a:lnTo>
                <a:lnTo>
                  <a:pt x="3501" y="3671"/>
                </a:lnTo>
                <a:lnTo>
                  <a:pt x="3500" y="3671"/>
                </a:lnTo>
                <a:lnTo>
                  <a:pt x="3499" y="3671"/>
                </a:lnTo>
                <a:lnTo>
                  <a:pt x="3499" y="3670"/>
                </a:lnTo>
                <a:lnTo>
                  <a:pt x="3498" y="3670"/>
                </a:lnTo>
                <a:lnTo>
                  <a:pt x="3498" y="3669"/>
                </a:lnTo>
                <a:lnTo>
                  <a:pt x="3497" y="3669"/>
                </a:lnTo>
                <a:lnTo>
                  <a:pt x="3496" y="3669"/>
                </a:lnTo>
                <a:lnTo>
                  <a:pt x="3496" y="3668"/>
                </a:lnTo>
                <a:lnTo>
                  <a:pt x="3495" y="3667"/>
                </a:lnTo>
                <a:lnTo>
                  <a:pt x="3494" y="3667"/>
                </a:lnTo>
                <a:lnTo>
                  <a:pt x="3494" y="3666"/>
                </a:lnTo>
                <a:lnTo>
                  <a:pt x="3495" y="3666"/>
                </a:lnTo>
                <a:lnTo>
                  <a:pt x="3495" y="3665"/>
                </a:lnTo>
                <a:lnTo>
                  <a:pt x="3494" y="3665"/>
                </a:lnTo>
                <a:lnTo>
                  <a:pt x="3494" y="3664"/>
                </a:lnTo>
                <a:lnTo>
                  <a:pt x="3493" y="3664"/>
                </a:lnTo>
                <a:lnTo>
                  <a:pt x="3492" y="3664"/>
                </a:lnTo>
                <a:lnTo>
                  <a:pt x="3491" y="3664"/>
                </a:lnTo>
                <a:lnTo>
                  <a:pt x="3490" y="3664"/>
                </a:lnTo>
                <a:lnTo>
                  <a:pt x="3490" y="3665"/>
                </a:lnTo>
                <a:lnTo>
                  <a:pt x="3490" y="3666"/>
                </a:lnTo>
                <a:lnTo>
                  <a:pt x="3489" y="3666"/>
                </a:lnTo>
                <a:lnTo>
                  <a:pt x="3489" y="3667"/>
                </a:lnTo>
                <a:lnTo>
                  <a:pt x="3488" y="3667"/>
                </a:lnTo>
                <a:lnTo>
                  <a:pt x="3488" y="3666"/>
                </a:lnTo>
                <a:lnTo>
                  <a:pt x="3487" y="3666"/>
                </a:lnTo>
                <a:lnTo>
                  <a:pt x="3487" y="3665"/>
                </a:lnTo>
                <a:lnTo>
                  <a:pt x="3487" y="3664"/>
                </a:lnTo>
                <a:lnTo>
                  <a:pt x="3486" y="3664"/>
                </a:lnTo>
                <a:lnTo>
                  <a:pt x="3486" y="3663"/>
                </a:lnTo>
                <a:lnTo>
                  <a:pt x="3485" y="3663"/>
                </a:lnTo>
                <a:lnTo>
                  <a:pt x="3485" y="3662"/>
                </a:lnTo>
                <a:lnTo>
                  <a:pt x="3484" y="3662"/>
                </a:lnTo>
                <a:lnTo>
                  <a:pt x="3484" y="3661"/>
                </a:lnTo>
                <a:lnTo>
                  <a:pt x="3484" y="3660"/>
                </a:lnTo>
                <a:lnTo>
                  <a:pt x="3484" y="3659"/>
                </a:lnTo>
                <a:lnTo>
                  <a:pt x="3483" y="3659"/>
                </a:lnTo>
                <a:lnTo>
                  <a:pt x="3482" y="3659"/>
                </a:lnTo>
                <a:lnTo>
                  <a:pt x="3481" y="3659"/>
                </a:lnTo>
                <a:lnTo>
                  <a:pt x="3481" y="3660"/>
                </a:lnTo>
                <a:lnTo>
                  <a:pt x="3480" y="3660"/>
                </a:lnTo>
                <a:lnTo>
                  <a:pt x="3479" y="3660"/>
                </a:lnTo>
                <a:lnTo>
                  <a:pt x="3478" y="3660"/>
                </a:lnTo>
                <a:lnTo>
                  <a:pt x="3477" y="3660"/>
                </a:lnTo>
                <a:lnTo>
                  <a:pt x="3477" y="3659"/>
                </a:lnTo>
                <a:lnTo>
                  <a:pt x="3477" y="3658"/>
                </a:lnTo>
                <a:lnTo>
                  <a:pt x="3476" y="3658"/>
                </a:lnTo>
                <a:lnTo>
                  <a:pt x="3476" y="3657"/>
                </a:lnTo>
                <a:lnTo>
                  <a:pt x="3475" y="3657"/>
                </a:lnTo>
                <a:lnTo>
                  <a:pt x="3474" y="3657"/>
                </a:lnTo>
                <a:lnTo>
                  <a:pt x="3473" y="3657"/>
                </a:lnTo>
                <a:lnTo>
                  <a:pt x="3474" y="3657"/>
                </a:lnTo>
                <a:lnTo>
                  <a:pt x="3474" y="3658"/>
                </a:lnTo>
                <a:lnTo>
                  <a:pt x="3473" y="3658"/>
                </a:lnTo>
                <a:lnTo>
                  <a:pt x="3473" y="3659"/>
                </a:lnTo>
                <a:lnTo>
                  <a:pt x="3473" y="3660"/>
                </a:lnTo>
                <a:lnTo>
                  <a:pt x="3472" y="3660"/>
                </a:lnTo>
                <a:lnTo>
                  <a:pt x="3472" y="3661"/>
                </a:lnTo>
                <a:lnTo>
                  <a:pt x="3473" y="3661"/>
                </a:lnTo>
                <a:lnTo>
                  <a:pt x="3473" y="3662"/>
                </a:lnTo>
                <a:lnTo>
                  <a:pt x="3472" y="3662"/>
                </a:lnTo>
                <a:lnTo>
                  <a:pt x="3471" y="3662"/>
                </a:lnTo>
                <a:lnTo>
                  <a:pt x="3470" y="3662"/>
                </a:lnTo>
                <a:lnTo>
                  <a:pt x="3470" y="3661"/>
                </a:lnTo>
                <a:lnTo>
                  <a:pt x="3470" y="3662"/>
                </a:lnTo>
                <a:lnTo>
                  <a:pt x="3469" y="3662"/>
                </a:lnTo>
                <a:lnTo>
                  <a:pt x="3469" y="3663"/>
                </a:lnTo>
                <a:lnTo>
                  <a:pt x="3469" y="3662"/>
                </a:lnTo>
                <a:lnTo>
                  <a:pt x="3469" y="3663"/>
                </a:lnTo>
                <a:lnTo>
                  <a:pt x="3468" y="3663"/>
                </a:lnTo>
                <a:lnTo>
                  <a:pt x="3468" y="3662"/>
                </a:lnTo>
                <a:lnTo>
                  <a:pt x="3467" y="3662"/>
                </a:lnTo>
                <a:lnTo>
                  <a:pt x="3467" y="3663"/>
                </a:lnTo>
                <a:lnTo>
                  <a:pt x="3467" y="3664"/>
                </a:lnTo>
                <a:lnTo>
                  <a:pt x="3466" y="3664"/>
                </a:lnTo>
                <a:lnTo>
                  <a:pt x="3466" y="3665"/>
                </a:lnTo>
                <a:lnTo>
                  <a:pt x="3465" y="3665"/>
                </a:lnTo>
                <a:lnTo>
                  <a:pt x="3465" y="3664"/>
                </a:lnTo>
                <a:lnTo>
                  <a:pt x="3464" y="3664"/>
                </a:lnTo>
                <a:lnTo>
                  <a:pt x="3463" y="3664"/>
                </a:lnTo>
                <a:lnTo>
                  <a:pt x="3463" y="3665"/>
                </a:lnTo>
                <a:lnTo>
                  <a:pt x="3464" y="3665"/>
                </a:lnTo>
                <a:lnTo>
                  <a:pt x="3463" y="3665"/>
                </a:lnTo>
                <a:lnTo>
                  <a:pt x="3464" y="3665"/>
                </a:lnTo>
                <a:lnTo>
                  <a:pt x="3464" y="3666"/>
                </a:lnTo>
                <a:lnTo>
                  <a:pt x="3463" y="3666"/>
                </a:lnTo>
                <a:lnTo>
                  <a:pt x="3463" y="3665"/>
                </a:lnTo>
                <a:lnTo>
                  <a:pt x="3463" y="3666"/>
                </a:lnTo>
                <a:lnTo>
                  <a:pt x="3462" y="3665"/>
                </a:lnTo>
                <a:lnTo>
                  <a:pt x="3461" y="3665"/>
                </a:lnTo>
                <a:lnTo>
                  <a:pt x="3460" y="3665"/>
                </a:lnTo>
                <a:lnTo>
                  <a:pt x="3459" y="3665"/>
                </a:lnTo>
                <a:lnTo>
                  <a:pt x="3458" y="3665"/>
                </a:lnTo>
                <a:lnTo>
                  <a:pt x="3458" y="3666"/>
                </a:lnTo>
                <a:lnTo>
                  <a:pt x="3458" y="3667"/>
                </a:lnTo>
                <a:lnTo>
                  <a:pt x="3457" y="3667"/>
                </a:lnTo>
                <a:lnTo>
                  <a:pt x="3457" y="3668"/>
                </a:lnTo>
                <a:lnTo>
                  <a:pt x="3456" y="3668"/>
                </a:lnTo>
                <a:lnTo>
                  <a:pt x="3456" y="3667"/>
                </a:lnTo>
                <a:lnTo>
                  <a:pt x="3455" y="3667"/>
                </a:lnTo>
                <a:lnTo>
                  <a:pt x="3455" y="3666"/>
                </a:lnTo>
                <a:lnTo>
                  <a:pt x="3454" y="3666"/>
                </a:lnTo>
                <a:lnTo>
                  <a:pt x="3454" y="3667"/>
                </a:lnTo>
                <a:lnTo>
                  <a:pt x="3454" y="3666"/>
                </a:lnTo>
                <a:lnTo>
                  <a:pt x="3453" y="3667"/>
                </a:lnTo>
                <a:lnTo>
                  <a:pt x="3452" y="3667"/>
                </a:lnTo>
                <a:lnTo>
                  <a:pt x="3452" y="3666"/>
                </a:lnTo>
                <a:lnTo>
                  <a:pt x="3451" y="3666"/>
                </a:lnTo>
                <a:lnTo>
                  <a:pt x="3450" y="3666"/>
                </a:lnTo>
                <a:lnTo>
                  <a:pt x="3450" y="3667"/>
                </a:lnTo>
                <a:lnTo>
                  <a:pt x="3450" y="3666"/>
                </a:lnTo>
                <a:lnTo>
                  <a:pt x="3449" y="3666"/>
                </a:lnTo>
                <a:lnTo>
                  <a:pt x="3448" y="3665"/>
                </a:lnTo>
                <a:lnTo>
                  <a:pt x="3448" y="3666"/>
                </a:lnTo>
                <a:lnTo>
                  <a:pt x="3448" y="3665"/>
                </a:lnTo>
                <a:lnTo>
                  <a:pt x="3447" y="3665"/>
                </a:lnTo>
                <a:lnTo>
                  <a:pt x="3448" y="3665"/>
                </a:lnTo>
                <a:lnTo>
                  <a:pt x="3447" y="3665"/>
                </a:lnTo>
                <a:lnTo>
                  <a:pt x="3447" y="3664"/>
                </a:lnTo>
                <a:lnTo>
                  <a:pt x="3446" y="3664"/>
                </a:lnTo>
                <a:lnTo>
                  <a:pt x="3446" y="3663"/>
                </a:lnTo>
                <a:lnTo>
                  <a:pt x="3447" y="3663"/>
                </a:lnTo>
                <a:lnTo>
                  <a:pt x="3447" y="3662"/>
                </a:lnTo>
                <a:lnTo>
                  <a:pt x="3448" y="3662"/>
                </a:lnTo>
                <a:lnTo>
                  <a:pt x="3448" y="3661"/>
                </a:lnTo>
                <a:lnTo>
                  <a:pt x="3447" y="3661"/>
                </a:lnTo>
                <a:lnTo>
                  <a:pt x="3447" y="3660"/>
                </a:lnTo>
                <a:lnTo>
                  <a:pt x="3446" y="3660"/>
                </a:lnTo>
                <a:lnTo>
                  <a:pt x="3446" y="3659"/>
                </a:lnTo>
                <a:lnTo>
                  <a:pt x="3446" y="3658"/>
                </a:lnTo>
                <a:lnTo>
                  <a:pt x="3445" y="3659"/>
                </a:lnTo>
                <a:lnTo>
                  <a:pt x="3445" y="3658"/>
                </a:lnTo>
                <a:lnTo>
                  <a:pt x="3445" y="3657"/>
                </a:lnTo>
                <a:lnTo>
                  <a:pt x="3445" y="3658"/>
                </a:lnTo>
                <a:lnTo>
                  <a:pt x="3445" y="3657"/>
                </a:lnTo>
                <a:lnTo>
                  <a:pt x="3444" y="3657"/>
                </a:lnTo>
                <a:lnTo>
                  <a:pt x="3445" y="3657"/>
                </a:lnTo>
                <a:lnTo>
                  <a:pt x="3445" y="3656"/>
                </a:lnTo>
                <a:lnTo>
                  <a:pt x="3444" y="3656"/>
                </a:lnTo>
                <a:lnTo>
                  <a:pt x="3443" y="3656"/>
                </a:lnTo>
                <a:lnTo>
                  <a:pt x="3443" y="3655"/>
                </a:lnTo>
                <a:lnTo>
                  <a:pt x="3443" y="3654"/>
                </a:lnTo>
                <a:lnTo>
                  <a:pt x="3442" y="3654"/>
                </a:lnTo>
                <a:lnTo>
                  <a:pt x="3442" y="3653"/>
                </a:lnTo>
                <a:lnTo>
                  <a:pt x="3441" y="3653"/>
                </a:lnTo>
                <a:lnTo>
                  <a:pt x="3441" y="3652"/>
                </a:lnTo>
                <a:lnTo>
                  <a:pt x="3441" y="3653"/>
                </a:lnTo>
                <a:lnTo>
                  <a:pt x="3440" y="3653"/>
                </a:lnTo>
                <a:lnTo>
                  <a:pt x="3440" y="3652"/>
                </a:lnTo>
                <a:lnTo>
                  <a:pt x="3439" y="3652"/>
                </a:lnTo>
                <a:lnTo>
                  <a:pt x="3439" y="3653"/>
                </a:lnTo>
                <a:lnTo>
                  <a:pt x="3438" y="3653"/>
                </a:lnTo>
                <a:lnTo>
                  <a:pt x="3437" y="3653"/>
                </a:lnTo>
                <a:lnTo>
                  <a:pt x="3437" y="3652"/>
                </a:lnTo>
                <a:lnTo>
                  <a:pt x="3436" y="3652"/>
                </a:lnTo>
                <a:lnTo>
                  <a:pt x="3435" y="3652"/>
                </a:lnTo>
                <a:lnTo>
                  <a:pt x="3435" y="3651"/>
                </a:lnTo>
                <a:lnTo>
                  <a:pt x="3434" y="3651"/>
                </a:lnTo>
                <a:lnTo>
                  <a:pt x="3434" y="3652"/>
                </a:lnTo>
                <a:lnTo>
                  <a:pt x="3433" y="3652"/>
                </a:lnTo>
                <a:lnTo>
                  <a:pt x="3432" y="3652"/>
                </a:lnTo>
                <a:lnTo>
                  <a:pt x="3432" y="3653"/>
                </a:lnTo>
                <a:lnTo>
                  <a:pt x="3432" y="3652"/>
                </a:lnTo>
                <a:lnTo>
                  <a:pt x="3431" y="3652"/>
                </a:lnTo>
                <a:lnTo>
                  <a:pt x="3430" y="3652"/>
                </a:lnTo>
                <a:lnTo>
                  <a:pt x="3430" y="3651"/>
                </a:lnTo>
                <a:lnTo>
                  <a:pt x="3430" y="3652"/>
                </a:lnTo>
                <a:lnTo>
                  <a:pt x="3429" y="3652"/>
                </a:lnTo>
                <a:lnTo>
                  <a:pt x="3429" y="3651"/>
                </a:lnTo>
                <a:lnTo>
                  <a:pt x="3428" y="3651"/>
                </a:lnTo>
                <a:lnTo>
                  <a:pt x="3427" y="3651"/>
                </a:lnTo>
                <a:lnTo>
                  <a:pt x="3427" y="3652"/>
                </a:lnTo>
                <a:lnTo>
                  <a:pt x="3426" y="3652"/>
                </a:lnTo>
                <a:lnTo>
                  <a:pt x="3426" y="3651"/>
                </a:lnTo>
                <a:lnTo>
                  <a:pt x="3426" y="3652"/>
                </a:lnTo>
                <a:lnTo>
                  <a:pt x="3425" y="3652"/>
                </a:lnTo>
                <a:lnTo>
                  <a:pt x="3425" y="3651"/>
                </a:lnTo>
                <a:lnTo>
                  <a:pt x="3425" y="3652"/>
                </a:lnTo>
                <a:lnTo>
                  <a:pt x="3424" y="3652"/>
                </a:lnTo>
                <a:lnTo>
                  <a:pt x="3424" y="3651"/>
                </a:lnTo>
                <a:lnTo>
                  <a:pt x="3424" y="3652"/>
                </a:lnTo>
                <a:lnTo>
                  <a:pt x="3423" y="3652"/>
                </a:lnTo>
                <a:lnTo>
                  <a:pt x="3423" y="3651"/>
                </a:lnTo>
                <a:lnTo>
                  <a:pt x="3423" y="3652"/>
                </a:lnTo>
                <a:lnTo>
                  <a:pt x="3422" y="3652"/>
                </a:lnTo>
                <a:lnTo>
                  <a:pt x="3421" y="3652"/>
                </a:lnTo>
                <a:lnTo>
                  <a:pt x="3420" y="3652"/>
                </a:lnTo>
                <a:lnTo>
                  <a:pt x="3420" y="3653"/>
                </a:lnTo>
                <a:lnTo>
                  <a:pt x="3421" y="3653"/>
                </a:lnTo>
                <a:lnTo>
                  <a:pt x="3421" y="3654"/>
                </a:lnTo>
                <a:lnTo>
                  <a:pt x="3421" y="3655"/>
                </a:lnTo>
                <a:lnTo>
                  <a:pt x="3420" y="3655"/>
                </a:lnTo>
                <a:lnTo>
                  <a:pt x="3420" y="3656"/>
                </a:lnTo>
                <a:lnTo>
                  <a:pt x="3420" y="3657"/>
                </a:lnTo>
                <a:lnTo>
                  <a:pt x="3420" y="3658"/>
                </a:lnTo>
                <a:lnTo>
                  <a:pt x="3419" y="3658"/>
                </a:lnTo>
                <a:lnTo>
                  <a:pt x="3418" y="3658"/>
                </a:lnTo>
                <a:lnTo>
                  <a:pt x="3418" y="3657"/>
                </a:lnTo>
                <a:lnTo>
                  <a:pt x="3417" y="3657"/>
                </a:lnTo>
                <a:lnTo>
                  <a:pt x="3416" y="3657"/>
                </a:lnTo>
                <a:lnTo>
                  <a:pt x="3415" y="3657"/>
                </a:lnTo>
                <a:lnTo>
                  <a:pt x="3415" y="3658"/>
                </a:lnTo>
                <a:lnTo>
                  <a:pt x="3414" y="3658"/>
                </a:lnTo>
                <a:lnTo>
                  <a:pt x="3413" y="3658"/>
                </a:lnTo>
                <a:lnTo>
                  <a:pt x="3412" y="3658"/>
                </a:lnTo>
                <a:lnTo>
                  <a:pt x="3412" y="3657"/>
                </a:lnTo>
                <a:lnTo>
                  <a:pt x="3411" y="3657"/>
                </a:lnTo>
                <a:lnTo>
                  <a:pt x="3411" y="3658"/>
                </a:lnTo>
                <a:lnTo>
                  <a:pt x="3410" y="3658"/>
                </a:lnTo>
                <a:lnTo>
                  <a:pt x="3409" y="3658"/>
                </a:lnTo>
                <a:lnTo>
                  <a:pt x="3408" y="3658"/>
                </a:lnTo>
                <a:lnTo>
                  <a:pt x="3408" y="3659"/>
                </a:lnTo>
                <a:lnTo>
                  <a:pt x="3407" y="3659"/>
                </a:lnTo>
                <a:lnTo>
                  <a:pt x="3408" y="3660"/>
                </a:lnTo>
                <a:lnTo>
                  <a:pt x="3407" y="3660"/>
                </a:lnTo>
                <a:lnTo>
                  <a:pt x="3407" y="3661"/>
                </a:lnTo>
                <a:lnTo>
                  <a:pt x="3407" y="3660"/>
                </a:lnTo>
                <a:lnTo>
                  <a:pt x="3406" y="3660"/>
                </a:lnTo>
                <a:lnTo>
                  <a:pt x="3406" y="3659"/>
                </a:lnTo>
                <a:lnTo>
                  <a:pt x="3406" y="3658"/>
                </a:lnTo>
                <a:lnTo>
                  <a:pt x="3405" y="3658"/>
                </a:lnTo>
                <a:lnTo>
                  <a:pt x="3405" y="3657"/>
                </a:lnTo>
                <a:lnTo>
                  <a:pt x="3404" y="3657"/>
                </a:lnTo>
                <a:lnTo>
                  <a:pt x="3405" y="3657"/>
                </a:lnTo>
                <a:lnTo>
                  <a:pt x="3404" y="3657"/>
                </a:lnTo>
                <a:lnTo>
                  <a:pt x="3404" y="3656"/>
                </a:lnTo>
                <a:lnTo>
                  <a:pt x="3404" y="3655"/>
                </a:lnTo>
                <a:lnTo>
                  <a:pt x="3404" y="3656"/>
                </a:lnTo>
                <a:lnTo>
                  <a:pt x="3404" y="3655"/>
                </a:lnTo>
                <a:lnTo>
                  <a:pt x="3405" y="3655"/>
                </a:lnTo>
                <a:lnTo>
                  <a:pt x="3405" y="3654"/>
                </a:lnTo>
                <a:lnTo>
                  <a:pt x="3404" y="3654"/>
                </a:lnTo>
                <a:lnTo>
                  <a:pt x="3403" y="3654"/>
                </a:lnTo>
                <a:lnTo>
                  <a:pt x="3403" y="3653"/>
                </a:lnTo>
                <a:lnTo>
                  <a:pt x="3403" y="3652"/>
                </a:lnTo>
                <a:lnTo>
                  <a:pt x="3402" y="3652"/>
                </a:lnTo>
                <a:lnTo>
                  <a:pt x="3402" y="3651"/>
                </a:lnTo>
                <a:lnTo>
                  <a:pt x="3401" y="3651"/>
                </a:lnTo>
                <a:lnTo>
                  <a:pt x="3401" y="3652"/>
                </a:lnTo>
                <a:lnTo>
                  <a:pt x="3400" y="3652"/>
                </a:lnTo>
                <a:lnTo>
                  <a:pt x="3399" y="3652"/>
                </a:lnTo>
                <a:lnTo>
                  <a:pt x="3399" y="3651"/>
                </a:lnTo>
                <a:lnTo>
                  <a:pt x="3398" y="3651"/>
                </a:lnTo>
                <a:lnTo>
                  <a:pt x="3398" y="3650"/>
                </a:lnTo>
                <a:lnTo>
                  <a:pt x="3397" y="3649"/>
                </a:lnTo>
                <a:lnTo>
                  <a:pt x="3397" y="3648"/>
                </a:lnTo>
                <a:lnTo>
                  <a:pt x="3396" y="3648"/>
                </a:lnTo>
                <a:lnTo>
                  <a:pt x="3395" y="3648"/>
                </a:lnTo>
                <a:lnTo>
                  <a:pt x="3395" y="3647"/>
                </a:lnTo>
                <a:lnTo>
                  <a:pt x="3394" y="3647"/>
                </a:lnTo>
                <a:lnTo>
                  <a:pt x="3395" y="3647"/>
                </a:lnTo>
                <a:lnTo>
                  <a:pt x="3394" y="3647"/>
                </a:lnTo>
                <a:lnTo>
                  <a:pt x="3393" y="3647"/>
                </a:lnTo>
                <a:lnTo>
                  <a:pt x="3392" y="3647"/>
                </a:lnTo>
                <a:lnTo>
                  <a:pt x="3392" y="3646"/>
                </a:lnTo>
                <a:lnTo>
                  <a:pt x="3391" y="3646"/>
                </a:lnTo>
                <a:lnTo>
                  <a:pt x="3391" y="3645"/>
                </a:lnTo>
                <a:lnTo>
                  <a:pt x="3391" y="3644"/>
                </a:lnTo>
                <a:lnTo>
                  <a:pt x="3391" y="3643"/>
                </a:lnTo>
                <a:lnTo>
                  <a:pt x="3390" y="3643"/>
                </a:lnTo>
                <a:lnTo>
                  <a:pt x="3390" y="3642"/>
                </a:lnTo>
                <a:lnTo>
                  <a:pt x="3389" y="3642"/>
                </a:lnTo>
                <a:lnTo>
                  <a:pt x="3389" y="3643"/>
                </a:lnTo>
                <a:lnTo>
                  <a:pt x="3390" y="3643"/>
                </a:lnTo>
                <a:lnTo>
                  <a:pt x="3389" y="3643"/>
                </a:lnTo>
                <a:lnTo>
                  <a:pt x="3388" y="3643"/>
                </a:lnTo>
                <a:lnTo>
                  <a:pt x="3387" y="3643"/>
                </a:lnTo>
                <a:lnTo>
                  <a:pt x="3386" y="3643"/>
                </a:lnTo>
                <a:lnTo>
                  <a:pt x="3385" y="3643"/>
                </a:lnTo>
                <a:lnTo>
                  <a:pt x="3385" y="3642"/>
                </a:lnTo>
                <a:lnTo>
                  <a:pt x="3385" y="3643"/>
                </a:lnTo>
                <a:lnTo>
                  <a:pt x="3385" y="3642"/>
                </a:lnTo>
                <a:lnTo>
                  <a:pt x="3384" y="3642"/>
                </a:lnTo>
                <a:lnTo>
                  <a:pt x="3383" y="3642"/>
                </a:lnTo>
                <a:lnTo>
                  <a:pt x="3383" y="3641"/>
                </a:lnTo>
                <a:lnTo>
                  <a:pt x="3382" y="3641"/>
                </a:lnTo>
                <a:lnTo>
                  <a:pt x="3381" y="3641"/>
                </a:lnTo>
                <a:lnTo>
                  <a:pt x="3381" y="3642"/>
                </a:lnTo>
                <a:lnTo>
                  <a:pt x="3380" y="3642"/>
                </a:lnTo>
                <a:lnTo>
                  <a:pt x="3380" y="3643"/>
                </a:lnTo>
                <a:lnTo>
                  <a:pt x="3379" y="3643"/>
                </a:lnTo>
                <a:lnTo>
                  <a:pt x="3379" y="3642"/>
                </a:lnTo>
                <a:lnTo>
                  <a:pt x="3378" y="3642"/>
                </a:lnTo>
                <a:lnTo>
                  <a:pt x="3378" y="3641"/>
                </a:lnTo>
                <a:lnTo>
                  <a:pt x="3378" y="3642"/>
                </a:lnTo>
                <a:lnTo>
                  <a:pt x="3378" y="3641"/>
                </a:lnTo>
                <a:lnTo>
                  <a:pt x="3378" y="3642"/>
                </a:lnTo>
                <a:lnTo>
                  <a:pt x="3377" y="3642"/>
                </a:lnTo>
                <a:lnTo>
                  <a:pt x="3376" y="3642"/>
                </a:lnTo>
                <a:lnTo>
                  <a:pt x="3376" y="3643"/>
                </a:lnTo>
                <a:lnTo>
                  <a:pt x="3376" y="3642"/>
                </a:lnTo>
                <a:lnTo>
                  <a:pt x="3375" y="3642"/>
                </a:lnTo>
                <a:lnTo>
                  <a:pt x="3374" y="3642"/>
                </a:lnTo>
                <a:lnTo>
                  <a:pt x="3374" y="3641"/>
                </a:lnTo>
                <a:lnTo>
                  <a:pt x="3374" y="3640"/>
                </a:lnTo>
                <a:lnTo>
                  <a:pt x="3374" y="3639"/>
                </a:lnTo>
                <a:lnTo>
                  <a:pt x="3374" y="3638"/>
                </a:lnTo>
                <a:lnTo>
                  <a:pt x="3374" y="3637"/>
                </a:lnTo>
                <a:lnTo>
                  <a:pt x="3374" y="3636"/>
                </a:lnTo>
                <a:lnTo>
                  <a:pt x="3374" y="3635"/>
                </a:lnTo>
                <a:lnTo>
                  <a:pt x="3374" y="3634"/>
                </a:lnTo>
                <a:lnTo>
                  <a:pt x="3374" y="3633"/>
                </a:lnTo>
                <a:lnTo>
                  <a:pt x="3375" y="3633"/>
                </a:lnTo>
                <a:lnTo>
                  <a:pt x="3375" y="3632"/>
                </a:lnTo>
                <a:lnTo>
                  <a:pt x="3375" y="3631"/>
                </a:lnTo>
                <a:lnTo>
                  <a:pt x="3375" y="3632"/>
                </a:lnTo>
                <a:lnTo>
                  <a:pt x="3375" y="3631"/>
                </a:lnTo>
                <a:lnTo>
                  <a:pt x="3374" y="3631"/>
                </a:lnTo>
                <a:lnTo>
                  <a:pt x="3374" y="3630"/>
                </a:lnTo>
                <a:lnTo>
                  <a:pt x="3373" y="3630"/>
                </a:lnTo>
                <a:lnTo>
                  <a:pt x="3373" y="3629"/>
                </a:lnTo>
                <a:lnTo>
                  <a:pt x="3373" y="3628"/>
                </a:lnTo>
                <a:lnTo>
                  <a:pt x="3372" y="3628"/>
                </a:lnTo>
                <a:lnTo>
                  <a:pt x="3371" y="3628"/>
                </a:lnTo>
                <a:lnTo>
                  <a:pt x="3370" y="3628"/>
                </a:lnTo>
                <a:lnTo>
                  <a:pt x="3369" y="3628"/>
                </a:lnTo>
                <a:lnTo>
                  <a:pt x="3369" y="3627"/>
                </a:lnTo>
                <a:lnTo>
                  <a:pt x="3368" y="3627"/>
                </a:lnTo>
                <a:lnTo>
                  <a:pt x="3367" y="3627"/>
                </a:lnTo>
                <a:lnTo>
                  <a:pt x="3367" y="3626"/>
                </a:lnTo>
                <a:lnTo>
                  <a:pt x="3367" y="3625"/>
                </a:lnTo>
                <a:lnTo>
                  <a:pt x="3366" y="3624"/>
                </a:lnTo>
                <a:lnTo>
                  <a:pt x="3366" y="3623"/>
                </a:lnTo>
                <a:lnTo>
                  <a:pt x="3367" y="3623"/>
                </a:lnTo>
                <a:lnTo>
                  <a:pt x="3366" y="3623"/>
                </a:lnTo>
                <a:lnTo>
                  <a:pt x="3366" y="3622"/>
                </a:lnTo>
                <a:lnTo>
                  <a:pt x="3365" y="3622"/>
                </a:lnTo>
                <a:lnTo>
                  <a:pt x="3365" y="3621"/>
                </a:lnTo>
                <a:lnTo>
                  <a:pt x="3364" y="3621"/>
                </a:lnTo>
                <a:lnTo>
                  <a:pt x="3364" y="3620"/>
                </a:lnTo>
                <a:lnTo>
                  <a:pt x="3364" y="3619"/>
                </a:lnTo>
                <a:lnTo>
                  <a:pt x="3363" y="3619"/>
                </a:lnTo>
                <a:lnTo>
                  <a:pt x="3363" y="3618"/>
                </a:lnTo>
                <a:lnTo>
                  <a:pt x="3362" y="3618"/>
                </a:lnTo>
                <a:lnTo>
                  <a:pt x="3362" y="3617"/>
                </a:lnTo>
                <a:lnTo>
                  <a:pt x="3362" y="3616"/>
                </a:lnTo>
                <a:lnTo>
                  <a:pt x="3361" y="3616"/>
                </a:lnTo>
                <a:lnTo>
                  <a:pt x="3361" y="3615"/>
                </a:lnTo>
                <a:lnTo>
                  <a:pt x="3360" y="3615"/>
                </a:lnTo>
                <a:lnTo>
                  <a:pt x="3360" y="3616"/>
                </a:lnTo>
                <a:lnTo>
                  <a:pt x="3359" y="3616"/>
                </a:lnTo>
                <a:lnTo>
                  <a:pt x="3359" y="3617"/>
                </a:lnTo>
                <a:lnTo>
                  <a:pt x="3358" y="3617"/>
                </a:lnTo>
                <a:lnTo>
                  <a:pt x="3358" y="3616"/>
                </a:lnTo>
                <a:lnTo>
                  <a:pt x="3357" y="3616"/>
                </a:lnTo>
                <a:lnTo>
                  <a:pt x="3357" y="3615"/>
                </a:lnTo>
                <a:lnTo>
                  <a:pt x="3356" y="3615"/>
                </a:lnTo>
                <a:lnTo>
                  <a:pt x="3356" y="3614"/>
                </a:lnTo>
                <a:lnTo>
                  <a:pt x="3355" y="3613"/>
                </a:lnTo>
                <a:lnTo>
                  <a:pt x="3355" y="3614"/>
                </a:lnTo>
                <a:lnTo>
                  <a:pt x="3355" y="3613"/>
                </a:lnTo>
                <a:lnTo>
                  <a:pt x="3354" y="3613"/>
                </a:lnTo>
                <a:lnTo>
                  <a:pt x="3354" y="3612"/>
                </a:lnTo>
                <a:lnTo>
                  <a:pt x="3353" y="3612"/>
                </a:lnTo>
                <a:lnTo>
                  <a:pt x="3353" y="3611"/>
                </a:lnTo>
                <a:lnTo>
                  <a:pt x="3352" y="3611"/>
                </a:lnTo>
                <a:lnTo>
                  <a:pt x="3352" y="3610"/>
                </a:lnTo>
                <a:lnTo>
                  <a:pt x="3352" y="3609"/>
                </a:lnTo>
                <a:lnTo>
                  <a:pt x="3352" y="3608"/>
                </a:lnTo>
                <a:lnTo>
                  <a:pt x="3351" y="3608"/>
                </a:lnTo>
                <a:lnTo>
                  <a:pt x="3352" y="3608"/>
                </a:lnTo>
                <a:lnTo>
                  <a:pt x="3352" y="3607"/>
                </a:lnTo>
                <a:lnTo>
                  <a:pt x="3351" y="3607"/>
                </a:lnTo>
                <a:lnTo>
                  <a:pt x="3351" y="3606"/>
                </a:lnTo>
                <a:lnTo>
                  <a:pt x="3350" y="3606"/>
                </a:lnTo>
                <a:lnTo>
                  <a:pt x="3350" y="3605"/>
                </a:lnTo>
                <a:lnTo>
                  <a:pt x="3349" y="3605"/>
                </a:lnTo>
                <a:lnTo>
                  <a:pt x="3349" y="3604"/>
                </a:lnTo>
                <a:lnTo>
                  <a:pt x="3348" y="3604"/>
                </a:lnTo>
                <a:lnTo>
                  <a:pt x="3348" y="3605"/>
                </a:lnTo>
                <a:lnTo>
                  <a:pt x="3347" y="3605"/>
                </a:lnTo>
                <a:lnTo>
                  <a:pt x="3347" y="3606"/>
                </a:lnTo>
                <a:lnTo>
                  <a:pt x="3346" y="3606"/>
                </a:lnTo>
                <a:lnTo>
                  <a:pt x="3346" y="3607"/>
                </a:lnTo>
                <a:lnTo>
                  <a:pt x="3345" y="3607"/>
                </a:lnTo>
                <a:lnTo>
                  <a:pt x="3345" y="3608"/>
                </a:lnTo>
                <a:lnTo>
                  <a:pt x="3345" y="3609"/>
                </a:lnTo>
                <a:lnTo>
                  <a:pt x="3344" y="3609"/>
                </a:lnTo>
                <a:lnTo>
                  <a:pt x="3344" y="3610"/>
                </a:lnTo>
                <a:lnTo>
                  <a:pt x="3345" y="3610"/>
                </a:lnTo>
                <a:lnTo>
                  <a:pt x="3344" y="3610"/>
                </a:lnTo>
                <a:lnTo>
                  <a:pt x="3343" y="3610"/>
                </a:lnTo>
                <a:lnTo>
                  <a:pt x="3342" y="3610"/>
                </a:lnTo>
                <a:lnTo>
                  <a:pt x="3341" y="3610"/>
                </a:lnTo>
                <a:lnTo>
                  <a:pt x="3341" y="3611"/>
                </a:lnTo>
                <a:lnTo>
                  <a:pt x="3341" y="3612"/>
                </a:lnTo>
                <a:lnTo>
                  <a:pt x="3342" y="3612"/>
                </a:lnTo>
                <a:lnTo>
                  <a:pt x="3342" y="3613"/>
                </a:lnTo>
                <a:lnTo>
                  <a:pt x="3342" y="3614"/>
                </a:lnTo>
                <a:lnTo>
                  <a:pt x="3341" y="3614"/>
                </a:lnTo>
                <a:lnTo>
                  <a:pt x="3341" y="3615"/>
                </a:lnTo>
                <a:lnTo>
                  <a:pt x="3341" y="3616"/>
                </a:lnTo>
                <a:lnTo>
                  <a:pt x="3340" y="3616"/>
                </a:lnTo>
                <a:lnTo>
                  <a:pt x="3339" y="3616"/>
                </a:lnTo>
                <a:lnTo>
                  <a:pt x="3339" y="3617"/>
                </a:lnTo>
                <a:lnTo>
                  <a:pt x="3340" y="3617"/>
                </a:lnTo>
                <a:lnTo>
                  <a:pt x="3340" y="3618"/>
                </a:lnTo>
                <a:lnTo>
                  <a:pt x="3340" y="3619"/>
                </a:lnTo>
                <a:lnTo>
                  <a:pt x="3339" y="3619"/>
                </a:lnTo>
                <a:lnTo>
                  <a:pt x="3339" y="3620"/>
                </a:lnTo>
                <a:lnTo>
                  <a:pt x="3339" y="3619"/>
                </a:lnTo>
                <a:lnTo>
                  <a:pt x="3339" y="3620"/>
                </a:lnTo>
                <a:lnTo>
                  <a:pt x="3338" y="3620"/>
                </a:lnTo>
                <a:lnTo>
                  <a:pt x="3338" y="3619"/>
                </a:lnTo>
                <a:lnTo>
                  <a:pt x="3338" y="3618"/>
                </a:lnTo>
                <a:lnTo>
                  <a:pt x="3338" y="3619"/>
                </a:lnTo>
                <a:lnTo>
                  <a:pt x="3337" y="3619"/>
                </a:lnTo>
                <a:lnTo>
                  <a:pt x="3337" y="3618"/>
                </a:lnTo>
                <a:lnTo>
                  <a:pt x="3336" y="3618"/>
                </a:lnTo>
                <a:lnTo>
                  <a:pt x="3336" y="3617"/>
                </a:lnTo>
                <a:lnTo>
                  <a:pt x="3335" y="3617"/>
                </a:lnTo>
                <a:lnTo>
                  <a:pt x="3334" y="3617"/>
                </a:lnTo>
                <a:lnTo>
                  <a:pt x="3334" y="3618"/>
                </a:lnTo>
                <a:lnTo>
                  <a:pt x="3334" y="3617"/>
                </a:lnTo>
                <a:lnTo>
                  <a:pt x="3334" y="3616"/>
                </a:lnTo>
                <a:lnTo>
                  <a:pt x="3333" y="3616"/>
                </a:lnTo>
                <a:lnTo>
                  <a:pt x="3332" y="3616"/>
                </a:lnTo>
                <a:lnTo>
                  <a:pt x="3332" y="3617"/>
                </a:lnTo>
                <a:lnTo>
                  <a:pt x="3333" y="3617"/>
                </a:lnTo>
                <a:lnTo>
                  <a:pt x="3332" y="3617"/>
                </a:lnTo>
                <a:lnTo>
                  <a:pt x="3332" y="3618"/>
                </a:lnTo>
                <a:lnTo>
                  <a:pt x="3331" y="3618"/>
                </a:lnTo>
                <a:lnTo>
                  <a:pt x="3331" y="3619"/>
                </a:lnTo>
                <a:lnTo>
                  <a:pt x="3330" y="3619"/>
                </a:lnTo>
                <a:lnTo>
                  <a:pt x="3330" y="3620"/>
                </a:lnTo>
                <a:lnTo>
                  <a:pt x="3330" y="3619"/>
                </a:lnTo>
                <a:lnTo>
                  <a:pt x="3329" y="3619"/>
                </a:lnTo>
                <a:lnTo>
                  <a:pt x="3329" y="3620"/>
                </a:lnTo>
                <a:lnTo>
                  <a:pt x="3328" y="3620"/>
                </a:lnTo>
                <a:lnTo>
                  <a:pt x="3328" y="3621"/>
                </a:lnTo>
                <a:lnTo>
                  <a:pt x="3327" y="3621"/>
                </a:lnTo>
                <a:lnTo>
                  <a:pt x="3326" y="3621"/>
                </a:lnTo>
                <a:lnTo>
                  <a:pt x="3325" y="3621"/>
                </a:lnTo>
                <a:lnTo>
                  <a:pt x="3325" y="3620"/>
                </a:lnTo>
                <a:lnTo>
                  <a:pt x="3325" y="3619"/>
                </a:lnTo>
                <a:lnTo>
                  <a:pt x="3325" y="3620"/>
                </a:lnTo>
                <a:lnTo>
                  <a:pt x="3325" y="3619"/>
                </a:lnTo>
                <a:lnTo>
                  <a:pt x="3324" y="3619"/>
                </a:lnTo>
                <a:lnTo>
                  <a:pt x="3323" y="3619"/>
                </a:lnTo>
                <a:lnTo>
                  <a:pt x="3323" y="3620"/>
                </a:lnTo>
                <a:lnTo>
                  <a:pt x="3322" y="3620"/>
                </a:lnTo>
                <a:lnTo>
                  <a:pt x="3321" y="3620"/>
                </a:lnTo>
                <a:lnTo>
                  <a:pt x="3321" y="3621"/>
                </a:lnTo>
                <a:lnTo>
                  <a:pt x="3320" y="3621"/>
                </a:lnTo>
                <a:lnTo>
                  <a:pt x="3320" y="3622"/>
                </a:lnTo>
                <a:lnTo>
                  <a:pt x="3319" y="3622"/>
                </a:lnTo>
                <a:lnTo>
                  <a:pt x="3319" y="3623"/>
                </a:lnTo>
                <a:lnTo>
                  <a:pt x="3318" y="3623"/>
                </a:lnTo>
                <a:lnTo>
                  <a:pt x="3318" y="3624"/>
                </a:lnTo>
                <a:lnTo>
                  <a:pt x="3317" y="3624"/>
                </a:lnTo>
                <a:lnTo>
                  <a:pt x="3317" y="3625"/>
                </a:lnTo>
                <a:lnTo>
                  <a:pt x="3316" y="3625"/>
                </a:lnTo>
                <a:lnTo>
                  <a:pt x="3315" y="3625"/>
                </a:lnTo>
                <a:lnTo>
                  <a:pt x="3314" y="3625"/>
                </a:lnTo>
                <a:lnTo>
                  <a:pt x="3314" y="3626"/>
                </a:lnTo>
                <a:lnTo>
                  <a:pt x="3315" y="3626"/>
                </a:lnTo>
                <a:lnTo>
                  <a:pt x="3314" y="3626"/>
                </a:lnTo>
                <a:lnTo>
                  <a:pt x="3314" y="3627"/>
                </a:lnTo>
                <a:lnTo>
                  <a:pt x="3313" y="3627"/>
                </a:lnTo>
                <a:lnTo>
                  <a:pt x="3313" y="3626"/>
                </a:lnTo>
                <a:lnTo>
                  <a:pt x="3312" y="3626"/>
                </a:lnTo>
                <a:lnTo>
                  <a:pt x="3312" y="3627"/>
                </a:lnTo>
                <a:lnTo>
                  <a:pt x="3311" y="3627"/>
                </a:lnTo>
                <a:lnTo>
                  <a:pt x="3310" y="3627"/>
                </a:lnTo>
                <a:lnTo>
                  <a:pt x="3310" y="3628"/>
                </a:lnTo>
                <a:lnTo>
                  <a:pt x="3310" y="3629"/>
                </a:lnTo>
                <a:lnTo>
                  <a:pt x="3310" y="3630"/>
                </a:lnTo>
                <a:lnTo>
                  <a:pt x="3309" y="3630"/>
                </a:lnTo>
                <a:lnTo>
                  <a:pt x="3309" y="3631"/>
                </a:lnTo>
                <a:lnTo>
                  <a:pt x="3309" y="3632"/>
                </a:lnTo>
                <a:lnTo>
                  <a:pt x="3309" y="3633"/>
                </a:lnTo>
                <a:lnTo>
                  <a:pt x="3309" y="3632"/>
                </a:lnTo>
                <a:lnTo>
                  <a:pt x="3308" y="3632"/>
                </a:lnTo>
                <a:lnTo>
                  <a:pt x="3307" y="3632"/>
                </a:lnTo>
                <a:lnTo>
                  <a:pt x="3307" y="3631"/>
                </a:lnTo>
                <a:lnTo>
                  <a:pt x="3306" y="3631"/>
                </a:lnTo>
                <a:lnTo>
                  <a:pt x="3306" y="3630"/>
                </a:lnTo>
                <a:lnTo>
                  <a:pt x="3306" y="3629"/>
                </a:lnTo>
                <a:lnTo>
                  <a:pt x="3305" y="3629"/>
                </a:lnTo>
                <a:lnTo>
                  <a:pt x="3304" y="3629"/>
                </a:lnTo>
                <a:lnTo>
                  <a:pt x="3303" y="3629"/>
                </a:lnTo>
                <a:lnTo>
                  <a:pt x="3303" y="3630"/>
                </a:lnTo>
                <a:lnTo>
                  <a:pt x="3303" y="3631"/>
                </a:lnTo>
                <a:lnTo>
                  <a:pt x="3302" y="3631"/>
                </a:lnTo>
                <a:lnTo>
                  <a:pt x="3302" y="3632"/>
                </a:lnTo>
                <a:lnTo>
                  <a:pt x="3302" y="3633"/>
                </a:lnTo>
                <a:lnTo>
                  <a:pt x="3302" y="3634"/>
                </a:lnTo>
                <a:lnTo>
                  <a:pt x="3302" y="3635"/>
                </a:lnTo>
                <a:lnTo>
                  <a:pt x="3302" y="3636"/>
                </a:lnTo>
                <a:lnTo>
                  <a:pt x="3301" y="3636"/>
                </a:lnTo>
                <a:lnTo>
                  <a:pt x="3300" y="3636"/>
                </a:lnTo>
                <a:lnTo>
                  <a:pt x="3300" y="3635"/>
                </a:lnTo>
                <a:lnTo>
                  <a:pt x="3300" y="3636"/>
                </a:lnTo>
                <a:lnTo>
                  <a:pt x="3299" y="3636"/>
                </a:lnTo>
                <a:lnTo>
                  <a:pt x="3298" y="3637"/>
                </a:lnTo>
                <a:lnTo>
                  <a:pt x="3297" y="3637"/>
                </a:lnTo>
                <a:lnTo>
                  <a:pt x="3297" y="3638"/>
                </a:lnTo>
                <a:lnTo>
                  <a:pt x="3296" y="3638"/>
                </a:lnTo>
                <a:lnTo>
                  <a:pt x="3296" y="3637"/>
                </a:lnTo>
                <a:lnTo>
                  <a:pt x="3295" y="3637"/>
                </a:lnTo>
                <a:lnTo>
                  <a:pt x="3294" y="3637"/>
                </a:lnTo>
                <a:lnTo>
                  <a:pt x="3294" y="3638"/>
                </a:lnTo>
                <a:lnTo>
                  <a:pt x="3294" y="3639"/>
                </a:lnTo>
                <a:lnTo>
                  <a:pt x="3294" y="3640"/>
                </a:lnTo>
                <a:lnTo>
                  <a:pt x="3294" y="3641"/>
                </a:lnTo>
                <a:lnTo>
                  <a:pt x="3295" y="3641"/>
                </a:lnTo>
                <a:lnTo>
                  <a:pt x="3295" y="3642"/>
                </a:lnTo>
                <a:lnTo>
                  <a:pt x="3295" y="3643"/>
                </a:lnTo>
                <a:lnTo>
                  <a:pt x="3295" y="3644"/>
                </a:lnTo>
                <a:lnTo>
                  <a:pt x="3296" y="3644"/>
                </a:lnTo>
                <a:lnTo>
                  <a:pt x="3296" y="3645"/>
                </a:lnTo>
                <a:lnTo>
                  <a:pt x="3296" y="3646"/>
                </a:lnTo>
                <a:lnTo>
                  <a:pt x="3296" y="3647"/>
                </a:lnTo>
                <a:lnTo>
                  <a:pt x="3296" y="3648"/>
                </a:lnTo>
                <a:lnTo>
                  <a:pt x="3297" y="3648"/>
                </a:lnTo>
                <a:lnTo>
                  <a:pt x="3297" y="3649"/>
                </a:lnTo>
                <a:lnTo>
                  <a:pt x="3297" y="3650"/>
                </a:lnTo>
                <a:lnTo>
                  <a:pt x="3297" y="3651"/>
                </a:lnTo>
                <a:lnTo>
                  <a:pt x="3298" y="3651"/>
                </a:lnTo>
                <a:lnTo>
                  <a:pt x="3297" y="3652"/>
                </a:lnTo>
                <a:lnTo>
                  <a:pt x="3298" y="3652"/>
                </a:lnTo>
                <a:lnTo>
                  <a:pt x="3297" y="3652"/>
                </a:lnTo>
                <a:lnTo>
                  <a:pt x="3297" y="3653"/>
                </a:lnTo>
                <a:lnTo>
                  <a:pt x="3298" y="3653"/>
                </a:lnTo>
                <a:lnTo>
                  <a:pt x="3299" y="3653"/>
                </a:lnTo>
                <a:lnTo>
                  <a:pt x="3300" y="3653"/>
                </a:lnTo>
                <a:lnTo>
                  <a:pt x="3300" y="3654"/>
                </a:lnTo>
                <a:lnTo>
                  <a:pt x="3300" y="3655"/>
                </a:lnTo>
                <a:lnTo>
                  <a:pt x="3301" y="3655"/>
                </a:lnTo>
                <a:lnTo>
                  <a:pt x="3301" y="3656"/>
                </a:lnTo>
                <a:lnTo>
                  <a:pt x="3300" y="3656"/>
                </a:lnTo>
                <a:lnTo>
                  <a:pt x="3301" y="3656"/>
                </a:lnTo>
                <a:lnTo>
                  <a:pt x="3300" y="3656"/>
                </a:lnTo>
                <a:lnTo>
                  <a:pt x="3300" y="3657"/>
                </a:lnTo>
                <a:lnTo>
                  <a:pt x="3300" y="3658"/>
                </a:lnTo>
                <a:lnTo>
                  <a:pt x="3299" y="3658"/>
                </a:lnTo>
                <a:lnTo>
                  <a:pt x="3298" y="3659"/>
                </a:lnTo>
                <a:lnTo>
                  <a:pt x="3298" y="3660"/>
                </a:lnTo>
                <a:lnTo>
                  <a:pt x="3297" y="3660"/>
                </a:lnTo>
                <a:lnTo>
                  <a:pt x="3296" y="3660"/>
                </a:lnTo>
                <a:lnTo>
                  <a:pt x="3295" y="3660"/>
                </a:lnTo>
                <a:lnTo>
                  <a:pt x="3294" y="3661"/>
                </a:lnTo>
                <a:lnTo>
                  <a:pt x="3293" y="3661"/>
                </a:lnTo>
                <a:lnTo>
                  <a:pt x="3293" y="3662"/>
                </a:lnTo>
                <a:lnTo>
                  <a:pt x="3292" y="3662"/>
                </a:lnTo>
                <a:lnTo>
                  <a:pt x="3291" y="3662"/>
                </a:lnTo>
                <a:lnTo>
                  <a:pt x="3291" y="3663"/>
                </a:lnTo>
                <a:lnTo>
                  <a:pt x="3290" y="3663"/>
                </a:lnTo>
                <a:lnTo>
                  <a:pt x="3291" y="3663"/>
                </a:lnTo>
                <a:lnTo>
                  <a:pt x="3291" y="3664"/>
                </a:lnTo>
                <a:lnTo>
                  <a:pt x="3290" y="3664"/>
                </a:lnTo>
                <a:lnTo>
                  <a:pt x="3290" y="3665"/>
                </a:lnTo>
                <a:lnTo>
                  <a:pt x="3290" y="3666"/>
                </a:lnTo>
                <a:lnTo>
                  <a:pt x="3290" y="3667"/>
                </a:lnTo>
                <a:lnTo>
                  <a:pt x="3289" y="3667"/>
                </a:lnTo>
                <a:lnTo>
                  <a:pt x="3289" y="3668"/>
                </a:lnTo>
                <a:lnTo>
                  <a:pt x="3288" y="3668"/>
                </a:lnTo>
                <a:lnTo>
                  <a:pt x="3287" y="3668"/>
                </a:lnTo>
                <a:lnTo>
                  <a:pt x="3286" y="3668"/>
                </a:lnTo>
                <a:lnTo>
                  <a:pt x="3286" y="3669"/>
                </a:lnTo>
                <a:lnTo>
                  <a:pt x="3286" y="3670"/>
                </a:lnTo>
                <a:lnTo>
                  <a:pt x="3287" y="3670"/>
                </a:lnTo>
                <a:lnTo>
                  <a:pt x="3286" y="3670"/>
                </a:lnTo>
                <a:lnTo>
                  <a:pt x="3287" y="3670"/>
                </a:lnTo>
                <a:lnTo>
                  <a:pt x="3286" y="3670"/>
                </a:lnTo>
                <a:lnTo>
                  <a:pt x="3287" y="3670"/>
                </a:lnTo>
                <a:lnTo>
                  <a:pt x="3287" y="3671"/>
                </a:lnTo>
                <a:lnTo>
                  <a:pt x="3287" y="3672"/>
                </a:lnTo>
                <a:lnTo>
                  <a:pt x="3286" y="3672"/>
                </a:lnTo>
                <a:lnTo>
                  <a:pt x="3285" y="3672"/>
                </a:lnTo>
                <a:lnTo>
                  <a:pt x="3284" y="3672"/>
                </a:lnTo>
                <a:lnTo>
                  <a:pt x="3283" y="3672"/>
                </a:lnTo>
                <a:lnTo>
                  <a:pt x="3283" y="3671"/>
                </a:lnTo>
                <a:lnTo>
                  <a:pt x="3283" y="3672"/>
                </a:lnTo>
                <a:lnTo>
                  <a:pt x="3282" y="3672"/>
                </a:lnTo>
                <a:lnTo>
                  <a:pt x="3281" y="3672"/>
                </a:lnTo>
                <a:lnTo>
                  <a:pt x="3280" y="3672"/>
                </a:lnTo>
                <a:lnTo>
                  <a:pt x="3279" y="3671"/>
                </a:lnTo>
                <a:lnTo>
                  <a:pt x="3278" y="3671"/>
                </a:lnTo>
                <a:lnTo>
                  <a:pt x="3278" y="3670"/>
                </a:lnTo>
                <a:lnTo>
                  <a:pt x="3277" y="3670"/>
                </a:lnTo>
                <a:lnTo>
                  <a:pt x="3277" y="3671"/>
                </a:lnTo>
                <a:lnTo>
                  <a:pt x="3276" y="3671"/>
                </a:lnTo>
                <a:lnTo>
                  <a:pt x="3276" y="3670"/>
                </a:lnTo>
                <a:lnTo>
                  <a:pt x="3275" y="3670"/>
                </a:lnTo>
                <a:lnTo>
                  <a:pt x="3275" y="3669"/>
                </a:lnTo>
                <a:lnTo>
                  <a:pt x="3275" y="3670"/>
                </a:lnTo>
                <a:lnTo>
                  <a:pt x="3275" y="3669"/>
                </a:lnTo>
                <a:lnTo>
                  <a:pt x="3275" y="3670"/>
                </a:lnTo>
                <a:lnTo>
                  <a:pt x="3274" y="3670"/>
                </a:lnTo>
                <a:lnTo>
                  <a:pt x="3275" y="3670"/>
                </a:lnTo>
                <a:lnTo>
                  <a:pt x="3274" y="3670"/>
                </a:lnTo>
                <a:lnTo>
                  <a:pt x="3274" y="3671"/>
                </a:lnTo>
                <a:lnTo>
                  <a:pt x="3275" y="3671"/>
                </a:lnTo>
                <a:lnTo>
                  <a:pt x="3275" y="3672"/>
                </a:lnTo>
                <a:lnTo>
                  <a:pt x="3274" y="3672"/>
                </a:lnTo>
                <a:lnTo>
                  <a:pt x="3274" y="3673"/>
                </a:lnTo>
                <a:lnTo>
                  <a:pt x="3274" y="3672"/>
                </a:lnTo>
                <a:lnTo>
                  <a:pt x="3273" y="3672"/>
                </a:lnTo>
                <a:lnTo>
                  <a:pt x="3273" y="3673"/>
                </a:lnTo>
                <a:lnTo>
                  <a:pt x="3272" y="3673"/>
                </a:lnTo>
                <a:lnTo>
                  <a:pt x="3272" y="3672"/>
                </a:lnTo>
                <a:lnTo>
                  <a:pt x="3273" y="3672"/>
                </a:lnTo>
                <a:lnTo>
                  <a:pt x="3273" y="3671"/>
                </a:lnTo>
                <a:lnTo>
                  <a:pt x="3273" y="3670"/>
                </a:lnTo>
                <a:lnTo>
                  <a:pt x="3272" y="3670"/>
                </a:lnTo>
                <a:lnTo>
                  <a:pt x="3273" y="3669"/>
                </a:lnTo>
                <a:lnTo>
                  <a:pt x="3272" y="3669"/>
                </a:lnTo>
                <a:lnTo>
                  <a:pt x="3273" y="3669"/>
                </a:lnTo>
                <a:lnTo>
                  <a:pt x="3272" y="3669"/>
                </a:lnTo>
                <a:lnTo>
                  <a:pt x="3272" y="3668"/>
                </a:lnTo>
                <a:lnTo>
                  <a:pt x="3271" y="3668"/>
                </a:lnTo>
                <a:lnTo>
                  <a:pt x="3271" y="3669"/>
                </a:lnTo>
                <a:lnTo>
                  <a:pt x="3271" y="3668"/>
                </a:lnTo>
                <a:lnTo>
                  <a:pt x="3271" y="3669"/>
                </a:lnTo>
                <a:lnTo>
                  <a:pt x="3270" y="3669"/>
                </a:lnTo>
                <a:lnTo>
                  <a:pt x="3270" y="3668"/>
                </a:lnTo>
                <a:lnTo>
                  <a:pt x="3270" y="3669"/>
                </a:lnTo>
                <a:lnTo>
                  <a:pt x="3269" y="3669"/>
                </a:lnTo>
                <a:lnTo>
                  <a:pt x="3269" y="3670"/>
                </a:lnTo>
                <a:lnTo>
                  <a:pt x="3269" y="3669"/>
                </a:lnTo>
                <a:lnTo>
                  <a:pt x="3269" y="3670"/>
                </a:lnTo>
                <a:lnTo>
                  <a:pt x="3269" y="3669"/>
                </a:lnTo>
                <a:lnTo>
                  <a:pt x="3269" y="3670"/>
                </a:lnTo>
                <a:lnTo>
                  <a:pt x="3268" y="3670"/>
                </a:lnTo>
                <a:lnTo>
                  <a:pt x="3267" y="3670"/>
                </a:lnTo>
                <a:lnTo>
                  <a:pt x="3268" y="3670"/>
                </a:lnTo>
                <a:lnTo>
                  <a:pt x="3268" y="3671"/>
                </a:lnTo>
                <a:lnTo>
                  <a:pt x="3267" y="3671"/>
                </a:lnTo>
                <a:lnTo>
                  <a:pt x="3267" y="3672"/>
                </a:lnTo>
                <a:lnTo>
                  <a:pt x="3266" y="3672"/>
                </a:lnTo>
                <a:lnTo>
                  <a:pt x="3266" y="3671"/>
                </a:lnTo>
                <a:lnTo>
                  <a:pt x="3266" y="3672"/>
                </a:lnTo>
                <a:lnTo>
                  <a:pt x="3266" y="3671"/>
                </a:lnTo>
                <a:lnTo>
                  <a:pt x="3266" y="3672"/>
                </a:lnTo>
                <a:lnTo>
                  <a:pt x="3265" y="3672"/>
                </a:lnTo>
                <a:lnTo>
                  <a:pt x="3265" y="3673"/>
                </a:lnTo>
                <a:lnTo>
                  <a:pt x="3265" y="3674"/>
                </a:lnTo>
                <a:lnTo>
                  <a:pt x="3264" y="3674"/>
                </a:lnTo>
                <a:lnTo>
                  <a:pt x="3264" y="3675"/>
                </a:lnTo>
                <a:lnTo>
                  <a:pt x="3264" y="3676"/>
                </a:lnTo>
                <a:lnTo>
                  <a:pt x="3263" y="3676"/>
                </a:lnTo>
                <a:lnTo>
                  <a:pt x="3262" y="3676"/>
                </a:lnTo>
                <a:lnTo>
                  <a:pt x="3262" y="3677"/>
                </a:lnTo>
                <a:lnTo>
                  <a:pt x="3261" y="3677"/>
                </a:lnTo>
                <a:lnTo>
                  <a:pt x="3261" y="3678"/>
                </a:lnTo>
                <a:lnTo>
                  <a:pt x="3260" y="3678"/>
                </a:lnTo>
                <a:lnTo>
                  <a:pt x="3260" y="3679"/>
                </a:lnTo>
                <a:lnTo>
                  <a:pt x="3259" y="3679"/>
                </a:lnTo>
                <a:lnTo>
                  <a:pt x="3259" y="3680"/>
                </a:lnTo>
                <a:lnTo>
                  <a:pt x="3258" y="3680"/>
                </a:lnTo>
                <a:lnTo>
                  <a:pt x="3257" y="3680"/>
                </a:lnTo>
                <a:lnTo>
                  <a:pt x="3257" y="3681"/>
                </a:lnTo>
                <a:lnTo>
                  <a:pt x="3256" y="3681"/>
                </a:lnTo>
                <a:lnTo>
                  <a:pt x="3255" y="3681"/>
                </a:lnTo>
                <a:lnTo>
                  <a:pt x="3255" y="3682"/>
                </a:lnTo>
                <a:lnTo>
                  <a:pt x="3254" y="3682"/>
                </a:lnTo>
                <a:lnTo>
                  <a:pt x="3254" y="3683"/>
                </a:lnTo>
                <a:lnTo>
                  <a:pt x="3253" y="3683"/>
                </a:lnTo>
                <a:lnTo>
                  <a:pt x="3252" y="3683"/>
                </a:lnTo>
                <a:lnTo>
                  <a:pt x="3252" y="3684"/>
                </a:lnTo>
                <a:lnTo>
                  <a:pt x="3252" y="3685"/>
                </a:lnTo>
                <a:lnTo>
                  <a:pt x="3252" y="3686"/>
                </a:lnTo>
                <a:lnTo>
                  <a:pt x="3251" y="3686"/>
                </a:lnTo>
                <a:lnTo>
                  <a:pt x="3250" y="3686"/>
                </a:lnTo>
                <a:lnTo>
                  <a:pt x="3250" y="3687"/>
                </a:lnTo>
                <a:lnTo>
                  <a:pt x="3249" y="3687"/>
                </a:lnTo>
                <a:lnTo>
                  <a:pt x="3249" y="3688"/>
                </a:lnTo>
                <a:lnTo>
                  <a:pt x="3248" y="3688"/>
                </a:lnTo>
                <a:lnTo>
                  <a:pt x="3247" y="3688"/>
                </a:lnTo>
                <a:lnTo>
                  <a:pt x="3247" y="3687"/>
                </a:lnTo>
                <a:lnTo>
                  <a:pt x="3246" y="3687"/>
                </a:lnTo>
                <a:lnTo>
                  <a:pt x="3246" y="3686"/>
                </a:lnTo>
                <a:lnTo>
                  <a:pt x="3246" y="3685"/>
                </a:lnTo>
                <a:lnTo>
                  <a:pt x="3245" y="3685"/>
                </a:lnTo>
                <a:lnTo>
                  <a:pt x="3246" y="3685"/>
                </a:lnTo>
                <a:lnTo>
                  <a:pt x="3245" y="3685"/>
                </a:lnTo>
                <a:lnTo>
                  <a:pt x="3245" y="3684"/>
                </a:lnTo>
                <a:lnTo>
                  <a:pt x="3244" y="3684"/>
                </a:lnTo>
                <a:lnTo>
                  <a:pt x="3244" y="3683"/>
                </a:lnTo>
                <a:lnTo>
                  <a:pt x="3243" y="3683"/>
                </a:lnTo>
                <a:lnTo>
                  <a:pt x="3242" y="3683"/>
                </a:lnTo>
                <a:lnTo>
                  <a:pt x="3241" y="3683"/>
                </a:lnTo>
                <a:lnTo>
                  <a:pt x="3240" y="3683"/>
                </a:lnTo>
                <a:lnTo>
                  <a:pt x="3240" y="3682"/>
                </a:lnTo>
                <a:lnTo>
                  <a:pt x="3239" y="3682"/>
                </a:lnTo>
                <a:lnTo>
                  <a:pt x="3238" y="3682"/>
                </a:lnTo>
                <a:lnTo>
                  <a:pt x="3238" y="3680"/>
                </a:lnTo>
                <a:lnTo>
                  <a:pt x="3237" y="3680"/>
                </a:lnTo>
                <a:lnTo>
                  <a:pt x="3237" y="3679"/>
                </a:lnTo>
                <a:lnTo>
                  <a:pt x="3237" y="3678"/>
                </a:lnTo>
                <a:lnTo>
                  <a:pt x="3236" y="3678"/>
                </a:lnTo>
                <a:lnTo>
                  <a:pt x="3236" y="3677"/>
                </a:lnTo>
                <a:lnTo>
                  <a:pt x="3237" y="3677"/>
                </a:lnTo>
                <a:lnTo>
                  <a:pt x="3237" y="3676"/>
                </a:lnTo>
                <a:lnTo>
                  <a:pt x="3237" y="3675"/>
                </a:lnTo>
                <a:lnTo>
                  <a:pt x="3237" y="3674"/>
                </a:lnTo>
                <a:lnTo>
                  <a:pt x="3238" y="3674"/>
                </a:lnTo>
                <a:lnTo>
                  <a:pt x="3238" y="3673"/>
                </a:lnTo>
                <a:lnTo>
                  <a:pt x="3237" y="3673"/>
                </a:lnTo>
                <a:lnTo>
                  <a:pt x="3238" y="3673"/>
                </a:lnTo>
                <a:lnTo>
                  <a:pt x="3238" y="3672"/>
                </a:lnTo>
                <a:lnTo>
                  <a:pt x="3237" y="3672"/>
                </a:lnTo>
                <a:lnTo>
                  <a:pt x="3238" y="3672"/>
                </a:lnTo>
                <a:lnTo>
                  <a:pt x="3238" y="3671"/>
                </a:lnTo>
                <a:lnTo>
                  <a:pt x="3238" y="3670"/>
                </a:lnTo>
                <a:lnTo>
                  <a:pt x="3237" y="3670"/>
                </a:lnTo>
                <a:lnTo>
                  <a:pt x="3237" y="3669"/>
                </a:lnTo>
                <a:lnTo>
                  <a:pt x="3236" y="3669"/>
                </a:lnTo>
                <a:lnTo>
                  <a:pt x="3236" y="3670"/>
                </a:lnTo>
                <a:lnTo>
                  <a:pt x="3235" y="3670"/>
                </a:lnTo>
                <a:lnTo>
                  <a:pt x="3235" y="3669"/>
                </a:lnTo>
                <a:lnTo>
                  <a:pt x="3235" y="3670"/>
                </a:lnTo>
                <a:lnTo>
                  <a:pt x="3234" y="3670"/>
                </a:lnTo>
                <a:lnTo>
                  <a:pt x="3234" y="3671"/>
                </a:lnTo>
                <a:lnTo>
                  <a:pt x="3233" y="3671"/>
                </a:lnTo>
                <a:lnTo>
                  <a:pt x="3232" y="3671"/>
                </a:lnTo>
                <a:lnTo>
                  <a:pt x="3231" y="3671"/>
                </a:lnTo>
                <a:lnTo>
                  <a:pt x="3231" y="3672"/>
                </a:lnTo>
                <a:lnTo>
                  <a:pt x="3231" y="3671"/>
                </a:lnTo>
                <a:lnTo>
                  <a:pt x="3230" y="3671"/>
                </a:lnTo>
                <a:lnTo>
                  <a:pt x="3230" y="3672"/>
                </a:lnTo>
                <a:lnTo>
                  <a:pt x="3229" y="3672"/>
                </a:lnTo>
                <a:lnTo>
                  <a:pt x="3228" y="3672"/>
                </a:lnTo>
                <a:lnTo>
                  <a:pt x="3227" y="3672"/>
                </a:lnTo>
                <a:lnTo>
                  <a:pt x="3227" y="3673"/>
                </a:lnTo>
                <a:lnTo>
                  <a:pt x="3226" y="3673"/>
                </a:lnTo>
                <a:lnTo>
                  <a:pt x="3225" y="3673"/>
                </a:lnTo>
                <a:lnTo>
                  <a:pt x="3225" y="3674"/>
                </a:lnTo>
                <a:lnTo>
                  <a:pt x="3224" y="3674"/>
                </a:lnTo>
                <a:lnTo>
                  <a:pt x="3223" y="3674"/>
                </a:lnTo>
                <a:lnTo>
                  <a:pt x="3223" y="3673"/>
                </a:lnTo>
                <a:lnTo>
                  <a:pt x="3222" y="3673"/>
                </a:lnTo>
                <a:lnTo>
                  <a:pt x="3221" y="3673"/>
                </a:lnTo>
                <a:lnTo>
                  <a:pt x="3221" y="3674"/>
                </a:lnTo>
                <a:lnTo>
                  <a:pt x="3220" y="3674"/>
                </a:lnTo>
                <a:lnTo>
                  <a:pt x="3220" y="3675"/>
                </a:lnTo>
                <a:lnTo>
                  <a:pt x="3220" y="3676"/>
                </a:lnTo>
                <a:lnTo>
                  <a:pt x="3219" y="3676"/>
                </a:lnTo>
                <a:lnTo>
                  <a:pt x="3219" y="3677"/>
                </a:lnTo>
                <a:lnTo>
                  <a:pt x="3219" y="3678"/>
                </a:lnTo>
                <a:lnTo>
                  <a:pt x="3218" y="3678"/>
                </a:lnTo>
                <a:lnTo>
                  <a:pt x="3218" y="3679"/>
                </a:lnTo>
                <a:lnTo>
                  <a:pt x="3217" y="3679"/>
                </a:lnTo>
                <a:lnTo>
                  <a:pt x="3217" y="3680"/>
                </a:lnTo>
                <a:lnTo>
                  <a:pt x="3216" y="3680"/>
                </a:lnTo>
                <a:lnTo>
                  <a:pt x="3216" y="3681"/>
                </a:lnTo>
                <a:lnTo>
                  <a:pt x="3215" y="3681"/>
                </a:lnTo>
                <a:lnTo>
                  <a:pt x="3215" y="3682"/>
                </a:lnTo>
                <a:lnTo>
                  <a:pt x="3214" y="3682"/>
                </a:lnTo>
                <a:lnTo>
                  <a:pt x="3214" y="3683"/>
                </a:lnTo>
                <a:lnTo>
                  <a:pt x="3214" y="3684"/>
                </a:lnTo>
                <a:lnTo>
                  <a:pt x="3214" y="3685"/>
                </a:lnTo>
                <a:lnTo>
                  <a:pt x="3213" y="3685"/>
                </a:lnTo>
                <a:lnTo>
                  <a:pt x="3213" y="3686"/>
                </a:lnTo>
                <a:lnTo>
                  <a:pt x="3213" y="3687"/>
                </a:lnTo>
                <a:lnTo>
                  <a:pt x="3212" y="3687"/>
                </a:lnTo>
                <a:lnTo>
                  <a:pt x="3212" y="3688"/>
                </a:lnTo>
                <a:lnTo>
                  <a:pt x="3213" y="3688"/>
                </a:lnTo>
                <a:lnTo>
                  <a:pt x="3213" y="3689"/>
                </a:lnTo>
                <a:lnTo>
                  <a:pt x="3214" y="3689"/>
                </a:lnTo>
                <a:lnTo>
                  <a:pt x="3213" y="3689"/>
                </a:lnTo>
                <a:lnTo>
                  <a:pt x="3213" y="3690"/>
                </a:lnTo>
                <a:lnTo>
                  <a:pt x="3213" y="3691"/>
                </a:lnTo>
                <a:lnTo>
                  <a:pt x="3213" y="3692"/>
                </a:lnTo>
                <a:lnTo>
                  <a:pt x="3213" y="3694"/>
                </a:lnTo>
                <a:lnTo>
                  <a:pt x="3212" y="3694"/>
                </a:lnTo>
                <a:lnTo>
                  <a:pt x="3212" y="3695"/>
                </a:lnTo>
                <a:lnTo>
                  <a:pt x="3213" y="3695"/>
                </a:lnTo>
                <a:lnTo>
                  <a:pt x="3212" y="3695"/>
                </a:lnTo>
                <a:lnTo>
                  <a:pt x="3213" y="3695"/>
                </a:lnTo>
                <a:lnTo>
                  <a:pt x="3212" y="3695"/>
                </a:lnTo>
                <a:lnTo>
                  <a:pt x="3212" y="3696"/>
                </a:lnTo>
                <a:lnTo>
                  <a:pt x="3212" y="3697"/>
                </a:lnTo>
                <a:lnTo>
                  <a:pt x="3212" y="3698"/>
                </a:lnTo>
                <a:lnTo>
                  <a:pt x="3212" y="3699"/>
                </a:lnTo>
                <a:lnTo>
                  <a:pt x="3211" y="3699"/>
                </a:lnTo>
                <a:lnTo>
                  <a:pt x="3211" y="3700"/>
                </a:lnTo>
                <a:lnTo>
                  <a:pt x="3211" y="3701"/>
                </a:lnTo>
                <a:lnTo>
                  <a:pt x="3210" y="3701"/>
                </a:lnTo>
                <a:lnTo>
                  <a:pt x="3210" y="3702"/>
                </a:lnTo>
                <a:lnTo>
                  <a:pt x="3211" y="3702"/>
                </a:lnTo>
                <a:lnTo>
                  <a:pt x="3211" y="3703"/>
                </a:lnTo>
                <a:lnTo>
                  <a:pt x="3211" y="3704"/>
                </a:lnTo>
                <a:lnTo>
                  <a:pt x="3211" y="3705"/>
                </a:lnTo>
                <a:lnTo>
                  <a:pt x="3210" y="3705"/>
                </a:lnTo>
                <a:lnTo>
                  <a:pt x="3210" y="3706"/>
                </a:lnTo>
                <a:lnTo>
                  <a:pt x="3210" y="3707"/>
                </a:lnTo>
                <a:lnTo>
                  <a:pt x="3211" y="3707"/>
                </a:lnTo>
                <a:lnTo>
                  <a:pt x="3210" y="3707"/>
                </a:lnTo>
                <a:lnTo>
                  <a:pt x="3211" y="3707"/>
                </a:lnTo>
                <a:lnTo>
                  <a:pt x="3211" y="3708"/>
                </a:lnTo>
                <a:lnTo>
                  <a:pt x="3210" y="3708"/>
                </a:lnTo>
                <a:lnTo>
                  <a:pt x="3209" y="3708"/>
                </a:lnTo>
                <a:lnTo>
                  <a:pt x="3208" y="3708"/>
                </a:lnTo>
                <a:lnTo>
                  <a:pt x="3208" y="3709"/>
                </a:lnTo>
                <a:lnTo>
                  <a:pt x="3207" y="3709"/>
                </a:lnTo>
                <a:lnTo>
                  <a:pt x="3207" y="3710"/>
                </a:lnTo>
                <a:lnTo>
                  <a:pt x="3206" y="3710"/>
                </a:lnTo>
                <a:lnTo>
                  <a:pt x="3206" y="3709"/>
                </a:lnTo>
                <a:lnTo>
                  <a:pt x="3206" y="3710"/>
                </a:lnTo>
                <a:lnTo>
                  <a:pt x="3205" y="3710"/>
                </a:lnTo>
                <a:lnTo>
                  <a:pt x="3205" y="3709"/>
                </a:lnTo>
                <a:lnTo>
                  <a:pt x="3204" y="3709"/>
                </a:lnTo>
                <a:lnTo>
                  <a:pt x="3204" y="3708"/>
                </a:lnTo>
                <a:lnTo>
                  <a:pt x="3204" y="3707"/>
                </a:lnTo>
                <a:lnTo>
                  <a:pt x="3203" y="3707"/>
                </a:lnTo>
                <a:lnTo>
                  <a:pt x="3202" y="3707"/>
                </a:lnTo>
                <a:lnTo>
                  <a:pt x="3202" y="3706"/>
                </a:lnTo>
                <a:lnTo>
                  <a:pt x="3201" y="3706"/>
                </a:lnTo>
                <a:lnTo>
                  <a:pt x="3200" y="3706"/>
                </a:lnTo>
                <a:lnTo>
                  <a:pt x="3200" y="3705"/>
                </a:lnTo>
                <a:lnTo>
                  <a:pt x="3200" y="3704"/>
                </a:lnTo>
                <a:lnTo>
                  <a:pt x="3199" y="3704"/>
                </a:lnTo>
                <a:lnTo>
                  <a:pt x="3199" y="3703"/>
                </a:lnTo>
                <a:lnTo>
                  <a:pt x="3198" y="3702"/>
                </a:lnTo>
                <a:lnTo>
                  <a:pt x="3197" y="3702"/>
                </a:lnTo>
                <a:lnTo>
                  <a:pt x="3197" y="3703"/>
                </a:lnTo>
                <a:lnTo>
                  <a:pt x="3196" y="3703"/>
                </a:lnTo>
                <a:lnTo>
                  <a:pt x="3196" y="3702"/>
                </a:lnTo>
                <a:lnTo>
                  <a:pt x="3196" y="3701"/>
                </a:lnTo>
                <a:lnTo>
                  <a:pt x="3195" y="3701"/>
                </a:lnTo>
                <a:lnTo>
                  <a:pt x="3195" y="3700"/>
                </a:lnTo>
                <a:lnTo>
                  <a:pt x="3194" y="3700"/>
                </a:lnTo>
                <a:lnTo>
                  <a:pt x="3194" y="3699"/>
                </a:lnTo>
                <a:lnTo>
                  <a:pt x="3193" y="3699"/>
                </a:lnTo>
                <a:lnTo>
                  <a:pt x="3193" y="3698"/>
                </a:lnTo>
                <a:lnTo>
                  <a:pt x="3192" y="3697"/>
                </a:lnTo>
                <a:lnTo>
                  <a:pt x="3191" y="3697"/>
                </a:lnTo>
                <a:lnTo>
                  <a:pt x="3191" y="3696"/>
                </a:lnTo>
                <a:lnTo>
                  <a:pt x="3190" y="3695"/>
                </a:lnTo>
                <a:lnTo>
                  <a:pt x="3190" y="3694"/>
                </a:lnTo>
                <a:lnTo>
                  <a:pt x="3190" y="3693"/>
                </a:lnTo>
                <a:lnTo>
                  <a:pt x="3189" y="3693"/>
                </a:lnTo>
                <a:lnTo>
                  <a:pt x="3189" y="3692"/>
                </a:lnTo>
                <a:lnTo>
                  <a:pt x="3188" y="3692"/>
                </a:lnTo>
                <a:lnTo>
                  <a:pt x="3188" y="3691"/>
                </a:lnTo>
                <a:lnTo>
                  <a:pt x="3187" y="3691"/>
                </a:lnTo>
                <a:lnTo>
                  <a:pt x="3187" y="3690"/>
                </a:lnTo>
                <a:lnTo>
                  <a:pt x="3186" y="3690"/>
                </a:lnTo>
                <a:lnTo>
                  <a:pt x="3186" y="3689"/>
                </a:lnTo>
                <a:lnTo>
                  <a:pt x="3185" y="3689"/>
                </a:lnTo>
                <a:lnTo>
                  <a:pt x="3185" y="3688"/>
                </a:lnTo>
                <a:lnTo>
                  <a:pt x="3184" y="3688"/>
                </a:lnTo>
                <a:lnTo>
                  <a:pt x="3183" y="3688"/>
                </a:lnTo>
                <a:lnTo>
                  <a:pt x="3183" y="3687"/>
                </a:lnTo>
                <a:lnTo>
                  <a:pt x="3182" y="3687"/>
                </a:lnTo>
                <a:lnTo>
                  <a:pt x="3182" y="3686"/>
                </a:lnTo>
                <a:lnTo>
                  <a:pt x="3182" y="3685"/>
                </a:lnTo>
                <a:lnTo>
                  <a:pt x="3181" y="3685"/>
                </a:lnTo>
                <a:lnTo>
                  <a:pt x="3181" y="3684"/>
                </a:lnTo>
                <a:lnTo>
                  <a:pt x="3180" y="3683"/>
                </a:lnTo>
                <a:lnTo>
                  <a:pt x="3179" y="3682"/>
                </a:lnTo>
                <a:lnTo>
                  <a:pt x="3178" y="3681"/>
                </a:lnTo>
                <a:lnTo>
                  <a:pt x="3177" y="3681"/>
                </a:lnTo>
                <a:lnTo>
                  <a:pt x="3176" y="3680"/>
                </a:lnTo>
                <a:lnTo>
                  <a:pt x="3176" y="3679"/>
                </a:lnTo>
                <a:lnTo>
                  <a:pt x="3175" y="3679"/>
                </a:lnTo>
                <a:lnTo>
                  <a:pt x="3175" y="3678"/>
                </a:lnTo>
                <a:lnTo>
                  <a:pt x="3174" y="3678"/>
                </a:lnTo>
                <a:lnTo>
                  <a:pt x="3174" y="3677"/>
                </a:lnTo>
                <a:lnTo>
                  <a:pt x="3174" y="3676"/>
                </a:lnTo>
                <a:lnTo>
                  <a:pt x="3173" y="3676"/>
                </a:lnTo>
                <a:lnTo>
                  <a:pt x="3173" y="3675"/>
                </a:lnTo>
                <a:lnTo>
                  <a:pt x="3172" y="3675"/>
                </a:lnTo>
                <a:lnTo>
                  <a:pt x="3172" y="3676"/>
                </a:lnTo>
                <a:lnTo>
                  <a:pt x="3172" y="3675"/>
                </a:lnTo>
                <a:lnTo>
                  <a:pt x="3171" y="3675"/>
                </a:lnTo>
                <a:lnTo>
                  <a:pt x="3172" y="3675"/>
                </a:lnTo>
                <a:lnTo>
                  <a:pt x="3172" y="3676"/>
                </a:lnTo>
                <a:lnTo>
                  <a:pt x="3171" y="3676"/>
                </a:lnTo>
                <a:lnTo>
                  <a:pt x="3170" y="3676"/>
                </a:lnTo>
                <a:lnTo>
                  <a:pt x="3169" y="3676"/>
                </a:lnTo>
                <a:lnTo>
                  <a:pt x="3169" y="3677"/>
                </a:lnTo>
                <a:lnTo>
                  <a:pt x="3169" y="3678"/>
                </a:lnTo>
                <a:lnTo>
                  <a:pt x="3169" y="3679"/>
                </a:lnTo>
                <a:lnTo>
                  <a:pt x="3168" y="3679"/>
                </a:lnTo>
                <a:lnTo>
                  <a:pt x="3168" y="3680"/>
                </a:lnTo>
                <a:lnTo>
                  <a:pt x="3168" y="3681"/>
                </a:lnTo>
                <a:lnTo>
                  <a:pt x="3167" y="3681"/>
                </a:lnTo>
                <a:lnTo>
                  <a:pt x="3167" y="3682"/>
                </a:lnTo>
                <a:lnTo>
                  <a:pt x="3166" y="3682"/>
                </a:lnTo>
                <a:lnTo>
                  <a:pt x="3167" y="3682"/>
                </a:lnTo>
                <a:lnTo>
                  <a:pt x="3166" y="3682"/>
                </a:lnTo>
                <a:lnTo>
                  <a:pt x="3166" y="3683"/>
                </a:lnTo>
                <a:lnTo>
                  <a:pt x="3165" y="3683"/>
                </a:lnTo>
                <a:lnTo>
                  <a:pt x="3165" y="3684"/>
                </a:lnTo>
                <a:lnTo>
                  <a:pt x="3165" y="3685"/>
                </a:lnTo>
                <a:lnTo>
                  <a:pt x="3164" y="3685"/>
                </a:lnTo>
                <a:lnTo>
                  <a:pt x="3164" y="3686"/>
                </a:lnTo>
                <a:lnTo>
                  <a:pt x="3163" y="3686"/>
                </a:lnTo>
                <a:lnTo>
                  <a:pt x="3163" y="3687"/>
                </a:lnTo>
                <a:lnTo>
                  <a:pt x="3164" y="3687"/>
                </a:lnTo>
                <a:lnTo>
                  <a:pt x="3164" y="3688"/>
                </a:lnTo>
                <a:lnTo>
                  <a:pt x="3164" y="3689"/>
                </a:lnTo>
                <a:lnTo>
                  <a:pt x="3165" y="3689"/>
                </a:lnTo>
                <a:lnTo>
                  <a:pt x="3165" y="3690"/>
                </a:lnTo>
                <a:lnTo>
                  <a:pt x="3165" y="3691"/>
                </a:lnTo>
                <a:lnTo>
                  <a:pt x="3165" y="3692"/>
                </a:lnTo>
                <a:lnTo>
                  <a:pt x="3165" y="3693"/>
                </a:lnTo>
                <a:lnTo>
                  <a:pt x="3164" y="3693"/>
                </a:lnTo>
                <a:lnTo>
                  <a:pt x="3164" y="3694"/>
                </a:lnTo>
                <a:lnTo>
                  <a:pt x="3163" y="3694"/>
                </a:lnTo>
                <a:lnTo>
                  <a:pt x="3162" y="3694"/>
                </a:lnTo>
                <a:lnTo>
                  <a:pt x="3162" y="3695"/>
                </a:lnTo>
                <a:lnTo>
                  <a:pt x="3162" y="3696"/>
                </a:lnTo>
                <a:lnTo>
                  <a:pt x="3162" y="3697"/>
                </a:lnTo>
                <a:lnTo>
                  <a:pt x="3161" y="3697"/>
                </a:lnTo>
                <a:lnTo>
                  <a:pt x="3161" y="3698"/>
                </a:lnTo>
                <a:lnTo>
                  <a:pt x="3161" y="3699"/>
                </a:lnTo>
                <a:lnTo>
                  <a:pt x="3160" y="3699"/>
                </a:lnTo>
                <a:lnTo>
                  <a:pt x="3159" y="3699"/>
                </a:lnTo>
                <a:lnTo>
                  <a:pt x="3158" y="3699"/>
                </a:lnTo>
                <a:lnTo>
                  <a:pt x="3158" y="3698"/>
                </a:lnTo>
                <a:lnTo>
                  <a:pt x="3157" y="3698"/>
                </a:lnTo>
                <a:lnTo>
                  <a:pt x="3158" y="3698"/>
                </a:lnTo>
                <a:lnTo>
                  <a:pt x="3158" y="3697"/>
                </a:lnTo>
                <a:lnTo>
                  <a:pt x="3157" y="3697"/>
                </a:lnTo>
                <a:lnTo>
                  <a:pt x="3157" y="3696"/>
                </a:lnTo>
                <a:lnTo>
                  <a:pt x="3156" y="3696"/>
                </a:lnTo>
                <a:lnTo>
                  <a:pt x="3155" y="3696"/>
                </a:lnTo>
                <a:lnTo>
                  <a:pt x="3155" y="3695"/>
                </a:lnTo>
                <a:lnTo>
                  <a:pt x="3154" y="3695"/>
                </a:lnTo>
                <a:lnTo>
                  <a:pt x="3154" y="3694"/>
                </a:lnTo>
                <a:lnTo>
                  <a:pt x="3155" y="3694"/>
                </a:lnTo>
                <a:lnTo>
                  <a:pt x="3154" y="3694"/>
                </a:lnTo>
                <a:lnTo>
                  <a:pt x="3154" y="3693"/>
                </a:lnTo>
                <a:lnTo>
                  <a:pt x="3153" y="3693"/>
                </a:lnTo>
                <a:lnTo>
                  <a:pt x="3153" y="3692"/>
                </a:lnTo>
                <a:lnTo>
                  <a:pt x="3152" y="3692"/>
                </a:lnTo>
                <a:lnTo>
                  <a:pt x="3152" y="3691"/>
                </a:lnTo>
                <a:lnTo>
                  <a:pt x="3152" y="3690"/>
                </a:lnTo>
                <a:lnTo>
                  <a:pt x="3153" y="3690"/>
                </a:lnTo>
                <a:lnTo>
                  <a:pt x="3152" y="3690"/>
                </a:lnTo>
                <a:lnTo>
                  <a:pt x="3152" y="3689"/>
                </a:lnTo>
                <a:lnTo>
                  <a:pt x="3153" y="3689"/>
                </a:lnTo>
                <a:lnTo>
                  <a:pt x="3152" y="3689"/>
                </a:lnTo>
                <a:lnTo>
                  <a:pt x="3152" y="3688"/>
                </a:lnTo>
                <a:lnTo>
                  <a:pt x="3151" y="3688"/>
                </a:lnTo>
                <a:lnTo>
                  <a:pt x="3151" y="3687"/>
                </a:lnTo>
                <a:lnTo>
                  <a:pt x="3150" y="3687"/>
                </a:lnTo>
                <a:lnTo>
                  <a:pt x="3150" y="3686"/>
                </a:lnTo>
                <a:lnTo>
                  <a:pt x="3150" y="3685"/>
                </a:lnTo>
                <a:lnTo>
                  <a:pt x="3149" y="3685"/>
                </a:lnTo>
                <a:lnTo>
                  <a:pt x="3149" y="3684"/>
                </a:lnTo>
                <a:lnTo>
                  <a:pt x="3150" y="3684"/>
                </a:lnTo>
                <a:lnTo>
                  <a:pt x="3150" y="3683"/>
                </a:lnTo>
                <a:lnTo>
                  <a:pt x="3149" y="3683"/>
                </a:lnTo>
                <a:lnTo>
                  <a:pt x="3149" y="3682"/>
                </a:lnTo>
                <a:lnTo>
                  <a:pt x="3150" y="3682"/>
                </a:lnTo>
                <a:lnTo>
                  <a:pt x="3151" y="3682"/>
                </a:lnTo>
                <a:lnTo>
                  <a:pt x="3151" y="3681"/>
                </a:lnTo>
                <a:lnTo>
                  <a:pt x="3151" y="3680"/>
                </a:lnTo>
                <a:lnTo>
                  <a:pt x="3150" y="3680"/>
                </a:lnTo>
                <a:lnTo>
                  <a:pt x="3150" y="3679"/>
                </a:lnTo>
                <a:lnTo>
                  <a:pt x="3150" y="3680"/>
                </a:lnTo>
                <a:lnTo>
                  <a:pt x="3150" y="3679"/>
                </a:lnTo>
                <a:lnTo>
                  <a:pt x="3149" y="3679"/>
                </a:lnTo>
                <a:lnTo>
                  <a:pt x="3148" y="3679"/>
                </a:lnTo>
                <a:lnTo>
                  <a:pt x="3148" y="3678"/>
                </a:lnTo>
                <a:lnTo>
                  <a:pt x="3148" y="3677"/>
                </a:lnTo>
                <a:lnTo>
                  <a:pt x="3147" y="3677"/>
                </a:lnTo>
                <a:lnTo>
                  <a:pt x="3146" y="3677"/>
                </a:lnTo>
                <a:lnTo>
                  <a:pt x="3145" y="3677"/>
                </a:lnTo>
                <a:lnTo>
                  <a:pt x="3145" y="3676"/>
                </a:lnTo>
                <a:lnTo>
                  <a:pt x="3144" y="3676"/>
                </a:lnTo>
                <a:lnTo>
                  <a:pt x="3144" y="3675"/>
                </a:lnTo>
                <a:lnTo>
                  <a:pt x="3143" y="3675"/>
                </a:lnTo>
                <a:lnTo>
                  <a:pt x="3143" y="3674"/>
                </a:lnTo>
                <a:lnTo>
                  <a:pt x="3142" y="3675"/>
                </a:lnTo>
                <a:lnTo>
                  <a:pt x="3142" y="3674"/>
                </a:lnTo>
                <a:lnTo>
                  <a:pt x="3141" y="3674"/>
                </a:lnTo>
                <a:lnTo>
                  <a:pt x="3140" y="3674"/>
                </a:lnTo>
                <a:lnTo>
                  <a:pt x="3139" y="3674"/>
                </a:lnTo>
                <a:lnTo>
                  <a:pt x="3139" y="3673"/>
                </a:lnTo>
                <a:lnTo>
                  <a:pt x="3138" y="3673"/>
                </a:lnTo>
                <a:lnTo>
                  <a:pt x="3138" y="3674"/>
                </a:lnTo>
                <a:lnTo>
                  <a:pt x="3138" y="3675"/>
                </a:lnTo>
                <a:lnTo>
                  <a:pt x="3138" y="3676"/>
                </a:lnTo>
                <a:lnTo>
                  <a:pt x="3138" y="3677"/>
                </a:lnTo>
                <a:lnTo>
                  <a:pt x="3137" y="3677"/>
                </a:lnTo>
                <a:lnTo>
                  <a:pt x="3137" y="3678"/>
                </a:lnTo>
                <a:lnTo>
                  <a:pt x="3137" y="3679"/>
                </a:lnTo>
                <a:lnTo>
                  <a:pt x="3136" y="3679"/>
                </a:lnTo>
                <a:lnTo>
                  <a:pt x="3136" y="3680"/>
                </a:lnTo>
                <a:lnTo>
                  <a:pt x="3136" y="3679"/>
                </a:lnTo>
                <a:lnTo>
                  <a:pt x="3136" y="3680"/>
                </a:lnTo>
                <a:lnTo>
                  <a:pt x="3136" y="3681"/>
                </a:lnTo>
                <a:lnTo>
                  <a:pt x="3135" y="3681"/>
                </a:lnTo>
                <a:lnTo>
                  <a:pt x="3136" y="3681"/>
                </a:lnTo>
                <a:lnTo>
                  <a:pt x="3135" y="3681"/>
                </a:lnTo>
                <a:lnTo>
                  <a:pt x="3135" y="3682"/>
                </a:lnTo>
                <a:lnTo>
                  <a:pt x="3134" y="3682"/>
                </a:lnTo>
                <a:lnTo>
                  <a:pt x="3134" y="3683"/>
                </a:lnTo>
                <a:lnTo>
                  <a:pt x="3134" y="3684"/>
                </a:lnTo>
                <a:lnTo>
                  <a:pt x="3135" y="3684"/>
                </a:lnTo>
                <a:lnTo>
                  <a:pt x="3134" y="3684"/>
                </a:lnTo>
                <a:lnTo>
                  <a:pt x="3134" y="3685"/>
                </a:lnTo>
                <a:lnTo>
                  <a:pt x="3135" y="3685"/>
                </a:lnTo>
                <a:lnTo>
                  <a:pt x="3134" y="3686"/>
                </a:lnTo>
                <a:lnTo>
                  <a:pt x="3134" y="3687"/>
                </a:lnTo>
                <a:lnTo>
                  <a:pt x="3134" y="3688"/>
                </a:lnTo>
                <a:lnTo>
                  <a:pt x="3134" y="3689"/>
                </a:lnTo>
                <a:lnTo>
                  <a:pt x="3133" y="3689"/>
                </a:lnTo>
                <a:lnTo>
                  <a:pt x="3133" y="3690"/>
                </a:lnTo>
                <a:lnTo>
                  <a:pt x="3132" y="3690"/>
                </a:lnTo>
                <a:lnTo>
                  <a:pt x="3131" y="3690"/>
                </a:lnTo>
                <a:lnTo>
                  <a:pt x="3130" y="3690"/>
                </a:lnTo>
                <a:lnTo>
                  <a:pt x="3130" y="3691"/>
                </a:lnTo>
                <a:lnTo>
                  <a:pt x="3129" y="3691"/>
                </a:lnTo>
                <a:lnTo>
                  <a:pt x="3129" y="3692"/>
                </a:lnTo>
                <a:lnTo>
                  <a:pt x="3128" y="3692"/>
                </a:lnTo>
                <a:lnTo>
                  <a:pt x="3128" y="3693"/>
                </a:lnTo>
                <a:lnTo>
                  <a:pt x="3127" y="3693"/>
                </a:lnTo>
                <a:lnTo>
                  <a:pt x="3126" y="3693"/>
                </a:lnTo>
                <a:lnTo>
                  <a:pt x="3125" y="3693"/>
                </a:lnTo>
                <a:lnTo>
                  <a:pt x="3125" y="3692"/>
                </a:lnTo>
                <a:lnTo>
                  <a:pt x="3125" y="3693"/>
                </a:lnTo>
                <a:lnTo>
                  <a:pt x="3124" y="3693"/>
                </a:lnTo>
                <a:lnTo>
                  <a:pt x="3124" y="3694"/>
                </a:lnTo>
                <a:lnTo>
                  <a:pt x="3123" y="3694"/>
                </a:lnTo>
                <a:lnTo>
                  <a:pt x="3124" y="3694"/>
                </a:lnTo>
                <a:lnTo>
                  <a:pt x="3124" y="3695"/>
                </a:lnTo>
                <a:lnTo>
                  <a:pt x="3123" y="3695"/>
                </a:lnTo>
                <a:lnTo>
                  <a:pt x="3123" y="3696"/>
                </a:lnTo>
                <a:lnTo>
                  <a:pt x="3122" y="3696"/>
                </a:lnTo>
                <a:lnTo>
                  <a:pt x="3122" y="3697"/>
                </a:lnTo>
                <a:lnTo>
                  <a:pt x="3122" y="3698"/>
                </a:lnTo>
                <a:lnTo>
                  <a:pt x="3121" y="3698"/>
                </a:lnTo>
                <a:lnTo>
                  <a:pt x="3121" y="3699"/>
                </a:lnTo>
                <a:lnTo>
                  <a:pt x="3121" y="3700"/>
                </a:lnTo>
                <a:lnTo>
                  <a:pt x="3121" y="3701"/>
                </a:lnTo>
                <a:lnTo>
                  <a:pt x="3122" y="3701"/>
                </a:lnTo>
                <a:lnTo>
                  <a:pt x="3122" y="3702"/>
                </a:lnTo>
                <a:lnTo>
                  <a:pt x="3123" y="3703"/>
                </a:lnTo>
                <a:lnTo>
                  <a:pt x="3123" y="3704"/>
                </a:lnTo>
                <a:lnTo>
                  <a:pt x="3122" y="3704"/>
                </a:lnTo>
                <a:lnTo>
                  <a:pt x="3122" y="3705"/>
                </a:lnTo>
                <a:lnTo>
                  <a:pt x="3121" y="3705"/>
                </a:lnTo>
                <a:lnTo>
                  <a:pt x="3121" y="3706"/>
                </a:lnTo>
                <a:lnTo>
                  <a:pt x="3120" y="3706"/>
                </a:lnTo>
                <a:lnTo>
                  <a:pt x="3120" y="3705"/>
                </a:lnTo>
                <a:lnTo>
                  <a:pt x="3120" y="3706"/>
                </a:lnTo>
                <a:lnTo>
                  <a:pt x="3119" y="3706"/>
                </a:lnTo>
                <a:lnTo>
                  <a:pt x="3119" y="3705"/>
                </a:lnTo>
                <a:lnTo>
                  <a:pt x="3119" y="3706"/>
                </a:lnTo>
                <a:lnTo>
                  <a:pt x="3118" y="3706"/>
                </a:lnTo>
                <a:lnTo>
                  <a:pt x="3118" y="3707"/>
                </a:lnTo>
                <a:lnTo>
                  <a:pt x="3117" y="3707"/>
                </a:lnTo>
                <a:lnTo>
                  <a:pt x="3117" y="3708"/>
                </a:lnTo>
                <a:lnTo>
                  <a:pt x="3116" y="3708"/>
                </a:lnTo>
                <a:lnTo>
                  <a:pt x="3116" y="3709"/>
                </a:lnTo>
                <a:lnTo>
                  <a:pt x="3116" y="3708"/>
                </a:lnTo>
                <a:lnTo>
                  <a:pt x="3114" y="3708"/>
                </a:lnTo>
                <a:lnTo>
                  <a:pt x="3114" y="3709"/>
                </a:lnTo>
                <a:lnTo>
                  <a:pt x="3113" y="3709"/>
                </a:lnTo>
                <a:lnTo>
                  <a:pt x="3113" y="3710"/>
                </a:lnTo>
                <a:lnTo>
                  <a:pt x="3112" y="3710"/>
                </a:lnTo>
                <a:lnTo>
                  <a:pt x="3112" y="3711"/>
                </a:lnTo>
                <a:lnTo>
                  <a:pt x="3112" y="3712"/>
                </a:lnTo>
                <a:lnTo>
                  <a:pt x="3112" y="3713"/>
                </a:lnTo>
                <a:lnTo>
                  <a:pt x="3112" y="3714"/>
                </a:lnTo>
                <a:lnTo>
                  <a:pt x="3113" y="3714"/>
                </a:lnTo>
                <a:lnTo>
                  <a:pt x="3113" y="3715"/>
                </a:lnTo>
                <a:lnTo>
                  <a:pt x="3113" y="3716"/>
                </a:lnTo>
                <a:lnTo>
                  <a:pt x="3112" y="3716"/>
                </a:lnTo>
                <a:lnTo>
                  <a:pt x="3112" y="3717"/>
                </a:lnTo>
                <a:lnTo>
                  <a:pt x="3111" y="3717"/>
                </a:lnTo>
                <a:lnTo>
                  <a:pt x="3111" y="3716"/>
                </a:lnTo>
                <a:lnTo>
                  <a:pt x="3110" y="3716"/>
                </a:lnTo>
                <a:lnTo>
                  <a:pt x="3110" y="3717"/>
                </a:lnTo>
                <a:lnTo>
                  <a:pt x="3109" y="3717"/>
                </a:lnTo>
                <a:lnTo>
                  <a:pt x="3108" y="3717"/>
                </a:lnTo>
                <a:lnTo>
                  <a:pt x="3107" y="3717"/>
                </a:lnTo>
                <a:lnTo>
                  <a:pt x="3107" y="3716"/>
                </a:lnTo>
                <a:lnTo>
                  <a:pt x="3106" y="3716"/>
                </a:lnTo>
                <a:lnTo>
                  <a:pt x="3105" y="3715"/>
                </a:lnTo>
                <a:lnTo>
                  <a:pt x="3104" y="3715"/>
                </a:lnTo>
                <a:lnTo>
                  <a:pt x="3103" y="3715"/>
                </a:lnTo>
                <a:lnTo>
                  <a:pt x="3103" y="3714"/>
                </a:lnTo>
                <a:lnTo>
                  <a:pt x="3103" y="3713"/>
                </a:lnTo>
                <a:lnTo>
                  <a:pt x="3102" y="3713"/>
                </a:lnTo>
                <a:lnTo>
                  <a:pt x="3101" y="3713"/>
                </a:lnTo>
                <a:lnTo>
                  <a:pt x="3100" y="3713"/>
                </a:lnTo>
                <a:lnTo>
                  <a:pt x="3100" y="3712"/>
                </a:lnTo>
                <a:lnTo>
                  <a:pt x="3099" y="3712"/>
                </a:lnTo>
                <a:lnTo>
                  <a:pt x="3098" y="3712"/>
                </a:lnTo>
                <a:lnTo>
                  <a:pt x="3097" y="3712"/>
                </a:lnTo>
                <a:lnTo>
                  <a:pt x="3096" y="3712"/>
                </a:lnTo>
                <a:lnTo>
                  <a:pt x="3096" y="3711"/>
                </a:lnTo>
                <a:lnTo>
                  <a:pt x="3096" y="3710"/>
                </a:lnTo>
                <a:lnTo>
                  <a:pt x="3096" y="3709"/>
                </a:lnTo>
                <a:lnTo>
                  <a:pt x="3095" y="3709"/>
                </a:lnTo>
                <a:lnTo>
                  <a:pt x="3095" y="3708"/>
                </a:lnTo>
                <a:lnTo>
                  <a:pt x="3095" y="3707"/>
                </a:lnTo>
                <a:lnTo>
                  <a:pt x="3094" y="3707"/>
                </a:lnTo>
                <a:lnTo>
                  <a:pt x="3093" y="3707"/>
                </a:lnTo>
                <a:lnTo>
                  <a:pt x="3093" y="3706"/>
                </a:lnTo>
                <a:lnTo>
                  <a:pt x="3093" y="3705"/>
                </a:lnTo>
                <a:lnTo>
                  <a:pt x="3093" y="3704"/>
                </a:lnTo>
                <a:lnTo>
                  <a:pt x="3093" y="3705"/>
                </a:lnTo>
                <a:lnTo>
                  <a:pt x="3093" y="3704"/>
                </a:lnTo>
                <a:lnTo>
                  <a:pt x="3092" y="3704"/>
                </a:lnTo>
                <a:lnTo>
                  <a:pt x="3091" y="3704"/>
                </a:lnTo>
                <a:lnTo>
                  <a:pt x="3091" y="3703"/>
                </a:lnTo>
                <a:lnTo>
                  <a:pt x="3092" y="3703"/>
                </a:lnTo>
                <a:lnTo>
                  <a:pt x="3092" y="3702"/>
                </a:lnTo>
                <a:lnTo>
                  <a:pt x="3091" y="3702"/>
                </a:lnTo>
                <a:lnTo>
                  <a:pt x="3091" y="3701"/>
                </a:lnTo>
                <a:lnTo>
                  <a:pt x="3091" y="3700"/>
                </a:lnTo>
                <a:lnTo>
                  <a:pt x="3091" y="3699"/>
                </a:lnTo>
                <a:lnTo>
                  <a:pt x="3090" y="3699"/>
                </a:lnTo>
                <a:lnTo>
                  <a:pt x="3090" y="3698"/>
                </a:lnTo>
                <a:lnTo>
                  <a:pt x="3090" y="3697"/>
                </a:lnTo>
                <a:lnTo>
                  <a:pt x="3090" y="3698"/>
                </a:lnTo>
                <a:lnTo>
                  <a:pt x="3089" y="3698"/>
                </a:lnTo>
                <a:lnTo>
                  <a:pt x="3089" y="3697"/>
                </a:lnTo>
                <a:lnTo>
                  <a:pt x="3088" y="3697"/>
                </a:lnTo>
                <a:lnTo>
                  <a:pt x="3087" y="3697"/>
                </a:lnTo>
                <a:lnTo>
                  <a:pt x="3088" y="3696"/>
                </a:lnTo>
                <a:lnTo>
                  <a:pt x="3087" y="3696"/>
                </a:lnTo>
                <a:lnTo>
                  <a:pt x="3086" y="3696"/>
                </a:lnTo>
                <a:lnTo>
                  <a:pt x="3086" y="3695"/>
                </a:lnTo>
                <a:lnTo>
                  <a:pt x="3085" y="3695"/>
                </a:lnTo>
                <a:lnTo>
                  <a:pt x="3085" y="3696"/>
                </a:lnTo>
                <a:lnTo>
                  <a:pt x="3084" y="3696"/>
                </a:lnTo>
                <a:lnTo>
                  <a:pt x="3083" y="3696"/>
                </a:lnTo>
                <a:lnTo>
                  <a:pt x="3083" y="3695"/>
                </a:lnTo>
                <a:lnTo>
                  <a:pt x="3082" y="3695"/>
                </a:lnTo>
                <a:lnTo>
                  <a:pt x="3081" y="3695"/>
                </a:lnTo>
                <a:lnTo>
                  <a:pt x="3081" y="3694"/>
                </a:lnTo>
                <a:lnTo>
                  <a:pt x="3082" y="3694"/>
                </a:lnTo>
                <a:lnTo>
                  <a:pt x="3082" y="3693"/>
                </a:lnTo>
                <a:lnTo>
                  <a:pt x="3081" y="3693"/>
                </a:lnTo>
                <a:lnTo>
                  <a:pt x="3080" y="3693"/>
                </a:lnTo>
                <a:lnTo>
                  <a:pt x="3079" y="3693"/>
                </a:lnTo>
                <a:lnTo>
                  <a:pt x="3079" y="3692"/>
                </a:lnTo>
                <a:lnTo>
                  <a:pt x="3078" y="3692"/>
                </a:lnTo>
                <a:lnTo>
                  <a:pt x="3078" y="3691"/>
                </a:lnTo>
                <a:lnTo>
                  <a:pt x="3078" y="3690"/>
                </a:lnTo>
                <a:lnTo>
                  <a:pt x="3077" y="3690"/>
                </a:lnTo>
                <a:lnTo>
                  <a:pt x="3077" y="3691"/>
                </a:lnTo>
                <a:lnTo>
                  <a:pt x="3076" y="3691"/>
                </a:lnTo>
                <a:lnTo>
                  <a:pt x="3076" y="3690"/>
                </a:lnTo>
                <a:lnTo>
                  <a:pt x="3075" y="3690"/>
                </a:lnTo>
                <a:lnTo>
                  <a:pt x="3075" y="3689"/>
                </a:lnTo>
                <a:lnTo>
                  <a:pt x="3074" y="3689"/>
                </a:lnTo>
                <a:lnTo>
                  <a:pt x="3074" y="3688"/>
                </a:lnTo>
                <a:lnTo>
                  <a:pt x="3074" y="3687"/>
                </a:lnTo>
                <a:lnTo>
                  <a:pt x="3073" y="3687"/>
                </a:lnTo>
                <a:lnTo>
                  <a:pt x="3072" y="3687"/>
                </a:lnTo>
                <a:lnTo>
                  <a:pt x="3072" y="3686"/>
                </a:lnTo>
                <a:lnTo>
                  <a:pt x="3071" y="3686"/>
                </a:lnTo>
                <a:lnTo>
                  <a:pt x="3071" y="3687"/>
                </a:lnTo>
                <a:lnTo>
                  <a:pt x="3070" y="3687"/>
                </a:lnTo>
                <a:lnTo>
                  <a:pt x="3069" y="3687"/>
                </a:lnTo>
                <a:lnTo>
                  <a:pt x="3068" y="3687"/>
                </a:lnTo>
                <a:lnTo>
                  <a:pt x="3068" y="3688"/>
                </a:lnTo>
                <a:lnTo>
                  <a:pt x="3068" y="3687"/>
                </a:lnTo>
                <a:lnTo>
                  <a:pt x="3067" y="3687"/>
                </a:lnTo>
                <a:lnTo>
                  <a:pt x="3067" y="3686"/>
                </a:lnTo>
                <a:lnTo>
                  <a:pt x="3067" y="3687"/>
                </a:lnTo>
                <a:lnTo>
                  <a:pt x="3067" y="3686"/>
                </a:lnTo>
                <a:lnTo>
                  <a:pt x="3066" y="3686"/>
                </a:lnTo>
                <a:lnTo>
                  <a:pt x="3066" y="3685"/>
                </a:lnTo>
                <a:lnTo>
                  <a:pt x="3065" y="3685"/>
                </a:lnTo>
                <a:lnTo>
                  <a:pt x="3065" y="3684"/>
                </a:lnTo>
                <a:lnTo>
                  <a:pt x="3064" y="3684"/>
                </a:lnTo>
                <a:lnTo>
                  <a:pt x="3064" y="3683"/>
                </a:lnTo>
                <a:lnTo>
                  <a:pt x="3063" y="3683"/>
                </a:lnTo>
                <a:lnTo>
                  <a:pt x="3062" y="3683"/>
                </a:lnTo>
                <a:lnTo>
                  <a:pt x="3061" y="3683"/>
                </a:lnTo>
                <a:lnTo>
                  <a:pt x="3062" y="3683"/>
                </a:lnTo>
                <a:lnTo>
                  <a:pt x="3061" y="3684"/>
                </a:lnTo>
                <a:lnTo>
                  <a:pt x="3061" y="3685"/>
                </a:lnTo>
                <a:lnTo>
                  <a:pt x="3061" y="3686"/>
                </a:lnTo>
                <a:lnTo>
                  <a:pt x="3060" y="3686"/>
                </a:lnTo>
                <a:lnTo>
                  <a:pt x="3059" y="3686"/>
                </a:lnTo>
                <a:lnTo>
                  <a:pt x="3059" y="3685"/>
                </a:lnTo>
                <a:lnTo>
                  <a:pt x="3058" y="3685"/>
                </a:lnTo>
                <a:lnTo>
                  <a:pt x="3059" y="3685"/>
                </a:lnTo>
                <a:lnTo>
                  <a:pt x="3059" y="3684"/>
                </a:lnTo>
                <a:lnTo>
                  <a:pt x="3058" y="3684"/>
                </a:lnTo>
                <a:lnTo>
                  <a:pt x="3059" y="3684"/>
                </a:lnTo>
                <a:lnTo>
                  <a:pt x="3058" y="3684"/>
                </a:lnTo>
                <a:lnTo>
                  <a:pt x="3058" y="3683"/>
                </a:lnTo>
                <a:lnTo>
                  <a:pt x="3057" y="3683"/>
                </a:lnTo>
                <a:lnTo>
                  <a:pt x="3057" y="3682"/>
                </a:lnTo>
                <a:lnTo>
                  <a:pt x="3057" y="3681"/>
                </a:lnTo>
                <a:lnTo>
                  <a:pt x="3056" y="3681"/>
                </a:lnTo>
                <a:lnTo>
                  <a:pt x="3056" y="3680"/>
                </a:lnTo>
                <a:lnTo>
                  <a:pt x="3055" y="3680"/>
                </a:lnTo>
                <a:lnTo>
                  <a:pt x="3055" y="3679"/>
                </a:lnTo>
                <a:lnTo>
                  <a:pt x="3054" y="3679"/>
                </a:lnTo>
                <a:lnTo>
                  <a:pt x="3053" y="3678"/>
                </a:lnTo>
                <a:lnTo>
                  <a:pt x="3053" y="3677"/>
                </a:lnTo>
                <a:lnTo>
                  <a:pt x="3052" y="3677"/>
                </a:lnTo>
                <a:lnTo>
                  <a:pt x="3051" y="3677"/>
                </a:lnTo>
                <a:lnTo>
                  <a:pt x="3050" y="3677"/>
                </a:lnTo>
                <a:lnTo>
                  <a:pt x="3050" y="3678"/>
                </a:lnTo>
                <a:lnTo>
                  <a:pt x="3049" y="3678"/>
                </a:lnTo>
                <a:lnTo>
                  <a:pt x="3048" y="3678"/>
                </a:lnTo>
                <a:lnTo>
                  <a:pt x="3048" y="3679"/>
                </a:lnTo>
                <a:lnTo>
                  <a:pt x="3047" y="3679"/>
                </a:lnTo>
                <a:lnTo>
                  <a:pt x="3047" y="3680"/>
                </a:lnTo>
                <a:lnTo>
                  <a:pt x="3047" y="3681"/>
                </a:lnTo>
                <a:lnTo>
                  <a:pt x="3046" y="3681"/>
                </a:lnTo>
                <a:lnTo>
                  <a:pt x="3047" y="3682"/>
                </a:lnTo>
                <a:lnTo>
                  <a:pt x="3047" y="3683"/>
                </a:lnTo>
                <a:lnTo>
                  <a:pt x="3046" y="3683"/>
                </a:lnTo>
                <a:lnTo>
                  <a:pt x="3046" y="3684"/>
                </a:lnTo>
                <a:lnTo>
                  <a:pt x="3045" y="3684"/>
                </a:lnTo>
                <a:lnTo>
                  <a:pt x="3046" y="3684"/>
                </a:lnTo>
                <a:lnTo>
                  <a:pt x="3046" y="3685"/>
                </a:lnTo>
                <a:lnTo>
                  <a:pt x="3045" y="3685"/>
                </a:lnTo>
                <a:lnTo>
                  <a:pt x="3045" y="3686"/>
                </a:lnTo>
                <a:lnTo>
                  <a:pt x="3044" y="3687"/>
                </a:lnTo>
                <a:lnTo>
                  <a:pt x="3044" y="3688"/>
                </a:lnTo>
                <a:lnTo>
                  <a:pt x="3043" y="3688"/>
                </a:lnTo>
                <a:lnTo>
                  <a:pt x="3042" y="3688"/>
                </a:lnTo>
                <a:lnTo>
                  <a:pt x="3041" y="3688"/>
                </a:lnTo>
                <a:lnTo>
                  <a:pt x="3040" y="3688"/>
                </a:lnTo>
                <a:lnTo>
                  <a:pt x="3039" y="3688"/>
                </a:lnTo>
                <a:lnTo>
                  <a:pt x="3039" y="3689"/>
                </a:lnTo>
                <a:lnTo>
                  <a:pt x="3040" y="3689"/>
                </a:lnTo>
                <a:lnTo>
                  <a:pt x="3040" y="3690"/>
                </a:lnTo>
                <a:lnTo>
                  <a:pt x="3040" y="3691"/>
                </a:lnTo>
                <a:lnTo>
                  <a:pt x="3041" y="3692"/>
                </a:lnTo>
                <a:lnTo>
                  <a:pt x="3041" y="3693"/>
                </a:lnTo>
                <a:lnTo>
                  <a:pt x="3042" y="3693"/>
                </a:lnTo>
                <a:lnTo>
                  <a:pt x="3043" y="3693"/>
                </a:lnTo>
                <a:lnTo>
                  <a:pt x="3043" y="3694"/>
                </a:lnTo>
                <a:lnTo>
                  <a:pt x="3042" y="3694"/>
                </a:lnTo>
                <a:lnTo>
                  <a:pt x="3042" y="3695"/>
                </a:lnTo>
                <a:lnTo>
                  <a:pt x="3041" y="3695"/>
                </a:lnTo>
                <a:lnTo>
                  <a:pt x="3041" y="3696"/>
                </a:lnTo>
                <a:lnTo>
                  <a:pt x="3040" y="3696"/>
                </a:lnTo>
                <a:lnTo>
                  <a:pt x="3040" y="3697"/>
                </a:lnTo>
                <a:lnTo>
                  <a:pt x="3040" y="3698"/>
                </a:lnTo>
                <a:lnTo>
                  <a:pt x="3039" y="3698"/>
                </a:lnTo>
                <a:lnTo>
                  <a:pt x="3039" y="3699"/>
                </a:lnTo>
                <a:lnTo>
                  <a:pt x="3038" y="3699"/>
                </a:lnTo>
                <a:lnTo>
                  <a:pt x="3037" y="3699"/>
                </a:lnTo>
                <a:lnTo>
                  <a:pt x="3037" y="3700"/>
                </a:lnTo>
                <a:lnTo>
                  <a:pt x="3037" y="3699"/>
                </a:lnTo>
                <a:lnTo>
                  <a:pt x="3036" y="3700"/>
                </a:lnTo>
                <a:lnTo>
                  <a:pt x="3035" y="3700"/>
                </a:lnTo>
                <a:lnTo>
                  <a:pt x="3036" y="3701"/>
                </a:lnTo>
                <a:lnTo>
                  <a:pt x="3036" y="3702"/>
                </a:lnTo>
                <a:lnTo>
                  <a:pt x="3036" y="3703"/>
                </a:lnTo>
                <a:lnTo>
                  <a:pt x="3035" y="3703"/>
                </a:lnTo>
                <a:lnTo>
                  <a:pt x="3034" y="3703"/>
                </a:lnTo>
                <a:lnTo>
                  <a:pt x="3034" y="3704"/>
                </a:lnTo>
                <a:lnTo>
                  <a:pt x="3033" y="3704"/>
                </a:lnTo>
                <a:lnTo>
                  <a:pt x="3033" y="3705"/>
                </a:lnTo>
                <a:lnTo>
                  <a:pt x="3032" y="3705"/>
                </a:lnTo>
                <a:lnTo>
                  <a:pt x="3032" y="3706"/>
                </a:lnTo>
                <a:lnTo>
                  <a:pt x="3032" y="3705"/>
                </a:lnTo>
                <a:lnTo>
                  <a:pt x="3032" y="3706"/>
                </a:lnTo>
                <a:lnTo>
                  <a:pt x="3031" y="3706"/>
                </a:lnTo>
                <a:lnTo>
                  <a:pt x="3031" y="3707"/>
                </a:lnTo>
                <a:lnTo>
                  <a:pt x="3030" y="3707"/>
                </a:lnTo>
                <a:lnTo>
                  <a:pt x="3030" y="3708"/>
                </a:lnTo>
                <a:lnTo>
                  <a:pt x="3030" y="3709"/>
                </a:lnTo>
                <a:lnTo>
                  <a:pt x="3029" y="3709"/>
                </a:lnTo>
                <a:lnTo>
                  <a:pt x="3029" y="3710"/>
                </a:lnTo>
                <a:lnTo>
                  <a:pt x="3028" y="3711"/>
                </a:lnTo>
                <a:lnTo>
                  <a:pt x="3028" y="3712"/>
                </a:lnTo>
                <a:lnTo>
                  <a:pt x="3028" y="3713"/>
                </a:lnTo>
                <a:lnTo>
                  <a:pt x="3027" y="3713"/>
                </a:lnTo>
                <a:lnTo>
                  <a:pt x="3027" y="3714"/>
                </a:lnTo>
                <a:lnTo>
                  <a:pt x="3027" y="3715"/>
                </a:lnTo>
                <a:lnTo>
                  <a:pt x="3026" y="3715"/>
                </a:lnTo>
                <a:lnTo>
                  <a:pt x="3025" y="3715"/>
                </a:lnTo>
                <a:lnTo>
                  <a:pt x="3025" y="3716"/>
                </a:lnTo>
                <a:lnTo>
                  <a:pt x="3026" y="3716"/>
                </a:lnTo>
                <a:lnTo>
                  <a:pt x="3026" y="3717"/>
                </a:lnTo>
                <a:lnTo>
                  <a:pt x="3026" y="3718"/>
                </a:lnTo>
                <a:lnTo>
                  <a:pt x="3027" y="3718"/>
                </a:lnTo>
                <a:lnTo>
                  <a:pt x="3027" y="3719"/>
                </a:lnTo>
                <a:lnTo>
                  <a:pt x="3027" y="3720"/>
                </a:lnTo>
                <a:lnTo>
                  <a:pt x="3027" y="3721"/>
                </a:lnTo>
                <a:lnTo>
                  <a:pt x="3026" y="3721"/>
                </a:lnTo>
                <a:lnTo>
                  <a:pt x="3026" y="3720"/>
                </a:lnTo>
                <a:lnTo>
                  <a:pt x="3025" y="3720"/>
                </a:lnTo>
                <a:lnTo>
                  <a:pt x="3025" y="3719"/>
                </a:lnTo>
                <a:lnTo>
                  <a:pt x="3024" y="3719"/>
                </a:lnTo>
                <a:lnTo>
                  <a:pt x="3023" y="3719"/>
                </a:lnTo>
                <a:lnTo>
                  <a:pt x="3022" y="3719"/>
                </a:lnTo>
                <a:lnTo>
                  <a:pt x="3021" y="3719"/>
                </a:lnTo>
                <a:lnTo>
                  <a:pt x="3020" y="3719"/>
                </a:lnTo>
                <a:lnTo>
                  <a:pt x="3019" y="3719"/>
                </a:lnTo>
                <a:lnTo>
                  <a:pt x="3019" y="3718"/>
                </a:lnTo>
                <a:lnTo>
                  <a:pt x="3018" y="3718"/>
                </a:lnTo>
                <a:lnTo>
                  <a:pt x="3018" y="3719"/>
                </a:lnTo>
                <a:lnTo>
                  <a:pt x="3017" y="3719"/>
                </a:lnTo>
                <a:lnTo>
                  <a:pt x="3016" y="3719"/>
                </a:lnTo>
                <a:lnTo>
                  <a:pt x="3015" y="3719"/>
                </a:lnTo>
                <a:lnTo>
                  <a:pt x="3015" y="3720"/>
                </a:lnTo>
                <a:lnTo>
                  <a:pt x="3015" y="3721"/>
                </a:lnTo>
                <a:lnTo>
                  <a:pt x="3015" y="3722"/>
                </a:lnTo>
                <a:lnTo>
                  <a:pt x="3014" y="3722"/>
                </a:lnTo>
                <a:lnTo>
                  <a:pt x="3013" y="3722"/>
                </a:lnTo>
                <a:lnTo>
                  <a:pt x="3013" y="3721"/>
                </a:lnTo>
                <a:lnTo>
                  <a:pt x="3013" y="3720"/>
                </a:lnTo>
                <a:lnTo>
                  <a:pt x="3012" y="3720"/>
                </a:lnTo>
                <a:lnTo>
                  <a:pt x="3012" y="3719"/>
                </a:lnTo>
                <a:lnTo>
                  <a:pt x="3013" y="3719"/>
                </a:lnTo>
                <a:lnTo>
                  <a:pt x="3013" y="3718"/>
                </a:lnTo>
                <a:lnTo>
                  <a:pt x="3012" y="3718"/>
                </a:lnTo>
                <a:lnTo>
                  <a:pt x="3011" y="3718"/>
                </a:lnTo>
                <a:lnTo>
                  <a:pt x="3010" y="3718"/>
                </a:lnTo>
                <a:lnTo>
                  <a:pt x="3010" y="3717"/>
                </a:lnTo>
                <a:lnTo>
                  <a:pt x="3009" y="3717"/>
                </a:lnTo>
                <a:lnTo>
                  <a:pt x="3008" y="3717"/>
                </a:lnTo>
                <a:lnTo>
                  <a:pt x="3007" y="3717"/>
                </a:lnTo>
                <a:lnTo>
                  <a:pt x="3006" y="3717"/>
                </a:lnTo>
                <a:lnTo>
                  <a:pt x="3005" y="3717"/>
                </a:lnTo>
                <a:lnTo>
                  <a:pt x="3005" y="3716"/>
                </a:lnTo>
                <a:lnTo>
                  <a:pt x="3004" y="3716"/>
                </a:lnTo>
                <a:lnTo>
                  <a:pt x="3004" y="3715"/>
                </a:lnTo>
                <a:lnTo>
                  <a:pt x="3003" y="3715"/>
                </a:lnTo>
                <a:lnTo>
                  <a:pt x="3003" y="3716"/>
                </a:lnTo>
                <a:lnTo>
                  <a:pt x="3001" y="3716"/>
                </a:lnTo>
                <a:lnTo>
                  <a:pt x="3001" y="3717"/>
                </a:lnTo>
                <a:lnTo>
                  <a:pt x="3000" y="3717"/>
                </a:lnTo>
                <a:lnTo>
                  <a:pt x="2999" y="3717"/>
                </a:lnTo>
                <a:lnTo>
                  <a:pt x="2999" y="3718"/>
                </a:lnTo>
                <a:lnTo>
                  <a:pt x="2999" y="3719"/>
                </a:lnTo>
                <a:lnTo>
                  <a:pt x="2998" y="3719"/>
                </a:lnTo>
                <a:lnTo>
                  <a:pt x="2997" y="3719"/>
                </a:lnTo>
                <a:lnTo>
                  <a:pt x="2996" y="3719"/>
                </a:lnTo>
                <a:lnTo>
                  <a:pt x="2995" y="3719"/>
                </a:lnTo>
                <a:lnTo>
                  <a:pt x="2995" y="3718"/>
                </a:lnTo>
                <a:lnTo>
                  <a:pt x="2994" y="3718"/>
                </a:lnTo>
                <a:lnTo>
                  <a:pt x="2994" y="3717"/>
                </a:lnTo>
                <a:lnTo>
                  <a:pt x="2994" y="3718"/>
                </a:lnTo>
                <a:lnTo>
                  <a:pt x="2993" y="3718"/>
                </a:lnTo>
                <a:lnTo>
                  <a:pt x="2992" y="3718"/>
                </a:lnTo>
                <a:lnTo>
                  <a:pt x="2991" y="3718"/>
                </a:lnTo>
                <a:lnTo>
                  <a:pt x="2991" y="3717"/>
                </a:lnTo>
                <a:lnTo>
                  <a:pt x="2991" y="3718"/>
                </a:lnTo>
                <a:lnTo>
                  <a:pt x="2990" y="3718"/>
                </a:lnTo>
                <a:lnTo>
                  <a:pt x="2989" y="3718"/>
                </a:lnTo>
                <a:lnTo>
                  <a:pt x="2990" y="3718"/>
                </a:lnTo>
                <a:lnTo>
                  <a:pt x="2990" y="3719"/>
                </a:lnTo>
                <a:lnTo>
                  <a:pt x="2990" y="3720"/>
                </a:lnTo>
                <a:lnTo>
                  <a:pt x="2990" y="3721"/>
                </a:lnTo>
                <a:lnTo>
                  <a:pt x="2990" y="3722"/>
                </a:lnTo>
                <a:lnTo>
                  <a:pt x="2990" y="3723"/>
                </a:lnTo>
                <a:lnTo>
                  <a:pt x="2989" y="3723"/>
                </a:lnTo>
                <a:lnTo>
                  <a:pt x="2989" y="3724"/>
                </a:lnTo>
                <a:lnTo>
                  <a:pt x="2988" y="3724"/>
                </a:lnTo>
                <a:lnTo>
                  <a:pt x="2988" y="3725"/>
                </a:lnTo>
                <a:lnTo>
                  <a:pt x="2988" y="3724"/>
                </a:lnTo>
                <a:lnTo>
                  <a:pt x="2988" y="3725"/>
                </a:lnTo>
                <a:lnTo>
                  <a:pt x="2988" y="3724"/>
                </a:lnTo>
                <a:lnTo>
                  <a:pt x="2987" y="3724"/>
                </a:lnTo>
                <a:lnTo>
                  <a:pt x="2986" y="3724"/>
                </a:lnTo>
                <a:lnTo>
                  <a:pt x="2985" y="3724"/>
                </a:lnTo>
                <a:lnTo>
                  <a:pt x="2985" y="3723"/>
                </a:lnTo>
                <a:lnTo>
                  <a:pt x="2984" y="3723"/>
                </a:lnTo>
                <a:lnTo>
                  <a:pt x="2984" y="3722"/>
                </a:lnTo>
                <a:lnTo>
                  <a:pt x="2983" y="3722"/>
                </a:lnTo>
                <a:lnTo>
                  <a:pt x="2983" y="3721"/>
                </a:lnTo>
                <a:lnTo>
                  <a:pt x="2982" y="3721"/>
                </a:lnTo>
                <a:lnTo>
                  <a:pt x="2982" y="3720"/>
                </a:lnTo>
                <a:lnTo>
                  <a:pt x="2981" y="3720"/>
                </a:lnTo>
                <a:lnTo>
                  <a:pt x="2981" y="3719"/>
                </a:lnTo>
                <a:lnTo>
                  <a:pt x="2981" y="3718"/>
                </a:lnTo>
                <a:lnTo>
                  <a:pt x="2981" y="3717"/>
                </a:lnTo>
                <a:lnTo>
                  <a:pt x="2981" y="3715"/>
                </a:lnTo>
                <a:lnTo>
                  <a:pt x="2980" y="3715"/>
                </a:lnTo>
                <a:lnTo>
                  <a:pt x="2980" y="3714"/>
                </a:lnTo>
                <a:lnTo>
                  <a:pt x="2980" y="3715"/>
                </a:lnTo>
                <a:lnTo>
                  <a:pt x="2980" y="3714"/>
                </a:lnTo>
                <a:lnTo>
                  <a:pt x="2980" y="3715"/>
                </a:lnTo>
                <a:lnTo>
                  <a:pt x="2979" y="3715"/>
                </a:lnTo>
                <a:lnTo>
                  <a:pt x="2979" y="3714"/>
                </a:lnTo>
                <a:lnTo>
                  <a:pt x="2979" y="3713"/>
                </a:lnTo>
                <a:lnTo>
                  <a:pt x="2979" y="3712"/>
                </a:lnTo>
                <a:lnTo>
                  <a:pt x="2978" y="3712"/>
                </a:lnTo>
                <a:lnTo>
                  <a:pt x="2978" y="3713"/>
                </a:lnTo>
                <a:lnTo>
                  <a:pt x="2978" y="3712"/>
                </a:lnTo>
                <a:lnTo>
                  <a:pt x="2977" y="3712"/>
                </a:lnTo>
                <a:lnTo>
                  <a:pt x="2977" y="3711"/>
                </a:lnTo>
                <a:lnTo>
                  <a:pt x="2976" y="3711"/>
                </a:lnTo>
                <a:lnTo>
                  <a:pt x="2976" y="3710"/>
                </a:lnTo>
                <a:lnTo>
                  <a:pt x="2975" y="3710"/>
                </a:lnTo>
                <a:lnTo>
                  <a:pt x="2974" y="3710"/>
                </a:lnTo>
                <a:lnTo>
                  <a:pt x="2974" y="3709"/>
                </a:lnTo>
                <a:lnTo>
                  <a:pt x="2974" y="3710"/>
                </a:lnTo>
                <a:lnTo>
                  <a:pt x="2973" y="3710"/>
                </a:lnTo>
                <a:lnTo>
                  <a:pt x="2973" y="3711"/>
                </a:lnTo>
                <a:lnTo>
                  <a:pt x="2972" y="3711"/>
                </a:lnTo>
                <a:lnTo>
                  <a:pt x="2972" y="3710"/>
                </a:lnTo>
                <a:lnTo>
                  <a:pt x="2971" y="3710"/>
                </a:lnTo>
                <a:lnTo>
                  <a:pt x="2971" y="3711"/>
                </a:lnTo>
                <a:lnTo>
                  <a:pt x="2971" y="3712"/>
                </a:lnTo>
                <a:lnTo>
                  <a:pt x="2970" y="3712"/>
                </a:lnTo>
                <a:lnTo>
                  <a:pt x="2970" y="3713"/>
                </a:lnTo>
                <a:lnTo>
                  <a:pt x="2969" y="3713"/>
                </a:lnTo>
                <a:lnTo>
                  <a:pt x="2969" y="3712"/>
                </a:lnTo>
                <a:lnTo>
                  <a:pt x="2969" y="3713"/>
                </a:lnTo>
                <a:lnTo>
                  <a:pt x="2968" y="3713"/>
                </a:lnTo>
                <a:lnTo>
                  <a:pt x="2968" y="3714"/>
                </a:lnTo>
                <a:lnTo>
                  <a:pt x="2968" y="3713"/>
                </a:lnTo>
                <a:lnTo>
                  <a:pt x="2967" y="3713"/>
                </a:lnTo>
                <a:lnTo>
                  <a:pt x="2967" y="3714"/>
                </a:lnTo>
                <a:lnTo>
                  <a:pt x="2966" y="3714"/>
                </a:lnTo>
                <a:lnTo>
                  <a:pt x="2966" y="3713"/>
                </a:lnTo>
                <a:lnTo>
                  <a:pt x="2965" y="3713"/>
                </a:lnTo>
                <a:lnTo>
                  <a:pt x="2965" y="3714"/>
                </a:lnTo>
                <a:lnTo>
                  <a:pt x="2964" y="3714"/>
                </a:lnTo>
                <a:lnTo>
                  <a:pt x="2965" y="3714"/>
                </a:lnTo>
                <a:lnTo>
                  <a:pt x="2965" y="3715"/>
                </a:lnTo>
                <a:lnTo>
                  <a:pt x="2964" y="3715"/>
                </a:lnTo>
                <a:lnTo>
                  <a:pt x="2964" y="3716"/>
                </a:lnTo>
                <a:lnTo>
                  <a:pt x="2964" y="3717"/>
                </a:lnTo>
                <a:lnTo>
                  <a:pt x="2964" y="3718"/>
                </a:lnTo>
                <a:lnTo>
                  <a:pt x="2964" y="3719"/>
                </a:lnTo>
                <a:lnTo>
                  <a:pt x="2963" y="3719"/>
                </a:lnTo>
                <a:lnTo>
                  <a:pt x="2964" y="3719"/>
                </a:lnTo>
                <a:lnTo>
                  <a:pt x="2964" y="3720"/>
                </a:lnTo>
                <a:lnTo>
                  <a:pt x="2963" y="3720"/>
                </a:lnTo>
                <a:lnTo>
                  <a:pt x="2962" y="3721"/>
                </a:lnTo>
                <a:lnTo>
                  <a:pt x="2962" y="3722"/>
                </a:lnTo>
                <a:lnTo>
                  <a:pt x="2962" y="3723"/>
                </a:lnTo>
                <a:lnTo>
                  <a:pt x="2963" y="3723"/>
                </a:lnTo>
                <a:lnTo>
                  <a:pt x="2963" y="3724"/>
                </a:lnTo>
                <a:lnTo>
                  <a:pt x="2964" y="3724"/>
                </a:lnTo>
                <a:lnTo>
                  <a:pt x="2964" y="3725"/>
                </a:lnTo>
                <a:lnTo>
                  <a:pt x="2964" y="3726"/>
                </a:lnTo>
                <a:lnTo>
                  <a:pt x="2963" y="3726"/>
                </a:lnTo>
                <a:lnTo>
                  <a:pt x="2963" y="3727"/>
                </a:lnTo>
                <a:lnTo>
                  <a:pt x="2962" y="3727"/>
                </a:lnTo>
                <a:lnTo>
                  <a:pt x="2962" y="3726"/>
                </a:lnTo>
                <a:lnTo>
                  <a:pt x="2962" y="3727"/>
                </a:lnTo>
                <a:lnTo>
                  <a:pt x="2962" y="3728"/>
                </a:lnTo>
                <a:lnTo>
                  <a:pt x="2962" y="3729"/>
                </a:lnTo>
                <a:lnTo>
                  <a:pt x="2962" y="3730"/>
                </a:lnTo>
                <a:lnTo>
                  <a:pt x="2962" y="3731"/>
                </a:lnTo>
                <a:lnTo>
                  <a:pt x="2962" y="3732"/>
                </a:lnTo>
                <a:lnTo>
                  <a:pt x="2961" y="3732"/>
                </a:lnTo>
                <a:lnTo>
                  <a:pt x="2960" y="3732"/>
                </a:lnTo>
                <a:lnTo>
                  <a:pt x="2960" y="3733"/>
                </a:lnTo>
                <a:lnTo>
                  <a:pt x="2960" y="3734"/>
                </a:lnTo>
                <a:lnTo>
                  <a:pt x="2960" y="3735"/>
                </a:lnTo>
                <a:lnTo>
                  <a:pt x="2960" y="3736"/>
                </a:lnTo>
                <a:lnTo>
                  <a:pt x="2960" y="3737"/>
                </a:lnTo>
                <a:lnTo>
                  <a:pt x="2959" y="3737"/>
                </a:lnTo>
                <a:lnTo>
                  <a:pt x="2958" y="3737"/>
                </a:lnTo>
                <a:lnTo>
                  <a:pt x="2958" y="3738"/>
                </a:lnTo>
                <a:lnTo>
                  <a:pt x="2957" y="3738"/>
                </a:lnTo>
                <a:lnTo>
                  <a:pt x="2956" y="3738"/>
                </a:lnTo>
                <a:lnTo>
                  <a:pt x="2955" y="3738"/>
                </a:lnTo>
                <a:lnTo>
                  <a:pt x="2955" y="3737"/>
                </a:lnTo>
                <a:lnTo>
                  <a:pt x="2955" y="3738"/>
                </a:lnTo>
                <a:lnTo>
                  <a:pt x="2954" y="3738"/>
                </a:lnTo>
                <a:lnTo>
                  <a:pt x="2954" y="3737"/>
                </a:lnTo>
                <a:lnTo>
                  <a:pt x="2953" y="3737"/>
                </a:lnTo>
                <a:lnTo>
                  <a:pt x="2954" y="3737"/>
                </a:lnTo>
                <a:lnTo>
                  <a:pt x="2954" y="3738"/>
                </a:lnTo>
                <a:lnTo>
                  <a:pt x="2953" y="3738"/>
                </a:lnTo>
                <a:lnTo>
                  <a:pt x="2953" y="3739"/>
                </a:lnTo>
                <a:lnTo>
                  <a:pt x="2953" y="3740"/>
                </a:lnTo>
                <a:lnTo>
                  <a:pt x="2952" y="3740"/>
                </a:lnTo>
                <a:lnTo>
                  <a:pt x="2952" y="3739"/>
                </a:lnTo>
                <a:lnTo>
                  <a:pt x="2952" y="3740"/>
                </a:lnTo>
                <a:lnTo>
                  <a:pt x="2952" y="3741"/>
                </a:lnTo>
                <a:lnTo>
                  <a:pt x="2952" y="3742"/>
                </a:lnTo>
                <a:lnTo>
                  <a:pt x="2952" y="3743"/>
                </a:lnTo>
                <a:lnTo>
                  <a:pt x="2953" y="3743"/>
                </a:lnTo>
                <a:lnTo>
                  <a:pt x="2953" y="3744"/>
                </a:lnTo>
                <a:lnTo>
                  <a:pt x="2954" y="3744"/>
                </a:lnTo>
                <a:lnTo>
                  <a:pt x="2954" y="3745"/>
                </a:lnTo>
                <a:lnTo>
                  <a:pt x="2954" y="3746"/>
                </a:lnTo>
                <a:lnTo>
                  <a:pt x="2954" y="3747"/>
                </a:lnTo>
                <a:lnTo>
                  <a:pt x="2954" y="3748"/>
                </a:lnTo>
                <a:lnTo>
                  <a:pt x="2955" y="3748"/>
                </a:lnTo>
                <a:lnTo>
                  <a:pt x="2956" y="3748"/>
                </a:lnTo>
                <a:lnTo>
                  <a:pt x="2956" y="3749"/>
                </a:lnTo>
                <a:lnTo>
                  <a:pt x="2956" y="3750"/>
                </a:lnTo>
                <a:lnTo>
                  <a:pt x="2956" y="3751"/>
                </a:lnTo>
                <a:lnTo>
                  <a:pt x="2957" y="3751"/>
                </a:lnTo>
                <a:lnTo>
                  <a:pt x="2957" y="3752"/>
                </a:lnTo>
                <a:lnTo>
                  <a:pt x="2957" y="3753"/>
                </a:lnTo>
                <a:lnTo>
                  <a:pt x="2957" y="3754"/>
                </a:lnTo>
                <a:lnTo>
                  <a:pt x="2958" y="3754"/>
                </a:lnTo>
                <a:lnTo>
                  <a:pt x="2957" y="3755"/>
                </a:lnTo>
                <a:lnTo>
                  <a:pt x="2956" y="3755"/>
                </a:lnTo>
                <a:lnTo>
                  <a:pt x="2956" y="3754"/>
                </a:lnTo>
                <a:lnTo>
                  <a:pt x="2956" y="3755"/>
                </a:lnTo>
                <a:lnTo>
                  <a:pt x="2955" y="3755"/>
                </a:lnTo>
                <a:lnTo>
                  <a:pt x="2954" y="3755"/>
                </a:lnTo>
                <a:lnTo>
                  <a:pt x="2954" y="3756"/>
                </a:lnTo>
                <a:lnTo>
                  <a:pt x="2954" y="3757"/>
                </a:lnTo>
                <a:lnTo>
                  <a:pt x="2955" y="3757"/>
                </a:lnTo>
                <a:lnTo>
                  <a:pt x="2955" y="3758"/>
                </a:lnTo>
                <a:lnTo>
                  <a:pt x="2954" y="3758"/>
                </a:lnTo>
                <a:lnTo>
                  <a:pt x="2955" y="3758"/>
                </a:lnTo>
                <a:lnTo>
                  <a:pt x="2956" y="3758"/>
                </a:lnTo>
                <a:lnTo>
                  <a:pt x="2956" y="3759"/>
                </a:lnTo>
                <a:lnTo>
                  <a:pt x="2956" y="3760"/>
                </a:lnTo>
                <a:lnTo>
                  <a:pt x="2957" y="3760"/>
                </a:lnTo>
                <a:lnTo>
                  <a:pt x="2957" y="3761"/>
                </a:lnTo>
                <a:lnTo>
                  <a:pt x="2956" y="3761"/>
                </a:lnTo>
                <a:lnTo>
                  <a:pt x="2956" y="3762"/>
                </a:lnTo>
                <a:lnTo>
                  <a:pt x="2957" y="3762"/>
                </a:lnTo>
                <a:lnTo>
                  <a:pt x="2957" y="3763"/>
                </a:lnTo>
                <a:lnTo>
                  <a:pt x="2958" y="3763"/>
                </a:lnTo>
                <a:lnTo>
                  <a:pt x="2958" y="3764"/>
                </a:lnTo>
                <a:lnTo>
                  <a:pt x="2958" y="3765"/>
                </a:lnTo>
                <a:lnTo>
                  <a:pt x="2959" y="3765"/>
                </a:lnTo>
                <a:lnTo>
                  <a:pt x="2958" y="3765"/>
                </a:lnTo>
                <a:lnTo>
                  <a:pt x="2959" y="3765"/>
                </a:lnTo>
                <a:lnTo>
                  <a:pt x="2958" y="3766"/>
                </a:lnTo>
                <a:lnTo>
                  <a:pt x="2959" y="3766"/>
                </a:lnTo>
                <a:lnTo>
                  <a:pt x="2959" y="3767"/>
                </a:lnTo>
                <a:lnTo>
                  <a:pt x="2959" y="3768"/>
                </a:lnTo>
                <a:lnTo>
                  <a:pt x="2960" y="3768"/>
                </a:lnTo>
                <a:lnTo>
                  <a:pt x="2960" y="3769"/>
                </a:lnTo>
                <a:lnTo>
                  <a:pt x="2959" y="3770"/>
                </a:lnTo>
                <a:lnTo>
                  <a:pt x="2959" y="3771"/>
                </a:lnTo>
                <a:lnTo>
                  <a:pt x="2959" y="3772"/>
                </a:lnTo>
                <a:lnTo>
                  <a:pt x="2959" y="3773"/>
                </a:lnTo>
                <a:lnTo>
                  <a:pt x="2958" y="3773"/>
                </a:lnTo>
                <a:lnTo>
                  <a:pt x="2957" y="3773"/>
                </a:lnTo>
                <a:lnTo>
                  <a:pt x="2957" y="3774"/>
                </a:lnTo>
                <a:lnTo>
                  <a:pt x="2958" y="3774"/>
                </a:lnTo>
                <a:lnTo>
                  <a:pt x="2958" y="3773"/>
                </a:lnTo>
                <a:lnTo>
                  <a:pt x="2958" y="3774"/>
                </a:lnTo>
                <a:lnTo>
                  <a:pt x="2959" y="3774"/>
                </a:lnTo>
                <a:lnTo>
                  <a:pt x="2960" y="3774"/>
                </a:lnTo>
                <a:lnTo>
                  <a:pt x="2960" y="3775"/>
                </a:lnTo>
                <a:lnTo>
                  <a:pt x="2960" y="3776"/>
                </a:lnTo>
                <a:lnTo>
                  <a:pt x="2961" y="3776"/>
                </a:lnTo>
                <a:lnTo>
                  <a:pt x="2961" y="3775"/>
                </a:lnTo>
                <a:lnTo>
                  <a:pt x="2962" y="3775"/>
                </a:lnTo>
                <a:lnTo>
                  <a:pt x="2962" y="3776"/>
                </a:lnTo>
                <a:lnTo>
                  <a:pt x="2962" y="3775"/>
                </a:lnTo>
                <a:lnTo>
                  <a:pt x="2962" y="3776"/>
                </a:lnTo>
                <a:lnTo>
                  <a:pt x="2963" y="3776"/>
                </a:lnTo>
                <a:lnTo>
                  <a:pt x="2963" y="3777"/>
                </a:lnTo>
                <a:lnTo>
                  <a:pt x="2963" y="3778"/>
                </a:lnTo>
                <a:lnTo>
                  <a:pt x="2964" y="3778"/>
                </a:lnTo>
                <a:lnTo>
                  <a:pt x="2965" y="3778"/>
                </a:lnTo>
                <a:lnTo>
                  <a:pt x="2965" y="3777"/>
                </a:lnTo>
                <a:lnTo>
                  <a:pt x="2966" y="3777"/>
                </a:lnTo>
                <a:lnTo>
                  <a:pt x="2966" y="3776"/>
                </a:lnTo>
                <a:lnTo>
                  <a:pt x="2967" y="3776"/>
                </a:lnTo>
                <a:lnTo>
                  <a:pt x="2967" y="3777"/>
                </a:lnTo>
                <a:lnTo>
                  <a:pt x="2967" y="3778"/>
                </a:lnTo>
                <a:lnTo>
                  <a:pt x="2968" y="3778"/>
                </a:lnTo>
                <a:lnTo>
                  <a:pt x="2968" y="3779"/>
                </a:lnTo>
                <a:lnTo>
                  <a:pt x="2968" y="3780"/>
                </a:lnTo>
                <a:lnTo>
                  <a:pt x="2968" y="3781"/>
                </a:lnTo>
                <a:lnTo>
                  <a:pt x="2967" y="3781"/>
                </a:lnTo>
                <a:lnTo>
                  <a:pt x="2967" y="3782"/>
                </a:lnTo>
                <a:lnTo>
                  <a:pt x="2968" y="3782"/>
                </a:lnTo>
                <a:lnTo>
                  <a:pt x="2968" y="3783"/>
                </a:lnTo>
                <a:lnTo>
                  <a:pt x="2968" y="3784"/>
                </a:lnTo>
                <a:lnTo>
                  <a:pt x="2969" y="3784"/>
                </a:lnTo>
                <a:lnTo>
                  <a:pt x="2970" y="3784"/>
                </a:lnTo>
                <a:lnTo>
                  <a:pt x="2970" y="3785"/>
                </a:lnTo>
                <a:lnTo>
                  <a:pt x="2971" y="3785"/>
                </a:lnTo>
                <a:lnTo>
                  <a:pt x="2972" y="3785"/>
                </a:lnTo>
                <a:lnTo>
                  <a:pt x="2972" y="3786"/>
                </a:lnTo>
                <a:lnTo>
                  <a:pt x="2971" y="3786"/>
                </a:lnTo>
                <a:lnTo>
                  <a:pt x="2972" y="3786"/>
                </a:lnTo>
                <a:lnTo>
                  <a:pt x="2971" y="3786"/>
                </a:lnTo>
                <a:lnTo>
                  <a:pt x="2971" y="3787"/>
                </a:lnTo>
                <a:lnTo>
                  <a:pt x="2971" y="3788"/>
                </a:lnTo>
                <a:lnTo>
                  <a:pt x="2972" y="3788"/>
                </a:lnTo>
                <a:lnTo>
                  <a:pt x="2972" y="3789"/>
                </a:lnTo>
                <a:lnTo>
                  <a:pt x="2973" y="3789"/>
                </a:lnTo>
                <a:lnTo>
                  <a:pt x="2973" y="3790"/>
                </a:lnTo>
                <a:lnTo>
                  <a:pt x="2974" y="3790"/>
                </a:lnTo>
                <a:lnTo>
                  <a:pt x="2975" y="3790"/>
                </a:lnTo>
                <a:lnTo>
                  <a:pt x="2975" y="3791"/>
                </a:lnTo>
                <a:lnTo>
                  <a:pt x="2976" y="3791"/>
                </a:lnTo>
                <a:lnTo>
                  <a:pt x="2976" y="3792"/>
                </a:lnTo>
                <a:lnTo>
                  <a:pt x="2975" y="3792"/>
                </a:lnTo>
                <a:lnTo>
                  <a:pt x="2975" y="3793"/>
                </a:lnTo>
                <a:lnTo>
                  <a:pt x="2975" y="3794"/>
                </a:lnTo>
                <a:lnTo>
                  <a:pt x="2975" y="3795"/>
                </a:lnTo>
                <a:lnTo>
                  <a:pt x="2974" y="3795"/>
                </a:lnTo>
                <a:lnTo>
                  <a:pt x="2974" y="3796"/>
                </a:lnTo>
                <a:lnTo>
                  <a:pt x="2974" y="3797"/>
                </a:lnTo>
                <a:lnTo>
                  <a:pt x="2974" y="3798"/>
                </a:lnTo>
                <a:lnTo>
                  <a:pt x="2974" y="3799"/>
                </a:lnTo>
                <a:lnTo>
                  <a:pt x="2973" y="3799"/>
                </a:lnTo>
                <a:lnTo>
                  <a:pt x="2973" y="3800"/>
                </a:lnTo>
                <a:lnTo>
                  <a:pt x="2972" y="3800"/>
                </a:lnTo>
                <a:lnTo>
                  <a:pt x="2972" y="3801"/>
                </a:lnTo>
                <a:lnTo>
                  <a:pt x="2972" y="3800"/>
                </a:lnTo>
                <a:lnTo>
                  <a:pt x="2972" y="3801"/>
                </a:lnTo>
                <a:lnTo>
                  <a:pt x="2972" y="3802"/>
                </a:lnTo>
                <a:lnTo>
                  <a:pt x="2972" y="3803"/>
                </a:lnTo>
                <a:lnTo>
                  <a:pt x="2973" y="3803"/>
                </a:lnTo>
                <a:lnTo>
                  <a:pt x="2974" y="3803"/>
                </a:lnTo>
                <a:lnTo>
                  <a:pt x="2974" y="3804"/>
                </a:lnTo>
                <a:lnTo>
                  <a:pt x="2975" y="3804"/>
                </a:lnTo>
                <a:lnTo>
                  <a:pt x="2975" y="3805"/>
                </a:lnTo>
                <a:lnTo>
                  <a:pt x="2975" y="3806"/>
                </a:lnTo>
                <a:lnTo>
                  <a:pt x="2975" y="3807"/>
                </a:lnTo>
                <a:lnTo>
                  <a:pt x="2975" y="3808"/>
                </a:lnTo>
                <a:lnTo>
                  <a:pt x="2975" y="3809"/>
                </a:lnTo>
                <a:lnTo>
                  <a:pt x="2975" y="3810"/>
                </a:lnTo>
                <a:lnTo>
                  <a:pt x="2975" y="3811"/>
                </a:lnTo>
                <a:lnTo>
                  <a:pt x="2976" y="3811"/>
                </a:lnTo>
                <a:lnTo>
                  <a:pt x="2976" y="3812"/>
                </a:lnTo>
                <a:lnTo>
                  <a:pt x="2976" y="3813"/>
                </a:lnTo>
                <a:lnTo>
                  <a:pt x="2977" y="3813"/>
                </a:lnTo>
                <a:lnTo>
                  <a:pt x="2978" y="3813"/>
                </a:lnTo>
                <a:lnTo>
                  <a:pt x="2978" y="3812"/>
                </a:lnTo>
                <a:lnTo>
                  <a:pt x="2979" y="3812"/>
                </a:lnTo>
                <a:lnTo>
                  <a:pt x="2979" y="3813"/>
                </a:lnTo>
                <a:lnTo>
                  <a:pt x="2979" y="3814"/>
                </a:lnTo>
                <a:lnTo>
                  <a:pt x="2979" y="3815"/>
                </a:lnTo>
                <a:lnTo>
                  <a:pt x="2980" y="3815"/>
                </a:lnTo>
                <a:lnTo>
                  <a:pt x="2980" y="3814"/>
                </a:lnTo>
                <a:lnTo>
                  <a:pt x="2981" y="3814"/>
                </a:lnTo>
                <a:lnTo>
                  <a:pt x="2981" y="3815"/>
                </a:lnTo>
                <a:lnTo>
                  <a:pt x="2981" y="3814"/>
                </a:lnTo>
                <a:lnTo>
                  <a:pt x="2981" y="3815"/>
                </a:lnTo>
                <a:lnTo>
                  <a:pt x="2982" y="3815"/>
                </a:lnTo>
                <a:lnTo>
                  <a:pt x="2982" y="3816"/>
                </a:lnTo>
                <a:lnTo>
                  <a:pt x="2981" y="3816"/>
                </a:lnTo>
                <a:lnTo>
                  <a:pt x="2982" y="3816"/>
                </a:lnTo>
                <a:lnTo>
                  <a:pt x="2981" y="3816"/>
                </a:lnTo>
                <a:lnTo>
                  <a:pt x="2981" y="3817"/>
                </a:lnTo>
                <a:lnTo>
                  <a:pt x="2981" y="3818"/>
                </a:lnTo>
                <a:lnTo>
                  <a:pt x="2981" y="3819"/>
                </a:lnTo>
                <a:lnTo>
                  <a:pt x="2980" y="3819"/>
                </a:lnTo>
                <a:lnTo>
                  <a:pt x="2979" y="3819"/>
                </a:lnTo>
                <a:lnTo>
                  <a:pt x="2979" y="3820"/>
                </a:lnTo>
                <a:lnTo>
                  <a:pt x="2978" y="3820"/>
                </a:lnTo>
                <a:lnTo>
                  <a:pt x="2978" y="3821"/>
                </a:lnTo>
                <a:lnTo>
                  <a:pt x="2977" y="3821"/>
                </a:lnTo>
                <a:lnTo>
                  <a:pt x="2977" y="3820"/>
                </a:lnTo>
                <a:lnTo>
                  <a:pt x="2977" y="3821"/>
                </a:lnTo>
                <a:lnTo>
                  <a:pt x="2976" y="3821"/>
                </a:lnTo>
                <a:lnTo>
                  <a:pt x="2976" y="3820"/>
                </a:lnTo>
                <a:lnTo>
                  <a:pt x="2975" y="3820"/>
                </a:lnTo>
                <a:lnTo>
                  <a:pt x="2974" y="3820"/>
                </a:lnTo>
                <a:lnTo>
                  <a:pt x="2973" y="3820"/>
                </a:lnTo>
                <a:lnTo>
                  <a:pt x="2973" y="3821"/>
                </a:lnTo>
                <a:lnTo>
                  <a:pt x="2973" y="3822"/>
                </a:lnTo>
                <a:lnTo>
                  <a:pt x="2974" y="3822"/>
                </a:lnTo>
                <a:lnTo>
                  <a:pt x="2974" y="3823"/>
                </a:lnTo>
                <a:lnTo>
                  <a:pt x="2974" y="3824"/>
                </a:lnTo>
                <a:lnTo>
                  <a:pt x="2973" y="3824"/>
                </a:lnTo>
                <a:lnTo>
                  <a:pt x="2974" y="3824"/>
                </a:lnTo>
                <a:lnTo>
                  <a:pt x="2973" y="3824"/>
                </a:lnTo>
                <a:lnTo>
                  <a:pt x="2973" y="3825"/>
                </a:lnTo>
                <a:lnTo>
                  <a:pt x="2974" y="3825"/>
                </a:lnTo>
                <a:lnTo>
                  <a:pt x="2974" y="3826"/>
                </a:lnTo>
                <a:lnTo>
                  <a:pt x="2975" y="3826"/>
                </a:lnTo>
                <a:lnTo>
                  <a:pt x="2975" y="3827"/>
                </a:lnTo>
                <a:lnTo>
                  <a:pt x="2975" y="3828"/>
                </a:lnTo>
                <a:lnTo>
                  <a:pt x="2976" y="3828"/>
                </a:lnTo>
                <a:lnTo>
                  <a:pt x="2975" y="3828"/>
                </a:lnTo>
                <a:lnTo>
                  <a:pt x="2974" y="3828"/>
                </a:lnTo>
                <a:lnTo>
                  <a:pt x="2974" y="3829"/>
                </a:lnTo>
                <a:lnTo>
                  <a:pt x="2974" y="3830"/>
                </a:lnTo>
                <a:lnTo>
                  <a:pt x="2973" y="3830"/>
                </a:lnTo>
                <a:lnTo>
                  <a:pt x="2973" y="3831"/>
                </a:lnTo>
                <a:lnTo>
                  <a:pt x="2972" y="3831"/>
                </a:lnTo>
                <a:lnTo>
                  <a:pt x="2972" y="3832"/>
                </a:lnTo>
                <a:lnTo>
                  <a:pt x="2971" y="3832"/>
                </a:lnTo>
                <a:lnTo>
                  <a:pt x="2972" y="3832"/>
                </a:lnTo>
                <a:lnTo>
                  <a:pt x="2972" y="3833"/>
                </a:lnTo>
                <a:lnTo>
                  <a:pt x="2972" y="3834"/>
                </a:lnTo>
                <a:lnTo>
                  <a:pt x="2972" y="3835"/>
                </a:lnTo>
                <a:lnTo>
                  <a:pt x="2973" y="3835"/>
                </a:lnTo>
                <a:lnTo>
                  <a:pt x="2973" y="3836"/>
                </a:lnTo>
                <a:lnTo>
                  <a:pt x="2973" y="3837"/>
                </a:lnTo>
                <a:lnTo>
                  <a:pt x="2973" y="3838"/>
                </a:lnTo>
                <a:lnTo>
                  <a:pt x="2972" y="3838"/>
                </a:lnTo>
                <a:lnTo>
                  <a:pt x="2972" y="3839"/>
                </a:lnTo>
                <a:lnTo>
                  <a:pt x="2973" y="3839"/>
                </a:lnTo>
                <a:lnTo>
                  <a:pt x="2973" y="3840"/>
                </a:lnTo>
                <a:lnTo>
                  <a:pt x="2973" y="3841"/>
                </a:lnTo>
                <a:lnTo>
                  <a:pt x="2972" y="3841"/>
                </a:lnTo>
                <a:lnTo>
                  <a:pt x="2972" y="3840"/>
                </a:lnTo>
                <a:lnTo>
                  <a:pt x="2972" y="3841"/>
                </a:lnTo>
                <a:lnTo>
                  <a:pt x="2971" y="3841"/>
                </a:lnTo>
                <a:lnTo>
                  <a:pt x="2972" y="3841"/>
                </a:lnTo>
                <a:lnTo>
                  <a:pt x="2972" y="3842"/>
                </a:lnTo>
                <a:lnTo>
                  <a:pt x="2971" y="3842"/>
                </a:lnTo>
                <a:lnTo>
                  <a:pt x="2971" y="3843"/>
                </a:lnTo>
                <a:lnTo>
                  <a:pt x="2972" y="3843"/>
                </a:lnTo>
                <a:lnTo>
                  <a:pt x="2971" y="3843"/>
                </a:lnTo>
                <a:lnTo>
                  <a:pt x="2972" y="3843"/>
                </a:lnTo>
                <a:lnTo>
                  <a:pt x="2971" y="3843"/>
                </a:lnTo>
                <a:lnTo>
                  <a:pt x="2972" y="3843"/>
                </a:lnTo>
                <a:lnTo>
                  <a:pt x="2972" y="3844"/>
                </a:lnTo>
                <a:lnTo>
                  <a:pt x="2972" y="3845"/>
                </a:lnTo>
                <a:lnTo>
                  <a:pt x="2971" y="3845"/>
                </a:lnTo>
                <a:lnTo>
                  <a:pt x="2972" y="3846"/>
                </a:lnTo>
                <a:lnTo>
                  <a:pt x="2971" y="3846"/>
                </a:lnTo>
                <a:lnTo>
                  <a:pt x="2971" y="3847"/>
                </a:lnTo>
                <a:lnTo>
                  <a:pt x="2970" y="3847"/>
                </a:lnTo>
                <a:lnTo>
                  <a:pt x="2970" y="3848"/>
                </a:lnTo>
                <a:lnTo>
                  <a:pt x="2971" y="3848"/>
                </a:lnTo>
                <a:lnTo>
                  <a:pt x="2971" y="3849"/>
                </a:lnTo>
                <a:lnTo>
                  <a:pt x="2971" y="3850"/>
                </a:lnTo>
                <a:lnTo>
                  <a:pt x="2971" y="3851"/>
                </a:lnTo>
                <a:lnTo>
                  <a:pt x="2971" y="3852"/>
                </a:lnTo>
                <a:lnTo>
                  <a:pt x="2972" y="3852"/>
                </a:lnTo>
                <a:lnTo>
                  <a:pt x="2972" y="3853"/>
                </a:lnTo>
                <a:lnTo>
                  <a:pt x="2973" y="3853"/>
                </a:lnTo>
                <a:lnTo>
                  <a:pt x="2973" y="3854"/>
                </a:lnTo>
                <a:lnTo>
                  <a:pt x="2973" y="3855"/>
                </a:lnTo>
                <a:lnTo>
                  <a:pt x="2974" y="3855"/>
                </a:lnTo>
                <a:lnTo>
                  <a:pt x="2975" y="3855"/>
                </a:lnTo>
                <a:lnTo>
                  <a:pt x="2976" y="3855"/>
                </a:lnTo>
                <a:lnTo>
                  <a:pt x="2976" y="3854"/>
                </a:lnTo>
                <a:lnTo>
                  <a:pt x="2976" y="3855"/>
                </a:lnTo>
                <a:lnTo>
                  <a:pt x="2976" y="3854"/>
                </a:lnTo>
                <a:lnTo>
                  <a:pt x="2976" y="3855"/>
                </a:lnTo>
                <a:lnTo>
                  <a:pt x="2977" y="3855"/>
                </a:lnTo>
                <a:lnTo>
                  <a:pt x="2978" y="3855"/>
                </a:lnTo>
                <a:lnTo>
                  <a:pt x="2978" y="3856"/>
                </a:lnTo>
                <a:lnTo>
                  <a:pt x="2978" y="3857"/>
                </a:lnTo>
                <a:lnTo>
                  <a:pt x="2978" y="3858"/>
                </a:lnTo>
                <a:lnTo>
                  <a:pt x="2979" y="3858"/>
                </a:lnTo>
                <a:lnTo>
                  <a:pt x="2979" y="3859"/>
                </a:lnTo>
                <a:lnTo>
                  <a:pt x="2980" y="3859"/>
                </a:lnTo>
                <a:lnTo>
                  <a:pt x="2980" y="3858"/>
                </a:lnTo>
                <a:lnTo>
                  <a:pt x="2980" y="3859"/>
                </a:lnTo>
                <a:lnTo>
                  <a:pt x="2981" y="3859"/>
                </a:lnTo>
                <a:lnTo>
                  <a:pt x="2982" y="3859"/>
                </a:lnTo>
                <a:lnTo>
                  <a:pt x="2982" y="3860"/>
                </a:lnTo>
                <a:lnTo>
                  <a:pt x="2982" y="3861"/>
                </a:lnTo>
                <a:lnTo>
                  <a:pt x="2982" y="3862"/>
                </a:lnTo>
                <a:lnTo>
                  <a:pt x="2982" y="3863"/>
                </a:lnTo>
                <a:lnTo>
                  <a:pt x="2982" y="3864"/>
                </a:lnTo>
                <a:lnTo>
                  <a:pt x="2982" y="3865"/>
                </a:lnTo>
                <a:lnTo>
                  <a:pt x="2981" y="3865"/>
                </a:lnTo>
                <a:lnTo>
                  <a:pt x="2981" y="3864"/>
                </a:lnTo>
                <a:lnTo>
                  <a:pt x="2979" y="3864"/>
                </a:lnTo>
                <a:lnTo>
                  <a:pt x="2978" y="3864"/>
                </a:lnTo>
                <a:lnTo>
                  <a:pt x="2978" y="3865"/>
                </a:lnTo>
                <a:lnTo>
                  <a:pt x="2977" y="3865"/>
                </a:lnTo>
                <a:lnTo>
                  <a:pt x="2977" y="3866"/>
                </a:lnTo>
                <a:lnTo>
                  <a:pt x="2977" y="3867"/>
                </a:lnTo>
                <a:lnTo>
                  <a:pt x="2976" y="3867"/>
                </a:lnTo>
                <a:lnTo>
                  <a:pt x="2977" y="3867"/>
                </a:lnTo>
                <a:lnTo>
                  <a:pt x="2977" y="3868"/>
                </a:lnTo>
                <a:lnTo>
                  <a:pt x="2976" y="3868"/>
                </a:lnTo>
                <a:lnTo>
                  <a:pt x="2976" y="3869"/>
                </a:lnTo>
                <a:lnTo>
                  <a:pt x="2976" y="3870"/>
                </a:lnTo>
                <a:lnTo>
                  <a:pt x="2975" y="3870"/>
                </a:lnTo>
                <a:lnTo>
                  <a:pt x="2975" y="3871"/>
                </a:lnTo>
                <a:lnTo>
                  <a:pt x="2974" y="3871"/>
                </a:lnTo>
                <a:lnTo>
                  <a:pt x="2974" y="3872"/>
                </a:lnTo>
                <a:lnTo>
                  <a:pt x="2974" y="3873"/>
                </a:lnTo>
                <a:lnTo>
                  <a:pt x="2973" y="3873"/>
                </a:lnTo>
                <a:lnTo>
                  <a:pt x="2973" y="3872"/>
                </a:lnTo>
                <a:lnTo>
                  <a:pt x="2972" y="3872"/>
                </a:lnTo>
                <a:lnTo>
                  <a:pt x="2971" y="3872"/>
                </a:lnTo>
                <a:lnTo>
                  <a:pt x="2970" y="3872"/>
                </a:lnTo>
                <a:lnTo>
                  <a:pt x="2970" y="3873"/>
                </a:lnTo>
                <a:lnTo>
                  <a:pt x="2969" y="3873"/>
                </a:lnTo>
                <a:lnTo>
                  <a:pt x="2969" y="3872"/>
                </a:lnTo>
                <a:lnTo>
                  <a:pt x="2968" y="3872"/>
                </a:lnTo>
                <a:lnTo>
                  <a:pt x="2967" y="3872"/>
                </a:lnTo>
                <a:lnTo>
                  <a:pt x="2967" y="3871"/>
                </a:lnTo>
                <a:lnTo>
                  <a:pt x="2967" y="3870"/>
                </a:lnTo>
                <a:lnTo>
                  <a:pt x="2968" y="3870"/>
                </a:lnTo>
                <a:lnTo>
                  <a:pt x="2967" y="3870"/>
                </a:lnTo>
                <a:lnTo>
                  <a:pt x="2967" y="3869"/>
                </a:lnTo>
                <a:lnTo>
                  <a:pt x="2966" y="3869"/>
                </a:lnTo>
                <a:lnTo>
                  <a:pt x="2966" y="3868"/>
                </a:lnTo>
                <a:lnTo>
                  <a:pt x="2965" y="3868"/>
                </a:lnTo>
                <a:lnTo>
                  <a:pt x="2965" y="3867"/>
                </a:lnTo>
                <a:lnTo>
                  <a:pt x="2966" y="3867"/>
                </a:lnTo>
                <a:lnTo>
                  <a:pt x="2965" y="3867"/>
                </a:lnTo>
                <a:lnTo>
                  <a:pt x="2965" y="3866"/>
                </a:lnTo>
                <a:lnTo>
                  <a:pt x="2965" y="3865"/>
                </a:lnTo>
                <a:lnTo>
                  <a:pt x="2964" y="3865"/>
                </a:lnTo>
                <a:lnTo>
                  <a:pt x="2963" y="3865"/>
                </a:lnTo>
                <a:lnTo>
                  <a:pt x="2963" y="3866"/>
                </a:lnTo>
                <a:lnTo>
                  <a:pt x="2962" y="3866"/>
                </a:lnTo>
                <a:lnTo>
                  <a:pt x="2961" y="3866"/>
                </a:lnTo>
                <a:lnTo>
                  <a:pt x="2960" y="3866"/>
                </a:lnTo>
                <a:lnTo>
                  <a:pt x="2960" y="3867"/>
                </a:lnTo>
                <a:lnTo>
                  <a:pt x="2959" y="3867"/>
                </a:lnTo>
                <a:lnTo>
                  <a:pt x="2959" y="3868"/>
                </a:lnTo>
                <a:lnTo>
                  <a:pt x="2958" y="3868"/>
                </a:lnTo>
                <a:lnTo>
                  <a:pt x="2958" y="3869"/>
                </a:lnTo>
                <a:lnTo>
                  <a:pt x="2958" y="3868"/>
                </a:lnTo>
                <a:lnTo>
                  <a:pt x="2957" y="3868"/>
                </a:lnTo>
                <a:lnTo>
                  <a:pt x="2956" y="3868"/>
                </a:lnTo>
                <a:lnTo>
                  <a:pt x="2955" y="3867"/>
                </a:lnTo>
                <a:lnTo>
                  <a:pt x="2956" y="3867"/>
                </a:lnTo>
                <a:lnTo>
                  <a:pt x="2956" y="3866"/>
                </a:lnTo>
                <a:lnTo>
                  <a:pt x="2956" y="3865"/>
                </a:lnTo>
                <a:lnTo>
                  <a:pt x="2957" y="3865"/>
                </a:lnTo>
                <a:lnTo>
                  <a:pt x="2957" y="3864"/>
                </a:lnTo>
                <a:lnTo>
                  <a:pt x="2957" y="3863"/>
                </a:lnTo>
                <a:lnTo>
                  <a:pt x="2958" y="3863"/>
                </a:lnTo>
                <a:lnTo>
                  <a:pt x="2958" y="3862"/>
                </a:lnTo>
                <a:lnTo>
                  <a:pt x="2958" y="3861"/>
                </a:lnTo>
                <a:lnTo>
                  <a:pt x="2957" y="3861"/>
                </a:lnTo>
                <a:lnTo>
                  <a:pt x="2956" y="3861"/>
                </a:lnTo>
                <a:lnTo>
                  <a:pt x="2956" y="3862"/>
                </a:lnTo>
                <a:lnTo>
                  <a:pt x="2956" y="3861"/>
                </a:lnTo>
                <a:lnTo>
                  <a:pt x="2955" y="3861"/>
                </a:lnTo>
                <a:lnTo>
                  <a:pt x="2954" y="3861"/>
                </a:lnTo>
                <a:lnTo>
                  <a:pt x="2954" y="3860"/>
                </a:lnTo>
                <a:lnTo>
                  <a:pt x="2953" y="3860"/>
                </a:lnTo>
                <a:lnTo>
                  <a:pt x="2952" y="3860"/>
                </a:lnTo>
                <a:lnTo>
                  <a:pt x="2951" y="3860"/>
                </a:lnTo>
                <a:lnTo>
                  <a:pt x="2951" y="3859"/>
                </a:lnTo>
                <a:lnTo>
                  <a:pt x="2951" y="3860"/>
                </a:lnTo>
                <a:lnTo>
                  <a:pt x="2951" y="3859"/>
                </a:lnTo>
                <a:lnTo>
                  <a:pt x="2950" y="3859"/>
                </a:lnTo>
                <a:lnTo>
                  <a:pt x="2949" y="3859"/>
                </a:lnTo>
                <a:lnTo>
                  <a:pt x="2949" y="3860"/>
                </a:lnTo>
                <a:lnTo>
                  <a:pt x="2948" y="3860"/>
                </a:lnTo>
                <a:lnTo>
                  <a:pt x="2948" y="3859"/>
                </a:lnTo>
                <a:lnTo>
                  <a:pt x="2948" y="3860"/>
                </a:lnTo>
                <a:lnTo>
                  <a:pt x="2947" y="3860"/>
                </a:lnTo>
                <a:lnTo>
                  <a:pt x="2946" y="3860"/>
                </a:lnTo>
                <a:lnTo>
                  <a:pt x="2945" y="3860"/>
                </a:lnTo>
                <a:lnTo>
                  <a:pt x="2944" y="3860"/>
                </a:lnTo>
                <a:lnTo>
                  <a:pt x="2944" y="3861"/>
                </a:lnTo>
                <a:lnTo>
                  <a:pt x="2943" y="3861"/>
                </a:lnTo>
                <a:lnTo>
                  <a:pt x="2943" y="3862"/>
                </a:lnTo>
                <a:lnTo>
                  <a:pt x="2942" y="3862"/>
                </a:lnTo>
                <a:lnTo>
                  <a:pt x="2942" y="3863"/>
                </a:lnTo>
                <a:lnTo>
                  <a:pt x="2941" y="3863"/>
                </a:lnTo>
                <a:lnTo>
                  <a:pt x="2941" y="3862"/>
                </a:lnTo>
                <a:lnTo>
                  <a:pt x="2939" y="3862"/>
                </a:lnTo>
                <a:lnTo>
                  <a:pt x="2938" y="3862"/>
                </a:lnTo>
                <a:lnTo>
                  <a:pt x="2937" y="3862"/>
                </a:lnTo>
                <a:lnTo>
                  <a:pt x="2937" y="3863"/>
                </a:lnTo>
                <a:lnTo>
                  <a:pt x="2937" y="3862"/>
                </a:lnTo>
                <a:lnTo>
                  <a:pt x="2937" y="3863"/>
                </a:lnTo>
                <a:lnTo>
                  <a:pt x="2936" y="3863"/>
                </a:lnTo>
                <a:lnTo>
                  <a:pt x="2936" y="3862"/>
                </a:lnTo>
                <a:lnTo>
                  <a:pt x="2935" y="3862"/>
                </a:lnTo>
                <a:lnTo>
                  <a:pt x="2934" y="3862"/>
                </a:lnTo>
                <a:lnTo>
                  <a:pt x="2934" y="3863"/>
                </a:lnTo>
                <a:lnTo>
                  <a:pt x="2933" y="3863"/>
                </a:lnTo>
                <a:lnTo>
                  <a:pt x="2932" y="3863"/>
                </a:lnTo>
                <a:lnTo>
                  <a:pt x="2932" y="3864"/>
                </a:lnTo>
                <a:lnTo>
                  <a:pt x="2932" y="3865"/>
                </a:lnTo>
                <a:lnTo>
                  <a:pt x="2931" y="3865"/>
                </a:lnTo>
                <a:lnTo>
                  <a:pt x="2930" y="3865"/>
                </a:lnTo>
                <a:lnTo>
                  <a:pt x="2930" y="3866"/>
                </a:lnTo>
                <a:lnTo>
                  <a:pt x="2929" y="3866"/>
                </a:lnTo>
                <a:lnTo>
                  <a:pt x="2929" y="3867"/>
                </a:lnTo>
                <a:lnTo>
                  <a:pt x="2928" y="3867"/>
                </a:lnTo>
                <a:lnTo>
                  <a:pt x="2927" y="3866"/>
                </a:lnTo>
                <a:lnTo>
                  <a:pt x="2927" y="3867"/>
                </a:lnTo>
                <a:lnTo>
                  <a:pt x="2926" y="3867"/>
                </a:lnTo>
                <a:lnTo>
                  <a:pt x="2926" y="3868"/>
                </a:lnTo>
                <a:lnTo>
                  <a:pt x="2925" y="3868"/>
                </a:lnTo>
                <a:lnTo>
                  <a:pt x="2924" y="3868"/>
                </a:lnTo>
                <a:lnTo>
                  <a:pt x="2924" y="3869"/>
                </a:lnTo>
                <a:lnTo>
                  <a:pt x="2924" y="3868"/>
                </a:lnTo>
                <a:lnTo>
                  <a:pt x="2923" y="3868"/>
                </a:lnTo>
                <a:lnTo>
                  <a:pt x="2923" y="3867"/>
                </a:lnTo>
                <a:lnTo>
                  <a:pt x="2922" y="3866"/>
                </a:lnTo>
                <a:lnTo>
                  <a:pt x="2921" y="3866"/>
                </a:lnTo>
                <a:lnTo>
                  <a:pt x="2920" y="3866"/>
                </a:lnTo>
                <a:lnTo>
                  <a:pt x="2920" y="3865"/>
                </a:lnTo>
                <a:lnTo>
                  <a:pt x="2919" y="3865"/>
                </a:lnTo>
                <a:lnTo>
                  <a:pt x="2920" y="3865"/>
                </a:lnTo>
                <a:lnTo>
                  <a:pt x="2920" y="3864"/>
                </a:lnTo>
                <a:lnTo>
                  <a:pt x="2920" y="3863"/>
                </a:lnTo>
                <a:lnTo>
                  <a:pt x="2919" y="3863"/>
                </a:lnTo>
                <a:lnTo>
                  <a:pt x="2918" y="3863"/>
                </a:lnTo>
                <a:lnTo>
                  <a:pt x="2918" y="3862"/>
                </a:lnTo>
                <a:lnTo>
                  <a:pt x="2917" y="3862"/>
                </a:lnTo>
                <a:lnTo>
                  <a:pt x="2917" y="3861"/>
                </a:lnTo>
                <a:lnTo>
                  <a:pt x="2916" y="3861"/>
                </a:lnTo>
                <a:lnTo>
                  <a:pt x="2917" y="3861"/>
                </a:lnTo>
                <a:lnTo>
                  <a:pt x="2917" y="3860"/>
                </a:lnTo>
                <a:lnTo>
                  <a:pt x="2918" y="3860"/>
                </a:lnTo>
                <a:lnTo>
                  <a:pt x="2918" y="3859"/>
                </a:lnTo>
                <a:lnTo>
                  <a:pt x="2917" y="3859"/>
                </a:lnTo>
                <a:lnTo>
                  <a:pt x="2918" y="3859"/>
                </a:lnTo>
                <a:lnTo>
                  <a:pt x="2918" y="3858"/>
                </a:lnTo>
                <a:lnTo>
                  <a:pt x="2919" y="3858"/>
                </a:lnTo>
                <a:lnTo>
                  <a:pt x="2919" y="3857"/>
                </a:lnTo>
                <a:lnTo>
                  <a:pt x="2919" y="3856"/>
                </a:lnTo>
                <a:lnTo>
                  <a:pt x="2920" y="3856"/>
                </a:lnTo>
                <a:lnTo>
                  <a:pt x="2920" y="3855"/>
                </a:lnTo>
                <a:lnTo>
                  <a:pt x="2920" y="3854"/>
                </a:lnTo>
                <a:lnTo>
                  <a:pt x="2920" y="3853"/>
                </a:lnTo>
                <a:lnTo>
                  <a:pt x="2919" y="3853"/>
                </a:lnTo>
                <a:lnTo>
                  <a:pt x="2918" y="3853"/>
                </a:lnTo>
                <a:lnTo>
                  <a:pt x="2918" y="3852"/>
                </a:lnTo>
                <a:lnTo>
                  <a:pt x="2918" y="3853"/>
                </a:lnTo>
                <a:lnTo>
                  <a:pt x="2917" y="3853"/>
                </a:lnTo>
                <a:lnTo>
                  <a:pt x="2917" y="3852"/>
                </a:lnTo>
                <a:lnTo>
                  <a:pt x="2917" y="3853"/>
                </a:lnTo>
                <a:lnTo>
                  <a:pt x="2917" y="3852"/>
                </a:lnTo>
                <a:lnTo>
                  <a:pt x="2916" y="3852"/>
                </a:lnTo>
                <a:lnTo>
                  <a:pt x="2916" y="3851"/>
                </a:lnTo>
                <a:lnTo>
                  <a:pt x="2915" y="3851"/>
                </a:lnTo>
                <a:lnTo>
                  <a:pt x="2915" y="3852"/>
                </a:lnTo>
                <a:lnTo>
                  <a:pt x="2915" y="3851"/>
                </a:lnTo>
                <a:lnTo>
                  <a:pt x="2914" y="3851"/>
                </a:lnTo>
                <a:lnTo>
                  <a:pt x="2913" y="3850"/>
                </a:lnTo>
                <a:lnTo>
                  <a:pt x="2913" y="3849"/>
                </a:lnTo>
                <a:lnTo>
                  <a:pt x="2913" y="3848"/>
                </a:lnTo>
                <a:lnTo>
                  <a:pt x="2913" y="3847"/>
                </a:lnTo>
                <a:lnTo>
                  <a:pt x="2912" y="3847"/>
                </a:lnTo>
                <a:lnTo>
                  <a:pt x="2912" y="3846"/>
                </a:lnTo>
                <a:lnTo>
                  <a:pt x="2911" y="3846"/>
                </a:lnTo>
                <a:lnTo>
                  <a:pt x="2911" y="3845"/>
                </a:lnTo>
                <a:lnTo>
                  <a:pt x="2911" y="3844"/>
                </a:lnTo>
                <a:lnTo>
                  <a:pt x="2910" y="3844"/>
                </a:lnTo>
                <a:lnTo>
                  <a:pt x="2910" y="3843"/>
                </a:lnTo>
                <a:lnTo>
                  <a:pt x="2910" y="3842"/>
                </a:lnTo>
                <a:lnTo>
                  <a:pt x="2909" y="3842"/>
                </a:lnTo>
                <a:lnTo>
                  <a:pt x="2909" y="3841"/>
                </a:lnTo>
                <a:lnTo>
                  <a:pt x="2909" y="3840"/>
                </a:lnTo>
                <a:lnTo>
                  <a:pt x="2910" y="3840"/>
                </a:lnTo>
                <a:lnTo>
                  <a:pt x="2911" y="3840"/>
                </a:lnTo>
                <a:lnTo>
                  <a:pt x="2911" y="3839"/>
                </a:lnTo>
                <a:lnTo>
                  <a:pt x="2912" y="3839"/>
                </a:lnTo>
                <a:lnTo>
                  <a:pt x="2912" y="3840"/>
                </a:lnTo>
                <a:lnTo>
                  <a:pt x="2913" y="3840"/>
                </a:lnTo>
                <a:lnTo>
                  <a:pt x="2913" y="3839"/>
                </a:lnTo>
                <a:lnTo>
                  <a:pt x="2914" y="3839"/>
                </a:lnTo>
                <a:lnTo>
                  <a:pt x="2914" y="3838"/>
                </a:lnTo>
                <a:lnTo>
                  <a:pt x="2915" y="3838"/>
                </a:lnTo>
                <a:lnTo>
                  <a:pt x="2915" y="3837"/>
                </a:lnTo>
                <a:lnTo>
                  <a:pt x="2915" y="3836"/>
                </a:lnTo>
                <a:lnTo>
                  <a:pt x="2914" y="3836"/>
                </a:lnTo>
                <a:lnTo>
                  <a:pt x="2914" y="3835"/>
                </a:lnTo>
                <a:lnTo>
                  <a:pt x="2914" y="3834"/>
                </a:lnTo>
                <a:lnTo>
                  <a:pt x="2914" y="3833"/>
                </a:lnTo>
                <a:lnTo>
                  <a:pt x="2914" y="3832"/>
                </a:lnTo>
                <a:lnTo>
                  <a:pt x="2915" y="3832"/>
                </a:lnTo>
                <a:lnTo>
                  <a:pt x="2916" y="3832"/>
                </a:lnTo>
                <a:lnTo>
                  <a:pt x="2916" y="3831"/>
                </a:lnTo>
                <a:lnTo>
                  <a:pt x="2917" y="3831"/>
                </a:lnTo>
                <a:lnTo>
                  <a:pt x="2917" y="3830"/>
                </a:lnTo>
                <a:lnTo>
                  <a:pt x="2916" y="3830"/>
                </a:lnTo>
                <a:lnTo>
                  <a:pt x="2916" y="3829"/>
                </a:lnTo>
                <a:lnTo>
                  <a:pt x="2915" y="3829"/>
                </a:lnTo>
                <a:lnTo>
                  <a:pt x="2916" y="3828"/>
                </a:lnTo>
                <a:lnTo>
                  <a:pt x="2915" y="3828"/>
                </a:lnTo>
                <a:lnTo>
                  <a:pt x="2915" y="3827"/>
                </a:lnTo>
                <a:lnTo>
                  <a:pt x="2916" y="3827"/>
                </a:lnTo>
                <a:lnTo>
                  <a:pt x="2915" y="3827"/>
                </a:lnTo>
                <a:lnTo>
                  <a:pt x="2915" y="3826"/>
                </a:lnTo>
                <a:lnTo>
                  <a:pt x="2916" y="3826"/>
                </a:lnTo>
                <a:lnTo>
                  <a:pt x="2916" y="3825"/>
                </a:lnTo>
                <a:lnTo>
                  <a:pt x="2916" y="3824"/>
                </a:lnTo>
                <a:lnTo>
                  <a:pt x="2916" y="3823"/>
                </a:lnTo>
                <a:lnTo>
                  <a:pt x="2915" y="3823"/>
                </a:lnTo>
                <a:lnTo>
                  <a:pt x="2914" y="3823"/>
                </a:lnTo>
                <a:lnTo>
                  <a:pt x="2913" y="3823"/>
                </a:lnTo>
                <a:lnTo>
                  <a:pt x="2912" y="3823"/>
                </a:lnTo>
                <a:lnTo>
                  <a:pt x="2912" y="3822"/>
                </a:lnTo>
                <a:lnTo>
                  <a:pt x="2911" y="3822"/>
                </a:lnTo>
                <a:lnTo>
                  <a:pt x="2910" y="3822"/>
                </a:lnTo>
                <a:lnTo>
                  <a:pt x="2909" y="3822"/>
                </a:lnTo>
                <a:lnTo>
                  <a:pt x="2908" y="3821"/>
                </a:lnTo>
                <a:lnTo>
                  <a:pt x="2909" y="3821"/>
                </a:lnTo>
                <a:lnTo>
                  <a:pt x="2909" y="3820"/>
                </a:lnTo>
                <a:lnTo>
                  <a:pt x="2909" y="3819"/>
                </a:lnTo>
                <a:lnTo>
                  <a:pt x="2910" y="3819"/>
                </a:lnTo>
                <a:lnTo>
                  <a:pt x="2911" y="3819"/>
                </a:lnTo>
                <a:lnTo>
                  <a:pt x="2912" y="3819"/>
                </a:lnTo>
                <a:lnTo>
                  <a:pt x="2912" y="3818"/>
                </a:lnTo>
                <a:lnTo>
                  <a:pt x="2912" y="3817"/>
                </a:lnTo>
                <a:lnTo>
                  <a:pt x="2911" y="3817"/>
                </a:lnTo>
                <a:lnTo>
                  <a:pt x="2911" y="3816"/>
                </a:lnTo>
                <a:lnTo>
                  <a:pt x="2911" y="3815"/>
                </a:lnTo>
                <a:lnTo>
                  <a:pt x="2911" y="3814"/>
                </a:lnTo>
                <a:lnTo>
                  <a:pt x="2911" y="3813"/>
                </a:lnTo>
                <a:lnTo>
                  <a:pt x="2911" y="3812"/>
                </a:lnTo>
                <a:lnTo>
                  <a:pt x="2910" y="3812"/>
                </a:lnTo>
                <a:lnTo>
                  <a:pt x="2910" y="3810"/>
                </a:lnTo>
                <a:lnTo>
                  <a:pt x="2910" y="3809"/>
                </a:lnTo>
                <a:lnTo>
                  <a:pt x="2909" y="3809"/>
                </a:lnTo>
                <a:lnTo>
                  <a:pt x="2908" y="3809"/>
                </a:lnTo>
                <a:lnTo>
                  <a:pt x="2907" y="3809"/>
                </a:lnTo>
                <a:lnTo>
                  <a:pt x="2907" y="3808"/>
                </a:lnTo>
                <a:lnTo>
                  <a:pt x="2907" y="3807"/>
                </a:lnTo>
                <a:lnTo>
                  <a:pt x="2906" y="3807"/>
                </a:lnTo>
                <a:lnTo>
                  <a:pt x="2906" y="3806"/>
                </a:lnTo>
                <a:lnTo>
                  <a:pt x="2906" y="3805"/>
                </a:lnTo>
                <a:lnTo>
                  <a:pt x="2906" y="3804"/>
                </a:lnTo>
                <a:lnTo>
                  <a:pt x="2906" y="3803"/>
                </a:lnTo>
                <a:lnTo>
                  <a:pt x="2906" y="3802"/>
                </a:lnTo>
                <a:lnTo>
                  <a:pt x="2906" y="3801"/>
                </a:lnTo>
                <a:lnTo>
                  <a:pt x="2906" y="3800"/>
                </a:lnTo>
                <a:lnTo>
                  <a:pt x="2905" y="3800"/>
                </a:lnTo>
                <a:lnTo>
                  <a:pt x="2905" y="3799"/>
                </a:lnTo>
                <a:lnTo>
                  <a:pt x="2906" y="3799"/>
                </a:lnTo>
                <a:lnTo>
                  <a:pt x="2906" y="3798"/>
                </a:lnTo>
                <a:lnTo>
                  <a:pt x="2907" y="3797"/>
                </a:lnTo>
                <a:lnTo>
                  <a:pt x="2906" y="3797"/>
                </a:lnTo>
                <a:lnTo>
                  <a:pt x="2905" y="3797"/>
                </a:lnTo>
                <a:lnTo>
                  <a:pt x="2904" y="3797"/>
                </a:lnTo>
                <a:lnTo>
                  <a:pt x="2903" y="3797"/>
                </a:lnTo>
                <a:lnTo>
                  <a:pt x="2902" y="3798"/>
                </a:lnTo>
                <a:lnTo>
                  <a:pt x="2901" y="3799"/>
                </a:lnTo>
                <a:lnTo>
                  <a:pt x="2900" y="3799"/>
                </a:lnTo>
                <a:lnTo>
                  <a:pt x="2900" y="3800"/>
                </a:lnTo>
                <a:lnTo>
                  <a:pt x="2899" y="3800"/>
                </a:lnTo>
                <a:lnTo>
                  <a:pt x="2899" y="3801"/>
                </a:lnTo>
                <a:lnTo>
                  <a:pt x="2899" y="3800"/>
                </a:lnTo>
                <a:lnTo>
                  <a:pt x="2899" y="3801"/>
                </a:lnTo>
                <a:lnTo>
                  <a:pt x="2898" y="3801"/>
                </a:lnTo>
                <a:lnTo>
                  <a:pt x="2898" y="3802"/>
                </a:lnTo>
                <a:lnTo>
                  <a:pt x="2897" y="3802"/>
                </a:lnTo>
                <a:lnTo>
                  <a:pt x="2897" y="3803"/>
                </a:lnTo>
                <a:lnTo>
                  <a:pt x="2896" y="3803"/>
                </a:lnTo>
                <a:lnTo>
                  <a:pt x="2896" y="3804"/>
                </a:lnTo>
                <a:lnTo>
                  <a:pt x="2895" y="3804"/>
                </a:lnTo>
                <a:lnTo>
                  <a:pt x="2895" y="3805"/>
                </a:lnTo>
                <a:lnTo>
                  <a:pt x="2894" y="3805"/>
                </a:lnTo>
                <a:lnTo>
                  <a:pt x="2893" y="3805"/>
                </a:lnTo>
                <a:lnTo>
                  <a:pt x="2892" y="3805"/>
                </a:lnTo>
                <a:lnTo>
                  <a:pt x="2891" y="3806"/>
                </a:lnTo>
                <a:lnTo>
                  <a:pt x="2890" y="3806"/>
                </a:lnTo>
                <a:lnTo>
                  <a:pt x="2889" y="3806"/>
                </a:lnTo>
                <a:lnTo>
                  <a:pt x="2888" y="3806"/>
                </a:lnTo>
                <a:lnTo>
                  <a:pt x="2887" y="3806"/>
                </a:lnTo>
                <a:lnTo>
                  <a:pt x="2887" y="3807"/>
                </a:lnTo>
                <a:lnTo>
                  <a:pt x="2886" y="3807"/>
                </a:lnTo>
                <a:lnTo>
                  <a:pt x="2885" y="3807"/>
                </a:lnTo>
                <a:lnTo>
                  <a:pt x="2884" y="3807"/>
                </a:lnTo>
                <a:lnTo>
                  <a:pt x="2884" y="3808"/>
                </a:lnTo>
                <a:lnTo>
                  <a:pt x="2885" y="3808"/>
                </a:lnTo>
                <a:lnTo>
                  <a:pt x="2884" y="3808"/>
                </a:lnTo>
                <a:lnTo>
                  <a:pt x="2884" y="3807"/>
                </a:lnTo>
                <a:lnTo>
                  <a:pt x="2884" y="3808"/>
                </a:lnTo>
                <a:lnTo>
                  <a:pt x="2883" y="3808"/>
                </a:lnTo>
                <a:lnTo>
                  <a:pt x="2882" y="3808"/>
                </a:lnTo>
                <a:lnTo>
                  <a:pt x="2882" y="3807"/>
                </a:lnTo>
                <a:lnTo>
                  <a:pt x="2882" y="3808"/>
                </a:lnTo>
                <a:lnTo>
                  <a:pt x="2881" y="3808"/>
                </a:lnTo>
                <a:lnTo>
                  <a:pt x="2881" y="3809"/>
                </a:lnTo>
                <a:lnTo>
                  <a:pt x="2880" y="3809"/>
                </a:lnTo>
                <a:lnTo>
                  <a:pt x="2880" y="3810"/>
                </a:lnTo>
                <a:lnTo>
                  <a:pt x="2879" y="3810"/>
                </a:lnTo>
                <a:lnTo>
                  <a:pt x="2880" y="3810"/>
                </a:lnTo>
                <a:lnTo>
                  <a:pt x="2879" y="3810"/>
                </a:lnTo>
                <a:lnTo>
                  <a:pt x="2879" y="3811"/>
                </a:lnTo>
                <a:lnTo>
                  <a:pt x="2879" y="3812"/>
                </a:lnTo>
                <a:lnTo>
                  <a:pt x="2878" y="3812"/>
                </a:lnTo>
                <a:lnTo>
                  <a:pt x="2879" y="3812"/>
                </a:lnTo>
                <a:lnTo>
                  <a:pt x="2878" y="3812"/>
                </a:lnTo>
                <a:lnTo>
                  <a:pt x="2878" y="3813"/>
                </a:lnTo>
                <a:lnTo>
                  <a:pt x="2877" y="3813"/>
                </a:lnTo>
                <a:lnTo>
                  <a:pt x="2876" y="3813"/>
                </a:lnTo>
                <a:lnTo>
                  <a:pt x="2876" y="3814"/>
                </a:lnTo>
                <a:lnTo>
                  <a:pt x="2875" y="3814"/>
                </a:lnTo>
                <a:lnTo>
                  <a:pt x="2875" y="3815"/>
                </a:lnTo>
                <a:lnTo>
                  <a:pt x="2875" y="3816"/>
                </a:lnTo>
                <a:lnTo>
                  <a:pt x="2874" y="3816"/>
                </a:lnTo>
                <a:lnTo>
                  <a:pt x="2874" y="3817"/>
                </a:lnTo>
                <a:lnTo>
                  <a:pt x="2873" y="3817"/>
                </a:lnTo>
                <a:lnTo>
                  <a:pt x="2873" y="3818"/>
                </a:lnTo>
                <a:lnTo>
                  <a:pt x="2873" y="3819"/>
                </a:lnTo>
                <a:lnTo>
                  <a:pt x="2872" y="3819"/>
                </a:lnTo>
                <a:lnTo>
                  <a:pt x="2872" y="3820"/>
                </a:lnTo>
                <a:lnTo>
                  <a:pt x="2872" y="3821"/>
                </a:lnTo>
                <a:lnTo>
                  <a:pt x="2871" y="3821"/>
                </a:lnTo>
                <a:lnTo>
                  <a:pt x="2871" y="3822"/>
                </a:lnTo>
                <a:lnTo>
                  <a:pt x="2871" y="3821"/>
                </a:lnTo>
                <a:lnTo>
                  <a:pt x="2871" y="3822"/>
                </a:lnTo>
                <a:lnTo>
                  <a:pt x="2870" y="3822"/>
                </a:lnTo>
                <a:lnTo>
                  <a:pt x="2870" y="3821"/>
                </a:lnTo>
                <a:lnTo>
                  <a:pt x="2870" y="3822"/>
                </a:lnTo>
                <a:lnTo>
                  <a:pt x="2869" y="3822"/>
                </a:lnTo>
                <a:lnTo>
                  <a:pt x="2869" y="3823"/>
                </a:lnTo>
                <a:lnTo>
                  <a:pt x="2870" y="3823"/>
                </a:lnTo>
                <a:lnTo>
                  <a:pt x="2869" y="3823"/>
                </a:lnTo>
                <a:lnTo>
                  <a:pt x="2868" y="3823"/>
                </a:lnTo>
                <a:lnTo>
                  <a:pt x="2868" y="3824"/>
                </a:lnTo>
                <a:lnTo>
                  <a:pt x="2867" y="3824"/>
                </a:lnTo>
                <a:lnTo>
                  <a:pt x="2867" y="3825"/>
                </a:lnTo>
                <a:lnTo>
                  <a:pt x="2867" y="3826"/>
                </a:lnTo>
                <a:lnTo>
                  <a:pt x="2866" y="3826"/>
                </a:lnTo>
                <a:lnTo>
                  <a:pt x="2866" y="3827"/>
                </a:lnTo>
                <a:lnTo>
                  <a:pt x="2865" y="3827"/>
                </a:lnTo>
                <a:lnTo>
                  <a:pt x="2865" y="3828"/>
                </a:lnTo>
                <a:lnTo>
                  <a:pt x="2864" y="3828"/>
                </a:lnTo>
                <a:lnTo>
                  <a:pt x="2864" y="3829"/>
                </a:lnTo>
                <a:lnTo>
                  <a:pt x="2864" y="3828"/>
                </a:lnTo>
                <a:lnTo>
                  <a:pt x="2863" y="3828"/>
                </a:lnTo>
                <a:lnTo>
                  <a:pt x="2862" y="3828"/>
                </a:lnTo>
                <a:lnTo>
                  <a:pt x="2862" y="3829"/>
                </a:lnTo>
                <a:lnTo>
                  <a:pt x="2861" y="3829"/>
                </a:lnTo>
                <a:lnTo>
                  <a:pt x="2861" y="3830"/>
                </a:lnTo>
                <a:lnTo>
                  <a:pt x="2860" y="3830"/>
                </a:lnTo>
                <a:lnTo>
                  <a:pt x="2861" y="3830"/>
                </a:lnTo>
                <a:lnTo>
                  <a:pt x="2861" y="3831"/>
                </a:lnTo>
                <a:lnTo>
                  <a:pt x="2860" y="3831"/>
                </a:lnTo>
                <a:lnTo>
                  <a:pt x="2860" y="3832"/>
                </a:lnTo>
                <a:lnTo>
                  <a:pt x="2859" y="3832"/>
                </a:lnTo>
                <a:lnTo>
                  <a:pt x="2858" y="3832"/>
                </a:lnTo>
                <a:lnTo>
                  <a:pt x="2857" y="3832"/>
                </a:lnTo>
                <a:lnTo>
                  <a:pt x="2856" y="3832"/>
                </a:lnTo>
                <a:lnTo>
                  <a:pt x="2855" y="3832"/>
                </a:lnTo>
                <a:lnTo>
                  <a:pt x="2855" y="3833"/>
                </a:lnTo>
                <a:lnTo>
                  <a:pt x="2854" y="3833"/>
                </a:lnTo>
                <a:lnTo>
                  <a:pt x="2853" y="3833"/>
                </a:lnTo>
                <a:lnTo>
                  <a:pt x="2853" y="3834"/>
                </a:lnTo>
                <a:lnTo>
                  <a:pt x="2852" y="3834"/>
                </a:lnTo>
                <a:lnTo>
                  <a:pt x="2851" y="3834"/>
                </a:lnTo>
                <a:lnTo>
                  <a:pt x="2851" y="3835"/>
                </a:lnTo>
                <a:lnTo>
                  <a:pt x="2850" y="3835"/>
                </a:lnTo>
                <a:lnTo>
                  <a:pt x="2850" y="3836"/>
                </a:lnTo>
                <a:lnTo>
                  <a:pt x="2849" y="3836"/>
                </a:lnTo>
                <a:lnTo>
                  <a:pt x="2848" y="3836"/>
                </a:lnTo>
                <a:lnTo>
                  <a:pt x="2848" y="3835"/>
                </a:lnTo>
                <a:lnTo>
                  <a:pt x="2847" y="3835"/>
                </a:lnTo>
                <a:lnTo>
                  <a:pt x="2846" y="3835"/>
                </a:lnTo>
                <a:lnTo>
                  <a:pt x="2846" y="3834"/>
                </a:lnTo>
                <a:lnTo>
                  <a:pt x="2845" y="3834"/>
                </a:lnTo>
                <a:lnTo>
                  <a:pt x="2845" y="3833"/>
                </a:lnTo>
                <a:lnTo>
                  <a:pt x="2844" y="3833"/>
                </a:lnTo>
                <a:lnTo>
                  <a:pt x="2843" y="3833"/>
                </a:lnTo>
                <a:lnTo>
                  <a:pt x="2842" y="3833"/>
                </a:lnTo>
                <a:lnTo>
                  <a:pt x="2842" y="3834"/>
                </a:lnTo>
                <a:lnTo>
                  <a:pt x="2841" y="3834"/>
                </a:lnTo>
                <a:lnTo>
                  <a:pt x="2840" y="3834"/>
                </a:lnTo>
                <a:lnTo>
                  <a:pt x="2840" y="3835"/>
                </a:lnTo>
                <a:lnTo>
                  <a:pt x="2839" y="3835"/>
                </a:lnTo>
                <a:lnTo>
                  <a:pt x="2839" y="3834"/>
                </a:lnTo>
                <a:lnTo>
                  <a:pt x="2839" y="3833"/>
                </a:lnTo>
                <a:lnTo>
                  <a:pt x="2838" y="3833"/>
                </a:lnTo>
                <a:lnTo>
                  <a:pt x="2838" y="3832"/>
                </a:lnTo>
                <a:lnTo>
                  <a:pt x="2837" y="3832"/>
                </a:lnTo>
                <a:lnTo>
                  <a:pt x="2837" y="3831"/>
                </a:lnTo>
                <a:lnTo>
                  <a:pt x="2837" y="3830"/>
                </a:lnTo>
                <a:lnTo>
                  <a:pt x="2837" y="3829"/>
                </a:lnTo>
                <a:lnTo>
                  <a:pt x="2837" y="3828"/>
                </a:lnTo>
                <a:lnTo>
                  <a:pt x="2836" y="3828"/>
                </a:lnTo>
                <a:lnTo>
                  <a:pt x="2835" y="3828"/>
                </a:lnTo>
                <a:lnTo>
                  <a:pt x="2835" y="3827"/>
                </a:lnTo>
                <a:lnTo>
                  <a:pt x="2835" y="3826"/>
                </a:lnTo>
                <a:lnTo>
                  <a:pt x="2834" y="3826"/>
                </a:lnTo>
                <a:lnTo>
                  <a:pt x="2834" y="3825"/>
                </a:lnTo>
                <a:lnTo>
                  <a:pt x="2833" y="3825"/>
                </a:lnTo>
                <a:lnTo>
                  <a:pt x="2833" y="3826"/>
                </a:lnTo>
                <a:lnTo>
                  <a:pt x="2832" y="3826"/>
                </a:lnTo>
                <a:lnTo>
                  <a:pt x="2831" y="3826"/>
                </a:lnTo>
                <a:lnTo>
                  <a:pt x="2830" y="3826"/>
                </a:lnTo>
                <a:lnTo>
                  <a:pt x="2830" y="3827"/>
                </a:lnTo>
                <a:lnTo>
                  <a:pt x="2829" y="3827"/>
                </a:lnTo>
                <a:lnTo>
                  <a:pt x="2829" y="3826"/>
                </a:lnTo>
                <a:lnTo>
                  <a:pt x="2828" y="3826"/>
                </a:lnTo>
                <a:lnTo>
                  <a:pt x="2826" y="3826"/>
                </a:lnTo>
                <a:lnTo>
                  <a:pt x="2825" y="3826"/>
                </a:lnTo>
                <a:lnTo>
                  <a:pt x="2825" y="3827"/>
                </a:lnTo>
                <a:lnTo>
                  <a:pt x="2824" y="3827"/>
                </a:lnTo>
                <a:lnTo>
                  <a:pt x="2824" y="3828"/>
                </a:lnTo>
                <a:lnTo>
                  <a:pt x="2823" y="3828"/>
                </a:lnTo>
                <a:lnTo>
                  <a:pt x="2823" y="3829"/>
                </a:lnTo>
                <a:lnTo>
                  <a:pt x="2822" y="3829"/>
                </a:lnTo>
                <a:lnTo>
                  <a:pt x="2822" y="3830"/>
                </a:lnTo>
                <a:lnTo>
                  <a:pt x="2822" y="3831"/>
                </a:lnTo>
                <a:lnTo>
                  <a:pt x="2821" y="3831"/>
                </a:lnTo>
                <a:lnTo>
                  <a:pt x="2821" y="3832"/>
                </a:lnTo>
                <a:lnTo>
                  <a:pt x="2820" y="3832"/>
                </a:lnTo>
                <a:lnTo>
                  <a:pt x="2819" y="3832"/>
                </a:lnTo>
                <a:lnTo>
                  <a:pt x="2818" y="3832"/>
                </a:lnTo>
                <a:lnTo>
                  <a:pt x="2817" y="3832"/>
                </a:lnTo>
                <a:lnTo>
                  <a:pt x="2817" y="3833"/>
                </a:lnTo>
                <a:lnTo>
                  <a:pt x="2818" y="3833"/>
                </a:lnTo>
                <a:lnTo>
                  <a:pt x="2817" y="3833"/>
                </a:lnTo>
                <a:lnTo>
                  <a:pt x="2816" y="3833"/>
                </a:lnTo>
                <a:lnTo>
                  <a:pt x="2815" y="3833"/>
                </a:lnTo>
                <a:lnTo>
                  <a:pt x="2815" y="3834"/>
                </a:lnTo>
                <a:lnTo>
                  <a:pt x="2814" y="3834"/>
                </a:lnTo>
                <a:lnTo>
                  <a:pt x="2815" y="3834"/>
                </a:lnTo>
                <a:lnTo>
                  <a:pt x="2814" y="3834"/>
                </a:lnTo>
                <a:lnTo>
                  <a:pt x="2814" y="3833"/>
                </a:lnTo>
                <a:lnTo>
                  <a:pt x="2813" y="3833"/>
                </a:lnTo>
                <a:lnTo>
                  <a:pt x="2813" y="3834"/>
                </a:lnTo>
                <a:lnTo>
                  <a:pt x="2813" y="3833"/>
                </a:lnTo>
                <a:lnTo>
                  <a:pt x="2813" y="3832"/>
                </a:lnTo>
                <a:lnTo>
                  <a:pt x="2812" y="3832"/>
                </a:lnTo>
                <a:lnTo>
                  <a:pt x="2812" y="3831"/>
                </a:lnTo>
                <a:lnTo>
                  <a:pt x="2811" y="3831"/>
                </a:lnTo>
                <a:lnTo>
                  <a:pt x="2811" y="3830"/>
                </a:lnTo>
                <a:lnTo>
                  <a:pt x="2811" y="3829"/>
                </a:lnTo>
                <a:lnTo>
                  <a:pt x="2810" y="3829"/>
                </a:lnTo>
                <a:lnTo>
                  <a:pt x="2810" y="3828"/>
                </a:lnTo>
                <a:lnTo>
                  <a:pt x="2809" y="3828"/>
                </a:lnTo>
                <a:lnTo>
                  <a:pt x="2808" y="3828"/>
                </a:lnTo>
                <a:lnTo>
                  <a:pt x="2807" y="3828"/>
                </a:lnTo>
                <a:lnTo>
                  <a:pt x="2807" y="3829"/>
                </a:lnTo>
                <a:lnTo>
                  <a:pt x="2807" y="3830"/>
                </a:lnTo>
                <a:lnTo>
                  <a:pt x="2807" y="3831"/>
                </a:lnTo>
                <a:lnTo>
                  <a:pt x="2806" y="3831"/>
                </a:lnTo>
                <a:lnTo>
                  <a:pt x="2806" y="3832"/>
                </a:lnTo>
                <a:lnTo>
                  <a:pt x="2806" y="3831"/>
                </a:lnTo>
                <a:lnTo>
                  <a:pt x="2805" y="3831"/>
                </a:lnTo>
                <a:lnTo>
                  <a:pt x="2805" y="3830"/>
                </a:lnTo>
                <a:lnTo>
                  <a:pt x="2804" y="3830"/>
                </a:lnTo>
                <a:lnTo>
                  <a:pt x="2803" y="3829"/>
                </a:lnTo>
                <a:lnTo>
                  <a:pt x="2802" y="3829"/>
                </a:lnTo>
                <a:lnTo>
                  <a:pt x="2802" y="3828"/>
                </a:lnTo>
                <a:lnTo>
                  <a:pt x="2801" y="3827"/>
                </a:lnTo>
                <a:lnTo>
                  <a:pt x="2802" y="3826"/>
                </a:lnTo>
                <a:lnTo>
                  <a:pt x="2802" y="3825"/>
                </a:lnTo>
                <a:lnTo>
                  <a:pt x="2801" y="3825"/>
                </a:lnTo>
                <a:lnTo>
                  <a:pt x="2801" y="3824"/>
                </a:lnTo>
                <a:lnTo>
                  <a:pt x="2801" y="3822"/>
                </a:lnTo>
                <a:lnTo>
                  <a:pt x="2802" y="3822"/>
                </a:lnTo>
                <a:lnTo>
                  <a:pt x="2801" y="3822"/>
                </a:lnTo>
                <a:lnTo>
                  <a:pt x="2801" y="3821"/>
                </a:lnTo>
                <a:lnTo>
                  <a:pt x="2801" y="3820"/>
                </a:lnTo>
                <a:lnTo>
                  <a:pt x="2800" y="3820"/>
                </a:lnTo>
                <a:lnTo>
                  <a:pt x="2800" y="3818"/>
                </a:lnTo>
                <a:lnTo>
                  <a:pt x="2800" y="3817"/>
                </a:lnTo>
                <a:lnTo>
                  <a:pt x="2801" y="3817"/>
                </a:lnTo>
                <a:lnTo>
                  <a:pt x="2802" y="3817"/>
                </a:lnTo>
                <a:lnTo>
                  <a:pt x="2802" y="3816"/>
                </a:lnTo>
                <a:lnTo>
                  <a:pt x="2803" y="3816"/>
                </a:lnTo>
                <a:lnTo>
                  <a:pt x="2803" y="3815"/>
                </a:lnTo>
                <a:lnTo>
                  <a:pt x="2803" y="3814"/>
                </a:lnTo>
                <a:lnTo>
                  <a:pt x="2803" y="3813"/>
                </a:lnTo>
                <a:lnTo>
                  <a:pt x="2804" y="3813"/>
                </a:lnTo>
                <a:lnTo>
                  <a:pt x="2804" y="3812"/>
                </a:lnTo>
                <a:lnTo>
                  <a:pt x="2805" y="3812"/>
                </a:lnTo>
                <a:lnTo>
                  <a:pt x="2806" y="3812"/>
                </a:lnTo>
                <a:lnTo>
                  <a:pt x="2807" y="3812"/>
                </a:lnTo>
                <a:lnTo>
                  <a:pt x="2807" y="3811"/>
                </a:lnTo>
                <a:lnTo>
                  <a:pt x="2806" y="3811"/>
                </a:lnTo>
                <a:lnTo>
                  <a:pt x="2806" y="3810"/>
                </a:lnTo>
                <a:lnTo>
                  <a:pt x="2806" y="3809"/>
                </a:lnTo>
                <a:lnTo>
                  <a:pt x="2805" y="3809"/>
                </a:lnTo>
                <a:lnTo>
                  <a:pt x="2805" y="3808"/>
                </a:lnTo>
                <a:lnTo>
                  <a:pt x="2804" y="3808"/>
                </a:lnTo>
                <a:lnTo>
                  <a:pt x="2804" y="3807"/>
                </a:lnTo>
                <a:lnTo>
                  <a:pt x="2803" y="3807"/>
                </a:lnTo>
                <a:lnTo>
                  <a:pt x="2803" y="3806"/>
                </a:lnTo>
                <a:lnTo>
                  <a:pt x="2802" y="3806"/>
                </a:lnTo>
                <a:lnTo>
                  <a:pt x="2803" y="3806"/>
                </a:lnTo>
                <a:lnTo>
                  <a:pt x="2802" y="3806"/>
                </a:lnTo>
                <a:lnTo>
                  <a:pt x="2801" y="3806"/>
                </a:lnTo>
                <a:lnTo>
                  <a:pt x="2801" y="3805"/>
                </a:lnTo>
                <a:lnTo>
                  <a:pt x="2800" y="3805"/>
                </a:lnTo>
                <a:lnTo>
                  <a:pt x="2800" y="3806"/>
                </a:lnTo>
                <a:lnTo>
                  <a:pt x="2799" y="3806"/>
                </a:lnTo>
                <a:lnTo>
                  <a:pt x="2799" y="3805"/>
                </a:lnTo>
                <a:lnTo>
                  <a:pt x="2799" y="3806"/>
                </a:lnTo>
                <a:lnTo>
                  <a:pt x="2798" y="3806"/>
                </a:lnTo>
                <a:lnTo>
                  <a:pt x="2798" y="3807"/>
                </a:lnTo>
                <a:lnTo>
                  <a:pt x="2797" y="3807"/>
                </a:lnTo>
                <a:lnTo>
                  <a:pt x="2796" y="3807"/>
                </a:lnTo>
                <a:lnTo>
                  <a:pt x="2795" y="3808"/>
                </a:lnTo>
                <a:lnTo>
                  <a:pt x="2794" y="3809"/>
                </a:lnTo>
                <a:lnTo>
                  <a:pt x="2794" y="3810"/>
                </a:lnTo>
                <a:lnTo>
                  <a:pt x="2793" y="3810"/>
                </a:lnTo>
                <a:lnTo>
                  <a:pt x="2793" y="3809"/>
                </a:lnTo>
                <a:lnTo>
                  <a:pt x="2792" y="3809"/>
                </a:lnTo>
                <a:lnTo>
                  <a:pt x="2792" y="3808"/>
                </a:lnTo>
                <a:lnTo>
                  <a:pt x="2792" y="3807"/>
                </a:lnTo>
                <a:lnTo>
                  <a:pt x="2791" y="3806"/>
                </a:lnTo>
                <a:lnTo>
                  <a:pt x="2791" y="3807"/>
                </a:lnTo>
                <a:lnTo>
                  <a:pt x="2790" y="3807"/>
                </a:lnTo>
                <a:lnTo>
                  <a:pt x="2790" y="3806"/>
                </a:lnTo>
                <a:lnTo>
                  <a:pt x="2789" y="3806"/>
                </a:lnTo>
                <a:lnTo>
                  <a:pt x="2788" y="3806"/>
                </a:lnTo>
                <a:lnTo>
                  <a:pt x="2788" y="3805"/>
                </a:lnTo>
                <a:lnTo>
                  <a:pt x="2787" y="3805"/>
                </a:lnTo>
                <a:lnTo>
                  <a:pt x="2787" y="3804"/>
                </a:lnTo>
                <a:lnTo>
                  <a:pt x="2787" y="3803"/>
                </a:lnTo>
                <a:lnTo>
                  <a:pt x="2787" y="3802"/>
                </a:lnTo>
                <a:lnTo>
                  <a:pt x="2786" y="3802"/>
                </a:lnTo>
                <a:lnTo>
                  <a:pt x="2786" y="3801"/>
                </a:lnTo>
                <a:lnTo>
                  <a:pt x="2786" y="3800"/>
                </a:lnTo>
                <a:lnTo>
                  <a:pt x="2786" y="3799"/>
                </a:lnTo>
                <a:lnTo>
                  <a:pt x="2785" y="3799"/>
                </a:lnTo>
                <a:lnTo>
                  <a:pt x="2785" y="3798"/>
                </a:lnTo>
                <a:lnTo>
                  <a:pt x="2786" y="3798"/>
                </a:lnTo>
                <a:lnTo>
                  <a:pt x="2785" y="3798"/>
                </a:lnTo>
                <a:lnTo>
                  <a:pt x="2785" y="3797"/>
                </a:lnTo>
                <a:lnTo>
                  <a:pt x="2785" y="3796"/>
                </a:lnTo>
                <a:lnTo>
                  <a:pt x="2784" y="3796"/>
                </a:lnTo>
                <a:lnTo>
                  <a:pt x="2784" y="3795"/>
                </a:lnTo>
                <a:lnTo>
                  <a:pt x="2784" y="3794"/>
                </a:lnTo>
                <a:lnTo>
                  <a:pt x="2784" y="3793"/>
                </a:lnTo>
                <a:lnTo>
                  <a:pt x="2783" y="3793"/>
                </a:lnTo>
                <a:lnTo>
                  <a:pt x="2783" y="3792"/>
                </a:lnTo>
                <a:lnTo>
                  <a:pt x="2783" y="3791"/>
                </a:lnTo>
                <a:lnTo>
                  <a:pt x="2783" y="3790"/>
                </a:lnTo>
                <a:lnTo>
                  <a:pt x="2783" y="3789"/>
                </a:lnTo>
                <a:lnTo>
                  <a:pt x="2783" y="3788"/>
                </a:lnTo>
                <a:lnTo>
                  <a:pt x="2783" y="3787"/>
                </a:lnTo>
                <a:lnTo>
                  <a:pt x="2783" y="3786"/>
                </a:lnTo>
                <a:lnTo>
                  <a:pt x="2783" y="3785"/>
                </a:lnTo>
                <a:lnTo>
                  <a:pt x="2784" y="3785"/>
                </a:lnTo>
                <a:lnTo>
                  <a:pt x="2785" y="3785"/>
                </a:lnTo>
                <a:lnTo>
                  <a:pt x="2785" y="3784"/>
                </a:lnTo>
                <a:lnTo>
                  <a:pt x="2785" y="3783"/>
                </a:lnTo>
                <a:lnTo>
                  <a:pt x="2784" y="3783"/>
                </a:lnTo>
                <a:lnTo>
                  <a:pt x="2784" y="3782"/>
                </a:lnTo>
                <a:lnTo>
                  <a:pt x="2785" y="3782"/>
                </a:lnTo>
                <a:lnTo>
                  <a:pt x="2784" y="3782"/>
                </a:lnTo>
                <a:lnTo>
                  <a:pt x="2784" y="3781"/>
                </a:lnTo>
                <a:lnTo>
                  <a:pt x="2785" y="3781"/>
                </a:lnTo>
                <a:lnTo>
                  <a:pt x="2786" y="3781"/>
                </a:lnTo>
                <a:lnTo>
                  <a:pt x="2786" y="3780"/>
                </a:lnTo>
                <a:lnTo>
                  <a:pt x="2787" y="3780"/>
                </a:lnTo>
                <a:lnTo>
                  <a:pt x="2787" y="3779"/>
                </a:lnTo>
                <a:lnTo>
                  <a:pt x="2787" y="3778"/>
                </a:lnTo>
                <a:lnTo>
                  <a:pt x="2787" y="3777"/>
                </a:lnTo>
                <a:lnTo>
                  <a:pt x="2787" y="3776"/>
                </a:lnTo>
                <a:lnTo>
                  <a:pt x="2787" y="3775"/>
                </a:lnTo>
                <a:lnTo>
                  <a:pt x="2788" y="3775"/>
                </a:lnTo>
                <a:lnTo>
                  <a:pt x="2788" y="3774"/>
                </a:lnTo>
                <a:lnTo>
                  <a:pt x="2788" y="3773"/>
                </a:lnTo>
                <a:lnTo>
                  <a:pt x="2788" y="3772"/>
                </a:lnTo>
                <a:lnTo>
                  <a:pt x="2788" y="3771"/>
                </a:lnTo>
                <a:lnTo>
                  <a:pt x="2787" y="3771"/>
                </a:lnTo>
                <a:lnTo>
                  <a:pt x="2787" y="3770"/>
                </a:lnTo>
                <a:lnTo>
                  <a:pt x="2786" y="3770"/>
                </a:lnTo>
                <a:lnTo>
                  <a:pt x="2786" y="3769"/>
                </a:lnTo>
                <a:lnTo>
                  <a:pt x="2785" y="3769"/>
                </a:lnTo>
                <a:lnTo>
                  <a:pt x="2785" y="3768"/>
                </a:lnTo>
                <a:lnTo>
                  <a:pt x="2785" y="3767"/>
                </a:lnTo>
                <a:lnTo>
                  <a:pt x="2784" y="3767"/>
                </a:lnTo>
                <a:lnTo>
                  <a:pt x="2784" y="3766"/>
                </a:lnTo>
                <a:lnTo>
                  <a:pt x="2784" y="3765"/>
                </a:lnTo>
                <a:lnTo>
                  <a:pt x="2785" y="3765"/>
                </a:lnTo>
                <a:lnTo>
                  <a:pt x="2785" y="3764"/>
                </a:lnTo>
                <a:lnTo>
                  <a:pt x="2786" y="3764"/>
                </a:lnTo>
                <a:lnTo>
                  <a:pt x="2786" y="3763"/>
                </a:lnTo>
                <a:lnTo>
                  <a:pt x="2785" y="3763"/>
                </a:lnTo>
                <a:lnTo>
                  <a:pt x="2785" y="3764"/>
                </a:lnTo>
                <a:lnTo>
                  <a:pt x="2784" y="3764"/>
                </a:lnTo>
                <a:lnTo>
                  <a:pt x="2783" y="3764"/>
                </a:lnTo>
                <a:lnTo>
                  <a:pt x="2783" y="3763"/>
                </a:lnTo>
                <a:lnTo>
                  <a:pt x="2782" y="3763"/>
                </a:lnTo>
                <a:lnTo>
                  <a:pt x="2783" y="3763"/>
                </a:lnTo>
                <a:lnTo>
                  <a:pt x="2782" y="3763"/>
                </a:lnTo>
                <a:lnTo>
                  <a:pt x="2781" y="3763"/>
                </a:lnTo>
                <a:lnTo>
                  <a:pt x="2780" y="3763"/>
                </a:lnTo>
                <a:lnTo>
                  <a:pt x="2779" y="3763"/>
                </a:lnTo>
                <a:lnTo>
                  <a:pt x="2779" y="3762"/>
                </a:lnTo>
                <a:lnTo>
                  <a:pt x="2778" y="3762"/>
                </a:lnTo>
                <a:lnTo>
                  <a:pt x="2777" y="3762"/>
                </a:lnTo>
                <a:lnTo>
                  <a:pt x="2776" y="3762"/>
                </a:lnTo>
                <a:lnTo>
                  <a:pt x="2775" y="3762"/>
                </a:lnTo>
                <a:lnTo>
                  <a:pt x="2775" y="3763"/>
                </a:lnTo>
                <a:lnTo>
                  <a:pt x="2774" y="3763"/>
                </a:lnTo>
                <a:lnTo>
                  <a:pt x="2774" y="3764"/>
                </a:lnTo>
                <a:lnTo>
                  <a:pt x="2775" y="3764"/>
                </a:lnTo>
                <a:lnTo>
                  <a:pt x="2775" y="3765"/>
                </a:lnTo>
                <a:lnTo>
                  <a:pt x="2776" y="3765"/>
                </a:lnTo>
                <a:lnTo>
                  <a:pt x="2776" y="3766"/>
                </a:lnTo>
                <a:lnTo>
                  <a:pt x="2775" y="3766"/>
                </a:lnTo>
                <a:lnTo>
                  <a:pt x="2774" y="3767"/>
                </a:lnTo>
                <a:lnTo>
                  <a:pt x="2773" y="3767"/>
                </a:lnTo>
                <a:lnTo>
                  <a:pt x="2772" y="3767"/>
                </a:lnTo>
                <a:lnTo>
                  <a:pt x="2771" y="3767"/>
                </a:lnTo>
                <a:lnTo>
                  <a:pt x="2771" y="3766"/>
                </a:lnTo>
                <a:lnTo>
                  <a:pt x="2771" y="3765"/>
                </a:lnTo>
                <a:lnTo>
                  <a:pt x="2770" y="3765"/>
                </a:lnTo>
                <a:lnTo>
                  <a:pt x="2770" y="3764"/>
                </a:lnTo>
                <a:lnTo>
                  <a:pt x="2769" y="3764"/>
                </a:lnTo>
                <a:lnTo>
                  <a:pt x="2768" y="3764"/>
                </a:lnTo>
                <a:lnTo>
                  <a:pt x="2767" y="3764"/>
                </a:lnTo>
                <a:lnTo>
                  <a:pt x="2767" y="3763"/>
                </a:lnTo>
                <a:lnTo>
                  <a:pt x="2767" y="3764"/>
                </a:lnTo>
                <a:lnTo>
                  <a:pt x="2766" y="3764"/>
                </a:lnTo>
                <a:lnTo>
                  <a:pt x="2766" y="3763"/>
                </a:lnTo>
                <a:lnTo>
                  <a:pt x="2766" y="3764"/>
                </a:lnTo>
                <a:lnTo>
                  <a:pt x="2766" y="3763"/>
                </a:lnTo>
                <a:lnTo>
                  <a:pt x="2765" y="3763"/>
                </a:lnTo>
                <a:lnTo>
                  <a:pt x="2764" y="3763"/>
                </a:lnTo>
                <a:lnTo>
                  <a:pt x="2764" y="3762"/>
                </a:lnTo>
                <a:lnTo>
                  <a:pt x="2763" y="3762"/>
                </a:lnTo>
                <a:lnTo>
                  <a:pt x="2763" y="3761"/>
                </a:lnTo>
                <a:lnTo>
                  <a:pt x="2762" y="3761"/>
                </a:lnTo>
                <a:lnTo>
                  <a:pt x="2762" y="3762"/>
                </a:lnTo>
                <a:lnTo>
                  <a:pt x="2762" y="3761"/>
                </a:lnTo>
                <a:lnTo>
                  <a:pt x="2761" y="3761"/>
                </a:lnTo>
                <a:lnTo>
                  <a:pt x="2761" y="3762"/>
                </a:lnTo>
                <a:lnTo>
                  <a:pt x="2760" y="3762"/>
                </a:lnTo>
                <a:lnTo>
                  <a:pt x="2759" y="3762"/>
                </a:lnTo>
                <a:lnTo>
                  <a:pt x="2759" y="3763"/>
                </a:lnTo>
                <a:lnTo>
                  <a:pt x="2759" y="3764"/>
                </a:lnTo>
                <a:lnTo>
                  <a:pt x="2759" y="3765"/>
                </a:lnTo>
                <a:lnTo>
                  <a:pt x="2758" y="3765"/>
                </a:lnTo>
                <a:lnTo>
                  <a:pt x="2757" y="3765"/>
                </a:lnTo>
                <a:lnTo>
                  <a:pt x="2756" y="3765"/>
                </a:lnTo>
                <a:lnTo>
                  <a:pt x="2756" y="3764"/>
                </a:lnTo>
                <a:lnTo>
                  <a:pt x="2756" y="3763"/>
                </a:lnTo>
                <a:lnTo>
                  <a:pt x="2756" y="3762"/>
                </a:lnTo>
                <a:lnTo>
                  <a:pt x="2757" y="3762"/>
                </a:lnTo>
                <a:lnTo>
                  <a:pt x="2756" y="3762"/>
                </a:lnTo>
                <a:lnTo>
                  <a:pt x="2756" y="3761"/>
                </a:lnTo>
                <a:lnTo>
                  <a:pt x="2755" y="3761"/>
                </a:lnTo>
                <a:lnTo>
                  <a:pt x="2754" y="3761"/>
                </a:lnTo>
                <a:lnTo>
                  <a:pt x="2754" y="3760"/>
                </a:lnTo>
                <a:lnTo>
                  <a:pt x="2753" y="3760"/>
                </a:lnTo>
                <a:lnTo>
                  <a:pt x="2753" y="3759"/>
                </a:lnTo>
                <a:lnTo>
                  <a:pt x="2752" y="3759"/>
                </a:lnTo>
                <a:lnTo>
                  <a:pt x="2752" y="3758"/>
                </a:lnTo>
                <a:lnTo>
                  <a:pt x="2751" y="3758"/>
                </a:lnTo>
                <a:lnTo>
                  <a:pt x="2750" y="3758"/>
                </a:lnTo>
                <a:lnTo>
                  <a:pt x="2749" y="3758"/>
                </a:lnTo>
                <a:lnTo>
                  <a:pt x="2749" y="3759"/>
                </a:lnTo>
                <a:lnTo>
                  <a:pt x="2749" y="3758"/>
                </a:lnTo>
                <a:lnTo>
                  <a:pt x="2749" y="3759"/>
                </a:lnTo>
                <a:lnTo>
                  <a:pt x="2749" y="3758"/>
                </a:lnTo>
                <a:lnTo>
                  <a:pt x="2748" y="3758"/>
                </a:lnTo>
                <a:lnTo>
                  <a:pt x="2748" y="3759"/>
                </a:lnTo>
                <a:lnTo>
                  <a:pt x="2748" y="3758"/>
                </a:lnTo>
                <a:lnTo>
                  <a:pt x="2747" y="3758"/>
                </a:lnTo>
                <a:lnTo>
                  <a:pt x="2747" y="3757"/>
                </a:lnTo>
                <a:lnTo>
                  <a:pt x="2746" y="3757"/>
                </a:lnTo>
                <a:lnTo>
                  <a:pt x="2746" y="3756"/>
                </a:lnTo>
                <a:lnTo>
                  <a:pt x="2746" y="3757"/>
                </a:lnTo>
                <a:lnTo>
                  <a:pt x="2745" y="3757"/>
                </a:lnTo>
                <a:lnTo>
                  <a:pt x="2745" y="3758"/>
                </a:lnTo>
                <a:lnTo>
                  <a:pt x="2744" y="3758"/>
                </a:lnTo>
                <a:lnTo>
                  <a:pt x="2743" y="3758"/>
                </a:lnTo>
                <a:lnTo>
                  <a:pt x="2743" y="3757"/>
                </a:lnTo>
                <a:lnTo>
                  <a:pt x="2743" y="3756"/>
                </a:lnTo>
                <a:lnTo>
                  <a:pt x="2742" y="3756"/>
                </a:lnTo>
                <a:lnTo>
                  <a:pt x="2742" y="3757"/>
                </a:lnTo>
                <a:lnTo>
                  <a:pt x="2741" y="3757"/>
                </a:lnTo>
                <a:lnTo>
                  <a:pt x="2740" y="3757"/>
                </a:lnTo>
                <a:lnTo>
                  <a:pt x="2739" y="3757"/>
                </a:lnTo>
                <a:lnTo>
                  <a:pt x="2739" y="3758"/>
                </a:lnTo>
                <a:lnTo>
                  <a:pt x="2738" y="3758"/>
                </a:lnTo>
                <a:lnTo>
                  <a:pt x="2737" y="3758"/>
                </a:lnTo>
                <a:lnTo>
                  <a:pt x="2737" y="3757"/>
                </a:lnTo>
                <a:lnTo>
                  <a:pt x="2736" y="3757"/>
                </a:lnTo>
                <a:lnTo>
                  <a:pt x="2736" y="3756"/>
                </a:lnTo>
                <a:lnTo>
                  <a:pt x="2736" y="3755"/>
                </a:lnTo>
                <a:lnTo>
                  <a:pt x="2735" y="3755"/>
                </a:lnTo>
                <a:lnTo>
                  <a:pt x="2734" y="3755"/>
                </a:lnTo>
                <a:lnTo>
                  <a:pt x="2734" y="3754"/>
                </a:lnTo>
                <a:lnTo>
                  <a:pt x="2733" y="3754"/>
                </a:lnTo>
                <a:lnTo>
                  <a:pt x="2732" y="3754"/>
                </a:lnTo>
                <a:lnTo>
                  <a:pt x="2732" y="3755"/>
                </a:lnTo>
                <a:lnTo>
                  <a:pt x="2732" y="3756"/>
                </a:lnTo>
                <a:lnTo>
                  <a:pt x="2731" y="3756"/>
                </a:lnTo>
                <a:lnTo>
                  <a:pt x="2731" y="3757"/>
                </a:lnTo>
                <a:lnTo>
                  <a:pt x="2730" y="3757"/>
                </a:lnTo>
                <a:lnTo>
                  <a:pt x="2729" y="3757"/>
                </a:lnTo>
                <a:lnTo>
                  <a:pt x="2729" y="3758"/>
                </a:lnTo>
                <a:lnTo>
                  <a:pt x="2728" y="3757"/>
                </a:lnTo>
                <a:lnTo>
                  <a:pt x="2727" y="3757"/>
                </a:lnTo>
                <a:lnTo>
                  <a:pt x="2727" y="3758"/>
                </a:lnTo>
                <a:lnTo>
                  <a:pt x="2726" y="3758"/>
                </a:lnTo>
                <a:lnTo>
                  <a:pt x="2724" y="3758"/>
                </a:lnTo>
                <a:lnTo>
                  <a:pt x="2723" y="3758"/>
                </a:lnTo>
                <a:lnTo>
                  <a:pt x="2722" y="3757"/>
                </a:lnTo>
                <a:lnTo>
                  <a:pt x="2722" y="3758"/>
                </a:lnTo>
                <a:lnTo>
                  <a:pt x="2722" y="3757"/>
                </a:lnTo>
                <a:lnTo>
                  <a:pt x="2722" y="3758"/>
                </a:lnTo>
                <a:lnTo>
                  <a:pt x="2721" y="3758"/>
                </a:lnTo>
                <a:lnTo>
                  <a:pt x="2721" y="3759"/>
                </a:lnTo>
                <a:lnTo>
                  <a:pt x="2720" y="3759"/>
                </a:lnTo>
                <a:lnTo>
                  <a:pt x="2720" y="3758"/>
                </a:lnTo>
                <a:lnTo>
                  <a:pt x="2719" y="3758"/>
                </a:lnTo>
                <a:lnTo>
                  <a:pt x="2719" y="3759"/>
                </a:lnTo>
                <a:lnTo>
                  <a:pt x="2719" y="3758"/>
                </a:lnTo>
                <a:lnTo>
                  <a:pt x="2718" y="3758"/>
                </a:lnTo>
                <a:lnTo>
                  <a:pt x="2718" y="3759"/>
                </a:lnTo>
                <a:lnTo>
                  <a:pt x="2717" y="3758"/>
                </a:lnTo>
                <a:lnTo>
                  <a:pt x="2716" y="3758"/>
                </a:lnTo>
                <a:lnTo>
                  <a:pt x="2715" y="3758"/>
                </a:lnTo>
                <a:lnTo>
                  <a:pt x="2715" y="3757"/>
                </a:lnTo>
                <a:lnTo>
                  <a:pt x="2714" y="3757"/>
                </a:lnTo>
                <a:lnTo>
                  <a:pt x="2713" y="3757"/>
                </a:lnTo>
                <a:lnTo>
                  <a:pt x="2712" y="3757"/>
                </a:lnTo>
                <a:lnTo>
                  <a:pt x="2712" y="3758"/>
                </a:lnTo>
                <a:lnTo>
                  <a:pt x="2711" y="3758"/>
                </a:lnTo>
                <a:lnTo>
                  <a:pt x="2711" y="3757"/>
                </a:lnTo>
                <a:lnTo>
                  <a:pt x="2710" y="3757"/>
                </a:lnTo>
                <a:lnTo>
                  <a:pt x="2709" y="3757"/>
                </a:lnTo>
                <a:lnTo>
                  <a:pt x="2709" y="3756"/>
                </a:lnTo>
                <a:lnTo>
                  <a:pt x="2708" y="3756"/>
                </a:lnTo>
                <a:lnTo>
                  <a:pt x="2707" y="3756"/>
                </a:lnTo>
                <a:lnTo>
                  <a:pt x="2707" y="3755"/>
                </a:lnTo>
                <a:lnTo>
                  <a:pt x="2706" y="3755"/>
                </a:lnTo>
                <a:lnTo>
                  <a:pt x="2705" y="3755"/>
                </a:lnTo>
                <a:lnTo>
                  <a:pt x="2705" y="3754"/>
                </a:lnTo>
                <a:lnTo>
                  <a:pt x="2704" y="3754"/>
                </a:lnTo>
                <a:lnTo>
                  <a:pt x="2703" y="3754"/>
                </a:lnTo>
                <a:lnTo>
                  <a:pt x="2703" y="3753"/>
                </a:lnTo>
                <a:lnTo>
                  <a:pt x="2702" y="3753"/>
                </a:lnTo>
                <a:lnTo>
                  <a:pt x="2702" y="3752"/>
                </a:lnTo>
                <a:lnTo>
                  <a:pt x="2701" y="3752"/>
                </a:lnTo>
                <a:lnTo>
                  <a:pt x="2701" y="3751"/>
                </a:lnTo>
                <a:lnTo>
                  <a:pt x="2700" y="3751"/>
                </a:lnTo>
                <a:lnTo>
                  <a:pt x="2700" y="3750"/>
                </a:lnTo>
                <a:lnTo>
                  <a:pt x="2701" y="3750"/>
                </a:lnTo>
                <a:lnTo>
                  <a:pt x="2702" y="3750"/>
                </a:lnTo>
                <a:lnTo>
                  <a:pt x="2703" y="3750"/>
                </a:lnTo>
                <a:lnTo>
                  <a:pt x="2704" y="3750"/>
                </a:lnTo>
                <a:lnTo>
                  <a:pt x="2705" y="3750"/>
                </a:lnTo>
                <a:lnTo>
                  <a:pt x="2705" y="3749"/>
                </a:lnTo>
                <a:lnTo>
                  <a:pt x="2704" y="3749"/>
                </a:lnTo>
                <a:lnTo>
                  <a:pt x="2704" y="3750"/>
                </a:lnTo>
                <a:lnTo>
                  <a:pt x="2703" y="3750"/>
                </a:lnTo>
                <a:lnTo>
                  <a:pt x="2703" y="3749"/>
                </a:lnTo>
                <a:lnTo>
                  <a:pt x="2702" y="3749"/>
                </a:lnTo>
                <a:lnTo>
                  <a:pt x="2702" y="3748"/>
                </a:lnTo>
                <a:lnTo>
                  <a:pt x="2702" y="3749"/>
                </a:lnTo>
                <a:lnTo>
                  <a:pt x="2702" y="3748"/>
                </a:lnTo>
                <a:lnTo>
                  <a:pt x="2702" y="3747"/>
                </a:lnTo>
                <a:lnTo>
                  <a:pt x="2703" y="3747"/>
                </a:lnTo>
                <a:lnTo>
                  <a:pt x="2703" y="3746"/>
                </a:lnTo>
                <a:lnTo>
                  <a:pt x="2703" y="3745"/>
                </a:lnTo>
                <a:lnTo>
                  <a:pt x="2704" y="3745"/>
                </a:lnTo>
                <a:lnTo>
                  <a:pt x="2704" y="3744"/>
                </a:lnTo>
                <a:lnTo>
                  <a:pt x="2705" y="3744"/>
                </a:lnTo>
                <a:lnTo>
                  <a:pt x="2705" y="3743"/>
                </a:lnTo>
                <a:lnTo>
                  <a:pt x="2705" y="3742"/>
                </a:lnTo>
                <a:lnTo>
                  <a:pt x="2706" y="3742"/>
                </a:lnTo>
                <a:lnTo>
                  <a:pt x="2707" y="3742"/>
                </a:lnTo>
                <a:lnTo>
                  <a:pt x="2707" y="3741"/>
                </a:lnTo>
                <a:lnTo>
                  <a:pt x="2708" y="3741"/>
                </a:lnTo>
                <a:lnTo>
                  <a:pt x="2708" y="3740"/>
                </a:lnTo>
                <a:lnTo>
                  <a:pt x="2708" y="3739"/>
                </a:lnTo>
                <a:lnTo>
                  <a:pt x="2708" y="3737"/>
                </a:lnTo>
                <a:lnTo>
                  <a:pt x="2708" y="3736"/>
                </a:lnTo>
                <a:lnTo>
                  <a:pt x="2708" y="3735"/>
                </a:lnTo>
                <a:lnTo>
                  <a:pt x="2708" y="3734"/>
                </a:lnTo>
                <a:lnTo>
                  <a:pt x="2709" y="3734"/>
                </a:lnTo>
                <a:lnTo>
                  <a:pt x="2709" y="3733"/>
                </a:lnTo>
                <a:lnTo>
                  <a:pt x="2709" y="3732"/>
                </a:lnTo>
                <a:lnTo>
                  <a:pt x="2710" y="3732"/>
                </a:lnTo>
                <a:lnTo>
                  <a:pt x="2710" y="3731"/>
                </a:lnTo>
                <a:lnTo>
                  <a:pt x="2710" y="3730"/>
                </a:lnTo>
                <a:lnTo>
                  <a:pt x="2711" y="3730"/>
                </a:lnTo>
                <a:lnTo>
                  <a:pt x="2711" y="3729"/>
                </a:lnTo>
                <a:lnTo>
                  <a:pt x="2712" y="3729"/>
                </a:lnTo>
                <a:lnTo>
                  <a:pt x="2713" y="3729"/>
                </a:lnTo>
                <a:lnTo>
                  <a:pt x="2713" y="3728"/>
                </a:lnTo>
                <a:lnTo>
                  <a:pt x="2713" y="3727"/>
                </a:lnTo>
                <a:lnTo>
                  <a:pt x="2712" y="3727"/>
                </a:lnTo>
                <a:lnTo>
                  <a:pt x="2712" y="3726"/>
                </a:lnTo>
                <a:lnTo>
                  <a:pt x="2711" y="3726"/>
                </a:lnTo>
                <a:lnTo>
                  <a:pt x="2711" y="3725"/>
                </a:lnTo>
                <a:lnTo>
                  <a:pt x="2710" y="3725"/>
                </a:lnTo>
                <a:lnTo>
                  <a:pt x="2710" y="3724"/>
                </a:lnTo>
                <a:lnTo>
                  <a:pt x="2710" y="3723"/>
                </a:lnTo>
                <a:lnTo>
                  <a:pt x="2711" y="3723"/>
                </a:lnTo>
                <a:lnTo>
                  <a:pt x="2711" y="3722"/>
                </a:lnTo>
                <a:lnTo>
                  <a:pt x="2712" y="3722"/>
                </a:lnTo>
                <a:lnTo>
                  <a:pt x="2713" y="3722"/>
                </a:lnTo>
                <a:lnTo>
                  <a:pt x="2713" y="3721"/>
                </a:lnTo>
                <a:lnTo>
                  <a:pt x="2714" y="3721"/>
                </a:lnTo>
                <a:lnTo>
                  <a:pt x="2715" y="3721"/>
                </a:lnTo>
                <a:lnTo>
                  <a:pt x="2715" y="3720"/>
                </a:lnTo>
                <a:lnTo>
                  <a:pt x="2715" y="3719"/>
                </a:lnTo>
                <a:lnTo>
                  <a:pt x="2716" y="3719"/>
                </a:lnTo>
                <a:lnTo>
                  <a:pt x="2716" y="3718"/>
                </a:lnTo>
                <a:lnTo>
                  <a:pt x="2716" y="3717"/>
                </a:lnTo>
                <a:lnTo>
                  <a:pt x="2717" y="3717"/>
                </a:lnTo>
                <a:lnTo>
                  <a:pt x="2718" y="3717"/>
                </a:lnTo>
                <a:lnTo>
                  <a:pt x="2718" y="3716"/>
                </a:lnTo>
                <a:lnTo>
                  <a:pt x="2719" y="3716"/>
                </a:lnTo>
                <a:lnTo>
                  <a:pt x="2719" y="3715"/>
                </a:lnTo>
                <a:lnTo>
                  <a:pt x="2720" y="3715"/>
                </a:lnTo>
                <a:lnTo>
                  <a:pt x="2720" y="3714"/>
                </a:lnTo>
                <a:lnTo>
                  <a:pt x="2721" y="3714"/>
                </a:lnTo>
                <a:lnTo>
                  <a:pt x="2721" y="3713"/>
                </a:lnTo>
                <a:lnTo>
                  <a:pt x="2722" y="3713"/>
                </a:lnTo>
                <a:lnTo>
                  <a:pt x="2722" y="3712"/>
                </a:lnTo>
                <a:lnTo>
                  <a:pt x="2723" y="3712"/>
                </a:lnTo>
                <a:lnTo>
                  <a:pt x="2723" y="3711"/>
                </a:lnTo>
                <a:lnTo>
                  <a:pt x="2724" y="3711"/>
                </a:lnTo>
                <a:lnTo>
                  <a:pt x="2724" y="3710"/>
                </a:lnTo>
                <a:lnTo>
                  <a:pt x="2723" y="3710"/>
                </a:lnTo>
                <a:lnTo>
                  <a:pt x="2723" y="3709"/>
                </a:lnTo>
                <a:lnTo>
                  <a:pt x="2722" y="3709"/>
                </a:lnTo>
                <a:lnTo>
                  <a:pt x="2722" y="3708"/>
                </a:lnTo>
                <a:lnTo>
                  <a:pt x="2721" y="3708"/>
                </a:lnTo>
                <a:lnTo>
                  <a:pt x="2721" y="3707"/>
                </a:lnTo>
                <a:lnTo>
                  <a:pt x="2721" y="3706"/>
                </a:lnTo>
                <a:lnTo>
                  <a:pt x="2721" y="3705"/>
                </a:lnTo>
                <a:lnTo>
                  <a:pt x="2722" y="3705"/>
                </a:lnTo>
                <a:lnTo>
                  <a:pt x="2722" y="3704"/>
                </a:lnTo>
                <a:lnTo>
                  <a:pt x="2723" y="3703"/>
                </a:lnTo>
                <a:lnTo>
                  <a:pt x="2723" y="3702"/>
                </a:lnTo>
                <a:lnTo>
                  <a:pt x="2724" y="3702"/>
                </a:lnTo>
                <a:lnTo>
                  <a:pt x="2724" y="3701"/>
                </a:lnTo>
                <a:lnTo>
                  <a:pt x="2724" y="3700"/>
                </a:lnTo>
                <a:lnTo>
                  <a:pt x="2723" y="3700"/>
                </a:lnTo>
                <a:lnTo>
                  <a:pt x="2723" y="3699"/>
                </a:lnTo>
                <a:lnTo>
                  <a:pt x="2723" y="3698"/>
                </a:lnTo>
                <a:lnTo>
                  <a:pt x="2722" y="3698"/>
                </a:lnTo>
                <a:lnTo>
                  <a:pt x="2723" y="3697"/>
                </a:lnTo>
                <a:lnTo>
                  <a:pt x="2722" y="3697"/>
                </a:lnTo>
                <a:lnTo>
                  <a:pt x="2722" y="3696"/>
                </a:lnTo>
                <a:lnTo>
                  <a:pt x="2722" y="3695"/>
                </a:lnTo>
                <a:lnTo>
                  <a:pt x="2722" y="3694"/>
                </a:lnTo>
                <a:lnTo>
                  <a:pt x="2721" y="3694"/>
                </a:lnTo>
                <a:lnTo>
                  <a:pt x="2721" y="3693"/>
                </a:lnTo>
                <a:lnTo>
                  <a:pt x="2722" y="3693"/>
                </a:lnTo>
                <a:lnTo>
                  <a:pt x="2721" y="3693"/>
                </a:lnTo>
                <a:lnTo>
                  <a:pt x="2721" y="3692"/>
                </a:lnTo>
                <a:lnTo>
                  <a:pt x="2721" y="3691"/>
                </a:lnTo>
                <a:lnTo>
                  <a:pt x="2721" y="3690"/>
                </a:lnTo>
                <a:lnTo>
                  <a:pt x="2720" y="3690"/>
                </a:lnTo>
                <a:lnTo>
                  <a:pt x="2720" y="3689"/>
                </a:lnTo>
                <a:lnTo>
                  <a:pt x="2720" y="3688"/>
                </a:lnTo>
                <a:lnTo>
                  <a:pt x="2720" y="3687"/>
                </a:lnTo>
                <a:lnTo>
                  <a:pt x="2719" y="3687"/>
                </a:lnTo>
                <a:lnTo>
                  <a:pt x="2719" y="3686"/>
                </a:lnTo>
                <a:lnTo>
                  <a:pt x="2719" y="3685"/>
                </a:lnTo>
                <a:lnTo>
                  <a:pt x="2718" y="3685"/>
                </a:lnTo>
                <a:lnTo>
                  <a:pt x="2718" y="3684"/>
                </a:lnTo>
                <a:lnTo>
                  <a:pt x="2718" y="3683"/>
                </a:lnTo>
                <a:lnTo>
                  <a:pt x="2717" y="3683"/>
                </a:lnTo>
                <a:lnTo>
                  <a:pt x="2717" y="3682"/>
                </a:lnTo>
                <a:lnTo>
                  <a:pt x="2717" y="3681"/>
                </a:lnTo>
                <a:lnTo>
                  <a:pt x="2717" y="3680"/>
                </a:lnTo>
                <a:lnTo>
                  <a:pt x="2718" y="3680"/>
                </a:lnTo>
                <a:lnTo>
                  <a:pt x="2719" y="3680"/>
                </a:lnTo>
                <a:lnTo>
                  <a:pt x="2720" y="3680"/>
                </a:lnTo>
                <a:lnTo>
                  <a:pt x="2720" y="3679"/>
                </a:lnTo>
                <a:lnTo>
                  <a:pt x="2721" y="3679"/>
                </a:lnTo>
                <a:lnTo>
                  <a:pt x="2722" y="3679"/>
                </a:lnTo>
                <a:lnTo>
                  <a:pt x="2722" y="3678"/>
                </a:lnTo>
                <a:lnTo>
                  <a:pt x="2722" y="3679"/>
                </a:lnTo>
                <a:lnTo>
                  <a:pt x="2723" y="3679"/>
                </a:lnTo>
                <a:lnTo>
                  <a:pt x="2724" y="3679"/>
                </a:lnTo>
                <a:lnTo>
                  <a:pt x="2724" y="3678"/>
                </a:lnTo>
                <a:lnTo>
                  <a:pt x="2724" y="3677"/>
                </a:lnTo>
                <a:lnTo>
                  <a:pt x="2724" y="3676"/>
                </a:lnTo>
                <a:lnTo>
                  <a:pt x="2724" y="3675"/>
                </a:lnTo>
                <a:lnTo>
                  <a:pt x="2725" y="3675"/>
                </a:lnTo>
                <a:lnTo>
                  <a:pt x="2725" y="3674"/>
                </a:lnTo>
                <a:lnTo>
                  <a:pt x="2725" y="3673"/>
                </a:lnTo>
                <a:lnTo>
                  <a:pt x="2724" y="3673"/>
                </a:lnTo>
                <a:lnTo>
                  <a:pt x="2725" y="3673"/>
                </a:lnTo>
                <a:lnTo>
                  <a:pt x="2725" y="3672"/>
                </a:lnTo>
                <a:lnTo>
                  <a:pt x="2725" y="3671"/>
                </a:lnTo>
                <a:lnTo>
                  <a:pt x="2726" y="3671"/>
                </a:lnTo>
                <a:lnTo>
                  <a:pt x="2727" y="3671"/>
                </a:lnTo>
                <a:lnTo>
                  <a:pt x="2728" y="3671"/>
                </a:lnTo>
                <a:lnTo>
                  <a:pt x="2727" y="3671"/>
                </a:lnTo>
                <a:lnTo>
                  <a:pt x="2728" y="3671"/>
                </a:lnTo>
                <a:lnTo>
                  <a:pt x="2727" y="3671"/>
                </a:lnTo>
                <a:lnTo>
                  <a:pt x="2728" y="3671"/>
                </a:lnTo>
                <a:lnTo>
                  <a:pt x="2728" y="3670"/>
                </a:lnTo>
                <a:lnTo>
                  <a:pt x="2729" y="3670"/>
                </a:lnTo>
                <a:lnTo>
                  <a:pt x="2729" y="3669"/>
                </a:lnTo>
                <a:lnTo>
                  <a:pt x="2730" y="3669"/>
                </a:lnTo>
                <a:lnTo>
                  <a:pt x="2731" y="3669"/>
                </a:lnTo>
                <a:lnTo>
                  <a:pt x="2732" y="3669"/>
                </a:lnTo>
                <a:lnTo>
                  <a:pt x="2732" y="3668"/>
                </a:lnTo>
                <a:lnTo>
                  <a:pt x="2731" y="3668"/>
                </a:lnTo>
                <a:lnTo>
                  <a:pt x="2731" y="3667"/>
                </a:lnTo>
                <a:lnTo>
                  <a:pt x="2731" y="3666"/>
                </a:lnTo>
                <a:lnTo>
                  <a:pt x="2731" y="3665"/>
                </a:lnTo>
                <a:lnTo>
                  <a:pt x="2730" y="3665"/>
                </a:lnTo>
                <a:lnTo>
                  <a:pt x="2730" y="3664"/>
                </a:lnTo>
                <a:lnTo>
                  <a:pt x="2730" y="3663"/>
                </a:lnTo>
                <a:lnTo>
                  <a:pt x="2730" y="3662"/>
                </a:lnTo>
                <a:lnTo>
                  <a:pt x="2730" y="3661"/>
                </a:lnTo>
                <a:lnTo>
                  <a:pt x="2729" y="3661"/>
                </a:lnTo>
                <a:lnTo>
                  <a:pt x="2729" y="3660"/>
                </a:lnTo>
                <a:lnTo>
                  <a:pt x="2730" y="3660"/>
                </a:lnTo>
                <a:lnTo>
                  <a:pt x="2729" y="3660"/>
                </a:lnTo>
                <a:lnTo>
                  <a:pt x="2729" y="3659"/>
                </a:lnTo>
                <a:lnTo>
                  <a:pt x="2730" y="3659"/>
                </a:lnTo>
                <a:lnTo>
                  <a:pt x="2730" y="3658"/>
                </a:lnTo>
                <a:lnTo>
                  <a:pt x="2731" y="3658"/>
                </a:lnTo>
                <a:lnTo>
                  <a:pt x="2732" y="3658"/>
                </a:lnTo>
                <a:lnTo>
                  <a:pt x="2732" y="3659"/>
                </a:lnTo>
                <a:lnTo>
                  <a:pt x="2733" y="3659"/>
                </a:lnTo>
                <a:lnTo>
                  <a:pt x="2733" y="3660"/>
                </a:lnTo>
                <a:lnTo>
                  <a:pt x="2734" y="3660"/>
                </a:lnTo>
                <a:lnTo>
                  <a:pt x="2734" y="3661"/>
                </a:lnTo>
                <a:lnTo>
                  <a:pt x="2735" y="3661"/>
                </a:lnTo>
                <a:lnTo>
                  <a:pt x="2736" y="3661"/>
                </a:lnTo>
                <a:lnTo>
                  <a:pt x="2736" y="3662"/>
                </a:lnTo>
                <a:lnTo>
                  <a:pt x="2737" y="3662"/>
                </a:lnTo>
                <a:lnTo>
                  <a:pt x="2738" y="3662"/>
                </a:lnTo>
                <a:lnTo>
                  <a:pt x="2739" y="3662"/>
                </a:lnTo>
                <a:lnTo>
                  <a:pt x="2739" y="3663"/>
                </a:lnTo>
                <a:lnTo>
                  <a:pt x="2740" y="3663"/>
                </a:lnTo>
                <a:lnTo>
                  <a:pt x="2740" y="3662"/>
                </a:lnTo>
                <a:lnTo>
                  <a:pt x="2741" y="3662"/>
                </a:lnTo>
                <a:lnTo>
                  <a:pt x="2742" y="3662"/>
                </a:lnTo>
                <a:lnTo>
                  <a:pt x="2742" y="3661"/>
                </a:lnTo>
                <a:lnTo>
                  <a:pt x="2742" y="3660"/>
                </a:lnTo>
                <a:lnTo>
                  <a:pt x="2743" y="3660"/>
                </a:lnTo>
                <a:lnTo>
                  <a:pt x="2743" y="3659"/>
                </a:lnTo>
                <a:lnTo>
                  <a:pt x="2743" y="3658"/>
                </a:lnTo>
                <a:lnTo>
                  <a:pt x="2742" y="3658"/>
                </a:lnTo>
                <a:lnTo>
                  <a:pt x="2742" y="3657"/>
                </a:lnTo>
                <a:lnTo>
                  <a:pt x="2743" y="3657"/>
                </a:lnTo>
                <a:lnTo>
                  <a:pt x="2742" y="3657"/>
                </a:lnTo>
                <a:lnTo>
                  <a:pt x="2742" y="3656"/>
                </a:lnTo>
                <a:lnTo>
                  <a:pt x="2741" y="3656"/>
                </a:lnTo>
                <a:lnTo>
                  <a:pt x="2741" y="3655"/>
                </a:lnTo>
                <a:lnTo>
                  <a:pt x="2740" y="3655"/>
                </a:lnTo>
                <a:lnTo>
                  <a:pt x="2740" y="3654"/>
                </a:lnTo>
                <a:lnTo>
                  <a:pt x="2740" y="3653"/>
                </a:lnTo>
                <a:lnTo>
                  <a:pt x="2739" y="3653"/>
                </a:lnTo>
                <a:lnTo>
                  <a:pt x="2739" y="3652"/>
                </a:lnTo>
                <a:lnTo>
                  <a:pt x="2738" y="3652"/>
                </a:lnTo>
                <a:lnTo>
                  <a:pt x="2738" y="3651"/>
                </a:lnTo>
                <a:lnTo>
                  <a:pt x="2738" y="3650"/>
                </a:lnTo>
                <a:lnTo>
                  <a:pt x="2738" y="3649"/>
                </a:lnTo>
                <a:lnTo>
                  <a:pt x="2738" y="3648"/>
                </a:lnTo>
                <a:lnTo>
                  <a:pt x="2738" y="3647"/>
                </a:lnTo>
                <a:lnTo>
                  <a:pt x="2738" y="3646"/>
                </a:lnTo>
                <a:lnTo>
                  <a:pt x="2739" y="3646"/>
                </a:lnTo>
                <a:lnTo>
                  <a:pt x="2739" y="3645"/>
                </a:lnTo>
                <a:lnTo>
                  <a:pt x="2738" y="3645"/>
                </a:lnTo>
                <a:lnTo>
                  <a:pt x="2739" y="3645"/>
                </a:lnTo>
                <a:lnTo>
                  <a:pt x="2739" y="3644"/>
                </a:lnTo>
                <a:lnTo>
                  <a:pt x="2739" y="3643"/>
                </a:lnTo>
                <a:lnTo>
                  <a:pt x="2739" y="3642"/>
                </a:lnTo>
                <a:lnTo>
                  <a:pt x="2738" y="3642"/>
                </a:lnTo>
                <a:lnTo>
                  <a:pt x="2739" y="3642"/>
                </a:lnTo>
                <a:lnTo>
                  <a:pt x="2739" y="3641"/>
                </a:lnTo>
                <a:lnTo>
                  <a:pt x="2738" y="3641"/>
                </a:lnTo>
                <a:lnTo>
                  <a:pt x="2738" y="3642"/>
                </a:lnTo>
                <a:lnTo>
                  <a:pt x="2738" y="3641"/>
                </a:lnTo>
                <a:lnTo>
                  <a:pt x="2737" y="3641"/>
                </a:lnTo>
                <a:lnTo>
                  <a:pt x="2736" y="3641"/>
                </a:lnTo>
                <a:lnTo>
                  <a:pt x="2735" y="3641"/>
                </a:lnTo>
                <a:lnTo>
                  <a:pt x="2734" y="3641"/>
                </a:lnTo>
                <a:lnTo>
                  <a:pt x="2734" y="3640"/>
                </a:lnTo>
                <a:lnTo>
                  <a:pt x="2734" y="3641"/>
                </a:lnTo>
                <a:lnTo>
                  <a:pt x="2733" y="3641"/>
                </a:lnTo>
                <a:lnTo>
                  <a:pt x="2732" y="3641"/>
                </a:lnTo>
                <a:lnTo>
                  <a:pt x="2732" y="3640"/>
                </a:lnTo>
                <a:lnTo>
                  <a:pt x="2732" y="3641"/>
                </a:lnTo>
                <a:lnTo>
                  <a:pt x="2731" y="3641"/>
                </a:lnTo>
                <a:lnTo>
                  <a:pt x="2731" y="3640"/>
                </a:lnTo>
                <a:lnTo>
                  <a:pt x="2731" y="3641"/>
                </a:lnTo>
                <a:lnTo>
                  <a:pt x="2730" y="3641"/>
                </a:lnTo>
                <a:lnTo>
                  <a:pt x="2730" y="3640"/>
                </a:lnTo>
                <a:lnTo>
                  <a:pt x="2730" y="3641"/>
                </a:lnTo>
                <a:lnTo>
                  <a:pt x="2729" y="3641"/>
                </a:lnTo>
                <a:lnTo>
                  <a:pt x="2729" y="3640"/>
                </a:lnTo>
                <a:lnTo>
                  <a:pt x="2728" y="3640"/>
                </a:lnTo>
                <a:lnTo>
                  <a:pt x="2727" y="3639"/>
                </a:lnTo>
                <a:lnTo>
                  <a:pt x="2726" y="3639"/>
                </a:lnTo>
                <a:lnTo>
                  <a:pt x="2725" y="3639"/>
                </a:lnTo>
                <a:lnTo>
                  <a:pt x="2724" y="3639"/>
                </a:lnTo>
                <a:lnTo>
                  <a:pt x="2724" y="3638"/>
                </a:lnTo>
                <a:lnTo>
                  <a:pt x="2723" y="3638"/>
                </a:lnTo>
                <a:lnTo>
                  <a:pt x="2723" y="3637"/>
                </a:lnTo>
                <a:lnTo>
                  <a:pt x="2722" y="3637"/>
                </a:lnTo>
                <a:lnTo>
                  <a:pt x="2722" y="3636"/>
                </a:lnTo>
                <a:lnTo>
                  <a:pt x="2721" y="3636"/>
                </a:lnTo>
                <a:lnTo>
                  <a:pt x="2721" y="3635"/>
                </a:lnTo>
                <a:lnTo>
                  <a:pt x="2720" y="3635"/>
                </a:lnTo>
                <a:lnTo>
                  <a:pt x="2720" y="3634"/>
                </a:lnTo>
                <a:lnTo>
                  <a:pt x="2719" y="3634"/>
                </a:lnTo>
                <a:lnTo>
                  <a:pt x="2719" y="3635"/>
                </a:lnTo>
                <a:lnTo>
                  <a:pt x="2718" y="3635"/>
                </a:lnTo>
                <a:lnTo>
                  <a:pt x="2718" y="3634"/>
                </a:lnTo>
                <a:lnTo>
                  <a:pt x="2718" y="3635"/>
                </a:lnTo>
                <a:lnTo>
                  <a:pt x="2718" y="3636"/>
                </a:lnTo>
                <a:lnTo>
                  <a:pt x="2717" y="3636"/>
                </a:lnTo>
                <a:lnTo>
                  <a:pt x="2717" y="3637"/>
                </a:lnTo>
                <a:lnTo>
                  <a:pt x="2718" y="3637"/>
                </a:lnTo>
                <a:lnTo>
                  <a:pt x="2717" y="3637"/>
                </a:lnTo>
                <a:lnTo>
                  <a:pt x="2717" y="3638"/>
                </a:lnTo>
                <a:lnTo>
                  <a:pt x="2716" y="3638"/>
                </a:lnTo>
                <a:lnTo>
                  <a:pt x="2716" y="3639"/>
                </a:lnTo>
                <a:lnTo>
                  <a:pt x="2716" y="3638"/>
                </a:lnTo>
                <a:lnTo>
                  <a:pt x="2715" y="3638"/>
                </a:lnTo>
                <a:lnTo>
                  <a:pt x="2714" y="3638"/>
                </a:lnTo>
                <a:lnTo>
                  <a:pt x="2713" y="3638"/>
                </a:lnTo>
                <a:lnTo>
                  <a:pt x="2713" y="3639"/>
                </a:lnTo>
                <a:lnTo>
                  <a:pt x="2712" y="3639"/>
                </a:lnTo>
                <a:lnTo>
                  <a:pt x="2711" y="3639"/>
                </a:lnTo>
                <a:lnTo>
                  <a:pt x="2711" y="3640"/>
                </a:lnTo>
                <a:lnTo>
                  <a:pt x="2711" y="3641"/>
                </a:lnTo>
                <a:lnTo>
                  <a:pt x="2710" y="3641"/>
                </a:lnTo>
                <a:lnTo>
                  <a:pt x="2709" y="3641"/>
                </a:lnTo>
                <a:lnTo>
                  <a:pt x="2709" y="3640"/>
                </a:lnTo>
                <a:lnTo>
                  <a:pt x="2708" y="3640"/>
                </a:lnTo>
                <a:lnTo>
                  <a:pt x="2708" y="3639"/>
                </a:lnTo>
                <a:lnTo>
                  <a:pt x="2708" y="3640"/>
                </a:lnTo>
                <a:lnTo>
                  <a:pt x="2707" y="3640"/>
                </a:lnTo>
                <a:lnTo>
                  <a:pt x="2706" y="3640"/>
                </a:lnTo>
                <a:lnTo>
                  <a:pt x="2706" y="3639"/>
                </a:lnTo>
                <a:lnTo>
                  <a:pt x="2705" y="3639"/>
                </a:lnTo>
                <a:lnTo>
                  <a:pt x="2705" y="3638"/>
                </a:lnTo>
                <a:lnTo>
                  <a:pt x="2705" y="3637"/>
                </a:lnTo>
                <a:lnTo>
                  <a:pt x="2704" y="3637"/>
                </a:lnTo>
                <a:lnTo>
                  <a:pt x="2704" y="3638"/>
                </a:lnTo>
                <a:lnTo>
                  <a:pt x="2703" y="3638"/>
                </a:lnTo>
                <a:lnTo>
                  <a:pt x="2702" y="3638"/>
                </a:lnTo>
                <a:lnTo>
                  <a:pt x="2701" y="3638"/>
                </a:lnTo>
                <a:lnTo>
                  <a:pt x="2700" y="3638"/>
                </a:lnTo>
                <a:lnTo>
                  <a:pt x="2699" y="3638"/>
                </a:lnTo>
                <a:lnTo>
                  <a:pt x="2698" y="3638"/>
                </a:lnTo>
                <a:lnTo>
                  <a:pt x="2697" y="3638"/>
                </a:lnTo>
                <a:lnTo>
                  <a:pt x="2697" y="3639"/>
                </a:lnTo>
                <a:lnTo>
                  <a:pt x="2696" y="3639"/>
                </a:lnTo>
                <a:lnTo>
                  <a:pt x="2696" y="3638"/>
                </a:lnTo>
                <a:lnTo>
                  <a:pt x="2695" y="3638"/>
                </a:lnTo>
                <a:lnTo>
                  <a:pt x="2695" y="3639"/>
                </a:lnTo>
                <a:lnTo>
                  <a:pt x="2696" y="3639"/>
                </a:lnTo>
                <a:lnTo>
                  <a:pt x="2695" y="3639"/>
                </a:lnTo>
                <a:lnTo>
                  <a:pt x="2696" y="3639"/>
                </a:lnTo>
                <a:lnTo>
                  <a:pt x="2696" y="3640"/>
                </a:lnTo>
                <a:lnTo>
                  <a:pt x="2695" y="3640"/>
                </a:lnTo>
                <a:lnTo>
                  <a:pt x="2694" y="3640"/>
                </a:lnTo>
                <a:lnTo>
                  <a:pt x="2694" y="3639"/>
                </a:lnTo>
                <a:lnTo>
                  <a:pt x="2694" y="3638"/>
                </a:lnTo>
                <a:lnTo>
                  <a:pt x="2693" y="3638"/>
                </a:lnTo>
                <a:lnTo>
                  <a:pt x="2692" y="3638"/>
                </a:lnTo>
                <a:lnTo>
                  <a:pt x="2691" y="3638"/>
                </a:lnTo>
                <a:lnTo>
                  <a:pt x="2691" y="3637"/>
                </a:lnTo>
                <a:lnTo>
                  <a:pt x="2690" y="3637"/>
                </a:lnTo>
                <a:lnTo>
                  <a:pt x="2689" y="3637"/>
                </a:lnTo>
                <a:lnTo>
                  <a:pt x="2689" y="3636"/>
                </a:lnTo>
                <a:lnTo>
                  <a:pt x="2688" y="3636"/>
                </a:lnTo>
                <a:lnTo>
                  <a:pt x="2689" y="3636"/>
                </a:lnTo>
                <a:lnTo>
                  <a:pt x="2688" y="3636"/>
                </a:lnTo>
                <a:lnTo>
                  <a:pt x="2688" y="3635"/>
                </a:lnTo>
                <a:lnTo>
                  <a:pt x="2689" y="3635"/>
                </a:lnTo>
                <a:lnTo>
                  <a:pt x="2689" y="3634"/>
                </a:lnTo>
                <a:lnTo>
                  <a:pt x="2689" y="3633"/>
                </a:lnTo>
                <a:lnTo>
                  <a:pt x="2689" y="3632"/>
                </a:lnTo>
                <a:lnTo>
                  <a:pt x="2690" y="3632"/>
                </a:lnTo>
                <a:lnTo>
                  <a:pt x="2690" y="3631"/>
                </a:lnTo>
                <a:lnTo>
                  <a:pt x="2690" y="3630"/>
                </a:lnTo>
                <a:lnTo>
                  <a:pt x="2690" y="3631"/>
                </a:lnTo>
                <a:lnTo>
                  <a:pt x="2689" y="3631"/>
                </a:lnTo>
                <a:lnTo>
                  <a:pt x="2688" y="3631"/>
                </a:lnTo>
                <a:lnTo>
                  <a:pt x="2687" y="3631"/>
                </a:lnTo>
                <a:lnTo>
                  <a:pt x="2686" y="3631"/>
                </a:lnTo>
                <a:lnTo>
                  <a:pt x="2685" y="3631"/>
                </a:lnTo>
                <a:lnTo>
                  <a:pt x="2684" y="3631"/>
                </a:lnTo>
                <a:lnTo>
                  <a:pt x="2683" y="3631"/>
                </a:lnTo>
                <a:lnTo>
                  <a:pt x="2682" y="3631"/>
                </a:lnTo>
                <a:lnTo>
                  <a:pt x="2682" y="3630"/>
                </a:lnTo>
                <a:lnTo>
                  <a:pt x="2681" y="3630"/>
                </a:lnTo>
                <a:lnTo>
                  <a:pt x="2680" y="3630"/>
                </a:lnTo>
                <a:lnTo>
                  <a:pt x="2679" y="3630"/>
                </a:lnTo>
                <a:lnTo>
                  <a:pt x="2678" y="3630"/>
                </a:lnTo>
                <a:lnTo>
                  <a:pt x="2678" y="3629"/>
                </a:lnTo>
                <a:lnTo>
                  <a:pt x="2677" y="3629"/>
                </a:lnTo>
                <a:lnTo>
                  <a:pt x="2676" y="3629"/>
                </a:lnTo>
                <a:lnTo>
                  <a:pt x="2676" y="3628"/>
                </a:lnTo>
                <a:lnTo>
                  <a:pt x="2675" y="3628"/>
                </a:lnTo>
                <a:lnTo>
                  <a:pt x="2674" y="3628"/>
                </a:lnTo>
                <a:lnTo>
                  <a:pt x="2674" y="3629"/>
                </a:lnTo>
                <a:lnTo>
                  <a:pt x="2673" y="3629"/>
                </a:lnTo>
                <a:lnTo>
                  <a:pt x="2672" y="3629"/>
                </a:lnTo>
                <a:lnTo>
                  <a:pt x="2671" y="3629"/>
                </a:lnTo>
                <a:lnTo>
                  <a:pt x="2671" y="3628"/>
                </a:lnTo>
                <a:lnTo>
                  <a:pt x="2671" y="3627"/>
                </a:lnTo>
                <a:lnTo>
                  <a:pt x="2672" y="3627"/>
                </a:lnTo>
                <a:lnTo>
                  <a:pt x="2672" y="3626"/>
                </a:lnTo>
                <a:lnTo>
                  <a:pt x="2672" y="3625"/>
                </a:lnTo>
                <a:lnTo>
                  <a:pt x="2673" y="3625"/>
                </a:lnTo>
                <a:lnTo>
                  <a:pt x="2673" y="3624"/>
                </a:lnTo>
                <a:lnTo>
                  <a:pt x="2674" y="3624"/>
                </a:lnTo>
                <a:lnTo>
                  <a:pt x="2674" y="3623"/>
                </a:lnTo>
                <a:lnTo>
                  <a:pt x="2674" y="3622"/>
                </a:lnTo>
                <a:lnTo>
                  <a:pt x="2674" y="3621"/>
                </a:lnTo>
                <a:lnTo>
                  <a:pt x="2674" y="3620"/>
                </a:lnTo>
                <a:lnTo>
                  <a:pt x="2675" y="3620"/>
                </a:lnTo>
                <a:lnTo>
                  <a:pt x="2675" y="3619"/>
                </a:lnTo>
                <a:lnTo>
                  <a:pt x="2676" y="3619"/>
                </a:lnTo>
                <a:lnTo>
                  <a:pt x="2676" y="3618"/>
                </a:lnTo>
                <a:lnTo>
                  <a:pt x="2676" y="3617"/>
                </a:lnTo>
                <a:lnTo>
                  <a:pt x="2675" y="3617"/>
                </a:lnTo>
                <a:lnTo>
                  <a:pt x="2675" y="3616"/>
                </a:lnTo>
                <a:lnTo>
                  <a:pt x="2676" y="3616"/>
                </a:lnTo>
                <a:lnTo>
                  <a:pt x="2675" y="3616"/>
                </a:lnTo>
                <a:lnTo>
                  <a:pt x="2675" y="3615"/>
                </a:lnTo>
                <a:lnTo>
                  <a:pt x="2676" y="3615"/>
                </a:lnTo>
                <a:lnTo>
                  <a:pt x="2676" y="3616"/>
                </a:lnTo>
                <a:lnTo>
                  <a:pt x="2677" y="3616"/>
                </a:lnTo>
                <a:lnTo>
                  <a:pt x="2677" y="3615"/>
                </a:lnTo>
                <a:lnTo>
                  <a:pt x="2677" y="3614"/>
                </a:lnTo>
                <a:lnTo>
                  <a:pt x="2678" y="3614"/>
                </a:lnTo>
                <a:lnTo>
                  <a:pt x="2677" y="3613"/>
                </a:lnTo>
                <a:lnTo>
                  <a:pt x="2676" y="3613"/>
                </a:lnTo>
                <a:lnTo>
                  <a:pt x="2676" y="3612"/>
                </a:lnTo>
                <a:lnTo>
                  <a:pt x="2675" y="3612"/>
                </a:lnTo>
                <a:lnTo>
                  <a:pt x="2675" y="3611"/>
                </a:lnTo>
                <a:lnTo>
                  <a:pt x="2674" y="3611"/>
                </a:lnTo>
                <a:lnTo>
                  <a:pt x="2673" y="3611"/>
                </a:lnTo>
                <a:lnTo>
                  <a:pt x="2672" y="3611"/>
                </a:lnTo>
                <a:lnTo>
                  <a:pt x="2671" y="3611"/>
                </a:lnTo>
                <a:lnTo>
                  <a:pt x="2671" y="3610"/>
                </a:lnTo>
                <a:lnTo>
                  <a:pt x="2672" y="3610"/>
                </a:lnTo>
                <a:lnTo>
                  <a:pt x="2672" y="3609"/>
                </a:lnTo>
                <a:lnTo>
                  <a:pt x="2673" y="3609"/>
                </a:lnTo>
                <a:lnTo>
                  <a:pt x="2673" y="3608"/>
                </a:lnTo>
                <a:lnTo>
                  <a:pt x="2674" y="3608"/>
                </a:lnTo>
                <a:lnTo>
                  <a:pt x="2674" y="3609"/>
                </a:lnTo>
                <a:lnTo>
                  <a:pt x="2675" y="3609"/>
                </a:lnTo>
                <a:lnTo>
                  <a:pt x="2675" y="3608"/>
                </a:lnTo>
                <a:lnTo>
                  <a:pt x="2675" y="3607"/>
                </a:lnTo>
                <a:lnTo>
                  <a:pt x="2675" y="3606"/>
                </a:lnTo>
                <a:lnTo>
                  <a:pt x="2675" y="3605"/>
                </a:lnTo>
                <a:lnTo>
                  <a:pt x="2675" y="3604"/>
                </a:lnTo>
                <a:lnTo>
                  <a:pt x="2674" y="3604"/>
                </a:lnTo>
                <a:lnTo>
                  <a:pt x="2674" y="3603"/>
                </a:lnTo>
                <a:lnTo>
                  <a:pt x="2674" y="3602"/>
                </a:lnTo>
                <a:lnTo>
                  <a:pt x="2675" y="3602"/>
                </a:lnTo>
                <a:lnTo>
                  <a:pt x="2675" y="3601"/>
                </a:lnTo>
                <a:lnTo>
                  <a:pt x="2675" y="3600"/>
                </a:lnTo>
                <a:lnTo>
                  <a:pt x="2674" y="3600"/>
                </a:lnTo>
                <a:lnTo>
                  <a:pt x="2674" y="3599"/>
                </a:lnTo>
                <a:lnTo>
                  <a:pt x="2674" y="3598"/>
                </a:lnTo>
                <a:lnTo>
                  <a:pt x="2673" y="3598"/>
                </a:lnTo>
                <a:lnTo>
                  <a:pt x="2673" y="3597"/>
                </a:lnTo>
                <a:lnTo>
                  <a:pt x="2673" y="3596"/>
                </a:lnTo>
                <a:lnTo>
                  <a:pt x="2672" y="3596"/>
                </a:lnTo>
                <a:lnTo>
                  <a:pt x="2672" y="3595"/>
                </a:lnTo>
                <a:lnTo>
                  <a:pt x="2672" y="3594"/>
                </a:lnTo>
                <a:lnTo>
                  <a:pt x="2671" y="3594"/>
                </a:lnTo>
                <a:lnTo>
                  <a:pt x="2671" y="3593"/>
                </a:lnTo>
                <a:lnTo>
                  <a:pt x="2670" y="3593"/>
                </a:lnTo>
                <a:lnTo>
                  <a:pt x="2670" y="3592"/>
                </a:lnTo>
                <a:lnTo>
                  <a:pt x="2670" y="3593"/>
                </a:lnTo>
                <a:lnTo>
                  <a:pt x="2669" y="3593"/>
                </a:lnTo>
                <a:lnTo>
                  <a:pt x="2668" y="3593"/>
                </a:lnTo>
                <a:lnTo>
                  <a:pt x="2667" y="3593"/>
                </a:lnTo>
                <a:lnTo>
                  <a:pt x="2667" y="3594"/>
                </a:lnTo>
                <a:lnTo>
                  <a:pt x="2666" y="3594"/>
                </a:lnTo>
                <a:lnTo>
                  <a:pt x="2666" y="3593"/>
                </a:lnTo>
                <a:lnTo>
                  <a:pt x="2666" y="3594"/>
                </a:lnTo>
                <a:lnTo>
                  <a:pt x="2665" y="3594"/>
                </a:lnTo>
                <a:lnTo>
                  <a:pt x="2665" y="3593"/>
                </a:lnTo>
                <a:lnTo>
                  <a:pt x="2664" y="3593"/>
                </a:lnTo>
                <a:lnTo>
                  <a:pt x="2664" y="3592"/>
                </a:lnTo>
                <a:lnTo>
                  <a:pt x="2664" y="3591"/>
                </a:lnTo>
                <a:lnTo>
                  <a:pt x="2664" y="3590"/>
                </a:lnTo>
                <a:lnTo>
                  <a:pt x="2664" y="3589"/>
                </a:lnTo>
                <a:lnTo>
                  <a:pt x="2663" y="3589"/>
                </a:lnTo>
                <a:lnTo>
                  <a:pt x="2663" y="3588"/>
                </a:lnTo>
                <a:lnTo>
                  <a:pt x="2663" y="3587"/>
                </a:lnTo>
                <a:lnTo>
                  <a:pt x="2662" y="3587"/>
                </a:lnTo>
                <a:lnTo>
                  <a:pt x="2662" y="3586"/>
                </a:lnTo>
                <a:lnTo>
                  <a:pt x="2663" y="3586"/>
                </a:lnTo>
                <a:lnTo>
                  <a:pt x="2663" y="3585"/>
                </a:lnTo>
                <a:lnTo>
                  <a:pt x="2664" y="3585"/>
                </a:lnTo>
                <a:lnTo>
                  <a:pt x="2664" y="3584"/>
                </a:lnTo>
                <a:lnTo>
                  <a:pt x="2665" y="3584"/>
                </a:lnTo>
                <a:lnTo>
                  <a:pt x="2666" y="3583"/>
                </a:lnTo>
                <a:lnTo>
                  <a:pt x="2666" y="3582"/>
                </a:lnTo>
                <a:lnTo>
                  <a:pt x="2667" y="3582"/>
                </a:lnTo>
                <a:lnTo>
                  <a:pt x="2668" y="3582"/>
                </a:lnTo>
                <a:lnTo>
                  <a:pt x="2668" y="3581"/>
                </a:lnTo>
                <a:lnTo>
                  <a:pt x="2669" y="3581"/>
                </a:lnTo>
                <a:lnTo>
                  <a:pt x="2669" y="3582"/>
                </a:lnTo>
                <a:lnTo>
                  <a:pt x="2669" y="3581"/>
                </a:lnTo>
                <a:lnTo>
                  <a:pt x="2669" y="3580"/>
                </a:lnTo>
                <a:lnTo>
                  <a:pt x="2670" y="3580"/>
                </a:lnTo>
                <a:lnTo>
                  <a:pt x="2671" y="3580"/>
                </a:lnTo>
                <a:lnTo>
                  <a:pt x="2671" y="3579"/>
                </a:lnTo>
                <a:lnTo>
                  <a:pt x="2672" y="3579"/>
                </a:lnTo>
                <a:lnTo>
                  <a:pt x="2672" y="3578"/>
                </a:lnTo>
                <a:lnTo>
                  <a:pt x="2672" y="3577"/>
                </a:lnTo>
                <a:lnTo>
                  <a:pt x="2671" y="3577"/>
                </a:lnTo>
                <a:lnTo>
                  <a:pt x="2671" y="3576"/>
                </a:lnTo>
                <a:lnTo>
                  <a:pt x="2670" y="3576"/>
                </a:lnTo>
                <a:lnTo>
                  <a:pt x="2669" y="3576"/>
                </a:lnTo>
                <a:lnTo>
                  <a:pt x="2669" y="3575"/>
                </a:lnTo>
                <a:lnTo>
                  <a:pt x="2668" y="3575"/>
                </a:lnTo>
                <a:lnTo>
                  <a:pt x="2668" y="3574"/>
                </a:lnTo>
                <a:lnTo>
                  <a:pt x="2667" y="3574"/>
                </a:lnTo>
                <a:lnTo>
                  <a:pt x="2667" y="3573"/>
                </a:lnTo>
                <a:lnTo>
                  <a:pt x="2667" y="3572"/>
                </a:lnTo>
                <a:lnTo>
                  <a:pt x="2667" y="3571"/>
                </a:lnTo>
                <a:lnTo>
                  <a:pt x="2666" y="3571"/>
                </a:lnTo>
                <a:lnTo>
                  <a:pt x="2666" y="3570"/>
                </a:lnTo>
                <a:lnTo>
                  <a:pt x="2667" y="3569"/>
                </a:lnTo>
                <a:lnTo>
                  <a:pt x="2666" y="3569"/>
                </a:lnTo>
                <a:lnTo>
                  <a:pt x="2666" y="3568"/>
                </a:lnTo>
                <a:lnTo>
                  <a:pt x="2665" y="3568"/>
                </a:lnTo>
                <a:lnTo>
                  <a:pt x="2664" y="3568"/>
                </a:lnTo>
                <a:lnTo>
                  <a:pt x="2664" y="3567"/>
                </a:lnTo>
                <a:lnTo>
                  <a:pt x="2664" y="3566"/>
                </a:lnTo>
                <a:lnTo>
                  <a:pt x="2664" y="3565"/>
                </a:lnTo>
                <a:lnTo>
                  <a:pt x="2665" y="3565"/>
                </a:lnTo>
                <a:lnTo>
                  <a:pt x="2665" y="3564"/>
                </a:lnTo>
                <a:lnTo>
                  <a:pt x="2666" y="3564"/>
                </a:lnTo>
                <a:lnTo>
                  <a:pt x="2665" y="3564"/>
                </a:lnTo>
                <a:lnTo>
                  <a:pt x="2665" y="3563"/>
                </a:lnTo>
                <a:lnTo>
                  <a:pt x="2665" y="3562"/>
                </a:lnTo>
                <a:lnTo>
                  <a:pt x="2664" y="3562"/>
                </a:lnTo>
                <a:lnTo>
                  <a:pt x="2664" y="3561"/>
                </a:lnTo>
                <a:lnTo>
                  <a:pt x="2663" y="3560"/>
                </a:lnTo>
                <a:lnTo>
                  <a:pt x="2663" y="3559"/>
                </a:lnTo>
                <a:lnTo>
                  <a:pt x="2663" y="3558"/>
                </a:lnTo>
                <a:lnTo>
                  <a:pt x="2663" y="3559"/>
                </a:lnTo>
                <a:lnTo>
                  <a:pt x="2662" y="3559"/>
                </a:lnTo>
                <a:lnTo>
                  <a:pt x="2662" y="3558"/>
                </a:lnTo>
                <a:lnTo>
                  <a:pt x="2662" y="3557"/>
                </a:lnTo>
                <a:lnTo>
                  <a:pt x="2661" y="3557"/>
                </a:lnTo>
                <a:lnTo>
                  <a:pt x="2660" y="3557"/>
                </a:lnTo>
                <a:lnTo>
                  <a:pt x="2661" y="3557"/>
                </a:lnTo>
                <a:lnTo>
                  <a:pt x="2660" y="3557"/>
                </a:lnTo>
                <a:lnTo>
                  <a:pt x="2660" y="3558"/>
                </a:lnTo>
                <a:lnTo>
                  <a:pt x="2658" y="3558"/>
                </a:lnTo>
                <a:lnTo>
                  <a:pt x="2657" y="3558"/>
                </a:lnTo>
                <a:lnTo>
                  <a:pt x="2657" y="3557"/>
                </a:lnTo>
                <a:lnTo>
                  <a:pt x="2656" y="3557"/>
                </a:lnTo>
                <a:lnTo>
                  <a:pt x="2656" y="3556"/>
                </a:lnTo>
                <a:lnTo>
                  <a:pt x="2655" y="3556"/>
                </a:lnTo>
                <a:lnTo>
                  <a:pt x="2654" y="3556"/>
                </a:lnTo>
                <a:lnTo>
                  <a:pt x="2653" y="3556"/>
                </a:lnTo>
                <a:lnTo>
                  <a:pt x="2653" y="3557"/>
                </a:lnTo>
                <a:lnTo>
                  <a:pt x="2652" y="3557"/>
                </a:lnTo>
                <a:lnTo>
                  <a:pt x="2651" y="3557"/>
                </a:lnTo>
                <a:lnTo>
                  <a:pt x="2651" y="3556"/>
                </a:lnTo>
                <a:lnTo>
                  <a:pt x="2651" y="3555"/>
                </a:lnTo>
                <a:lnTo>
                  <a:pt x="2650" y="3555"/>
                </a:lnTo>
                <a:lnTo>
                  <a:pt x="2649" y="3555"/>
                </a:lnTo>
                <a:lnTo>
                  <a:pt x="2649" y="3554"/>
                </a:lnTo>
                <a:lnTo>
                  <a:pt x="2649" y="3553"/>
                </a:lnTo>
                <a:lnTo>
                  <a:pt x="2650" y="3553"/>
                </a:lnTo>
                <a:lnTo>
                  <a:pt x="2650" y="3554"/>
                </a:lnTo>
                <a:lnTo>
                  <a:pt x="2651" y="3554"/>
                </a:lnTo>
                <a:lnTo>
                  <a:pt x="2651" y="3553"/>
                </a:lnTo>
                <a:lnTo>
                  <a:pt x="2651" y="3552"/>
                </a:lnTo>
                <a:lnTo>
                  <a:pt x="2652" y="3552"/>
                </a:lnTo>
                <a:lnTo>
                  <a:pt x="2652" y="3551"/>
                </a:lnTo>
                <a:lnTo>
                  <a:pt x="2652" y="3550"/>
                </a:lnTo>
                <a:lnTo>
                  <a:pt x="2651" y="3550"/>
                </a:lnTo>
                <a:lnTo>
                  <a:pt x="2651" y="3549"/>
                </a:lnTo>
                <a:lnTo>
                  <a:pt x="2651" y="3548"/>
                </a:lnTo>
                <a:lnTo>
                  <a:pt x="2652" y="3548"/>
                </a:lnTo>
                <a:lnTo>
                  <a:pt x="2651" y="3548"/>
                </a:lnTo>
                <a:lnTo>
                  <a:pt x="2652" y="3548"/>
                </a:lnTo>
                <a:lnTo>
                  <a:pt x="2652" y="3547"/>
                </a:lnTo>
                <a:lnTo>
                  <a:pt x="2652" y="3546"/>
                </a:lnTo>
                <a:lnTo>
                  <a:pt x="2651" y="3546"/>
                </a:lnTo>
                <a:lnTo>
                  <a:pt x="2651" y="3545"/>
                </a:lnTo>
                <a:lnTo>
                  <a:pt x="2651" y="3544"/>
                </a:lnTo>
                <a:lnTo>
                  <a:pt x="2650" y="3544"/>
                </a:lnTo>
                <a:lnTo>
                  <a:pt x="2651" y="3544"/>
                </a:lnTo>
                <a:lnTo>
                  <a:pt x="2651" y="3543"/>
                </a:lnTo>
                <a:lnTo>
                  <a:pt x="2650" y="3543"/>
                </a:lnTo>
                <a:lnTo>
                  <a:pt x="2651" y="3543"/>
                </a:lnTo>
                <a:lnTo>
                  <a:pt x="2650" y="3543"/>
                </a:lnTo>
                <a:lnTo>
                  <a:pt x="2650" y="3542"/>
                </a:lnTo>
                <a:lnTo>
                  <a:pt x="2650" y="3541"/>
                </a:lnTo>
                <a:lnTo>
                  <a:pt x="2651" y="3541"/>
                </a:lnTo>
                <a:lnTo>
                  <a:pt x="2651" y="3540"/>
                </a:lnTo>
                <a:lnTo>
                  <a:pt x="2651" y="3539"/>
                </a:lnTo>
                <a:lnTo>
                  <a:pt x="2652" y="3539"/>
                </a:lnTo>
                <a:lnTo>
                  <a:pt x="2652" y="3538"/>
                </a:lnTo>
                <a:lnTo>
                  <a:pt x="2652" y="3537"/>
                </a:lnTo>
                <a:lnTo>
                  <a:pt x="2651" y="3537"/>
                </a:lnTo>
                <a:lnTo>
                  <a:pt x="2650" y="3537"/>
                </a:lnTo>
                <a:lnTo>
                  <a:pt x="2650" y="3536"/>
                </a:lnTo>
                <a:lnTo>
                  <a:pt x="2650" y="3537"/>
                </a:lnTo>
                <a:lnTo>
                  <a:pt x="2649" y="3537"/>
                </a:lnTo>
                <a:lnTo>
                  <a:pt x="2649" y="3536"/>
                </a:lnTo>
                <a:lnTo>
                  <a:pt x="2650" y="3536"/>
                </a:lnTo>
                <a:lnTo>
                  <a:pt x="2650" y="3535"/>
                </a:lnTo>
                <a:lnTo>
                  <a:pt x="2651" y="3535"/>
                </a:lnTo>
                <a:lnTo>
                  <a:pt x="2651" y="3534"/>
                </a:lnTo>
                <a:lnTo>
                  <a:pt x="2652" y="3534"/>
                </a:lnTo>
                <a:lnTo>
                  <a:pt x="2652" y="3533"/>
                </a:lnTo>
                <a:lnTo>
                  <a:pt x="2653" y="3533"/>
                </a:lnTo>
                <a:lnTo>
                  <a:pt x="2653" y="3534"/>
                </a:lnTo>
                <a:lnTo>
                  <a:pt x="2654" y="3534"/>
                </a:lnTo>
                <a:lnTo>
                  <a:pt x="2654" y="3535"/>
                </a:lnTo>
                <a:lnTo>
                  <a:pt x="2655" y="3535"/>
                </a:lnTo>
                <a:lnTo>
                  <a:pt x="2656" y="3535"/>
                </a:lnTo>
                <a:lnTo>
                  <a:pt x="2656" y="3534"/>
                </a:lnTo>
                <a:lnTo>
                  <a:pt x="2656" y="3533"/>
                </a:lnTo>
                <a:lnTo>
                  <a:pt x="2657" y="3533"/>
                </a:lnTo>
                <a:lnTo>
                  <a:pt x="2657" y="3534"/>
                </a:lnTo>
                <a:lnTo>
                  <a:pt x="2657" y="3533"/>
                </a:lnTo>
                <a:lnTo>
                  <a:pt x="2657" y="3534"/>
                </a:lnTo>
                <a:lnTo>
                  <a:pt x="2657" y="3533"/>
                </a:lnTo>
                <a:lnTo>
                  <a:pt x="2658" y="3533"/>
                </a:lnTo>
                <a:lnTo>
                  <a:pt x="2657" y="3533"/>
                </a:lnTo>
                <a:lnTo>
                  <a:pt x="2658" y="3533"/>
                </a:lnTo>
                <a:lnTo>
                  <a:pt x="2658" y="3532"/>
                </a:lnTo>
                <a:lnTo>
                  <a:pt x="2659" y="3532"/>
                </a:lnTo>
                <a:lnTo>
                  <a:pt x="2659" y="3531"/>
                </a:lnTo>
                <a:lnTo>
                  <a:pt x="2659" y="3530"/>
                </a:lnTo>
                <a:lnTo>
                  <a:pt x="2659" y="3529"/>
                </a:lnTo>
                <a:lnTo>
                  <a:pt x="2659" y="3528"/>
                </a:lnTo>
                <a:lnTo>
                  <a:pt x="2661" y="3528"/>
                </a:lnTo>
                <a:lnTo>
                  <a:pt x="2662" y="3528"/>
                </a:lnTo>
                <a:lnTo>
                  <a:pt x="2663" y="3528"/>
                </a:lnTo>
                <a:lnTo>
                  <a:pt x="2663" y="3527"/>
                </a:lnTo>
                <a:lnTo>
                  <a:pt x="2664" y="3527"/>
                </a:lnTo>
                <a:lnTo>
                  <a:pt x="2664" y="3526"/>
                </a:lnTo>
                <a:lnTo>
                  <a:pt x="2665" y="3526"/>
                </a:lnTo>
                <a:lnTo>
                  <a:pt x="2666" y="3526"/>
                </a:lnTo>
                <a:lnTo>
                  <a:pt x="2666" y="3525"/>
                </a:lnTo>
                <a:lnTo>
                  <a:pt x="2667" y="3525"/>
                </a:lnTo>
                <a:lnTo>
                  <a:pt x="2668" y="3525"/>
                </a:lnTo>
                <a:lnTo>
                  <a:pt x="2668" y="3524"/>
                </a:lnTo>
                <a:lnTo>
                  <a:pt x="2669" y="3524"/>
                </a:lnTo>
                <a:lnTo>
                  <a:pt x="2669" y="3523"/>
                </a:lnTo>
                <a:lnTo>
                  <a:pt x="2670" y="3523"/>
                </a:lnTo>
                <a:lnTo>
                  <a:pt x="2670" y="3522"/>
                </a:lnTo>
                <a:lnTo>
                  <a:pt x="2669" y="3522"/>
                </a:lnTo>
                <a:lnTo>
                  <a:pt x="2670" y="3522"/>
                </a:lnTo>
                <a:lnTo>
                  <a:pt x="2669" y="3522"/>
                </a:lnTo>
                <a:lnTo>
                  <a:pt x="2669" y="3521"/>
                </a:lnTo>
                <a:lnTo>
                  <a:pt x="2670" y="3521"/>
                </a:lnTo>
                <a:lnTo>
                  <a:pt x="2671" y="3521"/>
                </a:lnTo>
                <a:lnTo>
                  <a:pt x="2671" y="3520"/>
                </a:lnTo>
                <a:lnTo>
                  <a:pt x="2672" y="3520"/>
                </a:lnTo>
                <a:lnTo>
                  <a:pt x="2672" y="3519"/>
                </a:lnTo>
                <a:lnTo>
                  <a:pt x="2673" y="3519"/>
                </a:lnTo>
                <a:lnTo>
                  <a:pt x="2673" y="3518"/>
                </a:lnTo>
                <a:lnTo>
                  <a:pt x="2672" y="3518"/>
                </a:lnTo>
                <a:lnTo>
                  <a:pt x="2672" y="3517"/>
                </a:lnTo>
                <a:lnTo>
                  <a:pt x="2673" y="3517"/>
                </a:lnTo>
                <a:lnTo>
                  <a:pt x="2672" y="3517"/>
                </a:lnTo>
                <a:lnTo>
                  <a:pt x="2672" y="3516"/>
                </a:lnTo>
                <a:lnTo>
                  <a:pt x="2672" y="3515"/>
                </a:lnTo>
                <a:lnTo>
                  <a:pt x="2672" y="3514"/>
                </a:lnTo>
                <a:lnTo>
                  <a:pt x="2671" y="3514"/>
                </a:lnTo>
                <a:lnTo>
                  <a:pt x="2671" y="3513"/>
                </a:lnTo>
                <a:lnTo>
                  <a:pt x="2670" y="3513"/>
                </a:lnTo>
                <a:lnTo>
                  <a:pt x="2670" y="3514"/>
                </a:lnTo>
                <a:lnTo>
                  <a:pt x="2669" y="3514"/>
                </a:lnTo>
                <a:lnTo>
                  <a:pt x="2669" y="3515"/>
                </a:lnTo>
                <a:lnTo>
                  <a:pt x="2668" y="3515"/>
                </a:lnTo>
                <a:lnTo>
                  <a:pt x="2668" y="3516"/>
                </a:lnTo>
                <a:lnTo>
                  <a:pt x="2667" y="3516"/>
                </a:lnTo>
                <a:lnTo>
                  <a:pt x="2666" y="3516"/>
                </a:lnTo>
                <a:lnTo>
                  <a:pt x="2665" y="3516"/>
                </a:lnTo>
                <a:lnTo>
                  <a:pt x="2665" y="3515"/>
                </a:lnTo>
                <a:lnTo>
                  <a:pt x="2664" y="3515"/>
                </a:lnTo>
                <a:lnTo>
                  <a:pt x="2663" y="3515"/>
                </a:lnTo>
                <a:lnTo>
                  <a:pt x="2662" y="3515"/>
                </a:lnTo>
                <a:lnTo>
                  <a:pt x="2660" y="3515"/>
                </a:lnTo>
                <a:lnTo>
                  <a:pt x="2660" y="3516"/>
                </a:lnTo>
                <a:lnTo>
                  <a:pt x="2659" y="3516"/>
                </a:lnTo>
                <a:lnTo>
                  <a:pt x="2658" y="3516"/>
                </a:lnTo>
                <a:lnTo>
                  <a:pt x="2657" y="3516"/>
                </a:lnTo>
                <a:lnTo>
                  <a:pt x="2656" y="3516"/>
                </a:lnTo>
                <a:lnTo>
                  <a:pt x="2655" y="3516"/>
                </a:lnTo>
                <a:lnTo>
                  <a:pt x="2654" y="3516"/>
                </a:lnTo>
                <a:lnTo>
                  <a:pt x="2653" y="3516"/>
                </a:lnTo>
                <a:lnTo>
                  <a:pt x="2653" y="3517"/>
                </a:lnTo>
                <a:lnTo>
                  <a:pt x="2652" y="3517"/>
                </a:lnTo>
                <a:lnTo>
                  <a:pt x="2652" y="3518"/>
                </a:lnTo>
                <a:lnTo>
                  <a:pt x="2651" y="3519"/>
                </a:lnTo>
                <a:lnTo>
                  <a:pt x="2651" y="3518"/>
                </a:lnTo>
                <a:lnTo>
                  <a:pt x="2651" y="3519"/>
                </a:lnTo>
                <a:lnTo>
                  <a:pt x="2650" y="3519"/>
                </a:lnTo>
                <a:lnTo>
                  <a:pt x="2649" y="3519"/>
                </a:lnTo>
                <a:lnTo>
                  <a:pt x="2648" y="3519"/>
                </a:lnTo>
                <a:lnTo>
                  <a:pt x="2648" y="3518"/>
                </a:lnTo>
                <a:lnTo>
                  <a:pt x="2647" y="3518"/>
                </a:lnTo>
                <a:lnTo>
                  <a:pt x="2646" y="3518"/>
                </a:lnTo>
                <a:lnTo>
                  <a:pt x="2646" y="3519"/>
                </a:lnTo>
                <a:lnTo>
                  <a:pt x="2645" y="3519"/>
                </a:lnTo>
                <a:lnTo>
                  <a:pt x="2644" y="3520"/>
                </a:lnTo>
                <a:lnTo>
                  <a:pt x="2643" y="3521"/>
                </a:lnTo>
                <a:lnTo>
                  <a:pt x="2642" y="3521"/>
                </a:lnTo>
                <a:lnTo>
                  <a:pt x="2641" y="3521"/>
                </a:lnTo>
                <a:lnTo>
                  <a:pt x="2640" y="3521"/>
                </a:lnTo>
                <a:lnTo>
                  <a:pt x="2641" y="3521"/>
                </a:lnTo>
                <a:lnTo>
                  <a:pt x="2640" y="3521"/>
                </a:lnTo>
                <a:lnTo>
                  <a:pt x="2640" y="3520"/>
                </a:lnTo>
                <a:lnTo>
                  <a:pt x="2639" y="3520"/>
                </a:lnTo>
                <a:lnTo>
                  <a:pt x="2639" y="3519"/>
                </a:lnTo>
                <a:lnTo>
                  <a:pt x="2638" y="3519"/>
                </a:lnTo>
                <a:lnTo>
                  <a:pt x="2638" y="3518"/>
                </a:lnTo>
                <a:lnTo>
                  <a:pt x="2637" y="3518"/>
                </a:lnTo>
                <a:lnTo>
                  <a:pt x="2636" y="3518"/>
                </a:lnTo>
                <a:lnTo>
                  <a:pt x="2636" y="3517"/>
                </a:lnTo>
                <a:lnTo>
                  <a:pt x="2636" y="3516"/>
                </a:lnTo>
                <a:lnTo>
                  <a:pt x="2635" y="3516"/>
                </a:lnTo>
                <a:lnTo>
                  <a:pt x="2634" y="3516"/>
                </a:lnTo>
                <a:lnTo>
                  <a:pt x="2633" y="3516"/>
                </a:lnTo>
                <a:lnTo>
                  <a:pt x="2632" y="3516"/>
                </a:lnTo>
                <a:lnTo>
                  <a:pt x="2631" y="3516"/>
                </a:lnTo>
                <a:lnTo>
                  <a:pt x="2630" y="3516"/>
                </a:lnTo>
                <a:lnTo>
                  <a:pt x="2629" y="3516"/>
                </a:lnTo>
                <a:lnTo>
                  <a:pt x="2629" y="3517"/>
                </a:lnTo>
                <a:lnTo>
                  <a:pt x="2629" y="3516"/>
                </a:lnTo>
                <a:lnTo>
                  <a:pt x="2628" y="3516"/>
                </a:lnTo>
                <a:lnTo>
                  <a:pt x="2627" y="3516"/>
                </a:lnTo>
                <a:lnTo>
                  <a:pt x="2626" y="3516"/>
                </a:lnTo>
                <a:lnTo>
                  <a:pt x="2625" y="3516"/>
                </a:lnTo>
                <a:lnTo>
                  <a:pt x="2624" y="3516"/>
                </a:lnTo>
                <a:lnTo>
                  <a:pt x="2623" y="3516"/>
                </a:lnTo>
                <a:lnTo>
                  <a:pt x="2623" y="3517"/>
                </a:lnTo>
                <a:lnTo>
                  <a:pt x="2623" y="3516"/>
                </a:lnTo>
                <a:lnTo>
                  <a:pt x="2623" y="3517"/>
                </a:lnTo>
                <a:lnTo>
                  <a:pt x="2622" y="3517"/>
                </a:lnTo>
                <a:lnTo>
                  <a:pt x="2621" y="3517"/>
                </a:lnTo>
                <a:lnTo>
                  <a:pt x="2620" y="3517"/>
                </a:lnTo>
                <a:lnTo>
                  <a:pt x="2619" y="3517"/>
                </a:lnTo>
                <a:lnTo>
                  <a:pt x="2617" y="3517"/>
                </a:lnTo>
                <a:lnTo>
                  <a:pt x="2617" y="3518"/>
                </a:lnTo>
                <a:lnTo>
                  <a:pt x="2616" y="3518"/>
                </a:lnTo>
                <a:lnTo>
                  <a:pt x="2616" y="3519"/>
                </a:lnTo>
                <a:lnTo>
                  <a:pt x="2615" y="3519"/>
                </a:lnTo>
                <a:lnTo>
                  <a:pt x="2616" y="3519"/>
                </a:lnTo>
                <a:lnTo>
                  <a:pt x="2615" y="3519"/>
                </a:lnTo>
                <a:lnTo>
                  <a:pt x="2614" y="3519"/>
                </a:lnTo>
                <a:lnTo>
                  <a:pt x="2613" y="3519"/>
                </a:lnTo>
                <a:lnTo>
                  <a:pt x="2612" y="3519"/>
                </a:lnTo>
                <a:lnTo>
                  <a:pt x="2611" y="3519"/>
                </a:lnTo>
                <a:lnTo>
                  <a:pt x="2610" y="3519"/>
                </a:lnTo>
                <a:lnTo>
                  <a:pt x="2609" y="3519"/>
                </a:lnTo>
                <a:lnTo>
                  <a:pt x="2608" y="3519"/>
                </a:lnTo>
                <a:lnTo>
                  <a:pt x="2608" y="3518"/>
                </a:lnTo>
                <a:lnTo>
                  <a:pt x="2607" y="3518"/>
                </a:lnTo>
                <a:lnTo>
                  <a:pt x="2606" y="3518"/>
                </a:lnTo>
                <a:lnTo>
                  <a:pt x="2605" y="3518"/>
                </a:lnTo>
                <a:lnTo>
                  <a:pt x="2604" y="3518"/>
                </a:lnTo>
                <a:lnTo>
                  <a:pt x="2602" y="3518"/>
                </a:lnTo>
                <a:lnTo>
                  <a:pt x="2602" y="3517"/>
                </a:lnTo>
                <a:lnTo>
                  <a:pt x="2601" y="3517"/>
                </a:lnTo>
                <a:lnTo>
                  <a:pt x="2601" y="3518"/>
                </a:lnTo>
                <a:lnTo>
                  <a:pt x="2600" y="3518"/>
                </a:lnTo>
                <a:lnTo>
                  <a:pt x="2600" y="3519"/>
                </a:lnTo>
                <a:lnTo>
                  <a:pt x="2599" y="3519"/>
                </a:lnTo>
                <a:lnTo>
                  <a:pt x="2598" y="3519"/>
                </a:lnTo>
                <a:lnTo>
                  <a:pt x="2597" y="3519"/>
                </a:lnTo>
                <a:lnTo>
                  <a:pt x="2596" y="3519"/>
                </a:lnTo>
                <a:lnTo>
                  <a:pt x="2595" y="3519"/>
                </a:lnTo>
                <a:lnTo>
                  <a:pt x="2594" y="3519"/>
                </a:lnTo>
                <a:lnTo>
                  <a:pt x="2594" y="3520"/>
                </a:lnTo>
                <a:lnTo>
                  <a:pt x="2592" y="3520"/>
                </a:lnTo>
                <a:lnTo>
                  <a:pt x="2591" y="3520"/>
                </a:lnTo>
                <a:lnTo>
                  <a:pt x="2590" y="3520"/>
                </a:lnTo>
                <a:lnTo>
                  <a:pt x="2589" y="3520"/>
                </a:lnTo>
                <a:lnTo>
                  <a:pt x="2589" y="3521"/>
                </a:lnTo>
                <a:lnTo>
                  <a:pt x="2588" y="3521"/>
                </a:lnTo>
                <a:lnTo>
                  <a:pt x="2587" y="3521"/>
                </a:lnTo>
                <a:lnTo>
                  <a:pt x="2588" y="3521"/>
                </a:lnTo>
                <a:lnTo>
                  <a:pt x="2587" y="3521"/>
                </a:lnTo>
                <a:lnTo>
                  <a:pt x="2587" y="3522"/>
                </a:lnTo>
                <a:lnTo>
                  <a:pt x="2587" y="3521"/>
                </a:lnTo>
                <a:lnTo>
                  <a:pt x="2587" y="3522"/>
                </a:lnTo>
                <a:lnTo>
                  <a:pt x="2586" y="3522"/>
                </a:lnTo>
                <a:lnTo>
                  <a:pt x="2586" y="3521"/>
                </a:lnTo>
                <a:lnTo>
                  <a:pt x="2586" y="3522"/>
                </a:lnTo>
                <a:lnTo>
                  <a:pt x="2585" y="3521"/>
                </a:lnTo>
                <a:lnTo>
                  <a:pt x="2585" y="3522"/>
                </a:lnTo>
                <a:lnTo>
                  <a:pt x="2584" y="3522"/>
                </a:lnTo>
                <a:lnTo>
                  <a:pt x="2584" y="3523"/>
                </a:lnTo>
                <a:lnTo>
                  <a:pt x="2584" y="3522"/>
                </a:lnTo>
                <a:lnTo>
                  <a:pt x="2583" y="3522"/>
                </a:lnTo>
                <a:lnTo>
                  <a:pt x="2583" y="3523"/>
                </a:lnTo>
                <a:lnTo>
                  <a:pt x="2583" y="3522"/>
                </a:lnTo>
                <a:lnTo>
                  <a:pt x="2582" y="3522"/>
                </a:lnTo>
                <a:lnTo>
                  <a:pt x="2582" y="3523"/>
                </a:lnTo>
                <a:lnTo>
                  <a:pt x="2581" y="3523"/>
                </a:lnTo>
                <a:lnTo>
                  <a:pt x="2581" y="3524"/>
                </a:lnTo>
                <a:lnTo>
                  <a:pt x="2580" y="3524"/>
                </a:lnTo>
                <a:lnTo>
                  <a:pt x="2580" y="3525"/>
                </a:lnTo>
                <a:lnTo>
                  <a:pt x="2580" y="3524"/>
                </a:lnTo>
                <a:lnTo>
                  <a:pt x="2580" y="3525"/>
                </a:lnTo>
                <a:lnTo>
                  <a:pt x="2579" y="3525"/>
                </a:lnTo>
                <a:lnTo>
                  <a:pt x="2578" y="3525"/>
                </a:lnTo>
                <a:lnTo>
                  <a:pt x="2578" y="3526"/>
                </a:lnTo>
                <a:lnTo>
                  <a:pt x="2578" y="3525"/>
                </a:lnTo>
                <a:lnTo>
                  <a:pt x="2578" y="3526"/>
                </a:lnTo>
                <a:lnTo>
                  <a:pt x="2577" y="3526"/>
                </a:lnTo>
                <a:lnTo>
                  <a:pt x="2577" y="3527"/>
                </a:lnTo>
                <a:lnTo>
                  <a:pt x="2576" y="3527"/>
                </a:lnTo>
                <a:lnTo>
                  <a:pt x="2576" y="3528"/>
                </a:lnTo>
                <a:lnTo>
                  <a:pt x="2576" y="3527"/>
                </a:lnTo>
                <a:lnTo>
                  <a:pt x="2576" y="3528"/>
                </a:lnTo>
                <a:lnTo>
                  <a:pt x="2575" y="3528"/>
                </a:lnTo>
                <a:lnTo>
                  <a:pt x="2574" y="3528"/>
                </a:lnTo>
                <a:lnTo>
                  <a:pt x="2573" y="3528"/>
                </a:lnTo>
                <a:lnTo>
                  <a:pt x="2573" y="3529"/>
                </a:lnTo>
                <a:lnTo>
                  <a:pt x="2572" y="3529"/>
                </a:lnTo>
                <a:lnTo>
                  <a:pt x="2571" y="3529"/>
                </a:lnTo>
                <a:lnTo>
                  <a:pt x="2570" y="3529"/>
                </a:lnTo>
                <a:lnTo>
                  <a:pt x="2570" y="3528"/>
                </a:lnTo>
                <a:lnTo>
                  <a:pt x="2570" y="3529"/>
                </a:lnTo>
                <a:lnTo>
                  <a:pt x="2569" y="3529"/>
                </a:lnTo>
                <a:lnTo>
                  <a:pt x="2568" y="3529"/>
                </a:lnTo>
                <a:lnTo>
                  <a:pt x="2568" y="3530"/>
                </a:lnTo>
                <a:lnTo>
                  <a:pt x="2567" y="3530"/>
                </a:lnTo>
                <a:lnTo>
                  <a:pt x="2567" y="3531"/>
                </a:lnTo>
                <a:lnTo>
                  <a:pt x="2566" y="3531"/>
                </a:lnTo>
                <a:lnTo>
                  <a:pt x="2566" y="3532"/>
                </a:lnTo>
                <a:lnTo>
                  <a:pt x="2566" y="3533"/>
                </a:lnTo>
                <a:lnTo>
                  <a:pt x="2567" y="3533"/>
                </a:lnTo>
                <a:lnTo>
                  <a:pt x="2567" y="3534"/>
                </a:lnTo>
                <a:lnTo>
                  <a:pt x="2565" y="3534"/>
                </a:lnTo>
                <a:lnTo>
                  <a:pt x="2564" y="3534"/>
                </a:lnTo>
                <a:lnTo>
                  <a:pt x="2564" y="3533"/>
                </a:lnTo>
                <a:lnTo>
                  <a:pt x="2563" y="3533"/>
                </a:lnTo>
                <a:lnTo>
                  <a:pt x="2563" y="3534"/>
                </a:lnTo>
                <a:lnTo>
                  <a:pt x="2562" y="3534"/>
                </a:lnTo>
                <a:lnTo>
                  <a:pt x="2562" y="3535"/>
                </a:lnTo>
                <a:lnTo>
                  <a:pt x="2562" y="3534"/>
                </a:lnTo>
                <a:lnTo>
                  <a:pt x="2561" y="3534"/>
                </a:lnTo>
                <a:lnTo>
                  <a:pt x="2561" y="3535"/>
                </a:lnTo>
                <a:lnTo>
                  <a:pt x="2561" y="3536"/>
                </a:lnTo>
                <a:lnTo>
                  <a:pt x="2560" y="3536"/>
                </a:lnTo>
                <a:lnTo>
                  <a:pt x="2560" y="3535"/>
                </a:lnTo>
                <a:lnTo>
                  <a:pt x="2559" y="3535"/>
                </a:lnTo>
                <a:lnTo>
                  <a:pt x="2560" y="3536"/>
                </a:lnTo>
                <a:lnTo>
                  <a:pt x="2559" y="3537"/>
                </a:lnTo>
                <a:lnTo>
                  <a:pt x="2559" y="3538"/>
                </a:lnTo>
                <a:lnTo>
                  <a:pt x="2558" y="3538"/>
                </a:lnTo>
                <a:lnTo>
                  <a:pt x="2558" y="3537"/>
                </a:lnTo>
                <a:lnTo>
                  <a:pt x="2559" y="3537"/>
                </a:lnTo>
                <a:lnTo>
                  <a:pt x="2559" y="3536"/>
                </a:lnTo>
                <a:lnTo>
                  <a:pt x="2558" y="3536"/>
                </a:lnTo>
                <a:lnTo>
                  <a:pt x="2558" y="3537"/>
                </a:lnTo>
                <a:lnTo>
                  <a:pt x="2557" y="3537"/>
                </a:lnTo>
                <a:lnTo>
                  <a:pt x="2557" y="3536"/>
                </a:lnTo>
                <a:lnTo>
                  <a:pt x="2557" y="3537"/>
                </a:lnTo>
                <a:lnTo>
                  <a:pt x="2557" y="3538"/>
                </a:lnTo>
                <a:lnTo>
                  <a:pt x="2556" y="3538"/>
                </a:lnTo>
                <a:lnTo>
                  <a:pt x="2555" y="3538"/>
                </a:lnTo>
                <a:lnTo>
                  <a:pt x="2555" y="3539"/>
                </a:lnTo>
                <a:lnTo>
                  <a:pt x="2554" y="3539"/>
                </a:lnTo>
                <a:lnTo>
                  <a:pt x="2553" y="3539"/>
                </a:lnTo>
                <a:lnTo>
                  <a:pt x="2553" y="3540"/>
                </a:lnTo>
                <a:lnTo>
                  <a:pt x="2554" y="3540"/>
                </a:lnTo>
                <a:lnTo>
                  <a:pt x="2553" y="3540"/>
                </a:lnTo>
                <a:lnTo>
                  <a:pt x="2553" y="3541"/>
                </a:lnTo>
                <a:lnTo>
                  <a:pt x="2554" y="3541"/>
                </a:lnTo>
                <a:lnTo>
                  <a:pt x="2554" y="3542"/>
                </a:lnTo>
                <a:lnTo>
                  <a:pt x="2553" y="3542"/>
                </a:lnTo>
                <a:lnTo>
                  <a:pt x="2552" y="3542"/>
                </a:lnTo>
                <a:lnTo>
                  <a:pt x="2552" y="3543"/>
                </a:lnTo>
                <a:lnTo>
                  <a:pt x="2551" y="3543"/>
                </a:lnTo>
                <a:lnTo>
                  <a:pt x="2550" y="3543"/>
                </a:lnTo>
                <a:lnTo>
                  <a:pt x="2549" y="3543"/>
                </a:lnTo>
                <a:lnTo>
                  <a:pt x="2549" y="3544"/>
                </a:lnTo>
                <a:lnTo>
                  <a:pt x="2549" y="3545"/>
                </a:lnTo>
                <a:lnTo>
                  <a:pt x="2548" y="3545"/>
                </a:lnTo>
                <a:lnTo>
                  <a:pt x="2547" y="3545"/>
                </a:lnTo>
                <a:lnTo>
                  <a:pt x="2547" y="3546"/>
                </a:lnTo>
                <a:lnTo>
                  <a:pt x="2548" y="3546"/>
                </a:lnTo>
                <a:lnTo>
                  <a:pt x="2548" y="3547"/>
                </a:lnTo>
                <a:lnTo>
                  <a:pt x="2547" y="3547"/>
                </a:lnTo>
                <a:lnTo>
                  <a:pt x="2546" y="3547"/>
                </a:lnTo>
                <a:lnTo>
                  <a:pt x="2546" y="3546"/>
                </a:lnTo>
                <a:lnTo>
                  <a:pt x="2546" y="3545"/>
                </a:lnTo>
                <a:lnTo>
                  <a:pt x="2545" y="3545"/>
                </a:lnTo>
                <a:lnTo>
                  <a:pt x="2545" y="3546"/>
                </a:lnTo>
                <a:lnTo>
                  <a:pt x="2545" y="3547"/>
                </a:lnTo>
                <a:lnTo>
                  <a:pt x="2545" y="3548"/>
                </a:lnTo>
                <a:lnTo>
                  <a:pt x="2544" y="3548"/>
                </a:lnTo>
                <a:lnTo>
                  <a:pt x="2543" y="3548"/>
                </a:lnTo>
                <a:lnTo>
                  <a:pt x="2543" y="3549"/>
                </a:lnTo>
                <a:lnTo>
                  <a:pt x="2543" y="3548"/>
                </a:lnTo>
                <a:lnTo>
                  <a:pt x="2543" y="3547"/>
                </a:lnTo>
                <a:lnTo>
                  <a:pt x="2542" y="3547"/>
                </a:lnTo>
                <a:lnTo>
                  <a:pt x="2542" y="3548"/>
                </a:lnTo>
                <a:lnTo>
                  <a:pt x="2541" y="3548"/>
                </a:lnTo>
                <a:lnTo>
                  <a:pt x="2541" y="3550"/>
                </a:lnTo>
                <a:lnTo>
                  <a:pt x="2541" y="3549"/>
                </a:lnTo>
                <a:lnTo>
                  <a:pt x="2540" y="3549"/>
                </a:lnTo>
                <a:lnTo>
                  <a:pt x="2541" y="3548"/>
                </a:lnTo>
                <a:lnTo>
                  <a:pt x="2540" y="3548"/>
                </a:lnTo>
                <a:lnTo>
                  <a:pt x="2540" y="3547"/>
                </a:lnTo>
                <a:lnTo>
                  <a:pt x="2540" y="3546"/>
                </a:lnTo>
                <a:lnTo>
                  <a:pt x="2539" y="3546"/>
                </a:lnTo>
                <a:lnTo>
                  <a:pt x="2540" y="3546"/>
                </a:lnTo>
                <a:lnTo>
                  <a:pt x="2540" y="3545"/>
                </a:lnTo>
                <a:lnTo>
                  <a:pt x="2539" y="3545"/>
                </a:lnTo>
                <a:lnTo>
                  <a:pt x="2538" y="3545"/>
                </a:lnTo>
                <a:lnTo>
                  <a:pt x="2538" y="3544"/>
                </a:lnTo>
                <a:lnTo>
                  <a:pt x="2537" y="3544"/>
                </a:lnTo>
                <a:lnTo>
                  <a:pt x="2536" y="3544"/>
                </a:lnTo>
                <a:lnTo>
                  <a:pt x="2536" y="3543"/>
                </a:lnTo>
                <a:lnTo>
                  <a:pt x="2535" y="3543"/>
                </a:lnTo>
                <a:lnTo>
                  <a:pt x="2535" y="3542"/>
                </a:lnTo>
                <a:lnTo>
                  <a:pt x="2534" y="3542"/>
                </a:lnTo>
                <a:lnTo>
                  <a:pt x="2533" y="3542"/>
                </a:lnTo>
                <a:lnTo>
                  <a:pt x="2533" y="3541"/>
                </a:lnTo>
                <a:lnTo>
                  <a:pt x="2533" y="3542"/>
                </a:lnTo>
                <a:lnTo>
                  <a:pt x="2532" y="3542"/>
                </a:lnTo>
                <a:lnTo>
                  <a:pt x="2532" y="3541"/>
                </a:lnTo>
                <a:lnTo>
                  <a:pt x="2531" y="3541"/>
                </a:lnTo>
                <a:lnTo>
                  <a:pt x="2531" y="3540"/>
                </a:lnTo>
                <a:lnTo>
                  <a:pt x="2530" y="3540"/>
                </a:lnTo>
                <a:lnTo>
                  <a:pt x="2530" y="3541"/>
                </a:lnTo>
                <a:lnTo>
                  <a:pt x="2530" y="3540"/>
                </a:lnTo>
                <a:lnTo>
                  <a:pt x="2529" y="3540"/>
                </a:lnTo>
                <a:lnTo>
                  <a:pt x="2529" y="3538"/>
                </a:lnTo>
                <a:lnTo>
                  <a:pt x="2529" y="3537"/>
                </a:lnTo>
                <a:lnTo>
                  <a:pt x="2530" y="3537"/>
                </a:lnTo>
                <a:lnTo>
                  <a:pt x="2530" y="3536"/>
                </a:lnTo>
                <a:lnTo>
                  <a:pt x="2531" y="3536"/>
                </a:lnTo>
                <a:lnTo>
                  <a:pt x="2532" y="3536"/>
                </a:lnTo>
                <a:lnTo>
                  <a:pt x="2532" y="3535"/>
                </a:lnTo>
                <a:lnTo>
                  <a:pt x="2533" y="3535"/>
                </a:lnTo>
                <a:lnTo>
                  <a:pt x="2533" y="3534"/>
                </a:lnTo>
                <a:lnTo>
                  <a:pt x="2533" y="3533"/>
                </a:lnTo>
                <a:lnTo>
                  <a:pt x="2534" y="3533"/>
                </a:lnTo>
                <a:lnTo>
                  <a:pt x="2534" y="3532"/>
                </a:lnTo>
                <a:lnTo>
                  <a:pt x="2535" y="3532"/>
                </a:lnTo>
                <a:lnTo>
                  <a:pt x="2536" y="3532"/>
                </a:lnTo>
                <a:lnTo>
                  <a:pt x="2537" y="3532"/>
                </a:lnTo>
                <a:lnTo>
                  <a:pt x="2537" y="3531"/>
                </a:lnTo>
                <a:lnTo>
                  <a:pt x="2538" y="3531"/>
                </a:lnTo>
                <a:lnTo>
                  <a:pt x="2539" y="3531"/>
                </a:lnTo>
                <a:lnTo>
                  <a:pt x="2539" y="3530"/>
                </a:lnTo>
                <a:lnTo>
                  <a:pt x="2539" y="3529"/>
                </a:lnTo>
                <a:lnTo>
                  <a:pt x="2538" y="3529"/>
                </a:lnTo>
                <a:lnTo>
                  <a:pt x="2539" y="3529"/>
                </a:lnTo>
                <a:lnTo>
                  <a:pt x="2539" y="3528"/>
                </a:lnTo>
                <a:lnTo>
                  <a:pt x="2539" y="3529"/>
                </a:lnTo>
                <a:lnTo>
                  <a:pt x="2540" y="3529"/>
                </a:lnTo>
                <a:lnTo>
                  <a:pt x="2540" y="3527"/>
                </a:lnTo>
                <a:lnTo>
                  <a:pt x="2539" y="3527"/>
                </a:lnTo>
                <a:lnTo>
                  <a:pt x="2540" y="3527"/>
                </a:lnTo>
                <a:lnTo>
                  <a:pt x="2540" y="3526"/>
                </a:lnTo>
                <a:lnTo>
                  <a:pt x="2540" y="3525"/>
                </a:lnTo>
                <a:lnTo>
                  <a:pt x="2540" y="3526"/>
                </a:lnTo>
                <a:lnTo>
                  <a:pt x="2541" y="3526"/>
                </a:lnTo>
                <a:lnTo>
                  <a:pt x="2541" y="3525"/>
                </a:lnTo>
                <a:lnTo>
                  <a:pt x="2541" y="3524"/>
                </a:lnTo>
                <a:lnTo>
                  <a:pt x="2542" y="3524"/>
                </a:lnTo>
                <a:lnTo>
                  <a:pt x="2541" y="3524"/>
                </a:lnTo>
                <a:lnTo>
                  <a:pt x="2542" y="3524"/>
                </a:lnTo>
                <a:lnTo>
                  <a:pt x="2542" y="3523"/>
                </a:lnTo>
                <a:lnTo>
                  <a:pt x="2543" y="3523"/>
                </a:lnTo>
                <a:lnTo>
                  <a:pt x="2544" y="3523"/>
                </a:lnTo>
                <a:lnTo>
                  <a:pt x="2544" y="3522"/>
                </a:lnTo>
                <a:lnTo>
                  <a:pt x="2544" y="3523"/>
                </a:lnTo>
                <a:lnTo>
                  <a:pt x="2544" y="3522"/>
                </a:lnTo>
                <a:lnTo>
                  <a:pt x="2545" y="3522"/>
                </a:lnTo>
                <a:lnTo>
                  <a:pt x="2545" y="3521"/>
                </a:lnTo>
                <a:lnTo>
                  <a:pt x="2546" y="3521"/>
                </a:lnTo>
                <a:lnTo>
                  <a:pt x="2546" y="3520"/>
                </a:lnTo>
                <a:lnTo>
                  <a:pt x="2547" y="3520"/>
                </a:lnTo>
                <a:lnTo>
                  <a:pt x="2548" y="3520"/>
                </a:lnTo>
                <a:lnTo>
                  <a:pt x="2548" y="3519"/>
                </a:lnTo>
                <a:lnTo>
                  <a:pt x="2548" y="3518"/>
                </a:lnTo>
                <a:lnTo>
                  <a:pt x="2549" y="3518"/>
                </a:lnTo>
                <a:lnTo>
                  <a:pt x="2550" y="3518"/>
                </a:lnTo>
                <a:lnTo>
                  <a:pt x="2550" y="3517"/>
                </a:lnTo>
                <a:lnTo>
                  <a:pt x="2550" y="3516"/>
                </a:lnTo>
                <a:lnTo>
                  <a:pt x="2550" y="3515"/>
                </a:lnTo>
                <a:lnTo>
                  <a:pt x="2550" y="3514"/>
                </a:lnTo>
                <a:lnTo>
                  <a:pt x="2551" y="3514"/>
                </a:lnTo>
                <a:lnTo>
                  <a:pt x="2550" y="3514"/>
                </a:lnTo>
                <a:lnTo>
                  <a:pt x="2550" y="3513"/>
                </a:lnTo>
                <a:lnTo>
                  <a:pt x="2551" y="3513"/>
                </a:lnTo>
                <a:lnTo>
                  <a:pt x="2551" y="3512"/>
                </a:lnTo>
                <a:lnTo>
                  <a:pt x="2552" y="3512"/>
                </a:lnTo>
                <a:lnTo>
                  <a:pt x="2552" y="3511"/>
                </a:lnTo>
                <a:lnTo>
                  <a:pt x="2552" y="3510"/>
                </a:lnTo>
                <a:lnTo>
                  <a:pt x="2551" y="3510"/>
                </a:lnTo>
                <a:lnTo>
                  <a:pt x="2551" y="3509"/>
                </a:lnTo>
                <a:lnTo>
                  <a:pt x="2550" y="3509"/>
                </a:lnTo>
                <a:lnTo>
                  <a:pt x="2549" y="3508"/>
                </a:lnTo>
                <a:lnTo>
                  <a:pt x="2549" y="3507"/>
                </a:lnTo>
                <a:lnTo>
                  <a:pt x="2549" y="3506"/>
                </a:lnTo>
                <a:lnTo>
                  <a:pt x="2549" y="3505"/>
                </a:lnTo>
                <a:lnTo>
                  <a:pt x="2550" y="3504"/>
                </a:lnTo>
                <a:lnTo>
                  <a:pt x="2550" y="3503"/>
                </a:lnTo>
                <a:lnTo>
                  <a:pt x="2551" y="3502"/>
                </a:lnTo>
                <a:lnTo>
                  <a:pt x="2552" y="3502"/>
                </a:lnTo>
                <a:lnTo>
                  <a:pt x="2552" y="3501"/>
                </a:lnTo>
                <a:lnTo>
                  <a:pt x="2553" y="3501"/>
                </a:lnTo>
                <a:lnTo>
                  <a:pt x="2553" y="3500"/>
                </a:lnTo>
                <a:lnTo>
                  <a:pt x="2554" y="3500"/>
                </a:lnTo>
                <a:lnTo>
                  <a:pt x="2553" y="3500"/>
                </a:lnTo>
                <a:lnTo>
                  <a:pt x="2553" y="3499"/>
                </a:lnTo>
                <a:lnTo>
                  <a:pt x="2552" y="3499"/>
                </a:lnTo>
                <a:lnTo>
                  <a:pt x="2553" y="3498"/>
                </a:lnTo>
                <a:lnTo>
                  <a:pt x="2552" y="3498"/>
                </a:lnTo>
                <a:lnTo>
                  <a:pt x="2552" y="3497"/>
                </a:lnTo>
                <a:lnTo>
                  <a:pt x="2551" y="3497"/>
                </a:lnTo>
                <a:lnTo>
                  <a:pt x="2551" y="3496"/>
                </a:lnTo>
                <a:lnTo>
                  <a:pt x="2551" y="3497"/>
                </a:lnTo>
                <a:lnTo>
                  <a:pt x="2550" y="3497"/>
                </a:lnTo>
                <a:lnTo>
                  <a:pt x="2550" y="3496"/>
                </a:lnTo>
                <a:lnTo>
                  <a:pt x="2550" y="3497"/>
                </a:lnTo>
                <a:lnTo>
                  <a:pt x="2550" y="3496"/>
                </a:lnTo>
                <a:lnTo>
                  <a:pt x="2549" y="3496"/>
                </a:lnTo>
                <a:lnTo>
                  <a:pt x="2549" y="3495"/>
                </a:lnTo>
                <a:lnTo>
                  <a:pt x="2549" y="3496"/>
                </a:lnTo>
                <a:lnTo>
                  <a:pt x="2549" y="3495"/>
                </a:lnTo>
                <a:lnTo>
                  <a:pt x="2548" y="3495"/>
                </a:lnTo>
                <a:lnTo>
                  <a:pt x="2548" y="3496"/>
                </a:lnTo>
                <a:lnTo>
                  <a:pt x="2547" y="3496"/>
                </a:lnTo>
                <a:lnTo>
                  <a:pt x="2546" y="3496"/>
                </a:lnTo>
                <a:lnTo>
                  <a:pt x="2545" y="3496"/>
                </a:lnTo>
                <a:lnTo>
                  <a:pt x="2544" y="3496"/>
                </a:lnTo>
                <a:lnTo>
                  <a:pt x="2543" y="3496"/>
                </a:lnTo>
                <a:lnTo>
                  <a:pt x="2543" y="3495"/>
                </a:lnTo>
                <a:lnTo>
                  <a:pt x="2543" y="3494"/>
                </a:lnTo>
                <a:lnTo>
                  <a:pt x="2543" y="3493"/>
                </a:lnTo>
                <a:lnTo>
                  <a:pt x="2542" y="3493"/>
                </a:lnTo>
                <a:lnTo>
                  <a:pt x="2543" y="3493"/>
                </a:lnTo>
                <a:lnTo>
                  <a:pt x="2542" y="3493"/>
                </a:lnTo>
                <a:lnTo>
                  <a:pt x="2542" y="3492"/>
                </a:lnTo>
                <a:lnTo>
                  <a:pt x="2542" y="3491"/>
                </a:lnTo>
                <a:lnTo>
                  <a:pt x="2543" y="3491"/>
                </a:lnTo>
                <a:lnTo>
                  <a:pt x="2543" y="3490"/>
                </a:lnTo>
                <a:lnTo>
                  <a:pt x="2544" y="3490"/>
                </a:lnTo>
                <a:lnTo>
                  <a:pt x="2545" y="3490"/>
                </a:lnTo>
                <a:lnTo>
                  <a:pt x="2545" y="3491"/>
                </a:lnTo>
                <a:lnTo>
                  <a:pt x="2545" y="3490"/>
                </a:lnTo>
                <a:lnTo>
                  <a:pt x="2546" y="3490"/>
                </a:lnTo>
                <a:lnTo>
                  <a:pt x="2547" y="3490"/>
                </a:lnTo>
                <a:lnTo>
                  <a:pt x="2547" y="3489"/>
                </a:lnTo>
                <a:lnTo>
                  <a:pt x="2548" y="3489"/>
                </a:lnTo>
                <a:lnTo>
                  <a:pt x="2548" y="3488"/>
                </a:lnTo>
                <a:lnTo>
                  <a:pt x="2549" y="3488"/>
                </a:lnTo>
                <a:lnTo>
                  <a:pt x="2548" y="3487"/>
                </a:lnTo>
                <a:lnTo>
                  <a:pt x="2548" y="3486"/>
                </a:lnTo>
                <a:lnTo>
                  <a:pt x="2547" y="3486"/>
                </a:lnTo>
                <a:lnTo>
                  <a:pt x="2547" y="3485"/>
                </a:lnTo>
                <a:lnTo>
                  <a:pt x="2546" y="3485"/>
                </a:lnTo>
                <a:lnTo>
                  <a:pt x="2545" y="3485"/>
                </a:lnTo>
                <a:lnTo>
                  <a:pt x="2545" y="3484"/>
                </a:lnTo>
                <a:lnTo>
                  <a:pt x="2545" y="3483"/>
                </a:lnTo>
                <a:lnTo>
                  <a:pt x="2544" y="3483"/>
                </a:lnTo>
                <a:lnTo>
                  <a:pt x="2544" y="3482"/>
                </a:lnTo>
                <a:lnTo>
                  <a:pt x="2545" y="3482"/>
                </a:lnTo>
                <a:lnTo>
                  <a:pt x="2545" y="3481"/>
                </a:lnTo>
                <a:lnTo>
                  <a:pt x="2544" y="3481"/>
                </a:lnTo>
                <a:lnTo>
                  <a:pt x="2545" y="3481"/>
                </a:lnTo>
                <a:lnTo>
                  <a:pt x="2544" y="3480"/>
                </a:lnTo>
                <a:lnTo>
                  <a:pt x="2544" y="3479"/>
                </a:lnTo>
                <a:lnTo>
                  <a:pt x="2545" y="3479"/>
                </a:lnTo>
                <a:lnTo>
                  <a:pt x="2544" y="3478"/>
                </a:lnTo>
                <a:lnTo>
                  <a:pt x="2544" y="3477"/>
                </a:lnTo>
                <a:lnTo>
                  <a:pt x="2543" y="3477"/>
                </a:lnTo>
                <a:lnTo>
                  <a:pt x="2542" y="3477"/>
                </a:lnTo>
                <a:lnTo>
                  <a:pt x="2542" y="3478"/>
                </a:lnTo>
                <a:lnTo>
                  <a:pt x="2541" y="3478"/>
                </a:lnTo>
                <a:lnTo>
                  <a:pt x="2540" y="3478"/>
                </a:lnTo>
                <a:lnTo>
                  <a:pt x="2539" y="3478"/>
                </a:lnTo>
                <a:lnTo>
                  <a:pt x="2538" y="3478"/>
                </a:lnTo>
                <a:lnTo>
                  <a:pt x="2537" y="3478"/>
                </a:lnTo>
                <a:lnTo>
                  <a:pt x="2537" y="3479"/>
                </a:lnTo>
                <a:lnTo>
                  <a:pt x="2537" y="3478"/>
                </a:lnTo>
                <a:lnTo>
                  <a:pt x="2536" y="3478"/>
                </a:lnTo>
                <a:lnTo>
                  <a:pt x="2535" y="3478"/>
                </a:lnTo>
                <a:lnTo>
                  <a:pt x="2535" y="3479"/>
                </a:lnTo>
                <a:lnTo>
                  <a:pt x="2534" y="3479"/>
                </a:lnTo>
                <a:lnTo>
                  <a:pt x="2534" y="3478"/>
                </a:lnTo>
                <a:lnTo>
                  <a:pt x="2534" y="3479"/>
                </a:lnTo>
                <a:lnTo>
                  <a:pt x="2533" y="3479"/>
                </a:lnTo>
                <a:lnTo>
                  <a:pt x="2533" y="3478"/>
                </a:lnTo>
                <a:lnTo>
                  <a:pt x="2533" y="3479"/>
                </a:lnTo>
                <a:lnTo>
                  <a:pt x="2532" y="3479"/>
                </a:lnTo>
                <a:lnTo>
                  <a:pt x="2531" y="3479"/>
                </a:lnTo>
                <a:lnTo>
                  <a:pt x="2530" y="3479"/>
                </a:lnTo>
                <a:lnTo>
                  <a:pt x="2529" y="3479"/>
                </a:lnTo>
                <a:lnTo>
                  <a:pt x="2529" y="3478"/>
                </a:lnTo>
                <a:lnTo>
                  <a:pt x="2529" y="3479"/>
                </a:lnTo>
                <a:lnTo>
                  <a:pt x="2529" y="3478"/>
                </a:lnTo>
                <a:lnTo>
                  <a:pt x="2529" y="3477"/>
                </a:lnTo>
                <a:lnTo>
                  <a:pt x="2529" y="3476"/>
                </a:lnTo>
                <a:lnTo>
                  <a:pt x="2530" y="3476"/>
                </a:lnTo>
                <a:lnTo>
                  <a:pt x="2530" y="3475"/>
                </a:lnTo>
                <a:lnTo>
                  <a:pt x="2531" y="3475"/>
                </a:lnTo>
                <a:lnTo>
                  <a:pt x="2531" y="3474"/>
                </a:lnTo>
                <a:lnTo>
                  <a:pt x="2531" y="3473"/>
                </a:lnTo>
                <a:lnTo>
                  <a:pt x="2531" y="3472"/>
                </a:lnTo>
                <a:lnTo>
                  <a:pt x="2531" y="3471"/>
                </a:lnTo>
                <a:lnTo>
                  <a:pt x="2532" y="3471"/>
                </a:lnTo>
                <a:lnTo>
                  <a:pt x="2531" y="3471"/>
                </a:lnTo>
                <a:lnTo>
                  <a:pt x="2531" y="3470"/>
                </a:lnTo>
                <a:lnTo>
                  <a:pt x="2532" y="3470"/>
                </a:lnTo>
                <a:lnTo>
                  <a:pt x="2532" y="3469"/>
                </a:lnTo>
                <a:lnTo>
                  <a:pt x="2531" y="3469"/>
                </a:lnTo>
                <a:lnTo>
                  <a:pt x="2532" y="3469"/>
                </a:lnTo>
                <a:lnTo>
                  <a:pt x="2532" y="3468"/>
                </a:lnTo>
                <a:lnTo>
                  <a:pt x="2532" y="3467"/>
                </a:lnTo>
                <a:lnTo>
                  <a:pt x="2532" y="3466"/>
                </a:lnTo>
                <a:lnTo>
                  <a:pt x="2532" y="3465"/>
                </a:lnTo>
                <a:lnTo>
                  <a:pt x="2532" y="3464"/>
                </a:lnTo>
                <a:lnTo>
                  <a:pt x="2532" y="3463"/>
                </a:lnTo>
                <a:lnTo>
                  <a:pt x="2532" y="3462"/>
                </a:lnTo>
                <a:lnTo>
                  <a:pt x="2532" y="3461"/>
                </a:lnTo>
                <a:lnTo>
                  <a:pt x="2532" y="3460"/>
                </a:lnTo>
                <a:lnTo>
                  <a:pt x="2533" y="3460"/>
                </a:lnTo>
                <a:lnTo>
                  <a:pt x="2533" y="3459"/>
                </a:lnTo>
                <a:lnTo>
                  <a:pt x="2533" y="3458"/>
                </a:lnTo>
                <a:lnTo>
                  <a:pt x="2533" y="3457"/>
                </a:lnTo>
                <a:lnTo>
                  <a:pt x="2533" y="3456"/>
                </a:lnTo>
                <a:lnTo>
                  <a:pt x="2533" y="3455"/>
                </a:lnTo>
                <a:lnTo>
                  <a:pt x="2533" y="3454"/>
                </a:lnTo>
                <a:lnTo>
                  <a:pt x="2533" y="3453"/>
                </a:lnTo>
                <a:lnTo>
                  <a:pt x="2533" y="3452"/>
                </a:lnTo>
                <a:lnTo>
                  <a:pt x="2533" y="3451"/>
                </a:lnTo>
                <a:lnTo>
                  <a:pt x="2533" y="3450"/>
                </a:lnTo>
                <a:lnTo>
                  <a:pt x="2533" y="3449"/>
                </a:lnTo>
                <a:lnTo>
                  <a:pt x="2533" y="3448"/>
                </a:lnTo>
                <a:lnTo>
                  <a:pt x="2532" y="3448"/>
                </a:lnTo>
                <a:lnTo>
                  <a:pt x="2532" y="3447"/>
                </a:lnTo>
                <a:lnTo>
                  <a:pt x="2533" y="3447"/>
                </a:lnTo>
                <a:lnTo>
                  <a:pt x="2532" y="3447"/>
                </a:lnTo>
                <a:lnTo>
                  <a:pt x="2533" y="3447"/>
                </a:lnTo>
                <a:lnTo>
                  <a:pt x="2533" y="3446"/>
                </a:lnTo>
                <a:lnTo>
                  <a:pt x="2533" y="3445"/>
                </a:lnTo>
                <a:lnTo>
                  <a:pt x="2532" y="3445"/>
                </a:lnTo>
                <a:lnTo>
                  <a:pt x="2532" y="3444"/>
                </a:lnTo>
                <a:lnTo>
                  <a:pt x="2531" y="3444"/>
                </a:lnTo>
                <a:lnTo>
                  <a:pt x="2531" y="3443"/>
                </a:lnTo>
                <a:lnTo>
                  <a:pt x="2530" y="3443"/>
                </a:lnTo>
                <a:lnTo>
                  <a:pt x="2531" y="3443"/>
                </a:lnTo>
                <a:lnTo>
                  <a:pt x="2531" y="3442"/>
                </a:lnTo>
                <a:lnTo>
                  <a:pt x="2532" y="3442"/>
                </a:lnTo>
                <a:lnTo>
                  <a:pt x="2532" y="3441"/>
                </a:lnTo>
                <a:lnTo>
                  <a:pt x="2533" y="3441"/>
                </a:lnTo>
                <a:lnTo>
                  <a:pt x="2533" y="3440"/>
                </a:lnTo>
                <a:lnTo>
                  <a:pt x="2533" y="3439"/>
                </a:lnTo>
                <a:lnTo>
                  <a:pt x="2534" y="3439"/>
                </a:lnTo>
                <a:lnTo>
                  <a:pt x="2535" y="3439"/>
                </a:lnTo>
                <a:lnTo>
                  <a:pt x="2536" y="3439"/>
                </a:lnTo>
                <a:lnTo>
                  <a:pt x="2536" y="3438"/>
                </a:lnTo>
                <a:lnTo>
                  <a:pt x="2537" y="3438"/>
                </a:lnTo>
                <a:lnTo>
                  <a:pt x="2538" y="3438"/>
                </a:lnTo>
                <a:lnTo>
                  <a:pt x="2539" y="3438"/>
                </a:lnTo>
                <a:lnTo>
                  <a:pt x="2539" y="3437"/>
                </a:lnTo>
                <a:lnTo>
                  <a:pt x="2540" y="3437"/>
                </a:lnTo>
                <a:lnTo>
                  <a:pt x="2541" y="3437"/>
                </a:lnTo>
                <a:lnTo>
                  <a:pt x="2541" y="3436"/>
                </a:lnTo>
                <a:lnTo>
                  <a:pt x="2542" y="3436"/>
                </a:lnTo>
                <a:lnTo>
                  <a:pt x="2542" y="3435"/>
                </a:lnTo>
                <a:lnTo>
                  <a:pt x="2543" y="3435"/>
                </a:lnTo>
                <a:lnTo>
                  <a:pt x="2543" y="3434"/>
                </a:lnTo>
                <a:lnTo>
                  <a:pt x="2544" y="3434"/>
                </a:lnTo>
                <a:lnTo>
                  <a:pt x="2544" y="3433"/>
                </a:lnTo>
                <a:lnTo>
                  <a:pt x="2544" y="3432"/>
                </a:lnTo>
                <a:lnTo>
                  <a:pt x="2545" y="3432"/>
                </a:lnTo>
                <a:lnTo>
                  <a:pt x="2546" y="3432"/>
                </a:lnTo>
                <a:lnTo>
                  <a:pt x="2546" y="3431"/>
                </a:lnTo>
                <a:lnTo>
                  <a:pt x="2547" y="3431"/>
                </a:lnTo>
                <a:lnTo>
                  <a:pt x="2547" y="3430"/>
                </a:lnTo>
                <a:lnTo>
                  <a:pt x="2547" y="3431"/>
                </a:lnTo>
                <a:lnTo>
                  <a:pt x="2548" y="3431"/>
                </a:lnTo>
                <a:lnTo>
                  <a:pt x="2548" y="3432"/>
                </a:lnTo>
                <a:lnTo>
                  <a:pt x="2549" y="3432"/>
                </a:lnTo>
                <a:lnTo>
                  <a:pt x="2550" y="3432"/>
                </a:lnTo>
                <a:lnTo>
                  <a:pt x="2551" y="3432"/>
                </a:lnTo>
                <a:lnTo>
                  <a:pt x="2552" y="3432"/>
                </a:lnTo>
                <a:lnTo>
                  <a:pt x="2553" y="3432"/>
                </a:lnTo>
                <a:lnTo>
                  <a:pt x="2553" y="3433"/>
                </a:lnTo>
                <a:lnTo>
                  <a:pt x="2554" y="3432"/>
                </a:lnTo>
                <a:lnTo>
                  <a:pt x="2555" y="3432"/>
                </a:lnTo>
                <a:lnTo>
                  <a:pt x="2555" y="3431"/>
                </a:lnTo>
                <a:lnTo>
                  <a:pt x="2556" y="3431"/>
                </a:lnTo>
                <a:lnTo>
                  <a:pt x="2556" y="3430"/>
                </a:lnTo>
                <a:lnTo>
                  <a:pt x="2557" y="3430"/>
                </a:lnTo>
                <a:lnTo>
                  <a:pt x="2557" y="3429"/>
                </a:lnTo>
                <a:lnTo>
                  <a:pt x="2557" y="3428"/>
                </a:lnTo>
                <a:lnTo>
                  <a:pt x="2556" y="3428"/>
                </a:lnTo>
                <a:lnTo>
                  <a:pt x="2556" y="3427"/>
                </a:lnTo>
                <a:lnTo>
                  <a:pt x="2556" y="3426"/>
                </a:lnTo>
                <a:lnTo>
                  <a:pt x="2555" y="3426"/>
                </a:lnTo>
                <a:lnTo>
                  <a:pt x="2554" y="3426"/>
                </a:lnTo>
                <a:lnTo>
                  <a:pt x="2555" y="3426"/>
                </a:lnTo>
                <a:lnTo>
                  <a:pt x="2554" y="3426"/>
                </a:lnTo>
                <a:lnTo>
                  <a:pt x="2554" y="3425"/>
                </a:lnTo>
                <a:lnTo>
                  <a:pt x="2554" y="3426"/>
                </a:lnTo>
                <a:lnTo>
                  <a:pt x="2553" y="3426"/>
                </a:lnTo>
                <a:lnTo>
                  <a:pt x="2553" y="3425"/>
                </a:lnTo>
                <a:lnTo>
                  <a:pt x="2552" y="3425"/>
                </a:lnTo>
                <a:lnTo>
                  <a:pt x="2552" y="3424"/>
                </a:lnTo>
                <a:lnTo>
                  <a:pt x="2551" y="3424"/>
                </a:lnTo>
                <a:lnTo>
                  <a:pt x="2551" y="3423"/>
                </a:lnTo>
                <a:lnTo>
                  <a:pt x="2550" y="3423"/>
                </a:lnTo>
                <a:lnTo>
                  <a:pt x="2550" y="3421"/>
                </a:lnTo>
                <a:lnTo>
                  <a:pt x="2550" y="3420"/>
                </a:lnTo>
                <a:lnTo>
                  <a:pt x="2550" y="3419"/>
                </a:lnTo>
                <a:lnTo>
                  <a:pt x="2550" y="3418"/>
                </a:lnTo>
                <a:lnTo>
                  <a:pt x="2550" y="3417"/>
                </a:lnTo>
                <a:lnTo>
                  <a:pt x="2550" y="3416"/>
                </a:lnTo>
                <a:lnTo>
                  <a:pt x="2549" y="3416"/>
                </a:lnTo>
                <a:lnTo>
                  <a:pt x="2549" y="3415"/>
                </a:lnTo>
                <a:lnTo>
                  <a:pt x="2549" y="3414"/>
                </a:lnTo>
                <a:lnTo>
                  <a:pt x="2548" y="3414"/>
                </a:lnTo>
                <a:lnTo>
                  <a:pt x="2549" y="3414"/>
                </a:lnTo>
                <a:lnTo>
                  <a:pt x="2549" y="3412"/>
                </a:lnTo>
                <a:lnTo>
                  <a:pt x="2548" y="3412"/>
                </a:lnTo>
                <a:lnTo>
                  <a:pt x="2549" y="3412"/>
                </a:lnTo>
                <a:lnTo>
                  <a:pt x="2549" y="3411"/>
                </a:lnTo>
                <a:lnTo>
                  <a:pt x="2549" y="3410"/>
                </a:lnTo>
                <a:lnTo>
                  <a:pt x="2549" y="3409"/>
                </a:lnTo>
                <a:lnTo>
                  <a:pt x="2549" y="3408"/>
                </a:lnTo>
                <a:lnTo>
                  <a:pt x="2549" y="3407"/>
                </a:lnTo>
                <a:lnTo>
                  <a:pt x="2549" y="3406"/>
                </a:lnTo>
                <a:lnTo>
                  <a:pt x="2550" y="3406"/>
                </a:lnTo>
                <a:lnTo>
                  <a:pt x="2549" y="3406"/>
                </a:lnTo>
                <a:lnTo>
                  <a:pt x="2549" y="3405"/>
                </a:lnTo>
                <a:lnTo>
                  <a:pt x="2549" y="3404"/>
                </a:lnTo>
                <a:lnTo>
                  <a:pt x="2549" y="3403"/>
                </a:lnTo>
                <a:lnTo>
                  <a:pt x="2549" y="3402"/>
                </a:lnTo>
                <a:lnTo>
                  <a:pt x="2549" y="3401"/>
                </a:lnTo>
                <a:lnTo>
                  <a:pt x="2550" y="3401"/>
                </a:lnTo>
                <a:lnTo>
                  <a:pt x="2550" y="3402"/>
                </a:lnTo>
                <a:lnTo>
                  <a:pt x="2551" y="3402"/>
                </a:lnTo>
                <a:lnTo>
                  <a:pt x="2552" y="3402"/>
                </a:lnTo>
                <a:lnTo>
                  <a:pt x="2552" y="3401"/>
                </a:lnTo>
                <a:lnTo>
                  <a:pt x="2552" y="3400"/>
                </a:lnTo>
                <a:lnTo>
                  <a:pt x="2553" y="3400"/>
                </a:lnTo>
                <a:lnTo>
                  <a:pt x="2553" y="3399"/>
                </a:lnTo>
                <a:lnTo>
                  <a:pt x="2554" y="3399"/>
                </a:lnTo>
                <a:lnTo>
                  <a:pt x="2554" y="3398"/>
                </a:lnTo>
                <a:lnTo>
                  <a:pt x="2554" y="3397"/>
                </a:lnTo>
                <a:lnTo>
                  <a:pt x="2555" y="3397"/>
                </a:lnTo>
                <a:lnTo>
                  <a:pt x="2555" y="3396"/>
                </a:lnTo>
                <a:lnTo>
                  <a:pt x="2555" y="3395"/>
                </a:lnTo>
                <a:lnTo>
                  <a:pt x="2556" y="3395"/>
                </a:lnTo>
                <a:lnTo>
                  <a:pt x="2556" y="3394"/>
                </a:lnTo>
                <a:lnTo>
                  <a:pt x="2556" y="3393"/>
                </a:lnTo>
                <a:lnTo>
                  <a:pt x="2557" y="3393"/>
                </a:lnTo>
                <a:lnTo>
                  <a:pt x="2557" y="3392"/>
                </a:lnTo>
                <a:lnTo>
                  <a:pt x="2557" y="3391"/>
                </a:lnTo>
                <a:lnTo>
                  <a:pt x="2558" y="3391"/>
                </a:lnTo>
                <a:lnTo>
                  <a:pt x="2558" y="3390"/>
                </a:lnTo>
                <a:lnTo>
                  <a:pt x="2557" y="3390"/>
                </a:lnTo>
                <a:lnTo>
                  <a:pt x="2557" y="3389"/>
                </a:lnTo>
                <a:lnTo>
                  <a:pt x="2558" y="3389"/>
                </a:lnTo>
                <a:lnTo>
                  <a:pt x="2558" y="3388"/>
                </a:lnTo>
                <a:lnTo>
                  <a:pt x="2558" y="3387"/>
                </a:lnTo>
                <a:lnTo>
                  <a:pt x="2558" y="3386"/>
                </a:lnTo>
                <a:lnTo>
                  <a:pt x="2559" y="3386"/>
                </a:lnTo>
                <a:lnTo>
                  <a:pt x="2559" y="3385"/>
                </a:lnTo>
                <a:lnTo>
                  <a:pt x="2559" y="3384"/>
                </a:lnTo>
                <a:lnTo>
                  <a:pt x="2559" y="3383"/>
                </a:lnTo>
                <a:lnTo>
                  <a:pt x="2560" y="3383"/>
                </a:lnTo>
                <a:lnTo>
                  <a:pt x="2560" y="3382"/>
                </a:lnTo>
                <a:lnTo>
                  <a:pt x="2561" y="3381"/>
                </a:lnTo>
                <a:lnTo>
                  <a:pt x="2561" y="3380"/>
                </a:lnTo>
                <a:lnTo>
                  <a:pt x="2561" y="3379"/>
                </a:lnTo>
                <a:lnTo>
                  <a:pt x="2562" y="3379"/>
                </a:lnTo>
                <a:lnTo>
                  <a:pt x="2562" y="3380"/>
                </a:lnTo>
                <a:lnTo>
                  <a:pt x="2563" y="3380"/>
                </a:lnTo>
                <a:lnTo>
                  <a:pt x="2564" y="3380"/>
                </a:lnTo>
                <a:lnTo>
                  <a:pt x="2565" y="3380"/>
                </a:lnTo>
                <a:lnTo>
                  <a:pt x="2565" y="3381"/>
                </a:lnTo>
                <a:lnTo>
                  <a:pt x="2565" y="3382"/>
                </a:lnTo>
                <a:lnTo>
                  <a:pt x="2566" y="3382"/>
                </a:lnTo>
                <a:lnTo>
                  <a:pt x="2566" y="3383"/>
                </a:lnTo>
                <a:lnTo>
                  <a:pt x="2567" y="3383"/>
                </a:lnTo>
                <a:lnTo>
                  <a:pt x="2566" y="3383"/>
                </a:lnTo>
                <a:lnTo>
                  <a:pt x="2567" y="3383"/>
                </a:lnTo>
                <a:lnTo>
                  <a:pt x="2567" y="3384"/>
                </a:lnTo>
                <a:lnTo>
                  <a:pt x="2568" y="3385"/>
                </a:lnTo>
                <a:lnTo>
                  <a:pt x="2568" y="3386"/>
                </a:lnTo>
                <a:lnTo>
                  <a:pt x="2569" y="3386"/>
                </a:lnTo>
                <a:lnTo>
                  <a:pt x="2570" y="3386"/>
                </a:lnTo>
                <a:lnTo>
                  <a:pt x="2571" y="3386"/>
                </a:lnTo>
                <a:lnTo>
                  <a:pt x="2572" y="3386"/>
                </a:lnTo>
                <a:lnTo>
                  <a:pt x="2572" y="3385"/>
                </a:lnTo>
                <a:lnTo>
                  <a:pt x="2573" y="3385"/>
                </a:lnTo>
                <a:lnTo>
                  <a:pt x="2573" y="3384"/>
                </a:lnTo>
                <a:lnTo>
                  <a:pt x="2574" y="3384"/>
                </a:lnTo>
                <a:lnTo>
                  <a:pt x="2574" y="3383"/>
                </a:lnTo>
                <a:lnTo>
                  <a:pt x="2575" y="3383"/>
                </a:lnTo>
                <a:lnTo>
                  <a:pt x="2575" y="3382"/>
                </a:lnTo>
                <a:lnTo>
                  <a:pt x="2576" y="3382"/>
                </a:lnTo>
                <a:lnTo>
                  <a:pt x="2576" y="3381"/>
                </a:lnTo>
                <a:lnTo>
                  <a:pt x="2577" y="3381"/>
                </a:lnTo>
                <a:lnTo>
                  <a:pt x="2577" y="3380"/>
                </a:lnTo>
                <a:lnTo>
                  <a:pt x="2578" y="3380"/>
                </a:lnTo>
                <a:lnTo>
                  <a:pt x="2578" y="3379"/>
                </a:lnTo>
                <a:lnTo>
                  <a:pt x="2578" y="3378"/>
                </a:lnTo>
                <a:lnTo>
                  <a:pt x="2579" y="3378"/>
                </a:lnTo>
                <a:lnTo>
                  <a:pt x="2579" y="3377"/>
                </a:lnTo>
                <a:lnTo>
                  <a:pt x="2579" y="3376"/>
                </a:lnTo>
                <a:lnTo>
                  <a:pt x="2579" y="3375"/>
                </a:lnTo>
                <a:lnTo>
                  <a:pt x="2580" y="3375"/>
                </a:lnTo>
                <a:lnTo>
                  <a:pt x="2581" y="3375"/>
                </a:lnTo>
                <a:lnTo>
                  <a:pt x="2582" y="3375"/>
                </a:lnTo>
                <a:lnTo>
                  <a:pt x="2582" y="3376"/>
                </a:lnTo>
                <a:lnTo>
                  <a:pt x="2582" y="3375"/>
                </a:lnTo>
                <a:lnTo>
                  <a:pt x="2583" y="3375"/>
                </a:lnTo>
                <a:lnTo>
                  <a:pt x="2584" y="3375"/>
                </a:lnTo>
                <a:lnTo>
                  <a:pt x="2585" y="3375"/>
                </a:lnTo>
                <a:lnTo>
                  <a:pt x="2585" y="3374"/>
                </a:lnTo>
                <a:lnTo>
                  <a:pt x="2586" y="3374"/>
                </a:lnTo>
                <a:lnTo>
                  <a:pt x="2586" y="3373"/>
                </a:lnTo>
                <a:lnTo>
                  <a:pt x="2586" y="3372"/>
                </a:lnTo>
                <a:lnTo>
                  <a:pt x="2587" y="3372"/>
                </a:lnTo>
                <a:lnTo>
                  <a:pt x="2588" y="3372"/>
                </a:lnTo>
                <a:lnTo>
                  <a:pt x="2588" y="3371"/>
                </a:lnTo>
                <a:lnTo>
                  <a:pt x="2588" y="3370"/>
                </a:lnTo>
                <a:lnTo>
                  <a:pt x="2588" y="3369"/>
                </a:lnTo>
                <a:lnTo>
                  <a:pt x="2588" y="3368"/>
                </a:lnTo>
                <a:lnTo>
                  <a:pt x="2589" y="3368"/>
                </a:lnTo>
                <a:lnTo>
                  <a:pt x="2589" y="3367"/>
                </a:lnTo>
                <a:lnTo>
                  <a:pt x="2589" y="3366"/>
                </a:lnTo>
                <a:lnTo>
                  <a:pt x="2588" y="3366"/>
                </a:lnTo>
                <a:lnTo>
                  <a:pt x="2589" y="3366"/>
                </a:lnTo>
                <a:lnTo>
                  <a:pt x="2589" y="3365"/>
                </a:lnTo>
                <a:lnTo>
                  <a:pt x="2590" y="3365"/>
                </a:lnTo>
                <a:lnTo>
                  <a:pt x="2591" y="3365"/>
                </a:lnTo>
                <a:lnTo>
                  <a:pt x="2591" y="3366"/>
                </a:lnTo>
                <a:lnTo>
                  <a:pt x="2592" y="3366"/>
                </a:lnTo>
                <a:lnTo>
                  <a:pt x="2592" y="3365"/>
                </a:lnTo>
                <a:lnTo>
                  <a:pt x="2592" y="3366"/>
                </a:lnTo>
                <a:lnTo>
                  <a:pt x="2593" y="3366"/>
                </a:lnTo>
                <a:lnTo>
                  <a:pt x="2593" y="3365"/>
                </a:lnTo>
                <a:lnTo>
                  <a:pt x="2593" y="3364"/>
                </a:lnTo>
                <a:lnTo>
                  <a:pt x="2593" y="3363"/>
                </a:lnTo>
                <a:lnTo>
                  <a:pt x="2594" y="3363"/>
                </a:lnTo>
                <a:lnTo>
                  <a:pt x="2594" y="3362"/>
                </a:lnTo>
                <a:lnTo>
                  <a:pt x="2594" y="3361"/>
                </a:lnTo>
                <a:lnTo>
                  <a:pt x="2593" y="3360"/>
                </a:lnTo>
                <a:lnTo>
                  <a:pt x="2594" y="3360"/>
                </a:lnTo>
                <a:lnTo>
                  <a:pt x="2594" y="3359"/>
                </a:lnTo>
                <a:lnTo>
                  <a:pt x="2595" y="3359"/>
                </a:lnTo>
                <a:lnTo>
                  <a:pt x="2594" y="3359"/>
                </a:lnTo>
                <a:lnTo>
                  <a:pt x="2595" y="3359"/>
                </a:lnTo>
                <a:lnTo>
                  <a:pt x="2595" y="3358"/>
                </a:lnTo>
                <a:lnTo>
                  <a:pt x="2595" y="3357"/>
                </a:lnTo>
                <a:lnTo>
                  <a:pt x="2594" y="3357"/>
                </a:lnTo>
                <a:lnTo>
                  <a:pt x="2594" y="3356"/>
                </a:lnTo>
                <a:lnTo>
                  <a:pt x="2594" y="3355"/>
                </a:lnTo>
                <a:lnTo>
                  <a:pt x="2594" y="3354"/>
                </a:lnTo>
                <a:lnTo>
                  <a:pt x="2593" y="3354"/>
                </a:lnTo>
                <a:lnTo>
                  <a:pt x="2593" y="3353"/>
                </a:lnTo>
                <a:lnTo>
                  <a:pt x="2593" y="3352"/>
                </a:lnTo>
                <a:lnTo>
                  <a:pt x="2592" y="3352"/>
                </a:lnTo>
                <a:lnTo>
                  <a:pt x="2592" y="3351"/>
                </a:lnTo>
                <a:lnTo>
                  <a:pt x="2591" y="3351"/>
                </a:lnTo>
                <a:lnTo>
                  <a:pt x="2592" y="3351"/>
                </a:lnTo>
                <a:lnTo>
                  <a:pt x="2591" y="3351"/>
                </a:lnTo>
                <a:lnTo>
                  <a:pt x="2591" y="3350"/>
                </a:lnTo>
                <a:lnTo>
                  <a:pt x="2592" y="3350"/>
                </a:lnTo>
                <a:lnTo>
                  <a:pt x="2593" y="3350"/>
                </a:lnTo>
                <a:lnTo>
                  <a:pt x="2593" y="3349"/>
                </a:lnTo>
                <a:lnTo>
                  <a:pt x="2593" y="3350"/>
                </a:lnTo>
                <a:lnTo>
                  <a:pt x="2593" y="3349"/>
                </a:lnTo>
                <a:lnTo>
                  <a:pt x="2593" y="3350"/>
                </a:lnTo>
                <a:lnTo>
                  <a:pt x="2593" y="3349"/>
                </a:lnTo>
                <a:lnTo>
                  <a:pt x="2594" y="3349"/>
                </a:lnTo>
                <a:lnTo>
                  <a:pt x="2595" y="3349"/>
                </a:lnTo>
                <a:lnTo>
                  <a:pt x="2595" y="3348"/>
                </a:lnTo>
                <a:lnTo>
                  <a:pt x="2595" y="3347"/>
                </a:lnTo>
                <a:lnTo>
                  <a:pt x="2596" y="3347"/>
                </a:lnTo>
                <a:lnTo>
                  <a:pt x="2596" y="3346"/>
                </a:lnTo>
                <a:lnTo>
                  <a:pt x="2597" y="3346"/>
                </a:lnTo>
                <a:lnTo>
                  <a:pt x="2597" y="3345"/>
                </a:lnTo>
                <a:lnTo>
                  <a:pt x="2597" y="3344"/>
                </a:lnTo>
                <a:lnTo>
                  <a:pt x="2598" y="3344"/>
                </a:lnTo>
                <a:lnTo>
                  <a:pt x="2598" y="3343"/>
                </a:lnTo>
                <a:lnTo>
                  <a:pt x="2598" y="3342"/>
                </a:lnTo>
                <a:lnTo>
                  <a:pt x="2597" y="3342"/>
                </a:lnTo>
                <a:lnTo>
                  <a:pt x="2597" y="3341"/>
                </a:lnTo>
                <a:lnTo>
                  <a:pt x="2597" y="3340"/>
                </a:lnTo>
                <a:lnTo>
                  <a:pt x="2597" y="3339"/>
                </a:lnTo>
                <a:lnTo>
                  <a:pt x="2596" y="3339"/>
                </a:lnTo>
                <a:lnTo>
                  <a:pt x="2596" y="3338"/>
                </a:lnTo>
                <a:lnTo>
                  <a:pt x="2596" y="3337"/>
                </a:lnTo>
                <a:lnTo>
                  <a:pt x="2597" y="3337"/>
                </a:lnTo>
                <a:lnTo>
                  <a:pt x="2598" y="3337"/>
                </a:lnTo>
                <a:lnTo>
                  <a:pt x="2598" y="3338"/>
                </a:lnTo>
                <a:lnTo>
                  <a:pt x="2599" y="3338"/>
                </a:lnTo>
                <a:lnTo>
                  <a:pt x="2600" y="3338"/>
                </a:lnTo>
                <a:lnTo>
                  <a:pt x="2601" y="3338"/>
                </a:lnTo>
                <a:lnTo>
                  <a:pt x="2601" y="3339"/>
                </a:lnTo>
                <a:lnTo>
                  <a:pt x="2602" y="3339"/>
                </a:lnTo>
                <a:lnTo>
                  <a:pt x="2603" y="3339"/>
                </a:lnTo>
                <a:lnTo>
                  <a:pt x="2604" y="3339"/>
                </a:lnTo>
                <a:lnTo>
                  <a:pt x="2604" y="3340"/>
                </a:lnTo>
                <a:lnTo>
                  <a:pt x="2605" y="3340"/>
                </a:lnTo>
                <a:lnTo>
                  <a:pt x="2605" y="3339"/>
                </a:lnTo>
                <a:lnTo>
                  <a:pt x="2605" y="3340"/>
                </a:lnTo>
                <a:lnTo>
                  <a:pt x="2606" y="3340"/>
                </a:lnTo>
                <a:lnTo>
                  <a:pt x="2606" y="3341"/>
                </a:lnTo>
                <a:lnTo>
                  <a:pt x="2607" y="3341"/>
                </a:lnTo>
                <a:lnTo>
                  <a:pt x="2607" y="3342"/>
                </a:lnTo>
                <a:lnTo>
                  <a:pt x="2608" y="3342"/>
                </a:lnTo>
                <a:lnTo>
                  <a:pt x="2608" y="3343"/>
                </a:lnTo>
                <a:lnTo>
                  <a:pt x="2609" y="3343"/>
                </a:lnTo>
                <a:lnTo>
                  <a:pt x="2609" y="3344"/>
                </a:lnTo>
                <a:lnTo>
                  <a:pt x="2609" y="3345"/>
                </a:lnTo>
                <a:lnTo>
                  <a:pt x="2610" y="3345"/>
                </a:lnTo>
                <a:lnTo>
                  <a:pt x="2610" y="3346"/>
                </a:lnTo>
                <a:lnTo>
                  <a:pt x="2611" y="3346"/>
                </a:lnTo>
                <a:lnTo>
                  <a:pt x="2612" y="3346"/>
                </a:lnTo>
                <a:lnTo>
                  <a:pt x="2612" y="3345"/>
                </a:lnTo>
                <a:lnTo>
                  <a:pt x="2613" y="3345"/>
                </a:lnTo>
                <a:lnTo>
                  <a:pt x="2613" y="3344"/>
                </a:lnTo>
                <a:lnTo>
                  <a:pt x="2614" y="3344"/>
                </a:lnTo>
                <a:lnTo>
                  <a:pt x="2614" y="3343"/>
                </a:lnTo>
                <a:lnTo>
                  <a:pt x="2615" y="3343"/>
                </a:lnTo>
                <a:lnTo>
                  <a:pt x="2616" y="3343"/>
                </a:lnTo>
                <a:lnTo>
                  <a:pt x="2616" y="3342"/>
                </a:lnTo>
                <a:lnTo>
                  <a:pt x="2617" y="3342"/>
                </a:lnTo>
                <a:lnTo>
                  <a:pt x="2618" y="3342"/>
                </a:lnTo>
                <a:lnTo>
                  <a:pt x="2618" y="3341"/>
                </a:lnTo>
                <a:lnTo>
                  <a:pt x="2618" y="3340"/>
                </a:lnTo>
                <a:lnTo>
                  <a:pt x="2619" y="3340"/>
                </a:lnTo>
                <a:lnTo>
                  <a:pt x="2619" y="3341"/>
                </a:lnTo>
                <a:lnTo>
                  <a:pt x="2620" y="3341"/>
                </a:lnTo>
                <a:lnTo>
                  <a:pt x="2620" y="3340"/>
                </a:lnTo>
                <a:lnTo>
                  <a:pt x="2621" y="3340"/>
                </a:lnTo>
                <a:lnTo>
                  <a:pt x="2621" y="3339"/>
                </a:lnTo>
                <a:lnTo>
                  <a:pt x="2621" y="3338"/>
                </a:lnTo>
                <a:lnTo>
                  <a:pt x="2621" y="3337"/>
                </a:lnTo>
                <a:lnTo>
                  <a:pt x="2621" y="3336"/>
                </a:lnTo>
                <a:lnTo>
                  <a:pt x="2621" y="3335"/>
                </a:lnTo>
                <a:lnTo>
                  <a:pt x="2621" y="3334"/>
                </a:lnTo>
                <a:lnTo>
                  <a:pt x="2621" y="3333"/>
                </a:lnTo>
                <a:lnTo>
                  <a:pt x="2622" y="3333"/>
                </a:lnTo>
                <a:lnTo>
                  <a:pt x="2622" y="3332"/>
                </a:lnTo>
                <a:lnTo>
                  <a:pt x="2622" y="3331"/>
                </a:lnTo>
                <a:lnTo>
                  <a:pt x="2623" y="3331"/>
                </a:lnTo>
                <a:lnTo>
                  <a:pt x="2624" y="3331"/>
                </a:lnTo>
                <a:lnTo>
                  <a:pt x="2624" y="3330"/>
                </a:lnTo>
                <a:lnTo>
                  <a:pt x="2625" y="3330"/>
                </a:lnTo>
                <a:lnTo>
                  <a:pt x="2626" y="3330"/>
                </a:lnTo>
                <a:lnTo>
                  <a:pt x="2627" y="3330"/>
                </a:lnTo>
                <a:lnTo>
                  <a:pt x="2627" y="3329"/>
                </a:lnTo>
                <a:lnTo>
                  <a:pt x="2627" y="3328"/>
                </a:lnTo>
                <a:lnTo>
                  <a:pt x="2627" y="3327"/>
                </a:lnTo>
                <a:lnTo>
                  <a:pt x="2627" y="3326"/>
                </a:lnTo>
                <a:lnTo>
                  <a:pt x="2627" y="3325"/>
                </a:lnTo>
                <a:lnTo>
                  <a:pt x="2627" y="3324"/>
                </a:lnTo>
                <a:lnTo>
                  <a:pt x="2627" y="3323"/>
                </a:lnTo>
                <a:lnTo>
                  <a:pt x="2627" y="3322"/>
                </a:lnTo>
                <a:lnTo>
                  <a:pt x="2628" y="3322"/>
                </a:lnTo>
                <a:lnTo>
                  <a:pt x="2629" y="3322"/>
                </a:lnTo>
                <a:lnTo>
                  <a:pt x="2629" y="3321"/>
                </a:lnTo>
                <a:lnTo>
                  <a:pt x="2629" y="3320"/>
                </a:lnTo>
                <a:lnTo>
                  <a:pt x="2628" y="3320"/>
                </a:lnTo>
                <a:lnTo>
                  <a:pt x="2628" y="3319"/>
                </a:lnTo>
                <a:lnTo>
                  <a:pt x="2628" y="3318"/>
                </a:lnTo>
                <a:lnTo>
                  <a:pt x="2629" y="3318"/>
                </a:lnTo>
                <a:lnTo>
                  <a:pt x="2629" y="3317"/>
                </a:lnTo>
                <a:lnTo>
                  <a:pt x="2630" y="3317"/>
                </a:lnTo>
                <a:lnTo>
                  <a:pt x="2630" y="3316"/>
                </a:lnTo>
                <a:lnTo>
                  <a:pt x="2630" y="3315"/>
                </a:lnTo>
                <a:lnTo>
                  <a:pt x="2631" y="3315"/>
                </a:lnTo>
                <a:lnTo>
                  <a:pt x="2631" y="3314"/>
                </a:lnTo>
                <a:lnTo>
                  <a:pt x="2632" y="3314"/>
                </a:lnTo>
                <a:lnTo>
                  <a:pt x="2633" y="3314"/>
                </a:lnTo>
                <a:lnTo>
                  <a:pt x="2633" y="3313"/>
                </a:lnTo>
                <a:lnTo>
                  <a:pt x="2633" y="3312"/>
                </a:lnTo>
                <a:lnTo>
                  <a:pt x="2634" y="3312"/>
                </a:lnTo>
                <a:lnTo>
                  <a:pt x="2634" y="3311"/>
                </a:lnTo>
                <a:lnTo>
                  <a:pt x="2635" y="3311"/>
                </a:lnTo>
                <a:lnTo>
                  <a:pt x="2636" y="3311"/>
                </a:lnTo>
                <a:lnTo>
                  <a:pt x="2637" y="3311"/>
                </a:lnTo>
                <a:lnTo>
                  <a:pt x="2638" y="3311"/>
                </a:lnTo>
                <a:lnTo>
                  <a:pt x="2639" y="3311"/>
                </a:lnTo>
                <a:lnTo>
                  <a:pt x="2639" y="3312"/>
                </a:lnTo>
                <a:lnTo>
                  <a:pt x="2639" y="3313"/>
                </a:lnTo>
                <a:lnTo>
                  <a:pt x="2640" y="3313"/>
                </a:lnTo>
                <a:lnTo>
                  <a:pt x="2641" y="3314"/>
                </a:lnTo>
                <a:lnTo>
                  <a:pt x="2642" y="3314"/>
                </a:lnTo>
                <a:lnTo>
                  <a:pt x="2642" y="3315"/>
                </a:lnTo>
                <a:lnTo>
                  <a:pt x="2643" y="3315"/>
                </a:lnTo>
                <a:lnTo>
                  <a:pt x="2644" y="3315"/>
                </a:lnTo>
                <a:lnTo>
                  <a:pt x="2644" y="3316"/>
                </a:lnTo>
                <a:lnTo>
                  <a:pt x="2645" y="3316"/>
                </a:lnTo>
                <a:lnTo>
                  <a:pt x="2646" y="3316"/>
                </a:lnTo>
                <a:lnTo>
                  <a:pt x="2646" y="3315"/>
                </a:lnTo>
                <a:lnTo>
                  <a:pt x="2647" y="3315"/>
                </a:lnTo>
                <a:lnTo>
                  <a:pt x="2647" y="3314"/>
                </a:lnTo>
                <a:lnTo>
                  <a:pt x="2648" y="3314"/>
                </a:lnTo>
                <a:lnTo>
                  <a:pt x="2649" y="3314"/>
                </a:lnTo>
                <a:lnTo>
                  <a:pt x="2649" y="3313"/>
                </a:lnTo>
                <a:lnTo>
                  <a:pt x="2650" y="3313"/>
                </a:lnTo>
                <a:lnTo>
                  <a:pt x="2650" y="3312"/>
                </a:lnTo>
                <a:lnTo>
                  <a:pt x="2650" y="3311"/>
                </a:lnTo>
                <a:lnTo>
                  <a:pt x="2651" y="3311"/>
                </a:lnTo>
                <a:lnTo>
                  <a:pt x="2652" y="3311"/>
                </a:lnTo>
                <a:lnTo>
                  <a:pt x="2652" y="3310"/>
                </a:lnTo>
                <a:lnTo>
                  <a:pt x="2653" y="3310"/>
                </a:lnTo>
                <a:lnTo>
                  <a:pt x="2653" y="3309"/>
                </a:lnTo>
                <a:lnTo>
                  <a:pt x="2652" y="3309"/>
                </a:lnTo>
                <a:lnTo>
                  <a:pt x="2652" y="3308"/>
                </a:lnTo>
                <a:lnTo>
                  <a:pt x="2653" y="3308"/>
                </a:lnTo>
                <a:lnTo>
                  <a:pt x="2653" y="3307"/>
                </a:lnTo>
                <a:lnTo>
                  <a:pt x="2652" y="3307"/>
                </a:lnTo>
                <a:lnTo>
                  <a:pt x="2652" y="3306"/>
                </a:lnTo>
                <a:lnTo>
                  <a:pt x="2652" y="3305"/>
                </a:lnTo>
                <a:lnTo>
                  <a:pt x="2652" y="3304"/>
                </a:lnTo>
                <a:lnTo>
                  <a:pt x="2651" y="3303"/>
                </a:lnTo>
                <a:lnTo>
                  <a:pt x="2651" y="3302"/>
                </a:lnTo>
                <a:lnTo>
                  <a:pt x="2650" y="3302"/>
                </a:lnTo>
                <a:lnTo>
                  <a:pt x="2650" y="3301"/>
                </a:lnTo>
                <a:lnTo>
                  <a:pt x="2651" y="3301"/>
                </a:lnTo>
                <a:lnTo>
                  <a:pt x="2650" y="3301"/>
                </a:lnTo>
                <a:lnTo>
                  <a:pt x="2651" y="3301"/>
                </a:lnTo>
                <a:lnTo>
                  <a:pt x="2650" y="3301"/>
                </a:lnTo>
                <a:lnTo>
                  <a:pt x="2650" y="3300"/>
                </a:lnTo>
                <a:lnTo>
                  <a:pt x="2650" y="3299"/>
                </a:lnTo>
                <a:lnTo>
                  <a:pt x="2649" y="3299"/>
                </a:lnTo>
                <a:lnTo>
                  <a:pt x="2648" y="3299"/>
                </a:lnTo>
                <a:lnTo>
                  <a:pt x="2648" y="3298"/>
                </a:lnTo>
                <a:lnTo>
                  <a:pt x="2648" y="3297"/>
                </a:lnTo>
                <a:lnTo>
                  <a:pt x="2647" y="3297"/>
                </a:lnTo>
                <a:lnTo>
                  <a:pt x="2646" y="3297"/>
                </a:lnTo>
                <a:lnTo>
                  <a:pt x="2646" y="3296"/>
                </a:lnTo>
                <a:lnTo>
                  <a:pt x="2646" y="3295"/>
                </a:lnTo>
                <a:lnTo>
                  <a:pt x="2645" y="3295"/>
                </a:lnTo>
                <a:lnTo>
                  <a:pt x="2645" y="3296"/>
                </a:lnTo>
                <a:lnTo>
                  <a:pt x="2644" y="3296"/>
                </a:lnTo>
                <a:lnTo>
                  <a:pt x="2644" y="3295"/>
                </a:lnTo>
                <a:lnTo>
                  <a:pt x="2643" y="3295"/>
                </a:lnTo>
                <a:lnTo>
                  <a:pt x="2643" y="3296"/>
                </a:lnTo>
                <a:lnTo>
                  <a:pt x="2643" y="3295"/>
                </a:lnTo>
                <a:lnTo>
                  <a:pt x="2643" y="3294"/>
                </a:lnTo>
                <a:lnTo>
                  <a:pt x="2643" y="3293"/>
                </a:lnTo>
                <a:lnTo>
                  <a:pt x="2642" y="3293"/>
                </a:lnTo>
                <a:lnTo>
                  <a:pt x="2642" y="3292"/>
                </a:lnTo>
                <a:lnTo>
                  <a:pt x="2643" y="3292"/>
                </a:lnTo>
                <a:lnTo>
                  <a:pt x="2643" y="3291"/>
                </a:lnTo>
                <a:lnTo>
                  <a:pt x="2642" y="3291"/>
                </a:lnTo>
                <a:lnTo>
                  <a:pt x="2642" y="3290"/>
                </a:lnTo>
                <a:lnTo>
                  <a:pt x="2642" y="3289"/>
                </a:lnTo>
                <a:lnTo>
                  <a:pt x="2641" y="3289"/>
                </a:lnTo>
                <a:lnTo>
                  <a:pt x="2641" y="3288"/>
                </a:lnTo>
                <a:lnTo>
                  <a:pt x="2642" y="3288"/>
                </a:lnTo>
                <a:lnTo>
                  <a:pt x="2642" y="3287"/>
                </a:lnTo>
                <a:lnTo>
                  <a:pt x="2641" y="3287"/>
                </a:lnTo>
                <a:lnTo>
                  <a:pt x="2641" y="3286"/>
                </a:lnTo>
                <a:lnTo>
                  <a:pt x="2642" y="3286"/>
                </a:lnTo>
                <a:lnTo>
                  <a:pt x="2642" y="3285"/>
                </a:lnTo>
                <a:lnTo>
                  <a:pt x="2641" y="3285"/>
                </a:lnTo>
                <a:lnTo>
                  <a:pt x="2641" y="3284"/>
                </a:lnTo>
                <a:lnTo>
                  <a:pt x="2641" y="3283"/>
                </a:lnTo>
                <a:lnTo>
                  <a:pt x="2640" y="3283"/>
                </a:lnTo>
                <a:lnTo>
                  <a:pt x="2640" y="3284"/>
                </a:lnTo>
                <a:lnTo>
                  <a:pt x="2639" y="3284"/>
                </a:lnTo>
                <a:lnTo>
                  <a:pt x="2639" y="3283"/>
                </a:lnTo>
                <a:lnTo>
                  <a:pt x="2640" y="3283"/>
                </a:lnTo>
                <a:lnTo>
                  <a:pt x="2640" y="3282"/>
                </a:lnTo>
                <a:lnTo>
                  <a:pt x="2640" y="3281"/>
                </a:lnTo>
                <a:lnTo>
                  <a:pt x="2639" y="3280"/>
                </a:lnTo>
                <a:lnTo>
                  <a:pt x="2639" y="3279"/>
                </a:lnTo>
                <a:lnTo>
                  <a:pt x="2639" y="3278"/>
                </a:lnTo>
                <a:lnTo>
                  <a:pt x="2639" y="3277"/>
                </a:lnTo>
                <a:lnTo>
                  <a:pt x="2640" y="3277"/>
                </a:lnTo>
                <a:lnTo>
                  <a:pt x="2640" y="3276"/>
                </a:lnTo>
                <a:lnTo>
                  <a:pt x="2640" y="3275"/>
                </a:lnTo>
                <a:lnTo>
                  <a:pt x="2639" y="3275"/>
                </a:lnTo>
                <a:lnTo>
                  <a:pt x="2640" y="3275"/>
                </a:lnTo>
                <a:lnTo>
                  <a:pt x="2641" y="3276"/>
                </a:lnTo>
                <a:lnTo>
                  <a:pt x="2642" y="3276"/>
                </a:lnTo>
                <a:lnTo>
                  <a:pt x="2642" y="3277"/>
                </a:lnTo>
                <a:lnTo>
                  <a:pt x="2642" y="3276"/>
                </a:lnTo>
                <a:lnTo>
                  <a:pt x="2643" y="3276"/>
                </a:lnTo>
                <a:lnTo>
                  <a:pt x="2643" y="3275"/>
                </a:lnTo>
                <a:lnTo>
                  <a:pt x="2644" y="3275"/>
                </a:lnTo>
                <a:lnTo>
                  <a:pt x="2644" y="3274"/>
                </a:lnTo>
                <a:lnTo>
                  <a:pt x="2645" y="3274"/>
                </a:lnTo>
                <a:lnTo>
                  <a:pt x="2645" y="3275"/>
                </a:lnTo>
                <a:lnTo>
                  <a:pt x="2646" y="3275"/>
                </a:lnTo>
                <a:lnTo>
                  <a:pt x="2647" y="3275"/>
                </a:lnTo>
                <a:lnTo>
                  <a:pt x="2647" y="3276"/>
                </a:lnTo>
                <a:lnTo>
                  <a:pt x="2648" y="3276"/>
                </a:lnTo>
                <a:lnTo>
                  <a:pt x="2648" y="3277"/>
                </a:lnTo>
                <a:lnTo>
                  <a:pt x="2648" y="3278"/>
                </a:lnTo>
                <a:lnTo>
                  <a:pt x="2648" y="3279"/>
                </a:lnTo>
                <a:lnTo>
                  <a:pt x="2647" y="3279"/>
                </a:lnTo>
                <a:lnTo>
                  <a:pt x="2647" y="3280"/>
                </a:lnTo>
                <a:lnTo>
                  <a:pt x="2647" y="3281"/>
                </a:lnTo>
                <a:lnTo>
                  <a:pt x="2648" y="3281"/>
                </a:lnTo>
                <a:lnTo>
                  <a:pt x="2648" y="3282"/>
                </a:lnTo>
                <a:lnTo>
                  <a:pt x="2649" y="3282"/>
                </a:lnTo>
                <a:lnTo>
                  <a:pt x="2649" y="3281"/>
                </a:lnTo>
                <a:lnTo>
                  <a:pt x="2650" y="3281"/>
                </a:lnTo>
                <a:lnTo>
                  <a:pt x="2650" y="3280"/>
                </a:lnTo>
                <a:lnTo>
                  <a:pt x="2651" y="3280"/>
                </a:lnTo>
                <a:lnTo>
                  <a:pt x="2651" y="3279"/>
                </a:lnTo>
                <a:lnTo>
                  <a:pt x="2652" y="3279"/>
                </a:lnTo>
                <a:lnTo>
                  <a:pt x="2652" y="3278"/>
                </a:lnTo>
                <a:lnTo>
                  <a:pt x="2653" y="3278"/>
                </a:lnTo>
                <a:lnTo>
                  <a:pt x="2653" y="3277"/>
                </a:lnTo>
                <a:lnTo>
                  <a:pt x="2654" y="3277"/>
                </a:lnTo>
                <a:lnTo>
                  <a:pt x="2654" y="3276"/>
                </a:lnTo>
                <a:lnTo>
                  <a:pt x="2654" y="3275"/>
                </a:lnTo>
                <a:lnTo>
                  <a:pt x="2653" y="3275"/>
                </a:lnTo>
                <a:lnTo>
                  <a:pt x="2653" y="3274"/>
                </a:lnTo>
                <a:lnTo>
                  <a:pt x="2653" y="3273"/>
                </a:lnTo>
                <a:lnTo>
                  <a:pt x="2654" y="3273"/>
                </a:lnTo>
                <a:lnTo>
                  <a:pt x="2655" y="3273"/>
                </a:lnTo>
                <a:lnTo>
                  <a:pt x="2655" y="3272"/>
                </a:lnTo>
                <a:lnTo>
                  <a:pt x="2655" y="3271"/>
                </a:lnTo>
                <a:lnTo>
                  <a:pt x="2655" y="3270"/>
                </a:lnTo>
                <a:lnTo>
                  <a:pt x="2656" y="3270"/>
                </a:lnTo>
                <a:lnTo>
                  <a:pt x="2655" y="3270"/>
                </a:lnTo>
                <a:lnTo>
                  <a:pt x="2655" y="3269"/>
                </a:lnTo>
                <a:lnTo>
                  <a:pt x="2655" y="3268"/>
                </a:lnTo>
                <a:lnTo>
                  <a:pt x="2655" y="3267"/>
                </a:lnTo>
                <a:lnTo>
                  <a:pt x="2654" y="3267"/>
                </a:lnTo>
                <a:lnTo>
                  <a:pt x="2654" y="3266"/>
                </a:lnTo>
                <a:lnTo>
                  <a:pt x="2653" y="3266"/>
                </a:lnTo>
                <a:lnTo>
                  <a:pt x="2653" y="3265"/>
                </a:lnTo>
                <a:lnTo>
                  <a:pt x="2653" y="3264"/>
                </a:lnTo>
                <a:lnTo>
                  <a:pt x="2653" y="3263"/>
                </a:lnTo>
                <a:lnTo>
                  <a:pt x="2652" y="3263"/>
                </a:lnTo>
                <a:lnTo>
                  <a:pt x="2651" y="3263"/>
                </a:lnTo>
                <a:lnTo>
                  <a:pt x="2651" y="3264"/>
                </a:lnTo>
                <a:lnTo>
                  <a:pt x="2650" y="3264"/>
                </a:lnTo>
                <a:lnTo>
                  <a:pt x="2650" y="3263"/>
                </a:lnTo>
                <a:lnTo>
                  <a:pt x="2649" y="3263"/>
                </a:lnTo>
                <a:lnTo>
                  <a:pt x="2649" y="3262"/>
                </a:lnTo>
                <a:lnTo>
                  <a:pt x="2650" y="3262"/>
                </a:lnTo>
                <a:lnTo>
                  <a:pt x="2650" y="3261"/>
                </a:lnTo>
                <a:lnTo>
                  <a:pt x="2650" y="3260"/>
                </a:lnTo>
                <a:lnTo>
                  <a:pt x="2650" y="3259"/>
                </a:lnTo>
                <a:lnTo>
                  <a:pt x="2649" y="3259"/>
                </a:lnTo>
                <a:lnTo>
                  <a:pt x="2650" y="3259"/>
                </a:lnTo>
                <a:lnTo>
                  <a:pt x="2650" y="3258"/>
                </a:lnTo>
                <a:lnTo>
                  <a:pt x="2650" y="3257"/>
                </a:lnTo>
                <a:lnTo>
                  <a:pt x="2650" y="3256"/>
                </a:lnTo>
                <a:lnTo>
                  <a:pt x="2650" y="3255"/>
                </a:lnTo>
                <a:lnTo>
                  <a:pt x="2651" y="3255"/>
                </a:lnTo>
                <a:lnTo>
                  <a:pt x="2651" y="3254"/>
                </a:lnTo>
                <a:lnTo>
                  <a:pt x="2652" y="3254"/>
                </a:lnTo>
                <a:lnTo>
                  <a:pt x="2653" y="3254"/>
                </a:lnTo>
                <a:lnTo>
                  <a:pt x="2653" y="3253"/>
                </a:lnTo>
                <a:lnTo>
                  <a:pt x="2653" y="3252"/>
                </a:lnTo>
                <a:lnTo>
                  <a:pt x="2654" y="3252"/>
                </a:lnTo>
                <a:lnTo>
                  <a:pt x="2653" y="3252"/>
                </a:lnTo>
                <a:lnTo>
                  <a:pt x="2654" y="3252"/>
                </a:lnTo>
                <a:lnTo>
                  <a:pt x="2654" y="3251"/>
                </a:lnTo>
                <a:lnTo>
                  <a:pt x="2655" y="3251"/>
                </a:lnTo>
                <a:lnTo>
                  <a:pt x="2655" y="3250"/>
                </a:lnTo>
                <a:lnTo>
                  <a:pt x="2655" y="3249"/>
                </a:lnTo>
                <a:lnTo>
                  <a:pt x="2655" y="3248"/>
                </a:lnTo>
                <a:lnTo>
                  <a:pt x="2655" y="3247"/>
                </a:lnTo>
                <a:lnTo>
                  <a:pt x="2656" y="3246"/>
                </a:lnTo>
                <a:lnTo>
                  <a:pt x="2656" y="3245"/>
                </a:lnTo>
                <a:lnTo>
                  <a:pt x="2657" y="3245"/>
                </a:lnTo>
                <a:lnTo>
                  <a:pt x="2656" y="3245"/>
                </a:lnTo>
                <a:lnTo>
                  <a:pt x="2656" y="3244"/>
                </a:lnTo>
                <a:lnTo>
                  <a:pt x="2657" y="3244"/>
                </a:lnTo>
                <a:lnTo>
                  <a:pt x="2657" y="3243"/>
                </a:lnTo>
                <a:lnTo>
                  <a:pt x="2657" y="3242"/>
                </a:lnTo>
                <a:lnTo>
                  <a:pt x="2657" y="3241"/>
                </a:lnTo>
                <a:lnTo>
                  <a:pt x="2656" y="3241"/>
                </a:lnTo>
                <a:lnTo>
                  <a:pt x="2656" y="3240"/>
                </a:lnTo>
                <a:lnTo>
                  <a:pt x="2657" y="3239"/>
                </a:lnTo>
                <a:lnTo>
                  <a:pt x="2657" y="3238"/>
                </a:lnTo>
                <a:lnTo>
                  <a:pt x="2657" y="3237"/>
                </a:lnTo>
                <a:lnTo>
                  <a:pt x="2657" y="3236"/>
                </a:lnTo>
                <a:lnTo>
                  <a:pt x="2657" y="3235"/>
                </a:lnTo>
                <a:lnTo>
                  <a:pt x="2657" y="3234"/>
                </a:lnTo>
                <a:lnTo>
                  <a:pt x="2658" y="3234"/>
                </a:lnTo>
                <a:lnTo>
                  <a:pt x="2658" y="3233"/>
                </a:lnTo>
                <a:lnTo>
                  <a:pt x="2658" y="3232"/>
                </a:lnTo>
                <a:lnTo>
                  <a:pt x="2657" y="3232"/>
                </a:lnTo>
                <a:lnTo>
                  <a:pt x="2657" y="3231"/>
                </a:lnTo>
                <a:lnTo>
                  <a:pt x="2657" y="3230"/>
                </a:lnTo>
                <a:lnTo>
                  <a:pt x="2658" y="3230"/>
                </a:lnTo>
                <a:lnTo>
                  <a:pt x="2657" y="3230"/>
                </a:lnTo>
                <a:lnTo>
                  <a:pt x="2658" y="3230"/>
                </a:lnTo>
                <a:lnTo>
                  <a:pt x="2658" y="3229"/>
                </a:lnTo>
                <a:lnTo>
                  <a:pt x="2657" y="3229"/>
                </a:lnTo>
                <a:lnTo>
                  <a:pt x="2657" y="3228"/>
                </a:lnTo>
                <a:lnTo>
                  <a:pt x="2658" y="3228"/>
                </a:lnTo>
                <a:lnTo>
                  <a:pt x="2658" y="3227"/>
                </a:lnTo>
                <a:lnTo>
                  <a:pt x="2658" y="3226"/>
                </a:lnTo>
                <a:lnTo>
                  <a:pt x="2658" y="3225"/>
                </a:lnTo>
                <a:lnTo>
                  <a:pt x="2657" y="3225"/>
                </a:lnTo>
                <a:lnTo>
                  <a:pt x="2658" y="3225"/>
                </a:lnTo>
                <a:lnTo>
                  <a:pt x="2658" y="3224"/>
                </a:lnTo>
                <a:lnTo>
                  <a:pt x="2659" y="3224"/>
                </a:lnTo>
                <a:lnTo>
                  <a:pt x="2659" y="3223"/>
                </a:lnTo>
                <a:lnTo>
                  <a:pt x="2660" y="3223"/>
                </a:lnTo>
                <a:lnTo>
                  <a:pt x="2660" y="3222"/>
                </a:lnTo>
                <a:lnTo>
                  <a:pt x="2660" y="3221"/>
                </a:lnTo>
                <a:lnTo>
                  <a:pt x="2660" y="3220"/>
                </a:lnTo>
                <a:lnTo>
                  <a:pt x="2660" y="3219"/>
                </a:lnTo>
                <a:lnTo>
                  <a:pt x="2660" y="3218"/>
                </a:lnTo>
                <a:lnTo>
                  <a:pt x="2660" y="3217"/>
                </a:lnTo>
                <a:lnTo>
                  <a:pt x="2660" y="3216"/>
                </a:lnTo>
                <a:lnTo>
                  <a:pt x="2659" y="3216"/>
                </a:lnTo>
                <a:lnTo>
                  <a:pt x="2659" y="3215"/>
                </a:lnTo>
                <a:lnTo>
                  <a:pt x="2659" y="3214"/>
                </a:lnTo>
                <a:lnTo>
                  <a:pt x="2659" y="3213"/>
                </a:lnTo>
                <a:lnTo>
                  <a:pt x="2658" y="3213"/>
                </a:lnTo>
                <a:lnTo>
                  <a:pt x="2659" y="3213"/>
                </a:lnTo>
                <a:lnTo>
                  <a:pt x="2659" y="3212"/>
                </a:lnTo>
                <a:lnTo>
                  <a:pt x="2659" y="3211"/>
                </a:lnTo>
                <a:lnTo>
                  <a:pt x="2659" y="3210"/>
                </a:lnTo>
                <a:lnTo>
                  <a:pt x="2658" y="3210"/>
                </a:lnTo>
                <a:lnTo>
                  <a:pt x="2658" y="3209"/>
                </a:lnTo>
                <a:lnTo>
                  <a:pt x="2657" y="3209"/>
                </a:lnTo>
                <a:lnTo>
                  <a:pt x="2657" y="3208"/>
                </a:lnTo>
                <a:lnTo>
                  <a:pt x="2657" y="3207"/>
                </a:lnTo>
                <a:lnTo>
                  <a:pt x="2656" y="3207"/>
                </a:lnTo>
                <a:lnTo>
                  <a:pt x="2657" y="3207"/>
                </a:lnTo>
                <a:lnTo>
                  <a:pt x="2657" y="3206"/>
                </a:lnTo>
                <a:lnTo>
                  <a:pt x="2657" y="3205"/>
                </a:lnTo>
                <a:lnTo>
                  <a:pt x="2658" y="3205"/>
                </a:lnTo>
                <a:lnTo>
                  <a:pt x="2658" y="3204"/>
                </a:lnTo>
                <a:lnTo>
                  <a:pt x="2657" y="3204"/>
                </a:lnTo>
                <a:lnTo>
                  <a:pt x="2657" y="3203"/>
                </a:lnTo>
                <a:lnTo>
                  <a:pt x="2658" y="3203"/>
                </a:lnTo>
                <a:lnTo>
                  <a:pt x="2658" y="3202"/>
                </a:lnTo>
                <a:lnTo>
                  <a:pt x="2658" y="3201"/>
                </a:lnTo>
                <a:lnTo>
                  <a:pt x="2658" y="3200"/>
                </a:lnTo>
                <a:lnTo>
                  <a:pt x="2658" y="3199"/>
                </a:lnTo>
                <a:lnTo>
                  <a:pt x="2658" y="3198"/>
                </a:lnTo>
                <a:lnTo>
                  <a:pt x="2658" y="3197"/>
                </a:lnTo>
                <a:lnTo>
                  <a:pt x="2658" y="3196"/>
                </a:lnTo>
                <a:lnTo>
                  <a:pt x="2658" y="3195"/>
                </a:lnTo>
                <a:lnTo>
                  <a:pt x="2657" y="3195"/>
                </a:lnTo>
                <a:lnTo>
                  <a:pt x="2657" y="3194"/>
                </a:lnTo>
                <a:lnTo>
                  <a:pt x="2657" y="3193"/>
                </a:lnTo>
                <a:lnTo>
                  <a:pt x="2656" y="3193"/>
                </a:lnTo>
                <a:lnTo>
                  <a:pt x="2656" y="3192"/>
                </a:lnTo>
                <a:lnTo>
                  <a:pt x="2655" y="3192"/>
                </a:lnTo>
                <a:lnTo>
                  <a:pt x="2655" y="3191"/>
                </a:lnTo>
                <a:lnTo>
                  <a:pt x="2655" y="3190"/>
                </a:lnTo>
                <a:lnTo>
                  <a:pt x="2656" y="3190"/>
                </a:lnTo>
                <a:lnTo>
                  <a:pt x="2656" y="3189"/>
                </a:lnTo>
                <a:lnTo>
                  <a:pt x="2657" y="3188"/>
                </a:lnTo>
                <a:lnTo>
                  <a:pt x="2658" y="3188"/>
                </a:lnTo>
                <a:lnTo>
                  <a:pt x="2658" y="3187"/>
                </a:lnTo>
                <a:lnTo>
                  <a:pt x="2658" y="3186"/>
                </a:lnTo>
                <a:lnTo>
                  <a:pt x="2658" y="3185"/>
                </a:lnTo>
                <a:lnTo>
                  <a:pt x="2658" y="3184"/>
                </a:lnTo>
                <a:lnTo>
                  <a:pt x="2657" y="3184"/>
                </a:lnTo>
                <a:lnTo>
                  <a:pt x="2658" y="3183"/>
                </a:lnTo>
                <a:lnTo>
                  <a:pt x="2657" y="3183"/>
                </a:lnTo>
                <a:lnTo>
                  <a:pt x="2657" y="3182"/>
                </a:lnTo>
                <a:lnTo>
                  <a:pt x="2657" y="3181"/>
                </a:lnTo>
                <a:lnTo>
                  <a:pt x="2656" y="3181"/>
                </a:lnTo>
                <a:lnTo>
                  <a:pt x="2657" y="3181"/>
                </a:lnTo>
                <a:lnTo>
                  <a:pt x="2657" y="3180"/>
                </a:lnTo>
                <a:lnTo>
                  <a:pt x="2657" y="3179"/>
                </a:lnTo>
                <a:lnTo>
                  <a:pt x="2656" y="3179"/>
                </a:lnTo>
                <a:lnTo>
                  <a:pt x="2656" y="3178"/>
                </a:lnTo>
                <a:lnTo>
                  <a:pt x="2656" y="3177"/>
                </a:lnTo>
                <a:lnTo>
                  <a:pt x="2656" y="3176"/>
                </a:lnTo>
                <a:lnTo>
                  <a:pt x="2656" y="3175"/>
                </a:lnTo>
                <a:lnTo>
                  <a:pt x="2656" y="3174"/>
                </a:lnTo>
                <a:lnTo>
                  <a:pt x="2656" y="3173"/>
                </a:lnTo>
                <a:lnTo>
                  <a:pt x="2655" y="3173"/>
                </a:lnTo>
                <a:lnTo>
                  <a:pt x="2655" y="3172"/>
                </a:lnTo>
                <a:lnTo>
                  <a:pt x="2656" y="3172"/>
                </a:lnTo>
                <a:lnTo>
                  <a:pt x="2656" y="3171"/>
                </a:lnTo>
                <a:lnTo>
                  <a:pt x="2657" y="3171"/>
                </a:lnTo>
                <a:lnTo>
                  <a:pt x="2658" y="3171"/>
                </a:lnTo>
                <a:lnTo>
                  <a:pt x="2658" y="3170"/>
                </a:lnTo>
                <a:lnTo>
                  <a:pt x="2659" y="3170"/>
                </a:lnTo>
                <a:lnTo>
                  <a:pt x="2659" y="3169"/>
                </a:lnTo>
                <a:lnTo>
                  <a:pt x="2659" y="3168"/>
                </a:lnTo>
                <a:lnTo>
                  <a:pt x="2659" y="3167"/>
                </a:lnTo>
                <a:lnTo>
                  <a:pt x="2659" y="3166"/>
                </a:lnTo>
                <a:lnTo>
                  <a:pt x="2658" y="3166"/>
                </a:lnTo>
                <a:lnTo>
                  <a:pt x="2657" y="3166"/>
                </a:lnTo>
                <a:lnTo>
                  <a:pt x="2657" y="3165"/>
                </a:lnTo>
                <a:lnTo>
                  <a:pt x="2657" y="3164"/>
                </a:lnTo>
                <a:lnTo>
                  <a:pt x="2656" y="3164"/>
                </a:lnTo>
                <a:lnTo>
                  <a:pt x="2655" y="3164"/>
                </a:lnTo>
                <a:lnTo>
                  <a:pt x="2655" y="3165"/>
                </a:lnTo>
                <a:lnTo>
                  <a:pt x="2654" y="3165"/>
                </a:lnTo>
                <a:lnTo>
                  <a:pt x="2654" y="3164"/>
                </a:lnTo>
                <a:lnTo>
                  <a:pt x="2653" y="3164"/>
                </a:lnTo>
                <a:lnTo>
                  <a:pt x="2653" y="3163"/>
                </a:lnTo>
                <a:lnTo>
                  <a:pt x="2653" y="3162"/>
                </a:lnTo>
                <a:lnTo>
                  <a:pt x="2653" y="3161"/>
                </a:lnTo>
                <a:lnTo>
                  <a:pt x="2653" y="3160"/>
                </a:lnTo>
                <a:lnTo>
                  <a:pt x="2653" y="3159"/>
                </a:lnTo>
                <a:lnTo>
                  <a:pt x="2653" y="3158"/>
                </a:lnTo>
                <a:lnTo>
                  <a:pt x="2653" y="3157"/>
                </a:lnTo>
                <a:lnTo>
                  <a:pt x="2653" y="3156"/>
                </a:lnTo>
                <a:lnTo>
                  <a:pt x="2653" y="3155"/>
                </a:lnTo>
                <a:lnTo>
                  <a:pt x="2653" y="3154"/>
                </a:lnTo>
                <a:lnTo>
                  <a:pt x="2653" y="3153"/>
                </a:lnTo>
                <a:lnTo>
                  <a:pt x="2652" y="3153"/>
                </a:lnTo>
                <a:lnTo>
                  <a:pt x="2653" y="3153"/>
                </a:lnTo>
                <a:lnTo>
                  <a:pt x="2652" y="3153"/>
                </a:lnTo>
                <a:lnTo>
                  <a:pt x="2653" y="3152"/>
                </a:lnTo>
                <a:lnTo>
                  <a:pt x="2652" y="3152"/>
                </a:lnTo>
                <a:lnTo>
                  <a:pt x="2652" y="3151"/>
                </a:lnTo>
                <a:lnTo>
                  <a:pt x="2652" y="3150"/>
                </a:lnTo>
                <a:lnTo>
                  <a:pt x="2651" y="3150"/>
                </a:lnTo>
                <a:lnTo>
                  <a:pt x="2651" y="3149"/>
                </a:lnTo>
                <a:lnTo>
                  <a:pt x="2651" y="3148"/>
                </a:lnTo>
                <a:lnTo>
                  <a:pt x="2651" y="3147"/>
                </a:lnTo>
                <a:lnTo>
                  <a:pt x="2652" y="3147"/>
                </a:lnTo>
                <a:lnTo>
                  <a:pt x="2653" y="3147"/>
                </a:lnTo>
                <a:lnTo>
                  <a:pt x="2654" y="3147"/>
                </a:lnTo>
                <a:lnTo>
                  <a:pt x="2654" y="3146"/>
                </a:lnTo>
                <a:lnTo>
                  <a:pt x="2654" y="3145"/>
                </a:lnTo>
                <a:lnTo>
                  <a:pt x="2654" y="3144"/>
                </a:lnTo>
                <a:lnTo>
                  <a:pt x="2655" y="3144"/>
                </a:lnTo>
                <a:lnTo>
                  <a:pt x="2655" y="3143"/>
                </a:lnTo>
                <a:lnTo>
                  <a:pt x="2654" y="3143"/>
                </a:lnTo>
                <a:lnTo>
                  <a:pt x="2654" y="3142"/>
                </a:lnTo>
                <a:lnTo>
                  <a:pt x="2653" y="3142"/>
                </a:lnTo>
                <a:lnTo>
                  <a:pt x="2654" y="3142"/>
                </a:lnTo>
                <a:lnTo>
                  <a:pt x="2654" y="3141"/>
                </a:lnTo>
                <a:lnTo>
                  <a:pt x="2654" y="3140"/>
                </a:lnTo>
                <a:lnTo>
                  <a:pt x="2655" y="3140"/>
                </a:lnTo>
                <a:lnTo>
                  <a:pt x="2655" y="3139"/>
                </a:lnTo>
                <a:lnTo>
                  <a:pt x="2655" y="3138"/>
                </a:lnTo>
                <a:lnTo>
                  <a:pt x="2655" y="3137"/>
                </a:lnTo>
                <a:lnTo>
                  <a:pt x="2656" y="3137"/>
                </a:lnTo>
                <a:lnTo>
                  <a:pt x="2656" y="3136"/>
                </a:lnTo>
                <a:lnTo>
                  <a:pt x="2656" y="3135"/>
                </a:lnTo>
                <a:lnTo>
                  <a:pt x="2656" y="3134"/>
                </a:lnTo>
                <a:lnTo>
                  <a:pt x="2656" y="3133"/>
                </a:lnTo>
                <a:lnTo>
                  <a:pt x="2655" y="3133"/>
                </a:lnTo>
                <a:lnTo>
                  <a:pt x="2655" y="3132"/>
                </a:lnTo>
                <a:lnTo>
                  <a:pt x="2655" y="3131"/>
                </a:lnTo>
                <a:lnTo>
                  <a:pt x="2656" y="3131"/>
                </a:lnTo>
                <a:lnTo>
                  <a:pt x="2655" y="3131"/>
                </a:lnTo>
                <a:lnTo>
                  <a:pt x="2654" y="3131"/>
                </a:lnTo>
                <a:lnTo>
                  <a:pt x="2654" y="3130"/>
                </a:lnTo>
                <a:lnTo>
                  <a:pt x="2653" y="3130"/>
                </a:lnTo>
                <a:lnTo>
                  <a:pt x="2653" y="3129"/>
                </a:lnTo>
                <a:lnTo>
                  <a:pt x="2652" y="3129"/>
                </a:lnTo>
                <a:lnTo>
                  <a:pt x="2652" y="3128"/>
                </a:lnTo>
                <a:lnTo>
                  <a:pt x="2652" y="3127"/>
                </a:lnTo>
                <a:lnTo>
                  <a:pt x="2652" y="3126"/>
                </a:lnTo>
                <a:lnTo>
                  <a:pt x="2652" y="3125"/>
                </a:lnTo>
                <a:lnTo>
                  <a:pt x="2652" y="3124"/>
                </a:lnTo>
                <a:lnTo>
                  <a:pt x="2652" y="3123"/>
                </a:lnTo>
                <a:lnTo>
                  <a:pt x="2651" y="3123"/>
                </a:lnTo>
                <a:lnTo>
                  <a:pt x="2651" y="3122"/>
                </a:lnTo>
                <a:lnTo>
                  <a:pt x="2650" y="3122"/>
                </a:lnTo>
                <a:lnTo>
                  <a:pt x="2650" y="3121"/>
                </a:lnTo>
                <a:lnTo>
                  <a:pt x="2651" y="3121"/>
                </a:lnTo>
                <a:lnTo>
                  <a:pt x="2651" y="3120"/>
                </a:lnTo>
                <a:lnTo>
                  <a:pt x="2650" y="3120"/>
                </a:lnTo>
                <a:lnTo>
                  <a:pt x="2651" y="3120"/>
                </a:lnTo>
                <a:lnTo>
                  <a:pt x="2651" y="3119"/>
                </a:lnTo>
                <a:lnTo>
                  <a:pt x="2652" y="3119"/>
                </a:lnTo>
                <a:lnTo>
                  <a:pt x="2652" y="3118"/>
                </a:lnTo>
                <a:lnTo>
                  <a:pt x="2652" y="3117"/>
                </a:lnTo>
                <a:lnTo>
                  <a:pt x="2651" y="3117"/>
                </a:lnTo>
                <a:lnTo>
                  <a:pt x="2651" y="3116"/>
                </a:lnTo>
                <a:lnTo>
                  <a:pt x="2651" y="3115"/>
                </a:lnTo>
                <a:lnTo>
                  <a:pt x="2650" y="3115"/>
                </a:lnTo>
                <a:lnTo>
                  <a:pt x="2650" y="3114"/>
                </a:lnTo>
                <a:lnTo>
                  <a:pt x="2651" y="3114"/>
                </a:lnTo>
                <a:lnTo>
                  <a:pt x="2651" y="3113"/>
                </a:lnTo>
                <a:lnTo>
                  <a:pt x="2651" y="3112"/>
                </a:lnTo>
                <a:lnTo>
                  <a:pt x="2651" y="3111"/>
                </a:lnTo>
                <a:lnTo>
                  <a:pt x="2652" y="3111"/>
                </a:lnTo>
                <a:lnTo>
                  <a:pt x="2652" y="3110"/>
                </a:lnTo>
                <a:lnTo>
                  <a:pt x="2652" y="3109"/>
                </a:lnTo>
                <a:lnTo>
                  <a:pt x="2652" y="3108"/>
                </a:lnTo>
                <a:lnTo>
                  <a:pt x="2652" y="3107"/>
                </a:lnTo>
                <a:lnTo>
                  <a:pt x="2653" y="3107"/>
                </a:lnTo>
                <a:lnTo>
                  <a:pt x="2653" y="3106"/>
                </a:lnTo>
                <a:lnTo>
                  <a:pt x="2652" y="3106"/>
                </a:lnTo>
                <a:lnTo>
                  <a:pt x="2651" y="3106"/>
                </a:lnTo>
                <a:lnTo>
                  <a:pt x="2651" y="3105"/>
                </a:lnTo>
                <a:lnTo>
                  <a:pt x="2650" y="3105"/>
                </a:lnTo>
                <a:lnTo>
                  <a:pt x="2650" y="3104"/>
                </a:lnTo>
                <a:lnTo>
                  <a:pt x="2649" y="3104"/>
                </a:lnTo>
                <a:lnTo>
                  <a:pt x="2649" y="3103"/>
                </a:lnTo>
                <a:lnTo>
                  <a:pt x="2648" y="3103"/>
                </a:lnTo>
                <a:lnTo>
                  <a:pt x="2647" y="3103"/>
                </a:lnTo>
                <a:lnTo>
                  <a:pt x="2647" y="3104"/>
                </a:lnTo>
                <a:lnTo>
                  <a:pt x="2647" y="3105"/>
                </a:lnTo>
                <a:lnTo>
                  <a:pt x="2646" y="3105"/>
                </a:lnTo>
                <a:lnTo>
                  <a:pt x="2645" y="3105"/>
                </a:lnTo>
                <a:lnTo>
                  <a:pt x="2645" y="3104"/>
                </a:lnTo>
                <a:lnTo>
                  <a:pt x="2644" y="3104"/>
                </a:lnTo>
                <a:lnTo>
                  <a:pt x="2643" y="3104"/>
                </a:lnTo>
                <a:lnTo>
                  <a:pt x="2642" y="3104"/>
                </a:lnTo>
                <a:lnTo>
                  <a:pt x="2642" y="3103"/>
                </a:lnTo>
                <a:lnTo>
                  <a:pt x="2642" y="3104"/>
                </a:lnTo>
                <a:lnTo>
                  <a:pt x="2641" y="3104"/>
                </a:lnTo>
                <a:lnTo>
                  <a:pt x="2641" y="3105"/>
                </a:lnTo>
                <a:lnTo>
                  <a:pt x="2640" y="3105"/>
                </a:lnTo>
                <a:lnTo>
                  <a:pt x="2640" y="3104"/>
                </a:lnTo>
                <a:lnTo>
                  <a:pt x="2639" y="3104"/>
                </a:lnTo>
                <a:lnTo>
                  <a:pt x="2640" y="3104"/>
                </a:lnTo>
                <a:lnTo>
                  <a:pt x="2640" y="3103"/>
                </a:lnTo>
                <a:lnTo>
                  <a:pt x="2640" y="3102"/>
                </a:lnTo>
                <a:lnTo>
                  <a:pt x="2639" y="3102"/>
                </a:lnTo>
                <a:lnTo>
                  <a:pt x="2639" y="3101"/>
                </a:lnTo>
                <a:lnTo>
                  <a:pt x="2639" y="3100"/>
                </a:lnTo>
                <a:lnTo>
                  <a:pt x="2638" y="3099"/>
                </a:lnTo>
                <a:lnTo>
                  <a:pt x="2638" y="3098"/>
                </a:lnTo>
                <a:lnTo>
                  <a:pt x="2638" y="3097"/>
                </a:lnTo>
                <a:lnTo>
                  <a:pt x="2638" y="3096"/>
                </a:lnTo>
                <a:lnTo>
                  <a:pt x="2637" y="3096"/>
                </a:lnTo>
                <a:lnTo>
                  <a:pt x="2636" y="3096"/>
                </a:lnTo>
                <a:lnTo>
                  <a:pt x="2635" y="3096"/>
                </a:lnTo>
                <a:lnTo>
                  <a:pt x="2635" y="3097"/>
                </a:lnTo>
                <a:lnTo>
                  <a:pt x="2635" y="3099"/>
                </a:lnTo>
                <a:lnTo>
                  <a:pt x="2634" y="3099"/>
                </a:lnTo>
                <a:lnTo>
                  <a:pt x="2633" y="3099"/>
                </a:lnTo>
                <a:lnTo>
                  <a:pt x="2633" y="3098"/>
                </a:lnTo>
                <a:lnTo>
                  <a:pt x="2632" y="3098"/>
                </a:lnTo>
                <a:lnTo>
                  <a:pt x="2632" y="3097"/>
                </a:lnTo>
                <a:lnTo>
                  <a:pt x="2631" y="3097"/>
                </a:lnTo>
                <a:lnTo>
                  <a:pt x="2630" y="3097"/>
                </a:lnTo>
                <a:lnTo>
                  <a:pt x="2629" y="3097"/>
                </a:lnTo>
                <a:lnTo>
                  <a:pt x="2628" y="3097"/>
                </a:lnTo>
                <a:lnTo>
                  <a:pt x="2628" y="3096"/>
                </a:lnTo>
                <a:lnTo>
                  <a:pt x="2627" y="3096"/>
                </a:lnTo>
                <a:lnTo>
                  <a:pt x="2627" y="3095"/>
                </a:lnTo>
                <a:lnTo>
                  <a:pt x="2626" y="3095"/>
                </a:lnTo>
                <a:lnTo>
                  <a:pt x="2626" y="3094"/>
                </a:lnTo>
                <a:lnTo>
                  <a:pt x="2625" y="3094"/>
                </a:lnTo>
                <a:lnTo>
                  <a:pt x="2625" y="3093"/>
                </a:lnTo>
                <a:lnTo>
                  <a:pt x="2624" y="3093"/>
                </a:lnTo>
                <a:lnTo>
                  <a:pt x="2624" y="3094"/>
                </a:lnTo>
                <a:lnTo>
                  <a:pt x="2624" y="3095"/>
                </a:lnTo>
                <a:lnTo>
                  <a:pt x="2624" y="3096"/>
                </a:lnTo>
                <a:lnTo>
                  <a:pt x="2624" y="3097"/>
                </a:lnTo>
                <a:lnTo>
                  <a:pt x="2624" y="3098"/>
                </a:lnTo>
                <a:lnTo>
                  <a:pt x="2624" y="3099"/>
                </a:lnTo>
                <a:lnTo>
                  <a:pt x="2624" y="3100"/>
                </a:lnTo>
                <a:lnTo>
                  <a:pt x="2623" y="3100"/>
                </a:lnTo>
                <a:lnTo>
                  <a:pt x="2624" y="3100"/>
                </a:lnTo>
                <a:lnTo>
                  <a:pt x="2624" y="3101"/>
                </a:lnTo>
                <a:lnTo>
                  <a:pt x="2624" y="3102"/>
                </a:lnTo>
                <a:lnTo>
                  <a:pt x="2623" y="3102"/>
                </a:lnTo>
                <a:lnTo>
                  <a:pt x="2624" y="3102"/>
                </a:lnTo>
                <a:lnTo>
                  <a:pt x="2624" y="3103"/>
                </a:lnTo>
                <a:lnTo>
                  <a:pt x="2624" y="3104"/>
                </a:lnTo>
                <a:lnTo>
                  <a:pt x="2624" y="3105"/>
                </a:lnTo>
                <a:lnTo>
                  <a:pt x="2624" y="3106"/>
                </a:lnTo>
                <a:lnTo>
                  <a:pt x="2624" y="3107"/>
                </a:lnTo>
                <a:lnTo>
                  <a:pt x="2623" y="3107"/>
                </a:lnTo>
                <a:lnTo>
                  <a:pt x="2622" y="3107"/>
                </a:lnTo>
                <a:lnTo>
                  <a:pt x="2622" y="3108"/>
                </a:lnTo>
                <a:lnTo>
                  <a:pt x="2621" y="3108"/>
                </a:lnTo>
                <a:lnTo>
                  <a:pt x="2620" y="3108"/>
                </a:lnTo>
                <a:lnTo>
                  <a:pt x="2620" y="3109"/>
                </a:lnTo>
                <a:lnTo>
                  <a:pt x="2620" y="3110"/>
                </a:lnTo>
                <a:lnTo>
                  <a:pt x="2620" y="3111"/>
                </a:lnTo>
                <a:lnTo>
                  <a:pt x="2619" y="3111"/>
                </a:lnTo>
                <a:lnTo>
                  <a:pt x="2619" y="3112"/>
                </a:lnTo>
                <a:lnTo>
                  <a:pt x="2618" y="3112"/>
                </a:lnTo>
                <a:lnTo>
                  <a:pt x="2617" y="3112"/>
                </a:lnTo>
                <a:lnTo>
                  <a:pt x="2616" y="3112"/>
                </a:lnTo>
                <a:lnTo>
                  <a:pt x="2616" y="3111"/>
                </a:lnTo>
                <a:lnTo>
                  <a:pt x="2615" y="3111"/>
                </a:lnTo>
                <a:lnTo>
                  <a:pt x="2615" y="3112"/>
                </a:lnTo>
                <a:lnTo>
                  <a:pt x="2614" y="3112"/>
                </a:lnTo>
                <a:lnTo>
                  <a:pt x="2613" y="3112"/>
                </a:lnTo>
                <a:lnTo>
                  <a:pt x="2613" y="3111"/>
                </a:lnTo>
                <a:lnTo>
                  <a:pt x="2612" y="3111"/>
                </a:lnTo>
                <a:lnTo>
                  <a:pt x="2612" y="3110"/>
                </a:lnTo>
                <a:lnTo>
                  <a:pt x="2612" y="3109"/>
                </a:lnTo>
                <a:lnTo>
                  <a:pt x="2611" y="3109"/>
                </a:lnTo>
                <a:lnTo>
                  <a:pt x="2611" y="3108"/>
                </a:lnTo>
                <a:lnTo>
                  <a:pt x="2611" y="3106"/>
                </a:lnTo>
                <a:lnTo>
                  <a:pt x="2610" y="3106"/>
                </a:lnTo>
                <a:lnTo>
                  <a:pt x="2611" y="3105"/>
                </a:lnTo>
                <a:lnTo>
                  <a:pt x="2611" y="3104"/>
                </a:lnTo>
                <a:lnTo>
                  <a:pt x="2611" y="3103"/>
                </a:lnTo>
                <a:lnTo>
                  <a:pt x="2611" y="3102"/>
                </a:lnTo>
                <a:lnTo>
                  <a:pt x="2610" y="3102"/>
                </a:lnTo>
                <a:lnTo>
                  <a:pt x="2610" y="3101"/>
                </a:lnTo>
                <a:lnTo>
                  <a:pt x="2610" y="3100"/>
                </a:lnTo>
                <a:lnTo>
                  <a:pt x="2610" y="3099"/>
                </a:lnTo>
                <a:lnTo>
                  <a:pt x="2610" y="3098"/>
                </a:lnTo>
                <a:lnTo>
                  <a:pt x="2610" y="3097"/>
                </a:lnTo>
                <a:lnTo>
                  <a:pt x="2609" y="3097"/>
                </a:lnTo>
                <a:lnTo>
                  <a:pt x="2608" y="3097"/>
                </a:lnTo>
                <a:lnTo>
                  <a:pt x="2608" y="3096"/>
                </a:lnTo>
                <a:lnTo>
                  <a:pt x="2608" y="3095"/>
                </a:lnTo>
                <a:lnTo>
                  <a:pt x="2608" y="3094"/>
                </a:lnTo>
                <a:lnTo>
                  <a:pt x="2607" y="3094"/>
                </a:lnTo>
                <a:lnTo>
                  <a:pt x="2606" y="3094"/>
                </a:lnTo>
                <a:lnTo>
                  <a:pt x="2606" y="3093"/>
                </a:lnTo>
                <a:lnTo>
                  <a:pt x="2606" y="3092"/>
                </a:lnTo>
                <a:lnTo>
                  <a:pt x="2605" y="3092"/>
                </a:lnTo>
                <a:lnTo>
                  <a:pt x="2604" y="3091"/>
                </a:lnTo>
                <a:lnTo>
                  <a:pt x="2603" y="3091"/>
                </a:lnTo>
                <a:lnTo>
                  <a:pt x="2603" y="3090"/>
                </a:lnTo>
                <a:lnTo>
                  <a:pt x="2603" y="3089"/>
                </a:lnTo>
                <a:lnTo>
                  <a:pt x="2603" y="3088"/>
                </a:lnTo>
                <a:lnTo>
                  <a:pt x="2602" y="3088"/>
                </a:lnTo>
                <a:lnTo>
                  <a:pt x="2602" y="3087"/>
                </a:lnTo>
                <a:lnTo>
                  <a:pt x="2602" y="3086"/>
                </a:lnTo>
                <a:lnTo>
                  <a:pt x="2603" y="3086"/>
                </a:lnTo>
                <a:lnTo>
                  <a:pt x="2603" y="3085"/>
                </a:lnTo>
                <a:lnTo>
                  <a:pt x="2604" y="3085"/>
                </a:lnTo>
                <a:lnTo>
                  <a:pt x="2604" y="3084"/>
                </a:lnTo>
                <a:lnTo>
                  <a:pt x="2604" y="3083"/>
                </a:lnTo>
                <a:lnTo>
                  <a:pt x="2603" y="3083"/>
                </a:lnTo>
                <a:lnTo>
                  <a:pt x="2602" y="3083"/>
                </a:lnTo>
                <a:lnTo>
                  <a:pt x="2602" y="3082"/>
                </a:lnTo>
                <a:lnTo>
                  <a:pt x="2601" y="3082"/>
                </a:lnTo>
                <a:lnTo>
                  <a:pt x="2601" y="3081"/>
                </a:lnTo>
                <a:lnTo>
                  <a:pt x="2601" y="3080"/>
                </a:lnTo>
                <a:lnTo>
                  <a:pt x="2601" y="3079"/>
                </a:lnTo>
                <a:lnTo>
                  <a:pt x="2602" y="3079"/>
                </a:lnTo>
                <a:lnTo>
                  <a:pt x="2602" y="3078"/>
                </a:lnTo>
                <a:lnTo>
                  <a:pt x="2602" y="3077"/>
                </a:lnTo>
                <a:lnTo>
                  <a:pt x="2602" y="3076"/>
                </a:lnTo>
                <a:lnTo>
                  <a:pt x="2601" y="3076"/>
                </a:lnTo>
                <a:lnTo>
                  <a:pt x="2600" y="3076"/>
                </a:lnTo>
                <a:lnTo>
                  <a:pt x="2600" y="3075"/>
                </a:lnTo>
                <a:lnTo>
                  <a:pt x="2599" y="3075"/>
                </a:lnTo>
                <a:lnTo>
                  <a:pt x="2599" y="3074"/>
                </a:lnTo>
                <a:lnTo>
                  <a:pt x="2598" y="3074"/>
                </a:lnTo>
                <a:lnTo>
                  <a:pt x="2597" y="3074"/>
                </a:lnTo>
                <a:lnTo>
                  <a:pt x="2597" y="3073"/>
                </a:lnTo>
                <a:lnTo>
                  <a:pt x="2596" y="3073"/>
                </a:lnTo>
                <a:lnTo>
                  <a:pt x="2596" y="3072"/>
                </a:lnTo>
                <a:lnTo>
                  <a:pt x="2596" y="3071"/>
                </a:lnTo>
                <a:lnTo>
                  <a:pt x="2597" y="3071"/>
                </a:lnTo>
                <a:lnTo>
                  <a:pt x="2597" y="3070"/>
                </a:lnTo>
                <a:lnTo>
                  <a:pt x="2597" y="3069"/>
                </a:lnTo>
                <a:lnTo>
                  <a:pt x="2598" y="3069"/>
                </a:lnTo>
                <a:lnTo>
                  <a:pt x="2599" y="3069"/>
                </a:lnTo>
                <a:lnTo>
                  <a:pt x="2599" y="3068"/>
                </a:lnTo>
                <a:lnTo>
                  <a:pt x="2600" y="3068"/>
                </a:lnTo>
                <a:lnTo>
                  <a:pt x="2599" y="3068"/>
                </a:lnTo>
                <a:lnTo>
                  <a:pt x="2600" y="3068"/>
                </a:lnTo>
                <a:lnTo>
                  <a:pt x="2599" y="3068"/>
                </a:lnTo>
                <a:lnTo>
                  <a:pt x="2599" y="3067"/>
                </a:lnTo>
                <a:lnTo>
                  <a:pt x="2600" y="3067"/>
                </a:lnTo>
                <a:lnTo>
                  <a:pt x="2600" y="3066"/>
                </a:lnTo>
                <a:lnTo>
                  <a:pt x="2599" y="3066"/>
                </a:lnTo>
                <a:lnTo>
                  <a:pt x="2599" y="3065"/>
                </a:lnTo>
                <a:lnTo>
                  <a:pt x="2600" y="3065"/>
                </a:lnTo>
                <a:lnTo>
                  <a:pt x="2599" y="3065"/>
                </a:lnTo>
                <a:lnTo>
                  <a:pt x="2599" y="3064"/>
                </a:lnTo>
                <a:lnTo>
                  <a:pt x="2599" y="3063"/>
                </a:lnTo>
                <a:lnTo>
                  <a:pt x="2599" y="3062"/>
                </a:lnTo>
                <a:lnTo>
                  <a:pt x="2598" y="3062"/>
                </a:lnTo>
                <a:lnTo>
                  <a:pt x="2598" y="3061"/>
                </a:lnTo>
                <a:lnTo>
                  <a:pt x="2598" y="3060"/>
                </a:lnTo>
                <a:lnTo>
                  <a:pt x="2598" y="3061"/>
                </a:lnTo>
                <a:lnTo>
                  <a:pt x="2598" y="3060"/>
                </a:lnTo>
                <a:lnTo>
                  <a:pt x="2597" y="3060"/>
                </a:lnTo>
                <a:lnTo>
                  <a:pt x="2597" y="3061"/>
                </a:lnTo>
                <a:lnTo>
                  <a:pt x="2596" y="3061"/>
                </a:lnTo>
                <a:lnTo>
                  <a:pt x="2596" y="3060"/>
                </a:lnTo>
                <a:lnTo>
                  <a:pt x="2596" y="3061"/>
                </a:lnTo>
                <a:lnTo>
                  <a:pt x="2595" y="3061"/>
                </a:lnTo>
                <a:lnTo>
                  <a:pt x="2594" y="3061"/>
                </a:lnTo>
                <a:lnTo>
                  <a:pt x="2594" y="3060"/>
                </a:lnTo>
                <a:lnTo>
                  <a:pt x="2593" y="3060"/>
                </a:lnTo>
                <a:lnTo>
                  <a:pt x="2593" y="3059"/>
                </a:lnTo>
                <a:lnTo>
                  <a:pt x="2593" y="3058"/>
                </a:lnTo>
                <a:lnTo>
                  <a:pt x="2593" y="3057"/>
                </a:lnTo>
                <a:lnTo>
                  <a:pt x="2593" y="3056"/>
                </a:lnTo>
                <a:lnTo>
                  <a:pt x="2592" y="3056"/>
                </a:lnTo>
                <a:lnTo>
                  <a:pt x="2592" y="3055"/>
                </a:lnTo>
                <a:lnTo>
                  <a:pt x="2592" y="3054"/>
                </a:lnTo>
                <a:lnTo>
                  <a:pt x="2593" y="3054"/>
                </a:lnTo>
                <a:lnTo>
                  <a:pt x="2593" y="3053"/>
                </a:lnTo>
                <a:lnTo>
                  <a:pt x="2593" y="3052"/>
                </a:lnTo>
                <a:lnTo>
                  <a:pt x="2593" y="3051"/>
                </a:lnTo>
                <a:lnTo>
                  <a:pt x="2593" y="3050"/>
                </a:lnTo>
                <a:lnTo>
                  <a:pt x="2593" y="3048"/>
                </a:lnTo>
                <a:lnTo>
                  <a:pt x="2594" y="3047"/>
                </a:lnTo>
                <a:lnTo>
                  <a:pt x="2594" y="3046"/>
                </a:lnTo>
                <a:lnTo>
                  <a:pt x="2595" y="3045"/>
                </a:lnTo>
                <a:lnTo>
                  <a:pt x="2595" y="3043"/>
                </a:lnTo>
                <a:lnTo>
                  <a:pt x="2595" y="3042"/>
                </a:lnTo>
                <a:lnTo>
                  <a:pt x="2595" y="3041"/>
                </a:lnTo>
                <a:lnTo>
                  <a:pt x="2594" y="3040"/>
                </a:lnTo>
                <a:lnTo>
                  <a:pt x="2594" y="3039"/>
                </a:lnTo>
                <a:lnTo>
                  <a:pt x="2594" y="3038"/>
                </a:lnTo>
                <a:lnTo>
                  <a:pt x="2593" y="3037"/>
                </a:lnTo>
                <a:lnTo>
                  <a:pt x="2593" y="3036"/>
                </a:lnTo>
                <a:lnTo>
                  <a:pt x="2592" y="3036"/>
                </a:lnTo>
                <a:lnTo>
                  <a:pt x="2592" y="3035"/>
                </a:lnTo>
                <a:lnTo>
                  <a:pt x="2591" y="3034"/>
                </a:lnTo>
                <a:lnTo>
                  <a:pt x="2589" y="3034"/>
                </a:lnTo>
                <a:lnTo>
                  <a:pt x="2588" y="3033"/>
                </a:lnTo>
                <a:lnTo>
                  <a:pt x="2588" y="3032"/>
                </a:lnTo>
                <a:lnTo>
                  <a:pt x="2588" y="3030"/>
                </a:lnTo>
                <a:lnTo>
                  <a:pt x="2587" y="3030"/>
                </a:lnTo>
                <a:lnTo>
                  <a:pt x="2586" y="3029"/>
                </a:lnTo>
                <a:lnTo>
                  <a:pt x="2585" y="3029"/>
                </a:lnTo>
                <a:lnTo>
                  <a:pt x="2584" y="3029"/>
                </a:lnTo>
                <a:lnTo>
                  <a:pt x="2584" y="3030"/>
                </a:lnTo>
                <a:lnTo>
                  <a:pt x="2583" y="3031"/>
                </a:lnTo>
                <a:lnTo>
                  <a:pt x="2582" y="3031"/>
                </a:lnTo>
                <a:lnTo>
                  <a:pt x="2581" y="3031"/>
                </a:lnTo>
                <a:lnTo>
                  <a:pt x="2580" y="3030"/>
                </a:lnTo>
                <a:lnTo>
                  <a:pt x="2579" y="3029"/>
                </a:lnTo>
                <a:lnTo>
                  <a:pt x="2579" y="3028"/>
                </a:lnTo>
                <a:lnTo>
                  <a:pt x="2579" y="3027"/>
                </a:lnTo>
                <a:lnTo>
                  <a:pt x="2580" y="3026"/>
                </a:lnTo>
                <a:lnTo>
                  <a:pt x="2580" y="3025"/>
                </a:lnTo>
                <a:lnTo>
                  <a:pt x="2580" y="3024"/>
                </a:lnTo>
                <a:lnTo>
                  <a:pt x="2580" y="3023"/>
                </a:lnTo>
                <a:lnTo>
                  <a:pt x="2580" y="3022"/>
                </a:lnTo>
                <a:lnTo>
                  <a:pt x="2579" y="3021"/>
                </a:lnTo>
                <a:lnTo>
                  <a:pt x="2578" y="3020"/>
                </a:lnTo>
                <a:lnTo>
                  <a:pt x="2577" y="3019"/>
                </a:lnTo>
                <a:lnTo>
                  <a:pt x="2576" y="3018"/>
                </a:lnTo>
                <a:lnTo>
                  <a:pt x="2574" y="3018"/>
                </a:lnTo>
                <a:lnTo>
                  <a:pt x="2573" y="3017"/>
                </a:lnTo>
                <a:lnTo>
                  <a:pt x="2574" y="3017"/>
                </a:lnTo>
                <a:lnTo>
                  <a:pt x="2574" y="3016"/>
                </a:lnTo>
                <a:lnTo>
                  <a:pt x="2574" y="3015"/>
                </a:lnTo>
                <a:lnTo>
                  <a:pt x="2573" y="3015"/>
                </a:lnTo>
                <a:lnTo>
                  <a:pt x="2572" y="3014"/>
                </a:lnTo>
                <a:lnTo>
                  <a:pt x="2572" y="3013"/>
                </a:lnTo>
                <a:lnTo>
                  <a:pt x="2571" y="3013"/>
                </a:lnTo>
                <a:lnTo>
                  <a:pt x="2570" y="3012"/>
                </a:lnTo>
                <a:lnTo>
                  <a:pt x="2569" y="3011"/>
                </a:lnTo>
                <a:lnTo>
                  <a:pt x="2569" y="3010"/>
                </a:lnTo>
                <a:lnTo>
                  <a:pt x="2568" y="3010"/>
                </a:lnTo>
                <a:lnTo>
                  <a:pt x="2567" y="3010"/>
                </a:lnTo>
                <a:lnTo>
                  <a:pt x="2566" y="3010"/>
                </a:lnTo>
                <a:lnTo>
                  <a:pt x="2565" y="3010"/>
                </a:lnTo>
                <a:lnTo>
                  <a:pt x="2564" y="3011"/>
                </a:lnTo>
                <a:lnTo>
                  <a:pt x="2563" y="3011"/>
                </a:lnTo>
                <a:lnTo>
                  <a:pt x="2562" y="3012"/>
                </a:lnTo>
                <a:lnTo>
                  <a:pt x="2562" y="3013"/>
                </a:lnTo>
                <a:lnTo>
                  <a:pt x="2562" y="3014"/>
                </a:lnTo>
                <a:lnTo>
                  <a:pt x="2561" y="3014"/>
                </a:lnTo>
                <a:lnTo>
                  <a:pt x="2560" y="3014"/>
                </a:lnTo>
                <a:lnTo>
                  <a:pt x="2559" y="3014"/>
                </a:lnTo>
                <a:lnTo>
                  <a:pt x="2558" y="3014"/>
                </a:lnTo>
                <a:lnTo>
                  <a:pt x="2557" y="3014"/>
                </a:lnTo>
                <a:lnTo>
                  <a:pt x="2556" y="3012"/>
                </a:lnTo>
                <a:lnTo>
                  <a:pt x="2556" y="3011"/>
                </a:lnTo>
                <a:lnTo>
                  <a:pt x="2555" y="3010"/>
                </a:lnTo>
                <a:lnTo>
                  <a:pt x="2554" y="3009"/>
                </a:lnTo>
                <a:lnTo>
                  <a:pt x="2553" y="3008"/>
                </a:lnTo>
                <a:lnTo>
                  <a:pt x="2552" y="3008"/>
                </a:lnTo>
                <a:lnTo>
                  <a:pt x="2551" y="3007"/>
                </a:lnTo>
                <a:lnTo>
                  <a:pt x="2551" y="3006"/>
                </a:lnTo>
                <a:lnTo>
                  <a:pt x="2551" y="3005"/>
                </a:lnTo>
                <a:lnTo>
                  <a:pt x="2551" y="3004"/>
                </a:lnTo>
                <a:lnTo>
                  <a:pt x="2550" y="3003"/>
                </a:lnTo>
                <a:lnTo>
                  <a:pt x="2550" y="3002"/>
                </a:lnTo>
                <a:lnTo>
                  <a:pt x="2551" y="3001"/>
                </a:lnTo>
                <a:lnTo>
                  <a:pt x="2551" y="3000"/>
                </a:lnTo>
                <a:lnTo>
                  <a:pt x="2550" y="2999"/>
                </a:lnTo>
                <a:lnTo>
                  <a:pt x="2551" y="2998"/>
                </a:lnTo>
                <a:lnTo>
                  <a:pt x="2551" y="2997"/>
                </a:lnTo>
                <a:lnTo>
                  <a:pt x="2550" y="2996"/>
                </a:lnTo>
                <a:lnTo>
                  <a:pt x="2549" y="2994"/>
                </a:lnTo>
                <a:lnTo>
                  <a:pt x="2548" y="2994"/>
                </a:lnTo>
                <a:lnTo>
                  <a:pt x="2546" y="2994"/>
                </a:lnTo>
                <a:lnTo>
                  <a:pt x="2546" y="2993"/>
                </a:lnTo>
                <a:lnTo>
                  <a:pt x="2546" y="2992"/>
                </a:lnTo>
                <a:lnTo>
                  <a:pt x="2545" y="2991"/>
                </a:lnTo>
                <a:lnTo>
                  <a:pt x="2544" y="2991"/>
                </a:lnTo>
                <a:lnTo>
                  <a:pt x="2543" y="2991"/>
                </a:lnTo>
                <a:lnTo>
                  <a:pt x="2543" y="2990"/>
                </a:lnTo>
                <a:lnTo>
                  <a:pt x="2541" y="2990"/>
                </a:lnTo>
                <a:lnTo>
                  <a:pt x="2540" y="2990"/>
                </a:lnTo>
                <a:lnTo>
                  <a:pt x="2539" y="2991"/>
                </a:lnTo>
                <a:lnTo>
                  <a:pt x="2539" y="2992"/>
                </a:lnTo>
                <a:lnTo>
                  <a:pt x="2538" y="2992"/>
                </a:lnTo>
                <a:lnTo>
                  <a:pt x="2536" y="2992"/>
                </a:lnTo>
                <a:lnTo>
                  <a:pt x="2536" y="2991"/>
                </a:lnTo>
                <a:lnTo>
                  <a:pt x="2536" y="2990"/>
                </a:lnTo>
                <a:lnTo>
                  <a:pt x="2535" y="2989"/>
                </a:lnTo>
                <a:lnTo>
                  <a:pt x="2534" y="2988"/>
                </a:lnTo>
                <a:lnTo>
                  <a:pt x="2533" y="2989"/>
                </a:lnTo>
                <a:lnTo>
                  <a:pt x="2532" y="2989"/>
                </a:lnTo>
                <a:lnTo>
                  <a:pt x="2532" y="2991"/>
                </a:lnTo>
                <a:lnTo>
                  <a:pt x="2531" y="2991"/>
                </a:lnTo>
                <a:lnTo>
                  <a:pt x="2530" y="2991"/>
                </a:lnTo>
                <a:lnTo>
                  <a:pt x="2530" y="2992"/>
                </a:lnTo>
                <a:lnTo>
                  <a:pt x="2530" y="2993"/>
                </a:lnTo>
                <a:lnTo>
                  <a:pt x="2528" y="2993"/>
                </a:lnTo>
                <a:lnTo>
                  <a:pt x="2528" y="2994"/>
                </a:lnTo>
                <a:lnTo>
                  <a:pt x="2527" y="2994"/>
                </a:lnTo>
                <a:lnTo>
                  <a:pt x="2526" y="2994"/>
                </a:lnTo>
                <a:lnTo>
                  <a:pt x="2526" y="2995"/>
                </a:lnTo>
                <a:lnTo>
                  <a:pt x="2526" y="2997"/>
                </a:lnTo>
                <a:lnTo>
                  <a:pt x="2526" y="2998"/>
                </a:lnTo>
                <a:lnTo>
                  <a:pt x="2527" y="2998"/>
                </a:lnTo>
                <a:lnTo>
                  <a:pt x="2527" y="2999"/>
                </a:lnTo>
                <a:lnTo>
                  <a:pt x="2528" y="2999"/>
                </a:lnTo>
                <a:lnTo>
                  <a:pt x="2528" y="3000"/>
                </a:lnTo>
                <a:lnTo>
                  <a:pt x="2528" y="3001"/>
                </a:lnTo>
                <a:lnTo>
                  <a:pt x="2527" y="3001"/>
                </a:lnTo>
                <a:lnTo>
                  <a:pt x="2527" y="3002"/>
                </a:lnTo>
                <a:lnTo>
                  <a:pt x="2526" y="3002"/>
                </a:lnTo>
                <a:lnTo>
                  <a:pt x="2526" y="3003"/>
                </a:lnTo>
                <a:lnTo>
                  <a:pt x="2526" y="3004"/>
                </a:lnTo>
                <a:lnTo>
                  <a:pt x="2526" y="3005"/>
                </a:lnTo>
                <a:lnTo>
                  <a:pt x="2526" y="3006"/>
                </a:lnTo>
                <a:lnTo>
                  <a:pt x="2525" y="3006"/>
                </a:lnTo>
                <a:lnTo>
                  <a:pt x="2524" y="3007"/>
                </a:lnTo>
                <a:lnTo>
                  <a:pt x="2524" y="3008"/>
                </a:lnTo>
                <a:lnTo>
                  <a:pt x="2524" y="3009"/>
                </a:lnTo>
                <a:lnTo>
                  <a:pt x="2525" y="3010"/>
                </a:lnTo>
                <a:lnTo>
                  <a:pt x="2525" y="3011"/>
                </a:lnTo>
                <a:lnTo>
                  <a:pt x="2525" y="3012"/>
                </a:lnTo>
                <a:lnTo>
                  <a:pt x="2526" y="3013"/>
                </a:lnTo>
                <a:lnTo>
                  <a:pt x="2527" y="3014"/>
                </a:lnTo>
                <a:lnTo>
                  <a:pt x="2528" y="3014"/>
                </a:lnTo>
                <a:lnTo>
                  <a:pt x="2527" y="3015"/>
                </a:lnTo>
                <a:lnTo>
                  <a:pt x="2527" y="3016"/>
                </a:lnTo>
                <a:lnTo>
                  <a:pt x="2526" y="3016"/>
                </a:lnTo>
                <a:lnTo>
                  <a:pt x="2524" y="3016"/>
                </a:lnTo>
                <a:lnTo>
                  <a:pt x="2523" y="3016"/>
                </a:lnTo>
                <a:lnTo>
                  <a:pt x="2523" y="3017"/>
                </a:lnTo>
                <a:lnTo>
                  <a:pt x="2522" y="3017"/>
                </a:lnTo>
                <a:lnTo>
                  <a:pt x="2522" y="3018"/>
                </a:lnTo>
                <a:lnTo>
                  <a:pt x="2523" y="3018"/>
                </a:lnTo>
                <a:lnTo>
                  <a:pt x="2523" y="3019"/>
                </a:lnTo>
                <a:lnTo>
                  <a:pt x="2524" y="3020"/>
                </a:lnTo>
                <a:lnTo>
                  <a:pt x="2523" y="3020"/>
                </a:lnTo>
                <a:lnTo>
                  <a:pt x="2522" y="3021"/>
                </a:lnTo>
                <a:lnTo>
                  <a:pt x="2521" y="3021"/>
                </a:lnTo>
                <a:lnTo>
                  <a:pt x="2520" y="3020"/>
                </a:lnTo>
                <a:lnTo>
                  <a:pt x="2518" y="3019"/>
                </a:lnTo>
                <a:lnTo>
                  <a:pt x="2518" y="3018"/>
                </a:lnTo>
                <a:lnTo>
                  <a:pt x="2517" y="3018"/>
                </a:lnTo>
                <a:lnTo>
                  <a:pt x="2515" y="3020"/>
                </a:lnTo>
                <a:lnTo>
                  <a:pt x="2515" y="3021"/>
                </a:lnTo>
                <a:lnTo>
                  <a:pt x="2516" y="3022"/>
                </a:lnTo>
                <a:lnTo>
                  <a:pt x="2516" y="3023"/>
                </a:lnTo>
                <a:lnTo>
                  <a:pt x="2517" y="3023"/>
                </a:lnTo>
                <a:lnTo>
                  <a:pt x="2516" y="3024"/>
                </a:lnTo>
                <a:lnTo>
                  <a:pt x="2515" y="3025"/>
                </a:lnTo>
                <a:lnTo>
                  <a:pt x="2513" y="3025"/>
                </a:lnTo>
                <a:lnTo>
                  <a:pt x="2512" y="3025"/>
                </a:lnTo>
                <a:lnTo>
                  <a:pt x="2511" y="3025"/>
                </a:lnTo>
                <a:lnTo>
                  <a:pt x="2510" y="3025"/>
                </a:lnTo>
                <a:lnTo>
                  <a:pt x="2510" y="3026"/>
                </a:lnTo>
                <a:lnTo>
                  <a:pt x="2510" y="3027"/>
                </a:lnTo>
                <a:lnTo>
                  <a:pt x="2510" y="3028"/>
                </a:lnTo>
                <a:lnTo>
                  <a:pt x="2510" y="3029"/>
                </a:lnTo>
                <a:lnTo>
                  <a:pt x="2511" y="3029"/>
                </a:lnTo>
                <a:lnTo>
                  <a:pt x="2511" y="3030"/>
                </a:lnTo>
                <a:lnTo>
                  <a:pt x="2511" y="3031"/>
                </a:lnTo>
                <a:lnTo>
                  <a:pt x="2511" y="3032"/>
                </a:lnTo>
                <a:lnTo>
                  <a:pt x="2511" y="3033"/>
                </a:lnTo>
                <a:lnTo>
                  <a:pt x="2511" y="3034"/>
                </a:lnTo>
                <a:lnTo>
                  <a:pt x="2510" y="3035"/>
                </a:lnTo>
                <a:lnTo>
                  <a:pt x="2510" y="3036"/>
                </a:lnTo>
                <a:lnTo>
                  <a:pt x="2508" y="3036"/>
                </a:lnTo>
                <a:lnTo>
                  <a:pt x="2507" y="3037"/>
                </a:lnTo>
                <a:lnTo>
                  <a:pt x="2508" y="3037"/>
                </a:lnTo>
                <a:lnTo>
                  <a:pt x="2508" y="3038"/>
                </a:lnTo>
                <a:lnTo>
                  <a:pt x="2509" y="3038"/>
                </a:lnTo>
                <a:lnTo>
                  <a:pt x="2509" y="3039"/>
                </a:lnTo>
                <a:lnTo>
                  <a:pt x="2509" y="3040"/>
                </a:lnTo>
                <a:lnTo>
                  <a:pt x="2509" y="3041"/>
                </a:lnTo>
                <a:lnTo>
                  <a:pt x="2508" y="3041"/>
                </a:lnTo>
                <a:lnTo>
                  <a:pt x="2506" y="3042"/>
                </a:lnTo>
                <a:lnTo>
                  <a:pt x="2505" y="3043"/>
                </a:lnTo>
                <a:lnTo>
                  <a:pt x="2505" y="3044"/>
                </a:lnTo>
                <a:lnTo>
                  <a:pt x="2505" y="3045"/>
                </a:lnTo>
                <a:lnTo>
                  <a:pt x="2505" y="3046"/>
                </a:lnTo>
                <a:lnTo>
                  <a:pt x="2506" y="3046"/>
                </a:lnTo>
                <a:lnTo>
                  <a:pt x="2507" y="3047"/>
                </a:lnTo>
                <a:lnTo>
                  <a:pt x="2508" y="3047"/>
                </a:lnTo>
                <a:lnTo>
                  <a:pt x="2509" y="3046"/>
                </a:lnTo>
                <a:lnTo>
                  <a:pt x="2510" y="3046"/>
                </a:lnTo>
                <a:lnTo>
                  <a:pt x="2512" y="3046"/>
                </a:lnTo>
                <a:lnTo>
                  <a:pt x="2513" y="3046"/>
                </a:lnTo>
                <a:lnTo>
                  <a:pt x="2512" y="3047"/>
                </a:lnTo>
                <a:lnTo>
                  <a:pt x="2512" y="3048"/>
                </a:lnTo>
                <a:lnTo>
                  <a:pt x="2512" y="3049"/>
                </a:lnTo>
                <a:lnTo>
                  <a:pt x="2513" y="3049"/>
                </a:lnTo>
                <a:lnTo>
                  <a:pt x="2513" y="3050"/>
                </a:lnTo>
                <a:lnTo>
                  <a:pt x="2514" y="3050"/>
                </a:lnTo>
                <a:lnTo>
                  <a:pt x="2515" y="3050"/>
                </a:lnTo>
                <a:lnTo>
                  <a:pt x="2516" y="3051"/>
                </a:lnTo>
                <a:lnTo>
                  <a:pt x="2516" y="3052"/>
                </a:lnTo>
                <a:lnTo>
                  <a:pt x="2516" y="3053"/>
                </a:lnTo>
                <a:lnTo>
                  <a:pt x="2515" y="3054"/>
                </a:lnTo>
                <a:lnTo>
                  <a:pt x="2514" y="3054"/>
                </a:lnTo>
                <a:lnTo>
                  <a:pt x="2514" y="3055"/>
                </a:lnTo>
                <a:lnTo>
                  <a:pt x="2513" y="3056"/>
                </a:lnTo>
                <a:lnTo>
                  <a:pt x="2513" y="3057"/>
                </a:lnTo>
                <a:lnTo>
                  <a:pt x="2513" y="3058"/>
                </a:lnTo>
                <a:lnTo>
                  <a:pt x="2513" y="3059"/>
                </a:lnTo>
                <a:lnTo>
                  <a:pt x="2513" y="3060"/>
                </a:lnTo>
                <a:lnTo>
                  <a:pt x="2512" y="3061"/>
                </a:lnTo>
                <a:lnTo>
                  <a:pt x="2512" y="3062"/>
                </a:lnTo>
                <a:lnTo>
                  <a:pt x="2513" y="3062"/>
                </a:lnTo>
                <a:lnTo>
                  <a:pt x="2514" y="3063"/>
                </a:lnTo>
                <a:lnTo>
                  <a:pt x="2513" y="3064"/>
                </a:lnTo>
                <a:lnTo>
                  <a:pt x="2512" y="3064"/>
                </a:lnTo>
                <a:lnTo>
                  <a:pt x="2512" y="3065"/>
                </a:lnTo>
                <a:lnTo>
                  <a:pt x="2513" y="3065"/>
                </a:lnTo>
                <a:lnTo>
                  <a:pt x="2513" y="3066"/>
                </a:lnTo>
                <a:lnTo>
                  <a:pt x="2514" y="3067"/>
                </a:lnTo>
                <a:lnTo>
                  <a:pt x="2513" y="3068"/>
                </a:lnTo>
                <a:lnTo>
                  <a:pt x="2512" y="3068"/>
                </a:lnTo>
                <a:lnTo>
                  <a:pt x="2512" y="3069"/>
                </a:lnTo>
                <a:lnTo>
                  <a:pt x="2511" y="3069"/>
                </a:lnTo>
                <a:lnTo>
                  <a:pt x="2510" y="3068"/>
                </a:lnTo>
                <a:lnTo>
                  <a:pt x="2509" y="3068"/>
                </a:lnTo>
                <a:lnTo>
                  <a:pt x="2507" y="3068"/>
                </a:lnTo>
                <a:lnTo>
                  <a:pt x="2507" y="3067"/>
                </a:lnTo>
                <a:lnTo>
                  <a:pt x="2507" y="3066"/>
                </a:lnTo>
                <a:lnTo>
                  <a:pt x="2507" y="3065"/>
                </a:lnTo>
                <a:lnTo>
                  <a:pt x="2506" y="3065"/>
                </a:lnTo>
                <a:lnTo>
                  <a:pt x="2506" y="3064"/>
                </a:lnTo>
                <a:lnTo>
                  <a:pt x="2505" y="3064"/>
                </a:lnTo>
                <a:lnTo>
                  <a:pt x="2504" y="3064"/>
                </a:lnTo>
                <a:lnTo>
                  <a:pt x="2503" y="3064"/>
                </a:lnTo>
                <a:lnTo>
                  <a:pt x="2503" y="3065"/>
                </a:lnTo>
                <a:lnTo>
                  <a:pt x="2502" y="3065"/>
                </a:lnTo>
                <a:lnTo>
                  <a:pt x="2501" y="3065"/>
                </a:lnTo>
                <a:lnTo>
                  <a:pt x="2500" y="3066"/>
                </a:lnTo>
                <a:lnTo>
                  <a:pt x="2499" y="3066"/>
                </a:lnTo>
                <a:lnTo>
                  <a:pt x="2499" y="3067"/>
                </a:lnTo>
                <a:lnTo>
                  <a:pt x="2498" y="3067"/>
                </a:lnTo>
                <a:lnTo>
                  <a:pt x="2498" y="3068"/>
                </a:lnTo>
                <a:lnTo>
                  <a:pt x="2497" y="3069"/>
                </a:lnTo>
                <a:lnTo>
                  <a:pt x="2496" y="3070"/>
                </a:lnTo>
                <a:lnTo>
                  <a:pt x="2495" y="3070"/>
                </a:lnTo>
                <a:lnTo>
                  <a:pt x="2495" y="3071"/>
                </a:lnTo>
                <a:lnTo>
                  <a:pt x="2494" y="3071"/>
                </a:lnTo>
                <a:lnTo>
                  <a:pt x="2494" y="3072"/>
                </a:lnTo>
                <a:lnTo>
                  <a:pt x="2493" y="3072"/>
                </a:lnTo>
                <a:lnTo>
                  <a:pt x="2493" y="3073"/>
                </a:lnTo>
                <a:lnTo>
                  <a:pt x="2493" y="3074"/>
                </a:lnTo>
                <a:lnTo>
                  <a:pt x="2492" y="3074"/>
                </a:lnTo>
                <a:lnTo>
                  <a:pt x="2491" y="3074"/>
                </a:lnTo>
                <a:lnTo>
                  <a:pt x="2491" y="3075"/>
                </a:lnTo>
                <a:lnTo>
                  <a:pt x="2491" y="3076"/>
                </a:lnTo>
                <a:lnTo>
                  <a:pt x="2490" y="3076"/>
                </a:lnTo>
                <a:lnTo>
                  <a:pt x="2490" y="3077"/>
                </a:lnTo>
                <a:lnTo>
                  <a:pt x="2489" y="3077"/>
                </a:lnTo>
                <a:lnTo>
                  <a:pt x="2488" y="3077"/>
                </a:lnTo>
                <a:lnTo>
                  <a:pt x="2487" y="3077"/>
                </a:lnTo>
                <a:lnTo>
                  <a:pt x="2487" y="3078"/>
                </a:lnTo>
                <a:lnTo>
                  <a:pt x="2487" y="3079"/>
                </a:lnTo>
                <a:lnTo>
                  <a:pt x="2486" y="3079"/>
                </a:lnTo>
                <a:lnTo>
                  <a:pt x="2485" y="3079"/>
                </a:lnTo>
                <a:lnTo>
                  <a:pt x="2484" y="3079"/>
                </a:lnTo>
                <a:lnTo>
                  <a:pt x="2483" y="3080"/>
                </a:lnTo>
                <a:lnTo>
                  <a:pt x="2483" y="3081"/>
                </a:lnTo>
                <a:lnTo>
                  <a:pt x="2483" y="3082"/>
                </a:lnTo>
                <a:lnTo>
                  <a:pt x="2483" y="3084"/>
                </a:lnTo>
                <a:lnTo>
                  <a:pt x="2483" y="3085"/>
                </a:lnTo>
                <a:lnTo>
                  <a:pt x="2483" y="3084"/>
                </a:lnTo>
                <a:lnTo>
                  <a:pt x="2483" y="3083"/>
                </a:lnTo>
                <a:lnTo>
                  <a:pt x="2482" y="3082"/>
                </a:lnTo>
                <a:lnTo>
                  <a:pt x="2482" y="3081"/>
                </a:lnTo>
                <a:lnTo>
                  <a:pt x="2482" y="3080"/>
                </a:lnTo>
                <a:lnTo>
                  <a:pt x="2481" y="3080"/>
                </a:lnTo>
                <a:lnTo>
                  <a:pt x="2481" y="3079"/>
                </a:lnTo>
                <a:lnTo>
                  <a:pt x="2481" y="3078"/>
                </a:lnTo>
                <a:lnTo>
                  <a:pt x="2480" y="3078"/>
                </a:lnTo>
                <a:lnTo>
                  <a:pt x="2480" y="3077"/>
                </a:lnTo>
                <a:lnTo>
                  <a:pt x="2479" y="3077"/>
                </a:lnTo>
                <a:lnTo>
                  <a:pt x="2478" y="3076"/>
                </a:lnTo>
                <a:lnTo>
                  <a:pt x="2478" y="3075"/>
                </a:lnTo>
                <a:lnTo>
                  <a:pt x="2477" y="3075"/>
                </a:lnTo>
                <a:lnTo>
                  <a:pt x="2476" y="3076"/>
                </a:lnTo>
                <a:lnTo>
                  <a:pt x="2475" y="3076"/>
                </a:lnTo>
                <a:lnTo>
                  <a:pt x="2474" y="3076"/>
                </a:lnTo>
                <a:lnTo>
                  <a:pt x="2473" y="3077"/>
                </a:lnTo>
                <a:lnTo>
                  <a:pt x="2473" y="3076"/>
                </a:lnTo>
                <a:lnTo>
                  <a:pt x="2472" y="3076"/>
                </a:lnTo>
                <a:lnTo>
                  <a:pt x="2472" y="3075"/>
                </a:lnTo>
                <a:lnTo>
                  <a:pt x="2472" y="3074"/>
                </a:lnTo>
                <a:lnTo>
                  <a:pt x="2471" y="3074"/>
                </a:lnTo>
                <a:lnTo>
                  <a:pt x="2471" y="3073"/>
                </a:lnTo>
                <a:lnTo>
                  <a:pt x="2471" y="3072"/>
                </a:lnTo>
                <a:lnTo>
                  <a:pt x="2470" y="3072"/>
                </a:lnTo>
                <a:lnTo>
                  <a:pt x="2470" y="3071"/>
                </a:lnTo>
                <a:lnTo>
                  <a:pt x="2469" y="3070"/>
                </a:lnTo>
                <a:lnTo>
                  <a:pt x="2468" y="3070"/>
                </a:lnTo>
                <a:lnTo>
                  <a:pt x="2467" y="3069"/>
                </a:lnTo>
                <a:lnTo>
                  <a:pt x="2466" y="3069"/>
                </a:lnTo>
                <a:lnTo>
                  <a:pt x="2466" y="3068"/>
                </a:lnTo>
                <a:lnTo>
                  <a:pt x="2465" y="3068"/>
                </a:lnTo>
                <a:lnTo>
                  <a:pt x="2464" y="3068"/>
                </a:lnTo>
                <a:lnTo>
                  <a:pt x="2463" y="3068"/>
                </a:lnTo>
                <a:lnTo>
                  <a:pt x="2462" y="3068"/>
                </a:lnTo>
                <a:lnTo>
                  <a:pt x="2461" y="3068"/>
                </a:lnTo>
                <a:lnTo>
                  <a:pt x="2461" y="3069"/>
                </a:lnTo>
                <a:lnTo>
                  <a:pt x="2460" y="3069"/>
                </a:lnTo>
                <a:lnTo>
                  <a:pt x="2460" y="3068"/>
                </a:lnTo>
                <a:lnTo>
                  <a:pt x="2459" y="3068"/>
                </a:lnTo>
                <a:lnTo>
                  <a:pt x="2459" y="3069"/>
                </a:lnTo>
                <a:lnTo>
                  <a:pt x="2458" y="3068"/>
                </a:lnTo>
                <a:lnTo>
                  <a:pt x="2457" y="3068"/>
                </a:lnTo>
                <a:lnTo>
                  <a:pt x="2456" y="3067"/>
                </a:lnTo>
                <a:lnTo>
                  <a:pt x="2455" y="3066"/>
                </a:lnTo>
                <a:lnTo>
                  <a:pt x="2454" y="3066"/>
                </a:lnTo>
                <a:lnTo>
                  <a:pt x="2454" y="3065"/>
                </a:lnTo>
                <a:lnTo>
                  <a:pt x="2453" y="3065"/>
                </a:lnTo>
                <a:lnTo>
                  <a:pt x="2452" y="3064"/>
                </a:lnTo>
                <a:lnTo>
                  <a:pt x="2452" y="3063"/>
                </a:lnTo>
                <a:lnTo>
                  <a:pt x="2452" y="3062"/>
                </a:lnTo>
                <a:lnTo>
                  <a:pt x="2450" y="3062"/>
                </a:lnTo>
                <a:lnTo>
                  <a:pt x="2449" y="3062"/>
                </a:lnTo>
                <a:lnTo>
                  <a:pt x="2448" y="3061"/>
                </a:lnTo>
                <a:lnTo>
                  <a:pt x="2447" y="3061"/>
                </a:lnTo>
                <a:lnTo>
                  <a:pt x="2447" y="3060"/>
                </a:lnTo>
                <a:lnTo>
                  <a:pt x="2446" y="3060"/>
                </a:lnTo>
                <a:lnTo>
                  <a:pt x="2445" y="3060"/>
                </a:lnTo>
                <a:lnTo>
                  <a:pt x="2444" y="3059"/>
                </a:lnTo>
                <a:lnTo>
                  <a:pt x="2443" y="3058"/>
                </a:lnTo>
                <a:lnTo>
                  <a:pt x="2442" y="3058"/>
                </a:lnTo>
                <a:lnTo>
                  <a:pt x="2442" y="3059"/>
                </a:lnTo>
                <a:lnTo>
                  <a:pt x="2441" y="3059"/>
                </a:lnTo>
                <a:lnTo>
                  <a:pt x="2440" y="3059"/>
                </a:lnTo>
                <a:lnTo>
                  <a:pt x="2439" y="3059"/>
                </a:lnTo>
                <a:lnTo>
                  <a:pt x="2439" y="3058"/>
                </a:lnTo>
                <a:lnTo>
                  <a:pt x="2438" y="3058"/>
                </a:lnTo>
                <a:lnTo>
                  <a:pt x="2437" y="3057"/>
                </a:lnTo>
                <a:lnTo>
                  <a:pt x="2437" y="3056"/>
                </a:lnTo>
                <a:lnTo>
                  <a:pt x="2436" y="3056"/>
                </a:lnTo>
                <a:lnTo>
                  <a:pt x="2436" y="3055"/>
                </a:lnTo>
                <a:lnTo>
                  <a:pt x="2435" y="3055"/>
                </a:lnTo>
                <a:lnTo>
                  <a:pt x="2435" y="3054"/>
                </a:lnTo>
                <a:lnTo>
                  <a:pt x="2435" y="3053"/>
                </a:lnTo>
                <a:lnTo>
                  <a:pt x="2435" y="3052"/>
                </a:lnTo>
                <a:lnTo>
                  <a:pt x="2434" y="3051"/>
                </a:lnTo>
                <a:lnTo>
                  <a:pt x="2434" y="3050"/>
                </a:lnTo>
                <a:lnTo>
                  <a:pt x="2433" y="3049"/>
                </a:lnTo>
                <a:lnTo>
                  <a:pt x="2432" y="3048"/>
                </a:lnTo>
                <a:lnTo>
                  <a:pt x="2431" y="3048"/>
                </a:lnTo>
                <a:lnTo>
                  <a:pt x="2430" y="3048"/>
                </a:lnTo>
                <a:lnTo>
                  <a:pt x="2429" y="3047"/>
                </a:lnTo>
                <a:lnTo>
                  <a:pt x="2429" y="3046"/>
                </a:lnTo>
                <a:lnTo>
                  <a:pt x="2428" y="3046"/>
                </a:lnTo>
                <a:lnTo>
                  <a:pt x="2427" y="3046"/>
                </a:lnTo>
                <a:lnTo>
                  <a:pt x="2426" y="3046"/>
                </a:lnTo>
                <a:lnTo>
                  <a:pt x="2425" y="3045"/>
                </a:lnTo>
                <a:lnTo>
                  <a:pt x="2425" y="3044"/>
                </a:lnTo>
                <a:lnTo>
                  <a:pt x="2424" y="3044"/>
                </a:lnTo>
                <a:lnTo>
                  <a:pt x="2423" y="3044"/>
                </a:lnTo>
                <a:lnTo>
                  <a:pt x="2422" y="3044"/>
                </a:lnTo>
                <a:lnTo>
                  <a:pt x="2421" y="3045"/>
                </a:lnTo>
                <a:lnTo>
                  <a:pt x="2421" y="3046"/>
                </a:lnTo>
                <a:lnTo>
                  <a:pt x="2421" y="3045"/>
                </a:lnTo>
                <a:lnTo>
                  <a:pt x="2420" y="3044"/>
                </a:lnTo>
                <a:lnTo>
                  <a:pt x="2419" y="3042"/>
                </a:lnTo>
                <a:lnTo>
                  <a:pt x="2419" y="3040"/>
                </a:lnTo>
                <a:lnTo>
                  <a:pt x="2418" y="3039"/>
                </a:lnTo>
                <a:lnTo>
                  <a:pt x="2417" y="3037"/>
                </a:lnTo>
                <a:lnTo>
                  <a:pt x="2416" y="3035"/>
                </a:lnTo>
                <a:lnTo>
                  <a:pt x="2415" y="3035"/>
                </a:lnTo>
                <a:lnTo>
                  <a:pt x="2413" y="3034"/>
                </a:lnTo>
                <a:lnTo>
                  <a:pt x="2412" y="3034"/>
                </a:lnTo>
                <a:lnTo>
                  <a:pt x="2411" y="3035"/>
                </a:lnTo>
                <a:lnTo>
                  <a:pt x="2410" y="3035"/>
                </a:lnTo>
                <a:lnTo>
                  <a:pt x="2409" y="3035"/>
                </a:lnTo>
                <a:lnTo>
                  <a:pt x="2409" y="3036"/>
                </a:lnTo>
                <a:lnTo>
                  <a:pt x="2410" y="3037"/>
                </a:lnTo>
                <a:lnTo>
                  <a:pt x="2410" y="3038"/>
                </a:lnTo>
                <a:lnTo>
                  <a:pt x="2409" y="3039"/>
                </a:lnTo>
                <a:lnTo>
                  <a:pt x="2408" y="3039"/>
                </a:lnTo>
                <a:lnTo>
                  <a:pt x="2406" y="3039"/>
                </a:lnTo>
                <a:lnTo>
                  <a:pt x="2405" y="3039"/>
                </a:lnTo>
                <a:lnTo>
                  <a:pt x="2405" y="3038"/>
                </a:lnTo>
                <a:lnTo>
                  <a:pt x="2404" y="3038"/>
                </a:lnTo>
                <a:lnTo>
                  <a:pt x="2403" y="3038"/>
                </a:lnTo>
                <a:lnTo>
                  <a:pt x="2402" y="3038"/>
                </a:lnTo>
                <a:lnTo>
                  <a:pt x="2402" y="3037"/>
                </a:lnTo>
                <a:lnTo>
                  <a:pt x="2401" y="3037"/>
                </a:lnTo>
                <a:lnTo>
                  <a:pt x="2400" y="3037"/>
                </a:lnTo>
                <a:lnTo>
                  <a:pt x="2399" y="3036"/>
                </a:lnTo>
                <a:lnTo>
                  <a:pt x="2398" y="3035"/>
                </a:lnTo>
                <a:lnTo>
                  <a:pt x="2398" y="3034"/>
                </a:lnTo>
                <a:lnTo>
                  <a:pt x="2398" y="3033"/>
                </a:lnTo>
                <a:lnTo>
                  <a:pt x="2397" y="3031"/>
                </a:lnTo>
                <a:lnTo>
                  <a:pt x="2397" y="3029"/>
                </a:lnTo>
                <a:lnTo>
                  <a:pt x="2398" y="3028"/>
                </a:lnTo>
                <a:lnTo>
                  <a:pt x="2397" y="3027"/>
                </a:lnTo>
                <a:lnTo>
                  <a:pt x="2396" y="3026"/>
                </a:lnTo>
                <a:lnTo>
                  <a:pt x="2394" y="3026"/>
                </a:lnTo>
                <a:lnTo>
                  <a:pt x="2392" y="3026"/>
                </a:lnTo>
                <a:lnTo>
                  <a:pt x="2391" y="3026"/>
                </a:lnTo>
                <a:lnTo>
                  <a:pt x="2390" y="3027"/>
                </a:lnTo>
                <a:lnTo>
                  <a:pt x="2389" y="3027"/>
                </a:lnTo>
                <a:lnTo>
                  <a:pt x="2388" y="3027"/>
                </a:lnTo>
                <a:lnTo>
                  <a:pt x="2386" y="3028"/>
                </a:lnTo>
                <a:lnTo>
                  <a:pt x="2384" y="3028"/>
                </a:lnTo>
                <a:lnTo>
                  <a:pt x="2382" y="3028"/>
                </a:lnTo>
                <a:lnTo>
                  <a:pt x="2381" y="3028"/>
                </a:lnTo>
                <a:lnTo>
                  <a:pt x="2380" y="3028"/>
                </a:lnTo>
                <a:lnTo>
                  <a:pt x="2379" y="3028"/>
                </a:lnTo>
                <a:lnTo>
                  <a:pt x="2378" y="3028"/>
                </a:lnTo>
                <a:lnTo>
                  <a:pt x="2377" y="3028"/>
                </a:lnTo>
                <a:lnTo>
                  <a:pt x="2376" y="3029"/>
                </a:lnTo>
                <a:lnTo>
                  <a:pt x="2375" y="3030"/>
                </a:lnTo>
                <a:lnTo>
                  <a:pt x="2374" y="3030"/>
                </a:lnTo>
                <a:lnTo>
                  <a:pt x="2372" y="3030"/>
                </a:lnTo>
                <a:lnTo>
                  <a:pt x="2370" y="3030"/>
                </a:lnTo>
                <a:lnTo>
                  <a:pt x="2368" y="3030"/>
                </a:lnTo>
                <a:lnTo>
                  <a:pt x="2367" y="3030"/>
                </a:lnTo>
                <a:lnTo>
                  <a:pt x="2366" y="3030"/>
                </a:lnTo>
                <a:lnTo>
                  <a:pt x="2366" y="3029"/>
                </a:lnTo>
                <a:lnTo>
                  <a:pt x="2365" y="3029"/>
                </a:lnTo>
                <a:lnTo>
                  <a:pt x="2364" y="3028"/>
                </a:lnTo>
                <a:lnTo>
                  <a:pt x="2364" y="3027"/>
                </a:lnTo>
                <a:lnTo>
                  <a:pt x="2363" y="3027"/>
                </a:lnTo>
                <a:lnTo>
                  <a:pt x="2363" y="3026"/>
                </a:lnTo>
                <a:lnTo>
                  <a:pt x="2362" y="3025"/>
                </a:lnTo>
                <a:lnTo>
                  <a:pt x="2361" y="3025"/>
                </a:lnTo>
                <a:lnTo>
                  <a:pt x="2360" y="3025"/>
                </a:lnTo>
                <a:lnTo>
                  <a:pt x="2358" y="3025"/>
                </a:lnTo>
                <a:lnTo>
                  <a:pt x="2358" y="3024"/>
                </a:lnTo>
                <a:lnTo>
                  <a:pt x="2357" y="3023"/>
                </a:lnTo>
                <a:lnTo>
                  <a:pt x="2357" y="3022"/>
                </a:lnTo>
                <a:lnTo>
                  <a:pt x="2357" y="3021"/>
                </a:lnTo>
                <a:lnTo>
                  <a:pt x="2357" y="3020"/>
                </a:lnTo>
                <a:lnTo>
                  <a:pt x="2356" y="3019"/>
                </a:lnTo>
                <a:lnTo>
                  <a:pt x="2355" y="3019"/>
                </a:lnTo>
                <a:lnTo>
                  <a:pt x="2355" y="3018"/>
                </a:lnTo>
                <a:lnTo>
                  <a:pt x="2354" y="3018"/>
                </a:lnTo>
                <a:lnTo>
                  <a:pt x="2353" y="3018"/>
                </a:lnTo>
                <a:lnTo>
                  <a:pt x="2352" y="3019"/>
                </a:lnTo>
                <a:lnTo>
                  <a:pt x="2351" y="3019"/>
                </a:lnTo>
                <a:lnTo>
                  <a:pt x="2350" y="3018"/>
                </a:lnTo>
                <a:lnTo>
                  <a:pt x="2349" y="3018"/>
                </a:lnTo>
                <a:lnTo>
                  <a:pt x="2348" y="3020"/>
                </a:lnTo>
                <a:lnTo>
                  <a:pt x="2347" y="3020"/>
                </a:lnTo>
                <a:lnTo>
                  <a:pt x="2346" y="3021"/>
                </a:lnTo>
                <a:lnTo>
                  <a:pt x="2345" y="3021"/>
                </a:lnTo>
                <a:lnTo>
                  <a:pt x="2344" y="3021"/>
                </a:lnTo>
                <a:lnTo>
                  <a:pt x="2343" y="3021"/>
                </a:lnTo>
                <a:lnTo>
                  <a:pt x="2343" y="3020"/>
                </a:lnTo>
                <a:lnTo>
                  <a:pt x="2342" y="3020"/>
                </a:lnTo>
                <a:lnTo>
                  <a:pt x="2342" y="3021"/>
                </a:lnTo>
                <a:lnTo>
                  <a:pt x="2341" y="3021"/>
                </a:lnTo>
                <a:lnTo>
                  <a:pt x="2340" y="3020"/>
                </a:lnTo>
                <a:lnTo>
                  <a:pt x="2339" y="3021"/>
                </a:lnTo>
                <a:lnTo>
                  <a:pt x="2338" y="3022"/>
                </a:lnTo>
                <a:lnTo>
                  <a:pt x="2337" y="3022"/>
                </a:lnTo>
                <a:lnTo>
                  <a:pt x="2336" y="3022"/>
                </a:lnTo>
                <a:lnTo>
                  <a:pt x="2335" y="3022"/>
                </a:lnTo>
                <a:lnTo>
                  <a:pt x="2334" y="3023"/>
                </a:lnTo>
                <a:lnTo>
                  <a:pt x="2333" y="3023"/>
                </a:lnTo>
                <a:lnTo>
                  <a:pt x="2332" y="3023"/>
                </a:lnTo>
                <a:lnTo>
                  <a:pt x="2332" y="3024"/>
                </a:lnTo>
                <a:lnTo>
                  <a:pt x="2331" y="3024"/>
                </a:lnTo>
                <a:lnTo>
                  <a:pt x="2331" y="3025"/>
                </a:lnTo>
                <a:lnTo>
                  <a:pt x="2330" y="3025"/>
                </a:lnTo>
                <a:lnTo>
                  <a:pt x="2329" y="3025"/>
                </a:lnTo>
                <a:lnTo>
                  <a:pt x="2329" y="3026"/>
                </a:lnTo>
                <a:lnTo>
                  <a:pt x="2328" y="3026"/>
                </a:lnTo>
                <a:lnTo>
                  <a:pt x="2327" y="3027"/>
                </a:lnTo>
                <a:lnTo>
                  <a:pt x="2326" y="3027"/>
                </a:lnTo>
                <a:lnTo>
                  <a:pt x="2325" y="3028"/>
                </a:lnTo>
                <a:lnTo>
                  <a:pt x="2324" y="3028"/>
                </a:lnTo>
                <a:lnTo>
                  <a:pt x="2324" y="3029"/>
                </a:lnTo>
                <a:lnTo>
                  <a:pt x="2323" y="3029"/>
                </a:lnTo>
                <a:lnTo>
                  <a:pt x="2322" y="3029"/>
                </a:lnTo>
                <a:lnTo>
                  <a:pt x="2322" y="3030"/>
                </a:lnTo>
                <a:lnTo>
                  <a:pt x="2321" y="3030"/>
                </a:lnTo>
                <a:lnTo>
                  <a:pt x="2320" y="3031"/>
                </a:lnTo>
                <a:lnTo>
                  <a:pt x="2319" y="3031"/>
                </a:lnTo>
                <a:lnTo>
                  <a:pt x="2318" y="3032"/>
                </a:lnTo>
                <a:lnTo>
                  <a:pt x="2317" y="3032"/>
                </a:lnTo>
                <a:lnTo>
                  <a:pt x="2316" y="3032"/>
                </a:lnTo>
                <a:lnTo>
                  <a:pt x="2315" y="3032"/>
                </a:lnTo>
                <a:lnTo>
                  <a:pt x="2314" y="3032"/>
                </a:lnTo>
                <a:lnTo>
                  <a:pt x="2314" y="3033"/>
                </a:lnTo>
                <a:lnTo>
                  <a:pt x="2313" y="3033"/>
                </a:lnTo>
                <a:lnTo>
                  <a:pt x="2312" y="3033"/>
                </a:lnTo>
                <a:lnTo>
                  <a:pt x="2311" y="3034"/>
                </a:lnTo>
                <a:lnTo>
                  <a:pt x="2310" y="3034"/>
                </a:lnTo>
                <a:lnTo>
                  <a:pt x="2309" y="3034"/>
                </a:lnTo>
                <a:lnTo>
                  <a:pt x="2308" y="3034"/>
                </a:lnTo>
                <a:lnTo>
                  <a:pt x="2307" y="3035"/>
                </a:lnTo>
                <a:lnTo>
                  <a:pt x="2306" y="3035"/>
                </a:lnTo>
                <a:lnTo>
                  <a:pt x="2305" y="3036"/>
                </a:lnTo>
                <a:lnTo>
                  <a:pt x="2304" y="3036"/>
                </a:lnTo>
                <a:lnTo>
                  <a:pt x="2304" y="3037"/>
                </a:lnTo>
                <a:lnTo>
                  <a:pt x="2303" y="3037"/>
                </a:lnTo>
                <a:lnTo>
                  <a:pt x="2303" y="3038"/>
                </a:lnTo>
                <a:lnTo>
                  <a:pt x="2302" y="3038"/>
                </a:lnTo>
                <a:lnTo>
                  <a:pt x="2302" y="3039"/>
                </a:lnTo>
                <a:lnTo>
                  <a:pt x="2301" y="3040"/>
                </a:lnTo>
                <a:lnTo>
                  <a:pt x="2301" y="3041"/>
                </a:lnTo>
                <a:lnTo>
                  <a:pt x="2301" y="3042"/>
                </a:lnTo>
                <a:lnTo>
                  <a:pt x="2301" y="3043"/>
                </a:lnTo>
                <a:lnTo>
                  <a:pt x="2301" y="3044"/>
                </a:lnTo>
                <a:lnTo>
                  <a:pt x="2300" y="3044"/>
                </a:lnTo>
                <a:lnTo>
                  <a:pt x="2300" y="3045"/>
                </a:lnTo>
                <a:lnTo>
                  <a:pt x="2300" y="3046"/>
                </a:lnTo>
                <a:lnTo>
                  <a:pt x="2300" y="3047"/>
                </a:lnTo>
                <a:lnTo>
                  <a:pt x="2300" y="3048"/>
                </a:lnTo>
                <a:lnTo>
                  <a:pt x="2299" y="3049"/>
                </a:lnTo>
                <a:lnTo>
                  <a:pt x="2298" y="3050"/>
                </a:lnTo>
                <a:lnTo>
                  <a:pt x="2298" y="3051"/>
                </a:lnTo>
                <a:lnTo>
                  <a:pt x="2297" y="3051"/>
                </a:lnTo>
                <a:lnTo>
                  <a:pt x="2296" y="3051"/>
                </a:lnTo>
                <a:lnTo>
                  <a:pt x="2295" y="3052"/>
                </a:lnTo>
                <a:lnTo>
                  <a:pt x="2295" y="3053"/>
                </a:lnTo>
                <a:lnTo>
                  <a:pt x="2294" y="3054"/>
                </a:lnTo>
                <a:lnTo>
                  <a:pt x="2293" y="3055"/>
                </a:lnTo>
                <a:lnTo>
                  <a:pt x="2293" y="3056"/>
                </a:lnTo>
                <a:lnTo>
                  <a:pt x="2292" y="3056"/>
                </a:lnTo>
                <a:lnTo>
                  <a:pt x="2292" y="3057"/>
                </a:lnTo>
                <a:lnTo>
                  <a:pt x="2291" y="3058"/>
                </a:lnTo>
                <a:lnTo>
                  <a:pt x="2291" y="3059"/>
                </a:lnTo>
                <a:lnTo>
                  <a:pt x="2291" y="3060"/>
                </a:lnTo>
                <a:lnTo>
                  <a:pt x="2290" y="3060"/>
                </a:lnTo>
                <a:lnTo>
                  <a:pt x="2290" y="3061"/>
                </a:lnTo>
                <a:lnTo>
                  <a:pt x="2289" y="3061"/>
                </a:lnTo>
                <a:lnTo>
                  <a:pt x="2289" y="3062"/>
                </a:lnTo>
                <a:lnTo>
                  <a:pt x="2288" y="3062"/>
                </a:lnTo>
                <a:lnTo>
                  <a:pt x="2288" y="3063"/>
                </a:lnTo>
                <a:lnTo>
                  <a:pt x="2287" y="3063"/>
                </a:lnTo>
                <a:lnTo>
                  <a:pt x="2287" y="3064"/>
                </a:lnTo>
                <a:lnTo>
                  <a:pt x="2286" y="3064"/>
                </a:lnTo>
                <a:lnTo>
                  <a:pt x="2285" y="3065"/>
                </a:lnTo>
                <a:lnTo>
                  <a:pt x="2284" y="3065"/>
                </a:lnTo>
                <a:lnTo>
                  <a:pt x="2283" y="3065"/>
                </a:lnTo>
                <a:lnTo>
                  <a:pt x="2282" y="3066"/>
                </a:lnTo>
                <a:lnTo>
                  <a:pt x="2281" y="3066"/>
                </a:lnTo>
                <a:lnTo>
                  <a:pt x="2280" y="3067"/>
                </a:lnTo>
                <a:lnTo>
                  <a:pt x="2279" y="3067"/>
                </a:lnTo>
                <a:lnTo>
                  <a:pt x="2278" y="3068"/>
                </a:lnTo>
                <a:lnTo>
                  <a:pt x="2277" y="3068"/>
                </a:lnTo>
                <a:lnTo>
                  <a:pt x="2276" y="3069"/>
                </a:lnTo>
                <a:lnTo>
                  <a:pt x="2275" y="3069"/>
                </a:lnTo>
                <a:lnTo>
                  <a:pt x="2274" y="3070"/>
                </a:lnTo>
                <a:lnTo>
                  <a:pt x="2273" y="3070"/>
                </a:lnTo>
                <a:lnTo>
                  <a:pt x="2273" y="3071"/>
                </a:lnTo>
                <a:lnTo>
                  <a:pt x="2272" y="3071"/>
                </a:lnTo>
                <a:lnTo>
                  <a:pt x="2271" y="3072"/>
                </a:lnTo>
                <a:lnTo>
                  <a:pt x="2270" y="3072"/>
                </a:lnTo>
                <a:lnTo>
                  <a:pt x="2269" y="3073"/>
                </a:lnTo>
                <a:lnTo>
                  <a:pt x="2268" y="3073"/>
                </a:lnTo>
                <a:lnTo>
                  <a:pt x="2267" y="3073"/>
                </a:lnTo>
                <a:lnTo>
                  <a:pt x="2266" y="3073"/>
                </a:lnTo>
                <a:lnTo>
                  <a:pt x="2266" y="3074"/>
                </a:lnTo>
                <a:lnTo>
                  <a:pt x="2265" y="3074"/>
                </a:lnTo>
                <a:lnTo>
                  <a:pt x="2264" y="3074"/>
                </a:lnTo>
                <a:lnTo>
                  <a:pt x="2263" y="3074"/>
                </a:lnTo>
                <a:lnTo>
                  <a:pt x="2262" y="3075"/>
                </a:lnTo>
                <a:lnTo>
                  <a:pt x="2261" y="3076"/>
                </a:lnTo>
                <a:lnTo>
                  <a:pt x="2260" y="3076"/>
                </a:lnTo>
                <a:lnTo>
                  <a:pt x="2259" y="3077"/>
                </a:lnTo>
                <a:lnTo>
                  <a:pt x="2258" y="3077"/>
                </a:lnTo>
                <a:lnTo>
                  <a:pt x="2257" y="3077"/>
                </a:lnTo>
                <a:lnTo>
                  <a:pt x="2256" y="3077"/>
                </a:lnTo>
                <a:lnTo>
                  <a:pt x="2255" y="3077"/>
                </a:lnTo>
                <a:lnTo>
                  <a:pt x="2254" y="3077"/>
                </a:lnTo>
                <a:lnTo>
                  <a:pt x="2254" y="3078"/>
                </a:lnTo>
                <a:lnTo>
                  <a:pt x="2254" y="3079"/>
                </a:lnTo>
                <a:lnTo>
                  <a:pt x="2253" y="3079"/>
                </a:lnTo>
                <a:lnTo>
                  <a:pt x="2252" y="3080"/>
                </a:lnTo>
                <a:lnTo>
                  <a:pt x="2251" y="3080"/>
                </a:lnTo>
                <a:lnTo>
                  <a:pt x="2251" y="3079"/>
                </a:lnTo>
                <a:lnTo>
                  <a:pt x="2250" y="3079"/>
                </a:lnTo>
                <a:lnTo>
                  <a:pt x="2249" y="3079"/>
                </a:lnTo>
                <a:lnTo>
                  <a:pt x="2248" y="3079"/>
                </a:lnTo>
                <a:lnTo>
                  <a:pt x="2244" y="3079"/>
                </a:lnTo>
                <a:lnTo>
                  <a:pt x="2243" y="3079"/>
                </a:lnTo>
                <a:lnTo>
                  <a:pt x="2243" y="3080"/>
                </a:lnTo>
                <a:lnTo>
                  <a:pt x="2241" y="3080"/>
                </a:lnTo>
                <a:lnTo>
                  <a:pt x="2240" y="3080"/>
                </a:lnTo>
                <a:lnTo>
                  <a:pt x="2240" y="3081"/>
                </a:lnTo>
                <a:lnTo>
                  <a:pt x="2239" y="3081"/>
                </a:lnTo>
                <a:lnTo>
                  <a:pt x="2239" y="3080"/>
                </a:lnTo>
                <a:lnTo>
                  <a:pt x="2238" y="3080"/>
                </a:lnTo>
                <a:lnTo>
                  <a:pt x="2237" y="3080"/>
                </a:lnTo>
                <a:lnTo>
                  <a:pt x="2236" y="3080"/>
                </a:lnTo>
                <a:lnTo>
                  <a:pt x="2236" y="3079"/>
                </a:lnTo>
                <a:lnTo>
                  <a:pt x="2236" y="3078"/>
                </a:lnTo>
                <a:lnTo>
                  <a:pt x="2237" y="3078"/>
                </a:lnTo>
                <a:lnTo>
                  <a:pt x="2236" y="3078"/>
                </a:lnTo>
                <a:lnTo>
                  <a:pt x="2236" y="3077"/>
                </a:lnTo>
                <a:lnTo>
                  <a:pt x="2235" y="3077"/>
                </a:lnTo>
                <a:lnTo>
                  <a:pt x="2234" y="3077"/>
                </a:lnTo>
                <a:lnTo>
                  <a:pt x="2233" y="3077"/>
                </a:lnTo>
                <a:lnTo>
                  <a:pt x="2232" y="3077"/>
                </a:lnTo>
                <a:lnTo>
                  <a:pt x="2231" y="3077"/>
                </a:lnTo>
                <a:lnTo>
                  <a:pt x="2231" y="3078"/>
                </a:lnTo>
                <a:lnTo>
                  <a:pt x="2230" y="3078"/>
                </a:lnTo>
                <a:lnTo>
                  <a:pt x="2230" y="3079"/>
                </a:lnTo>
                <a:lnTo>
                  <a:pt x="2230" y="3080"/>
                </a:lnTo>
                <a:lnTo>
                  <a:pt x="2229" y="3081"/>
                </a:lnTo>
                <a:lnTo>
                  <a:pt x="2228" y="3081"/>
                </a:lnTo>
                <a:lnTo>
                  <a:pt x="2227" y="3081"/>
                </a:lnTo>
                <a:lnTo>
                  <a:pt x="2226" y="3081"/>
                </a:lnTo>
                <a:lnTo>
                  <a:pt x="2225" y="3081"/>
                </a:lnTo>
                <a:lnTo>
                  <a:pt x="2225" y="3082"/>
                </a:lnTo>
                <a:lnTo>
                  <a:pt x="2223" y="3082"/>
                </a:lnTo>
                <a:lnTo>
                  <a:pt x="2222" y="3083"/>
                </a:lnTo>
                <a:lnTo>
                  <a:pt x="2221" y="3083"/>
                </a:lnTo>
                <a:lnTo>
                  <a:pt x="2221" y="3084"/>
                </a:lnTo>
                <a:lnTo>
                  <a:pt x="2220" y="3084"/>
                </a:lnTo>
                <a:lnTo>
                  <a:pt x="2219" y="3084"/>
                </a:lnTo>
                <a:lnTo>
                  <a:pt x="2218" y="3084"/>
                </a:lnTo>
                <a:lnTo>
                  <a:pt x="2218" y="3085"/>
                </a:lnTo>
                <a:lnTo>
                  <a:pt x="2217" y="3085"/>
                </a:lnTo>
                <a:lnTo>
                  <a:pt x="2217" y="3086"/>
                </a:lnTo>
                <a:lnTo>
                  <a:pt x="2216" y="3086"/>
                </a:lnTo>
                <a:lnTo>
                  <a:pt x="2215" y="3087"/>
                </a:lnTo>
                <a:lnTo>
                  <a:pt x="2214" y="3087"/>
                </a:lnTo>
                <a:lnTo>
                  <a:pt x="2213" y="3088"/>
                </a:lnTo>
                <a:lnTo>
                  <a:pt x="2212" y="3088"/>
                </a:lnTo>
                <a:lnTo>
                  <a:pt x="2211" y="3088"/>
                </a:lnTo>
                <a:lnTo>
                  <a:pt x="2210" y="3088"/>
                </a:lnTo>
                <a:lnTo>
                  <a:pt x="2209" y="3088"/>
                </a:lnTo>
                <a:lnTo>
                  <a:pt x="2208" y="3088"/>
                </a:lnTo>
                <a:lnTo>
                  <a:pt x="2208" y="3089"/>
                </a:lnTo>
                <a:lnTo>
                  <a:pt x="2207" y="3089"/>
                </a:lnTo>
                <a:lnTo>
                  <a:pt x="2208" y="3090"/>
                </a:lnTo>
                <a:lnTo>
                  <a:pt x="2208" y="3091"/>
                </a:lnTo>
                <a:lnTo>
                  <a:pt x="2207" y="3092"/>
                </a:lnTo>
                <a:lnTo>
                  <a:pt x="2206" y="3092"/>
                </a:lnTo>
                <a:lnTo>
                  <a:pt x="2206" y="3093"/>
                </a:lnTo>
                <a:lnTo>
                  <a:pt x="2205" y="3093"/>
                </a:lnTo>
                <a:lnTo>
                  <a:pt x="2204" y="3093"/>
                </a:lnTo>
                <a:lnTo>
                  <a:pt x="2204" y="3094"/>
                </a:lnTo>
                <a:lnTo>
                  <a:pt x="2203" y="3094"/>
                </a:lnTo>
                <a:lnTo>
                  <a:pt x="2203" y="3095"/>
                </a:lnTo>
                <a:lnTo>
                  <a:pt x="2203" y="3096"/>
                </a:lnTo>
                <a:lnTo>
                  <a:pt x="2201" y="3097"/>
                </a:lnTo>
                <a:lnTo>
                  <a:pt x="2201" y="3098"/>
                </a:lnTo>
                <a:lnTo>
                  <a:pt x="2200" y="3098"/>
                </a:lnTo>
                <a:lnTo>
                  <a:pt x="2200" y="3099"/>
                </a:lnTo>
                <a:lnTo>
                  <a:pt x="2199" y="3099"/>
                </a:lnTo>
                <a:lnTo>
                  <a:pt x="2199" y="3100"/>
                </a:lnTo>
                <a:lnTo>
                  <a:pt x="2198" y="3100"/>
                </a:lnTo>
                <a:lnTo>
                  <a:pt x="2197" y="3100"/>
                </a:lnTo>
                <a:lnTo>
                  <a:pt x="2196" y="3100"/>
                </a:lnTo>
                <a:lnTo>
                  <a:pt x="2196" y="3101"/>
                </a:lnTo>
                <a:lnTo>
                  <a:pt x="2195" y="3101"/>
                </a:lnTo>
                <a:lnTo>
                  <a:pt x="2193" y="3101"/>
                </a:lnTo>
                <a:lnTo>
                  <a:pt x="2192" y="3102"/>
                </a:lnTo>
                <a:lnTo>
                  <a:pt x="2191" y="3102"/>
                </a:lnTo>
                <a:lnTo>
                  <a:pt x="2190" y="3103"/>
                </a:lnTo>
                <a:lnTo>
                  <a:pt x="2187" y="3104"/>
                </a:lnTo>
                <a:lnTo>
                  <a:pt x="2186" y="3106"/>
                </a:lnTo>
                <a:lnTo>
                  <a:pt x="2185" y="3106"/>
                </a:lnTo>
                <a:lnTo>
                  <a:pt x="2185" y="3107"/>
                </a:lnTo>
                <a:lnTo>
                  <a:pt x="2184" y="3107"/>
                </a:lnTo>
                <a:lnTo>
                  <a:pt x="2184" y="3108"/>
                </a:lnTo>
                <a:lnTo>
                  <a:pt x="2183" y="3108"/>
                </a:lnTo>
                <a:lnTo>
                  <a:pt x="2182" y="3109"/>
                </a:lnTo>
                <a:lnTo>
                  <a:pt x="2181" y="3109"/>
                </a:lnTo>
                <a:lnTo>
                  <a:pt x="2180" y="3110"/>
                </a:lnTo>
                <a:lnTo>
                  <a:pt x="2179" y="3111"/>
                </a:lnTo>
                <a:lnTo>
                  <a:pt x="2178" y="3112"/>
                </a:lnTo>
                <a:lnTo>
                  <a:pt x="2176" y="3113"/>
                </a:lnTo>
                <a:lnTo>
                  <a:pt x="2176" y="3114"/>
                </a:lnTo>
                <a:lnTo>
                  <a:pt x="2175" y="3115"/>
                </a:lnTo>
                <a:lnTo>
                  <a:pt x="2175" y="3116"/>
                </a:lnTo>
                <a:lnTo>
                  <a:pt x="2174" y="3116"/>
                </a:lnTo>
                <a:lnTo>
                  <a:pt x="2173" y="3117"/>
                </a:lnTo>
                <a:lnTo>
                  <a:pt x="2172" y="3118"/>
                </a:lnTo>
                <a:lnTo>
                  <a:pt x="2171" y="3119"/>
                </a:lnTo>
                <a:lnTo>
                  <a:pt x="2170" y="3119"/>
                </a:lnTo>
                <a:lnTo>
                  <a:pt x="2169" y="3120"/>
                </a:lnTo>
                <a:lnTo>
                  <a:pt x="2167" y="3122"/>
                </a:lnTo>
                <a:lnTo>
                  <a:pt x="2166" y="3123"/>
                </a:lnTo>
                <a:lnTo>
                  <a:pt x="2165" y="3124"/>
                </a:lnTo>
                <a:lnTo>
                  <a:pt x="2164" y="3125"/>
                </a:lnTo>
                <a:lnTo>
                  <a:pt x="2164" y="3126"/>
                </a:lnTo>
                <a:lnTo>
                  <a:pt x="2163" y="3127"/>
                </a:lnTo>
                <a:lnTo>
                  <a:pt x="2162" y="3128"/>
                </a:lnTo>
                <a:lnTo>
                  <a:pt x="2161" y="3129"/>
                </a:lnTo>
                <a:lnTo>
                  <a:pt x="2161" y="3130"/>
                </a:lnTo>
                <a:lnTo>
                  <a:pt x="2159" y="3131"/>
                </a:lnTo>
                <a:lnTo>
                  <a:pt x="2158" y="3132"/>
                </a:lnTo>
                <a:lnTo>
                  <a:pt x="2158" y="3133"/>
                </a:lnTo>
                <a:lnTo>
                  <a:pt x="2157" y="3133"/>
                </a:lnTo>
                <a:lnTo>
                  <a:pt x="2157" y="3134"/>
                </a:lnTo>
                <a:lnTo>
                  <a:pt x="2156" y="3135"/>
                </a:lnTo>
                <a:lnTo>
                  <a:pt x="2155" y="3136"/>
                </a:lnTo>
                <a:lnTo>
                  <a:pt x="2154" y="3137"/>
                </a:lnTo>
                <a:lnTo>
                  <a:pt x="2154" y="3138"/>
                </a:lnTo>
                <a:lnTo>
                  <a:pt x="2153" y="3139"/>
                </a:lnTo>
                <a:lnTo>
                  <a:pt x="2150" y="3142"/>
                </a:lnTo>
                <a:lnTo>
                  <a:pt x="2149" y="3143"/>
                </a:lnTo>
                <a:lnTo>
                  <a:pt x="2148" y="3144"/>
                </a:lnTo>
                <a:lnTo>
                  <a:pt x="2148" y="3145"/>
                </a:lnTo>
                <a:lnTo>
                  <a:pt x="2147" y="3145"/>
                </a:lnTo>
                <a:lnTo>
                  <a:pt x="2147" y="3146"/>
                </a:lnTo>
                <a:lnTo>
                  <a:pt x="2146" y="3147"/>
                </a:lnTo>
                <a:lnTo>
                  <a:pt x="2145" y="3148"/>
                </a:lnTo>
                <a:lnTo>
                  <a:pt x="2145" y="3149"/>
                </a:lnTo>
                <a:lnTo>
                  <a:pt x="2144" y="3149"/>
                </a:lnTo>
                <a:lnTo>
                  <a:pt x="2144" y="3150"/>
                </a:lnTo>
                <a:lnTo>
                  <a:pt x="2143" y="3151"/>
                </a:lnTo>
                <a:lnTo>
                  <a:pt x="2143" y="3152"/>
                </a:lnTo>
                <a:lnTo>
                  <a:pt x="2142" y="3152"/>
                </a:lnTo>
                <a:lnTo>
                  <a:pt x="2142" y="3153"/>
                </a:lnTo>
                <a:lnTo>
                  <a:pt x="2141" y="3154"/>
                </a:lnTo>
                <a:lnTo>
                  <a:pt x="2141" y="3155"/>
                </a:lnTo>
                <a:lnTo>
                  <a:pt x="2141" y="3156"/>
                </a:lnTo>
                <a:lnTo>
                  <a:pt x="2140" y="3156"/>
                </a:lnTo>
                <a:lnTo>
                  <a:pt x="2141" y="3156"/>
                </a:lnTo>
                <a:lnTo>
                  <a:pt x="2141" y="3157"/>
                </a:lnTo>
                <a:lnTo>
                  <a:pt x="2141" y="3158"/>
                </a:lnTo>
                <a:lnTo>
                  <a:pt x="2141" y="3160"/>
                </a:lnTo>
                <a:lnTo>
                  <a:pt x="2141" y="3161"/>
                </a:lnTo>
                <a:lnTo>
                  <a:pt x="2141" y="3163"/>
                </a:lnTo>
                <a:lnTo>
                  <a:pt x="2141" y="3164"/>
                </a:lnTo>
                <a:lnTo>
                  <a:pt x="2141" y="3165"/>
                </a:lnTo>
                <a:lnTo>
                  <a:pt x="2141" y="3166"/>
                </a:lnTo>
                <a:lnTo>
                  <a:pt x="2140" y="3167"/>
                </a:lnTo>
                <a:lnTo>
                  <a:pt x="2140" y="3168"/>
                </a:lnTo>
                <a:lnTo>
                  <a:pt x="2140" y="3169"/>
                </a:lnTo>
                <a:lnTo>
                  <a:pt x="2139" y="3170"/>
                </a:lnTo>
                <a:lnTo>
                  <a:pt x="2138" y="3170"/>
                </a:lnTo>
                <a:lnTo>
                  <a:pt x="2137" y="3171"/>
                </a:lnTo>
                <a:lnTo>
                  <a:pt x="2136" y="3171"/>
                </a:lnTo>
                <a:lnTo>
                  <a:pt x="2135" y="3171"/>
                </a:lnTo>
                <a:lnTo>
                  <a:pt x="2134" y="3171"/>
                </a:lnTo>
                <a:lnTo>
                  <a:pt x="2133" y="3171"/>
                </a:lnTo>
                <a:lnTo>
                  <a:pt x="2132" y="3171"/>
                </a:lnTo>
                <a:lnTo>
                  <a:pt x="2131" y="3172"/>
                </a:lnTo>
                <a:lnTo>
                  <a:pt x="2130" y="3172"/>
                </a:lnTo>
                <a:lnTo>
                  <a:pt x="2129" y="3172"/>
                </a:lnTo>
                <a:lnTo>
                  <a:pt x="2128" y="3172"/>
                </a:lnTo>
                <a:lnTo>
                  <a:pt x="2128" y="3173"/>
                </a:lnTo>
                <a:lnTo>
                  <a:pt x="2127" y="3173"/>
                </a:lnTo>
                <a:lnTo>
                  <a:pt x="2126" y="3174"/>
                </a:lnTo>
                <a:lnTo>
                  <a:pt x="2125" y="3174"/>
                </a:lnTo>
                <a:lnTo>
                  <a:pt x="2125" y="3175"/>
                </a:lnTo>
                <a:lnTo>
                  <a:pt x="2124" y="3175"/>
                </a:lnTo>
                <a:lnTo>
                  <a:pt x="2123" y="3175"/>
                </a:lnTo>
                <a:lnTo>
                  <a:pt x="2123" y="3176"/>
                </a:lnTo>
                <a:lnTo>
                  <a:pt x="2122" y="3176"/>
                </a:lnTo>
                <a:lnTo>
                  <a:pt x="2121" y="3177"/>
                </a:lnTo>
                <a:lnTo>
                  <a:pt x="2120" y="3177"/>
                </a:lnTo>
                <a:lnTo>
                  <a:pt x="2119" y="3178"/>
                </a:lnTo>
                <a:lnTo>
                  <a:pt x="2118" y="3178"/>
                </a:lnTo>
                <a:lnTo>
                  <a:pt x="2117" y="3178"/>
                </a:lnTo>
                <a:lnTo>
                  <a:pt x="2116" y="3179"/>
                </a:lnTo>
                <a:lnTo>
                  <a:pt x="2115" y="3179"/>
                </a:lnTo>
                <a:lnTo>
                  <a:pt x="2114" y="3179"/>
                </a:lnTo>
                <a:lnTo>
                  <a:pt x="2114" y="3180"/>
                </a:lnTo>
                <a:lnTo>
                  <a:pt x="2113" y="3180"/>
                </a:lnTo>
                <a:lnTo>
                  <a:pt x="2112" y="3180"/>
                </a:lnTo>
                <a:lnTo>
                  <a:pt x="2111" y="3180"/>
                </a:lnTo>
                <a:lnTo>
                  <a:pt x="2110" y="3180"/>
                </a:lnTo>
                <a:lnTo>
                  <a:pt x="2109" y="3180"/>
                </a:lnTo>
                <a:lnTo>
                  <a:pt x="2109" y="3181"/>
                </a:lnTo>
                <a:lnTo>
                  <a:pt x="2108" y="3181"/>
                </a:lnTo>
                <a:lnTo>
                  <a:pt x="2107" y="3181"/>
                </a:lnTo>
                <a:lnTo>
                  <a:pt x="2106" y="3181"/>
                </a:lnTo>
                <a:lnTo>
                  <a:pt x="2105" y="3181"/>
                </a:lnTo>
                <a:lnTo>
                  <a:pt x="2104" y="3181"/>
                </a:lnTo>
                <a:lnTo>
                  <a:pt x="2102" y="3181"/>
                </a:lnTo>
                <a:lnTo>
                  <a:pt x="2101" y="3181"/>
                </a:lnTo>
                <a:lnTo>
                  <a:pt x="2101" y="3182"/>
                </a:lnTo>
                <a:lnTo>
                  <a:pt x="2100" y="3182"/>
                </a:lnTo>
                <a:lnTo>
                  <a:pt x="2099" y="3182"/>
                </a:lnTo>
                <a:lnTo>
                  <a:pt x="2098" y="3182"/>
                </a:lnTo>
                <a:lnTo>
                  <a:pt x="2097" y="3182"/>
                </a:lnTo>
                <a:lnTo>
                  <a:pt x="2095" y="3182"/>
                </a:lnTo>
                <a:lnTo>
                  <a:pt x="2094" y="3182"/>
                </a:lnTo>
                <a:lnTo>
                  <a:pt x="2090" y="3182"/>
                </a:lnTo>
                <a:lnTo>
                  <a:pt x="2089" y="3182"/>
                </a:lnTo>
                <a:lnTo>
                  <a:pt x="2088" y="3182"/>
                </a:lnTo>
                <a:lnTo>
                  <a:pt x="2087" y="3182"/>
                </a:lnTo>
                <a:lnTo>
                  <a:pt x="2086" y="3182"/>
                </a:lnTo>
                <a:lnTo>
                  <a:pt x="2085" y="3182"/>
                </a:lnTo>
                <a:lnTo>
                  <a:pt x="2084" y="3182"/>
                </a:lnTo>
                <a:lnTo>
                  <a:pt x="2083" y="3183"/>
                </a:lnTo>
                <a:lnTo>
                  <a:pt x="2082" y="3183"/>
                </a:lnTo>
                <a:lnTo>
                  <a:pt x="2081" y="3183"/>
                </a:lnTo>
                <a:lnTo>
                  <a:pt x="2080" y="3183"/>
                </a:lnTo>
                <a:lnTo>
                  <a:pt x="2079" y="3183"/>
                </a:lnTo>
                <a:lnTo>
                  <a:pt x="2078" y="3183"/>
                </a:lnTo>
                <a:lnTo>
                  <a:pt x="2077" y="3183"/>
                </a:lnTo>
                <a:lnTo>
                  <a:pt x="2076" y="3184"/>
                </a:lnTo>
                <a:lnTo>
                  <a:pt x="2075" y="3184"/>
                </a:lnTo>
                <a:lnTo>
                  <a:pt x="2074" y="3184"/>
                </a:lnTo>
                <a:lnTo>
                  <a:pt x="2073" y="3184"/>
                </a:lnTo>
                <a:lnTo>
                  <a:pt x="2072" y="3184"/>
                </a:lnTo>
                <a:lnTo>
                  <a:pt x="2071" y="3184"/>
                </a:lnTo>
                <a:lnTo>
                  <a:pt x="2071" y="3185"/>
                </a:lnTo>
                <a:lnTo>
                  <a:pt x="2070" y="3185"/>
                </a:lnTo>
                <a:lnTo>
                  <a:pt x="2069" y="3185"/>
                </a:lnTo>
                <a:lnTo>
                  <a:pt x="2068" y="3185"/>
                </a:lnTo>
                <a:lnTo>
                  <a:pt x="2067" y="3185"/>
                </a:lnTo>
                <a:lnTo>
                  <a:pt x="2066" y="3185"/>
                </a:lnTo>
                <a:lnTo>
                  <a:pt x="2065" y="3185"/>
                </a:lnTo>
                <a:lnTo>
                  <a:pt x="2064" y="3186"/>
                </a:lnTo>
                <a:lnTo>
                  <a:pt x="2063" y="3186"/>
                </a:lnTo>
                <a:lnTo>
                  <a:pt x="2062" y="3186"/>
                </a:lnTo>
                <a:lnTo>
                  <a:pt x="2061" y="3186"/>
                </a:lnTo>
                <a:lnTo>
                  <a:pt x="2060" y="3186"/>
                </a:lnTo>
                <a:lnTo>
                  <a:pt x="2059" y="3186"/>
                </a:lnTo>
                <a:lnTo>
                  <a:pt x="2058" y="3186"/>
                </a:lnTo>
                <a:lnTo>
                  <a:pt x="2057" y="3186"/>
                </a:lnTo>
                <a:lnTo>
                  <a:pt x="2055" y="3185"/>
                </a:lnTo>
                <a:lnTo>
                  <a:pt x="2054" y="3185"/>
                </a:lnTo>
                <a:lnTo>
                  <a:pt x="2053" y="3184"/>
                </a:lnTo>
                <a:lnTo>
                  <a:pt x="2052" y="3184"/>
                </a:lnTo>
                <a:lnTo>
                  <a:pt x="2051" y="3183"/>
                </a:lnTo>
                <a:lnTo>
                  <a:pt x="2050" y="3183"/>
                </a:lnTo>
                <a:lnTo>
                  <a:pt x="2049" y="3183"/>
                </a:lnTo>
                <a:lnTo>
                  <a:pt x="2048" y="3183"/>
                </a:lnTo>
                <a:lnTo>
                  <a:pt x="2046" y="3183"/>
                </a:lnTo>
                <a:lnTo>
                  <a:pt x="2046" y="3182"/>
                </a:lnTo>
                <a:lnTo>
                  <a:pt x="2045" y="3182"/>
                </a:lnTo>
                <a:lnTo>
                  <a:pt x="2044" y="3182"/>
                </a:lnTo>
                <a:lnTo>
                  <a:pt x="2043" y="3182"/>
                </a:lnTo>
                <a:lnTo>
                  <a:pt x="2042" y="3182"/>
                </a:lnTo>
                <a:lnTo>
                  <a:pt x="2040" y="3182"/>
                </a:lnTo>
                <a:lnTo>
                  <a:pt x="2039" y="3182"/>
                </a:lnTo>
                <a:lnTo>
                  <a:pt x="2038" y="3182"/>
                </a:lnTo>
                <a:lnTo>
                  <a:pt x="2037" y="3183"/>
                </a:lnTo>
                <a:lnTo>
                  <a:pt x="2036" y="3183"/>
                </a:lnTo>
                <a:lnTo>
                  <a:pt x="2035" y="3183"/>
                </a:lnTo>
                <a:lnTo>
                  <a:pt x="2034" y="3184"/>
                </a:lnTo>
                <a:lnTo>
                  <a:pt x="2033" y="3184"/>
                </a:lnTo>
                <a:lnTo>
                  <a:pt x="2033" y="3185"/>
                </a:lnTo>
                <a:lnTo>
                  <a:pt x="2032" y="3185"/>
                </a:lnTo>
                <a:lnTo>
                  <a:pt x="2030" y="3185"/>
                </a:lnTo>
                <a:lnTo>
                  <a:pt x="2029" y="3185"/>
                </a:lnTo>
                <a:lnTo>
                  <a:pt x="2029" y="3184"/>
                </a:lnTo>
                <a:lnTo>
                  <a:pt x="2026" y="3183"/>
                </a:lnTo>
                <a:lnTo>
                  <a:pt x="2025" y="3183"/>
                </a:lnTo>
                <a:lnTo>
                  <a:pt x="2025" y="3182"/>
                </a:lnTo>
                <a:lnTo>
                  <a:pt x="2024" y="3182"/>
                </a:lnTo>
                <a:lnTo>
                  <a:pt x="2023" y="3182"/>
                </a:lnTo>
                <a:lnTo>
                  <a:pt x="2022" y="3181"/>
                </a:lnTo>
                <a:lnTo>
                  <a:pt x="2021" y="3181"/>
                </a:lnTo>
                <a:lnTo>
                  <a:pt x="2020" y="3180"/>
                </a:lnTo>
                <a:lnTo>
                  <a:pt x="2019" y="3179"/>
                </a:lnTo>
                <a:lnTo>
                  <a:pt x="2018" y="3179"/>
                </a:lnTo>
                <a:lnTo>
                  <a:pt x="2018" y="3178"/>
                </a:lnTo>
                <a:lnTo>
                  <a:pt x="2017" y="3178"/>
                </a:lnTo>
                <a:lnTo>
                  <a:pt x="2016" y="3178"/>
                </a:lnTo>
                <a:lnTo>
                  <a:pt x="2015" y="3178"/>
                </a:lnTo>
                <a:lnTo>
                  <a:pt x="2014" y="3178"/>
                </a:lnTo>
                <a:lnTo>
                  <a:pt x="2013" y="3178"/>
                </a:lnTo>
                <a:lnTo>
                  <a:pt x="2012" y="3178"/>
                </a:lnTo>
                <a:lnTo>
                  <a:pt x="2011" y="3179"/>
                </a:lnTo>
                <a:lnTo>
                  <a:pt x="2010" y="3179"/>
                </a:lnTo>
                <a:lnTo>
                  <a:pt x="2009" y="3179"/>
                </a:lnTo>
                <a:lnTo>
                  <a:pt x="2008" y="3179"/>
                </a:lnTo>
                <a:lnTo>
                  <a:pt x="2007" y="3179"/>
                </a:lnTo>
                <a:lnTo>
                  <a:pt x="2006" y="3179"/>
                </a:lnTo>
                <a:lnTo>
                  <a:pt x="2005" y="3180"/>
                </a:lnTo>
                <a:lnTo>
                  <a:pt x="2004" y="3180"/>
                </a:lnTo>
                <a:lnTo>
                  <a:pt x="2003" y="3180"/>
                </a:lnTo>
                <a:lnTo>
                  <a:pt x="2002" y="3181"/>
                </a:lnTo>
                <a:lnTo>
                  <a:pt x="2001" y="3181"/>
                </a:lnTo>
                <a:lnTo>
                  <a:pt x="2000" y="3181"/>
                </a:lnTo>
                <a:lnTo>
                  <a:pt x="2000" y="3182"/>
                </a:lnTo>
                <a:lnTo>
                  <a:pt x="1999" y="3182"/>
                </a:lnTo>
                <a:lnTo>
                  <a:pt x="1998" y="3182"/>
                </a:lnTo>
                <a:lnTo>
                  <a:pt x="1997" y="3183"/>
                </a:lnTo>
                <a:lnTo>
                  <a:pt x="1996" y="3183"/>
                </a:lnTo>
                <a:lnTo>
                  <a:pt x="1995" y="3183"/>
                </a:lnTo>
                <a:lnTo>
                  <a:pt x="1994" y="3183"/>
                </a:lnTo>
                <a:lnTo>
                  <a:pt x="1993" y="3183"/>
                </a:lnTo>
                <a:lnTo>
                  <a:pt x="1993" y="3184"/>
                </a:lnTo>
                <a:lnTo>
                  <a:pt x="1992" y="3184"/>
                </a:lnTo>
                <a:lnTo>
                  <a:pt x="1991" y="3184"/>
                </a:lnTo>
                <a:lnTo>
                  <a:pt x="1990" y="3184"/>
                </a:lnTo>
                <a:lnTo>
                  <a:pt x="1989" y="3184"/>
                </a:lnTo>
                <a:lnTo>
                  <a:pt x="1989" y="3185"/>
                </a:lnTo>
                <a:lnTo>
                  <a:pt x="1988" y="3185"/>
                </a:lnTo>
                <a:lnTo>
                  <a:pt x="1987" y="3185"/>
                </a:lnTo>
                <a:lnTo>
                  <a:pt x="1986" y="3185"/>
                </a:lnTo>
                <a:lnTo>
                  <a:pt x="1985" y="3185"/>
                </a:lnTo>
                <a:lnTo>
                  <a:pt x="1984" y="3185"/>
                </a:lnTo>
                <a:lnTo>
                  <a:pt x="1984" y="3186"/>
                </a:lnTo>
                <a:lnTo>
                  <a:pt x="1983" y="3186"/>
                </a:lnTo>
                <a:lnTo>
                  <a:pt x="1982" y="3186"/>
                </a:lnTo>
                <a:lnTo>
                  <a:pt x="1981" y="3186"/>
                </a:lnTo>
                <a:lnTo>
                  <a:pt x="1980" y="3186"/>
                </a:lnTo>
                <a:lnTo>
                  <a:pt x="1979" y="3186"/>
                </a:lnTo>
                <a:lnTo>
                  <a:pt x="1978" y="3186"/>
                </a:lnTo>
                <a:lnTo>
                  <a:pt x="1978" y="3187"/>
                </a:lnTo>
                <a:lnTo>
                  <a:pt x="1977" y="3187"/>
                </a:lnTo>
                <a:lnTo>
                  <a:pt x="1976" y="3187"/>
                </a:lnTo>
                <a:lnTo>
                  <a:pt x="1975" y="3187"/>
                </a:lnTo>
                <a:lnTo>
                  <a:pt x="1974" y="3188"/>
                </a:lnTo>
                <a:lnTo>
                  <a:pt x="1973" y="3188"/>
                </a:lnTo>
                <a:lnTo>
                  <a:pt x="1972" y="3188"/>
                </a:lnTo>
                <a:lnTo>
                  <a:pt x="1971" y="3189"/>
                </a:lnTo>
                <a:lnTo>
                  <a:pt x="1970" y="3189"/>
                </a:lnTo>
                <a:lnTo>
                  <a:pt x="1969" y="3189"/>
                </a:lnTo>
                <a:lnTo>
                  <a:pt x="1968" y="3190"/>
                </a:lnTo>
                <a:lnTo>
                  <a:pt x="1967" y="3190"/>
                </a:lnTo>
                <a:lnTo>
                  <a:pt x="1966" y="3190"/>
                </a:lnTo>
                <a:lnTo>
                  <a:pt x="1965" y="3190"/>
                </a:lnTo>
                <a:lnTo>
                  <a:pt x="1964" y="3190"/>
                </a:lnTo>
                <a:lnTo>
                  <a:pt x="1963" y="3190"/>
                </a:lnTo>
                <a:lnTo>
                  <a:pt x="1961" y="3190"/>
                </a:lnTo>
                <a:lnTo>
                  <a:pt x="1960" y="3191"/>
                </a:lnTo>
                <a:lnTo>
                  <a:pt x="1960" y="3190"/>
                </a:lnTo>
                <a:lnTo>
                  <a:pt x="1958" y="3190"/>
                </a:lnTo>
                <a:lnTo>
                  <a:pt x="1957" y="3190"/>
                </a:lnTo>
                <a:lnTo>
                  <a:pt x="1956" y="3190"/>
                </a:lnTo>
                <a:lnTo>
                  <a:pt x="1957" y="3189"/>
                </a:lnTo>
                <a:lnTo>
                  <a:pt x="1958" y="3189"/>
                </a:lnTo>
                <a:lnTo>
                  <a:pt x="1958" y="3188"/>
                </a:lnTo>
                <a:lnTo>
                  <a:pt x="1958" y="3187"/>
                </a:lnTo>
                <a:lnTo>
                  <a:pt x="1958" y="3186"/>
                </a:lnTo>
                <a:lnTo>
                  <a:pt x="1959" y="3186"/>
                </a:lnTo>
                <a:lnTo>
                  <a:pt x="1959" y="3185"/>
                </a:lnTo>
                <a:lnTo>
                  <a:pt x="1959" y="3184"/>
                </a:lnTo>
                <a:lnTo>
                  <a:pt x="1959" y="3183"/>
                </a:lnTo>
                <a:lnTo>
                  <a:pt x="1959" y="3182"/>
                </a:lnTo>
                <a:lnTo>
                  <a:pt x="1959" y="3180"/>
                </a:lnTo>
                <a:lnTo>
                  <a:pt x="1959" y="3179"/>
                </a:lnTo>
                <a:lnTo>
                  <a:pt x="1960" y="3178"/>
                </a:lnTo>
                <a:lnTo>
                  <a:pt x="1960" y="3177"/>
                </a:lnTo>
                <a:lnTo>
                  <a:pt x="1960" y="3176"/>
                </a:lnTo>
                <a:lnTo>
                  <a:pt x="1959" y="3176"/>
                </a:lnTo>
                <a:lnTo>
                  <a:pt x="1959" y="3175"/>
                </a:lnTo>
                <a:lnTo>
                  <a:pt x="1958" y="3175"/>
                </a:lnTo>
                <a:lnTo>
                  <a:pt x="1958" y="3174"/>
                </a:lnTo>
                <a:lnTo>
                  <a:pt x="1958" y="3173"/>
                </a:lnTo>
                <a:lnTo>
                  <a:pt x="1958" y="3172"/>
                </a:lnTo>
                <a:lnTo>
                  <a:pt x="1957" y="3172"/>
                </a:lnTo>
                <a:lnTo>
                  <a:pt x="1957" y="3171"/>
                </a:lnTo>
                <a:lnTo>
                  <a:pt x="1956" y="3171"/>
                </a:lnTo>
                <a:lnTo>
                  <a:pt x="1955" y="3171"/>
                </a:lnTo>
                <a:lnTo>
                  <a:pt x="1955" y="3170"/>
                </a:lnTo>
                <a:lnTo>
                  <a:pt x="1955" y="3169"/>
                </a:lnTo>
                <a:lnTo>
                  <a:pt x="1956" y="3169"/>
                </a:lnTo>
                <a:lnTo>
                  <a:pt x="1956" y="3168"/>
                </a:lnTo>
                <a:lnTo>
                  <a:pt x="1955" y="3168"/>
                </a:lnTo>
                <a:lnTo>
                  <a:pt x="1954" y="3168"/>
                </a:lnTo>
                <a:lnTo>
                  <a:pt x="1954" y="3167"/>
                </a:lnTo>
                <a:lnTo>
                  <a:pt x="1953" y="3167"/>
                </a:lnTo>
                <a:lnTo>
                  <a:pt x="1952" y="3167"/>
                </a:lnTo>
                <a:lnTo>
                  <a:pt x="1952" y="3166"/>
                </a:lnTo>
                <a:lnTo>
                  <a:pt x="1951" y="3166"/>
                </a:lnTo>
                <a:lnTo>
                  <a:pt x="1951" y="3165"/>
                </a:lnTo>
                <a:lnTo>
                  <a:pt x="1951" y="3164"/>
                </a:lnTo>
                <a:lnTo>
                  <a:pt x="1950" y="3164"/>
                </a:lnTo>
                <a:lnTo>
                  <a:pt x="1950" y="3163"/>
                </a:lnTo>
                <a:lnTo>
                  <a:pt x="1950" y="3162"/>
                </a:lnTo>
                <a:lnTo>
                  <a:pt x="1950" y="3161"/>
                </a:lnTo>
                <a:lnTo>
                  <a:pt x="1950" y="3160"/>
                </a:lnTo>
                <a:lnTo>
                  <a:pt x="1949" y="3160"/>
                </a:lnTo>
                <a:lnTo>
                  <a:pt x="1949" y="3159"/>
                </a:lnTo>
                <a:lnTo>
                  <a:pt x="1950" y="3159"/>
                </a:lnTo>
                <a:lnTo>
                  <a:pt x="1950" y="3158"/>
                </a:lnTo>
                <a:lnTo>
                  <a:pt x="1951" y="3158"/>
                </a:lnTo>
                <a:lnTo>
                  <a:pt x="1951" y="3157"/>
                </a:lnTo>
                <a:lnTo>
                  <a:pt x="1951" y="3156"/>
                </a:lnTo>
                <a:lnTo>
                  <a:pt x="1951" y="3155"/>
                </a:lnTo>
                <a:lnTo>
                  <a:pt x="1951" y="3154"/>
                </a:lnTo>
                <a:lnTo>
                  <a:pt x="1950" y="3154"/>
                </a:lnTo>
                <a:lnTo>
                  <a:pt x="1950" y="3153"/>
                </a:lnTo>
                <a:lnTo>
                  <a:pt x="1951" y="3152"/>
                </a:lnTo>
                <a:lnTo>
                  <a:pt x="1951" y="3151"/>
                </a:lnTo>
                <a:lnTo>
                  <a:pt x="1952" y="3151"/>
                </a:lnTo>
                <a:lnTo>
                  <a:pt x="1953" y="3151"/>
                </a:lnTo>
                <a:lnTo>
                  <a:pt x="1953" y="3150"/>
                </a:lnTo>
                <a:lnTo>
                  <a:pt x="1953" y="3149"/>
                </a:lnTo>
                <a:lnTo>
                  <a:pt x="1953" y="3148"/>
                </a:lnTo>
                <a:lnTo>
                  <a:pt x="1954" y="3148"/>
                </a:lnTo>
                <a:lnTo>
                  <a:pt x="1954" y="3147"/>
                </a:lnTo>
                <a:lnTo>
                  <a:pt x="1954" y="3146"/>
                </a:lnTo>
                <a:lnTo>
                  <a:pt x="1955" y="3146"/>
                </a:lnTo>
                <a:lnTo>
                  <a:pt x="1955" y="3145"/>
                </a:lnTo>
                <a:lnTo>
                  <a:pt x="1954" y="3144"/>
                </a:lnTo>
                <a:lnTo>
                  <a:pt x="1953" y="3144"/>
                </a:lnTo>
                <a:lnTo>
                  <a:pt x="1953" y="3143"/>
                </a:lnTo>
                <a:lnTo>
                  <a:pt x="1952" y="3143"/>
                </a:lnTo>
                <a:lnTo>
                  <a:pt x="1951" y="3143"/>
                </a:lnTo>
                <a:lnTo>
                  <a:pt x="1951" y="3142"/>
                </a:lnTo>
                <a:lnTo>
                  <a:pt x="1952" y="3142"/>
                </a:lnTo>
                <a:lnTo>
                  <a:pt x="1952" y="3141"/>
                </a:lnTo>
                <a:lnTo>
                  <a:pt x="1953" y="3141"/>
                </a:lnTo>
                <a:lnTo>
                  <a:pt x="1954" y="3140"/>
                </a:lnTo>
                <a:lnTo>
                  <a:pt x="1955" y="3140"/>
                </a:lnTo>
                <a:lnTo>
                  <a:pt x="1956" y="3140"/>
                </a:lnTo>
                <a:lnTo>
                  <a:pt x="1956" y="3141"/>
                </a:lnTo>
                <a:lnTo>
                  <a:pt x="1957" y="3141"/>
                </a:lnTo>
                <a:lnTo>
                  <a:pt x="1958" y="3141"/>
                </a:lnTo>
                <a:lnTo>
                  <a:pt x="1959" y="3141"/>
                </a:lnTo>
                <a:lnTo>
                  <a:pt x="1960" y="3140"/>
                </a:lnTo>
                <a:lnTo>
                  <a:pt x="1960" y="3139"/>
                </a:lnTo>
                <a:lnTo>
                  <a:pt x="1960" y="3138"/>
                </a:lnTo>
                <a:lnTo>
                  <a:pt x="1959" y="3138"/>
                </a:lnTo>
                <a:lnTo>
                  <a:pt x="1959" y="3137"/>
                </a:lnTo>
                <a:lnTo>
                  <a:pt x="1959" y="3136"/>
                </a:lnTo>
                <a:lnTo>
                  <a:pt x="1958" y="3136"/>
                </a:lnTo>
                <a:lnTo>
                  <a:pt x="1958" y="3135"/>
                </a:lnTo>
                <a:lnTo>
                  <a:pt x="1958" y="3134"/>
                </a:lnTo>
                <a:lnTo>
                  <a:pt x="1957" y="3134"/>
                </a:lnTo>
                <a:lnTo>
                  <a:pt x="1957" y="3133"/>
                </a:lnTo>
                <a:lnTo>
                  <a:pt x="1957" y="3132"/>
                </a:lnTo>
                <a:lnTo>
                  <a:pt x="1956" y="3132"/>
                </a:lnTo>
                <a:lnTo>
                  <a:pt x="1956" y="3131"/>
                </a:lnTo>
                <a:lnTo>
                  <a:pt x="1956" y="3130"/>
                </a:lnTo>
                <a:lnTo>
                  <a:pt x="1955" y="3130"/>
                </a:lnTo>
                <a:lnTo>
                  <a:pt x="1955" y="3129"/>
                </a:lnTo>
                <a:lnTo>
                  <a:pt x="1954" y="3127"/>
                </a:lnTo>
                <a:lnTo>
                  <a:pt x="1954" y="3126"/>
                </a:lnTo>
                <a:lnTo>
                  <a:pt x="1953" y="3126"/>
                </a:lnTo>
                <a:lnTo>
                  <a:pt x="1953" y="3125"/>
                </a:lnTo>
                <a:lnTo>
                  <a:pt x="1953" y="3124"/>
                </a:lnTo>
                <a:lnTo>
                  <a:pt x="1952" y="3123"/>
                </a:lnTo>
                <a:lnTo>
                  <a:pt x="1952" y="3122"/>
                </a:lnTo>
                <a:lnTo>
                  <a:pt x="1951" y="3121"/>
                </a:lnTo>
                <a:lnTo>
                  <a:pt x="1950" y="3121"/>
                </a:lnTo>
                <a:lnTo>
                  <a:pt x="1950" y="3120"/>
                </a:lnTo>
                <a:lnTo>
                  <a:pt x="1949" y="3120"/>
                </a:lnTo>
                <a:lnTo>
                  <a:pt x="1949" y="3118"/>
                </a:lnTo>
                <a:lnTo>
                  <a:pt x="1949" y="3117"/>
                </a:lnTo>
                <a:lnTo>
                  <a:pt x="1949" y="3116"/>
                </a:lnTo>
                <a:lnTo>
                  <a:pt x="1948" y="3116"/>
                </a:lnTo>
                <a:lnTo>
                  <a:pt x="1947" y="3116"/>
                </a:lnTo>
                <a:lnTo>
                  <a:pt x="1947" y="3117"/>
                </a:lnTo>
                <a:lnTo>
                  <a:pt x="1946" y="3117"/>
                </a:lnTo>
                <a:lnTo>
                  <a:pt x="1946" y="3118"/>
                </a:lnTo>
                <a:lnTo>
                  <a:pt x="1945" y="3119"/>
                </a:lnTo>
                <a:lnTo>
                  <a:pt x="1943" y="3119"/>
                </a:lnTo>
                <a:lnTo>
                  <a:pt x="1942" y="3120"/>
                </a:lnTo>
                <a:lnTo>
                  <a:pt x="1941" y="3120"/>
                </a:lnTo>
                <a:lnTo>
                  <a:pt x="1940" y="3120"/>
                </a:lnTo>
                <a:lnTo>
                  <a:pt x="1939" y="3120"/>
                </a:lnTo>
                <a:lnTo>
                  <a:pt x="1938" y="3119"/>
                </a:lnTo>
                <a:lnTo>
                  <a:pt x="1937" y="3119"/>
                </a:lnTo>
                <a:lnTo>
                  <a:pt x="1936" y="3120"/>
                </a:lnTo>
                <a:lnTo>
                  <a:pt x="1935" y="3120"/>
                </a:lnTo>
                <a:lnTo>
                  <a:pt x="1934" y="3121"/>
                </a:lnTo>
                <a:lnTo>
                  <a:pt x="1933" y="3121"/>
                </a:lnTo>
                <a:lnTo>
                  <a:pt x="1930" y="3121"/>
                </a:lnTo>
                <a:lnTo>
                  <a:pt x="1930" y="3122"/>
                </a:lnTo>
                <a:lnTo>
                  <a:pt x="1928" y="3122"/>
                </a:lnTo>
                <a:lnTo>
                  <a:pt x="1928" y="3123"/>
                </a:lnTo>
                <a:lnTo>
                  <a:pt x="1927" y="3123"/>
                </a:lnTo>
                <a:lnTo>
                  <a:pt x="1926" y="3124"/>
                </a:lnTo>
                <a:lnTo>
                  <a:pt x="1925" y="3123"/>
                </a:lnTo>
                <a:lnTo>
                  <a:pt x="1924" y="3123"/>
                </a:lnTo>
                <a:lnTo>
                  <a:pt x="1923" y="3123"/>
                </a:lnTo>
                <a:lnTo>
                  <a:pt x="1924" y="3122"/>
                </a:lnTo>
                <a:lnTo>
                  <a:pt x="1925" y="3121"/>
                </a:lnTo>
                <a:lnTo>
                  <a:pt x="1925" y="3120"/>
                </a:lnTo>
                <a:lnTo>
                  <a:pt x="1924" y="3120"/>
                </a:lnTo>
                <a:lnTo>
                  <a:pt x="1923" y="3119"/>
                </a:lnTo>
                <a:lnTo>
                  <a:pt x="1922" y="3119"/>
                </a:lnTo>
                <a:lnTo>
                  <a:pt x="1921" y="3118"/>
                </a:lnTo>
                <a:lnTo>
                  <a:pt x="1920" y="3117"/>
                </a:lnTo>
                <a:lnTo>
                  <a:pt x="1919" y="3117"/>
                </a:lnTo>
                <a:lnTo>
                  <a:pt x="1918" y="3116"/>
                </a:lnTo>
                <a:lnTo>
                  <a:pt x="1917" y="3116"/>
                </a:lnTo>
                <a:lnTo>
                  <a:pt x="1916" y="3116"/>
                </a:lnTo>
                <a:lnTo>
                  <a:pt x="1915" y="3116"/>
                </a:lnTo>
                <a:lnTo>
                  <a:pt x="1914" y="3116"/>
                </a:lnTo>
                <a:lnTo>
                  <a:pt x="1913" y="3116"/>
                </a:lnTo>
                <a:lnTo>
                  <a:pt x="1913" y="3115"/>
                </a:lnTo>
                <a:lnTo>
                  <a:pt x="1912" y="3115"/>
                </a:lnTo>
                <a:lnTo>
                  <a:pt x="1912" y="3114"/>
                </a:lnTo>
                <a:lnTo>
                  <a:pt x="1911" y="3113"/>
                </a:lnTo>
                <a:lnTo>
                  <a:pt x="1910" y="3112"/>
                </a:lnTo>
                <a:lnTo>
                  <a:pt x="1909" y="3112"/>
                </a:lnTo>
                <a:lnTo>
                  <a:pt x="1908" y="3112"/>
                </a:lnTo>
                <a:lnTo>
                  <a:pt x="1907" y="3112"/>
                </a:lnTo>
                <a:lnTo>
                  <a:pt x="1907" y="3111"/>
                </a:lnTo>
                <a:lnTo>
                  <a:pt x="1907" y="3110"/>
                </a:lnTo>
                <a:lnTo>
                  <a:pt x="1906" y="3110"/>
                </a:lnTo>
                <a:lnTo>
                  <a:pt x="1906" y="3109"/>
                </a:lnTo>
                <a:lnTo>
                  <a:pt x="1906" y="3108"/>
                </a:lnTo>
                <a:lnTo>
                  <a:pt x="1905" y="3109"/>
                </a:lnTo>
                <a:lnTo>
                  <a:pt x="1904" y="3109"/>
                </a:lnTo>
                <a:lnTo>
                  <a:pt x="1904" y="3108"/>
                </a:lnTo>
                <a:lnTo>
                  <a:pt x="1904" y="3107"/>
                </a:lnTo>
                <a:lnTo>
                  <a:pt x="1903" y="3107"/>
                </a:lnTo>
                <a:lnTo>
                  <a:pt x="1903" y="3106"/>
                </a:lnTo>
                <a:lnTo>
                  <a:pt x="1903" y="3105"/>
                </a:lnTo>
                <a:lnTo>
                  <a:pt x="1902" y="3105"/>
                </a:lnTo>
                <a:lnTo>
                  <a:pt x="1902" y="3104"/>
                </a:lnTo>
                <a:lnTo>
                  <a:pt x="1901" y="3104"/>
                </a:lnTo>
                <a:lnTo>
                  <a:pt x="1901" y="3103"/>
                </a:lnTo>
                <a:lnTo>
                  <a:pt x="1902" y="3103"/>
                </a:lnTo>
                <a:lnTo>
                  <a:pt x="1902" y="3102"/>
                </a:lnTo>
                <a:lnTo>
                  <a:pt x="1903" y="3101"/>
                </a:lnTo>
                <a:lnTo>
                  <a:pt x="1903" y="3100"/>
                </a:lnTo>
                <a:lnTo>
                  <a:pt x="1902" y="3099"/>
                </a:lnTo>
                <a:lnTo>
                  <a:pt x="1901" y="3099"/>
                </a:lnTo>
                <a:lnTo>
                  <a:pt x="1901" y="3098"/>
                </a:lnTo>
                <a:lnTo>
                  <a:pt x="1901" y="3097"/>
                </a:lnTo>
                <a:lnTo>
                  <a:pt x="1901" y="3096"/>
                </a:lnTo>
                <a:lnTo>
                  <a:pt x="1902" y="3096"/>
                </a:lnTo>
                <a:lnTo>
                  <a:pt x="1902" y="3095"/>
                </a:lnTo>
                <a:lnTo>
                  <a:pt x="1903" y="3094"/>
                </a:lnTo>
                <a:lnTo>
                  <a:pt x="1903" y="3093"/>
                </a:lnTo>
                <a:lnTo>
                  <a:pt x="1904" y="3093"/>
                </a:lnTo>
                <a:lnTo>
                  <a:pt x="1904" y="3092"/>
                </a:lnTo>
                <a:lnTo>
                  <a:pt x="1905" y="3092"/>
                </a:lnTo>
                <a:lnTo>
                  <a:pt x="1905" y="3091"/>
                </a:lnTo>
                <a:lnTo>
                  <a:pt x="1906" y="3091"/>
                </a:lnTo>
                <a:lnTo>
                  <a:pt x="1907" y="3091"/>
                </a:lnTo>
                <a:lnTo>
                  <a:pt x="1907" y="3090"/>
                </a:lnTo>
                <a:lnTo>
                  <a:pt x="1908" y="3090"/>
                </a:lnTo>
                <a:lnTo>
                  <a:pt x="1908" y="3089"/>
                </a:lnTo>
                <a:lnTo>
                  <a:pt x="1908" y="3088"/>
                </a:lnTo>
                <a:lnTo>
                  <a:pt x="1907" y="3088"/>
                </a:lnTo>
                <a:lnTo>
                  <a:pt x="1908" y="3088"/>
                </a:lnTo>
                <a:lnTo>
                  <a:pt x="1908" y="3087"/>
                </a:lnTo>
                <a:lnTo>
                  <a:pt x="1909" y="3087"/>
                </a:lnTo>
                <a:lnTo>
                  <a:pt x="1908" y="3087"/>
                </a:lnTo>
                <a:lnTo>
                  <a:pt x="1909" y="3087"/>
                </a:lnTo>
                <a:lnTo>
                  <a:pt x="1909" y="3086"/>
                </a:lnTo>
                <a:lnTo>
                  <a:pt x="1909" y="3085"/>
                </a:lnTo>
                <a:lnTo>
                  <a:pt x="1909" y="3084"/>
                </a:lnTo>
                <a:lnTo>
                  <a:pt x="1909" y="3083"/>
                </a:lnTo>
                <a:lnTo>
                  <a:pt x="1910" y="3083"/>
                </a:lnTo>
                <a:lnTo>
                  <a:pt x="1910" y="3082"/>
                </a:lnTo>
                <a:lnTo>
                  <a:pt x="1909" y="3082"/>
                </a:lnTo>
                <a:lnTo>
                  <a:pt x="1910" y="3082"/>
                </a:lnTo>
                <a:lnTo>
                  <a:pt x="1910" y="3081"/>
                </a:lnTo>
                <a:lnTo>
                  <a:pt x="1909" y="3081"/>
                </a:lnTo>
                <a:lnTo>
                  <a:pt x="1909" y="3080"/>
                </a:lnTo>
                <a:lnTo>
                  <a:pt x="1909" y="3079"/>
                </a:lnTo>
                <a:lnTo>
                  <a:pt x="1909" y="3078"/>
                </a:lnTo>
                <a:lnTo>
                  <a:pt x="1908" y="3078"/>
                </a:lnTo>
                <a:lnTo>
                  <a:pt x="1909" y="3078"/>
                </a:lnTo>
                <a:lnTo>
                  <a:pt x="1909" y="3077"/>
                </a:lnTo>
                <a:lnTo>
                  <a:pt x="1908" y="3077"/>
                </a:lnTo>
                <a:lnTo>
                  <a:pt x="1908" y="3076"/>
                </a:lnTo>
                <a:lnTo>
                  <a:pt x="1907" y="3076"/>
                </a:lnTo>
                <a:lnTo>
                  <a:pt x="1907" y="3075"/>
                </a:lnTo>
                <a:lnTo>
                  <a:pt x="1906" y="3075"/>
                </a:lnTo>
                <a:lnTo>
                  <a:pt x="1905" y="3075"/>
                </a:lnTo>
                <a:lnTo>
                  <a:pt x="1904" y="3075"/>
                </a:lnTo>
                <a:lnTo>
                  <a:pt x="1903" y="3075"/>
                </a:lnTo>
                <a:lnTo>
                  <a:pt x="1903" y="3076"/>
                </a:lnTo>
                <a:lnTo>
                  <a:pt x="1902" y="3076"/>
                </a:lnTo>
                <a:lnTo>
                  <a:pt x="1902" y="3075"/>
                </a:lnTo>
                <a:lnTo>
                  <a:pt x="1901" y="3075"/>
                </a:lnTo>
                <a:lnTo>
                  <a:pt x="1900" y="3075"/>
                </a:lnTo>
                <a:lnTo>
                  <a:pt x="1899" y="3075"/>
                </a:lnTo>
                <a:lnTo>
                  <a:pt x="1899" y="3074"/>
                </a:lnTo>
                <a:lnTo>
                  <a:pt x="1899" y="3073"/>
                </a:lnTo>
                <a:lnTo>
                  <a:pt x="1900" y="3073"/>
                </a:lnTo>
                <a:lnTo>
                  <a:pt x="1900" y="3072"/>
                </a:lnTo>
                <a:lnTo>
                  <a:pt x="1900" y="3071"/>
                </a:lnTo>
                <a:lnTo>
                  <a:pt x="1901" y="3071"/>
                </a:lnTo>
                <a:lnTo>
                  <a:pt x="1901" y="3070"/>
                </a:lnTo>
                <a:lnTo>
                  <a:pt x="1902" y="3070"/>
                </a:lnTo>
                <a:lnTo>
                  <a:pt x="1903" y="3070"/>
                </a:lnTo>
                <a:lnTo>
                  <a:pt x="1904" y="3070"/>
                </a:lnTo>
                <a:lnTo>
                  <a:pt x="1904" y="3071"/>
                </a:lnTo>
                <a:lnTo>
                  <a:pt x="1905" y="3070"/>
                </a:lnTo>
                <a:lnTo>
                  <a:pt x="1906" y="3070"/>
                </a:lnTo>
                <a:lnTo>
                  <a:pt x="1906" y="3071"/>
                </a:lnTo>
                <a:lnTo>
                  <a:pt x="1906" y="3070"/>
                </a:lnTo>
                <a:lnTo>
                  <a:pt x="1907" y="3070"/>
                </a:lnTo>
                <a:lnTo>
                  <a:pt x="1907" y="3069"/>
                </a:lnTo>
                <a:lnTo>
                  <a:pt x="1907" y="3068"/>
                </a:lnTo>
                <a:lnTo>
                  <a:pt x="1907" y="3067"/>
                </a:lnTo>
                <a:lnTo>
                  <a:pt x="1906" y="3067"/>
                </a:lnTo>
                <a:lnTo>
                  <a:pt x="1906" y="3066"/>
                </a:lnTo>
                <a:lnTo>
                  <a:pt x="1905" y="3066"/>
                </a:lnTo>
                <a:lnTo>
                  <a:pt x="1905" y="3065"/>
                </a:lnTo>
                <a:lnTo>
                  <a:pt x="1904" y="3065"/>
                </a:lnTo>
                <a:lnTo>
                  <a:pt x="1903" y="3065"/>
                </a:lnTo>
                <a:lnTo>
                  <a:pt x="1902" y="3065"/>
                </a:lnTo>
                <a:lnTo>
                  <a:pt x="1902" y="3066"/>
                </a:lnTo>
                <a:lnTo>
                  <a:pt x="1901" y="3066"/>
                </a:lnTo>
                <a:lnTo>
                  <a:pt x="1900" y="3066"/>
                </a:lnTo>
                <a:lnTo>
                  <a:pt x="1900" y="3065"/>
                </a:lnTo>
                <a:lnTo>
                  <a:pt x="1900" y="3064"/>
                </a:lnTo>
                <a:lnTo>
                  <a:pt x="1899" y="3064"/>
                </a:lnTo>
                <a:lnTo>
                  <a:pt x="1900" y="3064"/>
                </a:lnTo>
                <a:lnTo>
                  <a:pt x="1900" y="3063"/>
                </a:lnTo>
                <a:lnTo>
                  <a:pt x="1899" y="3063"/>
                </a:lnTo>
                <a:lnTo>
                  <a:pt x="1898" y="3063"/>
                </a:lnTo>
                <a:lnTo>
                  <a:pt x="1897" y="3063"/>
                </a:lnTo>
                <a:lnTo>
                  <a:pt x="1897" y="3062"/>
                </a:lnTo>
                <a:lnTo>
                  <a:pt x="1896" y="3062"/>
                </a:lnTo>
                <a:lnTo>
                  <a:pt x="1896" y="3061"/>
                </a:lnTo>
                <a:lnTo>
                  <a:pt x="1895" y="3061"/>
                </a:lnTo>
                <a:lnTo>
                  <a:pt x="1894" y="3061"/>
                </a:lnTo>
                <a:lnTo>
                  <a:pt x="1893" y="3061"/>
                </a:lnTo>
                <a:lnTo>
                  <a:pt x="1893" y="3060"/>
                </a:lnTo>
                <a:lnTo>
                  <a:pt x="1893" y="3059"/>
                </a:lnTo>
                <a:lnTo>
                  <a:pt x="1893" y="3058"/>
                </a:lnTo>
                <a:lnTo>
                  <a:pt x="1894" y="3058"/>
                </a:lnTo>
                <a:lnTo>
                  <a:pt x="1893" y="3057"/>
                </a:lnTo>
                <a:lnTo>
                  <a:pt x="1893" y="3056"/>
                </a:lnTo>
                <a:lnTo>
                  <a:pt x="1892" y="3056"/>
                </a:lnTo>
                <a:lnTo>
                  <a:pt x="1892" y="3055"/>
                </a:lnTo>
                <a:lnTo>
                  <a:pt x="1891" y="3055"/>
                </a:lnTo>
                <a:lnTo>
                  <a:pt x="1891" y="3054"/>
                </a:lnTo>
                <a:lnTo>
                  <a:pt x="1891" y="3053"/>
                </a:lnTo>
                <a:lnTo>
                  <a:pt x="1890" y="3053"/>
                </a:lnTo>
                <a:lnTo>
                  <a:pt x="1889" y="3053"/>
                </a:lnTo>
                <a:lnTo>
                  <a:pt x="1889" y="3052"/>
                </a:lnTo>
                <a:lnTo>
                  <a:pt x="1889" y="3053"/>
                </a:lnTo>
                <a:lnTo>
                  <a:pt x="1888" y="3053"/>
                </a:lnTo>
                <a:lnTo>
                  <a:pt x="1887" y="3053"/>
                </a:lnTo>
                <a:lnTo>
                  <a:pt x="1887" y="3052"/>
                </a:lnTo>
                <a:lnTo>
                  <a:pt x="1887" y="3051"/>
                </a:lnTo>
                <a:lnTo>
                  <a:pt x="1886" y="3051"/>
                </a:lnTo>
                <a:lnTo>
                  <a:pt x="1885" y="3051"/>
                </a:lnTo>
                <a:lnTo>
                  <a:pt x="1884" y="3051"/>
                </a:lnTo>
                <a:lnTo>
                  <a:pt x="1884" y="3050"/>
                </a:lnTo>
                <a:lnTo>
                  <a:pt x="1883" y="3050"/>
                </a:lnTo>
                <a:lnTo>
                  <a:pt x="1882" y="3050"/>
                </a:lnTo>
                <a:lnTo>
                  <a:pt x="1882" y="3049"/>
                </a:lnTo>
                <a:lnTo>
                  <a:pt x="1881" y="3049"/>
                </a:lnTo>
                <a:lnTo>
                  <a:pt x="1880" y="3048"/>
                </a:lnTo>
                <a:lnTo>
                  <a:pt x="1878" y="3048"/>
                </a:lnTo>
                <a:lnTo>
                  <a:pt x="1878" y="3047"/>
                </a:lnTo>
                <a:lnTo>
                  <a:pt x="1878" y="3046"/>
                </a:lnTo>
                <a:lnTo>
                  <a:pt x="1877" y="3046"/>
                </a:lnTo>
                <a:lnTo>
                  <a:pt x="1876" y="3046"/>
                </a:lnTo>
                <a:lnTo>
                  <a:pt x="1875" y="3046"/>
                </a:lnTo>
                <a:lnTo>
                  <a:pt x="1874" y="3046"/>
                </a:lnTo>
                <a:lnTo>
                  <a:pt x="1874" y="3047"/>
                </a:lnTo>
                <a:lnTo>
                  <a:pt x="1874" y="3048"/>
                </a:lnTo>
                <a:lnTo>
                  <a:pt x="1875" y="3048"/>
                </a:lnTo>
                <a:lnTo>
                  <a:pt x="1875" y="3049"/>
                </a:lnTo>
                <a:lnTo>
                  <a:pt x="1874" y="3049"/>
                </a:lnTo>
                <a:lnTo>
                  <a:pt x="1874" y="3050"/>
                </a:lnTo>
                <a:lnTo>
                  <a:pt x="1873" y="3050"/>
                </a:lnTo>
                <a:lnTo>
                  <a:pt x="1872" y="3050"/>
                </a:lnTo>
                <a:lnTo>
                  <a:pt x="1872" y="3051"/>
                </a:lnTo>
                <a:lnTo>
                  <a:pt x="1871" y="3051"/>
                </a:lnTo>
                <a:lnTo>
                  <a:pt x="1871" y="3052"/>
                </a:lnTo>
                <a:lnTo>
                  <a:pt x="1871" y="3053"/>
                </a:lnTo>
                <a:lnTo>
                  <a:pt x="1871" y="3054"/>
                </a:lnTo>
                <a:lnTo>
                  <a:pt x="1871" y="3055"/>
                </a:lnTo>
                <a:lnTo>
                  <a:pt x="1870" y="3055"/>
                </a:lnTo>
                <a:lnTo>
                  <a:pt x="1869" y="3055"/>
                </a:lnTo>
                <a:lnTo>
                  <a:pt x="1869" y="3056"/>
                </a:lnTo>
                <a:lnTo>
                  <a:pt x="1869" y="3057"/>
                </a:lnTo>
                <a:lnTo>
                  <a:pt x="1868" y="3057"/>
                </a:lnTo>
                <a:lnTo>
                  <a:pt x="1867" y="3057"/>
                </a:lnTo>
                <a:lnTo>
                  <a:pt x="1867" y="3056"/>
                </a:lnTo>
                <a:lnTo>
                  <a:pt x="1866" y="3056"/>
                </a:lnTo>
                <a:lnTo>
                  <a:pt x="1866" y="3055"/>
                </a:lnTo>
                <a:lnTo>
                  <a:pt x="1865" y="3055"/>
                </a:lnTo>
                <a:lnTo>
                  <a:pt x="1864" y="3055"/>
                </a:lnTo>
                <a:lnTo>
                  <a:pt x="1863" y="3055"/>
                </a:lnTo>
                <a:lnTo>
                  <a:pt x="1862" y="3055"/>
                </a:lnTo>
                <a:lnTo>
                  <a:pt x="1862" y="3056"/>
                </a:lnTo>
                <a:lnTo>
                  <a:pt x="1861" y="3056"/>
                </a:lnTo>
                <a:lnTo>
                  <a:pt x="1861" y="3057"/>
                </a:lnTo>
                <a:lnTo>
                  <a:pt x="1860" y="3057"/>
                </a:lnTo>
                <a:lnTo>
                  <a:pt x="1859" y="3057"/>
                </a:lnTo>
                <a:lnTo>
                  <a:pt x="1859" y="3058"/>
                </a:lnTo>
                <a:lnTo>
                  <a:pt x="1859" y="3059"/>
                </a:lnTo>
                <a:lnTo>
                  <a:pt x="1859" y="3060"/>
                </a:lnTo>
                <a:lnTo>
                  <a:pt x="1859" y="3061"/>
                </a:lnTo>
                <a:lnTo>
                  <a:pt x="1858" y="3061"/>
                </a:lnTo>
                <a:lnTo>
                  <a:pt x="1858" y="3062"/>
                </a:lnTo>
                <a:lnTo>
                  <a:pt x="1857" y="3062"/>
                </a:lnTo>
                <a:lnTo>
                  <a:pt x="1856" y="3062"/>
                </a:lnTo>
                <a:lnTo>
                  <a:pt x="1856" y="3063"/>
                </a:lnTo>
                <a:lnTo>
                  <a:pt x="1855" y="3063"/>
                </a:lnTo>
                <a:lnTo>
                  <a:pt x="1855" y="3064"/>
                </a:lnTo>
                <a:lnTo>
                  <a:pt x="1855" y="3065"/>
                </a:lnTo>
                <a:lnTo>
                  <a:pt x="1854" y="3065"/>
                </a:lnTo>
                <a:lnTo>
                  <a:pt x="1853" y="3065"/>
                </a:lnTo>
                <a:lnTo>
                  <a:pt x="1852" y="3065"/>
                </a:lnTo>
                <a:lnTo>
                  <a:pt x="1852" y="3066"/>
                </a:lnTo>
                <a:lnTo>
                  <a:pt x="1851" y="3066"/>
                </a:lnTo>
                <a:lnTo>
                  <a:pt x="1851" y="3067"/>
                </a:lnTo>
                <a:lnTo>
                  <a:pt x="1850" y="3067"/>
                </a:lnTo>
                <a:lnTo>
                  <a:pt x="1850" y="3068"/>
                </a:lnTo>
                <a:lnTo>
                  <a:pt x="1849" y="3069"/>
                </a:lnTo>
                <a:lnTo>
                  <a:pt x="1849" y="3070"/>
                </a:lnTo>
                <a:lnTo>
                  <a:pt x="1849" y="3071"/>
                </a:lnTo>
                <a:lnTo>
                  <a:pt x="1848" y="3071"/>
                </a:lnTo>
                <a:lnTo>
                  <a:pt x="1847" y="3071"/>
                </a:lnTo>
                <a:lnTo>
                  <a:pt x="1846" y="3071"/>
                </a:lnTo>
                <a:lnTo>
                  <a:pt x="1846" y="3070"/>
                </a:lnTo>
                <a:lnTo>
                  <a:pt x="1845" y="3070"/>
                </a:lnTo>
                <a:lnTo>
                  <a:pt x="1845" y="3071"/>
                </a:lnTo>
                <a:lnTo>
                  <a:pt x="1844" y="3071"/>
                </a:lnTo>
                <a:lnTo>
                  <a:pt x="1843" y="3072"/>
                </a:lnTo>
                <a:lnTo>
                  <a:pt x="1842" y="3072"/>
                </a:lnTo>
                <a:lnTo>
                  <a:pt x="1842" y="3073"/>
                </a:lnTo>
                <a:lnTo>
                  <a:pt x="1841" y="3074"/>
                </a:lnTo>
                <a:lnTo>
                  <a:pt x="1840" y="3074"/>
                </a:lnTo>
                <a:lnTo>
                  <a:pt x="1838" y="3074"/>
                </a:lnTo>
                <a:lnTo>
                  <a:pt x="1837" y="3074"/>
                </a:lnTo>
                <a:lnTo>
                  <a:pt x="1837" y="3073"/>
                </a:lnTo>
                <a:lnTo>
                  <a:pt x="1836" y="3073"/>
                </a:lnTo>
                <a:lnTo>
                  <a:pt x="1835" y="3073"/>
                </a:lnTo>
                <a:lnTo>
                  <a:pt x="1834" y="3073"/>
                </a:lnTo>
                <a:lnTo>
                  <a:pt x="1834" y="3072"/>
                </a:lnTo>
                <a:lnTo>
                  <a:pt x="1833" y="3072"/>
                </a:lnTo>
                <a:lnTo>
                  <a:pt x="1832" y="3072"/>
                </a:lnTo>
                <a:lnTo>
                  <a:pt x="1831" y="3072"/>
                </a:lnTo>
                <a:lnTo>
                  <a:pt x="1831" y="3071"/>
                </a:lnTo>
                <a:lnTo>
                  <a:pt x="1829" y="3071"/>
                </a:lnTo>
                <a:lnTo>
                  <a:pt x="1828" y="3072"/>
                </a:lnTo>
                <a:lnTo>
                  <a:pt x="1828" y="3071"/>
                </a:lnTo>
                <a:lnTo>
                  <a:pt x="1828" y="3070"/>
                </a:lnTo>
                <a:lnTo>
                  <a:pt x="1827" y="3070"/>
                </a:lnTo>
                <a:lnTo>
                  <a:pt x="1827" y="3069"/>
                </a:lnTo>
                <a:lnTo>
                  <a:pt x="1826" y="3069"/>
                </a:lnTo>
                <a:lnTo>
                  <a:pt x="1826" y="3068"/>
                </a:lnTo>
                <a:lnTo>
                  <a:pt x="1826" y="3067"/>
                </a:lnTo>
                <a:lnTo>
                  <a:pt x="1825" y="3067"/>
                </a:lnTo>
                <a:lnTo>
                  <a:pt x="1824" y="3067"/>
                </a:lnTo>
                <a:lnTo>
                  <a:pt x="1823" y="3067"/>
                </a:lnTo>
                <a:lnTo>
                  <a:pt x="1824" y="3067"/>
                </a:lnTo>
                <a:lnTo>
                  <a:pt x="1824" y="3066"/>
                </a:lnTo>
                <a:lnTo>
                  <a:pt x="1823" y="3066"/>
                </a:lnTo>
                <a:lnTo>
                  <a:pt x="1823" y="3065"/>
                </a:lnTo>
                <a:lnTo>
                  <a:pt x="1822" y="3064"/>
                </a:lnTo>
                <a:lnTo>
                  <a:pt x="1822" y="3063"/>
                </a:lnTo>
                <a:lnTo>
                  <a:pt x="1821" y="3063"/>
                </a:lnTo>
                <a:lnTo>
                  <a:pt x="1821" y="3062"/>
                </a:lnTo>
                <a:lnTo>
                  <a:pt x="1821" y="3061"/>
                </a:lnTo>
                <a:lnTo>
                  <a:pt x="1821" y="3060"/>
                </a:lnTo>
                <a:lnTo>
                  <a:pt x="1821" y="3059"/>
                </a:lnTo>
                <a:lnTo>
                  <a:pt x="1820" y="3059"/>
                </a:lnTo>
                <a:lnTo>
                  <a:pt x="1820" y="3058"/>
                </a:lnTo>
                <a:lnTo>
                  <a:pt x="1820" y="3057"/>
                </a:lnTo>
                <a:lnTo>
                  <a:pt x="1820" y="3055"/>
                </a:lnTo>
                <a:lnTo>
                  <a:pt x="1821" y="3055"/>
                </a:lnTo>
                <a:lnTo>
                  <a:pt x="1821" y="3054"/>
                </a:lnTo>
                <a:lnTo>
                  <a:pt x="1821" y="3053"/>
                </a:lnTo>
                <a:lnTo>
                  <a:pt x="1822" y="3053"/>
                </a:lnTo>
                <a:lnTo>
                  <a:pt x="1822" y="3052"/>
                </a:lnTo>
                <a:lnTo>
                  <a:pt x="1821" y="3052"/>
                </a:lnTo>
                <a:lnTo>
                  <a:pt x="1821" y="3051"/>
                </a:lnTo>
                <a:lnTo>
                  <a:pt x="1821" y="3050"/>
                </a:lnTo>
                <a:lnTo>
                  <a:pt x="1821" y="3049"/>
                </a:lnTo>
                <a:lnTo>
                  <a:pt x="1821" y="3048"/>
                </a:lnTo>
                <a:lnTo>
                  <a:pt x="1820" y="3048"/>
                </a:lnTo>
                <a:lnTo>
                  <a:pt x="1819" y="3049"/>
                </a:lnTo>
                <a:lnTo>
                  <a:pt x="1819" y="3048"/>
                </a:lnTo>
                <a:lnTo>
                  <a:pt x="1818" y="3048"/>
                </a:lnTo>
                <a:lnTo>
                  <a:pt x="1817" y="3048"/>
                </a:lnTo>
                <a:lnTo>
                  <a:pt x="1816" y="3048"/>
                </a:lnTo>
                <a:lnTo>
                  <a:pt x="1816" y="3047"/>
                </a:lnTo>
                <a:lnTo>
                  <a:pt x="1815" y="3047"/>
                </a:lnTo>
                <a:lnTo>
                  <a:pt x="1814" y="3047"/>
                </a:lnTo>
                <a:lnTo>
                  <a:pt x="1814" y="3046"/>
                </a:lnTo>
                <a:lnTo>
                  <a:pt x="1813" y="3046"/>
                </a:lnTo>
                <a:lnTo>
                  <a:pt x="1813" y="3045"/>
                </a:lnTo>
                <a:lnTo>
                  <a:pt x="1812" y="3045"/>
                </a:lnTo>
                <a:lnTo>
                  <a:pt x="1811" y="3045"/>
                </a:lnTo>
                <a:lnTo>
                  <a:pt x="1810" y="3045"/>
                </a:lnTo>
                <a:lnTo>
                  <a:pt x="1810" y="3044"/>
                </a:lnTo>
                <a:lnTo>
                  <a:pt x="1809" y="3044"/>
                </a:lnTo>
                <a:lnTo>
                  <a:pt x="1808" y="3045"/>
                </a:lnTo>
                <a:lnTo>
                  <a:pt x="1809" y="3045"/>
                </a:lnTo>
                <a:lnTo>
                  <a:pt x="1808" y="3045"/>
                </a:lnTo>
                <a:lnTo>
                  <a:pt x="1808" y="3046"/>
                </a:lnTo>
                <a:lnTo>
                  <a:pt x="1807" y="3046"/>
                </a:lnTo>
                <a:lnTo>
                  <a:pt x="1807" y="3047"/>
                </a:lnTo>
                <a:lnTo>
                  <a:pt x="1806" y="3047"/>
                </a:lnTo>
                <a:lnTo>
                  <a:pt x="1805" y="3047"/>
                </a:lnTo>
                <a:lnTo>
                  <a:pt x="1804" y="3048"/>
                </a:lnTo>
                <a:lnTo>
                  <a:pt x="1803" y="3048"/>
                </a:lnTo>
                <a:lnTo>
                  <a:pt x="1802" y="3048"/>
                </a:lnTo>
                <a:lnTo>
                  <a:pt x="1801" y="3048"/>
                </a:lnTo>
                <a:lnTo>
                  <a:pt x="1800" y="3049"/>
                </a:lnTo>
                <a:lnTo>
                  <a:pt x="1800" y="3050"/>
                </a:lnTo>
                <a:lnTo>
                  <a:pt x="1799" y="3050"/>
                </a:lnTo>
                <a:lnTo>
                  <a:pt x="1799" y="3051"/>
                </a:lnTo>
                <a:lnTo>
                  <a:pt x="1798" y="3051"/>
                </a:lnTo>
                <a:lnTo>
                  <a:pt x="1798" y="3050"/>
                </a:lnTo>
                <a:lnTo>
                  <a:pt x="1797" y="3050"/>
                </a:lnTo>
                <a:lnTo>
                  <a:pt x="1797" y="3049"/>
                </a:lnTo>
                <a:lnTo>
                  <a:pt x="1796" y="3048"/>
                </a:lnTo>
                <a:lnTo>
                  <a:pt x="1795" y="3048"/>
                </a:lnTo>
                <a:lnTo>
                  <a:pt x="1794" y="3048"/>
                </a:lnTo>
                <a:lnTo>
                  <a:pt x="1794" y="3047"/>
                </a:lnTo>
                <a:lnTo>
                  <a:pt x="1793" y="3047"/>
                </a:lnTo>
                <a:lnTo>
                  <a:pt x="1792" y="3046"/>
                </a:lnTo>
                <a:lnTo>
                  <a:pt x="1791" y="3046"/>
                </a:lnTo>
                <a:lnTo>
                  <a:pt x="1790" y="3046"/>
                </a:lnTo>
                <a:lnTo>
                  <a:pt x="1789" y="3046"/>
                </a:lnTo>
                <a:lnTo>
                  <a:pt x="1789" y="3047"/>
                </a:lnTo>
                <a:lnTo>
                  <a:pt x="1788" y="3047"/>
                </a:lnTo>
                <a:lnTo>
                  <a:pt x="1787" y="3047"/>
                </a:lnTo>
                <a:lnTo>
                  <a:pt x="1787" y="3048"/>
                </a:lnTo>
                <a:lnTo>
                  <a:pt x="1786" y="3048"/>
                </a:lnTo>
                <a:lnTo>
                  <a:pt x="1784" y="3048"/>
                </a:lnTo>
                <a:lnTo>
                  <a:pt x="1784" y="3047"/>
                </a:lnTo>
                <a:lnTo>
                  <a:pt x="1783" y="3047"/>
                </a:lnTo>
                <a:lnTo>
                  <a:pt x="1783" y="3046"/>
                </a:lnTo>
                <a:lnTo>
                  <a:pt x="1782" y="3046"/>
                </a:lnTo>
                <a:lnTo>
                  <a:pt x="1781" y="3046"/>
                </a:lnTo>
                <a:lnTo>
                  <a:pt x="1781" y="3045"/>
                </a:lnTo>
                <a:lnTo>
                  <a:pt x="1781" y="3046"/>
                </a:lnTo>
                <a:lnTo>
                  <a:pt x="1780" y="3046"/>
                </a:lnTo>
                <a:lnTo>
                  <a:pt x="1780" y="3045"/>
                </a:lnTo>
                <a:lnTo>
                  <a:pt x="1779" y="3045"/>
                </a:lnTo>
                <a:lnTo>
                  <a:pt x="1778" y="3046"/>
                </a:lnTo>
                <a:lnTo>
                  <a:pt x="1777" y="3046"/>
                </a:lnTo>
                <a:lnTo>
                  <a:pt x="1776" y="3046"/>
                </a:lnTo>
                <a:lnTo>
                  <a:pt x="1776" y="3045"/>
                </a:lnTo>
                <a:lnTo>
                  <a:pt x="1775" y="3045"/>
                </a:lnTo>
                <a:lnTo>
                  <a:pt x="1775" y="3044"/>
                </a:lnTo>
                <a:lnTo>
                  <a:pt x="1775" y="3043"/>
                </a:lnTo>
                <a:lnTo>
                  <a:pt x="1775" y="3042"/>
                </a:lnTo>
                <a:lnTo>
                  <a:pt x="1774" y="3042"/>
                </a:lnTo>
                <a:lnTo>
                  <a:pt x="1774" y="3041"/>
                </a:lnTo>
                <a:lnTo>
                  <a:pt x="1773" y="3041"/>
                </a:lnTo>
                <a:lnTo>
                  <a:pt x="1773" y="3040"/>
                </a:lnTo>
                <a:lnTo>
                  <a:pt x="1772" y="3040"/>
                </a:lnTo>
                <a:lnTo>
                  <a:pt x="1772" y="3039"/>
                </a:lnTo>
                <a:lnTo>
                  <a:pt x="1771" y="3039"/>
                </a:lnTo>
                <a:lnTo>
                  <a:pt x="1771" y="3038"/>
                </a:lnTo>
                <a:lnTo>
                  <a:pt x="1771" y="3037"/>
                </a:lnTo>
                <a:lnTo>
                  <a:pt x="1770" y="3037"/>
                </a:lnTo>
                <a:lnTo>
                  <a:pt x="1769" y="3037"/>
                </a:lnTo>
                <a:lnTo>
                  <a:pt x="1769" y="3038"/>
                </a:lnTo>
                <a:lnTo>
                  <a:pt x="1769" y="3037"/>
                </a:lnTo>
                <a:lnTo>
                  <a:pt x="1768" y="3037"/>
                </a:lnTo>
                <a:lnTo>
                  <a:pt x="1768" y="3036"/>
                </a:lnTo>
                <a:lnTo>
                  <a:pt x="1768" y="3035"/>
                </a:lnTo>
                <a:lnTo>
                  <a:pt x="1767" y="3035"/>
                </a:lnTo>
                <a:lnTo>
                  <a:pt x="1766" y="3035"/>
                </a:lnTo>
                <a:lnTo>
                  <a:pt x="1765" y="3035"/>
                </a:lnTo>
                <a:lnTo>
                  <a:pt x="1765" y="3036"/>
                </a:lnTo>
                <a:lnTo>
                  <a:pt x="1764" y="3036"/>
                </a:lnTo>
                <a:lnTo>
                  <a:pt x="1763" y="3036"/>
                </a:lnTo>
                <a:lnTo>
                  <a:pt x="1762" y="3036"/>
                </a:lnTo>
                <a:lnTo>
                  <a:pt x="1762" y="3035"/>
                </a:lnTo>
                <a:lnTo>
                  <a:pt x="1762" y="3036"/>
                </a:lnTo>
                <a:lnTo>
                  <a:pt x="1761" y="3036"/>
                </a:lnTo>
                <a:lnTo>
                  <a:pt x="1760" y="3036"/>
                </a:lnTo>
                <a:lnTo>
                  <a:pt x="1760" y="3037"/>
                </a:lnTo>
                <a:lnTo>
                  <a:pt x="1760" y="3036"/>
                </a:lnTo>
                <a:lnTo>
                  <a:pt x="1759" y="3036"/>
                </a:lnTo>
                <a:lnTo>
                  <a:pt x="1758" y="3035"/>
                </a:lnTo>
                <a:lnTo>
                  <a:pt x="1757" y="3035"/>
                </a:lnTo>
                <a:lnTo>
                  <a:pt x="1757" y="3034"/>
                </a:lnTo>
                <a:lnTo>
                  <a:pt x="1756" y="3034"/>
                </a:lnTo>
                <a:lnTo>
                  <a:pt x="1756" y="3033"/>
                </a:lnTo>
                <a:lnTo>
                  <a:pt x="1756" y="3032"/>
                </a:lnTo>
                <a:lnTo>
                  <a:pt x="1755" y="3032"/>
                </a:lnTo>
                <a:lnTo>
                  <a:pt x="1755" y="3031"/>
                </a:lnTo>
                <a:lnTo>
                  <a:pt x="1754" y="3031"/>
                </a:lnTo>
                <a:lnTo>
                  <a:pt x="1753" y="3031"/>
                </a:lnTo>
                <a:lnTo>
                  <a:pt x="1752" y="3030"/>
                </a:lnTo>
                <a:lnTo>
                  <a:pt x="1752" y="3031"/>
                </a:lnTo>
                <a:lnTo>
                  <a:pt x="1752" y="3030"/>
                </a:lnTo>
                <a:lnTo>
                  <a:pt x="1750" y="3030"/>
                </a:lnTo>
                <a:lnTo>
                  <a:pt x="1750" y="3031"/>
                </a:lnTo>
                <a:lnTo>
                  <a:pt x="1749" y="3031"/>
                </a:lnTo>
                <a:lnTo>
                  <a:pt x="1749" y="3032"/>
                </a:lnTo>
                <a:lnTo>
                  <a:pt x="1750" y="3032"/>
                </a:lnTo>
                <a:lnTo>
                  <a:pt x="1750" y="3033"/>
                </a:lnTo>
                <a:lnTo>
                  <a:pt x="1750" y="3034"/>
                </a:lnTo>
                <a:lnTo>
                  <a:pt x="1749" y="3034"/>
                </a:lnTo>
                <a:lnTo>
                  <a:pt x="1749" y="3035"/>
                </a:lnTo>
                <a:lnTo>
                  <a:pt x="1748" y="3035"/>
                </a:lnTo>
                <a:lnTo>
                  <a:pt x="1748" y="3036"/>
                </a:lnTo>
                <a:lnTo>
                  <a:pt x="1747" y="3036"/>
                </a:lnTo>
                <a:lnTo>
                  <a:pt x="1747" y="3037"/>
                </a:lnTo>
                <a:lnTo>
                  <a:pt x="1747" y="3036"/>
                </a:lnTo>
                <a:lnTo>
                  <a:pt x="1746" y="3036"/>
                </a:lnTo>
                <a:lnTo>
                  <a:pt x="1746" y="3035"/>
                </a:lnTo>
                <a:lnTo>
                  <a:pt x="1745" y="3035"/>
                </a:lnTo>
                <a:lnTo>
                  <a:pt x="1744" y="3035"/>
                </a:lnTo>
                <a:lnTo>
                  <a:pt x="1743" y="3035"/>
                </a:lnTo>
                <a:lnTo>
                  <a:pt x="1743" y="3036"/>
                </a:lnTo>
                <a:lnTo>
                  <a:pt x="1742" y="3036"/>
                </a:lnTo>
                <a:lnTo>
                  <a:pt x="1742" y="3037"/>
                </a:lnTo>
                <a:lnTo>
                  <a:pt x="1741" y="3037"/>
                </a:lnTo>
                <a:lnTo>
                  <a:pt x="1740" y="3037"/>
                </a:lnTo>
                <a:lnTo>
                  <a:pt x="1739" y="3037"/>
                </a:lnTo>
                <a:lnTo>
                  <a:pt x="1739" y="3036"/>
                </a:lnTo>
                <a:lnTo>
                  <a:pt x="1739" y="3035"/>
                </a:lnTo>
                <a:lnTo>
                  <a:pt x="1739" y="3034"/>
                </a:lnTo>
                <a:lnTo>
                  <a:pt x="1738" y="3034"/>
                </a:lnTo>
                <a:lnTo>
                  <a:pt x="1738" y="3033"/>
                </a:lnTo>
                <a:lnTo>
                  <a:pt x="1738" y="3034"/>
                </a:lnTo>
                <a:lnTo>
                  <a:pt x="1738" y="3033"/>
                </a:lnTo>
                <a:lnTo>
                  <a:pt x="1737" y="3033"/>
                </a:lnTo>
                <a:lnTo>
                  <a:pt x="1736" y="3033"/>
                </a:lnTo>
                <a:lnTo>
                  <a:pt x="1736" y="3032"/>
                </a:lnTo>
                <a:lnTo>
                  <a:pt x="1735" y="3032"/>
                </a:lnTo>
                <a:lnTo>
                  <a:pt x="1735" y="3031"/>
                </a:lnTo>
                <a:lnTo>
                  <a:pt x="1734" y="3031"/>
                </a:lnTo>
                <a:lnTo>
                  <a:pt x="1734" y="3030"/>
                </a:lnTo>
                <a:lnTo>
                  <a:pt x="1734" y="3031"/>
                </a:lnTo>
                <a:lnTo>
                  <a:pt x="1733" y="3031"/>
                </a:lnTo>
                <a:lnTo>
                  <a:pt x="1732" y="3031"/>
                </a:lnTo>
                <a:lnTo>
                  <a:pt x="1731" y="3031"/>
                </a:lnTo>
                <a:lnTo>
                  <a:pt x="1730" y="3031"/>
                </a:lnTo>
                <a:lnTo>
                  <a:pt x="1728" y="3031"/>
                </a:lnTo>
                <a:lnTo>
                  <a:pt x="1727" y="3031"/>
                </a:lnTo>
                <a:lnTo>
                  <a:pt x="1727" y="3032"/>
                </a:lnTo>
                <a:lnTo>
                  <a:pt x="1726" y="3032"/>
                </a:lnTo>
                <a:lnTo>
                  <a:pt x="1726" y="3031"/>
                </a:lnTo>
                <a:lnTo>
                  <a:pt x="1725" y="3031"/>
                </a:lnTo>
                <a:lnTo>
                  <a:pt x="1725" y="3030"/>
                </a:lnTo>
                <a:lnTo>
                  <a:pt x="1725" y="3029"/>
                </a:lnTo>
                <a:lnTo>
                  <a:pt x="1724" y="3029"/>
                </a:lnTo>
                <a:lnTo>
                  <a:pt x="1723" y="3029"/>
                </a:lnTo>
                <a:lnTo>
                  <a:pt x="1723" y="3028"/>
                </a:lnTo>
                <a:lnTo>
                  <a:pt x="1723" y="3027"/>
                </a:lnTo>
                <a:lnTo>
                  <a:pt x="1722" y="3027"/>
                </a:lnTo>
                <a:lnTo>
                  <a:pt x="1722" y="3026"/>
                </a:lnTo>
                <a:lnTo>
                  <a:pt x="1721" y="3026"/>
                </a:lnTo>
                <a:lnTo>
                  <a:pt x="1720" y="3026"/>
                </a:lnTo>
                <a:lnTo>
                  <a:pt x="1720" y="3027"/>
                </a:lnTo>
                <a:lnTo>
                  <a:pt x="1720" y="3026"/>
                </a:lnTo>
                <a:lnTo>
                  <a:pt x="1719" y="3026"/>
                </a:lnTo>
                <a:lnTo>
                  <a:pt x="1719" y="3025"/>
                </a:lnTo>
                <a:lnTo>
                  <a:pt x="1718" y="3025"/>
                </a:lnTo>
                <a:lnTo>
                  <a:pt x="1717" y="3025"/>
                </a:lnTo>
                <a:lnTo>
                  <a:pt x="1716" y="3025"/>
                </a:lnTo>
                <a:lnTo>
                  <a:pt x="1715" y="3024"/>
                </a:lnTo>
                <a:lnTo>
                  <a:pt x="1715" y="3025"/>
                </a:lnTo>
                <a:lnTo>
                  <a:pt x="1715" y="3026"/>
                </a:lnTo>
                <a:lnTo>
                  <a:pt x="1714" y="3026"/>
                </a:lnTo>
                <a:lnTo>
                  <a:pt x="1713" y="3026"/>
                </a:lnTo>
                <a:lnTo>
                  <a:pt x="1713" y="3027"/>
                </a:lnTo>
                <a:lnTo>
                  <a:pt x="1712" y="3027"/>
                </a:lnTo>
                <a:lnTo>
                  <a:pt x="1713" y="3027"/>
                </a:lnTo>
                <a:lnTo>
                  <a:pt x="1713" y="3028"/>
                </a:lnTo>
                <a:lnTo>
                  <a:pt x="1714" y="3028"/>
                </a:lnTo>
                <a:lnTo>
                  <a:pt x="1714" y="3029"/>
                </a:lnTo>
                <a:lnTo>
                  <a:pt x="1713" y="3029"/>
                </a:lnTo>
                <a:lnTo>
                  <a:pt x="1713" y="3030"/>
                </a:lnTo>
                <a:lnTo>
                  <a:pt x="1712" y="3030"/>
                </a:lnTo>
                <a:lnTo>
                  <a:pt x="1712" y="3031"/>
                </a:lnTo>
                <a:lnTo>
                  <a:pt x="1711" y="3031"/>
                </a:lnTo>
                <a:lnTo>
                  <a:pt x="1710" y="3031"/>
                </a:lnTo>
                <a:lnTo>
                  <a:pt x="1709" y="3031"/>
                </a:lnTo>
                <a:lnTo>
                  <a:pt x="1709" y="3032"/>
                </a:lnTo>
                <a:lnTo>
                  <a:pt x="1708" y="3032"/>
                </a:lnTo>
                <a:lnTo>
                  <a:pt x="1708" y="3033"/>
                </a:lnTo>
                <a:lnTo>
                  <a:pt x="1707" y="3033"/>
                </a:lnTo>
                <a:lnTo>
                  <a:pt x="1707" y="3032"/>
                </a:lnTo>
                <a:lnTo>
                  <a:pt x="1706" y="3032"/>
                </a:lnTo>
                <a:lnTo>
                  <a:pt x="1705" y="3032"/>
                </a:lnTo>
                <a:lnTo>
                  <a:pt x="1704" y="3032"/>
                </a:lnTo>
                <a:lnTo>
                  <a:pt x="1703" y="3032"/>
                </a:lnTo>
                <a:lnTo>
                  <a:pt x="1702" y="3032"/>
                </a:lnTo>
                <a:lnTo>
                  <a:pt x="1702" y="3033"/>
                </a:lnTo>
                <a:lnTo>
                  <a:pt x="1701" y="3033"/>
                </a:lnTo>
                <a:lnTo>
                  <a:pt x="1701" y="3034"/>
                </a:lnTo>
                <a:lnTo>
                  <a:pt x="1700" y="3034"/>
                </a:lnTo>
                <a:lnTo>
                  <a:pt x="1700" y="3033"/>
                </a:lnTo>
                <a:lnTo>
                  <a:pt x="1699" y="3033"/>
                </a:lnTo>
                <a:lnTo>
                  <a:pt x="1698" y="3033"/>
                </a:lnTo>
                <a:lnTo>
                  <a:pt x="1698" y="3034"/>
                </a:lnTo>
                <a:lnTo>
                  <a:pt x="1697" y="3034"/>
                </a:lnTo>
                <a:lnTo>
                  <a:pt x="1696" y="3034"/>
                </a:lnTo>
                <a:lnTo>
                  <a:pt x="1695" y="3034"/>
                </a:lnTo>
                <a:lnTo>
                  <a:pt x="1694" y="3034"/>
                </a:lnTo>
                <a:lnTo>
                  <a:pt x="1694" y="3035"/>
                </a:lnTo>
                <a:lnTo>
                  <a:pt x="1694" y="3036"/>
                </a:lnTo>
                <a:lnTo>
                  <a:pt x="1694" y="3035"/>
                </a:lnTo>
                <a:lnTo>
                  <a:pt x="1694" y="3036"/>
                </a:lnTo>
                <a:lnTo>
                  <a:pt x="1693" y="3036"/>
                </a:lnTo>
                <a:lnTo>
                  <a:pt x="1693" y="3037"/>
                </a:lnTo>
                <a:lnTo>
                  <a:pt x="1692" y="3037"/>
                </a:lnTo>
                <a:lnTo>
                  <a:pt x="1692" y="3038"/>
                </a:lnTo>
                <a:lnTo>
                  <a:pt x="1692" y="3039"/>
                </a:lnTo>
                <a:lnTo>
                  <a:pt x="1691" y="3039"/>
                </a:lnTo>
                <a:lnTo>
                  <a:pt x="1690" y="3039"/>
                </a:lnTo>
                <a:lnTo>
                  <a:pt x="1690" y="3040"/>
                </a:lnTo>
                <a:lnTo>
                  <a:pt x="1689" y="3040"/>
                </a:lnTo>
                <a:lnTo>
                  <a:pt x="1689" y="3041"/>
                </a:lnTo>
                <a:lnTo>
                  <a:pt x="1690" y="3041"/>
                </a:lnTo>
                <a:lnTo>
                  <a:pt x="1689" y="3041"/>
                </a:lnTo>
                <a:lnTo>
                  <a:pt x="1689" y="3042"/>
                </a:lnTo>
                <a:lnTo>
                  <a:pt x="1688" y="3042"/>
                </a:lnTo>
                <a:lnTo>
                  <a:pt x="1688" y="3043"/>
                </a:lnTo>
                <a:lnTo>
                  <a:pt x="1687" y="3043"/>
                </a:lnTo>
                <a:lnTo>
                  <a:pt x="1686" y="3043"/>
                </a:lnTo>
                <a:lnTo>
                  <a:pt x="1686" y="3042"/>
                </a:lnTo>
                <a:lnTo>
                  <a:pt x="1685" y="3042"/>
                </a:lnTo>
                <a:lnTo>
                  <a:pt x="1685" y="3043"/>
                </a:lnTo>
                <a:lnTo>
                  <a:pt x="1685" y="3044"/>
                </a:lnTo>
                <a:lnTo>
                  <a:pt x="1684" y="3044"/>
                </a:lnTo>
                <a:lnTo>
                  <a:pt x="1684" y="3045"/>
                </a:lnTo>
                <a:lnTo>
                  <a:pt x="1683" y="3045"/>
                </a:lnTo>
                <a:lnTo>
                  <a:pt x="1683" y="3046"/>
                </a:lnTo>
                <a:lnTo>
                  <a:pt x="1682" y="3046"/>
                </a:lnTo>
                <a:lnTo>
                  <a:pt x="1682" y="3047"/>
                </a:lnTo>
                <a:lnTo>
                  <a:pt x="1681" y="3048"/>
                </a:lnTo>
                <a:lnTo>
                  <a:pt x="1681" y="3049"/>
                </a:lnTo>
                <a:lnTo>
                  <a:pt x="1680" y="3049"/>
                </a:lnTo>
                <a:lnTo>
                  <a:pt x="1680" y="3050"/>
                </a:lnTo>
                <a:lnTo>
                  <a:pt x="1681" y="3050"/>
                </a:lnTo>
                <a:lnTo>
                  <a:pt x="1681" y="3051"/>
                </a:lnTo>
                <a:lnTo>
                  <a:pt x="1681" y="3052"/>
                </a:lnTo>
                <a:lnTo>
                  <a:pt x="1680" y="3052"/>
                </a:lnTo>
                <a:lnTo>
                  <a:pt x="1679" y="3052"/>
                </a:lnTo>
                <a:lnTo>
                  <a:pt x="1679" y="3053"/>
                </a:lnTo>
                <a:lnTo>
                  <a:pt x="1679" y="3054"/>
                </a:lnTo>
                <a:lnTo>
                  <a:pt x="1679" y="3055"/>
                </a:lnTo>
                <a:lnTo>
                  <a:pt x="1679" y="3056"/>
                </a:lnTo>
                <a:lnTo>
                  <a:pt x="1679" y="3057"/>
                </a:lnTo>
                <a:lnTo>
                  <a:pt x="1678" y="3057"/>
                </a:lnTo>
                <a:lnTo>
                  <a:pt x="1678" y="3058"/>
                </a:lnTo>
                <a:lnTo>
                  <a:pt x="1678" y="3059"/>
                </a:lnTo>
                <a:lnTo>
                  <a:pt x="1677" y="3059"/>
                </a:lnTo>
                <a:lnTo>
                  <a:pt x="1677" y="3060"/>
                </a:lnTo>
                <a:lnTo>
                  <a:pt x="1676" y="3060"/>
                </a:lnTo>
                <a:lnTo>
                  <a:pt x="1676" y="3061"/>
                </a:lnTo>
                <a:lnTo>
                  <a:pt x="1675" y="3061"/>
                </a:lnTo>
                <a:lnTo>
                  <a:pt x="1675" y="3062"/>
                </a:lnTo>
                <a:lnTo>
                  <a:pt x="1675" y="3063"/>
                </a:lnTo>
                <a:lnTo>
                  <a:pt x="1674" y="3063"/>
                </a:lnTo>
                <a:lnTo>
                  <a:pt x="1673" y="3063"/>
                </a:lnTo>
                <a:lnTo>
                  <a:pt x="1673" y="3065"/>
                </a:lnTo>
                <a:lnTo>
                  <a:pt x="1673" y="3066"/>
                </a:lnTo>
                <a:lnTo>
                  <a:pt x="1673" y="3067"/>
                </a:lnTo>
                <a:lnTo>
                  <a:pt x="1672" y="3067"/>
                </a:lnTo>
                <a:lnTo>
                  <a:pt x="1671" y="3067"/>
                </a:lnTo>
                <a:lnTo>
                  <a:pt x="1671" y="3068"/>
                </a:lnTo>
                <a:lnTo>
                  <a:pt x="1670" y="3069"/>
                </a:lnTo>
                <a:lnTo>
                  <a:pt x="1669" y="3069"/>
                </a:lnTo>
                <a:lnTo>
                  <a:pt x="1668" y="3069"/>
                </a:lnTo>
                <a:lnTo>
                  <a:pt x="1668" y="3070"/>
                </a:lnTo>
                <a:lnTo>
                  <a:pt x="1667" y="3070"/>
                </a:lnTo>
                <a:lnTo>
                  <a:pt x="1666" y="3070"/>
                </a:lnTo>
                <a:lnTo>
                  <a:pt x="1666" y="3071"/>
                </a:lnTo>
                <a:lnTo>
                  <a:pt x="1665" y="3071"/>
                </a:lnTo>
                <a:lnTo>
                  <a:pt x="1664" y="3071"/>
                </a:lnTo>
                <a:lnTo>
                  <a:pt x="1663" y="3071"/>
                </a:lnTo>
                <a:lnTo>
                  <a:pt x="1662" y="3071"/>
                </a:lnTo>
                <a:lnTo>
                  <a:pt x="1662" y="3072"/>
                </a:lnTo>
                <a:lnTo>
                  <a:pt x="1662" y="3073"/>
                </a:lnTo>
                <a:lnTo>
                  <a:pt x="1661" y="3073"/>
                </a:lnTo>
                <a:lnTo>
                  <a:pt x="1661" y="3074"/>
                </a:lnTo>
                <a:lnTo>
                  <a:pt x="1661" y="3075"/>
                </a:lnTo>
                <a:lnTo>
                  <a:pt x="1660" y="3075"/>
                </a:lnTo>
                <a:lnTo>
                  <a:pt x="1659" y="3076"/>
                </a:lnTo>
                <a:lnTo>
                  <a:pt x="1659" y="3077"/>
                </a:lnTo>
                <a:lnTo>
                  <a:pt x="1658" y="3077"/>
                </a:lnTo>
                <a:lnTo>
                  <a:pt x="1657" y="3077"/>
                </a:lnTo>
                <a:lnTo>
                  <a:pt x="1656" y="3077"/>
                </a:lnTo>
                <a:lnTo>
                  <a:pt x="1656" y="3078"/>
                </a:lnTo>
                <a:lnTo>
                  <a:pt x="1656" y="3079"/>
                </a:lnTo>
                <a:lnTo>
                  <a:pt x="1656" y="3080"/>
                </a:lnTo>
                <a:lnTo>
                  <a:pt x="1655" y="3080"/>
                </a:lnTo>
                <a:lnTo>
                  <a:pt x="1655" y="3081"/>
                </a:lnTo>
                <a:lnTo>
                  <a:pt x="1655" y="3082"/>
                </a:lnTo>
                <a:lnTo>
                  <a:pt x="1654" y="3082"/>
                </a:lnTo>
                <a:lnTo>
                  <a:pt x="1654" y="3083"/>
                </a:lnTo>
                <a:lnTo>
                  <a:pt x="1655" y="3083"/>
                </a:lnTo>
                <a:lnTo>
                  <a:pt x="1655" y="3084"/>
                </a:lnTo>
                <a:lnTo>
                  <a:pt x="1655" y="3085"/>
                </a:lnTo>
                <a:lnTo>
                  <a:pt x="1655" y="3086"/>
                </a:lnTo>
                <a:lnTo>
                  <a:pt x="1656" y="3086"/>
                </a:lnTo>
                <a:lnTo>
                  <a:pt x="1655" y="3086"/>
                </a:lnTo>
                <a:lnTo>
                  <a:pt x="1655" y="3087"/>
                </a:lnTo>
                <a:lnTo>
                  <a:pt x="1654" y="3087"/>
                </a:lnTo>
                <a:lnTo>
                  <a:pt x="1653" y="3087"/>
                </a:lnTo>
                <a:lnTo>
                  <a:pt x="1652" y="3087"/>
                </a:lnTo>
                <a:lnTo>
                  <a:pt x="1652" y="3088"/>
                </a:lnTo>
                <a:lnTo>
                  <a:pt x="1652" y="3089"/>
                </a:lnTo>
                <a:lnTo>
                  <a:pt x="1651" y="3089"/>
                </a:lnTo>
                <a:lnTo>
                  <a:pt x="1651" y="3090"/>
                </a:lnTo>
                <a:lnTo>
                  <a:pt x="1651" y="3091"/>
                </a:lnTo>
                <a:lnTo>
                  <a:pt x="1650" y="3091"/>
                </a:lnTo>
                <a:lnTo>
                  <a:pt x="1650" y="3092"/>
                </a:lnTo>
                <a:lnTo>
                  <a:pt x="1651" y="3092"/>
                </a:lnTo>
                <a:lnTo>
                  <a:pt x="1651" y="3093"/>
                </a:lnTo>
                <a:lnTo>
                  <a:pt x="1650" y="3093"/>
                </a:lnTo>
                <a:lnTo>
                  <a:pt x="1649" y="3093"/>
                </a:lnTo>
                <a:lnTo>
                  <a:pt x="1649" y="3094"/>
                </a:lnTo>
                <a:lnTo>
                  <a:pt x="1648" y="3094"/>
                </a:lnTo>
                <a:lnTo>
                  <a:pt x="1648" y="3095"/>
                </a:lnTo>
                <a:lnTo>
                  <a:pt x="1647" y="3095"/>
                </a:lnTo>
                <a:lnTo>
                  <a:pt x="1647" y="3096"/>
                </a:lnTo>
                <a:lnTo>
                  <a:pt x="1646" y="3096"/>
                </a:lnTo>
                <a:lnTo>
                  <a:pt x="1646" y="3097"/>
                </a:lnTo>
                <a:lnTo>
                  <a:pt x="1645" y="3097"/>
                </a:lnTo>
                <a:lnTo>
                  <a:pt x="1645" y="3098"/>
                </a:lnTo>
                <a:lnTo>
                  <a:pt x="1645" y="3099"/>
                </a:lnTo>
                <a:lnTo>
                  <a:pt x="1645" y="3100"/>
                </a:lnTo>
                <a:lnTo>
                  <a:pt x="1646" y="3100"/>
                </a:lnTo>
                <a:lnTo>
                  <a:pt x="1646" y="3101"/>
                </a:lnTo>
                <a:lnTo>
                  <a:pt x="1647" y="3101"/>
                </a:lnTo>
                <a:lnTo>
                  <a:pt x="1647" y="3102"/>
                </a:lnTo>
                <a:lnTo>
                  <a:pt x="1648" y="3102"/>
                </a:lnTo>
                <a:lnTo>
                  <a:pt x="1648" y="3103"/>
                </a:lnTo>
                <a:lnTo>
                  <a:pt x="1647" y="3103"/>
                </a:lnTo>
                <a:lnTo>
                  <a:pt x="1648" y="3103"/>
                </a:lnTo>
                <a:lnTo>
                  <a:pt x="1648" y="3104"/>
                </a:lnTo>
                <a:lnTo>
                  <a:pt x="1649" y="3104"/>
                </a:lnTo>
                <a:lnTo>
                  <a:pt x="1648" y="3104"/>
                </a:lnTo>
                <a:lnTo>
                  <a:pt x="1649" y="3104"/>
                </a:lnTo>
                <a:lnTo>
                  <a:pt x="1648" y="3104"/>
                </a:lnTo>
                <a:lnTo>
                  <a:pt x="1648" y="3105"/>
                </a:lnTo>
                <a:lnTo>
                  <a:pt x="1648" y="3106"/>
                </a:lnTo>
                <a:lnTo>
                  <a:pt x="1647" y="3106"/>
                </a:lnTo>
                <a:lnTo>
                  <a:pt x="1647" y="3107"/>
                </a:lnTo>
                <a:lnTo>
                  <a:pt x="1646" y="3107"/>
                </a:lnTo>
                <a:lnTo>
                  <a:pt x="1646" y="3108"/>
                </a:lnTo>
                <a:lnTo>
                  <a:pt x="1645" y="3108"/>
                </a:lnTo>
                <a:lnTo>
                  <a:pt x="1644" y="3108"/>
                </a:lnTo>
                <a:lnTo>
                  <a:pt x="1643" y="3108"/>
                </a:lnTo>
                <a:lnTo>
                  <a:pt x="1643" y="3109"/>
                </a:lnTo>
                <a:lnTo>
                  <a:pt x="1643" y="3110"/>
                </a:lnTo>
                <a:lnTo>
                  <a:pt x="1642" y="3110"/>
                </a:lnTo>
                <a:lnTo>
                  <a:pt x="1642" y="3111"/>
                </a:lnTo>
                <a:lnTo>
                  <a:pt x="1643" y="3111"/>
                </a:lnTo>
                <a:lnTo>
                  <a:pt x="1643" y="3112"/>
                </a:lnTo>
                <a:lnTo>
                  <a:pt x="1642" y="3112"/>
                </a:lnTo>
                <a:lnTo>
                  <a:pt x="1642" y="3113"/>
                </a:lnTo>
                <a:lnTo>
                  <a:pt x="1643" y="3113"/>
                </a:lnTo>
                <a:lnTo>
                  <a:pt x="1643" y="3114"/>
                </a:lnTo>
                <a:lnTo>
                  <a:pt x="1643" y="3115"/>
                </a:lnTo>
                <a:lnTo>
                  <a:pt x="1644" y="3116"/>
                </a:lnTo>
                <a:lnTo>
                  <a:pt x="1644" y="3117"/>
                </a:lnTo>
                <a:lnTo>
                  <a:pt x="1644" y="3118"/>
                </a:lnTo>
                <a:lnTo>
                  <a:pt x="1644" y="3120"/>
                </a:lnTo>
                <a:lnTo>
                  <a:pt x="1644" y="3121"/>
                </a:lnTo>
                <a:lnTo>
                  <a:pt x="1645" y="3122"/>
                </a:lnTo>
                <a:lnTo>
                  <a:pt x="1646" y="3122"/>
                </a:lnTo>
                <a:lnTo>
                  <a:pt x="1646" y="3123"/>
                </a:lnTo>
                <a:lnTo>
                  <a:pt x="1646" y="3124"/>
                </a:lnTo>
                <a:lnTo>
                  <a:pt x="1646" y="3125"/>
                </a:lnTo>
                <a:lnTo>
                  <a:pt x="1646" y="3126"/>
                </a:lnTo>
                <a:lnTo>
                  <a:pt x="1646" y="3127"/>
                </a:lnTo>
                <a:lnTo>
                  <a:pt x="1646" y="3128"/>
                </a:lnTo>
                <a:lnTo>
                  <a:pt x="1645" y="3128"/>
                </a:lnTo>
                <a:lnTo>
                  <a:pt x="1645" y="3129"/>
                </a:lnTo>
                <a:lnTo>
                  <a:pt x="1644" y="3130"/>
                </a:lnTo>
                <a:lnTo>
                  <a:pt x="1644" y="3131"/>
                </a:lnTo>
                <a:lnTo>
                  <a:pt x="1643" y="3132"/>
                </a:lnTo>
                <a:lnTo>
                  <a:pt x="1643" y="3133"/>
                </a:lnTo>
                <a:lnTo>
                  <a:pt x="1643" y="3134"/>
                </a:lnTo>
                <a:lnTo>
                  <a:pt x="1642" y="3135"/>
                </a:lnTo>
                <a:lnTo>
                  <a:pt x="1642" y="3136"/>
                </a:lnTo>
                <a:lnTo>
                  <a:pt x="1641" y="3136"/>
                </a:lnTo>
                <a:lnTo>
                  <a:pt x="1640" y="3137"/>
                </a:lnTo>
                <a:lnTo>
                  <a:pt x="1640" y="3138"/>
                </a:lnTo>
                <a:lnTo>
                  <a:pt x="1639" y="3139"/>
                </a:lnTo>
                <a:lnTo>
                  <a:pt x="1638" y="3139"/>
                </a:lnTo>
                <a:lnTo>
                  <a:pt x="1638" y="3140"/>
                </a:lnTo>
                <a:lnTo>
                  <a:pt x="1637" y="3140"/>
                </a:lnTo>
                <a:lnTo>
                  <a:pt x="1636" y="3140"/>
                </a:lnTo>
                <a:lnTo>
                  <a:pt x="1636" y="3141"/>
                </a:lnTo>
                <a:lnTo>
                  <a:pt x="1635" y="3142"/>
                </a:lnTo>
                <a:lnTo>
                  <a:pt x="1634" y="3142"/>
                </a:lnTo>
                <a:lnTo>
                  <a:pt x="1634" y="3143"/>
                </a:lnTo>
                <a:lnTo>
                  <a:pt x="1634" y="3144"/>
                </a:lnTo>
                <a:lnTo>
                  <a:pt x="1634" y="3146"/>
                </a:lnTo>
                <a:lnTo>
                  <a:pt x="1633" y="3146"/>
                </a:lnTo>
                <a:lnTo>
                  <a:pt x="1633" y="3147"/>
                </a:lnTo>
                <a:lnTo>
                  <a:pt x="1633" y="3148"/>
                </a:lnTo>
                <a:lnTo>
                  <a:pt x="1632" y="3148"/>
                </a:lnTo>
                <a:lnTo>
                  <a:pt x="1631" y="3148"/>
                </a:lnTo>
                <a:lnTo>
                  <a:pt x="1631" y="3147"/>
                </a:lnTo>
                <a:lnTo>
                  <a:pt x="1630" y="3147"/>
                </a:lnTo>
                <a:lnTo>
                  <a:pt x="1630" y="3146"/>
                </a:lnTo>
                <a:lnTo>
                  <a:pt x="1629" y="3146"/>
                </a:lnTo>
                <a:lnTo>
                  <a:pt x="1629" y="3145"/>
                </a:lnTo>
                <a:lnTo>
                  <a:pt x="1628" y="3145"/>
                </a:lnTo>
                <a:lnTo>
                  <a:pt x="1628" y="3144"/>
                </a:lnTo>
                <a:lnTo>
                  <a:pt x="1627" y="3144"/>
                </a:lnTo>
                <a:lnTo>
                  <a:pt x="1627" y="3143"/>
                </a:lnTo>
                <a:lnTo>
                  <a:pt x="1626" y="3142"/>
                </a:lnTo>
                <a:lnTo>
                  <a:pt x="1625" y="3142"/>
                </a:lnTo>
                <a:lnTo>
                  <a:pt x="1625" y="3141"/>
                </a:lnTo>
                <a:lnTo>
                  <a:pt x="1624" y="3141"/>
                </a:lnTo>
                <a:lnTo>
                  <a:pt x="1623" y="3141"/>
                </a:lnTo>
                <a:lnTo>
                  <a:pt x="1623" y="3140"/>
                </a:lnTo>
                <a:lnTo>
                  <a:pt x="1622" y="3140"/>
                </a:lnTo>
                <a:lnTo>
                  <a:pt x="1623" y="3139"/>
                </a:lnTo>
                <a:lnTo>
                  <a:pt x="1623" y="3138"/>
                </a:lnTo>
                <a:lnTo>
                  <a:pt x="1623" y="3137"/>
                </a:lnTo>
                <a:lnTo>
                  <a:pt x="1624" y="3137"/>
                </a:lnTo>
                <a:lnTo>
                  <a:pt x="1624" y="3136"/>
                </a:lnTo>
                <a:lnTo>
                  <a:pt x="1623" y="3136"/>
                </a:lnTo>
                <a:lnTo>
                  <a:pt x="1623" y="3135"/>
                </a:lnTo>
                <a:lnTo>
                  <a:pt x="1623" y="3134"/>
                </a:lnTo>
                <a:lnTo>
                  <a:pt x="1622" y="3134"/>
                </a:lnTo>
                <a:lnTo>
                  <a:pt x="1622" y="3133"/>
                </a:lnTo>
                <a:lnTo>
                  <a:pt x="1621" y="3133"/>
                </a:lnTo>
                <a:lnTo>
                  <a:pt x="1620" y="3133"/>
                </a:lnTo>
                <a:lnTo>
                  <a:pt x="1620" y="3132"/>
                </a:lnTo>
                <a:lnTo>
                  <a:pt x="1619" y="3132"/>
                </a:lnTo>
                <a:lnTo>
                  <a:pt x="1619" y="3131"/>
                </a:lnTo>
                <a:lnTo>
                  <a:pt x="1619" y="3130"/>
                </a:lnTo>
                <a:lnTo>
                  <a:pt x="1618" y="3130"/>
                </a:lnTo>
                <a:lnTo>
                  <a:pt x="1618" y="3129"/>
                </a:lnTo>
                <a:lnTo>
                  <a:pt x="1617" y="3129"/>
                </a:lnTo>
                <a:lnTo>
                  <a:pt x="1617" y="3128"/>
                </a:lnTo>
                <a:lnTo>
                  <a:pt x="1617" y="3127"/>
                </a:lnTo>
                <a:lnTo>
                  <a:pt x="1616" y="3127"/>
                </a:lnTo>
                <a:lnTo>
                  <a:pt x="1615" y="3127"/>
                </a:lnTo>
                <a:lnTo>
                  <a:pt x="1614" y="3128"/>
                </a:lnTo>
                <a:lnTo>
                  <a:pt x="1614" y="3127"/>
                </a:lnTo>
                <a:lnTo>
                  <a:pt x="1614" y="3126"/>
                </a:lnTo>
                <a:lnTo>
                  <a:pt x="1613" y="3126"/>
                </a:lnTo>
                <a:lnTo>
                  <a:pt x="1613" y="3125"/>
                </a:lnTo>
                <a:lnTo>
                  <a:pt x="1612" y="3125"/>
                </a:lnTo>
                <a:lnTo>
                  <a:pt x="1613" y="3125"/>
                </a:lnTo>
                <a:lnTo>
                  <a:pt x="1611" y="3125"/>
                </a:lnTo>
                <a:lnTo>
                  <a:pt x="1611" y="3124"/>
                </a:lnTo>
                <a:lnTo>
                  <a:pt x="1611" y="3123"/>
                </a:lnTo>
                <a:lnTo>
                  <a:pt x="1611" y="3122"/>
                </a:lnTo>
                <a:lnTo>
                  <a:pt x="1611" y="3123"/>
                </a:lnTo>
                <a:lnTo>
                  <a:pt x="1610" y="3123"/>
                </a:lnTo>
                <a:lnTo>
                  <a:pt x="1610" y="3122"/>
                </a:lnTo>
                <a:lnTo>
                  <a:pt x="1610" y="3121"/>
                </a:lnTo>
                <a:lnTo>
                  <a:pt x="1609" y="3121"/>
                </a:lnTo>
                <a:lnTo>
                  <a:pt x="1610" y="3121"/>
                </a:lnTo>
                <a:lnTo>
                  <a:pt x="1610" y="3120"/>
                </a:lnTo>
                <a:lnTo>
                  <a:pt x="1609" y="3120"/>
                </a:lnTo>
                <a:lnTo>
                  <a:pt x="1609" y="3119"/>
                </a:lnTo>
                <a:lnTo>
                  <a:pt x="1609" y="3118"/>
                </a:lnTo>
                <a:lnTo>
                  <a:pt x="1608" y="3118"/>
                </a:lnTo>
                <a:lnTo>
                  <a:pt x="1608" y="3117"/>
                </a:lnTo>
                <a:lnTo>
                  <a:pt x="1608" y="3116"/>
                </a:lnTo>
                <a:lnTo>
                  <a:pt x="1609" y="3116"/>
                </a:lnTo>
                <a:lnTo>
                  <a:pt x="1608" y="3116"/>
                </a:lnTo>
                <a:lnTo>
                  <a:pt x="1608" y="3115"/>
                </a:lnTo>
                <a:lnTo>
                  <a:pt x="1609" y="3115"/>
                </a:lnTo>
                <a:lnTo>
                  <a:pt x="1609" y="3114"/>
                </a:lnTo>
                <a:lnTo>
                  <a:pt x="1609" y="3113"/>
                </a:lnTo>
                <a:lnTo>
                  <a:pt x="1609" y="3112"/>
                </a:lnTo>
                <a:lnTo>
                  <a:pt x="1609" y="3111"/>
                </a:lnTo>
                <a:lnTo>
                  <a:pt x="1610" y="3111"/>
                </a:lnTo>
                <a:lnTo>
                  <a:pt x="1610" y="3110"/>
                </a:lnTo>
                <a:lnTo>
                  <a:pt x="1609" y="3110"/>
                </a:lnTo>
                <a:lnTo>
                  <a:pt x="1608" y="3110"/>
                </a:lnTo>
                <a:lnTo>
                  <a:pt x="1608" y="3109"/>
                </a:lnTo>
                <a:lnTo>
                  <a:pt x="1608" y="3108"/>
                </a:lnTo>
                <a:lnTo>
                  <a:pt x="1607" y="3108"/>
                </a:lnTo>
                <a:lnTo>
                  <a:pt x="1608" y="3108"/>
                </a:lnTo>
                <a:lnTo>
                  <a:pt x="1607" y="3108"/>
                </a:lnTo>
                <a:lnTo>
                  <a:pt x="1607" y="3107"/>
                </a:lnTo>
                <a:lnTo>
                  <a:pt x="1608" y="3107"/>
                </a:lnTo>
                <a:lnTo>
                  <a:pt x="1607" y="3107"/>
                </a:lnTo>
                <a:lnTo>
                  <a:pt x="1607" y="3106"/>
                </a:lnTo>
                <a:lnTo>
                  <a:pt x="1606" y="3106"/>
                </a:lnTo>
                <a:lnTo>
                  <a:pt x="1606" y="3105"/>
                </a:lnTo>
                <a:lnTo>
                  <a:pt x="1607" y="3105"/>
                </a:lnTo>
                <a:lnTo>
                  <a:pt x="1608" y="3105"/>
                </a:lnTo>
                <a:lnTo>
                  <a:pt x="1609" y="3105"/>
                </a:lnTo>
                <a:lnTo>
                  <a:pt x="1609" y="3104"/>
                </a:lnTo>
                <a:lnTo>
                  <a:pt x="1609" y="3103"/>
                </a:lnTo>
                <a:lnTo>
                  <a:pt x="1610" y="3103"/>
                </a:lnTo>
                <a:lnTo>
                  <a:pt x="1610" y="3102"/>
                </a:lnTo>
                <a:lnTo>
                  <a:pt x="1611" y="3102"/>
                </a:lnTo>
                <a:lnTo>
                  <a:pt x="1611" y="3101"/>
                </a:lnTo>
                <a:lnTo>
                  <a:pt x="1611" y="3100"/>
                </a:lnTo>
                <a:lnTo>
                  <a:pt x="1611" y="3099"/>
                </a:lnTo>
                <a:lnTo>
                  <a:pt x="1612" y="3099"/>
                </a:lnTo>
                <a:lnTo>
                  <a:pt x="1611" y="3099"/>
                </a:lnTo>
                <a:lnTo>
                  <a:pt x="1611" y="3098"/>
                </a:lnTo>
                <a:lnTo>
                  <a:pt x="1611" y="3097"/>
                </a:lnTo>
                <a:lnTo>
                  <a:pt x="1612" y="3097"/>
                </a:lnTo>
                <a:lnTo>
                  <a:pt x="1612" y="3096"/>
                </a:lnTo>
                <a:lnTo>
                  <a:pt x="1613" y="3096"/>
                </a:lnTo>
                <a:lnTo>
                  <a:pt x="1614" y="3096"/>
                </a:lnTo>
                <a:lnTo>
                  <a:pt x="1614" y="3095"/>
                </a:lnTo>
                <a:lnTo>
                  <a:pt x="1614" y="3094"/>
                </a:lnTo>
                <a:lnTo>
                  <a:pt x="1615" y="3094"/>
                </a:lnTo>
                <a:lnTo>
                  <a:pt x="1615" y="3093"/>
                </a:lnTo>
                <a:lnTo>
                  <a:pt x="1615" y="3092"/>
                </a:lnTo>
                <a:lnTo>
                  <a:pt x="1615" y="3091"/>
                </a:lnTo>
                <a:lnTo>
                  <a:pt x="1615" y="3090"/>
                </a:lnTo>
                <a:lnTo>
                  <a:pt x="1615" y="3089"/>
                </a:lnTo>
                <a:lnTo>
                  <a:pt x="1614" y="3089"/>
                </a:lnTo>
                <a:lnTo>
                  <a:pt x="1614" y="3088"/>
                </a:lnTo>
                <a:lnTo>
                  <a:pt x="1615" y="3088"/>
                </a:lnTo>
                <a:lnTo>
                  <a:pt x="1616" y="3088"/>
                </a:lnTo>
                <a:lnTo>
                  <a:pt x="1616" y="3087"/>
                </a:lnTo>
                <a:lnTo>
                  <a:pt x="1616" y="3086"/>
                </a:lnTo>
                <a:lnTo>
                  <a:pt x="1617" y="3086"/>
                </a:lnTo>
                <a:lnTo>
                  <a:pt x="1616" y="3086"/>
                </a:lnTo>
                <a:lnTo>
                  <a:pt x="1617" y="3085"/>
                </a:lnTo>
                <a:lnTo>
                  <a:pt x="1617" y="3084"/>
                </a:lnTo>
                <a:lnTo>
                  <a:pt x="1617" y="3083"/>
                </a:lnTo>
                <a:lnTo>
                  <a:pt x="1616" y="3083"/>
                </a:lnTo>
                <a:lnTo>
                  <a:pt x="1616" y="3082"/>
                </a:lnTo>
                <a:lnTo>
                  <a:pt x="1616" y="3081"/>
                </a:lnTo>
                <a:lnTo>
                  <a:pt x="1616" y="3080"/>
                </a:lnTo>
                <a:lnTo>
                  <a:pt x="1616" y="3079"/>
                </a:lnTo>
                <a:lnTo>
                  <a:pt x="1617" y="3079"/>
                </a:lnTo>
                <a:lnTo>
                  <a:pt x="1617" y="3078"/>
                </a:lnTo>
                <a:lnTo>
                  <a:pt x="1617" y="3077"/>
                </a:lnTo>
                <a:lnTo>
                  <a:pt x="1617" y="3076"/>
                </a:lnTo>
                <a:lnTo>
                  <a:pt x="1616" y="3076"/>
                </a:lnTo>
                <a:lnTo>
                  <a:pt x="1617" y="3075"/>
                </a:lnTo>
                <a:lnTo>
                  <a:pt x="1618" y="3075"/>
                </a:lnTo>
                <a:lnTo>
                  <a:pt x="1618" y="3074"/>
                </a:lnTo>
                <a:lnTo>
                  <a:pt x="1619" y="3074"/>
                </a:lnTo>
                <a:lnTo>
                  <a:pt x="1619" y="3073"/>
                </a:lnTo>
                <a:lnTo>
                  <a:pt x="1619" y="3072"/>
                </a:lnTo>
                <a:lnTo>
                  <a:pt x="1619" y="3071"/>
                </a:lnTo>
                <a:lnTo>
                  <a:pt x="1620" y="3071"/>
                </a:lnTo>
                <a:lnTo>
                  <a:pt x="1620" y="3070"/>
                </a:lnTo>
                <a:lnTo>
                  <a:pt x="1619" y="3070"/>
                </a:lnTo>
                <a:lnTo>
                  <a:pt x="1619" y="3069"/>
                </a:lnTo>
                <a:lnTo>
                  <a:pt x="1619" y="3068"/>
                </a:lnTo>
                <a:lnTo>
                  <a:pt x="1619" y="3067"/>
                </a:lnTo>
                <a:lnTo>
                  <a:pt x="1619" y="3066"/>
                </a:lnTo>
                <a:lnTo>
                  <a:pt x="1618" y="3066"/>
                </a:lnTo>
                <a:lnTo>
                  <a:pt x="1618" y="3065"/>
                </a:lnTo>
                <a:lnTo>
                  <a:pt x="1618" y="3064"/>
                </a:lnTo>
                <a:lnTo>
                  <a:pt x="1618" y="3063"/>
                </a:lnTo>
                <a:lnTo>
                  <a:pt x="1617" y="3063"/>
                </a:lnTo>
                <a:lnTo>
                  <a:pt x="1617" y="3062"/>
                </a:lnTo>
                <a:lnTo>
                  <a:pt x="1616" y="3062"/>
                </a:lnTo>
                <a:lnTo>
                  <a:pt x="1615" y="3062"/>
                </a:lnTo>
                <a:lnTo>
                  <a:pt x="1614" y="3062"/>
                </a:lnTo>
                <a:lnTo>
                  <a:pt x="1614" y="3061"/>
                </a:lnTo>
                <a:lnTo>
                  <a:pt x="1615" y="3060"/>
                </a:lnTo>
                <a:lnTo>
                  <a:pt x="1615" y="3059"/>
                </a:lnTo>
                <a:lnTo>
                  <a:pt x="1615" y="3058"/>
                </a:lnTo>
                <a:lnTo>
                  <a:pt x="1615" y="3057"/>
                </a:lnTo>
                <a:lnTo>
                  <a:pt x="1615" y="3056"/>
                </a:lnTo>
                <a:lnTo>
                  <a:pt x="1615" y="3055"/>
                </a:lnTo>
                <a:lnTo>
                  <a:pt x="1615" y="3054"/>
                </a:lnTo>
                <a:lnTo>
                  <a:pt x="1614" y="3054"/>
                </a:lnTo>
                <a:lnTo>
                  <a:pt x="1614" y="3053"/>
                </a:lnTo>
                <a:lnTo>
                  <a:pt x="1614" y="3052"/>
                </a:lnTo>
                <a:lnTo>
                  <a:pt x="1613" y="3051"/>
                </a:lnTo>
                <a:lnTo>
                  <a:pt x="1612" y="3051"/>
                </a:lnTo>
                <a:lnTo>
                  <a:pt x="1611" y="3050"/>
                </a:lnTo>
                <a:lnTo>
                  <a:pt x="1610" y="3049"/>
                </a:lnTo>
                <a:lnTo>
                  <a:pt x="1610" y="3048"/>
                </a:lnTo>
                <a:lnTo>
                  <a:pt x="1609" y="3048"/>
                </a:lnTo>
                <a:lnTo>
                  <a:pt x="1609" y="3047"/>
                </a:lnTo>
                <a:lnTo>
                  <a:pt x="1608" y="3047"/>
                </a:lnTo>
                <a:lnTo>
                  <a:pt x="1607" y="3047"/>
                </a:lnTo>
                <a:lnTo>
                  <a:pt x="1607" y="3046"/>
                </a:lnTo>
                <a:lnTo>
                  <a:pt x="1607" y="3045"/>
                </a:lnTo>
                <a:lnTo>
                  <a:pt x="1606" y="3045"/>
                </a:lnTo>
                <a:lnTo>
                  <a:pt x="1606" y="3044"/>
                </a:lnTo>
                <a:lnTo>
                  <a:pt x="1605" y="3044"/>
                </a:lnTo>
                <a:lnTo>
                  <a:pt x="1604" y="3045"/>
                </a:lnTo>
                <a:lnTo>
                  <a:pt x="1603" y="3045"/>
                </a:lnTo>
                <a:lnTo>
                  <a:pt x="1602" y="3044"/>
                </a:lnTo>
                <a:lnTo>
                  <a:pt x="1601" y="3044"/>
                </a:lnTo>
                <a:lnTo>
                  <a:pt x="1599" y="3044"/>
                </a:lnTo>
                <a:lnTo>
                  <a:pt x="1598" y="3044"/>
                </a:lnTo>
                <a:lnTo>
                  <a:pt x="1598" y="3045"/>
                </a:lnTo>
                <a:lnTo>
                  <a:pt x="1597" y="3045"/>
                </a:lnTo>
                <a:lnTo>
                  <a:pt x="1596" y="3045"/>
                </a:lnTo>
                <a:lnTo>
                  <a:pt x="1596" y="3043"/>
                </a:lnTo>
                <a:lnTo>
                  <a:pt x="1595" y="3043"/>
                </a:lnTo>
                <a:lnTo>
                  <a:pt x="1595" y="3042"/>
                </a:lnTo>
                <a:lnTo>
                  <a:pt x="1594" y="3041"/>
                </a:lnTo>
                <a:lnTo>
                  <a:pt x="1594" y="3040"/>
                </a:lnTo>
                <a:lnTo>
                  <a:pt x="1593" y="3040"/>
                </a:lnTo>
                <a:lnTo>
                  <a:pt x="1592" y="3040"/>
                </a:lnTo>
                <a:lnTo>
                  <a:pt x="1591" y="3041"/>
                </a:lnTo>
                <a:lnTo>
                  <a:pt x="1592" y="3041"/>
                </a:lnTo>
                <a:lnTo>
                  <a:pt x="1591" y="3042"/>
                </a:lnTo>
                <a:lnTo>
                  <a:pt x="1590" y="3042"/>
                </a:lnTo>
                <a:lnTo>
                  <a:pt x="1590" y="3043"/>
                </a:lnTo>
                <a:lnTo>
                  <a:pt x="1588" y="3043"/>
                </a:lnTo>
                <a:lnTo>
                  <a:pt x="1588" y="3044"/>
                </a:lnTo>
                <a:lnTo>
                  <a:pt x="1587" y="3044"/>
                </a:lnTo>
                <a:lnTo>
                  <a:pt x="1587" y="3043"/>
                </a:lnTo>
                <a:lnTo>
                  <a:pt x="1586" y="3043"/>
                </a:lnTo>
                <a:lnTo>
                  <a:pt x="1585" y="3043"/>
                </a:lnTo>
                <a:lnTo>
                  <a:pt x="1585" y="3044"/>
                </a:lnTo>
                <a:lnTo>
                  <a:pt x="1585" y="3045"/>
                </a:lnTo>
                <a:lnTo>
                  <a:pt x="1585" y="3046"/>
                </a:lnTo>
                <a:lnTo>
                  <a:pt x="1584" y="3046"/>
                </a:lnTo>
                <a:lnTo>
                  <a:pt x="1584" y="3047"/>
                </a:lnTo>
                <a:lnTo>
                  <a:pt x="1584" y="3048"/>
                </a:lnTo>
                <a:lnTo>
                  <a:pt x="1584" y="3049"/>
                </a:lnTo>
                <a:lnTo>
                  <a:pt x="1584" y="3050"/>
                </a:lnTo>
                <a:lnTo>
                  <a:pt x="1583" y="3050"/>
                </a:lnTo>
                <a:lnTo>
                  <a:pt x="1583" y="3049"/>
                </a:lnTo>
                <a:lnTo>
                  <a:pt x="1582" y="3049"/>
                </a:lnTo>
                <a:lnTo>
                  <a:pt x="1581" y="3049"/>
                </a:lnTo>
                <a:lnTo>
                  <a:pt x="1581" y="3048"/>
                </a:lnTo>
                <a:lnTo>
                  <a:pt x="1581" y="3049"/>
                </a:lnTo>
                <a:lnTo>
                  <a:pt x="1580" y="3049"/>
                </a:lnTo>
                <a:lnTo>
                  <a:pt x="1580" y="3048"/>
                </a:lnTo>
                <a:lnTo>
                  <a:pt x="1579" y="3048"/>
                </a:lnTo>
                <a:lnTo>
                  <a:pt x="1578" y="3048"/>
                </a:lnTo>
                <a:lnTo>
                  <a:pt x="1577" y="3048"/>
                </a:lnTo>
                <a:lnTo>
                  <a:pt x="1577" y="3049"/>
                </a:lnTo>
                <a:lnTo>
                  <a:pt x="1576" y="3049"/>
                </a:lnTo>
                <a:lnTo>
                  <a:pt x="1576" y="3050"/>
                </a:lnTo>
                <a:lnTo>
                  <a:pt x="1576" y="3051"/>
                </a:lnTo>
                <a:lnTo>
                  <a:pt x="1576" y="3052"/>
                </a:lnTo>
                <a:lnTo>
                  <a:pt x="1575" y="3052"/>
                </a:lnTo>
                <a:lnTo>
                  <a:pt x="1574" y="3052"/>
                </a:lnTo>
                <a:lnTo>
                  <a:pt x="1573" y="3052"/>
                </a:lnTo>
                <a:lnTo>
                  <a:pt x="1573" y="3053"/>
                </a:lnTo>
                <a:lnTo>
                  <a:pt x="1572" y="3053"/>
                </a:lnTo>
                <a:lnTo>
                  <a:pt x="1571" y="3053"/>
                </a:lnTo>
                <a:lnTo>
                  <a:pt x="1570" y="3053"/>
                </a:lnTo>
                <a:lnTo>
                  <a:pt x="1570" y="3054"/>
                </a:lnTo>
                <a:lnTo>
                  <a:pt x="1570" y="3055"/>
                </a:lnTo>
                <a:lnTo>
                  <a:pt x="1570" y="3056"/>
                </a:lnTo>
                <a:lnTo>
                  <a:pt x="1569" y="3056"/>
                </a:lnTo>
                <a:lnTo>
                  <a:pt x="1568" y="3056"/>
                </a:lnTo>
                <a:lnTo>
                  <a:pt x="1567" y="3056"/>
                </a:lnTo>
                <a:lnTo>
                  <a:pt x="1566" y="3056"/>
                </a:lnTo>
                <a:lnTo>
                  <a:pt x="1566" y="3055"/>
                </a:lnTo>
                <a:lnTo>
                  <a:pt x="1565" y="3055"/>
                </a:lnTo>
                <a:lnTo>
                  <a:pt x="1564" y="3055"/>
                </a:lnTo>
                <a:lnTo>
                  <a:pt x="1563" y="3055"/>
                </a:lnTo>
                <a:lnTo>
                  <a:pt x="1562" y="3055"/>
                </a:lnTo>
                <a:lnTo>
                  <a:pt x="1562" y="3056"/>
                </a:lnTo>
                <a:lnTo>
                  <a:pt x="1561" y="3056"/>
                </a:lnTo>
                <a:lnTo>
                  <a:pt x="1561" y="3057"/>
                </a:lnTo>
                <a:lnTo>
                  <a:pt x="1560" y="3056"/>
                </a:lnTo>
                <a:lnTo>
                  <a:pt x="1559" y="3056"/>
                </a:lnTo>
                <a:lnTo>
                  <a:pt x="1559" y="3057"/>
                </a:lnTo>
                <a:lnTo>
                  <a:pt x="1558" y="3057"/>
                </a:lnTo>
                <a:lnTo>
                  <a:pt x="1558" y="3058"/>
                </a:lnTo>
                <a:lnTo>
                  <a:pt x="1557" y="3057"/>
                </a:lnTo>
                <a:lnTo>
                  <a:pt x="1557" y="3058"/>
                </a:lnTo>
                <a:lnTo>
                  <a:pt x="1556" y="3058"/>
                </a:lnTo>
                <a:lnTo>
                  <a:pt x="1556" y="3059"/>
                </a:lnTo>
                <a:lnTo>
                  <a:pt x="1555" y="3059"/>
                </a:lnTo>
                <a:lnTo>
                  <a:pt x="1554" y="3059"/>
                </a:lnTo>
                <a:lnTo>
                  <a:pt x="1554" y="3060"/>
                </a:lnTo>
                <a:lnTo>
                  <a:pt x="1553" y="3060"/>
                </a:lnTo>
                <a:lnTo>
                  <a:pt x="1553" y="3061"/>
                </a:lnTo>
                <a:lnTo>
                  <a:pt x="1553" y="3060"/>
                </a:lnTo>
                <a:lnTo>
                  <a:pt x="1552" y="3060"/>
                </a:lnTo>
                <a:lnTo>
                  <a:pt x="1552" y="3059"/>
                </a:lnTo>
                <a:lnTo>
                  <a:pt x="1552" y="3058"/>
                </a:lnTo>
                <a:lnTo>
                  <a:pt x="1551" y="3057"/>
                </a:lnTo>
                <a:lnTo>
                  <a:pt x="1550" y="3058"/>
                </a:lnTo>
                <a:lnTo>
                  <a:pt x="1549" y="3058"/>
                </a:lnTo>
                <a:lnTo>
                  <a:pt x="1548" y="3058"/>
                </a:lnTo>
                <a:lnTo>
                  <a:pt x="1548" y="3059"/>
                </a:lnTo>
                <a:lnTo>
                  <a:pt x="1548" y="3060"/>
                </a:lnTo>
                <a:lnTo>
                  <a:pt x="1547" y="3060"/>
                </a:lnTo>
                <a:lnTo>
                  <a:pt x="1546" y="3060"/>
                </a:lnTo>
                <a:lnTo>
                  <a:pt x="1545" y="3060"/>
                </a:lnTo>
                <a:lnTo>
                  <a:pt x="1545" y="3059"/>
                </a:lnTo>
                <a:lnTo>
                  <a:pt x="1544" y="3059"/>
                </a:lnTo>
                <a:lnTo>
                  <a:pt x="1543" y="3059"/>
                </a:lnTo>
                <a:lnTo>
                  <a:pt x="1542" y="3059"/>
                </a:lnTo>
                <a:lnTo>
                  <a:pt x="1542" y="3058"/>
                </a:lnTo>
                <a:lnTo>
                  <a:pt x="1541" y="3058"/>
                </a:lnTo>
                <a:lnTo>
                  <a:pt x="1541" y="3059"/>
                </a:lnTo>
                <a:lnTo>
                  <a:pt x="1540" y="3060"/>
                </a:lnTo>
                <a:lnTo>
                  <a:pt x="1540" y="3061"/>
                </a:lnTo>
                <a:lnTo>
                  <a:pt x="1541" y="3061"/>
                </a:lnTo>
                <a:lnTo>
                  <a:pt x="1540" y="3061"/>
                </a:lnTo>
                <a:lnTo>
                  <a:pt x="1540" y="3062"/>
                </a:lnTo>
                <a:lnTo>
                  <a:pt x="1539" y="3063"/>
                </a:lnTo>
                <a:lnTo>
                  <a:pt x="1539" y="3064"/>
                </a:lnTo>
                <a:lnTo>
                  <a:pt x="1539" y="3065"/>
                </a:lnTo>
                <a:lnTo>
                  <a:pt x="1540" y="3065"/>
                </a:lnTo>
                <a:lnTo>
                  <a:pt x="1540" y="3066"/>
                </a:lnTo>
                <a:lnTo>
                  <a:pt x="1541" y="3067"/>
                </a:lnTo>
                <a:lnTo>
                  <a:pt x="1541" y="3068"/>
                </a:lnTo>
                <a:lnTo>
                  <a:pt x="1540" y="3068"/>
                </a:lnTo>
                <a:lnTo>
                  <a:pt x="1539" y="3068"/>
                </a:lnTo>
                <a:lnTo>
                  <a:pt x="1539" y="3069"/>
                </a:lnTo>
                <a:lnTo>
                  <a:pt x="1538" y="3069"/>
                </a:lnTo>
                <a:lnTo>
                  <a:pt x="1536" y="3069"/>
                </a:lnTo>
                <a:lnTo>
                  <a:pt x="1536" y="3067"/>
                </a:lnTo>
                <a:lnTo>
                  <a:pt x="1535" y="3066"/>
                </a:lnTo>
                <a:lnTo>
                  <a:pt x="1534" y="3066"/>
                </a:lnTo>
                <a:lnTo>
                  <a:pt x="1534" y="3067"/>
                </a:lnTo>
                <a:lnTo>
                  <a:pt x="1533" y="3067"/>
                </a:lnTo>
                <a:lnTo>
                  <a:pt x="1532" y="3067"/>
                </a:lnTo>
                <a:lnTo>
                  <a:pt x="1532" y="3066"/>
                </a:lnTo>
                <a:lnTo>
                  <a:pt x="1531" y="3066"/>
                </a:lnTo>
                <a:lnTo>
                  <a:pt x="1531" y="3065"/>
                </a:lnTo>
                <a:lnTo>
                  <a:pt x="1530" y="3065"/>
                </a:lnTo>
                <a:lnTo>
                  <a:pt x="1529" y="3065"/>
                </a:lnTo>
                <a:lnTo>
                  <a:pt x="1529" y="3066"/>
                </a:lnTo>
                <a:lnTo>
                  <a:pt x="1528" y="3066"/>
                </a:lnTo>
                <a:lnTo>
                  <a:pt x="1526" y="3066"/>
                </a:lnTo>
                <a:lnTo>
                  <a:pt x="1525" y="3067"/>
                </a:lnTo>
                <a:lnTo>
                  <a:pt x="1523" y="3067"/>
                </a:lnTo>
                <a:lnTo>
                  <a:pt x="1522" y="3067"/>
                </a:lnTo>
                <a:lnTo>
                  <a:pt x="1522" y="3066"/>
                </a:lnTo>
                <a:lnTo>
                  <a:pt x="1521" y="3066"/>
                </a:lnTo>
                <a:lnTo>
                  <a:pt x="1521" y="3065"/>
                </a:lnTo>
                <a:lnTo>
                  <a:pt x="1520" y="3065"/>
                </a:lnTo>
                <a:lnTo>
                  <a:pt x="1520" y="3064"/>
                </a:lnTo>
                <a:lnTo>
                  <a:pt x="1519" y="3064"/>
                </a:lnTo>
                <a:lnTo>
                  <a:pt x="1518" y="3064"/>
                </a:lnTo>
                <a:lnTo>
                  <a:pt x="1518" y="3063"/>
                </a:lnTo>
                <a:lnTo>
                  <a:pt x="1518" y="3064"/>
                </a:lnTo>
                <a:lnTo>
                  <a:pt x="1517" y="3064"/>
                </a:lnTo>
                <a:lnTo>
                  <a:pt x="1516" y="3064"/>
                </a:lnTo>
                <a:lnTo>
                  <a:pt x="1515" y="3064"/>
                </a:lnTo>
                <a:lnTo>
                  <a:pt x="1514" y="3064"/>
                </a:lnTo>
                <a:lnTo>
                  <a:pt x="1513" y="3064"/>
                </a:lnTo>
                <a:lnTo>
                  <a:pt x="1512" y="3064"/>
                </a:lnTo>
                <a:lnTo>
                  <a:pt x="1511" y="3064"/>
                </a:lnTo>
                <a:lnTo>
                  <a:pt x="1511" y="3063"/>
                </a:lnTo>
                <a:lnTo>
                  <a:pt x="1510" y="3062"/>
                </a:lnTo>
                <a:lnTo>
                  <a:pt x="1510" y="3061"/>
                </a:lnTo>
                <a:lnTo>
                  <a:pt x="1510" y="3060"/>
                </a:lnTo>
                <a:lnTo>
                  <a:pt x="1509" y="3060"/>
                </a:lnTo>
                <a:lnTo>
                  <a:pt x="1508" y="3060"/>
                </a:lnTo>
                <a:lnTo>
                  <a:pt x="1508" y="3059"/>
                </a:lnTo>
                <a:lnTo>
                  <a:pt x="1508" y="3060"/>
                </a:lnTo>
                <a:lnTo>
                  <a:pt x="1507" y="3060"/>
                </a:lnTo>
                <a:lnTo>
                  <a:pt x="1507" y="3061"/>
                </a:lnTo>
                <a:lnTo>
                  <a:pt x="1507" y="3062"/>
                </a:lnTo>
                <a:lnTo>
                  <a:pt x="1507" y="3063"/>
                </a:lnTo>
                <a:lnTo>
                  <a:pt x="1506" y="3063"/>
                </a:lnTo>
                <a:lnTo>
                  <a:pt x="1505" y="3063"/>
                </a:lnTo>
                <a:lnTo>
                  <a:pt x="1505" y="3064"/>
                </a:lnTo>
                <a:lnTo>
                  <a:pt x="1505" y="3065"/>
                </a:lnTo>
                <a:lnTo>
                  <a:pt x="1504" y="3065"/>
                </a:lnTo>
                <a:lnTo>
                  <a:pt x="1503" y="3065"/>
                </a:lnTo>
                <a:lnTo>
                  <a:pt x="1503" y="3066"/>
                </a:lnTo>
                <a:lnTo>
                  <a:pt x="1502" y="3066"/>
                </a:lnTo>
                <a:lnTo>
                  <a:pt x="1502" y="3067"/>
                </a:lnTo>
                <a:lnTo>
                  <a:pt x="1502" y="3068"/>
                </a:lnTo>
                <a:lnTo>
                  <a:pt x="1502" y="3069"/>
                </a:lnTo>
                <a:lnTo>
                  <a:pt x="1502" y="3070"/>
                </a:lnTo>
                <a:lnTo>
                  <a:pt x="1501" y="3070"/>
                </a:lnTo>
                <a:lnTo>
                  <a:pt x="1501" y="3071"/>
                </a:lnTo>
                <a:lnTo>
                  <a:pt x="1500" y="3071"/>
                </a:lnTo>
                <a:lnTo>
                  <a:pt x="1500" y="3072"/>
                </a:lnTo>
                <a:lnTo>
                  <a:pt x="1500" y="3073"/>
                </a:lnTo>
                <a:lnTo>
                  <a:pt x="1499" y="3073"/>
                </a:lnTo>
                <a:lnTo>
                  <a:pt x="1498" y="3073"/>
                </a:lnTo>
                <a:lnTo>
                  <a:pt x="1498" y="3074"/>
                </a:lnTo>
                <a:lnTo>
                  <a:pt x="1498" y="3075"/>
                </a:lnTo>
                <a:lnTo>
                  <a:pt x="1497" y="3075"/>
                </a:lnTo>
                <a:lnTo>
                  <a:pt x="1497" y="3076"/>
                </a:lnTo>
                <a:lnTo>
                  <a:pt x="1497" y="3077"/>
                </a:lnTo>
                <a:lnTo>
                  <a:pt x="1496" y="3077"/>
                </a:lnTo>
                <a:lnTo>
                  <a:pt x="1495" y="3077"/>
                </a:lnTo>
                <a:lnTo>
                  <a:pt x="1495" y="3076"/>
                </a:lnTo>
                <a:lnTo>
                  <a:pt x="1494" y="3076"/>
                </a:lnTo>
                <a:lnTo>
                  <a:pt x="1493" y="3076"/>
                </a:lnTo>
                <a:lnTo>
                  <a:pt x="1492" y="3076"/>
                </a:lnTo>
                <a:lnTo>
                  <a:pt x="1491" y="3076"/>
                </a:lnTo>
                <a:lnTo>
                  <a:pt x="1491" y="3077"/>
                </a:lnTo>
                <a:lnTo>
                  <a:pt x="1490" y="3077"/>
                </a:lnTo>
                <a:lnTo>
                  <a:pt x="1490" y="3076"/>
                </a:lnTo>
                <a:lnTo>
                  <a:pt x="1490" y="3075"/>
                </a:lnTo>
                <a:lnTo>
                  <a:pt x="1490" y="3074"/>
                </a:lnTo>
                <a:lnTo>
                  <a:pt x="1490" y="3073"/>
                </a:lnTo>
                <a:lnTo>
                  <a:pt x="1489" y="3073"/>
                </a:lnTo>
                <a:lnTo>
                  <a:pt x="1488" y="3073"/>
                </a:lnTo>
                <a:lnTo>
                  <a:pt x="1487" y="3073"/>
                </a:lnTo>
                <a:lnTo>
                  <a:pt x="1487" y="3074"/>
                </a:lnTo>
                <a:lnTo>
                  <a:pt x="1486" y="3075"/>
                </a:lnTo>
                <a:lnTo>
                  <a:pt x="1485" y="3075"/>
                </a:lnTo>
                <a:lnTo>
                  <a:pt x="1485" y="3076"/>
                </a:lnTo>
                <a:lnTo>
                  <a:pt x="1484" y="3076"/>
                </a:lnTo>
                <a:lnTo>
                  <a:pt x="1484" y="3075"/>
                </a:lnTo>
                <a:lnTo>
                  <a:pt x="1483" y="3075"/>
                </a:lnTo>
                <a:lnTo>
                  <a:pt x="1482" y="3075"/>
                </a:lnTo>
                <a:lnTo>
                  <a:pt x="1482" y="3074"/>
                </a:lnTo>
                <a:lnTo>
                  <a:pt x="1482" y="3073"/>
                </a:lnTo>
                <a:lnTo>
                  <a:pt x="1482" y="3072"/>
                </a:lnTo>
                <a:lnTo>
                  <a:pt x="1482" y="3071"/>
                </a:lnTo>
                <a:lnTo>
                  <a:pt x="1481" y="3071"/>
                </a:lnTo>
                <a:lnTo>
                  <a:pt x="1481" y="3070"/>
                </a:lnTo>
                <a:lnTo>
                  <a:pt x="1480" y="3070"/>
                </a:lnTo>
                <a:lnTo>
                  <a:pt x="1479" y="3070"/>
                </a:lnTo>
                <a:lnTo>
                  <a:pt x="1479" y="3069"/>
                </a:lnTo>
                <a:lnTo>
                  <a:pt x="1479" y="3070"/>
                </a:lnTo>
                <a:lnTo>
                  <a:pt x="1479" y="3069"/>
                </a:lnTo>
                <a:lnTo>
                  <a:pt x="1479" y="3070"/>
                </a:lnTo>
                <a:lnTo>
                  <a:pt x="1478" y="3070"/>
                </a:lnTo>
                <a:lnTo>
                  <a:pt x="1478" y="3071"/>
                </a:lnTo>
                <a:lnTo>
                  <a:pt x="1477" y="3071"/>
                </a:lnTo>
                <a:lnTo>
                  <a:pt x="1477" y="3072"/>
                </a:lnTo>
                <a:lnTo>
                  <a:pt x="1476" y="3072"/>
                </a:lnTo>
                <a:lnTo>
                  <a:pt x="1475" y="3072"/>
                </a:lnTo>
                <a:lnTo>
                  <a:pt x="1474" y="3072"/>
                </a:lnTo>
                <a:lnTo>
                  <a:pt x="1473" y="3072"/>
                </a:lnTo>
                <a:lnTo>
                  <a:pt x="1472" y="3072"/>
                </a:lnTo>
                <a:lnTo>
                  <a:pt x="1471" y="3072"/>
                </a:lnTo>
                <a:lnTo>
                  <a:pt x="1471" y="3073"/>
                </a:lnTo>
                <a:lnTo>
                  <a:pt x="1470" y="3073"/>
                </a:lnTo>
                <a:lnTo>
                  <a:pt x="1469" y="3073"/>
                </a:lnTo>
                <a:lnTo>
                  <a:pt x="1469" y="3074"/>
                </a:lnTo>
                <a:lnTo>
                  <a:pt x="1468" y="3074"/>
                </a:lnTo>
                <a:lnTo>
                  <a:pt x="1468" y="3075"/>
                </a:lnTo>
                <a:lnTo>
                  <a:pt x="1467" y="3075"/>
                </a:lnTo>
                <a:lnTo>
                  <a:pt x="1466" y="3075"/>
                </a:lnTo>
                <a:lnTo>
                  <a:pt x="1466" y="3074"/>
                </a:lnTo>
                <a:lnTo>
                  <a:pt x="1465" y="3074"/>
                </a:lnTo>
                <a:lnTo>
                  <a:pt x="1464" y="3074"/>
                </a:lnTo>
                <a:lnTo>
                  <a:pt x="1463" y="3074"/>
                </a:lnTo>
                <a:lnTo>
                  <a:pt x="1463" y="3073"/>
                </a:lnTo>
                <a:lnTo>
                  <a:pt x="1462" y="3073"/>
                </a:lnTo>
                <a:lnTo>
                  <a:pt x="1463" y="3073"/>
                </a:lnTo>
                <a:lnTo>
                  <a:pt x="1464" y="3073"/>
                </a:lnTo>
                <a:lnTo>
                  <a:pt x="1465" y="3073"/>
                </a:lnTo>
                <a:lnTo>
                  <a:pt x="1465" y="3072"/>
                </a:lnTo>
                <a:lnTo>
                  <a:pt x="1466" y="3072"/>
                </a:lnTo>
                <a:lnTo>
                  <a:pt x="1465" y="3072"/>
                </a:lnTo>
                <a:lnTo>
                  <a:pt x="1465" y="3071"/>
                </a:lnTo>
                <a:lnTo>
                  <a:pt x="1465" y="3070"/>
                </a:lnTo>
                <a:lnTo>
                  <a:pt x="1464" y="3070"/>
                </a:lnTo>
                <a:lnTo>
                  <a:pt x="1463" y="3070"/>
                </a:lnTo>
                <a:lnTo>
                  <a:pt x="1463" y="3071"/>
                </a:lnTo>
                <a:lnTo>
                  <a:pt x="1462" y="3071"/>
                </a:lnTo>
                <a:lnTo>
                  <a:pt x="1462" y="3072"/>
                </a:lnTo>
                <a:lnTo>
                  <a:pt x="1461" y="3072"/>
                </a:lnTo>
                <a:lnTo>
                  <a:pt x="1460" y="3072"/>
                </a:lnTo>
                <a:lnTo>
                  <a:pt x="1459" y="3072"/>
                </a:lnTo>
                <a:lnTo>
                  <a:pt x="1459" y="3073"/>
                </a:lnTo>
                <a:lnTo>
                  <a:pt x="1458" y="3073"/>
                </a:lnTo>
                <a:lnTo>
                  <a:pt x="1458" y="3074"/>
                </a:lnTo>
                <a:lnTo>
                  <a:pt x="1457" y="3074"/>
                </a:lnTo>
                <a:lnTo>
                  <a:pt x="1456" y="3074"/>
                </a:lnTo>
                <a:lnTo>
                  <a:pt x="1455" y="3074"/>
                </a:lnTo>
                <a:lnTo>
                  <a:pt x="1454" y="3074"/>
                </a:lnTo>
                <a:lnTo>
                  <a:pt x="1453" y="3074"/>
                </a:lnTo>
                <a:lnTo>
                  <a:pt x="1452" y="3074"/>
                </a:lnTo>
                <a:lnTo>
                  <a:pt x="1452" y="3073"/>
                </a:lnTo>
                <a:lnTo>
                  <a:pt x="1452" y="3072"/>
                </a:lnTo>
                <a:lnTo>
                  <a:pt x="1451" y="3072"/>
                </a:lnTo>
                <a:lnTo>
                  <a:pt x="1450" y="3072"/>
                </a:lnTo>
                <a:lnTo>
                  <a:pt x="1449" y="3072"/>
                </a:lnTo>
                <a:lnTo>
                  <a:pt x="1448" y="3072"/>
                </a:lnTo>
                <a:lnTo>
                  <a:pt x="1448" y="3071"/>
                </a:lnTo>
                <a:lnTo>
                  <a:pt x="1448" y="3072"/>
                </a:lnTo>
                <a:lnTo>
                  <a:pt x="1448" y="3071"/>
                </a:lnTo>
                <a:lnTo>
                  <a:pt x="1447" y="3071"/>
                </a:lnTo>
                <a:lnTo>
                  <a:pt x="1447" y="3072"/>
                </a:lnTo>
                <a:lnTo>
                  <a:pt x="1446" y="3072"/>
                </a:lnTo>
                <a:lnTo>
                  <a:pt x="1445" y="3072"/>
                </a:lnTo>
                <a:lnTo>
                  <a:pt x="1445" y="3073"/>
                </a:lnTo>
                <a:lnTo>
                  <a:pt x="1445" y="3074"/>
                </a:lnTo>
                <a:lnTo>
                  <a:pt x="1444" y="3074"/>
                </a:lnTo>
                <a:lnTo>
                  <a:pt x="1444" y="3075"/>
                </a:lnTo>
                <a:lnTo>
                  <a:pt x="1443" y="3075"/>
                </a:lnTo>
                <a:lnTo>
                  <a:pt x="1442" y="3075"/>
                </a:lnTo>
                <a:lnTo>
                  <a:pt x="1441" y="3075"/>
                </a:lnTo>
                <a:lnTo>
                  <a:pt x="1440" y="3075"/>
                </a:lnTo>
                <a:lnTo>
                  <a:pt x="1439" y="3075"/>
                </a:lnTo>
                <a:lnTo>
                  <a:pt x="1438" y="3075"/>
                </a:lnTo>
                <a:lnTo>
                  <a:pt x="1437" y="3075"/>
                </a:lnTo>
                <a:lnTo>
                  <a:pt x="1436" y="3075"/>
                </a:lnTo>
                <a:lnTo>
                  <a:pt x="1436" y="3074"/>
                </a:lnTo>
                <a:lnTo>
                  <a:pt x="1435" y="3074"/>
                </a:lnTo>
                <a:lnTo>
                  <a:pt x="1435" y="3073"/>
                </a:lnTo>
                <a:lnTo>
                  <a:pt x="1434" y="3073"/>
                </a:lnTo>
                <a:lnTo>
                  <a:pt x="1433" y="3073"/>
                </a:lnTo>
                <a:lnTo>
                  <a:pt x="1432" y="3073"/>
                </a:lnTo>
                <a:lnTo>
                  <a:pt x="1432" y="3072"/>
                </a:lnTo>
                <a:lnTo>
                  <a:pt x="1432" y="3071"/>
                </a:lnTo>
                <a:lnTo>
                  <a:pt x="1431" y="3071"/>
                </a:lnTo>
                <a:lnTo>
                  <a:pt x="1431" y="3070"/>
                </a:lnTo>
                <a:lnTo>
                  <a:pt x="1431" y="3069"/>
                </a:lnTo>
                <a:lnTo>
                  <a:pt x="1431" y="3068"/>
                </a:lnTo>
                <a:lnTo>
                  <a:pt x="1430" y="3068"/>
                </a:lnTo>
                <a:lnTo>
                  <a:pt x="1429" y="3068"/>
                </a:lnTo>
                <a:lnTo>
                  <a:pt x="1429" y="3067"/>
                </a:lnTo>
                <a:lnTo>
                  <a:pt x="1429" y="3066"/>
                </a:lnTo>
                <a:lnTo>
                  <a:pt x="1429" y="3065"/>
                </a:lnTo>
                <a:lnTo>
                  <a:pt x="1428" y="3065"/>
                </a:lnTo>
                <a:lnTo>
                  <a:pt x="1428" y="3064"/>
                </a:lnTo>
                <a:lnTo>
                  <a:pt x="1428" y="3063"/>
                </a:lnTo>
                <a:lnTo>
                  <a:pt x="1427" y="3063"/>
                </a:lnTo>
                <a:lnTo>
                  <a:pt x="1426" y="3063"/>
                </a:lnTo>
                <a:lnTo>
                  <a:pt x="1426" y="3062"/>
                </a:lnTo>
                <a:lnTo>
                  <a:pt x="1425" y="3062"/>
                </a:lnTo>
                <a:lnTo>
                  <a:pt x="1425" y="3061"/>
                </a:lnTo>
                <a:lnTo>
                  <a:pt x="1425" y="3060"/>
                </a:lnTo>
                <a:lnTo>
                  <a:pt x="1424" y="3060"/>
                </a:lnTo>
                <a:lnTo>
                  <a:pt x="1422" y="3060"/>
                </a:lnTo>
                <a:lnTo>
                  <a:pt x="1422" y="3059"/>
                </a:lnTo>
                <a:lnTo>
                  <a:pt x="1421" y="3059"/>
                </a:lnTo>
                <a:lnTo>
                  <a:pt x="1420" y="3059"/>
                </a:lnTo>
                <a:lnTo>
                  <a:pt x="1419" y="3059"/>
                </a:lnTo>
                <a:lnTo>
                  <a:pt x="1419" y="3060"/>
                </a:lnTo>
                <a:lnTo>
                  <a:pt x="1418" y="3060"/>
                </a:lnTo>
                <a:lnTo>
                  <a:pt x="1418" y="3059"/>
                </a:lnTo>
                <a:lnTo>
                  <a:pt x="1417" y="3059"/>
                </a:lnTo>
                <a:lnTo>
                  <a:pt x="1416" y="3059"/>
                </a:lnTo>
                <a:lnTo>
                  <a:pt x="1415" y="3059"/>
                </a:lnTo>
                <a:lnTo>
                  <a:pt x="1414" y="3059"/>
                </a:lnTo>
                <a:lnTo>
                  <a:pt x="1414" y="3058"/>
                </a:lnTo>
                <a:lnTo>
                  <a:pt x="1413" y="3058"/>
                </a:lnTo>
                <a:lnTo>
                  <a:pt x="1413" y="3056"/>
                </a:lnTo>
                <a:lnTo>
                  <a:pt x="1412" y="3056"/>
                </a:lnTo>
                <a:lnTo>
                  <a:pt x="1412" y="3055"/>
                </a:lnTo>
                <a:lnTo>
                  <a:pt x="1411" y="3055"/>
                </a:lnTo>
                <a:lnTo>
                  <a:pt x="1411" y="3054"/>
                </a:lnTo>
                <a:lnTo>
                  <a:pt x="1410" y="3054"/>
                </a:lnTo>
                <a:lnTo>
                  <a:pt x="1409" y="3054"/>
                </a:lnTo>
                <a:lnTo>
                  <a:pt x="1408" y="3054"/>
                </a:lnTo>
                <a:lnTo>
                  <a:pt x="1408" y="3053"/>
                </a:lnTo>
                <a:lnTo>
                  <a:pt x="1407" y="3053"/>
                </a:lnTo>
                <a:lnTo>
                  <a:pt x="1407" y="3052"/>
                </a:lnTo>
                <a:lnTo>
                  <a:pt x="1406" y="3052"/>
                </a:lnTo>
                <a:lnTo>
                  <a:pt x="1407" y="3052"/>
                </a:lnTo>
                <a:lnTo>
                  <a:pt x="1407" y="3051"/>
                </a:lnTo>
                <a:lnTo>
                  <a:pt x="1406" y="3051"/>
                </a:lnTo>
                <a:lnTo>
                  <a:pt x="1406" y="3050"/>
                </a:lnTo>
                <a:lnTo>
                  <a:pt x="1405" y="3050"/>
                </a:lnTo>
                <a:lnTo>
                  <a:pt x="1404" y="3050"/>
                </a:lnTo>
                <a:lnTo>
                  <a:pt x="1404" y="3051"/>
                </a:lnTo>
                <a:lnTo>
                  <a:pt x="1403" y="3051"/>
                </a:lnTo>
                <a:lnTo>
                  <a:pt x="1403" y="3052"/>
                </a:lnTo>
                <a:lnTo>
                  <a:pt x="1402" y="3052"/>
                </a:lnTo>
                <a:lnTo>
                  <a:pt x="1402" y="3051"/>
                </a:lnTo>
                <a:lnTo>
                  <a:pt x="1401" y="3051"/>
                </a:lnTo>
                <a:lnTo>
                  <a:pt x="1400" y="3051"/>
                </a:lnTo>
                <a:lnTo>
                  <a:pt x="1399" y="3051"/>
                </a:lnTo>
                <a:lnTo>
                  <a:pt x="1398" y="3051"/>
                </a:lnTo>
                <a:lnTo>
                  <a:pt x="1397" y="3051"/>
                </a:lnTo>
                <a:lnTo>
                  <a:pt x="1397" y="3050"/>
                </a:lnTo>
                <a:lnTo>
                  <a:pt x="1396" y="3049"/>
                </a:lnTo>
                <a:lnTo>
                  <a:pt x="1395" y="3049"/>
                </a:lnTo>
                <a:lnTo>
                  <a:pt x="1394" y="3049"/>
                </a:lnTo>
                <a:lnTo>
                  <a:pt x="1394" y="3048"/>
                </a:lnTo>
                <a:lnTo>
                  <a:pt x="1394" y="3047"/>
                </a:lnTo>
                <a:lnTo>
                  <a:pt x="1394" y="3046"/>
                </a:lnTo>
                <a:lnTo>
                  <a:pt x="1394" y="3045"/>
                </a:lnTo>
                <a:lnTo>
                  <a:pt x="1395" y="3045"/>
                </a:lnTo>
                <a:lnTo>
                  <a:pt x="1395" y="3044"/>
                </a:lnTo>
                <a:lnTo>
                  <a:pt x="1394" y="3044"/>
                </a:lnTo>
                <a:lnTo>
                  <a:pt x="1393" y="3044"/>
                </a:lnTo>
                <a:lnTo>
                  <a:pt x="1393" y="3042"/>
                </a:lnTo>
                <a:lnTo>
                  <a:pt x="1394" y="3042"/>
                </a:lnTo>
                <a:lnTo>
                  <a:pt x="1393" y="3042"/>
                </a:lnTo>
                <a:lnTo>
                  <a:pt x="1393" y="3041"/>
                </a:lnTo>
                <a:lnTo>
                  <a:pt x="1392" y="3041"/>
                </a:lnTo>
                <a:lnTo>
                  <a:pt x="1391" y="3041"/>
                </a:lnTo>
                <a:lnTo>
                  <a:pt x="1390" y="3041"/>
                </a:lnTo>
                <a:lnTo>
                  <a:pt x="1389" y="3041"/>
                </a:lnTo>
                <a:lnTo>
                  <a:pt x="1388" y="3041"/>
                </a:lnTo>
                <a:lnTo>
                  <a:pt x="1387" y="3041"/>
                </a:lnTo>
                <a:lnTo>
                  <a:pt x="1386" y="3041"/>
                </a:lnTo>
                <a:lnTo>
                  <a:pt x="1385" y="3041"/>
                </a:lnTo>
                <a:lnTo>
                  <a:pt x="1385" y="3042"/>
                </a:lnTo>
                <a:lnTo>
                  <a:pt x="1384" y="3042"/>
                </a:lnTo>
                <a:lnTo>
                  <a:pt x="1384" y="3043"/>
                </a:lnTo>
                <a:lnTo>
                  <a:pt x="1384" y="3044"/>
                </a:lnTo>
                <a:lnTo>
                  <a:pt x="1383" y="3044"/>
                </a:lnTo>
                <a:lnTo>
                  <a:pt x="1383" y="3045"/>
                </a:lnTo>
                <a:lnTo>
                  <a:pt x="1382" y="3045"/>
                </a:lnTo>
                <a:lnTo>
                  <a:pt x="1381" y="3045"/>
                </a:lnTo>
                <a:lnTo>
                  <a:pt x="1380" y="3045"/>
                </a:lnTo>
                <a:lnTo>
                  <a:pt x="1379" y="3045"/>
                </a:lnTo>
                <a:lnTo>
                  <a:pt x="1379" y="3044"/>
                </a:lnTo>
                <a:lnTo>
                  <a:pt x="1378" y="3044"/>
                </a:lnTo>
                <a:lnTo>
                  <a:pt x="1378" y="3043"/>
                </a:lnTo>
                <a:lnTo>
                  <a:pt x="1379" y="3043"/>
                </a:lnTo>
                <a:lnTo>
                  <a:pt x="1379" y="3042"/>
                </a:lnTo>
                <a:lnTo>
                  <a:pt x="1378" y="3042"/>
                </a:lnTo>
                <a:lnTo>
                  <a:pt x="1378" y="3041"/>
                </a:lnTo>
                <a:lnTo>
                  <a:pt x="1377" y="3041"/>
                </a:lnTo>
                <a:lnTo>
                  <a:pt x="1376" y="3041"/>
                </a:lnTo>
                <a:lnTo>
                  <a:pt x="1376" y="3040"/>
                </a:lnTo>
                <a:lnTo>
                  <a:pt x="1375" y="3040"/>
                </a:lnTo>
                <a:lnTo>
                  <a:pt x="1375" y="3041"/>
                </a:lnTo>
                <a:lnTo>
                  <a:pt x="1374" y="3041"/>
                </a:lnTo>
                <a:lnTo>
                  <a:pt x="1374" y="3042"/>
                </a:lnTo>
                <a:lnTo>
                  <a:pt x="1374" y="3043"/>
                </a:lnTo>
                <a:lnTo>
                  <a:pt x="1374" y="3044"/>
                </a:lnTo>
                <a:lnTo>
                  <a:pt x="1374" y="3045"/>
                </a:lnTo>
                <a:lnTo>
                  <a:pt x="1374" y="3046"/>
                </a:lnTo>
                <a:lnTo>
                  <a:pt x="1373" y="3046"/>
                </a:lnTo>
                <a:lnTo>
                  <a:pt x="1373" y="3047"/>
                </a:lnTo>
                <a:lnTo>
                  <a:pt x="1373" y="3048"/>
                </a:lnTo>
                <a:lnTo>
                  <a:pt x="1372" y="3048"/>
                </a:lnTo>
                <a:lnTo>
                  <a:pt x="1372" y="3047"/>
                </a:lnTo>
                <a:lnTo>
                  <a:pt x="1372" y="3048"/>
                </a:lnTo>
                <a:lnTo>
                  <a:pt x="1371" y="3048"/>
                </a:lnTo>
                <a:lnTo>
                  <a:pt x="1371" y="3049"/>
                </a:lnTo>
                <a:lnTo>
                  <a:pt x="1371" y="3050"/>
                </a:lnTo>
                <a:lnTo>
                  <a:pt x="1371" y="3051"/>
                </a:lnTo>
                <a:lnTo>
                  <a:pt x="1370" y="3051"/>
                </a:lnTo>
                <a:lnTo>
                  <a:pt x="1370" y="3052"/>
                </a:lnTo>
                <a:lnTo>
                  <a:pt x="1369" y="3052"/>
                </a:lnTo>
                <a:lnTo>
                  <a:pt x="1369" y="3053"/>
                </a:lnTo>
                <a:lnTo>
                  <a:pt x="1369" y="3055"/>
                </a:lnTo>
                <a:lnTo>
                  <a:pt x="1369" y="3056"/>
                </a:lnTo>
                <a:lnTo>
                  <a:pt x="1369" y="3057"/>
                </a:lnTo>
                <a:lnTo>
                  <a:pt x="1369" y="3058"/>
                </a:lnTo>
                <a:lnTo>
                  <a:pt x="1369" y="3059"/>
                </a:lnTo>
                <a:lnTo>
                  <a:pt x="1367" y="3059"/>
                </a:lnTo>
                <a:lnTo>
                  <a:pt x="1366" y="3059"/>
                </a:lnTo>
                <a:lnTo>
                  <a:pt x="1366" y="3060"/>
                </a:lnTo>
                <a:lnTo>
                  <a:pt x="1365" y="3060"/>
                </a:lnTo>
                <a:lnTo>
                  <a:pt x="1364" y="3060"/>
                </a:lnTo>
                <a:lnTo>
                  <a:pt x="1364" y="3061"/>
                </a:lnTo>
                <a:lnTo>
                  <a:pt x="1364" y="3062"/>
                </a:lnTo>
                <a:lnTo>
                  <a:pt x="1364" y="3063"/>
                </a:lnTo>
                <a:lnTo>
                  <a:pt x="1363" y="3063"/>
                </a:lnTo>
                <a:lnTo>
                  <a:pt x="1363" y="3064"/>
                </a:lnTo>
                <a:lnTo>
                  <a:pt x="1362" y="3064"/>
                </a:lnTo>
                <a:lnTo>
                  <a:pt x="1361" y="3064"/>
                </a:lnTo>
                <a:lnTo>
                  <a:pt x="1361" y="3065"/>
                </a:lnTo>
                <a:lnTo>
                  <a:pt x="1360" y="3065"/>
                </a:lnTo>
                <a:lnTo>
                  <a:pt x="1360" y="3064"/>
                </a:lnTo>
                <a:lnTo>
                  <a:pt x="1360" y="3065"/>
                </a:lnTo>
                <a:lnTo>
                  <a:pt x="1359" y="3065"/>
                </a:lnTo>
                <a:lnTo>
                  <a:pt x="1358" y="3065"/>
                </a:lnTo>
                <a:lnTo>
                  <a:pt x="1358" y="3064"/>
                </a:lnTo>
                <a:lnTo>
                  <a:pt x="1357" y="3064"/>
                </a:lnTo>
                <a:lnTo>
                  <a:pt x="1357" y="3063"/>
                </a:lnTo>
                <a:lnTo>
                  <a:pt x="1356" y="3063"/>
                </a:lnTo>
                <a:lnTo>
                  <a:pt x="1356" y="3062"/>
                </a:lnTo>
                <a:lnTo>
                  <a:pt x="1355" y="3062"/>
                </a:lnTo>
                <a:lnTo>
                  <a:pt x="1355" y="3061"/>
                </a:lnTo>
                <a:lnTo>
                  <a:pt x="1354" y="3061"/>
                </a:lnTo>
                <a:lnTo>
                  <a:pt x="1352" y="3061"/>
                </a:lnTo>
                <a:lnTo>
                  <a:pt x="1351" y="3061"/>
                </a:lnTo>
                <a:lnTo>
                  <a:pt x="1351" y="3060"/>
                </a:lnTo>
                <a:lnTo>
                  <a:pt x="1350" y="3060"/>
                </a:lnTo>
                <a:lnTo>
                  <a:pt x="1350" y="3059"/>
                </a:lnTo>
                <a:lnTo>
                  <a:pt x="1351" y="3059"/>
                </a:lnTo>
                <a:lnTo>
                  <a:pt x="1350" y="3059"/>
                </a:lnTo>
                <a:lnTo>
                  <a:pt x="1350" y="3058"/>
                </a:lnTo>
                <a:lnTo>
                  <a:pt x="1349" y="3058"/>
                </a:lnTo>
                <a:lnTo>
                  <a:pt x="1349" y="3059"/>
                </a:lnTo>
                <a:lnTo>
                  <a:pt x="1348" y="3060"/>
                </a:lnTo>
                <a:lnTo>
                  <a:pt x="1348" y="3059"/>
                </a:lnTo>
                <a:lnTo>
                  <a:pt x="1347" y="3059"/>
                </a:lnTo>
                <a:lnTo>
                  <a:pt x="1347" y="3058"/>
                </a:lnTo>
                <a:lnTo>
                  <a:pt x="1346" y="3058"/>
                </a:lnTo>
                <a:lnTo>
                  <a:pt x="1346" y="3057"/>
                </a:lnTo>
                <a:lnTo>
                  <a:pt x="1345" y="3057"/>
                </a:lnTo>
                <a:lnTo>
                  <a:pt x="1345" y="3056"/>
                </a:lnTo>
                <a:lnTo>
                  <a:pt x="1344" y="3056"/>
                </a:lnTo>
                <a:lnTo>
                  <a:pt x="1343" y="3056"/>
                </a:lnTo>
                <a:lnTo>
                  <a:pt x="1342" y="3056"/>
                </a:lnTo>
                <a:lnTo>
                  <a:pt x="1341" y="3056"/>
                </a:lnTo>
                <a:lnTo>
                  <a:pt x="1341" y="3057"/>
                </a:lnTo>
                <a:lnTo>
                  <a:pt x="1340" y="3057"/>
                </a:lnTo>
                <a:lnTo>
                  <a:pt x="1339" y="3057"/>
                </a:lnTo>
                <a:lnTo>
                  <a:pt x="1339" y="3056"/>
                </a:lnTo>
                <a:lnTo>
                  <a:pt x="1338" y="3056"/>
                </a:lnTo>
                <a:lnTo>
                  <a:pt x="1338" y="3055"/>
                </a:lnTo>
                <a:lnTo>
                  <a:pt x="1338" y="3054"/>
                </a:lnTo>
                <a:lnTo>
                  <a:pt x="1338" y="3053"/>
                </a:lnTo>
                <a:lnTo>
                  <a:pt x="1338" y="3052"/>
                </a:lnTo>
                <a:lnTo>
                  <a:pt x="1338" y="3051"/>
                </a:lnTo>
                <a:lnTo>
                  <a:pt x="1338" y="3050"/>
                </a:lnTo>
                <a:lnTo>
                  <a:pt x="1338" y="3049"/>
                </a:lnTo>
                <a:lnTo>
                  <a:pt x="1338" y="3048"/>
                </a:lnTo>
                <a:lnTo>
                  <a:pt x="1337" y="3048"/>
                </a:lnTo>
                <a:lnTo>
                  <a:pt x="1338" y="3048"/>
                </a:lnTo>
                <a:lnTo>
                  <a:pt x="1338" y="3047"/>
                </a:lnTo>
                <a:lnTo>
                  <a:pt x="1337" y="3047"/>
                </a:lnTo>
                <a:lnTo>
                  <a:pt x="1337" y="3046"/>
                </a:lnTo>
                <a:lnTo>
                  <a:pt x="1337" y="3045"/>
                </a:lnTo>
                <a:lnTo>
                  <a:pt x="1336" y="3045"/>
                </a:lnTo>
                <a:lnTo>
                  <a:pt x="1336" y="3044"/>
                </a:lnTo>
                <a:lnTo>
                  <a:pt x="1336" y="3043"/>
                </a:lnTo>
                <a:lnTo>
                  <a:pt x="1337" y="3043"/>
                </a:lnTo>
                <a:lnTo>
                  <a:pt x="1336" y="3043"/>
                </a:lnTo>
                <a:lnTo>
                  <a:pt x="1336" y="3042"/>
                </a:lnTo>
                <a:lnTo>
                  <a:pt x="1337" y="3042"/>
                </a:lnTo>
                <a:lnTo>
                  <a:pt x="1338" y="3042"/>
                </a:lnTo>
                <a:lnTo>
                  <a:pt x="1338" y="3041"/>
                </a:lnTo>
                <a:lnTo>
                  <a:pt x="1338" y="3040"/>
                </a:lnTo>
                <a:lnTo>
                  <a:pt x="1337" y="3040"/>
                </a:lnTo>
                <a:lnTo>
                  <a:pt x="1337" y="3039"/>
                </a:lnTo>
                <a:lnTo>
                  <a:pt x="1337" y="3038"/>
                </a:lnTo>
                <a:lnTo>
                  <a:pt x="1336" y="3038"/>
                </a:lnTo>
                <a:lnTo>
                  <a:pt x="1336" y="3037"/>
                </a:lnTo>
                <a:lnTo>
                  <a:pt x="1336" y="3036"/>
                </a:lnTo>
                <a:lnTo>
                  <a:pt x="1335" y="3036"/>
                </a:lnTo>
                <a:lnTo>
                  <a:pt x="1335" y="3035"/>
                </a:lnTo>
                <a:lnTo>
                  <a:pt x="1336" y="3035"/>
                </a:lnTo>
                <a:lnTo>
                  <a:pt x="1335" y="3035"/>
                </a:lnTo>
                <a:lnTo>
                  <a:pt x="1335" y="3034"/>
                </a:lnTo>
                <a:lnTo>
                  <a:pt x="1335" y="3033"/>
                </a:lnTo>
                <a:lnTo>
                  <a:pt x="1334" y="3033"/>
                </a:lnTo>
                <a:lnTo>
                  <a:pt x="1333" y="3033"/>
                </a:lnTo>
                <a:lnTo>
                  <a:pt x="1333" y="3034"/>
                </a:lnTo>
                <a:lnTo>
                  <a:pt x="1333" y="3035"/>
                </a:lnTo>
                <a:lnTo>
                  <a:pt x="1333" y="3036"/>
                </a:lnTo>
                <a:lnTo>
                  <a:pt x="1334" y="3036"/>
                </a:lnTo>
                <a:lnTo>
                  <a:pt x="1334" y="3037"/>
                </a:lnTo>
                <a:lnTo>
                  <a:pt x="1333" y="3037"/>
                </a:lnTo>
                <a:lnTo>
                  <a:pt x="1332" y="3037"/>
                </a:lnTo>
                <a:lnTo>
                  <a:pt x="1331" y="3037"/>
                </a:lnTo>
                <a:lnTo>
                  <a:pt x="1331" y="3038"/>
                </a:lnTo>
                <a:lnTo>
                  <a:pt x="1330" y="3038"/>
                </a:lnTo>
                <a:lnTo>
                  <a:pt x="1330" y="3039"/>
                </a:lnTo>
                <a:lnTo>
                  <a:pt x="1330" y="3040"/>
                </a:lnTo>
                <a:lnTo>
                  <a:pt x="1329" y="3040"/>
                </a:lnTo>
                <a:lnTo>
                  <a:pt x="1329" y="3039"/>
                </a:lnTo>
                <a:lnTo>
                  <a:pt x="1329" y="3040"/>
                </a:lnTo>
                <a:lnTo>
                  <a:pt x="1329" y="3041"/>
                </a:lnTo>
                <a:lnTo>
                  <a:pt x="1329" y="3042"/>
                </a:lnTo>
                <a:lnTo>
                  <a:pt x="1328" y="3042"/>
                </a:lnTo>
                <a:lnTo>
                  <a:pt x="1327" y="3042"/>
                </a:lnTo>
                <a:lnTo>
                  <a:pt x="1327" y="3043"/>
                </a:lnTo>
                <a:lnTo>
                  <a:pt x="1326" y="3043"/>
                </a:lnTo>
                <a:lnTo>
                  <a:pt x="1326" y="3042"/>
                </a:lnTo>
                <a:lnTo>
                  <a:pt x="1325" y="3042"/>
                </a:lnTo>
                <a:lnTo>
                  <a:pt x="1324" y="3042"/>
                </a:lnTo>
                <a:lnTo>
                  <a:pt x="1324" y="3043"/>
                </a:lnTo>
                <a:lnTo>
                  <a:pt x="1323" y="3043"/>
                </a:lnTo>
                <a:lnTo>
                  <a:pt x="1324" y="3043"/>
                </a:lnTo>
                <a:lnTo>
                  <a:pt x="1324" y="3044"/>
                </a:lnTo>
                <a:lnTo>
                  <a:pt x="1324" y="3045"/>
                </a:lnTo>
                <a:lnTo>
                  <a:pt x="1325" y="3046"/>
                </a:lnTo>
                <a:lnTo>
                  <a:pt x="1324" y="3046"/>
                </a:lnTo>
                <a:lnTo>
                  <a:pt x="1324" y="3047"/>
                </a:lnTo>
                <a:lnTo>
                  <a:pt x="1324" y="3048"/>
                </a:lnTo>
                <a:lnTo>
                  <a:pt x="1324" y="3049"/>
                </a:lnTo>
                <a:lnTo>
                  <a:pt x="1324" y="3050"/>
                </a:lnTo>
                <a:lnTo>
                  <a:pt x="1324" y="3051"/>
                </a:lnTo>
                <a:lnTo>
                  <a:pt x="1323" y="3051"/>
                </a:lnTo>
                <a:lnTo>
                  <a:pt x="1323" y="3052"/>
                </a:lnTo>
                <a:lnTo>
                  <a:pt x="1324" y="3052"/>
                </a:lnTo>
                <a:lnTo>
                  <a:pt x="1324" y="3053"/>
                </a:lnTo>
                <a:lnTo>
                  <a:pt x="1325" y="3053"/>
                </a:lnTo>
                <a:lnTo>
                  <a:pt x="1325" y="3054"/>
                </a:lnTo>
                <a:lnTo>
                  <a:pt x="1325" y="3055"/>
                </a:lnTo>
                <a:lnTo>
                  <a:pt x="1326" y="3055"/>
                </a:lnTo>
                <a:lnTo>
                  <a:pt x="1326" y="3056"/>
                </a:lnTo>
                <a:lnTo>
                  <a:pt x="1326" y="3057"/>
                </a:lnTo>
                <a:lnTo>
                  <a:pt x="1326" y="3058"/>
                </a:lnTo>
                <a:lnTo>
                  <a:pt x="1326" y="3059"/>
                </a:lnTo>
                <a:lnTo>
                  <a:pt x="1326" y="3060"/>
                </a:lnTo>
                <a:lnTo>
                  <a:pt x="1327" y="3060"/>
                </a:lnTo>
                <a:lnTo>
                  <a:pt x="1328" y="3060"/>
                </a:lnTo>
                <a:lnTo>
                  <a:pt x="1328" y="3061"/>
                </a:lnTo>
                <a:lnTo>
                  <a:pt x="1328" y="3062"/>
                </a:lnTo>
                <a:lnTo>
                  <a:pt x="1327" y="3062"/>
                </a:lnTo>
                <a:lnTo>
                  <a:pt x="1327" y="3063"/>
                </a:lnTo>
                <a:lnTo>
                  <a:pt x="1326" y="3063"/>
                </a:lnTo>
                <a:lnTo>
                  <a:pt x="1325" y="3063"/>
                </a:lnTo>
                <a:lnTo>
                  <a:pt x="1324" y="3063"/>
                </a:lnTo>
                <a:lnTo>
                  <a:pt x="1324" y="3064"/>
                </a:lnTo>
                <a:lnTo>
                  <a:pt x="1323" y="3064"/>
                </a:lnTo>
                <a:lnTo>
                  <a:pt x="1322" y="3064"/>
                </a:lnTo>
                <a:lnTo>
                  <a:pt x="1322" y="3065"/>
                </a:lnTo>
                <a:lnTo>
                  <a:pt x="1322" y="3066"/>
                </a:lnTo>
                <a:lnTo>
                  <a:pt x="1322" y="3065"/>
                </a:lnTo>
                <a:lnTo>
                  <a:pt x="1321" y="3065"/>
                </a:lnTo>
                <a:lnTo>
                  <a:pt x="1320" y="3065"/>
                </a:lnTo>
                <a:lnTo>
                  <a:pt x="1319" y="3065"/>
                </a:lnTo>
                <a:lnTo>
                  <a:pt x="1318" y="3065"/>
                </a:lnTo>
                <a:lnTo>
                  <a:pt x="1317" y="3065"/>
                </a:lnTo>
                <a:lnTo>
                  <a:pt x="1317" y="3064"/>
                </a:lnTo>
                <a:lnTo>
                  <a:pt x="1316" y="3064"/>
                </a:lnTo>
                <a:lnTo>
                  <a:pt x="1315" y="3064"/>
                </a:lnTo>
                <a:lnTo>
                  <a:pt x="1314" y="3064"/>
                </a:lnTo>
                <a:lnTo>
                  <a:pt x="1314" y="3063"/>
                </a:lnTo>
                <a:lnTo>
                  <a:pt x="1313" y="3063"/>
                </a:lnTo>
                <a:lnTo>
                  <a:pt x="1312" y="3063"/>
                </a:lnTo>
                <a:lnTo>
                  <a:pt x="1312" y="3062"/>
                </a:lnTo>
                <a:lnTo>
                  <a:pt x="1311" y="3062"/>
                </a:lnTo>
                <a:lnTo>
                  <a:pt x="1311" y="3061"/>
                </a:lnTo>
                <a:lnTo>
                  <a:pt x="1310" y="3061"/>
                </a:lnTo>
                <a:lnTo>
                  <a:pt x="1309" y="3061"/>
                </a:lnTo>
                <a:lnTo>
                  <a:pt x="1309" y="3060"/>
                </a:lnTo>
                <a:lnTo>
                  <a:pt x="1310" y="3060"/>
                </a:lnTo>
                <a:lnTo>
                  <a:pt x="1310" y="3059"/>
                </a:lnTo>
                <a:lnTo>
                  <a:pt x="1310" y="3058"/>
                </a:lnTo>
                <a:lnTo>
                  <a:pt x="1310" y="3057"/>
                </a:lnTo>
                <a:lnTo>
                  <a:pt x="1311" y="3057"/>
                </a:lnTo>
                <a:lnTo>
                  <a:pt x="1311" y="3056"/>
                </a:lnTo>
                <a:lnTo>
                  <a:pt x="1312" y="3056"/>
                </a:lnTo>
                <a:lnTo>
                  <a:pt x="1312" y="3055"/>
                </a:lnTo>
                <a:lnTo>
                  <a:pt x="1313" y="3055"/>
                </a:lnTo>
                <a:lnTo>
                  <a:pt x="1313" y="3054"/>
                </a:lnTo>
                <a:lnTo>
                  <a:pt x="1312" y="3054"/>
                </a:lnTo>
                <a:lnTo>
                  <a:pt x="1312" y="3053"/>
                </a:lnTo>
                <a:lnTo>
                  <a:pt x="1312" y="3054"/>
                </a:lnTo>
                <a:lnTo>
                  <a:pt x="1311" y="3054"/>
                </a:lnTo>
                <a:lnTo>
                  <a:pt x="1311" y="3053"/>
                </a:lnTo>
                <a:lnTo>
                  <a:pt x="1310" y="3053"/>
                </a:lnTo>
                <a:lnTo>
                  <a:pt x="1310" y="3052"/>
                </a:lnTo>
                <a:lnTo>
                  <a:pt x="1309" y="3052"/>
                </a:lnTo>
                <a:lnTo>
                  <a:pt x="1309" y="3051"/>
                </a:lnTo>
                <a:lnTo>
                  <a:pt x="1308" y="3051"/>
                </a:lnTo>
                <a:lnTo>
                  <a:pt x="1308" y="3050"/>
                </a:lnTo>
                <a:lnTo>
                  <a:pt x="1307" y="3050"/>
                </a:lnTo>
                <a:lnTo>
                  <a:pt x="1307" y="3049"/>
                </a:lnTo>
                <a:lnTo>
                  <a:pt x="1306" y="3049"/>
                </a:lnTo>
                <a:lnTo>
                  <a:pt x="1306" y="3048"/>
                </a:lnTo>
                <a:lnTo>
                  <a:pt x="1305" y="3048"/>
                </a:lnTo>
                <a:lnTo>
                  <a:pt x="1305" y="3047"/>
                </a:lnTo>
                <a:lnTo>
                  <a:pt x="1304" y="3047"/>
                </a:lnTo>
                <a:lnTo>
                  <a:pt x="1304" y="3046"/>
                </a:lnTo>
                <a:lnTo>
                  <a:pt x="1304" y="3045"/>
                </a:lnTo>
                <a:lnTo>
                  <a:pt x="1304" y="3044"/>
                </a:lnTo>
                <a:lnTo>
                  <a:pt x="1304" y="3043"/>
                </a:lnTo>
                <a:lnTo>
                  <a:pt x="1305" y="3043"/>
                </a:lnTo>
                <a:lnTo>
                  <a:pt x="1304" y="3043"/>
                </a:lnTo>
                <a:lnTo>
                  <a:pt x="1304" y="3042"/>
                </a:lnTo>
                <a:lnTo>
                  <a:pt x="1304" y="3041"/>
                </a:lnTo>
                <a:lnTo>
                  <a:pt x="1304" y="3040"/>
                </a:lnTo>
                <a:lnTo>
                  <a:pt x="1303" y="3040"/>
                </a:lnTo>
                <a:lnTo>
                  <a:pt x="1302" y="3040"/>
                </a:lnTo>
                <a:lnTo>
                  <a:pt x="1302" y="3039"/>
                </a:lnTo>
                <a:lnTo>
                  <a:pt x="1301" y="3039"/>
                </a:lnTo>
                <a:lnTo>
                  <a:pt x="1301" y="3038"/>
                </a:lnTo>
                <a:lnTo>
                  <a:pt x="1301" y="3037"/>
                </a:lnTo>
                <a:lnTo>
                  <a:pt x="1301" y="3036"/>
                </a:lnTo>
                <a:lnTo>
                  <a:pt x="1300" y="3036"/>
                </a:lnTo>
                <a:lnTo>
                  <a:pt x="1300" y="3035"/>
                </a:lnTo>
                <a:lnTo>
                  <a:pt x="1300" y="3034"/>
                </a:lnTo>
                <a:lnTo>
                  <a:pt x="1299" y="3034"/>
                </a:lnTo>
                <a:lnTo>
                  <a:pt x="1299" y="3033"/>
                </a:lnTo>
                <a:lnTo>
                  <a:pt x="1299" y="3032"/>
                </a:lnTo>
                <a:lnTo>
                  <a:pt x="1298" y="3032"/>
                </a:lnTo>
                <a:lnTo>
                  <a:pt x="1297" y="3032"/>
                </a:lnTo>
                <a:lnTo>
                  <a:pt x="1297" y="3031"/>
                </a:lnTo>
                <a:lnTo>
                  <a:pt x="1296" y="3031"/>
                </a:lnTo>
                <a:lnTo>
                  <a:pt x="1296" y="3030"/>
                </a:lnTo>
                <a:lnTo>
                  <a:pt x="1295" y="3030"/>
                </a:lnTo>
                <a:lnTo>
                  <a:pt x="1295" y="3029"/>
                </a:lnTo>
                <a:lnTo>
                  <a:pt x="1295" y="3030"/>
                </a:lnTo>
                <a:lnTo>
                  <a:pt x="1294" y="3030"/>
                </a:lnTo>
                <a:lnTo>
                  <a:pt x="1293" y="3030"/>
                </a:lnTo>
                <a:lnTo>
                  <a:pt x="1293" y="3029"/>
                </a:lnTo>
                <a:lnTo>
                  <a:pt x="1292" y="3029"/>
                </a:lnTo>
                <a:lnTo>
                  <a:pt x="1291" y="3029"/>
                </a:lnTo>
                <a:lnTo>
                  <a:pt x="1291" y="3028"/>
                </a:lnTo>
                <a:lnTo>
                  <a:pt x="1291" y="3027"/>
                </a:lnTo>
                <a:lnTo>
                  <a:pt x="1290" y="3027"/>
                </a:lnTo>
                <a:lnTo>
                  <a:pt x="1290" y="3026"/>
                </a:lnTo>
                <a:lnTo>
                  <a:pt x="1289" y="3026"/>
                </a:lnTo>
                <a:lnTo>
                  <a:pt x="1289" y="3025"/>
                </a:lnTo>
                <a:lnTo>
                  <a:pt x="1288" y="3025"/>
                </a:lnTo>
                <a:lnTo>
                  <a:pt x="1288" y="3024"/>
                </a:lnTo>
                <a:lnTo>
                  <a:pt x="1288" y="3023"/>
                </a:lnTo>
                <a:lnTo>
                  <a:pt x="1288" y="3022"/>
                </a:lnTo>
                <a:lnTo>
                  <a:pt x="1288" y="3021"/>
                </a:lnTo>
                <a:lnTo>
                  <a:pt x="1287" y="3021"/>
                </a:lnTo>
                <a:lnTo>
                  <a:pt x="1287" y="3020"/>
                </a:lnTo>
                <a:lnTo>
                  <a:pt x="1287" y="3019"/>
                </a:lnTo>
                <a:lnTo>
                  <a:pt x="1287" y="3018"/>
                </a:lnTo>
                <a:lnTo>
                  <a:pt x="1287" y="3017"/>
                </a:lnTo>
                <a:lnTo>
                  <a:pt x="1287" y="3015"/>
                </a:lnTo>
                <a:lnTo>
                  <a:pt x="1286" y="3015"/>
                </a:lnTo>
                <a:lnTo>
                  <a:pt x="1286" y="3014"/>
                </a:lnTo>
                <a:lnTo>
                  <a:pt x="1287" y="3013"/>
                </a:lnTo>
                <a:lnTo>
                  <a:pt x="1286" y="3013"/>
                </a:lnTo>
                <a:lnTo>
                  <a:pt x="1286" y="3012"/>
                </a:lnTo>
                <a:lnTo>
                  <a:pt x="1286" y="3011"/>
                </a:lnTo>
                <a:lnTo>
                  <a:pt x="1285" y="3011"/>
                </a:lnTo>
                <a:lnTo>
                  <a:pt x="1285" y="3010"/>
                </a:lnTo>
                <a:lnTo>
                  <a:pt x="1285" y="3009"/>
                </a:lnTo>
                <a:lnTo>
                  <a:pt x="1286" y="3009"/>
                </a:lnTo>
                <a:lnTo>
                  <a:pt x="1285" y="3009"/>
                </a:lnTo>
                <a:lnTo>
                  <a:pt x="1285" y="3008"/>
                </a:lnTo>
                <a:lnTo>
                  <a:pt x="1284" y="3008"/>
                </a:lnTo>
                <a:lnTo>
                  <a:pt x="1283" y="3008"/>
                </a:lnTo>
                <a:lnTo>
                  <a:pt x="1282" y="3008"/>
                </a:lnTo>
                <a:lnTo>
                  <a:pt x="1282" y="3012"/>
                </a:lnTo>
                <a:lnTo>
                  <a:pt x="1281" y="3012"/>
                </a:lnTo>
                <a:lnTo>
                  <a:pt x="1280" y="3012"/>
                </a:lnTo>
                <a:lnTo>
                  <a:pt x="1280" y="3013"/>
                </a:lnTo>
                <a:lnTo>
                  <a:pt x="1280" y="3014"/>
                </a:lnTo>
                <a:lnTo>
                  <a:pt x="1279" y="3014"/>
                </a:lnTo>
                <a:lnTo>
                  <a:pt x="1280" y="3014"/>
                </a:lnTo>
                <a:lnTo>
                  <a:pt x="1279" y="3014"/>
                </a:lnTo>
                <a:lnTo>
                  <a:pt x="1279" y="3015"/>
                </a:lnTo>
                <a:lnTo>
                  <a:pt x="1278" y="3016"/>
                </a:lnTo>
                <a:lnTo>
                  <a:pt x="1279" y="3016"/>
                </a:lnTo>
                <a:lnTo>
                  <a:pt x="1279" y="3017"/>
                </a:lnTo>
                <a:lnTo>
                  <a:pt x="1279" y="3018"/>
                </a:lnTo>
                <a:lnTo>
                  <a:pt x="1278" y="3018"/>
                </a:lnTo>
                <a:lnTo>
                  <a:pt x="1278" y="3019"/>
                </a:lnTo>
                <a:lnTo>
                  <a:pt x="1277" y="3019"/>
                </a:lnTo>
                <a:lnTo>
                  <a:pt x="1277" y="3020"/>
                </a:lnTo>
                <a:lnTo>
                  <a:pt x="1277" y="3021"/>
                </a:lnTo>
                <a:lnTo>
                  <a:pt x="1276" y="3021"/>
                </a:lnTo>
                <a:lnTo>
                  <a:pt x="1276" y="3022"/>
                </a:lnTo>
                <a:lnTo>
                  <a:pt x="1275" y="3022"/>
                </a:lnTo>
                <a:lnTo>
                  <a:pt x="1274" y="3023"/>
                </a:lnTo>
                <a:lnTo>
                  <a:pt x="1273" y="3023"/>
                </a:lnTo>
                <a:lnTo>
                  <a:pt x="1273" y="3022"/>
                </a:lnTo>
                <a:lnTo>
                  <a:pt x="1273" y="3021"/>
                </a:lnTo>
                <a:lnTo>
                  <a:pt x="1273" y="3019"/>
                </a:lnTo>
                <a:lnTo>
                  <a:pt x="1272" y="3019"/>
                </a:lnTo>
                <a:lnTo>
                  <a:pt x="1272" y="3018"/>
                </a:lnTo>
                <a:lnTo>
                  <a:pt x="1273" y="3018"/>
                </a:lnTo>
                <a:lnTo>
                  <a:pt x="1273" y="3017"/>
                </a:lnTo>
                <a:lnTo>
                  <a:pt x="1272" y="3017"/>
                </a:lnTo>
                <a:lnTo>
                  <a:pt x="1271" y="3017"/>
                </a:lnTo>
                <a:lnTo>
                  <a:pt x="1270" y="3017"/>
                </a:lnTo>
                <a:lnTo>
                  <a:pt x="1269" y="3017"/>
                </a:lnTo>
                <a:lnTo>
                  <a:pt x="1268" y="3017"/>
                </a:lnTo>
                <a:lnTo>
                  <a:pt x="1268" y="3016"/>
                </a:lnTo>
                <a:lnTo>
                  <a:pt x="1267" y="3016"/>
                </a:lnTo>
                <a:lnTo>
                  <a:pt x="1266" y="3015"/>
                </a:lnTo>
                <a:lnTo>
                  <a:pt x="1265" y="3015"/>
                </a:lnTo>
                <a:lnTo>
                  <a:pt x="1265" y="3014"/>
                </a:lnTo>
                <a:lnTo>
                  <a:pt x="1264" y="3014"/>
                </a:lnTo>
                <a:lnTo>
                  <a:pt x="1263" y="3014"/>
                </a:lnTo>
                <a:lnTo>
                  <a:pt x="1262" y="3014"/>
                </a:lnTo>
                <a:lnTo>
                  <a:pt x="1261" y="3014"/>
                </a:lnTo>
                <a:lnTo>
                  <a:pt x="1259" y="3014"/>
                </a:lnTo>
                <a:lnTo>
                  <a:pt x="1258" y="3014"/>
                </a:lnTo>
                <a:lnTo>
                  <a:pt x="1258" y="3013"/>
                </a:lnTo>
                <a:lnTo>
                  <a:pt x="1258" y="3014"/>
                </a:lnTo>
                <a:lnTo>
                  <a:pt x="1257" y="3014"/>
                </a:lnTo>
                <a:lnTo>
                  <a:pt x="1256" y="3014"/>
                </a:lnTo>
                <a:lnTo>
                  <a:pt x="1255" y="3014"/>
                </a:lnTo>
                <a:lnTo>
                  <a:pt x="1254" y="3014"/>
                </a:lnTo>
                <a:lnTo>
                  <a:pt x="1253" y="3014"/>
                </a:lnTo>
                <a:lnTo>
                  <a:pt x="1253" y="3015"/>
                </a:lnTo>
                <a:lnTo>
                  <a:pt x="1253" y="3016"/>
                </a:lnTo>
                <a:lnTo>
                  <a:pt x="1253" y="3017"/>
                </a:lnTo>
                <a:lnTo>
                  <a:pt x="1252" y="3017"/>
                </a:lnTo>
                <a:lnTo>
                  <a:pt x="1252" y="3018"/>
                </a:lnTo>
                <a:lnTo>
                  <a:pt x="1251" y="3018"/>
                </a:lnTo>
                <a:lnTo>
                  <a:pt x="1251" y="3019"/>
                </a:lnTo>
                <a:lnTo>
                  <a:pt x="1250" y="3019"/>
                </a:lnTo>
                <a:lnTo>
                  <a:pt x="1250" y="3020"/>
                </a:lnTo>
                <a:lnTo>
                  <a:pt x="1249" y="3020"/>
                </a:lnTo>
                <a:lnTo>
                  <a:pt x="1249" y="3019"/>
                </a:lnTo>
                <a:lnTo>
                  <a:pt x="1247" y="3019"/>
                </a:lnTo>
                <a:lnTo>
                  <a:pt x="1246" y="3019"/>
                </a:lnTo>
                <a:lnTo>
                  <a:pt x="1246" y="3018"/>
                </a:lnTo>
                <a:lnTo>
                  <a:pt x="1246" y="3017"/>
                </a:lnTo>
                <a:lnTo>
                  <a:pt x="1245" y="3017"/>
                </a:lnTo>
                <a:lnTo>
                  <a:pt x="1245" y="3018"/>
                </a:lnTo>
                <a:lnTo>
                  <a:pt x="1244" y="3018"/>
                </a:lnTo>
                <a:lnTo>
                  <a:pt x="1243" y="3018"/>
                </a:lnTo>
                <a:lnTo>
                  <a:pt x="1243" y="3019"/>
                </a:lnTo>
                <a:lnTo>
                  <a:pt x="1242" y="3019"/>
                </a:lnTo>
                <a:lnTo>
                  <a:pt x="1241" y="3019"/>
                </a:lnTo>
                <a:lnTo>
                  <a:pt x="1240" y="3019"/>
                </a:lnTo>
                <a:lnTo>
                  <a:pt x="1238" y="3019"/>
                </a:lnTo>
                <a:lnTo>
                  <a:pt x="1238" y="3018"/>
                </a:lnTo>
                <a:lnTo>
                  <a:pt x="1237" y="3018"/>
                </a:lnTo>
                <a:lnTo>
                  <a:pt x="1237" y="3019"/>
                </a:lnTo>
                <a:lnTo>
                  <a:pt x="1236" y="3019"/>
                </a:lnTo>
                <a:lnTo>
                  <a:pt x="1236" y="3018"/>
                </a:lnTo>
                <a:lnTo>
                  <a:pt x="1236" y="3017"/>
                </a:lnTo>
                <a:lnTo>
                  <a:pt x="1235" y="3017"/>
                </a:lnTo>
                <a:lnTo>
                  <a:pt x="1235" y="3016"/>
                </a:lnTo>
                <a:lnTo>
                  <a:pt x="1235" y="3015"/>
                </a:lnTo>
                <a:lnTo>
                  <a:pt x="1234" y="3015"/>
                </a:lnTo>
                <a:lnTo>
                  <a:pt x="1233" y="3015"/>
                </a:lnTo>
                <a:lnTo>
                  <a:pt x="1233" y="3014"/>
                </a:lnTo>
                <a:lnTo>
                  <a:pt x="1232" y="3014"/>
                </a:lnTo>
                <a:lnTo>
                  <a:pt x="1231" y="3013"/>
                </a:lnTo>
                <a:lnTo>
                  <a:pt x="1230" y="3013"/>
                </a:lnTo>
                <a:lnTo>
                  <a:pt x="1230" y="3014"/>
                </a:lnTo>
                <a:lnTo>
                  <a:pt x="1229" y="3014"/>
                </a:lnTo>
                <a:lnTo>
                  <a:pt x="1229" y="3015"/>
                </a:lnTo>
                <a:lnTo>
                  <a:pt x="1228" y="3015"/>
                </a:lnTo>
                <a:lnTo>
                  <a:pt x="1228" y="3014"/>
                </a:lnTo>
                <a:lnTo>
                  <a:pt x="1227" y="3014"/>
                </a:lnTo>
                <a:lnTo>
                  <a:pt x="1226" y="3014"/>
                </a:lnTo>
                <a:lnTo>
                  <a:pt x="1225" y="3014"/>
                </a:lnTo>
                <a:lnTo>
                  <a:pt x="1224" y="3014"/>
                </a:lnTo>
                <a:lnTo>
                  <a:pt x="1224" y="3013"/>
                </a:lnTo>
                <a:lnTo>
                  <a:pt x="1223" y="3013"/>
                </a:lnTo>
                <a:lnTo>
                  <a:pt x="1223" y="3014"/>
                </a:lnTo>
                <a:lnTo>
                  <a:pt x="1222" y="3014"/>
                </a:lnTo>
                <a:lnTo>
                  <a:pt x="1222" y="3013"/>
                </a:lnTo>
                <a:lnTo>
                  <a:pt x="1221" y="3013"/>
                </a:lnTo>
                <a:lnTo>
                  <a:pt x="1221" y="3012"/>
                </a:lnTo>
                <a:lnTo>
                  <a:pt x="1221" y="3011"/>
                </a:lnTo>
                <a:lnTo>
                  <a:pt x="1222" y="3011"/>
                </a:lnTo>
                <a:lnTo>
                  <a:pt x="1222" y="3010"/>
                </a:lnTo>
                <a:lnTo>
                  <a:pt x="1222" y="3009"/>
                </a:lnTo>
                <a:lnTo>
                  <a:pt x="1222" y="3008"/>
                </a:lnTo>
                <a:lnTo>
                  <a:pt x="1223" y="3008"/>
                </a:lnTo>
                <a:lnTo>
                  <a:pt x="1222" y="3008"/>
                </a:lnTo>
                <a:lnTo>
                  <a:pt x="1222" y="3007"/>
                </a:lnTo>
                <a:lnTo>
                  <a:pt x="1223" y="3007"/>
                </a:lnTo>
                <a:lnTo>
                  <a:pt x="1223" y="3006"/>
                </a:lnTo>
                <a:lnTo>
                  <a:pt x="1222" y="3006"/>
                </a:lnTo>
                <a:lnTo>
                  <a:pt x="1222" y="3005"/>
                </a:lnTo>
                <a:lnTo>
                  <a:pt x="1222" y="3004"/>
                </a:lnTo>
                <a:lnTo>
                  <a:pt x="1222" y="3003"/>
                </a:lnTo>
                <a:lnTo>
                  <a:pt x="1222" y="3002"/>
                </a:lnTo>
                <a:lnTo>
                  <a:pt x="1221" y="3002"/>
                </a:lnTo>
                <a:lnTo>
                  <a:pt x="1222" y="3002"/>
                </a:lnTo>
                <a:lnTo>
                  <a:pt x="1221" y="3002"/>
                </a:lnTo>
                <a:lnTo>
                  <a:pt x="1221" y="3001"/>
                </a:lnTo>
                <a:lnTo>
                  <a:pt x="1222" y="3001"/>
                </a:lnTo>
                <a:lnTo>
                  <a:pt x="1221" y="3001"/>
                </a:lnTo>
                <a:lnTo>
                  <a:pt x="1221" y="3000"/>
                </a:lnTo>
                <a:lnTo>
                  <a:pt x="1220" y="3000"/>
                </a:lnTo>
                <a:lnTo>
                  <a:pt x="1220" y="2999"/>
                </a:lnTo>
                <a:lnTo>
                  <a:pt x="1221" y="2999"/>
                </a:lnTo>
                <a:lnTo>
                  <a:pt x="1221" y="2998"/>
                </a:lnTo>
                <a:lnTo>
                  <a:pt x="1221" y="2997"/>
                </a:lnTo>
                <a:lnTo>
                  <a:pt x="1221" y="2996"/>
                </a:lnTo>
                <a:lnTo>
                  <a:pt x="1222" y="2996"/>
                </a:lnTo>
                <a:lnTo>
                  <a:pt x="1222" y="2995"/>
                </a:lnTo>
                <a:lnTo>
                  <a:pt x="1223" y="2995"/>
                </a:lnTo>
                <a:lnTo>
                  <a:pt x="1223" y="2996"/>
                </a:lnTo>
                <a:lnTo>
                  <a:pt x="1224" y="2996"/>
                </a:lnTo>
                <a:lnTo>
                  <a:pt x="1224" y="2995"/>
                </a:lnTo>
                <a:lnTo>
                  <a:pt x="1224" y="2996"/>
                </a:lnTo>
                <a:lnTo>
                  <a:pt x="1225" y="2996"/>
                </a:lnTo>
                <a:lnTo>
                  <a:pt x="1225" y="2995"/>
                </a:lnTo>
                <a:lnTo>
                  <a:pt x="1226" y="2995"/>
                </a:lnTo>
                <a:lnTo>
                  <a:pt x="1226" y="2994"/>
                </a:lnTo>
                <a:lnTo>
                  <a:pt x="1226" y="2993"/>
                </a:lnTo>
                <a:lnTo>
                  <a:pt x="1226" y="2992"/>
                </a:lnTo>
                <a:lnTo>
                  <a:pt x="1227" y="2992"/>
                </a:lnTo>
                <a:lnTo>
                  <a:pt x="1227" y="2991"/>
                </a:lnTo>
                <a:lnTo>
                  <a:pt x="1227" y="2990"/>
                </a:lnTo>
                <a:lnTo>
                  <a:pt x="1228" y="2990"/>
                </a:lnTo>
                <a:lnTo>
                  <a:pt x="1229" y="2990"/>
                </a:lnTo>
                <a:lnTo>
                  <a:pt x="1229" y="2989"/>
                </a:lnTo>
                <a:lnTo>
                  <a:pt x="1229" y="2988"/>
                </a:lnTo>
                <a:lnTo>
                  <a:pt x="1229" y="2987"/>
                </a:lnTo>
                <a:lnTo>
                  <a:pt x="1229" y="2986"/>
                </a:lnTo>
                <a:lnTo>
                  <a:pt x="1230" y="2986"/>
                </a:lnTo>
                <a:lnTo>
                  <a:pt x="1229" y="2985"/>
                </a:lnTo>
                <a:lnTo>
                  <a:pt x="1229" y="2984"/>
                </a:lnTo>
                <a:lnTo>
                  <a:pt x="1229" y="2983"/>
                </a:lnTo>
                <a:lnTo>
                  <a:pt x="1228" y="2983"/>
                </a:lnTo>
                <a:lnTo>
                  <a:pt x="1228" y="2982"/>
                </a:lnTo>
                <a:lnTo>
                  <a:pt x="1229" y="2982"/>
                </a:lnTo>
                <a:lnTo>
                  <a:pt x="1229" y="2981"/>
                </a:lnTo>
                <a:lnTo>
                  <a:pt x="1230" y="2981"/>
                </a:lnTo>
                <a:lnTo>
                  <a:pt x="1230" y="2980"/>
                </a:lnTo>
                <a:lnTo>
                  <a:pt x="1230" y="2979"/>
                </a:lnTo>
                <a:lnTo>
                  <a:pt x="1231" y="2979"/>
                </a:lnTo>
                <a:lnTo>
                  <a:pt x="1230" y="2979"/>
                </a:lnTo>
                <a:lnTo>
                  <a:pt x="1230" y="2978"/>
                </a:lnTo>
                <a:lnTo>
                  <a:pt x="1229" y="2978"/>
                </a:lnTo>
                <a:lnTo>
                  <a:pt x="1229" y="2977"/>
                </a:lnTo>
                <a:lnTo>
                  <a:pt x="1228" y="2977"/>
                </a:lnTo>
                <a:lnTo>
                  <a:pt x="1227" y="2977"/>
                </a:lnTo>
                <a:lnTo>
                  <a:pt x="1226" y="2977"/>
                </a:lnTo>
                <a:lnTo>
                  <a:pt x="1226" y="2976"/>
                </a:lnTo>
                <a:lnTo>
                  <a:pt x="1225" y="2976"/>
                </a:lnTo>
                <a:lnTo>
                  <a:pt x="1225" y="2975"/>
                </a:lnTo>
                <a:lnTo>
                  <a:pt x="1225" y="2974"/>
                </a:lnTo>
                <a:lnTo>
                  <a:pt x="1224" y="2974"/>
                </a:lnTo>
                <a:lnTo>
                  <a:pt x="1224" y="2973"/>
                </a:lnTo>
                <a:lnTo>
                  <a:pt x="1223" y="2973"/>
                </a:lnTo>
                <a:lnTo>
                  <a:pt x="1223" y="2972"/>
                </a:lnTo>
                <a:lnTo>
                  <a:pt x="1222" y="2972"/>
                </a:lnTo>
                <a:lnTo>
                  <a:pt x="1221" y="2972"/>
                </a:lnTo>
                <a:lnTo>
                  <a:pt x="1220" y="2972"/>
                </a:lnTo>
                <a:lnTo>
                  <a:pt x="1220" y="2973"/>
                </a:lnTo>
                <a:lnTo>
                  <a:pt x="1219" y="2973"/>
                </a:lnTo>
                <a:lnTo>
                  <a:pt x="1218" y="2973"/>
                </a:lnTo>
                <a:lnTo>
                  <a:pt x="1217" y="2973"/>
                </a:lnTo>
                <a:lnTo>
                  <a:pt x="1217" y="2972"/>
                </a:lnTo>
                <a:lnTo>
                  <a:pt x="1216" y="2972"/>
                </a:lnTo>
                <a:lnTo>
                  <a:pt x="1215" y="2972"/>
                </a:lnTo>
                <a:lnTo>
                  <a:pt x="1215" y="2973"/>
                </a:lnTo>
                <a:lnTo>
                  <a:pt x="1215" y="2974"/>
                </a:lnTo>
                <a:lnTo>
                  <a:pt x="1214" y="2974"/>
                </a:lnTo>
                <a:lnTo>
                  <a:pt x="1214" y="2975"/>
                </a:lnTo>
                <a:lnTo>
                  <a:pt x="1213" y="2975"/>
                </a:lnTo>
                <a:lnTo>
                  <a:pt x="1213" y="2976"/>
                </a:lnTo>
                <a:lnTo>
                  <a:pt x="1212" y="2976"/>
                </a:lnTo>
                <a:lnTo>
                  <a:pt x="1212" y="2977"/>
                </a:lnTo>
                <a:lnTo>
                  <a:pt x="1211" y="2977"/>
                </a:lnTo>
                <a:lnTo>
                  <a:pt x="1211" y="2978"/>
                </a:lnTo>
                <a:lnTo>
                  <a:pt x="1210" y="2978"/>
                </a:lnTo>
                <a:lnTo>
                  <a:pt x="1210" y="2979"/>
                </a:lnTo>
                <a:lnTo>
                  <a:pt x="1209" y="2979"/>
                </a:lnTo>
                <a:lnTo>
                  <a:pt x="1209" y="2980"/>
                </a:lnTo>
                <a:lnTo>
                  <a:pt x="1208" y="2980"/>
                </a:lnTo>
                <a:lnTo>
                  <a:pt x="1208" y="2981"/>
                </a:lnTo>
                <a:lnTo>
                  <a:pt x="1208" y="2982"/>
                </a:lnTo>
                <a:lnTo>
                  <a:pt x="1209" y="2982"/>
                </a:lnTo>
                <a:lnTo>
                  <a:pt x="1208" y="2983"/>
                </a:lnTo>
                <a:lnTo>
                  <a:pt x="1207" y="2983"/>
                </a:lnTo>
                <a:lnTo>
                  <a:pt x="1206" y="2983"/>
                </a:lnTo>
                <a:lnTo>
                  <a:pt x="1206" y="2984"/>
                </a:lnTo>
                <a:lnTo>
                  <a:pt x="1206" y="2983"/>
                </a:lnTo>
                <a:lnTo>
                  <a:pt x="1206" y="2984"/>
                </a:lnTo>
                <a:lnTo>
                  <a:pt x="1205" y="2984"/>
                </a:lnTo>
                <a:lnTo>
                  <a:pt x="1204" y="2984"/>
                </a:lnTo>
                <a:lnTo>
                  <a:pt x="1204" y="2983"/>
                </a:lnTo>
                <a:lnTo>
                  <a:pt x="1203" y="2983"/>
                </a:lnTo>
                <a:lnTo>
                  <a:pt x="1203" y="2982"/>
                </a:lnTo>
                <a:lnTo>
                  <a:pt x="1203" y="2983"/>
                </a:lnTo>
                <a:lnTo>
                  <a:pt x="1202" y="2983"/>
                </a:lnTo>
                <a:lnTo>
                  <a:pt x="1201" y="2983"/>
                </a:lnTo>
                <a:lnTo>
                  <a:pt x="1200" y="2983"/>
                </a:lnTo>
                <a:lnTo>
                  <a:pt x="1199" y="2983"/>
                </a:lnTo>
                <a:lnTo>
                  <a:pt x="1198" y="2983"/>
                </a:lnTo>
                <a:lnTo>
                  <a:pt x="1198" y="2984"/>
                </a:lnTo>
                <a:lnTo>
                  <a:pt x="1197" y="2984"/>
                </a:lnTo>
                <a:lnTo>
                  <a:pt x="1196" y="2984"/>
                </a:lnTo>
                <a:lnTo>
                  <a:pt x="1195" y="2984"/>
                </a:lnTo>
                <a:lnTo>
                  <a:pt x="1195" y="2985"/>
                </a:lnTo>
                <a:lnTo>
                  <a:pt x="1194" y="2985"/>
                </a:lnTo>
                <a:lnTo>
                  <a:pt x="1193" y="2985"/>
                </a:lnTo>
                <a:lnTo>
                  <a:pt x="1193" y="2984"/>
                </a:lnTo>
                <a:lnTo>
                  <a:pt x="1192" y="2984"/>
                </a:lnTo>
                <a:lnTo>
                  <a:pt x="1191" y="2984"/>
                </a:lnTo>
                <a:lnTo>
                  <a:pt x="1191" y="2983"/>
                </a:lnTo>
                <a:lnTo>
                  <a:pt x="1190" y="2983"/>
                </a:lnTo>
                <a:lnTo>
                  <a:pt x="1189" y="2982"/>
                </a:lnTo>
                <a:lnTo>
                  <a:pt x="1188" y="2982"/>
                </a:lnTo>
                <a:lnTo>
                  <a:pt x="1187" y="2981"/>
                </a:lnTo>
                <a:lnTo>
                  <a:pt x="1186" y="2981"/>
                </a:lnTo>
                <a:lnTo>
                  <a:pt x="1185" y="2981"/>
                </a:lnTo>
                <a:lnTo>
                  <a:pt x="1185" y="2980"/>
                </a:lnTo>
                <a:lnTo>
                  <a:pt x="1184" y="2980"/>
                </a:lnTo>
                <a:lnTo>
                  <a:pt x="1183" y="2980"/>
                </a:lnTo>
                <a:lnTo>
                  <a:pt x="1182" y="2980"/>
                </a:lnTo>
                <a:lnTo>
                  <a:pt x="1181" y="2980"/>
                </a:lnTo>
                <a:lnTo>
                  <a:pt x="1181" y="2979"/>
                </a:lnTo>
                <a:lnTo>
                  <a:pt x="1180" y="2979"/>
                </a:lnTo>
                <a:lnTo>
                  <a:pt x="1180" y="2978"/>
                </a:lnTo>
                <a:lnTo>
                  <a:pt x="1179" y="2978"/>
                </a:lnTo>
                <a:lnTo>
                  <a:pt x="1178" y="2978"/>
                </a:lnTo>
                <a:lnTo>
                  <a:pt x="1177" y="2978"/>
                </a:lnTo>
                <a:lnTo>
                  <a:pt x="1178" y="2978"/>
                </a:lnTo>
                <a:lnTo>
                  <a:pt x="1178" y="2977"/>
                </a:lnTo>
                <a:lnTo>
                  <a:pt x="1178" y="2976"/>
                </a:lnTo>
                <a:lnTo>
                  <a:pt x="1178" y="2975"/>
                </a:lnTo>
                <a:lnTo>
                  <a:pt x="1178" y="2974"/>
                </a:lnTo>
                <a:lnTo>
                  <a:pt x="1179" y="2974"/>
                </a:lnTo>
                <a:lnTo>
                  <a:pt x="1179" y="2973"/>
                </a:lnTo>
                <a:lnTo>
                  <a:pt x="1178" y="2973"/>
                </a:lnTo>
                <a:lnTo>
                  <a:pt x="1177" y="2973"/>
                </a:lnTo>
                <a:lnTo>
                  <a:pt x="1177" y="2972"/>
                </a:lnTo>
                <a:lnTo>
                  <a:pt x="1176" y="2972"/>
                </a:lnTo>
                <a:lnTo>
                  <a:pt x="1176" y="2973"/>
                </a:lnTo>
                <a:lnTo>
                  <a:pt x="1176" y="2972"/>
                </a:lnTo>
                <a:lnTo>
                  <a:pt x="1175" y="2972"/>
                </a:lnTo>
                <a:lnTo>
                  <a:pt x="1175" y="2971"/>
                </a:lnTo>
                <a:lnTo>
                  <a:pt x="1174" y="2971"/>
                </a:lnTo>
                <a:lnTo>
                  <a:pt x="1174" y="2970"/>
                </a:lnTo>
                <a:lnTo>
                  <a:pt x="1173" y="2970"/>
                </a:lnTo>
                <a:lnTo>
                  <a:pt x="1173" y="2968"/>
                </a:lnTo>
                <a:lnTo>
                  <a:pt x="1172" y="2968"/>
                </a:lnTo>
                <a:lnTo>
                  <a:pt x="1172" y="2967"/>
                </a:lnTo>
                <a:lnTo>
                  <a:pt x="1171" y="2967"/>
                </a:lnTo>
                <a:lnTo>
                  <a:pt x="1171" y="2966"/>
                </a:lnTo>
                <a:lnTo>
                  <a:pt x="1170" y="2966"/>
                </a:lnTo>
                <a:lnTo>
                  <a:pt x="1169" y="2966"/>
                </a:lnTo>
                <a:lnTo>
                  <a:pt x="1168" y="2966"/>
                </a:lnTo>
                <a:lnTo>
                  <a:pt x="1167" y="2966"/>
                </a:lnTo>
                <a:lnTo>
                  <a:pt x="1166" y="2966"/>
                </a:lnTo>
                <a:lnTo>
                  <a:pt x="1165" y="2966"/>
                </a:lnTo>
                <a:lnTo>
                  <a:pt x="1164" y="2966"/>
                </a:lnTo>
                <a:lnTo>
                  <a:pt x="1164" y="2965"/>
                </a:lnTo>
                <a:lnTo>
                  <a:pt x="1163" y="2965"/>
                </a:lnTo>
                <a:lnTo>
                  <a:pt x="1163" y="2964"/>
                </a:lnTo>
                <a:lnTo>
                  <a:pt x="1162" y="2964"/>
                </a:lnTo>
                <a:lnTo>
                  <a:pt x="1162" y="2965"/>
                </a:lnTo>
                <a:lnTo>
                  <a:pt x="1161" y="2965"/>
                </a:lnTo>
                <a:lnTo>
                  <a:pt x="1160" y="2965"/>
                </a:lnTo>
                <a:lnTo>
                  <a:pt x="1159" y="2965"/>
                </a:lnTo>
                <a:lnTo>
                  <a:pt x="1159" y="2964"/>
                </a:lnTo>
                <a:lnTo>
                  <a:pt x="1158" y="2964"/>
                </a:lnTo>
                <a:lnTo>
                  <a:pt x="1158" y="2965"/>
                </a:lnTo>
                <a:lnTo>
                  <a:pt x="1157" y="2965"/>
                </a:lnTo>
                <a:lnTo>
                  <a:pt x="1156" y="2966"/>
                </a:lnTo>
                <a:lnTo>
                  <a:pt x="1156" y="2965"/>
                </a:lnTo>
                <a:lnTo>
                  <a:pt x="1155" y="2965"/>
                </a:lnTo>
                <a:lnTo>
                  <a:pt x="1155" y="2964"/>
                </a:lnTo>
                <a:lnTo>
                  <a:pt x="1154" y="2964"/>
                </a:lnTo>
                <a:lnTo>
                  <a:pt x="1153" y="2964"/>
                </a:lnTo>
                <a:lnTo>
                  <a:pt x="1153" y="2963"/>
                </a:lnTo>
                <a:lnTo>
                  <a:pt x="1152" y="2963"/>
                </a:lnTo>
                <a:lnTo>
                  <a:pt x="1152" y="2962"/>
                </a:lnTo>
                <a:lnTo>
                  <a:pt x="1151" y="2962"/>
                </a:lnTo>
                <a:lnTo>
                  <a:pt x="1150" y="2962"/>
                </a:lnTo>
                <a:lnTo>
                  <a:pt x="1150" y="2961"/>
                </a:lnTo>
                <a:lnTo>
                  <a:pt x="1151" y="2961"/>
                </a:lnTo>
                <a:lnTo>
                  <a:pt x="1151" y="2960"/>
                </a:lnTo>
                <a:lnTo>
                  <a:pt x="1151" y="2959"/>
                </a:lnTo>
                <a:lnTo>
                  <a:pt x="1150" y="2959"/>
                </a:lnTo>
                <a:lnTo>
                  <a:pt x="1150" y="2958"/>
                </a:lnTo>
                <a:lnTo>
                  <a:pt x="1150" y="2957"/>
                </a:lnTo>
                <a:lnTo>
                  <a:pt x="1150" y="2956"/>
                </a:lnTo>
                <a:lnTo>
                  <a:pt x="1150" y="2955"/>
                </a:lnTo>
                <a:lnTo>
                  <a:pt x="1149" y="2955"/>
                </a:lnTo>
                <a:lnTo>
                  <a:pt x="1149" y="2954"/>
                </a:lnTo>
                <a:lnTo>
                  <a:pt x="1148" y="2954"/>
                </a:lnTo>
                <a:lnTo>
                  <a:pt x="1148" y="2955"/>
                </a:lnTo>
                <a:lnTo>
                  <a:pt x="1147" y="2955"/>
                </a:lnTo>
                <a:lnTo>
                  <a:pt x="1147" y="2954"/>
                </a:lnTo>
                <a:lnTo>
                  <a:pt x="1146" y="2955"/>
                </a:lnTo>
                <a:lnTo>
                  <a:pt x="1146" y="2954"/>
                </a:lnTo>
                <a:lnTo>
                  <a:pt x="1146" y="2953"/>
                </a:lnTo>
                <a:lnTo>
                  <a:pt x="1147" y="2953"/>
                </a:lnTo>
                <a:lnTo>
                  <a:pt x="1147" y="2952"/>
                </a:lnTo>
                <a:lnTo>
                  <a:pt x="1147" y="2951"/>
                </a:lnTo>
                <a:lnTo>
                  <a:pt x="1146" y="2951"/>
                </a:lnTo>
                <a:lnTo>
                  <a:pt x="1145" y="2951"/>
                </a:lnTo>
                <a:lnTo>
                  <a:pt x="1144" y="2951"/>
                </a:lnTo>
                <a:lnTo>
                  <a:pt x="1144" y="2950"/>
                </a:lnTo>
                <a:lnTo>
                  <a:pt x="1143" y="2950"/>
                </a:lnTo>
                <a:lnTo>
                  <a:pt x="1143" y="2951"/>
                </a:lnTo>
                <a:lnTo>
                  <a:pt x="1142" y="2951"/>
                </a:lnTo>
                <a:lnTo>
                  <a:pt x="1142" y="2950"/>
                </a:lnTo>
                <a:lnTo>
                  <a:pt x="1141" y="2950"/>
                </a:lnTo>
                <a:lnTo>
                  <a:pt x="1141" y="2949"/>
                </a:lnTo>
                <a:lnTo>
                  <a:pt x="1140" y="2949"/>
                </a:lnTo>
                <a:lnTo>
                  <a:pt x="1140" y="2950"/>
                </a:lnTo>
                <a:lnTo>
                  <a:pt x="1139" y="2950"/>
                </a:lnTo>
                <a:lnTo>
                  <a:pt x="1139" y="2951"/>
                </a:lnTo>
                <a:lnTo>
                  <a:pt x="1138" y="2951"/>
                </a:lnTo>
                <a:lnTo>
                  <a:pt x="1138" y="2950"/>
                </a:lnTo>
                <a:lnTo>
                  <a:pt x="1137" y="2950"/>
                </a:lnTo>
                <a:lnTo>
                  <a:pt x="1136" y="2950"/>
                </a:lnTo>
                <a:lnTo>
                  <a:pt x="1136" y="2949"/>
                </a:lnTo>
                <a:lnTo>
                  <a:pt x="1135" y="2949"/>
                </a:lnTo>
                <a:lnTo>
                  <a:pt x="1134" y="2949"/>
                </a:lnTo>
                <a:lnTo>
                  <a:pt x="1134" y="2948"/>
                </a:lnTo>
                <a:lnTo>
                  <a:pt x="1133" y="2948"/>
                </a:lnTo>
                <a:lnTo>
                  <a:pt x="1133" y="2947"/>
                </a:lnTo>
                <a:lnTo>
                  <a:pt x="1132" y="2947"/>
                </a:lnTo>
                <a:lnTo>
                  <a:pt x="1132" y="2946"/>
                </a:lnTo>
                <a:lnTo>
                  <a:pt x="1132" y="2947"/>
                </a:lnTo>
                <a:lnTo>
                  <a:pt x="1131" y="2947"/>
                </a:lnTo>
                <a:lnTo>
                  <a:pt x="1130" y="2947"/>
                </a:lnTo>
                <a:lnTo>
                  <a:pt x="1129" y="2947"/>
                </a:lnTo>
                <a:lnTo>
                  <a:pt x="1128" y="2947"/>
                </a:lnTo>
                <a:lnTo>
                  <a:pt x="1128" y="2946"/>
                </a:lnTo>
                <a:lnTo>
                  <a:pt x="1128" y="2945"/>
                </a:lnTo>
                <a:lnTo>
                  <a:pt x="1128" y="2944"/>
                </a:lnTo>
                <a:lnTo>
                  <a:pt x="1128" y="2943"/>
                </a:lnTo>
                <a:lnTo>
                  <a:pt x="1128" y="2942"/>
                </a:lnTo>
                <a:lnTo>
                  <a:pt x="1128" y="2941"/>
                </a:lnTo>
                <a:lnTo>
                  <a:pt x="1129" y="2941"/>
                </a:lnTo>
                <a:lnTo>
                  <a:pt x="1129" y="2940"/>
                </a:lnTo>
                <a:lnTo>
                  <a:pt x="1129" y="2939"/>
                </a:lnTo>
                <a:lnTo>
                  <a:pt x="1129" y="2938"/>
                </a:lnTo>
                <a:lnTo>
                  <a:pt x="1130" y="2938"/>
                </a:lnTo>
                <a:lnTo>
                  <a:pt x="1130" y="2937"/>
                </a:lnTo>
                <a:lnTo>
                  <a:pt x="1130" y="2936"/>
                </a:lnTo>
                <a:lnTo>
                  <a:pt x="1129" y="2936"/>
                </a:lnTo>
                <a:lnTo>
                  <a:pt x="1130" y="2936"/>
                </a:lnTo>
                <a:lnTo>
                  <a:pt x="1130" y="2935"/>
                </a:lnTo>
                <a:lnTo>
                  <a:pt x="1130" y="2934"/>
                </a:lnTo>
                <a:lnTo>
                  <a:pt x="1130" y="2933"/>
                </a:lnTo>
                <a:lnTo>
                  <a:pt x="1131" y="2933"/>
                </a:lnTo>
                <a:lnTo>
                  <a:pt x="1131" y="2932"/>
                </a:lnTo>
                <a:lnTo>
                  <a:pt x="1131" y="2931"/>
                </a:lnTo>
                <a:lnTo>
                  <a:pt x="1130" y="2931"/>
                </a:lnTo>
                <a:lnTo>
                  <a:pt x="1130" y="2930"/>
                </a:lnTo>
                <a:lnTo>
                  <a:pt x="1131" y="2930"/>
                </a:lnTo>
                <a:lnTo>
                  <a:pt x="1130" y="2930"/>
                </a:lnTo>
                <a:lnTo>
                  <a:pt x="1130" y="2929"/>
                </a:lnTo>
                <a:lnTo>
                  <a:pt x="1129" y="2929"/>
                </a:lnTo>
                <a:lnTo>
                  <a:pt x="1129" y="2928"/>
                </a:lnTo>
                <a:lnTo>
                  <a:pt x="1128" y="2928"/>
                </a:lnTo>
                <a:lnTo>
                  <a:pt x="1126" y="2928"/>
                </a:lnTo>
                <a:lnTo>
                  <a:pt x="1125" y="2928"/>
                </a:lnTo>
                <a:lnTo>
                  <a:pt x="1125" y="2929"/>
                </a:lnTo>
                <a:lnTo>
                  <a:pt x="1124" y="2929"/>
                </a:lnTo>
                <a:lnTo>
                  <a:pt x="1124" y="2928"/>
                </a:lnTo>
                <a:lnTo>
                  <a:pt x="1124" y="2927"/>
                </a:lnTo>
                <a:lnTo>
                  <a:pt x="1124" y="2926"/>
                </a:lnTo>
                <a:lnTo>
                  <a:pt x="1124" y="2925"/>
                </a:lnTo>
                <a:lnTo>
                  <a:pt x="1124" y="2924"/>
                </a:lnTo>
                <a:lnTo>
                  <a:pt x="1125" y="2924"/>
                </a:lnTo>
                <a:lnTo>
                  <a:pt x="1125" y="2923"/>
                </a:lnTo>
                <a:lnTo>
                  <a:pt x="1125" y="2922"/>
                </a:lnTo>
                <a:lnTo>
                  <a:pt x="1126" y="2922"/>
                </a:lnTo>
                <a:lnTo>
                  <a:pt x="1126" y="2921"/>
                </a:lnTo>
                <a:lnTo>
                  <a:pt x="1125" y="2921"/>
                </a:lnTo>
                <a:lnTo>
                  <a:pt x="1125" y="2919"/>
                </a:lnTo>
                <a:lnTo>
                  <a:pt x="1126" y="2919"/>
                </a:lnTo>
                <a:lnTo>
                  <a:pt x="1125" y="2919"/>
                </a:lnTo>
                <a:lnTo>
                  <a:pt x="1124" y="2919"/>
                </a:lnTo>
                <a:lnTo>
                  <a:pt x="1123" y="2919"/>
                </a:lnTo>
                <a:lnTo>
                  <a:pt x="1123" y="2918"/>
                </a:lnTo>
                <a:lnTo>
                  <a:pt x="1123" y="2917"/>
                </a:lnTo>
                <a:lnTo>
                  <a:pt x="1123" y="2916"/>
                </a:lnTo>
                <a:lnTo>
                  <a:pt x="1122" y="2916"/>
                </a:lnTo>
                <a:lnTo>
                  <a:pt x="1122" y="2915"/>
                </a:lnTo>
                <a:lnTo>
                  <a:pt x="1122" y="2914"/>
                </a:lnTo>
                <a:lnTo>
                  <a:pt x="1122" y="2913"/>
                </a:lnTo>
                <a:lnTo>
                  <a:pt x="1122" y="2912"/>
                </a:lnTo>
                <a:lnTo>
                  <a:pt x="1121" y="2912"/>
                </a:lnTo>
                <a:lnTo>
                  <a:pt x="1122" y="2912"/>
                </a:lnTo>
                <a:lnTo>
                  <a:pt x="1122" y="2911"/>
                </a:lnTo>
                <a:lnTo>
                  <a:pt x="1122" y="2910"/>
                </a:lnTo>
                <a:lnTo>
                  <a:pt x="1123" y="2910"/>
                </a:lnTo>
                <a:lnTo>
                  <a:pt x="1123" y="2909"/>
                </a:lnTo>
                <a:lnTo>
                  <a:pt x="1124" y="2909"/>
                </a:lnTo>
                <a:lnTo>
                  <a:pt x="1124" y="2910"/>
                </a:lnTo>
                <a:lnTo>
                  <a:pt x="1124" y="2909"/>
                </a:lnTo>
                <a:lnTo>
                  <a:pt x="1125" y="2909"/>
                </a:lnTo>
                <a:lnTo>
                  <a:pt x="1125" y="2908"/>
                </a:lnTo>
                <a:lnTo>
                  <a:pt x="1125" y="2907"/>
                </a:lnTo>
                <a:lnTo>
                  <a:pt x="1125" y="2906"/>
                </a:lnTo>
                <a:lnTo>
                  <a:pt x="1126" y="2906"/>
                </a:lnTo>
                <a:lnTo>
                  <a:pt x="1126" y="2905"/>
                </a:lnTo>
                <a:lnTo>
                  <a:pt x="1125" y="2905"/>
                </a:lnTo>
                <a:lnTo>
                  <a:pt x="1124" y="2905"/>
                </a:lnTo>
                <a:lnTo>
                  <a:pt x="1123" y="2905"/>
                </a:lnTo>
                <a:lnTo>
                  <a:pt x="1123" y="2906"/>
                </a:lnTo>
                <a:lnTo>
                  <a:pt x="1123" y="2905"/>
                </a:lnTo>
                <a:lnTo>
                  <a:pt x="1122" y="2905"/>
                </a:lnTo>
                <a:lnTo>
                  <a:pt x="1120" y="2905"/>
                </a:lnTo>
                <a:lnTo>
                  <a:pt x="1120" y="2906"/>
                </a:lnTo>
                <a:lnTo>
                  <a:pt x="1119" y="2906"/>
                </a:lnTo>
                <a:lnTo>
                  <a:pt x="1118" y="2905"/>
                </a:lnTo>
                <a:lnTo>
                  <a:pt x="1117" y="2905"/>
                </a:lnTo>
                <a:lnTo>
                  <a:pt x="1116" y="2905"/>
                </a:lnTo>
                <a:lnTo>
                  <a:pt x="1116" y="2904"/>
                </a:lnTo>
                <a:lnTo>
                  <a:pt x="1116" y="2903"/>
                </a:lnTo>
                <a:lnTo>
                  <a:pt x="1117" y="2903"/>
                </a:lnTo>
                <a:lnTo>
                  <a:pt x="1117" y="2902"/>
                </a:lnTo>
                <a:lnTo>
                  <a:pt x="1117" y="2901"/>
                </a:lnTo>
                <a:lnTo>
                  <a:pt x="1116" y="2901"/>
                </a:lnTo>
                <a:lnTo>
                  <a:pt x="1116" y="2900"/>
                </a:lnTo>
                <a:lnTo>
                  <a:pt x="1115" y="2900"/>
                </a:lnTo>
                <a:lnTo>
                  <a:pt x="1115" y="2899"/>
                </a:lnTo>
                <a:lnTo>
                  <a:pt x="1114" y="2899"/>
                </a:lnTo>
                <a:lnTo>
                  <a:pt x="1113" y="2899"/>
                </a:lnTo>
                <a:lnTo>
                  <a:pt x="1113" y="2900"/>
                </a:lnTo>
                <a:lnTo>
                  <a:pt x="1112" y="2900"/>
                </a:lnTo>
                <a:lnTo>
                  <a:pt x="1111" y="2900"/>
                </a:lnTo>
                <a:lnTo>
                  <a:pt x="1110" y="2900"/>
                </a:lnTo>
                <a:lnTo>
                  <a:pt x="1110" y="2899"/>
                </a:lnTo>
                <a:lnTo>
                  <a:pt x="1110" y="2898"/>
                </a:lnTo>
                <a:lnTo>
                  <a:pt x="1109" y="2898"/>
                </a:lnTo>
                <a:lnTo>
                  <a:pt x="1109" y="2899"/>
                </a:lnTo>
                <a:lnTo>
                  <a:pt x="1108" y="2899"/>
                </a:lnTo>
                <a:lnTo>
                  <a:pt x="1107" y="2899"/>
                </a:lnTo>
                <a:lnTo>
                  <a:pt x="1107" y="2900"/>
                </a:lnTo>
                <a:lnTo>
                  <a:pt x="1106" y="2900"/>
                </a:lnTo>
                <a:lnTo>
                  <a:pt x="1106" y="2899"/>
                </a:lnTo>
                <a:lnTo>
                  <a:pt x="1105" y="2899"/>
                </a:lnTo>
                <a:lnTo>
                  <a:pt x="1104" y="2899"/>
                </a:lnTo>
                <a:lnTo>
                  <a:pt x="1103" y="2899"/>
                </a:lnTo>
                <a:lnTo>
                  <a:pt x="1103" y="2898"/>
                </a:lnTo>
                <a:lnTo>
                  <a:pt x="1104" y="2898"/>
                </a:lnTo>
                <a:lnTo>
                  <a:pt x="1104" y="2897"/>
                </a:lnTo>
                <a:lnTo>
                  <a:pt x="1104" y="2896"/>
                </a:lnTo>
                <a:lnTo>
                  <a:pt x="1103" y="2896"/>
                </a:lnTo>
                <a:lnTo>
                  <a:pt x="1102" y="2895"/>
                </a:lnTo>
                <a:lnTo>
                  <a:pt x="1101" y="2895"/>
                </a:lnTo>
                <a:lnTo>
                  <a:pt x="1100" y="2895"/>
                </a:lnTo>
                <a:lnTo>
                  <a:pt x="1100" y="2896"/>
                </a:lnTo>
                <a:lnTo>
                  <a:pt x="1099" y="2896"/>
                </a:lnTo>
                <a:lnTo>
                  <a:pt x="1099" y="2897"/>
                </a:lnTo>
                <a:lnTo>
                  <a:pt x="1098" y="2897"/>
                </a:lnTo>
                <a:lnTo>
                  <a:pt x="1098" y="2896"/>
                </a:lnTo>
                <a:lnTo>
                  <a:pt x="1097" y="2896"/>
                </a:lnTo>
                <a:lnTo>
                  <a:pt x="1096" y="2896"/>
                </a:lnTo>
                <a:lnTo>
                  <a:pt x="1095" y="2896"/>
                </a:lnTo>
                <a:lnTo>
                  <a:pt x="1095" y="2895"/>
                </a:lnTo>
                <a:lnTo>
                  <a:pt x="1094" y="2895"/>
                </a:lnTo>
                <a:lnTo>
                  <a:pt x="1094" y="2896"/>
                </a:lnTo>
                <a:lnTo>
                  <a:pt x="1093" y="2896"/>
                </a:lnTo>
                <a:lnTo>
                  <a:pt x="1092" y="2896"/>
                </a:lnTo>
                <a:lnTo>
                  <a:pt x="1092" y="2897"/>
                </a:lnTo>
                <a:lnTo>
                  <a:pt x="1091" y="2897"/>
                </a:lnTo>
                <a:lnTo>
                  <a:pt x="1090" y="2897"/>
                </a:lnTo>
                <a:lnTo>
                  <a:pt x="1089" y="2897"/>
                </a:lnTo>
                <a:lnTo>
                  <a:pt x="1089" y="2898"/>
                </a:lnTo>
                <a:lnTo>
                  <a:pt x="1089" y="2899"/>
                </a:lnTo>
                <a:lnTo>
                  <a:pt x="1088" y="2899"/>
                </a:lnTo>
                <a:lnTo>
                  <a:pt x="1088" y="2898"/>
                </a:lnTo>
                <a:lnTo>
                  <a:pt x="1088" y="2899"/>
                </a:lnTo>
                <a:lnTo>
                  <a:pt x="1087" y="2899"/>
                </a:lnTo>
                <a:lnTo>
                  <a:pt x="1087" y="2898"/>
                </a:lnTo>
                <a:lnTo>
                  <a:pt x="1087" y="2899"/>
                </a:lnTo>
                <a:lnTo>
                  <a:pt x="1086" y="2899"/>
                </a:lnTo>
                <a:lnTo>
                  <a:pt x="1086" y="2898"/>
                </a:lnTo>
                <a:lnTo>
                  <a:pt x="1085" y="2898"/>
                </a:lnTo>
                <a:lnTo>
                  <a:pt x="1085" y="2899"/>
                </a:lnTo>
                <a:lnTo>
                  <a:pt x="1084" y="2899"/>
                </a:lnTo>
                <a:lnTo>
                  <a:pt x="1084" y="2900"/>
                </a:lnTo>
                <a:lnTo>
                  <a:pt x="1084" y="2901"/>
                </a:lnTo>
                <a:lnTo>
                  <a:pt x="1083" y="2901"/>
                </a:lnTo>
                <a:lnTo>
                  <a:pt x="1083" y="2902"/>
                </a:lnTo>
                <a:lnTo>
                  <a:pt x="1083" y="2903"/>
                </a:lnTo>
                <a:lnTo>
                  <a:pt x="1084" y="2903"/>
                </a:lnTo>
                <a:lnTo>
                  <a:pt x="1084" y="2904"/>
                </a:lnTo>
                <a:lnTo>
                  <a:pt x="1083" y="2904"/>
                </a:lnTo>
                <a:lnTo>
                  <a:pt x="1082" y="2905"/>
                </a:lnTo>
                <a:lnTo>
                  <a:pt x="1081" y="2905"/>
                </a:lnTo>
                <a:lnTo>
                  <a:pt x="1080" y="2905"/>
                </a:lnTo>
                <a:lnTo>
                  <a:pt x="1079" y="2905"/>
                </a:lnTo>
                <a:lnTo>
                  <a:pt x="1078" y="2905"/>
                </a:lnTo>
                <a:lnTo>
                  <a:pt x="1077" y="2905"/>
                </a:lnTo>
                <a:lnTo>
                  <a:pt x="1076" y="2905"/>
                </a:lnTo>
                <a:lnTo>
                  <a:pt x="1075" y="2905"/>
                </a:lnTo>
                <a:lnTo>
                  <a:pt x="1074" y="2905"/>
                </a:lnTo>
                <a:lnTo>
                  <a:pt x="1074" y="2906"/>
                </a:lnTo>
                <a:lnTo>
                  <a:pt x="1073" y="2906"/>
                </a:lnTo>
                <a:lnTo>
                  <a:pt x="1073" y="2907"/>
                </a:lnTo>
                <a:lnTo>
                  <a:pt x="1072" y="2907"/>
                </a:lnTo>
                <a:lnTo>
                  <a:pt x="1072" y="2908"/>
                </a:lnTo>
                <a:lnTo>
                  <a:pt x="1071" y="2909"/>
                </a:lnTo>
                <a:lnTo>
                  <a:pt x="1070" y="2909"/>
                </a:lnTo>
                <a:lnTo>
                  <a:pt x="1069" y="2909"/>
                </a:lnTo>
                <a:lnTo>
                  <a:pt x="1069" y="2910"/>
                </a:lnTo>
                <a:lnTo>
                  <a:pt x="1068" y="2910"/>
                </a:lnTo>
                <a:lnTo>
                  <a:pt x="1068" y="2911"/>
                </a:lnTo>
                <a:lnTo>
                  <a:pt x="1068" y="2912"/>
                </a:lnTo>
                <a:lnTo>
                  <a:pt x="1069" y="2912"/>
                </a:lnTo>
                <a:lnTo>
                  <a:pt x="1069" y="2913"/>
                </a:lnTo>
                <a:lnTo>
                  <a:pt x="1068" y="2913"/>
                </a:lnTo>
                <a:lnTo>
                  <a:pt x="1068" y="2914"/>
                </a:lnTo>
                <a:lnTo>
                  <a:pt x="1067" y="2914"/>
                </a:lnTo>
                <a:lnTo>
                  <a:pt x="1067" y="2915"/>
                </a:lnTo>
                <a:lnTo>
                  <a:pt x="1066" y="2915"/>
                </a:lnTo>
                <a:lnTo>
                  <a:pt x="1065" y="2915"/>
                </a:lnTo>
                <a:lnTo>
                  <a:pt x="1065" y="2914"/>
                </a:lnTo>
                <a:lnTo>
                  <a:pt x="1064" y="2914"/>
                </a:lnTo>
                <a:lnTo>
                  <a:pt x="1064" y="2913"/>
                </a:lnTo>
                <a:lnTo>
                  <a:pt x="1063" y="2913"/>
                </a:lnTo>
                <a:lnTo>
                  <a:pt x="1062" y="2913"/>
                </a:lnTo>
                <a:lnTo>
                  <a:pt x="1061" y="2913"/>
                </a:lnTo>
                <a:lnTo>
                  <a:pt x="1060" y="2913"/>
                </a:lnTo>
                <a:lnTo>
                  <a:pt x="1060" y="2912"/>
                </a:lnTo>
                <a:lnTo>
                  <a:pt x="1059" y="2912"/>
                </a:lnTo>
                <a:lnTo>
                  <a:pt x="1059" y="2911"/>
                </a:lnTo>
                <a:lnTo>
                  <a:pt x="1059" y="2910"/>
                </a:lnTo>
                <a:lnTo>
                  <a:pt x="1058" y="2910"/>
                </a:lnTo>
                <a:lnTo>
                  <a:pt x="1058" y="2909"/>
                </a:lnTo>
                <a:lnTo>
                  <a:pt x="1058" y="2910"/>
                </a:lnTo>
                <a:lnTo>
                  <a:pt x="1057" y="2910"/>
                </a:lnTo>
                <a:lnTo>
                  <a:pt x="1056" y="2910"/>
                </a:lnTo>
                <a:lnTo>
                  <a:pt x="1055" y="2910"/>
                </a:lnTo>
                <a:lnTo>
                  <a:pt x="1055" y="2909"/>
                </a:lnTo>
                <a:lnTo>
                  <a:pt x="1054" y="2909"/>
                </a:lnTo>
                <a:lnTo>
                  <a:pt x="1054" y="2908"/>
                </a:lnTo>
                <a:lnTo>
                  <a:pt x="1054" y="2907"/>
                </a:lnTo>
                <a:lnTo>
                  <a:pt x="1053" y="2907"/>
                </a:lnTo>
                <a:lnTo>
                  <a:pt x="1054" y="2906"/>
                </a:lnTo>
                <a:lnTo>
                  <a:pt x="1054" y="2905"/>
                </a:lnTo>
                <a:lnTo>
                  <a:pt x="1053" y="2905"/>
                </a:lnTo>
                <a:lnTo>
                  <a:pt x="1053" y="2904"/>
                </a:lnTo>
                <a:lnTo>
                  <a:pt x="1053" y="2903"/>
                </a:lnTo>
                <a:lnTo>
                  <a:pt x="1053" y="2904"/>
                </a:lnTo>
                <a:lnTo>
                  <a:pt x="1052" y="2904"/>
                </a:lnTo>
                <a:lnTo>
                  <a:pt x="1052" y="2903"/>
                </a:lnTo>
                <a:lnTo>
                  <a:pt x="1051" y="2903"/>
                </a:lnTo>
                <a:lnTo>
                  <a:pt x="1051" y="2902"/>
                </a:lnTo>
                <a:lnTo>
                  <a:pt x="1051" y="2901"/>
                </a:lnTo>
                <a:lnTo>
                  <a:pt x="1050" y="2901"/>
                </a:lnTo>
                <a:lnTo>
                  <a:pt x="1049" y="2901"/>
                </a:lnTo>
                <a:lnTo>
                  <a:pt x="1048" y="2901"/>
                </a:lnTo>
                <a:lnTo>
                  <a:pt x="1048" y="2900"/>
                </a:lnTo>
                <a:lnTo>
                  <a:pt x="1047" y="2900"/>
                </a:lnTo>
                <a:lnTo>
                  <a:pt x="1047" y="2899"/>
                </a:lnTo>
                <a:lnTo>
                  <a:pt x="1046" y="2899"/>
                </a:lnTo>
                <a:lnTo>
                  <a:pt x="1046" y="2898"/>
                </a:lnTo>
                <a:lnTo>
                  <a:pt x="1046" y="2897"/>
                </a:lnTo>
                <a:lnTo>
                  <a:pt x="1045" y="2897"/>
                </a:lnTo>
                <a:lnTo>
                  <a:pt x="1045" y="2896"/>
                </a:lnTo>
                <a:lnTo>
                  <a:pt x="1046" y="2896"/>
                </a:lnTo>
                <a:lnTo>
                  <a:pt x="1046" y="2895"/>
                </a:lnTo>
                <a:lnTo>
                  <a:pt x="1046" y="2894"/>
                </a:lnTo>
                <a:lnTo>
                  <a:pt x="1046" y="2893"/>
                </a:lnTo>
                <a:lnTo>
                  <a:pt x="1045" y="2893"/>
                </a:lnTo>
                <a:lnTo>
                  <a:pt x="1045" y="2892"/>
                </a:lnTo>
                <a:lnTo>
                  <a:pt x="1044" y="2892"/>
                </a:lnTo>
                <a:lnTo>
                  <a:pt x="1043" y="2892"/>
                </a:lnTo>
                <a:lnTo>
                  <a:pt x="1043" y="2891"/>
                </a:lnTo>
                <a:lnTo>
                  <a:pt x="1043" y="2890"/>
                </a:lnTo>
                <a:lnTo>
                  <a:pt x="1043" y="2889"/>
                </a:lnTo>
                <a:lnTo>
                  <a:pt x="1042" y="2889"/>
                </a:lnTo>
                <a:lnTo>
                  <a:pt x="1043" y="2889"/>
                </a:lnTo>
                <a:lnTo>
                  <a:pt x="1043" y="2888"/>
                </a:lnTo>
                <a:lnTo>
                  <a:pt x="1044" y="2888"/>
                </a:lnTo>
                <a:lnTo>
                  <a:pt x="1044" y="2887"/>
                </a:lnTo>
                <a:lnTo>
                  <a:pt x="1043" y="2887"/>
                </a:lnTo>
                <a:lnTo>
                  <a:pt x="1044" y="2887"/>
                </a:lnTo>
                <a:lnTo>
                  <a:pt x="1044" y="2886"/>
                </a:lnTo>
                <a:lnTo>
                  <a:pt x="1043" y="2886"/>
                </a:lnTo>
                <a:lnTo>
                  <a:pt x="1043" y="2885"/>
                </a:lnTo>
                <a:lnTo>
                  <a:pt x="1043" y="2884"/>
                </a:lnTo>
                <a:lnTo>
                  <a:pt x="1042" y="2884"/>
                </a:lnTo>
                <a:lnTo>
                  <a:pt x="1041" y="2884"/>
                </a:lnTo>
                <a:lnTo>
                  <a:pt x="1040" y="2884"/>
                </a:lnTo>
                <a:lnTo>
                  <a:pt x="1039" y="2884"/>
                </a:lnTo>
                <a:lnTo>
                  <a:pt x="1039" y="2883"/>
                </a:lnTo>
                <a:lnTo>
                  <a:pt x="1038" y="2883"/>
                </a:lnTo>
                <a:lnTo>
                  <a:pt x="1038" y="2882"/>
                </a:lnTo>
                <a:lnTo>
                  <a:pt x="1037" y="2881"/>
                </a:lnTo>
                <a:lnTo>
                  <a:pt x="1038" y="2881"/>
                </a:lnTo>
                <a:lnTo>
                  <a:pt x="1038" y="2880"/>
                </a:lnTo>
                <a:lnTo>
                  <a:pt x="1037" y="2880"/>
                </a:lnTo>
                <a:lnTo>
                  <a:pt x="1036" y="2880"/>
                </a:lnTo>
                <a:lnTo>
                  <a:pt x="1036" y="2879"/>
                </a:lnTo>
                <a:lnTo>
                  <a:pt x="1035" y="2879"/>
                </a:lnTo>
                <a:lnTo>
                  <a:pt x="1035" y="2878"/>
                </a:lnTo>
                <a:lnTo>
                  <a:pt x="1035" y="2877"/>
                </a:lnTo>
                <a:lnTo>
                  <a:pt x="1036" y="2877"/>
                </a:lnTo>
                <a:lnTo>
                  <a:pt x="1036" y="2876"/>
                </a:lnTo>
                <a:lnTo>
                  <a:pt x="1036" y="2875"/>
                </a:lnTo>
                <a:lnTo>
                  <a:pt x="1035" y="2875"/>
                </a:lnTo>
                <a:lnTo>
                  <a:pt x="1034" y="2875"/>
                </a:lnTo>
                <a:lnTo>
                  <a:pt x="1034" y="2874"/>
                </a:lnTo>
                <a:lnTo>
                  <a:pt x="1033" y="2874"/>
                </a:lnTo>
                <a:lnTo>
                  <a:pt x="1032" y="2873"/>
                </a:lnTo>
                <a:lnTo>
                  <a:pt x="1032" y="2874"/>
                </a:lnTo>
                <a:lnTo>
                  <a:pt x="1031" y="2874"/>
                </a:lnTo>
                <a:lnTo>
                  <a:pt x="1030" y="2874"/>
                </a:lnTo>
                <a:lnTo>
                  <a:pt x="1029" y="2874"/>
                </a:lnTo>
                <a:lnTo>
                  <a:pt x="1029" y="2875"/>
                </a:lnTo>
                <a:lnTo>
                  <a:pt x="1029" y="2874"/>
                </a:lnTo>
                <a:lnTo>
                  <a:pt x="1028" y="2874"/>
                </a:lnTo>
                <a:lnTo>
                  <a:pt x="1027" y="2874"/>
                </a:lnTo>
                <a:lnTo>
                  <a:pt x="1027" y="2873"/>
                </a:lnTo>
                <a:lnTo>
                  <a:pt x="1027" y="2872"/>
                </a:lnTo>
                <a:lnTo>
                  <a:pt x="1027" y="2871"/>
                </a:lnTo>
                <a:lnTo>
                  <a:pt x="1027" y="2870"/>
                </a:lnTo>
                <a:lnTo>
                  <a:pt x="1026" y="2870"/>
                </a:lnTo>
                <a:lnTo>
                  <a:pt x="1026" y="2869"/>
                </a:lnTo>
                <a:lnTo>
                  <a:pt x="1026" y="2868"/>
                </a:lnTo>
                <a:lnTo>
                  <a:pt x="1027" y="2868"/>
                </a:lnTo>
                <a:lnTo>
                  <a:pt x="1028" y="2868"/>
                </a:lnTo>
                <a:lnTo>
                  <a:pt x="1029" y="2868"/>
                </a:lnTo>
                <a:lnTo>
                  <a:pt x="1029" y="2867"/>
                </a:lnTo>
                <a:lnTo>
                  <a:pt x="1029" y="2866"/>
                </a:lnTo>
                <a:lnTo>
                  <a:pt x="1028" y="2866"/>
                </a:lnTo>
                <a:lnTo>
                  <a:pt x="1027" y="2866"/>
                </a:lnTo>
                <a:lnTo>
                  <a:pt x="1027" y="2865"/>
                </a:lnTo>
                <a:lnTo>
                  <a:pt x="1025" y="2865"/>
                </a:lnTo>
                <a:lnTo>
                  <a:pt x="1024" y="2865"/>
                </a:lnTo>
                <a:lnTo>
                  <a:pt x="1023" y="2865"/>
                </a:lnTo>
                <a:lnTo>
                  <a:pt x="1023" y="2864"/>
                </a:lnTo>
                <a:lnTo>
                  <a:pt x="1022" y="2864"/>
                </a:lnTo>
                <a:lnTo>
                  <a:pt x="1022" y="2863"/>
                </a:lnTo>
                <a:lnTo>
                  <a:pt x="1022" y="2862"/>
                </a:lnTo>
                <a:lnTo>
                  <a:pt x="1021" y="2862"/>
                </a:lnTo>
                <a:lnTo>
                  <a:pt x="1020" y="2862"/>
                </a:lnTo>
                <a:lnTo>
                  <a:pt x="1020" y="2861"/>
                </a:lnTo>
                <a:lnTo>
                  <a:pt x="1019" y="2861"/>
                </a:lnTo>
                <a:lnTo>
                  <a:pt x="1019" y="2862"/>
                </a:lnTo>
                <a:lnTo>
                  <a:pt x="1019" y="2863"/>
                </a:lnTo>
                <a:lnTo>
                  <a:pt x="1018" y="2863"/>
                </a:lnTo>
                <a:lnTo>
                  <a:pt x="1017" y="2863"/>
                </a:lnTo>
                <a:lnTo>
                  <a:pt x="1016" y="2863"/>
                </a:lnTo>
                <a:lnTo>
                  <a:pt x="1016" y="2862"/>
                </a:lnTo>
                <a:lnTo>
                  <a:pt x="1016" y="2861"/>
                </a:lnTo>
                <a:lnTo>
                  <a:pt x="1017" y="2861"/>
                </a:lnTo>
                <a:lnTo>
                  <a:pt x="1016" y="2860"/>
                </a:lnTo>
                <a:lnTo>
                  <a:pt x="1015" y="2860"/>
                </a:lnTo>
                <a:lnTo>
                  <a:pt x="1014" y="2860"/>
                </a:lnTo>
                <a:lnTo>
                  <a:pt x="1013" y="2860"/>
                </a:lnTo>
                <a:lnTo>
                  <a:pt x="1012" y="2860"/>
                </a:lnTo>
                <a:lnTo>
                  <a:pt x="1012" y="2859"/>
                </a:lnTo>
                <a:lnTo>
                  <a:pt x="1012" y="2860"/>
                </a:lnTo>
                <a:lnTo>
                  <a:pt x="1011" y="2860"/>
                </a:lnTo>
                <a:lnTo>
                  <a:pt x="1011" y="2861"/>
                </a:lnTo>
                <a:lnTo>
                  <a:pt x="1011" y="2860"/>
                </a:lnTo>
                <a:lnTo>
                  <a:pt x="1010" y="2860"/>
                </a:lnTo>
                <a:lnTo>
                  <a:pt x="1010" y="2861"/>
                </a:lnTo>
                <a:lnTo>
                  <a:pt x="1009" y="2861"/>
                </a:lnTo>
                <a:lnTo>
                  <a:pt x="1009" y="2862"/>
                </a:lnTo>
                <a:lnTo>
                  <a:pt x="1008" y="2862"/>
                </a:lnTo>
                <a:lnTo>
                  <a:pt x="1007" y="2862"/>
                </a:lnTo>
                <a:lnTo>
                  <a:pt x="1007" y="2861"/>
                </a:lnTo>
                <a:lnTo>
                  <a:pt x="1006" y="2861"/>
                </a:lnTo>
                <a:lnTo>
                  <a:pt x="1006" y="2860"/>
                </a:lnTo>
                <a:lnTo>
                  <a:pt x="1006" y="2859"/>
                </a:lnTo>
                <a:lnTo>
                  <a:pt x="1005" y="2859"/>
                </a:lnTo>
                <a:lnTo>
                  <a:pt x="1004" y="2859"/>
                </a:lnTo>
                <a:lnTo>
                  <a:pt x="1004" y="2858"/>
                </a:lnTo>
                <a:lnTo>
                  <a:pt x="1003" y="2858"/>
                </a:lnTo>
                <a:lnTo>
                  <a:pt x="1003" y="2857"/>
                </a:lnTo>
                <a:lnTo>
                  <a:pt x="1003" y="2856"/>
                </a:lnTo>
                <a:lnTo>
                  <a:pt x="1002" y="2856"/>
                </a:lnTo>
                <a:lnTo>
                  <a:pt x="1002" y="2857"/>
                </a:lnTo>
                <a:lnTo>
                  <a:pt x="1001" y="2857"/>
                </a:lnTo>
                <a:lnTo>
                  <a:pt x="1001" y="2856"/>
                </a:lnTo>
                <a:lnTo>
                  <a:pt x="1001" y="2855"/>
                </a:lnTo>
                <a:lnTo>
                  <a:pt x="1000" y="2855"/>
                </a:lnTo>
                <a:lnTo>
                  <a:pt x="1000" y="2854"/>
                </a:lnTo>
                <a:lnTo>
                  <a:pt x="1000" y="2855"/>
                </a:lnTo>
                <a:lnTo>
                  <a:pt x="999" y="2855"/>
                </a:lnTo>
                <a:lnTo>
                  <a:pt x="998" y="2855"/>
                </a:lnTo>
                <a:lnTo>
                  <a:pt x="998" y="2854"/>
                </a:lnTo>
                <a:lnTo>
                  <a:pt x="997" y="2854"/>
                </a:lnTo>
                <a:lnTo>
                  <a:pt x="997" y="2855"/>
                </a:lnTo>
                <a:lnTo>
                  <a:pt x="996" y="2855"/>
                </a:lnTo>
                <a:lnTo>
                  <a:pt x="994" y="2855"/>
                </a:lnTo>
                <a:lnTo>
                  <a:pt x="994" y="2854"/>
                </a:lnTo>
                <a:lnTo>
                  <a:pt x="993" y="2854"/>
                </a:lnTo>
                <a:lnTo>
                  <a:pt x="993" y="2853"/>
                </a:lnTo>
                <a:lnTo>
                  <a:pt x="993" y="2852"/>
                </a:lnTo>
                <a:lnTo>
                  <a:pt x="994" y="2852"/>
                </a:lnTo>
                <a:lnTo>
                  <a:pt x="994" y="2851"/>
                </a:lnTo>
                <a:lnTo>
                  <a:pt x="993" y="2851"/>
                </a:lnTo>
                <a:lnTo>
                  <a:pt x="993" y="2850"/>
                </a:lnTo>
                <a:lnTo>
                  <a:pt x="992" y="2850"/>
                </a:lnTo>
                <a:lnTo>
                  <a:pt x="991" y="2850"/>
                </a:lnTo>
                <a:lnTo>
                  <a:pt x="990" y="2850"/>
                </a:lnTo>
                <a:lnTo>
                  <a:pt x="989" y="2850"/>
                </a:lnTo>
                <a:lnTo>
                  <a:pt x="988" y="2850"/>
                </a:lnTo>
                <a:lnTo>
                  <a:pt x="987" y="2850"/>
                </a:lnTo>
                <a:lnTo>
                  <a:pt x="987" y="2851"/>
                </a:lnTo>
                <a:lnTo>
                  <a:pt x="987" y="2852"/>
                </a:lnTo>
                <a:lnTo>
                  <a:pt x="986" y="2851"/>
                </a:lnTo>
                <a:lnTo>
                  <a:pt x="986" y="2852"/>
                </a:lnTo>
                <a:lnTo>
                  <a:pt x="985" y="2852"/>
                </a:lnTo>
                <a:lnTo>
                  <a:pt x="984" y="2852"/>
                </a:lnTo>
                <a:lnTo>
                  <a:pt x="983" y="2852"/>
                </a:lnTo>
                <a:lnTo>
                  <a:pt x="982" y="2852"/>
                </a:lnTo>
                <a:lnTo>
                  <a:pt x="981" y="2852"/>
                </a:lnTo>
                <a:lnTo>
                  <a:pt x="981" y="2851"/>
                </a:lnTo>
                <a:lnTo>
                  <a:pt x="980" y="2851"/>
                </a:lnTo>
                <a:lnTo>
                  <a:pt x="980" y="2850"/>
                </a:lnTo>
                <a:lnTo>
                  <a:pt x="980" y="2849"/>
                </a:lnTo>
                <a:lnTo>
                  <a:pt x="980" y="2848"/>
                </a:lnTo>
                <a:lnTo>
                  <a:pt x="978" y="2848"/>
                </a:lnTo>
                <a:lnTo>
                  <a:pt x="977" y="2848"/>
                </a:lnTo>
                <a:lnTo>
                  <a:pt x="976" y="2848"/>
                </a:lnTo>
                <a:lnTo>
                  <a:pt x="976" y="2847"/>
                </a:lnTo>
                <a:lnTo>
                  <a:pt x="976" y="2848"/>
                </a:lnTo>
                <a:lnTo>
                  <a:pt x="976" y="2847"/>
                </a:lnTo>
                <a:lnTo>
                  <a:pt x="975" y="2847"/>
                </a:lnTo>
                <a:lnTo>
                  <a:pt x="974" y="2847"/>
                </a:lnTo>
                <a:lnTo>
                  <a:pt x="975" y="2847"/>
                </a:lnTo>
                <a:lnTo>
                  <a:pt x="975" y="2845"/>
                </a:lnTo>
                <a:lnTo>
                  <a:pt x="974" y="2845"/>
                </a:lnTo>
                <a:lnTo>
                  <a:pt x="974" y="2844"/>
                </a:lnTo>
                <a:lnTo>
                  <a:pt x="974" y="2843"/>
                </a:lnTo>
                <a:lnTo>
                  <a:pt x="973" y="2843"/>
                </a:lnTo>
                <a:lnTo>
                  <a:pt x="972" y="2843"/>
                </a:lnTo>
                <a:lnTo>
                  <a:pt x="972" y="2842"/>
                </a:lnTo>
                <a:lnTo>
                  <a:pt x="971" y="2842"/>
                </a:lnTo>
                <a:lnTo>
                  <a:pt x="970" y="2842"/>
                </a:lnTo>
                <a:lnTo>
                  <a:pt x="970" y="2843"/>
                </a:lnTo>
                <a:lnTo>
                  <a:pt x="969" y="2843"/>
                </a:lnTo>
                <a:lnTo>
                  <a:pt x="969" y="2842"/>
                </a:lnTo>
                <a:lnTo>
                  <a:pt x="969" y="2843"/>
                </a:lnTo>
                <a:lnTo>
                  <a:pt x="968" y="2843"/>
                </a:lnTo>
                <a:lnTo>
                  <a:pt x="967" y="2843"/>
                </a:lnTo>
                <a:lnTo>
                  <a:pt x="967" y="2842"/>
                </a:lnTo>
                <a:lnTo>
                  <a:pt x="966" y="2842"/>
                </a:lnTo>
                <a:lnTo>
                  <a:pt x="967" y="2842"/>
                </a:lnTo>
                <a:lnTo>
                  <a:pt x="967" y="2841"/>
                </a:lnTo>
                <a:lnTo>
                  <a:pt x="967" y="2840"/>
                </a:lnTo>
                <a:lnTo>
                  <a:pt x="967" y="2839"/>
                </a:lnTo>
                <a:lnTo>
                  <a:pt x="968" y="2839"/>
                </a:lnTo>
                <a:lnTo>
                  <a:pt x="968" y="2840"/>
                </a:lnTo>
                <a:lnTo>
                  <a:pt x="969" y="2840"/>
                </a:lnTo>
                <a:lnTo>
                  <a:pt x="969" y="2839"/>
                </a:lnTo>
                <a:lnTo>
                  <a:pt x="970" y="2839"/>
                </a:lnTo>
                <a:lnTo>
                  <a:pt x="970" y="2838"/>
                </a:lnTo>
                <a:lnTo>
                  <a:pt x="971" y="2838"/>
                </a:lnTo>
                <a:lnTo>
                  <a:pt x="971" y="2837"/>
                </a:lnTo>
                <a:lnTo>
                  <a:pt x="972" y="2837"/>
                </a:lnTo>
                <a:lnTo>
                  <a:pt x="971" y="2837"/>
                </a:lnTo>
                <a:lnTo>
                  <a:pt x="971" y="2836"/>
                </a:lnTo>
                <a:lnTo>
                  <a:pt x="971" y="2835"/>
                </a:lnTo>
                <a:lnTo>
                  <a:pt x="970" y="2835"/>
                </a:lnTo>
                <a:lnTo>
                  <a:pt x="970" y="2834"/>
                </a:lnTo>
                <a:lnTo>
                  <a:pt x="969" y="2834"/>
                </a:lnTo>
                <a:lnTo>
                  <a:pt x="968" y="2834"/>
                </a:lnTo>
                <a:lnTo>
                  <a:pt x="968" y="2833"/>
                </a:lnTo>
                <a:lnTo>
                  <a:pt x="968" y="2832"/>
                </a:lnTo>
                <a:lnTo>
                  <a:pt x="967" y="2832"/>
                </a:lnTo>
                <a:lnTo>
                  <a:pt x="966" y="2832"/>
                </a:lnTo>
                <a:lnTo>
                  <a:pt x="966" y="2833"/>
                </a:lnTo>
                <a:lnTo>
                  <a:pt x="965" y="2833"/>
                </a:lnTo>
                <a:lnTo>
                  <a:pt x="964" y="2833"/>
                </a:lnTo>
                <a:lnTo>
                  <a:pt x="964" y="2834"/>
                </a:lnTo>
                <a:lnTo>
                  <a:pt x="963" y="2834"/>
                </a:lnTo>
                <a:lnTo>
                  <a:pt x="962" y="2834"/>
                </a:lnTo>
                <a:lnTo>
                  <a:pt x="962" y="2835"/>
                </a:lnTo>
                <a:lnTo>
                  <a:pt x="961" y="2835"/>
                </a:lnTo>
                <a:lnTo>
                  <a:pt x="961" y="2834"/>
                </a:lnTo>
                <a:lnTo>
                  <a:pt x="960" y="2834"/>
                </a:lnTo>
                <a:lnTo>
                  <a:pt x="959" y="2834"/>
                </a:lnTo>
                <a:lnTo>
                  <a:pt x="959" y="2833"/>
                </a:lnTo>
                <a:lnTo>
                  <a:pt x="960" y="2833"/>
                </a:lnTo>
                <a:lnTo>
                  <a:pt x="960" y="2832"/>
                </a:lnTo>
                <a:lnTo>
                  <a:pt x="961" y="2832"/>
                </a:lnTo>
                <a:lnTo>
                  <a:pt x="961" y="2831"/>
                </a:lnTo>
                <a:lnTo>
                  <a:pt x="962" y="2831"/>
                </a:lnTo>
                <a:lnTo>
                  <a:pt x="962" y="2830"/>
                </a:lnTo>
                <a:lnTo>
                  <a:pt x="961" y="2830"/>
                </a:lnTo>
                <a:lnTo>
                  <a:pt x="961" y="2829"/>
                </a:lnTo>
                <a:lnTo>
                  <a:pt x="960" y="2829"/>
                </a:lnTo>
                <a:lnTo>
                  <a:pt x="959" y="2829"/>
                </a:lnTo>
                <a:lnTo>
                  <a:pt x="958" y="2829"/>
                </a:lnTo>
                <a:lnTo>
                  <a:pt x="958" y="2828"/>
                </a:lnTo>
                <a:lnTo>
                  <a:pt x="957" y="2828"/>
                </a:lnTo>
                <a:lnTo>
                  <a:pt x="957" y="2827"/>
                </a:lnTo>
                <a:lnTo>
                  <a:pt x="957" y="2826"/>
                </a:lnTo>
                <a:lnTo>
                  <a:pt x="956" y="2826"/>
                </a:lnTo>
                <a:lnTo>
                  <a:pt x="956" y="2825"/>
                </a:lnTo>
                <a:lnTo>
                  <a:pt x="956" y="2824"/>
                </a:lnTo>
                <a:lnTo>
                  <a:pt x="955" y="2824"/>
                </a:lnTo>
                <a:lnTo>
                  <a:pt x="954" y="2824"/>
                </a:lnTo>
                <a:lnTo>
                  <a:pt x="954" y="2823"/>
                </a:lnTo>
                <a:lnTo>
                  <a:pt x="954" y="2822"/>
                </a:lnTo>
                <a:lnTo>
                  <a:pt x="953" y="2822"/>
                </a:lnTo>
                <a:lnTo>
                  <a:pt x="953" y="2821"/>
                </a:lnTo>
                <a:lnTo>
                  <a:pt x="953" y="2820"/>
                </a:lnTo>
                <a:lnTo>
                  <a:pt x="952" y="2820"/>
                </a:lnTo>
                <a:lnTo>
                  <a:pt x="952" y="2819"/>
                </a:lnTo>
                <a:lnTo>
                  <a:pt x="951" y="2819"/>
                </a:lnTo>
                <a:lnTo>
                  <a:pt x="950" y="2819"/>
                </a:lnTo>
                <a:lnTo>
                  <a:pt x="950" y="2818"/>
                </a:lnTo>
                <a:lnTo>
                  <a:pt x="949" y="2818"/>
                </a:lnTo>
                <a:lnTo>
                  <a:pt x="949" y="2819"/>
                </a:lnTo>
                <a:lnTo>
                  <a:pt x="949" y="2820"/>
                </a:lnTo>
                <a:lnTo>
                  <a:pt x="948" y="2820"/>
                </a:lnTo>
                <a:lnTo>
                  <a:pt x="948" y="2821"/>
                </a:lnTo>
                <a:lnTo>
                  <a:pt x="947" y="2821"/>
                </a:lnTo>
                <a:lnTo>
                  <a:pt x="946" y="2821"/>
                </a:lnTo>
                <a:lnTo>
                  <a:pt x="946" y="2820"/>
                </a:lnTo>
                <a:lnTo>
                  <a:pt x="945" y="2820"/>
                </a:lnTo>
                <a:lnTo>
                  <a:pt x="944" y="2820"/>
                </a:lnTo>
                <a:lnTo>
                  <a:pt x="944" y="2819"/>
                </a:lnTo>
                <a:lnTo>
                  <a:pt x="944" y="2818"/>
                </a:lnTo>
                <a:lnTo>
                  <a:pt x="943" y="2818"/>
                </a:lnTo>
                <a:lnTo>
                  <a:pt x="943" y="2817"/>
                </a:lnTo>
                <a:lnTo>
                  <a:pt x="942" y="2817"/>
                </a:lnTo>
                <a:lnTo>
                  <a:pt x="942" y="2818"/>
                </a:lnTo>
                <a:lnTo>
                  <a:pt x="942" y="2817"/>
                </a:lnTo>
                <a:lnTo>
                  <a:pt x="941" y="2817"/>
                </a:lnTo>
                <a:lnTo>
                  <a:pt x="941" y="2816"/>
                </a:lnTo>
                <a:lnTo>
                  <a:pt x="940" y="2816"/>
                </a:lnTo>
                <a:lnTo>
                  <a:pt x="939" y="2816"/>
                </a:lnTo>
                <a:lnTo>
                  <a:pt x="939" y="2815"/>
                </a:lnTo>
                <a:lnTo>
                  <a:pt x="938" y="2815"/>
                </a:lnTo>
                <a:lnTo>
                  <a:pt x="938" y="2814"/>
                </a:lnTo>
                <a:lnTo>
                  <a:pt x="937" y="2814"/>
                </a:lnTo>
                <a:lnTo>
                  <a:pt x="937" y="2813"/>
                </a:lnTo>
                <a:lnTo>
                  <a:pt x="936" y="2813"/>
                </a:lnTo>
                <a:lnTo>
                  <a:pt x="936" y="2812"/>
                </a:lnTo>
                <a:lnTo>
                  <a:pt x="935" y="2812"/>
                </a:lnTo>
                <a:lnTo>
                  <a:pt x="934" y="2812"/>
                </a:lnTo>
                <a:lnTo>
                  <a:pt x="933" y="2812"/>
                </a:lnTo>
                <a:lnTo>
                  <a:pt x="934" y="2812"/>
                </a:lnTo>
                <a:lnTo>
                  <a:pt x="934" y="2813"/>
                </a:lnTo>
                <a:lnTo>
                  <a:pt x="933" y="2813"/>
                </a:lnTo>
                <a:lnTo>
                  <a:pt x="934" y="2813"/>
                </a:lnTo>
                <a:lnTo>
                  <a:pt x="933" y="2813"/>
                </a:lnTo>
                <a:lnTo>
                  <a:pt x="932" y="2813"/>
                </a:lnTo>
                <a:lnTo>
                  <a:pt x="932" y="2814"/>
                </a:lnTo>
                <a:lnTo>
                  <a:pt x="932" y="2813"/>
                </a:lnTo>
                <a:lnTo>
                  <a:pt x="932" y="2812"/>
                </a:lnTo>
                <a:lnTo>
                  <a:pt x="931" y="2812"/>
                </a:lnTo>
                <a:lnTo>
                  <a:pt x="931" y="2811"/>
                </a:lnTo>
                <a:lnTo>
                  <a:pt x="930" y="2811"/>
                </a:lnTo>
                <a:lnTo>
                  <a:pt x="930" y="2810"/>
                </a:lnTo>
                <a:lnTo>
                  <a:pt x="929" y="2810"/>
                </a:lnTo>
                <a:lnTo>
                  <a:pt x="929" y="2809"/>
                </a:lnTo>
                <a:lnTo>
                  <a:pt x="928" y="2809"/>
                </a:lnTo>
                <a:lnTo>
                  <a:pt x="928" y="2810"/>
                </a:lnTo>
                <a:lnTo>
                  <a:pt x="927" y="2810"/>
                </a:lnTo>
                <a:lnTo>
                  <a:pt x="926" y="2810"/>
                </a:lnTo>
                <a:lnTo>
                  <a:pt x="925" y="2810"/>
                </a:lnTo>
                <a:lnTo>
                  <a:pt x="924" y="2810"/>
                </a:lnTo>
                <a:lnTo>
                  <a:pt x="924" y="2809"/>
                </a:lnTo>
                <a:lnTo>
                  <a:pt x="924" y="2808"/>
                </a:lnTo>
                <a:lnTo>
                  <a:pt x="923" y="2808"/>
                </a:lnTo>
                <a:lnTo>
                  <a:pt x="923" y="2807"/>
                </a:lnTo>
                <a:lnTo>
                  <a:pt x="922" y="2807"/>
                </a:lnTo>
                <a:lnTo>
                  <a:pt x="921" y="2807"/>
                </a:lnTo>
                <a:lnTo>
                  <a:pt x="921" y="2806"/>
                </a:lnTo>
                <a:lnTo>
                  <a:pt x="920" y="2806"/>
                </a:lnTo>
                <a:lnTo>
                  <a:pt x="919" y="2806"/>
                </a:lnTo>
                <a:lnTo>
                  <a:pt x="919" y="2807"/>
                </a:lnTo>
                <a:lnTo>
                  <a:pt x="918" y="2807"/>
                </a:lnTo>
                <a:lnTo>
                  <a:pt x="917" y="2807"/>
                </a:lnTo>
                <a:lnTo>
                  <a:pt x="916" y="2807"/>
                </a:lnTo>
                <a:lnTo>
                  <a:pt x="915" y="2807"/>
                </a:lnTo>
                <a:lnTo>
                  <a:pt x="913" y="2807"/>
                </a:lnTo>
                <a:lnTo>
                  <a:pt x="912" y="2807"/>
                </a:lnTo>
                <a:lnTo>
                  <a:pt x="912" y="2806"/>
                </a:lnTo>
                <a:lnTo>
                  <a:pt x="912" y="2805"/>
                </a:lnTo>
                <a:lnTo>
                  <a:pt x="912" y="2804"/>
                </a:lnTo>
                <a:lnTo>
                  <a:pt x="913" y="2804"/>
                </a:lnTo>
                <a:lnTo>
                  <a:pt x="913" y="2803"/>
                </a:lnTo>
                <a:lnTo>
                  <a:pt x="913" y="2802"/>
                </a:lnTo>
                <a:lnTo>
                  <a:pt x="914" y="2802"/>
                </a:lnTo>
                <a:lnTo>
                  <a:pt x="914" y="2801"/>
                </a:lnTo>
                <a:lnTo>
                  <a:pt x="913" y="2801"/>
                </a:lnTo>
                <a:lnTo>
                  <a:pt x="912" y="2801"/>
                </a:lnTo>
                <a:lnTo>
                  <a:pt x="912" y="2800"/>
                </a:lnTo>
                <a:lnTo>
                  <a:pt x="913" y="2800"/>
                </a:lnTo>
                <a:lnTo>
                  <a:pt x="913" y="2799"/>
                </a:lnTo>
                <a:lnTo>
                  <a:pt x="914" y="2799"/>
                </a:lnTo>
                <a:lnTo>
                  <a:pt x="915" y="2799"/>
                </a:lnTo>
                <a:lnTo>
                  <a:pt x="915" y="2798"/>
                </a:lnTo>
                <a:lnTo>
                  <a:pt x="915" y="2799"/>
                </a:lnTo>
                <a:lnTo>
                  <a:pt x="915" y="2798"/>
                </a:lnTo>
                <a:lnTo>
                  <a:pt x="915" y="2797"/>
                </a:lnTo>
                <a:lnTo>
                  <a:pt x="916" y="2797"/>
                </a:lnTo>
                <a:lnTo>
                  <a:pt x="916" y="2796"/>
                </a:lnTo>
                <a:lnTo>
                  <a:pt x="915" y="2796"/>
                </a:lnTo>
                <a:lnTo>
                  <a:pt x="914" y="2796"/>
                </a:lnTo>
                <a:lnTo>
                  <a:pt x="913" y="2796"/>
                </a:lnTo>
                <a:lnTo>
                  <a:pt x="913" y="2795"/>
                </a:lnTo>
                <a:lnTo>
                  <a:pt x="913" y="2794"/>
                </a:lnTo>
                <a:lnTo>
                  <a:pt x="914" y="2794"/>
                </a:lnTo>
                <a:lnTo>
                  <a:pt x="913" y="2794"/>
                </a:lnTo>
                <a:lnTo>
                  <a:pt x="913" y="2793"/>
                </a:lnTo>
                <a:lnTo>
                  <a:pt x="914" y="2793"/>
                </a:lnTo>
                <a:lnTo>
                  <a:pt x="914" y="2792"/>
                </a:lnTo>
                <a:lnTo>
                  <a:pt x="913" y="2792"/>
                </a:lnTo>
                <a:lnTo>
                  <a:pt x="912" y="2792"/>
                </a:lnTo>
                <a:lnTo>
                  <a:pt x="911" y="2792"/>
                </a:lnTo>
                <a:lnTo>
                  <a:pt x="910" y="2792"/>
                </a:lnTo>
                <a:lnTo>
                  <a:pt x="909" y="2791"/>
                </a:lnTo>
                <a:lnTo>
                  <a:pt x="909" y="2790"/>
                </a:lnTo>
                <a:lnTo>
                  <a:pt x="908" y="2790"/>
                </a:lnTo>
                <a:lnTo>
                  <a:pt x="908" y="2789"/>
                </a:lnTo>
                <a:lnTo>
                  <a:pt x="908" y="2788"/>
                </a:lnTo>
                <a:lnTo>
                  <a:pt x="907" y="2788"/>
                </a:lnTo>
                <a:lnTo>
                  <a:pt x="906" y="2788"/>
                </a:lnTo>
                <a:lnTo>
                  <a:pt x="905" y="2788"/>
                </a:lnTo>
                <a:lnTo>
                  <a:pt x="905" y="2787"/>
                </a:lnTo>
                <a:lnTo>
                  <a:pt x="904" y="2787"/>
                </a:lnTo>
                <a:lnTo>
                  <a:pt x="904" y="2786"/>
                </a:lnTo>
                <a:lnTo>
                  <a:pt x="905" y="2786"/>
                </a:lnTo>
                <a:lnTo>
                  <a:pt x="905" y="2785"/>
                </a:lnTo>
                <a:lnTo>
                  <a:pt x="905" y="2784"/>
                </a:lnTo>
                <a:lnTo>
                  <a:pt x="906" y="2784"/>
                </a:lnTo>
                <a:lnTo>
                  <a:pt x="906" y="2783"/>
                </a:lnTo>
                <a:lnTo>
                  <a:pt x="906" y="2782"/>
                </a:lnTo>
                <a:lnTo>
                  <a:pt x="905" y="2782"/>
                </a:lnTo>
                <a:lnTo>
                  <a:pt x="906" y="2782"/>
                </a:lnTo>
                <a:lnTo>
                  <a:pt x="906" y="2781"/>
                </a:lnTo>
                <a:lnTo>
                  <a:pt x="906" y="2780"/>
                </a:lnTo>
                <a:lnTo>
                  <a:pt x="906" y="2779"/>
                </a:lnTo>
                <a:lnTo>
                  <a:pt x="907" y="2779"/>
                </a:lnTo>
                <a:lnTo>
                  <a:pt x="907" y="2778"/>
                </a:lnTo>
                <a:lnTo>
                  <a:pt x="907" y="2777"/>
                </a:lnTo>
                <a:lnTo>
                  <a:pt x="906" y="2777"/>
                </a:lnTo>
                <a:lnTo>
                  <a:pt x="907" y="2776"/>
                </a:lnTo>
                <a:lnTo>
                  <a:pt x="906" y="2776"/>
                </a:lnTo>
                <a:lnTo>
                  <a:pt x="906" y="2775"/>
                </a:lnTo>
                <a:lnTo>
                  <a:pt x="906" y="2774"/>
                </a:lnTo>
                <a:lnTo>
                  <a:pt x="906" y="2773"/>
                </a:lnTo>
                <a:lnTo>
                  <a:pt x="905" y="2773"/>
                </a:lnTo>
                <a:lnTo>
                  <a:pt x="904" y="2773"/>
                </a:lnTo>
                <a:lnTo>
                  <a:pt x="903" y="2773"/>
                </a:lnTo>
                <a:lnTo>
                  <a:pt x="903" y="2772"/>
                </a:lnTo>
                <a:lnTo>
                  <a:pt x="902" y="2772"/>
                </a:lnTo>
                <a:lnTo>
                  <a:pt x="901" y="2772"/>
                </a:lnTo>
                <a:lnTo>
                  <a:pt x="901" y="2773"/>
                </a:lnTo>
                <a:lnTo>
                  <a:pt x="900" y="2773"/>
                </a:lnTo>
                <a:lnTo>
                  <a:pt x="900" y="2774"/>
                </a:lnTo>
                <a:lnTo>
                  <a:pt x="900" y="2775"/>
                </a:lnTo>
                <a:lnTo>
                  <a:pt x="899" y="2775"/>
                </a:lnTo>
                <a:lnTo>
                  <a:pt x="899" y="2774"/>
                </a:lnTo>
                <a:lnTo>
                  <a:pt x="898" y="2774"/>
                </a:lnTo>
                <a:lnTo>
                  <a:pt x="897" y="2774"/>
                </a:lnTo>
                <a:lnTo>
                  <a:pt x="896" y="2774"/>
                </a:lnTo>
                <a:lnTo>
                  <a:pt x="895" y="2774"/>
                </a:lnTo>
                <a:lnTo>
                  <a:pt x="895" y="2775"/>
                </a:lnTo>
                <a:lnTo>
                  <a:pt x="895" y="2776"/>
                </a:lnTo>
                <a:lnTo>
                  <a:pt x="894" y="2776"/>
                </a:lnTo>
                <a:lnTo>
                  <a:pt x="894" y="2777"/>
                </a:lnTo>
                <a:lnTo>
                  <a:pt x="893" y="2777"/>
                </a:lnTo>
                <a:lnTo>
                  <a:pt x="893" y="2776"/>
                </a:lnTo>
                <a:lnTo>
                  <a:pt x="893" y="2777"/>
                </a:lnTo>
                <a:lnTo>
                  <a:pt x="893" y="2776"/>
                </a:lnTo>
                <a:lnTo>
                  <a:pt x="892" y="2776"/>
                </a:lnTo>
                <a:lnTo>
                  <a:pt x="892" y="2775"/>
                </a:lnTo>
                <a:lnTo>
                  <a:pt x="891" y="2775"/>
                </a:lnTo>
                <a:lnTo>
                  <a:pt x="891" y="2774"/>
                </a:lnTo>
                <a:lnTo>
                  <a:pt x="890" y="2774"/>
                </a:lnTo>
                <a:lnTo>
                  <a:pt x="889" y="2774"/>
                </a:lnTo>
                <a:lnTo>
                  <a:pt x="890" y="2774"/>
                </a:lnTo>
                <a:lnTo>
                  <a:pt x="890" y="2773"/>
                </a:lnTo>
                <a:lnTo>
                  <a:pt x="889" y="2773"/>
                </a:lnTo>
                <a:lnTo>
                  <a:pt x="889" y="2772"/>
                </a:lnTo>
                <a:lnTo>
                  <a:pt x="888" y="2772"/>
                </a:lnTo>
                <a:lnTo>
                  <a:pt x="888" y="2773"/>
                </a:lnTo>
                <a:lnTo>
                  <a:pt x="887" y="2773"/>
                </a:lnTo>
                <a:lnTo>
                  <a:pt x="886" y="2773"/>
                </a:lnTo>
                <a:lnTo>
                  <a:pt x="885" y="2773"/>
                </a:lnTo>
                <a:lnTo>
                  <a:pt x="884" y="2773"/>
                </a:lnTo>
                <a:lnTo>
                  <a:pt x="884" y="2772"/>
                </a:lnTo>
                <a:lnTo>
                  <a:pt x="883" y="2772"/>
                </a:lnTo>
                <a:lnTo>
                  <a:pt x="882" y="2772"/>
                </a:lnTo>
                <a:lnTo>
                  <a:pt x="881" y="2772"/>
                </a:lnTo>
                <a:lnTo>
                  <a:pt x="881" y="2771"/>
                </a:lnTo>
                <a:lnTo>
                  <a:pt x="881" y="2770"/>
                </a:lnTo>
                <a:lnTo>
                  <a:pt x="880" y="2770"/>
                </a:lnTo>
                <a:lnTo>
                  <a:pt x="879" y="2770"/>
                </a:lnTo>
                <a:lnTo>
                  <a:pt x="879" y="2769"/>
                </a:lnTo>
                <a:lnTo>
                  <a:pt x="878" y="2769"/>
                </a:lnTo>
                <a:lnTo>
                  <a:pt x="878" y="2770"/>
                </a:lnTo>
                <a:lnTo>
                  <a:pt x="877" y="2770"/>
                </a:lnTo>
                <a:lnTo>
                  <a:pt x="876" y="2770"/>
                </a:lnTo>
                <a:lnTo>
                  <a:pt x="875" y="2770"/>
                </a:lnTo>
                <a:lnTo>
                  <a:pt x="875" y="2769"/>
                </a:lnTo>
                <a:lnTo>
                  <a:pt x="874" y="2769"/>
                </a:lnTo>
                <a:lnTo>
                  <a:pt x="874" y="2768"/>
                </a:lnTo>
                <a:lnTo>
                  <a:pt x="874" y="2769"/>
                </a:lnTo>
                <a:lnTo>
                  <a:pt x="873" y="2769"/>
                </a:lnTo>
                <a:lnTo>
                  <a:pt x="873" y="2768"/>
                </a:lnTo>
                <a:lnTo>
                  <a:pt x="873" y="2769"/>
                </a:lnTo>
                <a:lnTo>
                  <a:pt x="873" y="2768"/>
                </a:lnTo>
                <a:lnTo>
                  <a:pt x="872" y="2768"/>
                </a:lnTo>
                <a:lnTo>
                  <a:pt x="872" y="2769"/>
                </a:lnTo>
                <a:lnTo>
                  <a:pt x="871" y="2769"/>
                </a:lnTo>
                <a:lnTo>
                  <a:pt x="870" y="2769"/>
                </a:lnTo>
                <a:lnTo>
                  <a:pt x="869" y="2769"/>
                </a:lnTo>
                <a:lnTo>
                  <a:pt x="869" y="2768"/>
                </a:lnTo>
                <a:lnTo>
                  <a:pt x="868" y="2768"/>
                </a:lnTo>
                <a:lnTo>
                  <a:pt x="867" y="2768"/>
                </a:lnTo>
                <a:lnTo>
                  <a:pt x="866" y="2768"/>
                </a:lnTo>
                <a:lnTo>
                  <a:pt x="866" y="2767"/>
                </a:lnTo>
                <a:lnTo>
                  <a:pt x="866" y="2766"/>
                </a:lnTo>
                <a:lnTo>
                  <a:pt x="865" y="2766"/>
                </a:lnTo>
                <a:lnTo>
                  <a:pt x="864" y="2766"/>
                </a:lnTo>
                <a:lnTo>
                  <a:pt x="864" y="2765"/>
                </a:lnTo>
                <a:lnTo>
                  <a:pt x="863" y="2765"/>
                </a:lnTo>
                <a:lnTo>
                  <a:pt x="862" y="2765"/>
                </a:lnTo>
                <a:lnTo>
                  <a:pt x="862" y="2764"/>
                </a:lnTo>
                <a:lnTo>
                  <a:pt x="861" y="2764"/>
                </a:lnTo>
                <a:lnTo>
                  <a:pt x="860" y="2764"/>
                </a:lnTo>
                <a:lnTo>
                  <a:pt x="859" y="2764"/>
                </a:lnTo>
                <a:lnTo>
                  <a:pt x="859" y="2763"/>
                </a:lnTo>
                <a:lnTo>
                  <a:pt x="858" y="2763"/>
                </a:lnTo>
                <a:lnTo>
                  <a:pt x="857" y="2763"/>
                </a:lnTo>
                <a:lnTo>
                  <a:pt x="857" y="2762"/>
                </a:lnTo>
                <a:lnTo>
                  <a:pt x="856" y="2762"/>
                </a:lnTo>
                <a:lnTo>
                  <a:pt x="855" y="2762"/>
                </a:lnTo>
                <a:lnTo>
                  <a:pt x="855" y="2761"/>
                </a:lnTo>
                <a:lnTo>
                  <a:pt x="854" y="2761"/>
                </a:lnTo>
                <a:lnTo>
                  <a:pt x="854" y="2762"/>
                </a:lnTo>
                <a:lnTo>
                  <a:pt x="854" y="2763"/>
                </a:lnTo>
                <a:lnTo>
                  <a:pt x="854" y="2764"/>
                </a:lnTo>
                <a:lnTo>
                  <a:pt x="854" y="2765"/>
                </a:lnTo>
                <a:lnTo>
                  <a:pt x="853" y="2765"/>
                </a:lnTo>
                <a:lnTo>
                  <a:pt x="852" y="2765"/>
                </a:lnTo>
                <a:lnTo>
                  <a:pt x="851" y="2765"/>
                </a:lnTo>
                <a:lnTo>
                  <a:pt x="850" y="2765"/>
                </a:lnTo>
                <a:lnTo>
                  <a:pt x="850" y="2764"/>
                </a:lnTo>
                <a:lnTo>
                  <a:pt x="849" y="2764"/>
                </a:lnTo>
                <a:lnTo>
                  <a:pt x="848" y="2764"/>
                </a:lnTo>
                <a:lnTo>
                  <a:pt x="848" y="2763"/>
                </a:lnTo>
                <a:lnTo>
                  <a:pt x="848" y="2764"/>
                </a:lnTo>
                <a:lnTo>
                  <a:pt x="847" y="2764"/>
                </a:lnTo>
                <a:lnTo>
                  <a:pt x="847" y="2765"/>
                </a:lnTo>
                <a:lnTo>
                  <a:pt x="848" y="2765"/>
                </a:lnTo>
                <a:lnTo>
                  <a:pt x="848" y="2766"/>
                </a:lnTo>
                <a:lnTo>
                  <a:pt x="847" y="2766"/>
                </a:lnTo>
                <a:lnTo>
                  <a:pt x="847" y="2767"/>
                </a:lnTo>
                <a:lnTo>
                  <a:pt x="847" y="2768"/>
                </a:lnTo>
                <a:lnTo>
                  <a:pt x="847" y="2769"/>
                </a:lnTo>
                <a:lnTo>
                  <a:pt x="847" y="2770"/>
                </a:lnTo>
                <a:lnTo>
                  <a:pt x="847" y="2771"/>
                </a:lnTo>
                <a:lnTo>
                  <a:pt x="847" y="2770"/>
                </a:lnTo>
                <a:lnTo>
                  <a:pt x="846" y="2770"/>
                </a:lnTo>
                <a:lnTo>
                  <a:pt x="845" y="2770"/>
                </a:lnTo>
                <a:lnTo>
                  <a:pt x="844" y="2770"/>
                </a:lnTo>
                <a:lnTo>
                  <a:pt x="843" y="2770"/>
                </a:lnTo>
                <a:lnTo>
                  <a:pt x="843" y="2769"/>
                </a:lnTo>
                <a:lnTo>
                  <a:pt x="842" y="2769"/>
                </a:lnTo>
                <a:lnTo>
                  <a:pt x="841" y="2769"/>
                </a:lnTo>
                <a:lnTo>
                  <a:pt x="840" y="2769"/>
                </a:lnTo>
                <a:lnTo>
                  <a:pt x="839" y="2769"/>
                </a:lnTo>
                <a:lnTo>
                  <a:pt x="839" y="2768"/>
                </a:lnTo>
                <a:lnTo>
                  <a:pt x="838" y="2768"/>
                </a:lnTo>
                <a:lnTo>
                  <a:pt x="838" y="2767"/>
                </a:lnTo>
                <a:lnTo>
                  <a:pt x="838" y="2766"/>
                </a:lnTo>
                <a:lnTo>
                  <a:pt x="837" y="2766"/>
                </a:lnTo>
                <a:lnTo>
                  <a:pt x="836" y="2766"/>
                </a:lnTo>
                <a:lnTo>
                  <a:pt x="836" y="2765"/>
                </a:lnTo>
                <a:lnTo>
                  <a:pt x="835" y="2765"/>
                </a:lnTo>
                <a:lnTo>
                  <a:pt x="834" y="2765"/>
                </a:lnTo>
                <a:lnTo>
                  <a:pt x="834" y="2764"/>
                </a:lnTo>
                <a:lnTo>
                  <a:pt x="834" y="2765"/>
                </a:lnTo>
                <a:lnTo>
                  <a:pt x="832" y="2765"/>
                </a:lnTo>
                <a:lnTo>
                  <a:pt x="831" y="2765"/>
                </a:lnTo>
                <a:lnTo>
                  <a:pt x="832" y="2765"/>
                </a:lnTo>
                <a:lnTo>
                  <a:pt x="831" y="2765"/>
                </a:lnTo>
                <a:lnTo>
                  <a:pt x="831" y="2766"/>
                </a:lnTo>
                <a:lnTo>
                  <a:pt x="831" y="2767"/>
                </a:lnTo>
                <a:lnTo>
                  <a:pt x="831" y="2768"/>
                </a:lnTo>
                <a:lnTo>
                  <a:pt x="832" y="2768"/>
                </a:lnTo>
                <a:lnTo>
                  <a:pt x="833" y="2768"/>
                </a:lnTo>
                <a:lnTo>
                  <a:pt x="833" y="2769"/>
                </a:lnTo>
                <a:lnTo>
                  <a:pt x="834" y="2769"/>
                </a:lnTo>
                <a:lnTo>
                  <a:pt x="833" y="2770"/>
                </a:lnTo>
                <a:lnTo>
                  <a:pt x="833" y="2771"/>
                </a:lnTo>
                <a:lnTo>
                  <a:pt x="832" y="2771"/>
                </a:lnTo>
                <a:lnTo>
                  <a:pt x="832" y="2770"/>
                </a:lnTo>
                <a:lnTo>
                  <a:pt x="831" y="2770"/>
                </a:lnTo>
                <a:lnTo>
                  <a:pt x="831" y="2771"/>
                </a:lnTo>
                <a:lnTo>
                  <a:pt x="831" y="2770"/>
                </a:lnTo>
                <a:lnTo>
                  <a:pt x="831" y="2771"/>
                </a:lnTo>
                <a:lnTo>
                  <a:pt x="830" y="2771"/>
                </a:lnTo>
                <a:lnTo>
                  <a:pt x="831" y="2771"/>
                </a:lnTo>
                <a:lnTo>
                  <a:pt x="831" y="2772"/>
                </a:lnTo>
                <a:lnTo>
                  <a:pt x="831" y="2773"/>
                </a:lnTo>
                <a:lnTo>
                  <a:pt x="831" y="2774"/>
                </a:lnTo>
                <a:lnTo>
                  <a:pt x="831" y="2775"/>
                </a:lnTo>
                <a:lnTo>
                  <a:pt x="831" y="2776"/>
                </a:lnTo>
                <a:lnTo>
                  <a:pt x="830" y="2776"/>
                </a:lnTo>
                <a:lnTo>
                  <a:pt x="831" y="2776"/>
                </a:lnTo>
                <a:lnTo>
                  <a:pt x="831" y="2777"/>
                </a:lnTo>
                <a:lnTo>
                  <a:pt x="832" y="2777"/>
                </a:lnTo>
                <a:lnTo>
                  <a:pt x="833" y="2777"/>
                </a:lnTo>
                <a:lnTo>
                  <a:pt x="833" y="2778"/>
                </a:lnTo>
                <a:lnTo>
                  <a:pt x="833" y="2779"/>
                </a:lnTo>
                <a:lnTo>
                  <a:pt x="832" y="2779"/>
                </a:lnTo>
                <a:lnTo>
                  <a:pt x="832" y="2780"/>
                </a:lnTo>
                <a:lnTo>
                  <a:pt x="831" y="2780"/>
                </a:lnTo>
                <a:lnTo>
                  <a:pt x="831" y="2781"/>
                </a:lnTo>
                <a:lnTo>
                  <a:pt x="832" y="2781"/>
                </a:lnTo>
                <a:lnTo>
                  <a:pt x="833" y="2781"/>
                </a:lnTo>
                <a:lnTo>
                  <a:pt x="832" y="2781"/>
                </a:lnTo>
                <a:lnTo>
                  <a:pt x="832" y="2782"/>
                </a:lnTo>
                <a:lnTo>
                  <a:pt x="832" y="2783"/>
                </a:lnTo>
                <a:lnTo>
                  <a:pt x="832" y="2784"/>
                </a:lnTo>
                <a:lnTo>
                  <a:pt x="831" y="2784"/>
                </a:lnTo>
                <a:lnTo>
                  <a:pt x="831" y="2785"/>
                </a:lnTo>
                <a:lnTo>
                  <a:pt x="830" y="2785"/>
                </a:lnTo>
                <a:lnTo>
                  <a:pt x="831" y="2785"/>
                </a:lnTo>
                <a:lnTo>
                  <a:pt x="831" y="2786"/>
                </a:lnTo>
                <a:lnTo>
                  <a:pt x="830" y="2786"/>
                </a:lnTo>
                <a:lnTo>
                  <a:pt x="830" y="2787"/>
                </a:lnTo>
                <a:lnTo>
                  <a:pt x="830" y="2788"/>
                </a:lnTo>
                <a:lnTo>
                  <a:pt x="831" y="2788"/>
                </a:lnTo>
                <a:lnTo>
                  <a:pt x="831" y="2789"/>
                </a:lnTo>
                <a:lnTo>
                  <a:pt x="830" y="2789"/>
                </a:lnTo>
                <a:lnTo>
                  <a:pt x="831" y="2789"/>
                </a:lnTo>
                <a:lnTo>
                  <a:pt x="831" y="2790"/>
                </a:lnTo>
                <a:lnTo>
                  <a:pt x="830" y="2790"/>
                </a:lnTo>
                <a:lnTo>
                  <a:pt x="830" y="2791"/>
                </a:lnTo>
                <a:lnTo>
                  <a:pt x="829" y="2791"/>
                </a:lnTo>
                <a:lnTo>
                  <a:pt x="828" y="2791"/>
                </a:lnTo>
                <a:lnTo>
                  <a:pt x="828" y="2792"/>
                </a:lnTo>
                <a:lnTo>
                  <a:pt x="828" y="2793"/>
                </a:lnTo>
                <a:lnTo>
                  <a:pt x="827" y="2793"/>
                </a:lnTo>
                <a:lnTo>
                  <a:pt x="826" y="2793"/>
                </a:lnTo>
                <a:lnTo>
                  <a:pt x="826" y="2794"/>
                </a:lnTo>
                <a:lnTo>
                  <a:pt x="825" y="2794"/>
                </a:lnTo>
                <a:lnTo>
                  <a:pt x="825" y="2795"/>
                </a:lnTo>
                <a:lnTo>
                  <a:pt x="824" y="2796"/>
                </a:lnTo>
                <a:lnTo>
                  <a:pt x="823" y="2796"/>
                </a:lnTo>
                <a:lnTo>
                  <a:pt x="823" y="2797"/>
                </a:lnTo>
                <a:lnTo>
                  <a:pt x="823" y="2796"/>
                </a:lnTo>
                <a:lnTo>
                  <a:pt x="822" y="2796"/>
                </a:lnTo>
                <a:lnTo>
                  <a:pt x="822" y="2797"/>
                </a:lnTo>
                <a:lnTo>
                  <a:pt x="822" y="2796"/>
                </a:lnTo>
                <a:lnTo>
                  <a:pt x="821" y="2796"/>
                </a:lnTo>
                <a:lnTo>
                  <a:pt x="821" y="2795"/>
                </a:lnTo>
                <a:lnTo>
                  <a:pt x="821" y="2796"/>
                </a:lnTo>
                <a:lnTo>
                  <a:pt x="819" y="2796"/>
                </a:lnTo>
                <a:lnTo>
                  <a:pt x="818" y="2796"/>
                </a:lnTo>
                <a:lnTo>
                  <a:pt x="817" y="2796"/>
                </a:lnTo>
                <a:lnTo>
                  <a:pt x="817" y="2797"/>
                </a:lnTo>
                <a:lnTo>
                  <a:pt x="816" y="2797"/>
                </a:lnTo>
                <a:lnTo>
                  <a:pt x="816" y="2798"/>
                </a:lnTo>
                <a:lnTo>
                  <a:pt x="817" y="2798"/>
                </a:lnTo>
                <a:lnTo>
                  <a:pt x="817" y="2799"/>
                </a:lnTo>
                <a:lnTo>
                  <a:pt x="818" y="2799"/>
                </a:lnTo>
                <a:lnTo>
                  <a:pt x="818" y="2800"/>
                </a:lnTo>
                <a:lnTo>
                  <a:pt x="819" y="2800"/>
                </a:lnTo>
                <a:lnTo>
                  <a:pt x="819" y="2801"/>
                </a:lnTo>
                <a:lnTo>
                  <a:pt x="819" y="2802"/>
                </a:lnTo>
                <a:lnTo>
                  <a:pt x="819" y="2803"/>
                </a:lnTo>
                <a:lnTo>
                  <a:pt x="819" y="2804"/>
                </a:lnTo>
                <a:lnTo>
                  <a:pt x="819" y="2805"/>
                </a:lnTo>
                <a:lnTo>
                  <a:pt x="819" y="2806"/>
                </a:lnTo>
                <a:lnTo>
                  <a:pt x="819" y="2807"/>
                </a:lnTo>
                <a:lnTo>
                  <a:pt x="818" y="2807"/>
                </a:lnTo>
                <a:lnTo>
                  <a:pt x="818" y="2808"/>
                </a:lnTo>
                <a:lnTo>
                  <a:pt x="818" y="2809"/>
                </a:lnTo>
                <a:lnTo>
                  <a:pt x="817" y="2809"/>
                </a:lnTo>
                <a:lnTo>
                  <a:pt x="817" y="2810"/>
                </a:lnTo>
                <a:lnTo>
                  <a:pt x="816" y="2810"/>
                </a:lnTo>
                <a:lnTo>
                  <a:pt x="815" y="2810"/>
                </a:lnTo>
                <a:lnTo>
                  <a:pt x="815" y="2811"/>
                </a:lnTo>
                <a:lnTo>
                  <a:pt x="814" y="2811"/>
                </a:lnTo>
                <a:lnTo>
                  <a:pt x="815" y="2811"/>
                </a:lnTo>
                <a:lnTo>
                  <a:pt x="815" y="2812"/>
                </a:lnTo>
                <a:lnTo>
                  <a:pt x="816" y="2812"/>
                </a:lnTo>
                <a:lnTo>
                  <a:pt x="815" y="2812"/>
                </a:lnTo>
                <a:lnTo>
                  <a:pt x="815" y="2813"/>
                </a:lnTo>
                <a:lnTo>
                  <a:pt x="815" y="2814"/>
                </a:lnTo>
                <a:lnTo>
                  <a:pt x="815" y="2813"/>
                </a:lnTo>
                <a:lnTo>
                  <a:pt x="814" y="2813"/>
                </a:lnTo>
                <a:lnTo>
                  <a:pt x="814" y="2814"/>
                </a:lnTo>
                <a:lnTo>
                  <a:pt x="813" y="2814"/>
                </a:lnTo>
                <a:lnTo>
                  <a:pt x="812" y="2814"/>
                </a:lnTo>
                <a:lnTo>
                  <a:pt x="811" y="2814"/>
                </a:lnTo>
                <a:lnTo>
                  <a:pt x="811" y="2813"/>
                </a:lnTo>
                <a:lnTo>
                  <a:pt x="811" y="2812"/>
                </a:lnTo>
                <a:lnTo>
                  <a:pt x="810" y="2812"/>
                </a:lnTo>
                <a:lnTo>
                  <a:pt x="809" y="2812"/>
                </a:lnTo>
                <a:lnTo>
                  <a:pt x="809" y="2813"/>
                </a:lnTo>
                <a:lnTo>
                  <a:pt x="808" y="2813"/>
                </a:lnTo>
                <a:lnTo>
                  <a:pt x="808" y="2814"/>
                </a:lnTo>
                <a:lnTo>
                  <a:pt x="808" y="2813"/>
                </a:lnTo>
                <a:lnTo>
                  <a:pt x="807" y="2813"/>
                </a:lnTo>
                <a:lnTo>
                  <a:pt x="806" y="2813"/>
                </a:lnTo>
                <a:lnTo>
                  <a:pt x="806" y="2814"/>
                </a:lnTo>
                <a:lnTo>
                  <a:pt x="805" y="2813"/>
                </a:lnTo>
                <a:lnTo>
                  <a:pt x="804" y="2813"/>
                </a:lnTo>
                <a:lnTo>
                  <a:pt x="803" y="2813"/>
                </a:lnTo>
                <a:lnTo>
                  <a:pt x="802" y="2813"/>
                </a:lnTo>
                <a:lnTo>
                  <a:pt x="802" y="2812"/>
                </a:lnTo>
                <a:lnTo>
                  <a:pt x="802" y="2811"/>
                </a:lnTo>
                <a:lnTo>
                  <a:pt x="801" y="2811"/>
                </a:lnTo>
                <a:lnTo>
                  <a:pt x="800" y="2811"/>
                </a:lnTo>
                <a:lnTo>
                  <a:pt x="800" y="2810"/>
                </a:lnTo>
                <a:lnTo>
                  <a:pt x="800" y="2809"/>
                </a:lnTo>
                <a:lnTo>
                  <a:pt x="799" y="2809"/>
                </a:lnTo>
                <a:lnTo>
                  <a:pt x="799" y="2808"/>
                </a:lnTo>
                <a:lnTo>
                  <a:pt x="799" y="2807"/>
                </a:lnTo>
                <a:lnTo>
                  <a:pt x="799" y="2806"/>
                </a:lnTo>
                <a:lnTo>
                  <a:pt x="800" y="2806"/>
                </a:lnTo>
                <a:lnTo>
                  <a:pt x="800" y="2805"/>
                </a:lnTo>
                <a:lnTo>
                  <a:pt x="800" y="2804"/>
                </a:lnTo>
                <a:lnTo>
                  <a:pt x="800" y="2803"/>
                </a:lnTo>
                <a:lnTo>
                  <a:pt x="799" y="2803"/>
                </a:lnTo>
                <a:lnTo>
                  <a:pt x="798" y="2803"/>
                </a:lnTo>
                <a:lnTo>
                  <a:pt x="797" y="2803"/>
                </a:lnTo>
                <a:lnTo>
                  <a:pt x="797" y="2802"/>
                </a:lnTo>
                <a:lnTo>
                  <a:pt x="798" y="2802"/>
                </a:lnTo>
                <a:lnTo>
                  <a:pt x="798" y="2801"/>
                </a:lnTo>
                <a:lnTo>
                  <a:pt x="798" y="2800"/>
                </a:lnTo>
                <a:lnTo>
                  <a:pt x="797" y="2800"/>
                </a:lnTo>
                <a:lnTo>
                  <a:pt x="797" y="2799"/>
                </a:lnTo>
                <a:lnTo>
                  <a:pt x="797" y="2797"/>
                </a:lnTo>
                <a:lnTo>
                  <a:pt x="798" y="2797"/>
                </a:lnTo>
                <a:lnTo>
                  <a:pt x="797" y="2797"/>
                </a:lnTo>
                <a:lnTo>
                  <a:pt x="797" y="2796"/>
                </a:lnTo>
                <a:lnTo>
                  <a:pt x="796" y="2796"/>
                </a:lnTo>
                <a:lnTo>
                  <a:pt x="795" y="2796"/>
                </a:lnTo>
                <a:lnTo>
                  <a:pt x="795" y="2795"/>
                </a:lnTo>
                <a:lnTo>
                  <a:pt x="795" y="2794"/>
                </a:lnTo>
                <a:lnTo>
                  <a:pt x="794" y="2794"/>
                </a:lnTo>
                <a:lnTo>
                  <a:pt x="794" y="2793"/>
                </a:lnTo>
                <a:lnTo>
                  <a:pt x="793" y="2793"/>
                </a:lnTo>
                <a:lnTo>
                  <a:pt x="793" y="2792"/>
                </a:lnTo>
                <a:lnTo>
                  <a:pt x="793" y="2791"/>
                </a:lnTo>
                <a:lnTo>
                  <a:pt x="792" y="2791"/>
                </a:lnTo>
                <a:lnTo>
                  <a:pt x="793" y="2791"/>
                </a:lnTo>
                <a:lnTo>
                  <a:pt x="793" y="2790"/>
                </a:lnTo>
                <a:lnTo>
                  <a:pt x="794" y="2790"/>
                </a:lnTo>
                <a:lnTo>
                  <a:pt x="794" y="2789"/>
                </a:lnTo>
                <a:lnTo>
                  <a:pt x="793" y="2789"/>
                </a:lnTo>
                <a:lnTo>
                  <a:pt x="792" y="2789"/>
                </a:lnTo>
                <a:lnTo>
                  <a:pt x="792" y="2788"/>
                </a:lnTo>
                <a:lnTo>
                  <a:pt x="791" y="2788"/>
                </a:lnTo>
                <a:lnTo>
                  <a:pt x="792" y="2787"/>
                </a:lnTo>
                <a:lnTo>
                  <a:pt x="792" y="2786"/>
                </a:lnTo>
                <a:lnTo>
                  <a:pt x="792" y="2785"/>
                </a:lnTo>
                <a:lnTo>
                  <a:pt x="791" y="2785"/>
                </a:lnTo>
                <a:lnTo>
                  <a:pt x="790" y="2784"/>
                </a:lnTo>
                <a:lnTo>
                  <a:pt x="789" y="2784"/>
                </a:lnTo>
                <a:lnTo>
                  <a:pt x="789" y="2783"/>
                </a:lnTo>
                <a:lnTo>
                  <a:pt x="788" y="2783"/>
                </a:lnTo>
                <a:lnTo>
                  <a:pt x="787" y="2783"/>
                </a:lnTo>
                <a:lnTo>
                  <a:pt x="787" y="2782"/>
                </a:lnTo>
                <a:lnTo>
                  <a:pt x="786" y="2783"/>
                </a:lnTo>
                <a:lnTo>
                  <a:pt x="786" y="2782"/>
                </a:lnTo>
                <a:lnTo>
                  <a:pt x="786" y="2783"/>
                </a:lnTo>
                <a:lnTo>
                  <a:pt x="784" y="2783"/>
                </a:lnTo>
                <a:lnTo>
                  <a:pt x="784" y="2782"/>
                </a:lnTo>
                <a:lnTo>
                  <a:pt x="784" y="2783"/>
                </a:lnTo>
                <a:lnTo>
                  <a:pt x="783" y="2783"/>
                </a:lnTo>
                <a:lnTo>
                  <a:pt x="782" y="2783"/>
                </a:lnTo>
                <a:lnTo>
                  <a:pt x="781" y="2783"/>
                </a:lnTo>
                <a:lnTo>
                  <a:pt x="781" y="2782"/>
                </a:lnTo>
                <a:lnTo>
                  <a:pt x="782" y="2782"/>
                </a:lnTo>
                <a:lnTo>
                  <a:pt x="781" y="2782"/>
                </a:lnTo>
                <a:lnTo>
                  <a:pt x="781" y="2781"/>
                </a:lnTo>
                <a:lnTo>
                  <a:pt x="780" y="2781"/>
                </a:lnTo>
                <a:lnTo>
                  <a:pt x="780" y="2780"/>
                </a:lnTo>
                <a:lnTo>
                  <a:pt x="779" y="2780"/>
                </a:lnTo>
                <a:lnTo>
                  <a:pt x="779" y="2779"/>
                </a:lnTo>
                <a:lnTo>
                  <a:pt x="778" y="2779"/>
                </a:lnTo>
                <a:lnTo>
                  <a:pt x="777" y="2779"/>
                </a:lnTo>
                <a:lnTo>
                  <a:pt x="776" y="2779"/>
                </a:lnTo>
                <a:lnTo>
                  <a:pt x="775" y="2779"/>
                </a:lnTo>
                <a:lnTo>
                  <a:pt x="776" y="2779"/>
                </a:lnTo>
                <a:lnTo>
                  <a:pt x="776" y="2778"/>
                </a:lnTo>
                <a:lnTo>
                  <a:pt x="775" y="2778"/>
                </a:lnTo>
                <a:lnTo>
                  <a:pt x="774" y="2777"/>
                </a:lnTo>
                <a:lnTo>
                  <a:pt x="773" y="2777"/>
                </a:lnTo>
                <a:lnTo>
                  <a:pt x="772" y="2777"/>
                </a:lnTo>
                <a:lnTo>
                  <a:pt x="771" y="2777"/>
                </a:lnTo>
                <a:lnTo>
                  <a:pt x="770" y="2777"/>
                </a:lnTo>
                <a:lnTo>
                  <a:pt x="770" y="2776"/>
                </a:lnTo>
                <a:lnTo>
                  <a:pt x="768" y="2776"/>
                </a:lnTo>
                <a:lnTo>
                  <a:pt x="768" y="2775"/>
                </a:lnTo>
                <a:lnTo>
                  <a:pt x="767" y="2775"/>
                </a:lnTo>
                <a:lnTo>
                  <a:pt x="767" y="2774"/>
                </a:lnTo>
                <a:lnTo>
                  <a:pt x="766" y="2774"/>
                </a:lnTo>
                <a:lnTo>
                  <a:pt x="766" y="2773"/>
                </a:lnTo>
                <a:lnTo>
                  <a:pt x="766" y="2772"/>
                </a:lnTo>
                <a:lnTo>
                  <a:pt x="765" y="2772"/>
                </a:lnTo>
                <a:lnTo>
                  <a:pt x="765" y="2771"/>
                </a:lnTo>
                <a:lnTo>
                  <a:pt x="764" y="2771"/>
                </a:lnTo>
                <a:lnTo>
                  <a:pt x="764" y="2770"/>
                </a:lnTo>
                <a:lnTo>
                  <a:pt x="763" y="2770"/>
                </a:lnTo>
                <a:lnTo>
                  <a:pt x="763" y="2769"/>
                </a:lnTo>
                <a:lnTo>
                  <a:pt x="762" y="2769"/>
                </a:lnTo>
                <a:lnTo>
                  <a:pt x="762" y="2768"/>
                </a:lnTo>
                <a:lnTo>
                  <a:pt x="761" y="2768"/>
                </a:lnTo>
                <a:lnTo>
                  <a:pt x="761" y="2767"/>
                </a:lnTo>
                <a:lnTo>
                  <a:pt x="760" y="2767"/>
                </a:lnTo>
                <a:lnTo>
                  <a:pt x="760" y="2766"/>
                </a:lnTo>
                <a:lnTo>
                  <a:pt x="759" y="2766"/>
                </a:lnTo>
                <a:lnTo>
                  <a:pt x="759" y="2765"/>
                </a:lnTo>
                <a:lnTo>
                  <a:pt x="758" y="2765"/>
                </a:lnTo>
                <a:lnTo>
                  <a:pt x="757" y="2765"/>
                </a:lnTo>
                <a:lnTo>
                  <a:pt x="756" y="2765"/>
                </a:lnTo>
                <a:lnTo>
                  <a:pt x="755" y="2765"/>
                </a:lnTo>
                <a:lnTo>
                  <a:pt x="755" y="2764"/>
                </a:lnTo>
                <a:lnTo>
                  <a:pt x="755" y="2763"/>
                </a:lnTo>
                <a:lnTo>
                  <a:pt x="754" y="2763"/>
                </a:lnTo>
                <a:lnTo>
                  <a:pt x="753" y="2762"/>
                </a:lnTo>
                <a:lnTo>
                  <a:pt x="752" y="2762"/>
                </a:lnTo>
                <a:lnTo>
                  <a:pt x="752" y="2761"/>
                </a:lnTo>
                <a:lnTo>
                  <a:pt x="751" y="2761"/>
                </a:lnTo>
                <a:lnTo>
                  <a:pt x="750" y="2761"/>
                </a:lnTo>
                <a:lnTo>
                  <a:pt x="750" y="2760"/>
                </a:lnTo>
                <a:lnTo>
                  <a:pt x="749" y="2760"/>
                </a:lnTo>
                <a:lnTo>
                  <a:pt x="748" y="2760"/>
                </a:lnTo>
                <a:lnTo>
                  <a:pt x="748" y="2759"/>
                </a:lnTo>
                <a:lnTo>
                  <a:pt x="747" y="2759"/>
                </a:lnTo>
                <a:lnTo>
                  <a:pt x="747" y="2758"/>
                </a:lnTo>
                <a:lnTo>
                  <a:pt x="747" y="2759"/>
                </a:lnTo>
                <a:lnTo>
                  <a:pt x="746" y="2759"/>
                </a:lnTo>
                <a:lnTo>
                  <a:pt x="745" y="2759"/>
                </a:lnTo>
                <a:lnTo>
                  <a:pt x="744" y="2759"/>
                </a:lnTo>
                <a:lnTo>
                  <a:pt x="743" y="2759"/>
                </a:lnTo>
                <a:lnTo>
                  <a:pt x="743" y="2760"/>
                </a:lnTo>
                <a:lnTo>
                  <a:pt x="742" y="2760"/>
                </a:lnTo>
                <a:lnTo>
                  <a:pt x="743" y="2761"/>
                </a:lnTo>
                <a:lnTo>
                  <a:pt x="742" y="2761"/>
                </a:lnTo>
                <a:lnTo>
                  <a:pt x="741" y="2761"/>
                </a:lnTo>
                <a:lnTo>
                  <a:pt x="740" y="2761"/>
                </a:lnTo>
                <a:lnTo>
                  <a:pt x="740" y="2760"/>
                </a:lnTo>
                <a:lnTo>
                  <a:pt x="739" y="2760"/>
                </a:lnTo>
                <a:lnTo>
                  <a:pt x="739" y="2759"/>
                </a:lnTo>
                <a:lnTo>
                  <a:pt x="738" y="2759"/>
                </a:lnTo>
                <a:lnTo>
                  <a:pt x="738" y="2758"/>
                </a:lnTo>
                <a:lnTo>
                  <a:pt x="737" y="2758"/>
                </a:lnTo>
                <a:lnTo>
                  <a:pt x="737" y="2757"/>
                </a:lnTo>
                <a:lnTo>
                  <a:pt x="736" y="2757"/>
                </a:lnTo>
                <a:lnTo>
                  <a:pt x="735" y="2757"/>
                </a:lnTo>
                <a:lnTo>
                  <a:pt x="735" y="2756"/>
                </a:lnTo>
                <a:lnTo>
                  <a:pt x="734" y="2756"/>
                </a:lnTo>
                <a:lnTo>
                  <a:pt x="733" y="2756"/>
                </a:lnTo>
                <a:lnTo>
                  <a:pt x="732" y="2756"/>
                </a:lnTo>
                <a:lnTo>
                  <a:pt x="731" y="2756"/>
                </a:lnTo>
                <a:lnTo>
                  <a:pt x="731" y="2755"/>
                </a:lnTo>
                <a:lnTo>
                  <a:pt x="730" y="2755"/>
                </a:lnTo>
                <a:lnTo>
                  <a:pt x="730" y="2754"/>
                </a:lnTo>
                <a:lnTo>
                  <a:pt x="729" y="2754"/>
                </a:lnTo>
                <a:lnTo>
                  <a:pt x="729" y="2753"/>
                </a:lnTo>
                <a:lnTo>
                  <a:pt x="728" y="2753"/>
                </a:lnTo>
                <a:lnTo>
                  <a:pt x="727" y="2753"/>
                </a:lnTo>
                <a:lnTo>
                  <a:pt x="727" y="2752"/>
                </a:lnTo>
                <a:lnTo>
                  <a:pt x="728" y="2752"/>
                </a:lnTo>
                <a:lnTo>
                  <a:pt x="727" y="2752"/>
                </a:lnTo>
                <a:lnTo>
                  <a:pt x="726" y="2752"/>
                </a:lnTo>
                <a:lnTo>
                  <a:pt x="726" y="2753"/>
                </a:lnTo>
                <a:lnTo>
                  <a:pt x="725" y="2753"/>
                </a:lnTo>
                <a:lnTo>
                  <a:pt x="724" y="2753"/>
                </a:lnTo>
                <a:lnTo>
                  <a:pt x="723" y="2753"/>
                </a:lnTo>
                <a:lnTo>
                  <a:pt x="723" y="2752"/>
                </a:lnTo>
                <a:lnTo>
                  <a:pt x="722" y="2752"/>
                </a:lnTo>
                <a:lnTo>
                  <a:pt x="721" y="2752"/>
                </a:lnTo>
                <a:lnTo>
                  <a:pt x="720" y="2752"/>
                </a:lnTo>
                <a:lnTo>
                  <a:pt x="720" y="2753"/>
                </a:lnTo>
                <a:lnTo>
                  <a:pt x="720" y="2752"/>
                </a:lnTo>
                <a:lnTo>
                  <a:pt x="719" y="2752"/>
                </a:lnTo>
                <a:lnTo>
                  <a:pt x="719" y="2751"/>
                </a:lnTo>
                <a:lnTo>
                  <a:pt x="718" y="2750"/>
                </a:lnTo>
                <a:lnTo>
                  <a:pt x="717" y="2750"/>
                </a:lnTo>
                <a:lnTo>
                  <a:pt x="717" y="2749"/>
                </a:lnTo>
                <a:lnTo>
                  <a:pt x="717" y="2748"/>
                </a:lnTo>
                <a:lnTo>
                  <a:pt x="717" y="2747"/>
                </a:lnTo>
                <a:lnTo>
                  <a:pt x="716" y="2747"/>
                </a:lnTo>
                <a:lnTo>
                  <a:pt x="715" y="2747"/>
                </a:lnTo>
                <a:lnTo>
                  <a:pt x="714" y="2747"/>
                </a:lnTo>
                <a:lnTo>
                  <a:pt x="713" y="2747"/>
                </a:lnTo>
                <a:lnTo>
                  <a:pt x="712" y="2747"/>
                </a:lnTo>
                <a:lnTo>
                  <a:pt x="711" y="2747"/>
                </a:lnTo>
                <a:lnTo>
                  <a:pt x="710" y="2747"/>
                </a:lnTo>
                <a:lnTo>
                  <a:pt x="710" y="2746"/>
                </a:lnTo>
                <a:lnTo>
                  <a:pt x="709" y="2746"/>
                </a:lnTo>
                <a:lnTo>
                  <a:pt x="707" y="2746"/>
                </a:lnTo>
                <a:lnTo>
                  <a:pt x="707" y="2745"/>
                </a:lnTo>
                <a:lnTo>
                  <a:pt x="706" y="2745"/>
                </a:lnTo>
                <a:lnTo>
                  <a:pt x="706" y="2744"/>
                </a:lnTo>
                <a:lnTo>
                  <a:pt x="706" y="2745"/>
                </a:lnTo>
                <a:lnTo>
                  <a:pt x="705" y="2745"/>
                </a:lnTo>
                <a:lnTo>
                  <a:pt x="705" y="2744"/>
                </a:lnTo>
                <a:lnTo>
                  <a:pt x="704" y="2745"/>
                </a:lnTo>
                <a:lnTo>
                  <a:pt x="703" y="2745"/>
                </a:lnTo>
                <a:lnTo>
                  <a:pt x="703" y="2746"/>
                </a:lnTo>
                <a:lnTo>
                  <a:pt x="702" y="2746"/>
                </a:lnTo>
                <a:lnTo>
                  <a:pt x="701" y="2746"/>
                </a:lnTo>
                <a:lnTo>
                  <a:pt x="700" y="2746"/>
                </a:lnTo>
                <a:lnTo>
                  <a:pt x="699" y="2747"/>
                </a:lnTo>
                <a:lnTo>
                  <a:pt x="698" y="2747"/>
                </a:lnTo>
                <a:lnTo>
                  <a:pt x="698" y="2748"/>
                </a:lnTo>
                <a:lnTo>
                  <a:pt x="697" y="2748"/>
                </a:lnTo>
                <a:lnTo>
                  <a:pt x="696" y="2748"/>
                </a:lnTo>
                <a:lnTo>
                  <a:pt x="696" y="2747"/>
                </a:lnTo>
                <a:lnTo>
                  <a:pt x="695" y="2747"/>
                </a:lnTo>
                <a:lnTo>
                  <a:pt x="695" y="2746"/>
                </a:lnTo>
                <a:lnTo>
                  <a:pt x="694" y="2746"/>
                </a:lnTo>
                <a:lnTo>
                  <a:pt x="693" y="2746"/>
                </a:lnTo>
                <a:lnTo>
                  <a:pt x="693" y="2745"/>
                </a:lnTo>
                <a:lnTo>
                  <a:pt x="692" y="2745"/>
                </a:lnTo>
                <a:lnTo>
                  <a:pt x="692" y="2744"/>
                </a:lnTo>
                <a:lnTo>
                  <a:pt x="691" y="2744"/>
                </a:lnTo>
                <a:lnTo>
                  <a:pt x="690" y="2743"/>
                </a:lnTo>
                <a:lnTo>
                  <a:pt x="688" y="2743"/>
                </a:lnTo>
                <a:lnTo>
                  <a:pt x="688" y="2742"/>
                </a:lnTo>
                <a:lnTo>
                  <a:pt x="688" y="2741"/>
                </a:lnTo>
                <a:lnTo>
                  <a:pt x="687" y="2741"/>
                </a:lnTo>
                <a:lnTo>
                  <a:pt x="688" y="2741"/>
                </a:lnTo>
                <a:lnTo>
                  <a:pt x="688" y="2740"/>
                </a:lnTo>
                <a:lnTo>
                  <a:pt x="687" y="2740"/>
                </a:lnTo>
                <a:lnTo>
                  <a:pt x="687" y="2739"/>
                </a:lnTo>
                <a:lnTo>
                  <a:pt x="687" y="2738"/>
                </a:lnTo>
                <a:lnTo>
                  <a:pt x="686" y="2738"/>
                </a:lnTo>
                <a:lnTo>
                  <a:pt x="686" y="2737"/>
                </a:lnTo>
                <a:lnTo>
                  <a:pt x="685" y="2737"/>
                </a:lnTo>
                <a:lnTo>
                  <a:pt x="686" y="2737"/>
                </a:lnTo>
                <a:lnTo>
                  <a:pt x="686" y="2736"/>
                </a:lnTo>
                <a:lnTo>
                  <a:pt x="685" y="2736"/>
                </a:lnTo>
                <a:lnTo>
                  <a:pt x="685" y="2735"/>
                </a:lnTo>
                <a:lnTo>
                  <a:pt x="684" y="2735"/>
                </a:lnTo>
                <a:lnTo>
                  <a:pt x="684" y="2734"/>
                </a:lnTo>
                <a:lnTo>
                  <a:pt x="683" y="2734"/>
                </a:lnTo>
                <a:lnTo>
                  <a:pt x="682" y="2734"/>
                </a:lnTo>
                <a:lnTo>
                  <a:pt x="682" y="2733"/>
                </a:lnTo>
                <a:lnTo>
                  <a:pt x="681" y="2733"/>
                </a:lnTo>
                <a:lnTo>
                  <a:pt x="680" y="2733"/>
                </a:lnTo>
                <a:lnTo>
                  <a:pt x="680" y="2732"/>
                </a:lnTo>
                <a:lnTo>
                  <a:pt x="679" y="2732"/>
                </a:lnTo>
                <a:lnTo>
                  <a:pt x="679" y="2731"/>
                </a:lnTo>
                <a:lnTo>
                  <a:pt x="680" y="2731"/>
                </a:lnTo>
                <a:lnTo>
                  <a:pt x="681" y="2731"/>
                </a:lnTo>
                <a:lnTo>
                  <a:pt x="681" y="2730"/>
                </a:lnTo>
                <a:lnTo>
                  <a:pt x="681" y="2729"/>
                </a:lnTo>
                <a:lnTo>
                  <a:pt x="680" y="2729"/>
                </a:lnTo>
                <a:lnTo>
                  <a:pt x="680" y="2728"/>
                </a:lnTo>
                <a:lnTo>
                  <a:pt x="680" y="2727"/>
                </a:lnTo>
                <a:lnTo>
                  <a:pt x="679" y="2727"/>
                </a:lnTo>
                <a:lnTo>
                  <a:pt x="679" y="2726"/>
                </a:lnTo>
                <a:lnTo>
                  <a:pt x="678" y="2726"/>
                </a:lnTo>
                <a:lnTo>
                  <a:pt x="678" y="2725"/>
                </a:lnTo>
                <a:lnTo>
                  <a:pt x="679" y="2725"/>
                </a:lnTo>
                <a:lnTo>
                  <a:pt x="679" y="2724"/>
                </a:lnTo>
                <a:lnTo>
                  <a:pt x="679" y="2723"/>
                </a:lnTo>
                <a:lnTo>
                  <a:pt x="678" y="2723"/>
                </a:lnTo>
                <a:lnTo>
                  <a:pt x="678" y="2722"/>
                </a:lnTo>
                <a:lnTo>
                  <a:pt x="679" y="2722"/>
                </a:lnTo>
                <a:lnTo>
                  <a:pt x="678" y="2722"/>
                </a:lnTo>
                <a:lnTo>
                  <a:pt x="678" y="2721"/>
                </a:lnTo>
                <a:lnTo>
                  <a:pt x="677" y="2721"/>
                </a:lnTo>
                <a:lnTo>
                  <a:pt x="677" y="2720"/>
                </a:lnTo>
                <a:lnTo>
                  <a:pt x="676" y="2720"/>
                </a:lnTo>
                <a:lnTo>
                  <a:pt x="675" y="2720"/>
                </a:lnTo>
                <a:lnTo>
                  <a:pt x="675" y="2719"/>
                </a:lnTo>
                <a:lnTo>
                  <a:pt x="674" y="2719"/>
                </a:lnTo>
                <a:lnTo>
                  <a:pt x="673" y="2719"/>
                </a:lnTo>
                <a:lnTo>
                  <a:pt x="672" y="2719"/>
                </a:lnTo>
                <a:lnTo>
                  <a:pt x="672" y="2718"/>
                </a:lnTo>
                <a:lnTo>
                  <a:pt x="672" y="2717"/>
                </a:lnTo>
                <a:lnTo>
                  <a:pt x="673" y="2717"/>
                </a:lnTo>
                <a:lnTo>
                  <a:pt x="674" y="2717"/>
                </a:lnTo>
                <a:lnTo>
                  <a:pt x="674" y="2716"/>
                </a:lnTo>
                <a:lnTo>
                  <a:pt x="674" y="2715"/>
                </a:lnTo>
                <a:lnTo>
                  <a:pt x="674" y="2714"/>
                </a:lnTo>
                <a:lnTo>
                  <a:pt x="673" y="2714"/>
                </a:lnTo>
                <a:lnTo>
                  <a:pt x="672" y="2714"/>
                </a:lnTo>
                <a:lnTo>
                  <a:pt x="672" y="2713"/>
                </a:lnTo>
                <a:lnTo>
                  <a:pt x="672" y="2712"/>
                </a:lnTo>
                <a:lnTo>
                  <a:pt x="671" y="2712"/>
                </a:lnTo>
                <a:lnTo>
                  <a:pt x="670" y="2712"/>
                </a:lnTo>
                <a:lnTo>
                  <a:pt x="669" y="2712"/>
                </a:lnTo>
                <a:lnTo>
                  <a:pt x="668" y="2712"/>
                </a:lnTo>
                <a:lnTo>
                  <a:pt x="668" y="2713"/>
                </a:lnTo>
                <a:lnTo>
                  <a:pt x="667" y="2713"/>
                </a:lnTo>
                <a:lnTo>
                  <a:pt x="666" y="2713"/>
                </a:lnTo>
                <a:lnTo>
                  <a:pt x="665" y="2713"/>
                </a:lnTo>
                <a:lnTo>
                  <a:pt x="665" y="2712"/>
                </a:lnTo>
                <a:lnTo>
                  <a:pt x="665" y="2711"/>
                </a:lnTo>
                <a:lnTo>
                  <a:pt x="664" y="2711"/>
                </a:lnTo>
                <a:lnTo>
                  <a:pt x="664" y="2710"/>
                </a:lnTo>
                <a:lnTo>
                  <a:pt x="663" y="2710"/>
                </a:lnTo>
                <a:lnTo>
                  <a:pt x="663" y="2709"/>
                </a:lnTo>
                <a:lnTo>
                  <a:pt x="663" y="2708"/>
                </a:lnTo>
                <a:lnTo>
                  <a:pt x="662" y="2708"/>
                </a:lnTo>
                <a:lnTo>
                  <a:pt x="663" y="2708"/>
                </a:lnTo>
                <a:lnTo>
                  <a:pt x="662" y="2708"/>
                </a:lnTo>
                <a:lnTo>
                  <a:pt x="662" y="2707"/>
                </a:lnTo>
                <a:lnTo>
                  <a:pt x="661" y="2707"/>
                </a:lnTo>
                <a:lnTo>
                  <a:pt x="661" y="2706"/>
                </a:lnTo>
                <a:lnTo>
                  <a:pt x="661" y="2705"/>
                </a:lnTo>
                <a:lnTo>
                  <a:pt x="660" y="2705"/>
                </a:lnTo>
                <a:lnTo>
                  <a:pt x="660" y="2704"/>
                </a:lnTo>
                <a:lnTo>
                  <a:pt x="659" y="2704"/>
                </a:lnTo>
                <a:lnTo>
                  <a:pt x="659" y="2703"/>
                </a:lnTo>
                <a:lnTo>
                  <a:pt x="658" y="2703"/>
                </a:lnTo>
                <a:lnTo>
                  <a:pt x="658" y="2702"/>
                </a:lnTo>
                <a:lnTo>
                  <a:pt x="657" y="2702"/>
                </a:lnTo>
                <a:lnTo>
                  <a:pt x="656" y="2702"/>
                </a:lnTo>
                <a:lnTo>
                  <a:pt x="655" y="2702"/>
                </a:lnTo>
                <a:lnTo>
                  <a:pt x="654" y="2702"/>
                </a:lnTo>
                <a:lnTo>
                  <a:pt x="654" y="2701"/>
                </a:lnTo>
                <a:lnTo>
                  <a:pt x="653" y="2701"/>
                </a:lnTo>
                <a:lnTo>
                  <a:pt x="653" y="2700"/>
                </a:lnTo>
                <a:lnTo>
                  <a:pt x="652" y="2700"/>
                </a:lnTo>
                <a:lnTo>
                  <a:pt x="652" y="2699"/>
                </a:lnTo>
                <a:lnTo>
                  <a:pt x="651" y="2699"/>
                </a:lnTo>
                <a:lnTo>
                  <a:pt x="651" y="2698"/>
                </a:lnTo>
                <a:lnTo>
                  <a:pt x="650" y="2698"/>
                </a:lnTo>
                <a:lnTo>
                  <a:pt x="649" y="2698"/>
                </a:lnTo>
                <a:lnTo>
                  <a:pt x="649" y="2697"/>
                </a:lnTo>
                <a:lnTo>
                  <a:pt x="648" y="2697"/>
                </a:lnTo>
                <a:lnTo>
                  <a:pt x="648" y="2698"/>
                </a:lnTo>
                <a:lnTo>
                  <a:pt x="648" y="2699"/>
                </a:lnTo>
                <a:lnTo>
                  <a:pt x="648" y="2700"/>
                </a:lnTo>
                <a:lnTo>
                  <a:pt x="647" y="2700"/>
                </a:lnTo>
                <a:lnTo>
                  <a:pt x="646" y="2700"/>
                </a:lnTo>
                <a:lnTo>
                  <a:pt x="646" y="2701"/>
                </a:lnTo>
                <a:lnTo>
                  <a:pt x="645" y="2701"/>
                </a:lnTo>
                <a:lnTo>
                  <a:pt x="644" y="2701"/>
                </a:lnTo>
                <a:lnTo>
                  <a:pt x="643" y="2701"/>
                </a:lnTo>
                <a:lnTo>
                  <a:pt x="643" y="2702"/>
                </a:lnTo>
                <a:lnTo>
                  <a:pt x="642" y="2702"/>
                </a:lnTo>
                <a:lnTo>
                  <a:pt x="642" y="2703"/>
                </a:lnTo>
                <a:lnTo>
                  <a:pt x="641" y="2703"/>
                </a:lnTo>
                <a:lnTo>
                  <a:pt x="641" y="2702"/>
                </a:lnTo>
                <a:lnTo>
                  <a:pt x="640" y="2702"/>
                </a:lnTo>
                <a:lnTo>
                  <a:pt x="639" y="2701"/>
                </a:lnTo>
                <a:lnTo>
                  <a:pt x="639" y="2702"/>
                </a:lnTo>
                <a:lnTo>
                  <a:pt x="638" y="2701"/>
                </a:lnTo>
                <a:lnTo>
                  <a:pt x="637" y="2701"/>
                </a:lnTo>
                <a:lnTo>
                  <a:pt x="637" y="2700"/>
                </a:lnTo>
                <a:lnTo>
                  <a:pt x="636" y="2700"/>
                </a:lnTo>
                <a:lnTo>
                  <a:pt x="636" y="2699"/>
                </a:lnTo>
                <a:lnTo>
                  <a:pt x="635" y="2699"/>
                </a:lnTo>
                <a:lnTo>
                  <a:pt x="635" y="2698"/>
                </a:lnTo>
                <a:lnTo>
                  <a:pt x="635" y="2697"/>
                </a:lnTo>
                <a:lnTo>
                  <a:pt x="634" y="2697"/>
                </a:lnTo>
                <a:lnTo>
                  <a:pt x="633" y="2696"/>
                </a:lnTo>
                <a:lnTo>
                  <a:pt x="633" y="2695"/>
                </a:lnTo>
                <a:lnTo>
                  <a:pt x="633" y="2694"/>
                </a:lnTo>
                <a:lnTo>
                  <a:pt x="632" y="2694"/>
                </a:lnTo>
                <a:lnTo>
                  <a:pt x="632" y="2693"/>
                </a:lnTo>
                <a:lnTo>
                  <a:pt x="632" y="2692"/>
                </a:lnTo>
                <a:lnTo>
                  <a:pt x="631" y="2692"/>
                </a:lnTo>
                <a:lnTo>
                  <a:pt x="631" y="2691"/>
                </a:lnTo>
                <a:lnTo>
                  <a:pt x="631" y="2692"/>
                </a:lnTo>
                <a:lnTo>
                  <a:pt x="630" y="2692"/>
                </a:lnTo>
                <a:lnTo>
                  <a:pt x="630" y="2691"/>
                </a:lnTo>
                <a:lnTo>
                  <a:pt x="629" y="2691"/>
                </a:lnTo>
                <a:lnTo>
                  <a:pt x="628" y="2691"/>
                </a:lnTo>
                <a:lnTo>
                  <a:pt x="627" y="2691"/>
                </a:lnTo>
                <a:lnTo>
                  <a:pt x="627" y="2692"/>
                </a:lnTo>
                <a:lnTo>
                  <a:pt x="626" y="2692"/>
                </a:lnTo>
                <a:lnTo>
                  <a:pt x="625" y="2692"/>
                </a:lnTo>
                <a:lnTo>
                  <a:pt x="624" y="2693"/>
                </a:lnTo>
                <a:lnTo>
                  <a:pt x="623" y="2693"/>
                </a:lnTo>
                <a:lnTo>
                  <a:pt x="623" y="2692"/>
                </a:lnTo>
                <a:lnTo>
                  <a:pt x="623" y="2691"/>
                </a:lnTo>
                <a:lnTo>
                  <a:pt x="623" y="2690"/>
                </a:lnTo>
                <a:lnTo>
                  <a:pt x="622" y="2689"/>
                </a:lnTo>
                <a:lnTo>
                  <a:pt x="623" y="2689"/>
                </a:lnTo>
                <a:lnTo>
                  <a:pt x="623" y="2688"/>
                </a:lnTo>
                <a:lnTo>
                  <a:pt x="623" y="2687"/>
                </a:lnTo>
                <a:lnTo>
                  <a:pt x="622" y="2687"/>
                </a:lnTo>
                <a:lnTo>
                  <a:pt x="621" y="2687"/>
                </a:lnTo>
                <a:lnTo>
                  <a:pt x="620" y="2687"/>
                </a:lnTo>
                <a:lnTo>
                  <a:pt x="619" y="2687"/>
                </a:lnTo>
                <a:lnTo>
                  <a:pt x="619" y="2688"/>
                </a:lnTo>
                <a:lnTo>
                  <a:pt x="619" y="2689"/>
                </a:lnTo>
                <a:lnTo>
                  <a:pt x="618" y="2689"/>
                </a:lnTo>
                <a:lnTo>
                  <a:pt x="617" y="2689"/>
                </a:lnTo>
                <a:lnTo>
                  <a:pt x="617" y="2690"/>
                </a:lnTo>
                <a:lnTo>
                  <a:pt x="617" y="2691"/>
                </a:lnTo>
                <a:lnTo>
                  <a:pt x="616" y="2691"/>
                </a:lnTo>
                <a:lnTo>
                  <a:pt x="616" y="2692"/>
                </a:lnTo>
                <a:lnTo>
                  <a:pt x="615" y="2692"/>
                </a:lnTo>
                <a:lnTo>
                  <a:pt x="615" y="2691"/>
                </a:lnTo>
                <a:lnTo>
                  <a:pt x="614" y="2691"/>
                </a:lnTo>
                <a:lnTo>
                  <a:pt x="614" y="2692"/>
                </a:lnTo>
                <a:lnTo>
                  <a:pt x="613" y="2692"/>
                </a:lnTo>
                <a:lnTo>
                  <a:pt x="612" y="2692"/>
                </a:lnTo>
                <a:lnTo>
                  <a:pt x="612" y="2693"/>
                </a:lnTo>
                <a:lnTo>
                  <a:pt x="611" y="2693"/>
                </a:lnTo>
                <a:lnTo>
                  <a:pt x="611" y="2694"/>
                </a:lnTo>
                <a:lnTo>
                  <a:pt x="611" y="2695"/>
                </a:lnTo>
                <a:lnTo>
                  <a:pt x="612" y="2695"/>
                </a:lnTo>
                <a:lnTo>
                  <a:pt x="613" y="2695"/>
                </a:lnTo>
                <a:lnTo>
                  <a:pt x="613" y="2696"/>
                </a:lnTo>
                <a:lnTo>
                  <a:pt x="613" y="2697"/>
                </a:lnTo>
                <a:lnTo>
                  <a:pt x="612" y="2697"/>
                </a:lnTo>
                <a:lnTo>
                  <a:pt x="613" y="2698"/>
                </a:lnTo>
                <a:lnTo>
                  <a:pt x="613" y="2699"/>
                </a:lnTo>
                <a:lnTo>
                  <a:pt x="612" y="2700"/>
                </a:lnTo>
                <a:lnTo>
                  <a:pt x="611" y="2700"/>
                </a:lnTo>
                <a:lnTo>
                  <a:pt x="610" y="2699"/>
                </a:lnTo>
                <a:lnTo>
                  <a:pt x="609" y="2699"/>
                </a:lnTo>
                <a:lnTo>
                  <a:pt x="608" y="2699"/>
                </a:lnTo>
                <a:lnTo>
                  <a:pt x="608" y="2700"/>
                </a:lnTo>
                <a:lnTo>
                  <a:pt x="607" y="2700"/>
                </a:lnTo>
                <a:lnTo>
                  <a:pt x="606" y="2700"/>
                </a:lnTo>
                <a:lnTo>
                  <a:pt x="606" y="2701"/>
                </a:lnTo>
                <a:lnTo>
                  <a:pt x="605" y="2701"/>
                </a:lnTo>
                <a:lnTo>
                  <a:pt x="604" y="2701"/>
                </a:lnTo>
                <a:lnTo>
                  <a:pt x="603" y="2701"/>
                </a:lnTo>
                <a:lnTo>
                  <a:pt x="602" y="2701"/>
                </a:lnTo>
                <a:lnTo>
                  <a:pt x="601" y="2701"/>
                </a:lnTo>
                <a:lnTo>
                  <a:pt x="601" y="2700"/>
                </a:lnTo>
                <a:lnTo>
                  <a:pt x="601" y="2699"/>
                </a:lnTo>
                <a:lnTo>
                  <a:pt x="600" y="2699"/>
                </a:lnTo>
                <a:lnTo>
                  <a:pt x="600" y="2698"/>
                </a:lnTo>
                <a:lnTo>
                  <a:pt x="601" y="2698"/>
                </a:lnTo>
                <a:lnTo>
                  <a:pt x="601" y="2697"/>
                </a:lnTo>
                <a:lnTo>
                  <a:pt x="600" y="2697"/>
                </a:lnTo>
                <a:lnTo>
                  <a:pt x="600" y="2696"/>
                </a:lnTo>
                <a:lnTo>
                  <a:pt x="600" y="2695"/>
                </a:lnTo>
                <a:lnTo>
                  <a:pt x="599" y="2695"/>
                </a:lnTo>
                <a:lnTo>
                  <a:pt x="599" y="2694"/>
                </a:lnTo>
                <a:lnTo>
                  <a:pt x="598" y="2694"/>
                </a:lnTo>
                <a:lnTo>
                  <a:pt x="598" y="2693"/>
                </a:lnTo>
                <a:lnTo>
                  <a:pt x="597" y="2693"/>
                </a:lnTo>
                <a:lnTo>
                  <a:pt x="596" y="2693"/>
                </a:lnTo>
                <a:lnTo>
                  <a:pt x="596" y="2694"/>
                </a:lnTo>
                <a:lnTo>
                  <a:pt x="595" y="2694"/>
                </a:lnTo>
                <a:lnTo>
                  <a:pt x="595" y="2695"/>
                </a:lnTo>
                <a:lnTo>
                  <a:pt x="594" y="2695"/>
                </a:lnTo>
                <a:lnTo>
                  <a:pt x="593" y="2695"/>
                </a:lnTo>
                <a:lnTo>
                  <a:pt x="592" y="2695"/>
                </a:lnTo>
                <a:lnTo>
                  <a:pt x="591" y="2695"/>
                </a:lnTo>
                <a:lnTo>
                  <a:pt x="591" y="2696"/>
                </a:lnTo>
                <a:lnTo>
                  <a:pt x="590" y="2696"/>
                </a:lnTo>
                <a:lnTo>
                  <a:pt x="589" y="2696"/>
                </a:lnTo>
                <a:lnTo>
                  <a:pt x="588" y="2696"/>
                </a:lnTo>
                <a:lnTo>
                  <a:pt x="588" y="2695"/>
                </a:lnTo>
                <a:lnTo>
                  <a:pt x="587" y="2695"/>
                </a:lnTo>
                <a:lnTo>
                  <a:pt x="587" y="2694"/>
                </a:lnTo>
                <a:lnTo>
                  <a:pt x="586" y="2694"/>
                </a:lnTo>
                <a:lnTo>
                  <a:pt x="586" y="2693"/>
                </a:lnTo>
                <a:lnTo>
                  <a:pt x="585" y="2693"/>
                </a:lnTo>
                <a:lnTo>
                  <a:pt x="585" y="2692"/>
                </a:lnTo>
                <a:lnTo>
                  <a:pt x="584" y="2692"/>
                </a:lnTo>
                <a:lnTo>
                  <a:pt x="584" y="2691"/>
                </a:lnTo>
                <a:lnTo>
                  <a:pt x="583" y="2691"/>
                </a:lnTo>
                <a:lnTo>
                  <a:pt x="582" y="2691"/>
                </a:lnTo>
                <a:lnTo>
                  <a:pt x="581" y="2691"/>
                </a:lnTo>
                <a:lnTo>
                  <a:pt x="581" y="2690"/>
                </a:lnTo>
                <a:lnTo>
                  <a:pt x="580" y="2690"/>
                </a:lnTo>
                <a:lnTo>
                  <a:pt x="579" y="2690"/>
                </a:lnTo>
                <a:lnTo>
                  <a:pt x="579" y="2689"/>
                </a:lnTo>
                <a:lnTo>
                  <a:pt x="578" y="2689"/>
                </a:lnTo>
                <a:lnTo>
                  <a:pt x="578" y="2688"/>
                </a:lnTo>
                <a:lnTo>
                  <a:pt x="578" y="2687"/>
                </a:lnTo>
                <a:lnTo>
                  <a:pt x="577" y="2687"/>
                </a:lnTo>
                <a:lnTo>
                  <a:pt x="577" y="2686"/>
                </a:lnTo>
                <a:lnTo>
                  <a:pt x="578" y="2686"/>
                </a:lnTo>
                <a:lnTo>
                  <a:pt x="577" y="2686"/>
                </a:lnTo>
                <a:lnTo>
                  <a:pt x="578" y="2686"/>
                </a:lnTo>
                <a:lnTo>
                  <a:pt x="578" y="2685"/>
                </a:lnTo>
                <a:lnTo>
                  <a:pt x="577" y="2685"/>
                </a:lnTo>
                <a:lnTo>
                  <a:pt x="578" y="2685"/>
                </a:lnTo>
                <a:lnTo>
                  <a:pt x="577" y="2685"/>
                </a:lnTo>
                <a:lnTo>
                  <a:pt x="577" y="2684"/>
                </a:lnTo>
                <a:lnTo>
                  <a:pt x="577" y="2683"/>
                </a:lnTo>
                <a:lnTo>
                  <a:pt x="576" y="2683"/>
                </a:lnTo>
                <a:lnTo>
                  <a:pt x="575" y="2683"/>
                </a:lnTo>
                <a:lnTo>
                  <a:pt x="575" y="2682"/>
                </a:lnTo>
                <a:lnTo>
                  <a:pt x="575" y="2681"/>
                </a:lnTo>
                <a:lnTo>
                  <a:pt x="576" y="2681"/>
                </a:lnTo>
                <a:lnTo>
                  <a:pt x="576" y="2680"/>
                </a:lnTo>
                <a:lnTo>
                  <a:pt x="576" y="2679"/>
                </a:lnTo>
                <a:lnTo>
                  <a:pt x="577" y="2679"/>
                </a:lnTo>
                <a:lnTo>
                  <a:pt x="577" y="2678"/>
                </a:lnTo>
                <a:lnTo>
                  <a:pt x="578" y="2677"/>
                </a:lnTo>
                <a:lnTo>
                  <a:pt x="577" y="2677"/>
                </a:lnTo>
                <a:lnTo>
                  <a:pt x="577" y="2676"/>
                </a:lnTo>
                <a:lnTo>
                  <a:pt x="578" y="2676"/>
                </a:lnTo>
                <a:lnTo>
                  <a:pt x="577" y="2676"/>
                </a:lnTo>
                <a:lnTo>
                  <a:pt x="577" y="2675"/>
                </a:lnTo>
                <a:lnTo>
                  <a:pt x="577" y="2674"/>
                </a:lnTo>
                <a:lnTo>
                  <a:pt x="576" y="2674"/>
                </a:lnTo>
                <a:lnTo>
                  <a:pt x="575" y="2674"/>
                </a:lnTo>
                <a:lnTo>
                  <a:pt x="575" y="2673"/>
                </a:lnTo>
                <a:lnTo>
                  <a:pt x="574" y="2673"/>
                </a:lnTo>
                <a:lnTo>
                  <a:pt x="574" y="2672"/>
                </a:lnTo>
                <a:lnTo>
                  <a:pt x="573" y="2672"/>
                </a:lnTo>
                <a:lnTo>
                  <a:pt x="573" y="2671"/>
                </a:lnTo>
                <a:lnTo>
                  <a:pt x="573" y="2670"/>
                </a:lnTo>
                <a:lnTo>
                  <a:pt x="573" y="2669"/>
                </a:lnTo>
                <a:lnTo>
                  <a:pt x="572" y="2669"/>
                </a:lnTo>
                <a:lnTo>
                  <a:pt x="571" y="2669"/>
                </a:lnTo>
                <a:lnTo>
                  <a:pt x="571" y="2668"/>
                </a:lnTo>
                <a:lnTo>
                  <a:pt x="570" y="2668"/>
                </a:lnTo>
                <a:lnTo>
                  <a:pt x="570" y="2667"/>
                </a:lnTo>
                <a:lnTo>
                  <a:pt x="570" y="2666"/>
                </a:lnTo>
                <a:lnTo>
                  <a:pt x="570" y="2665"/>
                </a:lnTo>
                <a:lnTo>
                  <a:pt x="569" y="2665"/>
                </a:lnTo>
                <a:lnTo>
                  <a:pt x="568" y="2665"/>
                </a:lnTo>
                <a:lnTo>
                  <a:pt x="568" y="2664"/>
                </a:lnTo>
                <a:lnTo>
                  <a:pt x="567" y="2664"/>
                </a:lnTo>
                <a:lnTo>
                  <a:pt x="567" y="2663"/>
                </a:lnTo>
                <a:lnTo>
                  <a:pt x="566" y="2663"/>
                </a:lnTo>
                <a:lnTo>
                  <a:pt x="567" y="2663"/>
                </a:lnTo>
                <a:lnTo>
                  <a:pt x="567" y="2662"/>
                </a:lnTo>
                <a:lnTo>
                  <a:pt x="566" y="2662"/>
                </a:lnTo>
                <a:lnTo>
                  <a:pt x="566" y="2661"/>
                </a:lnTo>
                <a:lnTo>
                  <a:pt x="566" y="2660"/>
                </a:lnTo>
                <a:lnTo>
                  <a:pt x="565" y="2659"/>
                </a:lnTo>
                <a:lnTo>
                  <a:pt x="564" y="2659"/>
                </a:lnTo>
                <a:lnTo>
                  <a:pt x="564" y="2658"/>
                </a:lnTo>
                <a:lnTo>
                  <a:pt x="563" y="2658"/>
                </a:lnTo>
                <a:lnTo>
                  <a:pt x="563" y="2659"/>
                </a:lnTo>
                <a:lnTo>
                  <a:pt x="563" y="2660"/>
                </a:lnTo>
                <a:lnTo>
                  <a:pt x="562" y="2660"/>
                </a:lnTo>
                <a:lnTo>
                  <a:pt x="561" y="2660"/>
                </a:lnTo>
                <a:lnTo>
                  <a:pt x="560" y="2660"/>
                </a:lnTo>
                <a:lnTo>
                  <a:pt x="559" y="2660"/>
                </a:lnTo>
                <a:lnTo>
                  <a:pt x="559" y="2659"/>
                </a:lnTo>
                <a:lnTo>
                  <a:pt x="558" y="2659"/>
                </a:lnTo>
                <a:lnTo>
                  <a:pt x="557" y="2659"/>
                </a:lnTo>
                <a:lnTo>
                  <a:pt x="556" y="2659"/>
                </a:lnTo>
                <a:lnTo>
                  <a:pt x="556" y="2658"/>
                </a:lnTo>
                <a:lnTo>
                  <a:pt x="555" y="2658"/>
                </a:lnTo>
                <a:lnTo>
                  <a:pt x="555" y="2657"/>
                </a:lnTo>
                <a:lnTo>
                  <a:pt x="554" y="2657"/>
                </a:lnTo>
                <a:lnTo>
                  <a:pt x="554" y="2656"/>
                </a:lnTo>
                <a:lnTo>
                  <a:pt x="555" y="2656"/>
                </a:lnTo>
                <a:lnTo>
                  <a:pt x="554" y="2656"/>
                </a:lnTo>
                <a:lnTo>
                  <a:pt x="554" y="2655"/>
                </a:lnTo>
                <a:lnTo>
                  <a:pt x="554" y="2654"/>
                </a:lnTo>
                <a:lnTo>
                  <a:pt x="554" y="2653"/>
                </a:lnTo>
                <a:lnTo>
                  <a:pt x="553" y="2653"/>
                </a:lnTo>
                <a:lnTo>
                  <a:pt x="553" y="2652"/>
                </a:lnTo>
                <a:lnTo>
                  <a:pt x="552" y="2652"/>
                </a:lnTo>
                <a:lnTo>
                  <a:pt x="552" y="2651"/>
                </a:lnTo>
                <a:lnTo>
                  <a:pt x="553" y="2651"/>
                </a:lnTo>
                <a:lnTo>
                  <a:pt x="553" y="2650"/>
                </a:lnTo>
                <a:lnTo>
                  <a:pt x="553" y="2649"/>
                </a:lnTo>
                <a:lnTo>
                  <a:pt x="552" y="2649"/>
                </a:lnTo>
                <a:lnTo>
                  <a:pt x="553" y="2649"/>
                </a:lnTo>
                <a:lnTo>
                  <a:pt x="553" y="2648"/>
                </a:lnTo>
                <a:lnTo>
                  <a:pt x="553" y="2647"/>
                </a:lnTo>
                <a:lnTo>
                  <a:pt x="554" y="2647"/>
                </a:lnTo>
                <a:lnTo>
                  <a:pt x="554" y="2646"/>
                </a:lnTo>
                <a:lnTo>
                  <a:pt x="555" y="2646"/>
                </a:lnTo>
                <a:lnTo>
                  <a:pt x="555" y="2645"/>
                </a:lnTo>
                <a:lnTo>
                  <a:pt x="555" y="2644"/>
                </a:lnTo>
                <a:lnTo>
                  <a:pt x="556" y="2644"/>
                </a:lnTo>
                <a:lnTo>
                  <a:pt x="556" y="2643"/>
                </a:lnTo>
                <a:lnTo>
                  <a:pt x="557" y="2643"/>
                </a:lnTo>
                <a:lnTo>
                  <a:pt x="557" y="2642"/>
                </a:lnTo>
                <a:lnTo>
                  <a:pt x="556" y="2642"/>
                </a:lnTo>
                <a:lnTo>
                  <a:pt x="555" y="2642"/>
                </a:lnTo>
                <a:lnTo>
                  <a:pt x="555" y="2641"/>
                </a:lnTo>
                <a:lnTo>
                  <a:pt x="555" y="2640"/>
                </a:lnTo>
                <a:lnTo>
                  <a:pt x="554" y="2640"/>
                </a:lnTo>
                <a:lnTo>
                  <a:pt x="554" y="2639"/>
                </a:lnTo>
                <a:lnTo>
                  <a:pt x="553" y="2639"/>
                </a:lnTo>
                <a:lnTo>
                  <a:pt x="553" y="2638"/>
                </a:lnTo>
                <a:lnTo>
                  <a:pt x="552" y="2638"/>
                </a:lnTo>
                <a:lnTo>
                  <a:pt x="552" y="2637"/>
                </a:lnTo>
                <a:lnTo>
                  <a:pt x="552" y="2638"/>
                </a:lnTo>
                <a:lnTo>
                  <a:pt x="551" y="2638"/>
                </a:lnTo>
                <a:lnTo>
                  <a:pt x="550" y="2638"/>
                </a:lnTo>
                <a:lnTo>
                  <a:pt x="550" y="2637"/>
                </a:lnTo>
                <a:lnTo>
                  <a:pt x="550" y="2636"/>
                </a:lnTo>
                <a:lnTo>
                  <a:pt x="549" y="2636"/>
                </a:lnTo>
                <a:lnTo>
                  <a:pt x="549" y="2635"/>
                </a:lnTo>
                <a:lnTo>
                  <a:pt x="549" y="2634"/>
                </a:lnTo>
                <a:lnTo>
                  <a:pt x="550" y="2634"/>
                </a:lnTo>
                <a:lnTo>
                  <a:pt x="550" y="2633"/>
                </a:lnTo>
                <a:lnTo>
                  <a:pt x="550" y="2632"/>
                </a:lnTo>
                <a:lnTo>
                  <a:pt x="550" y="2631"/>
                </a:lnTo>
                <a:lnTo>
                  <a:pt x="551" y="2631"/>
                </a:lnTo>
                <a:lnTo>
                  <a:pt x="553" y="2631"/>
                </a:lnTo>
                <a:lnTo>
                  <a:pt x="553" y="2630"/>
                </a:lnTo>
                <a:lnTo>
                  <a:pt x="554" y="2630"/>
                </a:lnTo>
                <a:lnTo>
                  <a:pt x="555" y="2630"/>
                </a:lnTo>
                <a:lnTo>
                  <a:pt x="555" y="2629"/>
                </a:lnTo>
                <a:lnTo>
                  <a:pt x="556" y="2629"/>
                </a:lnTo>
                <a:lnTo>
                  <a:pt x="556" y="2628"/>
                </a:lnTo>
                <a:lnTo>
                  <a:pt x="557" y="2628"/>
                </a:lnTo>
                <a:lnTo>
                  <a:pt x="558" y="2628"/>
                </a:lnTo>
                <a:lnTo>
                  <a:pt x="558" y="2627"/>
                </a:lnTo>
                <a:lnTo>
                  <a:pt x="558" y="2626"/>
                </a:lnTo>
                <a:lnTo>
                  <a:pt x="559" y="2626"/>
                </a:lnTo>
                <a:lnTo>
                  <a:pt x="560" y="2626"/>
                </a:lnTo>
                <a:lnTo>
                  <a:pt x="560" y="2625"/>
                </a:lnTo>
                <a:lnTo>
                  <a:pt x="561" y="2624"/>
                </a:lnTo>
                <a:lnTo>
                  <a:pt x="562" y="2624"/>
                </a:lnTo>
                <a:lnTo>
                  <a:pt x="562" y="2623"/>
                </a:lnTo>
                <a:lnTo>
                  <a:pt x="562" y="2622"/>
                </a:lnTo>
                <a:lnTo>
                  <a:pt x="562" y="2621"/>
                </a:lnTo>
                <a:lnTo>
                  <a:pt x="561" y="2621"/>
                </a:lnTo>
                <a:lnTo>
                  <a:pt x="560" y="2621"/>
                </a:lnTo>
                <a:lnTo>
                  <a:pt x="560" y="2620"/>
                </a:lnTo>
                <a:lnTo>
                  <a:pt x="559" y="2619"/>
                </a:lnTo>
                <a:lnTo>
                  <a:pt x="558" y="2619"/>
                </a:lnTo>
                <a:lnTo>
                  <a:pt x="558" y="2618"/>
                </a:lnTo>
                <a:lnTo>
                  <a:pt x="557" y="2618"/>
                </a:lnTo>
                <a:lnTo>
                  <a:pt x="557" y="2617"/>
                </a:lnTo>
                <a:lnTo>
                  <a:pt x="557" y="2616"/>
                </a:lnTo>
                <a:lnTo>
                  <a:pt x="557" y="2615"/>
                </a:lnTo>
                <a:lnTo>
                  <a:pt x="557" y="2614"/>
                </a:lnTo>
                <a:lnTo>
                  <a:pt x="556" y="2614"/>
                </a:lnTo>
                <a:lnTo>
                  <a:pt x="555" y="2614"/>
                </a:lnTo>
                <a:lnTo>
                  <a:pt x="555" y="2615"/>
                </a:lnTo>
                <a:lnTo>
                  <a:pt x="554" y="2615"/>
                </a:lnTo>
                <a:lnTo>
                  <a:pt x="553" y="2615"/>
                </a:lnTo>
                <a:lnTo>
                  <a:pt x="553" y="2614"/>
                </a:lnTo>
                <a:lnTo>
                  <a:pt x="552" y="2614"/>
                </a:lnTo>
                <a:lnTo>
                  <a:pt x="552" y="2613"/>
                </a:lnTo>
                <a:lnTo>
                  <a:pt x="553" y="2613"/>
                </a:lnTo>
                <a:lnTo>
                  <a:pt x="552" y="2613"/>
                </a:lnTo>
                <a:lnTo>
                  <a:pt x="553" y="2612"/>
                </a:lnTo>
                <a:lnTo>
                  <a:pt x="552" y="2612"/>
                </a:lnTo>
                <a:lnTo>
                  <a:pt x="552" y="2611"/>
                </a:lnTo>
                <a:lnTo>
                  <a:pt x="552" y="2610"/>
                </a:lnTo>
                <a:lnTo>
                  <a:pt x="551" y="2610"/>
                </a:lnTo>
                <a:lnTo>
                  <a:pt x="551" y="2609"/>
                </a:lnTo>
                <a:lnTo>
                  <a:pt x="550" y="2609"/>
                </a:lnTo>
                <a:lnTo>
                  <a:pt x="550" y="2608"/>
                </a:lnTo>
                <a:lnTo>
                  <a:pt x="550" y="2607"/>
                </a:lnTo>
                <a:lnTo>
                  <a:pt x="550" y="2606"/>
                </a:lnTo>
                <a:lnTo>
                  <a:pt x="549" y="2606"/>
                </a:lnTo>
                <a:lnTo>
                  <a:pt x="549" y="2605"/>
                </a:lnTo>
                <a:lnTo>
                  <a:pt x="550" y="2605"/>
                </a:lnTo>
                <a:lnTo>
                  <a:pt x="549" y="2605"/>
                </a:lnTo>
                <a:lnTo>
                  <a:pt x="549" y="2604"/>
                </a:lnTo>
                <a:lnTo>
                  <a:pt x="548" y="2604"/>
                </a:lnTo>
                <a:lnTo>
                  <a:pt x="548" y="2603"/>
                </a:lnTo>
                <a:lnTo>
                  <a:pt x="547" y="2603"/>
                </a:lnTo>
                <a:lnTo>
                  <a:pt x="547" y="2602"/>
                </a:lnTo>
                <a:lnTo>
                  <a:pt x="546" y="2602"/>
                </a:lnTo>
                <a:lnTo>
                  <a:pt x="546" y="2601"/>
                </a:lnTo>
                <a:lnTo>
                  <a:pt x="546" y="2602"/>
                </a:lnTo>
                <a:lnTo>
                  <a:pt x="546" y="2601"/>
                </a:lnTo>
                <a:lnTo>
                  <a:pt x="545" y="2601"/>
                </a:lnTo>
                <a:lnTo>
                  <a:pt x="544" y="2601"/>
                </a:lnTo>
                <a:lnTo>
                  <a:pt x="544" y="2600"/>
                </a:lnTo>
                <a:lnTo>
                  <a:pt x="543" y="2600"/>
                </a:lnTo>
                <a:lnTo>
                  <a:pt x="543" y="2599"/>
                </a:lnTo>
                <a:lnTo>
                  <a:pt x="542" y="2599"/>
                </a:lnTo>
                <a:lnTo>
                  <a:pt x="542" y="2598"/>
                </a:lnTo>
                <a:lnTo>
                  <a:pt x="542" y="2597"/>
                </a:lnTo>
                <a:lnTo>
                  <a:pt x="542" y="2596"/>
                </a:lnTo>
                <a:lnTo>
                  <a:pt x="542" y="2595"/>
                </a:lnTo>
                <a:lnTo>
                  <a:pt x="542" y="2594"/>
                </a:lnTo>
                <a:lnTo>
                  <a:pt x="543" y="2594"/>
                </a:lnTo>
                <a:lnTo>
                  <a:pt x="543" y="2593"/>
                </a:lnTo>
                <a:lnTo>
                  <a:pt x="544" y="2593"/>
                </a:lnTo>
                <a:lnTo>
                  <a:pt x="544" y="2592"/>
                </a:lnTo>
                <a:lnTo>
                  <a:pt x="544" y="2593"/>
                </a:lnTo>
                <a:lnTo>
                  <a:pt x="544" y="2592"/>
                </a:lnTo>
                <a:lnTo>
                  <a:pt x="545" y="2592"/>
                </a:lnTo>
                <a:lnTo>
                  <a:pt x="545" y="2591"/>
                </a:lnTo>
                <a:lnTo>
                  <a:pt x="546" y="2591"/>
                </a:lnTo>
                <a:lnTo>
                  <a:pt x="547" y="2591"/>
                </a:lnTo>
                <a:lnTo>
                  <a:pt x="547" y="2590"/>
                </a:lnTo>
                <a:lnTo>
                  <a:pt x="548" y="2590"/>
                </a:lnTo>
                <a:lnTo>
                  <a:pt x="548" y="2591"/>
                </a:lnTo>
                <a:lnTo>
                  <a:pt x="548" y="2590"/>
                </a:lnTo>
                <a:lnTo>
                  <a:pt x="549" y="2590"/>
                </a:lnTo>
                <a:lnTo>
                  <a:pt x="550" y="2590"/>
                </a:lnTo>
                <a:lnTo>
                  <a:pt x="551" y="2590"/>
                </a:lnTo>
                <a:lnTo>
                  <a:pt x="551" y="2589"/>
                </a:lnTo>
                <a:lnTo>
                  <a:pt x="552" y="2589"/>
                </a:lnTo>
                <a:lnTo>
                  <a:pt x="552" y="2588"/>
                </a:lnTo>
                <a:lnTo>
                  <a:pt x="551" y="2588"/>
                </a:lnTo>
                <a:lnTo>
                  <a:pt x="552" y="2587"/>
                </a:lnTo>
                <a:lnTo>
                  <a:pt x="552" y="2586"/>
                </a:lnTo>
                <a:lnTo>
                  <a:pt x="553" y="2586"/>
                </a:lnTo>
                <a:lnTo>
                  <a:pt x="553" y="2585"/>
                </a:lnTo>
                <a:lnTo>
                  <a:pt x="554" y="2585"/>
                </a:lnTo>
                <a:lnTo>
                  <a:pt x="554" y="2584"/>
                </a:lnTo>
                <a:lnTo>
                  <a:pt x="554" y="2583"/>
                </a:lnTo>
                <a:lnTo>
                  <a:pt x="554" y="2582"/>
                </a:lnTo>
                <a:lnTo>
                  <a:pt x="553" y="2582"/>
                </a:lnTo>
                <a:lnTo>
                  <a:pt x="552" y="2582"/>
                </a:lnTo>
                <a:lnTo>
                  <a:pt x="551" y="2581"/>
                </a:lnTo>
                <a:lnTo>
                  <a:pt x="551" y="2580"/>
                </a:lnTo>
                <a:lnTo>
                  <a:pt x="550" y="2580"/>
                </a:lnTo>
                <a:lnTo>
                  <a:pt x="551" y="2580"/>
                </a:lnTo>
                <a:lnTo>
                  <a:pt x="550" y="2580"/>
                </a:lnTo>
                <a:lnTo>
                  <a:pt x="550" y="2579"/>
                </a:lnTo>
                <a:lnTo>
                  <a:pt x="549" y="2579"/>
                </a:lnTo>
                <a:lnTo>
                  <a:pt x="549" y="2578"/>
                </a:lnTo>
                <a:lnTo>
                  <a:pt x="548" y="2578"/>
                </a:lnTo>
                <a:lnTo>
                  <a:pt x="548" y="2577"/>
                </a:lnTo>
                <a:lnTo>
                  <a:pt x="547" y="2577"/>
                </a:lnTo>
                <a:lnTo>
                  <a:pt x="546" y="2577"/>
                </a:lnTo>
                <a:lnTo>
                  <a:pt x="546" y="2576"/>
                </a:lnTo>
                <a:lnTo>
                  <a:pt x="545" y="2577"/>
                </a:lnTo>
                <a:lnTo>
                  <a:pt x="545" y="2576"/>
                </a:lnTo>
                <a:lnTo>
                  <a:pt x="544" y="2576"/>
                </a:lnTo>
                <a:lnTo>
                  <a:pt x="543" y="2576"/>
                </a:lnTo>
                <a:lnTo>
                  <a:pt x="542" y="2576"/>
                </a:lnTo>
                <a:lnTo>
                  <a:pt x="542" y="2575"/>
                </a:lnTo>
                <a:lnTo>
                  <a:pt x="541" y="2575"/>
                </a:lnTo>
                <a:lnTo>
                  <a:pt x="541" y="2574"/>
                </a:lnTo>
                <a:lnTo>
                  <a:pt x="540" y="2574"/>
                </a:lnTo>
                <a:lnTo>
                  <a:pt x="539" y="2574"/>
                </a:lnTo>
                <a:lnTo>
                  <a:pt x="538" y="2574"/>
                </a:lnTo>
                <a:lnTo>
                  <a:pt x="538" y="2573"/>
                </a:lnTo>
                <a:lnTo>
                  <a:pt x="537" y="2573"/>
                </a:lnTo>
                <a:lnTo>
                  <a:pt x="536" y="2573"/>
                </a:lnTo>
                <a:lnTo>
                  <a:pt x="536" y="2572"/>
                </a:lnTo>
                <a:lnTo>
                  <a:pt x="536" y="2571"/>
                </a:lnTo>
                <a:lnTo>
                  <a:pt x="536" y="2570"/>
                </a:lnTo>
                <a:lnTo>
                  <a:pt x="537" y="2570"/>
                </a:lnTo>
                <a:lnTo>
                  <a:pt x="537" y="2569"/>
                </a:lnTo>
                <a:lnTo>
                  <a:pt x="537" y="2568"/>
                </a:lnTo>
                <a:lnTo>
                  <a:pt x="536" y="2568"/>
                </a:lnTo>
                <a:lnTo>
                  <a:pt x="535" y="2568"/>
                </a:lnTo>
                <a:lnTo>
                  <a:pt x="534" y="2568"/>
                </a:lnTo>
                <a:lnTo>
                  <a:pt x="534" y="2569"/>
                </a:lnTo>
                <a:lnTo>
                  <a:pt x="533" y="2569"/>
                </a:lnTo>
                <a:lnTo>
                  <a:pt x="531" y="2569"/>
                </a:lnTo>
                <a:lnTo>
                  <a:pt x="531" y="2568"/>
                </a:lnTo>
                <a:lnTo>
                  <a:pt x="531" y="2569"/>
                </a:lnTo>
                <a:lnTo>
                  <a:pt x="530" y="2569"/>
                </a:lnTo>
                <a:lnTo>
                  <a:pt x="530" y="2568"/>
                </a:lnTo>
                <a:lnTo>
                  <a:pt x="530" y="2567"/>
                </a:lnTo>
                <a:lnTo>
                  <a:pt x="530" y="2566"/>
                </a:lnTo>
                <a:lnTo>
                  <a:pt x="530" y="2565"/>
                </a:lnTo>
                <a:lnTo>
                  <a:pt x="530" y="2564"/>
                </a:lnTo>
                <a:lnTo>
                  <a:pt x="531" y="2564"/>
                </a:lnTo>
                <a:lnTo>
                  <a:pt x="531" y="2563"/>
                </a:lnTo>
                <a:lnTo>
                  <a:pt x="530" y="2563"/>
                </a:lnTo>
                <a:lnTo>
                  <a:pt x="529" y="2563"/>
                </a:lnTo>
                <a:lnTo>
                  <a:pt x="529" y="2562"/>
                </a:lnTo>
                <a:lnTo>
                  <a:pt x="528" y="2562"/>
                </a:lnTo>
                <a:lnTo>
                  <a:pt x="528" y="2561"/>
                </a:lnTo>
                <a:lnTo>
                  <a:pt x="528" y="2560"/>
                </a:lnTo>
                <a:lnTo>
                  <a:pt x="527" y="2560"/>
                </a:lnTo>
                <a:lnTo>
                  <a:pt x="527" y="2559"/>
                </a:lnTo>
                <a:lnTo>
                  <a:pt x="527" y="2558"/>
                </a:lnTo>
                <a:lnTo>
                  <a:pt x="526" y="2558"/>
                </a:lnTo>
                <a:lnTo>
                  <a:pt x="525" y="2558"/>
                </a:lnTo>
                <a:lnTo>
                  <a:pt x="525" y="2559"/>
                </a:lnTo>
                <a:lnTo>
                  <a:pt x="524" y="2559"/>
                </a:lnTo>
                <a:lnTo>
                  <a:pt x="524" y="2560"/>
                </a:lnTo>
                <a:lnTo>
                  <a:pt x="523" y="2560"/>
                </a:lnTo>
                <a:lnTo>
                  <a:pt x="522" y="2560"/>
                </a:lnTo>
                <a:lnTo>
                  <a:pt x="521" y="2560"/>
                </a:lnTo>
                <a:lnTo>
                  <a:pt x="521" y="2559"/>
                </a:lnTo>
                <a:lnTo>
                  <a:pt x="521" y="2558"/>
                </a:lnTo>
                <a:lnTo>
                  <a:pt x="520" y="2558"/>
                </a:lnTo>
                <a:lnTo>
                  <a:pt x="520" y="2557"/>
                </a:lnTo>
                <a:lnTo>
                  <a:pt x="520" y="2556"/>
                </a:lnTo>
                <a:lnTo>
                  <a:pt x="520" y="2555"/>
                </a:lnTo>
                <a:lnTo>
                  <a:pt x="519" y="2555"/>
                </a:lnTo>
                <a:lnTo>
                  <a:pt x="520" y="2554"/>
                </a:lnTo>
                <a:lnTo>
                  <a:pt x="520" y="2553"/>
                </a:lnTo>
                <a:lnTo>
                  <a:pt x="520" y="2552"/>
                </a:lnTo>
                <a:lnTo>
                  <a:pt x="519" y="2552"/>
                </a:lnTo>
                <a:lnTo>
                  <a:pt x="519" y="2553"/>
                </a:lnTo>
                <a:lnTo>
                  <a:pt x="519" y="2552"/>
                </a:lnTo>
                <a:lnTo>
                  <a:pt x="519" y="2553"/>
                </a:lnTo>
                <a:lnTo>
                  <a:pt x="519" y="2552"/>
                </a:lnTo>
                <a:lnTo>
                  <a:pt x="519" y="2551"/>
                </a:lnTo>
                <a:lnTo>
                  <a:pt x="518" y="2551"/>
                </a:lnTo>
                <a:lnTo>
                  <a:pt x="519" y="2551"/>
                </a:lnTo>
                <a:lnTo>
                  <a:pt x="519" y="2550"/>
                </a:lnTo>
                <a:lnTo>
                  <a:pt x="520" y="2550"/>
                </a:lnTo>
                <a:lnTo>
                  <a:pt x="520" y="2549"/>
                </a:lnTo>
                <a:lnTo>
                  <a:pt x="521" y="2549"/>
                </a:lnTo>
                <a:lnTo>
                  <a:pt x="521" y="2548"/>
                </a:lnTo>
                <a:lnTo>
                  <a:pt x="522" y="2548"/>
                </a:lnTo>
                <a:lnTo>
                  <a:pt x="523" y="2548"/>
                </a:lnTo>
                <a:lnTo>
                  <a:pt x="523" y="2547"/>
                </a:lnTo>
                <a:lnTo>
                  <a:pt x="523" y="2546"/>
                </a:lnTo>
                <a:lnTo>
                  <a:pt x="524" y="2546"/>
                </a:lnTo>
                <a:lnTo>
                  <a:pt x="524" y="2545"/>
                </a:lnTo>
                <a:lnTo>
                  <a:pt x="525" y="2545"/>
                </a:lnTo>
                <a:lnTo>
                  <a:pt x="525" y="2544"/>
                </a:lnTo>
                <a:lnTo>
                  <a:pt x="524" y="2544"/>
                </a:lnTo>
                <a:lnTo>
                  <a:pt x="525" y="2544"/>
                </a:lnTo>
                <a:lnTo>
                  <a:pt x="525" y="2543"/>
                </a:lnTo>
                <a:lnTo>
                  <a:pt x="525" y="2542"/>
                </a:lnTo>
                <a:lnTo>
                  <a:pt x="526" y="2542"/>
                </a:lnTo>
                <a:lnTo>
                  <a:pt x="526" y="2541"/>
                </a:lnTo>
                <a:lnTo>
                  <a:pt x="526" y="2540"/>
                </a:lnTo>
                <a:lnTo>
                  <a:pt x="527" y="2540"/>
                </a:lnTo>
                <a:lnTo>
                  <a:pt x="527" y="2539"/>
                </a:lnTo>
                <a:lnTo>
                  <a:pt x="526" y="2539"/>
                </a:lnTo>
                <a:lnTo>
                  <a:pt x="526" y="2538"/>
                </a:lnTo>
                <a:lnTo>
                  <a:pt x="526" y="2537"/>
                </a:lnTo>
                <a:lnTo>
                  <a:pt x="525" y="2537"/>
                </a:lnTo>
                <a:lnTo>
                  <a:pt x="524" y="2537"/>
                </a:lnTo>
                <a:lnTo>
                  <a:pt x="524" y="2536"/>
                </a:lnTo>
                <a:lnTo>
                  <a:pt x="523" y="2536"/>
                </a:lnTo>
                <a:lnTo>
                  <a:pt x="524" y="2535"/>
                </a:lnTo>
                <a:lnTo>
                  <a:pt x="524" y="2534"/>
                </a:lnTo>
                <a:lnTo>
                  <a:pt x="524" y="2533"/>
                </a:lnTo>
                <a:lnTo>
                  <a:pt x="524" y="2532"/>
                </a:lnTo>
                <a:lnTo>
                  <a:pt x="523" y="2532"/>
                </a:lnTo>
                <a:lnTo>
                  <a:pt x="522" y="2532"/>
                </a:lnTo>
                <a:lnTo>
                  <a:pt x="522" y="2531"/>
                </a:lnTo>
                <a:lnTo>
                  <a:pt x="521" y="2531"/>
                </a:lnTo>
                <a:lnTo>
                  <a:pt x="521" y="2530"/>
                </a:lnTo>
                <a:lnTo>
                  <a:pt x="521" y="2529"/>
                </a:lnTo>
                <a:lnTo>
                  <a:pt x="522" y="2529"/>
                </a:lnTo>
                <a:lnTo>
                  <a:pt x="523" y="2529"/>
                </a:lnTo>
                <a:lnTo>
                  <a:pt x="523" y="2528"/>
                </a:lnTo>
                <a:lnTo>
                  <a:pt x="523" y="2527"/>
                </a:lnTo>
                <a:lnTo>
                  <a:pt x="523" y="2526"/>
                </a:lnTo>
                <a:lnTo>
                  <a:pt x="523" y="2525"/>
                </a:lnTo>
                <a:lnTo>
                  <a:pt x="523" y="2524"/>
                </a:lnTo>
                <a:lnTo>
                  <a:pt x="523" y="2523"/>
                </a:lnTo>
                <a:lnTo>
                  <a:pt x="522" y="2523"/>
                </a:lnTo>
                <a:lnTo>
                  <a:pt x="522" y="2522"/>
                </a:lnTo>
                <a:lnTo>
                  <a:pt x="522" y="2521"/>
                </a:lnTo>
                <a:lnTo>
                  <a:pt x="521" y="2521"/>
                </a:lnTo>
                <a:lnTo>
                  <a:pt x="521" y="2520"/>
                </a:lnTo>
                <a:lnTo>
                  <a:pt x="521" y="2519"/>
                </a:lnTo>
                <a:lnTo>
                  <a:pt x="520" y="2519"/>
                </a:lnTo>
                <a:lnTo>
                  <a:pt x="519" y="2519"/>
                </a:lnTo>
                <a:lnTo>
                  <a:pt x="519" y="2518"/>
                </a:lnTo>
                <a:lnTo>
                  <a:pt x="519" y="2517"/>
                </a:lnTo>
                <a:lnTo>
                  <a:pt x="518" y="2517"/>
                </a:lnTo>
                <a:lnTo>
                  <a:pt x="518" y="2516"/>
                </a:lnTo>
                <a:lnTo>
                  <a:pt x="518" y="2515"/>
                </a:lnTo>
                <a:lnTo>
                  <a:pt x="517" y="2514"/>
                </a:lnTo>
                <a:lnTo>
                  <a:pt x="516" y="2514"/>
                </a:lnTo>
                <a:lnTo>
                  <a:pt x="516" y="2513"/>
                </a:lnTo>
                <a:lnTo>
                  <a:pt x="515" y="2513"/>
                </a:lnTo>
                <a:lnTo>
                  <a:pt x="515" y="2512"/>
                </a:lnTo>
                <a:lnTo>
                  <a:pt x="515" y="2511"/>
                </a:lnTo>
                <a:lnTo>
                  <a:pt x="516" y="2511"/>
                </a:lnTo>
                <a:lnTo>
                  <a:pt x="516" y="2510"/>
                </a:lnTo>
                <a:lnTo>
                  <a:pt x="516" y="2509"/>
                </a:lnTo>
                <a:lnTo>
                  <a:pt x="517" y="2509"/>
                </a:lnTo>
                <a:lnTo>
                  <a:pt x="517" y="2508"/>
                </a:lnTo>
                <a:lnTo>
                  <a:pt x="518" y="2508"/>
                </a:lnTo>
                <a:lnTo>
                  <a:pt x="519" y="2508"/>
                </a:lnTo>
                <a:lnTo>
                  <a:pt x="520" y="2508"/>
                </a:lnTo>
                <a:lnTo>
                  <a:pt x="520" y="2507"/>
                </a:lnTo>
                <a:lnTo>
                  <a:pt x="521" y="2507"/>
                </a:lnTo>
                <a:lnTo>
                  <a:pt x="522" y="2507"/>
                </a:lnTo>
                <a:lnTo>
                  <a:pt x="523" y="2507"/>
                </a:lnTo>
                <a:lnTo>
                  <a:pt x="524" y="2507"/>
                </a:lnTo>
                <a:lnTo>
                  <a:pt x="525" y="2507"/>
                </a:lnTo>
                <a:lnTo>
                  <a:pt x="525" y="2506"/>
                </a:lnTo>
                <a:lnTo>
                  <a:pt x="526" y="2506"/>
                </a:lnTo>
                <a:lnTo>
                  <a:pt x="526" y="2505"/>
                </a:lnTo>
                <a:lnTo>
                  <a:pt x="527" y="2505"/>
                </a:lnTo>
                <a:lnTo>
                  <a:pt x="527" y="2504"/>
                </a:lnTo>
                <a:lnTo>
                  <a:pt x="527" y="2503"/>
                </a:lnTo>
                <a:lnTo>
                  <a:pt x="528" y="2503"/>
                </a:lnTo>
                <a:lnTo>
                  <a:pt x="528" y="2502"/>
                </a:lnTo>
                <a:lnTo>
                  <a:pt x="529" y="2502"/>
                </a:lnTo>
                <a:lnTo>
                  <a:pt x="528" y="2502"/>
                </a:lnTo>
                <a:lnTo>
                  <a:pt x="529" y="2503"/>
                </a:lnTo>
                <a:lnTo>
                  <a:pt x="530" y="2503"/>
                </a:lnTo>
                <a:lnTo>
                  <a:pt x="531" y="2503"/>
                </a:lnTo>
                <a:lnTo>
                  <a:pt x="531" y="2502"/>
                </a:lnTo>
                <a:lnTo>
                  <a:pt x="532" y="2502"/>
                </a:lnTo>
                <a:lnTo>
                  <a:pt x="532" y="2501"/>
                </a:lnTo>
                <a:lnTo>
                  <a:pt x="532" y="2502"/>
                </a:lnTo>
                <a:lnTo>
                  <a:pt x="533" y="2502"/>
                </a:lnTo>
                <a:lnTo>
                  <a:pt x="533" y="2501"/>
                </a:lnTo>
                <a:lnTo>
                  <a:pt x="534" y="2501"/>
                </a:lnTo>
                <a:lnTo>
                  <a:pt x="534" y="2502"/>
                </a:lnTo>
                <a:lnTo>
                  <a:pt x="534" y="2501"/>
                </a:lnTo>
                <a:lnTo>
                  <a:pt x="534" y="2500"/>
                </a:lnTo>
                <a:lnTo>
                  <a:pt x="535" y="2499"/>
                </a:lnTo>
                <a:lnTo>
                  <a:pt x="535" y="2500"/>
                </a:lnTo>
                <a:lnTo>
                  <a:pt x="536" y="2500"/>
                </a:lnTo>
                <a:lnTo>
                  <a:pt x="537" y="2500"/>
                </a:lnTo>
                <a:lnTo>
                  <a:pt x="538" y="2500"/>
                </a:lnTo>
                <a:lnTo>
                  <a:pt x="539" y="2500"/>
                </a:lnTo>
                <a:lnTo>
                  <a:pt x="540" y="2500"/>
                </a:lnTo>
                <a:lnTo>
                  <a:pt x="540" y="2499"/>
                </a:lnTo>
                <a:lnTo>
                  <a:pt x="541" y="2499"/>
                </a:lnTo>
                <a:lnTo>
                  <a:pt x="541" y="2498"/>
                </a:lnTo>
                <a:lnTo>
                  <a:pt x="542" y="2498"/>
                </a:lnTo>
                <a:lnTo>
                  <a:pt x="542" y="2497"/>
                </a:lnTo>
                <a:lnTo>
                  <a:pt x="543" y="2497"/>
                </a:lnTo>
                <a:lnTo>
                  <a:pt x="544" y="2497"/>
                </a:lnTo>
                <a:lnTo>
                  <a:pt x="544" y="2496"/>
                </a:lnTo>
                <a:lnTo>
                  <a:pt x="545" y="2496"/>
                </a:lnTo>
                <a:lnTo>
                  <a:pt x="545" y="2495"/>
                </a:lnTo>
                <a:lnTo>
                  <a:pt x="545" y="2494"/>
                </a:lnTo>
                <a:lnTo>
                  <a:pt x="546" y="2494"/>
                </a:lnTo>
                <a:lnTo>
                  <a:pt x="547" y="2494"/>
                </a:lnTo>
                <a:lnTo>
                  <a:pt x="548" y="2494"/>
                </a:lnTo>
                <a:lnTo>
                  <a:pt x="548" y="2493"/>
                </a:lnTo>
                <a:lnTo>
                  <a:pt x="548" y="2492"/>
                </a:lnTo>
                <a:lnTo>
                  <a:pt x="549" y="2492"/>
                </a:lnTo>
                <a:lnTo>
                  <a:pt x="550" y="2492"/>
                </a:lnTo>
                <a:lnTo>
                  <a:pt x="550" y="2491"/>
                </a:lnTo>
                <a:lnTo>
                  <a:pt x="551" y="2491"/>
                </a:lnTo>
                <a:lnTo>
                  <a:pt x="552" y="2492"/>
                </a:lnTo>
                <a:lnTo>
                  <a:pt x="551" y="2492"/>
                </a:lnTo>
                <a:lnTo>
                  <a:pt x="551" y="2493"/>
                </a:lnTo>
                <a:lnTo>
                  <a:pt x="552" y="2493"/>
                </a:lnTo>
                <a:lnTo>
                  <a:pt x="552" y="2494"/>
                </a:lnTo>
                <a:lnTo>
                  <a:pt x="552" y="2495"/>
                </a:lnTo>
                <a:lnTo>
                  <a:pt x="552" y="2496"/>
                </a:lnTo>
                <a:lnTo>
                  <a:pt x="551" y="2496"/>
                </a:lnTo>
                <a:lnTo>
                  <a:pt x="551" y="2497"/>
                </a:lnTo>
                <a:lnTo>
                  <a:pt x="551" y="2498"/>
                </a:lnTo>
                <a:lnTo>
                  <a:pt x="552" y="2498"/>
                </a:lnTo>
                <a:lnTo>
                  <a:pt x="552" y="2499"/>
                </a:lnTo>
                <a:lnTo>
                  <a:pt x="552" y="2500"/>
                </a:lnTo>
                <a:lnTo>
                  <a:pt x="553" y="2500"/>
                </a:lnTo>
                <a:lnTo>
                  <a:pt x="554" y="2500"/>
                </a:lnTo>
                <a:lnTo>
                  <a:pt x="554" y="2501"/>
                </a:lnTo>
                <a:lnTo>
                  <a:pt x="554" y="2502"/>
                </a:lnTo>
                <a:lnTo>
                  <a:pt x="555" y="2502"/>
                </a:lnTo>
                <a:lnTo>
                  <a:pt x="555" y="2503"/>
                </a:lnTo>
                <a:lnTo>
                  <a:pt x="555" y="2504"/>
                </a:lnTo>
                <a:lnTo>
                  <a:pt x="555" y="2505"/>
                </a:lnTo>
                <a:lnTo>
                  <a:pt x="555" y="2506"/>
                </a:lnTo>
                <a:lnTo>
                  <a:pt x="554" y="2506"/>
                </a:lnTo>
                <a:lnTo>
                  <a:pt x="554" y="2507"/>
                </a:lnTo>
                <a:lnTo>
                  <a:pt x="553" y="2507"/>
                </a:lnTo>
                <a:lnTo>
                  <a:pt x="553" y="2508"/>
                </a:lnTo>
                <a:lnTo>
                  <a:pt x="553" y="2509"/>
                </a:lnTo>
                <a:lnTo>
                  <a:pt x="553" y="2510"/>
                </a:lnTo>
                <a:lnTo>
                  <a:pt x="554" y="2510"/>
                </a:lnTo>
                <a:lnTo>
                  <a:pt x="554" y="2511"/>
                </a:lnTo>
                <a:lnTo>
                  <a:pt x="554" y="2512"/>
                </a:lnTo>
                <a:lnTo>
                  <a:pt x="554" y="2513"/>
                </a:lnTo>
                <a:lnTo>
                  <a:pt x="554" y="2514"/>
                </a:lnTo>
                <a:lnTo>
                  <a:pt x="555" y="2514"/>
                </a:lnTo>
                <a:lnTo>
                  <a:pt x="555" y="2515"/>
                </a:lnTo>
                <a:lnTo>
                  <a:pt x="555" y="2516"/>
                </a:lnTo>
                <a:lnTo>
                  <a:pt x="555" y="2517"/>
                </a:lnTo>
                <a:lnTo>
                  <a:pt x="555" y="2518"/>
                </a:lnTo>
                <a:lnTo>
                  <a:pt x="555" y="2519"/>
                </a:lnTo>
                <a:lnTo>
                  <a:pt x="556" y="2519"/>
                </a:lnTo>
                <a:lnTo>
                  <a:pt x="557" y="2519"/>
                </a:lnTo>
                <a:lnTo>
                  <a:pt x="557" y="2520"/>
                </a:lnTo>
                <a:lnTo>
                  <a:pt x="558" y="2521"/>
                </a:lnTo>
                <a:lnTo>
                  <a:pt x="558" y="2522"/>
                </a:lnTo>
                <a:lnTo>
                  <a:pt x="558" y="2523"/>
                </a:lnTo>
                <a:lnTo>
                  <a:pt x="558" y="2524"/>
                </a:lnTo>
                <a:lnTo>
                  <a:pt x="559" y="2524"/>
                </a:lnTo>
                <a:lnTo>
                  <a:pt x="560" y="2524"/>
                </a:lnTo>
                <a:lnTo>
                  <a:pt x="560" y="2525"/>
                </a:lnTo>
                <a:lnTo>
                  <a:pt x="561" y="2525"/>
                </a:lnTo>
                <a:lnTo>
                  <a:pt x="561" y="2526"/>
                </a:lnTo>
                <a:lnTo>
                  <a:pt x="561" y="2527"/>
                </a:lnTo>
                <a:lnTo>
                  <a:pt x="562" y="2527"/>
                </a:lnTo>
                <a:lnTo>
                  <a:pt x="563" y="2527"/>
                </a:lnTo>
                <a:lnTo>
                  <a:pt x="563" y="2526"/>
                </a:lnTo>
                <a:lnTo>
                  <a:pt x="564" y="2527"/>
                </a:lnTo>
                <a:lnTo>
                  <a:pt x="565" y="2527"/>
                </a:lnTo>
                <a:lnTo>
                  <a:pt x="565" y="2528"/>
                </a:lnTo>
                <a:lnTo>
                  <a:pt x="566" y="2528"/>
                </a:lnTo>
                <a:lnTo>
                  <a:pt x="567" y="2528"/>
                </a:lnTo>
                <a:lnTo>
                  <a:pt x="567" y="2529"/>
                </a:lnTo>
                <a:lnTo>
                  <a:pt x="568" y="2529"/>
                </a:lnTo>
                <a:lnTo>
                  <a:pt x="569" y="2529"/>
                </a:lnTo>
                <a:lnTo>
                  <a:pt x="568" y="2529"/>
                </a:lnTo>
                <a:lnTo>
                  <a:pt x="568" y="2530"/>
                </a:lnTo>
                <a:lnTo>
                  <a:pt x="568" y="2531"/>
                </a:lnTo>
                <a:lnTo>
                  <a:pt x="569" y="2531"/>
                </a:lnTo>
                <a:lnTo>
                  <a:pt x="569" y="2532"/>
                </a:lnTo>
                <a:lnTo>
                  <a:pt x="570" y="2532"/>
                </a:lnTo>
                <a:lnTo>
                  <a:pt x="571" y="2532"/>
                </a:lnTo>
                <a:lnTo>
                  <a:pt x="571" y="2533"/>
                </a:lnTo>
                <a:lnTo>
                  <a:pt x="572" y="2533"/>
                </a:lnTo>
                <a:lnTo>
                  <a:pt x="572" y="2534"/>
                </a:lnTo>
                <a:lnTo>
                  <a:pt x="573" y="2534"/>
                </a:lnTo>
                <a:lnTo>
                  <a:pt x="574" y="2535"/>
                </a:lnTo>
                <a:lnTo>
                  <a:pt x="575" y="2535"/>
                </a:lnTo>
                <a:lnTo>
                  <a:pt x="575" y="2536"/>
                </a:lnTo>
                <a:lnTo>
                  <a:pt x="576" y="2535"/>
                </a:lnTo>
                <a:lnTo>
                  <a:pt x="576" y="2534"/>
                </a:lnTo>
                <a:lnTo>
                  <a:pt x="576" y="2533"/>
                </a:lnTo>
                <a:lnTo>
                  <a:pt x="577" y="2533"/>
                </a:lnTo>
                <a:lnTo>
                  <a:pt x="577" y="2532"/>
                </a:lnTo>
                <a:lnTo>
                  <a:pt x="577" y="2531"/>
                </a:lnTo>
                <a:lnTo>
                  <a:pt x="578" y="2531"/>
                </a:lnTo>
                <a:lnTo>
                  <a:pt x="579" y="2531"/>
                </a:lnTo>
                <a:lnTo>
                  <a:pt x="580" y="2531"/>
                </a:lnTo>
                <a:lnTo>
                  <a:pt x="580" y="2530"/>
                </a:lnTo>
                <a:lnTo>
                  <a:pt x="581" y="2530"/>
                </a:lnTo>
                <a:lnTo>
                  <a:pt x="582" y="2530"/>
                </a:lnTo>
                <a:lnTo>
                  <a:pt x="583" y="2530"/>
                </a:lnTo>
                <a:lnTo>
                  <a:pt x="584" y="2530"/>
                </a:lnTo>
                <a:lnTo>
                  <a:pt x="585" y="2530"/>
                </a:lnTo>
                <a:lnTo>
                  <a:pt x="586" y="2530"/>
                </a:lnTo>
                <a:lnTo>
                  <a:pt x="587" y="2531"/>
                </a:lnTo>
                <a:lnTo>
                  <a:pt x="588" y="2531"/>
                </a:lnTo>
                <a:lnTo>
                  <a:pt x="588" y="2532"/>
                </a:lnTo>
                <a:lnTo>
                  <a:pt x="589" y="2532"/>
                </a:lnTo>
                <a:lnTo>
                  <a:pt x="589" y="2531"/>
                </a:lnTo>
                <a:lnTo>
                  <a:pt x="589" y="2530"/>
                </a:lnTo>
                <a:lnTo>
                  <a:pt x="589" y="2529"/>
                </a:lnTo>
                <a:lnTo>
                  <a:pt x="589" y="2528"/>
                </a:lnTo>
                <a:lnTo>
                  <a:pt x="589" y="2527"/>
                </a:lnTo>
                <a:lnTo>
                  <a:pt x="590" y="2527"/>
                </a:lnTo>
                <a:lnTo>
                  <a:pt x="590" y="2526"/>
                </a:lnTo>
                <a:lnTo>
                  <a:pt x="592" y="2526"/>
                </a:lnTo>
                <a:lnTo>
                  <a:pt x="592" y="2525"/>
                </a:lnTo>
                <a:lnTo>
                  <a:pt x="591" y="2525"/>
                </a:lnTo>
                <a:lnTo>
                  <a:pt x="591" y="2524"/>
                </a:lnTo>
                <a:lnTo>
                  <a:pt x="591" y="2523"/>
                </a:lnTo>
                <a:lnTo>
                  <a:pt x="591" y="2522"/>
                </a:lnTo>
                <a:lnTo>
                  <a:pt x="591" y="2521"/>
                </a:lnTo>
                <a:lnTo>
                  <a:pt x="592" y="2521"/>
                </a:lnTo>
                <a:lnTo>
                  <a:pt x="592" y="2520"/>
                </a:lnTo>
                <a:lnTo>
                  <a:pt x="592" y="2519"/>
                </a:lnTo>
                <a:lnTo>
                  <a:pt x="593" y="2519"/>
                </a:lnTo>
                <a:lnTo>
                  <a:pt x="594" y="2519"/>
                </a:lnTo>
                <a:lnTo>
                  <a:pt x="594" y="2517"/>
                </a:lnTo>
                <a:lnTo>
                  <a:pt x="595" y="2517"/>
                </a:lnTo>
                <a:lnTo>
                  <a:pt x="596" y="2517"/>
                </a:lnTo>
                <a:lnTo>
                  <a:pt x="597" y="2517"/>
                </a:lnTo>
                <a:lnTo>
                  <a:pt x="598" y="2517"/>
                </a:lnTo>
                <a:lnTo>
                  <a:pt x="598" y="2516"/>
                </a:lnTo>
                <a:lnTo>
                  <a:pt x="597" y="2516"/>
                </a:lnTo>
                <a:lnTo>
                  <a:pt x="598" y="2516"/>
                </a:lnTo>
                <a:lnTo>
                  <a:pt x="598" y="2515"/>
                </a:lnTo>
                <a:lnTo>
                  <a:pt x="598" y="2514"/>
                </a:lnTo>
                <a:lnTo>
                  <a:pt x="599" y="2514"/>
                </a:lnTo>
                <a:lnTo>
                  <a:pt x="599" y="2515"/>
                </a:lnTo>
                <a:lnTo>
                  <a:pt x="600" y="2515"/>
                </a:lnTo>
                <a:lnTo>
                  <a:pt x="601" y="2515"/>
                </a:lnTo>
                <a:lnTo>
                  <a:pt x="602" y="2515"/>
                </a:lnTo>
                <a:lnTo>
                  <a:pt x="602" y="2514"/>
                </a:lnTo>
                <a:lnTo>
                  <a:pt x="602" y="2513"/>
                </a:lnTo>
                <a:lnTo>
                  <a:pt x="602" y="2514"/>
                </a:lnTo>
                <a:lnTo>
                  <a:pt x="603" y="2514"/>
                </a:lnTo>
                <a:lnTo>
                  <a:pt x="604" y="2514"/>
                </a:lnTo>
                <a:lnTo>
                  <a:pt x="605" y="2514"/>
                </a:lnTo>
                <a:lnTo>
                  <a:pt x="605" y="2513"/>
                </a:lnTo>
                <a:lnTo>
                  <a:pt x="605" y="2512"/>
                </a:lnTo>
                <a:lnTo>
                  <a:pt x="606" y="2512"/>
                </a:lnTo>
                <a:lnTo>
                  <a:pt x="607" y="2512"/>
                </a:lnTo>
                <a:lnTo>
                  <a:pt x="607" y="2511"/>
                </a:lnTo>
                <a:lnTo>
                  <a:pt x="607" y="2510"/>
                </a:lnTo>
                <a:lnTo>
                  <a:pt x="607" y="2509"/>
                </a:lnTo>
                <a:lnTo>
                  <a:pt x="606" y="2509"/>
                </a:lnTo>
                <a:lnTo>
                  <a:pt x="607" y="2509"/>
                </a:lnTo>
                <a:lnTo>
                  <a:pt x="607" y="2508"/>
                </a:lnTo>
                <a:lnTo>
                  <a:pt x="608" y="2507"/>
                </a:lnTo>
                <a:lnTo>
                  <a:pt x="608" y="2506"/>
                </a:lnTo>
                <a:lnTo>
                  <a:pt x="609" y="2506"/>
                </a:lnTo>
                <a:lnTo>
                  <a:pt x="609" y="2505"/>
                </a:lnTo>
                <a:lnTo>
                  <a:pt x="609" y="2504"/>
                </a:lnTo>
                <a:lnTo>
                  <a:pt x="610" y="2504"/>
                </a:lnTo>
                <a:lnTo>
                  <a:pt x="611" y="2504"/>
                </a:lnTo>
                <a:lnTo>
                  <a:pt x="610" y="2504"/>
                </a:lnTo>
                <a:lnTo>
                  <a:pt x="610" y="2503"/>
                </a:lnTo>
                <a:lnTo>
                  <a:pt x="610" y="2502"/>
                </a:lnTo>
                <a:lnTo>
                  <a:pt x="609" y="2502"/>
                </a:lnTo>
                <a:lnTo>
                  <a:pt x="609" y="2501"/>
                </a:lnTo>
                <a:lnTo>
                  <a:pt x="609" y="2500"/>
                </a:lnTo>
                <a:lnTo>
                  <a:pt x="609" y="2499"/>
                </a:lnTo>
                <a:lnTo>
                  <a:pt x="609" y="2498"/>
                </a:lnTo>
                <a:lnTo>
                  <a:pt x="608" y="2498"/>
                </a:lnTo>
                <a:lnTo>
                  <a:pt x="608" y="2497"/>
                </a:lnTo>
                <a:lnTo>
                  <a:pt x="608" y="2496"/>
                </a:lnTo>
                <a:lnTo>
                  <a:pt x="607" y="2496"/>
                </a:lnTo>
                <a:lnTo>
                  <a:pt x="607" y="2495"/>
                </a:lnTo>
                <a:lnTo>
                  <a:pt x="607" y="2494"/>
                </a:lnTo>
                <a:lnTo>
                  <a:pt x="608" y="2494"/>
                </a:lnTo>
                <a:lnTo>
                  <a:pt x="608" y="2493"/>
                </a:lnTo>
                <a:lnTo>
                  <a:pt x="608" y="2492"/>
                </a:lnTo>
                <a:lnTo>
                  <a:pt x="608" y="2491"/>
                </a:lnTo>
                <a:lnTo>
                  <a:pt x="609" y="2491"/>
                </a:lnTo>
                <a:lnTo>
                  <a:pt x="609" y="2490"/>
                </a:lnTo>
                <a:lnTo>
                  <a:pt x="610" y="2490"/>
                </a:lnTo>
                <a:lnTo>
                  <a:pt x="609" y="2490"/>
                </a:lnTo>
                <a:lnTo>
                  <a:pt x="609" y="2489"/>
                </a:lnTo>
                <a:lnTo>
                  <a:pt x="610" y="2489"/>
                </a:lnTo>
                <a:lnTo>
                  <a:pt x="609" y="2489"/>
                </a:lnTo>
                <a:lnTo>
                  <a:pt x="609" y="2488"/>
                </a:lnTo>
                <a:lnTo>
                  <a:pt x="609" y="2487"/>
                </a:lnTo>
                <a:lnTo>
                  <a:pt x="608" y="2487"/>
                </a:lnTo>
                <a:lnTo>
                  <a:pt x="608" y="2486"/>
                </a:lnTo>
                <a:lnTo>
                  <a:pt x="608" y="2485"/>
                </a:lnTo>
                <a:lnTo>
                  <a:pt x="608" y="2484"/>
                </a:lnTo>
                <a:lnTo>
                  <a:pt x="607" y="2484"/>
                </a:lnTo>
                <a:lnTo>
                  <a:pt x="607" y="2483"/>
                </a:lnTo>
                <a:lnTo>
                  <a:pt x="607" y="2482"/>
                </a:lnTo>
                <a:lnTo>
                  <a:pt x="607" y="2483"/>
                </a:lnTo>
                <a:lnTo>
                  <a:pt x="607" y="2482"/>
                </a:lnTo>
                <a:lnTo>
                  <a:pt x="606" y="2482"/>
                </a:lnTo>
                <a:lnTo>
                  <a:pt x="605" y="2482"/>
                </a:lnTo>
                <a:lnTo>
                  <a:pt x="605" y="2481"/>
                </a:lnTo>
                <a:lnTo>
                  <a:pt x="605" y="2482"/>
                </a:lnTo>
                <a:lnTo>
                  <a:pt x="604" y="2481"/>
                </a:lnTo>
                <a:lnTo>
                  <a:pt x="604" y="2482"/>
                </a:lnTo>
                <a:lnTo>
                  <a:pt x="603" y="2482"/>
                </a:lnTo>
                <a:lnTo>
                  <a:pt x="602" y="2482"/>
                </a:lnTo>
                <a:lnTo>
                  <a:pt x="602" y="2481"/>
                </a:lnTo>
                <a:lnTo>
                  <a:pt x="602" y="2480"/>
                </a:lnTo>
                <a:lnTo>
                  <a:pt x="602" y="2479"/>
                </a:lnTo>
                <a:lnTo>
                  <a:pt x="603" y="2478"/>
                </a:lnTo>
                <a:lnTo>
                  <a:pt x="602" y="2478"/>
                </a:lnTo>
                <a:lnTo>
                  <a:pt x="603" y="2478"/>
                </a:lnTo>
                <a:lnTo>
                  <a:pt x="603" y="2477"/>
                </a:lnTo>
                <a:lnTo>
                  <a:pt x="602" y="2477"/>
                </a:lnTo>
                <a:lnTo>
                  <a:pt x="602" y="2476"/>
                </a:lnTo>
                <a:lnTo>
                  <a:pt x="603" y="2476"/>
                </a:lnTo>
                <a:lnTo>
                  <a:pt x="603" y="2475"/>
                </a:lnTo>
                <a:lnTo>
                  <a:pt x="603" y="2474"/>
                </a:lnTo>
                <a:lnTo>
                  <a:pt x="602" y="2474"/>
                </a:lnTo>
                <a:lnTo>
                  <a:pt x="602" y="2473"/>
                </a:lnTo>
                <a:lnTo>
                  <a:pt x="603" y="2472"/>
                </a:lnTo>
                <a:lnTo>
                  <a:pt x="603" y="2471"/>
                </a:lnTo>
                <a:lnTo>
                  <a:pt x="603" y="2470"/>
                </a:lnTo>
                <a:lnTo>
                  <a:pt x="602" y="2470"/>
                </a:lnTo>
                <a:lnTo>
                  <a:pt x="602" y="2469"/>
                </a:lnTo>
                <a:lnTo>
                  <a:pt x="603" y="2469"/>
                </a:lnTo>
                <a:lnTo>
                  <a:pt x="603" y="2468"/>
                </a:lnTo>
                <a:lnTo>
                  <a:pt x="603" y="2467"/>
                </a:lnTo>
                <a:lnTo>
                  <a:pt x="603" y="2466"/>
                </a:lnTo>
                <a:lnTo>
                  <a:pt x="604" y="2465"/>
                </a:lnTo>
                <a:lnTo>
                  <a:pt x="604" y="2464"/>
                </a:lnTo>
                <a:lnTo>
                  <a:pt x="605" y="2464"/>
                </a:lnTo>
                <a:lnTo>
                  <a:pt x="605" y="2463"/>
                </a:lnTo>
                <a:lnTo>
                  <a:pt x="604" y="2463"/>
                </a:lnTo>
                <a:lnTo>
                  <a:pt x="604" y="2462"/>
                </a:lnTo>
                <a:lnTo>
                  <a:pt x="603" y="2462"/>
                </a:lnTo>
                <a:lnTo>
                  <a:pt x="603" y="2461"/>
                </a:lnTo>
                <a:lnTo>
                  <a:pt x="602" y="2461"/>
                </a:lnTo>
                <a:lnTo>
                  <a:pt x="602" y="2460"/>
                </a:lnTo>
                <a:lnTo>
                  <a:pt x="602" y="2461"/>
                </a:lnTo>
                <a:lnTo>
                  <a:pt x="601" y="2461"/>
                </a:lnTo>
                <a:lnTo>
                  <a:pt x="600" y="2461"/>
                </a:lnTo>
                <a:lnTo>
                  <a:pt x="600" y="2460"/>
                </a:lnTo>
                <a:lnTo>
                  <a:pt x="599" y="2460"/>
                </a:lnTo>
                <a:lnTo>
                  <a:pt x="600" y="2460"/>
                </a:lnTo>
                <a:lnTo>
                  <a:pt x="600" y="2459"/>
                </a:lnTo>
                <a:lnTo>
                  <a:pt x="599" y="2459"/>
                </a:lnTo>
                <a:lnTo>
                  <a:pt x="600" y="2459"/>
                </a:lnTo>
                <a:lnTo>
                  <a:pt x="599" y="2459"/>
                </a:lnTo>
                <a:lnTo>
                  <a:pt x="599" y="2458"/>
                </a:lnTo>
                <a:lnTo>
                  <a:pt x="598" y="2458"/>
                </a:lnTo>
                <a:lnTo>
                  <a:pt x="598" y="2459"/>
                </a:lnTo>
                <a:lnTo>
                  <a:pt x="597" y="2459"/>
                </a:lnTo>
                <a:lnTo>
                  <a:pt x="597" y="2458"/>
                </a:lnTo>
                <a:lnTo>
                  <a:pt x="597" y="2457"/>
                </a:lnTo>
                <a:lnTo>
                  <a:pt x="596" y="2457"/>
                </a:lnTo>
                <a:lnTo>
                  <a:pt x="596" y="2455"/>
                </a:lnTo>
                <a:lnTo>
                  <a:pt x="595" y="2455"/>
                </a:lnTo>
                <a:lnTo>
                  <a:pt x="595" y="2454"/>
                </a:lnTo>
                <a:lnTo>
                  <a:pt x="595" y="2453"/>
                </a:lnTo>
                <a:lnTo>
                  <a:pt x="595" y="2452"/>
                </a:lnTo>
                <a:lnTo>
                  <a:pt x="594" y="2451"/>
                </a:lnTo>
                <a:lnTo>
                  <a:pt x="594" y="2450"/>
                </a:lnTo>
                <a:lnTo>
                  <a:pt x="594" y="2449"/>
                </a:lnTo>
                <a:lnTo>
                  <a:pt x="594" y="2448"/>
                </a:lnTo>
                <a:lnTo>
                  <a:pt x="594" y="2447"/>
                </a:lnTo>
                <a:lnTo>
                  <a:pt x="594" y="2446"/>
                </a:lnTo>
                <a:lnTo>
                  <a:pt x="593" y="2446"/>
                </a:lnTo>
                <a:lnTo>
                  <a:pt x="593" y="2445"/>
                </a:lnTo>
                <a:lnTo>
                  <a:pt x="593" y="2444"/>
                </a:lnTo>
                <a:lnTo>
                  <a:pt x="593" y="2443"/>
                </a:lnTo>
                <a:lnTo>
                  <a:pt x="593" y="2442"/>
                </a:lnTo>
                <a:lnTo>
                  <a:pt x="594" y="2441"/>
                </a:lnTo>
                <a:lnTo>
                  <a:pt x="594" y="2440"/>
                </a:lnTo>
                <a:lnTo>
                  <a:pt x="594" y="2439"/>
                </a:lnTo>
                <a:lnTo>
                  <a:pt x="594" y="2438"/>
                </a:lnTo>
                <a:lnTo>
                  <a:pt x="595" y="2438"/>
                </a:lnTo>
                <a:lnTo>
                  <a:pt x="595" y="2437"/>
                </a:lnTo>
                <a:lnTo>
                  <a:pt x="594" y="2437"/>
                </a:lnTo>
                <a:lnTo>
                  <a:pt x="595" y="2437"/>
                </a:lnTo>
                <a:lnTo>
                  <a:pt x="596" y="2437"/>
                </a:lnTo>
                <a:lnTo>
                  <a:pt x="596" y="2436"/>
                </a:lnTo>
                <a:lnTo>
                  <a:pt x="595" y="2436"/>
                </a:lnTo>
                <a:lnTo>
                  <a:pt x="595" y="2435"/>
                </a:lnTo>
                <a:lnTo>
                  <a:pt x="594" y="2435"/>
                </a:lnTo>
                <a:lnTo>
                  <a:pt x="594" y="2434"/>
                </a:lnTo>
                <a:lnTo>
                  <a:pt x="593" y="2434"/>
                </a:lnTo>
                <a:lnTo>
                  <a:pt x="593" y="2433"/>
                </a:lnTo>
                <a:lnTo>
                  <a:pt x="592" y="2433"/>
                </a:lnTo>
                <a:lnTo>
                  <a:pt x="592" y="2432"/>
                </a:lnTo>
                <a:lnTo>
                  <a:pt x="591" y="2432"/>
                </a:lnTo>
                <a:lnTo>
                  <a:pt x="591" y="2433"/>
                </a:lnTo>
                <a:lnTo>
                  <a:pt x="590" y="2433"/>
                </a:lnTo>
                <a:lnTo>
                  <a:pt x="589" y="2432"/>
                </a:lnTo>
                <a:lnTo>
                  <a:pt x="589" y="2431"/>
                </a:lnTo>
                <a:lnTo>
                  <a:pt x="588" y="2431"/>
                </a:lnTo>
                <a:lnTo>
                  <a:pt x="588" y="2430"/>
                </a:lnTo>
                <a:lnTo>
                  <a:pt x="587" y="2430"/>
                </a:lnTo>
                <a:lnTo>
                  <a:pt x="586" y="2430"/>
                </a:lnTo>
                <a:lnTo>
                  <a:pt x="586" y="2429"/>
                </a:lnTo>
                <a:lnTo>
                  <a:pt x="585" y="2429"/>
                </a:lnTo>
                <a:lnTo>
                  <a:pt x="585" y="2428"/>
                </a:lnTo>
                <a:lnTo>
                  <a:pt x="586" y="2428"/>
                </a:lnTo>
                <a:lnTo>
                  <a:pt x="586" y="2427"/>
                </a:lnTo>
                <a:lnTo>
                  <a:pt x="587" y="2427"/>
                </a:lnTo>
                <a:lnTo>
                  <a:pt x="586" y="2427"/>
                </a:lnTo>
                <a:lnTo>
                  <a:pt x="586" y="2426"/>
                </a:lnTo>
                <a:lnTo>
                  <a:pt x="585" y="2426"/>
                </a:lnTo>
                <a:lnTo>
                  <a:pt x="584" y="2426"/>
                </a:lnTo>
                <a:lnTo>
                  <a:pt x="584" y="2425"/>
                </a:lnTo>
                <a:lnTo>
                  <a:pt x="583" y="2425"/>
                </a:lnTo>
                <a:lnTo>
                  <a:pt x="583" y="2424"/>
                </a:lnTo>
                <a:lnTo>
                  <a:pt x="582" y="2424"/>
                </a:lnTo>
                <a:lnTo>
                  <a:pt x="582" y="2423"/>
                </a:lnTo>
                <a:lnTo>
                  <a:pt x="582" y="2422"/>
                </a:lnTo>
                <a:lnTo>
                  <a:pt x="583" y="2422"/>
                </a:lnTo>
                <a:lnTo>
                  <a:pt x="582" y="2422"/>
                </a:lnTo>
                <a:lnTo>
                  <a:pt x="582" y="2421"/>
                </a:lnTo>
                <a:lnTo>
                  <a:pt x="582" y="2420"/>
                </a:lnTo>
                <a:lnTo>
                  <a:pt x="581" y="2420"/>
                </a:lnTo>
                <a:lnTo>
                  <a:pt x="581" y="2419"/>
                </a:lnTo>
                <a:lnTo>
                  <a:pt x="581" y="2418"/>
                </a:lnTo>
                <a:lnTo>
                  <a:pt x="580" y="2418"/>
                </a:lnTo>
                <a:lnTo>
                  <a:pt x="579" y="2418"/>
                </a:lnTo>
                <a:lnTo>
                  <a:pt x="579" y="2417"/>
                </a:lnTo>
                <a:lnTo>
                  <a:pt x="578" y="2417"/>
                </a:lnTo>
                <a:lnTo>
                  <a:pt x="578" y="2418"/>
                </a:lnTo>
                <a:lnTo>
                  <a:pt x="576" y="2418"/>
                </a:lnTo>
                <a:lnTo>
                  <a:pt x="576" y="2417"/>
                </a:lnTo>
                <a:lnTo>
                  <a:pt x="576" y="2416"/>
                </a:lnTo>
                <a:lnTo>
                  <a:pt x="575" y="2416"/>
                </a:lnTo>
                <a:lnTo>
                  <a:pt x="574" y="2416"/>
                </a:lnTo>
                <a:lnTo>
                  <a:pt x="574" y="2415"/>
                </a:lnTo>
                <a:lnTo>
                  <a:pt x="574" y="2414"/>
                </a:lnTo>
                <a:lnTo>
                  <a:pt x="574" y="2413"/>
                </a:lnTo>
                <a:lnTo>
                  <a:pt x="573" y="2413"/>
                </a:lnTo>
                <a:lnTo>
                  <a:pt x="573" y="2412"/>
                </a:lnTo>
                <a:lnTo>
                  <a:pt x="574" y="2412"/>
                </a:lnTo>
                <a:lnTo>
                  <a:pt x="573" y="2412"/>
                </a:lnTo>
                <a:lnTo>
                  <a:pt x="573" y="2411"/>
                </a:lnTo>
                <a:lnTo>
                  <a:pt x="572" y="2411"/>
                </a:lnTo>
                <a:lnTo>
                  <a:pt x="572" y="2410"/>
                </a:lnTo>
                <a:lnTo>
                  <a:pt x="571" y="2410"/>
                </a:lnTo>
                <a:lnTo>
                  <a:pt x="570" y="2410"/>
                </a:lnTo>
                <a:lnTo>
                  <a:pt x="570" y="2409"/>
                </a:lnTo>
                <a:lnTo>
                  <a:pt x="569" y="2409"/>
                </a:lnTo>
                <a:lnTo>
                  <a:pt x="569" y="2408"/>
                </a:lnTo>
                <a:lnTo>
                  <a:pt x="568" y="2408"/>
                </a:lnTo>
                <a:lnTo>
                  <a:pt x="568" y="2407"/>
                </a:lnTo>
                <a:lnTo>
                  <a:pt x="567" y="2407"/>
                </a:lnTo>
                <a:lnTo>
                  <a:pt x="566" y="2407"/>
                </a:lnTo>
                <a:lnTo>
                  <a:pt x="565" y="2407"/>
                </a:lnTo>
                <a:lnTo>
                  <a:pt x="564" y="2407"/>
                </a:lnTo>
                <a:lnTo>
                  <a:pt x="563" y="2407"/>
                </a:lnTo>
                <a:lnTo>
                  <a:pt x="563" y="2406"/>
                </a:lnTo>
                <a:lnTo>
                  <a:pt x="562" y="2406"/>
                </a:lnTo>
                <a:lnTo>
                  <a:pt x="561" y="2406"/>
                </a:lnTo>
                <a:lnTo>
                  <a:pt x="561" y="2405"/>
                </a:lnTo>
                <a:lnTo>
                  <a:pt x="561" y="2404"/>
                </a:lnTo>
                <a:lnTo>
                  <a:pt x="562" y="2404"/>
                </a:lnTo>
                <a:lnTo>
                  <a:pt x="561" y="2404"/>
                </a:lnTo>
                <a:lnTo>
                  <a:pt x="561" y="2403"/>
                </a:lnTo>
                <a:lnTo>
                  <a:pt x="560" y="2403"/>
                </a:lnTo>
                <a:lnTo>
                  <a:pt x="560" y="2402"/>
                </a:lnTo>
                <a:lnTo>
                  <a:pt x="559" y="2402"/>
                </a:lnTo>
                <a:lnTo>
                  <a:pt x="559" y="2401"/>
                </a:lnTo>
                <a:lnTo>
                  <a:pt x="559" y="2400"/>
                </a:lnTo>
                <a:lnTo>
                  <a:pt x="558" y="2400"/>
                </a:lnTo>
                <a:lnTo>
                  <a:pt x="558" y="2399"/>
                </a:lnTo>
                <a:lnTo>
                  <a:pt x="559" y="2399"/>
                </a:lnTo>
                <a:lnTo>
                  <a:pt x="558" y="2399"/>
                </a:lnTo>
                <a:lnTo>
                  <a:pt x="558" y="2398"/>
                </a:lnTo>
                <a:lnTo>
                  <a:pt x="557" y="2398"/>
                </a:lnTo>
                <a:lnTo>
                  <a:pt x="557" y="2397"/>
                </a:lnTo>
                <a:lnTo>
                  <a:pt x="556" y="2396"/>
                </a:lnTo>
                <a:lnTo>
                  <a:pt x="555" y="2396"/>
                </a:lnTo>
                <a:lnTo>
                  <a:pt x="555" y="2395"/>
                </a:lnTo>
                <a:lnTo>
                  <a:pt x="554" y="2395"/>
                </a:lnTo>
                <a:lnTo>
                  <a:pt x="554" y="2394"/>
                </a:lnTo>
                <a:lnTo>
                  <a:pt x="554" y="2393"/>
                </a:lnTo>
                <a:lnTo>
                  <a:pt x="553" y="2393"/>
                </a:lnTo>
                <a:lnTo>
                  <a:pt x="553" y="2392"/>
                </a:lnTo>
                <a:lnTo>
                  <a:pt x="553" y="2391"/>
                </a:lnTo>
                <a:lnTo>
                  <a:pt x="552" y="2391"/>
                </a:lnTo>
                <a:lnTo>
                  <a:pt x="551" y="2391"/>
                </a:lnTo>
                <a:lnTo>
                  <a:pt x="551" y="2390"/>
                </a:lnTo>
                <a:lnTo>
                  <a:pt x="551" y="2389"/>
                </a:lnTo>
                <a:lnTo>
                  <a:pt x="550" y="2389"/>
                </a:lnTo>
                <a:lnTo>
                  <a:pt x="550" y="2388"/>
                </a:lnTo>
                <a:lnTo>
                  <a:pt x="551" y="2388"/>
                </a:lnTo>
                <a:lnTo>
                  <a:pt x="551" y="2386"/>
                </a:lnTo>
                <a:lnTo>
                  <a:pt x="551" y="2385"/>
                </a:lnTo>
                <a:lnTo>
                  <a:pt x="551" y="2384"/>
                </a:lnTo>
                <a:lnTo>
                  <a:pt x="552" y="2384"/>
                </a:lnTo>
                <a:lnTo>
                  <a:pt x="552" y="2383"/>
                </a:lnTo>
                <a:lnTo>
                  <a:pt x="553" y="2382"/>
                </a:lnTo>
                <a:lnTo>
                  <a:pt x="552" y="2382"/>
                </a:lnTo>
                <a:lnTo>
                  <a:pt x="551" y="2382"/>
                </a:lnTo>
                <a:lnTo>
                  <a:pt x="550" y="2382"/>
                </a:lnTo>
                <a:lnTo>
                  <a:pt x="549" y="2382"/>
                </a:lnTo>
                <a:lnTo>
                  <a:pt x="548" y="2382"/>
                </a:lnTo>
                <a:lnTo>
                  <a:pt x="548" y="2381"/>
                </a:lnTo>
                <a:lnTo>
                  <a:pt x="547" y="2381"/>
                </a:lnTo>
                <a:lnTo>
                  <a:pt x="547" y="2380"/>
                </a:lnTo>
                <a:lnTo>
                  <a:pt x="546" y="2380"/>
                </a:lnTo>
                <a:lnTo>
                  <a:pt x="546" y="2379"/>
                </a:lnTo>
                <a:lnTo>
                  <a:pt x="545" y="2379"/>
                </a:lnTo>
                <a:lnTo>
                  <a:pt x="545" y="2378"/>
                </a:lnTo>
                <a:lnTo>
                  <a:pt x="545" y="2377"/>
                </a:lnTo>
                <a:lnTo>
                  <a:pt x="545" y="2376"/>
                </a:lnTo>
                <a:lnTo>
                  <a:pt x="546" y="2376"/>
                </a:lnTo>
                <a:lnTo>
                  <a:pt x="546" y="2377"/>
                </a:lnTo>
                <a:lnTo>
                  <a:pt x="546" y="2376"/>
                </a:lnTo>
                <a:lnTo>
                  <a:pt x="547" y="2376"/>
                </a:lnTo>
                <a:lnTo>
                  <a:pt x="548" y="2376"/>
                </a:lnTo>
                <a:lnTo>
                  <a:pt x="549" y="2375"/>
                </a:lnTo>
                <a:lnTo>
                  <a:pt x="550" y="2375"/>
                </a:lnTo>
                <a:lnTo>
                  <a:pt x="551" y="2375"/>
                </a:lnTo>
                <a:lnTo>
                  <a:pt x="551" y="2374"/>
                </a:lnTo>
                <a:lnTo>
                  <a:pt x="552" y="2374"/>
                </a:lnTo>
                <a:lnTo>
                  <a:pt x="552" y="2373"/>
                </a:lnTo>
                <a:lnTo>
                  <a:pt x="553" y="2373"/>
                </a:lnTo>
                <a:lnTo>
                  <a:pt x="554" y="2372"/>
                </a:lnTo>
                <a:lnTo>
                  <a:pt x="555" y="2371"/>
                </a:lnTo>
                <a:lnTo>
                  <a:pt x="556" y="2371"/>
                </a:lnTo>
                <a:lnTo>
                  <a:pt x="556" y="2370"/>
                </a:lnTo>
                <a:lnTo>
                  <a:pt x="557" y="2370"/>
                </a:lnTo>
                <a:lnTo>
                  <a:pt x="556" y="2370"/>
                </a:lnTo>
                <a:lnTo>
                  <a:pt x="556" y="2369"/>
                </a:lnTo>
                <a:lnTo>
                  <a:pt x="555" y="2369"/>
                </a:lnTo>
                <a:lnTo>
                  <a:pt x="555" y="2368"/>
                </a:lnTo>
                <a:lnTo>
                  <a:pt x="555" y="2367"/>
                </a:lnTo>
                <a:lnTo>
                  <a:pt x="554" y="2367"/>
                </a:lnTo>
                <a:lnTo>
                  <a:pt x="554" y="2366"/>
                </a:lnTo>
                <a:lnTo>
                  <a:pt x="553" y="2366"/>
                </a:lnTo>
                <a:lnTo>
                  <a:pt x="554" y="2366"/>
                </a:lnTo>
                <a:lnTo>
                  <a:pt x="554" y="2365"/>
                </a:lnTo>
                <a:lnTo>
                  <a:pt x="553" y="2365"/>
                </a:lnTo>
                <a:lnTo>
                  <a:pt x="554" y="2365"/>
                </a:lnTo>
                <a:lnTo>
                  <a:pt x="554" y="2364"/>
                </a:lnTo>
                <a:lnTo>
                  <a:pt x="553" y="2364"/>
                </a:lnTo>
                <a:lnTo>
                  <a:pt x="553" y="2363"/>
                </a:lnTo>
                <a:lnTo>
                  <a:pt x="553" y="2362"/>
                </a:lnTo>
                <a:lnTo>
                  <a:pt x="553" y="2361"/>
                </a:lnTo>
                <a:lnTo>
                  <a:pt x="553" y="2360"/>
                </a:lnTo>
                <a:lnTo>
                  <a:pt x="553" y="2358"/>
                </a:lnTo>
                <a:lnTo>
                  <a:pt x="554" y="2358"/>
                </a:lnTo>
                <a:lnTo>
                  <a:pt x="554" y="2357"/>
                </a:lnTo>
                <a:lnTo>
                  <a:pt x="554" y="2356"/>
                </a:lnTo>
                <a:lnTo>
                  <a:pt x="553" y="2356"/>
                </a:lnTo>
                <a:lnTo>
                  <a:pt x="553" y="2355"/>
                </a:lnTo>
                <a:lnTo>
                  <a:pt x="553" y="2354"/>
                </a:lnTo>
                <a:lnTo>
                  <a:pt x="553" y="2353"/>
                </a:lnTo>
                <a:lnTo>
                  <a:pt x="553" y="2352"/>
                </a:lnTo>
                <a:lnTo>
                  <a:pt x="552" y="2352"/>
                </a:lnTo>
                <a:lnTo>
                  <a:pt x="553" y="2352"/>
                </a:lnTo>
                <a:lnTo>
                  <a:pt x="552" y="2351"/>
                </a:lnTo>
                <a:lnTo>
                  <a:pt x="553" y="2350"/>
                </a:lnTo>
                <a:lnTo>
                  <a:pt x="553" y="2349"/>
                </a:lnTo>
                <a:lnTo>
                  <a:pt x="553" y="2348"/>
                </a:lnTo>
                <a:lnTo>
                  <a:pt x="554" y="2348"/>
                </a:lnTo>
                <a:lnTo>
                  <a:pt x="554" y="2347"/>
                </a:lnTo>
                <a:lnTo>
                  <a:pt x="553" y="2347"/>
                </a:lnTo>
                <a:lnTo>
                  <a:pt x="552" y="2347"/>
                </a:lnTo>
                <a:lnTo>
                  <a:pt x="550" y="2347"/>
                </a:lnTo>
                <a:lnTo>
                  <a:pt x="550" y="2346"/>
                </a:lnTo>
                <a:lnTo>
                  <a:pt x="550" y="2345"/>
                </a:lnTo>
                <a:lnTo>
                  <a:pt x="550" y="2344"/>
                </a:lnTo>
                <a:lnTo>
                  <a:pt x="551" y="2344"/>
                </a:lnTo>
                <a:lnTo>
                  <a:pt x="550" y="2344"/>
                </a:lnTo>
                <a:lnTo>
                  <a:pt x="550" y="2343"/>
                </a:lnTo>
                <a:lnTo>
                  <a:pt x="550" y="2342"/>
                </a:lnTo>
                <a:lnTo>
                  <a:pt x="551" y="2342"/>
                </a:lnTo>
                <a:lnTo>
                  <a:pt x="550" y="2342"/>
                </a:lnTo>
                <a:lnTo>
                  <a:pt x="551" y="2342"/>
                </a:lnTo>
                <a:lnTo>
                  <a:pt x="551" y="2341"/>
                </a:lnTo>
                <a:lnTo>
                  <a:pt x="551" y="2340"/>
                </a:lnTo>
                <a:lnTo>
                  <a:pt x="551" y="2339"/>
                </a:lnTo>
                <a:lnTo>
                  <a:pt x="551" y="2338"/>
                </a:lnTo>
                <a:lnTo>
                  <a:pt x="551" y="2337"/>
                </a:lnTo>
                <a:lnTo>
                  <a:pt x="551" y="2336"/>
                </a:lnTo>
                <a:lnTo>
                  <a:pt x="550" y="2336"/>
                </a:lnTo>
                <a:lnTo>
                  <a:pt x="550" y="2335"/>
                </a:lnTo>
                <a:lnTo>
                  <a:pt x="549" y="2335"/>
                </a:lnTo>
                <a:lnTo>
                  <a:pt x="548" y="2335"/>
                </a:lnTo>
                <a:lnTo>
                  <a:pt x="547" y="2335"/>
                </a:lnTo>
                <a:lnTo>
                  <a:pt x="547" y="2334"/>
                </a:lnTo>
                <a:lnTo>
                  <a:pt x="546" y="2334"/>
                </a:lnTo>
                <a:lnTo>
                  <a:pt x="545" y="2334"/>
                </a:lnTo>
                <a:lnTo>
                  <a:pt x="544" y="2334"/>
                </a:lnTo>
                <a:lnTo>
                  <a:pt x="544" y="2333"/>
                </a:lnTo>
                <a:lnTo>
                  <a:pt x="543" y="2333"/>
                </a:lnTo>
                <a:lnTo>
                  <a:pt x="542" y="2333"/>
                </a:lnTo>
                <a:lnTo>
                  <a:pt x="542" y="2332"/>
                </a:lnTo>
                <a:lnTo>
                  <a:pt x="542" y="2331"/>
                </a:lnTo>
                <a:lnTo>
                  <a:pt x="542" y="2330"/>
                </a:lnTo>
                <a:lnTo>
                  <a:pt x="543" y="2330"/>
                </a:lnTo>
                <a:lnTo>
                  <a:pt x="544" y="2330"/>
                </a:lnTo>
                <a:lnTo>
                  <a:pt x="544" y="2329"/>
                </a:lnTo>
                <a:lnTo>
                  <a:pt x="543" y="2329"/>
                </a:lnTo>
                <a:lnTo>
                  <a:pt x="543" y="2328"/>
                </a:lnTo>
                <a:lnTo>
                  <a:pt x="542" y="2328"/>
                </a:lnTo>
                <a:lnTo>
                  <a:pt x="543" y="2328"/>
                </a:lnTo>
                <a:lnTo>
                  <a:pt x="543" y="2327"/>
                </a:lnTo>
                <a:lnTo>
                  <a:pt x="544" y="2326"/>
                </a:lnTo>
                <a:lnTo>
                  <a:pt x="545" y="2326"/>
                </a:lnTo>
                <a:lnTo>
                  <a:pt x="545" y="2327"/>
                </a:lnTo>
                <a:lnTo>
                  <a:pt x="545" y="2328"/>
                </a:lnTo>
                <a:lnTo>
                  <a:pt x="545" y="2327"/>
                </a:lnTo>
                <a:lnTo>
                  <a:pt x="546" y="2327"/>
                </a:lnTo>
                <a:lnTo>
                  <a:pt x="546" y="2326"/>
                </a:lnTo>
                <a:lnTo>
                  <a:pt x="547" y="2326"/>
                </a:lnTo>
                <a:lnTo>
                  <a:pt x="548" y="2326"/>
                </a:lnTo>
                <a:lnTo>
                  <a:pt x="549" y="2326"/>
                </a:lnTo>
                <a:lnTo>
                  <a:pt x="550" y="2326"/>
                </a:lnTo>
                <a:lnTo>
                  <a:pt x="551" y="2326"/>
                </a:lnTo>
                <a:lnTo>
                  <a:pt x="552" y="2326"/>
                </a:lnTo>
                <a:lnTo>
                  <a:pt x="552" y="2325"/>
                </a:lnTo>
                <a:lnTo>
                  <a:pt x="553" y="2325"/>
                </a:lnTo>
                <a:lnTo>
                  <a:pt x="553" y="2324"/>
                </a:lnTo>
                <a:lnTo>
                  <a:pt x="554" y="2324"/>
                </a:lnTo>
                <a:lnTo>
                  <a:pt x="554" y="2323"/>
                </a:lnTo>
                <a:lnTo>
                  <a:pt x="555" y="2323"/>
                </a:lnTo>
                <a:lnTo>
                  <a:pt x="556" y="2323"/>
                </a:lnTo>
                <a:lnTo>
                  <a:pt x="556" y="2322"/>
                </a:lnTo>
                <a:lnTo>
                  <a:pt x="556" y="2321"/>
                </a:lnTo>
                <a:lnTo>
                  <a:pt x="557" y="2321"/>
                </a:lnTo>
                <a:lnTo>
                  <a:pt x="558" y="2321"/>
                </a:lnTo>
                <a:lnTo>
                  <a:pt x="559" y="2321"/>
                </a:lnTo>
                <a:lnTo>
                  <a:pt x="559" y="2322"/>
                </a:lnTo>
                <a:lnTo>
                  <a:pt x="560" y="2322"/>
                </a:lnTo>
                <a:lnTo>
                  <a:pt x="561" y="2322"/>
                </a:lnTo>
                <a:lnTo>
                  <a:pt x="561" y="2321"/>
                </a:lnTo>
                <a:lnTo>
                  <a:pt x="562" y="2321"/>
                </a:lnTo>
                <a:lnTo>
                  <a:pt x="562" y="2320"/>
                </a:lnTo>
                <a:lnTo>
                  <a:pt x="563" y="2320"/>
                </a:lnTo>
                <a:lnTo>
                  <a:pt x="564" y="2320"/>
                </a:lnTo>
                <a:lnTo>
                  <a:pt x="563" y="2320"/>
                </a:lnTo>
                <a:lnTo>
                  <a:pt x="563" y="2319"/>
                </a:lnTo>
                <a:lnTo>
                  <a:pt x="563" y="2318"/>
                </a:lnTo>
                <a:lnTo>
                  <a:pt x="564" y="2318"/>
                </a:lnTo>
                <a:lnTo>
                  <a:pt x="564" y="2317"/>
                </a:lnTo>
                <a:lnTo>
                  <a:pt x="565" y="2317"/>
                </a:lnTo>
                <a:lnTo>
                  <a:pt x="565" y="2318"/>
                </a:lnTo>
                <a:lnTo>
                  <a:pt x="566" y="2318"/>
                </a:lnTo>
                <a:lnTo>
                  <a:pt x="566" y="2319"/>
                </a:lnTo>
                <a:lnTo>
                  <a:pt x="567" y="2319"/>
                </a:lnTo>
                <a:lnTo>
                  <a:pt x="568" y="2319"/>
                </a:lnTo>
                <a:lnTo>
                  <a:pt x="568" y="2320"/>
                </a:lnTo>
                <a:lnTo>
                  <a:pt x="569" y="2320"/>
                </a:lnTo>
                <a:lnTo>
                  <a:pt x="569" y="2319"/>
                </a:lnTo>
                <a:lnTo>
                  <a:pt x="570" y="2319"/>
                </a:lnTo>
                <a:lnTo>
                  <a:pt x="571" y="2319"/>
                </a:lnTo>
                <a:lnTo>
                  <a:pt x="571" y="2318"/>
                </a:lnTo>
                <a:lnTo>
                  <a:pt x="570" y="2318"/>
                </a:lnTo>
                <a:lnTo>
                  <a:pt x="571" y="2318"/>
                </a:lnTo>
                <a:lnTo>
                  <a:pt x="571" y="2317"/>
                </a:lnTo>
                <a:lnTo>
                  <a:pt x="570" y="2317"/>
                </a:lnTo>
                <a:lnTo>
                  <a:pt x="570" y="2316"/>
                </a:lnTo>
                <a:lnTo>
                  <a:pt x="571" y="2316"/>
                </a:lnTo>
                <a:lnTo>
                  <a:pt x="571" y="2315"/>
                </a:lnTo>
                <a:lnTo>
                  <a:pt x="571" y="2314"/>
                </a:lnTo>
                <a:lnTo>
                  <a:pt x="572" y="2314"/>
                </a:lnTo>
                <a:lnTo>
                  <a:pt x="572" y="2313"/>
                </a:lnTo>
                <a:lnTo>
                  <a:pt x="572" y="2312"/>
                </a:lnTo>
                <a:lnTo>
                  <a:pt x="572" y="2311"/>
                </a:lnTo>
                <a:lnTo>
                  <a:pt x="572" y="2310"/>
                </a:lnTo>
                <a:lnTo>
                  <a:pt x="573" y="2310"/>
                </a:lnTo>
                <a:lnTo>
                  <a:pt x="574" y="2310"/>
                </a:lnTo>
                <a:lnTo>
                  <a:pt x="574" y="2309"/>
                </a:lnTo>
                <a:lnTo>
                  <a:pt x="574" y="2308"/>
                </a:lnTo>
                <a:lnTo>
                  <a:pt x="574" y="2307"/>
                </a:lnTo>
                <a:lnTo>
                  <a:pt x="575" y="2307"/>
                </a:lnTo>
                <a:lnTo>
                  <a:pt x="574" y="2307"/>
                </a:lnTo>
                <a:lnTo>
                  <a:pt x="575" y="2307"/>
                </a:lnTo>
                <a:lnTo>
                  <a:pt x="575" y="2306"/>
                </a:lnTo>
                <a:lnTo>
                  <a:pt x="575" y="2305"/>
                </a:lnTo>
                <a:lnTo>
                  <a:pt x="575" y="2304"/>
                </a:lnTo>
                <a:lnTo>
                  <a:pt x="575" y="2303"/>
                </a:lnTo>
                <a:lnTo>
                  <a:pt x="575" y="2304"/>
                </a:lnTo>
                <a:lnTo>
                  <a:pt x="575" y="2303"/>
                </a:lnTo>
                <a:lnTo>
                  <a:pt x="576" y="2303"/>
                </a:lnTo>
                <a:lnTo>
                  <a:pt x="576" y="2302"/>
                </a:lnTo>
                <a:lnTo>
                  <a:pt x="577" y="2302"/>
                </a:lnTo>
                <a:lnTo>
                  <a:pt x="577" y="2301"/>
                </a:lnTo>
                <a:lnTo>
                  <a:pt x="576" y="2301"/>
                </a:lnTo>
                <a:lnTo>
                  <a:pt x="576" y="2299"/>
                </a:lnTo>
                <a:lnTo>
                  <a:pt x="577" y="2299"/>
                </a:lnTo>
                <a:lnTo>
                  <a:pt x="577" y="2300"/>
                </a:lnTo>
                <a:lnTo>
                  <a:pt x="577" y="2299"/>
                </a:lnTo>
                <a:lnTo>
                  <a:pt x="578" y="2299"/>
                </a:lnTo>
                <a:lnTo>
                  <a:pt x="579" y="2299"/>
                </a:lnTo>
                <a:lnTo>
                  <a:pt x="580" y="2299"/>
                </a:lnTo>
                <a:lnTo>
                  <a:pt x="581" y="2299"/>
                </a:lnTo>
                <a:lnTo>
                  <a:pt x="582" y="2299"/>
                </a:lnTo>
                <a:lnTo>
                  <a:pt x="583" y="2298"/>
                </a:lnTo>
                <a:lnTo>
                  <a:pt x="583" y="2297"/>
                </a:lnTo>
                <a:lnTo>
                  <a:pt x="582" y="2297"/>
                </a:lnTo>
                <a:lnTo>
                  <a:pt x="581" y="2297"/>
                </a:lnTo>
                <a:lnTo>
                  <a:pt x="581" y="2296"/>
                </a:lnTo>
                <a:lnTo>
                  <a:pt x="580" y="2296"/>
                </a:lnTo>
                <a:lnTo>
                  <a:pt x="579" y="2296"/>
                </a:lnTo>
                <a:lnTo>
                  <a:pt x="579" y="2295"/>
                </a:lnTo>
                <a:lnTo>
                  <a:pt x="578" y="2295"/>
                </a:lnTo>
                <a:lnTo>
                  <a:pt x="577" y="2295"/>
                </a:lnTo>
                <a:lnTo>
                  <a:pt x="577" y="2294"/>
                </a:lnTo>
                <a:lnTo>
                  <a:pt x="576" y="2294"/>
                </a:lnTo>
                <a:lnTo>
                  <a:pt x="575" y="2294"/>
                </a:lnTo>
                <a:lnTo>
                  <a:pt x="575" y="2293"/>
                </a:lnTo>
                <a:lnTo>
                  <a:pt x="574" y="2293"/>
                </a:lnTo>
                <a:lnTo>
                  <a:pt x="575" y="2292"/>
                </a:lnTo>
                <a:lnTo>
                  <a:pt x="574" y="2292"/>
                </a:lnTo>
                <a:lnTo>
                  <a:pt x="575" y="2291"/>
                </a:lnTo>
                <a:lnTo>
                  <a:pt x="574" y="2291"/>
                </a:lnTo>
                <a:lnTo>
                  <a:pt x="573" y="2290"/>
                </a:lnTo>
                <a:lnTo>
                  <a:pt x="573" y="2291"/>
                </a:lnTo>
                <a:lnTo>
                  <a:pt x="572" y="2291"/>
                </a:lnTo>
                <a:lnTo>
                  <a:pt x="571" y="2291"/>
                </a:lnTo>
                <a:lnTo>
                  <a:pt x="571" y="2292"/>
                </a:lnTo>
                <a:lnTo>
                  <a:pt x="571" y="2293"/>
                </a:lnTo>
                <a:lnTo>
                  <a:pt x="570" y="2293"/>
                </a:lnTo>
                <a:lnTo>
                  <a:pt x="569" y="2293"/>
                </a:lnTo>
                <a:lnTo>
                  <a:pt x="568" y="2293"/>
                </a:lnTo>
                <a:lnTo>
                  <a:pt x="568" y="2294"/>
                </a:lnTo>
                <a:lnTo>
                  <a:pt x="569" y="2294"/>
                </a:lnTo>
                <a:lnTo>
                  <a:pt x="568" y="2294"/>
                </a:lnTo>
                <a:lnTo>
                  <a:pt x="568" y="2295"/>
                </a:lnTo>
                <a:lnTo>
                  <a:pt x="567" y="2294"/>
                </a:lnTo>
                <a:lnTo>
                  <a:pt x="566" y="2294"/>
                </a:lnTo>
                <a:lnTo>
                  <a:pt x="566" y="2293"/>
                </a:lnTo>
                <a:lnTo>
                  <a:pt x="565" y="2293"/>
                </a:lnTo>
                <a:lnTo>
                  <a:pt x="565" y="2292"/>
                </a:lnTo>
                <a:lnTo>
                  <a:pt x="564" y="2292"/>
                </a:lnTo>
                <a:lnTo>
                  <a:pt x="565" y="2292"/>
                </a:lnTo>
                <a:lnTo>
                  <a:pt x="565" y="2291"/>
                </a:lnTo>
                <a:lnTo>
                  <a:pt x="565" y="2290"/>
                </a:lnTo>
                <a:lnTo>
                  <a:pt x="565" y="2289"/>
                </a:lnTo>
                <a:lnTo>
                  <a:pt x="564" y="2289"/>
                </a:lnTo>
                <a:lnTo>
                  <a:pt x="564" y="2288"/>
                </a:lnTo>
                <a:lnTo>
                  <a:pt x="563" y="2288"/>
                </a:lnTo>
                <a:lnTo>
                  <a:pt x="563" y="2287"/>
                </a:lnTo>
                <a:lnTo>
                  <a:pt x="562" y="2287"/>
                </a:lnTo>
                <a:lnTo>
                  <a:pt x="561" y="2287"/>
                </a:lnTo>
                <a:lnTo>
                  <a:pt x="560" y="2287"/>
                </a:lnTo>
                <a:lnTo>
                  <a:pt x="559" y="2287"/>
                </a:lnTo>
                <a:lnTo>
                  <a:pt x="559" y="2286"/>
                </a:lnTo>
                <a:lnTo>
                  <a:pt x="558" y="2286"/>
                </a:lnTo>
                <a:lnTo>
                  <a:pt x="558" y="2285"/>
                </a:lnTo>
                <a:lnTo>
                  <a:pt x="557" y="2285"/>
                </a:lnTo>
                <a:lnTo>
                  <a:pt x="556" y="2284"/>
                </a:lnTo>
                <a:lnTo>
                  <a:pt x="555" y="2284"/>
                </a:lnTo>
                <a:lnTo>
                  <a:pt x="555" y="2285"/>
                </a:lnTo>
                <a:lnTo>
                  <a:pt x="554" y="2285"/>
                </a:lnTo>
                <a:lnTo>
                  <a:pt x="554" y="2284"/>
                </a:lnTo>
                <a:lnTo>
                  <a:pt x="553" y="2284"/>
                </a:lnTo>
                <a:lnTo>
                  <a:pt x="553" y="2283"/>
                </a:lnTo>
                <a:lnTo>
                  <a:pt x="552" y="2283"/>
                </a:lnTo>
                <a:lnTo>
                  <a:pt x="551" y="2283"/>
                </a:lnTo>
                <a:lnTo>
                  <a:pt x="551" y="2282"/>
                </a:lnTo>
                <a:lnTo>
                  <a:pt x="552" y="2282"/>
                </a:lnTo>
                <a:lnTo>
                  <a:pt x="553" y="2282"/>
                </a:lnTo>
                <a:lnTo>
                  <a:pt x="553" y="2281"/>
                </a:lnTo>
                <a:lnTo>
                  <a:pt x="553" y="2280"/>
                </a:lnTo>
                <a:lnTo>
                  <a:pt x="553" y="2279"/>
                </a:lnTo>
                <a:lnTo>
                  <a:pt x="552" y="2279"/>
                </a:lnTo>
                <a:lnTo>
                  <a:pt x="552" y="2278"/>
                </a:lnTo>
                <a:lnTo>
                  <a:pt x="551" y="2278"/>
                </a:lnTo>
                <a:lnTo>
                  <a:pt x="550" y="2278"/>
                </a:lnTo>
                <a:lnTo>
                  <a:pt x="549" y="2278"/>
                </a:lnTo>
                <a:lnTo>
                  <a:pt x="549" y="2277"/>
                </a:lnTo>
                <a:lnTo>
                  <a:pt x="548" y="2277"/>
                </a:lnTo>
                <a:lnTo>
                  <a:pt x="548" y="2276"/>
                </a:lnTo>
                <a:lnTo>
                  <a:pt x="548" y="2275"/>
                </a:lnTo>
                <a:lnTo>
                  <a:pt x="548" y="2274"/>
                </a:lnTo>
                <a:lnTo>
                  <a:pt x="547" y="2274"/>
                </a:lnTo>
                <a:lnTo>
                  <a:pt x="546" y="2274"/>
                </a:lnTo>
                <a:lnTo>
                  <a:pt x="545" y="2274"/>
                </a:lnTo>
                <a:lnTo>
                  <a:pt x="544" y="2274"/>
                </a:lnTo>
                <a:lnTo>
                  <a:pt x="544" y="2273"/>
                </a:lnTo>
                <a:lnTo>
                  <a:pt x="543" y="2273"/>
                </a:lnTo>
                <a:lnTo>
                  <a:pt x="542" y="2273"/>
                </a:lnTo>
                <a:lnTo>
                  <a:pt x="541" y="2272"/>
                </a:lnTo>
                <a:lnTo>
                  <a:pt x="541" y="2273"/>
                </a:lnTo>
                <a:lnTo>
                  <a:pt x="541" y="2272"/>
                </a:lnTo>
                <a:lnTo>
                  <a:pt x="540" y="2272"/>
                </a:lnTo>
                <a:lnTo>
                  <a:pt x="539" y="2273"/>
                </a:lnTo>
                <a:lnTo>
                  <a:pt x="538" y="2273"/>
                </a:lnTo>
                <a:lnTo>
                  <a:pt x="537" y="2273"/>
                </a:lnTo>
                <a:lnTo>
                  <a:pt x="537" y="2274"/>
                </a:lnTo>
                <a:lnTo>
                  <a:pt x="536" y="2274"/>
                </a:lnTo>
                <a:lnTo>
                  <a:pt x="535" y="2274"/>
                </a:lnTo>
                <a:lnTo>
                  <a:pt x="536" y="2275"/>
                </a:lnTo>
                <a:lnTo>
                  <a:pt x="535" y="2275"/>
                </a:lnTo>
                <a:lnTo>
                  <a:pt x="535" y="2276"/>
                </a:lnTo>
                <a:lnTo>
                  <a:pt x="535" y="2277"/>
                </a:lnTo>
                <a:lnTo>
                  <a:pt x="534" y="2277"/>
                </a:lnTo>
                <a:lnTo>
                  <a:pt x="534" y="2276"/>
                </a:lnTo>
                <a:lnTo>
                  <a:pt x="533" y="2276"/>
                </a:lnTo>
                <a:lnTo>
                  <a:pt x="532" y="2276"/>
                </a:lnTo>
                <a:lnTo>
                  <a:pt x="532" y="2275"/>
                </a:lnTo>
                <a:lnTo>
                  <a:pt x="531" y="2275"/>
                </a:lnTo>
                <a:lnTo>
                  <a:pt x="532" y="2275"/>
                </a:lnTo>
                <a:lnTo>
                  <a:pt x="532" y="2274"/>
                </a:lnTo>
                <a:lnTo>
                  <a:pt x="532" y="2273"/>
                </a:lnTo>
                <a:lnTo>
                  <a:pt x="532" y="2272"/>
                </a:lnTo>
                <a:lnTo>
                  <a:pt x="532" y="2271"/>
                </a:lnTo>
                <a:lnTo>
                  <a:pt x="532" y="2270"/>
                </a:lnTo>
                <a:lnTo>
                  <a:pt x="531" y="2270"/>
                </a:lnTo>
                <a:lnTo>
                  <a:pt x="531" y="2269"/>
                </a:lnTo>
                <a:lnTo>
                  <a:pt x="530" y="2269"/>
                </a:lnTo>
                <a:lnTo>
                  <a:pt x="530" y="2268"/>
                </a:lnTo>
                <a:lnTo>
                  <a:pt x="529" y="2268"/>
                </a:lnTo>
                <a:lnTo>
                  <a:pt x="528" y="2268"/>
                </a:lnTo>
                <a:lnTo>
                  <a:pt x="528" y="2269"/>
                </a:lnTo>
                <a:lnTo>
                  <a:pt x="527" y="2269"/>
                </a:lnTo>
                <a:lnTo>
                  <a:pt x="527" y="2268"/>
                </a:lnTo>
                <a:lnTo>
                  <a:pt x="526" y="2268"/>
                </a:lnTo>
                <a:lnTo>
                  <a:pt x="526" y="2267"/>
                </a:lnTo>
                <a:lnTo>
                  <a:pt x="525" y="2267"/>
                </a:lnTo>
                <a:lnTo>
                  <a:pt x="525" y="2268"/>
                </a:lnTo>
                <a:lnTo>
                  <a:pt x="524" y="2268"/>
                </a:lnTo>
                <a:lnTo>
                  <a:pt x="523" y="2268"/>
                </a:lnTo>
                <a:lnTo>
                  <a:pt x="523" y="2269"/>
                </a:lnTo>
                <a:lnTo>
                  <a:pt x="522" y="2269"/>
                </a:lnTo>
                <a:lnTo>
                  <a:pt x="521" y="2269"/>
                </a:lnTo>
                <a:lnTo>
                  <a:pt x="521" y="2270"/>
                </a:lnTo>
                <a:lnTo>
                  <a:pt x="521" y="2271"/>
                </a:lnTo>
                <a:lnTo>
                  <a:pt x="520" y="2271"/>
                </a:lnTo>
                <a:lnTo>
                  <a:pt x="520" y="2272"/>
                </a:lnTo>
                <a:lnTo>
                  <a:pt x="519" y="2272"/>
                </a:lnTo>
                <a:lnTo>
                  <a:pt x="519" y="2271"/>
                </a:lnTo>
                <a:lnTo>
                  <a:pt x="518" y="2271"/>
                </a:lnTo>
                <a:lnTo>
                  <a:pt x="518" y="2270"/>
                </a:lnTo>
                <a:lnTo>
                  <a:pt x="518" y="2269"/>
                </a:lnTo>
                <a:lnTo>
                  <a:pt x="519" y="2269"/>
                </a:lnTo>
                <a:lnTo>
                  <a:pt x="519" y="2268"/>
                </a:lnTo>
                <a:lnTo>
                  <a:pt x="518" y="2268"/>
                </a:lnTo>
                <a:lnTo>
                  <a:pt x="518" y="2266"/>
                </a:lnTo>
                <a:lnTo>
                  <a:pt x="517" y="2266"/>
                </a:lnTo>
                <a:lnTo>
                  <a:pt x="516" y="2266"/>
                </a:lnTo>
                <a:lnTo>
                  <a:pt x="516" y="2265"/>
                </a:lnTo>
                <a:lnTo>
                  <a:pt x="515" y="2265"/>
                </a:lnTo>
                <a:lnTo>
                  <a:pt x="514" y="2265"/>
                </a:lnTo>
                <a:lnTo>
                  <a:pt x="513" y="2265"/>
                </a:lnTo>
                <a:lnTo>
                  <a:pt x="512" y="2265"/>
                </a:lnTo>
                <a:lnTo>
                  <a:pt x="512" y="2264"/>
                </a:lnTo>
                <a:lnTo>
                  <a:pt x="511" y="2264"/>
                </a:lnTo>
                <a:lnTo>
                  <a:pt x="511" y="2265"/>
                </a:lnTo>
                <a:lnTo>
                  <a:pt x="510" y="2265"/>
                </a:lnTo>
                <a:lnTo>
                  <a:pt x="509" y="2265"/>
                </a:lnTo>
                <a:lnTo>
                  <a:pt x="508" y="2265"/>
                </a:lnTo>
                <a:lnTo>
                  <a:pt x="508" y="2264"/>
                </a:lnTo>
                <a:lnTo>
                  <a:pt x="507" y="2264"/>
                </a:lnTo>
                <a:lnTo>
                  <a:pt x="506" y="2264"/>
                </a:lnTo>
                <a:lnTo>
                  <a:pt x="505" y="2264"/>
                </a:lnTo>
                <a:lnTo>
                  <a:pt x="505" y="2263"/>
                </a:lnTo>
                <a:lnTo>
                  <a:pt x="504" y="2263"/>
                </a:lnTo>
                <a:lnTo>
                  <a:pt x="503" y="2263"/>
                </a:lnTo>
                <a:lnTo>
                  <a:pt x="503" y="2262"/>
                </a:lnTo>
                <a:lnTo>
                  <a:pt x="502" y="2262"/>
                </a:lnTo>
                <a:lnTo>
                  <a:pt x="502" y="2261"/>
                </a:lnTo>
                <a:lnTo>
                  <a:pt x="501" y="2261"/>
                </a:lnTo>
                <a:lnTo>
                  <a:pt x="502" y="2260"/>
                </a:lnTo>
                <a:lnTo>
                  <a:pt x="501" y="2260"/>
                </a:lnTo>
                <a:lnTo>
                  <a:pt x="502" y="2260"/>
                </a:lnTo>
                <a:lnTo>
                  <a:pt x="501" y="2260"/>
                </a:lnTo>
                <a:lnTo>
                  <a:pt x="501" y="2259"/>
                </a:lnTo>
                <a:lnTo>
                  <a:pt x="501" y="2258"/>
                </a:lnTo>
                <a:lnTo>
                  <a:pt x="501" y="2257"/>
                </a:lnTo>
                <a:lnTo>
                  <a:pt x="502" y="2257"/>
                </a:lnTo>
                <a:lnTo>
                  <a:pt x="502" y="2256"/>
                </a:lnTo>
                <a:lnTo>
                  <a:pt x="502" y="2255"/>
                </a:lnTo>
                <a:lnTo>
                  <a:pt x="502" y="2254"/>
                </a:lnTo>
                <a:lnTo>
                  <a:pt x="502" y="2253"/>
                </a:lnTo>
                <a:lnTo>
                  <a:pt x="501" y="2253"/>
                </a:lnTo>
                <a:lnTo>
                  <a:pt x="500" y="2253"/>
                </a:lnTo>
                <a:lnTo>
                  <a:pt x="500" y="2252"/>
                </a:lnTo>
                <a:lnTo>
                  <a:pt x="499" y="2252"/>
                </a:lnTo>
                <a:lnTo>
                  <a:pt x="498" y="2252"/>
                </a:lnTo>
                <a:lnTo>
                  <a:pt x="497" y="2252"/>
                </a:lnTo>
                <a:lnTo>
                  <a:pt x="497" y="2251"/>
                </a:lnTo>
                <a:lnTo>
                  <a:pt x="496" y="2251"/>
                </a:lnTo>
                <a:lnTo>
                  <a:pt x="495" y="2251"/>
                </a:lnTo>
                <a:lnTo>
                  <a:pt x="495" y="2250"/>
                </a:lnTo>
                <a:lnTo>
                  <a:pt x="495" y="2249"/>
                </a:lnTo>
                <a:lnTo>
                  <a:pt x="494" y="2249"/>
                </a:lnTo>
                <a:lnTo>
                  <a:pt x="495" y="2249"/>
                </a:lnTo>
                <a:lnTo>
                  <a:pt x="495" y="2248"/>
                </a:lnTo>
                <a:lnTo>
                  <a:pt x="495" y="2247"/>
                </a:lnTo>
                <a:lnTo>
                  <a:pt x="495" y="2246"/>
                </a:lnTo>
                <a:lnTo>
                  <a:pt x="496" y="2245"/>
                </a:lnTo>
                <a:lnTo>
                  <a:pt x="497" y="2245"/>
                </a:lnTo>
                <a:lnTo>
                  <a:pt x="497" y="2244"/>
                </a:lnTo>
                <a:lnTo>
                  <a:pt x="497" y="2243"/>
                </a:lnTo>
                <a:lnTo>
                  <a:pt x="497" y="2242"/>
                </a:lnTo>
                <a:lnTo>
                  <a:pt x="498" y="2242"/>
                </a:lnTo>
                <a:lnTo>
                  <a:pt x="498" y="2241"/>
                </a:lnTo>
                <a:lnTo>
                  <a:pt x="497" y="2241"/>
                </a:lnTo>
                <a:lnTo>
                  <a:pt x="497" y="2240"/>
                </a:lnTo>
                <a:lnTo>
                  <a:pt x="497" y="2239"/>
                </a:lnTo>
                <a:lnTo>
                  <a:pt x="497" y="2238"/>
                </a:lnTo>
                <a:lnTo>
                  <a:pt x="498" y="2238"/>
                </a:lnTo>
                <a:lnTo>
                  <a:pt x="498" y="2237"/>
                </a:lnTo>
                <a:lnTo>
                  <a:pt x="498" y="2236"/>
                </a:lnTo>
                <a:lnTo>
                  <a:pt x="497" y="2236"/>
                </a:lnTo>
                <a:lnTo>
                  <a:pt x="497" y="2235"/>
                </a:lnTo>
                <a:lnTo>
                  <a:pt x="498" y="2235"/>
                </a:lnTo>
                <a:lnTo>
                  <a:pt x="498" y="2234"/>
                </a:lnTo>
                <a:lnTo>
                  <a:pt x="498" y="2233"/>
                </a:lnTo>
                <a:lnTo>
                  <a:pt x="498" y="2232"/>
                </a:lnTo>
                <a:lnTo>
                  <a:pt x="497" y="2232"/>
                </a:lnTo>
                <a:lnTo>
                  <a:pt x="497" y="2231"/>
                </a:lnTo>
                <a:lnTo>
                  <a:pt x="496" y="2231"/>
                </a:lnTo>
                <a:lnTo>
                  <a:pt x="495" y="2231"/>
                </a:lnTo>
                <a:lnTo>
                  <a:pt x="494" y="2231"/>
                </a:lnTo>
                <a:lnTo>
                  <a:pt x="494" y="2230"/>
                </a:lnTo>
                <a:lnTo>
                  <a:pt x="495" y="2230"/>
                </a:lnTo>
                <a:lnTo>
                  <a:pt x="495" y="2229"/>
                </a:lnTo>
                <a:lnTo>
                  <a:pt x="494" y="2229"/>
                </a:lnTo>
                <a:lnTo>
                  <a:pt x="494" y="2228"/>
                </a:lnTo>
                <a:lnTo>
                  <a:pt x="493" y="2228"/>
                </a:lnTo>
                <a:lnTo>
                  <a:pt x="493" y="2227"/>
                </a:lnTo>
                <a:lnTo>
                  <a:pt x="492" y="2226"/>
                </a:lnTo>
                <a:lnTo>
                  <a:pt x="492" y="2225"/>
                </a:lnTo>
                <a:lnTo>
                  <a:pt x="491" y="2225"/>
                </a:lnTo>
                <a:lnTo>
                  <a:pt x="492" y="2224"/>
                </a:lnTo>
                <a:lnTo>
                  <a:pt x="492" y="2225"/>
                </a:lnTo>
                <a:lnTo>
                  <a:pt x="493" y="2225"/>
                </a:lnTo>
                <a:lnTo>
                  <a:pt x="493" y="2224"/>
                </a:lnTo>
                <a:lnTo>
                  <a:pt x="494" y="2224"/>
                </a:lnTo>
                <a:lnTo>
                  <a:pt x="494" y="2223"/>
                </a:lnTo>
                <a:lnTo>
                  <a:pt x="495" y="2223"/>
                </a:lnTo>
                <a:lnTo>
                  <a:pt x="495" y="2221"/>
                </a:lnTo>
                <a:lnTo>
                  <a:pt x="494" y="2221"/>
                </a:lnTo>
                <a:lnTo>
                  <a:pt x="494" y="2220"/>
                </a:lnTo>
                <a:lnTo>
                  <a:pt x="493" y="2220"/>
                </a:lnTo>
                <a:lnTo>
                  <a:pt x="492" y="2220"/>
                </a:lnTo>
                <a:lnTo>
                  <a:pt x="492" y="2219"/>
                </a:lnTo>
                <a:lnTo>
                  <a:pt x="491" y="2219"/>
                </a:lnTo>
                <a:lnTo>
                  <a:pt x="490" y="2219"/>
                </a:lnTo>
                <a:lnTo>
                  <a:pt x="489" y="2219"/>
                </a:lnTo>
                <a:lnTo>
                  <a:pt x="489" y="2218"/>
                </a:lnTo>
                <a:lnTo>
                  <a:pt x="489" y="2217"/>
                </a:lnTo>
                <a:lnTo>
                  <a:pt x="488" y="2217"/>
                </a:lnTo>
                <a:lnTo>
                  <a:pt x="488" y="2216"/>
                </a:lnTo>
                <a:lnTo>
                  <a:pt x="487" y="2216"/>
                </a:lnTo>
                <a:lnTo>
                  <a:pt x="487" y="2215"/>
                </a:lnTo>
                <a:lnTo>
                  <a:pt x="486" y="2214"/>
                </a:lnTo>
                <a:lnTo>
                  <a:pt x="485" y="2214"/>
                </a:lnTo>
                <a:lnTo>
                  <a:pt x="485" y="2213"/>
                </a:lnTo>
                <a:lnTo>
                  <a:pt x="486" y="2213"/>
                </a:lnTo>
                <a:lnTo>
                  <a:pt x="486" y="2212"/>
                </a:lnTo>
                <a:lnTo>
                  <a:pt x="487" y="2212"/>
                </a:lnTo>
                <a:lnTo>
                  <a:pt x="488" y="2211"/>
                </a:lnTo>
                <a:lnTo>
                  <a:pt x="487" y="2211"/>
                </a:lnTo>
                <a:lnTo>
                  <a:pt x="487" y="2210"/>
                </a:lnTo>
                <a:lnTo>
                  <a:pt x="488" y="2210"/>
                </a:lnTo>
                <a:lnTo>
                  <a:pt x="488" y="2209"/>
                </a:lnTo>
                <a:lnTo>
                  <a:pt x="488" y="2208"/>
                </a:lnTo>
                <a:lnTo>
                  <a:pt x="487" y="2207"/>
                </a:lnTo>
                <a:lnTo>
                  <a:pt x="487" y="2206"/>
                </a:lnTo>
                <a:lnTo>
                  <a:pt x="486" y="2206"/>
                </a:lnTo>
                <a:lnTo>
                  <a:pt x="486" y="2205"/>
                </a:lnTo>
                <a:lnTo>
                  <a:pt x="485" y="2205"/>
                </a:lnTo>
                <a:lnTo>
                  <a:pt x="484" y="2205"/>
                </a:lnTo>
                <a:lnTo>
                  <a:pt x="484" y="2206"/>
                </a:lnTo>
                <a:lnTo>
                  <a:pt x="483" y="2206"/>
                </a:lnTo>
                <a:lnTo>
                  <a:pt x="483" y="2205"/>
                </a:lnTo>
                <a:lnTo>
                  <a:pt x="482" y="2205"/>
                </a:lnTo>
                <a:lnTo>
                  <a:pt x="482" y="2206"/>
                </a:lnTo>
                <a:lnTo>
                  <a:pt x="481" y="2206"/>
                </a:lnTo>
                <a:lnTo>
                  <a:pt x="480" y="2206"/>
                </a:lnTo>
                <a:lnTo>
                  <a:pt x="479" y="2205"/>
                </a:lnTo>
                <a:lnTo>
                  <a:pt x="479" y="2204"/>
                </a:lnTo>
                <a:lnTo>
                  <a:pt x="478" y="2204"/>
                </a:lnTo>
                <a:lnTo>
                  <a:pt x="479" y="2204"/>
                </a:lnTo>
                <a:lnTo>
                  <a:pt x="479" y="2203"/>
                </a:lnTo>
                <a:lnTo>
                  <a:pt x="479" y="2202"/>
                </a:lnTo>
                <a:lnTo>
                  <a:pt x="479" y="2201"/>
                </a:lnTo>
                <a:lnTo>
                  <a:pt x="478" y="2200"/>
                </a:lnTo>
                <a:lnTo>
                  <a:pt x="479" y="2200"/>
                </a:lnTo>
                <a:lnTo>
                  <a:pt x="479" y="2199"/>
                </a:lnTo>
                <a:lnTo>
                  <a:pt x="479" y="2198"/>
                </a:lnTo>
                <a:lnTo>
                  <a:pt x="479" y="2197"/>
                </a:lnTo>
                <a:lnTo>
                  <a:pt x="479" y="2196"/>
                </a:lnTo>
                <a:lnTo>
                  <a:pt x="478" y="2195"/>
                </a:lnTo>
                <a:lnTo>
                  <a:pt x="478" y="2194"/>
                </a:lnTo>
                <a:lnTo>
                  <a:pt x="477" y="2194"/>
                </a:lnTo>
                <a:lnTo>
                  <a:pt x="477" y="2193"/>
                </a:lnTo>
                <a:lnTo>
                  <a:pt x="476" y="2193"/>
                </a:lnTo>
                <a:lnTo>
                  <a:pt x="476" y="2192"/>
                </a:lnTo>
                <a:lnTo>
                  <a:pt x="475" y="2192"/>
                </a:lnTo>
                <a:lnTo>
                  <a:pt x="475" y="2191"/>
                </a:lnTo>
                <a:lnTo>
                  <a:pt x="474" y="2191"/>
                </a:lnTo>
                <a:lnTo>
                  <a:pt x="474" y="2190"/>
                </a:lnTo>
                <a:lnTo>
                  <a:pt x="474" y="2189"/>
                </a:lnTo>
                <a:lnTo>
                  <a:pt x="473" y="2189"/>
                </a:lnTo>
                <a:lnTo>
                  <a:pt x="474" y="2188"/>
                </a:lnTo>
                <a:lnTo>
                  <a:pt x="474" y="2186"/>
                </a:lnTo>
                <a:lnTo>
                  <a:pt x="474" y="2185"/>
                </a:lnTo>
                <a:lnTo>
                  <a:pt x="474" y="2184"/>
                </a:lnTo>
                <a:lnTo>
                  <a:pt x="474" y="2182"/>
                </a:lnTo>
                <a:lnTo>
                  <a:pt x="474" y="2181"/>
                </a:lnTo>
                <a:lnTo>
                  <a:pt x="474" y="2180"/>
                </a:lnTo>
                <a:lnTo>
                  <a:pt x="474" y="2179"/>
                </a:lnTo>
                <a:lnTo>
                  <a:pt x="474" y="2178"/>
                </a:lnTo>
                <a:lnTo>
                  <a:pt x="475" y="2177"/>
                </a:lnTo>
                <a:lnTo>
                  <a:pt x="475" y="2176"/>
                </a:lnTo>
                <a:lnTo>
                  <a:pt x="474" y="2176"/>
                </a:lnTo>
                <a:lnTo>
                  <a:pt x="474" y="2175"/>
                </a:lnTo>
                <a:lnTo>
                  <a:pt x="475" y="2175"/>
                </a:lnTo>
                <a:lnTo>
                  <a:pt x="475" y="2174"/>
                </a:lnTo>
                <a:lnTo>
                  <a:pt x="476" y="2173"/>
                </a:lnTo>
                <a:lnTo>
                  <a:pt x="477" y="2173"/>
                </a:lnTo>
                <a:lnTo>
                  <a:pt x="478" y="2172"/>
                </a:lnTo>
                <a:lnTo>
                  <a:pt x="478" y="2171"/>
                </a:lnTo>
                <a:lnTo>
                  <a:pt x="479" y="2171"/>
                </a:lnTo>
                <a:lnTo>
                  <a:pt x="479" y="2170"/>
                </a:lnTo>
                <a:lnTo>
                  <a:pt x="480" y="2169"/>
                </a:lnTo>
                <a:lnTo>
                  <a:pt x="481" y="2169"/>
                </a:lnTo>
                <a:lnTo>
                  <a:pt x="481" y="2168"/>
                </a:lnTo>
                <a:lnTo>
                  <a:pt x="482" y="2167"/>
                </a:lnTo>
                <a:lnTo>
                  <a:pt x="483" y="2167"/>
                </a:lnTo>
                <a:lnTo>
                  <a:pt x="484" y="2166"/>
                </a:lnTo>
                <a:lnTo>
                  <a:pt x="484" y="2165"/>
                </a:lnTo>
                <a:lnTo>
                  <a:pt x="484" y="2164"/>
                </a:lnTo>
                <a:lnTo>
                  <a:pt x="484" y="2163"/>
                </a:lnTo>
                <a:lnTo>
                  <a:pt x="485" y="2162"/>
                </a:lnTo>
                <a:lnTo>
                  <a:pt x="485" y="2161"/>
                </a:lnTo>
                <a:lnTo>
                  <a:pt x="486" y="2161"/>
                </a:lnTo>
                <a:lnTo>
                  <a:pt x="486" y="2160"/>
                </a:lnTo>
                <a:lnTo>
                  <a:pt x="487" y="2160"/>
                </a:lnTo>
                <a:lnTo>
                  <a:pt x="487" y="2159"/>
                </a:lnTo>
                <a:lnTo>
                  <a:pt x="488" y="2159"/>
                </a:lnTo>
                <a:lnTo>
                  <a:pt x="487" y="2159"/>
                </a:lnTo>
                <a:lnTo>
                  <a:pt x="486" y="2159"/>
                </a:lnTo>
                <a:lnTo>
                  <a:pt x="485" y="2159"/>
                </a:lnTo>
                <a:lnTo>
                  <a:pt x="485" y="2158"/>
                </a:lnTo>
                <a:lnTo>
                  <a:pt x="484" y="2158"/>
                </a:lnTo>
                <a:lnTo>
                  <a:pt x="483" y="2158"/>
                </a:lnTo>
                <a:lnTo>
                  <a:pt x="482" y="2158"/>
                </a:lnTo>
                <a:lnTo>
                  <a:pt x="482" y="2159"/>
                </a:lnTo>
                <a:lnTo>
                  <a:pt x="481" y="2159"/>
                </a:lnTo>
                <a:lnTo>
                  <a:pt x="480" y="2159"/>
                </a:lnTo>
                <a:lnTo>
                  <a:pt x="480" y="2160"/>
                </a:lnTo>
                <a:lnTo>
                  <a:pt x="480" y="2159"/>
                </a:lnTo>
                <a:lnTo>
                  <a:pt x="479" y="2159"/>
                </a:lnTo>
                <a:lnTo>
                  <a:pt x="478" y="2159"/>
                </a:lnTo>
                <a:lnTo>
                  <a:pt x="477" y="2159"/>
                </a:lnTo>
                <a:lnTo>
                  <a:pt x="477" y="2160"/>
                </a:lnTo>
                <a:lnTo>
                  <a:pt x="477" y="2161"/>
                </a:lnTo>
                <a:lnTo>
                  <a:pt x="477" y="2162"/>
                </a:lnTo>
                <a:lnTo>
                  <a:pt x="476" y="2162"/>
                </a:lnTo>
                <a:lnTo>
                  <a:pt x="476" y="2161"/>
                </a:lnTo>
                <a:lnTo>
                  <a:pt x="475" y="2161"/>
                </a:lnTo>
                <a:lnTo>
                  <a:pt x="474" y="2160"/>
                </a:lnTo>
                <a:lnTo>
                  <a:pt x="474" y="2159"/>
                </a:lnTo>
                <a:lnTo>
                  <a:pt x="473" y="2159"/>
                </a:lnTo>
                <a:lnTo>
                  <a:pt x="472" y="2159"/>
                </a:lnTo>
                <a:lnTo>
                  <a:pt x="471" y="2159"/>
                </a:lnTo>
                <a:lnTo>
                  <a:pt x="470" y="2159"/>
                </a:lnTo>
                <a:lnTo>
                  <a:pt x="469" y="2160"/>
                </a:lnTo>
                <a:lnTo>
                  <a:pt x="468" y="2160"/>
                </a:lnTo>
                <a:lnTo>
                  <a:pt x="467" y="2160"/>
                </a:lnTo>
                <a:lnTo>
                  <a:pt x="466" y="2159"/>
                </a:lnTo>
                <a:lnTo>
                  <a:pt x="465" y="2158"/>
                </a:lnTo>
                <a:lnTo>
                  <a:pt x="464" y="2158"/>
                </a:lnTo>
                <a:lnTo>
                  <a:pt x="464" y="2159"/>
                </a:lnTo>
                <a:lnTo>
                  <a:pt x="464" y="2160"/>
                </a:lnTo>
                <a:lnTo>
                  <a:pt x="464" y="2161"/>
                </a:lnTo>
                <a:lnTo>
                  <a:pt x="464" y="2162"/>
                </a:lnTo>
                <a:lnTo>
                  <a:pt x="463" y="2162"/>
                </a:lnTo>
                <a:lnTo>
                  <a:pt x="462" y="2162"/>
                </a:lnTo>
                <a:lnTo>
                  <a:pt x="461" y="2161"/>
                </a:lnTo>
                <a:lnTo>
                  <a:pt x="460" y="2159"/>
                </a:lnTo>
                <a:lnTo>
                  <a:pt x="460" y="2158"/>
                </a:lnTo>
                <a:lnTo>
                  <a:pt x="459" y="2158"/>
                </a:lnTo>
                <a:lnTo>
                  <a:pt x="458" y="2159"/>
                </a:lnTo>
                <a:lnTo>
                  <a:pt x="457" y="2159"/>
                </a:lnTo>
                <a:lnTo>
                  <a:pt x="456" y="2158"/>
                </a:lnTo>
                <a:lnTo>
                  <a:pt x="455" y="2157"/>
                </a:lnTo>
                <a:lnTo>
                  <a:pt x="455" y="2156"/>
                </a:lnTo>
                <a:lnTo>
                  <a:pt x="454" y="2155"/>
                </a:lnTo>
                <a:lnTo>
                  <a:pt x="453" y="2155"/>
                </a:lnTo>
                <a:lnTo>
                  <a:pt x="453" y="2156"/>
                </a:lnTo>
                <a:lnTo>
                  <a:pt x="453" y="2157"/>
                </a:lnTo>
                <a:lnTo>
                  <a:pt x="452" y="2157"/>
                </a:lnTo>
                <a:lnTo>
                  <a:pt x="452" y="2158"/>
                </a:lnTo>
                <a:lnTo>
                  <a:pt x="452" y="2159"/>
                </a:lnTo>
                <a:lnTo>
                  <a:pt x="451" y="2159"/>
                </a:lnTo>
                <a:lnTo>
                  <a:pt x="448" y="2158"/>
                </a:lnTo>
                <a:lnTo>
                  <a:pt x="447" y="2158"/>
                </a:lnTo>
                <a:lnTo>
                  <a:pt x="446" y="2159"/>
                </a:lnTo>
                <a:lnTo>
                  <a:pt x="446" y="2160"/>
                </a:lnTo>
                <a:lnTo>
                  <a:pt x="445" y="2161"/>
                </a:lnTo>
                <a:lnTo>
                  <a:pt x="445" y="2162"/>
                </a:lnTo>
                <a:lnTo>
                  <a:pt x="444" y="2163"/>
                </a:lnTo>
                <a:lnTo>
                  <a:pt x="443" y="2163"/>
                </a:lnTo>
                <a:lnTo>
                  <a:pt x="442" y="2163"/>
                </a:lnTo>
                <a:lnTo>
                  <a:pt x="441" y="2164"/>
                </a:lnTo>
                <a:lnTo>
                  <a:pt x="440" y="2164"/>
                </a:lnTo>
                <a:lnTo>
                  <a:pt x="439" y="2163"/>
                </a:lnTo>
                <a:lnTo>
                  <a:pt x="438" y="2162"/>
                </a:lnTo>
                <a:lnTo>
                  <a:pt x="438" y="2161"/>
                </a:lnTo>
                <a:lnTo>
                  <a:pt x="437" y="2161"/>
                </a:lnTo>
                <a:lnTo>
                  <a:pt x="436" y="2161"/>
                </a:lnTo>
                <a:lnTo>
                  <a:pt x="435" y="2161"/>
                </a:lnTo>
                <a:lnTo>
                  <a:pt x="435" y="2163"/>
                </a:lnTo>
                <a:lnTo>
                  <a:pt x="433" y="2163"/>
                </a:lnTo>
                <a:lnTo>
                  <a:pt x="432" y="2162"/>
                </a:lnTo>
                <a:lnTo>
                  <a:pt x="431" y="2162"/>
                </a:lnTo>
                <a:lnTo>
                  <a:pt x="430" y="2162"/>
                </a:lnTo>
                <a:lnTo>
                  <a:pt x="429" y="2162"/>
                </a:lnTo>
                <a:lnTo>
                  <a:pt x="429" y="2161"/>
                </a:lnTo>
                <a:lnTo>
                  <a:pt x="429" y="2160"/>
                </a:lnTo>
                <a:lnTo>
                  <a:pt x="426" y="2160"/>
                </a:lnTo>
                <a:lnTo>
                  <a:pt x="424" y="2160"/>
                </a:lnTo>
                <a:lnTo>
                  <a:pt x="423" y="2160"/>
                </a:lnTo>
                <a:lnTo>
                  <a:pt x="422" y="2160"/>
                </a:lnTo>
                <a:lnTo>
                  <a:pt x="421" y="2160"/>
                </a:lnTo>
                <a:lnTo>
                  <a:pt x="420" y="2160"/>
                </a:lnTo>
                <a:lnTo>
                  <a:pt x="417" y="2161"/>
                </a:lnTo>
                <a:lnTo>
                  <a:pt x="416" y="2162"/>
                </a:lnTo>
                <a:lnTo>
                  <a:pt x="415" y="2162"/>
                </a:lnTo>
                <a:lnTo>
                  <a:pt x="414" y="2162"/>
                </a:lnTo>
                <a:lnTo>
                  <a:pt x="413" y="2162"/>
                </a:lnTo>
                <a:lnTo>
                  <a:pt x="412" y="2162"/>
                </a:lnTo>
                <a:lnTo>
                  <a:pt x="410" y="2161"/>
                </a:lnTo>
                <a:lnTo>
                  <a:pt x="409" y="2161"/>
                </a:lnTo>
                <a:lnTo>
                  <a:pt x="408" y="2161"/>
                </a:lnTo>
                <a:lnTo>
                  <a:pt x="408" y="2160"/>
                </a:lnTo>
                <a:lnTo>
                  <a:pt x="407" y="2159"/>
                </a:lnTo>
                <a:lnTo>
                  <a:pt x="407" y="2158"/>
                </a:lnTo>
                <a:lnTo>
                  <a:pt x="406" y="2158"/>
                </a:lnTo>
                <a:lnTo>
                  <a:pt x="405" y="2159"/>
                </a:lnTo>
                <a:lnTo>
                  <a:pt x="404" y="2158"/>
                </a:lnTo>
                <a:lnTo>
                  <a:pt x="404" y="2157"/>
                </a:lnTo>
                <a:lnTo>
                  <a:pt x="404" y="2156"/>
                </a:lnTo>
                <a:lnTo>
                  <a:pt x="403" y="2155"/>
                </a:lnTo>
                <a:lnTo>
                  <a:pt x="403" y="2154"/>
                </a:lnTo>
                <a:lnTo>
                  <a:pt x="402" y="2154"/>
                </a:lnTo>
                <a:lnTo>
                  <a:pt x="401" y="2153"/>
                </a:lnTo>
                <a:lnTo>
                  <a:pt x="400" y="2153"/>
                </a:lnTo>
                <a:lnTo>
                  <a:pt x="399" y="2153"/>
                </a:lnTo>
                <a:lnTo>
                  <a:pt x="398" y="2153"/>
                </a:lnTo>
                <a:lnTo>
                  <a:pt x="397" y="2153"/>
                </a:lnTo>
                <a:lnTo>
                  <a:pt x="396" y="2153"/>
                </a:lnTo>
                <a:lnTo>
                  <a:pt x="395" y="2153"/>
                </a:lnTo>
                <a:lnTo>
                  <a:pt x="394" y="2154"/>
                </a:lnTo>
                <a:lnTo>
                  <a:pt x="393" y="2154"/>
                </a:lnTo>
                <a:lnTo>
                  <a:pt x="393" y="2155"/>
                </a:lnTo>
                <a:lnTo>
                  <a:pt x="392" y="2155"/>
                </a:lnTo>
                <a:lnTo>
                  <a:pt x="391" y="2156"/>
                </a:lnTo>
                <a:lnTo>
                  <a:pt x="390" y="2156"/>
                </a:lnTo>
                <a:lnTo>
                  <a:pt x="389" y="2156"/>
                </a:lnTo>
                <a:lnTo>
                  <a:pt x="388" y="2156"/>
                </a:lnTo>
                <a:lnTo>
                  <a:pt x="387" y="2155"/>
                </a:lnTo>
                <a:lnTo>
                  <a:pt x="386" y="2154"/>
                </a:lnTo>
                <a:lnTo>
                  <a:pt x="385" y="2154"/>
                </a:lnTo>
                <a:lnTo>
                  <a:pt x="384" y="2153"/>
                </a:lnTo>
                <a:lnTo>
                  <a:pt x="383" y="2153"/>
                </a:lnTo>
                <a:lnTo>
                  <a:pt x="382" y="2152"/>
                </a:lnTo>
                <a:lnTo>
                  <a:pt x="381" y="2151"/>
                </a:lnTo>
                <a:lnTo>
                  <a:pt x="380" y="2151"/>
                </a:lnTo>
                <a:lnTo>
                  <a:pt x="379" y="2150"/>
                </a:lnTo>
                <a:lnTo>
                  <a:pt x="378" y="2150"/>
                </a:lnTo>
                <a:lnTo>
                  <a:pt x="377" y="2149"/>
                </a:lnTo>
                <a:lnTo>
                  <a:pt x="376" y="2148"/>
                </a:lnTo>
                <a:lnTo>
                  <a:pt x="375" y="2147"/>
                </a:lnTo>
                <a:lnTo>
                  <a:pt x="374" y="2146"/>
                </a:lnTo>
                <a:lnTo>
                  <a:pt x="372" y="2146"/>
                </a:lnTo>
                <a:lnTo>
                  <a:pt x="370" y="2145"/>
                </a:lnTo>
                <a:lnTo>
                  <a:pt x="369" y="2145"/>
                </a:lnTo>
                <a:lnTo>
                  <a:pt x="368" y="2145"/>
                </a:lnTo>
                <a:lnTo>
                  <a:pt x="367" y="2145"/>
                </a:lnTo>
                <a:lnTo>
                  <a:pt x="367" y="2146"/>
                </a:lnTo>
                <a:lnTo>
                  <a:pt x="366" y="2146"/>
                </a:lnTo>
                <a:lnTo>
                  <a:pt x="365" y="2146"/>
                </a:lnTo>
                <a:lnTo>
                  <a:pt x="364" y="2147"/>
                </a:lnTo>
                <a:lnTo>
                  <a:pt x="363" y="2147"/>
                </a:lnTo>
                <a:lnTo>
                  <a:pt x="363" y="2146"/>
                </a:lnTo>
                <a:lnTo>
                  <a:pt x="361" y="2145"/>
                </a:lnTo>
                <a:lnTo>
                  <a:pt x="360" y="2145"/>
                </a:lnTo>
                <a:lnTo>
                  <a:pt x="358" y="2144"/>
                </a:lnTo>
                <a:lnTo>
                  <a:pt x="357" y="2144"/>
                </a:lnTo>
                <a:lnTo>
                  <a:pt x="356" y="2142"/>
                </a:lnTo>
                <a:lnTo>
                  <a:pt x="355" y="2141"/>
                </a:lnTo>
                <a:lnTo>
                  <a:pt x="354" y="2141"/>
                </a:lnTo>
                <a:lnTo>
                  <a:pt x="353" y="2140"/>
                </a:lnTo>
                <a:lnTo>
                  <a:pt x="352" y="2139"/>
                </a:lnTo>
                <a:lnTo>
                  <a:pt x="352" y="2138"/>
                </a:lnTo>
                <a:lnTo>
                  <a:pt x="351" y="2138"/>
                </a:lnTo>
                <a:lnTo>
                  <a:pt x="350" y="2138"/>
                </a:lnTo>
                <a:lnTo>
                  <a:pt x="349" y="2138"/>
                </a:lnTo>
                <a:lnTo>
                  <a:pt x="348" y="2138"/>
                </a:lnTo>
                <a:lnTo>
                  <a:pt x="347" y="2139"/>
                </a:lnTo>
                <a:lnTo>
                  <a:pt x="345" y="2139"/>
                </a:lnTo>
                <a:lnTo>
                  <a:pt x="344" y="2139"/>
                </a:lnTo>
                <a:lnTo>
                  <a:pt x="343" y="2139"/>
                </a:lnTo>
                <a:lnTo>
                  <a:pt x="342" y="2138"/>
                </a:lnTo>
                <a:lnTo>
                  <a:pt x="342" y="2137"/>
                </a:lnTo>
                <a:lnTo>
                  <a:pt x="342" y="2136"/>
                </a:lnTo>
                <a:lnTo>
                  <a:pt x="341" y="2136"/>
                </a:lnTo>
                <a:lnTo>
                  <a:pt x="340" y="2134"/>
                </a:lnTo>
                <a:lnTo>
                  <a:pt x="339" y="2133"/>
                </a:lnTo>
                <a:lnTo>
                  <a:pt x="338" y="2132"/>
                </a:lnTo>
                <a:lnTo>
                  <a:pt x="337" y="2132"/>
                </a:lnTo>
                <a:lnTo>
                  <a:pt x="337" y="2131"/>
                </a:lnTo>
                <a:lnTo>
                  <a:pt x="336" y="2131"/>
                </a:lnTo>
                <a:lnTo>
                  <a:pt x="336" y="2130"/>
                </a:lnTo>
                <a:lnTo>
                  <a:pt x="336" y="2129"/>
                </a:lnTo>
                <a:lnTo>
                  <a:pt x="335" y="2128"/>
                </a:lnTo>
                <a:lnTo>
                  <a:pt x="334" y="2128"/>
                </a:lnTo>
                <a:lnTo>
                  <a:pt x="333" y="2128"/>
                </a:lnTo>
                <a:lnTo>
                  <a:pt x="331" y="2127"/>
                </a:lnTo>
                <a:lnTo>
                  <a:pt x="331" y="2126"/>
                </a:lnTo>
                <a:lnTo>
                  <a:pt x="330" y="2126"/>
                </a:lnTo>
                <a:lnTo>
                  <a:pt x="329" y="2126"/>
                </a:lnTo>
                <a:lnTo>
                  <a:pt x="328" y="2127"/>
                </a:lnTo>
                <a:lnTo>
                  <a:pt x="327" y="2127"/>
                </a:lnTo>
                <a:lnTo>
                  <a:pt x="326" y="2126"/>
                </a:lnTo>
                <a:lnTo>
                  <a:pt x="325" y="2126"/>
                </a:lnTo>
                <a:lnTo>
                  <a:pt x="325" y="2125"/>
                </a:lnTo>
                <a:lnTo>
                  <a:pt x="324" y="2124"/>
                </a:lnTo>
                <a:lnTo>
                  <a:pt x="324" y="2123"/>
                </a:lnTo>
                <a:lnTo>
                  <a:pt x="323" y="2122"/>
                </a:lnTo>
                <a:lnTo>
                  <a:pt x="323" y="2121"/>
                </a:lnTo>
                <a:lnTo>
                  <a:pt x="322" y="2120"/>
                </a:lnTo>
                <a:lnTo>
                  <a:pt x="322" y="2119"/>
                </a:lnTo>
                <a:lnTo>
                  <a:pt x="323" y="2118"/>
                </a:lnTo>
                <a:lnTo>
                  <a:pt x="324" y="2118"/>
                </a:lnTo>
                <a:lnTo>
                  <a:pt x="325" y="2117"/>
                </a:lnTo>
                <a:lnTo>
                  <a:pt x="325" y="2116"/>
                </a:lnTo>
                <a:lnTo>
                  <a:pt x="324" y="2115"/>
                </a:lnTo>
                <a:lnTo>
                  <a:pt x="324" y="2114"/>
                </a:lnTo>
                <a:lnTo>
                  <a:pt x="324" y="2113"/>
                </a:lnTo>
                <a:lnTo>
                  <a:pt x="325" y="2112"/>
                </a:lnTo>
                <a:lnTo>
                  <a:pt x="325" y="2111"/>
                </a:lnTo>
                <a:lnTo>
                  <a:pt x="325" y="2110"/>
                </a:lnTo>
                <a:lnTo>
                  <a:pt x="325" y="2109"/>
                </a:lnTo>
                <a:lnTo>
                  <a:pt x="324" y="2108"/>
                </a:lnTo>
                <a:lnTo>
                  <a:pt x="324" y="2107"/>
                </a:lnTo>
                <a:lnTo>
                  <a:pt x="323" y="2107"/>
                </a:lnTo>
                <a:lnTo>
                  <a:pt x="322" y="2107"/>
                </a:lnTo>
                <a:lnTo>
                  <a:pt x="321" y="2107"/>
                </a:lnTo>
                <a:lnTo>
                  <a:pt x="320" y="2108"/>
                </a:lnTo>
                <a:lnTo>
                  <a:pt x="320" y="2110"/>
                </a:lnTo>
                <a:lnTo>
                  <a:pt x="319" y="2110"/>
                </a:lnTo>
                <a:lnTo>
                  <a:pt x="318" y="2111"/>
                </a:lnTo>
                <a:lnTo>
                  <a:pt x="317" y="2112"/>
                </a:lnTo>
                <a:lnTo>
                  <a:pt x="316" y="2112"/>
                </a:lnTo>
                <a:lnTo>
                  <a:pt x="315" y="2111"/>
                </a:lnTo>
                <a:lnTo>
                  <a:pt x="314" y="2111"/>
                </a:lnTo>
                <a:lnTo>
                  <a:pt x="313" y="2111"/>
                </a:lnTo>
                <a:lnTo>
                  <a:pt x="311" y="2112"/>
                </a:lnTo>
                <a:lnTo>
                  <a:pt x="310" y="2113"/>
                </a:lnTo>
                <a:lnTo>
                  <a:pt x="309" y="2114"/>
                </a:lnTo>
                <a:lnTo>
                  <a:pt x="309" y="2115"/>
                </a:lnTo>
                <a:lnTo>
                  <a:pt x="308" y="2116"/>
                </a:lnTo>
                <a:lnTo>
                  <a:pt x="307" y="2116"/>
                </a:lnTo>
                <a:lnTo>
                  <a:pt x="306" y="2115"/>
                </a:lnTo>
                <a:lnTo>
                  <a:pt x="304" y="2115"/>
                </a:lnTo>
                <a:lnTo>
                  <a:pt x="303" y="2115"/>
                </a:lnTo>
                <a:lnTo>
                  <a:pt x="301" y="2115"/>
                </a:lnTo>
                <a:lnTo>
                  <a:pt x="300" y="2115"/>
                </a:lnTo>
                <a:lnTo>
                  <a:pt x="300" y="2117"/>
                </a:lnTo>
                <a:lnTo>
                  <a:pt x="301" y="2118"/>
                </a:lnTo>
                <a:lnTo>
                  <a:pt x="301" y="2119"/>
                </a:lnTo>
                <a:lnTo>
                  <a:pt x="300" y="2119"/>
                </a:lnTo>
                <a:lnTo>
                  <a:pt x="299" y="2118"/>
                </a:lnTo>
                <a:lnTo>
                  <a:pt x="298" y="2118"/>
                </a:lnTo>
                <a:lnTo>
                  <a:pt x="296" y="2118"/>
                </a:lnTo>
                <a:lnTo>
                  <a:pt x="295" y="2118"/>
                </a:lnTo>
                <a:lnTo>
                  <a:pt x="295" y="2117"/>
                </a:lnTo>
                <a:lnTo>
                  <a:pt x="294" y="2117"/>
                </a:lnTo>
                <a:lnTo>
                  <a:pt x="292" y="2117"/>
                </a:lnTo>
                <a:lnTo>
                  <a:pt x="291" y="2118"/>
                </a:lnTo>
                <a:lnTo>
                  <a:pt x="290" y="2118"/>
                </a:lnTo>
                <a:lnTo>
                  <a:pt x="288" y="2118"/>
                </a:lnTo>
                <a:lnTo>
                  <a:pt x="287" y="2118"/>
                </a:lnTo>
                <a:lnTo>
                  <a:pt x="286" y="2118"/>
                </a:lnTo>
                <a:lnTo>
                  <a:pt x="286" y="2119"/>
                </a:lnTo>
                <a:lnTo>
                  <a:pt x="285" y="2119"/>
                </a:lnTo>
                <a:lnTo>
                  <a:pt x="280" y="2119"/>
                </a:lnTo>
                <a:lnTo>
                  <a:pt x="279" y="2118"/>
                </a:lnTo>
                <a:lnTo>
                  <a:pt x="278" y="2118"/>
                </a:lnTo>
                <a:lnTo>
                  <a:pt x="278" y="2117"/>
                </a:lnTo>
                <a:lnTo>
                  <a:pt x="278" y="2116"/>
                </a:lnTo>
                <a:lnTo>
                  <a:pt x="279" y="2115"/>
                </a:lnTo>
                <a:lnTo>
                  <a:pt x="279" y="2114"/>
                </a:lnTo>
                <a:lnTo>
                  <a:pt x="279" y="2112"/>
                </a:lnTo>
                <a:lnTo>
                  <a:pt x="279" y="2111"/>
                </a:lnTo>
                <a:lnTo>
                  <a:pt x="280" y="2109"/>
                </a:lnTo>
                <a:lnTo>
                  <a:pt x="280" y="2108"/>
                </a:lnTo>
                <a:lnTo>
                  <a:pt x="279" y="2107"/>
                </a:lnTo>
                <a:lnTo>
                  <a:pt x="278" y="2105"/>
                </a:lnTo>
                <a:lnTo>
                  <a:pt x="277" y="2103"/>
                </a:lnTo>
                <a:lnTo>
                  <a:pt x="275" y="2101"/>
                </a:lnTo>
                <a:lnTo>
                  <a:pt x="274" y="2100"/>
                </a:lnTo>
                <a:lnTo>
                  <a:pt x="274" y="2099"/>
                </a:lnTo>
                <a:lnTo>
                  <a:pt x="274" y="2096"/>
                </a:lnTo>
                <a:lnTo>
                  <a:pt x="273" y="2096"/>
                </a:lnTo>
                <a:lnTo>
                  <a:pt x="272" y="2095"/>
                </a:lnTo>
                <a:lnTo>
                  <a:pt x="271" y="2095"/>
                </a:lnTo>
                <a:lnTo>
                  <a:pt x="269" y="2095"/>
                </a:lnTo>
                <a:lnTo>
                  <a:pt x="268" y="2095"/>
                </a:lnTo>
                <a:lnTo>
                  <a:pt x="267" y="2095"/>
                </a:lnTo>
                <a:lnTo>
                  <a:pt x="266" y="2096"/>
                </a:lnTo>
                <a:lnTo>
                  <a:pt x="265" y="2096"/>
                </a:lnTo>
                <a:lnTo>
                  <a:pt x="264" y="2096"/>
                </a:lnTo>
                <a:lnTo>
                  <a:pt x="263" y="2096"/>
                </a:lnTo>
                <a:lnTo>
                  <a:pt x="262" y="2095"/>
                </a:lnTo>
                <a:lnTo>
                  <a:pt x="261" y="2095"/>
                </a:lnTo>
                <a:lnTo>
                  <a:pt x="260" y="2094"/>
                </a:lnTo>
                <a:lnTo>
                  <a:pt x="259" y="2093"/>
                </a:lnTo>
                <a:lnTo>
                  <a:pt x="258" y="2091"/>
                </a:lnTo>
                <a:lnTo>
                  <a:pt x="258" y="2090"/>
                </a:lnTo>
                <a:lnTo>
                  <a:pt x="257" y="2090"/>
                </a:lnTo>
                <a:lnTo>
                  <a:pt x="258" y="2089"/>
                </a:lnTo>
                <a:lnTo>
                  <a:pt x="257" y="2088"/>
                </a:lnTo>
                <a:lnTo>
                  <a:pt x="257" y="2087"/>
                </a:lnTo>
                <a:lnTo>
                  <a:pt x="257" y="2086"/>
                </a:lnTo>
                <a:lnTo>
                  <a:pt x="257" y="2085"/>
                </a:lnTo>
                <a:lnTo>
                  <a:pt x="257" y="2084"/>
                </a:lnTo>
                <a:lnTo>
                  <a:pt x="256" y="2083"/>
                </a:lnTo>
                <a:lnTo>
                  <a:pt x="256" y="2082"/>
                </a:lnTo>
                <a:lnTo>
                  <a:pt x="257" y="2082"/>
                </a:lnTo>
                <a:lnTo>
                  <a:pt x="258" y="2081"/>
                </a:lnTo>
                <a:lnTo>
                  <a:pt x="260" y="2081"/>
                </a:lnTo>
                <a:lnTo>
                  <a:pt x="260" y="2080"/>
                </a:lnTo>
                <a:lnTo>
                  <a:pt x="259" y="2079"/>
                </a:lnTo>
                <a:lnTo>
                  <a:pt x="260" y="2079"/>
                </a:lnTo>
                <a:lnTo>
                  <a:pt x="263" y="2079"/>
                </a:lnTo>
                <a:lnTo>
                  <a:pt x="264" y="2079"/>
                </a:lnTo>
                <a:lnTo>
                  <a:pt x="264" y="2078"/>
                </a:lnTo>
                <a:lnTo>
                  <a:pt x="264" y="2077"/>
                </a:lnTo>
                <a:lnTo>
                  <a:pt x="264" y="2075"/>
                </a:lnTo>
                <a:lnTo>
                  <a:pt x="264" y="2073"/>
                </a:lnTo>
                <a:lnTo>
                  <a:pt x="264" y="2072"/>
                </a:lnTo>
                <a:lnTo>
                  <a:pt x="264" y="2071"/>
                </a:lnTo>
                <a:lnTo>
                  <a:pt x="265" y="2070"/>
                </a:lnTo>
                <a:lnTo>
                  <a:pt x="266" y="2070"/>
                </a:lnTo>
                <a:lnTo>
                  <a:pt x="267" y="2071"/>
                </a:lnTo>
                <a:lnTo>
                  <a:pt x="269" y="2071"/>
                </a:lnTo>
                <a:lnTo>
                  <a:pt x="270" y="2071"/>
                </a:lnTo>
                <a:lnTo>
                  <a:pt x="270" y="2070"/>
                </a:lnTo>
                <a:lnTo>
                  <a:pt x="269" y="2069"/>
                </a:lnTo>
                <a:lnTo>
                  <a:pt x="268" y="2068"/>
                </a:lnTo>
                <a:lnTo>
                  <a:pt x="266" y="2066"/>
                </a:lnTo>
                <a:lnTo>
                  <a:pt x="265" y="2064"/>
                </a:lnTo>
                <a:lnTo>
                  <a:pt x="265" y="2063"/>
                </a:lnTo>
                <a:lnTo>
                  <a:pt x="265" y="2062"/>
                </a:lnTo>
                <a:lnTo>
                  <a:pt x="264" y="2062"/>
                </a:lnTo>
                <a:lnTo>
                  <a:pt x="263" y="2062"/>
                </a:lnTo>
                <a:lnTo>
                  <a:pt x="263" y="2061"/>
                </a:lnTo>
                <a:lnTo>
                  <a:pt x="262" y="2060"/>
                </a:lnTo>
                <a:lnTo>
                  <a:pt x="261" y="2059"/>
                </a:lnTo>
                <a:lnTo>
                  <a:pt x="261" y="2058"/>
                </a:lnTo>
                <a:lnTo>
                  <a:pt x="261" y="2057"/>
                </a:lnTo>
                <a:lnTo>
                  <a:pt x="262" y="2056"/>
                </a:lnTo>
                <a:lnTo>
                  <a:pt x="262" y="2055"/>
                </a:lnTo>
                <a:lnTo>
                  <a:pt x="263" y="2054"/>
                </a:lnTo>
                <a:lnTo>
                  <a:pt x="263" y="2053"/>
                </a:lnTo>
                <a:lnTo>
                  <a:pt x="264" y="2052"/>
                </a:lnTo>
                <a:lnTo>
                  <a:pt x="265" y="2052"/>
                </a:lnTo>
                <a:lnTo>
                  <a:pt x="266" y="2051"/>
                </a:lnTo>
                <a:lnTo>
                  <a:pt x="266" y="2050"/>
                </a:lnTo>
                <a:lnTo>
                  <a:pt x="266" y="2048"/>
                </a:lnTo>
                <a:lnTo>
                  <a:pt x="265" y="2047"/>
                </a:lnTo>
                <a:lnTo>
                  <a:pt x="265" y="2046"/>
                </a:lnTo>
                <a:lnTo>
                  <a:pt x="264" y="2045"/>
                </a:lnTo>
                <a:lnTo>
                  <a:pt x="264" y="2044"/>
                </a:lnTo>
                <a:lnTo>
                  <a:pt x="264" y="2043"/>
                </a:lnTo>
                <a:lnTo>
                  <a:pt x="264" y="2042"/>
                </a:lnTo>
                <a:lnTo>
                  <a:pt x="264" y="2041"/>
                </a:lnTo>
                <a:lnTo>
                  <a:pt x="263" y="2041"/>
                </a:lnTo>
                <a:lnTo>
                  <a:pt x="262" y="2041"/>
                </a:lnTo>
                <a:lnTo>
                  <a:pt x="262" y="2040"/>
                </a:lnTo>
                <a:lnTo>
                  <a:pt x="262" y="2039"/>
                </a:lnTo>
                <a:lnTo>
                  <a:pt x="262" y="2038"/>
                </a:lnTo>
                <a:lnTo>
                  <a:pt x="261" y="2038"/>
                </a:lnTo>
                <a:lnTo>
                  <a:pt x="260" y="2037"/>
                </a:lnTo>
                <a:lnTo>
                  <a:pt x="259" y="2036"/>
                </a:lnTo>
                <a:lnTo>
                  <a:pt x="258" y="2035"/>
                </a:lnTo>
                <a:lnTo>
                  <a:pt x="258" y="2034"/>
                </a:lnTo>
                <a:lnTo>
                  <a:pt x="258" y="2033"/>
                </a:lnTo>
                <a:lnTo>
                  <a:pt x="257" y="2031"/>
                </a:lnTo>
                <a:lnTo>
                  <a:pt x="256" y="2031"/>
                </a:lnTo>
                <a:lnTo>
                  <a:pt x="256" y="2030"/>
                </a:lnTo>
                <a:lnTo>
                  <a:pt x="256" y="2029"/>
                </a:lnTo>
                <a:lnTo>
                  <a:pt x="256" y="2028"/>
                </a:lnTo>
                <a:lnTo>
                  <a:pt x="256" y="2027"/>
                </a:lnTo>
                <a:lnTo>
                  <a:pt x="257" y="2026"/>
                </a:lnTo>
                <a:lnTo>
                  <a:pt x="256" y="2026"/>
                </a:lnTo>
                <a:lnTo>
                  <a:pt x="255" y="2025"/>
                </a:lnTo>
                <a:lnTo>
                  <a:pt x="254" y="2024"/>
                </a:lnTo>
                <a:lnTo>
                  <a:pt x="253" y="2023"/>
                </a:lnTo>
                <a:lnTo>
                  <a:pt x="253" y="2022"/>
                </a:lnTo>
                <a:lnTo>
                  <a:pt x="252" y="2022"/>
                </a:lnTo>
                <a:lnTo>
                  <a:pt x="251" y="2021"/>
                </a:lnTo>
                <a:lnTo>
                  <a:pt x="250" y="2020"/>
                </a:lnTo>
                <a:lnTo>
                  <a:pt x="249" y="2020"/>
                </a:lnTo>
                <a:lnTo>
                  <a:pt x="248" y="2018"/>
                </a:lnTo>
                <a:lnTo>
                  <a:pt x="246" y="2017"/>
                </a:lnTo>
                <a:lnTo>
                  <a:pt x="244" y="2015"/>
                </a:lnTo>
                <a:lnTo>
                  <a:pt x="243" y="2015"/>
                </a:lnTo>
                <a:lnTo>
                  <a:pt x="242" y="2015"/>
                </a:lnTo>
                <a:lnTo>
                  <a:pt x="242" y="2014"/>
                </a:lnTo>
                <a:lnTo>
                  <a:pt x="242" y="2013"/>
                </a:lnTo>
                <a:lnTo>
                  <a:pt x="241" y="2013"/>
                </a:lnTo>
                <a:lnTo>
                  <a:pt x="240" y="2013"/>
                </a:lnTo>
                <a:lnTo>
                  <a:pt x="240" y="2012"/>
                </a:lnTo>
                <a:lnTo>
                  <a:pt x="239" y="2012"/>
                </a:lnTo>
                <a:lnTo>
                  <a:pt x="238" y="2011"/>
                </a:lnTo>
                <a:lnTo>
                  <a:pt x="237" y="2010"/>
                </a:lnTo>
                <a:lnTo>
                  <a:pt x="235" y="2009"/>
                </a:lnTo>
                <a:lnTo>
                  <a:pt x="234" y="2008"/>
                </a:lnTo>
                <a:lnTo>
                  <a:pt x="233" y="2008"/>
                </a:lnTo>
                <a:lnTo>
                  <a:pt x="233" y="2009"/>
                </a:lnTo>
                <a:lnTo>
                  <a:pt x="232" y="2009"/>
                </a:lnTo>
                <a:lnTo>
                  <a:pt x="231" y="2009"/>
                </a:lnTo>
                <a:lnTo>
                  <a:pt x="230" y="2008"/>
                </a:lnTo>
                <a:lnTo>
                  <a:pt x="230" y="2007"/>
                </a:lnTo>
                <a:lnTo>
                  <a:pt x="229" y="2007"/>
                </a:lnTo>
                <a:lnTo>
                  <a:pt x="228" y="2007"/>
                </a:lnTo>
                <a:lnTo>
                  <a:pt x="226" y="2006"/>
                </a:lnTo>
                <a:lnTo>
                  <a:pt x="225" y="2006"/>
                </a:lnTo>
                <a:lnTo>
                  <a:pt x="224" y="2006"/>
                </a:lnTo>
                <a:lnTo>
                  <a:pt x="222" y="2006"/>
                </a:lnTo>
                <a:lnTo>
                  <a:pt x="221" y="2006"/>
                </a:lnTo>
                <a:lnTo>
                  <a:pt x="221" y="2007"/>
                </a:lnTo>
                <a:lnTo>
                  <a:pt x="220" y="2007"/>
                </a:lnTo>
                <a:lnTo>
                  <a:pt x="219" y="2007"/>
                </a:lnTo>
                <a:lnTo>
                  <a:pt x="218" y="2007"/>
                </a:lnTo>
                <a:lnTo>
                  <a:pt x="218" y="2006"/>
                </a:lnTo>
                <a:lnTo>
                  <a:pt x="217" y="2006"/>
                </a:lnTo>
                <a:lnTo>
                  <a:pt x="215" y="2006"/>
                </a:lnTo>
                <a:lnTo>
                  <a:pt x="214" y="2006"/>
                </a:lnTo>
                <a:lnTo>
                  <a:pt x="214" y="2007"/>
                </a:lnTo>
                <a:lnTo>
                  <a:pt x="213" y="2008"/>
                </a:lnTo>
                <a:lnTo>
                  <a:pt x="213" y="2009"/>
                </a:lnTo>
                <a:lnTo>
                  <a:pt x="214" y="2010"/>
                </a:lnTo>
                <a:lnTo>
                  <a:pt x="213" y="2011"/>
                </a:lnTo>
                <a:lnTo>
                  <a:pt x="212" y="2011"/>
                </a:lnTo>
                <a:lnTo>
                  <a:pt x="211" y="2011"/>
                </a:lnTo>
                <a:lnTo>
                  <a:pt x="211" y="2010"/>
                </a:lnTo>
                <a:lnTo>
                  <a:pt x="210" y="2009"/>
                </a:lnTo>
                <a:lnTo>
                  <a:pt x="209" y="2010"/>
                </a:lnTo>
                <a:lnTo>
                  <a:pt x="207" y="2012"/>
                </a:lnTo>
                <a:lnTo>
                  <a:pt x="206" y="2012"/>
                </a:lnTo>
                <a:lnTo>
                  <a:pt x="205" y="2012"/>
                </a:lnTo>
                <a:lnTo>
                  <a:pt x="205" y="2011"/>
                </a:lnTo>
                <a:lnTo>
                  <a:pt x="204" y="2010"/>
                </a:lnTo>
                <a:lnTo>
                  <a:pt x="204" y="2009"/>
                </a:lnTo>
                <a:lnTo>
                  <a:pt x="203" y="2007"/>
                </a:lnTo>
                <a:lnTo>
                  <a:pt x="203" y="2006"/>
                </a:lnTo>
                <a:lnTo>
                  <a:pt x="202" y="2005"/>
                </a:lnTo>
                <a:lnTo>
                  <a:pt x="202" y="2003"/>
                </a:lnTo>
                <a:lnTo>
                  <a:pt x="202" y="2002"/>
                </a:lnTo>
                <a:lnTo>
                  <a:pt x="202" y="2001"/>
                </a:lnTo>
                <a:lnTo>
                  <a:pt x="203" y="1999"/>
                </a:lnTo>
                <a:lnTo>
                  <a:pt x="203" y="1998"/>
                </a:lnTo>
                <a:lnTo>
                  <a:pt x="203" y="1997"/>
                </a:lnTo>
                <a:lnTo>
                  <a:pt x="203" y="1996"/>
                </a:lnTo>
                <a:lnTo>
                  <a:pt x="203" y="1995"/>
                </a:lnTo>
                <a:lnTo>
                  <a:pt x="202" y="1994"/>
                </a:lnTo>
                <a:lnTo>
                  <a:pt x="202" y="1993"/>
                </a:lnTo>
                <a:lnTo>
                  <a:pt x="201" y="1992"/>
                </a:lnTo>
                <a:lnTo>
                  <a:pt x="199" y="1990"/>
                </a:lnTo>
                <a:lnTo>
                  <a:pt x="199" y="1989"/>
                </a:lnTo>
                <a:lnTo>
                  <a:pt x="199" y="1988"/>
                </a:lnTo>
                <a:lnTo>
                  <a:pt x="199" y="1987"/>
                </a:lnTo>
                <a:lnTo>
                  <a:pt x="200" y="1987"/>
                </a:lnTo>
                <a:lnTo>
                  <a:pt x="201" y="1986"/>
                </a:lnTo>
                <a:lnTo>
                  <a:pt x="201" y="1985"/>
                </a:lnTo>
                <a:lnTo>
                  <a:pt x="200" y="1984"/>
                </a:lnTo>
                <a:lnTo>
                  <a:pt x="199" y="1984"/>
                </a:lnTo>
                <a:lnTo>
                  <a:pt x="198" y="1984"/>
                </a:lnTo>
                <a:lnTo>
                  <a:pt x="197" y="1984"/>
                </a:lnTo>
                <a:lnTo>
                  <a:pt x="195" y="1983"/>
                </a:lnTo>
                <a:lnTo>
                  <a:pt x="194" y="1983"/>
                </a:lnTo>
                <a:lnTo>
                  <a:pt x="193" y="1983"/>
                </a:lnTo>
                <a:lnTo>
                  <a:pt x="191" y="1983"/>
                </a:lnTo>
                <a:lnTo>
                  <a:pt x="190" y="1982"/>
                </a:lnTo>
                <a:lnTo>
                  <a:pt x="189" y="1982"/>
                </a:lnTo>
                <a:lnTo>
                  <a:pt x="188" y="1982"/>
                </a:lnTo>
                <a:lnTo>
                  <a:pt x="187" y="1982"/>
                </a:lnTo>
                <a:lnTo>
                  <a:pt x="186" y="1982"/>
                </a:lnTo>
                <a:lnTo>
                  <a:pt x="185" y="1982"/>
                </a:lnTo>
                <a:lnTo>
                  <a:pt x="184" y="1983"/>
                </a:lnTo>
                <a:lnTo>
                  <a:pt x="183" y="1983"/>
                </a:lnTo>
                <a:lnTo>
                  <a:pt x="182" y="1983"/>
                </a:lnTo>
                <a:lnTo>
                  <a:pt x="182" y="1982"/>
                </a:lnTo>
                <a:lnTo>
                  <a:pt x="181" y="1982"/>
                </a:lnTo>
                <a:lnTo>
                  <a:pt x="179" y="1982"/>
                </a:lnTo>
                <a:lnTo>
                  <a:pt x="178" y="1981"/>
                </a:lnTo>
                <a:lnTo>
                  <a:pt x="176" y="1981"/>
                </a:lnTo>
                <a:lnTo>
                  <a:pt x="175" y="1980"/>
                </a:lnTo>
                <a:lnTo>
                  <a:pt x="175" y="1979"/>
                </a:lnTo>
                <a:lnTo>
                  <a:pt x="176" y="1978"/>
                </a:lnTo>
                <a:lnTo>
                  <a:pt x="175" y="1977"/>
                </a:lnTo>
                <a:lnTo>
                  <a:pt x="174" y="1976"/>
                </a:lnTo>
                <a:lnTo>
                  <a:pt x="173" y="1976"/>
                </a:lnTo>
                <a:lnTo>
                  <a:pt x="172" y="1975"/>
                </a:lnTo>
                <a:lnTo>
                  <a:pt x="172" y="1976"/>
                </a:lnTo>
                <a:lnTo>
                  <a:pt x="171" y="1977"/>
                </a:lnTo>
                <a:lnTo>
                  <a:pt x="169" y="1977"/>
                </a:lnTo>
                <a:lnTo>
                  <a:pt x="169" y="1978"/>
                </a:lnTo>
                <a:lnTo>
                  <a:pt x="168" y="1977"/>
                </a:lnTo>
                <a:lnTo>
                  <a:pt x="167" y="1978"/>
                </a:lnTo>
                <a:lnTo>
                  <a:pt x="166" y="1978"/>
                </a:lnTo>
                <a:lnTo>
                  <a:pt x="165" y="1978"/>
                </a:lnTo>
                <a:lnTo>
                  <a:pt x="164" y="1978"/>
                </a:lnTo>
                <a:lnTo>
                  <a:pt x="163" y="1977"/>
                </a:lnTo>
                <a:lnTo>
                  <a:pt x="162" y="1977"/>
                </a:lnTo>
                <a:lnTo>
                  <a:pt x="161" y="1977"/>
                </a:lnTo>
                <a:lnTo>
                  <a:pt x="160" y="1977"/>
                </a:lnTo>
                <a:lnTo>
                  <a:pt x="159" y="1979"/>
                </a:lnTo>
                <a:lnTo>
                  <a:pt x="158" y="1979"/>
                </a:lnTo>
                <a:lnTo>
                  <a:pt x="157" y="1979"/>
                </a:lnTo>
                <a:lnTo>
                  <a:pt x="156" y="1979"/>
                </a:lnTo>
                <a:lnTo>
                  <a:pt x="155" y="1979"/>
                </a:lnTo>
                <a:lnTo>
                  <a:pt x="154" y="1979"/>
                </a:lnTo>
                <a:lnTo>
                  <a:pt x="154" y="1980"/>
                </a:lnTo>
                <a:lnTo>
                  <a:pt x="153" y="1980"/>
                </a:lnTo>
                <a:lnTo>
                  <a:pt x="152" y="1980"/>
                </a:lnTo>
                <a:lnTo>
                  <a:pt x="151" y="1981"/>
                </a:lnTo>
                <a:lnTo>
                  <a:pt x="150" y="1981"/>
                </a:lnTo>
                <a:lnTo>
                  <a:pt x="150" y="1982"/>
                </a:lnTo>
                <a:lnTo>
                  <a:pt x="150" y="1983"/>
                </a:lnTo>
                <a:lnTo>
                  <a:pt x="150" y="1984"/>
                </a:lnTo>
                <a:lnTo>
                  <a:pt x="151" y="1985"/>
                </a:lnTo>
                <a:lnTo>
                  <a:pt x="150" y="1985"/>
                </a:lnTo>
                <a:lnTo>
                  <a:pt x="149" y="1985"/>
                </a:lnTo>
                <a:lnTo>
                  <a:pt x="149" y="1986"/>
                </a:lnTo>
                <a:lnTo>
                  <a:pt x="148" y="1987"/>
                </a:lnTo>
                <a:lnTo>
                  <a:pt x="147" y="1986"/>
                </a:lnTo>
                <a:lnTo>
                  <a:pt x="146" y="1986"/>
                </a:lnTo>
                <a:lnTo>
                  <a:pt x="146" y="1985"/>
                </a:lnTo>
                <a:lnTo>
                  <a:pt x="145" y="1984"/>
                </a:lnTo>
                <a:lnTo>
                  <a:pt x="145" y="1983"/>
                </a:lnTo>
                <a:lnTo>
                  <a:pt x="144" y="1982"/>
                </a:lnTo>
                <a:lnTo>
                  <a:pt x="144" y="1980"/>
                </a:lnTo>
                <a:lnTo>
                  <a:pt x="142" y="1978"/>
                </a:lnTo>
                <a:lnTo>
                  <a:pt x="142" y="1977"/>
                </a:lnTo>
                <a:lnTo>
                  <a:pt x="142" y="1975"/>
                </a:lnTo>
                <a:lnTo>
                  <a:pt x="142" y="1974"/>
                </a:lnTo>
                <a:lnTo>
                  <a:pt x="141" y="1974"/>
                </a:lnTo>
                <a:lnTo>
                  <a:pt x="142" y="1973"/>
                </a:lnTo>
                <a:lnTo>
                  <a:pt x="142" y="1972"/>
                </a:lnTo>
                <a:lnTo>
                  <a:pt x="141" y="1972"/>
                </a:lnTo>
                <a:lnTo>
                  <a:pt x="137" y="1972"/>
                </a:lnTo>
                <a:lnTo>
                  <a:pt x="136" y="1973"/>
                </a:lnTo>
                <a:lnTo>
                  <a:pt x="136" y="1975"/>
                </a:lnTo>
                <a:lnTo>
                  <a:pt x="135" y="1975"/>
                </a:lnTo>
                <a:lnTo>
                  <a:pt x="133" y="1976"/>
                </a:lnTo>
                <a:lnTo>
                  <a:pt x="131" y="1976"/>
                </a:lnTo>
                <a:lnTo>
                  <a:pt x="130" y="1975"/>
                </a:lnTo>
                <a:lnTo>
                  <a:pt x="129" y="1975"/>
                </a:lnTo>
                <a:lnTo>
                  <a:pt x="128" y="1974"/>
                </a:lnTo>
                <a:lnTo>
                  <a:pt x="128" y="1973"/>
                </a:lnTo>
                <a:lnTo>
                  <a:pt x="128" y="1972"/>
                </a:lnTo>
                <a:lnTo>
                  <a:pt x="128" y="1971"/>
                </a:lnTo>
                <a:lnTo>
                  <a:pt x="127" y="1970"/>
                </a:lnTo>
                <a:lnTo>
                  <a:pt x="127" y="1969"/>
                </a:lnTo>
                <a:lnTo>
                  <a:pt x="127" y="1968"/>
                </a:lnTo>
                <a:lnTo>
                  <a:pt x="126" y="1968"/>
                </a:lnTo>
                <a:lnTo>
                  <a:pt x="125" y="1968"/>
                </a:lnTo>
                <a:lnTo>
                  <a:pt x="124" y="1969"/>
                </a:lnTo>
                <a:lnTo>
                  <a:pt x="123" y="1969"/>
                </a:lnTo>
                <a:lnTo>
                  <a:pt x="122" y="1970"/>
                </a:lnTo>
                <a:lnTo>
                  <a:pt x="121" y="1970"/>
                </a:lnTo>
                <a:lnTo>
                  <a:pt x="120" y="1970"/>
                </a:lnTo>
                <a:lnTo>
                  <a:pt x="119" y="1970"/>
                </a:lnTo>
                <a:lnTo>
                  <a:pt x="119" y="1971"/>
                </a:lnTo>
                <a:lnTo>
                  <a:pt x="118" y="1971"/>
                </a:lnTo>
                <a:lnTo>
                  <a:pt x="118" y="1972"/>
                </a:lnTo>
                <a:lnTo>
                  <a:pt x="118" y="1973"/>
                </a:lnTo>
                <a:lnTo>
                  <a:pt x="117" y="1973"/>
                </a:lnTo>
                <a:lnTo>
                  <a:pt x="116" y="1974"/>
                </a:lnTo>
                <a:lnTo>
                  <a:pt x="115" y="1974"/>
                </a:lnTo>
                <a:lnTo>
                  <a:pt x="113" y="1974"/>
                </a:lnTo>
                <a:lnTo>
                  <a:pt x="112" y="1975"/>
                </a:lnTo>
                <a:lnTo>
                  <a:pt x="112" y="1974"/>
                </a:lnTo>
                <a:lnTo>
                  <a:pt x="110" y="1972"/>
                </a:lnTo>
                <a:lnTo>
                  <a:pt x="109" y="1971"/>
                </a:lnTo>
                <a:lnTo>
                  <a:pt x="109" y="1970"/>
                </a:lnTo>
                <a:lnTo>
                  <a:pt x="108" y="1969"/>
                </a:lnTo>
                <a:lnTo>
                  <a:pt x="107" y="1969"/>
                </a:lnTo>
                <a:lnTo>
                  <a:pt x="106" y="1969"/>
                </a:lnTo>
                <a:lnTo>
                  <a:pt x="106" y="1970"/>
                </a:lnTo>
                <a:lnTo>
                  <a:pt x="106" y="1971"/>
                </a:lnTo>
                <a:lnTo>
                  <a:pt x="105" y="1971"/>
                </a:lnTo>
                <a:lnTo>
                  <a:pt x="105" y="1970"/>
                </a:lnTo>
                <a:lnTo>
                  <a:pt x="104" y="1970"/>
                </a:lnTo>
                <a:lnTo>
                  <a:pt x="104" y="1966"/>
                </a:lnTo>
                <a:lnTo>
                  <a:pt x="104" y="1965"/>
                </a:lnTo>
                <a:lnTo>
                  <a:pt x="103" y="1964"/>
                </a:lnTo>
                <a:lnTo>
                  <a:pt x="102" y="1964"/>
                </a:lnTo>
                <a:lnTo>
                  <a:pt x="101" y="1963"/>
                </a:lnTo>
                <a:lnTo>
                  <a:pt x="101" y="1961"/>
                </a:lnTo>
                <a:lnTo>
                  <a:pt x="102" y="1961"/>
                </a:lnTo>
                <a:lnTo>
                  <a:pt x="102" y="1960"/>
                </a:lnTo>
                <a:lnTo>
                  <a:pt x="103" y="1960"/>
                </a:lnTo>
                <a:lnTo>
                  <a:pt x="104" y="1960"/>
                </a:lnTo>
                <a:lnTo>
                  <a:pt x="104" y="1959"/>
                </a:lnTo>
                <a:lnTo>
                  <a:pt x="104" y="1957"/>
                </a:lnTo>
                <a:lnTo>
                  <a:pt x="102" y="1955"/>
                </a:lnTo>
                <a:lnTo>
                  <a:pt x="102" y="1954"/>
                </a:lnTo>
                <a:lnTo>
                  <a:pt x="103" y="1954"/>
                </a:lnTo>
                <a:lnTo>
                  <a:pt x="104" y="1953"/>
                </a:lnTo>
                <a:lnTo>
                  <a:pt x="105" y="1953"/>
                </a:lnTo>
                <a:lnTo>
                  <a:pt x="105" y="1952"/>
                </a:lnTo>
                <a:lnTo>
                  <a:pt x="106" y="1951"/>
                </a:lnTo>
                <a:lnTo>
                  <a:pt x="106" y="1950"/>
                </a:lnTo>
                <a:lnTo>
                  <a:pt x="107" y="1950"/>
                </a:lnTo>
                <a:lnTo>
                  <a:pt x="108" y="1949"/>
                </a:lnTo>
                <a:lnTo>
                  <a:pt x="109" y="1949"/>
                </a:lnTo>
                <a:lnTo>
                  <a:pt x="110" y="1949"/>
                </a:lnTo>
                <a:lnTo>
                  <a:pt x="111" y="1949"/>
                </a:lnTo>
                <a:lnTo>
                  <a:pt x="112" y="1950"/>
                </a:lnTo>
                <a:lnTo>
                  <a:pt x="113" y="1951"/>
                </a:lnTo>
                <a:lnTo>
                  <a:pt x="114" y="1951"/>
                </a:lnTo>
                <a:lnTo>
                  <a:pt x="115" y="1951"/>
                </a:lnTo>
                <a:lnTo>
                  <a:pt x="115" y="1950"/>
                </a:lnTo>
                <a:lnTo>
                  <a:pt x="115" y="1948"/>
                </a:lnTo>
                <a:lnTo>
                  <a:pt x="116" y="1948"/>
                </a:lnTo>
                <a:lnTo>
                  <a:pt x="117" y="1948"/>
                </a:lnTo>
                <a:lnTo>
                  <a:pt x="118" y="1948"/>
                </a:lnTo>
                <a:lnTo>
                  <a:pt x="118" y="1947"/>
                </a:lnTo>
                <a:lnTo>
                  <a:pt x="119" y="1947"/>
                </a:lnTo>
                <a:lnTo>
                  <a:pt x="120" y="1948"/>
                </a:lnTo>
                <a:lnTo>
                  <a:pt x="120" y="1949"/>
                </a:lnTo>
                <a:lnTo>
                  <a:pt x="121" y="1950"/>
                </a:lnTo>
                <a:lnTo>
                  <a:pt x="122" y="1950"/>
                </a:lnTo>
                <a:lnTo>
                  <a:pt x="123" y="1950"/>
                </a:lnTo>
                <a:lnTo>
                  <a:pt x="123" y="1949"/>
                </a:lnTo>
                <a:lnTo>
                  <a:pt x="124" y="1948"/>
                </a:lnTo>
                <a:lnTo>
                  <a:pt x="125" y="1947"/>
                </a:lnTo>
                <a:lnTo>
                  <a:pt x="127" y="1946"/>
                </a:lnTo>
                <a:lnTo>
                  <a:pt x="128" y="1945"/>
                </a:lnTo>
                <a:lnTo>
                  <a:pt x="129" y="1945"/>
                </a:lnTo>
                <a:lnTo>
                  <a:pt x="130" y="1944"/>
                </a:lnTo>
                <a:lnTo>
                  <a:pt x="130" y="1945"/>
                </a:lnTo>
                <a:lnTo>
                  <a:pt x="131" y="1945"/>
                </a:lnTo>
                <a:lnTo>
                  <a:pt x="132" y="1945"/>
                </a:lnTo>
                <a:lnTo>
                  <a:pt x="132" y="1946"/>
                </a:lnTo>
                <a:lnTo>
                  <a:pt x="133" y="1947"/>
                </a:lnTo>
                <a:lnTo>
                  <a:pt x="134" y="1947"/>
                </a:lnTo>
                <a:lnTo>
                  <a:pt x="135" y="1948"/>
                </a:lnTo>
                <a:lnTo>
                  <a:pt x="136" y="1949"/>
                </a:lnTo>
                <a:lnTo>
                  <a:pt x="137" y="1951"/>
                </a:lnTo>
                <a:lnTo>
                  <a:pt x="137" y="1952"/>
                </a:lnTo>
                <a:lnTo>
                  <a:pt x="138" y="1952"/>
                </a:lnTo>
                <a:lnTo>
                  <a:pt x="138" y="1953"/>
                </a:lnTo>
                <a:lnTo>
                  <a:pt x="139" y="1953"/>
                </a:lnTo>
                <a:lnTo>
                  <a:pt x="141" y="1952"/>
                </a:lnTo>
                <a:lnTo>
                  <a:pt x="142" y="1952"/>
                </a:lnTo>
                <a:lnTo>
                  <a:pt x="143" y="1952"/>
                </a:lnTo>
                <a:lnTo>
                  <a:pt x="144" y="1952"/>
                </a:lnTo>
                <a:lnTo>
                  <a:pt x="145" y="1952"/>
                </a:lnTo>
                <a:lnTo>
                  <a:pt x="146" y="1951"/>
                </a:lnTo>
                <a:lnTo>
                  <a:pt x="147" y="1951"/>
                </a:lnTo>
                <a:lnTo>
                  <a:pt x="148" y="1951"/>
                </a:lnTo>
                <a:lnTo>
                  <a:pt x="148" y="1950"/>
                </a:lnTo>
                <a:lnTo>
                  <a:pt x="149" y="1950"/>
                </a:lnTo>
                <a:lnTo>
                  <a:pt x="149" y="1949"/>
                </a:lnTo>
                <a:lnTo>
                  <a:pt x="149" y="1948"/>
                </a:lnTo>
                <a:lnTo>
                  <a:pt x="149" y="1947"/>
                </a:lnTo>
                <a:lnTo>
                  <a:pt x="150" y="1946"/>
                </a:lnTo>
                <a:lnTo>
                  <a:pt x="151" y="1945"/>
                </a:lnTo>
                <a:lnTo>
                  <a:pt x="152" y="1945"/>
                </a:lnTo>
                <a:lnTo>
                  <a:pt x="153" y="1945"/>
                </a:lnTo>
                <a:lnTo>
                  <a:pt x="155" y="1945"/>
                </a:lnTo>
                <a:lnTo>
                  <a:pt x="156" y="1944"/>
                </a:lnTo>
                <a:lnTo>
                  <a:pt x="157" y="1944"/>
                </a:lnTo>
                <a:lnTo>
                  <a:pt x="158" y="1944"/>
                </a:lnTo>
                <a:lnTo>
                  <a:pt x="160" y="1943"/>
                </a:lnTo>
                <a:lnTo>
                  <a:pt x="161" y="1943"/>
                </a:lnTo>
                <a:lnTo>
                  <a:pt x="163" y="1942"/>
                </a:lnTo>
                <a:lnTo>
                  <a:pt x="165" y="1941"/>
                </a:lnTo>
                <a:lnTo>
                  <a:pt x="166" y="1941"/>
                </a:lnTo>
                <a:lnTo>
                  <a:pt x="167" y="1941"/>
                </a:lnTo>
                <a:lnTo>
                  <a:pt x="168" y="1941"/>
                </a:lnTo>
                <a:lnTo>
                  <a:pt x="169" y="1941"/>
                </a:lnTo>
                <a:lnTo>
                  <a:pt x="170" y="1941"/>
                </a:lnTo>
                <a:lnTo>
                  <a:pt x="170" y="1940"/>
                </a:lnTo>
                <a:lnTo>
                  <a:pt x="171" y="1939"/>
                </a:lnTo>
                <a:lnTo>
                  <a:pt x="171" y="1938"/>
                </a:lnTo>
                <a:lnTo>
                  <a:pt x="172" y="1937"/>
                </a:lnTo>
                <a:lnTo>
                  <a:pt x="172" y="1936"/>
                </a:lnTo>
                <a:lnTo>
                  <a:pt x="172" y="1935"/>
                </a:lnTo>
                <a:lnTo>
                  <a:pt x="171" y="1934"/>
                </a:lnTo>
                <a:lnTo>
                  <a:pt x="171" y="1933"/>
                </a:lnTo>
                <a:lnTo>
                  <a:pt x="171" y="1932"/>
                </a:lnTo>
                <a:lnTo>
                  <a:pt x="173" y="1930"/>
                </a:lnTo>
                <a:lnTo>
                  <a:pt x="174" y="1930"/>
                </a:lnTo>
                <a:lnTo>
                  <a:pt x="173" y="1928"/>
                </a:lnTo>
                <a:lnTo>
                  <a:pt x="172" y="1924"/>
                </a:lnTo>
                <a:lnTo>
                  <a:pt x="171" y="1924"/>
                </a:lnTo>
                <a:lnTo>
                  <a:pt x="169" y="1922"/>
                </a:lnTo>
                <a:lnTo>
                  <a:pt x="168" y="1921"/>
                </a:lnTo>
                <a:lnTo>
                  <a:pt x="167" y="1920"/>
                </a:lnTo>
                <a:lnTo>
                  <a:pt x="166" y="1920"/>
                </a:lnTo>
                <a:lnTo>
                  <a:pt x="166" y="1919"/>
                </a:lnTo>
                <a:lnTo>
                  <a:pt x="166" y="1918"/>
                </a:lnTo>
                <a:lnTo>
                  <a:pt x="165" y="1918"/>
                </a:lnTo>
                <a:lnTo>
                  <a:pt x="164" y="1918"/>
                </a:lnTo>
                <a:lnTo>
                  <a:pt x="162" y="1919"/>
                </a:lnTo>
                <a:lnTo>
                  <a:pt x="161" y="1919"/>
                </a:lnTo>
                <a:lnTo>
                  <a:pt x="159" y="1918"/>
                </a:lnTo>
                <a:lnTo>
                  <a:pt x="158" y="1918"/>
                </a:lnTo>
                <a:lnTo>
                  <a:pt x="158" y="1917"/>
                </a:lnTo>
                <a:lnTo>
                  <a:pt x="157" y="1917"/>
                </a:lnTo>
                <a:lnTo>
                  <a:pt x="158" y="1917"/>
                </a:lnTo>
                <a:lnTo>
                  <a:pt x="158" y="1916"/>
                </a:lnTo>
                <a:lnTo>
                  <a:pt x="157" y="1915"/>
                </a:lnTo>
                <a:lnTo>
                  <a:pt x="156" y="1915"/>
                </a:lnTo>
                <a:lnTo>
                  <a:pt x="153" y="1913"/>
                </a:lnTo>
                <a:lnTo>
                  <a:pt x="152" y="1913"/>
                </a:lnTo>
                <a:lnTo>
                  <a:pt x="152" y="1912"/>
                </a:lnTo>
                <a:lnTo>
                  <a:pt x="151" y="1912"/>
                </a:lnTo>
                <a:lnTo>
                  <a:pt x="151" y="1911"/>
                </a:lnTo>
                <a:lnTo>
                  <a:pt x="150" y="1911"/>
                </a:lnTo>
                <a:lnTo>
                  <a:pt x="150" y="1910"/>
                </a:lnTo>
                <a:lnTo>
                  <a:pt x="150" y="1909"/>
                </a:lnTo>
                <a:lnTo>
                  <a:pt x="149" y="1907"/>
                </a:lnTo>
                <a:lnTo>
                  <a:pt x="149" y="1906"/>
                </a:lnTo>
                <a:lnTo>
                  <a:pt x="149" y="1905"/>
                </a:lnTo>
                <a:lnTo>
                  <a:pt x="149" y="1904"/>
                </a:lnTo>
                <a:lnTo>
                  <a:pt x="148" y="1903"/>
                </a:lnTo>
                <a:lnTo>
                  <a:pt x="147" y="1901"/>
                </a:lnTo>
                <a:lnTo>
                  <a:pt x="146" y="1900"/>
                </a:lnTo>
                <a:lnTo>
                  <a:pt x="146" y="1899"/>
                </a:lnTo>
                <a:lnTo>
                  <a:pt x="147" y="1899"/>
                </a:lnTo>
                <a:lnTo>
                  <a:pt x="147" y="1898"/>
                </a:lnTo>
                <a:lnTo>
                  <a:pt x="149" y="1898"/>
                </a:lnTo>
                <a:lnTo>
                  <a:pt x="149" y="1897"/>
                </a:lnTo>
                <a:lnTo>
                  <a:pt x="149" y="1896"/>
                </a:lnTo>
                <a:lnTo>
                  <a:pt x="149" y="1894"/>
                </a:lnTo>
                <a:lnTo>
                  <a:pt x="149" y="1893"/>
                </a:lnTo>
                <a:lnTo>
                  <a:pt x="150" y="1893"/>
                </a:lnTo>
                <a:lnTo>
                  <a:pt x="151" y="1893"/>
                </a:lnTo>
                <a:lnTo>
                  <a:pt x="152" y="1892"/>
                </a:lnTo>
                <a:lnTo>
                  <a:pt x="154" y="1890"/>
                </a:lnTo>
                <a:lnTo>
                  <a:pt x="155" y="1889"/>
                </a:lnTo>
                <a:lnTo>
                  <a:pt x="156" y="1888"/>
                </a:lnTo>
                <a:lnTo>
                  <a:pt x="157" y="1888"/>
                </a:lnTo>
                <a:lnTo>
                  <a:pt x="157" y="1887"/>
                </a:lnTo>
                <a:lnTo>
                  <a:pt x="158" y="1886"/>
                </a:lnTo>
                <a:lnTo>
                  <a:pt x="159" y="1886"/>
                </a:lnTo>
                <a:lnTo>
                  <a:pt x="158" y="1885"/>
                </a:lnTo>
                <a:lnTo>
                  <a:pt x="158" y="1884"/>
                </a:lnTo>
                <a:lnTo>
                  <a:pt x="157" y="1884"/>
                </a:lnTo>
                <a:lnTo>
                  <a:pt x="156" y="1883"/>
                </a:lnTo>
                <a:lnTo>
                  <a:pt x="155" y="1882"/>
                </a:lnTo>
                <a:lnTo>
                  <a:pt x="153" y="1881"/>
                </a:lnTo>
                <a:lnTo>
                  <a:pt x="151" y="1880"/>
                </a:lnTo>
                <a:lnTo>
                  <a:pt x="150" y="1879"/>
                </a:lnTo>
                <a:lnTo>
                  <a:pt x="149" y="1879"/>
                </a:lnTo>
                <a:lnTo>
                  <a:pt x="149" y="1878"/>
                </a:lnTo>
                <a:lnTo>
                  <a:pt x="149" y="1877"/>
                </a:lnTo>
                <a:lnTo>
                  <a:pt x="149" y="1876"/>
                </a:lnTo>
                <a:lnTo>
                  <a:pt x="150" y="1876"/>
                </a:lnTo>
                <a:lnTo>
                  <a:pt x="151" y="1874"/>
                </a:lnTo>
                <a:lnTo>
                  <a:pt x="151" y="1873"/>
                </a:lnTo>
                <a:lnTo>
                  <a:pt x="150" y="1873"/>
                </a:lnTo>
                <a:lnTo>
                  <a:pt x="150" y="1871"/>
                </a:lnTo>
                <a:lnTo>
                  <a:pt x="149" y="1870"/>
                </a:lnTo>
                <a:lnTo>
                  <a:pt x="149" y="1869"/>
                </a:lnTo>
                <a:lnTo>
                  <a:pt x="149" y="1868"/>
                </a:lnTo>
                <a:lnTo>
                  <a:pt x="149" y="1867"/>
                </a:lnTo>
                <a:lnTo>
                  <a:pt x="148" y="1865"/>
                </a:lnTo>
                <a:lnTo>
                  <a:pt x="148" y="1864"/>
                </a:lnTo>
                <a:lnTo>
                  <a:pt x="148" y="1863"/>
                </a:lnTo>
                <a:lnTo>
                  <a:pt x="149" y="1862"/>
                </a:lnTo>
                <a:lnTo>
                  <a:pt x="149" y="1861"/>
                </a:lnTo>
                <a:lnTo>
                  <a:pt x="150" y="1860"/>
                </a:lnTo>
                <a:lnTo>
                  <a:pt x="150" y="1859"/>
                </a:lnTo>
                <a:lnTo>
                  <a:pt x="150" y="1857"/>
                </a:lnTo>
                <a:lnTo>
                  <a:pt x="150" y="1856"/>
                </a:lnTo>
                <a:lnTo>
                  <a:pt x="149" y="1856"/>
                </a:lnTo>
                <a:lnTo>
                  <a:pt x="149" y="1855"/>
                </a:lnTo>
                <a:lnTo>
                  <a:pt x="148" y="1855"/>
                </a:lnTo>
                <a:lnTo>
                  <a:pt x="148" y="1856"/>
                </a:lnTo>
                <a:lnTo>
                  <a:pt x="146" y="1856"/>
                </a:lnTo>
                <a:lnTo>
                  <a:pt x="145" y="1856"/>
                </a:lnTo>
                <a:lnTo>
                  <a:pt x="144" y="1856"/>
                </a:lnTo>
                <a:lnTo>
                  <a:pt x="143" y="1854"/>
                </a:lnTo>
                <a:lnTo>
                  <a:pt x="143" y="1852"/>
                </a:lnTo>
                <a:lnTo>
                  <a:pt x="142" y="1851"/>
                </a:lnTo>
                <a:lnTo>
                  <a:pt x="141" y="1850"/>
                </a:lnTo>
                <a:lnTo>
                  <a:pt x="140" y="1850"/>
                </a:lnTo>
                <a:lnTo>
                  <a:pt x="139" y="1848"/>
                </a:lnTo>
                <a:lnTo>
                  <a:pt x="138" y="1847"/>
                </a:lnTo>
                <a:lnTo>
                  <a:pt x="138" y="1846"/>
                </a:lnTo>
                <a:lnTo>
                  <a:pt x="138" y="1844"/>
                </a:lnTo>
                <a:lnTo>
                  <a:pt x="138" y="1842"/>
                </a:lnTo>
                <a:lnTo>
                  <a:pt x="138" y="1841"/>
                </a:lnTo>
                <a:lnTo>
                  <a:pt x="138" y="1838"/>
                </a:lnTo>
                <a:lnTo>
                  <a:pt x="138" y="1836"/>
                </a:lnTo>
                <a:lnTo>
                  <a:pt x="138" y="1835"/>
                </a:lnTo>
                <a:lnTo>
                  <a:pt x="138" y="1833"/>
                </a:lnTo>
                <a:lnTo>
                  <a:pt x="137" y="1830"/>
                </a:lnTo>
                <a:lnTo>
                  <a:pt x="136" y="1828"/>
                </a:lnTo>
                <a:lnTo>
                  <a:pt x="136" y="1827"/>
                </a:lnTo>
                <a:lnTo>
                  <a:pt x="137" y="1826"/>
                </a:lnTo>
                <a:lnTo>
                  <a:pt x="137" y="1825"/>
                </a:lnTo>
                <a:lnTo>
                  <a:pt x="137" y="1824"/>
                </a:lnTo>
                <a:lnTo>
                  <a:pt x="136" y="1822"/>
                </a:lnTo>
                <a:lnTo>
                  <a:pt x="136" y="1821"/>
                </a:lnTo>
                <a:lnTo>
                  <a:pt x="136" y="1820"/>
                </a:lnTo>
                <a:lnTo>
                  <a:pt x="136" y="1819"/>
                </a:lnTo>
                <a:lnTo>
                  <a:pt x="137" y="1817"/>
                </a:lnTo>
                <a:lnTo>
                  <a:pt x="138" y="1816"/>
                </a:lnTo>
                <a:lnTo>
                  <a:pt x="139" y="1816"/>
                </a:lnTo>
                <a:lnTo>
                  <a:pt x="140" y="1816"/>
                </a:lnTo>
                <a:lnTo>
                  <a:pt x="140" y="1815"/>
                </a:lnTo>
                <a:lnTo>
                  <a:pt x="141" y="1814"/>
                </a:lnTo>
                <a:lnTo>
                  <a:pt x="142" y="1812"/>
                </a:lnTo>
                <a:lnTo>
                  <a:pt x="143" y="1810"/>
                </a:lnTo>
                <a:lnTo>
                  <a:pt x="144" y="1809"/>
                </a:lnTo>
                <a:lnTo>
                  <a:pt x="144" y="1808"/>
                </a:lnTo>
                <a:lnTo>
                  <a:pt x="144" y="1807"/>
                </a:lnTo>
                <a:lnTo>
                  <a:pt x="144" y="1806"/>
                </a:lnTo>
                <a:lnTo>
                  <a:pt x="143" y="1805"/>
                </a:lnTo>
                <a:lnTo>
                  <a:pt x="143" y="1803"/>
                </a:lnTo>
                <a:lnTo>
                  <a:pt x="143" y="1802"/>
                </a:lnTo>
                <a:lnTo>
                  <a:pt x="143" y="1801"/>
                </a:lnTo>
                <a:lnTo>
                  <a:pt x="142" y="1801"/>
                </a:lnTo>
                <a:lnTo>
                  <a:pt x="142" y="1800"/>
                </a:lnTo>
                <a:lnTo>
                  <a:pt x="141" y="1800"/>
                </a:lnTo>
                <a:lnTo>
                  <a:pt x="140" y="1801"/>
                </a:lnTo>
                <a:lnTo>
                  <a:pt x="139" y="1801"/>
                </a:lnTo>
                <a:lnTo>
                  <a:pt x="138" y="1800"/>
                </a:lnTo>
                <a:lnTo>
                  <a:pt x="138" y="1799"/>
                </a:lnTo>
                <a:lnTo>
                  <a:pt x="138" y="1798"/>
                </a:lnTo>
                <a:lnTo>
                  <a:pt x="137" y="1797"/>
                </a:lnTo>
                <a:lnTo>
                  <a:pt x="136" y="1796"/>
                </a:lnTo>
                <a:lnTo>
                  <a:pt x="135" y="1795"/>
                </a:lnTo>
                <a:lnTo>
                  <a:pt x="134" y="1795"/>
                </a:lnTo>
                <a:lnTo>
                  <a:pt x="133" y="1795"/>
                </a:lnTo>
                <a:lnTo>
                  <a:pt x="132" y="1795"/>
                </a:lnTo>
                <a:lnTo>
                  <a:pt x="130" y="1796"/>
                </a:lnTo>
                <a:lnTo>
                  <a:pt x="130" y="1795"/>
                </a:lnTo>
                <a:lnTo>
                  <a:pt x="129" y="1795"/>
                </a:lnTo>
                <a:lnTo>
                  <a:pt x="128" y="1795"/>
                </a:lnTo>
                <a:lnTo>
                  <a:pt x="127" y="1794"/>
                </a:lnTo>
                <a:lnTo>
                  <a:pt x="126" y="1793"/>
                </a:lnTo>
                <a:lnTo>
                  <a:pt x="124" y="1792"/>
                </a:lnTo>
                <a:lnTo>
                  <a:pt x="122" y="1790"/>
                </a:lnTo>
                <a:lnTo>
                  <a:pt x="122" y="1789"/>
                </a:lnTo>
                <a:lnTo>
                  <a:pt x="120" y="1788"/>
                </a:lnTo>
                <a:lnTo>
                  <a:pt x="119" y="1787"/>
                </a:lnTo>
                <a:lnTo>
                  <a:pt x="118" y="1787"/>
                </a:lnTo>
                <a:lnTo>
                  <a:pt x="117" y="1788"/>
                </a:lnTo>
                <a:lnTo>
                  <a:pt x="116" y="1788"/>
                </a:lnTo>
                <a:lnTo>
                  <a:pt x="115" y="1788"/>
                </a:lnTo>
                <a:lnTo>
                  <a:pt x="114" y="1787"/>
                </a:lnTo>
                <a:lnTo>
                  <a:pt x="112" y="1787"/>
                </a:lnTo>
                <a:lnTo>
                  <a:pt x="111" y="1787"/>
                </a:lnTo>
                <a:lnTo>
                  <a:pt x="110" y="1787"/>
                </a:lnTo>
                <a:lnTo>
                  <a:pt x="110" y="1786"/>
                </a:lnTo>
                <a:lnTo>
                  <a:pt x="109" y="1786"/>
                </a:lnTo>
                <a:lnTo>
                  <a:pt x="108" y="1785"/>
                </a:lnTo>
                <a:lnTo>
                  <a:pt x="107" y="1784"/>
                </a:lnTo>
                <a:lnTo>
                  <a:pt x="106" y="1784"/>
                </a:lnTo>
                <a:lnTo>
                  <a:pt x="105" y="1784"/>
                </a:lnTo>
                <a:lnTo>
                  <a:pt x="104" y="1783"/>
                </a:lnTo>
                <a:lnTo>
                  <a:pt x="102" y="1784"/>
                </a:lnTo>
                <a:lnTo>
                  <a:pt x="101" y="1784"/>
                </a:lnTo>
                <a:lnTo>
                  <a:pt x="100" y="1784"/>
                </a:lnTo>
                <a:lnTo>
                  <a:pt x="99" y="1783"/>
                </a:lnTo>
                <a:lnTo>
                  <a:pt x="96" y="1782"/>
                </a:lnTo>
                <a:lnTo>
                  <a:pt x="95" y="1782"/>
                </a:lnTo>
                <a:lnTo>
                  <a:pt x="94" y="1782"/>
                </a:lnTo>
                <a:lnTo>
                  <a:pt x="93" y="1781"/>
                </a:lnTo>
                <a:lnTo>
                  <a:pt x="92" y="1781"/>
                </a:lnTo>
                <a:lnTo>
                  <a:pt x="90" y="1781"/>
                </a:lnTo>
                <a:lnTo>
                  <a:pt x="87" y="1781"/>
                </a:lnTo>
                <a:lnTo>
                  <a:pt x="86" y="1781"/>
                </a:lnTo>
                <a:lnTo>
                  <a:pt x="85" y="1781"/>
                </a:lnTo>
                <a:lnTo>
                  <a:pt x="84" y="1781"/>
                </a:lnTo>
                <a:lnTo>
                  <a:pt x="82" y="1781"/>
                </a:lnTo>
                <a:lnTo>
                  <a:pt x="81" y="1781"/>
                </a:lnTo>
                <a:lnTo>
                  <a:pt x="78" y="1781"/>
                </a:lnTo>
                <a:lnTo>
                  <a:pt x="76" y="1781"/>
                </a:lnTo>
                <a:lnTo>
                  <a:pt x="75" y="1780"/>
                </a:lnTo>
                <a:lnTo>
                  <a:pt x="74" y="1780"/>
                </a:lnTo>
                <a:lnTo>
                  <a:pt x="73" y="1780"/>
                </a:lnTo>
                <a:lnTo>
                  <a:pt x="70" y="1779"/>
                </a:lnTo>
                <a:lnTo>
                  <a:pt x="69" y="1779"/>
                </a:lnTo>
                <a:lnTo>
                  <a:pt x="68" y="1779"/>
                </a:lnTo>
                <a:lnTo>
                  <a:pt x="67" y="1779"/>
                </a:lnTo>
                <a:lnTo>
                  <a:pt x="66" y="1779"/>
                </a:lnTo>
                <a:lnTo>
                  <a:pt x="65" y="1781"/>
                </a:lnTo>
                <a:lnTo>
                  <a:pt x="65" y="1782"/>
                </a:lnTo>
                <a:lnTo>
                  <a:pt x="65" y="1783"/>
                </a:lnTo>
                <a:lnTo>
                  <a:pt x="65" y="1785"/>
                </a:lnTo>
                <a:lnTo>
                  <a:pt x="64" y="1786"/>
                </a:lnTo>
                <a:lnTo>
                  <a:pt x="63" y="1786"/>
                </a:lnTo>
                <a:lnTo>
                  <a:pt x="62" y="1786"/>
                </a:lnTo>
                <a:lnTo>
                  <a:pt x="61" y="1786"/>
                </a:lnTo>
                <a:lnTo>
                  <a:pt x="61" y="1787"/>
                </a:lnTo>
                <a:lnTo>
                  <a:pt x="60" y="1787"/>
                </a:lnTo>
                <a:lnTo>
                  <a:pt x="59" y="1789"/>
                </a:lnTo>
                <a:lnTo>
                  <a:pt x="59" y="1790"/>
                </a:lnTo>
                <a:lnTo>
                  <a:pt x="60" y="1791"/>
                </a:lnTo>
                <a:lnTo>
                  <a:pt x="61" y="1793"/>
                </a:lnTo>
                <a:lnTo>
                  <a:pt x="61" y="1794"/>
                </a:lnTo>
                <a:lnTo>
                  <a:pt x="61" y="1795"/>
                </a:lnTo>
                <a:lnTo>
                  <a:pt x="59" y="1795"/>
                </a:lnTo>
                <a:lnTo>
                  <a:pt x="57" y="1794"/>
                </a:lnTo>
                <a:lnTo>
                  <a:pt x="56" y="1794"/>
                </a:lnTo>
                <a:lnTo>
                  <a:pt x="56" y="1795"/>
                </a:lnTo>
                <a:lnTo>
                  <a:pt x="55" y="1795"/>
                </a:lnTo>
                <a:lnTo>
                  <a:pt x="54" y="1796"/>
                </a:lnTo>
                <a:lnTo>
                  <a:pt x="53" y="1796"/>
                </a:lnTo>
                <a:lnTo>
                  <a:pt x="52" y="1797"/>
                </a:lnTo>
                <a:lnTo>
                  <a:pt x="51" y="1796"/>
                </a:lnTo>
                <a:lnTo>
                  <a:pt x="50" y="1796"/>
                </a:lnTo>
                <a:lnTo>
                  <a:pt x="50" y="1795"/>
                </a:lnTo>
                <a:lnTo>
                  <a:pt x="49" y="1795"/>
                </a:lnTo>
                <a:lnTo>
                  <a:pt x="48" y="1796"/>
                </a:lnTo>
                <a:lnTo>
                  <a:pt x="47" y="1796"/>
                </a:lnTo>
                <a:lnTo>
                  <a:pt x="46" y="1795"/>
                </a:lnTo>
                <a:lnTo>
                  <a:pt x="45" y="1795"/>
                </a:lnTo>
                <a:lnTo>
                  <a:pt x="44" y="1795"/>
                </a:lnTo>
                <a:lnTo>
                  <a:pt x="43" y="1795"/>
                </a:lnTo>
                <a:lnTo>
                  <a:pt x="43" y="1794"/>
                </a:lnTo>
                <a:lnTo>
                  <a:pt x="42" y="1793"/>
                </a:lnTo>
                <a:lnTo>
                  <a:pt x="42" y="1791"/>
                </a:lnTo>
                <a:lnTo>
                  <a:pt x="41" y="1790"/>
                </a:lnTo>
                <a:lnTo>
                  <a:pt x="40" y="1790"/>
                </a:lnTo>
                <a:lnTo>
                  <a:pt x="39" y="1790"/>
                </a:lnTo>
                <a:lnTo>
                  <a:pt x="38" y="1790"/>
                </a:lnTo>
                <a:lnTo>
                  <a:pt x="37" y="1790"/>
                </a:lnTo>
                <a:lnTo>
                  <a:pt x="35" y="1789"/>
                </a:lnTo>
                <a:lnTo>
                  <a:pt x="33" y="1788"/>
                </a:lnTo>
                <a:lnTo>
                  <a:pt x="32" y="1787"/>
                </a:lnTo>
                <a:lnTo>
                  <a:pt x="32" y="1786"/>
                </a:lnTo>
                <a:lnTo>
                  <a:pt x="32" y="1785"/>
                </a:lnTo>
                <a:lnTo>
                  <a:pt x="32" y="1784"/>
                </a:lnTo>
                <a:lnTo>
                  <a:pt x="32" y="1783"/>
                </a:lnTo>
                <a:lnTo>
                  <a:pt x="31" y="1782"/>
                </a:lnTo>
                <a:lnTo>
                  <a:pt x="31" y="1781"/>
                </a:lnTo>
                <a:lnTo>
                  <a:pt x="30" y="1780"/>
                </a:lnTo>
                <a:lnTo>
                  <a:pt x="29" y="1779"/>
                </a:lnTo>
                <a:lnTo>
                  <a:pt x="28" y="1778"/>
                </a:lnTo>
                <a:lnTo>
                  <a:pt x="28" y="1777"/>
                </a:lnTo>
                <a:lnTo>
                  <a:pt x="28" y="1775"/>
                </a:lnTo>
                <a:lnTo>
                  <a:pt x="28" y="1774"/>
                </a:lnTo>
                <a:lnTo>
                  <a:pt x="27" y="1774"/>
                </a:lnTo>
                <a:lnTo>
                  <a:pt x="26" y="1773"/>
                </a:lnTo>
                <a:lnTo>
                  <a:pt x="26" y="1772"/>
                </a:lnTo>
                <a:lnTo>
                  <a:pt x="26" y="1770"/>
                </a:lnTo>
                <a:lnTo>
                  <a:pt x="26" y="1769"/>
                </a:lnTo>
                <a:lnTo>
                  <a:pt x="26" y="1768"/>
                </a:lnTo>
                <a:lnTo>
                  <a:pt x="27" y="1768"/>
                </a:lnTo>
                <a:lnTo>
                  <a:pt x="27" y="1767"/>
                </a:lnTo>
                <a:lnTo>
                  <a:pt x="28" y="1767"/>
                </a:lnTo>
                <a:lnTo>
                  <a:pt x="27" y="1766"/>
                </a:lnTo>
                <a:lnTo>
                  <a:pt x="26" y="1765"/>
                </a:lnTo>
                <a:lnTo>
                  <a:pt x="26" y="1764"/>
                </a:lnTo>
                <a:lnTo>
                  <a:pt x="26" y="1763"/>
                </a:lnTo>
                <a:lnTo>
                  <a:pt x="25" y="1762"/>
                </a:lnTo>
                <a:lnTo>
                  <a:pt x="24" y="1761"/>
                </a:lnTo>
                <a:lnTo>
                  <a:pt x="24" y="1760"/>
                </a:lnTo>
                <a:lnTo>
                  <a:pt x="23" y="1760"/>
                </a:lnTo>
                <a:lnTo>
                  <a:pt x="23" y="1759"/>
                </a:lnTo>
                <a:lnTo>
                  <a:pt x="22" y="1758"/>
                </a:lnTo>
                <a:lnTo>
                  <a:pt x="21" y="1758"/>
                </a:lnTo>
                <a:lnTo>
                  <a:pt x="20" y="1757"/>
                </a:lnTo>
                <a:lnTo>
                  <a:pt x="20" y="1756"/>
                </a:lnTo>
                <a:lnTo>
                  <a:pt x="21" y="1755"/>
                </a:lnTo>
                <a:lnTo>
                  <a:pt x="21" y="1754"/>
                </a:lnTo>
                <a:lnTo>
                  <a:pt x="21" y="1753"/>
                </a:lnTo>
                <a:lnTo>
                  <a:pt x="21" y="1752"/>
                </a:lnTo>
                <a:lnTo>
                  <a:pt x="22" y="1752"/>
                </a:lnTo>
                <a:lnTo>
                  <a:pt x="22" y="1751"/>
                </a:lnTo>
                <a:lnTo>
                  <a:pt x="23" y="1751"/>
                </a:lnTo>
                <a:lnTo>
                  <a:pt x="23" y="1750"/>
                </a:lnTo>
                <a:lnTo>
                  <a:pt x="24" y="1749"/>
                </a:lnTo>
                <a:lnTo>
                  <a:pt x="25" y="1748"/>
                </a:lnTo>
                <a:lnTo>
                  <a:pt x="26" y="1748"/>
                </a:lnTo>
                <a:lnTo>
                  <a:pt x="27" y="1748"/>
                </a:lnTo>
                <a:lnTo>
                  <a:pt x="27" y="1747"/>
                </a:lnTo>
                <a:lnTo>
                  <a:pt x="28" y="1747"/>
                </a:lnTo>
                <a:lnTo>
                  <a:pt x="29" y="1747"/>
                </a:lnTo>
                <a:lnTo>
                  <a:pt x="29" y="1748"/>
                </a:lnTo>
                <a:lnTo>
                  <a:pt x="30" y="1748"/>
                </a:lnTo>
                <a:lnTo>
                  <a:pt x="31" y="1748"/>
                </a:lnTo>
                <a:lnTo>
                  <a:pt x="32" y="1748"/>
                </a:lnTo>
                <a:lnTo>
                  <a:pt x="32" y="1749"/>
                </a:lnTo>
                <a:lnTo>
                  <a:pt x="33" y="1750"/>
                </a:lnTo>
                <a:lnTo>
                  <a:pt x="34" y="1749"/>
                </a:lnTo>
                <a:lnTo>
                  <a:pt x="36" y="1747"/>
                </a:lnTo>
                <a:lnTo>
                  <a:pt x="36" y="1746"/>
                </a:lnTo>
                <a:lnTo>
                  <a:pt x="36" y="1745"/>
                </a:lnTo>
                <a:lnTo>
                  <a:pt x="36" y="1744"/>
                </a:lnTo>
                <a:lnTo>
                  <a:pt x="35" y="1742"/>
                </a:lnTo>
                <a:lnTo>
                  <a:pt x="35" y="1741"/>
                </a:lnTo>
                <a:lnTo>
                  <a:pt x="35" y="1739"/>
                </a:lnTo>
                <a:lnTo>
                  <a:pt x="35" y="1738"/>
                </a:lnTo>
                <a:lnTo>
                  <a:pt x="34" y="1737"/>
                </a:lnTo>
                <a:lnTo>
                  <a:pt x="33" y="1736"/>
                </a:lnTo>
                <a:lnTo>
                  <a:pt x="33" y="1735"/>
                </a:lnTo>
                <a:lnTo>
                  <a:pt x="32" y="1735"/>
                </a:lnTo>
                <a:lnTo>
                  <a:pt x="31" y="1735"/>
                </a:lnTo>
                <a:lnTo>
                  <a:pt x="30" y="1735"/>
                </a:lnTo>
                <a:lnTo>
                  <a:pt x="30" y="1736"/>
                </a:lnTo>
                <a:lnTo>
                  <a:pt x="29" y="1737"/>
                </a:lnTo>
                <a:lnTo>
                  <a:pt x="28" y="1737"/>
                </a:lnTo>
                <a:lnTo>
                  <a:pt x="27" y="1737"/>
                </a:lnTo>
                <a:lnTo>
                  <a:pt x="26" y="1737"/>
                </a:lnTo>
                <a:lnTo>
                  <a:pt x="25" y="1737"/>
                </a:lnTo>
                <a:lnTo>
                  <a:pt x="24" y="1737"/>
                </a:lnTo>
                <a:lnTo>
                  <a:pt x="24" y="1736"/>
                </a:lnTo>
                <a:lnTo>
                  <a:pt x="24" y="1735"/>
                </a:lnTo>
                <a:lnTo>
                  <a:pt x="24" y="1734"/>
                </a:lnTo>
                <a:lnTo>
                  <a:pt x="24" y="1733"/>
                </a:lnTo>
                <a:lnTo>
                  <a:pt x="23" y="1732"/>
                </a:lnTo>
                <a:lnTo>
                  <a:pt x="22" y="1731"/>
                </a:lnTo>
                <a:lnTo>
                  <a:pt x="22" y="1730"/>
                </a:lnTo>
                <a:lnTo>
                  <a:pt x="22" y="1729"/>
                </a:lnTo>
                <a:lnTo>
                  <a:pt x="22" y="1727"/>
                </a:lnTo>
                <a:lnTo>
                  <a:pt x="22" y="1726"/>
                </a:lnTo>
                <a:lnTo>
                  <a:pt x="22" y="1725"/>
                </a:lnTo>
                <a:lnTo>
                  <a:pt x="21" y="1724"/>
                </a:lnTo>
                <a:lnTo>
                  <a:pt x="20" y="1724"/>
                </a:lnTo>
                <a:lnTo>
                  <a:pt x="20" y="1723"/>
                </a:lnTo>
                <a:lnTo>
                  <a:pt x="20" y="1722"/>
                </a:lnTo>
                <a:lnTo>
                  <a:pt x="20" y="1721"/>
                </a:lnTo>
                <a:lnTo>
                  <a:pt x="19" y="1721"/>
                </a:lnTo>
                <a:lnTo>
                  <a:pt x="18" y="1722"/>
                </a:lnTo>
                <a:lnTo>
                  <a:pt x="17" y="1722"/>
                </a:lnTo>
                <a:lnTo>
                  <a:pt x="16" y="1721"/>
                </a:lnTo>
                <a:lnTo>
                  <a:pt x="16" y="1720"/>
                </a:lnTo>
                <a:lnTo>
                  <a:pt x="16" y="1719"/>
                </a:lnTo>
                <a:lnTo>
                  <a:pt x="16" y="1718"/>
                </a:lnTo>
                <a:lnTo>
                  <a:pt x="16" y="1717"/>
                </a:lnTo>
                <a:lnTo>
                  <a:pt x="15" y="1717"/>
                </a:lnTo>
                <a:lnTo>
                  <a:pt x="14" y="1716"/>
                </a:lnTo>
                <a:lnTo>
                  <a:pt x="14" y="1715"/>
                </a:lnTo>
                <a:lnTo>
                  <a:pt x="14" y="1714"/>
                </a:lnTo>
                <a:lnTo>
                  <a:pt x="14" y="1713"/>
                </a:lnTo>
                <a:lnTo>
                  <a:pt x="13" y="1713"/>
                </a:lnTo>
                <a:lnTo>
                  <a:pt x="13" y="1712"/>
                </a:lnTo>
                <a:lnTo>
                  <a:pt x="12" y="1711"/>
                </a:lnTo>
                <a:lnTo>
                  <a:pt x="11" y="1711"/>
                </a:lnTo>
                <a:lnTo>
                  <a:pt x="10" y="1711"/>
                </a:lnTo>
                <a:lnTo>
                  <a:pt x="8" y="1712"/>
                </a:lnTo>
                <a:lnTo>
                  <a:pt x="8" y="1711"/>
                </a:lnTo>
                <a:lnTo>
                  <a:pt x="7" y="1711"/>
                </a:lnTo>
                <a:lnTo>
                  <a:pt x="7" y="1710"/>
                </a:lnTo>
                <a:lnTo>
                  <a:pt x="7" y="1709"/>
                </a:lnTo>
                <a:lnTo>
                  <a:pt x="7" y="1708"/>
                </a:lnTo>
                <a:lnTo>
                  <a:pt x="6" y="1708"/>
                </a:lnTo>
                <a:lnTo>
                  <a:pt x="5" y="1708"/>
                </a:lnTo>
                <a:lnTo>
                  <a:pt x="4" y="1708"/>
                </a:lnTo>
                <a:lnTo>
                  <a:pt x="4" y="1707"/>
                </a:lnTo>
                <a:lnTo>
                  <a:pt x="5" y="1706"/>
                </a:lnTo>
                <a:lnTo>
                  <a:pt x="5" y="1705"/>
                </a:lnTo>
                <a:lnTo>
                  <a:pt x="5" y="1704"/>
                </a:lnTo>
                <a:lnTo>
                  <a:pt x="5" y="1703"/>
                </a:lnTo>
                <a:lnTo>
                  <a:pt x="4" y="1702"/>
                </a:lnTo>
                <a:lnTo>
                  <a:pt x="4" y="1701"/>
                </a:lnTo>
                <a:lnTo>
                  <a:pt x="5" y="1700"/>
                </a:lnTo>
                <a:lnTo>
                  <a:pt x="5" y="1698"/>
                </a:lnTo>
                <a:lnTo>
                  <a:pt x="3" y="1696"/>
                </a:lnTo>
                <a:lnTo>
                  <a:pt x="1" y="1695"/>
                </a:lnTo>
                <a:lnTo>
                  <a:pt x="0" y="1695"/>
                </a:lnTo>
                <a:lnTo>
                  <a:pt x="0" y="1694"/>
                </a:lnTo>
                <a:lnTo>
                  <a:pt x="2" y="1694"/>
                </a:lnTo>
                <a:lnTo>
                  <a:pt x="4" y="1693"/>
                </a:lnTo>
                <a:lnTo>
                  <a:pt x="5" y="1693"/>
                </a:lnTo>
                <a:lnTo>
                  <a:pt x="8" y="1693"/>
                </a:lnTo>
                <a:lnTo>
                  <a:pt x="9" y="1692"/>
                </a:lnTo>
                <a:lnTo>
                  <a:pt x="9" y="1690"/>
                </a:lnTo>
                <a:lnTo>
                  <a:pt x="10" y="1688"/>
                </a:lnTo>
                <a:lnTo>
                  <a:pt x="10" y="1686"/>
                </a:lnTo>
                <a:lnTo>
                  <a:pt x="11" y="1685"/>
                </a:lnTo>
                <a:lnTo>
                  <a:pt x="12" y="1684"/>
                </a:lnTo>
                <a:lnTo>
                  <a:pt x="13" y="1684"/>
                </a:lnTo>
                <a:lnTo>
                  <a:pt x="15" y="1684"/>
                </a:lnTo>
                <a:lnTo>
                  <a:pt x="16" y="1684"/>
                </a:lnTo>
                <a:lnTo>
                  <a:pt x="18" y="1684"/>
                </a:lnTo>
                <a:lnTo>
                  <a:pt x="20" y="1685"/>
                </a:lnTo>
                <a:lnTo>
                  <a:pt x="22" y="1685"/>
                </a:lnTo>
                <a:lnTo>
                  <a:pt x="26" y="1685"/>
                </a:lnTo>
                <a:lnTo>
                  <a:pt x="29" y="1684"/>
                </a:lnTo>
                <a:lnTo>
                  <a:pt x="30" y="1684"/>
                </a:lnTo>
                <a:lnTo>
                  <a:pt x="33" y="1684"/>
                </a:lnTo>
                <a:lnTo>
                  <a:pt x="34" y="1684"/>
                </a:lnTo>
                <a:lnTo>
                  <a:pt x="36" y="1683"/>
                </a:lnTo>
                <a:lnTo>
                  <a:pt x="37" y="1683"/>
                </a:lnTo>
                <a:lnTo>
                  <a:pt x="38" y="1683"/>
                </a:lnTo>
                <a:lnTo>
                  <a:pt x="38" y="1682"/>
                </a:lnTo>
                <a:lnTo>
                  <a:pt x="39" y="1681"/>
                </a:lnTo>
                <a:lnTo>
                  <a:pt x="39" y="1680"/>
                </a:lnTo>
                <a:lnTo>
                  <a:pt x="40" y="1678"/>
                </a:lnTo>
                <a:lnTo>
                  <a:pt x="41" y="1678"/>
                </a:lnTo>
                <a:lnTo>
                  <a:pt x="41" y="1677"/>
                </a:lnTo>
                <a:lnTo>
                  <a:pt x="41" y="1676"/>
                </a:lnTo>
                <a:lnTo>
                  <a:pt x="40" y="1676"/>
                </a:lnTo>
                <a:lnTo>
                  <a:pt x="40" y="1675"/>
                </a:lnTo>
                <a:lnTo>
                  <a:pt x="42" y="1674"/>
                </a:lnTo>
                <a:lnTo>
                  <a:pt x="42" y="1673"/>
                </a:lnTo>
                <a:lnTo>
                  <a:pt x="43" y="1673"/>
                </a:lnTo>
                <a:lnTo>
                  <a:pt x="44" y="1672"/>
                </a:lnTo>
                <a:lnTo>
                  <a:pt x="43" y="1671"/>
                </a:lnTo>
                <a:lnTo>
                  <a:pt x="43" y="1670"/>
                </a:lnTo>
                <a:lnTo>
                  <a:pt x="44" y="1670"/>
                </a:lnTo>
                <a:lnTo>
                  <a:pt x="45" y="1670"/>
                </a:lnTo>
                <a:lnTo>
                  <a:pt x="46" y="1669"/>
                </a:lnTo>
                <a:lnTo>
                  <a:pt x="47" y="1669"/>
                </a:lnTo>
                <a:lnTo>
                  <a:pt x="47" y="1668"/>
                </a:lnTo>
                <a:lnTo>
                  <a:pt x="47" y="1667"/>
                </a:lnTo>
                <a:lnTo>
                  <a:pt x="47" y="1666"/>
                </a:lnTo>
                <a:lnTo>
                  <a:pt x="47" y="1664"/>
                </a:lnTo>
                <a:lnTo>
                  <a:pt x="47" y="1663"/>
                </a:lnTo>
                <a:lnTo>
                  <a:pt x="47" y="1662"/>
                </a:lnTo>
                <a:lnTo>
                  <a:pt x="46" y="1661"/>
                </a:lnTo>
                <a:lnTo>
                  <a:pt x="46" y="1660"/>
                </a:lnTo>
                <a:lnTo>
                  <a:pt x="45" y="1659"/>
                </a:lnTo>
                <a:lnTo>
                  <a:pt x="45" y="1658"/>
                </a:lnTo>
                <a:lnTo>
                  <a:pt x="45" y="1657"/>
                </a:lnTo>
                <a:lnTo>
                  <a:pt x="44" y="1656"/>
                </a:lnTo>
                <a:lnTo>
                  <a:pt x="44" y="1655"/>
                </a:lnTo>
                <a:lnTo>
                  <a:pt x="43" y="1654"/>
                </a:lnTo>
                <a:lnTo>
                  <a:pt x="44" y="1654"/>
                </a:lnTo>
                <a:lnTo>
                  <a:pt x="43" y="1653"/>
                </a:lnTo>
                <a:lnTo>
                  <a:pt x="43" y="1652"/>
                </a:lnTo>
                <a:lnTo>
                  <a:pt x="43" y="1651"/>
                </a:lnTo>
                <a:lnTo>
                  <a:pt x="42" y="1651"/>
                </a:lnTo>
                <a:lnTo>
                  <a:pt x="41" y="1651"/>
                </a:lnTo>
                <a:lnTo>
                  <a:pt x="40" y="1651"/>
                </a:lnTo>
                <a:lnTo>
                  <a:pt x="39" y="1651"/>
                </a:lnTo>
                <a:lnTo>
                  <a:pt x="39" y="1650"/>
                </a:lnTo>
                <a:lnTo>
                  <a:pt x="38" y="1649"/>
                </a:lnTo>
                <a:lnTo>
                  <a:pt x="37" y="1649"/>
                </a:lnTo>
                <a:lnTo>
                  <a:pt x="37" y="1650"/>
                </a:lnTo>
                <a:lnTo>
                  <a:pt x="36" y="1650"/>
                </a:lnTo>
                <a:lnTo>
                  <a:pt x="36" y="1649"/>
                </a:lnTo>
                <a:lnTo>
                  <a:pt x="36" y="1647"/>
                </a:lnTo>
                <a:lnTo>
                  <a:pt x="36" y="1645"/>
                </a:lnTo>
                <a:lnTo>
                  <a:pt x="36" y="1644"/>
                </a:lnTo>
                <a:lnTo>
                  <a:pt x="36" y="1643"/>
                </a:lnTo>
                <a:lnTo>
                  <a:pt x="36" y="1642"/>
                </a:lnTo>
                <a:lnTo>
                  <a:pt x="37" y="1639"/>
                </a:lnTo>
                <a:lnTo>
                  <a:pt x="39" y="1639"/>
                </a:lnTo>
                <a:lnTo>
                  <a:pt x="40" y="1638"/>
                </a:lnTo>
                <a:lnTo>
                  <a:pt x="41" y="1637"/>
                </a:lnTo>
                <a:lnTo>
                  <a:pt x="42" y="1637"/>
                </a:lnTo>
                <a:lnTo>
                  <a:pt x="43" y="1636"/>
                </a:lnTo>
                <a:lnTo>
                  <a:pt x="44" y="1635"/>
                </a:lnTo>
                <a:lnTo>
                  <a:pt x="44" y="1633"/>
                </a:lnTo>
                <a:lnTo>
                  <a:pt x="43" y="1632"/>
                </a:lnTo>
                <a:lnTo>
                  <a:pt x="43" y="1631"/>
                </a:lnTo>
                <a:lnTo>
                  <a:pt x="43" y="1630"/>
                </a:lnTo>
                <a:lnTo>
                  <a:pt x="43" y="1629"/>
                </a:lnTo>
                <a:lnTo>
                  <a:pt x="44" y="1628"/>
                </a:lnTo>
                <a:lnTo>
                  <a:pt x="45" y="1627"/>
                </a:lnTo>
                <a:lnTo>
                  <a:pt x="45" y="1626"/>
                </a:lnTo>
                <a:lnTo>
                  <a:pt x="46" y="1625"/>
                </a:lnTo>
                <a:lnTo>
                  <a:pt x="47" y="1624"/>
                </a:lnTo>
                <a:lnTo>
                  <a:pt x="49" y="1622"/>
                </a:lnTo>
                <a:lnTo>
                  <a:pt x="49" y="1621"/>
                </a:lnTo>
                <a:lnTo>
                  <a:pt x="49" y="1620"/>
                </a:lnTo>
                <a:lnTo>
                  <a:pt x="50" y="1620"/>
                </a:lnTo>
                <a:lnTo>
                  <a:pt x="49" y="1619"/>
                </a:lnTo>
                <a:lnTo>
                  <a:pt x="48" y="1619"/>
                </a:lnTo>
                <a:lnTo>
                  <a:pt x="47" y="1619"/>
                </a:lnTo>
                <a:lnTo>
                  <a:pt x="46" y="1619"/>
                </a:lnTo>
                <a:lnTo>
                  <a:pt x="46" y="1618"/>
                </a:lnTo>
                <a:lnTo>
                  <a:pt x="47" y="1617"/>
                </a:lnTo>
                <a:lnTo>
                  <a:pt x="48" y="1617"/>
                </a:lnTo>
                <a:lnTo>
                  <a:pt x="51" y="1616"/>
                </a:lnTo>
                <a:lnTo>
                  <a:pt x="52" y="1615"/>
                </a:lnTo>
                <a:lnTo>
                  <a:pt x="53" y="1614"/>
                </a:lnTo>
                <a:lnTo>
                  <a:pt x="53" y="1612"/>
                </a:lnTo>
                <a:lnTo>
                  <a:pt x="54" y="1611"/>
                </a:lnTo>
                <a:lnTo>
                  <a:pt x="55" y="1610"/>
                </a:lnTo>
                <a:lnTo>
                  <a:pt x="56" y="1609"/>
                </a:lnTo>
                <a:lnTo>
                  <a:pt x="57" y="1609"/>
                </a:lnTo>
                <a:lnTo>
                  <a:pt x="58" y="1609"/>
                </a:lnTo>
                <a:lnTo>
                  <a:pt x="59" y="1610"/>
                </a:lnTo>
                <a:lnTo>
                  <a:pt x="61" y="1611"/>
                </a:lnTo>
                <a:lnTo>
                  <a:pt x="62" y="1611"/>
                </a:lnTo>
                <a:lnTo>
                  <a:pt x="63" y="1611"/>
                </a:lnTo>
                <a:lnTo>
                  <a:pt x="64" y="1610"/>
                </a:lnTo>
                <a:lnTo>
                  <a:pt x="65" y="1608"/>
                </a:lnTo>
                <a:lnTo>
                  <a:pt x="67" y="1608"/>
                </a:lnTo>
                <a:lnTo>
                  <a:pt x="69" y="1607"/>
                </a:lnTo>
                <a:lnTo>
                  <a:pt x="71" y="1607"/>
                </a:lnTo>
                <a:lnTo>
                  <a:pt x="75" y="1606"/>
                </a:lnTo>
                <a:lnTo>
                  <a:pt x="77" y="1606"/>
                </a:lnTo>
                <a:lnTo>
                  <a:pt x="79" y="1605"/>
                </a:lnTo>
                <a:lnTo>
                  <a:pt x="80" y="1605"/>
                </a:lnTo>
                <a:lnTo>
                  <a:pt x="80" y="1606"/>
                </a:lnTo>
                <a:lnTo>
                  <a:pt x="81" y="1606"/>
                </a:lnTo>
                <a:lnTo>
                  <a:pt x="81" y="1607"/>
                </a:lnTo>
                <a:lnTo>
                  <a:pt x="81" y="1608"/>
                </a:lnTo>
                <a:lnTo>
                  <a:pt x="82" y="1609"/>
                </a:lnTo>
                <a:lnTo>
                  <a:pt x="83" y="1609"/>
                </a:lnTo>
                <a:lnTo>
                  <a:pt x="84" y="1608"/>
                </a:lnTo>
                <a:lnTo>
                  <a:pt x="85" y="1608"/>
                </a:lnTo>
                <a:lnTo>
                  <a:pt x="86" y="1608"/>
                </a:lnTo>
                <a:lnTo>
                  <a:pt x="87" y="1609"/>
                </a:lnTo>
                <a:lnTo>
                  <a:pt x="88" y="1609"/>
                </a:lnTo>
                <a:lnTo>
                  <a:pt x="89" y="1610"/>
                </a:lnTo>
                <a:lnTo>
                  <a:pt x="91" y="1609"/>
                </a:lnTo>
                <a:lnTo>
                  <a:pt x="94" y="1606"/>
                </a:lnTo>
                <a:lnTo>
                  <a:pt x="96" y="1605"/>
                </a:lnTo>
                <a:lnTo>
                  <a:pt x="99" y="1604"/>
                </a:lnTo>
                <a:lnTo>
                  <a:pt x="100" y="1603"/>
                </a:lnTo>
                <a:lnTo>
                  <a:pt x="101" y="1600"/>
                </a:lnTo>
                <a:lnTo>
                  <a:pt x="104" y="1598"/>
                </a:lnTo>
                <a:lnTo>
                  <a:pt x="105" y="1597"/>
                </a:lnTo>
                <a:lnTo>
                  <a:pt x="108" y="1596"/>
                </a:lnTo>
                <a:lnTo>
                  <a:pt x="109" y="1595"/>
                </a:lnTo>
                <a:lnTo>
                  <a:pt x="110" y="1594"/>
                </a:lnTo>
                <a:lnTo>
                  <a:pt x="111" y="1592"/>
                </a:lnTo>
                <a:lnTo>
                  <a:pt x="112" y="1590"/>
                </a:lnTo>
                <a:lnTo>
                  <a:pt x="114" y="1588"/>
                </a:lnTo>
                <a:lnTo>
                  <a:pt x="116" y="1587"/>
                </a:lnTo>
                <a:lnTo>
                  <a:pt x="117" y="1587"/>
                </a:lnTo>
                <a:lnTo>
                  <a:pt x="119" y="1587"/>
                </a:lnTo>
                <a:lnTo>
                  <a:pt x="120" y="1588"/>
                </a:lnTo>
                <a:lnTo>
                  <a:pt x="121" y="1588"/>
                </a:lnTo>
                <a:lnTo>
                  <a:pt x="122" y="1588"/>
                </a:lnTo>
                <a:lnTo>
                  <a:pt x="124" y="1586"/>
                </a:lnTo>
                <a:lnTo>
                  <a:pt x="125" y="1586"/>
                </a:lnTo>
                <a:lnTo>
                  <a:pt x="125" y="1585"/>
                </a:lnTo>
                <a:lnTo>
                  <a:pt x="125" y="1584"/>
                </a:lnTo>
                <a:lnTo>
                  <a:pt x="126" y="1582"/>
                </a:lnTo>
                <a:lnTo>
                  <a:pt x="126" y="1580"/>
                </a:lnTo>
                <a:lnTo>
                  <a:pt x="126" y="1579"/>
                </a:lnTo>
                <a:lnTo>
                  <a:pt x="128" y="1579"/>
                </a:lnTo>
                <a:lnTo>
                  <a:pt x="131" y="1579"/>
                </a:lnTo>
                <a:lnTo>
                  <a:pt x="133" y="1579"/>
                </a:lnTo>
                <a:lnTo>
                  <a:pt x="135" y="1579"/>
                </a:lnTo>
                <a:lnTo>
                  <a:pt x="137" y="1579"/>
                </a:lnTo>
                <a:lnTo>
                  <a:pt x="139" y="1579"/>
                </a:lnTo>
                <a:lnTo>
                  <a:pt x="141" y="1580"/>
                </a:lnTo>
                <a:lnTo>
                  <a:pt x="143" y="1581"/>
                </a:lnTo>
                <a:lnTo>
                  <a:pt x="145" y="1581"/>
                </a:lnTo>
                <a:lnTo>
                  <a:pt x="146" y="1580"/>
                </a:lnTo>
                <a:lnTo>
                  <a:pt x="147" y="1580"/>
                </a:lnTo>
                <a:lnTo>
                  <a:pt x="148" y="1580"/>
                </a:lnTo>
                <a:lnTo>
                  <a:pt x="148" y="1579"/>
                </a:lnTo>
                <a:lnTo>
                  <a:pt x="147" y="1578"/>
                </a:lnTo>
                <a:lnTo>
                  <a:pt x="146" y="1577"/>
                </a:lnTo>
                <a:lnTo>
                  <a:pt x="145" y="1577"/>
                </a:lnTo>
                <a:lnTo>
                  <a:pt x="143" y="1575"/>
                </a:lnTo>
                <a:lnTo>
                  <a:pt x="143" y="1574"/>
                </a:lnTo>
                <a:lnTo>
                  <a:pt x="142" y="1573"/>
                </a:lnTo>
                <a:lnTo>
                  <a:pt x="141" y="1572"/>
                </a:lnTo>
                <a:lnTo>
                  <a:pt x="140" y="1571"/>
                </a:lnTo>
                <a:lnTo>
                  <a:pt x="137" y="1569"/>
                </a:lnTo>
                <a:lnTo>
                  <a:pt x="136" y="1568"/>
                </a:lnTo>
                <a:lnTo>
                  <a:pt x="136" y="1567"/>
                </a:lnTo>
                <a:lnTo>
                  <a:pt x="136" y="1566"/>
                </a:lnTo>
                <a:lnTo>
                  <a:pt x="137" y="1566"/>
                </a:lnTo>
                <a:lnTo>
                  <a:pt x="138" y="1566"/>
                </a:lnTo>
                <a:lnTo>
                  <a:pt x="138" y="1565"/>
                </a:lnTo>
                <a:lnTo>
                  <a:pt x="138" y="1564"/>
                </a:lnTo>
                <a:lnTo>
                  <a:pt x="138" y="1562"/>
                </a:lnTo>
                <a:lnTo>
                  <a:pt x="138" y="1560"/>
                </a:lnTo>
                <a:lnTo>
                  <a:pt x="139" y="1559"/>
                </a:lnTo>
                <a:lnTo>
                  <a:pt x="140" y="1559"/>
                </a:lnTo>
                <a:lnTo>
                  <a:pt x="141" y="1558"/>
                </a:lnTo>
                <a:lnTo>
                  <a:pt x="143" y="1559"/>
                </a:lnTo>
                <a:lnTo>
                  <a:pt x="145" y="1559"/>
                </a:lnTo>
                <a:lnTo>
                  <a:pt x="146" y="1560"/>
                </a:lnTo>
                <a:lnTo>
                  <a:pt x="148" y="1561"/>
                </a:lnTo>
                <a:lnTo>
                  <a:pt x="149" y="1561"/>
                </a:lnTo>
                <a:lnTo>
                  <a:pt x="150" y="1562"/>
                </a:lnTo>
                <a:lnTo>
                  <a:pt x="152" y="1564"/>
                </a:lnTo>
                <a:lnTo>
                  <a:pt x="153" y="1565"/>
                </a:lnTo>
                <a:lnTo>
                  <a:pt x="154" y="1565"/>
                </a:lnTo>
                <a:lnTo>
                  <a:pt x="155" y="1566"/>
                </a:lnTo>
                <a:lnTo>
                  <a:pt x="156" y="1566"/>
                </a:lnTo>
                <a:lnTo>
                  <a:pt x="157" y="1566"/>
                </a:lnTo>
                <a:lnTo>
                  <a:pt x="158" y="1566"/>
                </a:lnTo>
                <a:lnTo>
                  <a:pt x="159" y="1565"/>
                </a:lnTo>
                <a:lnTo>
                  <a:pt x="160" y="1565"/>
                </a:lnTo>
                <a:lnTo>
                  <a:pt x="162" y="1566"/>
                </a:lnTo>
                <a:lnTo>
                  <a:pt x="163" y="1567"/>
                </a:lnTo>
                <a:lnTo>
                  <a:pt x="165" y="1567"/>
                </a:lnTo>
                <a:lnTo>
                  <a:pt x="168" y="1568"/>
                </a:lnTo>
                <a:lnTo>
                  <a:pt x="169" y="1567"/>
                </a:lnTo>
                <a:lnTo>
                  <a:pt x="170" y="1566"/>
                </a:lnTo>
                <a:lnTo>
                  <a:pt x="171" y="1565"/>
                </a:lnTo>
                <a:lnTo>
                  <a:pt x="172" y="1565"/>
                </a:lnTo>
                <a:lnTo>
                  <a:pt x="173" y="1565"/>
                </a:lnTo>
                <a:lnTo>
                  <a:pt x="174" y="1566"/>
                </a:lnTo>
                <a:lnTo>
                  <a:pt x="175" y="1566"/>
                </a:lnTo>
                <a:lnTo>
                  <a:pt x="178" y="1567"/>
                </a:lnTo>
                <a:lnTo>
                  <a:pt x="179" y="1567"/>
                </a:lnTo>
                <a:lnTo>
                  <a:pt x="181" y="1567"/>
                </a:lnTo>
                <a:lnTo>
                  <a:pt x="183" y="1567"/>
                </a:lnTo>
                <a:lnTo>
                  <a:pt x="183" y="1565"/>
                </a:lnTo>
                <a:lnTo>
                  <a:pt x="184" y="1565"/>
                </a:lnTo>
                <a:lnTo>
                  <a:pt x="185" y="1564"/>
                </a:lnTo>
                <a:lnTo>
                  <a:pt x="186" y="1563"/>
                </a:lnTo>
                <a:lnTo>
                  <a:pt x="188" y="1563"/>
                </a:lnTo>
                <a:lnTo>
                  <a:pt x="189" y="1562"/>
                </a:lnTo>
                <a:lnTo>
                  <a:pt x="189" y="1561"/>
                </a:lnTo>
                <a:lnTo>
                  <a:pt x="190" y="1560"/>
                </a:lnTo>
                <a:lnTo>
                  <a:pt x="191" y="1559"/>
                </a:lnTo>
                <a:lnTo>
                  <a:pt x="194" y="1557"/>
                </a:lnTo>
                <a:lnTo>
                  <a:pt x="196" y="1556"/>
                </a:lnTo>
                <a:lnTo>
                  <a:pt x="197" y="1555"/>
                </a:lnTo>
                <a:lnTo>
                  <a:pt x="198" y="1555"/>
                </a:lnTo>
                <a:lnTo>
                  <a:pt x="200" y="1555"/>
                </a:lnTo>
                <a:lnTo>
                  <a:pt x="201" y="1554"/>
                </a:lnTo>
                <a:lnTo>
                  <a:pt x="203" y="1553"/>
                </a:lnTo>
                <a:lnTo>
                  <a:pt x="203" y="1552"/>
                </a:lnTo>
                <a:lnTo>
                  <a:pt x="204" y="1551"/>
                </a:lnTo>
                <a:lnTo>
                  <a:pt x="205" y="1551"/>
                </a:lnTo>
                <a:lnTo>
                  <a:pt x="206" y="1550"/>
                </a:lnTo>
                <a:lnTo>
                  <a:pt x="207" y="1549"/>
                </a:lnTo>
                <a:lnTo>
                  <a:pt x="207" y="1548"/>
                </a:lnTo>
                <a:lnTo>
                  <a:pt x="210" y="1547"/>
                </a:lnTo>
                <a:lnTo>
                  <a:pt x="212" y="1545"/>
                </a:lnTo>
                <a:lnTo>
                  <a:pt x="214" y="1543"/>
                </a:lnTo>
                <a:lnTo>
                  <a:pt x="216" y="1543"/>
                </a:lnTo>
                <a:lnTo>
                  <a:pt x="217" y="1542"/>
                </a:lnTo>
                <a:lnTo>
                  <a:pt x="218" y="1542"/>
                </a:lnTo>
                <a:lnTo>
                  <a:pt x="220" y="1542"/>
                </a:lnTo>
                <a:lnTo>
                  <a:pt x="221" y="1542"/>
                </a:lnTo>
                <a:lnTo>
                  <a:pt x="221" y="1543"/>
                </a:lnTo>
                <a:lnTo>
                  <a:pt x="222" y="1543"/>
                </a:lnTo>
                <a:lnTo>
                  <a:pt x="222" y="1544"/>
                </a:lnTo>
                <a:lnTo>
                  <a:pt x="223" y="1545"/>
                </a:lnTo>
                <a:lnTo>
                  <a:pt x="224" y="1545"/>
                </a:lnTo>
                <a:lnTo>
                  <a:pt x="224" y="1546"/>
                </a:lnTo>
                <a:lnTo>
                  <a:pt x="224" y="1547"/>
                </a:lnTo>
                <a:lnTo>
                  <a:pt x="223" y="1547"/>
                </a:lnTo>
                <a:lnTo>
                  <a:pt x="223" y="1548"/>
                </a:lnTo>
                <a:lnTo>
                  <a:pt x="223" y="1549"/>
                </a:lnTo>
                <a:lnTo>
                  <a:pt x="223" y="1551"/>
                </a:lnTo>
                <a:lnTo>
                  <a:pt x="223" y="1554"/>
                </a:lnTo>
                <a:lnTo>
                  <a:pt x="224" y="1555"/>
                </a:lnTo>
                <a:lnTo>
                  <a:pt x="225" y="1557"/>
                </a:lnTo>
                <a:lnTo>
                  <a:pt x="225" y="1558"/>
                </a:lnTo>
                <a:lnTo>
                  <a:pt x="226" y="1559"/>
                </a:lnTo>
                <a:lnTo>
                  <a:pt x="227" y="1560"/>
                </a:lnTo>
                <a:lnTo>
                  <a:pt x="227" y="1561"/>
                </a:lnTo>
                <a:lnTo>
                  <a:pt x="228" y="1561"/>
                </a:lnTo>
                <a:lnTo>
                  <a:pt x="230" y="1561"/>
                </a:lnTo>
                <a:lnTo>
                  <a:pt x="231" y="1562"/>
                </a:lnTo>
                <a:lnTo>
                  <a:pt x="232" y="1562"/>
                </a:lnTo>
                <a:lnTo>
                  <a:pt x="233" y="1563"/>
                </a:lnTo>
                <a:lnTo>
                  <a:pt x="234" y="1563"/>
                </a:lnTo>
                <a:lnTo>
                  <a:pt x="234" y="1564"/>
                </a:lnTo>
                <a:lnTo>
                  <a:pt x="234" y="1565"/>
                </a:lnTo>
                <a:lnTo>
                  <a:pt x="233" y="1566"/>
                </a:lnTo>
                <a:lnTo>
                  <a:pt x="233" y="1567"/>
                </a:lnTo>
                <a:lnTo>
                  <a:pt x="233" y="1568"/>
                </a:lnTo>
                <a:lnTo>
                  <a:pt x="232" y="1569"/>
                </a:lnTo>
                <a:lnTo>
                  <a:pt x="231" y="1569"/>
                </a:lnTo>
                <a:lnTo>
                  <a:pt x="230" y="1570"/>
                </a:lnTo>
                <a:lnTo>
                  <a:pt x="229" y="1571"/>
                </a:lnTo>
                <a:lnTo>
                  <a:pt x="229" y="1572"/>
                </a:lnTo>
                <a:lnTo>
                  <a:pt x="229" y="1573"/>
                </a:lnTo>
                <a:lnTo>
                  <a:pt x="228" y="1573"/>
                </a:lnTo>
                <a:lnTo>
                  <a:pt x="228" y="1575"/>
                </a:lnTo>
                <a:lnTo>
                  <a:pt x="228" y="1576"/>
                </a:lnTo>
                <a:lnTo>
                  <a:pt x="228" y="1577"/>
                </a:lnTo>
                <a:lnTo>
                  <a:pt x="228" y="1578"/>
                </a:lnTo>
                <a:lnTo>
                  <a:pt x="229" y="1579"/>
                </a:lnTo>
                <a:lnTo>
                  <a:pt x="230" y="1579"/>
                </a:lnTo>
                <a:lnTo>
                  <a:pt x="230" y="1580"/>
                </a:lnTo>
                <a:lnTo>
                  <a:pt x="231" y="1582"/>
                </a:lnTo>
                <a:lnTo>
                  <a:pt x="231" y="1583"/>
                </a:lnTo>
                <a:lnTo>
                  <a:pt x="232" y="1583"/>
                </a:lnTo>
                <a:lnTo>
                  <a:pt x="231" y="1584"/>
                </a:lnTo>
                <a:lnTo>
                  <a:pt x="231" y="1585"/>
                </a:lnTo>
                <a:lnTo>
                  <a:pt x="231" y="1586"/>
                </a:lnTo>
                <a:lnTo>
                  <a:pt x="231" y="1587"/>
                </a:lnTo>
                <a:lnTo>
                  <a:pt x="232" y="1587"/>
                </a:lnTo>
                <a:lnTo>
                  <a:pt x="233" y="1587"/>
                </a:lnTo>
                <a:lnTo>
                  <a:pt x="234" y="1586"/>
                </a:lnTo>
                <a:lnTo>
                  <a:pt x="235" y="1585"/>
                </a:lnTo>
                <a:lnTo>
                  <a:pt x="236" y="1585"/>
                </a:lnTo>
                <a:lnTo>
                  <a:pt x="237" y="1585"/>
                </a:lnTo>
                <a:lnTo>
                  <a:pt x="238" y="1584"/>
                </a:lnTo>
                <a:lnTo>
                  <a:pt x="239" y="1585"/>
                </a:lnTo>
                <a:lnTo>
                  <a:pt x="240" y="1585"/>
                </a:lnTo>
                <a:lnTo>
                  <a:pt x="241" y="1584"/>
                </a:lnTo>
                <a:lnTo>
                  <a:pt x="243" y="1582"/>
                </a:lnTo>
                <a:lnTo>
                  <a:pt x="244" y="1582"/>
                </a:lnTo>
                <a:lnTo>
                  <a:pt x="244" y="1581"/>
                </a:lnTo>
                <a:lnTo>
                  <a:pt x="245" y="1581"/>
                </a:lnTo>
                <a:lnTo>
                  <a:pt x="245" y="1582"/>
                </a:lnTo>
                <a:lnTo>
                  <a:pt x="246" y="1583"/>
                </a:lnTo>
                <a:lnTo>
                  <a:pt x="248" y="1583"/>
                </a:lnTo>
                <a:lnTo>
                  <a:pt x="249" y="1583"/>
                </a:lnTo>
                <a:lnTo>
                  <a:pt x="250" y="1584"/>
                </a:lnTo>
                <a:lnTo>
                  <a:pt x="251" y="1584"/>
                </a:lnTo>
                <a:lnTo>
                  <a:pt x="252" y="1584"/>
                </a:lnTo>
                <a:lnTo>
                  <a:pt x="253" y="1584"/>
                </a:lnTo>
                <a:lnTo>
                  <a:pt x="254" y="1585"/>
                </a:lnTo>
                <a:lnTo>
                  <a:pt x="255" y="1585"/>
                </a:lnTo>
                <a:lnTo>
                  <a:pt x="255" y="1584"/>
                </a:lnTo>
                <a:lnTo>
                  <a:pt x="255" y="1583"/>
                </a:lnTo>
                <a:lnTo>
                  <a:pt x="255" y="1582"/>
                </a:lnTo>
                <a:lnTo>
                  <a:pt x="255" y="1581"/>
                </a:lnTo>
                <a:lnTo>
                  <a:pt x="256" y="1580"/>
                </a:lnTo>
                <a:lnTo>
                  <a:pt x="257" y="1579"/>
                </a:lnTo>
                <a:lnTo>
                  <a:pt x="258" y="1578"/>
                </a:lnTo>
                <a:lnTo>
                  <a:pt x="258" y="1576"/>
                </a:lnTo>
                <a:lnTo>
                  <a:pt x="260" y="1575"/>
                </a:lnTo>
                <a:lnTo>
                  <a:pt x="262" y="1575"/>
                </a:lnTo>
                <a:lnTo>
                  <a:pt x="262" y="1576"/>
                </a:lnTo>
                <a:lnTo>
                  <a:pt x="264" y="1577"/>
                </a:lnTo>
                <a:lnTo>
                  <a:pt x="265" y="1578"/>
                </a:lnTo>
                <a:lnTo>
                  <a:pt x="267" y="1578"/>
                </a:lnTo>
                <a:lnTo>
                  <a:pt x="268" y="1578"/>
                </a:lnTo>
                <a:lnTo>
                  <a:pt x="268" y="1577"/>
                </a:lnTo>
                <a:lnTo>
                  <a:pt x="267" y="1576"/>
                </a:lnTo>
                <a:lnTo>
                  <a:pt x="267" y="1575"/>
                </a:lnTo>
                <a:lnTo>
                  <a:pt x="267" y="1574"/>
                </a:lnTo>
                <a:lnTo>
                  <a:pt x="268" y="1574"/>
                </a:lnTo>
                <a:lnTo>
                  <a:pt x="269" y="1574"/>
                </a:lnTo>
                <a:lnTo>
                  <a:pt x="270" y="1573"/>
                </a:lnTo>
                <a:lnTo>
                  <a:pt x="271" y="1573"/>
                </a:lnTo>
                <a:lnTo>
                  <a:pt x="272" y="1573"/>
                </a:lnTo>
                <a:lnTo>
                  <a:pt x="273" y="1574"/>
                </a:lnTo>
                <a:lnTo>
                  <a:pt x="274" y="1573"/>
                </a:lnTo>
                <a:lnTo>
                  <a:pt x="275" y="1573"/>
                </a:lnTo>
                <a:lnTo>
                  <a:pt x="277" y="1573"/>
                </a:lnTo>
                <a:lnTo>
                  <a:pt x="278" y="1574"/>
                </a:lnTo>
                <a:lnTo>
                  <a:pt x="280" y="1575"/>
                </a:lnTo>
                <a:lnTo>
                  <a:pt x="281" y="1575"/>
                </a:lnTo>
                <a:lnTo>
                  <a:pt x="283" y="1574"/>
                </a:lnTo>
                <a:lnTo>
                  <a:pt x="285" y="1573"/>
                </a:lnTo>
                <a:lnTo>
                  <a:pt x="286" y="1572"/>
                </a:lnTo>
                <a:lnTo>
                  <a:pt x="287" y="1571"/>
                </a:lnTo>
                <a:lnTo>
                  <a:pt x="289" y="1570"/>
                </a:lnTo>
                <a:lnTo>
                  <a:pt x="290" y="1569"/>
                </a:lnTo>
                <a:lnTo>
                  <a:pt x="291" y="1569"/>
                </a:lnTo>
                <a:lnTo>
                  <a:pt x="292" y="1568"/>
                </a:lnTo>
                <a:lnTo>
                  <a:pt x="292" y="1569"/>
                </a:lnTo>
                <a:lnTo>
                  <a:pt x="293" y="1569"/>
                </a:lnTo>
                <a:lnTo>
                  <a:pt x="292" y="1570"/>
                </a:lnTo>
                <a:lnTo>
                  <a:pt x="292" y="1571"/>
                </a:lnTo>
                <a:lnTo>
                  <a:pt x="293" y="1572"/>
                </a:lnTo>
                <a:lnTo>
                  <a:pt x="294" y="1572"/>
                </a:lnTo>
                <a:lnTo>
                  <a:pt x="295" y="1572"/>
                </a:lnTo>
                <a:lnTo>
                  <a:pt x="296" y="1573"/>
                </a:lnTo>
                <a:lnTo>
                  <a:pt x="296" y="1574"/>
                </a:lnTo>
                <a:lnTo>
                  <a:pt x="297" y="1574"/>
                </a:lnTo>
                <a:lnTo>
                  <a:pt x="297" y="1576"/>
                </a:lnTo>
                <a:lnTo>
                  <a:pt x="297" y="1577"/>
                </a:lnTo>
                <a:lnTo>
                  <a:pt x="297" y="1578"/>
                </a:lnTo>
                <a:lnTo>
                  <a:pt x="297" y="1579"/>
                </a:lnTo>
                <a:lnTo>
                  <a:pt x="298" y="1580"/>
                </a:lnTo>
                <a:lnTo>
                  <a:pt x="299" y="1579"/>
                </a:lnTo>
                <a:lnTo>
                  <a:pt x="299" y="1578"/>
                </a:lnTo>
                <a:lnTo>
                  <a:pt x="299" y="1577"/>
                </a:lnTo>
                <a:lnTo>
                  <a:pt x="300" y="1577"/>
                </a:lnTo>
                <a:lnTo>
                  <a:pt x="300" y="1576"/>
                </a:lnTo>
                <a:lnTo>
                  <a:pt x="301" y="1575"/>
                </a:lnTo>
                <a:lnTo>
                  <a:pt x="302" y="1574"/>
                </a:lnTo>
                <a:lnTo>
                  <a:pt x="303" y="1574"/>
                </a:lnTo>
                <a:lnTo>
                  <a:pt x="303" y="1575"/>
                </a:lnTo>
                <a:lnTo>
                  <a:pt x="304" y="1576"/>
                </a:lnTo>
                <a:lnTo>
                  <a:pt x="304" y="1575"/>
                </a:lnTo>
                <a:lnTo>
                  <a:pt x="305" y="1575"/>
                </a:lnTo>
                <a:lnTo>
                  <a:pt x="306" y="1574"/>
                </a:lnTo>
                <a:lnTo>
                  <a:pt x="308" y="1574"/>
                </a:lnTo>
                <a:lnTo>
                  <a:pt x="309" y="1574"/>
                </a:lnTo>
                <a:lnTo>
                  <a:pt x="309" y="1573"/>
                </a:lnTo>
                <a:lnTo>
                  <a:pt x="311" y="1572"/>
                </a:lnTo>
                <a:lnTo>
                  <a:pt x="311" y="1571"/>
                </a:lnTo>
                <a:lnTo>
                  <a:pt x="312" y="1570"/>
                </a:lnTo>
                <a:lnTo>
                  <a:pt x="314" y="1569"/>
                </a:lnTo>
                <a:lnTo>
                  <a:pt x="315" y="1569"/>
                </a:lnTo>
                <a:lnTo>
                  <a:pt x="316" y="1569"/>
                </a:lnTo>
                <a:lnTo>
                  <a:pt x="316" y="1568"/>
                </a:lnTo>
                <a:lnTo>
                  <a:pt x="316" y="1567"/>
                </a:lnTo>
                <a:lnTo>
                  <a:pt x="318" y="1566"/>
                </a:lnTo>
                <a:lnTo>
                  <a:pt x="319" y="1565"/>
                </a:lnTo>
                <a:lnTo>
                  <a:pt x="320" y="1564"/>
                </a:lnTo>
                <a:lnTo>
                  <a:pt x="320" y="1562"/>
                </a:lnTo>
                <a:lnTo>
                  <a:pt x="319" y="1560"/>
                </a:lnTo>
                <a:lnTo>
                  <a:pt x="319" y="1559"/>
                </a:lnTo>
                <a:lnTo>
                  <a:pt x="320" y="1557"/>
                </a:lnTo>
                <a:lnTo>
                  <a:pt x="321" y="1556"/>
                </a:lnTo>
                <a:lnTo>
                  <a:pt x="323" y="1553"/>
                </a:lnTo>
                <a:lnTo>
                  <a:pt x="324" y="1553"/>
                </a:lnTo>
                <a:lnTo>
                  <a:pt x="326" y="1551"/>
                </a:lnTo>
                <a:lnTo>
                  <a:pt x="326" y="1549"/>
                </a:lnTo>
                <a:lnTo>
                  <a:pt x="327" y="1549"/>
                </a:lnTo>
                <a:lnTo>
                  <a:pt x="328" y="1548"/>
                </a:lnTo>
                <a:lnTo>
                  <a:pt x="329" y="1547"/>
                </a:lnTo>
                <a:lnTo>
                  <a:pt x="330" y="1547"/>
                </a:lnTo>
                <a:lnTo>
                  <a:pt x="332" y="1546"/>
                </a:lnTo>
                <a:lnTo>
                  <a:pt x="332" y="1545"/>
                </a:lnTo>
                <a:lnTo>
                  <a:pt x="331" y="1544"/>
                </a:lnTo>
                <a:lnTo>
                  <a:pt x="331" y="1543"/>
                </a:lnTo>
                <a:lnTo>
                  <a:pt x="331" y="1542"/>
                </a:lnTo>
                <a:lnTo>
                  <a:pt x="332" y="1542"/>
                </a:lnTo>
                <a:lnTo>
                  <a:pt x="332" y="1541"/>
                </a:lnTo>
                <a:lnTo>
                  <a:pt x="332" y="1540"/>
                </a:lnTo>
                <a:lnTo>
                  <a:pt x="332" y="1539"/>
                </a:lnTo>
                <a:lnTo>
                  <a:pt x="333" y="1538"/>
                </a:lnTo>
                <a:lnTo>
                  <a:pt x="333" y="1536"/>
                </a:lnTo>
                <a:lnTo>
                  <a:pt x="332" y="1535"/>
                </a:lnTo>
                <a:lnTo>
                  <a:pt x="331" y="1534"/>
                </a:lnTo>
                <a:lnTo>
                  <a:pt x="331" y="1533"/>
                </a:lnTo>
                <a:lnTo>
                  <a:pt x="330" y="1532"/>
                </a:lnTo>
                <a:lnTo>
                  <a:pt x="330" y="1530"/>
                </a:lnTo>
                <a:lnTo>
                  <a:pt x="331" y="1530"/>
                </a:lnTo>
                <a:lnTo>
                  <a:pt x="331" y="1529"/>
                </a:lnTo>
                <a:lnTo>
                  <a:pt x="332" y="1529"/>
                </a:lnTo>
                <a:lnTo>
                  <a:pt x="332" y="1528"/>
                </a:lnTo>
                <a:lnTo>
                  <a:pt x="333" y="1527"/>
                </a:lnTo>
                <a:lnTo>
                  <a:pt x="334" y="1527"/>
                </a:lnTo>
                <a:lnTo>
                  <a:pt x="335" y="1527"/>
                </a:lnTo>
                <a:lnTo>
                  <a:pt x="336" y="1527"/>
                </a:lnTo>
                <a:lnTo>
                  <a:pt x="337" y="1526"/>
                </a:lnTo>
                <a:lnTo>
                  <a:pt x="337" y="1525"/>
                </a:lnTo>
                <a:lnTo>
                  <a:pt x="338" y="1525"/>
                </a:lnTo>
                <a:lnTo>
                  <a:pt x="338" y="1524"/>
                </a:lnTo>
                <a:lnTo>
                  <a:pt x="338" y="1523"/>
                </a:lnTo>
                <a:lnTo>
                  <a:pt x="339" y="1523"/>
                </a:lnTo>
                <a:lnTo>
                  <a:pt x="339" y="1522"/>
                </a:lnTo>
                <a:lnTo>
                  <a:pt x="338" y="1521"/>
                </a:lnTo>
                <a:lnTo>
                  <a:pt x="338" y="1520"/>
                </a:lnTo>
                <a:lnTo>
                  <a:pt x="339" y="1520"/>
                </a:lnTo>
                <a:lnTo>
                  <a:pt x="340" y="1519"/>
                </a:lnTo>
                <a:lnTo>
                  <a:pt x="339" y="1519"/>
                </a:lnTo>
                <a:lnTo>
                  <a:pt x="339" y="1518"/>
                </a:lnTo>
                <a:lnTo>
                  <a:pt x="340" y="1517"/>
                </a:lnTo>
                <a:lnTo>
                  <a:pt x="340" y="1516"/>
                </a:lnTo>
                <a:lnTo>
                  <a:pt x="340" y="1513"/>
                </a:lnTo>
                <a:lnTo>
                  <a:pt x="340" y="1512"/>
                </a:lnTo>
                <a:lnTo>
                  <a:pt x="340" y="1511"/>
                </a:lnTo>
                <a:lnTo>
                  <a:pt x="341" y="1510"/>
                </a:lnTo>
                <a:lnTo>
                  <a:pt x="342" y="1509"/>
                </a:lnTo>
                <a:lnTo>
                  <a:pt x="342" y="1508"/>
                </a:lnTo>
                <a:lnTo>
                  <a:pt x="342" y="1507"/>
                </a:lnTo>
                <a:lnTo>
                  <a:pt x="343" y="1506"/>
                </a:lnTo>
                <a:lnTo>
                  <a:pt x="345" y="1506"/>
                </a:lnTo>
                <a:lnTo>
                  <a:pt x="346" y="1506"/>
                </a:lnTo>
                <a:lnTo>
                  <a:pt x="347" y="1505"/>
                </a:lnTo>
                <a:lnTo>
                  <a:pt x="348" y="1504"/>
                </a:lnTo>
                <a:lnTo>
                  <a:pt x="349" y="1504"/>
                </a:lnTo>
                <a:lnTo>
                  <a:pt x="350" y="1504"/>
                </a:lnTo>
                <a:lnTo>
                  <a:pt x="351" y="1504"/>
                </a:lnTo>
                <a:lnTo>
                  <a:pt x="352" y="1504"/>
                </a:lnTo>
                <a:lnTo>
                  <a:pt x="352" y="1503"/>
                </a:lnTo>
                <a:lnTo>
                  <a:pt x="352" y="1502"/>
                </a:lnTo>
                <a:lnTo>
                  <a:pt x="353" y="1501"/>
                </a:lnTo>
                <a:lnTo>
                  <a:pt x="353" y="1500"/>
                </a:lnTo>
                <a:lnTo>
                  <a:pt x="354" y="1499"/>
                </a:lnTo>
                <a:lnTo>
                  <a:pt x="354" y="1498"/>
                </a:lnTo>
                <a:lnTo>
                  <a:pt x="355" y="1498"/>
                </a:lnTo>
                <a:lnTo>
                  <a:pt x="356" y="1498"/>
                </a:lnTo>
                <a:lnTo>
                  <a:pt x="357" y="1499"/>
                </a:lnTo>
                <a:lnTo>
                  <a:pt x="358" y="1499"/>
                </a:lnTo>
                <a:lnTo>
                  <a:pt x="359" y="1498"/>
                </a:lnTo>
                <a:lnTo>
                  <a:pt x="361" y="1498"/>
                </a:lnTo>
                <a:lnTo>
                  <a:pt x="363" y="1497"/>
                </a:lnTo>
                <a:lnTo>
                  <a:pt x="363" y="1496"/>
                </a:lnTo>
                <a:lnTo>
                  <a:pt x="364" y="1495"/>
                </a:lnTo>
                <a:lnTo>
                  <a:pt x="365" y="1494"/>
                </a:lnTo>
                <a:lnTo>
                  <a:pt x="366" y="1493"/>
                </a:lnTo>
                <a:lnTo>
                  <a:pt x="367" y="1493"/>
                </a:lnTo>
                <a:lnTo>
                  <a:pt x="368" y="1492"/>
                </a:lnTo>
                <a:lnTo>
                  <a:pt x="368" y="1493"/>
                </a:lnTo>
                <a:lnTo>
                  <a:pt x="369" y="1493"/>
                </a:lnTo>
                <a:lnTo>
                  <a:pt x="369" y="1494"/>
                </a:lnTo>
                <a:lnTo>
                  <a:pt x="369" y="1495"/>
                </a:lnTo>
                <a:lnTo>
                  <a:pt x="370" y="1495"/>
                </a:lnTo>
                <a:lnTo>
                  <a:pt x="371" y="1494"/>
                </a:lnTo>
                <a:lnTo>
                  <a:pt x="373" y="1494"/>
                </a:lnTo>
                <a:lnTo>
                  <a:pt x="376" y="1494"/>
                </a:lnTo>
                <a:lnTo>
                  <a:pt x="377" y="1494"/>
                </a:lnTo>
                <a:lnTo>
                  <a:pt x="378" y="1494"/>
                </a:lnTo>
                <a:lnTo>
                  <a:pt x="379" y="1495"/>
                </a:lnTo>
                <a:lnTo>
                  <a:pt x="379" y="1496"/>
                </a:lnTo>
                <a:lnTo>
                  <a:pt x="379" y="1497"/>
                </a:lnTo>
                <a:lnTo>
                  <a:pt x="380" y="1497"/>
                </a:lnTo>
                <a:lnTo>
                  <a:pt x="380" y="1498"/>
                </a:lnTo>
                <a:lnTo>
                  <a:pt x="381" y="1498"/>
                </a:lnTo>
                <a:lnTo>
                  <a:pt x="382" y="1498"/>
                </a:lnTo>
                <a:lnTo>
                  <a:pt x="383" y="1498"/>
                </a:lnTo>
                <a:lnTo>
                  <a:pt x="384" y="1499"/>
                </a:lnTo>
                <a:lnTo>
                  <a:pt x="385" y="1500"/>
                </a:lnTo>
                <a:lnTo>
                  <a:pt x="386" y="1500"/>
                </a:lnTo>
                <a:lnTo>
                  <a:pt x="387" y="1500"/>
                </a:lnTo>
                <a:lnTo>
                  <a:pt x="388" y="1499"/>
                </a:lnTo>
                <a:lnTo>
                  <a:pt x="390" y="1499"/>
                </a:lnTo>
                <a:lnTo>
                  <a:pt x="390" y="1498"/>
                </a:lnTo>
                <a:lnTo>
                  <a:pt x="391" y="1498"/>
                </a:lnTo>
                <a:lnTo>
                  <a:pt x="392" y="1498"/>
                </a:lnTo>
                <a:lnTo>
                  <a:pt x="393" y="1498"/>
                </a:lnTo>
                <a:lnTo>
                  <a:pt x="394" y="1498"/>
                </a:lnTo>
                <a:lnTo>
                  <a:pt x="394" y="1499"/>
                </a:lnTo>
                <a:lnTo>
                  <a:pt x="395" y="1499"/>
                </a:lnTo>
                <a:lnTo>
                  <a:pt x="396" y="1499"/>
                </a:lnTo>
                <a:lnTo>
                  <a:pt x="396" y="1500"/>
                </a:lnTo>
                <a:lnTo>
                  <a:pt x="396" y="1501"/>
                </a:lnTo>
                <a:lnTo>
                  <a:pt x="397" y="1501"/>
                </a:lnTo>
                <a:lnTo>
                  <a:pt x="398" y="1501"/>
                </a:lnTo>
                <a:lnTo>
                  <a:pt x="400" y="1500"/>
                </a:lnTo>
                <a:lnTo>
                  <a:pt x="401" y="1499"/>
                </a:lnTo>
                <a:lnTo>
                  <a:pt x="402" y="1498"/>
                </a:lnTo>
                <a:lnTo>
                  <a:pt x="404" y="1498"/>
                </a:lnTo>
                <a:lnTo>
                  <a:pt x="405" y="1497"/>
                </a:lnTo>
                <a:lnTo>
                  <a:pt x="406" y="1496"/>
                </a:lnTo>
                <a:lnTo>
                  <a:pt x="407" y="1497"/>
                </a:lnTo>
                <a:lnTo>
                  <a:pt x="408" y="1497"/>
                </a:lnTo>
                <a:lnTo>
                  <a:pt x="409" y="1498"/>
                </a:lnTo>
                <a:lnTo>
                  <a:pt x="410" y="1497"/>
                </a:lnTo>
                <a:lnTo>
                  <a:pt x="411" y="1497"/>
                </a:lnTo>
                <a:lnTo>
                  <a:pt x="412" y="1498"/>
                </a:lnTo>
                <a:lnTo>
                  <a:pt x="413" y="1498"/>
                </a:lnTo>
                <a:lnTo>
                  <a:pt x="414" y="1499"/>
                </a:lnTo>
                <a:lnTo>
                  <a:pt x="415" y="1499"/>
                </a:lnTo>
                <a:lnTo>
                  <a:pt x="416" y="1498"/>
                </a:lnTo>
                <a:lnTo>
                  <a:pt x="417" y="1498"/>
                </a:lnTo>
                <a:lnTo>
                  <a:pt x="417" y="1499"/>
                </a:lnTo>
                <a:lnTo>
                  <a:pt x="417" y="1500"/>
                </a:lnTo>
                <a:lnTo>
                  <a:pt x="417" y="1501"/>
                </a:lnTo>
                <a:lnTo>
                  <a:pt x="418" y="1502"/>
                </a:lnTo>
                <a:lnTo>
                  <a:pt x="419" y="1502"/>
                </a:lnTo>
                <a:lnTo>
                  <a:pt x="421" y="1501"/>
                </a:lnTo>
                <a:lnTo>
                  <a:pt x="423" y="1501"/>
                </a:lnTo>
                <a:lnTo>
                  <a:pt x="424" y="1501"/>
                </a:lnTo>
                <a:lnTo>
                  <a:pt x="425" y="1501"/>
                </a:lnTo>
                <a:lnTo>
                  <a:pt x="427" y="1501"/>
                </a:lnTo>
                <a:lnTo>
                  <a:pt x="429" y="1501"/>
                </a:lnTo>
                <a:lnTo>
                  <a:pt x="430" y="1501"/>
                </a:lnTo>
                <a:lnTo>
                  <a:pt x="431" y="1501"/>
                </a:lnTo>
                <a:lnTo>
                  <a:pt x="432" y="1500"/>
                </a:lnTo>
                <a:lnTo>
                  <a:pt x="433" y="1500"/>
                </a:lnTo>
                <a:lnTo>
                  <a:pt x="435" y="1500"/>
                </a:lnTo>
                <a:lnTo>
                  <a:pt x="436" y="1499"/>
                </a:lnTo>
                <a:lnTo>
                  <a:pt x="437" y="1499"/>
                </a:lnTo>
                <a:lnTo>
                  <a:pt x="437" y="1500"/>
                </a:lnTo>
                <a:lnTo>
                  <a:pt x="439" y="1500"/>
                </a:lnTo>
                <a:lnTo>
                  <a:pt x="441" y="1500"/>
                </a:lnTo>
                <a:lnTo>
                  <a:pt x="442" y="1499"/>
                </a:lnTo>
                <a:lnTo>
                  <a:pt x="443" y="1499"/>
                </a:lnTo>
                <a:lnTo>
                  <a:pt x="444" y="1499"/>
                </a:lnTo>
                <a:lnTo>
                  <a:pt x="445" y="1498"/>
                </a:lnTo>
                <a:lnTo>
                  <a:pt x="445" y="1497"/>
                </a:lnTo>
                <a:lnTo>
                  <a:pt x="447" y="1498"/>
                </a:lnTo>
                <a:lnTo>
                  <a:pt x="448" y="1499"/>
                </a:lnTo>
                <a:lnTo>
                  <a:pt x="449" y="1499"/>
                </a:lnTo>
                <a:lnTo>
                  <a:pt x="449" y="1498"/>
                </a:lnTo>
                <a:lnTo>
                  <a:pt x="450" y="1497"/>
                </a:lnTo>
                <a:lnTo>
                  <a:pt x="450" y="1496"/>
                </a:lnTo>
                <a:lnTo>
                  <a:pt x="451" y="1496"/>
                </a:lnTo>
                <a:lnTo>
                  <a:pt x="451" y="1495"/>
                </a:lnTo>
                <a:lnTo>
                  <a:pt x="452" y="1495"/>
                </a:lnTo>
                <a:lnTo>
                  <a:pt x="453" y="1496"/>
                </a:lnTo>
                <a:lnTo>
                  <a:pt x="454" y="1495"/>
                </a:lnTo>
                <a:lnTo>
                  <a:pt x="455" y="1495"/>
                </a:lnTo>
                <a:lnTo>
                  <a:pt x="454" y="1494"/>
                </a:lnTo>
                <a:lnTo>
                  <a:pt x="454" y="1493"/>
                </a:lnTo>
                <a:lnTo>
                  <a:pt x="453" y="1492"/>
                </a:lnTo>
                <a:lnTo>
                  <a:pt x="453" y="1491"/>
                </a:lnTo>
                <a:lnTo>
                  <a:pt x="452" y="1490"/>
                </a:lnTo>
                <a:lnTo>
                  <a:pt x="452" y="1489"/>
                </a:lnTo>
                <a:lnTo>
                  <a:pt x="452" y="1488"/>
                </a:lnTo>
                <a:lnTo>
                  <a:pt x="453" y="1487"/>
                </a:lnTo>
                <a:lnTo>
                  <a:pt x="453" y="1486"/>
                </a:lnTo>
                <a:lnTo>
                  <a:pt x="453" y="1485"/>
                </a:lnTo>
                <a:lnTo>
                  <a:pt x="454" y="1485"/>
                </a:lnTo>
                <a:lnTo>
                  <a:pt x="454" y="1484"/>
                </a:lnTo>
                <a:lnTo>
                  <a:pt x="455" y="1483"/>
                </a:lnTo>
                <a:lnTo>
                  <a:pt x="456" y="1483"/>
                </a:lnTo>
                <a:lnTo>
                  <a:pt x="457" y="1483"/>
                </a:lnTo>
                <a:lnTo>
                  <a:pt x="458" y="1482"/>
                </a:lnTo>
                <a:lnTo>
                  <a:pt x="460" y="1481"/>
                </a:lnTo>
                <a:lnTo>
                  <a:pt x="461" y="1480"/>
                </a:lnTo>
                <a:lnTo>
                  <a:pt x="462" y="1480"/>
                </a:lnTo>
                <a:lnTo>
                  <a:pt x="462" y="1479"/>
                </a:lnTo>
                <a:lnTo>
                  <a:pt x="463" y="1479"/>
                </a:lnTo>
                <a:lnTo>
                  <a:pt x="464" y="1479"/>
                </a:lnTo>
                <a:lnTo>
                  <a:pt x="465" y="1479"/>
                </a:lnTo>
                <a:lnTo>
                  <a:pt x="468" y="1478"/>
                </a:lnTo>
                <a:lnTo>
                  <a:pt x="469" y="1478"/>
                </a:lnTo>
                <a:lnTo>
                  <a:pt x="469" y="1479"/>
                </a:lnTo>
                <a:lnTo>
                  <a:pt x="470" y="1479"/>
                </a:lnTo>
                <a:lnTo>
                  <a:pt x="471" y="1479"/>
                </a:lnTo>
                <a:lnTo>
                  <a:pt x="472" y="1478"/>
                </a:lnTo>
                <a:lnTo>
                  <a:pt x="473" y="1478"/>
                </a:lnTo>
                <a:lnTo>
                  <a:pt x="474" y="1478"/>
                </a:lnTo>
                <a:lnTo>
                  <a:pt x="475" y="1478"/>
                </a:lnTo>
                <a:lnTo>
                  <a:pt x="476" y="1478"/>
                </a:lnTo>
                <a:lnTo>
                  <a:pt x="478" y="1477"/>
                </a:lnTo>
                <a:lnTo>
                  <a:pt x="480" y="1476"/>
                </a:lnTo>
                <a:lnTo>
                  <a:pt x="481" y="1476"/>
                </a:lnTo>
                <a:lnTo>
                  <a:pt x="482" y="1475"/>
                </a:lnTo>
                <a:lnTo>
                  <a:pt x="484" y="1475"/>
                </a:lnTo>
                <a:lnTo>
                  <a:pt x="486" y="1475"/>
                </a:lnTo>
                <a:lnTo>
                  <a:pt x="487" y="1474"/>
                </a:lnTo>
                <a:lnTo>
                  <a:pt x="487" y="1473"/>
                </a:lnTo>
                <a:lnTo>
                  <a:pt x="487" y="1472"/>
                </a:lnTo>
                <a:lnTo>
                  <a:pt x="487" y="1471"/>
                </a:lnTo>
                <a:lnTo>
                  <a:pt x="488" y="1465"/>
                </a:lnTo>
                <a:lnTo>
                  <a:pt x="488" y="1464"/>
                </a:lnTo>
                <a:lnTo>
                  <a:pt x="488" y="1463"/>
                </a:lnTo>
                <a:lnTo>
                  <a:pt x="490" y="1462"/>
                </a:lnTo>
                <a:lnTo>
                  <a:pt x="490" y="1461"/>
                </a:lnTo>
                <a:lnTo>
                  <a:pt x="490" y="1459"/>
                </a:lnTo>
                <a:lnTo>
                  <a:pt x="489" y="1459"/>
                </a:lnTo>
                <a:lnTo>
                  <a:pt x="489" y="1458"/>
                </a:lnTo>
                <a:lnTo>
                  <a:pt x="489" y="1457"/>
                </a:lnTo>
                <a:lnTo>
                  <a:pt x="490" y="1456"/>
                </a:lnTo>
                <a:lnTo>
                  <a:pt x="492" y="1455"/>
                </a:lnTo>
                <a:lnTo>
                  <a:pt x="495" y="1454"/>
                </a:lnTo>
                <a:lnTo>
                  <a:pt x="497" y="1454"/>
                </a:lnTo>
                <a:lnTo>
                  <a:pt x="498" y="1454"/>
                </a:lnTo>
                <a:lnTo>
                  <a:pt x="501" y="1454"/>
                </a:lnTo>
                <a:lnTo>
                  <a:pt x="503" y="1455"/>
                </a:lnTo>
                <a:lnTo>
                  <a:pt x="503" y="1454"/>
                </a:lnTo>
                <a:lnTo>
                  <a:pt x="504" y="1454"/>
                </a:lnTo>
                <a:lnTo>
                  <a:pt x="505" y="1454"/>
                </a:lnTo>
                <a:lnTo>
                  <a:pt x="506" y="1454"/>
                </a:lnTo>
                <a:lnTo>
                  <a:pt x="507" y="1455"/>
                </a:lnTo>
                <a:lnTo>
                  <a:pt x="508" y="1455"/>
                </a:lnTo>
                <a:lnTo>
                  <a:pt x="509" y="1454"/>
                </a:lnTo>
                <a:lnTo>
                  <a:pt x="510" y="1454"/>
                </a:lnTo>
                <a:lnTo>
                  <a:pt x="511" y="1454"/>
                </a:lnTo>
                <a:lnTo>
                  <a:pt x="513" y="1454"/>
                </a:lnTo>
                <a:lnTo>
                  <a:pt x="514" y="1454"/>
                </a:lnTo>
                <a:lnTo>
                  <a:pt x="514" y="1453"/>
                </a:lnTo>
                <a:lnTo>
                  <a:pt x="514" y="1452"/>
                </a:lnTo>
                <a:lnTo>
                  <a:pt x="515" y="1452"/>
                </a:lnTo>
                <a:lnTo>
                  <a:pt x="516" y="1452"/>
                </a:lnTo>
                <a:lnTo>
                  <a:pt x="517" y="1452"/>
                </a:lnTo>
                <a:lnTo>
                  <a:pt x="518" y="1452"/>
                </a:lnTo>
                <a:lnTo>
                  <a:pt x="520" y="1452"/>
                </a:lnTo>
                <a:lnTo>
                  <a:pt x="521" y="1452"/>
                </a:lnTo>
                <a:lnTo>
                  <a:pt x="521" y="1451"/>
                </a:lnTo>
                <a:lnTo>
                  <a:pt x="523" y="1451"/>
                </a:lnTo>
                <a:lnTo>
                  <a:pt x="524" y="1450"/>
                </a:lnTo>
                <a:lnTo>
                  <a:pt x="526" y="1450"/>
                </a:lnTo>
                <a:lnTo>
                  <a:pt x="528" y="1449"/>
                </a:lnTo>
                <a:lnTo>
                  <a:pt x="529" y="1448"/>
                </a:lnTo>
                <a:lnTo>
                  <a:pt x="529" y="1447"/>
                </a:lnTo>
                <a:lnTo>
                  <a:pt x="530" y="1446"/>
                </a:lnTo>
                <a:lnTo>
                  <a:pt x="531" y="1445"/>
                </a:lnTo>
                <a:lnTo>
                  <a:pt x="532" y="1444"/>
                </a:lnTo>
                <a:lnTo>
                  <a:pt x="533" y="1444"/>
                </a:lnTo>
                <a:lnTo>
                  <a:pt x="534" y="1444"/>
                </a:lnTo>
                <a:lnTo>
                  <a:pt x="535" y="1445"/>
                </a:lnTo>
                <a:lnTo>
                  <a:pt x="536" y="1445"/>
                </a:lnTo>
                <a:lnTo>
                  <a:pt x="537" y="1444"/>
                </a:lnTo>
                <a:lnTo>
                  <a:pt x="538" y="1444"/>
                </a:lnTo>
                <a:lnTo>
                  <a:pt x="539" y="1444"/>
                </a:lnTo>
                <a:lnTo>
                  <a:pt x="540" y="1444"/>
                </a:lnTo>
                <a:lnTo>
                  <a:pt x="540" y="1445"/>
                </a:lnTo>
                <a:lnTo>
                  <a:pt x="541" y="1445"/>
                </a:lnTo>
                <a:lnTo>
                  <a:pt x="542" y="1444"/>
                </a:lnTo>
                <a:lnTo>
                  <a:pt x="543" y="1442"/>
                </a:lnTo>
                <a:lnTo>
                  <a:pt x="544" y="1441"/>
                </a:lnTo>
                <a:lnTo>
                  <a:pt x="545" y="1441"/>
                </a:lnTo>
                <a:lnTo>
                  <a:pt x="546" y="1440"/>
                </a:lnTo>
                <a:lnTo>
                  <a:pt x="547" y="1439"/>
                </a:lnTo>
                <a:lnTo>
                  <a:pt x="546" y="1437"/>
                </a:lnTo>
                <a:lnTo>
                  <a:pt x="546" y="1436"/>
                </a:lnTo>
                <a:lnTo>
                  <a:pt x="547" y="1435"/>
                </a:lnTo>
                <a:lnTo>
                  <a:pt x="548" y="1435"/>
                </a:lnTo>
                <a:lnTo>
                  <a:pt x="549" y="1435"/>
                </a:lnTo>
                <a:lnTo>
                  <a:pt x="552" y="1434"/>
                </a:lnTo>
                <a:lnTo>
                  <a:pt x="553" y="1434"/>
                </a:lnTo>
                <a:lnTo>
                  <a:pt x="555" y="1434"/>
                </a:lnTo>
                <a:lnTo>
                  <a:pt x="556" y="1434"/>
                </a:lnTo>
                <a:lnTo>
                  <a:pt x="557" y="1433"/>
                </a:lnTo>
                <a:lnTo>
                  <a:pt x="557" y="1434"/>
                </a:lnTo>
                <a:lnTo>
                  <a:pt x="558" y="1434"/>
                </a:lnTo>
                <a:lnTo>
                  <a:pt x="559" y="1434"/>
                </a:lnTo>
                <a:lnTo>
                  <a:pt x="560" y="1433"/>
                </a:lnTo>
                <a:lnTo>
                  <a:pt x="562" y="1432"/>
                </a:lnTo>
                <a:lnTo>
                  <a:pt x="562" y="1431"/>
                </a:lnTo>
                <a:lnTo>
                  <a:pt x="563" y="1430"/>
                </a:lnTo>
                <a:lnTo>
                  <a:pt x="564" y="1430"/>
                </a:lnTo>
                <a:lnTo>
                  <a:pt x="565" y="1430"/>
                </a:lnTo>
                <a:lnTo>
                  <a:pt x="567" y="1429"/>
                </a:lnTo>
                <a:lnTo>
                  <a:pt x="569" y="1428"/>
                </a:lnTo>
                <a:lnTo>
                  <a:pt x="569" y="1427"/>
                </a:lnTo>
                <a:lnTo>
                  <a:pt x="570" y="1427"/>
                </a:lnTo>
                <a:lnTo>
                  <a:pt x="570" y="1426"/>
                </a:lnTo>
                <a:lnTo>
                  <a:pt x="571" y="1426"/>
                </a:lnTo>
                <a:lnTo>
                  <a:pt x="571" y="1425"/>
                </a:lnTo>
                <a:lnTo>
                  <a:pt x="572" y="1425"/>
                </a:lnTo>
                <a:lnTo>
                  <a:pt x="572" y="1424"/>
                </a:lnTo>
                <a:lnTo>
                  <a:pt x="573" y="1424"/>
                </a:lnTo>
                <a:lnTo>
                  <a:pt x="574" y="1423"/>
                </a:lnTo>
                <a:lnTo>
                  <a:pt x="575" y="1423"/>
                </a:lnTo>
                <a:lnTo>
                  <a:pt x="576" y="1422"/>
                </a:lnTo>
                <a:lnTo>
                  <a:pt x="577" y="1422"/>
                </a:lnTo>
                <a:lnTo>
                  <a:pt x="578" y="1422"/>
                </a:lnTo>
                <a:lnTo>
                  <a:pt x="579" y="1422"/>
                </a:lnTo>
                <a:lnTo>
                  <a:pt x="580" y="1423"/>
                </a:lnTo>
                <a:lnTo>
                  <a:pt x="581" y="1423"/>
                </a:lnTo>
                <a:lnTo>
                  <a:pt x="581" y="1422"/>
                </a:lnTo>
                <a:lnTo>
                  <a:pt x="582" y="1421"/>
                </a:lnTo>
                <a:lnTo>
                  <a:pt x="582" y="1420"/>
                </a:lnTo>
                <a:lnTo>
                  <a:pt x="583" y="1420"/>
                </a:lnTo>
                <a:lnTo>
                  <a:pt x="585" y="1419"/>
                </a:lnTo>
                <a:lnTo>
                  <a:pt x="588" y="1418"/>
                </a:lnTo>
                <a:lnTo>
                  <a:pt x="589" y="1418"/>
                </a:lnTo>
                <a:lnTo>
                  <a:pt x="590" y="1417"/>
                </a:lnTo>
                <a:lnTo>
                  <a:pt x="591" y="1415"/>
                </a:lnTo>
                <a:lnTo>
                  <a:pt x="593" y="1415"/>
                </a:lnTo>
                <a:lnTo>
                  <a:pt x="595" y="1415"/>
                </a:lnTo>
                <a:lnTo>
                  <a:pt x="597" y="1414"/>
                </a:lnTo>
                <a:lnTo>
                  <a:pt x="598" y="1415"/>
                </a:lnTo>
                <a:lnTo>
                  <a:pt x="600" y="1415"/>
                </a:lnTo>
                <a:lnTo>
                  <a:pt x="600" y="1414"/>
                </a:lnTo>
                <a:lnTo>
                  <a:pt x="602" y="1414"/>
                </a:lnTo>
                <a:lnTo>
                  <a:pt x="602" y="1413"/>
                </a:lnTo>
                <a:lnTo>
                  <a:pt x="603" y="1413"/>
                </a:lnTo>
                <a:lnTo>
                  <a:pt x="605" y="1411"/>
                </a:lnTo>
                <a:lnTo>
                  <a:pt x="605" y="1410"/>
                </a:lnTo>
                <a:lnTo>
                  <a:pt x="606" y="1410"/>
                </a:lnTo>
                <a:lnTo>
                  <a:pt x="607" y="1409"/>
                </a:lnTo>
                <a:lnTo>
                  <a:pt x="607" y="1408"/>
                </a:lnTo>
                <a:lnTo>
                  <a:pt x="609" y="1407"/>
                </a:lnTo>
                <a:lnTo>
                  <a:pt x="610" y="1406"/>
                </a:lnTo>
                <a:lnTo>
                  <a:pt x="611" y="1406"/>
                </a:lnTo>
                <a:lnTo>
                  <a:pt x="612" y="1405"/>
                </a:lnTo>
                <a:lnTo>
                  <a:pt x="612" y="1404"/>
                </a:lnTo>
                <a:lnTo>
                  <a:pt x="613" y="1405"/>
                </a:lnTo>
                <a:lnTo>
                  <a:pt x="614" y="1406"/>
                </a:lnTo>
                <a:lnTo>
                  <a:pt x="615" y="1406"/>
                </a:lnTo>
                <a:lnTo>
                  <a:pt x="616" y="1406"/>
                </a:lnTo>
                <a:lnTo>
                  <a:pt x="617" y="1405"/>
                </a:lnTo>
                <a:lnTo>
                  <a:pt x="618" y="1404"/>
                </a:lnTo>
                <a:lnTo>
                  <a:pt x="619" y="1403"/>
                </a:lnTo>
                <a:lnTo>
                  <a:pt x="621" y="1401"/>
                </a:lnTo>
                <a:lnTo>
                  <a:pt x="622" y="1401"/>
                </a:lnTo>
                <a:lnTo>
                  <a:pt x="623" y="1401"/>
                </a:lnTo>
                <a:lnTo>
                  <a:pt x="625" y="1400"/>
                </a:lnTo>
                <a:lnTo>
                  <a:pt x="626" y="1400"/>
                </a:lnTo>
                <a:lnTo>
                  <a:pt x="627" y="1400"/>
                </a:lnTo>
                <a:lnTo>
                  <a:pt x="628" y="1400"/>
                </a:lnTo>
                <a:lnTo>
                  <a:pt x="629" y="1400"/>
                </a:lnTo>
                <a:lnTo>
                  <a:pt x="629" y="1401"/>
                </a:lnTo>
                <a:lnTo>
                  <a:pt x="630" y="1401"/>
                </a:lnTo>
                <a:lnTo>
                  <a:pt x="631" y="1401"/>
                </a:lnTo>
                <a:lnTo>
                  <a:pt x="632" y="1401"/>
                </a:lnTo>
                <a:lnTo>
                  <a:pt x="634" y="1401"/>
                </a:lnTo>
                <a:lnTo>
                  <a:pt x="636" y="1401"/>
                </a:lnTo>
                <a:lnTo>
                  <a:pt x="638" y="1401"/>
                </a:lnTo>
                <a:lnTo>
                  <a:pt x="641" y="1400"/>
                </a:lnTo>
                <a:lnTo>
                  <a:pt x="642" y="1399"/>
                </a:lnTo>
                <a:lnTo>
                  <a:pt x="643" y="1399"/>
                </a:lnTo>
                <a:lnTo>
                  <a:pt x="643" y="1398"/>
                </a:lnTo>
                <a:lnTo>
                  <a:pt x="644" y="1397"/>
                </a:lnTo>
                <a:lnTo>
                  <a:pt x="645" y="1396"/>
                </a:lnTo>
                <a:lnTo>
                  <a:pt x="646" y="1395"/>
                </a:lnTo>
                <a:lnTo>
                  <a:pt x="647" y="1395"/>
                </a:lnTo>
                <a:lnTo>
                  <a:pt x="650" y="1395"/>
                </a:lnTo>
                <a:lnTo>
                  <a:pt x="652" y="1395"/>
                </a:lnTo>
                <a:lnTo>
                  <a:pt x="653" y="1394"/>
                </a:lnTo>
                <a:lnTo>
                  <a:pt x="654" y="1394"/>
                </a:lnTo>
                <a:lnTo>
                  <a:pt x="656" y="1394"/>
                </a:lnTo>
                <a:lnTo>
                  <a:pt x="657" y="1394"/>
                </a:lnTo>
                <a:lnTo>
                  <a:pt x="658" y="1394"/>
                </a:lnTo>
                <a:lnTo>
                  <a:pt x="659" y="1394"/>
                </a:lnTo>
                <a:lnTo>
                  <a:pt x="660" y="1394"/>
                </a:lnTo>
                <a:lnTo>
                  <a:pt x="660" y="1393"/>
                </a:lnTo>
                <a:lnTo>
                  <a:pt x="661" y="1392"/>
                </a:lnTo>
                <a:lnTo>
                  <a:pt x="662" y="1391"/>
                </a:lnTo>
                <a:lnTo>
                  <a:pt x="663" y="1390"/>
                </a:lnTo>
                <a:lnTo>
                  <a:pt x="663" y="1389"/>
                </a:lnTo>
                <a:lnTo>
                  <a:pt x="663" y="1388"/>
                </a:lnTo>
                <a:lnTo>
                  <a:pt x="663" y="1387"/>
                </a:lnTo>
                <a:lnTo>
                  <a:pt x="664" y="1387"/>
                </a:lnTo>
                <a:lnTo>
                  <a:pt x="665" y="1386"/>
                </a:lnTo>
                <a:lnTo>
                  <a:pt x="666" y="1385"/>
                </a:lnTo>
                <a:lnTo>
                  <a:pt x="668" y="1384"/>
                </a:lnTo>
                <a:lnTo>
                  <a:pt x="668" y="1383"/>
                </a:lnTo>
                <a:lnTo>
                  <a:pt x="668" y="1382"/>
                </a:lnTo>
                <a:lnTo>
                  <a:pt x="668" y="1381"/>
                </a:lnTo>
                <a:lnTo>
                  <a:pt x="668" y="1380"/>
                </a:lnTo>
                <a:lnTo>
                  <a:pt x="668" y="1379"/>
                </a:lnTo>
                <a:lnTo>
                  <a:pt x="669" y="1379"/>
                </a:lnTo>
                <a:lnTo>
                  <a:pt x="670" y="1378"/>
                </a:lnTo>
                <a:lnTo>
                  <a:pt x="671" y="1378"/>
                </a:lnTo>
                <a:lnTo>
                  <a:pt x="672" y="1378"/>
                </a:lnTo>
                <a:lnTo>
                  <a:pt x="675" y="1377"/>
                </a:lnTo>
                <a:lnTo>
                  <a:pt x="677" y="1377"/>
                </a:lnTo>
                <a:lnTo>
                  <a:pt x="678" y="1376"/>
                </a:lnTo>
                <a:lnTo>
                  <a:pt x="680" y="1377"/>
                </a:lnTo>
                <a:lnTo>
                  <a:pt x="683" y="1377"/>
                </a:lnTo>
                <a:lnTo>
                  <a:pt x="685" y="1377"/>
                </a:lnTo>
                <a:lnTo>
                  <a:pt x="687" y="1376"/>
                </a:lnTo>
                <a:lnTo>
                  <a:pt x="689" y="1376"/>
                </a:lnTo>
                <a:lnTo>
                  <a:pt x="690" y="1376"/>
                </a:lnTo>
                <a:lnTo>
                  <a:pt x="692" y="1376"/>
                </a:lnTo>
                <a:lnTo>
                  <a:pt x="693" y="1376"/>
                </a:lnTo>
                <a:lnTo>
                  <a:pt x="694" y="1377"/>
                </a:lnTo>
                <a:lnTo>
                  <a:pt x="695" y="1377"/>
                </a:lnTo>
                <a:lnTo>
                  <a:pt x="697" y="1378"/>
                </a:lnTo>
                <a:lnTo>
                  <a:pt x="699" y="1378"/>
                </a:lnTo>
                <a:lnTo>
                  <a:pt x="699" y="1377"/>
                </a:lnTo>
                <a:lnTo>
                  <a:pt x="700" y="1377"/>
                </a:lnTo>
                <a:lnTo>
                  <a:pt x="700" y="1376"/>
                </a:lnTo>
                <a:lnTo>
                  <a:pt x="700" y="1375"/>
                </a:lnTo>
                <a:lnTo>
                  <a:pt x="701" y="1374"/>
                </a:lnTo>
                <a:lnTo>
                  <a:pt x="703" y="1373"/>
                </a:lnTo>
                <a:lnTo>
                  <a:pt x="703" y="1372"/>
                </a:lnTo>
                <a:lnTo>
                  <a:pt x="703" y="1371"/>
                </a:lnTo>
                <a:lnTo>
                  <a:pt x="702" y="1371"/>
                </a:lnTo>
                <a:lnTo>
                  <a:pt x="701" y="1370"/>
                </a:lnTo>
                <a:lnTo>
                  <a:pt x="700" y="1369"/>
                </a:lnTo>
                <a:lnTo>
                  <a:pt x="699" y="1367"/>
                </a:lnTo>
                <a:lnTo>
                  <a:pt x="698" y="1365"/>
                </a:lnTo>
                <a:lnTo>
                  <a:pt x="698" y="1364"/>
                </a:lnTo>
                <a:lnTo>
                  <a:pt x="698" y="1363"/>
                </a:lnTo>
                <a:lnTo>
                  <a:pt x="700" y="1364"/>
                </a:lnTo>
                <a:lnTo>
                  <a:pt x="700" y="1363"/>
                </a:lnTo>
                <a:lnTo>
                  <a:pt x="701" y="1362"/>
                </a:lnTo>
                <a:lnTo>
                  <a:pt x="701" y="1359"/>
                </a:lnTo>
                <a:lnTo>
                  <a:pt x="701" y="1357"/>
                </a:lnTo>
                <a:lnTo>
                  <a:pt x="702" y="1357"/>
                </a:lnTo>
                <a:lnTo>
                  <a:pt x="704" y="1357"/>
                </a:lnTo>
                <a:lnTo>
                  <a:pt x="706" y="1357"/>
                </a:lnTo>
                <a:lnTo>
                  <a:pt x="708" y="1356"/>
                </a:lnTo>
                <a:lnTo>
                  <a:pt x="710" y="1355"/>
                </a:lnTo>
                <a:lnTo>
                  <a:pt x="711" y="1355"/>
                </a:lnTo>
                <a:lnTo>
                  <a:pt x="713" y="1354"/>
                </a:lnTo>
                <a:lnTo>
                  <a:pt x="714" y="1353"/>
                </a:lnTo>
                <a:lnTo>
                  <a:pt x="714" y="1351"/>
                </a:lnTo>
                <a:lnTo>
                  <a:pt x="714" y="1350"/>
                </a:lnTo>
                <a:lnTo>
                  <a:pt x="713" y="1349"/>
                </a:lnTo>
                <a:lnTo>
                  <a:pt x="712" y="1348"/>
                </a:lnTo>
                <a:lnTo>
                  <a:pt x="712" y="1347"/>
                </a:lnTo>
                <a:lnTo>
                  <a:pt x="712" y="1346"/>
                </a:lnTo>
                <a:lnTo>
                  <a:pt x="712" y="1345"/>
                </a:lnTo>
                <a:lnTo>
                  <a:pt x="713" y="1345"/>
                </a:lnTo>
                <a:lnTo>
                  <a:pt x="713" y="1344"/>
                </a:lnTo>
                <a:lnTo>
                  <a:pt x="712" y="1343"/>
                </a:lnTo>
                <a:lnTo>
                  <a:pt x="711" y="1342"/>
                </a:lnTo>
                <a:lnTo>
                  <a:pt x="709" y="1340"/>
                </a:lnTo>
                <a:lnTo>
                  <a:pt x="708" y="1340"/>
                </a:lnTo>
                <a:lnTo>
                  <a:pt x="708" y="1339"/>
                </a:lnTo>
                <a:lnTo>
                  <a:pt x="708" y="1337"/>
                </a:lnTo>
                <a:lnTo>
                  <a:pt x="708" y="1335"/>
                </a:lnTo>
                <a:lnTo>
                  <a:pt x="707" y="1333"/>
                </a:lnTo>
                <a:lnTo>
                  <a:pt x="706" y="1331"/>
                </a:lnTo>
                <a:lnTo>
                  <a:pt x="705" y="1331"/>
                </a:lnTo>
                <a:lnTo>
                  <a:pt x="705" y="1330"/>
                </a:lnTo>
                <a:lnTo>
                  <a:pt x="706" y="1328"/>
                </a:lnTo>
                <a:lnTo>
                  <a:pt x="706" y="1326"/>
                </a:lnTo>
                <a:lnTo>
                  <a:pt x="707" y="1324"/>
                </a:lnTo>
                <a:lnTo>
                  <a:pt x="708" y="1323"/>
                </a:lnTo>
                <a:lnTo>
                  <a:pt x="712" y="1321"/>
                </a:lnTo>
                <a:lnTo>
                  <a:pt x="713" y="1321"/>
                </a:lnTo>
                <a:lnTo>
                  <a:pt x="710" y="1321"/>
                </a:lnTo>
                <a:lnTo>
                  <a:pt x="710" y="1320"/>
                </a:lnTo>
                <a:lnTo>
                  <a:pt x="709" y="1319"/>
                </a:lnTo>
                <a:lnTo>
                  <a:pt x="708" y="1319"/>
                </a:lnTo>
                <a:lnTo>
                  <a:pt x="707" y="1318"/>
                </a:lnTo>
                <a:lnTo>
                  <a:pt x="706" y="1317"/>
                </a:lnTo>
                <a:lnTo>
                  <a:pt x="706" y="1316"/>
                </a:lnTo>
                <a:lnTo>
                  <a:pt x="705" y="1315"/>
                </a:lnTo>
                <a:lnTo>
                  <a:pt x="704" y="1313"/>
                </a:lnTo>
                <a:lnTo>
                  <a:pt x="703" y="1312"/>
                </a:lnTo>
                <a:lnTo>
                  <a:pt x="702" y="1311"/>
                </a:lnTo>
                <a:lnTo>
                  <a:pt x="701" y="1308"/>
                </a:lnTo>
                <a:lnTo>
                  <a:pt x="701" y="1307"/>
                </a:lnTo>
                <a:lnTo>
                  <a:pt x="701" y="1306"/>
                </a:lnTo>
                <a:lnTo>
                  <a:pt x="701" y="1305"/>
                </a:lnTo>
                <a:lnTo>
                  <a:pt x="702" y="1303"/>
                </a:lnTo>
                <a:lnTo>
                  <a:pt x="702" y="1302"/>
                </a:lnTo>
                <a:lnTo>
                  <a:pt x="702" y="1301"/>
                </a:lnTo>
                <a:lnTo>
                  <a:pt x="705" y="1300"/>
                </a:lnTo>
                <a:lnTo>
                  <a:pt x="708" y="1299"/>
                </a:lnTo>
                <a:lnTo>
                  <a:pt x="706" y="1296"/>
                </a:lnTo>
                <a:lnTo>
                  <a:pt x="711" y="1288"/>
                </a:lnTo>
                <a:lnTo>
                  <a:pt x="711" y="1283"/>
                </a:lnTo>
                <a:lnTo>
                  <a:pt x="712" y="1282"/>
                </a:lnTo>
                <a:lnTo>
                  <a:pt x="713" y="1282"/>
                </a:lnTo>
                <a:lnTo>
                  <a:pt x="714" y="1282"/>
                </a:lnTo>
                <a:lnTo>
                  <a:pt x="715" y="1282"/>
                </a:lnTo>
                <a:lnTo>
                  <a:pt x="716" y="1282"/>
                </a:lnTo>
                <a:lnTo>
                  <a:pt x="717" y="1282"/>
                </a:lnTo>
                <a:lnTo>
                  <a:pt x="718" y="1282"/>
                </a:lnTo>
                <a:lnTo>
                  <a:pt x="718" y="1283"/>
                </a:lnTo>
                <a:lnTo>
                  <a:pt x="719" y="1283"/>
                </a:lnTo>
                <a:lnTo>
                  <a:pt x="720" y="1283"/>
                </a:lnTo>
                <a:lnTo>
                  <a:pt x="721" y="1283"/>
                </a:lnTo>
                <a:lnTo>
                  <a:pt x="721" y="1282"/>
                </a:lnTo>
                <a:lnTo>
                  <a:pt x="722" y="1282"/>
                </a:lnTo>
                <a:lnTo>
                  <a:pt x="722" y="1283"/>
                </a:lnTo>
                <a:lnTo>
                  <a:pt x="723" y="1283"/>
                </a:lnTo>
                <a:lnTo>
                  <a:pt x="723" y="1282"/>
                </a:lnTo>
                <a:lnTo>
                  <a:pt x="724" y="1281"/>
                </a:lnTo>
                <a:lnTo>
                  <a:pt x="725" y="1282"/>
                </a:lnTo>
                <a:lnTo>
                  <a:pt x="726" y="1282"/>
                </a:lnTo>
                <a:lnTo>
                  <a:pt x="727" y="1282"/>
                </a:lnTo>
                <a:lnTo>
                  <a:pt x="727" y="1281"/>
                </a:lnTo>
                <a:lnTo>
                  <a:pt x="728" y="1281"/>
                </a:lnTo>
                <a:lnTo>
                  <a:pt x="728" y="1280"/>
                </a:lnTo>
                <a:lnTo>
                  <a:pt x="729" y="1279"/>
                </a:lnTo>
                <a:lnTo>
                  <a:pt x="730" y="1279"/>
                </a:lnTo>
                <a:lnTo>
                  <a:pt x="731" y="1279"/>
                </a:lnTo>
                <a:lnTo>
                  <a:pt x="732" y="1279"/>
                </a:lnTo>
                <a:lnTo>
                  <a:pt x="733" y="1278"/>
                </a:lnTo>
                <a:lnTo>
                  <a:pt x="734" y="1278"/>
                </a:lnTo>
                <a:lnTo>
                  <a:pt x="735" y="1278"/>
                </a:lnTo>
                <a:lnTo>
                  <a:pt x="736" y="1277"/>
                </a:lnTo>
                <a:lnTo>
                  <a:pt x="737" y="1277"/>
                </a:lnTo>
                <a:lnTo>
                  <a:pt x="738" y="1277"/>
                </a:lnTo>
                <a:lnTo>
                  <a:pt x="739" y="1277"/>
                </a:lnTo>
                <a:lnTo>
                  <a:pt x="739" y="1276"/>
                </a:lnTo>
                <a:lnTo>
                  <a:pt x="740" y="1276"/>
                </a:lnTo>
                <a:lnTo>
                  <a:pt x="741" y="1277"/>
                </a:lnTo>
                <a:lnTo>
                  <a:pt x="741" y="1276"/>
                </a:lnTo>
                <a:lnTo>
                  <a:pt x="742" y="1276"/>
                </a:lnTo>
                <a:lnTo>
                  <a:pt x="743" y="1276"/>
                </a:lnTo>
                <a:lnTo>
                  <a:pt x="744" y="1276"/>
                </a:lnTo>
                <a:lnTo>
                  <a:pt x="744" y="1275"/>
                </a:lnTo>
                <a:lnTo>
                  <a:pt x="745" y="1276"/>
                </a:lnTo>
                <a:lnTo>
                  <a:pt x="746" y="1275"/>
                </a:lnTo>
                <a:lnTo>
                  <a:pt x="746" y="1274"/>
                </a:lnTo>
                <a:lnTo>
                  <a:pt x="746" y="1273"/>
                </a:lnTo>
                <a:lnTo>
                  <a:pt x="745" y="1273"/>
                </a:lnTo>
                <a:lnTo>
                  <a:pt x="744" y="1272"/>
                </a:lnTo>
                <a:lnTo>
                  <a:pt x="744" y="1271"/>
                </a:lnTo>
                <a:lnTo>
                  <a:pt x="743" y="1271"/>
                </a:lnTo>
                <a:lnTo>
                  <a:pt x="741" y="1270"/>
                </a:lnTo>
                <a:lnTo>
                  <a:pt x="740" y="1270"/>
                </a:lnTo>
                <a:lnTo>
                  <a:pt x="739" y="1270"/>
                </a:lnTo>
                <a:lnTo>
                  <a:pt x="738" y="1269"/>
                </a:lnTo>
                <a:lnTo>
                  <a:pt x="736" y="1269"/>
                </a:lnTo>
                <a:lnTo>
                  <a:pt x="735" y="1269"/>
                </a:lnTo>
                <a:lnTo>
                  <a:pt x="734" y="1269"/>
                </a:lnTo>
                <a:lnTo>
                  <a:pt x="733" y="1268"/>
                </a:lnTo>
                <a:lnTo>
                  <a:pt x="731" y="1267"/>
                </a:lnTo>
                <a:lnTo>
                  <a:pt x="730" y="1266"/>
                </a:lnTo>
                <a:lnTo>
                  <a:pt x="729" y="1265"/>
                </a:lnTo>
                <a:lnTo>
                  <a:pt x="727" y="1265"/>
                </a:lnTo>
                <a:lnTo>
                  <a:pt x="726" y="1263"/>
                </a:lnTo>
                <a:lnTo>
                  <a:pt x="725" y="1263"/>
                </a:lnTo>
                <a:lnTo>
                  <a:pt x="725" y="1262"/>
                </a:lnTo>
                <a:lnTo>
                  <a:pt x="724" y="1262"/>
                </a:lnTo>
                <a:lnTo>
                  <a:pt x="724" y="1261"/>
                </a:lnTo>
                <a:lnTo>
                  <a:pt x="723" y="1261"/>
                </a:lnTo>
                <a:lnTo>
                  <a:pt x="723" y="1260"/>
                </a:lnTo>
                <a:lnTo>
                  <a:pt x="723" y="1259"/>
                </a:lnTo>
                <a:lnTo>
                  <a:pt x="724" y="1258"/>
                </a:lnTo>
                <a:lnTo>
                  <a:pt x="725" y="1257"/>
                </a:lnTo>
                <a:lnTo>
                  <a:pt x="727" y="1256"/>
                </a:lnTo>
                <a:lnTo>
                  <a:pt x="729" y="1255"/>
                </a:lnTo>
                <a:lnTo>
                  <a:pt x="730" y="1254"/>
                </a:lnTo>
                <a:lnTo>
                  <a:pt x="732" y="1254"/>
                </a:lnTo>
                <a:lnTo>
                  <a:pt x="734" y="1254"/>
                </a:lnTo>
                <a:lnTo>
                  <a:pt x="737" y="1253"/>
                </a:lnTo>
                <a:lnTo>
                  <a:pt x="739" y="1251"/>
                </a:lnTo>
                <a:lnTo>
                  <a:pt x="740" y="1251"/>
                </a:lnTo>
                <a:lnTo>
                  <a:pt x="742" y="1250"/>
                </a:lnTo>
                <a:lnTo>
                  <a:pt x="743" y="1249"/>
                </a:lnTo>
                <a:lnTo>
                  <a:pt x="744" y="1248"/>
                </a:lnTo>
                <a:lnTo>
                  <a:pt x="745" y="1247"/>
                </a:lnTo>
                <a:lnTo>
                  <a:pt x="746" y="1246"/>
                </a:lnTo>
                <a:lnTo>
                  <a:pt x="747" y="1246"/>
                </a:lnTo>
                <a:lnTo>
                  <a:pt x="749" y="1246"/>
                </a:lnTo>
                <a:lnTo>
                  <a:pt x="750" y="1245"/>
                </a:lnTo>
                <a:lnTo>
                  <a:pt x="752" y="1245"/>
                </a:lnTo>
                <a:lnTo>
                  <a:pt x="753" y="1245"/>
                </a:lnTo>
                <a:lnTo>
                  <a:pt x="754" y="1245"/>
                </a:lnTo>
                <a:lnTo>
                  <a:pt x="757" y="1245"/>
                </a:lnTo>
                <a:lnTo>
                  <a:pt x="758" y="1246"/>
                </a:lnTo>
                <a:lnTo>
                  <a:pt x="759" y="1246"/>
                </a:lnTo>
                <a:lnTo>
                  <a:pt x="760" y="1247"/>
                </a:lnTo>
                <a:lnTo>
                  <a:pt x="761" y="1245"/>
                </a:lnTo>
                <a:lnTo>
                  <a:pt x="762" y="1245"/>
                </a:lnTo>
                <a:lnTo>
                  <a:pt x="763" y="1245"/>
                </a:lnTo>
                <a:lnTo>
                  <a:pt x="765" y="1246"/>
                </a:lnTo>
                <a:lnTo>
                  <a:pt x="766" y="1246"/>
                </a:lnTo>
                <a:lnTo>
                  <a:pt x="767" y="1246"/>
                </a:lnTo>
                <a:lnTo>
                  <a:pt x="767" y="1244"/>
                </a:lnTo>
                <a:lnTo>
                  <a:pt x="767" y="1243"/>
                </a:lnTo>
                <a:lnTo>
                  <a:pt x="767" y="1242"/>
                </a:lnTo>
                <a:lnTo>
                  <a:pt x="768" y="1241"/>
                </a:lnTo>
                <a:lnTo>
                  <a:pt x="767" y="1241"/>
                </a:lnTo>
                <a:lnTo>
                  <a:pt x="767" y="1240"/>
                </a:lnTo>
                <a:lnTo>
                  <a:pt x="766" y="1239"/>
                </a:lnTo>
                <a:lnTo>
                  <a:pt x="766" y="1237"/>
                </a:lnTo>
                <a:lnTo>
                  <a:pt x="766" y="1234"/>
                </a:lnTo>
                <a:lnTo>
                  <a:pt x="766" y="1233"/>
                </a:lnTo>
                <a:lnTo>
                  <a:pt x="765" y="1232"/>
                </a:lnTo>
                <a:lnTo>
                  <a:pt x="764" y="1231"/>
                </a:lnTo>
                <a:lnTo>
                  <a:pt x="764" y="1230"/>
                </a:lnTo>
                <a:lnTo>
                  <a:pt x="765" y="1228"/>
                </a:lnTo>
                <a:lnTo>
                  <a:pt x="765" y="1227"/>
                </a:lnTo>
                <a:lnTo>
                  <a:pt x="765" y="1226"/>
                </a:lnTo>
                <a:lnTo>
                  <a:pt x="765" y="1225"/>
                </a:lnTo>
                <a:lnTo>
                  <a:pt x="763" y="1225"/>
                </a:lnTo>
                <a:lnTo>
                  <a:pt x="762" y="1225"/>
                </a:lnTo>
                <a:lnTo>
                  <a:pt x="761" y="1225"/>
                </a:lnTo>
                <a:lnTo>
                  <a:pt x="759" y="1225"/>
                </a:lnTo>
                <a:lnTo>
                  <a:pt x="757" y="1225"/>
                </a:lnTo>
                <a:lnTo>
                  <a:pt x="756" y="1225"/>
                </a:lnTo>
                <a:lnTo>
                  <a:pt x="756" y="1223"/>
                </a:lnTo>
                <a:lnTo>
                  <a:pt x="756" y="1221"/>
                </a:lnTo>
                <a:lnTo>
                  <a:pt x="757" y="1220"/>
                </a:lnTo>
                <a:lnTo>
                  <a:pt x="758" y="1219"/>
                </a:lnTo>
                <a:lnTo>
                  <a:pt x="759" y="1217"/>
                </a:lnTo>
                <a:lnTo>
                  <a:pt x="760" y="1217"/>
                </a:lnTo>
                <a:lnTo>
                  <a:pt x="761" y="1216"/>
                </a:lnTo>
                <a:lnTo>
                  <a:pt x="761" y="1214"/>
                </a:lnTo>
                <a:lnTo>
                  <a:pt x="761" y="1213"/>
                </a:lnTo>
                <a:lnTo>
                  <a:pt x="761" y="1212"/>
                </a:lnTo>
                <a:lnTo>
                  <a:pt x="761" y="1211"/>
                </a:lnTo>
                <a:lnTo>
                  <a:pt x="761" y="1210"/>
                </a:lnTo>
                <a:lnTo>
                  <a:pt x="762" y="1210"/>
                </a:lnTo>
                <a:lnTo>
                  <a:pt x="763" y="1209"/>
                </a:lnTo>
                <a:lnTo>
                  <a:pt x="763" y="1204"/>
                </a:lnTo>
                <a:lnTo>
                  <a:pt x="756" y="1193"/>
                </a:lnTo>
                <a:lnTo>
                  <a:pt x="748" y="1180"/>
                </a:lnTo>
                <a:lnTo>
                  <a:pt x="738" y="1165"/>
                </a:lnTo>
                <a:lnTo>
                  <a:pt x="738" y="1164"/>
                </a:lnTo>
                <a:lnTo>
                  <a:pt x="738" y="1162"/>
                </a:lnTo>
                <a:lnTo>
                  <a:pt x="738" y="1161"/>
                </a:lnTo>
                <a:lnTo>
                  <a:pt x="738" y="1160"/>
                </a:lnTo>
                <a:lnTo>
                  <a:pt x="738" y="1159"/>
                </a:lnTo>
                <a:lnTo>
                  <a:pt x="737" y="1159"/>
                </a:lnTo>
                <a:lnTo>
                  <a:pt x="737" y="1158"/>
                </a:lnTo>
                <a:lnTo>
                  <a:pt x="737" y="1157"/>
                </a:lnTo>
                <a:lnTo>
                  <a:pt x="737" y="1156"/>
                </a:lnTo>
                <a:lnTo>
                  <a:pt x="737" y="1155"/>
                </a:lnTo>
                <a:lnTo>
                  <a:pt x="737" y="1154"/>
                </a:lnTo>
                <a:lnTo>
                  <a:pt x="736" y="1154"/>
                </a:lnTo>
                <a:lnTo>
                  <a:pt x="736" y="1153"/>
                </a:lnTo>
                <a:lnTo>
                  <a:pt x="735" y="1153"/>
                </a:lnTo>
                <a:lnTo>
                  <a:pt x="735" y="1152"/>
                </a:lnTo>
                <a:lnTo>
                  <a:pt x="734" y="1151"/>
                </a:lnTo>
                <a:lnTo>
                  <a:pt x="734" y="1150"/>
                </a:lnTo>
                <a:lnTo>
                  <a:pt x="734" y="1149"/>
                </a:lnTo>
                <a:lnTo>
                  <a:pt x="735" y="1149"/>
                </a:lnTo>
                <a:lnTo>
                  <a:pt x="735" y="1148"/>
                </a:lnTo>
                <a:lnTo>
                  <a:pt x="734" y="1148"/>
                </a:lnTo>
                <a:lnTo>
                  <a:pt x="734" y="1147"/>
                </a:lnTo>
                <a:lnTo>
                  <a:pt x="733" y="1147"/>
                </a:lnTo>
                <a:lnTo>
                  <a:pt x="732" y="1146"/>
                </a:lnTo>
                <a:lnTo>
                  <a:pt x="732" y="1144"/>
                </a:lnTo>
                <a:lnTo>
                  <a:pt x="731" y="1143"/>
                </a:lnTo>
                <a:lnTo>
                  <a:pt x="731" y="1142"/>
                </a:lnTo>
                <a:lnTo>
                  <a:pt x="731" y="1141"/>
                </a:lnTo>
                <a:lnTo>
                  <a:pt x="731" y="1139"/>
                </a:lnTo>
                <a:lnTo>
                  <a:pt x="731" y="1138"/>
                </a:lnTo>
                <a:lnTo>
                  <a:pt x="731" y="1137"/>
                </a:lnTo>
                <a:lnTo>
                  <a:pt x="730" y="1135"/>
                </a:lnTo>
                <a:lnTo>
                  <a:pt x="730" y="1134"/>
                </a:lnTo>
                <a:lnTo>
                  <a:pt x="730" y="1133"/>
                </a:lnTo>
                <a:lnTo>
                  <a:pt x="729" y="1132"/>
                </a:lnTo>
                <a:lnTo>
                  <a:pt x="728" y="1131"/>
                </a:lnTo>
                <a:lnTo>
                  <a:pt x="726" y="1130"/>
                </a:lnTo>
                <a:lnTo>
                  <a:pt x="725" y="1130"/>
                </a:lnTo>
                <a:lnTo>
                  <a:pt x="725" y="1129"/>
                </a:lnTo>
                <a:lnTo>
                  <a:pt x="725" y="1128"/>
                </a:lnTo>
                <a:lnTo>
                  <a:pt x="726" y="1127"/>
                </a:lnTo>
                <a:lnTo>
                  <a:pt x="726" y="1126"/>
                </a:lnTo>
                <a:lnTo>
                  <a:pt x="726" y="1124"/>
                </a:lnTo>
                <a:lnTo>
                  <a:pt x="726" y="1119"/>
                </a:lnTo>
                <a:lnTo>
                  <a:pt x="726" y="1117"/>
                </a:lnTo>
                <a:lnTo>
                  <a:pt x="726" y="1115"/>
                </a:lnTo>
                <a:lnTo>
                  <a:pt x="726" y="1114"/>
                </a:lnTo>
                <a:lnTo>
                  <a:pt x="726" y="1113"/>
                </a:lnTo>
                <a:lnTo>
                  <a:pt x="726" y="1111"/>
                </a:lnTo>
                <a:lnTo>
                  <a:pt x="726" y="1109"/>
                </a:lnTo>
                <a:lnTo>
                  <a:pt x="726" y="1108"/>
                </a:lnTo>
                <a:lnTo>
                  <a:pt x="726" y="1107"/>
                </a:lnTo>
                <a:lnTo>
                  <a:pt x="725" y="1107"/>
                </a:lnTo>
                <a:lnTo>
                  <a:pt x="725" y="1106"/>
                </a:lnTo>
                <a:lnTo>
                  <a:pt x="724" y="1102"/>
                </a:lnTo>
                <a:lnTo>
                  <a:pt x="724" y="1098"/>
                </a:lnTo>
                <a:lnTo>
                  <a:pt x="724" y="1095"/>
                </a:lnTo>
                <a:lnTo>
                  <a:pt x="723" y="1093"/>
                </a:lnTo>
                <a:lnTo>
                  <a:pt x="722" y="1090"/>
                </a:lnTo>
                <a:lnTo>
                  <a:pt x="721" y="1087"/>
                </a:lnTo>
                <a:lnTo>
                  <a:pt x="720" y="1086"/>
                </a:lnTo>
                <a:lnTo>
                  <a:pt x="720" y="1085"/>
                </a:lnTo>
                <a:lnTo>
                  <a:pt x="721" y="1084"/>
                </a:lnTo>
                <a:lnTo>
                  <a:pt x="722" y="1083"/>
                </a:lnTo>
                <a:lnTo>
                  <a:pt x="723" y="1081"/>
                </a:lnTo>
                <a:lnTo>
                  <a:pt x="723" y="1079"/>
                </a:lnTo>
                <a:lnTo>
                  <a:pt x="724" y="1077"/>
                </a:lnTo>
                <a:lnTo>
                  <a:pt x="724" y="1076"/>
                </a:lnTo>
                <a:lnTo>
                  <a:pt x="725" y="1074"/>
                </a:lnTo>
                <a:lnTo>
                  <a:pt x="725" y="1072"/>
                </a:lnTo>
                <a:lnTo>
                  <a:pt x="726" y="1070"/>
                </a:lnTo>
                <a:lnTo>
                  <a:pt x="726" y="1069"/>
                </a:lnTo>
                <a:lnTo>
                  <a:pt x="726" y="1068"/>
                </a:lnTo>
                <a:lnTo>
                  <a:pt x="725" y="1067"/>
                </a:lnTo>
                <a:lnTo>
                  <a:pt x="722" y="1064"/>
                </a:lnTo>
                <a:lnTo>
                  <a:pt x="720" y="1061"/>
                </a:lnTo>
                <a:lnTo>
                  <a:pt x="718" y="1059"/>
                </a:lnTo>
                <a:lnTo>
                  <a:pt x="716" y="1058"/>
                </a:lnTo>
                <a:lnTo>
                  <a:pt x="714" y="1058"/>
                </a:lnTo>
                <a:lnTo>
                  <a:pt x="712" y="1057"/>
                </a:lnTo>
                <a:lnTo>
                  <a:pt x="710" y="1056"/>
                </a:lnTo>
                <a:lnTo>
                  <a:pt x="709" y="1056"/>
                </a:lnTo>
                <a:lnTo>
                  <a:pt x="706" y="1054"/>
                </a:lnTo>
                <a:lnTo>
                  <a:pt x="705" y="1053"/>
                </a:lnTo>
                <a:lnTo>
                  <a:pt x="705" y="1052"/>
                </a:lnTo>
                <a:lnTo>
                  <a:pt x="705" y="1051"/>
                </a:lnTo>
                <a:lnTo>
                  <a:pt x="704" y="1050"/>
                </a:lnTo>
                <a:lnTo>
                  <a:pt x="703" y="1048"/>
                </a:lnTo>
                <a:lnTo>
                  <a:pt x="702" y="1048"/>
                </a:lnTo>
                <a:lnTo>
                  <a:pt x="702" y="1047"/>
                </a:lnTo>
                <a:lnTo>
                  <a:pt x="703" y="1047"/>
                </a:lnTo>
                <a:lnTo>
                  <a:pt x="703" y="1045"/>
                </a:lnTo>
                <a:lnTo>
                  <a:pt x="703" y="1044"/>
                </a:lnTo>
                <a:lnTo>
                  <a:pt x="702" y="1043"/>
                </a:lnTo>
                <a:lnTo>
                  <a:pt x="701" y="1042"/>
                </a:lnTo>
                <a:lnTo>
                  <a:pt x="700" y="1042"/>
                </a:lnTo>
                <a:lnTo>
                  <a:pt x="699" y="1044"/>
                </a:lnTo>
                <a:lnTo>
                  <a:pt x="698" y="1044"/>
                </a:lnTo>
                <a:lnTo>
                  <a:pt x="697" y="1045"/>
                </a:lnTo>
                <a:lnTo>
                  <a:pt x="696" y="1045"/>
                </a:lnTo>
                <a:lnTo>
                  <a:pt x="695" y="1045"/>
                </a:lnTo>
                <a:lnTo>
                  <a:pt x="694" y="1045"/>
                </a:lnTo>
                <a:lnTo>
                  <a:pt x="690" y="1046"/>
                </a:lnTo>
                <a:lnTo>
                  <a:pt x="688" y="1047"/>
                </a:lnTo>
                <a:lnTo>
                  <a:pt x="686" y="1047"/>
                </a:lnTo>
                <a:lnTo>
                  <a:pt x="685" y="1048"/>
                </a:lnTo>
                <a:lnTo>
                  <a:pt x="684" y="1048"/>
                </a:lnTo>
                <a:lnTo>
                  <a:pt x="683" y="1048"/>
                </a:lnTo>
                <a:lnTo>
                  <a:pt x="683" y="1047"/>
                </a:lnTo>
                <a:lnTo>
                  <a:pt x="683" y="1046"/>
                </a:lnTo>
                <a:lnTo>
                  <a:pt x="683" y="1045"/>
                </a:lnTo>
                <a:lnTo>
                  <a:pt x="683" y="1044"/>
                </a:lnTo>
                <a:lnTo>
                  <a:pt x="682" y="1043"/>
                </a:lnTo>
                <a:lnTo>
                  <a:pt x="681" y="1043"/>
                </a:lnTo>
                <a:lnTo>
                  <a:pt x="679" y="1041"/>
                </a:lnTo>
                <a:lnTo>
                  <a:pt x="678" y="1041"/>
                </a:lnTo>
                <a:lnTo>
                  <a:pt x="678" y="1040"/>
                </a:lnTo>
                <a:lnTo>
                  <a:pt x="678" y="1039"/>
                </a:lnTo>
                <a:lnTo>
                  <a:pt x="679" y="1039"/>
                </a:lnTo>
                <a:lnTo>
                  <a:pt x="680" y="1038"/>
                </a:lnTo>
                <a:lnTo>
                  <a:pt x="679" y="1037"/>
                </a:lnTo>
                <a:lnTo>
                  <a:pt x="678" y="1037"/>
                </a:lnTo>
                <a:lnTo>
                  <a:pt x="676" y="1036"/>
                </a:lnTo>
                <a:lnTo>
                  <a:pt x="675" y="1036"/>
                </a:lnTo>
                <a:lnTo>
                  <a:pt x="673" y="1036"/>
                </a:lnTo>
                <a:lnTo>
                  <a:pt x="672" y="1036"/>
                </a:lnTo>
                <a:lnTo>
                  <a:pt x="672" y="1035"/>
                </a:lnTo>
                <a:lnTo>
                  <a:pt x="672" y="1034"/>
                </a:lnTo>
                <a:lnTo>
                  <a:pt x="673" y="1033"/>
                </a:lnTo>
                <a:lnTo>
                  <a:pt x="674" y="1033"/>
                </a:lnTo>
                <a:lnTo>
                  <a:pt x="676" y="1031"/>
                </a:lnTo>
                <a:lnTo>
                  <a:pt x="677" y="1031"/>
                </a:lnTo>
                <a:lnTo>
                  <a:pt x="678" y="1030"/>
                </a:lnTo>
                <a:lnTo>
                  <a:pt x="678" y="1029"/>
                </a:lnTo>
                <a:lnTo>
                  <a:pt x="678" y="1028"/>
                </a:lnTo>
                <a:lnTo>
                  <a:pt x="680" y="1028"/>
                </a:lnTo>
                <a:lnTo>
                  <a:pt x="681" y="1028"/>
                </a:lnTo>
                <a:lnTo>
                  <a:pt x="682" y="1027"/>
                </a:lnTo>
                <a:lnTo>
                  <a:pt x="683" y="1026"/>
                </a:lnTo>
                <a:lnTo>
                  <a:pt x="684" y="1025"/>
                </a:lnTo>
                <a:lnTo>
                  <a:pt x="686" y="1025"/>
                </a:lnTo>
                <a:lnTo>
                  <a:pt x="687" y="1024"/>
                </a:lnTo>
                <a:lnTo>
                  <a:pt x="688" y="1023"/>
                </a:lnTo>
                <a:lnTo>
                  <a:pt x="689" y="1021"/>
                </a:lnTo>
                <a:lnTo>
                  <a:pt x="690" y="1020"/>
                </a:lnTo>
                <a:lnTo>
                  <a:pt x="691" y="1019"/>
                </a:lnTo>
                <a:lnTo>
                  <a:pt x="693" y="1018"/>
                </a:lnTo>
                <a:lnTo>
                  <a:pt x="694" y="1017"/>
                </a:lnTo>
                <a:lnTo>
                  <a:pt x="695" y="1017"/>
                </a:lnTo>
                <a:lnTo>
                  <a:pt x="696" y="1017"/>
                </a:lnTo>
                <a:lnTo>
                  <a:pt x="697" y="1018"/>
                </a:lnTo>
                <a:lnTo>
                  <a:pt x="698" y="1018"/>
                </a:lnTo>
                <a:lnTo>
                  <a:pt x="698" y="1017"/>
                </a:lnTo>
                <a:lnTo>
                  <a:pt x="698" y="1016"/>
                </a:lnTo>
                <a:lnTo>
                  <a:pt x="699" y="1016"/>
                </a:lnTo>
                <a:lnTo>
                  <a:pt x="700" y="1016"/>
                </a:lnTo>
                <a:lnTo>
                  <a:pt x="701" y="1017"/>
                </a:lnTo>
                <a:lnTo>
                  <a:pt x="704" y="1019"/>
                </a:lnTo>
                <a:lnTo>
                  <a:pt x="705" y="1020"/>
                </a:lnTo>
                <a:lnTo>
                  <a:pt x="707" y="1020"/>
                </a:lnTo>
                <a:lnTo>
                  <a:pt x="710" y="1019"/>
                </a:lnTo>
                <a:lnTo>
                  <a:pt x="711" y="1018"/>
                </a:lnTo>
                <a:lnTo>
                  <a:pt x="712" y="1017"/>
                </a:lnTo>
                <a:lnTo>
                  <a:pt x="713" y="1016"/>
                </a:lnTo>
                <a:lnTo>
                  <a:pt x="715" y="1015"/>
                </a:lnTo>
                <a:lnTo>
                  <a:pt x="717" y="1015"/>
                </a:lnTo>
                <a:lnTo>
                  <a:pt x="718" y="1015"/>
                </a:lnTo>
                <a:lnTo>
                  <a:pt x="719" y="1017"/>
                </a:lnTo>
                <a:lnTo>
                  <a:pt x="720" y="1018"/>
                </a:lnTo>
                <a:lnTo>
                  <a:pt x="721" y="1018"/>
                </a:lnTo>
                <a:lnTo>
                  <a:pt x="723" y="1018"/>
                </a:lnTo>
                <a:lnTo>
                  <a:pt x="725" y="1018"/>
                </a:lnTo>
                <a:lnTo>
                  <a:pt x="726" y="1017"/>
                </a:lnTo>
                <a:lnTo>
                  <a:pt x="728" y="1015"/>
                </a:lnTo>
                <a:lnTo>
                  <a:pt x="730" y="1014"/>
                </a:lnTo>
                <a:lnTo>
                  <a:pt x="730" y="1012"/>
                </a:lnTo>
                <a:lnTo>
                  <a:pt x="730" y="1011"/>
                </a:lnTo>
                <a:lnTo>
                  <a:pt x="732" y="1010"/>
                </a:lnTo>
                <a:lnTo>
                  <a:pt x="734" y="1008"/>
                </a:lnTo>
                <a:lnTo>
                  <a:pt x="735" y="1008"/>
                </a:lnTo>
                <a:lnTo>
                  <a:pt x="736" y="1008"/>
                </a:lnTo>
                <a:lnTo>
                  <a:pt x="736" y="1009"/>
                </a:lnTo>
                <a:lnTo>
                  <a:pt x="737" y="1009"/>
                </a:lnTo>
                <a:lnTo>
                  <a:pt x="737" y="1010"/>
                </a:lnTo>
                <a:lnTo>
                  <a:pt x="738" y="1010"/>
                </a:lnTo>
                <a:lnTo>
                  <a:pt x="739" y="1010"/>
                </a:lnTo>
                <a:lnTo>
                  <a:pt x="741" y="1010"/>
                </a:lnTo>
                <a:lnTo>
                  <a:pt x="742" y="1010"/>
                </a:lnTo>
                <a:lnTo>
                  <a:pt x="743" y="1010"/>
                </a:lnTo>
                <a:lnTo>
                  <a:pt x="745" y="1011"/>
                </a:lnTo>
                <a:lnTo>
                  <a:pt x="746" y="1011"/>
                </a:lnTo>
                <a:lnTo>
                  <a:pt x="748" y="1010"/>
                </a:lnTo>
                <a:lnTo>
                  <a:pt x="749" y="1009"/>
                </a:lnTo>
                <a:lnTo>
                  <a:pt x="752" y="1009"/>
                </a:lnTo>
                <a:lnTo>
                  <a:pt x="756" y="1008"/>
                </a:lnTo>
                <a:lnTo>
                  <a:pt x="757" y="1007"/>
                </a:lnTo>
                <a:lnTo>
                  <a:pt x="758" y="1006"/>
                </a:lnTo>
                <a:lnTo>
                  <a:pt x="759" y="1005"/>
                </a:lnTo>
                <a:lnTo>
                  <a:pt x="760" y="1005"/>
                </a:lnTo>
                <a:lnTo>
                  <a:pt x="760" y="1004"/>
                </a:lnTo>
                <a:lnTo>
                  <a:pt x="759" y="1003"/>
                </a:lnTo>
                <a:lnTo>
                  <a:pt x="759" y="1002"/>
                </a:lnTo>
                <a:lnTo>
                  <a:pt x="760" y="1002"/>
                </a:lnTo>
                <a:lnTo>
                  <a:pt x="761" y="1003"/>
                </a:lnTo>
                <a:lnTo>
                  <a:pt x="762" y="1003"/>
                </a:lnTo>
                <a:lnTo>
                  <a:pt x="763" y="1004"/>
                </a:lnTo>
                <a:lnTo>
                  <a:pt x="765" y="1005"/>
                </a:lnTo>
                <a:lnTo>
                  <a:pt x="766" y="1005"/>
                </a:lnTo>
                <a:lnTo>
                  <a:pt x="768" y="1005"/>
                </a:lnTo>
                <a:lnTo>
                  <a:pt x="769" y="1005"/>
                </a:lnTo>
                <a:lnTo>
                  <a:pt x="771" y="1006"/>
                </a:lnTo>
                <a:lnTo>
                  <a:pt x="772" y="1008"/>
                </a:lnTo>
                <a:lnTo>
                  <a:pt x="773" y="1008"/>
                </a:lnTo>
                <a:lnTo>
                  <a:pt x="774" y="1008"/>
                </a:lnTo>
                <a:lnTo>
                  <a:pt x="777" y="1008"/>
                </a:lnTo>
                <a:lnTo>
                  <a:pt x="778" y="1008"/>
                </a:lnTo>
                <a:lnTo>
                  <a:pt x="779" y="1007"/>
                </a:lnTo>
                <a:lnTo>
                  <a:pt x="780" y="1006"/>
                </a:lnTo>
                <a:lnTo>
                  <a:pt x="781" y="1004"/>
                </a:lnTo>
                <a:lnTo>
                  <a:pt x="783" y="1004"/>
                </a:lnTo>
                <a:lnTo>
                  <a:pt x="784" y="1003"/>
                </a:lnTo>
                <a:lnTo>
                  <a:pt x="786" y="1003"/>
                </a:lnTo>
                <a:lnTo>
                  <a:pt x="787" y="1004"/>
                </a:lnTo>
                <a:lnTo>
                  <a:pt x="788" y="1004"/>
                </a:lnTo>
                <a:lnTo>
                  <a:pt x="791" y="1003"/>
                </a:lnTo>
                <a:lnTo>
                  <a:pt x="794" y="1003"/>
                </a:lnTo>
                <a:lnTo>
                  <a:pt x="794" y="1002"/>
                </a:lnTo>
                <a:lnTo>
                  <a:pt x="795" y="1002"/>
                </a:lnTo>
                <a:lnTo>
                  <a:pt x="797" y="1001"/>
                </a:lnTo>
                <a:lnTo>
                  <a:pt x="797" y="1000"/>
                </a:lnTo>
                <a:lnTo>
                  <a:pt x="798" y="1000"/>
                </a:lnTo>
                <a:lnTo>
                  <a:pt x="799" y="999"/>
                </a:lnTo>
                <a:lnTo>
                  <a:pt x="800" y="999"/>
                </a:lnTo>
                <a:lnTo>
                  <a:pt x="800" y="997"/>
                </a:lnTo>
                <a:lnTo>
                  <a:pt x="801" y="997"/>
                </a:lnTo>
                <a:lnTo>
                  <a:pt x="802" y="997"/>
                </a:lnTo>
                <a:lnTo>
                  <a:pt x="803" y="997"/>
                </a:lnTo>
                <a:lnTo>
                  <a:pt x="804" y="998"/>
                </a:lnTo>
                <a:lnTo>
                  <a:pt x="805" y="998"/>
                </a:lnTo>
                <a:lnTo>
                  <a:pt x="806" y="998"/>
                </a:lnTo>
                <a:lnTo>
                  <a:pt x="807" y="997"/>
                </a:lnTo>
                <a:lnTo>
                  <a:pt x="807" y="996"/>
                </a:lnTo>
                <a:lnTo>
                  <a:pt x="808" y="996"/>
                </a:lnTo>
                <a:lnTo>
                  <a:pt x="810" y="995"/>
                </a:lnTo>
                <a:lnTo>
                  <a:pt x="811" y="995"/>
                </a:lnTo>
                <a:lnTo>
                  <a:pt x="812" y="995"/>
                </a:lnTo>
                <a:lnTo>
                  <a:pt x="812" y="994"/>
                </a:lnTo>
                <a:lnTo>
                  <a:pt x="813" y="994"/>
                </a:lnTo>
                <a:lnTo>
                  <a:pt x="814" y="994"/>
                </a:lnTo>
                <a:lnTo>
                  <a:pt x="815" y="994"/>
                </a:lnTo>
                <a:lnTo>
                  <a:pt x="816" y="995"/>
                </a:lnTo>
                <a:lnTo>
                  <a:pt x="818" y="995"/>
                </a:lnTo>
                <a:lnTo>
                  <a:pt x="819" y="994"/>
                </a:lnTo>
                <a:lnTo>
                  <a:pt x="821" y="993"/>
                </a:lnTo>
                <a:lnTo>
                  <a:pt x="823" y="992"/>
                </a:lnTo>
                <a:lnTo>
                  <a:pt x="824" y="992"/>
                </a:lnTo>
                <a:lnTo>
                  <a:pt x="826" y="992"/>
                </a:lnTo>
                <a:lnTo>
                  <a:pt x="828" y="992"/>
                </a:lnTo>
                <a:lnTo>
                  <a:pt x="828" y="993"/>
                </a:lnTo>
                <a:lnTo>
                  <a:pt x="829" y="992"/>
                </a:lnTo>
                <a:lnTo>
                  <a:pt x="829" y="991"/>
                </a:lnTo>
                <a:lnTo>
                  <a:pt x="830" y="991"/>
                </a:lnTo>
                <a:lnTo>
                  <a:pt x="831" y="990"/>
                </a:lnTo>
                <a:lnTo>
                  <a:pt x="832" y="990"/>
                </a:lnTo>
                <a:lnTo>
                  <a:pt x="834" y="990"/>
                </a:lnTo>
                <a:lnTo>
                  <a:pt x="835" y="990"/>
                </a:lnTo>
                <a:lnTo>
                  <a:pt x="835" y="991"/>
                </a:lnTo>
                <a:lnTo>
                  <a:pt x="836" y="992"/>
                </a:lnTo>
                <a:lnTo>
                  <a:pt x="837" y="992"/>
                </a:lnTo>
                <a:lnTo>
                  <a:pt x="839" y="991"/>
                </a:lnTo>
                <a:lnTo>
                  <a:pt x="841" y="990"/>
                </a:lnTo>
                <a:lnTo>
                  <a:pt x="843" y="990"/>
                </a:lnTo>
                <a:lnTo>
                  <a:pt x="844" y="989"/>
                </a:lnTo>
                <a:lnTo>
                  <a:pt x="845" y="987"/>
                </a:lnTo>
                <a:lnTo>
                  <a:pt x="846" y="987"/>
                </a:lnTo>
                <a:lnTo>
                  <a:pt x="849" y="986"/>
                </a:lnTo>
                <a:lnTo>
                  <a:pt x="849" y="985"/>
                </a:lnTo>
                <a:lnTo>
                  <a:pt x="849" y="984"/>
                </a:lnTo>
                <a:lnTo>
                  <a:pt x="850" y="983"/>
                </a:lnTo>
                <a:lnTo>
                  <a:pt x="852" y="982"/>
                </a:lnTo>
                <a:lnTo>
                  <a:pt x="854" y="981"/>
                </a:lnTo>
                <a:lnTo>
                  <a:pt x="856" y="981"/>
                </a:lnTo>
                <a:lnTo>
                  <a:pt x="857" y="981"/>
                </a:lnTo>
                <a:lnTo>
                  <a:pt x="859" y="981"/>
                </a:lnTo>
                <a:lnTo>
                  <a:pt x="860" y="980"/>
                </a:lnTo>
                <a:lnTo>
                  <a:pt x="862" y="980"/>
                </a:lnTo>
                <a:lnTo>
                  <a:pt x="862" y="979"/>
                </a:lnTo>
                <a:lnTo>
                  <a:pt x="863" y="979"/>
                </a:lnTo>
                <a:lnTo>
                  <a:pt x="864" y="980"/>
                </a:lnTo>
                <a:lnTo>
                  <a:pt x="865" y="980"/>
                </a:lnTo>
                <a:lnTo>
                  <a:pt x="866" y="979"/>
                </a:lnTo>
                <a:lnTo>
                  <a:pt x="867" y="979"/>
                </a:lnTo>
                <a:lnTo>
                  <a:pt x="867" y="978"/>
                </a:lnTo>
                <a:lnTo>
                  <a:pt x="868" y="978"/>
                </a:lnTo>
                <a:lnTo>
                  <a:pt x="870" y="978"/>
                </a:lnTo>
                <a:lnTo>
                  <a:pt x="870" y="977"/>
                </a:lnTo>
                <a:lnTo>
                  <a:pt x="871" y="977"/>
                </a:lnTo>
                <a:lnTo>
                  <a:pt x="872" y="978"/>
                </a:lnTo>
                <a:lnTo>
                  <a:pt x="873" y="979"/>
                </a:lnTo>
                <a:lnTo>
                  <a:pt x="874" y="981"/>
                </a:lnTo>
                <a:lnTo>
                  <a:pt x="876" y="983"/>
                </a:lnTo>
                <a:lnTo>
                  <a:pt x="876" y="985"/>
                </a:lnTo>
                <a:lnTo>
                  <a:pt x="878" y="987"/>
                </a:lnTo>
                <a:lnTo>
                  <a:pt x="879" y="987"/>
                </a:lnTo>
                <a:lnTo>
                  <a:pt x="879" y="988"/>
                </a:lnTo>
                <a:lnTo>
                  <a:pt x="880" y="989"/>
                </a:lnTo>
                <a:lnTo>
                  <a:pt x="881" y="989"/>
                </a:lnTo>
                <a:lnTo>
                  <a:pt x="881" y="990"/>
                </a:lnTo>
                <a:lnTo>
                  <a:pt x="882" y="990"/>
                </a:lnTo>
                <a:lnTo>
                  <a:pt x="882" y="991"/>
                </a:lnTo>
                <a:lnTo>
                  <a:pt x="884" y="992"/>
                </a:lnTo>
                <a:lnTo>
                  <a:pt x="885" y="993"/>
                </a:lnTo>
                <a:lnTo>
                  <a:pt x="885" y="995"/>
                </a:lnTo>
                <a:lnTo>
                  <a:pt x="886" y="996"/>
                </a:lnTo>
                <a:lnTo>
                  <a:pt x="887" y="995"/>
                </a:lnTo>
                <a:lnTo>
                  <a:pt x="889" y="995"/>
                </a:lnTo>
                <a:lnTo>
                  <a:pt x="893" y="995"/>
                </a:lnTo>
                <a:lnTo>
                  <a:pt x="895" y="994"/>
                </a:lnTo>
                <a:lnTo>
                  <a:pt x="896" y="994"/>
                </a:lnTo>
                <a:lnTo>
                  <a:pt x="897" y="994"/>
                </a:lnTo>
                <a:lnTo>
                  <a:pt x="898" y="993"/>
                </a:lnTo>
                <a:lnTo>
                  <a:pt x="899" y="993"/>
                </a:lnTo>
                <a:lnTo>
                  <a:pt x="900" y="993"/>
                </a:lnTo>
                <a:lnTo>
                  <a:pt x="903" y="993"/>
                </a:lnTo>
                <a:lnTo>
                  <a:pt x="903" y="994"/>
                </a:lnTo>
                <a:lnTo>
                  <a:pt x="903" y="995"/>
                </a:lnTo>
                <a:lnTo>
                  <a:pt x="903" y="996"/>
                </a:lnTo>
                <a:lnTo>
                  <a:pt x="903" y="997"/>
                </a:lnTo>
                <a:lnTo>
                  <a:pt x="904" y="997"/>
                </a:lnTo>
                <a:lnTo>
                  <a:pt x="904" y="998"/>
                </a:lnTo>
                <a:lnTo>
                  <a:pt x="905" y="998"/>
                </a:lnTo>
                <a:lnTo>
                  <a:pt x="906" y="998"/>
                </a:lnTo>
                <a:lnTo>
                  <a:pt x="907" y="998"/>
                </a:lnTo>
                <a:lnTo>
                  <a:pt x="908" y="997"/>
                </a:lnTo>
                <a:lnTo>
                  <a:pt x="910" y="997"/>
                </a:lnTo>
                <a:lnTo>
                  <a:pt x="911" y="996"/>
                </a:lnTo>
                <a:lnTo>
                  <a:pt x="912" y="996"/>
                </a:lnTo>
                <a:lnTo>
                  <a:pt x="913" y="996"/>
                </a:lnTo>
                <a:lnTo>
                  <a:pt x="914" y="996"/>
                </a:lnTo>
                <a:lnTo>
                  <a:pt x="916" y="995"/>
                </a:lnTo>
                <a:lnTo>
                  <a:pt x="918" y="995"/>
                </a:lnTo>
                <a:lnTo>
                  <a:pt x="920" y="995"/>
                </a:lnTo>
                <a:lnTo>
                  <a:pt x="922" y="994"/>
                </a:lnTo>
                <a:lnTo>
                  <a:pt x="923" y="994"/>
                </a:lnTo>
                <a:lnTo>
                  <a:pt x="925" y="994"/>
                </a:lnTo>
                <a:lnTo>
                  <a:pt x="931" y="998"/>
                </a:lnTo>
                <a:lnTo>
                  <a:pt x="936" y="999"/>
                </a:lnTo>
                <a:lnTo>
                  <a:pt x="944" y="1002"/>
                </a:lnTo>
                <a:lnTo>
                  <a:pt x="952" y="1000"/>
                </a:lnTo>
                <a:lnTo>
                  <a:pt x="955" y="997"/>
                </a:lnTo>
                <a:lnTo>
                  <a:pt x="957" y="982"/>
                </a:lnTo>
                <a:lnTo>
                  <a:pt x="953" y="976"/>
                </a:lnTo>
                <a:lnTo>
                  <a:pt x="951" y="973"/>
                </a:lnTo>
                <a:lnTo>
                  <a:pt x="941" y="968"/>
                </a:lnTo>
                <a:lnTo>
                  <a:pt x="923" y="959"/>
                </a:lnTo>
                <a:lnTo>
                  <a:pt x="923" y="957"/>
                </a:lnTo>
                <a:lnTo>
                  <a:pt x="922" y="950"/>
                </a:lnTo>
                <a:lnTo>
                  <a:pt x="924" y="946"/>
                </a:lnTo>
                <a:lnTo>
                  <a:pt x="924" y="945"/>
                </a:lnTo>
                <a:lnTo>
                  <a:pt x="924" y="940"/>
                </a:lnTo>
                <a:lnTo>
                  <a:pt x="924" y="938"/>
                </a:lnTo>
                <a:lnTo>
                  <a:pt x="925" y="937"/>
                </a:lnTo>
                <a:lnTo>
                  <a:pt x="927" y="934"/>
                </a:lnTo>
                <a:lnTo>
                  <a:pt x="928" y="932"/>
                </a:lnTo>
                <a:lnTo>
                  <a:pt x="929" y="932"/>
                </a:lnTo>
                <a:lnTo>
                  <a:pt x="930" y="930"/>
                </a:lnTo>
                <a:lnTo>
                  <a:pt x="930" y="926"/>
                </a:lnTo>
                <a:lnTo>
                  <a:pt x="930" y="925"/>
                </a:lnTo>
                <a:lnTo>
                  <a:pt x="930" y="923"/>
                </a:lnTo>
                <a:lnTo>
                  <a:pt x="930" y="922"/>
                </a:lnTo>
                <a:lnTo>
                  <a:pt x="929" y="920"/>
                </a:lnTo>
                <a:lnTo>
                  <a:pt x="929" y="919"/>
                </a:lnTo>
                <a:lnTo>
                  <a:pt x="929" y="918"/>
                </a:lnTo>
                <a:lnTo>
                  <a:pt x="930" y="917"/>
                </a:lnTo>
                <a:lnTo>
                  <a:pt x="930" y="915"/>
                </a:lnTo>
                <a:lnTo>
                  <a:pt x="930" y="912"/>
                </a:lnTo>
                <a:lnTo>
                  <a:pt x="930" y="911"/>
                </a:lnTo>
                <a:lnTo>
                  <a:pt x="933" y="909"/>
                </a:lnTo>
                <a:lnTo>
                  <a:pt x="935" y="907"/>
                </a:lnTo>
                <a:lnTo>
                  <a:pt x="937" y="907"/>
                </a:lnTo>
                <a:lnTo>
                  <a:pt x="939" y="908"/>
                </a:lnTo>
                <a:lnTo>
                  <a:pt x="942" y="907"/>
                </a:lnTo>
                <a:lnTo>
                  <a:pt x="948" y="885"/>
                </a:lnTo>
                <a:lnTo>
                  <a:pt x="958" y="869"/>
                </a:lnTo>
                <a:lnTo>
                  <a:pt x="970" y="845"/>
                </a:lnTo>
                <a:lnTo>
                  <a:pt x="975" y="832"/>
                </a:lnTo>
                <a:lnTo>
                  <a:pt x="976" y="823"/>
                </a:lnTo>
                <a:lnTo>
                  <a:pt x="981" y="812"/>
                </a:lnTo>
                <a:lnTo>
                  <a:pt x="986" y="809"/>
                </a:lnTo>
                <a:lnTo>
                  <a:pt x="986" y="806"/>
                </a:lnTo>
                <a:lnTo>
                  <a:pt x="991" y="791"/>
                </a:lnTo>
                <a:lnTo>
                  <a:pt x="992" y="788"/>
                </a:lnTo>
                <a:lnTo>
                  <a:pt x="992" y="785"/>
                </a:lnTo>
                <a:lnTo>
                  <a:pt x="992" y="783"/>
                </a:lnTo>
                <a:lnTo>
                  <a:pt x="993" y="783"/>
                </a:lnTo>
                <a:lnTo>
                  <a:pt x="993" y="782"/>
                </a:lnTo>
                <a:lnTo>
                  <a:pt x="995" y="781"/>
                </a:lnTo>
                <a:lnTo>
                  <a:pt x="996" y="779"/>
                </a:lnTo>
                <a:lnTo>
                  <a:pt x="998" y="777"/>
                </a:lnTo>
                <a:lnTo>
                  <a:pt x="998" y="775"/>
                </a:lnTo>
                <a:lnTo>
                  <a:pt x="999" y="774"/>
                </a:lnTo>
                <a:lnTo>
                  <a:pt x="1000" y="771"/>
                </a:lnTo>
                <a:lnTo>
                  <a:pt x="1000" y="770"/>
                </a:lnTo>
                <a:lnTo>
                  <a:pt x="1001" y="769"/>
                </a:lnTo>
                <a:lnTo>
                  <a:pt x="1001" y="767"/>
                </a:lnTo>
                <a:lnTo>
                  <a:pt x="1001" y="766"/>
                </a:lnTo>
                <a:lnTo>
                  <a:pt x="1002" y="764"/>
                </a:lnTo>
                <a:lnTo>
                  <a:pt x="1002" y="763"/>
                </a:lnTo>
                <a:lnTo>
                  <a:pt x="1002" y="760"/>
                </a:lnTo>
                <a:lnTo>
                  <a:pt x="1002" y="759"/>
                </a:lnTo>
                <a:lnTo>
                  <a:pt x="1002" y="758"/>
                </a:lnTo>
                <a:lnTo>
                  <a:pt x="1003" y="758"/>
                </a:lnTo>
                <a:lnTo>
                  <a:pt x="1004" y="758"/>
                </a:lnTo>
                <a:lnTo>
                  <a:pt x="1005" y="758"/>
                </a:lnTo>
                <a:lnTo>
                  <a:pt x="1006" y="758"/>
                </a:lnTo>
                <a:lnTo>
                  <a:pt x="1007" y="757"/>
                </a:lnTo>
                <a:lnTo>
                  <a:pt x="1009" y="757"/>
                </a:lnTo>
                <a:lnTo>
                  <a:pt x="1010" y="758"/>
                </a:lnTo>
                <a:lnTo>
                  <a:pt x="1011" y="758"/>
                </a:lnTo>
                <a:lnTo>
                  <a:pt x="1012" y="757"/>
                </a:lnTo>
                <a:lnTo>
                  <a:pt x="1014" y="756"/>
                </a:lnTo>
                <a:lnTo>
                  <a:pt x="1015" y="756"/>
                </a:lnTo>
                <a:lnTo>
                  <a:pt x="1017" y="758"/>
                </a:lnTo>
                <a:lnTo>
                  <a:pt x="1018" y="758"/>
                </a:lnTo>
                <a:lnTo>
                  <a:pt x="1020" y="759"/>
                </a:lnTo>
                <a:lnTo>
                  <a:pt x="1021" y="759"/>
                </a:lnTo>
                <a:lnTo>
                  <a:pt x="1021" y="760"/>
                </a:lnTo>
                <a:lnTo>
                  <a:pt x="1022" y="761"/>
                </a:lnTo>
                <a:lnTo>
                  <a:pt x="1022" y="762"/>
                </a:lnTo>
                <a:lnTo>
                  <a:pt x="1023" y="762"/>
                </a:lnTo>
                <a:lnTo>
                  <a:pt x="1024" y="762"/>
                </a:lnTo>
                <a:lnTo>
                  <a:pt x="1025" y="763"/>
                </a:lnTo>
                <a:lnTo>
                  <a:pt x="1026" y="764"/>
                </a:lnTo>
                <a:lnTo>
                  <a:pt x="1029" y="763"/>
                </a:lnTo>
                <a:lnTo>
                  <a:pt x="1031" y="763"/>
                </a:lnTo>
                <a:lnTo>
                  <a:pt x="1032" y="763"/>
                </a:lnTo>
                <a:lnTo>
                  <a:pt x="1033" y="764"/>
                </a:lnTo>
                <a:lnTo>
                  <a:pt x="1034" y="764"/>
                </a:lnTo>
                <a:lnTo>
                  <a:pt x="1035" y="764"/>
                </a:lnTo>
                <a:lnTo>
                  <a:pt x="1037" y="763"/>
                </a:lnTo>
                <a:lnTo>
                  <a:pt x="1038" y="764"/>
                </a:lnTo>
                <a:lnTo>
                  <a:pt x="1038" y="765"/>
                </a:lnTo>
                <a:lnTo>
                  <a:pt x="1039" y="766"/>
                </a:lnTo>
                <a:lnTo>
                  <a:pt x="1041" y="767"/>
                </a:lnTo>
                <a:lnTo>
                  <a:pt x="1041" y="768"/>
                </a:lnTo>
                <a:lnTo>
                  <a:pt x="1042" y="769"/>
                </a:lnTo>
                <a:lnTo>
                  <a:pt x="1043" y="770"/>
                </a:lnTo>
                <a:lnTo>
                  <a:pt x="1044" y="770"/>
                </a:lnTo>
                <a:lnTo>
                  <a:pt x="1045" y="769"/>
                </a:lnTo>
                <a:lnTo>
                  <a:pt x="1047" y="769"/>
                </a:lnTo>
                <a:lnTo>
                  <a:pt x="1048" y="769"/>
                </a:lnTo>
                <a:lnTo>
                  <a:pt x="1048" y="770"/>
                </a:lnTo>
                <a:lnTo>
                  <a:pt x="1049" y="770"/>
                </a:lnTo>
                <a:lnTo>
                  <a:pt x="1050" y="771"/>
                </a:lnTo>
                <a:lnTo>
                  <a:pt x="1051" y="772"/>
                </a:lnTo>
                <a:lnTo>
                  <a:pt x="1052" y="771"/>
                </a:lnTo>
                <a:lnTo>
                  <a:pt x="1053" y="772"/>
                </a:lnTo>
                <a:lnTo>
                  <a:pt x="1054" y="773"/>
                </a:lnTo>
                <a:lnTo>
                  <a:pt x="1055" y="774"/>
                </a:lnTo>
                <a:lnTo>
                  <a:pt x="1056" y="774"/>
                </a:lnTo>
                <a:lnTo>
                  <a:pt x="1057" y="775"/>
                </a:lnTo>
                <a:lnTo>
                  <a:pt x="1059" y="775"/>
                </a:lnTo>
                <a:lnTo>
                  <a:pt x="1059" y="776"/>
                </a:lnTo>
                <a:lnTo>
                  <a:pt x="1059" y="777"/>
                </a:lnTo>
                <a:lnTo>
                  <a:pt x="1060" y="777"/>
                </a:lnTo>
                <a:lnTo>
                  <a:pt x="1061" y="777"/>
                </a:lnTo>
                <a:lnTo>
                  <a:pt x="1062" y="778"/>
                </a:lnTo>
                <a:lnTo>
                  <a:pt x="1064" y="778"/>
                </a:lnTo>
                <a:lnTo>
                  <a:pt x="1066" y="779"/>
                </a:lnTo>
                <a:lnTo>
                  <a:pt x="1067" y="779"/>
                </a:lnTo>
                <a:lnTo>
                  <a:pt x="1069" y="779"/>
                </a:lnTo>
                <a:lnTo>
                  <a:pt x="1071" y="780"/>
                </a:lnTo>
                <a:lnTo>
                  <a:pt x="1072" y="780"/>
                </a:lnTo>
                <a:lnTo>
                  <a:pt x="1072" y="781"/>
                </a:lnTo>
                <a:lnTo>
                  <a:pt x="1072" y="782"/>
                </a:lnTo>
                <a:lnTo>
                  <a:pt x="1073" y="783"/>
                </a:lnTo>
                <a:lnTo>
                  <a:pt x="1074" y="782"/>
                </a:lnTo>
                <a:lnTo>
                  <a:pt x="1075" y="782"/>
                </a:lnTo>
                <a:lnTo>
                  <a:pt x="1076" y="781"/>
                </a:lnTo>
                <a:lnTo>
                  <a:pt x="1077" y="781"/>
                </a:lnTo>
                <a:lnTo>
                  <a:pt x="1078" y="781"/>
                </a:lnTo>
                <a:lnTo>
                  <a:pt x="1079" y="781"/>
                </a:lnTo>
                <a:lnTo>
                  <a:pt x="1080" y="781"/>
                </a:lnTo>
                <a:lnTo>
                  <a:pt x="1080" y="782"/>
                </a:lnTo>
                <a:lnTo>
                  <a:pt x="1082" y="782"/>
                </a:lnTo>
                <a:lnTo>
                  <a:pt x="1082" y="783"/>
                </a:lnTo>
                <a:lnTo>
                  <a:pt x="1084" y="783"/>
                </a:lnTo>
                <a:lnTo>
                  <a:pt x="1086" y="784"/>
                </a:lnTo>
                <a:lnTo>
                  <a:pt x="1087" y="784"/>
                </a:lnTo>
                <a:lnTo>
                  <a:pt x="1088" y="785"/>
                </a:lnTo>
                <a:lnTo>
                  <a:pt x="1089" y="785"/>
                </a:lnTo>
                <a:lnTo>
                  <a:pt x="1090" y="785"/>
                </a:lnTo>
                <a:lnTo>
                  <a:pt x="1091" y="785"/>
                </a:lnTo>
                <a:lnTo>
                  <a:pt x="1091" y="786"/>
                </a:lnTo>
                <a:lnTo>
                  <a:pt x="1092" y="786"/>
                </a:lnTo>
                <a:lnTo>
                  <a:pt x="1093" y="786"/>
                </a:lnTo>
                <a:lnTo>
                  <a:pt x="1094" y="786"/>
                </a:lnTo>
                <a:lnTo>
                  <a:pt x="1095" y="786"/>
                </a:lnTo>
                <a:lnTo>
                  <a:pt x="1095" y="787"/>
                </a:lnTo>
                <a:lnTo>
                  <a:pt x="1095" y="788"/>
                </a:lnTo>
                <a:lnTo>
                  <a:pt x="1096" y="788"/>
                </a:lnTo>
                <a:lnTo>
                  <a:pt x="1097" y="788"/>
                </a:lnTo>
                <a:lnTo>
                  <a:pt x="1097" y="787"/>
                </a:lnTo>
                <a:lnTo>
                  <a:pt x="1098" y="786"/>
                </a:lnTo>
                <a:lnTo>
                  <a:pt x="1099" y="786"/>
                </a:lnTo>
                <a:lnTo>
                  <a:pt x="1100" y="786"/>
                </a:lnTo>
                <a:lnTo>
                  <a:pt x="1101" y="786"/>
                </a:lnTo>
                <a:lnTo>
                  <a:pt x="1102" y="786"/>
                </a:lnTo>
                <a:lnTo>
                  <a:pt x="1104" y="786"/>
                </a:lnTo>
                <a:lnTo>
                  <a:pt x="1105" y="786"/>
                </a:lnTo>
                <a:lnTo>
                  <a:pt x="1107" y="787"/>
                </a:lnTo>
                <a:lnTo>
                  <a:pt x="1111" y="788"/>
                </a:lnTo>
                <a:lnTo>
                  <a:pt x="1114" y="789"/>
                </a:lnTo>
                <a:lnTo>
                  <a:pt x="1118" y="788"/>
                </a:lnTo>
                <a:lnTo>
                  <a:pt x="1120" y="787"/>
                </a:lnTo>
                <a:lnTo>
                  <a:pt x="1125" y="784"/>
                </a:lnTo>
                <a:lnTo>
                  <a:pt x="1126" y="784"/>
                </a:lnTo>
                <a:lnTo>
                  <a:pt x="1127" y="784"/>
                </a:lnTo>
                <a:lnTo>
                  <a:pt x="1129" y="784"/>
                </a:lnTo>
                <a:lnTo>
                  <a:pt x="1130" y="785"/>
                </a:lnTo>
                <a:lnTo>
                  <a:pt x="1131" y="785"/>
                </a:lnTo>
                <a:lnTo>
                  <a:pt x="1132" y="784"/>
                </a:lnTo>
                <a:lnTo>
                  <a:pt x="1133" y="784"/>
                </a:lnTo>
                <a:lnTo>
                  <a:pt x="1134" y="785"/>
                </a:lnTo>
                <a:lnTo>
                  <a:pt x="1135" y="785"/>
                </a:lnTo>
                <a:lnTo>
                  <a:pt x="1136" y="785"/>
                </a:lnTo>
                <a:lnTo>
                  <a:pt x="1138" y="785"/>
                </a:lnTo>
                <a:lnTo>
                  <a:pt x="1139" y="784"/>
                </a:lnTo>
                <a:lnTo>
                  <a:pt x="1140" y="784"/>
                </a:lnTo>
                <a:lnTo>
                  <a:pt x="1141" y="785"/>
                </a:lnTo>
                <a:lnTo>
                  <a:pt x="1142" y="785"/>
                </a:lnTo>
                <a:lnTo>
                  <a:pt x="1144" y="785"/>
                </a:lnTo>
                <a:lnTo>
                  <a:pt x="1146" y="785"/>
                </a:lnTo>
                <a:lnTo>
                  <a:pt x="1148" y="784"/>
                </a:lnTo>
                <a:lnTo>
                  <a:pt x="1150" y="784"/>
                </a:lnTo>
                <a:lnTo>
                  <a:pt x="1151" y="784"/>
                </a:lnTo>
                <a:lnTo>
                  <a:pt x="1152" y="784"/>
                </a:lnTo>
                <a:lnTo>
                  <a:pt x="1152" y="785"/>
                </a:lnTo>
                <a:lnTo>
                  <a:pt x="1153" y="785"/>
                </a:lnTo>
                <a:lnTo>
                  <a:pt x="1154" y="786"/>
                </a:lnTo>
                <a:lnTo>
                  <a:pt x="1155" y="786"/>
                </a:lnTo>
                <a:lnTo>
                  <a:pt x="1157" y="787"/>
                </a:lnTo>
                <a:lnTo>
                  <a:pt x="1158" y="788"/>
                </a:lnTo>
                <a:lnTo>
                  <a:pt x="1160" y="787"/>
                </a:lnTo>
                <a:lnTo>
                  <a:pt x="1162" y="786"/>
                </a:lnTo>
                <a:lnTo>
                  <a:pt x="1164" y="785"/>
                </a:lnTo>
                <a:lnTo>
                  <a:pt x="1166" y="785"/>
                </a:lnTo>
                <a:lnTo>
                  <a:pt x="1168" y="785"/>
                </a:lnTo>
                <a:lnTo>
                  <a:pt x="1171" y="785"/>
                </a:lnTo>
                <a:lnTo>
                  <a:pt x="1173" y="785"/>
                </a:lnTo>
                <a:lnTo>
                  <a:pt x="1173" y="784"/>
                </a:lnTo>
                <a:lnTo>
                  <a:pt x="1174" y="785"/>
                </a:lnTo>
                <a:lnTo>
                  <a:pt x="1175" y="785"/>
                </a:lnTo>
                <a:lnTo>
                  <a:pt x="1176" y="784"/>
                </a:lnTo>
                <a:lnTo>
                  <a:pt x="1180" y="783"/>
                </a:lnTo>
                <a:lnTo>
                  <a:pt x="1183" y="783"/>
                </a:lnTo>
                <a:lnTo>
                  <a:pt x="1183" y="784"/>
                </a:lnTo>
                <a:lnTo>
                  <a:pt x="1185" y="785"/>
                </a:lnTo>
                <a:lnTo>
                  <a:pt x="1186" y="787"/>
                </a:lnTo>
                <a:lnTo>
                  <a:pt x="1188" y="788"/>
                </a:lnTo>
                <a:lnTo>
                  <a:pt x="1190" y="788"/>
                </a:lnTo>
                <a:lnTo>
                  <a:pt x="1192" y="789"/>
                </a:lnTo>
                <a:lnTo>
                  <a:pt x="1193" y="790"/>
                </a:lnTo>
                <a:lnTo>
                  <a:pt x="1194" y="791"/>
                </a:lnTo>
                <a:lnTo>
                  <a:pt x="1194" y="792"/>
                </a:lnTo>
                <a:lnTo>
                  <a:pt x="1195" y="794"/>
                </a:lnTo>
                <a:lnTo>
                  <a:pt x="1199" y="797"/>
                </a:lnTo>
                <a:lnTo>
                  <a:pt x="1200" y="798"/>
                </a:lnTo>
                <a:lnTo>
                  <a:pt x="1201" y="800"/>
                </a:lnTo>
                <a:lnTo>
                  <a:pt x="1202" y="801"/>
                </a:lnTo>
                <a:lnTo>
                  <a:pt x="1203" y="801"/>
                </a:lnTo>
                <a:lnTo>
                  <a:pt x="1204" y="801"/>
                </a:lnTo>
                <a:lnTo>
                  <a:pt x="1206" y="800"/>
                </a:lnTo>
                <a:lnTo>
                  <a:pt x="1207" y="799"/>
                </a:lnTo>
                <a:lnTo>
                  <a:pt x="1207" y="798"/>
                </a:lnTo>
                <a:lnTo>
                  <a:pt x="1207" y="797"/>
                </a:lnTo>
                <a:lnTo>
                  <a:pt x="1207" y="796"/>
                </a:lnTo>
                <a:lnTo>
                  <a:pt x="1208" y="795"/>
                </a:lnTo>
                <a:lnTo>
                  <a:pt x="1209" y="794"/>
                </a:lnTo>
                <a:lnTo>
                  <a:pt x="1210" y="794"/>
                </a:lnTo>
                <a:lnTo>
                  <a:pt x="1211" y="793"/>
                </a:lnTo>
                <a:lnTo>
                  <a:pt x="1213" y="793"/>
                </a:lnTo>
                <a:lnTo>
                  <a:pt x="1214" y="793"/>
                </a:lnTo>
                <a:lnTo>
                  <a:pt x="1216" y="793"/>
                </a:lnTo>
                <a:lnTo>
                  <a:pt x="1217" y="793"/>
                </a:lnTo>
                <a:lnTo>
                  <a:pt x="1218" y="791"/>
                </a:lnTo>
                <a:lnTo>
                  <a:pt x="1219" y="789"/>
                </a:lnTo>
                <a:lnTo>
                  <a:pt x="1221" y="788"/>
                </a:lnTo>
                <a:lnTo>
                  <a:pt x="1223" y="786"/>
                </a:lnTo>
                <a:lnTo>
                  <a:pt x="1224" y="786"/>
                </a:lnTo>
                <a:lnTo>
                  <a:pt x="1226" y="785"/>
                </a:lnTo>
                <a:lnTo>
                  <a:pt x="1227" y="785"/>
                </a:lnTo>
                <a:lnTo>
                  <a:pt x="1228" y="784"/>
                </a:lnTo>
                <a:lnTo>
                  <a:pt x="1230" y="782"/>
                </a:lnTo>
                <a:lnTo>
                  <a:pt x="1230" y="781"/>
                </a:lnTo>
                <a:lnTo>
                  <a:pt x="1231" y="779"/>
                </a:lnTo>
                <a:lnTo>
                  <a:pt x="1232" y="778"/>
                </a:lnTo>
                <a:lnTo>
                  <a:pt x="1234" y="778"/>
                </a:lnTo>
                <a:lnTo>
                  <a:pt x="1237" y="778"/>
                </a:lnTo>
                <a:lnTo>
                  <a:pt x="1238" y="778"/>
                </a:lnTo>
                <a:lnTo>
                  <a:pt x="1238" y="777"/>
                </a:lnTo>
                <a:lnTo>
                  <a:pt x="1238" y="776"/>
                </a:lnTo>
                <a:lnTo>
                  <a:pt x="1239" y="776"/>
                </a:lnTo>
                <a:lnTo>
                  <a:pt x="1240" y="777"/>
                </a:lnTo>
                <a:lnTo>
                  <a:pt x="1242" y="778"/>
                </a:lnTo>
                <a:lnTo>
                  <a:pt x="1243" y="779"/>
                </a:lnTo>
                <a:lnTo>
                  <a:pt x="1244" y="779"/>
                </a:lnTo>
                <a:lnTo>
                  <a:pt x="1245" y="779"/>
                </a:lnTo>
                <a:lnTo>
                  <a:pt x="1247" y="778"/>
                </a:lnTo>
                <a:lnTo>
                  <a:pt x="1248" y="778"/>
                </a:lnTo>
                <a:lnTo>
                  <a:pt x="1249" y="778"/>
                </a:lnTo>
                <a:lnTo>
                  <a:pt x="1250" y="779"/>
                </a:lnTo>
                <a:lnTo>
                  <a:pt x="1251" y="778"/>
                </a:lnTo>
                <a:lnTo>
                  <a:pt x="1252" y="778"/>
                </a:lnTo>
                <a:lnTo>
                  <a:pt x="1254" y="777"/>
                </a:lnTo>
                <a:lnTo>
                  <a:pt x="1256" y="777"/>
                </a:lnTo>
                <a:lnTo>
                  <a:pt x="1258" y="777"/>
                </a:lnTo>
                <a:lnTo>
                  <a:pt x="1260" y="778"/>
                </a:lnTo>
                <a:lnTo>
                  <a:pt x="1262" y="778"/>
                </a:lnTo>
                <a:lnTo>
                  <a:pt x="1266" y="778"/>
                </a:lnTo>
                <a:lnTo>
                  <a:pt x="1267" y="777"/>
                </a:lnTo>
                <a:lnTo>
                  <a:pt x="1266" y="777"/>
                </a:lnTo>
                <a:lnTo>
                  <a:pt x="1266" y="774"/>
                </a:lnTo>
                <a:lnTo>
                  <a:pt x="1267" y="773"/>
                </a:lnTo>
                <a:lnTo>
                  <a:pt x="1267" y="771"/>
                </a:lnTo>
                <a:lnTo>
                  <a:pt x="1269" y="769"/>
                </a:lnTo>
                <a:lnTo>
                  <a:pt x="1270" y="768"/>
                </a:lnTo>
                <a:lnTo>
                  <a:pt x="1274" y="764"/>
                </a:lnTo>
                <a:lnTo>
                  <a:pt x="1277" y="761"/>
                </a:lnTo>
                <a:lnTo>
                  <a:pt x="1279" y="759"/>
                </a:lnTo>
                <a:lnTo>
                  <a:pt x="1280" y="758"/>
                </a:lnTo>
                <a:lnTo>
                  <a:pt x="1281" y="757"/>
                </a:lnTo>
                <a:lnTo>
                  <a:pt x="1282" y="756"/>
                </a:lnTo>
                <a:lnTo>
                  <a:pt x="1282" y="755"/>
                </a:lnTo>
                <a:lnTo>
                  <a:pt x="1282" y="754"/>
                </a:lnTo>
                <a:lnTo>
                  <a:pt x="1282" y="753"/>
                </a:lnTo>
                <a:lnTo>
                  <a:pt x="1283" y="752"/>
                </a:lnTo>
                <a:lnTo>
                  <a:pt x="1283" y="751"/>
                </a:lnTo>
                <a:lnTo>
                  <a:pt x="1283" y="750"/>
                </a:lnTo>
                <a:lnTo>
                  <a:pt x="1282" y="749"/>
                </a:lnTo>
                <a:lnTo>
                  <a:pt x="1282" y="748"/>
                </a:lnTo>
                <a:lnTo>
                  <a:pt x="1280" y="747"/>
                </a:lnTo>
                <a:lnTo>
                  <a:pt x="1280" y="746"/>
                </a:lnTo>
                <a:lnTo>
                  <a:pt x="1281" y="745"/>
                </a:lnTo>
                <a:lnTo>
                  <a:pt x="1281" y="744"/>
                </a:lnTo>
                <a:lnTo>
                  <a:pt x="1282" y="743"/>
                </a:lnTo>
                <a:lnTo>
                  <a:pt x="1282" y="742"/>
                </a:lnTo>
                <a:lnTo>
                  <a:pt x="1282" y="741"/>
                </a:lnTo>
                <a:lnTo>
                  <a:pt x="1283" y="740"/>
                </a:lnTo>
                <a:lnTo>
                  <a:pt x="1283" y="739"/>
                </a:lnTo>
                <a:lnTo>
                  <a:pt x="1283" y="738"/>
                </a:lnTo>
                <a:lnTo>
                  <a:pt x="1283" y="737"/>
                </a:lnTo>
                <a:lnTo>
                  <a:pt x="1282" y="735"/>
                </a:lnTo>
                <a:lnTo>
                  <a:pt x="1282" y="733"/>
                </a:lnTo>
                <a:lnTo>
                  <a:pt x="1282" y="732"/>
                </a:lnTo>
                <a:lnTo>
                  <a:pt x="1281" y="731"/>
                </a:lnTo>
                <a:lnTo>
                  <a:pt x="1280" y="731"/>
                </a:lnTo>
                <a:lnTo>
                  <a:pt x="1278" y="730"/>
                </a:lnTo>
                <a:lnTo>
                  <a:pt x="1277" y="728"/>
                </a:lnTo>
                <a:lnTo>
                  <a:pt x="1276" y="727"/>
                </a:lnTo>
                <a:lnTo>
                  <a:pt x="1276" y="726"/>
                </a:lnTo>
                <a:lnTo>
                  <a:pt x="1275" y="725"/>
                </a:lnTo>
                <a:lnTo>
                  <a:pt x="1274" y="724"/>
                </a:lnTo>
                <a:lnTo>
                  <a:pt x="1274" y="722"/>
                </a:lnTo>
                <a:lnTo>
                  <a:pt x="1275" y="720"/>
                </a:lnTo>
                <a:lnTo>
                  <a:pt x="1274" y="719"/>
                </a:lnTo>
                <a:lnTo>
                  <a:pt x="1274" y="717"/>
                </a:lnTo>
                <a:lnTo>
                  <a:pt x="1274" y="714"/>
                </a:lnTo>
                <a:lnTo>
                  <a:pt x="1273" y="711"/>
                </a:lnTo>
                <a:lnTo>
                  <a:pt x="1273" y="709"/>
                </a:lnTo>
                <a:lnTo>
                  <a:pt x="1270" y="685"/>
                </a:lnTo>
                <a:lnTo>
                  <a:pt x="1268" y="672"/>
                </a:lnTo>
                <a:lnTo>
                  <a:pt x="1268" y="671"/>
                </a:lnTo>
                <a:lnTo>
                  <a:pt x="1268" y="669"/>
                </a:lnTo>
                <a:lnTo>
                  <a:pt x="1267" y="668"/>
                </a:lnTo>
                <a:lnTo>
                  <a:pt x="1267" y="667"/>
                </a:lnTo>
                <a:lnTo>
                  <a:pt x="1266" y="666"/>
                </a:lnTo>
                <a:lnTo>
                  <a:pt x="1266" y="665"/>
                </a:lnTo>
                <a:lnTo>
                  <a:pt x="1267" y="665"/>
                </a:lnTo>
                <a:lnTo>
                  <a:pt x="1267" y="664"/>
                </a:lnTo>
                <a:lnTo>
                  <a:pt x="1267" y="663"/>
                </a:lnTo>
                <a:lnTo>
                  <a:pt x="1266" y="663"/>
                </a:lnTo>
                <a:lnTo>
                  <a:pt x="1266" y="662"/>
                </a:lnTo>
                <a:lnTo>
                  <a:pt x="1265" y="662"/>
                </a:lnTo>
                <a:lnTo>
                  <a:pt x="1266" y="660"/>
                </a:lnTo>
                <a:lnTo>
                  <a:pt x="1266" y="659"/>
                </a:lnTo>
                <a:lnTo>
                  <a:pt x="1267" y="659"/>
                </a:lnTo>
                <a:lnTo>
                  <a:pt x="1267" y="658"/>
                </a:lnTo>
                <a:lnTo>
                  <a:pt x="1267" y="657"/>
                </a:lnTo>
                <a:lnTo>
                  <a:pt x="1267" y="656"/>
                </a:lnTo>
                <a:lnTo>
                  <a:pt x="1267" y="655"/>
                </a:lnTo>
                <a:lnTo>
                  <a:pt x="1267" y="654"/>
                </a:lnTo>
                <a:lnTo>
                  <a:pt x="1267" y="653"/>
                </a:lnTo>
                <a:lnTo>
                  <a:pt x="1268" y="652"/>
                </a:lnTo>
                <a:lnTo>
                  <a:pt x="1267" y="651"/>
                </a:lnTo>
                <a:lnTo>
                  <a:pt x="1268" y="650"/>
                </a:lnTo>
                <a:lnTo>
                  <a:pt x="1269" y="650"/>
                </a:lnTo>
                <a:lnTo>
                  <a:pt x="1269" y="649"/>
                </a:lnTo>
                <a:lnTo>
                  <a:pt x="1269" y="648"/>
                </a:lnTo>
                <a:lnTo>
                  <a:pt x="1269" y="647"/>
                </a:lnTo>
                <a:lnTo>
                  <a:pt x="1270" y="646"/>
                </a:lnTo>
                <a:lnTo>
                  <a:pt x="1271" y="645"/>
                </a:lnTo>
                <a:lnTo>
                  <a:pt x="1271" y="644"/>
                </a:lnTo>
                <a:lnTo>
                  <a:pt x="1272" y="643"/>
                </a:lnTo>
                <a:lnTo>
                  <a:pt x="1272" y="642"/>
                </a:lnTo>
                <a:lnTo>
                  <a:pt x="1272" y="641"/>
                </a:lnTo>
                <a:lnTo>
                  <a:pt x="1273" y="641"/>
                </a:lnTo>
                <a:lnTo>
                  <a:pt x="1274" y="640"/>
                </a:lnTo>
                <a:lnTo>
                  <a:pt x="1275" y="640"/>
                </a:lnTo>
                <a:lnTo>
                  <a:pt x="1276" y="640"/>
                </a:lnTo>
                <a:lnTo>
                  <a:pt x="1276" y="639"/>
                </a:lnTo>
                <a:lnTo>
                  <a:pt x="1276" y="638"/>
                </a:lnTo>
                <a:lnTo>
                  <a:pt x="1277" y="638"/>
                </a:lnTo>
                <a:lnTo>
                  <a:pt x="1277" y="637"/>
                </a:lnTo>
                <a:lnTo>
                  <a:pt x="1278" y="636"/>
                </a:lnTo>
                <a:lnTo>
                  <a:pt x="1279" y="636"/>
                </a:lnTo>
                <a:lnTo>
                  <a:pt x="1279" y="635"/>
                </a:lnTo>
                <a:lnTo>
                  <a:pt x="1280" y="635"/>
                </a:lnTo>
                <a:lnTo>
                  <a:pt x="1280" y="634"/>
                </a:lnTo>
                <a:lnTo>
                  <a:pt x="1281" y="633"/>
                </a:lnTo>
                <a:lnTo>
                  <a:pt x="1282" y="632"/>
                </a:lnTo>
                <a:lnTo>
                  <a:pt x="1282" y="631"/>
                </a:lnTo>
                <a:lnTo>
                  <a:pt x="1282" y="630"/>
                </a:lnTo>
                <a:lnTo>
                  <a:pt x="1282" y="629"/>
                </a:lnTo>
                <a:lnTo>
                  <a:pt x="1283" y="629"/>
                </a:lnTo>
                <a:lnTo>
                  <a:pt x="1283" y="628"/>
                </a:lnTo>
                <a:lnTo>
                  <a:pt x="1283" y="627"/>
                </a:lnTo>
                <a:lnTo>
                  <a:pt x="1283" y="626"/>
                </a:lnTo>
                <a:lnTo>
                  <a:pt x="1283" y="625"/>
                </a:lnTo>
                <a:lnTo>
                  <a:pt x="1284" y="624"/>
                </a:lnTo>
                <a:lnTo>
                  <a:pt x="1285" y="623"/>
                </a:lnTo>
                <a:lnTo>
                  <a:pt x="1285" y="622"/>
                </a:lnTo>
                <a:lnTo>
                  <a:pt x="1285" y="621"/>
                </a:lnTo>
                <a:lnTo>
                  <a:pt x="1287" y="620"/>
                </a:lnTo>
                <a:lnTo>
                  <a:pt x="1288" y="619"/>
                </a:lnTo>
                <a:lnTo>
                  <a:pt x="1289" y="618"/>
                </a:lnTo>
                <a:lnTo>
                  <a:pt x="1289" y="617"/>
                </a:lnTo>
                <a:lnTo>
                  <a:pt x="1290" y="616"/>
                </a:lnTo>
                <a:lnTo>
                  <a:pt x="1292" y="616"/>
                </a:lnTo>
                <a:lnTo>
                  <a:pt x="1292" y="615"/>
                </a:lnTo>
                <a:lnTo>
                  <a:pt x="1293" y="615"/>
                </a:lnTo>
                <a:lnTo>
                  <a:pt x="1294" y="615"/>
                </a:lnTo>
                <a:lnTo>
                  <a:pt x="1295" y="615"/>
                </a:lnTo>
                <a:lnTo>
                  <a:pt x="1296" y="614"/>
                </a:lnTo>
                <a:lnTo>
                  <a:pt x="1297" y="614"/>
                </a:lnTo>
                <a:lnTo>
                  <a:pt x="1298" y="614"/>
                </a:lnTo>
                <a:lnTo>
                  <a:pt x="1299" y="614"/>
                </a:lnTo>
                <a:lnTo>
                  <a:pt x="1301" y="614"/>
                </a:lnTo>
                <a:lnTo>
                  <a:pt x="1303" y="614"/>
                </a:lnTo>
                <a:lnTo>
                  <a:pt x="1304" y="614"/>
                </a:lnTo>
                <a:lnTo>
                  <a:pt x="1305" y="613"/>
                </a:lnTo>
                <a:lnTo>
                  <a:pt x="1306" y="613"/>
                </a:lnTo>
                <a:lnTo>
                  <a:pt x="1322" y="612"/>
                </a:lnTo>
                <a:lnTo>
                  <a:pt x="1338" y="613"/>
                </a:lnTo>
                <a:lnTo>
                  <a:pt x="1338" y="614"/>
                </a:lnTo>
                <a:lnTo>
                  <a:pt x="1339" y="613"/>
                </a:lnTo>
                <a:lnTo>
                  <a:pt x="1340" y="613"/>
                </a:lnTo>
                <a:lnTo>
                  <a:pt x="1341" y="612"/>
                </a:lnTo>
                <a:lnTo>
                  <a:pt x="1342" y="611"/>
                </a:lnTo>
                <a:lnTo>
                  <a:pt x="1343" y="611"/>
                </a:lnTo>
                <a:lnTo>
                  <a:pt x="1344" y="610"/>
                </a:lnTo>
                <a:lnTo>
                  <a:pt x="1345" y="609"/>
                </a:lnTo>
                <a:lnTo>
                  <a:pt x="1345" y="608"/>
                </a:lnTo>
                <a:lnTo>
                  <a:pt x="1346" y="608"/>
                </a:lnTo>
                <a:lnTo>
                  <a:pt x="1347" y="607"/>
                </a:lnTo>
                <a:lnTo>
                  <a:pt x="1349" y="607"/>
                </a:lnTo>
                <a:lnTo>
                  <a:pt x="1350" y="606"/>
                </a:lnTo>
                <a:lnTo>
                  <a:pt x="1351" y="606"/>
                </a:lnTo>
                <a:lnTo>
                  <a:pt x="1352" y="606"/>
                </a:lnTo>
                <a:lnTo>
                  <a:pt x="1353" y="606"/>
                </a:lnTo>
                <a:lnTo>
                  <a:pt x="1354" y="606"/>
                </a:lnTo>
                <a:lnTo>
                  <a:pt x="1354" y="605"/>
                </a:lnTo>
                <a:lnTo>
                  <a:pt x="1355" y="605"/>
                </a:lnTo>
                <a:lnTo>
                  <a:pt x="1355" y="606"/>
                </a:lnTo>
                <a:lnTo>
                  <a:pt x="1356" y="607"/>
                </a:lnTo>
                <a:lnTo>
                  <a:pt x="1357" y="607"/>
                </a:lnTo>
                <a:lnTo>
                  <a:pt x="1357" y="608"/>
                </a:lnTo>
                <a:lnTo>
                  <a:pt x="1358" y="608"/>
                </a:lnTo>
                <a:lnTo>
                  <a:pt x="1376" y="601"/>
                </a:lnTo>
                <a:lnTo>
                  <a:pt x="1376" y="600"/>
                </a:lnTo>
                <a:lnTo>
                  <a:pt x="1377" y="600"/>
                </a:lnTo>
                <a:lnTo>
                  <a:pt x="1378" y="599"/>
                </a:lnTo>
                <a:lnTo>
                  <a:pt x="1378" y="598"/>
                </a:lnTo>
                <a:lnTo>
                  <a:pt x="1378" y="597"/>
                </a:lnTo>
                <a:lnTo>
                  <a:pt x="1378" y="596"/>
                </a:lnTo>
                <a:lnTo>
                  <a:pt x="1378" y="595"/>
                </a:lnTo>
                <a:lnTo>
                  <a:pt x="1379" y="595"/>
                </a:lnTo>
                <a:lnTo>
                  <a:pt x="1379" y="594"/>
                </a:lnTo>
                <a:lnTo>
                  <a:pt x="1380" y="594"/>
                </a:lnTo>
                <a:lnTo>
                  <a:pt x="1380" y="593"/>
                </a:lnTo>
                <a:lnTo>
                  <a:pt x="1381" y="593"/>
                </a:lnTo>
                <a:lnTo>
                  <a:pt x="1381" y="592"/>
                </a:lnTo>
                <a:lnTo>
                  <a:pt x="1381" y="591"/>
                </a:lnTo>
                <a:lnTo>
                  <a:pt x="1382" y="591"/>
                </a:lnTo>
                <a:lnTo>
                  <a:pt x="1382" y="590"/>
                </a:lnTo>
                <a:lnTo>
                  <a:pt x="1383" y="590"/>
                </a:lnTo>
                <a:lnTo>
                  <a:pt x="1384" y="590"/>
                </a:lnTo>
                <a:lnTo>
                  <a:pt x="1386" y="589"/>
                </a:lnTo>
                <a:lnTo>
                  <a:pt x="1387" y="589"/>
                </a:lnTo>
                <a:lnTo>
                  <a:pt x="1388" y="588"/>
                </a:lnTo>
                <a:lnTo>
                  <a:pt x="1389" y="587"/>
                </a:lnTo>
                <a:lnTo>
                  <a:pt x="1389" y="585"/>
                </a:lnTo>
                <a:lnTo>
                  <a:pt x="1390" y="584"/>
                </a:lnTo>
                <a:lnTo>
                  <a:pt x="1392" y="583"/>
                </a:lnTo>
                <a:lnTo>
                  <a:pt x="1394" y="582"/>
                </a:lnTo>
                <a:lnTo>
                  <a:pt x="1396" y="580"/>
                </a:lnTo>
                <a:lnTo>
                  <a:pt x="1396" y="579"/>
                </a:lnTo>
                <a:lnTo>
                  <a:pt x="1397" y="577"/>
                </a:lnTo>
                <a:lnTo>
                  <a:pt x="1397" y="576"/>
                </a:lnTo>
                <a:lnTo>
                  <a:pt x="1396" y="575"/>
                </a:lnTo>
                <a:lnTo>
                  <a:pt x="1395" y="574"/>
                </a:lnTo>
                <a:lnTo>
                  <a:pt x="1395" y="573"/>
                </a:lnTo>
                <a:lnTo>
                  <a:pt x="1395" y="572"/>
                </a:lnTo>
                <a:lnTo>
                  <a:pt x="1395" y="570"/>
                </a:lnTo>
                <a:lnTo>
                  <a:pt x="1395" y="569"/>
                </a:lnTo>
                <a:lnTo>
                  <a:pt x="1396" y="568"/>
                </a:lnTo>
                <a:lnTo>
                  <a:pt x="1399" y="567"/>
                </a:lnTo>
                <a:lnTo>
                  <a:pt x="1400" y="566"/>
                </a:lnTo>
                <a:lnTo>
                  <a:pt x="1401" y="566"/>
                </a:lnTo>
                <a:lnTo>
                  <a:pt x="1401" y="565"/>
                </a:lnTo>
                <a:lnTo>
                  <a:pt x="1401" y="564"/>
                </a:lnTo>
                <a:lnTo>
                  <a:pt x="1401" y="563"/>
                </a:lnTo>
                <a:lnTo>
                  <a:pt x="1400" y="563"/>
                </a:lnTo>
                <a:lnTo>
                  <a:pt x="1400" y="562"/>
                </a:lnTo>
                <a:lnTo>
                  <a:pt x="1399" y="562"/>
                </a:lnTo>
                <a:lnTo>
                  <a:pt x="1399" y="561"/>
                </a:lnTo>
                <a:lnTo>
                  <a:pt x="1397" y="560"/>
                </a:lnTo>
                <a:lnTo>
                  <a:pt x="1397" y="559"/>
                </a:lnTo>
                <a:lnTo>
                  <a:pt x="1396" y="559"/>
                </a:lnTo>
                <a:lnTo>
                  <a:pt x="1395" y="558"/>
                </a:lnTo>
                <a:lnTo>
                  <a:pt x="1393" y="556"/>
                </a:lnTo>
                <a:lnTo>
                  <a:pt x="1393" y="555"/>
                </a:lnTo>
                <a:lnTo>
                  <a:pt x="1393" y="554"/>
                </a:lnTo>
                <a:lnTo>
                  <a:pt x="1392" y="552"/>
                </a:lnTo>
                <a:lnTo>
                  <a:pt x="1392" y="551"/>
                </a:lnTo>
                <a:lnTo>
                  <a:pt x="1392" y="549"/>
                </a:lnTo>
                <a:lnTo>
                  <a:pt x="1392" y="548"/>
                </a:lnTo>
                <a:lnTo>
                  <a:pt x="1392" y="547"/>
                </a:lnTo>
                <a:lnTo>
                  <a:pt x="1392" y="546"/>
                </a:lnTo>
                <a:lnTo>
                  <a:pt x="1392" y="545"/>
                </a:lnTo>
                <a:lnTo>
                  <a:pt x="1393" y="545"/>
                </a:lnTo>
                <a:lnTo>
                  <a:pt x="1394" y="544"/>
                </a:lnTo>
                <a:lnTo>
                  <a:pt x="1395" y="543"/>
                </a:lnTo>
                <a:lnTo>
                  <a:pt x="1396" y="542"/>
                </a:lnTo>
                <a:lnTo>
                  <a:pt x="1397" y="542"/>
                </a:lnTo>
                <a:lnTo>
                  <a:pt x="1398" y="542"/>
                </a:lnTo>
                <a:lnTo>
                  <a:pt x="1398" y="541"/>
                </a:lnTo>
                <a:lnTo>
                  <a:pt x="1399" y="541"/>
                </a:lnTo>
                <a:lnTo>
                  <a:pt x="1400" y="541"/>
                </a:lnTo>
                <a:lnTo>
                  <a:pt x="1401" y="540"/>
                </a:lnTo>
                <a:lnTo>
                  <a:pt x="1402" y="540"/>
                </a:lnTo>
                <a:lnTo>
                  <a:pt x="1403" y="540"/>
                </a:lnTo>
                <a:lnTo>
                  <a:pt x="1403" y="539"/>
                </a:lnTo>
                <a:lnTo>
                  <a:pt x="1403" y="538"/>
                </a:lnTo>
                <a:lnTo>
                  <a:pt x="1404" y="538"/>
                </a:lnTo>
                <a:lnTo>
                  <a:pt x="1404" y="537"/>
                </a:lnTo>
                <a:lnTo>
                  <a:pt x="1404" y="536"/>
                </a:lnTo>
                <a:lnTo>
                  <a:pt x="1403" y="536"/>
                </a:lnTo>
                <a:lnTo>
                  <a:pt x="1403" y="534"/>
                </a:lnTo>
                <a:lnTo>
                  <a:pt x="1404" y="534"/>
                </a:lnTo>
                <a:lnTo>
                  <a:pt x="1404" y="533"/>
                </a:lnTo>
                <a:lnTo>
                  <a:pt x="1404" y="532"/>
                </a:lnTo>
                <a:lnTo>
                  <a:pt x="1405" y="532"/>
                </a:lnTo>
                <a:lnTo>
                  <a:pt x="1406" y="532"/>
                </a:lnTo>
                <a:lnTo>
                  <a:pt x="1406" y="531"/>
                </a:lnTo>
                <a:lnTo>
                  <a:pt x="1407" y="531"/>
                </a:lnTo>
                <a:lnTo>
                  <a:pt x="1407" y="530"/>
                </a:lnTo>
                <a:lnTo>
                  <a:pt x="1408" y="530"/>
                </a:lnTo>
                <a:lnTo>
                  <a:pt x="1409" y="530"/>
                </a:lnTo>
                <a:lnTo>
                  <a:pt x="1410" y="529"/>
                </a:lnTo>
                <a:lnTo>
                  <a:pt x="1411" y="530"/>
                </a:lnTo>
                <a:lnTo>
                  <a:pt x="1412" y="530"/>
                </a:lnTo>
                <a:lnTo>
                  <a:pt x="1413" y="530"/>
                </a:lnTo>
                <a:lnTo>
                  <a:pt x="1414" y="530"/>
                </a:lnTo>
                <a:lnTo>
                  <a:pt x="1416" y="530"/>
                </a:lnTo>
                <a:lnTo>
                  <a:pt x="1417" y="530"/>
                </a:lnTo>
                <a:lnTo>
                  <a:pt x="1417" y="529"/>
                </a:lnTo>
                <a:lnTo>
                  <a:pt x="1418" y="529"/>
                </a:lnTo>
                <a:lnTo>
                  <a:pt x="1419" y="529"/>
                </a:lnTo>
                <a:lnTo>
                  <a:pt x="1420" y="529"/>
                </a:lnTo>
                <a:lnTo>
                  <a:pt x="1422" y="529"/>
                </a:lnTo>
                <a:lnTo>
                  <a:pt x="1423" y="529"/>
                </a:lnTo>
                <a:lnTo>
                  <a:pt x="1424" y="530"/>
                </a:lnTo>
                <a:lnTo>
                  <a:pt x="1425" y="530"/>
                </a:lnTo>
                <a:lnTo>
                  <a:pt x="1425" y="529"/>
                </a:lnTo>
                <a:lnTo>
                  <a:pt x="1426" y="529"/>
                </a:lnTo>
                <a:lnTo>
                  <a:pt x="1428" y="529"/>
                </a:lnTo>
                <a:lnTo>
                  <a:pt x="1429" y="530"/>
                </a:lnTo>
                <a:lnTo>
                  <a:pt x="1429" y="529"/>
                </a:lnTo>
                <a:lnTo>
                  <a:pt x="1431" y="528"/>
                </a:lnTo>
                <a:lnTo>
                  <a:pt x="1431" y="527"/>
                </a:lnTo>
                <a:lnTo>
                  <a:pt x="1432" y="527"/>
                </a:lnTo>
                <a:lnTo>
                  <a:pt x="1434" y="527"/>
                </a:lnTo>
                <a:lnTo>
                  <a:pt x="1436" y="528"/>
                </a:lnTo>
                <a:lnTo>
                  <a:pt x="1437" y="528"/>
                </a:lnTo>
                <a:lnTo>
                  <a:pt x="1441" y="529"/>
                </a:lnTo>
                <a:lnTo>
                  <a:pt x="1442" y="529"/>
                </a:lnTo>
                <a:lnTo>
                  <a:pt x="1444" y="532"/>
                </a:lnTo>
                <a:lnTo>
                  <a:pt x="1449" y="532"/>
                </a:lnTo>
                <a:lnTo>
                  <a:pt x="1451" y="531"/>
                </a:lnTo>
                <a:lnTo>
                  <a:pt x="1452" y="533"/>
                </a:lnTo>
                <a:lnTo>
                  <a:pt x="1455" y="533"/>
                </a:lnTo>
                <a:lnTo>
                  <a:pt x="1459" y="534"/>
                </a:lnTo>
                <a:lnTo>
                  <a:pt x="1460" y="534"/>
                </a:lnTo>
                <a:lnTo>
                  <a:pt x="1462" y="536"/>
                </a:lnTo>
                <a:lnTo>
                  <a:pt x="1464" y="536"/>
                </a:lnTo>
                <a:lnTo>
                  <a:pt x="1466" y="537"/>
                </a:lnTo>
                <a:lnTo>
                  <a:pt x="1467" y="536"/>
                </a:lnTo>
                <a:lnTo>
                  <a:pt x="1469" y="535"/>
                </a:lnTo>
                <a:lnTo>
                  <a:pt x="1470" y="535"/>
                </a:lnTo>
                <a:lnTo>
                  <a:pt x="1471" y="535"/>
                </a:lnTo>
                <a:lnTo>
                  <a:pt x="1473" y="534"/>
                </a:lnTo>
                <a:lnTo>
                  <a:pt x="1474" y="533"/>
                </a:lnTo>
                <a:lnTo>
                  <a:pt x="1474" y="532"/>
                </a:lnTo>
                <a:lnTo>
                  <a:pt x="1473" y="532"/>
                </a:lnTo>
                <a:lnTo>
                  <a:pt x="1472" y="530"/>
                </a:lnTo>
                <a:lnTo>
                  <a:pt x="1472" y="529"/>
                </a:lnTo>
                <a:lnTo>
                  <a:pt x="1473" y="528"/>
                </a:lnTo>
                <a:lnTo>
                  <a:pt x="1477" y="528"/>
                </a:lnTo>
                <a:lnTo>
                  <a:pt x="1479" y="529"/>
                </a:lnTo>
                <a:lnTo>
                  <a:pt x="1480" y="529"/>
                </a:lnTo>
                <a:lnTo>
                  <a:pt x="1482" y="528"/>
                </a:lnTo>
                <a:lnTo>
                  <a:pt x="1483" y="527"/>
                </a:lnTo>
                <a:lnTo>
                  <a:pt x="1484" y="527"/>
                </a:lnTo>
                <a:lnTo>
                  <a:pt x="1485" y="528"/>
                </a:lnTo>
                <a:lnTo>
                  <a:pt x="1486" y="528"/>
                </a:lnTo>
                <a:lnTo>
                  <a:pt x="1488" y="527"/>
                </a:lnTo>
                <a:lnTo>
                  <a:pt x="1490" y="527"/>
                </a:lnTo>
                <a:lnTo>
                  <a:pt x="1491" y="527"/>
                </a:lnTo>
                <a:lnTo>
                  <a:pt x="1492" y="526"/>
                </a:lnTo>
                <a:lnTo>
                  <a:pt x="1492" y="525"/>
                </a:lnTo>
                <a:lnTo>
                  <a:pt x="1493" y="525"/>
                </a:lnTo>
                <a:lnTo>
                  <a:pt x="1494" y="525"/>
                </a:lnTo>
                <a:lnTo>
                  <a:pt x="1495" y="524"/>
                </a:lnTo>
                <a:lnTo>
                  <a:pt x="1497" y="524"/>
                </a:lnTo>
                <a:lnTo>
                  <a:pt x="1499" y="524"/>
                </a:lnTo>
                <a:lnTo>
                  <a:pt x="1500" y="525"/>
                </a:lnTo>
                <a:lnTo>
                  <a:pt x="1501" y="525"/>
                </a:lnTo>
                <a:lnTo>
                  <a:pt x="1502" y="525"/>
                </a:lnTo>
                <a:lnTo>
                  <a:pt x="1502" y="524"/>
                </a:lnTo>
                <a:lnTo>
                  <a:pt x="1503" y="524"/>
                </a:lnTo>
                <a:lnTo>
                  <a:pt x="1504" y="524"/>
                </a:lnTo>
                <a:lnTo>
                  <a:pt x="1506" y="525"/>
                </a:lnTo>
                <a:lnTo>
                  <a:pt x="1506" y="527"/>
                </a:lnTo>
                <a:lnTo>
                  <a:pt x="1506" y="528"/>
                </a:lnTo>
                <a:lnTo>
                  <a:pt x="1508" y="528"/>
                </a:lnTo>
                <a:lnTo>
                  <a:pt x="1509" y="529"/>
                </a:lnTo>
                <a:lnTo>
                  <a:pt x="1510" y="530"/>
                </a:lnTo>
                <a:lnTo>
                  <a:pt x="1511" y="531"/>
                </a:lnTo>
                <a:lnTo>
                  <a:pt x="1511" y="532"/>
                </a:lnTo>
                <a:lnTo>
                  <a:pt x="1511" y="533"/>
                </a:lnTo>
                <a:lnTo>
                  <a:pt x="1510" y="534"/>
                </a:lnTo>
                <a:lnTo>
                  <a:pt x="1509" y="534"/>
                </a:lnTo>
                <a:lnTo>
                  <a:pt x="1509" y="535"/>
                </a:lnTo>
                <a:lnTo>
                  <a:pt x="1509" y="536"/>
                </a:lnTo>
                <a:lnTo>
                  <a:pt x="1510" y="537"/>
                </a:lnTo>
                <a:lnTo>
                  <a:pt x="1509" y="537"/>
                </a:lnTo>
                <a:lnTo>
                  <a:pt x="1509" y="538"/>
                </a:lnTo>
                <a:lnTo>
                  <a:pt x="1508" y="538"/>
                </a:lnTo>
                <a:lnTo>
                  <a:pt x="1508" y="539"/>
                </a:lnTo>
                <a:lnTo>
                  <a:pt x="1508" y="540"/>
                </a:lnTo>
                <a:lnTo>
                  <a:pt x="1508" y="541"/>
                </a:lnTo>
                <a:lnTo>
                  <a:pt x="1509" y="541"/>
                </a:lnTo>
                <a:lnTo>
                  <a:pt x="1510" y="542"/>
                </a:lnTo>
                <a:lnTo>
                  <a:pt x="1512" y="542"/>
                </a:lnTo>
                <a:lnTo>
                  <a:pt x="1513" y="543"/>
                </a:lnTo>
                <a:lnTo>
                  <a:pt x="1512" y="544"/>
                </a:lnTo>
                <a:lnTo>
                  <a:pt x="1513" y="546"/>
                </a:lnTo>
                <a:lnTo>
                  <a:pt x="1513" y="547"/>
                </a:lnTo>
                <a:lnTo>
                  <a:pt x="1515" y="547"/>
                </a:lnTo>
                <a:lnTo>
                  <a:pt x="1516" y="548"/>
                </a:lnTo>
                <a:lnTo>
                  <a:pt x="1515" y="548"/>
                </a:lnTo>
                <a:lnTo>
                  <a:pt x="1514" y="549"/>
                </a:lnTo>
                <a:lnTo>
                  <a:pt x="1513" y="549"/>
                </a:lnTo>
                <a:lnTo>
                  <a:pt x="1512" y="549"/>
                </a:lnTo>
                <a:lnTo>
                  <a:pt x="1512" y="550"/>
                </a:lnTo>
                <a:lnTo>
                  <a:pt x="1512" y="551"/>
                </a:lnTo>
                <a:lnTo>
                  <a:pt x="1512" y="552"/>
                </a:lnTo>
                <a:lnTo>
                  <a:pt x="1511" y="552"/>
                </a:lnTo>
                <a:lnTo>
                  <a:pt x="1509" y="552"/>
                </a:lnTo>
                <a:lnTo>
                  <a:pt x="1507" y="552"/>
                </a:lnTo>
                <a:lnTo>
                  <a:pt x="1506" y="552"/>
                </a:lnTo>
                <a:lnTo>
                  <a:pt x="1505" y="552"/>
                </a:lnTo>
                <a:lnTo>
                  <a:pt x="1505" y="553"/>
                </a:lnTo>
                <a:lnTo>
                  <a:pt x="1504" y="554"/>
                </a:lnTo>
                <a:lnTo>
                  <a:pt x="1503" y="554"/>
                </a:lnTo>
                <a:lnTo>
                  <a:pt x="1502" y="554"/>
                </a:lnTo>
                <a:lnTo>
                  <a:pt x="1500" y="554"/>
                </a:lnTo>
                <a:lnTo>
                  <a:pt x="1499" y="555"/>
                </a:lnTo>
                <a:lnTo>
                  <a:pt x="1500" y="556"/>
                </a:lnTo>
                <a:lnTo>
                  <a:pt x="1499" y="557"/>
                </a:lnTo>
                <a:lnTo>
                  <a:pt x="1498" y="558"/>
                </a:lnTo>
                <a:lnTo>
                  <a:pt x="1498" y="560"/>
                </a:lnTo>
                <a:lnTo>
                  <a:pt x="1498" y="561"/>
                </a:lnTo>
                <a:lnTo>
                  <a:pt x="1499" y="561"/>
                </a:lnTo>
                <a:lnTo>
                  <a:pt x="1502" y="561"/>
                </a:lnTo>
                <a:lnTo>
                  <a:pt x="1503" y="562"/>
                </a:lnTo>
                <a:lnTo>
                  <a:pt x="1503" y="563"/>
                </a:lnTo>
                <a:lnTo>
                  <a:pt x="1503" y="564"/>
                </a:lnTo>
                <a:lnTo>
                  <a:pt x="1504" y="564"/>
                </a:lnTo>
                <a:lnTo>
                  <a:pt x="1505" y="564"/>
                </a:lnTo>
                <a:lnTo>
                  <a:pt x="1506" y="565"/>
                </a:lnTo>
                <a:lnTo>
                  <a:pt x="1507" y="566"/>
                </a:lnTo>
                <a:lnTo>
                  <a:pt x="1506" y="567"/>
                </a:lnTo>
                <a:lnTo>
                  <a:pt x="1505" y="567"/>
                </a:lnTo>
                <a:lnTo>
                  <a:pt x="1504" y="567"/>
                </a:lnTo>
                <a:lnTo>
                  <a:pt x="1505" y="568"/>
                </a:lnTo>
                <a:lnTo>
                  <a:pt x="1506" y="569"/>
                </a:lnTo>
                <a:lnTo>
                  <a:pt x="1507" y="570"/>
                </a:lnTo>
                <a:lnTo>
                  <a:pt x="1509" y="569"/>
                </a:lnTo>
                <a:lnTo>
                  <a:pt x="1510" y="569"/>
                </a:lnTo>
                <a:lnTo>
                  <a:pt x="1512" y="570"/>
                </a:lnTo>
                <a:lnTo>
                  <a:pt x="1514" y="571"/>
                </a:lnTo>
                <a:lnTo>
                  <a:pt x="1516" y="572"/>
                </a:lnTo>
                <a:lnTo>
                  <a:pt x="1517" y="574"/>
                </a:lnTo>
                <a:lnTo>
                  <a:pt x="1519" y="575"/>
                </a:lnTo>
                <a:lnTo>
                  <a:pt x="1520" y="574"/>
                </a:lnTo>
                <a:lnTo>
                  <a:pt x="1521" y="573"/>
                </a:lnTo>
                <a:lnTo>
                  <a:pt x="1522" y="573"/>
                </a:lnTo>
                <a:lnTo>
                  <a:pt x="1523" y="573"/>
                </a:lnTo>
                <a:lnTo>
                  <a:pt x="1526" y="574"/>
                </a:lnTo>
                <a:lnTo>
                  <a:pt x="1529" y="575"/>
                </a:lnTo>
                <a:lnTo>
                  <a:pt x="1530" y="576"/>
                </a:lnTo>
                <a:lnTo>
                  <a:pt x="1531" y="577"/>
                </a:lnTo>
                <a:lnTo>
                  <a:pt x="1532" y="578"/>
                </a:lnTo>
                <a:lnTo>
                  <a:pt x="1532" y="579"/>
                </a:lnTo>
                <a:lnTo>
                  <a:pt x="1532" y="580"/>
                </a:lnTo>
                <a:lnTo>
                  <a:pt x="1533" y="580"/>
                </a:lnTo>
                <a:lnTo>
                  <a:pt x="1534" y="580"/>
                </a:lnTo>
                <a:lnTo>
                  <a:pt x="1535" y="579"/>
                </a:lnTo>
                <a:lnTo>
                  <a:pt x="1536" y="579"/>
                </a:lnTo>
                <a:lnTo>
                  <a:pt x="1536" y="580"/>
                </a:lnTo>
                <a:lnTo>
                  <a:pt x="1536" y="581"/>
                </a:lnTo>
                <a:lnTo>
                  <a:pt x="1534" y="583"/>
                </a:lnTo>
                <a:lnTo>
                  <a:pt x="1533" y="584"/>
                </a:lnTo>
                <a:lnTo>
                  <a:pt x="1532" y="585"/>
                </a:lnTo>
                <a:lnTo>
                  <a:pt x="1529" y="587"/>
                </a:lnTo>
                <a:lnTo>
                  <a:pt x="1529" y="588"/>
                </a:lnTo>
                <a:lnTo>
                  <a:pt x="1529" y="589"/>
                </a:lnTo>
                <a:lnTo>
                  <a:pt x="1529" y="590"/>
                </a:lnTo>
                <a:lnTo>
                  <a:pt x="1528" y="591"/>
                </a:lnTo>
                <a:lnTo>
                  <a:pt x="1526" y="592"/>
                </a:lnTo>
                <a:lnTo>
                  <a:pt x="1523" y="592"/>
                </a:lnTo>
                <a:lnTo>
                  <a:pt x="1522" y="593"/>
                </a:lnTo>
                <a:lnTo>
                  <a:pt x="1521" y="593"/>
                </a:lnTo>
                <a:lnTo>
                  <a:pt x="1521" y="594"/>
                </a:lnTo>
                <a:lnTo>
                  <a:pt x="1521" y="595"/>
                </a:lnTo>
                <a:lnTo>
                  <a:pt x="1522" y="596"/>
                </a:lnTo>
                <a:lnTo>
                  <a:pt x="1523" y="597"/>
                </a:lnTo>
                <a:lnTo>
                  <a:pt x="1525" y="597"/>
                </a:lnTo>
                <a:lnTo>
                  <a:pt x="1527" y="598"/>
                </a:lnTo>
                <a:lnTo>
                  <a:pt x="1528" y="598"/>
                </a:lnTo>
                <a:lnTo>
                  <a:pt x="1529" y="599"/>
                </a:lnTo>
                <a:lnTo>
                  <a:pt x="1530" y="599"/>
                </a:lnTo>
                <a:lnTo>
                  <a:pt x="1531" y="600"/>
                </a:lnTo>
                <a:lnTo>
                  <a:pt x="1532" y="600"/>
                </a:lnTo>
                <a:lnTo>
                  <a:pt x="1533" y="600"/>
                </a:lnTo>
                <a:lnTo>
                  <a:pt x="1534" y="599"/>
                </a:lnTo>
                <a:lnTo>
                  <a:pt x="1536" y="599"/>
                </a:lnTo>
                <a:lnTo>
                  <a:pt x="1537" y="600"/>
                </a:lnTo>
                <a:lnTo>
                  <a:pt x="1538" y="600"/>
                </a:lnTo>
                <a:lnTo>
                  <a:pt x="1538" y="601"/>
                </a:lnTo>
                <a:lnTo>
                  <a:pt x="1539" y="602"/>
                </a:lnTo>
                <a:lnTo>
                  <a:pt x="1539" y="603"/>
                </a:lnTo>
                <a:lnTo>
                  <a:pt x="1540" y="602"/>
                </a:lnTo>
                <a:lnTo>
                  <a:pt x="1541" y="602"/>
                </a:lnTo>
                <a:lnTo>
                  <a:pt x="1542" y="602"/>
                </a:lnTo>
                <a:lnTo>
                  <a:pt x="1545" y="605"/>
                </a:lnTo>
                <a:lnTo>
                  <a:pt x="1546" y="606"/>
                </a:lnTo>
                <a:lnTo>
                  <a:pt x="1547" y="606"/>
                </a:lnTo>
                <a:lnTo>
                  <a:pt x="1548" y="606"/>
                </a:lnTo>
                <a:lnTo>
                  <a:pt x="1549" y="605"/>
                </a:lnTo>
                <a:lnTo>
                  <a:pt x="1551" y="606"/>
                </a:lnTo>
                <a:lnTo>
                  <a:pt x="1552" y="606"/>
                </a:lnTo>
                <a:lnTo>
                  <a:pt x="1554" y="606"/>
                </a:lnTo>
                <a:lnTo>
                  <a:pt x="1559" y="608"/>
                </a:lnTo>
                <a:lnTo>
                  <a:pt x="1562" y="609"/>
                </a:lnTo>
                <a:lnTo>
                  <a:pt x="1563" y="610"/>
                </a:lnTo>
                <a:lnTo>
                  <a:pt x="1564" y="610"/>
                </a:lnTo>
                <a:lnTo>
                  <a:pt x="1563" y="611"/>
                </a:lnTo>
                <a:lnTo>
                  <a:pt x="1563" y="612"/>
                </a:lnTo>
                <a:lnTo>
                  <a:pt x="1563" y="613"/>
                </a:lnTo>
                <a:lnTo>
                  <a:pt x="1564" y="614"/>
                </a:lnTo>
                <a:lnTo>
                  <a:pt x="1567" y="615"/>
                </a:lnTo>
                <a:lnTo>
                  <a:pt x="1568" y="616"/>
                </a:lnTo>
                <a:lnTo>
                  <a:pt x="1570" y="616"/>
                </a:lnTo>
                <a:lnTo>
                  <a:pt x="1571" y="617"/>
                </a:lnTo>
                <a:lnTo>
                  <a:pt x="1572" y="618"/>
                </a:lnTo>
                <a:lnTo>
                  <a:pt x="1573" y="618"/>
                </a:lnTo>
                <a:lnTo>
                  <a:pt x="1575" y="618"/>
                </a:lnTo>
                <a:lnTo>
                  <a:pt x="1577" y="617"/>
                </a:lnTo>
                <a:lnTo>
                  <a:pt x="1578" y="616"/>
                </a:lnTo>
                <a:lnTo>
                  <a:pt x="1579" y="616"/>
                </a:lnTo>
                <a:lnTo>
                  <a:pt x="1580" y="616"/>
                </a:lnTo>
                <a:lnTo>
                  <a:pt x="1581" y="617"/>
                </a:lnTo>
                <a:lnTo>
                  <a:pt x="1581" y="618"/>
                </a:lnTo>
                <a:lnTo>
                  <a:pt x="1581" y="620"/>
                </a:lnTo>
                <a:lnTo>
                  <a:pt x="1582" y="621"/>
                </a:lnTo>
                <a:lnTo>
                  <a:pt x="1583" y="621"/>
                </a:lnTo>
                <a:lnTo>
                  <a:pt x="1584" y="621"/>
                </a:lnTo>
                <a:lnTo>
                  <a:pt x="1585" y="621"/>
                </a:lnTo>
                <a:lnTo>
                  <a:pt x="1586" y="621"/>
                </a:lnTo>
                <a:lnTo>
                  <a:pt x="1586" y="622"/>
                </a:lnTo>
                <a:lnTo>
                  <a:pt x="1586" y="623"/>
                </a:lnTo>
                <a:lnTo>
                  <a:pt x="1587" y="623"/>
                </a:lnTo>
                <a:lnTo>
                  <a:pt x="1587" y="624"/>
                </a:lnTo>
                <a:lnTo>
                  <a:pt x="1589" y="624"/>
                </a:lnTo>
                <a:lnTo>
                  <a:pt x="1590" y="625"/>
                </a:lnTo>
                <a:lnTo>
                  <a:pt x="1589" y="627"/>
                </a:lnTo>
                <a:lnTo>
                  <a:pt x="1587" y="629"/>
                </a:lnTo>
                <a:lnTo>
                  <a:pt x="1587" y="630"/>
                </a:lnTo>
                <a:lnTo>
                  <a:pt x="1587" y="631"/>
                </a:lnTo>
                <a:lnTo>
                  <a:pt x="1586" y="631"/>
                </a:lnTo>
                <a:lnTo>
                  <a:pt x="1587" y="632"/>
                </a:lnTo>
                <a:lnTo>
                  <a:pt x="1588" y="633"/>
                </a:lnTo>
                <a:lnTo>
                  <a:pt x="1588" y="634"/>
                </a:lnTo>
                <a:lnTo>
                  <a:pt x="1589" y="636"/>
                </a:lnTo>
                <a:lnTo>
                  <a:pt x="1589" y="638"/>
                </a:lnTo>
                <a:lnTo>
                  <a:pt x="1589" y="639"/>
                </a:lnTo>
                <a:lnTo>
                  <a:pt x="1590" y="639"/>
                </a:lnTo>
                <a:lnTo>
                  <a:pt x="1590" y="640"/>
                </a:lnTo>
                <a:lnTo>
                  <a:pt x="1591" y="640"/>
                </a:lnTo>
                <a:lnTo>
                  <a:pt x="1592" y="640"/>
                </a:lnTo>
                <a:lnTo>
                  <a:pt x="1592" y="641"/>
                </a:lnTo>
                <a:lnTo>
                  <a:pt x="1593" y="641"/>
                </a:lnTo>
                <a:lnTo>
                  <a:pt x="1593" y="642"/>
                </a:lnTo>
                <a:lnTo>
                  <a:pt x="1593" y="643"/>
                </a:lnTo>
                <a:lnTo>
                  <a:pt x="1594" y="644"/>
                </a:lnTo>
                <a:lnTo>
                  <a:pt x="1595" y="644"/>
                </a:lnTo>
                <a:lnTo>
                  <a:pt x="1597" y="645"/>
                </a:lnTo>
                <a:lnTo>
                  <a:pt x="1598" y="644"/>
                </a:lnTo>
                <a:lnTo>
                  <a:pt x="1599" y="644"/>
                </a:lnTo>
                <a:lnTo>
                  <a:pt x="1599" y="643"/>
                </a:lnTo>
                <a:lnTo>
                  <a:pt x="1600" y="644"/>
                </a:lnTo>
                <a:lnTo>
                  <a:pt x="1601" y="644"/>
                </a:lnTo>
                <a:lnTo>
                  <a:pt x="1602" y="645"/>
                </a:lnTo>
                <a:lnTo>
                  <a:pt x="1602" y="646"/>
                </a:lnTo>
                <a:lnTo>
                  <a:pt x="1603" y="646"/>
                </a:lnTo>
                <a:lnTo>
                  <a:pt x="1605" y="647"/>
                </a:lnTo>
                <a:lnTo>
                  <a:pt x="1606" y="648"/>
                </a:lnTo>
                <a:lnTo>
                  <a:pt x="1607" y="648"/>
                </a:lnTo>
                <a:lnTo>
                  <a:pt x="1608" y="649"/>
                </a:lnTo>
                <a:lnTo>
                  <a:pt x="1609" y="649"/>
                </a:lnTo>
                <a:lnTo>
                  <a:pt x="1611" y="650"/>
                </a:lnTo>
                <a:lnTo>
                  <a:pt x="1612" y="652"/>
                </a:lnTo>
                <a:lnTo>
                  <a:pt x="1613" y="652"/>
                </a:lnTo>
                <a:lnTo>
                  <a:pt x="1614" y="652"/>
                </a:lnTo>
                <a:lnTo>
                  <a:pt x="1615" y="652"/>
                </a:lnTo>
                <a:lnTo>
                  <a:pt x="1617" y="652"/>
                </a:lnTo>
                <a:lnTo>
                  <a:pt x="1618" y="652"/>
                </a:lnTo>
                <a:lnTo>
                  <a:pt x="1621" y="652"/>
                </a:lnTo>
                <a:lnTo>
                  <a:pt x="1622" y="652"/>
                </a:lnTo>
                <a:lnTo>
                  <a:pt x="1624" y="652"/>
                </a:lnTo>
                <a:lnTo>
                  <a:pt x="1625" y="652"/>
                </a:lnTo>
                <a:lnTo>
                  <a:pt x="1625" y="653"/>
                </a:lnTo>
                <a:lnTo>
                  <a:pt x="1626" y="654"/>
                </a:lnTo>
                <a:lnTo>
                  <a:pt x="1630" y="656"/>
                </a:lnTo>
                <a:lnTo>
                  <a:pt x="1633" y="658"/>
                </a:lnTo>
                <a:lnTo>
                  <a:pt x="1635" y="660"/>
                </a:lnTo>
                <a:lnTo>
                  <a:pt x="1635" y="661"/>
                </a:lnTo>
                <a:lnTo>
                  <a:pt x="1635" y="663"/>
                </a:lnTo>
                <a:lnTo>
                  <a:pt x="1636" y="664"/>
                </a:lnTo>
                <a:lnTo>
                  <a:pt x="1637" y="664"/>
                </a:lnTo>
                <a:lnTo>
                  <a:pt x="1637" y="665"/>
                </a:lnTo>
                <a:lnTo>
                  <a:pt x="1637" y="666"/>
                </a:lnTo>
                <a:lnTo>
                  <a:pt x="1638" y="666"/>
                </a:lnTo>
                <a:lnTo>
                  <a:pt x="1637" y="666"/>
                </a:lnTo>
                <a:lnTo>
                  <a:pt x="1638" y="666"/>
                </a:lnTo>
                <a:lnTo>
                  <a:pt x="1638" y="667"/>
                </a:lnTo>
                <a:lnTo>
                  <a:pt x="1639" y="667"/>
                </a:lnTo>
                <a:lnTo>
                  <a:pt x="1642" y="667"/>
                </a:lnTo>
                <a:lnTo>
                  <a:pt x="1644" y="666"/>
                </a:lnTo>
                <a:lnTo>
                  <a:pt x="1646" y="666"/>
                </a:lnTo>
                <a:lnTo>
                  <a:pt x="1647" y="666"/>
                </a:lnTo>
                <a:lnTo>
                  <a:pt x="1648" y="666"/>
                </a:lnTo>
                <a:lnTo>
                  <a:pt x="1649" y="666"/>
                </a:lnTo>
                <a:lnTo>
                  <a:pt x="1650" y="666"/>
                </a:lnTo>
                <a:lnTo>
                  <a:pt x="1652" y="667"/>
                </a:lnTo>
                <a:lnTo>
                  <a:pt x="1653" y="667"/>
                </a:lnTo>
                <a:lnTo>
                  <a:pt x="1655" y="668"/>
                </a:lnTo>
                <a:lnTo>
                  <a:pt x="1657" y="667"/>
                </a:lnTo>
                <a:lnTo>
                  <a:pt x="1658" y="666"/>
                </a:lnTo>
                <a:lnTo>
                  <a:pt x="1660" y="666"/>
                </a:lnTo>
                <a:lnTo>
                  <a:pt x="1661" y="666"/>
                </a:lnTo>
                <a:lnTo>
                  <a:pt x="1661" y="665"/>
                </a:lnTo>
                <a:lnTo>
                  <a:pt x="1662" y="665"/>
                </a:lnTo>
                <a:lnTo>
                  <a:pt x="1662" y="663"/>
                </a:lnTo>
                <a:lnTo>
                  <a:pt x="1663" y="663"/>
                </a:lnTo>
                <a:lnTo>
                  <a:pt x="1666" y="662"/>
                </a:lnTo>
                <a:lnTo>
                  <a:pt x="1668" y="662"/>
                </a:lnTo>
                <a:lnTo>
                  <a:pt x="1669" y="662"/>
                </a:lnTo>
                <a:lnTo>
                  <a:pt x="1671" y="660"/>
                </a:lnTo>
                <a:lnTo>
                  <a:pt x="1672" y="660"/>
                </a:lnTo>
                <a:lnTo>
                  <a:pt x="1673" y="661"/>
                </a:lnTo>
                <a:lnTo>
                  <a:pt x="1678" y="661"/>
                </a:lnTo>
                <a:lnTo>
                  <a:pt x="1681" y="662"/>
                </a:lnTo>
                <a:lnTo>
                  <a:pt x="1682" y="662"/>
                </a:lnTo>
                <a:lnTo>
                  <a:pt x="1687" y="661"/>
                </a:lnTo>
                <a:lnTo>
                  <a:pt x="1689" y="661"/>
                </a:lnTo>
                <a:lnTo>
                  <a:pt x="1690" y="661"/>
                </a:lnTo>
                <a:lnTo>
                  <a:pt x="1692" y="661"/>
                </a:lnTo>
                <a:lnTo>
                  <a:pt x="1694" y="663"/>
                </a:lnTo>
                <a:lnTo>
                  <a:pt x="1694" y="664"/>
                </a:lnTo>
                <a:lnTo>
                  <a:pt x="1694" y="665"/>
                </a:lnTo>
                <a:lnTo>
                  <a:pt x="1693" y="665"/>
                </a:lnTo>
                <a:lnTo>
                  <a:pt x="1693" y="667"/>
                </a:lnTo>
                <a:lnTo>
                  <a:pt x="1693" y="669"/>
                </a:lnTo>
                <a:lnTo>
                  <a:pt x="1694" y="669"/>
                </a:lnTo>
                <a:lnTo>
                  <a:pt x="1695" y="670"/>
                </a:lnTo>
                <a:lnTo>
                  <a:pt x="1696" y="671"/>
                </a:lnTo>
                <a:lnTo>
                  <a:pt x="1697" y="671"/>
                </a:lnTo>
                <a:lnTo>
                  <a:pt x="1698" y="671"/>
                </a:lnTo>
                <a:lnTo>
                  <a:pt x="1699" y="672"/>
                </a:lnTo>
                <a:lnTo>
                  <a:pt x="1699" y="674"/>
                </a:lnTo>
                <a:lnTo>
                  <a:pt x="1699" y="675"/>
                </a:lnTo>
                <a:lnTo>
                  <a:pt x="1699" y="676"/>
                </a:lnTo>
                <a:lnTo>
                  <a:pt x="1700" y="676"/>
                </a:lnTo>
                <a:lnTo>
                  <a:pt x="1703" y="676"/>
                </a:lnTo>
                <a:lnTo>
                  <a:pt x="1704" y="676"/>
                </a:lnTo>
                <a:lnTo>
                  <a:pt x="1706" y="677"/>
                </a:lnTo>
                <a:lnTo>
                  <a:pt x="1708" y="677"/>
                </a:lnTo>
                <a:lnTo>
                  <a:pt x="1709" y="678"/>
                </a:lnTo>
                <a:lnTo>
                  <a:pt x="1710" y="679"/>
                </a:lnTo>
                <a:lnTo>
                  <a:pt x="1710" y="680"/>
                </a:lnTo>
                <a:lnTo>
                  <a:pt x="1710" y="681"/>
                </a:lnTo>
                <a:lnTo>
                  <a:pt x="1710" y="682"/>
                </a:lnTo>
                <a:lnTo>
                  <a:pt x="1710" y="683"/>
                </a:lnTo>
                <a:lnTo>
                  <a:pt x="1711" y="684"/>
                </a:lnTo>
                <a:lnTo>
                  <a:pt x="1711" y="685"/>
                </a:lnTo>
                <a:lnTo>
                  <a:pt x="1712" y="685"/>
                </a:lnTo>
                <a:lnTo>
                  <a:pt x="1713" y="685"/>
                </a:lnTo>
                <a:lnTo>
                  <a:pt x="1715" y="685"/>
                </a:lnTo>
                <a:lnTo>
                  <a:pt x="1717" y="685"/>
                </a:lnTo>
                <a:lnTo>
                  <a:pt x="1718" y="685"/>
                </a:lnTo>
                <a:lnTo>
                  <a:pt x="1720" y="685"/>
                </a:lnTo>
                <a:lnTo>
                  <a:pt x="1722" y="685"/>
                </a:lnTo>
                <a:lnTo>
                  <a:pt x="1723" y="685"/>
                </a:lnTo>
                <a:lnTo>
                  <a:pt x="1724" y="685"/>
                </a:lnTo>
                <a:lnTo>
                  <a:pt x="1725" y="684"/>
                </a:lnTo>
                <a:lnTo>
                  <a:pt x="1726" y="684"/>
                </a:lnTo>
                <a:lnTo>
                  <a:pt x="1727" y="684"/>
                </a:lnTo>
                <a:lnTo>
                  <a:pt x="1727" y="685"/>
                </a:lnTo>
                <a:lnTo>
                  <a:pt x="1730" y="685"/>
                </a:lnTo>
                <a:lnTo>
                  <a:pt x="1731" y="685"/>
                </a:lnTo>
                <a:lnTo>
                  <a:pt x="1732" y="685"/>
                </a:lnTo>
                <a:lnTo>
                  <a:pt x="1732" y="684"/>
                </a:lnTo>
                <a:lnTo>
                  <a:pt x="1732" y="682"/>
                </a:lnTo>
                <a:lnTo>
                  <a:pt x="1732" y="681"/>
                </a:lnTo>
                <a:lnTo>
                  <a:pt x="1732" y="679"/>
                </a:lnTo>
                <a:lnTo>
                  <a:pt x="1733" y="679"/>
                </a:lnTo>
                <a:lnTo>
                  <a:pt x="1735" y="679"/>
                </a:lnTo>
                <a:lnTo>
                  <a:pt x="1737" y="679"/>
                </a:lnTo>
                <a:lnTo>
                  <a:pt x="1739" y="680"/>
                </a:lnTo>
                <a:lnTo>
                  <a:pt x="1740" y="680"/>
                </a:lnTo>
                <a:lnTo>
                  <a:pt x="1741" y="680"/>
                </a:lnTo>
                <a:lnTo>
                  <a:pt x="1742" y="680"/>
                </a:lnTo>
                <a:lnTo>
                  <a:pt x="1743" y="679"/>
                </a:lnTo>
                <a:lnTo>
                  <a:pt x="1744" y="679"/>
                </a:lnTo>
                <a:lnTo>
                  <a:pt x="1745" y="681"/>
                </a:lnTo>
                <a:lnTo>
                  <a:pt x="1745" y="683"/>
                </a:lnTo>
                <a:lnTo>
                  <a:pt x="1745" y="685"/>
                </a:lnTo>
                <a:lnTo>
                  <a:pt x="1744" y="686"/>
                </a:lnTo>
                <a:lnTo>
                  <a:pt x="1744" y="688"/>
                </a:lnTo>
                <a:lnTo>
                  <a:pt x="1744" y="690"/>
                </a:lnTo>
                <a:lnTo>
                  <a:pt x="1745" y="691"/>
                </a:lnTo>
                <a:lnTo>
                  <a:pt x="1745" y="692"/>
                </a:lnTo>
                <a:lnTo>
                  <a:pt x="1746" y="693"/>
                </a:lnTo>
                <a:lnTo>
                  <a:pt x="1747" y="695"/>
                </a:lnTo>
                <a:lnTo>
                  <a:pt x="1748" y="695"/>
                </a:lnTo>
                <a:lnTo>
                  <a:pt x="1750" y="698"/>
                </a:lnTo>
                <a:lnTo>
                  <a:pt x="1752" y="698"/>
                </a:lnTo>
                <a:lnTo>
                  <a:pt x="1755" y="698"/>
                </a:lnTo>
                <a:lnTo>
                  <a:pt x="1757" y="698"/>
                </a:lnTo>
                <a:lnTo>
                  <a:pt x="1758" y="699"/>
                </a:lnTo>
                <a:lnTo>
                  <a:pt x="1759" y="700"/>
                </a:lnTo>
                <a:lnTo>
                  <a:pt x="1760" y="700"/>
                </a:lnTo>
                <a:lnTo>
                  <a:pt x="1760" y="701"/>
                </a:lnTo>
                <a:lnTo>
                  <a:pt x="1762" y="700"/>
                </a:lnTo>
                <a:lnTo>
                  <a:pt x="1763" y="700"/>
                </a:lnTo>
                <a:lnTo>
                  <a:pt x="1765" y="701"/>
                </a:lnTo>
                <a:lnTo>
                  <a:pt x="1768" y="702"/>
                </a:lnTo>
                <a:lnTo>
                  <a:pt x="1770" y="703"/>
                </a:lnTo>
                <a:lnTo>
                  <a:pt x="1773" y="704"/>
                </a:lnTo>
                <a:lnTo>
                  <a:pt x="1774" y="705"/>
                </a:lnTo>
                <a:lnTo>
                  <a:pt x="1775" y="706"/>
                </a:lnTo>
                <a:lnTo>
                  <a:pt x="1776" y="707"/>
                </a:lnTo>
                <a:lnTo>
                  <a:pt x="1778" y="707"/>
                </a:lnTo>
                <a:lnTo>
                  <a:pt x="1778" y="708"/>
                </a:lnTo>
                <a:lnTo>
                  <a:pt x="1775" y="707"/>
                </a:lnTo>
                <a:lnTo>
                  <a:pt x="1774" y="708"/>
                </a:lnTo>
                <a:lnTo>
                  <a:pt x="1773" y="708"/>
                </a:lnTo>
                <a:lnTo>
                  <a:pt x="1773" y="709"/>
                </a:lnTo>
                <a:lnTo>
                  <a:pt x="1773" y="710"/>
                </a:lnTo>
                <a:lnTo>
                  <a:pt x="1774" y="710"/>
                </a:lnTo>
                <a:lnTo>
                  <a:pt x="1776" y="713"/>
                </a:lnTo>
                <a:lnTo>
                  <a:pt x="1777" y="715"/>
                </a:lnTo>
                <a:lnTo>
                  <a:pt x="1778" y="717"/>
                </a:lnTo>
                <a:lnTo>
                  <a:pt x="1779" y="719"/>
                </a:lnTo>
                <a:lnTo>
                  <a:pt x="1780" y="720"/>
                </a:lnTo>
                <a:lnTo>
                  <a:pt x="1782" y="722"/>
                </a:lnTo>
                <a:lnTo>
                  <a:pt x="1785" y="724"/>
                </a:lnTo>
                <a:lnTo>
                  <a:pt x="1786" y="725"/>
                </a:lnTo>
                <a:lnTo>
                  <a:pt x="1786" y="727"/>
                </a:lnTo>
                <a:lnTo>
                  <a:pt x="1786" y="729"/>
                </a:lnTo>
                <a:lnTo>
                  <a:pt x="1786" y="730"/>
                </a:lnTo>
                <a:lnTo>
                  <a:pt x="1786" y="731"/>
                </a:lnTo>
                <a:lnTo>
                  <a:pt x="1785" y="732"/>
                </a:lnTo>
                <a:lnTo>
                  <a:pt x="1785" y="733"/>
                </a:lnTo>
                <a:lnTo>
                  <a:pt x="1785" y="734"/>
                </a:lnTo>
                <a:lnTo>
                  <a:pt x="1785" y="735"/>
                </a:lnTo>
                <a:lnTo>
                  <a:pt x="1785" y="736"/>
                </a:lnTo>
                <a:lnTo>
                  <a:pt x="1786" y="736"/>
                </a:lnTo>
                <a:lnTo>
                  <a:pt x="1787" y="736"/>
                </a:lnTo>
                <a:lnTo>
                  <a:pt x="1789" y="737"/>
                </a:lnTo>
                <a:lnTo>
                  <a:pt x="1790" y="737"/>
                </a:lnTo>
                <a:lnTo>
                  <a:pt x="1791" y="738"/>
                </a:lnTo>
                <a:lnTo>
                  <a:pt x="1792" y="739"/>
                </a:lnTo>
                <a:lnTo>
                  <a:pt x="1791" y="740"/>
                </a:lnTo>
                <a:lnTo>
                  <a:pt x="1790" y="742"/>
                </a:lnTo>
                <a:lnTo>
                  <a:pt x="1789" y="743"/>
                </a:lnTo>
                <a:lnTo>
                  <a:pt x="1790" y="743"/>
                </a:lnTo>
                <a:lnTo>
                  <a:pt x="1790" y="744"/>
                </a:lnTo>
                <a:lnTo>
                  <a:pt x="1790" y="745"/>
                </a:lnTo>
                <a:lnTo>
                  <a:pt x="1789" y="745"/>
                </a:lnTo>
                <a:lnTo>
                  <a:pt x="1788" y="746"/>
                </a:lnTo>
                <a:lnTo>
                  <a:pt x="1788" y="747"/>
                </a:lnTo>
                <a:lnTo>
                  <a:pt x="1791" y="749"/>
                </a:lnTo>
                <a:lnTo>
                  <a:pt x="1792" y="752"/>
                </a:lnTo>
                <a:lnTo>
                  <a:pt x="1793" y="755"/>
                </a:lnTo>
                <a:lnTo>
                  <a:pt x="1794" y="756"/>
                </a:lnTo>
                <a:lnTo>
                  <a:pt x="1795" y="757"/>
                </a:lnTo>
                <a:lnTo>
                  <a:pt x="1796" y="757"/>
                </a:lnTo>
                <a:lnTo>
                  <a:pt x="1795" y="759"/>
                </a:lnTo>
                <a:lnTo>
                  <a:pt x="1796" y="760"/>
                </a:lnTo>
                <a:lnTo>
                  <a:pt x="1798" y="762"/>
                </a:lnTo>
                <a:lnTo>
                  <a:pt x="1799" y="763"/>
                </a:lnTo>
                <a:lnTo>
                  <a:pt x="1799" y="764"/>
                </a:lnTo>
                <a:lnTo>
                  <a:pt x="1800" y="765"/>
                </a:lnTo>
                <a:lnTo>
                  <a:pt x="1801" y="766"/>
                </a:lnTo>
                <a:lnTo>
                  <a:pt x="1802" y="766"/>
                </a:lnTo>
                <a:lnTo>
                  <a:pt x="1803" y="768"/>
                </a:lnTo>
                <a:lnTo>
                  <a:pt x="1804" y="769"/>
                </a:lnTo>
                <a:lnTo>
                  <a:pt x="1805" y="769"/>
                </a:lnTo>
                <a:lnTo>
                  <a:pt x="1805" y="770"/>
                </a:lnTo>
                <a:lnTo>
                  <a:pt x="1805" y="771"/>
                </a:lnTo>
                <a:lnTo>
                  <a:pt x="1806" y="773"/>
                </a:lnTo>
                <a:lnTo>
                  <a:pt x="1807" y="773"/>
                </a:lnTo>
                <a:lnTo>
                  <a:pt x="1807" y="774"/>
                </a:lnTo>
                <a:lnTo>
                  <a:pt x="1809" y="775"/>
                </a:lnTo>
                <a:lnTo>
                  <a:pt x="1810" y="777"/>
                </a:lnTo>
                <a:lnTo>
                  <a:pt x="1812" y="778"/>
                </a:lnTo>
                <a:lnTo>
                  <a:pt x="1814" y="781"/>
                </a:lnTo>
                <a:lnTo>
                  <a:pt x="1815" y="782"/>
                </a:lnTo>
                <a:lnTo>
                  <a:pt x="1816" y="783"/>
                </a:lnTo>
                <a:lnTo>
                  <a:pt x="1816" y="784"/>
                </a:lnTo>
                <a:lnTo>
                  <a:pt x="1817" y="785"/>
                </a:lnTo>
                <a:lnTo>
                  <a:pt x="1817" y="786"/>
                </a:lnTo>
                <a:lnTo>
                  <a:pt x="1818" y="786"/>
                </a:lnTo>
                <a:lnTo>
                  <a:pt x="1820" y="785"/>
                </a:lnTo>
                <a:lnTo>
                  <a:pt x="1821" y="785"/>
                </a:lnTo>
                <a:lnTo>
                  <a:pt x="1824" y="785"/>
                </a:lnTo>
                <a:lnTo>
                  <a:pt x="1826" y="786"/>
                </a:lnTo>
                <a:lnTo>
                  <a:pt x="1828" y="788"/>
                </a:lnTo>
                <a:lnTo>
                  <a:pt x="1829" y="789"/>
                </a:lnTo>
                <a:lnTo>
                  <a:pt x="1830" y="789"/>
                </a:lnTo>
                <a:lnTo>
                  <a:pt x="1831" y="789"/>
                </a:lnTo>
                <a:lnTo>
                  <a:pt x="1832" y="790"/>
                </a:lnTo>
                <a:lnTo>
                  <a:pt x="1833" y="792"/>
                </a:lnTo>
                <a:lnTo>
                  <a:pt x="1833" y="793"/>
                </a:lnTo>
                <a:lnTo>
                  <a:pt x="1833" y="794"/>
                </a:lnTo>
                <a:lnTo>
                  <a:pt x="1833" y="795"/>
                </a:lnTo>
                <a:lnTo>
                  <a:pt x="1833" y="796"/>
                </a:lnTo>
                <a:lnTo>
                  <a:pt x="1834" y="796"/>
                </a:lnTo>
                <a:lnTo>
                  <a:pt x="1834" y="797"/>
                </a:lnTo>
                <a:lnTo>
                  <a:pt x="1835" y="798"/>
                </a:lnTo>
                <a:lnTo>
                  <a:pt x="1837" y="799"/>
                </a:lnTo>
                <a:lnTo>
                  <a:pt x="1837" y="802"/>
                </a:lnTo>
                <a:lnTo>
                  <a:pt x="1836" y="803"/>
                </a:lnTo>
                <a:lnTo>
                  <a:pt x="1836" y="805"/>
                </a:lnTo>
                <a:lnTo>
                  <a:pt x="1839" y="808"/>
                </a:lnTo>
                <a:lnTo>
                  <a:pt x="1840" y="809"/>
                </a:lnTo>
                <a:lnTo>
                  <a:pt x="1841" y="809"/>
                </a:lnTo>
                <a:lnTo>
                  <a:pt x="1841" y="810"/>
                </a:lnTo>
                <a:lnTo>
                  <a:pt x="1841" y="811"/>
                </a:lnTo>
                <a:lnTo>
                  <a:pt x="1841" y="812"/>
                </a:lnTo>
                <a:lnTo>
                  <a:pt x="1843" y="812"/>
                </a:lnTo>
                <a:lnTo>
                  <a:pt x="1844" y="813"/>
                </a:lnTo>
                <a:lnTo>
                  <a:pt x="1844" y="814"/>
                </a:lnTo>
                <a:lnTo>
                  <a:pt x="1844" y="815"/>
                </a:lnTo>
                <a:lnTo>
                  <a:pt x="1846" y="817"/>
                </a:lnTo>
                <a:lnTo>
                  <a:pt x="1847" y="819"/>
                </a:lnTo>
                <a:lnTo>
                  <a:pt x="1845" y="824"/>
                </a:lnTo>
                <a:lnTo>
                  <a:pt x="1844" y="831"/>
                </a:lnTo>
                <a:lnTo>
                  <a:pt x="1843" y="834"/>
                </a:lnTo>
                <a:lnTo>
                  <a:pt x="1844" y="835"/>
                </a:lnTo>
                <a:lnTo>
                  <a:pt x="1848" y="835"/>
                </a:lnTo>
                <a:lnTo>
                  <a:pt x="1849" y="835"/>
                </a:lnTo>
                <a:lnTo>
                  <a:pt x="1849" y="836"/>
                </a:lnTo>
                <a:lnTo>
                  <a:pt x="1849" y="837"/>
                </a:lnTo>
                <a:lnTo>
                  <a:pt x="1850" y="838"/>
                </a:lnTo>
                <a:lnTo>
                  <a:pt x="1849" y="839"/>
                </a:lnTo>
                <a:lnTo>
                  <a:pt x="1848" y="840"/>
                </a:lnTo>
                <a:lnTo>
                  <a:pt x="1848" y="841"/>
                </a:lnTo>
                <a:lnTo>
                  <a:pt x="1847" y="844"/>
                </a:lnTo>
                <a:lnTo>
                  <a:pt x="1845" y="844"/>
                </a:lnTo>
                <a:lnTo>
                  <a:pt x="1845" y="845"/>
                </a:lnTo>
                <a:lnTo>
                  <a:pt x="1845" y="846"/>
                </a:lnTo>
                <a:lnTo>
                  <a:pt x="1845" y="847"/>
                </a:lnTo>
                <a:lnTo>
                  <a:pt x="1844" y="848"/>
                </a:lnTo>
                <a:lnTo>
                  <a:pt x="1844" y="849"/>
                </a:lnTo>
                <a:lnTo>
                  <a:pt x="1844" y="851"/>
                </a:lnTo>
                <a:lnTo>
                  <a:pt x="1842" y="853"/>
                </a:lnTo>
                <a:lnTo>
                  <a:pt x="1841" y="853"/>
                </a:lnTo>
                <a:lnTo>
                  <a:pt x="1841" y="854"/>
                </a:lnTo>
                <a:lnTo>
                  <a:pt x="1841" y="855"/>
                </a:lnTo>
                <a:lnTo>
                  <a:pt x="1840" y="856"/>
                </a:lnTo>
                <a:lnTo>
                  <a:pt x="1840" y="858"/>
                </a:lnTo>
                <a:lnTo>
                  <a:pt x="1839" y="859"/>
                </a:lnTo>
                <a:lnTo>
                  <a:pt x="1838" y="860"/>
                </a:lnTo>
                <a:lnTo>
                  <a:pt x="1836" y="862"/>
                </a:lnTo>
                <a:lnTo>
                  <a:pt x="1834" y="864"/>
                </a:lnTo>
                <a:lnTo>
                  <a:pt x="1833" y="865"/>
                </a:lnTo>
                <a:lnTo>
                  <a:pt x="1833" y="866"/>
                </a:lnTo>
                <a:lnTo>
                  <a:pt x="1832" y="866"/>
                </a:lnTo>
                <a:lnTo>
                  <a:pt x="1832" y="867"/>
                </a:lnTo>
                <a:lnTo>
                  <a:pt x="1831" y="867"/>
                </a:lnTo>
                <a:lnTo>
                  <a:pt x="1831" y="868"/>
                </a:lnTo>
                <a:lnTo>
                  <a:pt x="1833" y="870"/>
                </a:lnTo>
                <a:lnTo>
                  <a:pt x="1833" y="872"/>
                </a:lnTo>
                <a:lnTo>
                  <a:pt x="1834" y="872"/>
                </a:lnTo>
                <a:lnTo>
                  <a:pt x="1837" y="876"/>
                </a:lnTo>
                <a:lnTo>
                  <a:pt x="1836" y="878"/>
                </a:lnTo>
                <a:lnTo>
                  <a:pt x="1840" y="886"/>
                </a:lnTo>
                <a:lnTo>
                  <a:pt x="1843" y="889"/>
                </a:lnTo>
                <a:lnTo>
                  <a:pt x="1843" y="895"/>
                </a:lnTo>
                <a:lnTo>
                  <a:pt x="1843" y="896"/>
                </a:lnTo>
                <a:lnTo>
                  <a:pt x="1844" y="897"/>
                </a:lnTo>
                <a:lnTo>
                  <a:pt x="1844" y="898"/>
                </a:lnTo>
                <a:lnTo>
                  <a:pt x="1844" y="899"/>
                </a:lnTo>
                <a:lnTo>
                  <a:pt x="1844" y="900"/>
                </a:lnTo>
                <a:lnTo>
                  <a:pt x="1844" y="901"/>
                </a:lnTo>
                <a:lnTo>
                  <a:pt x="1843" y="902"/>
                </a:lnTo>
                <a:lnTo>
                  <a:pt x="1842" y="904"/>
                </a:lnTo>
                <a:lnTo>
                  <a:pt x="1841" y="904"/>
                </a:lnTo>
                <a:lnTo>
                  <a:pt x="1835" y="909"/>
                </a:lnTo>
                <a:lnTo>
                  <a:pt x="1832" y="912"/>
                </a:lnTo>
                <a:lnTo>
                  <a:pt x="1830" y="914"/>
                </a:lnTo>
                <a:lnTo>
                  <a:pt x="1826" y="917"/>
                </a:lnTo>
                <a:lnTo>
                  <a:pt x="1818" y="927"/>
                </a:lnTo>
                <a:lnTo>
                  <a:pt x="1812" y="937"/>
                </a:lnTo>
                <a:lnTo>
                  <a:pt x="1808" y="951"/>
                </a:lnTo>
                <a:lnTo>
                  <a:pt x="1807" y="959"/>
                </a:lnTo>
                <a:lnTo>
                  <a:pt x="1807" y="962"/>
                </a:lnTo>
                <a:lnTo>
                  <a:pt x="1807" y="965"/>
                </a:lnTo>
                <a:lnTo>
                  <a:pt x="1809" y="967"/>
                </a:lnTo>
                <a:lnTo>
                  <a:pt x="1810" y="968"/>
                </a:lnTo>
                <a:lnTo>
                  <a:pt x="1812" y="969"/>
                </a:lnTo>
                <a:lnTo>
                  <a:pt x="1815" y="970"/>
                </a:lnTo>
                <a:lnTo>
                  <a:pt x="1817" y="972"/>
                </a:lnTo>
                <a:lnTo>
                  <a:pt x="1818" y="975"/>
                </a:lnTo>
                <a:lnTo>
                  <a:pt x="1818" y="976"/>
                </a:lnTo>
                <a:lnTo>
                  <a:pt x="1820" y="980"/>
                </a:lnTo>
                <a:lnTo>
                  <a:pt x="1822" y="985"/>
                </a:lnTo>
                <a:lnTo>
                  <a:pt x="1821" y="987"/>
                </a:lnTo>
                <a:lnTo>
                  <a:pt x="1821" y="989"/>
                </a:lnTo>
                <a:lnTo>
                  <a:pt x="1824" y="988"/>
                </a:lnTo>
                <a:lnTo>
                  <a:pt x="1829" y="990"/>
                </a:lnTo>
                <a:lnTo>
                  <a:pt x="1831" y="994"/>
                </a:lnTo>
                <a:lnTo>
                  <a:pt x="1828" y="999"/>
                </a:lnTo>
                <a:lnTo>
                  <a:pt x="1830" y="1000"/>
                </a:lnTo>
                <a:lnTo>
                  <a:pt x="1829" y="1001"/>
                </a:lnTo>
                <a:lnTo>
                  <a:pt x="1838" y="1000"/>
                </a:lnTo>
                <a:lnTo>
                  <a:pt x="1841" y="998"/>
                </a:lnTo>
                <a:lnTo>
                  <a:pt x="1844" y="998"/>
                </a:lnTo>
                <a:lnTo>
                  <a:pt x="1847" y="999"/>
                </a:lnTo>
                <a:lnTo>
                  <a:pt x="1850" y="998"/>
                </a:lnTo>
                <a:lnTo>
                  <a:pt x="1852" y="998"/>
                </a:lnTo>
                <a:lnTo>
                  <a:pt x="1853" y="998"/>
                </a:lnTo>
                <a:lnTo>
                  <a:pt x="1855" y="998"/>
                </a:lnTo>
                <a:lnTo>
                  <a:pt x="1856" y="998"/>
                </a:lnTo>
                <a:lnTo>
                  <a:pt x="1859" y="1000"/>
                </a:lnTo>
                <a:lnTo>
                  <a:pt x="1860" y="1001"/>
                </a:lnTo>
                <a:lnTo>
                  <a:pt x="1860" y="1002"/>
                </a:lnTo>
                <a:lnTo>
                  <a:pt x="1862" y="1004"/>
                </a:lnTo>
                <a:lnTo>
                  <a:pt x="1864" y="1005"/>
                </a:lnTo>
                <a:lnTo>
                  <a:pt x="1865" y="1005"/>
                </a:lnTo>
                <a:lnTo>
                  <a:pt x="1866" y="1005"/>
                </a:lnTo>
                <a:lnTo>
                  <a:pt x="1867" y="1007"/>
                </a:lnTo>
                <a:lnTo>
                  <a:pt x="1868" y="1007"/>
                </a:lnTo>
                <a:lnTo>
                  <a:pt x="1871" y="1008"/>
                </a:lnTo>
                <a:lnTo>
                  <a:pt x="1873" y="1008"/>
                </a:lnTo>
                <a:lnTo>
                  <a:pt x="1877" y="1008"/>
                </a:lnTo>
                <a:lnTo>
                  <a:pt x="1879" y="1009"/>
                </a:lnTo>
                <a:lnTo>
                  <a:pt x="1881" y="1010"/>
                </a:lnTo>
                <a:lnTo>
                  <a:pt x="1883" y="1010"/>
                </a:lnTo>
                <a:lnTo>
                  <a:pt x="1882" y="1008"/>
                </a:lnTo>
                <a:lnTo>
                  <a:pt x="1887" y="1005"/>
                </a:lnTo>
                <a:lnTo>
                  <a:pt x="1889" y="1005"/>
                </a:lnTo>
                <a:lnTo>
                  <a:pt x="1890" y="1005"/>
                </a:lnTo>
                <a:lnTo>
                  <a:pt x="1893" y="1009"/>
                </a:lnTo>
                <a:lnTo>
                  <a:pt x="1894" y="1011"/>
                </a:lnTo>
                <a:lnTo>
                  <a:pt x="1898" y="1013"/>
                </a:lnTo>
                <a:lnTo>
                  <a:pt x="1901" y="1015"/>
                </a:lnTo>
                <a:lnTo>
                  <a:pt x="1902" y="1014"/>
                </a:lnTo>
                <a:lnTo>
                  <a:pt x="1903" y="1014"/>
                </a:lnTo>
                <a:lnTo>
                  <a:pt x="1907" y="1016"/>
                </a:lnTo>
                <a:lnTo>
                  <a:pt x="1912" y="1016"/>
                </a:lnTo>
                <a:lnTo>
                  <a:pt x="1913" y="1016"/>
                </a:lnTo>
                <a:lnTo>
                  <a:pt x="1916" y="1016"/>
                </a:lnTo>
                <a:lnTo>
                  <a:pt x="1917" y="1015"/>
                </a:lnTo>
                <a:lnTo>
                  <a:pt x="1926" y="1014"/>
                </a:lnTo>
                <a:lnTo>
                  <a:pt x="1936" y="1014"/>
                </a:lnTo>
                <a:lnTo>
                  <a:pt x="1940" y="1014"/>
                </a:lnTo>
                <a:lnTo>
                  <a:pt x="1943" y="1014"/>
                </a:lnTo>
                <a:lnTo>
                  <a:pt x="1945" y="1014"/>
                </a:lnTo>
                <a:lnTo>
                  <a:pt x="1947" y="1014"/>
                </a:lnTo>
                <a:lnTo>
                  <a:pt x="1953" y="1013"/>
                </a:lnTo>
                <a:lnTo>
                  <a:pt x="1957" y="1014"/>
                </a:lnTo>
                <a:lnTo>
                  <a:pt x="1962" y="1017"/>
                </a:lnTo>
                <a:lnTo>
                  <a:pt x="1968" y="1019"/>
                </a:lnTo>
                <a:lnTo>
                  <a:pt x="1972" y="1022"/>
                </a:lnTo>
                <a:lnTo>
                  <a:pt x="1973" y="1021"/>
                </a:lnTo>
                <a:lnTo>
                  <a:pt x="1974" y="1021"/>
                </a:lnTo>
                <a:lnTo>
                  <a:pt x="1975" y="1021"/>
                </a:lnTo>
                <a:lnTo>
                  <a:pt x="1980" y="1020"/>
                </a:lnTo>
                <a:lnTo>
                  <a:pt x="1983" y="1022"/>
                </a:lnTo>
                <a:lnTo>
                  <a:pt x="1990" y="1021"/>
                </a:lnTo>
                <a:lnTo>
                  <a:pt x="1998" y="1023"/>
                </a:lnTo>
                <a:lnTo>
                  <a:pt x="2002" y="1023"/>
                </a:lnTo>
                <a:lnTo>
                  <a:pt x="2004" y="1021"/>
                </a:lnTo>
                <a:lnTo>
                  <a:pt x="2007" y="1021"/>
                </a:lnTo>
                <a:lnTo>
                  <a:pt x="2009" y="1021"/>
                </a:lnTo>
                <a:lnTo>
                  <a:pt x="2011" y="1021"/>
                </a:lnTo>
                <a:lnTo>
                  <a:pt x="2016" y="1021"/>
                </a:lnTo>
                <a:lnTo>
                  <a:pt x="2019" y="1020"/>
                </a:lnTo>
                <a:lnTo>
                  <a:pt x="2022" y="1019"/>
                </a:lnTo>
                <a:lnTo>
                  <a:pt x="2023" y="1019"/>
                </a:lnTo>
                <a:lnTo>
                  <a:pt x="2024" y="1019"/>
                </a:lnTo>
                <a:lnTo>
                  <a:pt x="2026" y="1018"/>
                </a:lnTo>
                <a:lnTo>
                  <a:pt x="2029" y="1018"/>
                </a:lnTo>
                <a:lnTo>
                  <a:pt x="2036" y="1019"/>
                </a:lnTo>
                <a:lnTo>
                  <a:pt x="2039" y="1018"/>
                </a:lnTo>
                <a:lnTo>
                  <a:pt x="2040" y="1018"/>
                </a:lnTo>
                <a:lnTo>
                  <a:pt x="2041" y="1019"/>
                </a:lnTo>
                <a:lnTo>
                  <a:pt x="2042" y="1019"/>
                </a:lnTo>
                <a:lnTo>
                  <a:pt x="2044" y="1019"/>
                </a:lnTo>
                <a:lnTo>
                  <a:pt x="2045" y="1021"/>
                </a:lnTo>
                <a:lnTo>
                  <a:pt x="2048" y="1021"/>
                </a:lnTo>
                <a:lnTo>
                  <a:pt x="2049" y="1022"/>
                </a:lnTo>
                <a:lnTo>
                  <a:pt x="2050" y="1023"/>
                </a:lnTo>
                <a:lnTo>
                  <a:pt x="2051" y="1023"/>
                </a:lnTo>
                <a:lnTo>
                  <a:pt x="2052" y="1023"/>
                </a:lnTo>
                <a:lnTo>
                  <a:pt x="2054" y="1022"/>
                </a:lnTo>
                <a:lnTo>
                  <a:pt x="2056" y="1022"/>
                </a:lnTo>
                <a:lnTo>
                  <a:pt x="2057" y="1021"/>
                </a:lnTo>
                <a:lnTo>
                  <a:pt x="2059" y="1022"/>
                </a:lnTo>
                <a:lnTo>
                  <a:pt x="2061" y="1023"/>
                </a:lnTo>
                <a:lnTo>
                  <a:pt x="2062" y="1023"/>
                </a:lnTo>
                <a:lnTo>
                  <a:pt x="2067" y="1022"/>
                </a:lnTo>
                <a:lnTo>
                  <a:pt x="2069" y="1022"/>
                </a:lnTo>
                <a:lnTo>
                  <a:pt x="2070" y="1022"/>
                </a:lnTo>
                <a:lnTo>
                  <a:pt x="2077" y="1024"/>
                </a:lnTo>
                <a:lnTo>
                  <a:pt x="2078" y="1024"/>
                </a:lnTo>
                <a:lnTo>
                  <a:pt x="2080" y="1025"/>
                </a:lnTo>
                <a:lnTo>
                  <a:pt x="2082" y="1026"/>
                </a:lnTo>
                <a:lnTo>
                  <a:pt x="2085" y="1026"/>
                </a:lnTo>
                <a:lnTo>
                  <a:pt x="2085" y="1025"/>
                </a:lnTo>
                <a:lnTo>
                  <a:pt x="2085" y="1024"/>
                </a:lnTo>
                <a:lnTo>
                  <a:pt x="2086" y="1024"/>
                </a:lnTo>
                <a:lnTo>
                  <a:pt x="2087" y="1025"/>
                </a:lnTo>
                <a:lnTo>
                  <a:pt x="2088" y="1025"/>
                </a:lnTo>
                <a:lnTo>
                  <a:pt x="2091" y="1025"/>
                </a:lnTo>
                <a:lnTo>
                  <a:pt x="2091" y="1026"/>
                </a:lnTo>
                <a:lnTo>
                  <a:pt x="2093" y="1026"/>
                </a:lnTo>
                <a:lnTo>
                  <a:pt x="2094" y="1026"/>
                </a:lnTo>
                <a:lnTo>
                  <a:pt x="2095" y="1027"/>
                </a:lnTo>
                <a:lnTo>
                  <a:pt x="2096" y="1027"/>
                </a:lnTo>
                <a:lnTo>
                  <a:pt x="2097" y="1029"/>
                </a:lnTo>
                <a:lnTo>
                  <a:pt x="2098" y="1029"/>
                </a:lnTo>
                <a:lnTo>
                  <a:pt x="2099" y="1029"/>
                </a:lnTo>
                <a:lnTo>
                  <a:pt x="2101" y="1029"/>
                </a:lnTo>
                <a:lnTo>
                  <a:pt x="2103" y="1028"/>
                </a:lnTo>
                <a:lnTo>
                  <a:pt x="2104" y="1028"/>
                </a:lnTo>
                <a:lnTo>
                  <a:pt x="2105" y="1029"/>
                </a:lnTo>
                <a:lnTo>
                  <a:pt x="2105" y="1028"/>
                </a:lnTo>
                <a:lnTo>
                  <a:pt x="2105" y="1027"/>
                </a:lnTo>
                <a:lnTo>
                  <a:pt x="2106" y="1027"/>
                </a:lnTo>
                <a:lnTo>
                  <a:pt x="2107" y="1028"/>
                </a:lnTo>
                <a:lnTo>
                  <a:pt x="2110" y="1030"/>
                </a:lnTo>
                <a:lnTo>
                  <a:pt x="2113" y="1031"/>
                </a:lnTo>
                <a:lnTo>
                  <a:pt x="2114" y="1031"/>
                </a:lnTo>
                <a:lnTo>
                  <a:pt x="2117" y="1032"/>
                </a:lnTo>
                <a:lnTo>
                  <a:pt x="2120" y="1033"/>
                </a:lnTo>
                <a:lnTo>
                  <a:pt x="2121" y="1034"/>
                </a:lnTo>
                <a:lnTo>
                  <a:pt x="2123" y="1034"/>
                </a:lnTo>
                <a:lnTo>
                  <a:pt x="2124" y="1035"/>
                </a:lnTo>
                <a:lnTo>
                  <a:pt x="2125" y="1036"/>
                </a:lnTo>
                <a:lnTo>
                  <a:pt x="2127" y="1036"/>
                </a:lnTo>
                <a:lnTo>
                  <a:pt x="2127" y="1037"/>
                </a:lnTo>
                <a:lnTo>
                  <a:pt x="2128" y="1039"/>
                </a:lnTo>
                <a:lnTo>
                  <a:pt x="2129" y="1040"/>
                </a:lnTo>
                <a:lnTo>
                  <a:pt x="2132" y="1041"/>
                </a:lnTo>
                <a:lnTo>
                  <a:pt x="2137" y="1044"/>
                </a:lnTo>
                <a:lnTo>
                  <a:pt x="2139" y="1044"/>
                </a:lnTo>
                <a:lnTo>
                  <a:pt x="2147" y="1048"/>
                </a:lnTo>
                <a:lnTo>
                  <a:pt x="2152" y="1050"/>
                </a:lnTo>
                <a:lnTo>
                  <a:pt x="2156" y="1051"/>
                </a:lnTo>
                <a:lnTo>
                  <a:pt x="2160" y="1053"/>
                </a:lnTo>
                <a:lnTo>
                  <a:pt x="2164" y="1055"/>
                </a:lnTo>
                <a:lnTo>
                  <a:pt x="2173" y="1061"/>
                </a:lnTo>
                <a:lnTo>
                  <a:pt x="2177" y="1062"/>
                </a:lnTo>
                <a:lnTo>
                  <a:pt x="2180" y="1063"/>
                </a:lnTo>
                <a:lnTo>
                  <a:pt x="2181" y="1064"/>
                </a:lnTo>
                <a:lnTo>
                  <a:pt x="2181" y="1066"/>
                </a:lnTo>
                <a:lnTo>
                  <a:pt x="2185" y="1069"/>
                </a:lnTo>
                <a:lnTo>
                  <a:pt x="2187" y="1071"/>
                </a:lnTo>
                <a:lnTo>
                  <a:pt x="2192" y="1073"/>
                </a:lnTo>
                <a:lnTo>
                  <a:pt x="2192" y="1074"/>
                </a:lnTo>
                <a:lnTo>
                  <a:pt x="2193" y="1075"/>
                </a:lnTo>
                <a:lnTo>
                  <a:pt x="2194" y="1078"/>
                </a:lnTo>
                <a:lnTo>
                  <a:pt x="2194" y="1079"/>
                </a:lnTo>
                <a:lnTo>
                  <a:pt x="2194" y="1080"/>
                </a:lnTo>
                <a:lnTo>
                  <a:pt x="2194" y="1081"/>
                </a:lnTo>
                <a:lnTo>
                  <a:pt x="2195" y="1081"/>
                </a:lnTo>
                <a:lnTo>
                  <a:pt x="2198" y="1080"/>
                </a:lnTo>
                <a:lnTo>
                  <a:pt x="2200" y="1081"/>
                </a:lnTo>
                <a:lnTo>
                  <a:pt x="2204" y="1081"/>
                </a:lnTo>
                <a:lnTo>
                  <a:pt x="2209" y="1083"/>
                </a:lnTo>
                <a:lnTo>
                  <a:pt x="2214" y="1086"/>
                </a:lnTo>
                <a:lnTo>
                  <a:pt x="2221" y="1089"/>
                </a:lnTo>
                <a:lnTo>
                  <a:pt x="2228" y="1096"/>
                </a:lnTo>
                <a:lnTo>
                  <a:pt x="2230" y="1097"/>
                </a:lnTo>
                <a:lnTo>
                  <a:pt x="2233" y="1101"/>
                </a:lnTo>
                <a:lnTo>
                  <a:pt x="2234" y="1102"/>
                </a:lnTo>
                <a:lnTo>
                  <a:pt x="2236" y="1102"/>
                </a:lnTo>
                <a:lnTo>
                  <a:pt x="2238" y="1102"/>
                </a:lnTo>
                <a:lnTo>
                  <a:pt x="2239" y="1102"/>
                </a:lnTo>
                <a:lnTo>
                  <a:pt x="2241" y="1103"/>
                </a:lnTo>
                <a:lnTo>
                  <a:pt x="2242" y="1103"/>
                </a:lnTo>
                <a:lnTo>
                  <a:pt x="2243" y="1104"/>
                </a:lnTo>
                <a:lnTo>
                  <a:pt x="2245" y="1105"/>
                </a:lnTo>
                <a:lnTo>
                  <a:pt x="2246" y="1105"/>
                </a:lnTo>
                <a:lnTo>
                  <a:pt x="2248" y="1105"/>
                </a:lnTo>
                <a:lnTo>
                  <a:pt x="2250" y="1106"/>
                </a:lnTo>
                <a:lnTo>
                  <a:pt x="2251" y="1106"/>
                </a:lnTo>
                <a:lnTo>
                  <a:pt x="2252" y="1106"/>
                </a:lnTo>
                <a:lnTo>
                  <a:pt x="2252" y="1107"/>
                </a:lnTo>
                <a:lnTo>
                  <a:pt x="2253" y="1107"/>
                </a:lnTo>
                <a:lnTo>
                  <a:pt x="2254" y="1107"/>
                </a:lnTo>
                <a:lnTo>
                  <a:pt x="2255" y="1107"/>
                </a:lnTo>
                <a:lnTo>
                  <a:pt x="2257" y="1108"/>
                </a:lnTo>
                <a:lnTo>
                  <a:pt x="2257" y="1109"/>
                </a:lnTo>
                <a:lnTo>
                  <a:pt x="2258" y="1110"/>
                </a:lnTo>
                <a:lnTo>
                  <a:pt x="2260" y="1111"/>
                </a:lnTo>
                <a:lnTo>
                  <a:pt x="2262" y="1113"/>
                </a:lnTo>
                <a:lnTo>
                  <a:pt x="2266" y="1112"/>
                </a:lnTo>
                <a:lnTo>
                  <a:pt x="2276" y="1111"/>
                </a:lnTo>
                <a:lnTo>
                  <a:pt x="2282" y="1111"/>
                </a:lnTo>
                <a:lnTo>
                  <a:pt x="2296" y="1109"/>
                </a:lnTo>
                <a:lnTo>
                  <a:pt x="2306" y="1108"/>
                </a:lnTo>
                <a:lnTo>
                  <a:pt x="2308" y="1109"/>
                </a:lnTo>
                <a:lnTo>
                  <a:pt x="2307" y="1111"/>
                </a:lnTo>
                <a:lnTo>
                  <a:pt x="2305" y="1114"/>
                </a:lnTo>
                <a:lnTo>
                  <a:pt x="2302" y="1116"/>
                </a:lnTo>
                <a:lnTo>
                  <a:pt x="2300" y="1123"/>
                </a:lnTo>
                <a:lnTo>
                  <a:pt x="2299" y="1132"/>
                </a:lnTo>
                <a:lnTo>
                  <a:pt x="2297" y="1140"/>
                </a:lnTo>
                <a:lnTo>
                  <a:pt x="2302" y="1140"/>
                </a:lnTo>
                <a:lnTo>
                  <a:pt x="2308" y="1142"/>
                </a:lnTo>
                <a:lnTo>
                  <a:pt x="2312" y="1142"/>
                </a:lnTo>
                <a:lnTo>
                  <a:pt x="2318" y="1142"/>
                </a:lnTo>
                <a:lnTo>
                  <a:pt x="2318" y="1143"/>
                </a:lnTo>
                <a:lnTo>
                  <a:pt x="2320" y="1147"/>
                </a:lnTo>
                <a:lnTo>
                  <a:pt x="2322" y="1150"/>
                </a:lnTo>
                <a:lnTo>
                  <a:pt x="2323" y="1152"/>
                </a:lnTo>
                <a:lnTo>
                  <a:pt x="2324" y="1154"/>
                </a:lnTo>
                <a:lnTo>
                  <a:pt x="2326" y="1157"/>
                </a:lnTo>
                <a:lnTo>
                  <a:pt x="2328" y="1160"/>
                </a:lnTo>
                <a:lnTo>
                  <a:pt x="2331" y="1169"/>
                </a:lnTo>
                <a:lnTo>
                  <a:pt x="2334" y="1176"/>
                </a:lnTo>
                <a:lnTo>
                  <a:pt x="2337" y="1183"/>
                </a:lnTo>
                <a:lnTo>
                  <a:pt x="2338" y="1184"/>
                </a:lnTo>
                <a:lnTo>
                  <a:pt x="2339" y="1189"/>
                </a:lnTo>
                <a:lnTo>
                  <a:pt x="2340" y="1191"/>
                </a:lnTo>
                <a:lnTo>
                  <a:pt x="2353" y="1213"/>
                </a:lnTo>
                <a:lnTo>
                  <a:pt x="2355" y="1229"/>
                </a:lnTo>
                <a:lnTo>
                  <a:pt x="2358" y="1234"/>
                </a:lnTo>
                <a:lnTo>
                  <a:pt x="2361" y="1236"/>
                </a:lnTo>
                <a:lnTo>
                  <a:pt x="2368" y="1242"/>
                </a:lnTo>
                <a:lnTo>
                  <a:pt x="2380" y="1252"/>
                </a:lnTo>
                <a:lnTo>
                  <a:pt x="2406" y="1274"/>
                </a:lnTo>
                <a:lnTo>
                  <a:pt x="2408" y="1295"/>
                </a:lnTo>
                <a:lnTo>
                  <a:pt x="2413" y="1295"/>
                </a:lnTo>
                <a:lnTo>
                  <a:pt x="2416" y="1294"/>
                </a:lnTo>
                <a:lnTo>
                  <a:pt x="2418" y="1294"/>
                </a:lnTo>
                <a:lnTo>
                  <a:pt x="2420" y="1294"/>
                </a:lnTo>
                <a:lnTo>
                  <a:pt x="2421" y="1294"/>
                </a:lnTo>
                <a:lnTo>
                  <a:pt x="2424" y="1294"/>
                </a:lnTo>
                <a:lnTo>
                  <a:pt x="2426" y="1293"/>
                </a:lnTo>
                <a:lnTo>
                  <a:pt x="2427" y="1293"/>
                </a:lnTo>
                <a:lnTo>
                  <a:pt x="2429" y="1293"/>
                </a:lnTo>
                <a:lnTo>
                  <a:pt x="2432" y="1293"/>
                </a:lnTo>
                <a:lnTo>
                  <a:pt x="2435" y="1292"/>
                </a:lnTo>
                <a:lnTo>
                  <a:pt x="2447" y="1291"/>
                </a:lnTo>
                <a:lnTo>
                  <a:pt x="2453" y="1292"/>
                </a:lnTo>
                <a:lnTo>
                  <a:pt x="2471" y="1292"/>
                </a:lnTo>
                <a:lnTo>
                  <a:pt x="2475" y="1290"/>
                </a:lnTo>
                <a:lnTo>
                  <a:pt x="2476" y="1290"/>
                </a:lnTo>
                <a:lnTo>
                  <a:pt x="2477" y="1290"/>
                </a:lnTo>
                <a:lnTo>
                  <a:pt x="2478" y="1290"/>
                </a:lnTo>
                <a:lnTo>
                  <a:pt x="2479" y="1289"/>
                </a:lnTo>
                <a:lnTo>
                  <a:pt x="2480" y="1289"/>
                </a:lnTo>
                <a:lnTo>
                  <a:pt x="2484" y="1288"/>
                </a:lnTo>
                <a:lnTo>
                  <a:pt x="2487" y="1288"/>
                </a:lnTo>
                <a:lnTo>
                  <a:pt x="2489" y="1287"/>
                </a:lnTo>
                <a:lnTo>
                  <a:pt x="2490" y="1287"/>
                </a:lnTo>
                <a:lnTo>
                  <a:pt x="2491" y="1287"/>
                </a:lnTo>
                <a:lnTo>
                  <a:pt x="2546" y="1295"/>
                </a:lnTo>
                <a:lnTo>
                  <a:pt x="2566" y="1298"/>
                </a:lnTo>
                <a:lnTo>
                  <a:pt x="2599" y="1304"/>
                </a:lnTo>
                <a:lnTo>
                  <a:pt x="2635" y="1305"/>
                </a:lnTo>
                <a:lnTo>
                  <a:pt x="2647" y="1307"/>
                </a:lnTo>
                <a:lnTo>
                  <a:pt x="2671" y="1309"/>
                </a:lnTo>
                <a:lnTo>
                  <a:pt x="2678" y="1309"/>
                </a:lnTo>
                <a:lnTo>
                  <a:pt x="2683" y="1310"/>
                </a:lnTo>
                <a:lnTo>
                  <a:pt x="2737" y="1314"/>
                </a:lnTo>
                <a:lnTo>
                  <a:pt x="2785" y="1304"/>
                </a:lnTo>
                <a:lnTo>
                  <a:pt x="2817" y="1306"/>
                </a:lnTo>
                <a:lnTo>
                  <a:pt x="2817" y="1305"/>
                </a:lnTo>
                <a:lnTo>
                  <a:pt x="2822" y="1299"/>
                </a:lnTo>
                <a:lnTo>
                  <a:pt x="2878" y="1301"/>
                </a:lnTo>
                <a:lnTo>
                  <a:pt x="2938" y="1315"/>
                </a:lnTo>
                <a:lnTo>
                  <a:pt x="2953" y="1319"/>
                </a:lnTo>
                <a:lnTo>
                  <a:pt x="2978" y="1321"/>
                </a:lnTo>
                <a:lnTo>
                  <a:pt x="2999" y="1345"/>
                </a:lnTo>
                <a:lnTo>
                  <a:pt x="3007" y="1354"/>
                </a:lnTo>
                <a:lnTo>
                  <a:pt x="3046" y="1364"/>
                </a:lnTo>
                <a:lnTo>
                  <a:pt x="3056" y="1362"/>
                </a:lnTo>
                <a:lnTo>
                  <a:pt x="3067" y="1363"/>
                </a:lnTo>
                <a:lnTo>
                  <a:pt x="3074" y="1363"/>
                </a:lnTo>
                <a:lnTo>
                  <a:pt x="3096" y="1374"/>
                </a:lnTo>
                <a:lnTo>
                  <a:pt x="3104" y="1377"/>
                </a:lnTo>
                <a:lnTo>
                  <a:pt x="3148" y="1396"/>
                </a:lnTo>
                <a:lnTo>
                  <a:pt x="3159" y="1398"/>
                </a:lnTo>
                <a:lnTo>
                  <a:pt x="3183" y="1403"/>
                </a:lnTo>
                <a:lnTo>
                  <a:pt x="3195" y="1406"/>
                </a:lnTo>
                <a:lnTo>
                  <a:pt x="3217" y="1405"/>
                </a:lnTo>
                <a:lnTo>
                  <a:pt x="3241" y="1401"/>
                </a:lnTo>
                <a:lnTo>
                  <a:pt x="3265" y="1397"/>
                </a:lnTo>
                <a:lnTo>
                  <a:pt x="3264" y="1422"/>
                </a:lnTo>
                <a:lnTo>
                  <a:pt x="3281" y="1424"/>
                </a:lnTo>
                <a:lnTo>
                  <a:pt x="3306" y="1423"/>
                </a:lnTo>
                <a:lnTo>
                  <a:pt x="3315" y="1432"/>
                </a:lnTo>
                <a:lnTo>
                  <a:pt x="3338" y="1412"/>
                </a:lnTo>
                <a:lnTo>
                  <a:pt x="3345" y="1412"/>
                </a:lnTo>
                <a:lnTo>
                  <a:pt x="3352" y="1408"/>
                </a:lnTo>
                <a:lnTo>
                  <a:pt x="3355" y="1406"/>
                </a:lnTo>
                <a:lnTo>
                  <a:pt x="3365" y="1401"/>
                </a:lnTo>
                <a:lnTo>
                  <a:pt x="3376" y="1395"/>
                </a:lnTo>
                <a:lnTo>
                  <a:pt x="3390" y="1389"/>
                </a:lnTo>
                <a:lnTo>
                  <a:pt x="3408" y="1383"/>
                </a:lnTo>
                <a:lnTo>
                  <a:pt x="3428" y="1375"/>
                </a:lnTo>
                <a:lnTo>
                  <a:pt x="3458" y="1363"/>
                </a:lnTo>
                <a:lnTo>
                  <a:pt x="3484" y="1353"/>
                </a:lnTo>
                <a:lnTo>
                  <a:pt x="3502" y="1347"/>
                </a:lnTo>
                <a:lnTo>
                  <a:pt x="3530" y="1343"/>
                </a:lnTo>
                <a:lnTo>
                  <a:pt x="3553" y="1338"/>
                </a:lnTo>
                <a:lnTo>
                  <a:pt x="3555" y="1332"/>
                </a:lnTo>
                <a:lnTo>
                  <a:pt x="3574" y="1326"/>
                </a:lnTo>
                <a:lnTo>
                  <a:pt x="3577" y="1327"/>
                </a:lnTo>
                <a:lnTo>
                  <a:pt x="3585" y="1332"/>
                </a:lnTo>
                <a:lnTo>
                  <a:pt x="3602" y="1332"/>
                </a:lnTo>
                <a:lnTo>
                  <a:pt x="3623" y="1333"/>
                </a:lnTo>
                <a:lnTo>
                  <a:pt x="3626" y="1332"/>
                </a:lnTo>
                <a:lnTo>
                  <a:pt x="3628" y="1332"/>
                </a:lnTo>
                <a:lnTo>
                  <a:pt x="3630" y="1331"/>
                </a:lnTo>
                <a:lnTo>
                  <a:pt x="3632" y="1330"/>
                </a:lnTo>
                <a:lnTo>
                  <a:pt x="3639" y="1330"/>
                </a:lnTo>
                <a:lnTo>
                  <a:pt x="3656" y="1327"/>
                </a:lnTo>
                <a:lnTo>
                  <a:pt x="3661" y="1329"/>
                </a:lnTo>
                <a:lnTo>
                  <a:pt x="3680" y="1329"/>
                </a:lnTo>
                <a:lnTo>
                  <a:pt x="3685" y="1329"/>
                </a:lnTo>
                <a:lnTo>
                  <a:pt x="3704" y="1332"/>
                </a:lnTo>
                <a:lnTo>
                  <a:pt x="3713" y="1332"/>
                </a:lnTo>
                <a:lnTo>
                  <a:pt x="3717" y="1334"/>
                </a:lnTo>
                <a:lnTo>
                  <a:pt x="3718" y="1335"/>
                </a:lnTo>
                <a:lnTo>
                  <a:pt x="3730" y="1329"/>
                </a:lnTo>
                <a:lnTo>
                  <a:pt x="3733" y="1328"/>
                </a:lnTo>
                <a:lnTo>
                  <a:pt x="3735" y="1328"/>
                </a:lnTo>
                <a:lnTo>
                  <a:pt x="3736" y="1328"/>
                </a:lnTo>
                <a:lnTo>
                  <a:pt x="3737" y="1327"/>
                </a:lnTo>
                <a:lnTo>
                  <a:pt x="3761" y="1329"/>
                </a:lnTo>
                <a:lnTo>
                  <a:pt x="3765" y="1330"/>
                </a:lnTo>
                <a:lnTo>
                  <a:pt x="3767" y="1329"/>
                </a:lnTo>
                <a:lnTo>
                  <a:pt x="3774" y="1328"/>
                </a:lnTo>
                <a:lnTo>
                  <a:pt x="3775" y="1328"/>
                </a:lnTo>
                <a:lnTo>
                  <a:pt x="3777" y="1328"/>
                </a:lnTo>
                <a:lnTo>
                  <a:pt x="3778" y="1328"/>
                </a:lnTo>
                <a:lnTo>
                  <a:pt x="3782" y="1328"/>
                </a:lnTo>
                <a:lnTo>
                  <a:pt x="3786" y="1327"/>
                </a:lnTo>
                <a:lnTo>
                  <a:pt x="3788" y="1326"/>
                </a:lnTo>
                <a:lnTo>
                  <a:pt x="3790" y="1326"/>
                </a:lnTo>
                <a:lnTo>
                  <a:pt x="3792" y="1325"/>
                </a:lnTo>
                <a:lnTo>
                  <a:pt x="3807" y="1315"/>
                </a:lnTo>
                <a:lnTo>
                  <a:pt x="3811" y="1313"/>
                </a:lnTo>
                <a:lnTo>
                  <a:pt x="3830" y="1306"/>
                </a:lnTo>
                <a:lnTo>
                  <a:pt x="3838" y="1306"/>
                </a:lnTo>
                <a:lnTo>
                  <a:pt x="3851" y="1305"/>
                </a:lnTo>
                <a:lnTo>
                  <a:pt x="3855" y="1301"/>
                </a:lnTo>
                <a:lnTo>
                  <a:pt x="3858" y="1300"/>
                </a:lnTo>
                <a:lnTo>
                  <a:pt x="3870" y="1296"/>
                </a:lnTo>
                <a:lnTo>
                  <a:pt x="3873" y="1295"/>
                </a:lnTo>
                <a:lnTo>
                  <a:pt x="3876" y="1294"/>
                </a:lnTo>
                <a:lnTo>
                  <a:pt x="3886" y="1288"/>
                </a:lnTo>
                <a:lnTo>
                  <a:pt x="3889" y="1282"/>
                </a:lnTo>
                <a:lnTo>
                  <a:pt x="3902" y="1273"/>
                </a:lnTo>
                <a:lnTo>
                  <a:pt x="3906" y="1270"/>
                </a:lnTo>
                <a:lnTo>
                  <a:pt x="3913" y="1260"/>
                </a:lnTo>
                <a:lnTo>
                  <a:pt x="3912" y="1258"/>
                </a:lnTo>
                <a:lnTo>
                  <a:pt x="3917" y="1252"/>
                </a:lnTo>
                <a:lnTo>
                  <a:pt x="3921" y="1250"/>
                </a:lnTo>
                <a:lnTo>
                  <a:pt x="3933" y="1238"/>
                </a:lnTo>
                <a:lnTo>
                  <a:pt x="3947" y="1223"/>
                </a:lnTo>
                <a:lnTo>
                  <a:pt x="3952" y="1221"/>
                </a:lnTo>
                <a:lnTo>
                  <a:pt x="3952" y="1220"/>
                </a:lnTo>
                <a:lnTo>
                  <a:pt x="3955" y="1219"/>
                </a:lnTo>
                <a:lnTo>
                  <a:pt x="3961" y="1217"/>
                </a:lnTo>
                <a:lnTo>
                  <a:pt x="3964" y="1215"/>
                </a:lnTo>
                <a:lnTo>
                  <a:pt x="3973" y="1212"/>
                </a:lnTo>
                <a:lnTo>
                  <a:pt x="3979" y="1211"/>
                </a:lnTo>
                <a:lnTo>
                  <a:pt x="3981" y="1211"/>
                </a:lnTo>
                <a:lnTo>
                  <a:pt x="3983" y="1210"/>
                </a:lnTo>
                <a:lnTo>
                  <a:pt x="3987" y="1206"/>
                </a:lnTo>
                <a:lnTo>
                  <a:pt x="3993" y="1203"/>
                </a:lnTo>
                <a:lnTo>
                  <a:pt x="3999" y="1204"/>
                </a:lnTo>
                <a:lnTo>
                  <a:pt x="4005" y="1204"/>
                </a:lnTo>
                <a:lnTo>
                  <a:pt x="4009" y="1201"/>
                </a:lnTo>
                <a:lnTo>
                  <a:pt x="4022" y="1189"/>
                </a:lnTo>
                <a:lnTo>
                  <a:pt x="4028" y="1182"/>
                </a:lnTo>
                <a:lnTo>
                  <a:pt x="4039" y="1182"/>
                </a:lnTo>
                <a:lnTo>
                  <a:pt x="4043" y="1180"/>
                </a:lnTo>
                <a:lnTo>
                  <a:pt x="4045" y="1179"/>
                </a:lnTo>
                <a:lnTo>
                  <a:pt x="4047" y="1173"/>
                </a:lnTo>
                <a:lnTo>
                  <a:pt x="4047" y="1167"/>
                </a:lnTo>
                <a:lnTo>
                  <a:pt x="4046" y="1164"/>
                </a:lnTo>
                <a:lnTo>
                  <a:pt x="4037" y="1150"/>
                </a:lnTo>
                <a:lnTo>
                  <a:pt x="4028" y="1143"/>
                </a:lnTo>
                <a:lnTo>
                  <a:pt x="4027" y="1142"/>
                </a:lnTo>
                <a:lnTo>
                  <a:pt x="4024" y="1141"/>
                </a:lnTo>
                <a:lnTo>
                  <a:pt x="4021" y="1140"/>
                </a:lnTo>
                <a:lnTo>
                  <a:pt x="4017" y="1138"/>
                </a:lnTo>
                <a:lnTo>
                  <a:pt x="4015" y="1136"/>
                </a:lnTo>
                <a:lnTo>
                  <a:pt x="4013" y="1133"/>
                </a:lnTo>
                <a:lnTo>
                  <a:pt x="4009" y="1129"/>
                </a:lnTo>
                <a:lnTo>
                  <a:pt x="4008" y="1127"/>
                </a:lnTo>
                <a:lnTo>
                  <a:pt x="4006" y="1125"/>
                </a:lnTo>
                <a:lnTo>
                  <a:pt x="4004" y="1123"/>
                </a:lnTo>
                <a:lnTo>
                  <a:pt x="4003" y="1121"/>
                </a:lnTo>
                <a:lnTo>
                  <a:pt x="4002" y="1118"/>
                </a:lnTo>
                <a:lnTo>
                  <a:pt x="4001" y="1114"/>
                </a:lnTo>
                <a:lnTo>
                  <a:pt x="4001" y="1111"/>
                </a:lnTo>
                <a:lnTo>
                  <a:pt x="4000" y="1109"/>
                </a:lnTo>
                <a:lnTo>
                  <a:pt x="3997" y="1107"/>
                </a:lnTo>
                <a:lnTo>
                  <a:pt x="3991" y="1105"/>
                </a:lnTo>
                <a:lnTo>
                  <a:pt x="3989" y="1100"/>
                </a:lnTo>
                <a:lnTo>
                  <a:pt x="3990" y="1096"/>
                </a:lnTo>
                <a:lnTo>
                  <a:pt x="3995" y="1085"/>
                </a:lnTo>
                <a:lnTo>
                  <a:pt x="3999" y="1082"/>
                </a:lnTo>
                <a:lnTo>
                  <a:pt x="4001" y="1077"/>
                </a:lnTo>
                <a:lnTo>
                  <a:pt x="4004" y="1075"/>
                </a:lnTo>
                <a:lnTo>
                  <a:pt x="4005" y="1074"/>
                </a:lnTo>
                <a:lnTo>
                  <a:pt x="4004" y="1066"/>
                </a:lnTo>
                <a:lnTo>
                  <a:pt x="4007" y="1059"/>
                </a:lnTo>
                <a:lnTo>
                  <a:pt x="4009" y="1053"/>
                </a:lnTo>
                <a:lnTo>
                  <a:pt x="4011" y="1050"/>
                </a:lnTo>
                <a:lnTo>
                  <a:pt x="4016" y="1042"/>
                </a:lnTo>
                <a:lnTo>
                  <a:pt x="4019" y="1039"/>
                </a:lnTo>
                <a:lnTo>
                  <a:pt x="4024" y="1030"/>
                </a:lnTo>
                <a:lnTo>
                  <a:pt x="4026" y="1026"/>
                </a:lnTo>
                <a:lnTo>
                  <a:pt x="4039" y="1018"/>
                </a:lnTo>
                <a:lnTo>
                  <a:pt x="4045" y="1015"/>
                </a:lnTo>
                <a:lnTo>
                  <a:pt x="4051" y="1013"/>
                </a:lnTo>
                <a:lnTo>
                  <a:pt x="4058" y="1012"/>
                </a:lnTo>
                <a:lnTo>
                  <a:pt x="4062" y="1015"/>
                </a:lnTo>
                <a:lnTo>
                  <a:pt x="4092" y="1016"/>
                </a:lnTo>
                <a:lnTo>
                  <a:pt x="4096" y="1015"/>
                </a:lnTo>
                <a:lnTo>
                  <a:pt x="4107" y="1023"/>
                </a:lnTo>
                <a:lnTo>
                  <a:pt x="4114" y="1032"/>
                </a:lnTo>
                <a:lnTo>
                  <a:pt x="4125" y="1038"/>
                </a:lnTo>
                <a:lnTo>
                  <a:pt x="4140" y="1042"/>
                </a:lnTo>
                <a:lnTo>
                  <a:pt x="4148" y="1042"/>
                </a:lnTo>
                <a:lnTo>
                  <a:pt x="4156" y="1044"/>
                </a:lnTo>
                <a:lnTo>
                  <a:pt x="4157" y="1044"/>
                </a:lnTo>
                <a:lnTo>
                  <a:pt x="4169" y="1048"/>
                </a:lnTo>
                <a:lnTo>
                  <a:pt x="4185" y="1048"/>
                </a:lnTo>
                <a:lnTo>
                  <a:pt x="4209" y="1050"/>
                </a:lnTo>
                <a:lnTo>
                  <a:pt x="4213" y="1052"/>
                </a:lnTo>
                <a:lnTo>
                  <a:pt x="4222" y="1054"/>
                </a:lnTo>
                <a:lnTo>
                  <a:pt x="4230" y="1049"/>
                </a:lnTo>
                <a:lnTo>
                  <a:pt x="4240" y="1041"/>
                </a:lnTo>
                <a:lnTo>
                  <a:pt x="4246" y="1040"/>
                </a:lnTo>
                <a:lnTo>
                  <a:pt x="4246" y="1039"/>
                </a:lnTo>
                <a:lnTo>
                  <a:pt x="4247" y="1039"/>
                </a:lnTo>
                <a:lnTo>
                  <a:pt x="4248" y="1038"/>
                </a:lnTo>
                <a:lnTo>
                  <a:pt x="4249" y="1037"/>
                </a:lnTo>
                <a:lnTo>
                  <a:pt x="4249" y="1036"/>
                </a:lnTo>
                <a:lnTo>
                  <a:pt x="4250" y="1036"/>
                </a:lnTo>
                <a:lnTo>
                  <a:pt x="4250" y="1035"/>
                </a:lnTo>
                <a:lnTo>
                  <a:pt x="4251" y="1034"/>
                </a:lnTo>
                <a:lnTo>
                  <a:pt x="4252" y="1034"/>
                </a:lnTo>
                <a:lnTo>
                  <a:pt x="4254" y="1034"/>
                </a:lnTo>
                <a:lnTo>
                  <a:pt x="4256" y="1034"/>
                </a:lnTo>
                <a:lnTo>
                  <a:pt x="4257" y="1033"/>
                </a:lnTo>
                <a:lnTo>
                  <a:pt x="4261" y="1032"/>
                </a:lnTo>
                <a:lnTo>
                  <a:pt x="4268" y="1032"/>
                </a:lnTo>
                <a:lnTo>
                  <a:pt x="4273" y="1029"/>
                </a:lnTo>
                <a:lnTo>
                  <a:pt x="4277" y="1024"/>
                </a:lnTo>
                <a:lnTo>
                  <a:pt x="4278" y="1023"/>
                </a:lnTo>
                <a:lnTo>
                  <a:pt x="4279" y="1019"/>
                </a:lnTo>
                <a:lnTo>
                  <a:pt x="4281" y="1019"/>
                </a:lnTo>
                <a:lnTo>
                  <a:pt x="4287" y="1015"/>
                </a:lnTo>
                <a:lnTo>
                  <a:pt x="4295" y="1010"/>
                </a:lnTo>
                <a:lnTo>
                  <a:pt x="4297" y="1009"/>
                </a:lnTo>
                <a:lnTo>
                  <a:pt x="4304" y="1002"/>
                </a:lnTo>
                <a:lnTo>
                  <a:pt x="4309" y="998"/>
                </a:lnTo>
                <a:lnTo>
                  <a:pt x="4310" y="997"/>
                </a:lnTo>
                <a:lnTo>
                  <a:pt x="4316" y="989"/>
                </a:lnTo>
                <a:lnTo>
                  <a:pt x="4318" y="984"/>
                </a:lnTo>
                <a:lnTo>
                  <a:pt x="4319" y="977"/>
                </a:lnTo>
                <a:lnTo>
                  <a:pt x="4339" y="971"/>
                </a:lnTo>
                <a:lnTo>
                  <a:pt x="4340" y="971"/>
                </a:lnTo>
                <a:lnTo>
                  <a:pt x="4358" y="978"/>
                </a:lnTo>
                <a:lnTo>
                  <a:pt x="4363" y="979"/>
                </a:lnTo>
                <a:lnTo>
                  <a:pt x="4367" y="978"/>
                </a:lnTo>
                <a:lnTo>
                  <a:pt x="4368" y="978"/>
                </a:lnTo>
                <a:lnTo>
                  <a:pt x="4371" y="978"/>
                </a:lnTo>
                <a:lnTo>
                  <a:pt x="4375" y="977"/>
                </a:lnTo>
                <a:lnTo>
                  <a:pt x="4377" y="977"/>
                </a:lnTo>
                <a:lnTo>
                  <a:pt x="4384" y="976"/>
                </a:lnTo>
                <a:lnTo>
                  <a:pt x="4404" y="977"/>
                </a:lnTo>
                <a:lnTo>
                  <a:pt x="4406" y="976"/>
                </a:lnTo>
                <a:lnTo>
                  <a:pt x="4425" y="972"/>
                </a:lnTo>
                <a:lnTo>
                  <a:pt x="4439" y="969"/>
                </a:lnTo>
                <a:lnTo>
                  <a:pt x="4443" y="966"/>
                </a:lnTo>
                <a:lnTo>
                  <a:pt x="4458" y="954"/>
                </a:lnTo>
                <a:lnTo>
                  <a:pt x="4465" y="948"/>
                </a:lnTo>
                <a:lnTo>
                  <a:pt x="4472" y="945"/>
                </a:lnTo>
                <a:lnTo>
                  <a:pt x="4474" y="945"/>
                </a:lnTo>
                <a:lnTo>
                  <a:pt x="4475" y="942"/>
                </a:lnTo>
                <a:lnTo>
                  <a:pt x="4476" y="941"/>
                </a:lnTo>
                <a:lnTo>
                  <a:pt x="4481" y="942"/>
                </a:lnTo>
                <a:lnTo>
                  <a:pt x="4484" y="942"/>
                </a:lnTo>
                <a:lnTo>
                  <a:pt x="4486" y="941"/>
                </a:lnTo>
                <a:lnTo>
                  <a:pt x="4490" y="941"/>
                </a:lnTo>
                <a:lnTo>
                  <a:pt x="4493" y="938"/>
                </a:lnTo>
                <a:lnTo>
                  <a:pt x="4494" y="937"/>
                </a:lnTo>
                <a:lnTo>
                  <a:pt x="4495" y="934"/>
                </a:lnTo>
                <a:lnTo>
                  <a:pt x="4496" y="933"/>
                </a:lnTo>
                <a:lnTo>
                  <a:pt x="4499" y="931"/>
                </a:lnTo>
                <a:lnTo>
                  <a:pt x="4501" y="931"/>
                </a:lnTo>
                <a:lnTo>
                  <a:pt x="4500" y="924"/>
                </a:lnTo>
                <a:lnTo>
                  <a:pt x="4501" y="923"/>
                </a:lnTo>
                <a:lnTo>
                  <a:pt x="4499" y="920"/>
                </a:lnTo>
                <a:lnTo>
                  <a:pt x="4497" y="919"/>
                </a:lnTo>
                <a:lnTo>
                  <a:pt x="4500" y="908"/>
                </a:lnTo>
                <a:lnTo>
                  <a:pt x="4503" y="904"/>
                </a:lnTo>
                <a:lnTo>
                  <a:pt x="4514" y="888"/>
                </a:lnTo>
                <a:lnTo>
                  <a:pt x="4517" y="888"/>
                </a:lnTo>
                <a:lnTo>
                  <a:pt x="4527" y="877"/>
                </a:lnTo>
                <a:lnTo>
                  <a:pt x="4531" y="874"/>
                </a:lnTo>
                <a:lnTo>
                  <a:pt x="4533" y="869"/>
                </a:lnTo>
                <a:lnTo>
                  <a:pt x="4535" y="868"/>
                </a:lnTo>
                <a:lnTo>
                  <a:pt x="4542" y="865"/>
                </a:lnTo>
                <a:lnTo>
                  <a:pt x="4550" y="865"/>
                </a:lnTo>
                <a:lnTo>
                  <a:pt x="4552" y="864"/>
                </a:lnTo>
                <a:lnTo>
                  <a:pt x="4553" y="863"/>
                </a:lnTo>
                <a:lnTo>
                  <a:pt x="4554" y="862"/>
                </a:lnTo>
                <a:lnTo>
                  <a:pt x="4556" y="862"/>
                </a:lnTo>
                <a:lnTo>
                  <a:pt x="4557" y="862"/>
                </a:lnTo>
                <a:lnTo>
                  <a:pt x="4557" y="860"/>
                </a:lnTo>
                <a:lnTo>
                  <a:pt x="4558" y="859"/>
                </a:lnTo>
                <a:lnTo>
                  <a:pt x="4559" y="858"/>
                </a:lnTo>
                <a:lnTo>
                  <a:pt x="4566" y="860"/>
                </a:lnTo>
                <a:lnTo>
                  <a:pt x="4577" y="860"/>
                </a:lnTo>
                <a:lnTo>
                  <a:pt x="4579" y="861"/>
                </a:lnTo>
                <a:lnTo>
                  <a:pt x="4586" y="861"/>
                </a:lnTo>
                <a:lnTo>
                  <a:pt x="4602" y="860"/>
                </a:lnTo>
                <a:lnTo>
                  <a:pt x="4615" y="861"/>
                </a:lnTo>
                <a:lnTo>
                  <a:pt x="4617" y="857"/>
                </a:lnTo>
                <a:lnTo>
                  <a:pt x="4616" y="854"/>
                </a:lnTo>
                <a:lnTo>
                  <a:pt x="4618" y="848"/>
                </a:lnTo>
                <a:lnTo>
                  <a:pt x="4623" y="841"/>
                </a:lnTo>
                <a:lnTo>
                  <a:pt x="4620" y="835"/>
                </a:lnTo>
                <a:lnTo>
                  <a:pt x="4624" y="834"/>
                </a:lnTo>
                <a:lnTo>
                  <a:pt x="4628" y="833"/>
                </a:lnTo>
                <a:lnTo>
                  <a:pt x="4631" y="833"/>
                </a:lnTo>
                <a:lnTo>
                  <a:pt x="4634" y="832"/>
                </a:lnTo>
                <a:lnTo>
                  <a:pt x="4637" y="833"/>
                </a:lnTo>
                <a:lnTo>
                  <a:pt x="4639" y="832"/>
                </a:lnTo>
                <a:lnTo>
                  <a:pt x="4642" y="833"/>
                </a:lnTo>
                <a:lnTo>
                  <a:pt x="4643" y="834"/>
                </a:lnTo>
                <a:lnTo>
                  <a:pt x="4644" y="836"/>
                </a:lnTo>
                <a:lnTo>
                  <a:pt x="4644" y="837"/>
                </a:lnTo>
                <a:lnTo>
                  <a:pt x="4645" y="839"/>
                </a:lnTo>
                <a:lnTo>
                  <a:pt x="4647" y="841"/>
                </a:lnTo>
                <a:lnTo>
                  <a:pt x="4650" y="842"/>
                </a:lnTo>
                <a:lnTo>
                  <a:pt x="4652" y="842"/>
                </a:lnTo>
                <a:lnTo>
                  <a:pt x="4655" y="842"/>
                </a:lnTo>
                <a:lnTo>
                  <a:pt x="4657" y="841"/>
                </a:lnTo>
                <a:lnTo>
                  <a:pt x="4657" y="840"/>
                </a:lnTo>
                <a:lnTo>
                  <a:pt x="4658" y="840"/>
                </a:lnTo>
                <a:lnTo>
                  <a:pt x="4662" y="841"/>
                </a:lnTo>
                <a:lnTo>
                  <a:pt x="4663" y="841"/>
                </a:lnTo>
                <a:lnTo>
                  <a:pt x="4665" y="840"/>
                </a:lnTo>
                <a:lnTo>
                  <a:pt x="4667" y="839"/>
                </a:lnTo>
                <a:lnTo>
                  <a:pt x="4668" y="839"/>
                </a:lnTo>
                <a:lnTo>
                  <a:pt x="4667" y="837"/>
                </a:lnTo>
                <a:lnTo>
                  <a:pt x="4667" y="836"/>
                </a:lnTo>
                <a:lnTo>
                  <a:pt x="4668" y="835"/>
                </a:lnTo>
                <a:lnTo>
                  <a:pt x="4670" y="835"/>
                </a:lnTo>
                <a:lnTo>
                  <a:pt x="4670" y="834"/>
                </a:lnTo>
                <a:lnTo>
                  <a:pt x="4671" y="833"/>
                </a:lnTo>
                <a:lnTo>
                  <a:pt x="4673" y="831"/>
                </a:lnTo>
                <a:lnTo>
                  <a:pt x="4674" y="831"/>
                </a:lnTo>
                <a:lnTo>
                  <a:pt x="4676" y="830"/>
                </a:lnTo>
                <a:lnTo>
                  <a:pt x="4678" y="831"/>
                </a:lnTo>
                <a:lnTo>
                  <a:pt x="4679" y="831"/>
                </a:lnTo>
                <a:lnTo>
                  <a:pt x="4680" y="830"/>
                </a:lnTo>
                <a:lnTo>
                  <a:pt x="4681" y="829"/>
                </a:lnTo>
                <a:lnTo>
                  <a:pt x="4682" y="829"/>
                </a:lnTo>
                <a:lnTo>
                  <a:pt x="4685" y="829"/>
                </a:lnTo>
                <a:lnTo>
                  <a:pt x="4686" y="829"/>
                </a:lnTo>
                <a:lnTo>
                  <a:pt x="4688" y="829"/>
                </a:lnTo>
                <a:lnTo>
                  <a:pt x="4695" y="823"/>
                </a:lnTo>
                <a:lnTo>
                  <a:pt x="4697" y="823"/>
                </a:lnTo>
                <a:lnTo>
                  <a:pt x="4700" y="823"/>
                </a:lnTo>
                <a:lnTo>
                  <a:pt x="4702" y="822"/>
                </a:lnTo>
                <a:lnTo>
                  <a:pt x="4705" y="821"/>
                </a:lnTo>
                <a:lnTo>
                  <a:pt x="4706" y="820"/>
                </a:lnTo>
                <a:lnTo>
                  <a:pt x="4707" y="819"/>
                </a:lnTo>
                <a:lnTo>
                  <a:pt x="4710" y="819"/>
                </a:lnTo>
                <a:lnTo>
                  <a:pt x="4715" y="816"/>
                </a:lnTo>
                <a:lnTo>
                  <a:pt x="4724" y="817"/>
                </a:lnTo>
                <a:lnTo>
                  <a:pt x="4728" y="820"/>
                </a:lnTo>
                <a:lnTo>
                  <a:pt x="4744" y="821"/>
                </a:lnTo>
                <a:lnTo>
                  <a:pt x="4749" y="818"/>
                </a:lnTo>
                <a:lnTo>
                  <a:pt x="4750" y="818"/>
                </a:lnTo>
                <a:lnTo>
                  <a:pt x="4751" y="818"/>
                </a:lnTo>
                <a:lnTo>
                  <a:pt x="4753" y="821"/>
                </a:lnTo>
                <a:lnTo>
                  <a:pt x="4758" y="821"/>
                </a:lnTo>
                <a:lnTo>
                  <a:pt x="4764" y="822"/>
                </a:lnTo>
                <a:lnTo>
                  <a:pt x="4765" y="822"/>
                </a:lnTo>
                <a:lnTo>
                  <a:pt x="4766" y="821"/>
                </a:lnTo>
                <a:lnTo>
                  <a:pt x="4765" y="820"/>
                </a:lnTo>
                <a:lnTo>
                  <a:pt x="4764" y="819"/>
                </a:lnTo>
                <a:lnTo>
                  <a:pt x="4770" y="812"/>
                </a:lnTo>
                <a:lnTo>
                  <a:pt x="4774" y="812"/>
                </a:lnTo>
                <a:lnTo>
                  <a:pt x="4777" y="812"/>
                </a:lnTo>
                <a:lnTo>
                  <a:pt x="4778" y="812"/>
                </a:lnTo>
                <a:lnTo>
                  <a:pt x="4778" y="813"/>
                </a:lnTo>
                <a:lnTo>
                  <a:pt x="4779" y="816"/>
                </a:lnTo>
                <a:lnTo>
                  <a:pt x="4778" y="817"/>
                </a:lnTo>
                <a:lnTo>
                  <a:pt x="4779" y="818"/>
                </a:lnTo>
                <a:lnTo>
                  <a:pt x="4781" y="818"/>
                </a:lnTo>
                <a:lnTo>
                  <a:pt x="4784" y="816"/>
                </a:lnTo>
                <a:lnTo>
                  <a:pt x="4787" y="815"/>
                </a:lnTo>
                <a:lnTo>
                  <a:pt x="4788" y="815"/>
                </a:lnTo>
                <a:lnTo>
                  <a:pt x="4789" y="818"/>
                </a:lnTo>
                <a:lnTo>
                  <a:pt x="4793" y="823"/>
                </a:lnTo>
                <a:lnTo>
                  <a:pt x="4798" y="826"/>
                </a:lnTo>
                <a:lnTo>
                  <a:pt x="4799" y="827"/>
                </a:lnTo>
                <a:lnTo>
                  <a:pt x="4800" y="827"/>
                </a:lnTo>
                <a:lnTo>
                  <a:pt x="4803" y="826"/>
                </a:lnTo>
                <a:lnTo>
                  <a:pt x="4804" y="826"/>
                </a:lnTo>
                <a:lnTo>
                  <a:pt x="4808" y="827"/>
                </a:lnTo>
                <a:lnTo>
                  <a:pt x="4812" y="826"/>
                </a:lnTo>
                <a:lnTo>
                  <a:pt x="4814" y="827"/>
                </a:lnTo>
                <a:lnTo>
                  <a:pt x="4815" y="828"/>
                </a:lnTo>
                <a:lnTo>
                  <a:pt x="4817" y="829"/>
                </a:lnTo>
                <a:lnTo>
                  <a:pt x="4820" y="832"/>
                </a:lnTo>
                <a:lnTo>
                  <a:pt x="4821" y="832"/>
                </a:lnTo>
                <a:lnTo>
                  <a:pt x="4823" y="831"/>
                </a:lnTo>
                <a:lnTo>
                  <a:pt x="4824" y="830"/>
                </a:lnTo>
                <a:lnTo>
                  <a:pt x="4825" y="831"/>
                </a:lnTo>
                <a:lnTo>
                  <a:pt x="4826" y="832"/>
                </a:lnTo>
                <a:lnTo>
                  <a:pt x="4827" y="832"/>
                </a:lnTo>
                <a:lnTo>
                  <a:pt x="4828" y="831"/>
                </a:lnTo>
                <a:lnTo>
                  <a:pt x="4832" y="828"/>
                </a:lnTo>
                <a:lnTo>
                  <a:pt x="4838" y="829"/>
                </a:lnTo>
                <a:lnTo>
                  <a:pt x="4840" y="829"/>
                </a:lnTo>
                <a:lnTo>
                  <a:pt x="4841" y="828"/>
                </a:lnTo>
                <a:lnTo>
                  <a:pt x="4845" y="829"/>
                </a:lnTo>
                <a:lnTo>
                  <a:pt x="4848" y="830"/>
                </a:lnTo>
                <a:lnTo>
                  <a:pt x="4851" y="830"/>
                </a:lnTo>
                <a:lnTo>
                  <a:pt x="4854" y="830"/>
                </a:lnTo>
                <a:lnTo>
                  <a:pt x="4855" y="830"/>
                </a:lnTo>
                <a:lnTo>
                  <a:pt x="4856" y="830"/>
                </a:lnTo>
                <a:lnTo>
                  <a:pt x="4858" y="831"/>
                </a:lnTo>
                <a:lnTo>
                  <a:pt x="4858" y="832"/>
                </a:lnTo>
                <a:lnTo>
                  <a:pt x="4859" y="833"/>
                </a:lnTo>
                <a:lnTo>
                  <a:pt x="4858" y="835"/>
                </a:lnTo>
                <a:lnTo>
                  <a:pt x="4862" y="833"/>
                </a:lnTo>
                <a:lnTo>
                  <a:pt x="4864" y="831"/>
                </a:lnTo>
                <a:lnTo>
                  <a:pt x="4865" y="831"/>
                </a:lnTo>
                <a:lnTo>
                  <a:pt x="4867" y="831"/>
                </a:lnTo>
                <a:lnTo>
                  <a:pt x="4868" y="830"/>
                </a:lnTo>
                <a:lnTo>
                  <a:pt x="4870" y="828"/>
                </a:lnTo>
                <a:lnTo>
                  <a:pt x="4872" y="826"/>
                </a:lnTo>
                <a:lnTo>
                  <a:pt x="4872" y="824"/>
                </a:lnTo>
                <a:lnTo>
                  <a:pt x="4871" y="823"/>
                </a:lnTo>
                <a:lnTo>
                  <a:pt x="4878" y="825"/>
                </a:lnTo>
                <a:lnTo>
                  <a:pt x="4880" y="825"/>
                </a:lnTo>
                <a:lnTo>
                  <a:pt x="4883" y="824"/>
                </a:lnTo>
                <a:lnTo>
                  <a:pt x="4883" y="822"/>
                </a:lnTo>
                <a:lnTo>
                  <a:pt x="4883" y="821"/>
                </a:lnTo>
                <a:lnTo>
                  <a:pt x="4884" y="820"/>
                </a:lnTo>
                <a:lnTo>
                  <a:pt x="4885" y="819"/>
                </a:lnTo>
                <a:lnTo>
                  <a:pt x="4884" y="817"/>
                </a:lnTo>
                <a:lnTo>
                  <a:pt x="4883" y="814"/>
                </a:lnTo>
                <a:lnTo>
                  <a:pt x="4882" y="813"/>
                </a:lnTo>
                <a:lnTo>
                  <a:pt x="4885" y="810"/>
                </a:lnTo>
                <a:lnTo>
                  <a:pt x="4885" y="809"/>
                </a:lnTo>
                <a:lnTo>
                  <a:pt x="4884" y="806"/>
                </a:lnTo>
                <a:lnTo>
                  <a:pt x="4884" y="804"/>
                </a:lnTo>
                <a:lnTo>
                  <a:pt x="4885" y="803"/>
                </a:lnTo>
                <a:lnTo>
                  <a:pt x="4883" y="802"/>
                </a:lnTo>
                <a:lnTo>
                  <a:pt x="4883" y="797"/>
                </a:lnTo>
                <a:lnTo>
                  <a:pt x="4884" y="796"/>
                </a:lnTo>
                <a:lnTo>
                  <a:pt x="4877" y="795"/>
                </a:lnTo>
                <a:lnTo>
                  <a:pt x="4876" y="791"/>
                </a:lnTo>
                <a:lnTo>
                  <a:pt x="4879" y="790"/>
                </a:lnTo>
                <a:lnTo>
                  <a:pt x="4877" y="789"/>
                </a:lnTo>
                <a:lnTo>
                  <a:pt x="4876" y="789"/>
                </a:lnTo>
                <a:lnTo>
                  <a:pt x="4872" y="785"/>
                </a:lnTo>
                <a:lnTo>
                  <a:pt x="4871" y="785"/>
                </a:lnTo>
                <a:lnTo>
                  <a:pt x="4870" y="783"/>
                </a:lnTo>
                <a:lnTo>
                  <a:pt x="4870" y="782"/>
                </a:lnTo>
                <a:lnTo>
                  <a:pt x="4870" y="781"/>
                </a:lnTo>
                <a:lnTo>
                  <a:pt x="4870" y="780"/>
                </a:lnTo>
                <a:lnTo>
                  <a:pt x="4870" y="779"/>
                </a:lnTo>
                <a:lnTo>
                  <a:pt x="4872" y="778"/>
                </a:lnTo>
                <a:lnTo>
                  <a:pt x="4867" y="770"/>
                </a:lnTo>
                <a:lnTo>
                  <a:pt x="4867" y="769"/>
                </a:lnTo>
                <a:lnTo>
                  <a:pt x="4864" y="764"/>
                </a:lnTo>
                <a:lnTo>
                  <a:pt x="4863" y="764"/>
                </a:lnTo>
                <a:lnTo>
                  <a:pt x="4863" y="763"/>
                </a:lnTo>
                <a:lnTo>
                  <a:pt x="4861" y="762"/>
                </a:lnTo>
                <a:lnTo>
                  <a:pt x="4859" y="761"/>
                </a:lnTo>
                <a:lnTo>
                  <a:pt x="4858" y="759"/>
                </a:lnTo>
                <a:lnTo>
                  <a:pt x="4856" y="757"/>
                </a:lnTo>
                <a:lnTo>
                  <a:pt x="4855" y="757"/>
                </a:lnTo>
                <a:lnTo>
                  <a:pt x="4855" y="756"/>
                </a:lnTo>
                <a:lnTo>
                  <a:pt x="4854" y="756"/>
                </a:lnTo>
                <a:lnTo>
                  <a:pt x="4853" y="755"/>
                </a:lnTo>
                <a:lnTo>
                  <a:pt x="4852" y="755"/>
                </a:lnTo>
                <a:lnTo>
                  <a:pt x="4851" y="755"/>
                </a:lnTo>
                <a:lnTo>
                  <a:pt x="4850" y="755"/>
                </a:lnTo>
                <a:lnTo>
                  <a:pt x="4849" y="755"/>
                </a:lnTo>
                <a:lnTo>
                  <a:pt x="4848" y="755"/>
                </a:lnTo>
                <a:lnTo>
                  <a:pt x="4847" y="755"/>
                </a:lnTo>
                <a:lnTo>
                  <a:pt x="4846" y="755"/>
                </a:lnTo>
                <a:lnTo>
                  <a:pt x="4846" y="754"/>
                </a:lnTo>
                <a:lnTo>
                  <a:pt x="4845" y="754"/>
                </a:lnTo>
                <a:lnTo>
                  <a:pt x="4846" y="754"/>
                </a:lnTo>
                <a:lnTo>
                  <a:pt x="4846" y="753"/>
                </a:lnTo>
                <a:lnTo>
                  <a:pt x="4847" y="752"/>
                </a:lnTo>
                <a:lnTo>
                  <a:pt x="4846" y="752"/>
                </a:lnTo>
                <a:lnTo>
                  <a:pt x="4845" y="752"/>
                </a:lnTo>
                <a:lnTo>
                  <a:pt x="4845" y="751"/>
                </a:lnTo>
                <a:lnTo>
                  <a:pt x="4846" y="751"/>
                </a:lnTo>
                <a:lnTo>
                  <a:pt x="4847" y="751"/>
                </a:lnTo>
                <a:lnTo>
                  <a:pt x="4846" y="751"/>
                </a:lnTo>
                <a:lnTo>
                  <a:pt x="4846" y="750"/>
                </a:lnTo>
                <a:lnTo>
                  <a:pt x="4845" y="750"/>
                </a:lnTo>
                <a:lnTo>
                  <a:pt x="4845" y="749"/>
                </a:lnTo>
                <a:lnTo>
                  <a:pt x="4846" y="749"/>
                </a:lnTo>
                <a:lnTo>
                  <a:pt x="4846" y="748"/>
                </a:lnTo>
                <a:lnTo>
                  <a:pt x="4845" y="749"/>
                </a:lnTo>
                <a:lnTo>
                  <a:pt x="4844" y="749"/>
                </a:lnTo>
                <a:lnTo>
                  <a:pt x="4843" y="749"/>
                </a:lnTo>
                <a:lnTo>
                  <a:pt x="4843" y="748"/>
                </a:lnTo>
                <a:lnTo>
                  <a:pt x="4842" y="748"/>
                </a:lnTo>
                <a:lnTo>
                  <a:pt x="4842" y="747"/>
                </a:lnTo>
                <a:lnTo>
                  <a:pt x="4842" y="748"/>
                </a:lnTo>
                <a:lnTo>
                  <a:pt x="4843" y="748"/>
                </a:lnTo>
                <a:lnTo>
                  <a:pt x="4843" y="747"/>
                </a:lnTo>
                <a:lnTo>
                  <a:pt x="4842" y="747"/>
                </a:lnTo>
                <a:lnTo>
                  <a:pt x="4842" y="746"/>
                </a:lnTo>
                <a:lnTo>
                  <a:pt x="4841" y="746"/>
                </a:lnTo>
                <a:lnTo>
                  <a:pt x="4840" y="746"/>
                </a:lnTo>
                <a:lnTo>
                  <a:pt x="4839" y="746"/>
                </a:lnTo>
                <a:lnTo>
                  <a:pt x="4838" y="746"/>
                </a:lnTo>
                <a:lnTo>
                  <a:pt x="4838" y="745"/>
                </a:lnTo>
                <a:lnTo>
                  <a:pt x="4837" y="745"/>
                </a:lnTo>
                <a:lnTo>
                  <a:pt x="4838" y="745"/>
                </a:lnTo>
                <a:lnTo>
                  <a:pt x="4837" y="745"/>
                </a:lnTo>
                <a:lnTo>
                  <a:pt x="4838" y="745"/>
                </a:lnTo>
                <a:lnTo>
                  <a:pt x="4838" y="744"/>
                </a:lnTo>
                <a:lnTo>
                  <a:pt x="4837" y="744"/>
                </a:lnTo>
                <a:lnTo>
                  <a:pt x="4836" y="744"/>
                </a:lnTo>
                <a:lnTo>
                  <a:pt x="4835" y="743"/>
                </a:lnTo>
                <a:lnTo>
                  <a:pt x="4834" y="743"/>
                </a:lnTo>
                <a:lnTo>
                  <a:pt x="4834" y="742"/>
                </a:lnTo>
                <a:lnTo>
                  <a:pt x="4833" y="742"/>
                </a:lnTo>
                <a:lnTo>
                  <a:pt x="4833" y="741"/>
                </a:lnTo>
                <a:lnTo>
                  <a:pt x="4833" y="740"/>
                </a:lnTo>
                <a:lnTo>
                  <a:pt x="4833" y="739"/>
                </a:lnTo>
                <a:lnTo>
                  <a:pt x="4832" y="739"/>
                </a:lnTo>
                <a:lnTo>
                  <a:pt x="4832" y="740"/>
                </a:lnTo>
                <a:lnTo>
                  <a:pt x="4831" y="740"/>
                </a:lnTo>
                <a:lnTo>
                  <a:pt x="4831" y="739"/>
                </a:lnTo>
                <a:lnTo>
                  <a:pt x="4830" y="738"/>
                </a:lnTo>
                <a:lnTo>
                  <a:pt x="4829" y="738"/>
                </a:lnTo>
                <a:lnTo>
                  <a:pt x="4828" y="737"/>
                </a:lnTo>
                <a:lnTo>
                  <a:pt x="4827" y="737"/>
                </a:lnTo>
                <a:lnTo>
                  <a:pt x="4827" y="736"/>
                </a:lnTo>
                <a:lnTo>
                  <a:pt x="4826" y="736"/>
                </a:lnTo>
                <a:lnTo>
                  <a:pt x="4825" y="736"/>
                </a:lnTo>
                <a:lnTo>
                  <a:pt x="4826" y="736"/>
                </a:lnTo>
                <a:lnTo>
                  <a:pt x="4826" y="735"/>
                </a:lnTo>
                <a:lnTo>
                  <a:pt x="4825" y="735"/>
                </a:lnTo>
                <a:lnTo>
                  <a:pt x="4825" y="734"/>
                </a:lnTo>
                <a:lnTo>
                  <a:pt x="4824" y="734"/>
                </a:lnTo>
                <a:lnTo>
                  <a:pt x="4823" y="734"/>
                </a:lnTo>
                <a:lnTo>
                  <a:pt x="4824" y="734"/>
                </a:lnTo>
                <a:lnTo>
                  <a:pt x="4824" y="733"/>
                </a:lnTo>
                <a:lnTo>
                  <a:pt x="4823" y="733"/>
                </a:lnTo>
                <a:lnTo>
                  <a:pt x="4822" y="733"/>
                </a:lnTo>
                <a:lnTo>
                  <a:pt x="4823" y="733"/>
                </a:lnTo>
                <a:lnTo>
                  <a:pt x="4823" y="734"/>
                </a:lnTo>
                <a:lnTo>
                  <a:pt x="4822" y="734"/>
                </a:lnTo>
                <a:lnTo>
                  <a:pt x="4821" y="734"/>
                </a:lnTo>
                <a:lnTo>
                  <a:pt x="4821" y="733"/>
                </a:lnTo>
                <a:lnTo>
                  <a:pt x="4824" y="729"/>
                </a:lnTo>
                <a:lnTo>
                  <a:pt x="4825" y="728"/>
                </a:lnTo>
                <a:lnTo>
                  <a:pt x="4822" y="727"/>
                </a:lnTo>
                <a:lnTo>
                  <a:pt x="4808" y="723"/>
                </a:lnTo>
                <a:lnTo>
                  <a:pt x="4808" y="722"/>
                </a:lnTo>
                <a:lnTo>
                  <a:pt x="4802" y="720"/>
                </a:lnTo>
                <a:lnTo>
                  <a:pt x="4802" y="717"/>
                </a:lnTo>
                <a:lnTo>
                  <a:pt x="4801" y="712"/>
                </a:lnTo>
                <a:lnTo>
                  <a:pt x="4801" y="710"/>
                </a:lnTo>
                <a:lnTo>
                  <a:pt x="4801" y="706"/>
                </a:lnTo>
                <a:lnTo>
                  <a:pt x="4794" y="703"/>
                </a:lnTo>
                <a:lnTo>
                  <a:pt x="4787" y="701"/>
                </a:lnTo>
                <a:lnTo>
                  <a:pt x="4780" y="699"/>
                </a:lnTo>
                <a:lnTo>
                  <a:pt x="4763" y="693"/>
                </a:lnTo>
                <a:lnTo>
                  <a:pt x="4762" y="691"/>
                </a:lnTo>
                <a:lnTo>
                  <a:pt x="4751" y="679"/>
                </a:lnTo>
                <a:lnTo>
                  <a:pt x="4742" y="667"/>
                </a:lnTo>
                <a:lnTo>
                  <a:pt x="4741" y="666"/>
                </a:lnTo>
                <a:lnTo>
                  <a:pt x="4739" y="666"/>
                </a:lnTo>
                <a:lnTo>
                  <a:pt x="4730" y="665"/>
                </a:lnTo>
                <a:lnTo>
                  <a:pt x="4729" y="665"/>
                </a:lnTo>
                <a:lnTo>
                  <a:pt x="4729" y="666"/>
                </a:lnTo>
                <a:lnTo>
                  <a:pt x="4728" y="666"/>
                </a:lnTo>
                <a:lnTo>
                  <a:pt x="4728" y="665"/>
                </a:lnTo>
                <a:lnTo>
                  <a:pt x="4727" y="665"/>
                </a:lnTo>
                <a:lnTo>
                  <a:pt x="4727" y="664"/>
                </a:lnTo>
                <a:lnTo>
                  <a:pt x="4726" y="663"/>
                </a:lnTo>
                <a:lnTo>
                  <a:pt x="4726" y="664"/>
                </a:lnTo>
                <a:lnTo>
                  <a:pt x="4725" y="664"/>
                </a:lnTo>
                <a:lnTo>
                  <a:pt x="4724" y="664"/>
                </a:lnTo>
                <a:lnTo>
                  <a:pt x="4723" y="664"/>
                </a:lnTo>
                <a:lnTo>
                  <a:pt x="4722" y="664"/>
                </a:lnTo>
                <a:lnTo>
                  <a:pt x="4721" y="663"/>
                </a:lnTo>
                <a:lnTo>
                  <a:pt x="4720" y="663"/>
                </a:lnTo>
                <a:lnTo>
                  <a:pt x="4720" y="664"/>
                </a:lnTo>
                <a:lnTo>
                  <a:pt x="4720" y="665"/>
                </a:lnTo>
                <a:lnTo>
                  <a:pt x="4719" y="664"/>
                </a:lnTo>
                <a:lnTo>
                  <a:pt x="4719" y="665"/>
                </a:lnTo>
                <a:lnTo>
                  <a:pt x="4718" y="665"/>
                </a:lnTo>
                <a:lnTo>
                  <a:pt x="4718" y="664"/>
                </a:lnTo>
                <a:lnTo>
                  <a:pt x="4717" y="664"/>
                </a:lnTo>
                <a:lnTo>
                  <a:pt x="4717" y="665"/>
                </a:lnTo>
                <a:lnTo>
                  <a:pt x="4716" y="665"/>
                </a:lnTo>
                <a:lnTo>
                  <a:pt x="4715" y="664"/>
                </a:lnTo>
                <a:lnTo>
                  <a:pt x="4714" y="664"/>
                </a:lnTo>
                <a:lnTo>
                  <a:pt x="4714" y="665"/>
                </a:lnTo>
                <a:lnTo>
                  <a:pt x="4713" y="665"/>
                </a:lnTo>
                <a:lnTo>
                  <a:pt x="4712" y="664"/>
                </a:lnTo>
                <a:lnTo>
                  <a:pt x="4711" y="664"/>
                </a:lnTo>
                <a:lnTo>
                  <a:pt x="4710" y="663"/>
                </a:lnTo>
                <a:lnTo>
                  <a:pt x="4709" y="663"/>
                </a:lnTo>
                <a:lnTo>
                  <a:pt x="4710" y="662"/>
                </a:lnTo>
                <a:lnTo>
                  <a:pt x="4709" y="662"/>
                </a:lnTo>
                <a:lnTo>
                  <a:pt x="4708" y="662"/>
                </a:lnTo>
                <a:lnTo>
                  <a:pt x="4707" y="662"/>
                </a:lnTo>
                <a:lnTo>
                  <a:pt x="4706" y="662"/>
                </a:lnTo>
                <a:lnTo>
                  <a:pt x="4706" y="661"/>
                </a:lnTo>
                <a:lnTo>
                  <a:pt x="4707" y="661"/>
                </a:lnTo>
                <a:lnTo>
                  <a:pt x="4707" y="660"/>
                </a:lnTo>
                <a:lnTo>
                  <a:pt x="4706" y="660"/>
                </a:lnTo>
                <a:lnTo>
                  <a:pt x="4705" y="660"/>
                </a:lnTo>
                <a:lnTo>
                  <a:pt x="4704" y="660"/>
                </a:lnTo>
                <a:lnTo>
                  <a:pt x="4703" y="660"/>
                </a:lnTo>
                <a:lnTo>
                  <a:pt x="4702" y="660"/>
                </a:lnTo>
                <a:lnTo>
                  <a:pt x="4701" y="660"/>
                </a:lnTo>
                <a:lnTo>
                  <a:pt x="4701" y="659"/>
                </a:lnTo>
                <a:lnTo>
                  <a:pt x="4700" y="659"/>
                </a:lnTo>
                <a:lnTo>
                  <a:pt x="4699" y="660"/>
                </a:lnTo>
                <a:lnTo>
                  <a:pt x="4698" y="660"/>
                </a:lnTo>
                <a:lnTo>
                  <a:pt x="4698" y="661"/>
                </a:lnTo>
                <a:lnTo>
                  <a:pt x="4697" y="661"/>
                </a:lnTo>
                <a:lnTo>
                  <a:pt x="4696" y="661"/>
                </a:lnTo>
                <a:lnTo>
                  <a:pt x="4695" y="661"/>
                </a:lnTo>
                <a:lnTo>
                  <a:pt x="4695" y="660"/>
                </a:lnTo>
                <a:lnTo>
                  <a:pt x="4694" y="660"/>
                </a:lnTo>
                <a:lnTo>
                  <a:pt x="4693" y="660"/>
                </a:lnTo>
                <a:lnTo>
                  <a:pt x="4693" y="661"/>
                </a:lnTo>
                <a:lnTo>
                  <a:pt x="4693" y="662"/>
                </a:lnTo>
                <a:lnTo>
                  <a:pt x="4692" y="661"/>
                </a:lnTo>
                <a:lnTo>
                  <a:pt x="4692" y="662"/>
                </a:lnTo>
                <a:lnTo>
                  <a:pt x="4691" y="662"/>
                </a:lnTo>
                <a:lnTo>
                  <a:pt x="4690" y="662"/>
                </a:lnTo>
                <a:lnTo>
                  <a:pt x="4689" y="662"/>
                </a:lnTo>
                <a:lnTo>
                  <a:pt x="4689" y="663"/>
                </a:lnTo>
                <a:lnTo>
                  <a:pt x="4688" y="663"/>
                </a:lnTo>
                <a:lnTo>
                  <a:pt x="4688" y="662"/>
                </a:lnTo>
                <a:lnTo>
                  <a:pt x="4688" y="663"/>
                </a:lnTo>
                <a:lnTo>
                  <a:pt x="4687" y="663"/>
                </a:lnTo>
                <a:lnTo>
                  <a:pt x="4686" y="663"/>
                </a:lnTo>
                <a:lnTo>
                  <a:pt x="4687" y="663"/>
                </a:lnTo>
                <a:lnTo>
                  <a:pt x="4687" y="664"/>
                </a:lnTo>
                <a:lnTo>
                  <a:pt x="4686" y="664"/>
                </a:lnTo>
                <a:lnTo>
                  <a:pt x="4685" y="664"/>
                </a:lnTo>
                <a:lnTo>
                  <a:pt x="4684" y="664"/>
                </a:lnTo>
                <a:lnTo>
                  <a:pt x="4684" y="663"/>
                </a:lnTo>
                <a:lnTo>
                  <a:pt x="4684" y="664"/>
                </a:lnTo>
                <a:lnTo>
                  <a:pt x="4683" y="664"/>
                </a:lnTo>
                <a:lnTo>
                  <a:pt x="4683" y="663"/>
                </a:lnTo>
                <a:lnTo>
                  <a:pt x="4683" y="664"/>
                </a:lnTo>
                <a:lnTo>
                  <a:pt x="4682" y="664"/>
                </a:lnTo>
                <a:lnTo>
                  <a:pt x="4681" y="664"/>
                </a:lnTo>
                <a:lnTo>
                  <a:pt x="4681" y="663"/>
                </a:lnTo>
                <a:lnTo>
                  <a:pt x="4680" y="663"/>
                </a:lnTo>
                <a:lnTo>
                  <a:pt x="4679" y="663"/>
                </a:lnTo>
                <a:lnTo>
                  <a:pt x="4679" y="664"/>
                </a:lnTo>
                <a:lnTo>
                  <a:pt x="4678" y="664"/>
                </a:lnTo>
                <a:lnTo>
                  <a:pt x="4678" y="663"/>
                </a:lnTo>
                <a:lnTo>
                  <a:pt x="4677" y="663"/>
                </a:lnTo>
                <a:lnTo>
                  <a:pt x="4677" y="664"/>
                </a:lnTo>
                <a:lnTo>
                  <a:pt x="4678" y="664"/>
                </a:lnTo>
                <a:lnTo>
                  <a:pt x="4677" y="664"/>
                </a:lnTo>
                <a:lnTo>
                  <a:pt x="4676" y="664"/>
                </a:lnTo>
                <a:lnTo>
                  <a:pt x="4676" y="663"/>
                </a:lnTo>
                <a:lnTo>
                  <a:pt x="4675" y="663"/>
                </a:lnTo>
                <a:lnTo>
                  <a:pt x="4674" y="663"/>
                </a:lnTo>
                <a:lnTo>
                  <a:pt x="4673" y="663"/>
                </a:lnTo>
                <a:lnTo>
                  <a:pt x="4673" y="662"/>
                </a:lnTo>
                <a:lnTo>
                  <a:pt x="4672" y="663"/>
                </a:lnTo>
                <a:lnTo>
                  <a:pt x="4671" y="663"/>
                </a:lnTo>
                <a:lnTo>
                  <a:pt x="4672" y="663"/>
                </a:lnTo>
                <a:lnTo>
                  <a:pt x="4672" y="662"/>
                </a:lnTo>
                <a:lnTo>
                  <a:pt x="4671" y="662"/>
                </a:lnTo>
                <a:lnTo>
                  <a:pt x="4670" y="662"/>
                </a:lnTo>
                <a:lnTo>
                  <a:pt x="4662" y="663"/>
                </a:lnTo>
                <a:lnTo>
                  <a:pt x="4660" y="665"/>
                </a:lnTo>
                <a:lnTo>
                  <a:pt x="4632" y="692"/>
                </a:lnTo>
                <a:lnTo>
                  <a:pt x="4632" y="693"/>
                </a:lnTo>
                <a:lnTo>
                  <a:pt x="4630" y="694"/>
                </a:lnTo>
                <a:lnTo>
                  <a:pt x="4628" y="694"/>
                </a:lnTo>
                <a:lnTo>
                  <a:pt x="4628" y="695"/>
                </a:lnTo>
                <a:lnTo>
                  <a:pt x="4617" y="708"/>
                </a:lnTo>
                <a:lnTo>
                  <a:pt x="4586" y="686"/>
                </a:lnTo>
                <a:lnTo>
                  <a:pt x="4577" y="683"/>
                </a:lnTo>
                <a:lnTo>
                  <a:pt x="4564" y="678"/>
                </a:lnTo>
                <a:lnTo>
                  <a:pt x="4554" y="677"/>
                </a:lnTo>
                <a:lnTo>
                  <a:pt x="4542" y="678"/>
                </a:lnTo>
                <a:lnTo>
                  <a:pt x="4518" y="685"/>
                </a:lnTo>
                <a:lnTo>
                  <a:pt x="4499" y="680"/>
                </a:lnTo>
                <a:lnTo>
                  <a:pt x="4483" y="687"/>
                </a:lnTo>
                <a:lnTo>
                  <a:pt x="4468" y="703"/>
                </a:lnTo>
                <a:lnTo>
                  <a:pt x="4465" y="703"/>
                </a:lnTo>
                <a:lnTo>
                  <a:pt x="4427" y="675"/>
                </a:lnTo>
                <a:lnTo>
                  <a:pt x="4426" y="670"/>
                </a:lnTo>
                <a:lnTo>
                  <a:pt x="4426" y="665"/>
                </a:lnTo>
                <a:lnTo>
                  <a:pt x="4424" y="659"/>
                </a:lnTo>
                <a:lnTo>
                  <a:pt x="4423" y="653"/>
                </a:lnTo>
                <a:lnTo>
                  <a:pt x="4422" y="653"/>
                </a:lnTo>
                <a:lnTo>
                  <a:pt x="4422" y="652"/>
                </a:lnTo>
                <a:lnTo>
                  <a:pt x="4423" y="651"/>
                </a:lnTo>
                <a:lnTo>
                  <a:pt x="4424" y="650"/>
                </a:lnTo>
                <a:lnTo>
                  <a:pt x="4424" y="649"/>
                </a:lnTo>
                <a:lnTo>
                  <a:pt x="4423" y="649"/>
                </a:lnTo>
                <a:lnTo>
                  <a:pt x="4422" y="649"/>
                </a:lnTo>
                <a:lnTo>
                  <a:pt x="4423" y="647"/>
                </a:lnTo>
                <a:lnTo>
                  <a:pt x="4452" y="634"/>
                </a:lnTo>
                <a:lnTo>
                  <a:pt x="4450" y="603"/>
                </a:lnTo>
                <a:lnTo>
                  <a:pt x="4479" y="568"/>
                </a:lnTo>
                <a:lnTo>
                  <a:pt x="4479" y="567"/>
                </a:lnTo>
                <a:lnTo>
                  <a:pt x="4476" y="561"/>
                </a:lnTo>
                <a:lnTo>
                  <a:pt x="4547" y="445"/>
                </a:lnTo>
                <a:lnTo>
                  <a:pt x="4547" y="444"/>
                </a:lnTo>
                <a:lnTo>
                  <a:pt x="4564" y="453"/>
                </a:lnTo>
                <a:lnTo>
                  <a:pt x="4583" y="463"/>
                </a:lnTo>
                <a:lnTo>
                  <a:pt x="4590" y="465"/>
                </a:lnTo>
                <a:lnTo>
                  <a:pt x="4606" y="470"/>
                </a:lnTo>
                <a:lnTo>
                  <a:pt x="4627" y="471"/>
                </a:lnTo>
                <a:lnTo>
                  <a:pt x="4643" y="477"/>
                </a:lnTo>
                <a:lnTo>
                  <a:pt x="4661" y="484"/>
                </a:lnTo>
                <a:lnTo>
                  <a:pt x="4662" y="484"/>
                </a:lnTo>
                <a:lnTo>
                  <a:pt x="4662" y="483"/>
                </a:lnTo>
                <a:lnTo>
                  <a:pt x="4662" y="482"/>
                </a:lnTo>
                <a:lnTo>
                  <a:pt x="4663" y="482"/>
                </a:lnTo>
                <a:lnTo>
                  <a:pt x="4663" y="481"/>
                </a:lnTo>
                <a:lnTo>
                  <a:pt x="4664" y="481"/>
                </a:lnTo>
                <a:lnTo>
                  <a:pt x="4665" y="481"/>
                </a:lnTo>
                <a:lnTo>
                  <a:pt x="4665" y="480"/>
                </a:lnTo>
                <a:lnTo>
                  <a:pt x="4666" y="480"/>
                </a:lnTo>
                <a:lnTo>
                  <a:pt x="4666" y="479"/>
                </a:lnTo>
                <a:lnTo>
                  <a:pt x="4665" y="479"/>
                </a:lnTo>
                <a:lnTo>
                  <a:pt x="4665" y="478"/>
                </a:lnTo>
                <a:lnTo>
                  <a:pt x="4666" y="478"/>
                </a:lnTo>
                <a:lnTo>
                  <a:pt x="4667" y="478"/>
                </a:lnTo>
                <a:lnTo>
                  <a:pt x="4667" y="477"/>
                </a:lnTo>
                <a:lnTo>
                  <a:pt x="4668" y="477"/>
                </a:lnTo>
                <a:lnTo>
                  <a:pt x="4667" y="477"/>
                </a:lnTo>
                <a:lnTo>
                  <a:pt x="4667" y="476"/>
                </a:lnTo>
                <a:lnTo>
                  <a:pt x="4667" y="475"/>
                </a:lnTo>
                <a:lnTo>
                  <a:pt x="4668" y="475"/>
                </a:lnTo>
                <a:lnTo>
                  <a:pt x="4669" y="475"/>
                </a:lnTo>
                <a:lnTo>
                  <a:pt x="4669" y="474"/>
                </a:lnTo>
                <a:lnTo>
                  <a:pt x="4669" y="475"/>
                </a:lnTo>
                <a:lnTo>
                  <a:pt x="4670" y="475"/>
                </a:lnTo>
                <a:lnTo>
                  <a:pt x="4671" y="474"/>
                </a:lnTo>
                <a:lnTo>
                  <a:pt x="4671" y="475"/>
                </a:lnTo>
                <a:lnTo>
                  <a:pt x="4671" y="474"/>
                </a:lnTo>
                <a:lnTo>
                  <a:pt x="4672" y="475"/>
                </a:lnTo>
                <a:lnTo>
                  <a:pt x="4673" y="475"/>
                </a:lnTo>
                <a:lnTo>
                  <a:pt x="4673" y="474"/>
                </a:lnTo>
                <a:lnTo>
                  <a:pt x="4675" y="474"/>
                </a:lnTo>
                <a:lnTo>
                  <a:pt x="4676" y="474"/>
                </a:lnTo>
                <a:lnTo>
                  <a:pt x="4677" y="474"/>
                </a:lnTo>
                <a:lnTo>
                  <a:pt x="4677" y="473"/>
                </a:lnTo>
                <a:lnTo>
                  <a:pt x="4678" y="473"/>
                </a:lnTo>
                <a:lnTo>
                  <a:pt x="4679" y="473"/>
                </a:lnTo>
                <a:lnTo>
                  <a:pt x="4679" y="472"/>
                </a:lnTo>
                <a:lnTo>
                  <a:pt x="4680" y="472"/>
                </a:lnTo>
                <a:lnTo>
                  <a:pt x="4680" y="471"/>
                </a:lnTo>
                <a:lnTo>
                  <a:pt x="4682" y="471"/>
                </a:lnTo>
                <a:lnTo>
                  <a:pt x="4682" y="472"/>
                </a:lnTo>
                <a:lnTo>
                  <a:pt x="4681" y="472"/>
                </a:lnTo>
                <a:lnTo>
                  <a:pt x="4682" y="472"/>
                </a:lnTo>
                <a:lnTo>
                  <a:pt x="4685" y="472"/>
                </a:lnTo>
                <a:lnTo>
                  <a:pt x="4685" y="473"/>
                </a:lnTo>
                <a:lnTo>
                  <a:pt x="4687" y="473"/>
                </a:lnTo>
                <a:lnTo>
                  <a:pt x="4688" y="473"/>
                </a:lnTo>
                <a:lnTo>
                  <a:pt x="4688" y="472"/>
                </a:lnTo>
                <a:lnTo>
                  <a:pt x="4690" y="472"/>
                </a:lnTo>
                <a:lnTo>
                  <a:pt x="4691" y="471"/>
                </a:lnTo>
                <a:lnTo>
                  <a:pt x="4692" y="469"/>
                </a:lnTo>
                <a:lnTo>
                  <a:pt x="4692" y="468"/>
                </a:lnTo>
                <a:lnTo>
                  <a:pt x="4693" y="468"/>
                </a:lnTo>
                <a:lnTo>
                  <a:pt x="4694" y="468"/>
                </a:lnTo>
                <a:lnTo>
                  <a:pt x="4694" y="467"/>
                </a:lnTo>
                <a:lnTo>
                  <a:pt x="4694" y="466"/>
                </a:lnTo>
                <a:lnTo>
                  <a:pt x="4696" y="466"/>
                </a:lnTo>
                <a:lnTo>
                  <a:pt x="4697" y="466"/>
                </a:lnTo>
                <a:lnTo>
                  <a:pt x="4698" y="467"/>
                </a:lnTo>
                <a:lnTo>
                  <a:pt x="4699" y="467"/>
                </a:lnTo>
                <a:lnTo>
                  <a:pt x="4700" y="467"/>
                </a:lnTo>
                <a:lnTo>
                  <a:pt x="4700" y="466"/>
                </a:lnTo>
                <a:lnTo>
                  <a:pt x="4699" y="466"/>
                </a:lnTo>
                <a:lnTo>
                  <a:pt x="4700" y="466"/>
                </a:lnTo>
                <a:lnTo>
                  <a:pt x="4700" y="465"/>
                </a:lnTo>
                <a:lnTo>
                  <a:pt x="4701" y="465"/>
                </a:lnTo>
                <a:lnTo>
                  <a:pt x="4700" y="465"/>
                </a:lnTo>
                <a:lnTo>
                  <a:pt x="4700" y="464"/>
                </a:lnTo>
                <a:lnTo>
                  <a:pt x="4701" y="464"/>
                </a:lnTo>
                <a:lnTo>
                  <a:pt x="4701" y="465"/>
                </a:lnTo>
                <a:lnTo>
                  <a:pt x="4702" y="465"/>
                </a:lnTo>
                <a:lnTo>
                  <a:pt x="4702" y="464"/>
                </a:lnTo>
                <a:lnTo>
                  <a:pt x="4703" y="464"/>
                </a:lnTo>
                <a:lnTo>
                  <a:pt x="4704" y="463"/>
                </a:lnTo>
                <a:lnTo>
                  <a:pt x="4704" y="462"/>
                </a:lnTo>
                <a:lnTo>
                  <a:pt x="4704" y="461"/>
                </a:lnTo>
                <a:lnTo>
                  <a:pt x="4704" y="460"/>
                </a:lnTo>
                <a:lnTo>
                  <a:pt x="4705" y="460"/>
                </a:lnTo>
                <a:lnTo>
                  <a:pt x="4706" y="460"/>
                </a:lnTo>
                <a:lnTo>
                  <a:pt x="4706" y="459"/>
                </a:lnTo>
                <a:lnTo>
                  <a:pt x="4707" y="459"/>
                </a:lnTo>
                <a:lnTo>
                  <a:pt x="4707" y="458"/>
                </a:lnTo>
                <a:lnTo>
                  <a:pt x="4706" y="458"/>
                </a:lnTo>
                <a:lnTo>
                  <a:pt x="4707" y="458"/>
                </a:lnTo>
                <a:lnTo>
                  <a:pt x="4708" y="458"/>
                </a:lnTo>
                <a:lnTo>
                  <a:pt x="4708" y="457"/>
                </a:lnTo>
                <a:lnTo>
                  <a:pt x="4709" y="457"/>
                </a:lnTo>
                <a:lnTo>
                  <a:pt x="4711" y="457"/>
                </a:lnTo>
                <a:lnTo>
                  <a:pt x="4712" y="457"/>
                </a:lnTo>
                <a:lnTo>
                  <a:pt x="4713" y="456"/>
                </a:lnTo>
                <a:lnTo>
                  <a:pt x="4712" y="456"/>
                </a:lnTo>
                <a:lnTo>
                  <a:pt x="4713" y="455"/>
                </a:lnTo>
                <a:lnTo>
                  <a:pt x="4713" y="456"/>
                </a:lnTo>
                <a:lnTo>
                  <a:pt x="4714" y="455"/>
                </a:lnTo>
                <a:lnTo>
                  <a:pt x="4713" y="455"/>
                </a:lnTo>
                <a:lnTo>
                  <a:pt x="4714" y="455"/>
                </a:lnTo>
                <a:lnTo>
                  <a:pt x="4714" y="454"/>
                </a:lnTo>
                <a:lnTo>
                  <a:pt x="4715" y="454"/>
                </a:lnTo>
                <a:lnTo>
                  <a:pt x="4714" y="454"/>
                </a:lnTo>
                <a:lnTo>
                  <a:pt x="4714" y="453"/>
                </a:lnTo>
                <a:lnTo>
                  <a:pt x="4715" y="453"/>
                </a:lnTo>
                <a:lnTo>
                  <a:pt x="4715" y="454"/>
                </a:lnTo>
                <a:lnTo>
                  <a:pt x="4716" y="454"/>
                </a:lnTo>
                <a:lnTo>
                  <a:pt x="4717" y="454"/>
                </a:lnTo>
                <a:lnTo>
                  <a:pt x="4717" y="453"/>
                </a:lnTo>
                <a:lnTo>
                  <a:pt x="4718" y="453"/>
                </a:lnTo>
                <a:lnTo>
                  <a:pt x="4719" y="453"/>
                </a:lnTo>
                <a:lnTo>
                  <a:pt x="4720" y="453"/>
                </a:lnTo>
                <a:lnTo>
                  <a:pt x="4721" y="453"/>
                </a:lnTo>
                <a:lnTo>
                  <a:pt x="4721" y="452"/>
                </a:lnTo>
                <a:lnTo>
                  <a:pt x="4722" y="453"/>
                </a:lnTo>
                <a:lnTo>
                  <a:pt x="4722" y="452"/>
                </a:lnTo>
                <a:lnTo>
                  <a:pt x="4721" y="452"/>
                </a:lnTo>
                <a:lnTo>
                  <a:pt x="4721" y="451"/>
                </a:lnTo>
                <a:lnTo>
                  <a:pt x="4722" y="451"/>
                </a:lnTo>
                <a:lnTo>
                  <a:pt x="4722" y="450"/>
                </a:lnTo>
                <a:lnTo>
                  <a:pt x="4723" y="450"/>
                </a:lnTo>
                <a:lnTo>
                  <a:pt x="4724" y="450"/>
                </a:lnTo>
                <a:lnTo>
                  <a:pt x="4723" y="449"/>
                </a:lnTo>
                <a:lnTo>
                  <a:pt x="4723" y="448"/>
                </a:lnTo>
                <a:lnTo>
                  <a:pt x="4722" y="448"/>
                </a:lnTo>
                <a:lnTo>
                  <a:pt x="4722" y="447"/>
                </a:lnTo>
                <a:lnTo>
                  <a:pt x="4723" y="447"/>
                </a:lnTo>
                <a:lnTo>
                  <a:pt x="4724" y="447"/>
                </a:lnTo>
                <a:lnTo>
                  <a:pt x="4725" y="447"/>
                </a:lnTo>
                <a:lnTo>
                  <a:pt x="4726" y="447"/>
                </a:lnTo>
                <a:lnTo>
                  <a:pt x="4727" y="447"/>
                </a:lnTo>
                <a:lnTo>
                  <a:pt x="4727" y="446"/>
                </a:lnTo>
                <a:lnTo>
                  <a:pt x="4728" y="446"/>
                </a:lnTo>
                <a:lnTo>
                  <a:pt x="4729" y="446"/>
                </a:lnTo>
                <a:lnTo>
                  <a:pt x="4730" y="446"/>
                </a:lnTo>
                <a:lnTo>
                  <a:pt x="4730" y="447"/>
                </a:lnTo>
                <a:lnTo>
                  <a:pt x="4731" y="447"/>
                </a:lnTo>
                <a:lnTo>
                  <a:pt x="4732" y="447"/>
                </a:lnTo>
                <a:lnTo>
                  <a:pt x="4732" y="446"/>
                </a:lnTo>
                <a:lnTo>
                  <a:pt x="4731" y="446"/>
                </a:lnTo>
                <a:lnTo>
                  <a:pt x="4732" y="445"/>
                </a:lnTo>
                <a:lnTo>
                  <a:pt x="4733" y="445"/>
                </a:lnTo>
                <a:lnTo>
                  <a:pt x="4734" y="445"/>
                </a:lnTo>
                <a:lnTo>
                  <a:pt x="4733" y="445"/>
                </a:lnTo>
                <a:lnTo>
                  <a:pt x="4733" y="444"/>
                </a:lnTo>
                <a:lnTo>
                  <a:pt x="4733" y="443"/>
                </a:lnTo>
                <a:lnTo>
                  <a:pt x="4733" y="442"/>
                </a:lnTo>
                <a:lnTo>
                  <a:pt x="4733" y="441"/>
                </a:lnTo>
                <a:lnTo>
                  <a:pt x="4734" y="441"/>
                </a:lnTo>
                <a:lnTo>
                  <a:pt x="4735" y="441"/>
                </a:lnTo>
                <a:lnTo>
                  <a:pt x="4736" y="441"/>
                </a:lnTo>
                <a:lnTo>
                  <a:pt x="4737" y="441"/>
                </a:lnTo>
                <a:lnTo>
                  <a:pt x="4737" y="440"/>
                </a:lnTo>
                <a:lnTo>
                  <a:pt x="4737" y="439"/>
                </a:lnTo>
                <a:lnTo>
                  <a:pt x="4737" y="438"/>
                </a:lnTo>
                <a:lnTo>
                  <a:pt x="4738" y="438"/>
                </a:lnTo>
                <a:lnTo>
                  <a:pt x="4739" y="438"/>
                </a:lnTo>
                <a:lnTo>
                  <a:pt x="4740" y="438"/>
                </a:lnTo>
                <a:lnTo>
                  <a:pt x="4741" y="438"/>
                </a:lnTo>
                <a:lnTo>
                  <a:pt x="4740" y="437"/>
                </a:lnTo>
                <a:lnTo>
                  <a:pt x="4739" y="437"/>
                </a:lnTo>
                <a:lnTo>
                  <a:pt x="4740" y="437"/>
                </a:lnTo>
                <a:lnTo>
                  <a:pt x="4741" y="437"/>
                </a:lnTo>
                <a:lnTo>
                  <a:pt x="4741" y="436"/>
                </a:lnTo>
                <a:lnTo>
                  <a:pt x="4741" y="437"/>
                </a:lnTo>
                <a:lnTo>
                  <a:pt x="4741" y="436"/>
                </a:lnTo>
                <a:lnTo>
                  <a:pt x="4740" y="436"/>
                </a:lnTo>
                <a:lnTo>
                  <a:pt x="4741" y="435"/>
                </a:lnTo>
                <a:lnTo>
                  <a:pt x="4742" y="435"/>
                </a:lnTo>
                <a:lnTo>
                  <a:pt x="4743" y="435"/>
                </a:lnTo>
                <a:lnTo>
                  <a:pt x="4744" y="435"/>
                </a:lnTo>
                <a:lnTo>
                  <a:pt x="4744" y="434"/>
                </a:lnTo>
                <a:lnTo>
                  <a:pt x="4745" y="435"/>
                </a:lnTo>
                <a:lnTo>
                  <a:pt x="4746" y="435"/>
                </a:lnTo>
                <a:lnTo>
                  <a:pt x="4746" y="434"/>
                </a:lnTo>
                <a:lnTo>
                  <a:pt x="4747" y="434"/>
                </a:lnTo>
                <a:lnTo>
                  <a:pt x="4747" y="433"/>
                </a:lnTo>
                <a:lnTo>
                  <a:pt x="4746" y="433"/>
                </a:lnTo>
                <a:lnTo>
                  <a:pt x="4747" y="432"/>
                </a:lnTo>
                <a:lnTo>
                  <a:pt x="4748" y="433"/>
                </a:lnTo>
                <a:lnTo>
                  <a:pt x="4749" y="433"/>
                </a:lnTo>
                <a:lnTo>
                  <a:pt x="4749" y="434"/>
                </a:lnTo>
                <a:lnTo>
                  <a:pt x="4750" y="434"/>
                </a:lnTo>
                <a:lnTo>
                  <a:pt x="4751" y="434"/>
                </a:lnTo>
                <a:lnTo>
                  <a:pt x="4751" y="433"/>
                </a:lnTo>
                <a:lnTo>
                  <a:pt x="4750" y="433"/>
                </a:lnTo>
                <a:lnTo>
                  <a:pt x="4750" y="432"/>
                </a:lnTo>
                <a:lnTo>
                  <a:pt x="4751" y="432"/>
                </a:lnTo>
                <a:lnTo>
                  <a:pt x="4751" y="433"/>
                </a:lnTo>
                <a:lnTo>
                  <a:pt x="4752" y="432"/>
                </a:lnTo>
                <a:lnTo>
                  <a:pt x="4753" y="432"/>
                </a:lnTo>
                <a:lnTo>
                  <a:pt x="4754" y="432"/>
                </a:lnTo>
                <a:lnTo>
                  <a:pt x="4755" y="432"/>
                </a:lnTo>
                <a:lnTo>
                  <a:pt x="4756" y="432"/>
                </a:lnTo>
                <a:lnTo>
                  <a:pt x="4757" y="432"/>
                </a:lnTo>
                <a:lnTo>
                  <a:pt x="4758" y="432"/>
                </a:lnTo>
                <a:lnTo>
                  <a:pt x="4758" y="433"/>
                </a:lnTo>
                <a:lnTo>
                  <a:pt x="4758" y="432"/>
                </a:lnTo>
                <a:lnTo>
                  <a:pt x="4759" y="432"/>
                </a:lnTo>
                <a:lnTo>
                  <a:pt x="4759" y="433"/>
                </a:lnTo>
                <a:lnTo>
                  <a:pt x="4760" y="433"/>
                </a:lnTo>
                <a:lnTo>
                  <a:pt x="4760" y="432"/>
                </a:lnTo>
                <a:lnTo>
                  <a:pt x="4761" y="432"/>
                </a:lnTo>
                <a:lnTo>
                  <a:pt x="4762" y="431"/>
                </a:lnTo>
                <a:lnTo>
                  <a:pt x="4763" y="431"/>
                </a:lnTo>
                <a:lnTo>
                  <a:pt x="4763" y="432"/>
                </a:lnTo>
                <a:lnTo>
                  <a:pt x="4764" y="432"/>
                </a:lnTo>
                <a:lnTo>
                  <a:pt x="4765" y="432"/>
                </a:lnTo>
                <a:lnTo>
                  <a:pt x="4765" y="431"/>
                </a:lnTo>
                <a:lnTo>
                  <a:pt x="4764" y="431"/>
                </a:lnTo>
                <a:lnTo>
                  <a:pt x="4765" y="431"/>
                </a:lnTo>
                <a:lnTo>
                  <a:pt x="4766" y="431"/>
                </a:lnTo>
                <a:lnTo>
                  <a:pt x="4766" y="430"/>
                </a:lnTo>
                <a:lnTo>
                  <a:pt x="4767" y="430"/>
                </a:lnTo>
                <a:lnTo>
                  <a:pt x="4768" y="430"/>
                </a:lnTo>
                <a:lnTo>
                  <a:pt x="4768" y="431"/>
                </a:lnTo>
                <a:lnTo>
                  <a:pt x="4769" y="431"/>
                </a:lnTo>
                <a:lnTo>
                  <a:pt x="4770" y="431"/>
                </a:lnTo>
                <a:lnTo>
                  <a:pt x="4771" y="430"/>
                </a:lnTo>
                <a:lnTo>
                  <a:pt x="4772" y="430"/>
                </a:lnTo>
                <a:lnTo>
                  <a:pt x="4773" y="430"/>
                </a:lnTo>
                <a:lnTo>
                  <a:pt x="4774" y="429"/>
                </a:lnTo>
                <a:lnTo>
                  <a:pt x="4775" y="429"/>
                </a:lnTo>
                <a:lnTo>
                  <a:pt x="4776" y="429"/>
                </a:lnTo>
                <a:lnTo>
                  <a:pt x="4777" y="429"/>
                </a:lnTo>
                <a:lnTo>
                  <a:pt x="4778" y="429"/>
                </a:lnTo>
                <a:lnTo>
                  <a:pt x="4778" y="428"/>
                </a:lnTo>
                <a:lnTo>
                  <a:pt x="4779" y="428"/>
                </a:lnTo>
                <a:lnTo>
                  <a:pt x="4780" y="428"/>
                </a:lnTo>
                <a:lnTo>
                  <a:pt x="4781" y="428"/>
                </a:lnTo>
                <a:lnTo>
                  <a:pt x="4782" y="428"/>
                </a:lnTo>
                <a:lnTo>
                  <a:pt x="4783" y="428"/>
                </a:lnTo>
                <a:lnTo>
                  <a:pt x="4784" y="428"/>
                </a:lnTo>
                <a:lnTo>
                  <a:pt x="4785" y="428"/>
                </a:lnTo>
                <a:lnTo>
                  <a:pt x="4784" y="428"/>
                </a:lnTo>
                <a:lnTo>
                  <a:pt x="4785" y="429"/>
                </a:lnTo>
                <a:lnTo>
                  <a:pt x="4785" y="428"/>
                </a:lnTo>
                <a:lnTo>
                  <a:pt x="4786" y="428"/>
                </a:lnTo>
                <a:lnTo>
                  <a:pt x="4786" y="429"/>
                </a:lnTo>
                <a:lnTo>
                  <a:pt x="4787" y="429"/>
                </a:lnTo>
                <a:lnTo>
                  <a:pt x="4789" y="429"/>
                </a:lnTo>
                <a:lnTo>
                  <a:pt x="4790" y="428"/>
                </a:lnTo>
                <a:lnTo>
                  <a:pt x="4791" y="428"/>
                </a:lnTo>
                <a:lnTo>
                  <a:pt x="4792" y="428"/>
                </a:lnTo>
                <a:lnTo>
                  <a:pt x="4792" y="429"/>
                </a:lnTo>
                <a:lnTo>
                  <a:pt x="4793" y="429"/>
                </a:lnTo>
                <a:lnTo>
                  <a:pt x="4793" y="428"/>
                </a:lnTo>
                <a:lnTo>
                  <a:pt x="4794" y="428"/>
                </a:lnTo>
                <a:lnTo>
                  <a:pt x="4794" y="427"/>
                </a:lnTo>
                <a:lnTo>
                  <a:pt x="4795" y="428"/>
                </a:lnTo>
                <a:lnTo>
                  <a:pt x="4796" y="428"/>
                </a:lnTo>
                <a:lnTo>
                  <a:pt x="4797" y="428"/>
                </a:lnTo>
                <a:lnTo>
                  <a:pt x="4797" y="427"/>
                </a:lnTo>
                <a:lnTo>
                  <a:pt x="4798" y="427"/>
                </a:lnTo>
                <a:lnTo>
                  <a:pt x="4799" y="426"/>
                </a:lnTo>
                <a:lnTo>
                  <a:pt x="4800" y="426"/>
                </a:lnTo>
                <a:lnTo>
                  <a:pt x="4800" y="425"/>
                </a:lnTo>
                <a:lnTo>
                  <a:pt x="4800" y="424"/>
                </a:lnTo>
                <a:lnTo>
                  <a:pt x="4801" y="424"/>
                </a:lnTo>
                <a:lnTo>
                  <a:pt x="4802" y="424"/>
                </a:lnTo>
                <a:lnTo>
                  <a:pt x="4802" y="423"/>
                </a:lnTo>
                <a:lnTo>
                  <a:pt x="4803" y="423"/>
                </a:lnTo>
                <a:lnTo>
                  <a:pt x="4804" y="423"/>
                </a:lnTo>
                <a:lnTo>
                  <a:pt x="4804" y="422"/>
                </a:lnTo>
                <a:lnTo>
                  <a:pt x="4805" y="421"/>
                </a:lnTo>
                <a:lnTo>
                  <a:pt x="4805" y="420"/>
                </a:lnTo>
                <a:lnTo>
                  <a:pt x="4806" y="419"/>
                </a:lnTo>
                <a:lnTo>
                  <a:pt x="4807" y="419"/>
                </a:lnTo>
                <a:lnTo>
                  <a:pt x="4807" y="418"/>
                </a:lnTo>
                <a:lnTo>
                  <a:pt x="4806" y="418"/>
                </a:lnTo>
                <a:lnTo>
                  <a:pt x="4806" y="417"/>
                </a:lnTo>
                <a:lnTo>
                  <a:pt x="4807" y="417"/>
                </a:lnTo>
                <a:lnTo>
                  <a:pt x="4807" y="416"/>
                </a:lnTo>
                <a:lnTo>
                  <a:pt x="4806" y="416"/>
                </a:lnTo>
                <a:lnTo>
                  <a:pt x="4807" y="416"/>
                </a:lnTo>
                <a:lnTo>
                  <a:pt x="4808" y="416"/>
                </a:lnTo>
                <a:lnTo>
                  <a:pt x="4808" y="417"/>
                </a:lnTo>
                <a:lnTo>
                  <a:pt x="4809" y="417"/>
                </a:lnTo>
                <a:lnTo>
                  <a:pt x="4810" y="417"/>
                </a:lnTo>
                <a:lnTo>
                  <a:pt x="4811" y="417"/>
                </a:lnTo>
                <a:lnTo>
                  <a:pt x="4812" y="417"/>
                </a:lnTo>
                <a:lnTo>
                  <a:pt x="4812" y="416"/>
                </a:lnTo>
                <a:lnTo>
                  <a:pt x="4813" y="416"/>
                </a:lnTo>
                <a:lnTo>
                  <a:pt x="4813" y="415"/>
                </a:lnTo>
                <a:lnTo>
                  <a:pt x="4814" y="414"/>
                </a:lnTo>
                <a:lnTo>
                  <a:pt x="4815" y="414"/>
                </a:lnTo>
                <a:lnTo>
                  <a:pt x="4815" y="413"/>
                </a:lnTo>
                <a:lnTo>
                  <a:pt x="4816" y="413"/>
                </a:lnTo>
                <a:lnTo>
                  <a:pt x="4817" y="413"/>
                </a:lnTo>
                <a:lnTo>
                  <a:pt x="4818" y="413"/>
                </a:lnTo>
                <a:lnTo>
                  <a:pt x="4818" y="410"/>
                </a:lnTo>
                <a:lnTo>
                  <a:pt x="4819" y="410"/>
                </a:lnTo>
                <a:lnTo>
                  <a:pt x="4820" y="409"/>
                </a:lnTo>
                <a:lnTo>
                  <a:pt x="4820" y="408"/>
                </a:lnTo>
                <a:lnTo>
                  <a:pt x="4820" y="407"/>
                </a:lnTo>
                <a:lnTo>
                  <a:pt x="4821" y="407"/>
                </a:lnTo>
                <a:lnTo>
                  <a:pt x="4822" y="407"/>
                </a:lnTo>
                <a:lnTo>
                  <a:pt x="4823" y="407"/>
                </a:lnTo>
                <a:lnTo>
                  <a:pt x="4823" y="406"/>
                </a:lnTo>
                <a:lnTo>
                  <a:pt x="4822" y="406"/>
                </a:lnTo>
                <a:lnTo>
                  <a:pt x="4822" y="405"/>
                </a:lnTo>
                <a:lnTo>
                  <a:pt x="4822" y="404"/>
                </a:lnTo>
                <a:lnTo>
                  <a:pt x="4823" y="404"/>
                </a:lnTo>
                <a:lnTo>
                  <a:pt x="4824" y="404"/>
                </a:lnTo>
                <a:lnTo>
                  <a:pt x="4824" y="403"/>
                </a:lnTo>
                <a:lnTo>
                  <a:pt x="4825" y="403"/>
                </a:lnTo>
                <a:lnTo>
                  <a:pt x="4824" y="403"/>
                </a:lnTo>
                <a:lnTo>
                  <a:pt x="4824" y="402"/>
                </a:lnTo>
                <a:lnTo>
                  <a:pt x="4823" y="402"/>
                </a:lnTo>
                <a:lnTo>
                  <a:pt x="4822" y="401"/>
                </a:lnTo>
                <a:lnTo>
                  <a:pt x="4821" y="401"/>
                </a:lnTo>
                <a:lnTo>
                  <a:pt x="4820" y="401"/>
                </a:lnTo>
                <a:lnTo>
                  <a:pt x="4820" y="400"/>
                </a:lnTo>
                <a:lnTo>
                  <a:pt x="4821" y="399"/>
                </a:lnTo>
                <a:lnTo>
                  <a:pt x="4821" y="398"/>
                </a:lnTo>
                <a:lnTo>
                  <a:pt x="4822" y="397"/>
                </a:lnTo>
                <a:lnTo>
                  <a:pt x="4822" y="396"/>
                </a:lnTo>
                <a:lnTo>
                  <a:pt x="4823" y="396"/>
                </a:lnTo>
                <a:lnTo>
                  <a:pt x="4823" y="395"/>
                </a:lnTo>
                <a:lnTo>
                  <a:pt x="4822" y="395"/>
                </a:lnTo>
                <a:lnTo>
                  <a:pt x="4822" y="394"/>
                </a:lnTo>
                <a:lnTo>
                  <a:pt x="4823" y="394"/>
                </a:lnTo>
                <a:lnTo>
                  <a:pt x="4823" y="393"/>
                </a:lnTo>
                <a:lnTo>
                  <a:pt x="4822" y="393"/>
                </a:lnTo>
                <a:lnTo>
                  <a:pt x="4821" y="393"/>
                </a:lnTo>
                <a:lnTo>
                  <a:pt x="4821" y="392"/>
                </a:lnTo>
                <a:lnTo>
                  <a:pt x="4822" y="392"/>
                </a:lnTo>
                <a:lnTo>
                  <a:pt x="4823" y="392"/>
                </a:lnTo>
                <a:lnTo>
                  <a:pt x="4824" y="392"/>
                </a:lnTo>
                <a:lnTo>
                  <a:pt x="4823" y="392"/>
                </a:lnTo>
                <a:lnTo>
                  <a:pt x="4823" y="391"/>
                </a:lnTo>
                <a:lnTo>
                  <a:pt x="4824" y="390"/>
                </a:lnTo>
                <a:lnTo>
                  <a:pt x="4825" y="390"/>
                </a:lnTo>
                <a:lnTo>
                  <a:pt x="4825" y="389"/>
                </a:lnTo>
                <a:lnTo>
                  <a:pt x="4826" y="389"/>
                </a:lnTo>
                <a:lnTo>
                  <a:pt x="4826" y="388"/>
                </a:lnTo>
                <a:lnTo>
                  <a:pt x="4827" y="388"/>
                </a:lnTo>
                <a:lnTo>
                  <a:pt x="4826" y="388"/>
                </a:lnTo>
                <a:lnTo>
                  <a:pt x="4825" y="388"/>
                </a:lnTo>
                <a:lnTo>
                  <a:pt x="4824" y="387"/>
                </a:lnTo>
                <a:lnTo>
                  <a:pt x="4825" y="387"/>
                </a:lnTo>
                <a:lnTo>
                  <a:pt x="4826" y="387"/>
                </a:lnTo>
                <a:lnTo>
                  <a:pt x="4826" y="385"/>
                </a:lnTo>
                <a:lnTo>
                  <a:pt x="4825" y="385"/>
                </a:lnTo>
                <a:lnTo>
                  <a:pt x="4824" y="385"/>
                </a:lnTo>
                <a:lnTo>
                  <a:pt x="4825" y="385"/>
                </a:lnTo>
                <a:lnTo>
                  <a:pt x="4825" y="384"/>
                </a:lnTo>
                <a:lnTo>
                  <a:pt x="4824" y="384"/>
                </a:lnTo>
                <a:lnTo>
                  <a:pt x="4824" y="383"/>
                </a:lnTo>
                <a:lnTo>
                  <a:pt x="4824" y="384"/>
                </a:lnTo>
                <a:lnTo>
                  <a:pt x="4823" y="384"/>
                </a:lnTo>
                <a:lnTo>
                  <a:pt x="4822" y="384"/>
                </a:lnTo>
                <a:lnTo>
                  <a:pt x="4822" y="383"/>
                </a:lnTo>
                <a:lnTo>
                  <a:pt x="4821" y="383"/>
                </a:lnTo>
                <a:lnTo>
                  <a:pt x="4821" y="384"/>
                </a:lnTo>
                <a:lnTo>
                  <a:pt x="4820" y="384"/>
                </a:lnTo>
                <a:lnTo>
                  <a:pt x="4819" y="384"/>
                </a:lnTo>
                <a:lnTo>
                  <a:pt x="4819" y="385"/>
                </a:lnTo>
                <a:lnTo>
                  <a:pt x="4818" y="385"/>
                </a:lnTo>
                <a:lnTo>
                  <a:pt x="4818" y="384"/>
                </a:lnTo>
                <a:lnTo>
                  <a:pt x="4817" y="384"/>
                </a:lnTo>
                <a:lnTo>
                  <a:pt x="4817" y="383"/>
                </a:lnTo>
                <a:lnTo>
                  <a:pt x="4816" y="383"/>
                </a:lnTo>
                <a:lnTo>
                  <a:pt x="4815" y="383"/>
                </a:lnTo>
                <a:lnTo>
                  <a:pt x="4815" y="384"/>
                </a:lnTo>
                <a:lnTo>
                  <a:pt x="4814" y="384"/>
                </a:lnTo>
                <a:lnTo>
                  <a:pt x="4814" y="385"/>
                </a:lnTo>
                <a:lnTo>
                  <a:pt x="4813" y="385"/>
                </a:lnTo>
                <a:lnTo>
                  <a:pt x="4812" y="385"/>
                </a:lnTo>
                <a:lnTo>
                  <a:pt x="4811" y="385"/>
                </a:lnTo>
                <a:lnTo>
                  <a:pt x="4811" y="384"/>
                </a:lnTo>
                <a:lnTo>
                  <a:pt x="4812" y="384"/>
                </a:lnTo>
                <a:lnTo>
                  <a:pt x="4811" y="383"/>
                </a:lnTo>
                <a:lnTo>
                  <a:pt x="4809" y="383"/>
                </a:lnTo>
                <a:lnTo>
                  <a:pt x="4808" y="383"/>
                </a:lnTo>
                <a:lnTo>
                  <a:pt x="4807" y="384"/>
                </a:lnTo>
                <a:lnTo>
                  <a:pt x="4807" y="385"/>
                </a:lnTo>
                <a:lnTo>
                  <a:pt x="4806" y="385"/>
                </a:lnTo>
                <a:lnTo>
                  <a:pt x="4806" y="384"/>
                </a:lnTo>
                <a:lnTo>
                  <a:pt x="4805" y="384"/>
                </a:lnTo>
                <a:lnTo>
                  <a:pt x="4806" y="384"/>
                </a:lnTo>
                <a:lnTo>
                  <a:pt x="4807" y="384"/>
                </a:lnTo>
                <a:lnTo>
                  <a:pt x="4807" y="383"/>
                </a:lnTo>
                <a:lnTo>
                  <a:pt x="4806" y="383"/>
                </a:lnTo>
                <a:lnTo>
                  <a:pt x="4806" y="384"/>
                </a:lnTo>
                <a:lnTo>
                  <a:pt x="4804" y="384"/>
                </a:lnTo>
                <a:lnTo>
                  <a:pt x="4803" y="383"/>
                </a:lnTo>
                <a:lnTo>
                  <a:pt x="4803" y="382"/>
                </a:lnTo>
                <a:lnTo>
                  <a:pt x="4804" y="382"/>
                </a:lnTo>
                <a:lnTo>
                  <a:pt x="4805" y="382"/>
                </a:lnTo>
                <a:lnTo>
                  <a:pt x="4805" y="381"/>
                </a:lnTo>
                <a:lnTo>
                  <a:pt x="4804" y="381"/>
                </a:lnTo>
                <a:lnTo>
                  <a:pt x="4803" y="381"/>
                </a:lnTo>
                <a:lnTo>
                  <a:pt x="4803" y="380"/>
                </a:lnTo>
                <a:lnTo>
                  <a:pt x="4802" y="380"/>
                </a:lnTo>
                <a:lnTo>
                  <a:pt x="4801" y="380"/>
                </a:lnTo>
                <a:lnTo>
                  <a:pt x="4802" y="380"/>
                </a:lnTo>
                <a:lnTo>
                  <a:pt x="4802" y="381"/>
                </a:lnTo>
                <a:lnTo>
                  <a:pt x="4801" y="381"/>
                </a:lnTo>
                <a:lnTo>
                  <a:pt x="4800" y="381"/>
                </a:lnTo>
                <a:lnTo>
                  <a:pt x="4800" y="380"/>
                </a:lnTo>
                <a:lnTo>
                  <a:pt x="4800" y="379"/>
                </a:lnTo>
                <a:lnTo>
                  <a:pt x="4801" y="379"/>
                </a:lnTo>
                <a:lnTo>
                  <a:pt x="4802" y="378"/>
                </a:lnTo>
                <a:lnTo>
                  <a:pt x="4802" y="377"/>
                </a:lnTo>
                <a:lnTo>
                  <a:pt x="4803" y="377"/>
                </a:lnTo>
                <a:lnTo>
                  <a:pt x="4804" y="377"/>
                </a:lnTo>
                <a:lnTo>
                  <a:pt x="4804" y="376"/>
                </a:lnTo>
                <a:lnTo>
                  <a:pt x="4805" y="376"/>
                </a:lnTo>
                <a:lnTo>
                  <a:pt x="4806" y="376"/>
                </a:lnTo>
                <a:lnTo>
                  <a:pt x="4807" y="376"/>
                </a:lnTo>
                <a:lnTo>
                  <a:pt x="4807" y="377"/>
                </a:lnTo>
                <a:lnTo>
                  <a:pt x="4808" y="377"/>
                </a:lnTo>
                <a:lnTo>
                  <a:pt x="4809" y="377"/>
                </a:lnTo>
                <a:lnTo>
                  <a:pt x="4809" y="376"/>
                </a:lnTo>
                <a:lnTo>
                  <a:pt x="4810" y="375"/>
                </a:lnTo>
                <a:lnTo>
                  <a:pt x="4810" y="374"/>
                </a:lnTo>
                <a:lnTo>
                  <a:pt x="4810" y="373"/>
                </a:lnTo>
                <a:lnTo>
                  <a:pt x="4811" y="373"/>
                </a:lnTo>
                <a:lnTo>
                  <a:pt x="4812" y="374"/>
                </a:lnTo>
                <a:lnTo>
                  <a:pt x="4812" y="373"/>
                </a:lnTo>
                <a:lnTo>
                  <a:pt x="4813" y="373"/>
                </a:lnTo>
                <a:lnTo>
                  <a:pt x="4813" y="372"/>
                </a:lnTo>
                <a:lnTo>
                  <a:pt x="4812" y="372"/>
                </a:lnTo>
                <a:lnTo>
                  <a:pt x="4812" y="371"/>
                </a:lnTo>
                <a:lnTo>
                  <a:pt x="4813" y="371"/>
                </a:lnTo>
                <a:lnTo>
                  <a:pt x="4814" y="371"/>
                </a:lnTo>
                <a:lnTo>
                  <a:pt x="4814" y="370"/>
                </a:lnTo>
                <a:lnTo>
                  <a:pt x="4815" y="370"/>
                </a:lnTo>
                <a:lnTo>
                  <a:pt x="4814" y="369"/>
                </a:lnTo>
                <a:lnTo>
                  <a:pt x="4814" y="368"/>
                </a:lnTo>
                <a:lnTo>
                  <a:pt x="4814" y="367"/>
                </a:lnTo>
                <a:lnTo>
                  <a:pt x="4813" y="367"/>
                </a:lnTo>
                <a:lnTo>
                  <a:pt x="4812" y="367"/>
                </a:lnTo>
                <a:lnTo>
                  <a:pt x="4811" y="367"/>
                </a:lnTo>
                <a:lnTo>
                  <a:pt x="4811" y="366"/>
                </a:lnTo>
                <a:lnTo>
                  <a:pt x="4812" y="366"/>
                </a:lnTo>
                <a:lnTo>
                  <a:pt x="4813" y="366"/>
                </a:lnTo>
                <a:lnTo>
                  <a:pt x="4814" y="366"/>
                </a:lnTo>
                <a:lnTo>
                  <a:pt x="4814" y="365"/>
                </a:lnTo>
                <a:lnTo>
                  <a:pt x="4814" y="364"/>
                </a:lnTo>
                <a:lnTo>
                  <a:pt x="4815" y="364"/>
                </a:lnTo>
                <a:lnTo>
                  <a:pt x="4815" y="363"/>
                </a:lnTo>
                <a:lnTo>
                  <a:pt x="4815" y="362"/>
                </a:lnTo>
                <a:lnTo>
                  <a:pt x="4814" y="362"/>
                </a:lnTo>
                <a:lnTo>
                  <a:pt x="4815" y="362"/>
                </a:lnTo>
                <a:lnTo>
                  <a:pt x="4816" y="362"/>
                </a:lnTo>
                <a:lnTo>
                  <a:pt x="4816" y="361"/>
                </a:lnTo>
                <a:lnTo>
                  <a:pt x="4816" y="360"/>
                </a:lnTo>
                <a:lnTo>
                  <a:pt x="4815" y="360"/>
                </a:lnTo>
                <a:lnTo>
                  <a:pt x="4815" y="359"/>
                </a:lnTo>
                <a:lnTo>
                  <a:pt x="4815" y="358"/>
                </a:lnTo>
                <a:lnTo>
                  <a:pt x="4817" y="358"/>
                </a:lnTo>
                <a:lnTo>
                  <a:pt x="4818" y="358"/>
                </a:lnTo>
                <a:lnTo>
                  <a:pt x="4818" y="357"/>
                </a:lnTo>
                <a:lnTo>
                  <a:pt x="4818" y="356"/>
                </a:lnTo>
                <a:lnTo>
                  <a:pt x="4817" y="356"/>
                </a:lnTo>
                <a:lnTo>
                  <a:pt x="4817" y="355"/>
                </a:lnTo>
                <a:lnTo>
                  <a:pt x="4816" y="355"/>
                </a:lnTo>
                <a:lnTo>
                  <a:pt x="4816" y="354"/>
                </a:lnTo>
                <a:lnTo>
                  <a:pt x="4817" y="354"/>
                </a:lnTo>
                <a:lnTo>
                  <a:pt x="4817" y="353"/>
                </a:lnTo>
                <a:lnTo>
                  <a:pt x="4818" y="353"/>
                </a:lnTo>
                <a:lnTo>
                  <a:pt x="4819" y="353"/>
                </a:lnTo>
                <a:lnTo>
                  <a:pt x="4820" y="353"/>
                </a:lnTo>
                <a:lnTo>
                  <a:pt x="4821" y="352"/>
                </a:lnTo>
                <a:lnTo>
                  <a:pt x="4822" y="352"/>
                </a:lnTo>
                <a:lnTo>
                  <a:pt x="4822" y="351"/>
                </a:lnTo>
                <a:lnTo>
                  <a:pt x="4822" y="350"/>
                </a:lnTo>
                <a:lnTo>
                  <a:pt x="4823" y="350"/>
                </a:lnTo>
                <a:lnTo>
                  <a:pt x="4823" y="351"/>
                </a:lnTo>
                <a:lnTo>
                  <a:pt x="4824" y="351"/>
                </a:lnTo>
                <a:lnTo>
                  <a:pt x="4825" y="351"/>
                </a:lnTo>
                <a:lnTo>
                  <a:pt x="4825" y="350"/>
                </a:lnTo>
                <a:lnTo>
                  <a:pt x="4826" y="350"/>
                </a:lnTo>
                <a:lnTo>
                  <a:pt x="4826" y="349"/>
                </a:lnTo>
                <a:lnTo>
                  <a:pt x="4826" y="348"/>
                </a:lnTo>
                <a:lnTo>
                  <a:pt x="4827" y="348"/>
                </a:lnTo>
                <a:lnTo>
                  <a:pt x="4828" y="348"/>
                </a:lnTo>
                <a:lnTo>
                  <a:pt x="4828" y="347"/>
                </a:lnTo>
                <a:lnTo>
                  <a:pt x="4828" y="346"/>
                </a:lnTo>
                <a:lnTo>
                  <a:pt x="4827" y="346"/>
                </a:lnTo>
                <a:lnTo>
                  <a:pt x="4827" y="345"/>
                </a:lnTo>
                <a:lnTo>
                  <a:pt x="4830" y="345"/>
                </a:lnTo>
                <a:lnTo>
                  <a:pt x="4830" y="344"/>
                </a:lnTo>
                <a:lnTo>
                  <a:pt x="4831" y="344"/>
                </a:lnTo>
                <a:lnTo>
                  <a:pt x="4832" y="345"/>
                </a:lnTo>
                <a:lnTo>
                  <a:pt x="4833" y="344"/>
                </a:lnTo>
                <a:lnTo>
                  <a:pt x="4834" y="343"/>
                </a:lnTo>
                <a:lnTo>
                  <a:pt x="4834" y="342"/>
                </a:lnTo>
                <a:lnTo>
                  <a:pt x="4835" y="342"/>
                </a:lnTo>
                <a:lnTo>
                  <a:pt x="4835" y="341"/>
                </a:lnTo>
                <a:lnTo>
                  <a:pt x="4836" y="341"/>
                </a:lnTo>
                <a:lnTo>
                  <a:pt x="4836" y="340"/>
                </a:lnTo>
                <a:lnTo>
                  <a:pt x="4837" y="340"/>
                </a:lnTo>
                <a:lnTo>
                  <a:pt x="4837" y="339"/>
                </a:lnTo>
                <a:lnTo>
                  <a:pt x="4837" y="338"/>
                </a:lnTo>
                <a:lnTo>
                  <a:pt x="4838" y="338"/>
                </a:lnTo>
                <a:lnTo>
                  <a:pt x="4839" y="337"/>
                </a:lnTo>
                <a:lnTo>
                  <a:pt x="4839" y="336"/>
                </a:lnTo>
                <a:lnTo>
                  <a:pt x="4840" y="335"/>
                </a:lnTo>
                <a:lnTo>
                  <a:pt x="4840" y="334"/>
                </a:lnTo>
                <a:lnTo>
                  <a:pt x="4839" y="334"/>
                </a:lnTo>
                <a:lnTo>
                  <a:pt x="4840" y="334"/>
                </a:lnTo>
                <a:lnTo>
                  <a:pt x="4840" y="333"/>
                </a:lnTo>
                <a:lnTo>
                  <a:pt x="4840" y="332"/>
                </a:lnTo>
                <a:lnTo>
                  <a:pt x="4841" y="332"/>
                </a:lnTo>
                <a:lnTo>
                  <a:pt x="4842" y="332"/>
                </a:lnTo>
                <a:lnTo>
                  <a:pt x="4841" y="332"/>
                </a:lnTo>
                <a:lnTo>
                  <a:pt x="4841" y="331"/>
                </a:lnTo>
                <a:lnTo>
                  <a:pt x="4840" y="330"/>
                </a:lnTo>
                <a:lnTo>
                  <a:pt x="4841" y="330"/>
                </a:lnTo>
                <a:lnTo>
                  <a:pt x="4841" y="329"/>
                </a:lnTo>
                <a:lnTo>
                  <a:pt x="4840" y="328"/>
                </a:lnTo>
                <a:lnTo>
                  <a:pt x="4839" y="327"/>
                </a:lnTo>
                <a:lnTo>
                  <a:pt x="4839" y="325"/>
                </a:lnTo>
                <a:lnTo>
                  <a:pt x="4840" y="325"/>
                </a:lnTo>
                <a:lnTo>
                  <a:pt x="4840" y="324"/>
                </a:lnTo>
                <a:lnTo>
                  <a:pt x="4839" y="323"/>
                </a:lnTo>
                <a:lnTo>
                  <a:pt x="4838" y="323"/>
                </a:lnTo>
                <a:lnTo>
                  <a:pt x="4838" y="322"/>
                </a:lnTo>
                <a:lnTo>
                  <a:pt x="4838" y="321"/>
                </a:lnTo>
                <a:lnTo>
                  <a:pt x="4839" y="321"/>
                </a:lnTo>
                <a:lnTo>
                  <a:pt x="4840" y="321"/>
                </a:lnTo>
                <a:lnTo>
                  <a:pt x="4840" y="320"/>
                </a:lnTo>
                <a:lnTo>
                  <a:pt x="4841" y="320"/>
                </a:lnTo>
                <a:lnTo>
                  <a:pt x="4841" y="319"/>
                </a:lnTo>
                <a:lnTo>
                  <a:pt x="4841" y="318"/>
                </a:lnTo>
                <a:lnTo>
                  <a:pt x="4842" y="318"/>
                </a:lnTo>
                <a:lnTo>
                  <a:pt x="4843" y="318"/>
                </a:lnTo>
                <a:lnTo>
                  <a:pt x="4843" y="317"/>
                </a:lnTo>
                <a:lnTo>
                  <a:pt x="4844" y="317"/>
                </a:lnTo>
                <a:lnTo>
                  <a:pt x="4845" y="316"/>
                </a:lnTo>
                <a:lnTo>
                  <a:pt x="4846" y="315"/>
                </a:lnTo>
                <a:lnTo>
                  <a:pt x="4847" y="315"/>
                </a:lnTo>
                <a:lnTo>
                  <a:pt x="4847" y="314"/>
                </a:lnTo>
                <a:lnTo>
                  <a:pt x="4847" y="313"/>
                </a:lnTo>
                <a:lnTo>
                  <a:pt x="4848" y="313"/>
                </a:lnTo>
                <a:lnTo>
                  <a:pt x="4848" y="312"/>
                </a:lnTo>
                <a:lnTo>
                  <a:pt x="4848" y="311"/>
                </a:lnTo>
                <a:lnTo>
                  <a:pt x="4849" y="311"/>
                </a:lnTo>
                <a:lnTo>
                  <a:pt x="4849" y="310"/>
                </a:lnTo>
                <a:lnTo>
                  <a:pt x="4849" y="309"/>
                </a:lnTo>
                <a:lnTo>
                  <a:pt x="4850" y="309"/>
                </a:lnTo>
                <a:lnTo>
                  <a:pt x="4850" y="308"/>
                </a:lnTo>
                <a:lnTo>
                  <a:pt x="4851" y="308"/>
                </a:lnTo>
                <a:lnTo>
                  <a:pt x="4852" y="308"/>
                </a:lnTo>
                <a:lnTo>
                  <a:pt x="4853" y="308"/>
                </a:lnTo>
                <a:lnTo>
                  <a:pt x="4853" y="307"/>
                </a:lnTo>
                <a:lnTo>
                  <a:pt x="4853" y="306"/>
                </a:lnTo>
                <a:lnTo>
                  <a:pt x="4855" y="306"/>
                </a:lnTo>
                <a:lnTo>
                  <a:pt x="4855" y="305"/>
                </a:lnTo>
                <a:lnTo>
                  <a:pt x="4856" y="305"/>
                </a:lnTo>
                <a:lnTo>
                  <a:pt x="4857" y="305"/>
                </a:lnTo>
                <a:lnTo>
                  <a:pt x="4858" y="305"/>
                </a:lnTo>
                <a:lnTo>
                  <a:pt x="4859" y="304"/>
                </a:lnTo>
                <a:lnTo>
                  <a:pt x="4859" y="303"/>
                </a:lnTo>
                <a:lnTo>
                  <a:pt x="4858" y="303"/>
                </a:lnTo>
                <a:lnTo>
                  <a:pt x="4859" y="303"/>
                </a:lnTo>
                <a:lnTo>
                  <a:pt x="4860" y="303"/>
                </a:lnTo>
                <a:lnTo>
                  <a:pt x="4860" y="302"/>
                </a:lnTo>
                <a:lnTo>
                  <a:pt x="4861" y="302"/>
                </a:lnTo>
                <a:lnTo>
                  <a:pt x="4861" y="301"/>
                </a:lnTo>
                <a:lnTo>
                  <a:pt x="4862" y="301"/>
                </a:lnTo>
                <a:lnTo>
                  <a:pt x="4863" y="301"/>
                </a:lnTo>
                <a:lnTo>
                  <a:pt x="4863" y="300"/>
                </a:lnTo>
                <a:lnTo>
                  <a:pt x="4864" y="300"/>
                </a:lnTo>
                <a:lnTo>
                  <a:pt x="4864" y="299"/>
                </a:lnTo>
                <a:lnTo>
                  <a:pt x="4863" y="299"/>
                </a:lnTo>
                <a:lnTo>
                  <a:pt x="4862" y="299"/>
                </a:lnTo>
                <a:lnTo>
                  <a:pt x="4862" y="298"/>
                </a:lnTo>
                <a:lnTo>
                  <a:pt x="4863" y="298"/>
                </a:lnTo>
                <a:lnTo>
                  <a:pt x="4864" y="298"/>
                </a:lnTo>
                <a:lnTo>
                  <a:pt x="4865" y="298"/>
                </a:lnTo>
                <a:lnTo>
                  <a:pt x="4865" y="297"/>
                </a:lnTo>
                <a:lnTo>
                  <a:pt x="4865" y="296"/>
                </a:lnTo>
                <a:lnTo>
                  <a:pt x="4866" y="296"/>
                </a:lnTo>
                <a:lnTo>
                  <a:pt x="4867" y="296"/>
                </a:lnTo>
                <a:lnTo>
                  <a:pt x="4867" y="295"/>
                </a:lnTo>
                <a:lnTo>
                  <a:pt x="4866" y="294"/>
                </a:lnTo>
                <a:lnTo>
                  <a:pt x="4866" y="293"/>
                </a:lnTo>
                <a:lnTo>
                  <a:pt x="4866" y="292"/>
                </a:lnTo>
                <a:lnTo>
                  <a:pt x="4867" y="292"/>
                </a:lnTo>
                <a:lnTo>
                  <a:pt x="4868" y="292"/>
                </a:lnTo>
                <a:lnTo>
                  <a:pt x="4868" y="291"/>
                </a:lnTo>
                <a:lnTo>
                  <a:pt x="4868" y="290"/>
                </a:lnTo>
                <a:lnTo>
                  <a:pt x="4868" y="289"/>
                </a:lnTo>
                <a:lnTo>
                  <a:pt x="4869" y="289"/>
                </a:lnTo>
                <a:lnTo>
                  <a:pt x="4869" y="288"/>
                </a:lnTo>
                <a:lnTo>
                  <a:pt x="4868" y="288"/>
                </a:lnTo>
                <a:lnTo>
                  <a:pt x="4867" y="288"/>
                </a:lnTo>
                <a:lnTo>
                  <a:pt x="4867" y="287"/>
                </a:lnTo>
                <a:lnTo>
                  <a:pt x="4868" y="287"/>
                </a:lnTo>
                <a:lnTo>
                  <a:pt x="4869" y="287"/>
                </a:lnTo>
                <a:lnTo>
                  <a:pt x="4870" y="287"/>
                </a:lnTo>
                <a:lnTo>
                  <a:pt x="4870" y="286"/>
                </a:lnTo>
                <a:lnTo>
                  <a:pt x="4869" y="286"/>
                </a:lnTo>
                <a:lnTo>
                  <a:pt x="4869" y="285"/>
                </a:lnTo>
                <a:lnTo>
                  <a:pt x="4868" y="285"/>
                </a:lnTo>
                <a:lnTo>
                  <a:pt x="4868" y="284"/>
                </a:lnTo>
                <a:lnTo>
                  <a:pt x="4868" y="283"/>
                </a:lnTo>
                <a:lnTo>
                  <a:pt x="4867" y="283"/>
                </a:lnTo>
                <a:lnTo>
                  <a:pt x="4867" y="282"/>
                </a:lnTo>
                <a:lnTo>
                  <a:pt x="4867" y="281"/>
                </a:lnTo>
                <a:lnTo>
                  <a:pt x="4868" y="281"/>
                </a:lnTo>
                <a:lnTo>
                  <a:pt x="4868" y="280"/>
                </a:lnTo>
                <a:lnTo>
                  <a:pt x="4869" y="280"/>
                </a:lnTo>
                <a:lnTo>
                  <a:pt x="4870" y="280"/>
                </a:lnTo>
                <a:lnTo>
                  <a:pt x="4871" y="281"/>
                </a:lnTo>
                <a:lnTo>
                  <a:pt x="4872" y="281"/>
                </a:lnTo>
                <a:lnTo>
                  <a:pt x="4873" y="281"/>
                </a:lnTo>
                <a:lnTo>
                  <a:pt x="4874" y="281"/>
                </a:lnTo>
                <a:lnTo>
                  <a:pt x="4873" y="280"/>
                </a:lnTo>
                <a:lnTo>
                  <a:pt x="4872" y="279"/>
                </a:lnTo>
                <a:lnTo>
                  <a:pt x="4871" y="279"/>
                </a:lnTo>
                <a:lnTo>
                  <a:pt x="4871" y="278"/>
                </a:lnTo>
                <a:lnTo>
                  <a:pt x="4871" y="277"/>
                </a:lnTo>
                <a:lnTo>
                  <a:pt x="4872" y="276"/>
                </a:lnTo>
                <a:lnTo>
                  <a:pt x="4873" y="276"/>
                </a:lnTo>
                <a:lnTo>
                  <a:pt x="4874" y="276"/>
                </a:lnTo>
                <a:lnTo>
                  <a:pt x="4874" y="275"/>
                </a:lnTo>
                <a:lnTo>
                  <a:pt x="4873" y="275"/>
                </a:lnTo>
                <a:lnTo>
                  <a:pt x="4873" y="274"/>
                </a:lnTo>
                <a:lnTo>
                  <a:pt x="4872" y="274"/>
                </a:lnTo>
                <a:lnTo>
                  <a:pt x="4872" y="273"/>
                </a:lnTo>
                <a:lnTo>
                  <a:pt x="4873" y="273"/>
                </a:lnTo>
                <a:lnTo>
                  <a:pt x="4873" y="272"/>
                </a:lnTo>
                <a:lnTo>
                  <a:pt x="4874" y="272"/>
                </a:lnTo>
                <a:lnTo>
                  <a:pt x="4875" y="272"/>
                </a:lnTo>
                <a:lnTo>
                  <a:pt x="4876" y="272"/>
                </a:lnTo>
                <a:lnTo>
                  <a:pt x="4877" y="272"/>
                </a:lnTo>
                <a:lnTo>
                  <a:pt x="4879" y="272"/>
                </a:lnTo>
                <a:lnTo>
                  <a:pt x="4880" y="271"/>
                </a:lnTo>
                <a:lnTo>
                  <a:pt x="4880" y="269"/>
                </a:lnTo>
                <a:lnTo>
                  <a:pt x="4880" y="268"/>
                </a:lnTo>
                <a:lnTo>
                  <a:pt x="4879" y="268"/>
                </a:lnTo>
                <a:lnTo>
                  <a:pt x="4880" y="268"/>
                </a:lnTo>
                <a:lnTo>
                  <a:pt x="4880" y="267"/>
                </a:lnTo>
                <a:lnTo>
                  <a:pt x="4880" y="266"/>
                </a:lnTo>
                <a:lnTo>
                  <a:pt x="4881" y="266"/>
                </a:lnTo>
                <a:lnTo>
                  <a:pt x="4882" y="266"/>
                </a:lnTo>
                <a:lnTo>
                  <a:pt x="4882" y="265"/>
                </a:lnTo>
                <a:lnTo>
                  <a:pt x="4883" y="266"/>
                </a:lnTo>
                <a:lnTo>
                  <a:pt x="4884" y="266"/>
                </a:lnTo>
                <a:lnTo>
                  <a:pt x="4884" y="265"/>
                </a:lnTo>
                <a:lnTo>
                  <a:pt x="4885" y="265"/>
                </a:lnTo>
                <a:lnTo>
                  <a:pt x="4886" y="265"/>
                </a:lnTo>
                <a:lnTo>
                  <a:pt x="4886" y="264"/>
                </a:lnTo>
                <a:lnTo>
                  <a:pt x="4886" y="263"/>
                </a:lnTo>
                <a:lnTo>
                  <a:pt x="4885" y="263"/>
                </a:lnTo>
                <a:lnTo>
                  <a:pt x="4884" y="263"/>
                </a:lnTo>
                <a:lnTo>
                  <a:pt x="4883" y="262"/>
                </a:lnTo>
                <a:lnTo>
                  <a:pt x="4883" y="261"/>
                </a:lnTo>
                <a:lnTo>
                  <a:pt x="4882" y="261"/>
                </a:lnTo>
                <a:lnTo>
                  <a:pt x="4882" y="260"/>
                </a:lnTo>
                <a:lnTo>
                  <a:pt x="4883" y="260"/>
                </a:lnTo>
                <a:lnTo>
                  <a:pt x="4884" y="260"/>
                </a:lnTo>
                <a:lnTo>
                  <a:pt x="4885" y="259"/>
                </a:lnTo>
                <a:lnTo>
                  <a:pt x="4886" y="260"/>
                </a:lnTo>
                <a:lnTo>
                  <a:pt x="4887" y="260"/>
                </a:lnTo>
                <a:lnTo>
                  <a:pt x="4887" y="259"/>
                </a:lnTo>
                <a:lnTo>
                  <a:pt x="4889" y="259"/>
                </a:lnTo>
                <a:lnTo>
                  <a:pt x="4889" y="258"/>
                </a:lnTo>
                <a:lnTo>
                  <a:pt x="4889" y="257"/>
                </a:lnTo>
                <a:lnTo>
                  <a:pt x="4889" y="256"/>
                </a:lnTo>
                <a:lnTo>
                  <a:pt x="4889" y="255"/>
                </a:lnTo>
                <a:lnTo>
                  <a:pt x="4890" y="254"/>
                </a:lnTo>
                <a:lnTo>
                  <a:pt x="4891" y="254"/>
                </a:lnTo>
                <a:lnTo>
                  <a:pt x="4891" y="253"/>
                </a:lnTo>
                <a:lnTo>
                  <a:pt x="4892" y="253"/>
                </a:lnTo>
                <a:lnTo>
                  <a:pt x="4892" y="252"/>
                </a:lnTo>
                <a:lnTo>
                  <a:pt x="4892" y="251"/>
                </a:lnTo>
                <a:lnTo>
                  <a:pt x="4891" y="251"/>
                </a:lnTo>
                <a:lnTo>
                  <a:pt x="4891" y="250"/>
                </a:lnTo>
                <a:lnTo>
                  <a:pt x="4890" y="250"/>
                </a:lnTo>
                <a:lnTo>
                  <a:pt x="4890" y="249"/>
                </a:lnTo>
                <a:lnTo>
                  <a:pt x="4891" y="248"/>
                </a:lnTo>
                <a:lnTo>
                  <a:pt x="4891" y="247"/>
                </a:lnTo>
                <a:lnTo>
                  <a:pt x="4890" y="247"/>
                </a:lnTo>
                <a:lnTo>
                  <a:pt x="4890" y="246"/>
                </a:lnTo>
                <a:lnTo>
                  <a:pt x="4891" y="246"/>
                </a:lnTo>
                <a:lnTo>
                  <a:pt x="4892" y="246"/>
                </a:lnTo>
                <a:lnTo>
                  <a:pt x="4893" y="246"/>
                </a:lnTo>
                <a:lnTo>
                  <a:pt x="4893" y="245"/>
                </a:lnTo>
                <a:lnTo>
                  <a:pt x="4894" y="245"/>
                </a:lnTo>
                <a:lnTo>
                  <a:pt x="4894" y="244"/>
                </a:lnTo>
                <a:lnTo>
                  <a:pt x="4895" y="244"/>
                </a:lnTo>
                <a:lnTo>
                  <a:pt x="4895" y="243"/>
                </a:lnTo>
                <a:lnTo>
                  <a:pt x="4895" y="242"/>
                </a:lnTo>
                <a:lnTo>
                  <a:pt x="4896" y="242"/>
                </a:lnTo>
                <a:lnTo>
                  <a:pt x="4897" y="242"/>
                </a:lnTo>
                <a:lnTo>
                  <a:pt x="4897" y="241"/>
                </a:lnTo>
                <a:lnTo>
                  <a:pt x="4897" y="240"/>
                </a:lnTo>
                <a:lnTo>
                  <a:pt x="4897" y="239"/>
                </a:lnTo>
                <a:lnTo>
                  <a:pt x="4897" y="238"/>
                </a:lnTo>
                <a:lnTo>
                  <a:pt x="4896" y="238"/>
                </a:lnTo>
                <a:lnTo>
                  <a:pt x="4896" y="237"/>
                </a:lnTo>
                <a:lnTo>
                  <a:pt x="4896" y="236"/>
                </a:lnTo>
                <a:lnTo>
                  <a:pt x="4897" y="235"/>
                </a:lnTo>
                <a:lnTo>
                  <a:pt x="4897" y="234"/>
                </a:lnTo>
                <a:lnTo>
                  <a:pt x="4897" y="233"/>
                </a:lnTo>
                <a:lnTo>
                  <a:pt x="4898" y="233"/>
                </a:lnTo>
                <a:lnTo>
                  <a:pt x="4898" y="232"/>
                </a:lnTo>
                <a:lnTo>
                  <a:pt x="4898" y="231"/>
                </a:lnTo>
                <a:lnTo>
                  <a:pt x="4899" y="231"/>
                </a:lnTo>
                <a:lnTo>
                  <a:pt x="4899" y="230"/>
                </a:lnTo>
                <a:lnTo>
                  <a:pt x="4900" y="230"/>
                </a:lnTo>
                <a:lnTo>
                  <a:pt x="4901" y="230"/>
                </a:lnTo>
                <a:lnTo>
                  <a:pt x="4902" y="230"/>
                </a:lnTo>
                <a:lnTo>
                  <a:pt x="4902" y="229"/>
                </a:lnTo>
                <a:lnTo>
                  <a:pt x="4903" y="229"/>
                </a:lnTo>
                <a:lnTo>
                  <a:pt x="4903" y="228"/>
                </a:lnTo>
                <a:lnTo>
                  <a:pt x="4902" y="228"/>
                </a:lnTo>
                <a:lnTo>
                  <a:pt x="4902" y="227"/>
                </a:lnTo>
                <a:lnTo>
                  <a:pt x="4901" y="227"/>
                </a:lnTo>
                <a:lnTo>
                  <a:pt x="4901" y="226"/>
                </a:lnTo>
                <a:lnTo>
                  <a:pt x="4902" y="226"/>
                </a:lnTo>
                <a:lnTo>
                  <a:pt x="4902" y="225"/>
                </a:lnTo>
                <a:lnTo>
                  <a:pt x="4902" y="226"/>
                </a:lnTo>
                <a:lnTo>
                  <a:pt x="4903" y="226"/>
                </a:lnTo>
                <a:lnTo>
                  <a:pt x="4904" y="226"/>
                </a:lnTo>
                <a:lnTo>
                  <a:pt x="4905" y="226"/>
                </a:lnTo>
                <a:lnTo>
                  <a:pt x="4907" y="226"/>
                </a:lnTo>
                <a:lnTo>
                  <a:pt x="4908" y="226"/>
                </a:lnTo>
                <a:lnTo>
                  <a:pt x="4909" y="226"/>
                </a:lnTo>
                <a:lnTo>
                  <a:pt x="4910" y="226"/>
                </a:lnTo>
                <a:lnTo>
                  <a:pt x="4911" y="225"/>
                </a:lnTo>
                <a:lnTo>
                  <a:pt x="4912" y="225"/>
                </a:lnTo>
                <a:lnTo>
                  <a:pt x="4912" y="224"/>
                </a:lnTo>
                <a:lnTo>
                  <a:pt x="4913" y="223"/>
                </a:lnTo>
                <a:lnTo>
                  <a:pt x="4914" y="223"/>
                </a:lnTo>
                <a:lnTo>
                  <a:pt x="4914" y="222"/>
                </a:lnTo>
                <a:lnTo>
                  <a:pt x="4915" y="222"/>
                </a:lnTo>
                <a:lnTo>
                  <a:pt x="4916" y="221"/>
                </a:lnTo>
                <a:lnTo>
                  <a:pt x="4916" y="220"/>
                </a:lnTo>
                <a:lnTo>
                  <a:pt x="4917" y="220"/>
                </a:lnTo>
                <a:lnTo>
                  <a:pt x="4918" y="220"/>
                </a:lnTo>
                <a:lnTo>
                  <a:pt x="4919" y="220"/>
                </a:lnTo>
                <a:lnTo>
                  <a:pt x="4919" y="219"/>
                </a:lnTo>
                <a:lnTo>
                  <a:pt x="4920" y="219"/>
                </a:lnTo>
                <a:lnTo>
                  <a:pt x="4920" y="218"/>
                </a:lnTo>
                <a:lnTo>
                  <a:pt x="4920" y="217"/>
                </a:lnTo>
                <a:lnTo>
                  <a:pt x="4921" y="217"/>
                </a:lnTo>
                <a:lnTo>
                  <a:pt x="4922" y="217"/>
                </a:lnTo>
                <a:lnTo>
                  <a:pt x="4923" y="217"/>
                </a:lnTo>
                <a:lnTo>
                  <a:pt x="4923" y="216"/>
                </a:lnTo>
                <a:lnTo>
                  <a:pt x="4924" y="216"/>
                </a:lnTo>
                <a:lnTo>
                  <a:pt x="4924" y="215"/>
                </a:lnTo>
                <a:lnTo>
                  <a:pt x="4924" y="214"/>
                </a:lnTo>
                <a:lnTo>
                  <a:pt x="4925" y="214"/>
                </a:lnTo>
                <a:lnTo>
                  <a:pt x="4925" y="213"/>
                </a:lnTo>
                <a:lnTo>
                  <a:pt x="4926" y="213"/>
                </a:lnTo>
                <a:lnTo>
                  <a:pt x="4927" y="213"/>
                </a:lnTo>
                <a:lnTo>
                  <a:pt x="4928" y="213"/>
                </a:lnTo>
                <a:lnTo>
                  <a:pt x="4929" y="213"/>
                </a:lnTo>
                <a:lnTo>
                  <a:pt x="4930" y="213"/>
                </a:lnTo>
                <a:lnTo>
                  <a:pt x="4930" y="212"/>
                </a:lnTo>
                <a:lnTo>
                  <a:pt x="4931" y="212"/>
                </a:lnTo>
                <a:lnTo>
                  <a:pt x="4931" y="211"/>
                </a:lnTo>
                <a:lnTo>
                  <a:pt x="4932" y="210"/>
                </a:lnTo>
                <a:lnTo>
                  <a:pt x="4934" y="210"/>
                </a:lnTo>
                <a:lnTo>
                  <a:pt x="4935" y="210"/>
                </a:lnTo>
                <a:lnTo>
                  <a:pt x="4935" y="209"/>
                </a:lnTo>
                <a:lnTo>
                  <a:pt x="4934" y="209"/>
                </a:lnTo>
                <a:lnTo>
                  <a:pt x="4934" y="208"/>
                </a:lnTo>
                <a:lnTo>
                  <a:pt x="4934" y="207"/>
                </a:lnTo>
                <a:lnTo>
                  <a:pt x="4935" y="207"/>
                </a:lnTo>
                <a:lnTo>
                  <a:pt x="4936" y="207"/>
                </a:lnTo>
                <a:lnTo>
                  <a:pt x="4937" y="207"/>
                </a:lnTo>
                <a:lnTo>
                  <a:pt x="4938" y="207"/>
                </a:lnTo>
                <a:lnTo>
                  <a:pt x="4939" y="206"/>
                </a:lnTo>
                <a:lnTo>
                  <a:pt x="4940" y="206"/>
                </a:lnTo>
                <a:lnTo>
                  <a:pt x="4941" y="206"/>
                </a:lnTo>
                <a:lnTo>
                  <a:pt x="4941" y="205"/>
                </a:lnTo>
                <a:lnTo>
                  <a:pt x="4942" y="205"/>
                </a:lnTo>
                <a:lnTo>
                  <a:pt x="4943" y="205"/>
                </a:lnTo>
                <a:lnTo>
                  <a:pt x="4943" y="204"/>
                </a:lnTo>
                <a:lnTo>
                  <a:pt x="4943" y="203"/>
                </a:lnTo>
                <a:lnTo>
                  <a:pt x="4942" y="203"/>
                </a:lnTo>
                <a:lnTo>
                  <a:pt x="4942" y="202"/>
                </a:lnTo>
                <a:lnTo>
                  <a:pt x="4942" y="201"/>
                </a:lnTo>
                <a:lnTo>
                  <a:pt x="4943" y="201"/>
                </a:lnTo>
                <a:lnTo>
                  <a:pt x="4944" y="201"/>
                </a:lnTo>
                <a:lnTo>
                  <a:pt x="4945" y="201"/>
                </a:lnTo>
                <a:lnTo>
                  <a:pt x="4946" y="201"/>
                </a:lnTo>
                <a:lnTo>
                  <a:pt x="4946" y="202"/>
                </a:lnTo>
                <a:lnTo>
                  <a:pt x="4947" y="202"/>
                </a:lnTo>
                <a:lnTo>
                  <a:pt x="4948" y="202"/>
                </a:lnTo>
                <a:lnTo>
                  <a:pt x="4949" y="202"/>
                </a:lnTo>
                <a:lnTo>
                  <a:pt x="4950" y="202"/>
                </a:lnTo>
                <a:lnTo>
                  <a:pt x="4950" y="201"/>
                </a:lnTo>
                <a:lnTo>
                  <a:pt x="4950" y="200"/>
                </a:lnTo>
                <a:lnTo>
                  <a:pt x="4950" y="199"/>
                </a:lnTo>
                <a:lnTo>
                  <a:pt x="4950" y="198"/>
                </a:lnTo>
                <a:lnTo>
                  <a:pt x="4951" y="198"/>
                </a:lnTo>
                <a:lnTo>
                  <a:pt x="4952" y="198"/>
                </a:lnTo>
                <a:lnTo>
                  <a:pt x="4953" y="198"/>
                </a:lnTo>
                <a:lnTo>
                  <a:pt x="4954" y="198"/>
                </a:lnTo>
                <a:lnTo>
                  <a:pt x="4955" y="198"/>
                </a:lnTo>
                <a:lnTo>
                  <a:pt x="4955" y="197"/>
                </a:lnTo>
                <a:lnTo>
                  <a:pt x="4956" y="197"/>
                </a:lnTo>
                <a:lnTo>
                  <a:pt x="4957" y="197"/>
                </a:lnTo>
                <a:lnTo>
                  <a:pt x="4958" y="197"/>
                </a:lnTo>
                <a:lnTo>
                  <a:pt x="4960" y="197"/>
                </a:lnTo>
                <a:lnTo>
                  <a:pt x="4961" y="197"/>
                </a:lnTo>
                <a:lnTo>
                  <a:pt x="4961" y="196"/>
                </a:lnTo>
                <a:lnTo>
                  <a:pt x="4962" y="196"/>
                </a:lnTo>
                <a:lnTo>
                  <a:pt x="4961" y="196"/>
                </a:lnTo>
                <a:lnTo>
                  <a:pt x="4961" y="195"/>
                </a:lnTo>
                <a:lnTo>
                  <a:pt x="4961" y="194"/>
                </a:lnTo>
                <a:lnTo>
                  <a:pt x="4962" y="194"/>
                </a:lnTo>
                <a:lnTo>
                  <a:pt x="4961" y="194"/>
                </a:lnTo>
                <a:lnTo>
                  <a:pt x="4961" y="193"/>
                </a:lnTo>
                <a:lnTo>
                  <a:pt x="4962" y="193"/>
                </a:lnTo>
                <a:lnTo>
                  <a:pt x="4962" y="192"/>
                </a:lnTo>
                <a:lnTo>
                  <a:pt x="4963" y="192"/>
                </a:lnTo>
                <a:lnTo>
                  <a:pt x="4963" y="191"/>
                </a:lnTo>
                <a:lnTo>
                  <a:pt x="4964" y="191"/>
                </a:lnTo>
                <a:lnTo>
                  <a:pt x="4965" y="191"/>
                </a:lnTo>
                <a:lnTo>
                  <a:pt x="4965" y="190"/>
                </a:lnTo>
                <a:lnTo>
                  <a:pt x="4966" y="190"/>
                </a:lnTo>
                <a:lnTo>
                  <a:pt x="4966" y="189"/>
                </a:lnTo>
                <a:lnTo>
                  <a:pt x="4967" y="189"/>
                </a:lnTo>
                <a:lnTo>
                  <a:pt x="4967" y="188"/>
                </a:lnTo>
                <a:lnTo>
                  <a:pt x="4967" y="187"/>
                </a:lnTo>
                <a:lnTo>
                  <a:pt x="4968" y="187"/>
                </a:lnTo>
                <a:lnTo>
                  <a:pt x="4968" y="186"/>
                </a:lnTo>
                <a:lnTo>
                  <a:pt x="4967" y="186"/>
                </a:lnTo>
                <a:lnTo>
                  <a:pt x="4967" y="185"/>
                </a:lnTo>
                <a:lnTo>
                  <a:pt x="4966" y="185"/>
                </a:lnTo>
                <a:lnTo>
                  <a:pt x="4965" y="185"/>
                </a:lnTo>
                <a:lnTo>
                  <a:pt x="4964" y="184"/>
                </a:lnTo>
                <a:lnTo>
                  <a:pt x="4964" y="183"/>
                </a:lnTo>
                <a:lnTo>
                  <a:pt x="4965" y="182"/>
                </a:lnTo>
                <a:lnTo>
                  <a:pt x="4965" y="181"/>
                </a:lnTo>
                <a:lnTo>
                  <a:pt x="4966" y="181"/>
                </a:lnTo>
                <a:lnTo>
                  <a:pt x="4966" y="180"/>
                </a:lnTo>
                <a:lnTo>
                  <a:pt x="4967" y="180"/>
                </a:lnTo>
                <a:lnTo>
                  <a:pt x="4967" y="179"/>
                </a:lnTo>
                <a:lnTo>
                  <a:pt x="4968" y="178"/>
                </a:lnTo>
                <a:lnTo>
                  <a:pt x="4969" y="178"/>
                </a:lnTo>
                <a:lnTo>
                  <a:pt x="4970" y="178"/>
                </a:lnTo>
                <a:lnTo>
                  <a:pt x="4971" y="178"/>
                </a:lnTo>
                <a:lnTo>
                  <a:pt x="4971" y="177"/>
                </a:lnTo>
                <a:lnTo>
                  <a:pt x="4970" y="177"/>
                </a:lnTo>
                <a:lnTo>
                  <a:pt x="4970" y="176"/>
                </a:lnTo>
                <a:lnTo>
                  <a:pt x="4971" y="176"/>
                </a:lnTo>
                <a:lnTo>
                  <a:pt x="4971" y="175"/>
                </a:lnTo>
                <a:lnTo>
                  <a:pt x="4972" y="175"/>
                </a:lnTo>
                <a:lnTo>
                  <a:pt x="4973" y="175"/>
                </a:lnTo>
                <a:lnTo>
                  <a:pt x="4973" y="174"/>
                </a:lnTo>
                <a:lnTo>
                  <a:pt x="4973" y="173"/>
                </a:lnTo>
                <a:lnTo>
                  <a:pt x="4973" y="172"/>
                </a:lnTo>
                <a:lnTo>
                  <a:pt x="4972" y="172"/>
                </a:lnTo>
                <a:lnTo>
                  <a:pt x="4972" y="171"/>
                </a:lnTo>
                <a:lnTo>
                  <a:pt x="4973" y="170"/>
                </a:lnTo>
                <a:lnTo>
                  <a:pt x="4974" y="170"/>
                </a:lnTo>
                <a:lnTo>
                  <a:pt x="4974" y="169"/>
                </a:lnTo>
                <a:lnTo>
                  <a:pt x="4975" y="169"/>
                </a:lnTo>
                <a:lnTo>
                  <a:pt x="4975" y="168"/>
                </a:lnTo>
                <a:lnTo>
                  <a:pt x="4974" y="168"/>
                </a:lnTo>
                <a:lnTo>
                  <a:pt x="4974" y="167"/>
                </a:lnTo>
                <a:lnTo>
                  <a:pt x="4973" y="167"/>
                </a:lnTo>
                <a:lnTo>
                  <a:pt x="4973" y="166"/>
                </a:lnTo>
                <a:lnTo>
                  <a:pt x="4972" y="166"/>
                </a:lnTo>
                <a:lnTo>
                  <a:pt x="4972" y="165"/>
                </a:lnTo>
                <a:lnTo>
                  <a:pt x="4971" y="164"/>
                </a:lnTo>
                <a:lnTo>
                  <a:pt x="4971" y="163"/>
                </a:lnTo>
                <a:lnTo>
                  <a:pt x="4970" y="163"/>
                </a:lnTo>
                <a:lnTo>
                  <a:pt x="4970" y="161"/>
                </a:lnTo>
                <a:lnTo>
                  <a:pt x="4970" y="160"/>
                </a:lnTo>
                <a:lnTo>
                  <a:pt x="4971" y="160"/>
                </a:lnTo>
                <a:lnTo>
                  <a:pt x="4971" y="159"/>
                </a:lnTo>
                <a:lnTo>
                  <a:pt x="4972" y="159"/>
                </a:lnTo>
                <a:lnTo>
                  <a:pt x="4972" y="158"/>
                </a:lnTo>
                <a:lnTo>
                  <a:pt x="4972" y="157"/>
                </a:lnTo>
                <a:lnTo>
                  <a:pt x="4971" y="157"/>
                </a:lnTo>
                <a:lnTo>
                  <a:pt x="4971" y="156"/>
                </a:lnTo>
                <a:lnTo>
                  <a:pt x="4970" y="156"/>
                </a:lnTo>
                <a:lnTo>
                  <a:pt x="4969" y="156"/>
                </a:lnTo>
                <a:lnTo>
                  <a:pt x="4968" y="156"/>
                </a:lnTo>
                <a:lnTo>
                  <a:pt x="4967" y="156"/>
                </a:lnTo>
                <a:lnTo>
                  <a:pt x="4966" y="155"/>
                </a:lnTo>
                <a:lnTo>
                  <a:pt x="4966" y="154"/>
                </a:lnTo>
                <a:lnTo>
                  <a:pt x="4966" y="153"/>
                </a:lnTo>
                <a:lnTo>
                  <a:pt x="4965" y="153"/>
                </a:lnTo>
                <a:lnTo>
                  <a:pt x="4964" y="153"/>
                </a:lnTo>
                <a:lnTo>
                  <a:pt x="4963" y="152"/>
                </a:lnTo>
                <a:lnTo>
                  <a:pt x="4962" y="152"/>
                </a:lnTo>
                <a:lnTo>
                  <a:pt x="4961" y="152"/>
                </a:lnTo>
                <a:lnTo>
                  <a:pt x="4961" y="151"/>
                </a:lnTo>
                <a:lnTo>
                  <a:pt x="4960" y="151"/>
                </a:lnTo>
                <a:lnTo>
                  <a:pt x="4959" y="150"/>
                </a:lnTo>
                <a:lnTo>
                  <a:pt x="4958" y="149"/>
                </a:lnTo>
                <a:lnTo>
                  <a:pt x="4958" y="148"/>
                </a:lnTo>
                <a:lnTo>
                  <a:pt x="4958" y="147"/>
                </a:lnTo>
                <a:lnTo>
                  <a:pt x="4958" y="146"/>
                </a:lnTo>
                <a:lnTo>
                  <a:pt x="4957" y="146"/>
                </a:lnTo>
                <a:lnTo>
                  <a:pt x="4957" y="145"/>
                </a:lnTo>
                <a:lnTo>
                  <a:pt x="4957" y="144"/>
                </a:lnTo>
                <a:lnTo>
                  <a:pt x="4958" y="144"/>
                </a:lnTo>
                <a:lnTo>
                  <a:pt x="4959" y="144"/>
                </a:lnTo>
                <a:lnTo>
                  <a:pt x="4960" y="144"/>
                </a:lnTo>
                <a:lnTo>
                  <a:pt x="4961" y="144"/>
                </a:lnTo>
                <a:lnTo>
                  <a:pt x="4961" y="143"/>
                </a:lnTo>
                <a:lnTo>
                  <a:pt x="4960" y="142"/>
                </a:lnTo>
                <a:lnTo>
                  <a:pt x="4960" y="141"/>
                </a:lnTo>
                <a:lnTo>
                  <a:pt x="4961" y="140"/>
                </a:lnTo>
                <a:lnTo>
                  <a:pt x="4962" y="140"/>
                </a:lnTo>
                <a:lnTo>
                  <a:pt x="4962" y="139"/>
                </a:lnTo>
                <a:lnTo>
                  <a:pt x="4962" y="138"/>
                </a:lnTo>
                <a:lnTo>
                  <a:pt x="4964" y="137"/>
                </a:lnTo>
                <a:lnTo>
                  <a:pt x="4965" y="136"/>
                </a:lnTo>
                <a:lnTo>
                  <a:pt x="4965" y="134"/>
                </a:lnTo>
                <a:lnTo>
                  <a:pt x="4964" y="133"/>
                </a:lnTo>
                <a:lnTo>
                  <a:pt x="4964" y="132"/>
                </a:lnTo>
                <a:lnTo>
                  <a:pt x="4964" y="131"/>
                </a:lnTo>
                <a:lnTo>
                  <a:pt x="4964" y="130"/>
                </a:lnTo>
                <a:lnTo>
                  <a:pt x="4965" y="129"/>
                </a:lnTo>
                <a:lnTo>
                  <a:pt x="4966" y="129"/>
                </a:lnTo>
                <a:lnTo>
                  <a:pt x="4966" y="128"/>
                </a:lnTo>
                <a:lnTo>
                  <a:pt x="4966" y="127"/>
                </a:lnTo>
                <a:lnTo>
                  <a:pt x="4965" y="127"/>
                </a:lnTo>
                <a:lnTo>
                  <a:pt x="4965" y="126"/>
                </a:lnTo>
                <a:lnTo>
                  <a:pt x="4964" y="126"/>
                </a:lnTo>
                <a:lnTo>
                  <a:pt x="4964" y="125"/>
                </a:lnTo>
                <a:lnTo>
                  <a:pt x="4965" y="125"/>
                </a:lnTo>
                <a:lnTo>
                  <a:pt x="4965" y="124"/>
                </a:lnTo>
                <a:lnTo>
                  <a:pt x="4966" y="124"/>
                </a:lnTo>
                <a:lnTo>
                  <a:pt x="4967" y="124"/>
                </a:lnTo>
                <a:lnTo>
                  <a:pt x="4968" y="124"/>
                </a:lnTo>
                <a:lnTo>
                  <a:pt x="4968" y="123"/>
                </a:lnTo>
                <a:lnTo>
                  <a:pt x="4969" y="123"/>
                </a:lnTo>
                <a:lnTo>
                  <a:pt x="4969" y="122"/>
                </a:lnTo>
                <a:lnTo>
                  <a:pt x="4968" y="121"/>
                </a:lnTo>
                <a:lnTo>
                  <a:pt x="4967" y="121"/>
                </a:lnTo>
                <a:lnTo>
                  <a:pt x="4966" y="121"/>
                </a:lnTo>
                <a:lnTo>
                  <a:pt x="4965" y="121"/>
                </a:lnTo>
                <a:lnTo>
                  <a:pt x="4964" y="121"/>
                </a:lnTo>
                <a:lnTo>
                  <a:pt x="4963" y="120"/>
                </a:lnTo>
                <a:lnTo>
                  <a:pt x="4962" y="119"/>
                </a:lnTo>
                <a:lnTo>
                  <a:pt x="4961" y="119"/>
                </a:lnTo>
                <a:lnTo>
                  <a:pt x="4960" y="119"/>
                </a:lnTo>
                <a:lnTo>
                  <a:pt x="4960" y="118"/>
                </a:lnTo>
                <a:lnTo>
                  <a:pt x="4959" y="118"/>
                </a:lnTo>
                <a:lnTo>
                  <a:pt x="4958" y="118"/>
                </a:lnTo>
                <a:lnTo>
                  <a:pt x="4957" y="118"/>
                </a:lnTo>
                <a:lnTo>
                  <a:pt x="4957" y="117"/>
                </a:lnTo>
                <a:lnTo>
                  <a:pt x="4956" y="117"/>
                </a:lnTo>
                <a:lnTo>
                  <a:pt x="4955" y="116"/>
                </a:lnTo>
                <a:lnTo>
                  <a:pt x="4952" y="116"/>
                </a:lnTo>
                <a:lnTo>
                  <a:pt x="4951" y="115"/>
                </a:lnTo>
                <a:lnTo>
                  <a:pt x="4950" y="115"/>
                </a:lnTo>
                <a:lnTo>
                  <a:pt x="4949" y="114"/>
                </a:lnTo>
                <a:lnTo>
                  <a:pt x="4948" y="114"/>
                </a:lnTo>
                <a:lnTo>
                  <a:pt x="4947" y="113"/>
                </a:lnTo>
                <a:lnTo>
                  <a:pt x="4946" y="113"/>
                </a:lnTo>
                <a:lnTo>
                  <a:pt x="4944" y="112"/>
                </a:lnTo>
                <a:lnTo>
                  <a:pt x="4943" y="111"/>
                </a:lnTo>
                <a:lnTo>
                  <a:pt x="4942" y="110"/>
                </a:lnTo>
                <a:lnTo>
                  <a:pt x="4941" y="110"/>
                </a:lnTo>
                <a:lnTo>
                  <a:pt x="4941" y="109"/>
                </a:lnTo>
                <a:lnTo>
                  <a:pt x="4941" y="110"/>
                </a:lnTo>
                <a:lnTo>
                  <a:pt x="4940" y="110"/>
                </a:lnTo>
                <a:lnTo>
                  <a:pt x="4939" y="110"/>
                </a:lnTo>
                <a:lnTo>
                  <a:pt x="4938" y="110"/>
                </a:lnTo>
                <a:lnTo>
                  <a:pt x="4937" y="111"/>
                </a:lnTo>
                <a:lnTo>
                  <a:pt x="4936" y="112"/>
                </a:lnTo>
                <a:lnTo>
                  <a:pt x="4935" y="112"/>
                </a:lnTo>
                <a:lnTo>
                  <a:pt x="4934" y="113"/>
                </a:lnTo>
                <a:lnTo>
                  <a:pt x="4931" y="113"/>
                </a:lnTo>
                <a:lnTo>
                  <a:pt x="4930" y="113"/>
                </a:lnTo>
                <a:lnTo>
                  <a:pt x="4929" y="113"/>
                </a:lnTo>
                <a:lnTo>
                  <a:pt x="4928" y="113"/>
                </a:lnTo>
                <a:lnTo>
                  <a:pt x="4925" y="113"/>
                </a:lnTo>
                <a:lnTo>
                  <a:pt x="4925" y="112"/>
                </a:lnTo>
                <a:lnTo>
                  <a:pt x="4924" y="112"/>
                </a:lnTo>
                <a:lnTo>
                  <a:pt x="4923" y="112"/>
                </a:lnTo>
                <a:lnTo>
                  <a:pt x="4922" y="112"/>
                </a:lnTo>
                <a:lnTo>
                  <a:pt x="4921" y="112"/>
                </a:lnTo>
                <a:lnTo>
                  <a:pt x="4921" y="113"/>
                </a:lnTo>
                <a:lnTo>
                  <a:pt x="4920" y="113"/>
                </a:lnTo>
                <a:lnTo>
                  <a:pt x="4920" y="114"/>
                </a:lnTo>
                <a:lnTo>
                  <a:pt x="4919" y="114"/>
                </a:lnTo>
                <a:lnTo>
                  <a:pt x="4918" y="114"/>
                </a:lnTo>
                <a:lnTo>
                  <a:pt x="4917" y="115"/>
                </a:lnTo>
                <a:lnTo>
                  <a:pt x="4915" y="116"/>
                </a:lnTo>
                <a:lnTo>
                  <a:pt x="4914" y="116"/>
                </a:lnTo>
                <a:lnTo>
                  <a:pt x="4914" y="117"/>
                </a:lnTo>
                <a:lnTo>
                  <a:pt x="4913" y="117"/>
                </a:lnTo>
                <a:lnTo>
                  <a:pt x="4911" y="117"/>
                </a:lnTo>
                <a:lnTo>
                  <a:pt x="4910" y="117"/>
                </a:lnTo>
                <a:lnTo>
                  <a:pt x="4909" y="117"/>
                </a:lnTo>
                <a:lnTo>
                  <a:pt x="4908" y="117"/>
                </a:lnTo>
                <a:lnTo>
                  <a:pt x="4907" y="117"/>
                </a:lnTo>
                <a:lnTo>
                  <a:pt x="4905" y="116"/>
                </a:lnTo>
                <a:lnTo>
                  <a:pt x="4904" y="117"/>
                </a:lnTo>
                <a:lnTo>
                  <a:pt x="4903" y="117"/>
                </a:lnTo>
                <a:lnTo>
                  <a:pt x="4901" y="117"/>
                </a:lnTo>
                <a:lnTo>
                  <a:pt x="4900" y="117"/>
                </a:lnTo>
                <a:lnTo>
                  <a:pt x="4900" y="116"/>
                </a:lnTo>
                <a:lnTo>
                  <a:pt x="4899" y="116"/>
                </a:lnTo>
                <a:lnTo>
                  <a:pt x="4898" y="116"/>
                </a:lnTo>
                <a:lnTo>
                  <a:pt x="4898" y="115"/>
                </a:lnTo>
                <a:lnTo>
                  <a:pt x="4897" y="115"/>
                </a:lnTo>
                <a:lnTo>
                  <a:pt x="4897" y="114"/>
                </a:lnTo>
                <a:lnTo>
                  <a:pt x="4897" y="112"/>
                </a:lnTo>
                <a:lnTo>
                  <a:pt x="4896" y="112"/>
                </a:lnTo>
                <a:lnTo>
                  <a:pt x="4896" y="111"/>
                </a:lnTo>
                <a:lnTo>
                  <a:pt x="4895" y="111"/>
                </a:lnTo>
                <a:lnTo>
                  <a:pt x="4895" y="109"/>
                </a:lnTo>
                <a:lnTo>
                  <a:pt x="4896" y="109"/>
                </a:lnTo>
                <a:lnTo>
                  <a:pt x="4896" y="108"/>
                </a:lnTo>
                <a:lnTo>
                  <a:pt x="4896" y="107"/>
                </a:lnTo>
                <a:lnTo>
                  <a:pt x="4897" y="107"/>
                </a:lnTo>
                <a:lnTo>
                  <a:pt x="4897" y="106"/>
                </a:lnTo>
                <a:lnTo>
                  <a:pt x="4898" y="105"/>
                </a:lnTo>
                <a:lnTo>
                  <a:pt x="4898" y="104"/>
                </a:lnTo>
                <a:lnTo>
                  <a:pt x="4899" y="103"/>
                </a:lnTo>
                <a:lnTo>
                  <a:pt x="4899" y="102"/>
                </a:lnTo>
                <a:lnTo>
                  <a:pt x="4898" y="101"/>
                </a:lnTo>
                <a:lnTo>
                  <a:pt x="4898" y="100"/>
                </a:lnTo>
                <a:lnTo>
                  <a:pt x="4898" y="99"/>
                </a:lnTo>
                <a:lnTo>
                  <a:pt x="4898" y="98"/>
                </a:lnTo>
                <a:lnTo>
                  <a:pt x="4897" y="98"/>
                </a:lnTo>
                <a:lnTo>
                  <a:pt x="4897" y="97"/>
                </a:lnTo>
                <a:lnTo>
                  <a:pt x="4896" y="96"/>
                </a:lnTo>
                <a:lnTo>
                  <a:pt x="4896" y="95"/>
                </a:lnTo>
                <a:lnTo>
                  <a:pt x="4895" y="95"/>
                </a:lnTo>
                <a:lnTo>
                  <a:pt x="4895" y="94"/>
                </a:lnTo>
                <a:lnTo>
                  <a:pt x="4896" y="93"/>
                </a:lnTo>
                <a:lnTo>
                  <a:pt x="4898" y="93"/>
                </a:lnTo>
                <a:lnTo>
                  <a:pt x="4899" y="93"/>
                </a:lnTo>
                <a:lnTo>
                  <a:pt x="4900" y="93"/>
                </a:lnTo>
                <a:lnTo>
                  <a:pt x="4902" y="93"/>
                </a:lnTo>
                <a:lnTo>
                  <a:pt x="4902" y="92"/>
                </a:lnTo>
                <a:lnTo>
                  <a:pt x="4903" y="92"/>
                </a:lnTo>
                <a:lnTo>
                  <a:pt x="4903" y="91"/>
                </a:lnTo>
                <a:lnTo>
                  <a:pt x="4904" y="91"/>
                </a:lnTo>
                <a:lnTo>
                  <a:pt x="4905" y="91"/>
                </a:lnTo>
                <a:lnTo>
                  <a:pt x="4905" y="90"/>
                </a:lnTo>
                <a:lnTo>
                  <a:pt x="4906" y="90"/>
                </a:lnTo>
                <a:lnTo>
                  <a:pt x="4907" y="89"/>
                </a:lnTo>
                <a:lnTo>
                  <a:pt x="4909" y="89"/>
                </a:lnTo>
                <a:lnTo>
                  <a:pt x="4909" y="90"/>
                </a:lnTo>
                <a:lnTo>
                  <a:pt x="4910" y="90"/>
                </a:lnTo>
                <a:lnTo>
                  <a:pt x="4911" y="90"/>
                </a:lnTo>
                <a:lnTo>
                  <a:pt x="4912" y="90"/>
                </a:lnTo>
                <a:lnTo>
                  <a:pt x="4912" y="89"/>
                </a:lnTo>
                <a:lnTo>
                  <a:pt x="4913" y="89"/>
                </a:lnTo>
                <a:lnTo>
                  <a:pt x="4913" y="88"/>
                </a:lnTo>
                <a:lnTo>
                  <a:pt x="4913" y="87"/>
                </a:lnTo>
                <a:lnTo>
                  <a:pt x="4914" y="87"/>
                </a:lnTo>
                <a:lnTo>
                  <a:pt x="4915" y="87"/>
                </a:lnTo>
                <a:lnTo>
                  <a:pt x="4915" y="86"/>
                </a:lnTo>
                <a:lnTo>
                  <a:pt x="4916" y="86"/>
                </a:lnTo>
                <a:lnTo>
                  <a:pt x="4916" y="85"/>
                </a:lnTo>
                <a:lnTo>
                  <a:pt x="4917" y="85"/>
                </a:lnTo>
                <a:lnTo>
                  <a:pt x="4918" y="85"/>
                </a:lnTo>
                <a:lnTo>
                  <a:pt x="4919" y="84"/>
                </a:lnTo>
                <a:lnTo>
                  <a:pt x="4920" y="84"/>
                </a:lnTo>
                <a:lnTo>
                  <a:pt x="4921" y="84"/>
                </a:lnTo>
                <a:lnTo>
                  <a:pt x="4922" y="84"/>
                </a:lnTo>
                <a:lnTo>
                  <a:pt x="4922" y="83"/>
                </a:lnTo>
                <a:lnTo>
                  <a:pt x="4923" y="83"/>
                </a:lnTo>
                <a:lnTo>
                  <a:pt x="4923" y="82"/>
                </a:lnTo>
                <a:lnTo>
                  <a:pt x="4923" y="81"/>
                </a:lnTo>
                <a:lnTo>
                  <a:pt x="4923" y="80"/>
                </a:lnTo>
                <a:lnTo>
                  <a:pt x="4924" y="80"/>
                </a:lnTo>
                <a:lnTo>
                  <a:pt x="4924" y="79"/>
                </a:lnTo>
                <a:lnTo>
                  <a:pt x="4925" y="79"/>
                </a:lnTo>
                <a:lnTo>
                  <a:pt x="4926" y="79"/>
                </a:lnTo>
                <a:lnTo>
                  <a:pt x="4928" y="79"/>
                </a:lnTo>
                <a:lnTo>
                  <a:pt x="4929" y="79"/>
                </a:lnTo>
                <a:lnTo>
                  <a:pt x="4929" y="78"/>
                </a:lnTo>
                <a:lnTo>
                  <a:pt x="4929" y="77"/>
                </a:lnTo>
                <a:lnTo>
                  <a:pt x="4929" y="76"/>
                </a:lnTo>
                <a:lnTo>
                  <a:pt x="4929" y="75"/>
                </a:lnTo>
                <a:lnTo>
                  <a:pt x="4930" y="75"/>
                </a:lnTo>
                <a:lnTo>
                  <a:pt x="4930" y="74"/>
                </a:lnTo>
                <a:lnTo>
                  <a:pt x="4931" y="74"/>
                </a:lnTo>
                <a:lnTo>
                  <a:pt x="4933" y="74"/>
                </a:lnTo>
                <a:lnTo>
                  <a:pt x="4933" y="73"/>
                </a:lnTo>
                <a:lnTo>
                  <a:pt x="4934" y="73"/>
                </a:lnTo>
                <a:lnTo>
                  <a:pt x="4935" y="72"/>
                </a:lnTo>
                <a:lnTo>
                  <a:pt x="4936" y="72"/>
                </a:lnTo>
                <a:lnTo>
                  <a:pt x="4936" y="71"/>
                </a:lnTo>
                <a:lnTo>
                  <a:pt x="4936" y="70"/>
                </a:lnTo>
                <a:lnTo>
                  <a:pt x="4937" y="70"/>
                </a:lnTo>
                <a:lnTo>
                  <a:pt x="4937" y="69"/>
                </a:lnTo>
                <a:lnTo>
                  <a:pt x="4937" y="68"/>
                </a:lnTo>
                <a:lnTo>
                  <a:pt x="4939" y="66"/>
                </a:lnTo>
                <a:lnTo>
                  <a:pt x="4940" y="66"/>
                </a:lnTo>
                <a:lnTo>
                  <a:pt x="4940" y="65"/>
                </a:lnTo>
                <a:lnTo>
                  <a:pt x="4941" y="65"/>
                </a:lnTo>
                <a:lnTo>
                  <a:pt x="4942" y="65"/>
                </a:lnTo>
                <a:lnTo>
                  <a:pt x="4943" y="64"/>
                </a:lnTo>
                <a:lnTo>
                  <a:pt x="4944" y="64"/>
                </a:lnTo>
                <a:lnTo>
                  <a:pt x="4945" y="64"/>
                </a:lnTo>
                <a:lnTo>
                  <a:pt x="4945" y="63"/>
                </a:lnTo>
                <a:lnTo>
                  <a:pt x="4945" y="62"/>
                </a:lnTo>
                <a:lnTo>
                  <a:pt x="4946" y="62"/>
                </a:lnTo>
                <a:lnTo>
                  <a:pt x="4947" y="62"/>
                </a:lnTo>
                <a:lnTo>
                  <a:pt x="4948" y="62"/>
                </a:lnTo>
                <a:lnTo>
                  <a:pt x="4948" y="61"/>
                </a:lnTo>
                <a:lnTo>
                  <a:pt x="4948" y="60"/>
                </a:lnTo>
                <a:lnTo>
                  <a:pt x="4949" y="59"/>
                </a:lnTo>
                <a:lnTo>
                  <a:pt x="4949" y="58"/>
                </a:lnTo>
                <a:lnTo>
                  <a:pt x="4951" y="57"/>
                </a:lnTo>
                <a:lnTo>
                  <a:pt x="4952" y="57"/>
                </a:lnTo>
                <a:lnTo>
                  <a:pt x="4953" y="57"/>
                </a:lnTo>
                <a:lnTo>
                  <a:pt x="4954" y="57"/>
                </a:lnTo>
                <a:lnTo>
                  <a:pt x="4954" y="56"/>
                </a:lnTo>
                <a:lnTo>
                  <a:pt x="4955" y="56"/>
                </a:lnTo>
                <a:lnTo>
                  <a:pt x="4956" y="55"/>
                </a:lnTo>
                <a:lnTo>
                  <a:pt x="4957" y="55"/>
                </a:lnTo>
                <a:lnTo>
                  <a:pt x="4958" y="55"/>
                </a:lnTo>
                <a:lnTo>
                  <a:pt x="4959" y="55"/>
                </a:lnTo>
                <a:lnTo>
                  <a:pt x="4960" y="54"/>
                </a:lnTo>
                <a:lnTo>
                  <a:pt x="4960" y="53"/>
                </a:lnTo>
                <a:lnTo>
                  <a:pt x="4960" y="52"/>
                </a:lnTo>
                <a:lnTo>
                  <a:pt x="4961" y="51"/>
                </a:lnTo>
                <a:lnTo>
                  <a:pt x="4962" y="51"/>
                </a:lnTo>
                <a:lnTo>
                  <a:pt x="4963" y="51"/>
                </a:lnTo>
                <a:lnTo>
                  <a:pt x="4963" y="50"/>
                </a:lnTo>
                <a:lnTo>
                  <a:pt x="4964" y="50"/>
                </a:lnTo>
                <a:lnTo>
                  <a:pt x="4965" y="50"/>
                </a:lnTo>
                <a:lnTo>
                  <a:pt x="4965" y="49"/>
                </a:lnTo>
                <a:lnTo>
                  <a:pt x="4965" y="48"/>
                </a:lnTo>
                <a:lnTo>
                  <a:pt x="4965" y="47"/>
                </a:lnTo>
                <a:lnTo>
                  <a:pt x="4965" y="46"/>
                </a:lnTo>
                <a:lnTo>
                  <a:pt x="4966" y="46"/>
                </a:lnTo>
                <a:lnTo>
                  <a:pt x="4966" y="45"/>
                </a:lnTo>
                <a:lnTo>
                  <a:pt x="4967" y="45"/>
                </a:lnTo>
                <a:lnTo>
                  <a:pt x="4968" y="45"/>
                </a:lnTo>
                <a:lnTo>
                  <a:pt x="4968" y="44"/>
                </a:lnTo>
                <a:lnTo>
                  <a:pt x="4969" y="43"/>
                </a:lnTo>
                <a:lnTo>
                  <a:pt x="4971" y="42"/>
                </a:lnTo>
                <a:lnTo>
                  <a:pt x="4972" y="42"/>
                </a:lnTo>
                <a:lnTo>
                  <a:pt x="4973" y="42"/>
                </a:lnTo>
                <a:lnTo>
                  <a:pt x="4973" y="41"/>
                </a:lnTo>
                <a:lnTo>
                  <a:pt x="4974" y="41"/>
                </a:lnTo>
                <a:lnTo>
                  <a:pt x="4975" y="40"/>
                </a:lnTo>
                <a:lnTo>
                  <a:pt x="4976" y="40"/>
                </a:lnTo>
                <a:lnTo>
                  <a:pt x="4977" y="39"/>
                </a:lnTo>
                <a:lnTo>
                  <a:pt x="4978" y="39"/>
                </a:lnTo>
                <a:lnTo>
                  <a:pt x="4978" y="38"/>
                </a:lnTo>
                <a:lnTo>
                  <a:pt x="4979" y="38"/>
                </a:lnTo>
                <a:lnTo>
                  <a:pt x="4980" y="39"/>
                </a:lnTo>
                <a:lnTo>
                  <a:pt x="4980" y="38"/>
                </a:lnTo>
                <a:lnTo>
                  <a:pt x="4980" y="37"/>
                </a:lnTo>
                <a:lnTo>
                  <a:pt x="4980" y="36"/>
                </a:lnTo>
                <a:lnTo>
                  <a:pt x="4979" y="36"/>
                </a:lnTo>
                <a:lnTo>
                  <a:pt x="4978" y="35"/>
                </a:lnTo>
                <a:lnTo>
                  <a:pt x="4979" y="35"/>
                </a:lnTo>
                <a:lnTo>
                  <a:pt x="4980" y="34"/>
                </a:lnTo>
                <a:lnTo>
                  <a:pt x="4981" y="34"/>
                </a:lnTo>
                <a:lnTo>
                  <a:pt x="4983" y="34"/>
                </a:lnTo>
                <a:lnTo>
                  <a:pt x="4984" y="34"/>
                </a:lnTo>
                <a:lnTo>
                  <a:pt x="4984" y="33"/>
                </a:lnTo>
                <a:lnTo>
                  <a:pt x="4985" y="33"/>
                </a:lnTo>
                <a:lnTo>
                  <a:pt x="4985" y="32"/>
                </a:lnTo>
                <a:lnTo>
                  <a:pt x="4986" y="32"/>
                </a:lnTo>
                <a:lnTo>
                  <a:pt x="4986" y="33"/>
                </a:lnTo>
                <a:lnTo>
                  <a:pt x="4987" y="33"/>
                </a:lnTo>
                <a:lnTo>
                  <a:pt x="4988" y="33"/>
                </a:lnTo>
                <a:lnTo>
                  <a:pt x="4989" y="33"/>
                </a:lnTo>
                <a:lnTo>
                  <a:pt x="4990" y="33"/>
                </a:lnTo>
                <a:lnTo>
                  <a:pt x="4991" y="33"/>
                </a:lnTo>
                <a:lnTo>
                  <a:pt x="4991" y="32"/>
                </a:lnTo>
                <a:lnTo>
                  <a:pt x="4992" y="32"/>
                </a:lnTo>
                <a:lnTo>
                  <a:pt x="4993" y="32"/>
                </a:lnTo>
                <a:lnTo>
                  <a:pt x="4994" y="32"/>
                </a:lnTo>
                <a:lnTo>
                  <a:pt x="4995" y="32"/>
                </a:lnTo>
                <a:lnTo>
                  <a:pt x="4996" y="32"/>
                </a:lnTo>
                <a:lnTo>
                  <a:pt x="4998" y="32"/>
                </a:lnTo>
                <a:lnTo>
                  <a:pt x="5000" y="32"/>
                </a:lnTo>
                <a:lnTo>
                  <a:pt x="5000" y="33"/>
                </a:lnTo>
                <a:lnTo>
                  <a:pt x="5001" y="33"/>
                </a:lnTo>
                <a:lnTo>
                  <a:pt x="5002" y="33"/>
                </a:lnTo>
                <a:lnTo>
                  <a:pt x="5003" y="33"/>
                </a:lnTo>
                <a:lnTo>
                  <a:pt x="5003" y="32"/>
                </a:lnTo>
                <a:lnTo>
                  <a:pt x="5004" y="31"/>
                </a:lnTo>
                <a:lnTo>
                  <a:pt x="5005" y="31"/>
                </a:lnTo>
                <a:lnTo>
                  <a:pt x="5006" y="31"/>
                </a:lnTo>
                <a:lnTo>
                  <a:pt x="5007" y="31"/>
                </a:lnTo>
                <a:lnTo>
                  <a:pt x="5007" y="30"/>
                </a:lnTo>
                <a:lnTo>
                  <a:pt x="5008" y="30"/>
                </a:lnTo>
                <a:lnTo>
                  <a:pt x="5008" y="31"/>
                </a:lnTo>
                <a:lnTo>
                  <a:pt x="5008" y="32"/>
                </a:lnTo>
                <a:lnTo>
                  <a:pt x="5009" y="32"/>
                </a:lnTo>
                <a:lnTo>
                  <a:pt x="5010" y="32"/>
                </a:lnTo>
                <a:lnTo>
                  <a:pt x="5010" y="33"/>
                </a:lnTo>
                <a:lnTo>
                  <a:pt x="5010" y="34"/>
                </a:lnTo>
                <a:lnTo>
                  <a:pt x="5011" y="34"/>
                </a:lnTo>
                <a:lnTo>
                  <a:pt x="5012" y="34"/>
                </a:lnTo>
                <a:lnTo>
                  <a:pt x="5013" y="33"/>
                </a:lnTo>
                <a:lnTo>
                  <a:pt x="5014" y="33"/>
                </a:lnTo>
                <a:lnTo>
                  <a:pt x="5015" y="33"/>
                </a:lnTo>
                <a:lnTo>
                  <a:pt x="5016" y="33"/>
                </a:lnTo>
                <a:lnTo>
                  <a:pt x="5017" y="33"/>
                </a:lnTo>
                <a:lnTo>
                  <a:pt x="5018" y="33"/>
                </a:lnTo>
                <a:lnTo>
                  <a:pt x="5019" y="33"/>
                </a:lnTo>
                <a:lnTo>
                  <a:pt x="5020" y="34"/>
                </a:lnTo>
                <a:lnTo>
                  <a:pt x="5022" y="34"/>
                </a:lnTo>
                <a:lnTo>
                  <a:pt x="5022" y="33"/>
                </a:lnTo>
                <a:lnTo>
                  <a:pt x="5023" y="33"/>
                </a:lnTo>
                <a:lnTo>
                  <a:pt x="5024" y="32"/>
                </a:lnTo>
                <a:lnTo>
                  <a:pt x="5025" y="32"/>
                </a:lnTo>
                <a:lnTo>
                  <a:pt x="5026" y="32"/>
                </a:lnTo>
                <a:lnTo>
                  <a:pt x="5027" y="32"/>
                </a:lnTo>
                <a:lnTo>
                  <a:pt x="5028" y="32"/>
                </a:lnTo>
                <a:lnTo>
                  <a:pt x="5029" y="32"/>
                </a:lnTo>
                <a:lnTo>
                  <a:pt x="5029" y="31"/>
                </a:lnTo>
                <a:lnTo>
                  <a:pt x="5030" y="31"/>
                </a:lnTo>
                <a:lnTo>
                  <a:pt x="5030" y="30"/>
                </a:lnTo>
                <a:lnTo>
                  <a:pt x="5031" y="30"/>
                </a:lnTo>
                <a:lnTo>
                  <a:pt x="5031" y="29"/>
                </a:lnTo>
                <a:lnTo>
                  <a:pt x="5032" y="29"/>
                </a:lnTo>
                <a:lnTo>
                  <a:pt x="5032" y="28"/>
                </a:lnTo>
                <a:lnTo>
                  <a:pt x="5033" y="28"/>
                </a:lnTo>
                <a:lnTo>
                  <a:pt x="5034" y="28"/>
                </a:lnTo>
                <a:lnTo>
                  <a:pt x="5035" y="28"/>
                </a:lnTo>
                <a:lnTo>
                  <a:pt x="5036" y="28"/>
                </a:lnTo>
                <a:lnTo>
                  <a:pt x="5038" y="29"/>
                </a:lnTo>
                <a:lnTo>
                  <a:pt x="5039" y="29"/>
                </a:lnTo>
                <a:lnTo>
                  <a:pt x="5040" y="29"/>
                </a:lnTo>
                <a:lnTo>
                  <a:pt x="5041" y="29"/>
                </a:lnTo>
                <a:lnTo>
                  <a:pt x="5042" y="29"/>
                </a:lnTo>
                <a:lnTo>
                  <a:pt x="5042" y="28"/>
                </a:lnTo>
                <a:lnTo>
                  <a:pt x="5043" y="28"/>
                </a:lnTo>
                <a:lnTo>
                  <a:pt x="5044" y="28"/>
                </a:lnTo>
                <a:lnTo>
                  <a:pt x="5044" y="29"/>
                </a:lnTo>
                <a:lnTo>
                  <a:pt x="5045" y="29"/>
                </a:lnTo>
                <a:lnTo>
                  <a:pt x="5045" y="28"/>
                </a:lnTo>
                <a:lnTo>
                  <a:pt x="5046" y="28"/>
                </a:lnTo>
                <a:lnTo>
                  <a:pt x="5047" y="28"/>
                </a:lnTo>
                <a:lnTo>
                  <a:pt x="5048" y="27"/>
                </a:lnTo>
                <a:lnTo>
                  <a:pt x="5049" y="27"/>
                </a:lnTo>
                <a:lnTo>
                  <a:pt x="5050" y="27"/>
                </a:lnTo>
                <a:lnTo>
                  <a:pt x="5051" y="27"/>
                </a:lnTo>
                <a:lnTo>
                  <a:pt x="5052" y="27"/>
                </a:lnTo>
                <a:lnTo>
                  <a:pt x="5053" y="27"/>
                </a:lnTo>
                <a:lnTo>
                  <a:pt x="5054" y="26"/>
                </a:lnTo>
                <a:lnTo>
                  <a:pt x="5055" y="26"/>
                </a:lnTo>
                <a:lnTo>
                  <a:pt x="5056" y="26"/>
                </a:lnTo>
                <a:lnTo>
                  <a:pt x="5057" y="26"/>
                </a:lnTo>
                <a:lnTo>
                  <a:pt x="5058" y="25"/>
                </a:lnTo>
                <a:lnTo>
                  <a:pt x="5059" y="25"/>
                </a:lnTo>
                <a:lnTo>
                  <a:pt x="5061" y="25"/>
                </a:lnTo>
                <a:lnTo>
                  <a:pt x="5061" y="24"/>
                </a:lnTo>
                <a:lnTo>
                  <a:pt x="5062" y="24"/>
                </a:lnTo>
                <a:lnTo>
                  <a:pt x="5063" y="24"/>
                </a:lnTo>
                <a:lnTo>
                  <a:pt x="5063" y="23"/>
                </a:lnTo>
                <a:lnTo>
                  <a:pt x="5064" y="23"/>
                </a:lnTo>
                <a:lnTo>
                  <a:pt x="5065" y="23"/>
                </a:lnTo>
                <a:lnTo>
                  <a:pt x="5066" y="23"/>
                </a:lnTo>
                <a:lnTo>
                  <a:pt x="5066" y="22"/>
                </a:lnTo>
                <a:lnTo>
                  <a:pt x="5067" y="22"/>
                </a:lnTo>
                <a:lnTo>
                  <a:pt x="5068" y="21"/>
                </a:lnTo>
                <a:lnTo>
                  <a:pt x="5069" y="21"/>
                </a:lnTo>
                <a:lnTo>
                  <a:pt x="5070" y="20"/>
                </a:lnTo>
                <a:lnTo>
                  <a:pt x="5071" y="20"/>
                </a:lnTo>
                <a:lnTo>
                  <a:pt x="5072" y="20"/>
                </a:lnTo>
                <a:lnTo>
                  <a:pt x="5073" y="21"/>
                </a:lnTo>
                <a:lnTo>
                  <a:pt x="5074" y="21"/>
                </a:lnTo>
                <a:lnTo>
                  <a:pt x="5075" y="21"/>
                </a:lnTo>
                <a:lnTo>
                  <a:pt x="5076" y="21"/>
                </a:lnTo>
                <a:lnTo>
                  <a:pt x="5077" y="21"/>
                </a:lnTo>
                <a:lnTo>
                  <a:pt x="5077" y="20"/>
                </a:lnTo>
                <a:lnTo>
                  <a:pt x="5078" y="20"/>
                </a:lnTo>
                <a:lnTo>
                  <a:pt x="5079" y="20"/>
                </a:lnTo>
                <a:lnTo>
                  <a:pt x="5079" y="19"/>
                </a:lnTo>
                <a:lnTo>
                  <a:pt x="5080" y="19"/>
                </a:lnTo>
                <a:lnTo>
                  <a:pt x="5081" y="19"/>
                </a:lnTo>
                <a:lnTo>
                  <a:pt x="5082" y="18"/>
                </a:lnTo>
                <a:lnTo>
                  <a:pt x="5083" y="18"/>
                </a:lnTo>
                <a:lnTo>
                  <a:pt x="5083" y="17"/>
                </a:lnTo>
                <a:lnTo>
                  <a:pt x="5084" y="17"/>
                </a:lnTo>
                <a:lnTo>
                  <a:pt x="5086" y="17"/>
                </a:lnTo>
                <a:lnTo>
                  <a:pt x="5087" y="17"/>
                </a:lnTo>
                <a:lnTo>
                  <a:pt x="5088" y="17"/>
                </a:lnTo>
                <a:lnTo>
                  <a:pt x="5088" y="16"/>
                </a:lnTo>
                <a:lnTo>
                  <a:pt x="5089" y="16"/>
                </a:lnTo>
                <a:lnTo>
                  <a:pt x="5090" y="16"/>
                </a:lnTo>
                <a:lnTo>
                  <a:pt x="5091" y="16"/>
                </a:lnTo>
                <a:lnTo>
                  <a:pt x="5092" y="17"/>
                </a:lnTo>
                <a:lnTo>
                  <a:pt x="5094" y="17"/>
                </a:lnTo>
                <a:lnTo>
                  <a:pt x="5094" y="16"/>
                </a:lnTo>
                <a:lnTo>
                  <a:pt x="5095" y="16"/>
                </a:lnTo>
                <a:lnTo>
                  <a:pt x="5096" y="16"/>
                </a:lnTo>
                <a:lnTo>
                  <a:pt x="5098" y="16"/>
                </a:lnTo>
                <a:lnTo>
                  <a:pt x="5102" y="16"/>
                </a:lnTo>
                <a:lnTo>
                  <a:pt x="5104" y="16"/>
                </a:lnTo>
                <a:lnTo>
                  <a:pt x="5105" y="16"/>
                </a:lnTo>
                <a:lnTo>
                  <a:pt x="5106" y="16"/>
                </a:lnTo>
                <a:lnTo>
                  <a:pt x="5107" y="16"/>
                </a:lnTo>
                <a:lnTo>
                  <a:pt x="5109" y="17"/>
                </a:lnTo>
                <a:lnTo>
                  <a:pt x="5112" y="17"/>
                </a:lnTo>
                <a:lnTo>
                  <a:pt x="5113" y="17"/>
                </a:lnTo>
                <a:lnTo>
                  <a:pt x="5114" y="16"/>
                </a:lnTo>
                <a:lnTo>
                  <a:pt x="5115" y="15"/>
                </a:lnTo>
                <a:lnTo>
                  <a:pt x="5116" y="15"/>
                </a:lnTo>
                <a:lnTo>
                  <a:pt x="5116" y="14"/>
                </a:lnTo>
                <a:lnTo>
                  <a:pt x="5117" y="14"/>
                </a:lnTo>
                <a:lnTo>
                  <a:pt x="5117" y="13"/>
                </a:lnTo>
                <a:lnTo>
                  <a:pt x="5118" y="12"/>
                </a:lnTo>
                <a:lnTo>
                  <a:pt x="5119" y="11"/>
                </a:lnTo>
                <a:lnTo>
                  <a:pt x="5120" y="11"/>
                </a:lnTo>
                <a:lnTo>
                  <a:pt x="5121" y="11"/>
                </a:lnTo>
                <a:lnTo>
                  <a:pt x="5123" y="11"/>
                </a:lnTo>
                <a:lnTo>
                  <a:pt x="5124" y="11"/>
                </a:lnTo>
                <a:lnTo>
                  <a:pt x="5125" y="12"/>
                </a:lnTo>
                <a:lnTo>
                  <a:pt x="5126" y="12"/>
                </a:lnTo>
                <a:lnTo>
                  <a:pt x="5127" y="12"/>
                </a:lnTo>
                <a:lnTo>
                  <a:pt x="5128" y="12"/>
                </a:lnTo>
                <a:lnTo>
                  <a:pt x="5129" y="12"/>
                </a:lnTo>
                <a:lnTo>
                  <a:pt x="5130" y="12"/>
                </a:lnTo>
                <a:lnTo>
                  <a:pt x="5130" y="11"/>
                </a:lnTo>
                <a:lnTo>
                  <a:pt x="5131" y="11"/>
                </a:lnTo>
                <a:lnTo>
                  <a:pt x="5132" y="11"/>
                </a:lnTo>
                <a:lnTo>
                  <a:pt x="5132" y="10"/>
                </a:lnTo>
                <a:lnTo>
                  <a:pt x="5133" y="10"/>
                </a:lnTo>
                <a:lnTo>
                  <a:pt x="5134" y="10"/>
                </a:lnTo>
                <a:lnTo>
                  <a:pt x="5135" y="9"/>
                </a:lnTo>
                <a:lnTo>
                  <a:pt x="5135" y="8"/>
                </a:lnTo>
                <a:lnTo>
                  <a:pt x="5136" y="8"/>
                </a:lnTo>
                <a:lnTo>
                  <a:pt x="5136" y="7"/>
                </a:lnTo>
                <a:lnTo>
                  <a:pt x="5137" y="7"/>
                </a:lnTo>
                <a:lnTo>
                  <a:pt x="5138" y="7"/>
                </a:lnTo>
                <a:lnTo>
                  <a:pt x="5139" y="7"/>
                </a:lnTo>
                <a:lnTo>
                  <a:pt x="5140" y="7"/>
                </a:lnTo>
                <a:lnTo>
                  <a:pt x="5140" y="8"/>
                </a:lnTo>
                <a:lnTo>
                  <a:pt x="5141" y="8"/>
                </a:lnTo>
                <a:lnTo>
                  <a:pt x="5141" y="9"/>
                </a:lnTo>
                <a:lnTo>
                  <a:pt x="5141" y="10"/>
                </a:lnTo>
                <a:lnTo>
                  <a:pt x="5142" y="10"/>
                </a:lnTo>
                <a:lnTo>
                  <a:pt x="5142" y="11"/>
                </a:lnTo>
                <a:lnTo>
                  <a:pt x="5143" y="11"/>
                </a:lnTo>
                <a:lnTo>
                  <a:pt x="5143" y="12"/>
                </a:lnTo>
                <a:lnTo>
                  <a:pt x="5144" y="12"/>
                </a:lnTo>
                <a:lnTo>
                  <a:pt x="5145" y="12"/>
                </a:lnTo>
                <a:lnTo>
                  <a:pt x="5145" y="13"/>
                </a:lnTo>
                <a:lnTo>
                  <a:pt x="5146" y="13"/>
                </a:lnTo>
                <a:lnTo>
                  <a:pt x="5147" y="13"/>
                </a:lnTo>
                <a:lnTo>
                  <a:pt x="5147" y="14"/>
                </a:lnTo>
                <a:lnTo>
                  <a:pt x="5148" y="14"/>
                </a:lnTo>
                <a:lnTo>
                  <a:pt x="5149" y="14"/>
                </a:lnTo>
                <a:lnTo>
                  <a:pt x="5150" y="14"/>
                </a:lnTo>
                <a:lnTo>
                  <a:pt x="5151" y="14"/>
                </a:lnTo>
                <a:lnTo>
                  <a:pt x="5152" y="14"/>
                </a:lnTo>
                <a:lnTo>
                  <a:pt x="5152" y="13"/>
                </a:lnTo>
                <a:lnTo>
                  <a:pt x="5153" y="13"/>
                </a:lnTo>
                <a:lnTo>
                  <a:pt x="5154" y="13"/>
                </a:lnTo>
                <a:lnTo>
                  <a:pt x="5155" y="12"/>
                </a:lnTo>
                <a:lnTo>
                  <a:pt x="5156" y="12"/>
                </a:lnTo>
                <a:lnTo>
                  <a:pt x="5156" y="13"/>
                </a:lnTo>
                <a:lnTo>
                  <a:pt x="5157" y="13"/>
                </a:lnTo>
                <a:lnTo>
                  <a:pt x="5158" y="13"/>
                </a:lnTo>
                <a:lnTo>
                  <a:pt x="5159" y="13"/>
                </a:lnTo>
                <a:lnTo>
                  <a:pt x="5160" y="13"/>
                </a:lnTo>
                <a:lnTo>
                  <a:pt x="5161" y="13"/>
                </a:lnTo>
                <a:lnTo>
                  <a:pt x="5161" y="12"/>
                </a:lnTo>
                <a:lnTo>
                  <a:pt x="5162" y="12"/>
                </a:lnTo>
                <a:lnTo>
                  <a:pt x="5163" y="12"/>
                </a:lnTo>
                <a:lnTo>
                  <a:pt x="5164" y="12"/>
                </a:lnTo>
                <a:lnTo>
                  <a:pt x="5165" y="12"/>
                </a:lnTo>
                <a:lnTo>
                  <a:pt x="5168" y="12"/>
                </a:lnTo>
                <a:lnTo>
                  <a:pt x="5169" y="12"/>
                </a:lnTo>
                <a:lnTo>
                  <a:pt x="5170" y="12"/>
                </a:lnTo>
                <a:lnTo>
                  <a:pt x="5172" y="12"/>
                </a:lnTo>
                <a:lnTo>
                  <a:pt x="5174" y="12"/>
                </a:lnTo>
                <a:lnTo>
                  <a:pt x="5176" y="12"/>
                </a:lnTo>
                <a:lnTo>
                  <a:pt x="5178" y="12"/>
                </a:lnTo>
                <a:lnTo>
                  <a:pt x="5180" y="12"/>
                </a:lnTo>
                <a:lnTo>
                  <a:pt x="5183" y="12"/>
                </a:lnTo>
                <a:lnTo>
                  <a:pt x="5185" y="12"/>
                </a:lnTo>
                <a:lnTo>
                  <a:pt x="5187" y="12"/>
                </a:lnTo>
                <a:lnTo>
                  <a:pt x="5188" y="12"/>
                </a:lnTo>
                <a:lnTo>
                  <a:pt x="5189" y="12"/>
                </a:lnTo>
                <a:lnTo>
                  <a:pt x="5189" y="13"/>
                </a:lnTo>
                <a:lnTo>
                  <a:pt x="5190" y="13"/>
                </a:lnTo>
                <a:lnTo>
                  <a:pt x="5191" y="12"/>
                </a:lnTo>
                <a:lnTo>
                  <a:pt x="5193" y="12"/>
                </a:lnTo>
                <a:lnTo>
                  <a:pt x="5194" y="12"/>
                </a:lnTo>
                <a:lnTo>
                  <a:pt x="5195" y="12"/>
                </a:lnTo>
                <a:lnTo>
                  <a:pt x="5197" y="12"/>
                </a:lnTo>
                <a:lnTo>
                  <a:pt x="5198" y="11"/>
                </a:lnTo>
                <a:lnTo>
                  <a:pt x="5199" y="11"/>
                </a:lnTo>
                <a:lnTo>
                  <a:pt x="5200" y="11"/>
                </a:lnTo>
                <a:lnTo>
                  <a:pt x="5200" y="10"/>
                </a:lnTo>
                <a:lnTo>
                  <a:pt x="5202" y="10"/>
                </a:lnTo>
                <a:lnTo>
                  <a:pt x="5206" y="9"/>
                </a:lnTo>
                <a:lnTo>
                  <a:pt x="5207" y="8"/>
                </a:lnTo>
                <a:lnTo>
                  <a:pt x="5208" y="8"/>
                </a:lnTo>
                <a:lnTo>
                  <a:pt x="5209" y="8"/>
                </a:lnTo>
                <a:lnTo>
                  <a:pt x="5210" y="8"/>
                </a:lnTo>
                <a:lnTo>
                  <a:pt x="5210" y="7"/>
                </a:lnTo>
                <a:lnTo>
                  <a:pt x="5211" y="7"/>
                </a:lnTo>
                <a:lnTo>
                  <a:pt x="5212" y="7"/>
                </a:lnTo>
                <a:lnTo>
                  <a:pt x="5213" y="7"/>
                </a:lnTo>
                <a:lnTo>
                  <a:pt x="5214" y="7"/>
                </a:lnTo>
                <a:lnTo>
                  <a:pt x="5214" y="6"/>
                </a:lnTo>
                <a:lnTo>
                  <a:pt x="5215" y="6"/>
                </a:lnTo>
                <a:lnTo>
                  <a:pt x="5216" y="6"/>
                </a:lnTo>
                <a:lnTo>
                  <a:pt x="5218" y="6"/>
                </a:lnTo>
                <a:lnTo>
                  <a:pt x="5218" y="7"/>
                </a:lnTo>
                <a:lnTo>
                  <a:pt x="5219" y="7"/>
                </a:lnTo>
                <a:lnTo>
                  <a:pt x="5220" y="7"/>
                </a:lnTo>
                <a:lnTo>
                  <a:pt x="5221" y="7"/>
                </a:lnTo>
                <a:lnTo>
                  <a:pt x="5221" y="8"/>
                </a:lnTo>
                <a:lnTo>
                  <a:pt x="5223" y="8"/>
                </a:lnTo>
                <a:lnTo>
                  <a:pt x="5224" y="7"/>
                </a:lnTo>
                <a:lnTo>
                  <a:pt x="5225" y="7"/>
                </a:lnTo>
                <a:lnTo>
                  <a:pt x="5226" y="7"/>
                </a:lnTo>
                <a:lnTo>
                  <a:pt x="5226" y="6"/>
                </a:lnTo>
                <a:lnTo>
                  <a:pt x="5228" y="5"/>
                </a:lnTo>
                <a:lnTo>
                  <a:pt x="5228" y="4"/>
                </a:lnTo>
                <a:lnTo>
                  <a:pt x="5229" y="4"/>
                </a:lnTo>
                <a:lnTo>
                  <a:pt x="5229" y="3"/>
                </a:lnTo>
                <a:lnTo>
                  <a:pt x="5230" y="3"/>
                </a:lnTo>
                <a:lnTo>
                  <a:pt x="5230" y="2"/>
                </a:lnTo>
                <a:lnTo>
                  <a:pt x="5231" y="2"/>
                </a:lnTo>
                <a:lnTo>
                  <a:pt x="5232" y="2"/>
                </a:lnTo>
                <a:lnTo>
                  <a:pt x="5232" y="1"/>
                </a:lnTo>
                <a:lnTo>
                  <a:pt x="5233" y="1"/>
                </a:lnTo>
                <a:lnTo>
                  <a:pt x="5234" y="1"/>
                </a:lnTo>
                <a:lnTo>
                  <a:pt x="5235" y="0"/>
                </a:lnTo>
                <a:lnTo>
                  <a:pt x="5236" y="0"/>
                </a:lnTo>
                <a:lnTo>
                  <a:pt x="5238" y="0"/>
                </a:lnTo>
                <a:lnTo>
                  <a:pt x="5239" y="0"/>
                </a:lnTo>
                <a:lnTo>
                  <a:pt x="5240" y="0"/>
                </a:lnTo>
                <a:lnTo>
                  <a:pt x="5241" y="1"/>
                </a:lnTo>
                <a:lnTo>
                  <a:pt x="5243" y="1"/>
                </a:lnTo>
                <a:lnTo>
                  <a:pt x="5246" y="2"/>
                </a:lnTo>
                <a:lnTo>
                  <a:pt x="5249" y="3"/>
                </a:lnTo>
                <a:lnTo>
                  <a:pt x="5251" y="3"/>
                </a:lnTo>
                <a:lnTo>
                  <a:pt x="5255" y="3"/>
                </a:lnTo>
                <a:lnTo>
                  <a:pt x="5256" y="3"/>
                </a:lnTo>
                <a:lnTo>
                  <a:pt x="5256" y="4"/>
                </a:lnTo>
                <a:lnTo>
                  <a:pt x="5257" y="4"/>
                </a:lnTo>
                <a:lnTo>
                  <a:pt x="5257" y="5"/>
                </a:lnTo>
                <a:lnTo>
                  <a:pt x="5257" y="6"/>
                </a:lnTo>
                <a:lnTo>
                  <a:pt x="5257" y="7"/>
                </a:lnTo>
                <a:lnTo>
                  <a:pt x="5258" y="7"/>
                </a:lnTo>
                <a:lnTo>
                  <a:pt x="5258" y="8"/>
                </a:lnTo>
                <a:lnTo>
                  <a:pt x="5259" y="8"/>
                </a:lnTo>
                <a:lnTo>
                  <a:pt x="5260" y="8"/>
                </a:lnTo>
                <a:lnTo>
                  <a:pt x="5261" y="8"/>
                </a:lnTo>
                <a:lnTo>
                  <a:pt x="5261" y="7"/>
                </a:lnTo>
                <a:lnTo>
                  <a:pt x="5261" y="6"/>
                </a:lnTo>
                <a:lnTo>
                  <a:pt x="5260" y="5"/>
                </a:lnTo>
                <a:lnTo>
                  <a:pt x="5259" y="5"/>
                </a:lnTo>
                <a:lnTo>
                  <a:pt x="5259" y="4"/>
                </a:lnTo>
                <a:lnTo>
                  <a:pt x="5259" y="3"/>
                </a:lnTo>
                <a:lnTo>
                  <a:pt x="5259" y="2"/>
                </a:lnTo>
                <a:lnTo>
                  <a:pt x="5260" y="2"/>
                </a:lnTo>
                <a:lnTo>
                  <a:pt x="5260" y="1"/>
                </a:lnTo>
                <a:lnTo>
                  <a:pt x="5261" y="1"/>
                </a:lnTo>
                <a:lnTo>
                  <a:pt x="5262" y="1"/>
                </a:lnTo>
                <a:lnTo>
                  <a:pt x="5262" y="0"/>
                </a:lnTo>
                <a:lnTo>
                  <a:pt x="5263" y="0"/>
                </a:lnTo>
                <a:lnTo>
                  <a:pt x="5263" y="1"/>
                </a:lnTo>
                <a:lnTo>
                  <a:pt x="5264" y="1"/>
                </a:lnTo>
                <a:lnTo>
                  <a:pt x="5265" y="1"/>
                </a:lnTo>
                <a:lnTo>
                  <a:pt x="5265" y="2"/>
                </a:lnTo>
                <a:lnTo>
                  <a:pt x="5266" y="2"/>
                </a:lnTo>
                <a:lnTo>
                  <a:pt x="5266" y="3"/>
                </a:lnTo>
                <a:lnTo>
                  <a:pt x="5266" y="4"/>
                </a:lnTo>
                <a:lnTo>
                  <a:pt x="5265" y="5"/>
                </a:lnTo>
                <a:lnTo>
                  <a:pt x="5264" y="5"/>
                </a:lnTo>
                <a:lnTo>
                  <a:pt x="5264" y="6"/>
                </a:lnTo>
                <a:lnTo>
                  <a:pt x="5263" y="6"/>
                </a:lnTo>
                <a:lnTo>
                  <a:pt x="5263" y="7"/>
                </a:lnTo>
                <a:lnTo>
                  <a:pt x="5264" y="7"/>
                </a:lnTo>
                <a:lnTo>
                  <a:pt x="5264" y="8"/>
                </a:lnTo>
                <a:lnTo>
                  <a:pt x="5265" y="8"/>
                </a:lnTo>
                <a:lnTo>
                  <a:pt x="5266" y="8"/>
                </a:lnTo>
                <a:lnTo>
                  <a:pt x="5266" y="7"/>
                </a:lnTo>
                <a:lnTo>
                  <a:pt x="5267" y="7"/>
                </a:lnTo>
                <a:lnTo>
                  <a:pt x="5268" y="7"/>
                </a:lnTo>
                <a:lnTo>
                  <a:pt x="5268" y="6"/>
                </a:lnTo>
                <a:lnTo>
                  <a:pt x="5268" y="5"/>
                </a:lnTo>
                <a:lnTo>
                  <a:pt x="5269" y="5"/>
                </a:lnTo>
                <a:lnTo>
                  <a:pt x="5269" y="4"/>
                </a:lnTo>
                <a:lnTo>
                  <a:pt x="5269" y="2"/>
                </a:lnTo>
                <a:lnTo>
                  <a:pt x="5270" y="2"/>
                </a:lnTo>
                <a:lnTo>
                  <a:pt x="5270" y="1"/>
                </a:lnTo>
                <a:lnTo>
                  <a:pt x="5272" y="1"/>
                </a:lnTo>
              </a:path>
            </a:pathLst>
          </a:custGeom>
          <a:ln w="7560">
            <a:solidFill>
              <a:srgbClr val="262626"/>
            </a:solidFill>
            <a:round/>
          </a:ln>
        </p:spPr>
        <p:txBody>
          <a:bodyPr lIns="3600" tIns="3600" rIns="360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4" name=""/>
          <p:cNvSpPr/>
          <p:nvPr/>
        </p:nvSpPr>
        <p:spPr>
          <a:xfrm>
            <a:off x="7143480" y="1640160"/>
            <a:ext cx="5760" cy="1800"/>
          </a:xfrm>
          <a:custGeom>
            <a:avLst/>
            <a:gdLst/>
            <a:ahLst/>
            <a:rect l="0" t="0" r="r" b="b"/>
            <a:pathLst>
              <a:path fill="none" w="16" h="5">
                <a:moveTo>
                  <a:pt x="0" y="5"/>
                </a:moveTo>
                <a:lnTo>
                  <a:pt x="3" y="4"/>
                </a:lnTo>
                <a:lnTo>
                  <a:pt x="6" y="3"/>
                </a:lnTo>
                <a:lnTo>
                  <a:pt x="11" y="1"/>
                </a:lnTo>
                <a:lnTo>
                  <a:pt x="14" y="0"/>
                </a:lnTo>
                <a:lnTo>
                  <a:pt x="16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5" name=""/>
          <p:cNvSpPr/>
          <p:nvPr/>
        </p:nvSpPr>
        <p:spPr>
          <a:xfrm>
            <a:off x="7133040" y="1642680"/>
            <a:ext cx="5760" cy="720"/>
          </a:xfrm>
          <a:custGeom>
            <a:avLst/>
            <a:gdLst/>
            <a:ahLst/>
            <a:rect l="0" t="0" r="r" b="b"/>
            <a:pathLst>
              <a:path fill="none" w="16" h="2">
                <a:moveTo>
                  <a:pt x="0" y="2"/>
                </a:moveTo>
                <a:lnTo>
                  <a:pt x="2" y="2"/>
                </a:lnTo>
                <a:lnTo>
                  <a:pt x="5" y="2"/>
                </a:lnTo>
                <a:lnTo>
                  <a:pt x="6" y="2"/>
                </a:lnTo>
                <a:lnTo>
                  <a:pt x="8" y="2"/>
                </a:lnTo>
                <a:lnTo>
                  <a:pt x="11" y="2"/>
                </a:lnTo>
                <a:lnTo>
                  <a:pt x="14" y="2"/>
                </a:lnTo>
                <a:lnTo>
                  <a:pt x="16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6" name=""/>
          <p:cNvSpPr/>
          <p:nvPr/>
        </p:nvSpPr>
        <p:spPr>
          <a:xfrm>
            <a:off x="7119720" y="1644480"/>
            <a:ext cx="5040" cy="2520"/>
          </a:xfrm>
          <a:custGeom>
            <a:avLst/>
            <a:gdLst/>
            <a:ahLst/>
            <a:rect l="0" t="0" r="r" b="b"/>
            <a:pathLst>
              <a:path fill="none" w="14" h="7">
                <a:moveTo>
                  <a:pt x="0" y="7"/>
                </a:moveTo>
                <a:lnTo>
                  <a:pt x="2" y="6"/>
                </a:lnTo>
                <a:lnTo>
                  <a:pt x="4" y="5"/>
                </a:lnTo>
                <a:lnTo>
                  <a:pt x="6" y="4"/>
                </a:lnTo>
                <a:lnTo>
                  <a:pt x="8" y="3"/>
                </a:lnTo>
                <a:lnTo>
                  <a:pt x="9" y="2"/>
                </a:lnTo>
                <a:lnTo>
                  <a:pt x="11" y="2"/>
                </a:lnTo>
                <a:lnTo>
                  <a:pt x="13" y="0"/>
                </a:lnTo>
                <a:lnTo>
                  <a:pt x="1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520" rIns="50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7" name=""/>
          <p:cNvSpPr/>
          <p:nvPr/>
        </p:nvSpPr>
        <p:spPr>
          <a:xfrm>
            <a:off x="7111440" y="1648440"/>
            <a:ext cx="5040" cy="2160"/>
          </a:xfrm>
          <a:custGeom>
            <a:avLst/>
            <a:gdLst/>
            <a:ahLst/>
            <a:rect l="0" t="0" r="r" b="b"/>
            <a:pathLst>
              <a:path fill="none" w="14" h="6">
                <a:moveTo>
                  <a:pt x="0" y="6"/>
                </a:moveTo>
                <a:lnTo>
                  <a:pt x="2" y="6"/>
                </a:lnTo>
                <a:lnTo>
                  <a:pt x="3" y="6"/>
                </a:lnTo>
                <a:lnTo>
                  <a:pt x="5" y="5"/>
                </a:lnTo>
                <a:lnTo>
                  <a:pt x="8" y="3"/>
                </a:lnTo>
                <a:lnTo>
                  <a:pt x="10" y="2"/>
                </a:lnTo>
                <a:lnTo>
                  <a:pt x="12" y="1"/>
                </a:lnTo>
                <a:lnTo>
                  <a:pt x="1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8" name=""/>
          <p:cNvSpPr/>
          <p:nvPr/>
        </p:nvSpPr>
        <p:spPr>
          <a:xfrm>
            <a:off x="7103160" y="1650960"/>
            <a:ext cx="3600" cy="1440"/>
          </a:xfrm>
          <a:custGeom>
            <a:avLst/>
            <a:gdLst/>
            <a:ahLst/>
            <a:rect l="0" t="0" r="r" b="b"/>
            <a:pathLst>
              <a:path fill="none" w="10" h="4">
                <a:moveTo>
                  <a:pt x="0" y="4"/>
                </a:moveTo>
                <a:lnTo>
                  <a:pt x="1" y="4"/>
                </a:lnTo>
                <a:lnTo>
                  <a:pt x="3" y="2"/>
                </a:lnTo>
                <a:lnTo>
                  <a:pt x="4" y="2"/>
                </a:lnTo>
                <a:lnTo>
                  <a:pt x="5" y="2"/>
                </a:lnTo>
                <a:lnTo>
                  <a:pt x="5" y="0"/>
                </a:lnTo>
                <a:lnTo>
                  <a:pt x="6" y="0"/>
                </a:lnTo>
                <a:lnTo>
                  <a:pt x="8" y="0"/>
                </a:lnTo>
                <a:lnTo>
                  <a:pt x="9" y="0"/>
                </a:lnTo>
                <a:lnTo>
                  <a:pt x="1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9" name=""/>
          <p:cNvSpPr/>
          <p:nvPr/>
        </p:nvSpPr>
        <p:spPr>
          <a:xfrm flipV="1">
            <a:off x="7138440" y="1914480"/>
            <a:ext cx="11160" cy="4788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0" name=""/>
          <p:cNvSpPr/>
          <p:nvPr/>
        </p:nvSpPr>
        <p:spPr>
          <a:xfrm flipV="1">
            <a:off x="7088040" y="2037960"/>
            <a:ext cx="28440" cy="3780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1" name=""/>
          <p:cNvSpPr/>
          <p:nvPr/>
        </p:nvSpPr>
        <p:spPr>
          <a:xfrm>
            <a:off x="6921360" y="2077560"/>
            <a:ext cx="3960" cy="720"/>
          </a:xfrm>
          <a:custGeom>
            <a:avLst/>
            <a:gdLst/>
            <a:ahLst/>
            <a:rect l="0" t="0" r="r" b="b"/>
            <a:pathLst>
              <a:path fill="none" w="11" h="2">
                <a:moveTo>
                  <a:pt x="0" y="2"/>
                </a:moveTo>
                <a:lnTo>
                  <a:pt x="1" y="2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7" y="0"/>
                </a:lnTo>
                <a:lnTo>
                  <a:pt x="8" y="0"/>
                </a:lnTo>
                <a:lnTo>
                  <a:pt x="10" y="0"/>
                </a:lnTo>
                <a:lnTo>
                  <a:pt x="11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2" name=""/>
          <p:cNvSpPr/>
          <p:nvPr/>
        </p:nvSpPr>
        <p:spPr>
          <a:xfrm>
            <a:off x="6918840" y="20797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3" name=""/>
          <p:cNvSpPr/>
          <p:nvPr/>
        </p:nvSpPr>
        <p:spPr>
          <a:xfrm>
            <a:off x="6921360" y="208008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4" name=""/>
          <p:cNvSpPr/>
          <p:nvPr/>
        </p:nvSpPr>
        <p:spPr>
          <a:xfrm>
            <a:off x="6922080" y="20797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2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5" name=""/>
          <p:cNvSpPr/>
          <p:nvPr/>
        </p:nvSpPr>
        <p:spPr>
          <a:xfrm flipV="1">
            <a:off x="6921360" y="208008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6" name=""/>
          <p:cNvSpPr/>
          <p:nvPr/>
        </p:nvSpPr>
        <p:spPr>
          <a:xfrm>
            <a:off x="6918840" y="208008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7" name=""/>
          <p:cNvSpPr/>
          <p:nvPr/>
        </p:nvSpPr>
        <p:spPr>
          <a:xfrm>
            <a:off x="6922440" y="2080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8" name=""/>
          <p:cNvSpPr/>
          <p:nvPr/>
        </p:nvSpPr>
        <p:spPr>
          <a:xfrm>
            <a:off x="6919200" y="20804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2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89" name=""/>
          <p:cNvSpPr/>
          <p:nvPr/>
        </p:nvSpPr>
        <p:spPr>
          <a:xfrm>
            <a:off x="6918480" y="2080800"/>
            <a:ext cx="1800" cy="720"/>
          </a:xfrm>
          <a:custGeom>
            <a:avLst/>
            <a:gdLst/>
            <a:ahLst/>
            <a:rect l="0" t="0" r="r" b="b"/>
            <a:pathLst>
              <a:path fill="none" w="5" h="2">
                <a:moveTo>
                  <a:pt x="0" y="0"/>
                </a:moveTo>
                <a:lnTo>
                  <a:pt x="2" y="2"/>
                </a:lnTo>
                <a:lnTo>
                  <a:pt x="3" y="2"/>
                </a:lnTo>
                <a:lnTo>
                  <a:pt x="5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0" name=""/>
          <p:cNvSpPr/>
          <p:nvPr/>
        </p:nvSpPr>
        <p:spPr>
          <a:xfrm>
            <a:off x="6920280" y="2078280"/>
            <a:ext cx="7200" cy="7920"/>
          </a:xfrm>
          <a:custGeom>
            <a:avLst/>
            <a:gdLst/>
            <a:ahLst/>
            <a:rect l="0" t="0" r="r" b="b"/>
            <a:pathLst>
              <a:path fill="none" w="20" h="22">
                <a:moveTo>
                  <a:pt x="2" y="22"/>
                </a:moveTo>
                <a:lnTo>
                  <a:pt x="3" y="22"/>
                </a:lnTo>
                <a:lnTo>
                  <a:pt x="4" y="22"/>
                </a:lnTo>
                <a:lnTo>
                  <a:pt x="5" y="22"/>
                </a:lnTo>
                <a:lnTo>
                  <a:pt x="6" y="22"/>
                </a:lnTo>
                <a:lnTo>
                  <a:pt x="7" y="22"/>
                </a:lnTo>
                <a:lnTo>
                  <a:pt x="8" y="22"/>
                </a:lnTo>
                <a:lnTo>
                  <a:pt x="9" y="22"/>
                </a:lnTo>
                <a:lnTo>
                  <a:pt x="11" y="21"/>
                </a:lnTo>
                <a:lnTo>
                  <a:pt x="12" y="21"/>
                </a:lnTo>
                <a:lnTo>
                  <a:pt x="13" y="20"/>
                </a:lnTo>
                <a:lnTo>
                  <a:pt x="14" y="20"/>
                </a:lnTo>
                <a:lnTo>
                  <a:pt x="15" y="19"/>
                </a:lnTo>
                <a:lnTo>
                  <a:pt x="15" y="18"/>
                </a:lnTo>
                <a:lnTo>
                  <a:pt x="16" y="18"/>
                </a:lnTo>
                <a:lnTo>
                  <a:pt x="17" y="17"/>
                </a:lnTo>
                <a:lnTo>
                  <a:pt x="18" y="17"/>
                </a:lnTo>
                <a:lnTo>
                  <a:pt x="18" y="15"/>
                </a:lnTo>
                <a:lnTo>
                  <a:pt x="19" y="14"/>
                </a:lnTo>
                <a:lnTo>
                  <a:pt x="19" y="12"/>
                </a:lnTo>
                <a:lnTo>
                  <a:pt x="19" y="11"/>
                </a:lnTo>
                <a:lnTo>
                  <a:pt x="19" y="10"/>
                </a:lnTo>
                <a:lnTo>
                  <a:pt x="20" y="10"/>
                </a:lnTo>
                <a:lnTo>
                  <a:pt x="20" y="9"/>
                </a:lnTo>
                <a:lnTo>
                  <a:pt x="20" y="8"/>
                </a:lnTo>
                <a:lnTo>
                  <a:pt x="20" y="6"/>
                </a:lnTo>
                <a:lnTo>
                  <a:pt x="19" y="5"/>
                </a:lnTo>
                <a:lnTo>
                  <a:pt x="19" y="4"/>
                </a:lnTo>
                <a:lnTo>
                  <a:pt x="19" y="3"/>
                </a:lnTo>
                <a:lnTo>
                  <a:pt x="18" y="2"/>
                </a:lnTo>
                <a:lnTo>
                  <a:pt x="18" y="0"/>
                </a:lnTo>
                <a:lnTo>
                  <a:pt x="17" y="0"/>
                </a:lnTo>
                <a:lnTo>
                  <a:pt x="16" y="0"/>
                </a:lnTo>
                <a:lnTo>
                  <a:pt x="15" y="0"/>
                </a:lnTo>
                <a:lnTo>
                  <a:pt x="16" y="1"/>
                </a:lnTo>
                <a:lnTo>
                  <a:pt x="17" y="2"/>
                </a:lnTo>
                <a:lnTo>
                  <a:pt x="17" y="3"/>
                </a:lnTo>
                <a:lnTo>
                  <a:pt x="17" y="4"/>
                </a:lnTo>
                <a:lnTo>
                  <a:pt x="17" y="5"/>
                </a:lnTo>
                <a:lnTo>
                  <a:pt x="17" y="6"/>
                </a:lnTo>
                <a:lnTo>
                  <a:pt x="18" y="6"/>
                </a:lnTo>
                <a:lnTo>
                  <a:pt x="18" y="7"/>
                </a:lnTo>
                <a:lnTo>
                  <a:pt x="18" y="10"/>
                </a:lnTo>
                <a:lnTo>
                  <a:pt x="17" y="11"/>
                </a:lnTo>
                <a:lnTo>
                  <a:pt x="17" y="12"/>
                </a:lnTo>
                <a:lnTo>
                  <a:pt x="16" y="14"/>
                </a:lnTo>
                <a:lnTo>
                  <a:pt x="16" y="15"/>
                </a:lnTo>
                <a:lnTo>
                  <a:pt x="15" y="15"/>
                </a:lnTo>
                <a:lnTo>
                  <a:pt x="14" y="18"/>
                </a:lnTo>
                <a:lnTo>
                  <a:pt x="13" y="18"/>
                </a:lnTo>
                <a:lnTo>
                  <a:pt x="12" y="19"/>
                </a:lnTo>
                <a:lnTo>
                  <a:pt x="11" y="19"/>
                </a:lnTo>
                <a:lnTo>
                  <a:pt x="9" y="20"/>
                </a:lnTo>
                <a:lnTo>
                  <a:pt x="8" y="20"/>
                </a:lnTo>
                <a:lnTo>
                  <a:pt x="7" y="20"/>
                </a:lnTo>
                <a:lnTo>
                  <a:pt x="6" y="20"/>
                </a:lnTo>
                <a:lnTo>
                  <a:pt x="5" y="21"/>
                </a:lnTo>
                <a:lnTo>
                  <a:pt x="4" y="20"/>
                </a:lnTo>
                <a:lnTo>
                  <a:pt x="3" y="20"/>
                </a:lnTo>
                <a:lnTo>
                  <a:pt x="2" y="20"/>
                </a:lnTo>
                <a:lnTo>
                  <a:pt x="2" y="19"/>
                </a:lnTo>
                <a:lnTo>
                  <a:pt x="1" y="19"/>
                </a:lnTo>
                <a:lnTo>
                  <a:pt x="0" y="19"/>
                </a:lnTo>
                <a:lnTo>
                  <a:pt x="0" y="20"/>
                </a:lnTo>
                <a:lnTo>
                  <a:pt x="1" y="21"/>
                </a:lnTo>
                <a:lnTo>
                  <a:pt x="1" y="22"/>
                </a:lnTo>
                <a:lnTo>
                  <a:pt x="2" y="2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2880" rIns="5040" bIns="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1" name=""/>
          <p:cNvSpPr/>
          <p:nvPr/>
        </p:nvSpPr>
        <p:spPr>
          <a:xfrm>
            <a:off x="7023600" y="2153160"/>
            <a:ext cx="21240" cy="43560"/>
          </a:xfrm>
          <a:custGeom>
            <a:avLst/>
            <a:gdLst/>
            <a:ahLst/>
            <a:rect l="0" t="0" r="r" b="b"/>
            <a:pathLst>
              <a:path fill="none" w="59" h="121">
                <a:moveTo>
                  <a:pt x="0" y="121"/>
                </a:moveTo>
                <a:lnTo>
                  <a:pt x="2" y="117"/>
                </a:lnTo>
                <a:lnTo>
                  <a:pt x="3" y="113"/>
                </a:lnTo>
                <a:lnTo>
                  <a:pt x="5" y="110"/>
                </a:lnTo>
                <a:lnTo>
                  <a:pt x="7" y="106"/>
                </a:lnTo>
                <a:lnTo>
                  <a:pt x="9" y="102"/>
                </a:lnTo>
                <a:lnTo>
                  <a:pt x="11" y="96"/>
                </a:lnTo>
                <a:lnTo>
                  <a:pt x="14" y="92"/>
                </a:lnTo>
                <a:lnTo>
                  <a:pt x="16" y="87"/>
                </a:lnTo>
                <a:lnTo>
                  <a:pt x="18" y="82"/>
                </a:lnTo>
                <a:lnTo>
                  <a:pt x="20" y="78"/>
                </a:lnTo>
                <a:lnTo>
                  <a:pt x="22" y="74"/>
                </a:lnTo>
                <a:lnTo>
                  <a:pt x="25" y="68"/>
                </a:lnTo>
                <a:lnTo>
                  <a:pt x="28" y="63"/>
                </a:lnTo>
                <a:lnTo>
                  <a:pt x="30" y="59"/>
                </a:lnTo>
                <a:lnTo>
                  <a:pt x="31" y="55"/>
                </a:lnTo>
                <a:lnTo>
                  <a:pt x="33" y="51"/>
                </a:lnTo>
                <a:lnTo>
                  <a:pt x="35" y="49"/>
                </a:lnTo>
                <a:lnTo>
                  <a:pt x="38" y="42"/>
                </a:lnTo>
                <a:lnTo>
                  <a:pt x="41" y="35"/>
                </a:lnTo>
                <a:lnTo>
                  <a:pt x="43" y="31"/>
                </a:lnTo>
                <a:lnTo>
                  <a:pt x="46" y="26"/>
                </a:lnTo>
                <a:lnTo>
                  <a:pt x="48" y="21"/>
                </a:lnTo>
                <a:lnTo>
                  <a:pt x="51" y="15"/>
                </a:lnTo>
                <a:lnTo>
                  <a:pt x="54" y="9"/>
                </a:lnTo>
                <a:lnTo>
                  <a:pt x="57" y="4"/>
                </a:lnTo>
                <a:lnTo>
                  <a:pt x="59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2" name=""/>
          <p:cNvSpPr/>
          <p:nvPr/>
        </p:nvSpPr>
        <p:spPr>
          <a:xfrm>
            <a:off x="6844680" y="2272320"/>
            <a:ext cx="2880" cy="1080"/>
          </a:xfrm>
          <a:custGeom>
            <a:avLst/>
            <a:gdLst/>
            <a:ahLst/>
            <a:rect l="0" t="0" r="r" b="b"/>
            <a:pathLst>
              <a:path fill="none" w="8" h="3">
                <a:moveTo>
                  <a:pt x="0" y="3"/>
                </a:moveTo>
                <a:lnTo>
                  <a:pt x="1" y="3"/>
                </a:lnTo>
                <a:lnTo>
                  <a:pt x="2" y="2"/>
                </a:lnTo>
                <a:lnTo>
                  <a:pt x="4" y="2"/>
                </a:lnTo>
                <a:lnTo>
                  <a:pt x="5" y="0"/>
                </a:lnTo>
                <a:lnTo>
                  <a:pt x="7" y="0"/>
                </a:lnTo>
                <a:lnTo>
                  <a:pt x="8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3" name=""/>
          <p:cNvSpPr/>
          <p:nvPr/>
        </p:nvSpPr>
        <p:spPr>
          <a:xfrm>
            <a:off x="6842160" y="22734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2" y="2"/>
                </a:lnTo>
                <a:lnTo>
                  <a:pt x="3" y="2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4" name=""/>
          <p:cNvSpPr/>
          <p:nvPr/>
        </p:nvSpPr>
        <p:spPr>
          <a:xfrm>
            <a:off x="6844680" y="2273400"/>
            <a:ext cx="2880" cy="1440"/>
          </a:xfrm>
          <a:custGeom>
            <a:avLst/>
            <a:gdLst/>
            <a:ahLst/>
            <a:rect l="0" t="0" r="r" b="b"/>
            <a:pathLst>
              <a:path fill="none" w="8" h="4">
                <a:moveTo>
                  <a:pt x="8" y="0"/>
                </a:moveTo>
                <a:lnTo>
                  <a:pt x="8" y="1"/>
                </a:lnTo>
                <a:lnTo>
                  <a:pt x="7" y="3"/>
                </a:lnTo>
                <a:lnTo>
                  <a:pt x="6" y="4"/>
                </a:lnTo>
                <a:lnTo>
                  <a:pt x="5" y="3"/>
                </a:lnTo>
                <a:lnTo>
                  <a:pt x="2" y="3"/>
                </a:lnTo>
                <a:lnTo>
                  <a:pt x="1" y="3"/>
                </a:lnTo>
                <a:lnTo>
                  <a:pt x="0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5" name=""/>
          <p:cNvSpPr/>
          <p:nvPr/>
        </p:nvSpPr>
        <p:spPr>
          <a:xfrm>
            <a:off x="6842160" y="22744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4" y="0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6" name=""/>
          <p:cNvSpPr/>
          <p:nvPr/>
        </p:nvSpPr>
        <p:spPr>
          <a:xfrm>
            <a:off x="6839280" y="227412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0" y="5"/>
                </a:moveTo>
                <a:lnTo>
                  <a:pt x="1" y="4"/>
                </a:lnTo>
                <a:lnTo>
                  <a:pt x="2" y="2"/>
                </a:lnTo>
                <a:lnTo>
                  <a:pt x="3" y="2"/>
                </a:lnTo>
                <a:lnTo>
                  <a:pt x="4" y="1"/>
                </a:lnTo>
                <a:lnTo>
                  <a:pt x="6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7" name=""/>
          <p:cNvSpPr/>
          <p:nvPr/>
        </p:nvSpPr>
        <p:spPr>
          <a:xfrm>
            <a:off x="6839280" y="227484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6" y="0"/>
                </a:moveTo>
                <a:lnTo>
                  <a:pt x="6" y="2"/>
                </a:lnTo>
                <a:lnTo>
                  <a:pt x="4" y="2"/>
                </a:lnTo>
                <a:lnTo>
                  <a:pt x="2" y="3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8" name=""/>
          <p:cNvSpPr/>
          <p:nvPr/>
        </p:nvSpPr>
        <p:spPr>
          <a:xfrm>
            <a:off x="6829200" y="2277360"/>
            <a:ext cx="7560" cy="2160"/>
          </a:xfrm>
          <a:custGeom>
            <a:avLst/>
            <a:gdLst/>
            <a:ahLst/>
            <a:rect l="0" t="0" r="r" b="b"/>
            <a:pathLst>
              <a:path fill="none" w="21" h="6">
                <a:moveTo>
                  <a:pt x="0" y="6"/>
                </a:moveTo>
                <a:lnTo>
                  <a:pt x="1" y="5"/>
                </a:lnTo>
                <a:lnTo>
                  <a:pt x="3" y="3"/>
                </a:lnTo>
                <a:lnTo>
                  <a:pt x="5" y="3"/>
                </a:lnTo>
                <a:lnTo>
                  <a:pt x="7" y="3"/>
                </a:lnTo>
                <a:lnTo>
                  <a:pt x="8" y="3"/>
                </a:lnTo>
                <a:lnTo>
                  <a:pt x="10" y="3"/>
                </a:lnTo>
                <a:lnTo>
                  <a:pt x="13" y="3"/>
                </a:lnTo>
                <a:lnTo>
                  <a:pt x="15" y="2"/>
                </a:lnTo>
                <a:lnTo>
                  <a:pt x="17" y="2"/>
                </a:lnTo>
                <a:lnTo>
                  <a:pt x="18" y="1"/>
                </a:lnTo>
                <a:lnTo>
                  <a:pt x="20" y="1"/>
                </a:lnTo>
                <a:lnTo>
                  <a:pt x="2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99" name=""/>
          <p:cNvSpPr/>
          <p:nvPr/>
        </p:nvSpPr>
        <p:spPr>
          <a:xfrm>
            <a:off x="6829560" y="2278080"/>
            <a:ext cx="7200" cy="2520"/>
          </a:xfrm>
          <a:custGeom>
            <a:avLst/>
            <a:gdLst/>
            <a:ahLst/>
            <a:rect l="0" t="0" r="r" b="b"/>
            <a:pathLst>
              <a:path fill="none" w="20" h="7">
                <a:moveTo>
                  <a:pt x="20" y="0"/>
                </a:moveTo>
                <a:lnTo>
                  <a:pt x="20" y="1"/>
                </a:lnTo>
                <a:lnTo>
                  <a:pt x="19" y="2"/>
                </a:lnTo>
                <a:lnTo>
                  <a:pt x="18" y="3"/>
                </a:lnTo>
                <a:lnTo>
                  <a:pt x="17" y="3"/>
                </a:lnTo>
                <a:lnTo>
                  <a:pt x="15" y="3"/>
                </a:lnTo>
                <a:lnTo>
                  <a:pt x="14" y="4"/>
                </a:lnTo>
                <a:lnTo>
                  <a:pt x="13" y="4"/>
                </a:lnTo>
                <a:lnTo>
                  <a:pt x="12" y="6"/>
                </a:lnTo>
                <a:lnTo>
                  <a:pt x="11" y="6"/>
                </a:lnTo>
                <a:lnTo>
                  <a:pt x="10" y="7"/>
                </a:lnTo>
                <a:lnTo>
                  <a:pt x="9" y="7"/>
                </a:lnTo>
                <a:lnTo>
                  <a:pt x="8" y="6"/>
                </a:lnTo>
                <a:lnTo>
                  <a:pt x="6" y="6"/>
                </a:lnTo>
                <a:lnTo>
                  <a:pt x="2" y="4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520" rIns="50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0" name=""/>
          <p:cNvSpPr/>
          <p:nvPr/>
        </p:nvSpPr>
        <p:spPr>
          <a:xfrm>
            <a:off x="6823440" y="2279520"/>
            <a:ext cx="5040" cy="1800"/>
          </a:xfrm>
          <a:custGeom>
            <a:avLst/>
            <a:gdLst/>
            <a:ahLst/>
            <a:rect l="0" t="0" r="r" b="b"/>
            <a:pathLst>
              <a:path fill="none" w="14" h="5">
                <a:moveTo>
                  <a:pt x="0" y="5"/>
                </a:moveTo>
                <a:lnTo>
                  <a:pt x="1" y="3"/>
                </a:lnTo>
                <a:lnTo>
                  <a:pt x="3" y="3"/>
                </a:lnTo>
                <a:lnTo>
                  <a:pt x="5" y="2"/>
                </a:lnTo>
                <a:lnTo>
                  <a:pt x="7" y="2"/>
                </a:lnTo>
                <a:lnTo>
                  <a:pt x="9" y="2"/>
                </a:lnTo>
                <a:lnTo>
                  <a:pt x="10" y="0"/>
                </a:lnTo>
                <a:lnTo>
                  <a:pt x="11" y="0"/>
                </a:lnTo>
                <a:lnTo>
                  <a:pt x="13" y="0"/>
                </a:lnTo>
                <a:lnTo>
                  <a:pt x="14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1" name=""/>
          <p:cNvSpPr/>
          <p:nvPr/>
        </p:nvSpPr>
        <p:spPr>
          <a:xfrm>
            <a:off x="6823800" y="2280600"/>
            <a:ext cx="4680" cy="1440"/>
          </a:xfrm>
          <a:custGeom>
            <a:avLst/>
            <a:gdLst/>
            <a:ahLst/>
            <a:rect l="0" t="0" r="r" b="b"/>
            <a:pathLst>
              <a:path fill="none" w="13" h="4">
                <a:moveTo>
                  <a:pt x="13" y="0"/>
                </a:moveTo>
                <a:lnTo>
                  <a:pt x="12" y="2"/>
                </a:lnTo>
                <a:lnTo>
                  <a:pt x="10" y="2"/>
                </a:lnTo>
                <a:lnTo>
                  <a:pt x="9" y="2"/>
                </a:lnTo>
                <a:lnTo>
                  <a:pt x="7" y="2"/>
                </a:lnTo>
                <a:lnTo>
                  <a:pt x="6" y="2"/>
                </a:lnTo>
                <a:lnTo>
                  <a:pt x="5" y="2"/>
                </a:lnTo>
                <a:lnTo>
                  <a:pt x="3" y="4"/>
                </a:lnTo>
                <a:lnTo>
                  <a:pt x="1" y="4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2" name=""/>
          <p:cNvSpPr/>
          <p:nvPr/>
        </p:nvSpPr>
        <p:spPr>
          <a:xfrm>
            <a:off x="6850080" y="2278440"/>
            <a:ext cx="1800" cy="3960"/>
          </a:xfrm>
          <a:custGeom>
            <a:avLst/>
            <a:gdLst/>
            <a:ahLst/>
            <a:rect l="0" t="0" r="r" b="b"/>
            <a:pathLst>
              <a:path fill="none" w="5" h="11">
                <a:moveTo>
                  <a:pt x="0" y="0"/>
                </a:moveTo>
                <a:lnTo>
                  <a:pt x="3" y="1"/>
                </a:lnTo>
                <a:lnTo>
                  <a:pt x="4" y="2"/>
                </a:lnTo>
                <a:lnTo>
                  <a:pt x="4" y="4"/>
                </a:lnTo>
                <a:lnTo>
                  <a:pt x="5" y="5"/>
                </a:lnTo>
                <a:lnTo>
                  <a:pt x="5" y="7"/>
                </a:lnTo>
                <a:lnTo>
                  <a:pt x="5" y="8"/>
                </a:lnTo>
                <a:lnTo>
                  <a:pt x="5" y="10"/>
                </a:lnTo>
                <a:lnTo>
                  <a:pt x="4" y="1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080" rIns="50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3" name=""/>
          <p:cNvSpPr/>
          <p:nvPr/>
        </p:nvSpPr>
        <p:spPr>
          <a:xfrm>
            <a:off x="6849000" y="2278440"/>
            <a:ext cx="2520" cy="4320"/>
          </a:xfrm>
          <a:custGeom>
            <a:avLst/>
            <a:gdLst/>
            <a:ahLst/>
            <a:rect l="0" t="0" r="r" b="b"/>
            <a:pathLst>
              <a:path fill="none" w="7" h="12">
                <a:moveTo>
                  <a:pt x="7" y="12"/>
                </a:moveTo>
                <a:lnTo>
                  <a:pt x="7" y="11"/>
                </a:lnTo>
                <a:lnTo>
                  <a:pt x="5" y="10"/>
                </a:lnTo>
                <a:lnTo>
                  <a:pt x="5" y="8"/>
                </a:lnTo>
                <a:lnTo>
                  <a:pt x="3" y="4"/>
                </a:lnTo>
                <a:lnTo>
                  <a:pt x="2" y="3"/>
                </a:lnTo>
                <a:lnTo>
                  <a:pt x="0" y="1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720" rIns="50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4" name=""/>
          <p:cNvSpPr/>
          <p:nvPr/>
        </p:nvSpPr>
        <p:spPr>
          <a:xfrm>
            <a:off x="6818040" y="228240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0" y="6"/>
                </a:moveTo>
                <a:lnTo>
                  <a:pt x="1" y="4"/>
                </a:lnTo>
                <a:lnTo>
                  <a:pt x="2" y="3"/>
                </a:lnTo>
                <a:lnTo>
                  <a:pt x="4" y="2"/>
                </a:lnTo>
                <a:lnTo>
                  <a:pt x="5" y="0"/>
                </a:lnTo>
                <a:lnTo>
                  <a:pt x="6" y="0"/>
                </a:lnTo>
                <a:lnTo>
                  <a:pt x="9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5" name=""/>
          <p:cNvSpPr/>
          <p:nvPr/>
        </p:nvSpPr>
        <p:spPr>
          <a:xfrm>
            <a:off x="6818400" y="2283480"/>
            <a:ext cx="3240" cy="1440"/>
          </a:xfrm>
          <a:custGeom>
            <a:avLst/>
            <a:gdLst/>
            <a:ahLst/>
            <a:rect l="0" t="0" r="r" b="b"/>
            <a:pathLst>
              <a:path fill="none" w="9" h="4">
                <a:moveTo>
                  <a:pt x="9" y="0"/>
                </a:moveTo>
                <a:lnTo>
                  <a:pt x="7" y="0"/>
                </a:lnTo>
                <a:lnTo>
                  <a:pt x="6" y="0"/>
                </a:lnTo>
                <a:lnTo>
                  <a:pt x="5" y="0"/>
                </a:lnTo>
                <a:lnTo>
                  <a:pt x="3" y="0"/>
                </a:lnTo>
                <a:lnTo>
                  <a:pt x="2" y="1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6" name=""/>
          <p:cNvSpPr/>
          <p:nvPr/>
        </p:nvSpPr>
        <p:spPr>
          <a:xfrm>
            <a:off x="6848280" y="228492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0" y="0"/>
                </a:moveTo>
                <a:lnTo>
                  <a:pt x="0" y="1"/>
                </a:lnTo>
                <a:lnTo>
                  <a:pt x="1" y="2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7" name=""/>
          <p:cNvSpPr/>
          <p:nvPr/>
        </p:nvSpPr>
        <p:spPr>
          <a:xfrm>
            <a:off x="6847560" y="228492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1" y="3"/>
                </a:moveTo>
                <a:lnTo>
                  <a:pt x="0" y="3"/>
                </a:lnTo>
                <a:lnTo>
                  <a:pt x="0" y="2"/>
                </a:lnTo>
                <a:lnTo>
                  <a:pt x="0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8" name=""/>
          <p:cNvSpPr/>
          <p:nvPr/>
        </p:nvSpPr>
        <p:spPr>
          <a:xfrm>
            <a:off x="6814440" y="22860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5"/>
                </a:moveTo>
                <a:lnTo>
                  <a:pt x="1" y="5"/>
                </a:lnTo>
                <a:lnTo>
                  <a:pt x="3" y="2"/>
                </a:lnTo>
                <a:lnTo>
                  <a:pt x="3" y="1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9" name=""/>
          <p:cNvSpPr/>
          <p:nvPr/>
        </p:nvSpPr>
        <p:spPr>
          <a:xfrm>
            <a:off x="6815160" y="228672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0"/>
                </a:move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1" y="5"/>
                </a:lnTo>
                <a:lnTo>
                  <a:pt x="0" y="5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0" name=""/>
          <p:cNvSpPr/>
          <p:nvPr/>
        </p:nvSpPr>
        <p:spPr>
          <a:xfrm>
            <a:off x="6812640" y="22885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3"/>
                </a:moveTo>
                <a:lnTo>
                  <a:pt x="2" y="1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1" name=""/>
          <p:cNvSpPr/>
          <p:nvPr/>
        </p:nvSpPr>
        <p:spPr>
          <a:xfrm>
            <a:off x="6846120" y="2286720"/>
            <a:ext cx="1440" cy="3240"/>
          </a:xfrm>
          <a:custGeom>
            <a:avLst/>
            <a:gdLst/>
            <a:ahLst/>
            <a:rect l="0" t="0" r="r" b="b"/>
            <a:pathLst>
              <a:path fill="none" w="4" h="9">
                <a:moveTo>
                  <a:pt x="0" y="0"/>
                </a:moveTo>
                <a:lnTo>
                  <a:pt x="2" y="1"/>
                </a:lnTo>
                <a:lnTo>
                  <a:pt x="4" y="3"/>
                </a:lnTo>
                <a:lnTo>
                  <a:pt x="4" y="6"/>
                </a:lnTo>
                <a:lnTo>
                  <a:pt x="2" y="8"/>
                </a:lnTo>
                <a:lnTo>
                  <a:pt x="2" y="9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800" rIns="50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2" name=""/>
          <p:cNvSpPr/>
          <p:nvPr/>
        </p:nvSpPr>
        <p:spPr>
          <a:xfrm>
            <a:off x="6813000" y="22888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3" y="2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3" name=""/>
          <p:cNvSpPr/>
          <p:nvPr/>
        </p:nvSpPr>
        <p:spPr>
          <a:xfrm>
            <a:off x="6845400" y="2287080"/>
            <a:ext cx="720" cy="3240"/>
          </a:xfrm>
          <a:custGeom>
            <a:avLst/>
            <a:gdLst/>
            <a:ahLst/>
            <a:rect l="0" t="0" r="r" b="b"/>
            <a:pathLst>
              <a:path fill="none" w="2" h="9">
                <a:moveTo>
                  <a:pt x="2" y="9"/>
                </a:moveTo>
                <a:lnTo>
                  <a:pt x="2" y="6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800" rIns="50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4" name=""/>
          <p:cNvSpPr/>
          <p:nvPr/>
        </p:nvSpPr>
        <p:spPr>
          <a:xfrm>
            <a:off x="6843960" y="228888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0" y="0"/>
                </a:move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5" name=""/>
          <p:cNvSpPr/>
          <p:nvPr/>
        </p:nvSpPr>
        <p:spPr>
          <a:xfrm>
            <a:off x="6843240" y="228888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6"/>
                </a:moveTo>
                <a:lnTo>
                  <a:pt x="4" y="5"/>
                </a:lnTo>
                <a:lnTo>
                  <a:pt x="2" y="3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6" name=""/>
          <p:cNvSpPr/>
          <p:nvPr/>
        </p:nvSpPr>
        <p:spPr>
          <a:xfrm>
            <a:off x="6812280" y="229212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7" name=""/>
          <p:cNvSpPr/>
          <p:nvPr/>
        </p:nvSpPr>
        <p:spPr>
          <a:xfrm>
            <a:off x="6813000" y="2291760"/>
            <a:ext cx="0" cy="1080"/>
          </a:xfrm>
          <a:custGeom>
            <a:avLst/>
            <a:gdLst/>
            <a:ahLst/>
            <a:rect l="0" t="0" r="r" b="b"/>
            <a:pathLst>
              <a:path fill="none" w="0" h="3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8" name=""/>
          <p:cNvSpPr/>
          <p:nvPr/>
        </p:nvSpPr>
        <p:spPr>
          <a:xfrm>
            <a:off x="6841440" y="229500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5"/>
                </a:moveTo>
                <a:lnTo>
                  <a:pt x="0" y="4"/>
                </a:lnTo>
                <a:lnTo>
                  <a:pt x="2" y="3"/>
                </a:lnTo>
                <a:lnTo>
                  <a:pt x="2" y="1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9" name=""/>
          <p:cNvSpPr/>
          <p:nvPr/>
        </p:nvSpPr>
        <p:spPr>
          <a:xfrm>
            <a:off x="6841800" y="2295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3" y="1"/>
                </a:lnTo>
                <a:lnTo>
                  <a:pt x="3" y="2"/>
                </a:lnTo>
                <a:lnTo>
                  <a:pt x="1" y="2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0" name=""/>
          <p:cNvSpPr/>
          <p:nvPr/>
        </p:nvSpPr>
        <p:spPr>
          <a:xfrm>
            <a:off x="6811920" y="22960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1" name=""/>
          <p:cNvSpPr/>
          <p:nvPr/>
        </p:nvSpPr>
        <p:spPr>
          <a:xfrm>
            <a:off x="6812640" y="2296080"/>
            <a:ext cx="0" cy="1440"/>
          </a:xfrm>
          <a:custGeom>
            <a:avLst/>
            <a:gdLst/>
            <a:ahLst/>
            <a:rect l="0" t="0" r="r" b="b"/>
            <a:pathLst>
              <a:path fill="none" w="0" h="4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2" name=""/>
          <p:cNvSpPr/>
          <p:nvPr/>
        </p:nvSpPr>
        <p:spPr>
          <a:xfrm>
            <a:off x="6838200" y="229788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0" y="3"/>
                </a:moveTo>
                <a:lnTo>
                  <a:pt x="1" y="1"/>
                </a:lnTo>
                <a:lnTo>
                  <a:pt x="2" y="1"/>
                </a:lnTo>
                <a:lnTo>
                  <a:pt x="4" y="0"/>
                </a:lnTo>
                <a:lnTo>
                  <a:pt x="5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3" name=""/>
          <p:cNvSpPr/>
          <p:nvPr/>
        </p:nvSpPr>
        <p:spPr>
          <a:xfrm>
            <a:off x="6838200" y="2298600"/>
            <a:ext cx="2160" cy="1080"/>
          </a:xfrm>
          <a:custGeom>
            <a:avLst/>
            <a:gdLst/>
            <a:ahLst/>
            <a:rect l="0" t="0" r="r" b="b"/>
            <a:pathLst>
              <a:path fill="none" w="6" h="3">
                <a:moveTo>
                  <a:pt x="6" y="0"/>
                </a:moveTo>
                <a:lnTo>
                  <a:pt x="5" y="0"/>
                </a:lnTo>
                <a:lnTo>
                  <a:pt x="4" y="1"/>
                </a:lnTo>
                <a:lnTo>
                  <a:pt x="1" y="3"/>
                </a:lnTo>
                <a:lnTo>
                  <a:pt x="0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4" name=""/>
          <p:cNvSpPr/>
          <p:nvPr/>
        </p:nvSpPr>
        <p:spPr>
          <a:xfrm>
            <a:off x="6805800" y="22982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0"/>
                </a:moveTo>
                <a:lnTo>
                  <a:pt x="1" y="2"/>
                </a:lnTo>
                <a:lnTo>
                  <a:pt x="4" y="2"/>
                </a:lnTo>
                <a:lnTo>
                  <a:pt x="4" y="3"/>
                </a:lnTo>
                <a:lnTo>
                  <a:pt x="4" y="5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5" name=""/>
          <p:cNvSpPr/>
          <p:nvPr/>
        </p:nvSpPr>
        <p:spPr>
          <a:xfrm>
            <a:off x="6831360" y="229932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4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6" name=""/>
          <p:cNvSpPr/>
          <p:nvPr/>
        </p:nvSpPr>
        <p:spPr>
          <a:xfrm>
            <a:off x="6831000" y="2299680"/>
            <a:ext cx="1440" cy="360"/>
          </a:xfrm>
          <a:custGeom>
            <a:avLst/>
            <a:gdLst/>
            <a:ahLst/>
            <a:rect l="0" t="0" r="r" b="b"/>
            <a:pathLst>
              <a:path fill="none" w="4" h="1">
                <a:moveTo>
                  <a:pt x="4" y="1"/>
                </a:moveTo>
                <a:lnTo>
                  <a:pt x="2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7" name=""/>
          <p:cNvSpPr/>
          <p:nvPr/>
        </p:nvSpPr>
        <p:spPr>
          <a:xfrm>
            <a:off x="6804720" y="229896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6" y="4"/>
                </a:moveTo>
                <a:lnTo>
                  <a:pt x="5" y="4"/>
                </a:lnTo>
                <a:lnTo>
                  <a:pt x="3" y="4"/>
                </a:lnTo>
                <a:lnTo>
                  <a:pt x="2" y="2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8" name=""/>
          <p:cNvSpPr/>
          <p:nvPr/>
        </p:nvSpPr>
        <p:spPr>
          <a:xfrm>
            <a:off x="6826320" y="23018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0"/>
                </a:moveTo>
                <a:lnTo>
                  <a:pt x="2" y="2"/>
                </a:lnTo>
                <a:lnTo>
                  <a:pt x="4" y="3"/>
                </a:lnTo>
                <a:lnTo>
                  <a:pt x="4" y="5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9" name=""/>
          <p:cNvSpPr/>
          <p:nvPr/>
        </p:nvSpPr>
        <p:spPr>
          <a:xfrm>
            <a:off x="6825960" y="230220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4" y="3"/>
                </a:move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0" name=""/>
          <p:cNvSpPr/>
          <p:nvPr/>
        </p:nvSpPr>
        <p:spPr>
          <a:xfrm>
            <a:off x="6807240" y="23025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0"/>
                </a:moveTo>
                <a:lnTo>
                  <a:pt x="1" y="0"/>
                </a:lnTo>
                <a:lnTo>
                  <a:pt x="3" y="0"/>
                </a:lnTo>
                <a:lnTo>
                  <a:pt x="4" y="1"/>
                </a:lnTo>
                <a:lnTo>
                  <a:pt x="4" y="3"/>
                </a:lnTo>
                <a:lnTo>
                  <a:pt x="5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1" name=""/>
          <p:cNvSpPr/>
          <p:nvPr/>
        </p:nvSpPr>
        <p:spPr>
          <a:xfrm>
            <a:off x="6806880" y="23029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5" y="4"/>
                </a:moveTo>
                <a:lnTo>
                  <a:pt x="3" y="4"/>
                </a:lnTo>
                <a:lnTo>
                  <a:pt x="2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2" name=""/>
          <p:cNvSpPr/>
          <p:nvPr/>
        </p:nvSpPr>
        <p:spPr>
          <a:xfrm>
            <a:off x="6810480" y="230400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0" y="0"/>
                </a:moveTo>
                <a:lnTo>
                  <a:pt x="2" y="0"/>
                </a:lnTo>
                <a:lnTo>
                  <a:pt x="3" y="2"/>
                </a:lnTo>
                <a:lnTo>
                  <a:pt x="3" y="3"/>
                </a:lnTo>
                <a:lnTo>
                  <a:pt x="5" y="5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3" name=""/>
          <p:cNvSpPr/>
          <p:nvPr/>
        </p:nvSpPr>
        <p:spPr>
          <a:xfrm>
            <a:off x="6810120" y="2304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2" y="4"/>
                </a:lnTo>
                <a:lnTo>
                  <a:pt x="1" y="3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4" name=""/>
          <p:cNvSpPr/>
          <p:nvPr/>
        </p:nvSpPr>
        <p:spPr>
          <a:xfrm>
            <a:off x="6822720" y="23065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0"/>
                </a:moveTo>
                <a:lnTo>
                  <a:pt x="2" y="0"/>
                </a:lnTo>
                <a:lnTo>
                  <a:pt x="3" y="1"/>
                </a:lnTo>
                <a:lnTo>
                  <a:pt x="3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5" name=""/>
          <p:cNvSpPr/>
          <p:nvPr/>
        </p:nvSpPr>
        <p:spPr>
          <a:xfrm>
            <a:off x="6815160" y="2306520"/>
            <a:ext cx="2880" cy="1440"/>
          </a:xfrm>
          <a:custGeom>
            <a:avLst/>
            <a:gdLst/>
            <a:ahLst/>
            <a:rect l="0" t="0" r="r" b="b"/>
            <a:pathLst>
              <a:path fill="none" w="8" h="4">
                <a:moveTo>
                  <a:pt x="0" y="0"/>
                </a:moveTo>
                <a:lnTo>
                  <a:pt x="3" y="0"/>
                </a:lnTo>
                <a:lnTo>
                  <a:pt x="5" y="2"/>
                </a:lnTo>
                <a:lnTo>
                  <a:pt x="7" y="2"/>
                </a:lnTo>
                <a:lnTo>
                  <a:pt x="8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6" name=""/>
          <p:cNvSpPr/>
          <p:nvPr/>
        </p:nvSpPr>
        <p:spPr>
          <a:xfrm>
            <a:off x="6822720" y="23068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2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7" name=""/>
          <p:cNvSpPr/>
          <p:nvPr/>
        </p:nvSpPr>
        <p:spPr>
          <a:xfrm>
            <a:off x="6815160" y="2307240"/>
            <a:ext cx="2880" cy="1440"/>
          </a:xfrm>
          <a:custGeom>
            <a:avLst/>
            <a:gdLst/>
            <a:ahLst/>
            <a:rect l="0" t="0" r="r" b="b"/>
            <a:pathLst>
              <a:path fill="none" w="8" h="4">
                <a:moveTo>
                  <a:pt x="8" y="4"/>
                </a:moveTo>
                <a:lnTo>
                  <a:pt x="6" y="4"/>
                </a:lnTo>
                <a:lnTo>
                  <a:pt x="4" y="4"/>
                </a:lnTo>
                <a:lnTo>
                  <a:pt x="1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8" name=""/>
          <p:cNvSpPr/>
          <p:nvPr/>
        </p:nvSpPr>
        <p:spPr>
          <a:xfrm>
            <a:off x="6957360" y="231624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9" name=""/>
          <p:cNvSpPr/>
          <p:nvPr/>
        </p:nvSpPr>
        <p:spPr>
          <a:xfrm>
            <a:off x="6638400" y="2274480"/>
            <a:ext cx="21240" cy="45000"/>
          </a:xfrm>
          <a:custGeom>
            <a:avLst/>
            <a:gdLst/>
            <a:ahLst/>
            <a:rect l="0" t="0" r="r" b="b"/>
            <a:pathLst>
              <a:path fill="none" w="59" h="125">
                <a:moveTo>
                  <a:pt x="0" y="0"/>
                </a:moveTo>
                <a:lnTo>
                  <a:pt x="3" y="5"/>
                </a:lnTo>
                <a:lnTo>
                  <a:pt x="7" y="10"/>
                </a:lnTo>
                <a:lnTo>
                  <a:pt x="10" y="16"/>
                </a:lnTo>
                <a:lnTo>
                  <a:pt x="13" y="20"/>
                </a:lnTo>
                <a:lnTo>
                  <a:pt x="15" y="23"/>
                </a:lnTo>
                <a:lnTo>
                  <a:pt x="19" y="28"/>
                </a:lnTo>
                <a:lnTo>
                  <a:pt x="23" y="33"/>
                </a:lnTo>
                <a:lnTo>
                  <a:pt x="26" y="38"/>
                </a:lnTo>
                <a:lnTo>
                  <a:pt x="30" y="43"/>
                </a:lnTo>
                <a:lnTo>
                  <a:pt x="32" y="48"/>
                </a:lnTo>
                <a:lnTo>
                  <a:pt x="35" y="52"/>
                </a:lnTo>
                <a:lnTo>
                  <a:pt x="40" y="61"/>
                </a:lnTo>
                <a:lnTo>
                  <a:pt x="42" y="65"/>
                </a:lnTo>
                <a:lnTo>
                  <a:pt x="44" y="71"/>
                </a:lnTo>
                <a:lnTo>
                  <a:pt x="46" y="76"/>
                </a:lnTo>
                <a:lnTo>
                  <a:pt x="49" y="83"/>
                </a:lnTo>
                <a:lnTo>
                  <a:pt x="51" y="91"/>
                </a:lnTo>
                <a:lnTo>
                  <a:pt x="53" y="96"/>
                </a:lnTo>
                <a:lnTo>
                  <a:pt x="54" y="101"/>
                </a:lnTo>
                <a:lnTo>
                  <a:pt x="55" y="106"/>
                </a:lnTo>
                <a:lnTo>
                  <a:pt x="57" y="112"/>
                </a:lnTo>
                <a:lnTo>
                  <a:pt x="58" y="118"/>
                </a:lnTo>
                <a:lnTo>
                  <a:pt x="59" y="122"/>
                </a:lnTo>
                <a:lnTo>
                  <a:pt x="59" y="124"/>
                </a:lnTo>
                <a:lnTo>
                  <a:pt x="59" y="125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0" name=""/>
          <p:cNvSpPr/>
          <p:nvPr/>
        </p:nvSpPr>
        <p:spPr>
          <a:xfrm>
            <a:off x="6961680" y="231948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0" y="0"/>
                </a:move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1" name=""/>
          <p:cNvSpPr/>
          <p:nvPr/>
        </p:nvSpPr>
        <p:spPr>
          <a:xfrm>
            <a:off x="6960600" y="2320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2" name=""/>
          <p:cNvSpPr/>
          <p:nvPr/>
        </p:nvSpPr>
        <p:spPr>
          <a:xfrm>
            <a:off x="6957000" y="2316600"/>
            <a:ext cx="4680" cy="4680"/>
          </a:xfrm>
          <a:custGeom>
            <a:avLst/>
            <a:gdLst/>
            <a:ahLst/>
            <a:rect l="0" t="0" r="r" b="b"/>
            <a:pathLst>
              <a:path fill="none" w="13" h="13">
                <a:moveTo>
                  <a:pt x="6" y="13"/>
                </a:moveTo>
                <a:lnTo>
                  <a:pt x="5" y="13"/>
                </a:lnTo>
                <a:lnTo>
                  <a:pt x="4" y="13"/>
                </a:lnTo>
                <a:lnTo>
                  <a:pt x="3" y="13"/>
                </a:lnTo>
                <a:lnTo>
                  <a:pt x="2" y="13"/>
                </a:lnTo>
                <a:lnTo>
                  <a:pt x="1" y="12"/>
                </a:lnTo>
                <a:lnTo>
                  <a:pt x="1" y="10"/>
                </a:lnTo>
                <a:lnTo>
                  <a:pt x="1" y="9"/>
                </a:lnTo>
                <a:lnTo>
                  <a:pt x="1" y="8"/>
                </a:lnTo>
                <a:lnTo>
                  <a:pt x="0" y="7"/>
                </a:lnTo>
                <a:lnTo>
                  <a:pt x="0" y="3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  <a:lnTo>
                  <a:pt x="3" y="1"/>
                </a:lnTo>
                <a:lnTo>
                  <a:pt x="4" y="1"/>
                </a:lnTo>
                <a:lnTo>
                  <a:pt x="4" y="2"/>
                </a:lnTo>
                <a:lnTo>
                  <a:pt x="5" y="3"/>
                </a:lnTo>
                <a:lnTo>
                  <a:pt x="5" y="5"/>
                </a:lnTo>
                <a:lnTo>
                  <a:pt x="6" y="6"/>
                </a:lnTo>
                <a:lnTo>
                  <a:pt x="7" y="6"/>
                </a:lnTo>
                <a:lnTo>
                  <a:pt x="9" y="7"/>
                </a:lnTo>
                <a:lnTo>
                  <a:pt x="10" y="7"/>
                </a:lnTo>
                <a:lnTo>
                  <a:pt x="11" y="8"/>
                </a:lnTo>
                <a:lnTo>
                  <a:pt x="12" y="8"/>
                </a:lnTo>
                <a:lnTo>
                  <a:pt x="13" y="9"/>
                </a:lnTo>
                <a:lnTo>
                  <a:pt x="13" y="10"/>
                </a:lnTo>
                <a:lnTo>
                  <a:pt x="12" y="11"/>
                </a:lnTo>
                <a:lnTo>
                  <a:pt x="12" y="1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" rIns="50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3" name=""/>
          <p:cNvSpPr/>
          <p:nvPr/>
        </p:nvSpPr>
        <p:spPr>
          <a:xfrm>
            <a:off x="6959520" y="2321280"/>
            <a:ext cx="1080" cy="0"/>
          </a:xfrm>
          <a:custGeom>
            <a:avLst/>
            <a:gdLst/>
            <a:ahLst/>
            <a:rect l="0" t="0" r="r" b="b"/>
            <a:pathLst>
              <a:path fill="none" w="3" h="0">
                <a:moveTo>
                  <a:pt x="3" y="0"/>
                </a:move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4" name=""/>
          <p:cNvSpPr/>
          <p:nvPr/>
        </p:nvSpPr>
        <p:spPr>
          <a:xfrm>
            <a:off x="6956640" y="2315880"/>
            <a:ext cx="5760" cy="5760"/>
          </a:xfrm>
          <a:custGeom>
            <a:avLst/>
            <a:gdLst/>
            <a:ahLst/>
            <a:rect l="0" t="0" r="r" b="b"/>
            <a:pathLst>
              <a:path fill="none" w="16" h="16">
                <a:moveTo>
                  <a:pt x="6" y="16"/>
                </a:moveTo>
                <a:lnTo>
                  <a:pt x="4" y="16"/>
                </a:lnTo>
                <a:lnTo>
                  <a:pt x="3" y="16"/>
                </a:lnTo>
                <a:lnTo>
                  <a:pt x="2" y="16"/>
                </a:lnTo>
                <a:lnTo>
                  <a:pt x="2" y="15"/>
                </a:lnTo>
                <a:lnTo>
                  <a:pt x="0" y="14"/>
                </a:lnTo>
                <a:lnTo>
                  <a:pt x="0" y="13"/>
                </a:lnTo>
                <a:lnTo>
                  <a:pt x="0" y="12"/>
                </a:lnTo>
                <a:lnTo>
                  <a:pt x="0" y="11"/>
                </a:lnTo>
                <a:lnTo>
                  <a:pt x="0" y="9"/>
                </a:lnTo>
                <a:lnTo>
                  <a:pt x="0" y="6"/>
                </a:lnTo>
                <a:lnTo>
                  <a:pt x="0" y="5"/>
                </a:lnTo>
                <a:lnTo>
                  <a:pt x="2" y="4"/>
                </a:lnTo>
                <a:lnTo>
                  <a:pt x="2" y="3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1"/>
                </a:lnTo>
                <a:lnTo>
                  <a:pt x="7" y="2"/>
                </a:lnTo>
                <a:lnTo>
                  <a:pt x="7" y="3"/>
                </a:lnTo>
                <a:lnTo>
                  <a:pt x="8" y="3"/>
                </a:lnTo>
                <a:lnTo>
                  <a:pt x="8" y="4"/>
                </a:lnTo>
                <a:lnTo>
                  <a:pt x="8" y="5"/>
                </a:lnTo>
                <a:lnTo>
                  <a:pt x="10" y="6"/>
                </a:lnTo>
                <a:lnTo>
                  <a:pt x="12" y="7"/>
                </a:lnTo>
                <a:lnTo>
                  <a:pt x="13" y="7"/>
                </a:lnTo>
                <a:lnTo>
                  <a:pt x="13" y="8"/>
                </a:lnTo>
                <a:lnTo>
                  <a:pt x="14" y="8"/>
                </a:lnTo>
                <a:lnTo>
                  <a:pt x="16" y="9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720" rIns="50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5" name=""/>
          <p:cNvSpPr/>
          <p:nvPr/>
        </p:nvSpPr>
        <p:spPr>
          <a:xfrm>
            <a:off x="7007760" y="2281680"/>
            <a:ext cx="720" cy="44280"/>
          </a:xfrm>
          <a:custGeom>
            <a:avLst/>
            <a:gdLst/>
            <a:ahLst/>
            <a:rect l="0" t="0" r="r" b="b"/>
            <a:pathLst>
              <a:path fill="none" w="2" h="123">
                <a:moveTo>
                  <a:pt x="2" y="123"/>
                </a:moveTo>
                <a:lnTo>
                  <a:pt x="0" y="121"/>
                </a:lnTo>
                <a:lnTo>
                  <a:pt x="2" y="117"/>
                </a:lnTo>
                <a:lnTo>
                  <a:pt x="0" y="113"/>
                </a:lnTo>
                <a:lnTo>
                  <a:pt x="0" y="108"/>
                </a:lnTo>
                <a:lnTo>
                  <a:pt x="0" y="103"/>
                </a:lnTo>
                <a:lnTo>
                  <a:pt x="0" y="99"/>
                </a:lnTo>
                <a:lnTo>
                  <a:pt x="2" y="91"/>
                </a:lnTo>
                <a:lnTo>
                  <a:pt x="2" y="77"/>
                </a:lnTo>
                <a:lnTo>
                  <a:pt x="0" y="70"/>
                </a:lnTo>
                <a:lnTo>
                  <a:pt x="2" y="63"/>
                </a:lnTo>
                <a:lnTo>
                  <a:pt x="2" y="58"/>
                </a:lnTo>
                <a:lnTo>
                  <a:pt x="2" y="51"/>
                </a:lnTo>
                <a:lnTo>
                  <a:pt x="0" y="43"/>
                </a:lnTo>
                <a:lnTo>
                  <a:pt x="0" y="37"/>
                </a:lnTo>
                <a:lnTo>
                  <a:pt x="0" y="31"/>
                </a:lnTo>
                <a:lnTo>
                  <a:pt x="2" y="20"/>
                </a:lnTo>
                <a:lnTo>
                  <a:pt x="2" y="12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6" name=""/>
          <p:cNvSpPr/>
          <p:nvPr/>
        </p:nvSpPr>
        <p:spPr>
          <a:xfrm>
            <a:off x="6830640" y="247788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2" y="2"/>
                </a:lnTo>
                <a:lnTo>
                  <a:pt x="4" y="0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7" name=""/>
          <p:cNvSpPr/>
          <p:nvPr/>
        </p:nvSpPr>
        <p:spPr>
          <a:xfrm>
            <a:off x="6829560" y="2478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8" name=""/>
          <p:cNvSpPr/>
          <p:nvPr/>
        </p:nvSpPr>
        <p:spPr>
          <a:xfrm>
            <a:off x="6829200" y="247824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4"/>
                </a:moveTo>
                <a:lnTo>
                  <a:pt x="2" y="2"/>
                </a:lnTo>
                <a:lnTo>
                  <a:pt x="3" y="2"/>
                </a:lnTo>
                <a:lnTo>
                  <a:pt x="5" y="0"/>
                </a:ln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9" name=""/>
          <p:cNvSpPr/>
          <p:nvPr/>
        </p:nvSpPr>
        <p:spPr>
          <a:xfrm>
            <a:off x="6828840" y="247932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0" name=""/>
          <p:cNvSpPr/>
          <p:nvPr/>
        </p:nvSpPr>
        <p:spPr>
          <a:xfrm>
            <a:off x="6828480" y="24789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1" name=""/>
          <p:cNvSpPr/>
          <p:nvPr/>
        </p:nvSpPr>
        <p:spPr>
          <a:xfrm>
            <a:off x="6827400" y="24807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3"/>
                </a:moveTo>
                <a:lnTo>
                  <a:pt x="2" y="1"/>
                </a:lnTo>
                <a:lnTo>
                  <a:pt x="2" y="0"/>
                </a:lnTo>
                <a:lnTo>
                  <a:pt x="0" y="0"/>
                </a:lnTo>
                <a:lnTo>
                  <a:pt x="0" y="1"/>
                </a:lnTo>
                <a:lnTo>
                  <a:pt x="0" y="3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2" name=""/>
          <p:cNvSpPr/>
          <p:nvPr/>
        </p:nvSpPr>
        <p:spPr>
          <a:xfrm>
            <a:off x="6667560" y="2444760"/>
            <a:ext cx="10080" cy="42840"/>
          </a:xfrm>
          <a:custGeom>
            <a:avLst/>
            <a:gdLst/>
            <a:ahLst/>
            <a:rect l="0" t="0" r="r" b="b"/>
            <a:pathLst>
              <a:path fill="none" w="28" h="119">
                <a:moveTo>
                  <a:pt x="28" y="0"/>
                </a:moveTo>
                <a:lnTo>
                  <a:pt x="27" y="5"/>
                </a:lnTo>
                <a:lnTo>
                  <a:pt x="28" y="10"/>
                </a:lnTo>
                <a:lnTo>
                  <a:pt x="28" y="15"/>
                </a:lnTo>
                <a:lnTo>
                  <a:pt x="28" y="21"/>
                </a:lnTo>
                <a:lnTo>
                  <a:pt x="28" y="27"/>
                </a:lnTo>
                <a:lnTo>
                  <a:pt x="27" y="33"/>
                </a:lnTo>
                <a:lnTo>
                  <a:pt x="27" y="38"/>
                </a:lnTo>
                <a:lnTo>
                  <a:pt x="26" y="44"/>
                </a:lnTo>
                <a:lnTo>
                  <a:pt x="25" y="50"/>
                </a:lnTo>
                <a:lnTo>
                  <a:pt x="24" y="58"/>
                </a:lnTo>
                <a:lnTo>
                  <a:pt x="22" y="65"/>
                </a:lnTo>
                <a:lnTo>
                  <a:pt x="21" y="72"/>
                </a:lnTo>
                <a:lnTo>
                  <a:pt x="19" y="77"/>
                </a:lnTo>
                <a:lnTo>
                  <a:pt x="18" y="82"/>
                </a:lnTo>
                <a:lnTo>
                  <a:pt x="16" y="86"/>
                </a:lnTo>
                <a:lnTo>
                  <a:pt x="14" y="89"/>
                </a:lnTo>
                <a:lnTo>
                  <a:pt x="12" y="93"/>
                </a:lnTo>
                <a:lnTo>
                  <a:pt x="11" y="96"/>
                </a:lnTo>
                <a:lnTo>
                  <a:pt x="9" y="100"/>
                </a:lnTo>
                <a:lnTo>
                  <a:pt x="7" y="103"/>
                </a:lnTo>
                <a:lnTo>
                  <a:pt x="6" y="107"/>
                </a:lnTo>
                <a:lnTo>
                  <a:pt x="3" y="111"/>
                </a:lnTo>
                <a:lnTo>
                  <a:pt x="2" y="115"/>
                </a:lnTo>
                <a:lnTo>
                  <a:pt x="0" y="117"/>
                </a:lnTo>
                <a:lnTo>
                  <a:pt x="0" y="119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3" name=""/>
          <p:cNvSpPr/>
          <p:nvPr/>
        </p:nvSpPr>
        <p:spPr>
          <a:xfrm>
            <a:off x="6846120" y="2491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2"/>
                </a:moveTo>
                <a:lnTo>
                  <a:pt x="3" y="2"/>
                </a:lnTo>
                <a:lnTo>
                  <a:pt x="4" y="4"/>
                </a:lnTo>
                <a:lnTo>
                  <a:pt x="4" y="2"/>
                </a:lnTo>
                <a:lnTo>
                  <a:pt x="3" y="0"/>
                </a:lnTo>
                <a:lnTo>
                  <a:pt x="1" y="0"/>
                </a:lnTo>
                <a:lnTo>
                  <a:pt x="0" y="2"/>
                </a:lnTo>
                <a:lnTo>
                  <a:pt x="1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4" name=""/>
          <p:cNvSpPr/>
          <p:nvPr/>
        </p:nvSpPr>
        <p:spPr>
          <a:xfrm>
            <a:off x="6925320" y="2491920"/>
            <a:ext cx="2160" cy="2880"/>
          </a:xfrm>
          <a:custGeom>
            <a:avLst/>
            <a:gdLst/>
            <a:ahLst/>
            <a:rect l="0" t="0" r="r" b="b"/>
            <a:pathLst>
              <a:path fill="none" w="6" h="8">
                <a:moveTo>
                  <a:pt x="0" y="0"/>
                </a:moveTo>
                <a:lnTo>
                  <a:pt x="2" y="0"/>
                </a:lnTo>
                <a:lnTo>
                  <a:pt x="4" y="1"/>
                </a:lnTo>
                <a:lnTo>
                  <a:pt x="5" y="2"/>
                </a:lnTo>
                <a:lnTo>
                  <a:pt x="6" y="4"/>
                </a:lnTo>
                <a:lnTo>
                  <a:pt x="6" y="7"/>
                </a:lnTo>
                <a:lnTo>
                  <a:pt x="5" y="8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5" name=""/>
          <p:cNvSpPr/>
          <p:nvPr/>
        </p:nvSpPr>
        <p:spPr>
          <a:xfrm>
            <a:off x="6924600" y="249336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6" y="4"/>
                </a:moveTo>
                <a:lnTo>
                  <a:pt x="4" y="4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6" name=""/>
          <p:cNvSpPr/>
          <p:nvPr/>
        </p:nvSpPr>
        <p:spPr>
          <a:xfrm>
            <a:off x="6855120" y="24944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7" name=""/>
          <p:cNvSpPr/>
          <p:nvPr/>
        </p:nvSpPr>
        <p:spPr>
          <a:xfrm>
            <a:off x="6830280" y="24944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2" y="3"/>
                </a:lnTo>
                <a:lnTo>
                  <a:pt x="2" y="1"/>
                </a:lnTo>
                <a:lnTo>
                  <a:pt x="0" y="0"/>
                </a:lnTo>
                <a:lnTo>
                  <a:pt x="0" y="1"/>
                </a:lnTo>
                <a:lnTo>
                  <a:pt x="0" y="3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8" name=""/>
          <p:cNvSpPr/>
          <p:nvPr/>
        </p:nvSpPr>
        <p:spPr>
          <a:xfrm flipV="1">
            <a:off x="6826320" y="249516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9" name=""/>
          <p:cNvSpPr/>
          <p:nvPr/>
        </p:nvSpPr>
        <p:spPr>
          <a:xfrm>
            <a:off x="6854760" y="249444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0" name=""/>
          <p:cNvSpPr/>
          <p:nvPr/>
        </p:nvSpPr>
        <p:spPr>
          <a:xfrm>
            <a:off x="6855480" y="249444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0" y="3"/>
                </a:moveTo>
                <a:lnTo>
                  <a:pt x="0" y="2"/>
                </a:ln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1" name=""/>
          <p:cNvSpPr/>
          <p:nvPr/>
        </p:nvSpPr>
        <p:spPr>
          <a:xfrm>
            <a:off x="6825960" y="2495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2" name=""/>
          <p:cNvSpPr/>
          <p:nvPr/>
        </p:nvSpPr>
        <p:spPr>
          <a:xfrm flipH="1">
            <a:off x="6824880" y="249588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3" name=""/>
          <p:cNvSpPr/>
          <p:nvPr/>
        </p:nvSpPr>
        <p:spPr>
          <a:xfrm flipH="1">
            <a:off x="6824520" y="249588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4" name=""/>
          <p:cNvSpPr/>
          <p:nvPr/>
        </p:nvSpPr>
        <p:spPr>
          <a:xfrm flipV="1">
            <a:off x="6824880" y="2495880"/>
            <a:ext cx="36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5" name=""/>
          <p:cNvSpPr/>
          <p:nvPr/>
        </p:nvSpPr>
        <p:spPr>
          <a:xfrm>
            <a:off x="6824520" y="24958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6" name=""/>
          <p:cNvSpPr/>
          <p:nvPr/>
        </p:nvSpPr>
        <p:spPr>
          <a:xfrm>
            <a:off x="6827040" y="249624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7" name=""/>
          <p:cNvSpPr/>
          <p:nvPr/>
        </p:nvSpPr>
        <p:spPr>
          <a:xfrm>
            <a:off x="6828120" y="2495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3" y="4"/>
                </a:lnTo>
                <a:lnTo>
                  <a:pt x="3" y="2"/>
                </a:lnTo>
                <a:lnTo>
                  <a:pt x="1" y="0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  <a:lnTo>
                  <a:pt x="3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8" name=""/>
          <p:cNvSpPr/>
          <p:nvPr/>
        </p:nvSpPr>
        <p:spPr>
          <a:xfrm flipV="1">
            <a:off x="6827400" y="249588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9" name=""/>
          <p:cNvSpPr/>
          <p:nvPr/>
        </p:nvSpPr>
        <p:spPr>
          <a:xfrm>
            <a:off x="6827040" y="249624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0" name=""/>
          <p:cNvSpPr/>
          <p:nvPr/>
        </p:nvSpPr>
        <p:spPr>
          <a:xfrm>
            <a:off x="6823440" y="24962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1" name=""/>
          <p:cNvSpPr/>
          <p:nvPr/>
        </p:nvSpPr>
        <p:spPr>
          <a:xfrm>
            <a:off x="6820560" y="2501640"/>
            <a:ext cx="36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2" name=""/>
          <p:cNvSpPr/>
          <p:nvPr/>
        </p:nvSpPr>
        <p:spPr>
          <a:xfrm>
            <a:off x="6988320" y="2455920"/>
            <a:ext cx="16920" cy="46440"/>
          </a:xfrm>
          <a:custGeom>
            <a:avLst/>
            <a:gdLst/>
            <a:ahLst/>
            <a:rect l="0" t="0" r="r" b="b"/>
            <a:pathLst>
              <a:path fill="none" w="47" h="129">
                <a:moveTo>
                  <a:pt x="0" y="129"/>
                </a:moveTo>
                <a:lnTo>
                  <a:pt x="3" y="123"/>
                </a:lnTo>
                <a:lnTo>
                  <a:pt x="5" y="119"/>
                </a:lnTo>
                <a:lnTo>
                  <a:pt x="7" y="114"/>
                </a:lnTo>
                <a:lnTo>
                  <a:pt x="9" y="110"/>
                </a:lnTo>
                <a:lnTo>
                  <a:pt x="11" y="106"/>
                </a:lnTo>
                <a:lnTo>
                  <a:pt x="13" y="101"/>
                </a:lnTo>
                <a:lnTo>
                  <a:pt x="16" y="96"/>
                </a:lnTo>
                <a:lnTo>
                  <a:pt x="18" y="89"/>
                </a:lnTo>
                <a:lnTo>
                  <a:pt x="20" y="85"/>
                </a:lnTo>
                <a:lnTo>
                  <a:pt x="22" y="80"/>
                </a:lnTo>
                <a:lnTo>
                  <a:pt x="26" y="74"/>
                </a:lnTo>
                <a:lnTo>
                  <a:pt x="28" y="68"/>
                </a:lnTo>
                <a:lnTo>
                  <a:pt x="29" y="63"/>
                </a:lnTo>
                <a:lnTo>
                  <a:pt x="32" y="56"/>
                </a:lnTo>
                <a:lnTo>
                  <a:pt x="33" y="52"/>
                </a:lnTo>
                <a:lnTo>
                  <a:pt x="35" y="46"/>
                </a:lnTo>
                <a:lnTo>
                  <a:pt x="37" y="40"/>
                </a:lnTo>
                <a:lnTo>
                  <a:pt x="39" y="35"/>
                </a:lnTo>
                <a:lnTo>
                  <a:pt x="40" y="29"/>
                </a:lnTo>
                <a:lnTo>
                  <a:pt x="41" y="25"/>
                </a:lnTo>
                <a:lnTo>
                  <a:pt x="42" y="21"/>
                </a:lnTo>
                <a:lnTo>
                  <a:pt x="44" y="15"/>
                </a:lnTo>
                <a:lnTo>
                  <a:pt x="45" y="10"/>
                </a:lnTo>
                <a:lnTo>
                  <a:pt x="46" y="5"/>
                </a:lnTo>
                <a:lnTo>
                  <a:pt x="47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3" name=""/>
          <p:cNvSpPr/>
          <p:nvPr/>
        </p:nvSpPr>
        <p:spPr>
          <a:xfrm>
            <a:off x="6820920" y="25023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4" name=""/>
          <p:cNvSpPr/>
          <p:nvPr/>
        </p:nvSpPr>
        <p:spPr>
          <a:xfrm flipH="1">
            <a:off x="6820560" y="250272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5" name=""/>
          <p:cNvSpPr/>
          <p:nvPr/>
        </p:nvSpPr>
        <p:spPr>
          <a:xfrm>
            <a:off x="6819840" y="25016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2" y="4"/>
                </a:moveTo>
                <a:lnTo>
                  <a:pt x="0" y="4"/>
                </a:lnTo>
                <a:lnTo>
                  <a:pt x="0" y="3"/>
                </a:lnTo>
                <a:lnTo>
                  <a:pt x="2" y="2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6" name=""/>
          <p:cNvSpPr/>
          <p:nvPr/>
        </p:nvSpPr>
        <p:spPr>
          <a:xfrm>
            <a:off x="6820920" y="25023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2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7" name=""/>
          <p:cNvSpPr/>
          <p:nvPr/>
        </p:nvSpPr>
        <p:spPr>
          <a:xfrm>
            <a:off x="6851160" y="25020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4"/>
                </a:move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1" y="2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8" name=""/>
          <p:cNvSpPr/>
          <p:nvPr/>
        </p:nvSpPr>
        <p:spPr>
          <a:xfrm>
            <a:off x="6820560" y="250308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79" name=""/>
          <p:cNvSpPr/>
          <p:nvPr/>
        </p:nvSpPr>
        <p:spPr>
          <a:xfrm>
            <a:off x="6819120" y="250128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8" y="3"/>
                </a:moveTo>
                <a:lnTo>
                  <a:pt x="8" y="2"/>
                </a:lnTo>
                <a:lnTo>
                  <a:pt x="6" y="1"/>
                </a:lnTo>
                <a:lnTo>
                  <a:pt x="5" y="0"/>
                </a:lnTo>
                <a:lnTo>
                  <a:pt x="4" y="1"/>
                </a:lnTo>
                <a:lnTo>
                  <a:pt x="3" y="2"/>
                </a:lnTo>
                <a:lnTo>
                  <a:pt x="2" y="3"/>
                </a:lnTo>
                <a:lnTo>
                  <a:pt x="0" y="4"/>
                </a:lnTo>
                <a:lnTo>
                  <a:pt x="2" y="6"/>
                </a:lnTo>
                <a:lnTo>
                  <a:pt x="3" y="6"/>
                </a:lnTo>
                <a:lnTo>
                  <a:pt x="4" y="6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0" name=""/>
          <p:cNvSpPr/>
          <p:nvPr/>
        </p:nvSpPr>
        <p:spPr>
          <a:xfrm flipV="1">
            <a:off x="6851880" y="250308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1" name=""/>
          <p:cNvSpPr/>
          <p:nvPr/>
        </p:nvSpPr>
        <p:spPr>
          <a:xfrm>
            <a:off x="6851160" y="25034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2" name=""/>
          <p:cNvSpPr/>
          <p:nvPr/>
        </p:nvSpPr>
        <p:spPr>
          <a:xfrm>
            <a:off x="6849720" y="250380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3" name=""/>
          <p:cNvSpPr/>
          <p:nvPr/>
        </p:nvSpPr>
        <p:spPr>
          <a:xfrm>
            <a:off x="6849720" y="2504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4" name=""/>
          <p:cNvSpPr/>
          <p:nvPr/>
        </p:nvSpPr>
        <p:spPr>
          <a:xfrm>
            <a:off x="6921720" y="250380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0" y="6"/>
                </a:moveTo>
                <a:lnTo>
                  <a:pt x="1" y="3"/>
                </a:lnTo>
                <a:lnTo>
                  <a:pt x="2" y="2"/>
                </a:lnTo>
                <a:lnTo>
                  <a:pt x="7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5" name=""/>
          <p:cNvSpPr/>
          <p:nvPr/>
        </p:nvSpPr>
        <p:spPr>
          <a:xfrm>
            <a:off x="6886080" y="25041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1"/>
                </a:move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  <a:lnTo>
                  <a:pt x="3" y="4"/>
                </a:lnTo>
                <a:lnTo>
                  <a:pt x="5" y="4"/>
                </a:lnTo>
                <a:lnTo>
                  <a:pt x="5" y="2"/>
                </a:ln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6" name=""/>
          <p:cNvSpPr/>
          <p:nvPr/>
        </p:nvSpPr>
        <p:spPr>
          <a:xfrm>
            <a:off x="6885360" y="2505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7" name=""/>
          <p:cNvSpPr/>
          <p:nvPr/>
        </p:nvSpPr>
        <p:spPr>
          <a:xfrm>
            <a:off x="6885000" y="250488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1" y="3"/>
                </a:lnTo>
                <a:lnTo>
                  <a:pt x="3" y="5"/>
                </a:lnTo>
                <a:lnTo>
                  <a:pt x="4" y="5"/>
                </a:lnTo>
                <a:lnTo>
                  <a:pt x="5" y="5"/>
                </a:lnTo>
                <a:lnTo>
                  <a:pt x="5" y="3"/>
                </a:lnTo>
                <a:lnTo>
                  <a:pt x="4" y="1"/>
                </a:lnTo>
                <a:lnTo>
                  <a:pt x="3" y="0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8" name=""/>
          <p:cNvSpPr/>
          <p:nvPr/>
        </p:nvSpPr>
        <p:spPr>
          <a:xfrm>
            <a:off x="6922080" y="2504880"/>
            <a:ext cx="2880" cy="2160"/>
          </a:xfrm>
          <a:custGeom>
            <a:avLst/>
            <a:gdLst/>
            <a:ahLst/>
            <a:rect l="0" t="0" r="r" b="b"/>
            <a:pathLst>
              <a:path fill="none" w="8" h="6">
                <a:moveTo>
                  <a:pt x="8" y="0"/>
                </a:moveTo>
                <a:lnTo>
                  <a:pt x="7" y="2"/>
                </a:lnTo>
                <a:lnTo>
                  <a:pt x="6" y="3"/>
                </a:lnTo>
                <a:lnTo>
                  <a:pt x="3" y="6"/>
                </a:lnTo>
                <a:lnTo>
                  <a:pt x="1" y="6"/>
                </a:lnTo>
                <a:lnTo>
                  <a:pt x="0" y="6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89" name=""/>
          <p:cNvSpPr/>
          <p:nvPr/>
        </p:nvSpPr>
        <p:spPr>
          <a:xfrm flipH="1">
            <a:off x="6837840" y="250740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0" name=""/>
          <p:cNvSpPr/>
          <p:nvPr/>
        </p:nvSpPr>
        <p:spPr>
          <a:xfrm>
            <a:off x="6959880" y="250488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0" y="0"/>
                </a:move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  <a:lnTo>
                  <a:pt x="4" y="6"/>
                </a:lnTo>
                <a:lnTo>
                  <a:pt x="4" y="8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1" name=""/>
          <p:cNvSpPr/>
          <p:nvPr/>
        </p:nvSpPr>
        <p:spPr>
          <a:xfrm>
            <a:off x="6837840" y="25074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2" name=""/>
          <p:cNvSpPr/>
          <p:nvPr/>
        </p:nvSpPr>
        <p:spPr>
          <a:xfrm>
            <a:off x="6959160" y="2505600"/>
            <a:ext cx="1080" cy="3240"/>
          </a:xfrm>
          <a:custGeom>
            <a:avLst/>
            <a:gdLst/>
            <a:ahLst/>
            <a:rect l="0" t="0" r="r" b="b"/>
            <a:pathLst>
              <a:path fill="none" w="3" h="9">
                <a:moveTo>
                  <a:pt x="3" y="9"/>
                </a:moveTo>
                <a:lnTo>
                  <a:pt x="1" y="9"/>
                </a:lnTo>
                <a:lnTo>
                  <a:pt x="0" y="7"/>
                </a:lnTo>
                <a:lnTo>
                  <a:pt x="0" y="5"/>
                </a:lnTo>
                <a:lnTo>
                  <a:pt x="0" y="3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800" rIns="50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3" name=""/>
          <p:cNvSpPr/>
          <p:nvPr/>
        </p:nvSpPr>
        <p:spPr>
          <a:xfrm>
            <a:off x="6837840" y="25084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4" name=""/>
          <p:cNvSpPr/>
          <p:nvPr/>
        </p:nvSpPr>
        <p:spPr>
          <a:xfrm>
            <a:off x="6837480" y="25084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5" name=""/>
          <p:cNvSpPr/>
          <p:nvPr/>
        </p:nvSpPr>
        <p:spPr>
          <a:xfrm>
            <a:off x="6829200" y="25092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6" name=""/>
          <p:cNvSpPr/>
          <p:nvPr/>
        </p:nvSpPr>
        <p:spPr>
          <a:xfrm flipH="1">
            <a:off x="6836040" y="250956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7" name=""/>
          <p:cNvSpPr/>
          <p:nvPr/>
        </p:nvSpPr>
        <p:spPr>
          <a:xfrm>
            <a:off x="6884640" y="2509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8" name=""/>
          <p:cNvSpPr/>
          <p:nvPr/>
        </p:nvSpPr>
        <p:spPr>
          <a:xfrm flipV="1">
            <a:off x="6829560" y="2509560"/>
            <a:ext cx="36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99" name=""/>
          <p:cNvSpPr/>
          <p:nvPr/>
        </p:nvSpPr>
        <p:spPr>
          <a:xfrm>
            <a:off x="6836040" y="250992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0" name=""/>
          <p:cNvSpPr/>
          <p:nvPr/>
        </p:nvSpPr>
        <p:spPr>
          <a:xfrm>
            <a:off x="6884280" y="25088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1"/>
                </a:moveTo>
                <a:lnTo>
                  <a:pt x="0" y="3"/>
                </a:lnTo>
                <a:lnTo>
                  <a:pt x="0" y="4"/>
                </a:lnTo>
                <a:lnTo>
                  <a:pt x="2" y="5"/>
                </a:lnTo>
                <a:lnTo>
                  <a:pt x="3" y="5"/>
                </a:lnTo>
                <a:lnTo>
                  <a:pt x="4" y="5"/>
                </a:lnTo>
                <a:lnTo>
                  <a:pt x="4" y="4"/>
                </a:lnTo>
                <a:lnTo>
                  <a:pt x="4" y="3"/>
                </a:lnTo>
                <a:lnTo>
                  <a:pt x="4" y="1"/>
                </a:lnTo>
                <a:lnTo>
                  <a:pt x="3" y="1"/>
                </a:lnTo>
                <a:lnTo>
                  <a:pt x="3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1" name=""/>
          <p:cNvSpPr/>
          <p:nvPr/>
        </p:nvSpPr>
        <p:spPr>
          <a:xfrm>
            <a:off x="6828480" y="25099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0"/>
                </a:moveTo>
                <a:lnTo>
                  <a:pt x="0" y="2"/>
                </a:lnTo>
                <a:lnTo>
                  <a:pt x="0" y="3"/>
                </a:lnTo>
                <a:lnTo>
                  <a:pt x="0" y="5"/>
                </a:lnTo>
                <a:lnTo>
                  <a:pt x="2" y="5"/>
                </a:lnTo>
                <a:lnTo>
                  <a:pt x="2" y="3"/>
                </a:lnTo>
                <a:lnTo>
                  <a:pt x="4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2" name=""/>
          <p:cNvSpPr/>
          <p:nvPr/>
        </p:nvSpPr>
        <p:spPr>
          <a:xfrm flipV="1">
            <a:off x="6833520" y="251100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3" name=""/>
          <p:cNvSpPr/>
          <p:nvPr/>
        </p:nvSpPr>
        <p:spPr>
          <a:xfrm>
            <a:off x="6833160" y="251136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4" name=""/>
          <p:cNvSpPr/>
          <p:nvPr/>
        </p:nvSpPr>
        <p:spPr>
          <a:xfrm>
            <a:off x="6832080" y="251172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5" name=""/>
          <p:cNvSpPr/>
          <p:nvPr/>
        </p:nvSpPr>
        <p:spPr>
          <a:xfrm>
            <a:off x="6832080" y="25113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6" name=""/>
          <p:cNvSpPr/>
          <p:nvPr/>
        </p:nvSpPr>
        <p:spPr>
          <a:xfrm>
            <a:off x="6937560" y="2508120"/>
            <a:ext cx="9000" cy="4680"/>
          </a:xfrm>
          <a:custGeom>
            <a:avLst/>
            <a:gdLst/>
            <a:ahLst/>
            <a:rect l="0" t="0" r="r" b="b"/>
            <a:pathLst>
              <a:path fill="none" w="25" h="13">
                <a:moveTo>
                  <a:pt x="0" y="1"/>
                </a:moveTo>
                <a:lnTo>
                  <a:pt x="4" y="1"/>
                </a:lnTo>
                <a:lnTo>
                  <a:pt x="6" y="1"/>
                </a:lnTo>
                <a:lnTo>
                  <a:pt x="9" y="0"/>
                </a:lnTo>
                <a:lnTo>
                  <a:pt x="16" y="0"/>
                </a:lnTo>
                <a:lnTo>
                  <a:pt x="20" y="2"/>
                </a:lnTo>
                <a:lnTo>
                  <a:pt x="23" y="4"/>
                </a:lnTo>
                <a:lnTo>
                  <a:pt x="24" y="6"/>
                </a:lnTo>
                <a:lnTo>
                  <a:pt x="25" y="9"/>
                </a:lnTo>
                <a:lnTo>
                  <a:pt x="25" y="1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" rIns="5040" bIns="-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7" name=""/>
          <p:cNvSpPr/>
          <p:nvPr/>
        </p:nvSpPr>
        <p:spPr>
          <a:xfrm>
            <a:off x="6898320" y="2511720"/>
            <a:ext cx="1080" cy="2880"/>
          </a:xfrm>
          <a:custGeom>
            <a:avLst/>
            <a:gdLst/>
            <a:ahLst/>
            <a:rect l="0" t="0" r="r" b="b"/>
            <a:pathLst>
              <a:path fill="none" w="3" h="8">
                <a:moveTo>
                  <a:pt x="0" y="8"/>
                </a:moveTo>
                <a:lnTo>
                  <a:pt x="0" y="4"/>
                </a:lnTo>
                <a:lnTo>
                  <a:pt x="2" y="2"/>
                </a:lnTo>
                <a:lnTo>
                  <a:pt x="3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8" name=""/>
          <p:cNvSpPr/>
          <p:nvPr/>
        </p:nvSpPr>
        <p:spPr>
          <a:xfrm>
            <a:off x="6935760" y="2510280"/>
            <a:ext cx="10440" cy="4320"/>
          </a:xfrm>
          <a:custGeom>
            <a:avLst/>
            <a:gdLst/>
            <a:ahLst/>
            <a:rect l="0" t="0" r="r" b="b"/>
            <a:pathLst>
              <a:path fill="none" w="29" h="12">
                <a:moveTo>
                  <a:pt x="29" y="11"/>
                </a:moveTo>
                <a:lnTo>
                  <a:pt x="28" y="12"/>
                </a:lnTo>
                <a:lnTo>
                  <a:pt x="24" y="12"/>
                </a:lnTo>
                <a:lnTo>
                  <a:pt x="21" y="12"/>
                </a:lnTo>
                <a:lnTo>
                  <a:pt x="17" y="10"/>
                </a:lnTo>
                <a:lnTo>
                  <a:pt x="11" y="8"/>
                </a:lnTo>
                <a:lnTo>
                  <a:pt x="8" y="6"/>
                </a:lnTo>
                <a:lnTo>
                  <a:pt x="4" y="4"/>
                </a:lnTo>
                <a:lnTo>
                  <a:pt x="1" y="3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720" rIns="50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9" name=""/>
          <p:cNvSpPr/>
          <p:nvPr/>
        </p:nvSpPr>
        <p:spPr>
          <a:xfrm>
            <a:off x="6899400" y="251208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4" y="0"/>
                </a:moveTo>
                <a:lnTo>
                  <a:pt x="4" y="4"/>
                </a:lnTo>
                <a:lnTo>
                  <a:pt x="4" y="6"/>
                </a:lnTo>
                <a:lnTo>
                  <a:pt x="3" y="7"/>
                </a:lnTo>
                <a:lnTo>
                  <a:pt x="0" y="8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0" name=""/>
          <p:cNvSpPr/>
          <p:nvPr/>
        </p:nvSpPr>
        <p:spPr>
          <a:xfrm>
            <a:off x="6883920" y="25174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0"/>
                </a:moveTo>
                <a:lnTo>
                  <a:pt x="0" y="1"/>
                </a:lnTo>
                <a:lnTo>
                  <a:pt x="2" y="3"/>
                </a:lnTo>
                <a:lnTo>
                  <a:pt x="3" y="1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1" name=""/>
          <p:cNvSpPr/>
          <p:nvPr/>
        </p:nvSpPr>
        <p:spPr>
          <a:xfrm>
            <a:off x="6881400" y="25174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1" y="4"/>
                </a:lnTo>
                <a:lnTo>
                  <a:pt x="2" y="3"/>
                </a:lnTo>
                <a:lnTo>
                  <a:pt x="4" y="1"/>
                </a:lnTo>
                <a:lnTo>
                  <a:pt x="2" y="0"/>
                </a:lnTo>
                <a:lnTo>
                  <a:pt x="2" y="1"/>
                </a:lnTo>
                <a:lnTo>
                  <a:pt x="1" y="1"/>
                </a:lnTo>
                <a:lnTo>
                  <a:pt x="0" y="3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2" name=""/>
          <p:cNvSpPr/>
          <p:nvPr/>
        </p:nvSpPr>
        <p:spPr>
          <a:xfrm>
            <a:off x="6880680" y="25189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2" y="5"/>
                </a:lnTo>
                <a:lnTo>
                  <a:pt x="2" y="4"/>
                </a:lnTo>
                <a:lnTo>
                  <a:pt x="4" y="3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3" name=""/>
          <p:cNvSpPr/>
          <p:nvPr/>
        </p:nvSpPr>
        <p:spPr>
          <a:xfrm>
            <a:off x="6881760" y="252072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2"/>
                </a:move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4" name=""/>
          <p:cNvSpPr/>
          <p:nvPr/>
        </p:nvSpPr>
        <p:spPr>
          <a:xfrm>
            <a:off x="6882840" y="25203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1" y="4"/>
                </a:moveTo>
                <a:lnTo>
                  <a:pt x="3" y="4"/>
                </a:lnTo>
                <a:lnTo>
                  <a:pt x="4" y="4"/>
                </a:lnTo>
                <a:lnTo>
                  <a:pt x="4" y="2"/>
                </a:lnTo>
                <a:lnTo>
                  <a:pt x="4" y="1"/>
                </a:lnTo>
                <a:lnTo>
                  <a:pt x="4" y="0"/>
                </a:lnTo>
                <a:lnTo>
                  <a:pt x="1" y="1"/>
                </a:lnTo>
                <a:lnTo>
                  <a:pt x="1" y="2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5" name=""/>
          <p:cNvSpPr/>
          <p:nvPr/>
        </p:nvSpPr>
        <p:spPr>
          <a:xfrm>
            <a:off x="6837840" y="25228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0" y="2"/>
                </a:move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6" name=""/>
          <p:cNvSpPr/>
          <p:nvPr/>
        </p:nvSpPr>
        <p:spPr>
          <a:xfrm>
            <a:off x="6831720" y="2523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7" name=""/>
          <p:cNvSpPr/>
          <p:nvPr/>
        </p:nvSpPr>
        <p:spPr>
          <a:xfrm>
            <a:off x="6831720" y="252432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8" name=""/>
          <p:cNvSpPr/>
          <p:nvPr/>
        </p:nvSpPr>
        <p:spPr>
          <a:xfrm>
            <a:off x="6834240" y="2524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9" name=""/>
          <p:cNvSpPr/>
          <p:nvPr/>
        </p:nvSpPr>
        <p:spPr>
          <a:xfrm>
            <a:off x="6829920" y="252468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0" name=""/>
          <p:cNvSpPr/>
          <p:nvPr/>
        </p:nvSpPr>
        <p:spPr>
          <a:xfrm>
            <a:off x="6834240" y="252432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0"/>
                </a:moveTo>
                <a:lnTo>
                  <a:pt x="0" y="2"/>
                </a:lnTo>
                <a:lnTo>
                  <a:pt x="0" y="3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1" name=""/>
          <p:cNvSpPr/>
          <p:nvPr/>
        </p:nvSpPr>
        <p:spPr>
          <a:xfrm>
            <a:off x="6829560" y="25243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2"/>
                </a:moveTo>
                <a:lnTo>
                  <a:pt x="1" y="3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1" y="0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2" name=""/>
          <p:cNvSpPr/>
          <p:nvPr/>
        </p:nvSpPr>
        <p:spPr>
          <a:xfrm flipV="1">
            <a:off x="6843240" y="2525400"/>
            <a:ext cx="36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3" name=""/>
          <p:cNvSpPr/>
          <p:nvPr/>
        </p:nvSpPr>
        <p:spPr>
          <a:xfrm>
            <a:off x="6842880" y="252432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3"/>
                </a:moveTo>
                <a:lnTo>
                  <a:pt x="4" y="2"/>
                </a:lnTo>
                <a:lnTo>
                  <a:pt x="4" y="0"/>
                </a:lnTo>
                <a:lnTo>
                  <a:pt x="3" y="3"/>
                </a:lnTo>
                <a:lnTo>
                  <a:pt x="1" y="3"/>
                </a:lnTo>
                <a:lnTo>
                  <a:pt x="1" y="4"/>
                </a:lnTo>
                <a:lnTo>
                  <a:pt x="0" y="4"/>
                </a:lnTo>
                <a:lnTo>
                  <a:pt x="0" y="6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4" name=""/>
          <p:cNvSpPr/>
          <p:nvPr/>
        </p:nvSpPr>
        <p:spPr>
          <a:xfrm flipV="1">
            <a:off x="6843240" y="252576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5" name=""/>
          <p:cNvSpPr/>
          <p:nvPr/>
        </p:nvSpPr>
        <p:spPr>
          <a:xfrm>
            <a:off x="6909480" y="2523960"/>
            <a:ext cx="4320" cy="2880"/>
          </a:xfrm>
          <a:custGeom>
            <a:avLst/>
            <a:gdLst/>
            <a:ahLst/>
            <a:rect l="0" t="0" r="r" b="b"/>
            <a:pathLst>
              <a:path fill="none" w="12" h="8">
                <a:moveTo>
                  <a:pt x="0" y="8"/>
                </a:moveTo>
                <a:lnTo>
                  <a:pt x="1" y="5"/>
                </a:lnTo>
                <a:lnTo>
                  <a:pt x="3" y="3"/>
                </a:lnTo>
                <a:lnTo>
                  <a:pt x="5" y="1"/>
                </a:lnTo>
                <a:lnTo>
                  <a:pt x="8" y="0"/>
                </a:lnTo>
                <a:lnTo>
                  <a:pt x="10" y="0"/>
                </a:lnTo>
                <a:lnTo>
                  <a:pt x="12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6" name=""/>
          <p:cNvSpPr/>
          <p:nvPr/>
        </p:nvSpPr>
        <p:spPr>
          <a:xfrm flipV="1">
            <a:off x="6843240" y="252648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7" name=""/>
          <p:cNvSpPr/>
          <p:nvPr/>
        </p:nvSpPr>
        <p:spPr>
          <a:xfrm>
            <a:off x="6842880" y="252612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0"/>
                </a:moveTo>
                <a:lnTo>
                  <a:pt x="0" y="1"/>
                </a:ln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8" name=""/>
          <p:cNvSpPr/>
          <p:nvPr/>
        </p:nvSpPr>
        <p:spPr>
          <a:xfrm>
            <a:off x="6842880" y="252684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0" y="2"/>
                </a:lnTo>
                <a:lnTo>
                  <a:pt x="0" y="4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9" name=""/>
          <p:cNvSpPr/>
          <p:nvPr/>
        </p:nvSpPr>
        <p:spPr>
          <a:xfrm>
            <a:off x="6909840" y="2526480"/>
            <a:ext cx="4680" cy="2520"/>
          </a:xfrm>
          <a:custGeom>
            <a:avLst/>
            <a:gdLst/>
            <a:ahLst/>
            <a:rect l="0" t="0" r="r" b="b"/>
            <a:pathLst>
              <a:path fill="none" w="13" h="7">
                <a:moveTo>
                  <a:pt x="13" y="0"/>
                </a:moveTo>
                <a:lnTo>
                  <a:pt x="13" y="1"/>
                </a:lnTo>
                <a:lnTo>
                  <a:pt x="11" y="2"/>
                </a:lnTo>
                <a:lnTo>
                  <a:pt x="11" y="4"/>
                </a:lnTo>
                <a:lnTo>
                  <a:pt x="8" y="7"/>
                </a:lnTo>
                <a:lnTo>
                  <a:pt x="5" y="7"/>
                </a:lnTo>
                <a:lnTo>
                  <a:pt x="2" y="7"/>
                </a:lnTo>
                <a:lnTo>
                  <a:pt x="0" y="6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520" rIns="50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0" name=""/>
          <p:cNvSpPr/>
          <p:nvPr/>
        </p:nvSpPr>
        <p:spPr>
          <a:xfrm>
            <a:off x="6801480" y="25297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2"/>
                </a:moveTo>
                <a:lnTo>
                  <a:pt x="0" y="0"/>
                </a:lnTo>
                <a:lnTo>
                  <a:pt x="2" y="2"/>
                </a:lnTo>
                <a:lnTo>
                  <a:pt x="4" y="4"/>
                </a:lnTo>
                <a:lnTo>
                  <a:pt x="2" y="4"/>
                </a:lnTo>
                <a:lnTo>
                  <a:pt x="0" y="4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1" name=""/>
          <p:cNvSpPr/>
          <p:nvPr/>
        </p:nvSpPr>
        <p:spPr>
          <a:xfrm>
            <a:off x="6868080" y="25300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2" y="3"/>
                </a:move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2" name=""/>
          <p:cNvSpPr/>
          <p:nvPr/>
        </p:nvSpPr>
        <p:spPr>
          <a:xfrm flipV="1">
            <a:off x="6824880" y="253152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3" name=""/>
          <p:cNvSpPr/>
          <p:nvPr/>
        </p:nvSpPr>
        <p:spPr>
          <a:xfrm>
            <a:off x="6824520" y="253188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4" name=""/>
          <p:cNvSpPr/>
          <p:nvPr/>
        </p:nvSpPr>
        <p:spPr>
          <a:xfrm>
            <a:off x="6865200" y="253224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0"/>
                </a:moveTo>
                <a:lnTo>
                  <a:pt x="1" y="0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5" name=""/>
          <p:cNvSpPr/>
          <p:nvPr/>
        </p:nvSpPr>
        <p:spPr>
          <a:xfrm>
            <a:off x="6829920" y="253260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6" name=""/>
          <p:cNvSpPr/>
          <p:nvPr/>
        </p:nvSpPr>
        <p:spPr>
          <a:xfrm>
            <a:off x="6829920" y="253296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7" name=""/>
          <p:cNvSpPr/>
          <p:nvPr/>
        </p:nvSpPr>
        <p:spPr>
          <a:xfrm>
            <a:off x="6865560" y="253260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0"/>
                </a:moveTo>
                <a:lnTo>
                  <a:pt x="2" y="2"/>
                </a:lnTo>
                <a:lnTo>
                  <a:pt x="4" y="2"/>
                </a:lnTo>
                <a:lnTo>
                  <a:pt x="4" y="4"/>
                </a:lnTo>
                <a:lnTo>
                  <a:pt x="4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8" name=""/>
          <p:cNvSpPr/>
          <p:nvPr/>
        </p:nvSpPr>
        <p:spPr>
          <a:xfrm>
            <a:off x="6829560" y="25329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9" name=""/>
          <p:cNvSpPr/>
          <p:nvPr/>
        </p:nvSpPr>
        <p:spPr>
          <a:xfrm>
            <a:off x="6866280" y="25333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0" name=""/>
          <p:cNvSpPr/>
          <p:nvPr/>
        </p:nvSpPr>
        <p:spPr>
          <a:xfrm>
            <a:off x="6866280" y="253260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1" y="4"/>
                </a:moveTo>
                <a:lnTo>
                  <a:pt x="1" y="3"/>
                </a:lnTo>
                <a:lnTo>
                  <a:pt x="3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1" name=""/>
          <p:cNvSpPr/>
          <p:nvPr/>
        </p:nvSpPr>
        <p:spPr>
          <a:xfrm>
            <a:off x="6865560" y="253296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1" y="2"/>
                </a:moveTo>
                <a:lnTo>
                  <a:pt x="1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2" name=""/>
          <p:cNvSpPr/>
          <p:nvPr/>
        </p:nvSpPr>
        <p:spPr>
          <a:xfrm>
            <a:off x="6825960" y="2533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3" name=""/>
          <p:cNvSpPr/>
          <p:nvPr/>
        </p:nvSpPr>
        <p:spPr>
          <a:xfrm>
            <a:off x="6865200" y="253296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0"/>
                </a:moveTo>
                <a:lnTo>
                  <a:pt x="0" y="2"/>
                </a:lnTo>
                <a:lnTo>
                  <a:pt x="1" y="3"/>
                </a:lnTo>
                <a:lnTo>
                  <a:pt x="1" y="5"/>
                </a:lnTo>
                <a:lnTo>
                  <a:pt x="2" y="5"/>
                </a:lnTo>
                <a:lnTo>
                  <a:pt x="4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4" name=""/>
          <p:cNvSpPr/>
          <p:nvPr/>
        </p:nvSpPr>
        <p:spPr>
          <a:xfrm>
            <a:off x="6896520" y="25351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3" y="3"/>
                </a:moveTo>
                <a:lnTo>
                  <a:pt x="3" y="2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  <a:lnTo>
                  <a:pt x="1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5" name=""/>
          <p:cNvSpPr/>
          <p:nvPr/>
        </p:nvSpPr>
        <p:spPr>
          <a:xfrm>
            <a:off x="6943680" y="2534760"/>
            <a:ext cx="1080" cy="3240"/>
          </a:xfrm>
          <a:custGeom>
            <a:avLst/>
            <a:gdLst/>
            <a:ahLst/>
            <a:rect l="0" t="0" r="r" b="b"/>
            <a:pathLst>
              <a:path fill="none" w="3" h="9">
                <a:moveTo>
                  <a:pt x="0" y="0"/>
                </a:moveTo>
                <a:lnTo>
                  <a:pt x="2" y="1"/>
                </a:lnTo>
                <a:lnTo>
                  <a:pt x="3" y="2"/>
                </a:lnTo>
                <a:lnTo>
                  <a:pt x="3" y="6"/>
                </a:lnTo>
                <a:lnTo>
                  <a:pt x="3" y="8"/>
                </a:lnTo>
                <a:lnTo>
                  <a:pt x="3" y="9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800" rIns="50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6" name=""/>
          <p:cNvSpPr/>
          <p:nvPr/>
        </p:nvSpPr>
        <p:spPr>
          <a:xfrm>
            <a:off x="6942240" y="2535120"/>
            <a:ext cx="1800" cy="2880"/>
          </a:xfrm>
          <a:custGeom>
            <a:avLst/>
            <a:gdLst/>
            <a:ahLst/>
            <a:rect l="0" t="0" r="r" b="b"/>
            <a:pathLst>
              <a:path fill="none" w="5" h="8">
                <a:moveTo>
                  <a:pt x="5" y="8"/>
                </a:moveTo>
                <a:lnTo>
                  <a:pt x="2" y="8"/>
                </a:lnTo>
                <a:lnTo>
                  <a:pt x="0" y="6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7" name=""/>
          <p:cNvSpPr/>
          <p:nvPr/>
        </p:nvSpPr>
        <p:spPr>
          <a:xfrm>
            <a:off x="6817320" y="25398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8" name=""/>
          <p:cNvSpPr/>
          <p:nvPr/>
        </p:nvSpPr>
        <p:spPr>
          <a:xfrm>
            <a:off x="6817320" y="25401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0"/>
                </a:move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49" name=""/>
          <p:cNvSpPr/>
          <p:nvPr/>
        </p:nvSpPr>
        <p:spPr>
          <a:xfrm>
            <a:off x="6810480" y="2536560"/>
            <a:ext cx="1800" cy="5760"/>
          </a:xfrm>
          <a:custGeom>
            <a:avLst/>
            <a:gdLst/>
            <a:ahLst/>
            <a:rect l="0" t="0" r="r" b="b"/>
            <a:pathLst>
              <a:path fill="none" w="5" h="16">
                <a:moveTo>
                  <a:pt x="0" y="14"/>
                </a:moveTo>
                <a:lnTo>
                  <a:pt x="1" y="11"/>
                </a:lnTo>
                <a:lnTo>
                  <a:pt x="1" y="9"/>
                </a:lnTo>
                <a:lnTo>
                  <a:pt x="1" y="7"/>
                </a:lnTo>
                <a:lnTo>
                  <a:pt x="2" y="5"/>
                </a:lnTo>
                <a:lnTo>
                  <a:pt x="2" y="4"/>
                </a:lnTo>
                <a:lnTo>
                  <a:pt x="2" y="3"/>
                </a:lnTo>
                <a:lnTo>
                  <a:pt x="2" y="2"/>
                </a:lnTo>
                <a:lnTo>
                  <a:pt x="1" y="2"/>
                </a:lnTo>
                <a:lnTo>
                  <a:pt x="1" y="1"/>
                </a:lnTo>
                <a:lnTo>
                  <a:pt x="2" y="0"/>
                </a:lnTo>
                <a:lnTo>
                  <a:pt x="3" y="0"/>
                </a:lnTo>
                <a:lnTo>
                  <a:pt x="5" y="1"/>
                </a:lnTo>
                <a:lnTo>
                  <a:pt x="5" y="3"/>
                </a:lnTo>
                <a:lnTo>
                  <a:pt x="5" y="4"/>
                </a:lnTo>
                <a:lnTo>
                  <a:pt x="5" y="6"/>
                </a:lnTo>
                <a:lnTo>
                  <a:pt x="5" y="8"/>
                </a:lnTo>
                <a:lnTo>
                  <a:pt x="3" y="9"/>
                </a:lnTo>
                <a:lnTo>
                  <a:pt x="3" y="11"/>
                </a:lnTo>
                <a:lnTo>
                  <a:pt x="3" y="14"/>
                </a:lnTo>
                <a:lnTo>
                  <a:pt x="2" y="15"/>
                </a:lnTo>
                <a:lnTo>
                  <a:pt x="2" y="16"/>
                </a:lnTo>
                <a:lnTo>
                  <a:pt x="1" y="16"/>
                </a:lnTo>
                <a:lnTo>
                  <a:pt x="0" y="15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720" rIns="5040" bIns="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0" name=""/>
          <p:cNvSpPr/>
          <p:nvPr/>
        </p:nvSpPr>
        <p:spPr>
          <a:xfrm flipV="1">
            <a:off x="6840000" y="2542320"/>
            <a:ext cx="36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1" name=""/>
          <p:cNvSpPr/>
          <p:nvPr/>
        </p:nvSpPr>
        <p:spPr>
          <a:xfrm>
            <a:off x="6838920" y="254196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5" y="0"/>
                </a:move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0" y="3"/>
                </a:lnTo>
                <a:lnTo>
                  <a:pt x="2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2" name=""/>
          <p:cNvSpPr/>
          <p:nvPr/>
        </p:nvSpPr>
        <p:spPr>
          <a:xfrm>
            <a:off x="6839280" y="254268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3" name=""/>
          <p:cNvSpPr/>
          <p:nvPr/>
        </p:nvSpPr>
        <p:spPr>
          <a:xfrm>
            <a:off x="6840720" y="254124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5"/>
                </a:moveTo>
                <a:lnTo>
                  <a:pt x="4" y="1"/>
                </a:lnTo>
                <a:lnTo>
                  <a:pt x="2" y="0"/>
                </a:lnTo>
                <a:lnTo>
                  <a:pt x="2" y="1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4" name=""/>
          <p:cNvSpPr/>
          <p:nvPr/>
        </p:nvSpPr>
        <p:spPr>
          <a:xfrm>
            <a:off x="6838200" y="25426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0"/>
                </a:moveTo>
                <a:lnTo>
                  <a:pt x="0" y="2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5" name=""/>
          <p:cNvSpPr/>
          <p:nvPr/>
        </p:nvSpPr>
        <p:spPr>
          <a:xfrm>
            <a:off x="6837120" y="2543040"/>
            <a:ext cx="1800" cy="1080"/>
          </a:xfrm>
          <a:custGeom>
            <a:avLst/>
            <a:gdLst/>
            <a:ahLst/>
            <a:rect l="0" t="0" r="r" b="b"/>
            <a:pathLst>
              <a:path fill="none" w="5" h="3">
                <a:moveTo>
                  <a:pt x="2" y="0"/>
                </a:move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3" y="3"/>
                </a:lnTo>
                <a:lnTo>
                  <a:pt x="5" y="2"/>
                </a:lnTo>
                <a:lnTo>
                  <a:pt x="3" y="2"/>
                </a:lnTo>
                <a:lnTo>
                  <a:pt x="3" y="0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6" name=""/>
          <p:cNvSpPr/>
          <p:nvPr/>
        </p:nvSpPr>
        <p:spPr>
          <a:xfrm>
            <a:off x="6840000" y="254268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2" y="0"/>
                </a:move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4"/>
                </a:lnTo>
                <a:lnTo>
                  <a:pt x="2" y="6"/>
                </a:lnTo>
                <a:lnTo>
                  <a:pt x="3" y="6"/>
                </a:lnTo>
                <a:lnTo>
                  <a:pt x="3" y="4"/>
                </a:lnTo>
                <a:lnTo>
                  <a:pt x="5" y="3"/>
                </a:lnTo>
                <a:lnTo>
                  <a:pt x="5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7" name=""/>
          <p:cNvSpPr/>
          <p:nvPr/>
        </p:nvSpPr>
        <p:spPr>
          <a:xfrm>
            <a:off x="6873480" y="25452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8" name=""/>
          <p:cNvSpPr/>
          <p:nvPr/>
        </p:nvSpPr>
        <p:spPr>
          <a:xfrm>
            <a:off x="6874560" y="25452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9" name=""/>
          <p:cNvSpPr/>
          <p:nvPr/>
        </p:nvSpPr>
        <p:spPr>
          <a:xfrm>
            <a:off x="6835320" y="25444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0" y="0"/>
                </a:moveTo>
                <a:lnTo>
                  <a:pt x="0" y="2"/>
                </a:lnTo>
                <a:lnTo>
                  <a:pt x="2" y="3"/>
                </a:lnTo>
                <a:lnTo>
                  <a:pt x="4" y="3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0" name=""/>
          <p:cNvSpPr/>
          <p:nvPr/>
        </p:nvSpPr>
        <p:spPr>
          <a:xfrm>
            <a:off x="6873480" y="254556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1" name=""/>
          <p:cNvSpPr/>
          <p:nvPr/>
        </p:nvSpPr>
        <p:spPr>
          <a:xfrm>
            <a:off x="6874560" y="254556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2" name=""/>
          <p:cNvSpPr/>
          <p:nvPr/>
        </p:nvSpPr>
        <p:spPr>
          <a:xfrm>
            <a:off x="6875640" y="2545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3" name=""/>
          <p:cNvSpPr/>
          <p:nvPr/>
        </p:nvSpPr>
        <p:spPr>
          <a:xfrm>
            <a:off x="6834240" y="254484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4" y="0"/>
                </a:moveTo>
                <a:lnTo>
                  <a:pt x="2" y="0"/>
                </a:lnTo>
                <a:lnTo>
                  <a:pt x="0" y="2"/>
                </a:lnTo>
                <a:lnTo>
                  <a:pt x="0" y="4"/>
                </a:lnTo>
                <a:lnTo>
                  <a:pt x="2" y="6"/>
                </a:lnTo>
                <a:lnTo>
                  <a:pt x="4" y="4"/>
                </a:lnTo>
                <a:lnTo>
                  <a:pt x="4" y="3"/>
                </a:lnTo>
                <a:lnTo>
                  <a:pt x="4" y="2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4" name=""/>
          <p:cNvSpPr/>
          <p:nvPr/>
        </p:nvSpPr>
        <p:spPr>
          <a:xfrm>
            <a:off x="6872760" y="254520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1" y="0"/>
                </a:moveTo>
                <a:lnTo>
                  <a:pt x="1" y="1"/>
                </a:lnTo>
                <a:lnTo>
                  <a:pt x="0" y="2"/>
                </a:lnTo>
                <a:lnTo>
                  <a:pt x="0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5" name=""/>
          <p:cNvSpPr/>
          <p:nvPr/>
        </p:nvSpPr>
        <p:spPr>
          <a:xfrm>
            <a:off x="6837120" y="2545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6" name=""/>
          <p:cNvSpPr/>
          <p:nvPr/>
        </p:nvSpPr>
        <p:spPr>
          <a:xfrm flipV="1">
            <a:off x="6873480" y="254592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7" name=""/>
          <p:cNvSpPr/>
          <p:nvPr/>
        </p:nvSpPr>
        <p:spPr>
          <a:xfrm>
            <a:off x="6828840" y="25455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4"/>
                </a:move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8" name=""/>
          <p:cNvSpPr/>
          <p:nvPr/>
        </p:nvSpPr>
        <p:spPr>
          <a:xfrm>
            <a:off x="6832800" y="2545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1"/>
                </a:moveTo>
                <a:lnTo>
                  <a:pt x="0" y="3"/>
                </a:lnTo>
                <a:lnTo>
                  <a:pt x="1" y="3"/>
                </a:lnTo>
                <a:lnTo>
                  <a:pt x="1" y="4"/>
                </a:lnTo>
                <a:lnTo>
                  <a:pt x="2" y="4"/>
                </a:lnTo>
                <a:lnTo>
                  <a:pt x="4" y="4"/>
                </a:lnTo>
                <a:lnTo>
                  <a:pt x="4" y="3"/>
                </a:lnTo>
                <a:lnTo>
                  <a:pt x="4" y="1"/>
                </a:lnTo>
                <a:lnTo>
                  <a:pt x="2" y="1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9" name=""/>
          <p:cNvSpPr/>
          <p:nvPr/>
        </p:nvSpPr>
        <p:spPr>
          <a:xfrm>
            <a:off x="6838200" y="254592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0" y="2"/>
                </a:moveTo>
                <a:lnTo>
                  <a:pt x="1" y="3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0" name=""/>
          <p:cNvSpPr/>
          <p:nvPr/>
        </p:nvSpPr>
        <p:spPr>
          <a:xfrm>
            <a:off x="6836760" y="25455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1"/>
                </a:moveTo>
                <a:lnTo>
                  <a:pt x="1" y="3"/>
                </a:lnTo>
                <a:lnTo>
                  <a:pt x="1" y="4"/>
                </a:lnTo>
                <a:lnTo>
                  <a:pt x="3" y="4"/>
                </a:lnTo>
                <a:lnTo>
                  <a:pt x="4" y="4"/>
                </a:lnTo>
                <a:lnTo>
                  <a:pt x="4" y="3"/>
                </a:lnTo>
                <a:lnTo>
                  <a:pt x="4" y="1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1" name=""/>
          <p:cNvSpPr/>
          <p:nvPr/>
        </p:nvSpPr>
        <p:spPr>
          <a:xfrm>
            <a:off x="6828480" y="254664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2" name=""/>
          <p:cNvSpPr/>
          <p:nvPr/>
        </p:nvSpPr>
        <p:spPr>
          <a:xfrm>
            <a:off x="6875280" y="254556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  <a:lnTo>
                  <a:pt x="1" y="2"/>
                </a:lnTo>
                <a:lnTo>
                  <a:pt x="1" y="3"/>
                </a:lnTo>
                <a:lnTo>
                  <a:pt x="0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3" name=""/>
          <p:cNvSpPr/>
          <p:nvPr/>
        </p:nvSpPr>
        <p:spPr>
          <a:xfrm>
            <a:off x="6830280" y="254592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2" y="0"/>
                </a:moveTo>
                <a:lnTo>
                  <a:pt x="0" y="2"/>
                </a:lnTo>
                <a:lnTo>
                  <a:pt x="0" y="3"/>
                </a:lnTo>
                <a:lnTo>
                  <a:pt x="2" y="5"/>
                </a:lnTo>
                <a:lnTo>
                  <a:pt x="4" y="5"/>
                </a:lnTo>
                <a:lnTo>
                  <a:pt x="4" y="3"/>
                </a:lnTo>
                <a:lnTo>
                  <a:pt x="4" y="2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4" name=""/>
          <p:cNvSpPr/>
          <p:nvPr/>
        </p:nvSpPr>
        <p:spPr>
          <a:xfrm>
            <a:off x="6875640" y="2545920"/>
            <a:ext cx="360" cy="1080"/>
          </a:xfrm>
          <a:custGeom>
            <a:avLst/>
            <a:gdLst/>
            <a:ahLst/>
            <a:rect l="0" t="0" r="r" b="b"/>
            <a:pathLst>
              <a:path fill="none" w="1" h="3">
                <a:moveTo>
                  <a:pt x="0" y="3"/>
                </a:move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5" name=""/>
          <p:cNvSpPr/>
          <p:nvPr/>
        </p:nvSpPr>
        <p:spPr>
          <a:xfrm>
            <a:off x="6874560" y="25470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6" name=""/>
          <p:cNvSpPr/>
          <p:nvPr/>
        </p:nvSpPr>
        <p:spPr>
          <a:xfrm>
            <a:off x="6873840" y="2547000"/>
            <a:ext cx="720" cy="0"/>
          </a:xfrm>
          <a:custGeom>
            <a:avLst/>
            <a:gdLst/>
            <a:ahLst/>
            <a:rect l="0" t="0" r="r" b="b"/>
            <a:pathLst>
              <a:path fill="none" w="2" h="0">
                <a:moveTo>
                  <a:pt x="2" y="0"/>
                </a:move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7" name=""/>
          <p:cNvSpPr/>
          <p:nvPr/>
        </p:nvSpPr>
        <p:spPr>
          <a:xfrm>
            <a:off x="6836040" y="254628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2"/>
                </a:moveTo>
                <a:lnTo>
                  <a:pt x="0" y="4"/>
                </a:lnTo>
                <a:lnTo>
                  <a:pt x="2" y="4"/>
                </a:lnTo>
                <a:lnTo>
                  <a:pt x="4" y="4"/>
                </a:lnTo>
                <a:lnTo>
                  <a:pt x="2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8" name=""/>
          <p:cNvSpPr/>
          <p:nvPr/>
        </p:nvSpPr>
        <p:spPr>
          <a:xfrm>
            <a:off x="6828120" y="2546280"/>
            <a:ext cx="1080" cy="1080"/>
          </a:xfrm>
          <a:custGeom>
            <a:avLst/>
            <a:gdLst/>
            <a:ahLst/>
            <a:rect l="0" t="0" r="r" b="b"/>
            <a:pathLst>
              <a:path fill="none" w="3" h="3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3"/>
                </a:lnTo>
                <a:lnTo>
                  <a:pt x="1" y="3"/>
                </a:lnTo>
                <a:lnTo>
                  <a:pt x="3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9" name=""/>
          <p:cNvSpPr/>
          <p:nvPr/>
        </p:nvSpPr>
        <p:spPr>
          <a:xfrm flipV="1">
            <a:off x="6873480" y="254664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0" name=""/>
          <p:cNvSpPr/>
          <p:nvPr/>
        </p:nvSpPr>
        <p:spPr>
          <a:xfrm>
            <a:off x="6872760" y="2546640"/>
            <a:ext cx="720" cy="72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1" name=""/>
          <p:cNvSpPr/>
          <p:nvPr/>
        </p:nvSpPr>
        <p:spPr>
          <a:xfrm>
            <a:off x="6827040" y="254664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4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2" name=""/>
          <p:cNvSpPr/>
          <p:nvPr/>
        </p:nvSpPr>
        <p:spPr>
          <a:xfrm>
            <a:off x="6874560" y="2547000"/>
            <a:ext cx="1080" cy="360"/>
          </a:xfrm>
          <a:custGeom>
            <a:avLst/>
            <a:gdLst/>
            <a:ahLst/>
            <a:rect l="0" t="0" r="r" b="b"/>
            <a:pathLst>
              <a:path fill="none" w="3" h="1">
                <a:moveTo>
                  <a:pt x="0" y="1"/>
                </a:moveTo>
                <a:lnTo>
                  <a:pt x="1" y="1"/>
                </a:lnTo>
                <a:lnTo>
                  <a:pt x="2" y="1"/>
                </a:lnTo>
                <a:lnTo>
                  <a:pt x="3" y="1"/>
                </a:lnTo>
                <a:lnTo>
                  <a:pt x="3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3" name=""/>
          <p:cNvSpPr/>
          <p:nvPr/>
        </p:nvSpPr>
        <p:spPr>
          <a:xfrm>
            <a:off x="6873480" y="254736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0"/>
                </a:moveTo>
                <a:lnTo>
                  <a:pt x="1" y="1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4" name=""/>
          <p:cNvSpPr/>
          <p:nvPr/>
        </p:nvSpPr>
        <p:spPr>
          <a:xfrm>
            <a:off x="6826320" y="25470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5" name=""/>
          <p:cNvSpPr/>
          <p:nvPr/>
        </p:nvSpPr>
        <p:spPr>
          <a:xfrm>
            <a:off x="6834960" y="254736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0" y="0"/>
                </a:moveTo>
                <a:lnTo>
                  <a:pt x="0" y="2"/>
                </a:lnTo>
                <a:lnTo>
                  <a:pt x="0" y="3"/>
                </a:lnTo>
                <a:lnTo>
                  <a:pt x="0" y="5"/>
                </a:lnTo>
                <a:lnTo>
                  <a:pt x="2" y="5"/>
                </a:lnTo>
                <a:lnTo>
                  <a:pt x="3" y="3"/>
                </a:ln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6" name=""/>
          <p:cNvSpPr/>
          <p:nvPr/>
        </p:nvSpPr>
        <p:spPr>
          <a:xfrm>
            <a:off x="6825960" y="25480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4" y="3"/>
                </a:lnTo>
                <a:lnTo>
                  <a:pt x="4" y="2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7" name=""/>
          <p:cNvSpPr/>
          <p:nvPr/>
        </p:nvSpPr>
        <p:spPr>
          <a:xfrm>
            <a:off x="6834240" y="25480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0" y="2"/>
                </a:move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8" name=""/>
          <p:cNvSpPr/>
          <p:nvPr/>
        </p:nvSpPr>
        <p:spPr>
          <a:xfrm>
            <a:off x="6833160" y="254880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0" y="0"/>
                </a:moveTo>
                <a:lnTo>
                  <a:pt x="0" y="2"/>
                </a:lnTo>
                <a:lnTo>
                  <a:pt x="0" y="3"/>
                </a:lnTo>
                <a:lnTo>
                  <a:pt x="1" y="3"/>
                </a:lnTo>
                <a:lnTo>
                  <a:pt x="1" y="5"/>
                </a:lnTo>
                <a:lnTo>
                  <a:pt x="3" y="3"/>
                </a:lnTo>
                <a:lnTo>
                  <a:pt x="3" y="2"/>
                </a:lnTo>
                <a:lnTo>
                  <a:pt x="3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9" name=""/>
          <p:cNvSpPr/>
          <p:nvPr/>
        </p:nvSpPr>
        <p:spPr>
          <a:xfrm>
            <a:off x="6909840" y="254880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2" y="2"/>
                </a:moveTo>
                <a:lnTo>
                  <a:pt x="2" y="3"/>
                </a:lnTo>
                <a:lnTo>
                  <a:pt x="2" y="5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  <a:lnTo>
                  <a:pt x="2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0" name=""/>
          <p:cNvSpPr/>
          <p:nvPr/>
        </p:nvSpPr>
        <p:spPr>
          <a:xfrm>
            <a:off x="6908040" y="2549520"/>
            <a:ext cx="720" cy="1800"/>
          </a:xfrm>
          <a:custGeom>
            <a:avLst/>
            <a:gdLst/>
            <a:ahLst/>
            <a:rect l="0" t="0" r="r" b="b"/>
            <a:pathLst>
              <a:path fill="none" w="2" h="5">
                <a:moveTo>
                  <a:pt x="2" y="1"/>
                </a:moveTo>
                <a:lnTo>
                  <a:pt x="2" y="4"/>
                </a:lnTo>
                <a:lnTo>
                  <a:pt x="2" y="5"/>
                </a:lnTo>
                <a:lnTo>
                  <a:pt x="0" y="5"/>
                </a:lnTo>
                <a:lnTo>
                  <a:pt x="0" y="4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1" name=""/>
          <p:cNvSpPr/>
          <p:nvPr/>
        </p:nvSpPr>
        <p:spPr>
          <a:xfrm>
            <a:off x="6830640" y="25502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4" y="3"/>
                </a:lnTo>
                <a:lnTo>
                  <a:pt x="4" y="2"/>
                </a:ln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2" name=""/>
          <p:cNvSpPr/>
          <p:nvPr/>
        </p:nvSpPr>
        <p:spPr>
          <a:xfrm>
            <a:off x="6912360" y="255132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3" name=""/>
          <p:cNvSpPr/>
          <p:nvPr/>
        </p:nvSpPr>
        <p:spPr>
          <a:xfrm>
            <a:off x="6912000" y="2551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4" name=""/>
          <p:cNvSpPr/>
          <p:nvPr/>
        </p:nvSpPr>
        <p:spPr>
          <a:xfrm>
            <a:off x="6829200" y="255132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0" y="0"/>
                </a:lnTo>
                <a:lnTo>
                  <a:pt x="0" y="1"/>
                </a:lnTo>
                <a:lnTo>
                  <a:pt x="0" y="3"/>
                </a:lnTo>
                <a:lnTo>
                  <a:pt x="2" y="3"/>
                </a:lnTo>
                <a:lnTo>
                  <a:pt x="4" y="3"/>
                </a:lnTo>
                <a:lnTo>
                  <a:pt x="4" y="1"/>
                </a:lnTo>
                <a:lnTo>
                  <a:pt x="4" y="0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5" name=""/>
          <p:cNvSpPr/>
          <p:nvPr/>
        </p:nvSpPr>
        <p:spPr>
          <a:xfrm>
            <a:off x="6913080" y="255168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2" y="0"/>
                </a:move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6" name=""/>
          <p:cNvSpPr/>
          <p:nvPr/>
        </p:nvSpPr>
        <p:spPr>
          <a:xfrm>
            <a:off x="6825600" y="25516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2"/>
                </a:moveTo>
                <a:lnTo>
                  <a:pt x="0" y="3"/>
                </a:lnTo>
                <a:lnTo>
                  <a:pt x="0" y="5"/>
                </a:lnTo>
                <a:lnTo>
                  <a:pt x="2" y="5"/>
                </a:lnTo>
                <a:lnTo>
                  <a:pt x="4" y="5"/>
                </a:lnTo>
                <a:lnTo>
                  <a:pt x="4" y="3"/>
                </a:lnTo>
                <a:lnTo>
                  <a:pt x="4" y="2"/>
                </a:lnTo>
                <a:lnTo>
                  <a:pt x="2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7" name=""/>
          <p:cNvSpPr/>
          <p:nvPr/>
        </p:nvSpPr>
        <p:spPr>
          <a:xfrm>
            <a:off x="6914880" y="255240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8" name=""/>
          <p:cNvSpPr/>
          <p:nvPr/>
        </p:nvSpPr>
        <p:spPr>
          <a:xfrm>
            <a:off x="6886440" y="2549520"/>
            <a:ext cx="2520" cy="3960"/>
          </a:xfrm>
          <a:custGeom>
            <a:avLst/>
            <a:gdLst/>
            <a:ahLst/>
            <a:rect l="0" t="0" r="r" b="b"/>
            <a:pathLst>
              <a:path fill="none" w="7" h="11">
                <a:moveTo>
                  <a:pt x="0" y="11"/>
                </a:moveTo>
                <a:lnTo>
                  <a:pt x="0" y="9"/>
                </a:lnTo>
                <a:lnTo>
                  <a:pt x="0" y="8"/>
                </a:lnTo>
                <a:lnTo>
                  <a:pt x="0" y="7"/>
                </a:lnTo>
                <a:lnTo>
                  <a:pt x="0" y="5"/>
                </a:lnTo>
                <a:lnTo>
                  <a:pt x="1" y="3"/>
                </a:lnTo>
                <a:lnTo>
                  <a:pt x="1" y="2"/>
                </a:lnTo>
                <a:lnTo>
                  <a:pt x="3" y="1"/>
                </a:lnTo>
                <a:lnTo>
                  <a:pt x="4" y="1"/>
                </a:lnTo>
                <a:lnTo>
                  <a:pt x="6" y="0"/>
                </a:lnTo>
                <a:lnTo>
                  <a:pt x="7" y="0"/>
                </a:lnTo>
                <a:lnTo>
                  <a:pt x="7" y="1"/>
                </a:lnTo>
                <a:lnTo>
                  <a:pt x="7" y="3"/>
                </a:lnTo>
                <a:lnTo>
                  <a:pt x="6" y="5"/>
                </a:lnTo>
                <a:lnTo>
                  <a:pt x="5" y="7"/>
                </a:lnTo>
                <a:lnTo>
                  <a:pt x="5" y="8"/>
                </a:lnTo>
                <a:lnTo>
                  <a:pt x="5" y="9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080" rIns="50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9" name=""/>
          <p:cNvSpPr/>
          <p:nvPr/>
        </p:nvSpPr>
        <p:spPr>
          <a:xfrm>
            <a:off x="6914520" y="2552760"/>
            <a:ext cx="36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0" name=""/>
          <p:cNvSpPr/>
          <p:nvPr/>
        </p:nvSpPr>
        <p:spPr>
          <a:xfrm>
            <a:off x="6886800" y="2550600"/>
            <a:ext cx="1800" cy="3960"/>
          </a:xfrm>
          <a:custGeom>
            <a:avLst/>
            <a:gdLst/>
            <a:ahLst/>
            <a:rect l="0" t="0" r="r" b="b"/>
            <a:pathLst>
              <a:path fill="none" w="5" h="11">
                <a:moveTo>
                  <a:pt x="0" y="7"/>
                </a:moveTo>
                <a:lnTo>
                  <a:pt x="0" y="4"/>
                </a:lnTo>
                <a:lnTo>
                  <a:pt x="2" y="1"/>
                </a:lnTo>
                <a:lnTo>
                  <a:pt x="3" y="0"/>
                </a:lnTo>
                <a:lnTo>
                  <a:pt x="5" y="0"/>
                </a:lnTo>
                <a:lnTo>
                  <a:pt x="5" y="1"/>
                </a:lnTo>
                <a:lnTo>
                  <a:pt x="3" y="2"/>
                </a:lnTo>
                <a:lnTo>
                  <a:pt x="3" y="4"/>
                </a:lnTo>
                <a:lnTo>
                  <a:pt x="3" y="5"/>
                </a:lnTo>
                <a:lnTo>
                  <a:pt x="3" y="6"/>
                </a:lnTo>
                <a:lnTo>
                  <a:pt x="2" y="7"/>
                </a:lnTo>
                <a:lnTo>
                  <a:pt x="3" y="8"/>
                </a:lnTo>
                <a:lnTo>
                  <a:pt x="3" y="9"/>
                </a:lnTo>
                <a:lnTo>
                  <a:pt x="3" y="10"/>
                </a:lnTo>
                <a:lnTo>
                  <a:pt x="3" y="11"/>
                </a:lnTo>
                <a:lnTo>
                  <a:pt x="2" y="10"/>
                </a:lnTo>
                <a:lnTo>
                  <a:pt x="2" y="9"/>
                </a:lnTo>
                <a:lnTo>
                  <a:pt x="0" y="8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080" rIns="50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1" name=""/>
          <p:cNvSpPr/>
          <p:nvPr/>
        </p:nvSpPr>
        <p:spPr>
          <a:xfrm>
            <a:off x="6826320" y="2553480"/>
            <a:ext cx="1440" cy="2160"/>
          </a:xfrm>
          <a:custGeom>
            <a:avLst/>
            <a:gdLst/>
            <a:ahLst/>
            <a:rect l="0" t="0" r="r" b="b"/>
            <a:pathLst>
              <a:path fill="none" w="4" h="6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1" y="6"/>
                </a:lnTo>
                <a:lnTo>
                  <a:pt x="2" y="6"/>
                </a:lnTo>
                <a:lnTo>
                  <a:pt x="4" y="4"/>
                </a:lnTo>
                <a:lnTo>
                  <a:pt x="4" y="3"/>
                </a:lnTo>
                <a:lnTo>
                  <a:pt x="4" y="2"/>
                </a:lnTo>
                <a:lnTo>
                  <a:pt x="2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2" name=""/>
          <p:cNvSpPr/>
          <p:nvPr/>
        </p:nvSpPr>
        <p:spPr>
          <a:xfrm>
            <a:off x="6886440" y="2552760"/>
            <a:ext cx="2160" cy="3240"/>
          </a:xfrm>
          <a:custGeom>
            <a:avLst/>
            <a:gdLst/>
            <a:ahLst/>
            <a:rect l="0" t="0" r="r" b="b"/>
            <a:pathLst>
              <a:path fill="none" w="6" h="9">
                <a:moveTo>
                  <a:pt x="6" y="0"/>
                </a:moveTo>
                <a:lnTo>
                  <a:pt x="6" y="2"/>
                </a:lnTo>
                <a:lnTo>
                  <a:pt x="4" y="6"/>
                </a:lnTo>
                <a:lnTo>
                  <a:pt x="4" y="8"/>
                </a:lnTo>
                <a:lnTo>
                  <a:pt x="3" y="9"/>
                </a:lnTo>
                <a:lnTo>
                  <a:pt x="2" y="9"/>
                </a:lnTo>
                <a:lnTo>
                  <a:pt x="2" y="8"/>
                </a:lnTo>
                <a:lnTo>
                  <a:pt x="2" y="7"/>
                </a:lnTo>
                <a:lnTo>
                  <a:pt x="2" y="6"/>
                </a:lnTo>
                <a:lnTo>
                  <a:pt x="2" y="5"/>
                </a:lnTo>
                <a:lnTo>
                  <a:pt x="2" y="3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800" rIns="50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3" name=""/>
          <p:cNvSpPr/>
          <p:nvPr/>
        </p:nvSpPr>
        <p:spPr>
          <a:xfrm>
            <a:off x="6779160" y="255456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0"/>
                </a:moveTo>
                <a:lnTo>
                  <a:pt x="1" y="0"/>
                </a:lnTo>
                <a:lnTo>
                  <a:pt x="3" y="2"/>
                </a:lnTo>
                <a:lnTo>
                  <a:pt x="3" y="3"/>
                </a:lnTo>
                <a:lnTo>
                  <a:pt x="4" y="3"/>
                </a:lnTo>
                <a:lnTo>
                  <a:pt x="3" y="5"/>
                </a:lnTo>
                <a:lnTo>
                  <a:pt x="1" y="5"/>
                </a:lnTo>
                <a:lnTo>
                  <a:pt x="0" y="3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4" name=""/>
          <p:cNvSpPr/>
          <p:nvPr/>
        </p:nvSpPr>
        <p:spPr>
          <a:xfrm>
            <a:off x="6777360" y="25552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4"/>
                </a:moveTo>
                <a:lnTo>
                  <a:pt x="2" y="4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  <a:lnTo>
                  <a:pt x="3" y="2"/>
                </a:lnTo>
                <a:lnTo>
                  <a:pt x="3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5" name=""/>
          <p:cNvSpPr/>
          <p:nvPr/>
        </p:nvSpPr>
        <p:spPr>
          <a:xfrm>
            <a:off x="6778440" y="255564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6" name=""/>
          <p:cNvSpPr/>
          <p:nvPr/>
        </p:nvSpPr>
        <p:spPr>
          <a:xfrm>
            <a:off x="6779160" y="255564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0"/>
                </a:move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7" name=""/>
          <p:cNvSpPr/>
          <p:nvPr/>
        </p:nvSpPr>
        <p:spPr>
          <a:xfrm>
            <a:off x="6775920" y="2556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8" name=""/>
          <p:cNvSpPr/>
          <p:nvPr/>
        </p:nvSpPr>
        <p:spPr>
          <a:xfrm>
            <a:off x="6776640" y="2556360"/>
            <a:ext cx="1440" cy="720"/>
          </a:xfrm>
          <a:custGeom>
            <a:avLst/>
            <a:gdLst/>
            <a:ahLst/>
            <a:rect l="0" t="0" r="r" b="b"/>
            <a:pathLst>
              <a:path fill="none" w="4" h="2">
                <a:moveTo>
                  <a:pt x="0" y="2"/>
                </a:move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  <a:lnTo>
                  <a:pt x="2" y="2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9" name=""/>
          <p:cNvSpPr/>
          <p:nvPr/>
        </p:nvSpPr>
        <p:spPr>
          <a:xfrm>
            <a:off x="6775560" y="255708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0" name=""/>
          <p:cNvSpPr/>
          <p:nvPr/>
        </p:nvSpPr>
        <p:spPr>
          <a:xfrm flipH="1">
            <a:off x="6775560" y="255708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1" name=""/>
          <p:cNvSpPr/>
          <p:nvPr/>
        </p:nvSpPr>
        <p:spPr>
          <a:xfrm>
            <a:off x="6898320" y="25581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4"/>
                </a:move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2" name=""/>
          <p:cNvSpPr/>
          <p:nvPr/>
        </p:nvSpPr>
        <p:spPr>
          <a:xfrm>
            <a:off x="6773760" y="25592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3" name=""/>
          <p:cNvSpPr/>
          <p:nvPr/>
        </p:nvSpPr>
        <p:spPr>
          <a:xfrm>
            <a:off x="6773760" y="255924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4" name=""/>
          <p:cNvSpPr/>
          <p:nvPr/>
        </p:nvSpPr>
        <p:spPr>
          <a:xfrm>
            <a:off x="6774120" y="25585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4" y="0"/>
                </a:moveTo>
                <a:lnTo>
                  <a:pt x="4" y="1"/>
                </a:lnTo>
                <a:lnTo>
                  <a:pt x="4" y="3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0" y="0"/>
                </a:lnTo>
                <a:lnTo>
                  <a:pt x="2" y="0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5" name=""/>
          <p:cNvSpPr/>
          <p:nvPr/>
        </p:nvSpPr>
        <p:spPr>
          <a:xfrm>
            <a:off x="6773400" y="2560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6" name=""/>
          <p:cNvSpPr/>
          <p:nvPr/>
        </p:nvSpPr>
        <p:spPr>
          <a:xfrm>
            <a:off x="6772680" y="25599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3" y="3"/>
                </a:move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1" y="3"/>
                </a:lnTo>
                <a:lnTo>
                  <a:pt x="3" y="2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5" y="2"/>
                </a:lnTo>
                <a:lnTo>
                  <a:pt x="4" y="3"/>
                </a:lnTo>
                <a:lnTo>
                  <a:pt x="3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7" name=""/>
          <p:cNvSpPr/>
          <p:nvPr/>
        </p:nvSpPr>
        <p:spPr>
          <a:xfrm>
            <a:off x="6926400" y="2564280"/>
            <a:ext cx="2160" cy="2160"/>
          </a:xfrm>
          <a:custGeom>
            <a:avLst/>
            <a:gdLst/>
            <a:ahLst/>
            <a:rect l="0" t="0" r="r" b="b"/>
            <a:pathLst>
              <a:path fill="none" w="6" h="6">
                <a:moveTo>
                  <a:pt x="2" y="2"/>
                </a:moveTo>
                <a:lnTo>
                  <a:pt x="3" y="2"/>
                </a:lnTo>
                <a:lnTo>
                  <a:pt x="3" y="0"/>
                </a:lnTo>
                <a:lnTo>
                  <a:pt x="4" y="2"/>
                </a:lnTo>
                <a:lnTo>
                  <a:pt x="4" y="3"/>
                </a:lnTo>
                <a:lnTo>
                  <a:pt x="6" y="3"/>
                </a:lnTo>
                <a:lnTo>
                  <a:pt x="6" y="4"/>
                </a:lnTo>
                <a:lnTo>
                  <a:pt x="4" y="4"/>
                </a:lnTo>
                <a:lnTo>
                  <a:pt x="3" y="4"/>
                </a:lnTo>
                <a:lnTo>
                  <a:pt x="2" y="6"/>
                </a:lnTo>
                <a:lnTo>
                  <a:pt x="0" y="4"/>
                </a:lnTo>
                <a:lnTo>
                  <a:pt x="0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8" name=""/>
          <p:cNvSpPr/>
          <p:nvPr/>
        </p:nvSpPr>
        <p:spPr>
          <a:xfrm>
            <a:off x="6870240" y="256716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2" y="1"/>
                </a:moveTo>
                <a:lnTo>
                  <a:pt x="3" y="1"/>
                </a:lnTo>
                <a:lnTo>
                  <a:pt x="3" y="3"/>
                </a:lnTo>
                <a:lnTo>
                  <a:pt x="3" y="4"/>
                </a:lnTo>
                <a:lnTo>
                  <a:pt x="5" y="4"/>
                </a:lnTo>
                <a:lnTo>
                  <a:pt x="3" y="5"/>
                </a:lnTo>
                <a:lnTo>
                  <a:pt x="2" y="4"/>
                </a:lnTo>
                <a:lnTo>
                  <a:pt x="2" y="3"/>
                </a:lnTo>
                <a:lnTo>
                  <a:pt x="0" y="1"/>
                </a:lnTo>
                <a:lnTo>
                  <a:pt x="2" y="1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9" name=""/>
          <p:cNvSpPr/>
          <p:nvPr/>
        </p:nvSpPr>
        <p:spPr>
          <a:xfrm>
            <a:off x="6870240" y="2566440"/>
            <a:ext cx="2160" cy="2880"/>
          </a:xfrm>
          <a:custGeom>
            <a:avLst/>
            <a:gdLst/>
            <a:ahLst/>
            <a:rect l="0" t="0" r="r" b="b"/>
            <a:pathLst>
              <a:path fill="none" w="6" h="8">
                <a:moveTo>
                  <a:pt x="0" y="0"/>
                </a:moveTo>
                <a:lnTo>
                  <a:pt x="0" y="3"/>
                </a:lnTo>
                <a:lnTo>
                  <a:pt x="0" y="4"/>
                </a:lnTo>
                <a:lnTo>
                  <a:pt x="0" y="5"/>
                </a:lnTo>
                <a:lnTo>
                  <a:pt x="0" y="6"/>
                </a:lnTo>
                <a:lnTo>
                  <a:pt x="2" y="7"/>
                </a:lnTo>
                <a:lnTo>
                  <a:pt x="3" y="8"/>
                </a:lnTo>
                <a:lnTo>
                  <a:pt x="4" y="8"/>
                </a:lnTo>
                <a:lnTo>
                  <a:pt x="6" y="7"/>
                </a:lnTo>
                <a:lnTo>
                  <a:pt x="6" y="6"/>
                </a:lnTo>
                <a:lnTo>
                  <a:pt x="4" y="5"/>
                </a:lnTo>
                <a:lnTo>
                  <a:pt x="3" y="3"/>
                </a:lnTo>
                <a:lnTo>
                  <a:pt x="3" y="2"/>
                </a:lnTo>
                <a:lnTo>
                  <a:pt x="2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0" name=""/>
          <p:cNvSpPr/>
          <p:nvPr/>
        </p:nvSpPr>
        <p:spPr>
          <a:xfrm>
            <a:off x="6889680" y="25693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1" name=""/>
          <p:cNvSpPr/>
          <p:nvPr/>
        </p:nvSpPr>
        <p:spPr>
          <a:xfrm>
            <a:off x="6889680" y="2569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2" name=""/>
          <p:cNvSpPr/>
          <p:nvPr/>
        </p:nvSpPr>
        <p:spPr>
          <a:xfrm flipV="1">
            <a:off x="6888960" y="2569680"/>
            <a:ext cx="720" cy="72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3" name=""/>
          <p:cNvSpPr/>
          <p:nvPr/>
        </p:nvSpPr>
        <p:spPr>
          <a:xfrm>
            <a:off x="6889320" y="257004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4" name=""/>
          <p:cNvSpPr/>
          <p:nvPr/>
        </p:nvSpPr>
        <p:spPr>
          <a:xfrm>
            <a:off x="6890040" y="25696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5" name=""/>
          <p:cNvSpPr/>
          <p:nvPr/>
        </p:nvSpPr>
        <p:spPr>
          <a:xfrm>
            <a:off x="6889680" y="257040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6" name=""/>
          <p:cNvSpPr/>
          <p:nvPr/>
        </p:nvSpPr>
        <p:spPr>
          <a:xfrm>
            <a:off x="6888960" y="256932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5" y="0"/>
                </a:moveTo>
                <a:lnTo>
                  <a:pt x="6" y="1"/>
                </a:lnTo>
                <a:lnTo>
                  <a:pt x="6" y="3"/>
                </a:lnTo>
                <a:lnTo>
                  <a:pt x="6" y="4"/>
                </a:lnTo>
                <a:lnTo>
                  <a:pt x="5" y="4"/>
                </a:lnTo>
                <a:lnTo>
                  <a:pt x="4" y="4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  <a:lnTo>
                  <a:pt x="0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7" name=""/>
          <p:cNvSpPr/>
          <p:nvPr/>
        </p:nvSpPr>
        <p:spPr>
          <a:xfrm>
            <a:off x="6909480" y="25765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8" name=""/>
          <p:cNvSpPr/>
          <p:nvPr/>
        </p:nvSpPr>
        <p:spPr>
          <a:xfrm>
            <a:off x="6909120" y="25761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3" y="0"/>
                </a:moveTo>
                <a:lnTo>
                  <a:pt x="4" y="2"/>
                </a:lnTo>
                <a:lnTo>
                  <a:pt x="4" y="3"/>
                </a:lnTo>
                <a:lnTo>
                  <a:pt x="3" y="4"/>
                </a:lnTo>
                <a:lnTo>
                  <a:pt x="2" y="4"/>
                </a:lnTo>
                <a:lnTo>
                  <a:pt x="0" y="3"/>
                </a:lnTo>
                <a:lnTo>
                  <a:pt x="0" y="2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29" name=""/>
          <p:cNvSpPr/>
          <p:nvPr/>
        </p:nvSpPr>
        <p:spPr>
          <a:xfrm>
            <a:off x="6918840" y="2581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0" name=""/>
          <p:cNvSpPr/>
          <p:nvPr/>
        </p:nvSpPr>
        <p:spPr>
          <a:xfrm>
            <a:off x="6918120" y="258156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0" y="0"/>
                </a:lnTo>
                <a:lnTo>
                  <a:pt x="0" y="1"/>
                </a:lnTo>
                <a:lnTo>
                  <a:pt x="2" y="1"/>
                </a:lnTo>
                <a:lnTo>
                  <a:pt x="2" y="3"/>
                </a:lnTo>
                <a:lnTo>
                  <a:pt x="4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1" name=""/>
          <p:cNvSpPr/>
          <p:nvPr/>
        </p:nvSpPr>
        <p:spPr>
          <a:xfrm>
            <a:off x="6805440" y="25833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2" name=""/>
          <p:cNvSpPr/>
          <p:nvPr/>
        </p:nvSpPr>
        <p:spPr>
          <a:xfrm>
            <a:off x="6802560" y="2583000"/>
            <a:ext cx="3960" cy="2880"/>
          </a:xfrm>
          <a:custGeom>
            <a:avLst/>
            <a:gdLst/>
            <a:ahLst/>
            <a:rect l="0" t="0" r="r" b="b"/>
            <a:pathLst>
              <a:path fill="none" w="11" h="8">
                <a:moveTo>
                  <a:pt x="7" y="1"/>
                </a:moveTo>
                <a:lnTo>
                  <a:pt x="6" y="2"/>
                </a:lnTo>
                <a:lnTo>
                  <a:pt x="4" y="2"/>
                </a:lnTo>
                <a:lnTo>
                  <a:pt x="3" y="3"/>
                </a:lnTo>
                <a:lnTo>
                  <a:pt x="1" y="3"/>
                </a:lnTo>
                <a:lnTo>
                  <a:pt x="1" y="5"/>
                </a:lnTo>
                <a:lnTo>
                  <a:pt x="0" y="5"/>
                </a:lnTo>
                <a:lnTo>
                  <a:pt x="0" y="6"/>
                </a:lnTo>
                <a:lnTo>
                  <a:pt x="0" y="7"/>
                </a:lnTo>
                <a:lnTo>
                  <a:pt x="1" y="8"/>
                </a:lnTo>
                <a:lnTo>
                  <a:pt x="2" y="8"/>
                </a:lnTo>
                <a:lnTo>
                  <a:pt x="2" y="7"/>
                </a:lnTo>
                <a:lnTo>
                  <a:pt x="3" y="7"/>
                </a:lnTo>
                <a:lnTo>
                  <a:pt x="4" y="7"/>
                </a:lnTo>
                <a:lnTo>
                  <a:pt x="5" y="7"/>
                </a:lnTo>
                <a:lnTo>
                  <a:pt x="6" y="6"/>
                </a:lnTo>
                <a:lnTo>
                  <a:pt x="7" y="5"/>
                </a:lnTo>
                <a:lnTo>
                  <a:pt x="8" y="3"/>
                </a:lnTo>
                <a:lnTo>
                  <a:pt x="10" y="3"/>
                </a:lnTo>
                <a:lnTo>
                  <a:pt x="11" y="2"/>
                </a:lnTo>
                <a:lnTo>
                  <a:pt x="11" y="1"/>
                </a:lnTo>
                <a:lnTo>
                  <a:pt x="10" y="1"/>
                </a:lnTo>
                <a:lnTo>
                  <a:pt x="10" y="0"/>
                </a:lnTo>
                <a:lnTo>
                  <a:pt x="7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3" name=""/>
          <p:cNvSpPr/>
          <p:nvPr/>
        </p:nvSpPr>
        <p:spPr>
          <a:xfrm>
            <a:off x="6754320" y="2586240"/>
            <a:ext cx="720" cy="1080"/>
          </a:xfrm>
          <a:custGeom>
            <a:avLst/>
            <a:gdLst/>
            <a:ahLst/>
            <a:rect l="0" t="0" r="r" b="b"/>
            <a:pathLst>
              <a:path fill="none" w="2" h="3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2" y="3"/>
                </a:lnTo>
                <a:lnTo>
                  <a:pt x="0" y="3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4" name=""/>
          <p:cNvSpPr/>
          <p:nvPr/>
        </p:nvSpPr>
        <p:spPr>
          <a:xfrm>
            <a:off x="6772320" y="258768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5" name=""/>
          <p:cNvSpPr/>
          <p:nvPr/>
        </p:nvSpPr>
        <p:spPr>
          <a:xfrm>
            <a:off x="6902280" y="258732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4"/>
                </a:moveTo>
                <a:lnTo>
                  <a:pt x="2" y="2"/>
                </a:lnTo>
                <a:lnTo>
                  <a:pt x="4" y="2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6" name=""/>
          <p:cNvSpPr/>
          <p:nvPr/>
        </p:nvSpPr>
        <p:spPr>
          <a:xfrm>
            <a:off x="6773400" y="258768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7" name=""/>
          <p:cNvSpPr/>
          <p:nvPr/>
        </p:nvSpPr>
        <p:spPr>
          <a:xfrm>
            <a:off x="6902640" y="258732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2" y="0"/>
                </a:moveTo>
                <a:lnTo>
                  <a:pt x="3" y="0"/>
                </a:lnTo>
                <a:lnTo>
                  <a:pt x="5" y="1"/>
                </a:lnTo>
                <a:lnTo>
                  <a:pt x="3" y="2"/>
                </a:lnTo>
                <a:lnTo>
                  <a:pt x="3" y="4"/>
                </a:lnTo>
                <a:lnTo>
                  <a:pt x="3" y="5"/>
                </a:lnTo>
                <a:lnTo>
                  <a:pt x="2" y="4"/>
                </a:lnTo>
                <a:lnTo>
                  <a:pt x="2" y="2"/>
                </a:lnTo>
                <a:lnTo>
                  <a:pt x="0" y="2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8" name=""/>
          <p:cNvSpPr/>
          <p:nvPr/>
        </p:nvSpPr>
        <p:spPr>
          <a:xfrm>
            <a:off x="6902280" y="258804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39" name=""/>
          <p:cNvSpPr/>
          <p:nvPr/>
        </p:nvSpPr>
        <p:spPr>
          <a:xfrm>
            <a:off x="6749640" y="2588400"/>
            <a:ext cx="720" cy="720"/>
          </a:xfrm>
          <a:custGeom>
            <a:avLst/>
            <a:gdLst/>
            <a:ahLst/>
            <a:rect l="0" t="0" r="r" b="b"/>
            <a:pathLst>
              <a:path fill="none" w="2" h="2">
                <a:moveTo>
                  <a:pt x="0" y="0"/>
                </a:moveTo>
                <a:lnTo>
                  <a:pt x="2" y="0"/>
                </a:lnTo>
                <a:lnTo>
                  <a:pt x="2" y="2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0" name=""/>
          <p:cNvSpPr/>
          <p:nvPr/>
        </p:nvSpPr>
        <p:spPr>
          <a:xfrm>
            <a:off x="6771600" y="258732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lnTo>
                  <a:pt x="7" y="2"/>
                </a:lnTo>
                <a:lnTo>
                  <a:pt x="7" y="4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4" y="5"/>
                </a:lnTo>
                <a:lnTo>
                  <a:pt x="2" y="4"/>
                </a:lnTo>
                <a:lnTo>
                  <a:pt x="1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1" name=""/>
          <p:cNvSpPr/>
          <p:nvPr/>
        </p:nvSpPr>
        <p:spPr>
          <a:xfrm>
            <a:off x="6902280" y="258876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0"/>
                </a:moveTo>
                <a:lnTo>
                  <a:pt x="2" y="2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2" name=""/>
          <p:cNvSpPr/>
          <p:nvPr/>
        </p:nvSpPr>
        <p:spPr>
          <a:xfrm>
            <a:off x="6750000" y="25891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1" y="1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3" name=""/>
          <p:cNvSpPr/>
          <p:nvPr/>
        </p:nvSpPr>
        <p:spPr>
          <a:xfrm>
            <a:off x="6749640" y="2588760"/>
            <a:ext cx="1440" cy="1440"/>
          </a:xfrm>
          <a:custGeom>
            <a:avLst/>
            <a:gdLst/>
            <a:ahLst/>
            <a:rect l="0" t="0" r="r" b="b"/>
            <a:pathLst>
              <a:path fill="none" w="4" h="4">
                <a:moveTo>
                  <a:pt x="0" y="3"/>
                </a:moveTo>
                <a:lnTo>
                  <a:pt x="1" y="4"/>
                </a:lnTo>
                <a:lnTo>
                  <a:pt x="0" y="4"/>
                </a:lnTo>
                <a:lnTo>
                  <a:pt x="1" y="4"/>
                </a:lnTo>
                <a:lnTo>
                  <a:pt x="3" y="4"/>
                </a:lnTo>
                <a:lnTo>
                  <a:pt x="4" y="3"/>
                </a:lnTo>
                <a:lnTo>
                  <a:pt x="4" y="1"/>
                </a:lnTo>
                <a:lnTo>
                  <a:pt x="4" y="0"/>
                </a:lnTo>
                <a:lnTo>
                  <a:pt x="3" y="0"/>
                </a:lnTo>
                <a:lnTo>
                  <a:pt x="1" y="0"/>
                </a:lnTo>
                <a:lnTo>
                  <a:pt x="1" y="1"/>
                </a:lnTo>
                <a:lnTo>
                  <a:pt x="0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4" name=""/>
          <p:cNvSpPr/>
          <p:nvPr/>
        </p:nvSpPr>
        <p:spPr>
          <a:xfrm>
            <a:off x="6840000" y="258948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3"/>
                </a:moveTo>
                <a:lnTo>
                  <a:pt x="0" y="3"/>
                </a:lnTo>
                <a:lnTo>
                  <a:pt x="2" y="1"/>
                </a:lnTo>
                <a:lnTo>
                  <a:pt x="3" y="0"/>
                </a:lnTo>
                <a:lnTo>
                  <a:pt x="4" y="0"/>
                </a:lnTo>
                <a:lnTo>
                  <a:pt x="4" y="1"/>
                </a:lnTo>
                <a:lnTo>
                  <a:pt x="4" y="3"/>
                </a:lnTo>
                <a:lnTo>
                  <a:pt x="3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5" name=""/>
          <p:cNvSpPr/>
          <p:nvPr/>
        </p:nvSpPr>
        <p:spPr>
          <a:xfrm>
            <a:off x="6747480" y="258876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0" y="4"/>
                </a:moveTo>
                <a:lnTo>
                  <a:pt x="1" y="2"/>
                </a:lnTo>
                <a:lnTo>
                  <a:pt x="1" y="1"/>
                </a:lnTo>
                <a:lnTo>
                  <a:pt x="2" y="0"/>
                </a:lnTo>
                <a:lnTo>
                  <a:pt x="4" y="0"/>
                </a:lnTo>
                <a:lnTo>
                  <a:pt x="4" y="1"/>
                </a:lnTo>
                <a:lnTo>
                  <a:pt x="2" y="2"/>
                </a:lnTo>
                <a:lnTo>
                  <a:pt x="2" y="4"/>
                </a:lnTo>
                <a:lnTo>
                  <a:pt x="1" y="4"/>
                </a:lnTo>
                <a:lnTo>
                  <a:pt x="2" y="5"/>
                </a:lnTo>
                <a:lnTo>
                  <a:pt x="1" y="5"/>
                </a:lnTo>
                <a:lnTo>
                  <a:pt x="0" y="5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6" name=""/>
          <p:cNvSpPr/>
          <p:nvPr/>
        </p:nvSpPr>
        <p:spPr>
          <a:xfrm>
            <a:off x="6815520" y="258912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0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  <a:lnTo>
                  <a:pt x="2" y="3"/>
                </a:lnTo>
                <a:lnTo>
                  <a:pt x="3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7" name=""/>
          <p:cNvSpPr/>
          <p:nvPr/>
        </p:nvSpPr>
        <p:spPr>
          <a:xfrm>
            <a:off x="6812640" y="2589120"/>
            <a:ext cx="1800" cy="2160"/>
          </a:xfrm>
          <a:custGeom>
            <a:avLst/>
            <a:gdLst/>
            <a:ahLst/>
            <a:rect l="0" t="0" r="r" b="b"/>
            <a:pathLst>
              <a:path fill="none" w="5" h="6">
                <a:moveTo>
                  <a:pt x="4" y="0"/>
                </a:moveTo>
                <a:lnTo>
                  <a:pt x="3" y="0"/>
                </a:lnTo>
                <a:lnTo>
                  <a:pt x="1" y="0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1" y="4"/>
                </a:lnTo>
                <a:lnTo>
                  <a:pt x="1" y="6"/>
                </a:lnTo>
                <a:lnTo>
                  <a:pt x="3" y="6"/>
                </a:lnTo>
                <a:lnTo>
                  <a:pt x="4" y="4"/>
                </a:lnTo>
                <a:lnTo>
                  <a:pt x="3" y="4"/>
                </a:lnTo>
                <a:lnTo>
                  <a:pt x="4" y="3"/>
                </a:lnTo>
                <a:lnTo>
                  <a:pt x="5" y="3"/>
                </a:lnTo>
                <a:lnTo>
                  <a:pt x="5" y="2"/>
                </a:lnTo>
                <a:lnTo>
                  <a:pt x="5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8" name=""/>
          <p:cNvSpPr/>
          <p:nvPr/>
        </p:nvSpPr>
        <p:spPr>
          <a:xfrm>
            <a:off x="6761160" y="2590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49" name=""/>
          <p:cNvSpPr/>
          <p:nvPr/>
        </p:nvSpPr>
        <p:spPr>
          <a:xfrm>
            <a:off x="6814800" y="25902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0" name=""/>
          <p:cNvSpPr/>
          <p:nvPr/>
        </p:nvSpPr>
        <p:spPr>
          <a:xfrm>
            <a:off x="6748200" y="259020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0" y="0"/>
                </a:move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6" y="0"/>
                </a:lnTo>
                <a:lnTo>
                  <a:pt x="6" y="2"/>
                </a:lnTo>
                <a:lnTo>
                  <a:pt x="4" y="4"/>
                </a:lnTo>
                <a:lnTo>
                  <a:pt x="2" y="4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1" name=""/>
          <p:cNvSpPr/>
          <p:nvPr/>
        </p:nvSpPr>
        <p:spPr>
          <a:xfrm>
            <a:off x="6815520" y="259056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2" name=""/>
          <p:cNvSpPr/>
          <p:nvPr/>
        </p:nvSpPr>
        <p:spPr>
          <a:xfrm>
            <a:off x="6839280" y="2588760"/>
            <a:ext cx="2880" cy="2880"/>
          </a:xfrm>
          <a:custGeom>
            <a:avLst/>
            <a:gdLst/>
            <a:ahLst/>
            <a:rect l="0" t="0" r="r" b="b"/>
            <a:pathLst>
              <a:path fill="none" w="8" h="8">
                <a:moveTo>
                  <a:pt x="0" y="8"/>
                </a:moveTo>
                <a:lnTo>
                  <a:pt x="0" y="7"/>
                </a:lnTo>
                <a:lnTo>
                  <a:pt x="0" y="5"/>
                </a:lnTo>
                <a:lnTo>
                  <a:pt x="1" y="4"/>
                </a:lnTo>
                <a:lnTo>
                  <a:pt x="2" y="2"/>
                </a:lnTo>
                <a:lnTo>
                  <a:pt x="3" y="1"/>
                </a:lnTo>
                <a:lnTo>
                  <a:pt x="6" y="0"/>
                </a:lnTo>
                <a:lnTo>
                  <a:pt x="6" y="1"/>
                </a:lnTo>
                <a:lnTo>
                  <a:pt x="7" y="1"/>
                </a:lnTo>
                <a:lnTo>
                  <a:pt x="8" y="2"/>
                </a:lnTo>
                <a:lnTo>
                  <a:pt x="8" y="3"/>
                </a:lnTo>
                <a:lnTo>
                  <a:pt x="6" y="4"/>
                </a:lnTo>
                <a:lnTo>
                  <a:pt x="6" y="5"/>
                </a:lnTo>
                <a:lnTo>
                  <a:pt x="5" y="5"/>
                </a:lnTo>
                <a:lnTo>
                  <a:pt x="3" y="5"/>
                </a:lnTo>
                <a:lnTo>
                  <a:pt x="3" y="7"/>
                </a:lnTo>
                <a:lnTo>
                  <a:pt x="2" y="7"/>
                </a:lnTo>
                <a:lnTo>
                  <a:pt x="1" y="7"/>
                </a:lnTo>
                <a:lnTo>
                  <a:pt x="1" y="8"/>
                </a:lnTo>
                <a:lnTo>
                  <a:pt x="0" y="8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3" name=""/>
          <p:cNvSpPr/>
          <p:nvPr/>
        </p:nvSpPr>
        <p:spPr>
          <a:xfrm>
            <a:off x="6815880" y="259056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1"/>
                </a:moveTo>
                <a:lnTo>
                  <a:pt x="0" y="0"/>
                </a:lnTo>
                <a:lnTo>
                  <a:pt x="0" y="1"/>
                </a:lnTo>
                <a:lnTo>
                  <a:pt x="0" y="2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4" name=""/>
          <p:cNvSpPr/>
          <p:nvPr/>
        </p:nvSpPr>
        <p:spPr>
          <a:xfrm>
            <a:off x="6764400" y="2590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0" y="0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5" name=""/>
          <p:cNvSpPr/>
          <p:nvPr/>
        </p:nvSpPr>
        <p:spPr>
          <a:xfrm>
            <a:off x="6761880" y="259128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6" name=""/>
          <p:cNvSpPr/>
          <p:nvPr/>
        </p:nvSpPr>
        <p:spPr>
          <a:xfrm>
            <a:off x="6762240" y="259128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7" name=""/>
          <p:cNvSpPr/>
          <p:nvPr/>
        </p:nvSpPr>
        <p:spPr>
          <a:xfrm>
            <a:off x="6760800" y="2589840"/>
            <a:ext cx="4320" cy="2520"/>
          </a:xfrm>
          <a:custGeom>
            <a:avLst/>
            <a:gdLst/>
            <a:ahLst/>
            <a:rect l="0" t="0" r="r" b="b"/>
            <a:pathLst>
              <a:path fill="none" w="12" h="7">
                <a:moveTo>
                  <a:pt x="0" y="1"/>
                </a:moveTo>
                <a:lnTo>
                  <a:pt x="1" y="1"/>
                </a:lnTo>
                <a:lnTo>
                  <a:pt x="2" y="1"/>
                </a:lnTo>
                <a:lnTo>
                  <a:pt x="4" y="1"/>
                </a:lnTo>
                <a:lnTo>
                  <a:pt x="5" y="1"/>
                </a:lnTo>
                <a:lnTo>
                  <a:pt x="6" y="1"/>
                </a:lnTo>
                <a:lnTo>
                  <a:pt x="7" y="0"/>
                </a:lnTo>
                <a:lnTo>
                  <a:pt x="8" y="0"/>
                </a:lnTo>
                <a:lnTo>
                  <a:pt x="8" y="1"/>
                </a:lnTo>
                <a:lnTo>
                  <a:pt x="9" y="2"/>
                </a:lnTo>
                <a:lnTo>
                  <a:pt x="10" y="2"/>
                </a:lnTo>
                <a:lnTo>
                  <a:pt x="11" y="2"/>
                </a:lnTo>
                <a:lnTo>
                  <a:pt x="11" y="3"/>
                </a:lnTo>
                <a:lnTo>
                  <a:pt x="12" y="3"/>
                </a:lnTo>
                <a:lnTo>
                  <a:pt x="12" y="5"/>
                </a:lnTo>
                <a:lnTo>
                  <a:pt x="12" y="6"/>
                </a:lnTo>
                <a:lnTo>
                  <a:pt x="11" y="6"/>
                </a:lnTo>
                <a:lnTo>
                  <a:pt x="9" y="7"/>
                </a:lnTo>
                <a:lnTo>
                  <a:pt x="8" y="6"/>
                </a:lnTo>
                <a:lnTo>
                  <a:pt x="5" y="6"/>
                </a:lnTo>
                <a:lnTo>
                  <a:pt x="4" y="6"/>
                </a:lnTo>
                <a:lnTo>
                  <a:pt x="1" y="5"/>
                </a:lnTo>
                <a:lnTo>
                  <a:pt x="1" y="3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520" rIns="50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8" name=""/>
          <p:cNvSpPr/>
          <p:nvPr/>
        </p:nvSpPr>
        <p:spPr>
          <a:xfrm>
            <a:off x="6815880" y="259128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0"/>
                </a:lnTo>
                <a:lnTo>
                  <a:pt x="0" y="2"/>
                </a:lnTo>
                <a:lnTo>
                  <a:pt x="2" y="2"/>
                </a:lnTo>
                <a:lnTo>
                  <a:pt x="2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9" name=""/>
          <p:cNvSpPr/>
          <p:nvPr/>
        </p:nvSpPr>
        <p:spPr>
          <a:xfrm>
            <a:off x="6816240" y="2591640"/>
            <a:ext cx="360" cy="720"/>
          </a:xfrm>
          <a:custGeom>
            <a:avLst/>
            <a:gdLst/>
            <a:ahLst/>
            <a:rect l="0" t="0" r="r" b="b"/>
            <a:pathLst>
              <a:path fill="none" w="1" h="2">
                <a:moveTo>
                  <a:pt x="0" y="1"/>
                </a:move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0" name=""/>
          <p:cNvSpPr/>
          <p:nvPr/>
        </p:nvSpPr>
        <p:spPr>
          <a:xfrm>
            <a:off x="6816240" y="2589480"/>
            <a:ext cx="2880" cy="4320"/>
          </a:xfrm>
          <a:custGeom>
            <a:avLst/>
            <a:gdLst/>
            <a:ahLst/>
            <a:rect l="0" t="0" r="r" b="b"/>
            <a:pathLst>
              <a:path fill="none" w="8" h="12">
                <a:moveTo>
                  <a:pt x="0" y="3"/>
                </a:moveTo>
                <a:lnTo>
                  <a:pt x="1" y="4"/>
                </a:lnTo>
                <a:lnTo>
                  <a:pt x="2" y="4"/>
                </a:lnTo>
                <a:lnTo>
                  <a:pt x="3" y="5"/>
                </a:lnTo>
                <a:lnTo>
                  <a:pt x="4" y="6"/>
                </a:lnTo>
                <a:lnTo>
                  <a:pt x="6" y="9"/>
                </a:lnTo>
                <a:lnTo>
                  <a:pt x="4" y="10"/>
                </a:lnTo>
                <a:lnTo>
                  <a:pt x="3" y="9"/>
                </a:lnTo>
                <a:lnTo>
                  <a:pt x="2" y="9"/>
                </a:lnTo>
                <a:lnTo>
                  <a:pt x="2" y="10"/>
                </a:lnTo>
                <a:lnTo>
                  <a:pt x="2" y="11"/>
                </a:lnTo>
                <a:lnTo>
                  <a:pt x="3" y="12"/>
                </a:lnTo>
                <a:lnTo>
                  <a:pt x="4" y="12"/>
                </a:lnTo>
                <a:lnTo>
                  <a:pt x="6" y="12"/>
                </a:lnTo>
                <a:lnTo>
                  <a:pt x="7" y="12"/>
                </a:lnTo>
                <a:lnTo>
                  <a:pt x="8" y="11"/>
                </a:lnTo>
                <a:lnTo>
                  <a:pt x="8" y="10"/>
                </a:lnTo>
                <a:lnTo>
                  <a:pt x="8" y="8"/>
                </a:lnTo>
                <a:lnTo>
                  <a:pt x="7" y="6"/>
                </a:lnTo>
                <a:lnTo>
                  <a:pt x="6" y="5"/>
                </a:lnTo>
                <a:lnTo>
                  <a:pt x="4" y="3"/>
                </a:lnTo>
                <a:lnTo>
                  <a:pt x="4" y="2"/>
                </a:lnTo>
                <a:lnTo>
                  <a:pt x="3" y="2"/>
                </a:lnTo>
                <a:lnTo>
                  <a:pt x="2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720" rIns="50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1" name=""/>
          <p:cNvSpPr/>
          <p:nvPr/>
        </p:nvSpPr>
        <p:spPr>
          <a:xfrm>
            <a:off x="6823800" y="2593440"/>
            <a:ext cx="2520" cy="3600"/>
          </a:xfrm>
          <a:custGeom>
            <a:avLst/>
            <a:gdLst/>
            <a:ahLst/>
            <a:rect l="0" t="0" r="r" b="b"/>
            <a:pathLst>
              <a:path fill="none" w="7" h="10">
                <a:moveTo>
                  <a:pt x="4" y="10"/>
                </a:moveTo>
                <a:lnTo>
                  <a:pt x="2" y="10"/>
                </a:lnTo>
                <a:lnTo>
                  <a:pt x="1" y="9"/>
                </a:lnTo>
                <a:lnTo>
                  <a:pt x="1" y="8"/>
                </a:lnTo>
                <a:lnTo>
                  <a:pt x="1" y="7"/>
                </a:lnTo>
                <a:lnTo>
                  <a:pt x="0" y="6"/>
                </a:lnTo>
                <a:lnTo>
                  <a:pt x="0" y="5"/>
                </a:lnTo>
                <a:lnTo>
                  <a:pt x="0" y="4"/>
                </a:lnTo>
                <a:lnTo>
                  <a:pt x="0" y="3"/>
                </a:lnTo>
                <a:lnTo>
                  <a:pt x="1" y="2"/>
                </a:ln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2"/>
                </a:lnTo>
                <a:lnTo>
                  <a:pt x="6" y="3"/>
                </a:lnTo>
                <a:lnTo>
                  <a:pt x="6" y="4"/>
                </a:lnTo>
                <a:lnTo>
                  <a:pt x="6" y="5"/>
                </a:lnTo>
                <a:lnTo>
                  <a:pt x="7" y="7"/>
                </a:lnTo>
                <a:lnTo>
                  <a:pt x="7" y="8"/>
                </a:lnTo>
                <a:lnTo>
                  <a:pt x="6" y="9"/>
                </a:lnTo>
                <a:lnTo>
                  <a:pt x="5" y="9"/>
                </a:lnTo>
                <a:lnTo>
                  <a:pt x="5" y="7"/>
                </a:lnTo>
                <a:lnTo>
                  <a:pt x="5" y="6"/>
                </a:lnTo>
                <a:lnTo>
                  <a:pt x="4" y="4"/>
                </a:lnTo>
                <a:lnTo>
                  <a:pt x="2" y="4"/>
                </a:lnTo>
                <a:lnTo>
                  <a:pt x="2" y="5"/>
                </a:lnTo>
                <a:lnTo>
                  <a:pt x="4" y="7"/>
                </a:lnTo>
                <a:lnTo>
                  <a:pt x="4" y="8"/>
                </a:lnTo>
                <a:lnTo>
                  <a:pt x="4" y="9"/>
                </a:lnTo>
                <a:lnTo>
                  <a:pt x="5" y="10"/>
                </a:lnTo>
                <a:lnTo>
                  <a:pt x="4" y="1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440" rIns="50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2" name=""/>
          <p:cNvSpPr/>
          <p:nvPr/>
        </p:nvSpPr>
        <p:spPr>
          <a:xfrm flipH="1">
            <a:off x="6737400" y="259920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3" name=""/>
          <p:cNvSpPr/>
          <p:nvPr/>
        </p:nvSpPr>
        <p:spPr>
          <a:xfrm>
            <a:off x="6726960" y="259812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0" y="4"/>
                </a:moveTo>
                <a:lnTo>
                  <a:pt x="1" y="2"/>
                </a:lnTo>
                <a:lnTo>
                  <a:pt x="1" y="1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6" y="0"/>
                </a:lnTo>
                <a:lnTo>
                  <a:pt x="6" y="1"/>
                </a:lnTo>
                <a:lnTo>
                  <a:pt x="5" y="2"/>
                </a:lnTo>
                <a:lnTo>
                  <a:pt x="5" y="4"/>
                </a:lnTo>
                <a:lnTo>
                  <a:pt x="3" y="4"/>
                </a:lnTo>
                <a:lnTo>
                  <a:pt x="1" y="4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4" name=""/>
          <p:cNvSpPr/>
          <p:nvPr/>
        </p:nvSpPr>
        <p:spPr>
          <a:xfrm>
            <a:off x="6737400" y="2599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0" y="0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5" name=""/>
          <p:cNvSpPr/>
          <p:nvPr/>
        </p:nvSpPr>
        <p:spPr>
          <a:xfrm>
            <a:off x="6738120" y="2599200"/>
            <a:ext cx="0" cy="720"/>
          </a:xfrm>
          <a:custGeom>
            <a:avLst/>
            <a:gdLst/>
            <a:ahLst/>
            <a:rect l="0" t="0" r="r" b="b"/>
            <a:pathLst>
              <a:path fill="none" w="0" h="2">
                <a:moveTo>
                  <a:pt x="0" y="2"/>
                </a:move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6" name=""/>
          <p:cNvSpPr/>
          <p:nvPr/>
        </p:nvSpPr>
        <p:spPr>
          <a:xfrm>
            <a:off x="6737040" y="25995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0"/>
                </a:moveTo>
                <a:lnTo>
                  <a:pt x="0" y="1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7" name=""/>
          <p:cNvSpPr/>
          <p:nvPr/>
        </p:nvSpPr>
        <p:spPr>
          <a:xfrm flipH="1" flipV="1">
            <a:off x="6861240" y="2611080"/>
            <a:ext cx="36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8" name=""/>
          <p:cNvSpPr/>
          <p:nvPr/>
        </p:nvSpPr>
        <p:spPr>
          <a:xfrm>
            <a:off x="6861960" y="2611440"/>
            <a:ext cx="2880" cy="720"/>
          </a:xfrm>
          <a:custGeom>
            <a:avLst/>
            <a:gdLst/>
            <a:ahLst/>
            <a:rect l="0" t="0" r="r" b="b"/>
            <a:pathLst>
              <a:path fill="none" w="8" h="2">
                <a:moveTo>
                  <a:pt x="1" y="0"/>
                </a:moveTo>
                <a:lnTo>
                  <a:pt x="2" y="0"/>
                </a:lnTo>
                <a:lnTo>
                  <a:pt x="3" y="0"/>
                </a:lnTo>
                <a:lnTo>
                  <a:pt x="5" y="0"/>
                </a:lnTo>
                <a:lnTo>
                  <a:pt x="7" y="0"/>
                </a:lnTo>
                <a:lnTo>
                  <a:pt x="8" y="0"/>
                </a:lnTo>
                <a:lnTo>
                  <a:pt x="8" y="2"/>
                </a:lnTo>
                <a:lnTo>
                  <a:pt x="7" y="2"/>
                </a:lnTo>
                <a:lnTo>
                  <a:pt x="6" y="2"/>
                </a:lnTo>
                <a:lnTo>
                  <a:pt x="5" y="2"/>
                </a:lnTo>
                <a:lnTo>
                  <a:pt x="3" y="2"/>
                </a:lnTo>
                <a:lnTo>
                  <a:pt x="2" y="2"/>
                </a:lnTo>
                <a:lnTo>
                  <a:pt x="1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9" name=""/>
          <p:cNvSpPr/>
          <p:nvPr/>
        </p:nvSpPr>
        <p:spPr>
          <a:xfrm>
            <a:off x="6859800" y="2610360"/>
            <a:ext cx="5400" cy="2520"/>
          </a:xfrm>
          <a:custGeom>
            <a:avLst/>
            <a:gdLst/>
            <a:ahLst/>
            <a:rect l="0" t="0" r="r" b="b"/>
            <a:pathLst>
              <a:path fill="none" w="15" h="7">
                <a:moveTo>
                  <a:pt x="0" y="1"/>
                </a:move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7" y="1"/>
                </a:lnTo>
                <a:lnTo>
                  <a:pt x="8" y="3"/>
                </a:lnTo>
                <a:lnTo>
                  <a:pt x="10" y="3"/>
                </a:lnTo>
                <a:lnTo>
                  <a:pt x="12" y="3"/>
                </a:lnTo>
                <a:lnTo>
                  <a:pt x="13" y="3"/>
                </a:lnTo>
                <a:lnTo>
                  <a:pt x="14" y="3"/>
                </a:lnTo>
                <a:lnTo>
                  <a:pt x="15" y="3"/>
                </a:lnTo>
                <a:lnTo>
                  <a:pt x="15" y="4"/>
                </a:lnTo>
                <a:lnTo>
                  <a:pt x="15" y="5"/>
                </a:lnTo>
                <a:lnTo>
                  <a:pt x="15" y="6"/>
                </a:lnTo>
                <a:lnTo>
                  <a:pt x="14" y="6"/>
                </a:lnTo>
                <a:lnTo>
                  <a:pt x="13" y="7"/>
                </a:lnTo>
                <a:lnTo>
                  <a:pt x="12" y="6"/>
                </a:lnTo>
                <a:lnTo>
                  <a:pt x="11" y="6"/>
                </a:lnTo>
                <a:lnTo>
                  <a:pt x="10" y="6"/>
                </a:lnTo>
                <a:lnTo>
                  <a:pt x="9" y="6"/>
                </a:lnTo>
                <a:lnTo>
                  <a:pt x="8" y="5"/>
                </a:lnTo>
                <a:lnTo>
                  <a:pt x="7" y="5"/>
                </a:lnTo>
                <a:lnTo>
                  <a:pt x="5" y="5"/>
                </a:lnTo>
                <a:lnTo>
                  <a:pt x="4" y="5"/>
                </a:lnTo>
                <a:lnTo>
                  <a:pt x="3" y="4"/>
                </a:lnTo>
                <a:lnTo>
                  <a:pt x="2" y="3"/>
                </a:lnTo>
                <a:lnTo>
                  <a:pt x="1" y="3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520" rIns="50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0" name=""/>
          <p:cNvSpPr/>
          <p:nvPr/>
        </p:nvSpPr>
        <p:spPr>
          <a:xfrm>
            <a:off x="6669720" y="2612520"/>
            <a:ext cx="2520" cy="1080"/>
          </a:xfrm>
          <a:custGeom>
            <a:avLst/>
            <a:gdLst/>
            <a:ahLst/>
            <a:rect l="0" t="0" r="r" b="b"/>
            <a:pathLst>
              <a:path fill="none" w="7" h="3">
                <a:moveTo>
                  <a:pt x="0" y="3"/>
                </a:moveTo>
                <a:lnTo>
                  <a:pt x="0" y="1"/>
                </a:ln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  <a:lnTo>
                  <a:pt x="7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1" name=""/>
          <p:cNvSpPr/>
          <p:nvPr/>
        </p:nvSpPr>
        <p:spPr>
          <a:xfrm>
            <a:off x="6792120" y="26136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0" y="0"/>
                </a:lnTo>
                <a:lnTo>
                  <a:pt x="1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2" name=""/>
          <p:cNvSpPr/>
          <p:nvPr/>
        </p:nvSpPr>
        <p:spPr>
          <a:xfrm>
            <a:off x="6792480" y="261432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3" name=""/>
          <p:cNvSpPr/>
          <p:nvPr/>
        </p:nvSpPr>
        <p:spPr>
          <a:xfrm>
            <a:off x="6669720" y="261324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9" y="0"/>
                </a:moveTo>
                <a:lnTo>
                  <a:pt x="9" y="1"/>
                </a:lnTo>
                <a:lnTo>
                  <a:pt x="9" y="2"/>
                </a:lnTo>
                <a:lnTo>
                  <a:pt x="7" y="4"/>
                </a:lnTo>
                <a:lnTo>
                  <a:pt x="6" y="5"/>
                </a:lnTo>
                <a:lnTo>
                  <a:pt x="3" y="5"/>
                </a:lnTo>
                <a:lnTo>
                  <a:pt x="1" y="4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4" name=""/>
          <p:cNvSpPr/>
          <p:nvPr/>
        </p:nvSpPr>
        <p:spPr>
          <a:xfrm>
            <a:off x="6792120" y="261612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5" name=""/>
          <p:cNvSpPr/>
          <p:nvPr/>
        </p:nvSpPr>
        <p:spPr>
          <a:xfrm>
            <a:off x="6842520" y="261756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4" y="0"/>
                </a:lnTo>
                <a:lnTo>
                  <a:pt x="5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6" name=""/>
          <p:cNvSpPr/>
          <p:nvPr/>
        </p:nvSpPr>
        <p:spPr>
          <a:xfrm>
            <a:off x="6842520" y="26179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0"/>
                </a:moveTo>
                <a:lnTo>
                  <a:pt x="0" y="2"/>
                </a:lnTo>
                <a:lnTo>
                  <a:pt x="1" y="2"/>
                </a:lnTo>
                <a:lnTo>
                  <a:pt x="2" y="4"/>
                </a:lnTo>
                <a:lnTo>
                  <a:pt x="4" y="2"/>
                </a:lnTo>
                <a:lnTo>
                  <a:pt x="5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7" name=""/>
          <p:cNvSpPr/>
          <p:nvPr/>
        </p:nvSpPr>
        <p:spPr>
          <a:xfrm>
            <a:off x="6791400" y="261900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8" name=""/>
          <p:cNvSpPr/>
          <p:nvPr/>
        </p:nvSpPr>
        <p:spPr>
          <a:xfrm>
            <a:off x="6791040" y="261936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9" name=""/>
          <p:cNvSpPr/>
          <p:nvPr/>
        </p:nvSpPr>
        <p:spPr>
          <a:xfrm>
            <a:off x="6681960" y="2619000"/>
            <a:ext cx="6120" cy="1800"/>
          </a:xfrm>
          <a:custGeom>
            <a:avLst/>
            <a:gdLst/>
            <a:ahLst/>
            <a:rect l="0" t="0" r="r" b="b"/>
            <a:pathLst>
              <a:path fill="none" w="17" h="5">
                <a:moveTo>
                  <a:pt x="0" y="5"/>
                </a:moveTo>
                <a:lnTo>
                  <a:pt x="1" y="4"/>
                </a:lnTo>
                <a:lnTo>
                  <a:pt x="4" y="2"/>
                </a:lnTo>
                <a:lnTo>
                  <a:pt x="6" y="0"/>
                </a:lnTo>
                <a:lnTo>
                  <a:pt x="10" y="0"/>
                </a:lnTo>
                <a:lnTo>
                  <a:pt x="13" y="0"/>
                </a:lnTo>
                <a:lnTo>
                  <a:pt x="16" y="0"/>
                </a:lnTo>
                <a:lnTo>
                  <a:pt x="17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0" name=""/>
          <p:cNvSpPr/>
          <p:nvPr/>
        </p:nvSpPr>
        <p:spPr>
          <a:xfrm>
            <a:off x="6838200" y="262008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0" y="1"/>
                </a:moveTo>
                <a:lnTo>
                  <a:pt x="1" y="1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1" name=""/>
          <p:cNvSpPr/>
          <p:nvPr/>
        </p:nvSpPr>
        <p:spPr>
          <a:xfrm>
            <a:off x="6836400" y="2620800"/>
            <a:ext cx="1080" cy="0"/>
          </a:xfrm>
          <a:custGeom>
            <a:avLst/>
            <a:gdLst/>
            <a:ahLst/>
            <a:rect l="0" t="0" r="r" b="b"/>
            <a:pathLst>
              <a:path fill="none" w="3" h="0">
                <a:moveTo>
                  <a:pt x="0" y="0"/>
                </a:moveTo>
                <a:lnTo>
                  <a:pt x="1" y="0"/>
                </a:lnTo>
                <a:lnTo>
                  <a:pt x="2" y="0"/>
                </a:lnTo>
                <a:lnTo>
                  <a:pt x="3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2" name=""/>
          <p:cNvSpPr/>
          <p:nvPr/>
        </p:nvSpPr>
        <p:spPr>
          <a:xfrm>
            <a:off x="6838560" y="2620080"/>
            <a:ext cx="1440" cy="1800"/>
          </a:xfrm>
          <a:custGeom>
            <a:avLst/>
            <a:gdLst/>
            <a:ahLst/>
            <a:rect l="0" t="0" r="r" b="b"/>
            <a:pathLst>
              <a:path fill="none" w="4" h="5">
                <a:moveTo>
                  <a:pt x="3" y="0"/>
                </a:moveTo>
                <a:lnTo>
                  <a:pt x="4" y="0"/>
                </a:lnTo>
                <a:lnTo>
                  <a:pt x="4" y="2"/>
                </a:lnTo>
                <a:lnTo>
                  <a:pt x="3" y="3"/>
                </a:lnTo>
                <a:lnTo>
                  <a:pt x="1" y="5"/>
                </a:lnTo>
                <a:lnTo>
                  <a:pt x="0" y="5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3" name=""/>
          <p:cNvSpPr/>
          <p:nvPr/>
        </p:nvSpPr>
        <p:spPr>
          <a:xfrm>
            <a:off x="6789960" y="262116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4" name=""/>
          <p:cNvSpPr/>
          <p:nvPr/>
        </p:nvSpPr>
        <p:spPr>
          <a:xfrm>
            <a:off x="6789600" y="262152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5" name=""/>
          <p:cNvSpPr/>
          <p:nvPr/>
        </p:nvSpPr>
        <p:spPr>
          <a:xfrm>
            <a:off x="6835320" y="262116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0" y="1"/>
                </a:move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6" name=""/>
          <p:cNvSpPr/>
          <p:nvPr/>
        </p:nvSpPr>
        <p:spPr>
          <a:xfrm>
            <a:off x="6836400" y="262116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6" y="0"/>
                </a:moveTo>
                <a:lnTo>
                  <a:pt x="3" y="0"/>
                </a:lnTo>
                <a:lnTo>
                  <a:pt x="1" y="2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7" name=""/>
          <p:cNvSpPr/>
          <p:nvPr/>
        </p:nvSpPr>
        <p:spPr>
          <a:xfrm>
            <a:off x="6788520" y="2613600"/>
            <a:ext cx="4680" cy="8640"/>
          </a:xfrm>
          <a:custGeom>
            <a:avLst/>
            <a:gdLst/>
            <a:ahLst/>
            <a:rect l="0" t="0" r="r" b="b"/>
            <a:pathLst>
              <a:path fill="none" w="13" h="24">
                <a:moveTo>
                  <a:pt x="3" y="21"/>
                </a:moveTo>
                <a:lnTo>
                  <a:pt x="3" y="19"/>
                </a:lnTo>
                <a:lnTo>
                  <a:pt x="4" y="18"/>
                </a:lnTo>
                <a:lnTo>
                  <a:pt x="5" y="17"/>
                </a:lnTo>
                <a:lnTo>
                  <a:pt x="6" y="16"/>
                </a:lnTo>
                <a:lnTo>
                  <a:pt x="6" y="15"/>
                </a:lnTo>
                <a:lnTo>
                  <a:pt x="7" y="14"/>
                </a:lnTo>
                <a:lnTo>
                  <a:pt x="8" y="13"/>
                </a:lnTo>
                <a:lnTo>
                  <a:pt x="9" y="13"/>
                </a:lnTo>
                <a:lnTo>
                  <a:pt x="9" y="14"/>
                </a:lnTo>
                <a:lnTo>
                  <a:pt x="8" y="15"/>
                </a:lnTo>
                <a:lnTo>
                  <a:pt x="8" y="16"/>
                </a:lnTo>
                <a:lnTo>
                  <a:pt x="7" y="16"/>
                </a:lnTo>
                <a:lnTo>
                  <a:pt x="6" y="18"/>
                </a:lnTo>
                <a:lnTo>
                  <a:pt x="6" y="19"/>
                </a:lnTo>
                <a:lnTo>
                  <a:pt x="5" y="21"/>
                </a:lnTo>
                <a:lnTo>
                  <a:pt x="4" y="22"/>
                </a:lnTo>
                <a:lnTo>
                  <a:pt x="4" y="23"/>
                </a:lnTo>
                <a:lnTo>
                  <a:pt x="3" y="23"/>
                </a:lnTo>
                <a:lnTo>
                  <a:pt x="3" y="24"/>
                </a:lnTo>
                <a:lnTo>
                  <a:pt x="4" y="24"/>
                </a:lnTo>
                <a:lnTo>
                  <a:pt x="5" y="23"/>
                </a:lnTo>
                <a:lnTo>
                  <a:pt x="6" y="22"/>
                </a:lnTo>
                <a:lnTo>
                  <a:pt x="7" y="21"/>
                </a:lnTo>
                <a:lnTo>
                  <a:pt x="8" y="19"/>
                </a:lnTo>
                <a:lnTo>
                  <a:pt x="9" y="18"/>
                </a:lnTo>
                <a:lnTo>
                  <a:pt x="10" y="16"/>
                </a:lnTo>
                <a:lnTo>
                  <a:pt x="11" y="14"/>
                </a:lnTo>
                <a:lnTo>
                  <a:pt x="12" y="12"/>
                </a:lnTo>
                <a:lnTo>
                  <a:pt x="12" y="11"/>
                </a:lnTo>
                <a:lnTo>
                  <a:pt x="13" y="10"/>
                </a:lnTo>
                <a:lnTo>
                  <a:pt x="13" y="8"/>
                </a:lnTo>
                <a:lnTo>
                  <a:pt x="13" y="6"/>
                </a:lnTo>
                <a:lnTo>
                  <a:pt x="13" y="5"/>
                </a:lnTo>
                <a:lnTo>
                  <a:pt x="13" y="3"/>
                </a:lnTo>
                <a:lnTo>
                  <a:pt x="13" y="2"/>
                </a:lnTo>
                <a:lnTo>
                  <a:pt x="13" y="1"/>
                </a:lnTo>
                <a:lnTo>
                  <a:pt x="12" y="1"/>
                </a:lnTo>
                <a:lnTo>
                  <a:pt x="12" y="0"/>
                </a:lnTo>
                <a:lnTo>
                  <a:pt x="11" y="0"/>
                </a:lnTo>
                <a:lnTo>
                  <a:pt x="10" y="0"/>
                </a:lnTo>
                <a:lnTo>
                  <a:pt x="10" y="1"/>
                </a:lnTo>
                <a:lnTo>
                  <a:pt x="10" y="3"/>
                </a:lnTo>
                <a:lnTo>
                  <a:pt x="10" y="4"/>
                </a:lnTo>
                <a:lnTo>
                  <a:pt x="10" y="5"/>
                </a:lnTo>
                <a:lnTo>
                  <a:pt x="10" y="7"/>
                </a:lnTo>
                <a:lnTo>
                  <a:pt x="10" y="8"/>
                </a:lnTo>
                <a:lnTo>
                  <a:pt x="10" y="9"/>
                </a:lnTo>
                <a:lnTo>
                  <a:pt x="9" y="10"/>
                </a:lnTo>
                <a:lnTo>
                  <a:pt x="8" y="11"/>
                </a:lnTo>
                <a:lnTo>
                  <a:pt x="7" y="12"/>
                </a:lnTo>
                <a:lnTo>
                  <a:pt x="6" y="13"/>
                </a:lnTo>
                <a:lnTo>
                  <a:pt x="5" y="14"/>
                </a:lnTo>
                <a:lnTo>
                  <a:pt x="4" y="15"/>
                </a:lnTo>
                <a:lnTo>
                  <a:pt x="4" y="16"/>
                </a:lnTo>
                <a:lnTo>
                  <a:pt x="0" y="22"/>
                </a:lnTo>
                <a:lnTo>
                  <a:pt x="0" y="23"/>
                </a:lnTo>
                <a:lnTo>
                  <a:pt x="2" y="23"/>
                </a:lnTo>
                <a:lnTo>
                  <a:pt x="2" y="22"/>
                </a:lnTo>
                <a:lnTo>
                  <a:pt x="3" y="2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3600" rIns="5040" bIns="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8" name=""/>
          <p:cNvSpPr/>
          <p:nvPr/>
        </p:nvSpPr>
        <p:spPr>
          <a:xfrm>
            <a:off x="6835320" y="2621880"/>
            <a:ext cx="72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9" name=""/>
          <p:cNvSpPr/>
          <p:nvPr/>
        </p:nvSpPr>
        <p:spPr>
          <a:xfrm>
            <a:off x="6788160" y="2621520"/>
            <a:ext cx="720" cy="360"/>
          </a:xfrm>
          <a:custGeom>
            <a:avLst/>
            <a:gdLst/>
            <a:ahLst/>
            <a:rect l="0" t="0" r="r" b="b"/>
            <a:pathLst>
              <a:path fill="none" w="2" h="1">
                <a:moveTo>
                  <a:pt x="2" y="1"/>
                </a:moveTo>
                <a:lnTo>
                  <a:pt x="2" y="0"/>
                </a:lnTo>
                <a:lnTo>
                  <a:pt x="1" y="1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0" name=""/>
          <p:cNvSpPr/>
          <p:nvPr/>
        </p:nvSpPr>
        <p:spPr>
          <a:xfrm>
            <a:off x="6845760" y="2619720"/>
            <a:ext cx="1800" cy="2880"/>
          </a:xfrm>
          <a:custGeom>
            <a:avLst/>
            <a:gdLst/>
            <a:ahLst/>
            <a:rect l="0" t="0" r="r" b="b"/>
            <a:pathLst>
              <a:path fill="none" w="5" h="8">
                <a:moveTo>
                  <a:pt x="2" y="0"/>
                </a:moveTo>
                <a:lnTo>
                  <a:pt x="2" y="1"/>
                </a:lnTo>
                <a:lnTo>
                  <a:pt x="4" y="2"/>
                </a:lnTo>
                <a:lnTo>
                  <a:pt x="4" y="3"/>
                </a:lnTo>
                <a:lnTo>
                  <a:pt x="5" y="5"/>
                </a:lnTo>
                <a:lnTo>
                  <a:pt x="5" y="7"/>
                </a:lnTo>
                <a:lnTo>
                  <a:pt x="4" y="8"/>
                </a:lnTo>
                <a:lnTo>
                  <a:pt x="1" y="8"/>
                </a:lnTo>
                <a:lnTo>
                  <a:pt x="0" y="7"/>
                </a:lnTo>
                <a:lnTo>
                  <a:pt x="1" y="7"/>
                </a:lnTo>
                <a:lnTo>
                  <a:pt x="1" y="6"/>
                </a:lnTo>
                <a:lnTo>
                  <a:pt x="1" y="5"/>
                </a:lnTo>
                <a:lnTo>
                  <a:pt x="1" y="3"/>
                </a:lnTo>
                <a:lnTo>
                  <a:pt x="1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1" name=""/>
          <p:cNvSpPr/>
          <p:nvPr/>
        </p:nvSpPr>
        <p:spPr>
          <a:xfrm>
            <a:off x="6788880" y="2622240"/>
            <a:ext cx="0" cy="0"/>
          </a:xfrm>
          <a:custGeom>
            <a:avLst/>
            <a:gdLst/>
            <a:ahLst/>
            <a:rect l="0" t="0" r="r" b="b"/>
            <a:pathLst>
              <a:path fill="none" w="0" h="0">
                <a:moveTo>
                  <a:pt x="0" y="0"/>
                </a:move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2" name=""/>
          <p:cNvSpPr/>
          <p:nvPr/>
        </p:nvSpPr>
        <p:spPr>
          <a:xfrm>
            <a:off x="6820560" y="2621520"/>
            <a:ext cx="1800" cy="1440"/>
          </a:xfrm>
          <a:custGeom>
            <a:avLst/>
            <a:gdLst/>
            <a:ahLst/>
            <a:rect l="0" t="0" r="r" b="b"/>
            <a:pathLst>
              <a:path fill="none" w="5" h="4">
                <a:moveTo>
                  <a:pt x="0" y="2"/>
                </a:moveTo>
                <a:lnTo>
                  <a:pt x="0" y="3"/>
                </a:lnTo>
                <a:lnTo>
                  <a:pt x="0" y="4"/>
                </a:lnTo>
                <a:lnTo>
                  <a:pt x="2" y="4"/>
                </a:lnTo>
                <a:lnTo>
                  <a:pt x="3" y="4"/>
                </a:lnTo>
                <a:lnTo>
                  <a:pt x="5" y="3"/>
                </a:lnTo>
                <a:lnTo>
                  <a:pt x="3" y="2"/>
                </a:lnTo>
                <a:lnTo>
                  <a:pt x="2" y="2"/>
                </a:lnTo>
                <a:lnTo>
                  <a:pt x="2" y="0"/>
                </a:lnTo>
                <a:lnTo>
                  <a:pt x="2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3" name=""/>
          <p:cNvSpPr/>
          <p:nvPr/>
        </p:nvSpPr>
        <p:spPr>
          <a:xfrm>
            <a:off x="6681600" y="2620440"/>
            <a:ext cx="6480" cy="3600"/>
          </a:xfrm>
          <a:custGeom>
            <a:avLst/>
            <a:gdLst/>
            <a:ahLst/>
            <a:rect l="0" t="0" r="r" b="b"/>
            <a:pathLst>
              <a:path fill="none" w="18" h="10">
                <a:moveTo>
                  <a:pt x="18" y="0"/>
                </a:moveTo>
                <a:lnTo>
                  <a:pt x="17" y="2"/>
                </a:lnTo>
                <a:lnTo>
                  <a:pt x="16" y="4"/>
                </a:lnTo>
                <a:lnTo>
                  <a:pt x="15" y="7"/>
                </a:lnTo>
                <a:lnTo>
                  <a:pt x="14" y="8"/>
                </a:lnTo>
                <a:lnTo>
                  <a:pt x="11" y="9"/>
                </a:lnTo>
                <a:lnTo>
                  <a:pt x="7" y="9"/>
                </a:lnTo>
                <a:lnTo>
                  <a:pt x="3" y="10"/>
                </a:lnTo>
                <a:lnTo>
                  <a:pt x="0" y="9"/>
                </a:lnTo>
                <a:lnTo>
                  <a:pt x="0" y="7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440" rIns="5040" bIns="-14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4" name=""/>
          <p:cNvSpPr/>
          <p:nvPr/>
        </p:nvSpPr>
        <p:spPr>
          <a:xfrm>
            <a:off x="6787080" y="26233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1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5" name=""/>
          <p:cNvSpPr/>
          <p:nvPr/>
        </p:nvSpPr>
        <p:spPr>
          <a:xfrm>
            <a:off x="6786720" y="262188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4" y="1"/>
                </a:moveTo>
                <a:lnTo>
                  <a:pt x="2" y="2"/>
                </a:lnTo>
                <a:lnTo>
                  <a:pt x="1" y="3"/>
                </a:lnTo>
                <a:lnTo>
                  <a:pt x="1" y="5"/>
                </a:lnTo>
                <a:lnTo>
                  <a:pt x="0" y="6"/>
                </a:lnTo>
                <a:lnTo>
                  <a:pt x="0" y="7"/>
                </a:lnTo>
                <a:lnTo>
                  <a:pt x="1" y="7"/>
                </a:lnTo>
                <a:lnTo>
                  <a:pt x="2" y="7"/>
                </a:lnTo>
                <a:lnTo>
                  <a:pt x="4" y="6"/>
                </a:lnTo>
                <a:lnTo>
                  <a:pt x="5" y="5"/>
                </a:lnTo>
                <a:lnTo>
                  <a:pt x="6" y="3"/>
                </a:lnTo>
                <a:lnTo>
                  <a:pt x="6" y="2"/>
                </a:lnTo>
                <a:lnTo>
                  <a:pt x="7" y="2"/>
                </a:lnTo>
                <a:lnTo>
                  <a:pt x="8" y="1"/>
                </a:lnTo>
                <a:lnTo>
                  <a:pt x="8" y="0"/>
                </a:lnTo>
                <a:lnTo>
                  <a:pt x="7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520" rIns="50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6" name=""/>
          <p:cNvSpPr/>
          <p:nvPr/>
        </p:nvSpPr>
        <p:spPr>
          <a:xfrm>
            <a:off x="6812280" y="2625840"/>
            <a:ext cx="2160" cy="1800"/>
          </a:xfrm>
          <a:custGeom>
            <a:avLst/>
            <a:gdLst/>
            <a:ahLst/>
            <a:rect l="0" t="0" r="r" b="b"/>
            <a:pathLst>
              <a:path fill="none" w="6" h="5">
                <a:moveTo>
                  <a:pt x="1" y="5"/>
                </a:moveTo>
                <a:lnTo>
                  <a:pt x="0" y="3"/>
                </a:lnTo>
                <a:lnTo>
                  <a:pt x="0" y="2"/>
                </a:lnTo>
                <a:lnTo>
                  <a:pt x="1" y="2"/>
                </a:lnTo>
                <a:lnTo>
                  <a:pt x="3" y="2"/>
                </a:lnTo>
                <a:lnTo>
                  <a:pt x="4" y="0"/>
                </a:lnTo>
                <a:lnTo>
                  <a:pt x="6" y="2"/>
                </a:lnTo>
                <a:lnTo>
                  <a:pt x="6" y="3"/>
                </a:lnTo>
                <a:lnTo>
                  <a:pt x="6" y="5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7" name=""/>
          <p:cNvSpPr/>
          <p:nvPr/>
        </p:nvSpPr>
        <p:spPr>
          <a:xfrm>
            <a:off x="6813360" y="262764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8" name=""/>
          <p:cNvSpPr/>
          <p:nvPr/>
        </p:nvSpPr>
        <p:spPr>
          <a:xfrm>
            <a:off x="6687360" y="2624400"/>
            <a:ext cx="720" cy="4320"/>
          </a:xfrm>
          <a:custGeom>
            <a:avLst/>
            <a:gdLst/>
            <a:ahLst/>
            <a:rect l="0" t="0" r="r" b="b"/>
            <a:pathLst>
              <a:path fill="none" w="2" h="12">
                <a:moveTo>
                  <a:pt x="2" y="12"/>
                </a:moveTo>
                <a:lnTo>
                  <a:pt x="0" y="11"/>
                </a:lnTo>
                <a:lnTo>
                  <a:pt x="0" y="7"/>
                </a:lnTo>
                <a:lnTo>
                  <a:pt x="0" y="4"/>
                </a:lnTo>
                <a:lnTo>
                  <a:pt x="0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720" rIns="50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99" name=""/>
          <p:cNvSpPr/>
          <p:nvPr/>
        </p:nvSpPr>
        <p:spPr>
          <a:xfrm>
            <a:off x="6688080" y="2623680"/>
            <a:ext cx="1800" cy="5040"/>
          </a:xfrm>
          <a:custGeom>
            <a:avLst/>
            <a:gdLst/>
            <a:ahLst/>
            <a:rect l="0" t="0" r="r" b="b"/>
            <a:pathLst>
              <a:path fill="none" w="5" h="14">
                <a:moveTo>
                  <a:pt x="0" y="0"/>
                </a:moveTo>
                <a:lnTo>
                  <a:pt x="2" y="1"/>
                </a:lnTo>
                <a:lnTo>
                  <a:pt x="3" y="2"/>
                </a:lnTo>
                <a:lnTo>
                  <a:pt x="5" y="5"/>
                </a:lnTo>
                <a:lnTo>
                  <a:pt x="5" y="11"/>
                </a:lnTo>
                <a:lnTo>
                  <a:pt x="3" y="13"/>
                </a:lnTo>
                <a:lnTo>
                  <a:pt x="2" y="1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0" rIns="504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0" name=""/>
          <p:cNvSpPr/>
          <p:nvPr/>
        </p:nvSpPr>
        <p:spPr>
          <a:xfrm>
            <a:off x="6812640" y="2626920"/>
            <a:ext cx="2520" cy="2880"/>
          </a:xfrm>
          <a:custGeom>
            <a:avLst/>
            <a:gdLst/>
            <a:ahLst/>
            <a:rect l="0" t="0" r="r" b="b"/>
            <a:pathLst>
              <a:path fill="none" w="7" h="8">
                <a:moveTo>
                  <a:pt x="5" y="0"/>
                </a:moveTo>
                <a:lnTo>
                  <a:pt x="6" y="3"/>
                </a:lnTo>
                <a:lnTo>
                  <a:pt x="6" y="4"/>
                </a:lnTo>
                <a:lnTo>
                  <a:pt x="7" y="5"/>
                </a:lnTo>
                <a:lnTo>
                  <a:pt x="7" y="7"/>
                </a:lnTo>
                <a:lnTo>
                  <a:pt x="6" y="8"/>
                </a:lnTo>
                <a:lnTo>
                  <a:pt x="5" y="7"/>
                </a:lnTo>
                <a:lnTo>
                  <a:pt x="5" y="6"/>
                </a:lnTo>
                <a:lnTo>
                  <a:pt x="4" y="6"/>
                </a:lnTo>
                <a:lnTo>
                  <a:pt x="2" y="5"/>
                </a:lnTo>
                <a:lnTo>
                  <a:pt x="2" y="4"/>
                </a:lnTo>
                <a:lnTo>
                  <a:pt x="1" y="3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1" name=""/>
          <p:cNvSpPr/>
          <p:nvPr/>
        </p:nvSpPr>
        <p:spPr>
          <a:xfrm>
            <a:off x="6661800" y="2628360"/>
            <a:ext cx="3600" cy="2880"/>
          </a:xfrm>
          <a:custGeom>
            <a:avLst/>
            <a:gdLst/>
            <a:ahLst/>
            <a:rect l="0" t="0" r="r" b="b"/>
            <a:pathLst>
              <a:path fill="none" w="10" h="8">
                <a:moveTo>
                  <a:pt x="0" y="8"/>
                </a:moveTo>
                <a:lnTo>
                  <a:pt x="2" y="5"/>
                </a:lnTo>
                <a:lnTo>
                  <a:pt x="2" y="3"/>
                </a:lnTo>
                <a:lnTo>
                  <a:pt x="5" y="1"/>
                </a:lnTo>
                <a:lnTo>
                  <a:pt x="8" y="0"/>
                </a:lnTo>
                <a:lnTo>
                  <a:pt x="1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2" name=""/>
          <p:cNvSpPr/>
          <p:nvPr/>
        </p:nvSpPr>
        <p:spPr>
          <a:xfrm>
            <a:off x="6727320" y="2629080"/>
            <a:ext cx="3240" cy="2160"/>
          </a:xfrm>
          <a:custGeom>
            <a:avLst/>
            <a:gdLst/>
            <a:ahLst/>
            <a:rect l="0" t="0" r="r" b="b"/>
            <a:pathLst>
              <a:path fill="none" w="9" h="6">
                <a:moveTo>
                  <a:pt x="0" y="2"/>
                </a:moveTo>
                <a:lnTo>
                  <a:pt x="0" y="1"/>
                </a:lnTo>
                <a:lnTo>
                  <a:pt x="2" y="0"/>
                </a:lnTo>
                <a:lnTo>
                  <a:pt x="4" y="0"/>
                </a:lnTo>
                <a:lnTo>
                  <a:pt x="7" y="1"/>
                </a:lnTo>
                <a:lnTo>
                  <a:pt x="8" y="1"/>
                </a:lnTo>
                <a:lnTo>
                  <a:pt x="9" y="3"/>
                </a:lnTo>
                <a:lnTo>
                  <a:pt x="9" y="6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3" name=""/>
          <p:cNvSpPr/>
          <p:nvPr/>
        </p:nvSpPr>
        <p:spPr>
          <a:xfrm>
            <a:off x="6727320" y="2630880"/>
            <a:ext cx="3240" cy="1800"/>
          </a:xfrm>
          <a:custGeom>
            <a:avLst/>
            <a:gdLst/>
            <a:ahLst/>
            <a:rect l="0" t="0" r="r" b="b"/>
            <a:pathLst>
              <a:path fill="none" w="9" h="5">
                <a:moveTo>
                  <a:pt x="9" y="3"/>
                </a:moveTo>
                <a:lnTo>
                  <a:pt x="8" y="5"/>
                </a:lnTo>
                <a:lnTo>
                  <a:pt x="8" y="3"/>
                </a:lnTo>
                <a:lnTo>
                  <a:pt x="6" y="2"/>
                </a:lnTo>
                <a:lnTo>
                  <a:pt x="5" y="0"/>
                </a:lnTo>
                <a:lnTo>
                  <a:pt x="4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4" name=""/>
          <p:cNvSpPr/>
          <p:nvPr/>
        </p:nvSpPr>
        <p:spPr>
          <a:xfrm>
            <a:off x="6662520" y="2628720"/>
            <a:ext cx="3960" cy="3960"/>
          </a:xfrm>
          <a:custGeom>
            <a:avLst/>
            <a:gdLst/>
            <a:ahLst/>
            <a:rect l="0" t="0" r="r" b="b"/>
            <a:pathLst>
              <a:path fill="none" w="11" h="11">
                <a:moveTo>
                  <a:pt x="11" y="0"/>
                </a:moveTo>
                <a:lnTo>
                  <a:pt x="11" y="1"/>
                </a:lnTo>
                <a:lnTo>
                  <a:pt x="10" y="4"/>
                </a:lnTo>
                <a:lnTo>
                  <a:pt x="10" y="7"/>
                </a:lnTo>
                <a:lnTo>
                  <a:pt x="7" y="9"/>
                </a:lnTo>
                <a:lnTo>
                  <a:pt x="5" y="10"/>
                </a:lnTo>
                <a:lnTo>
                  <a:pt x="3" y="11"/>
                </a:lnTo>
                <a:lnTo>
                  <a:pt x="0" y="1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080" rIns="50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5" name=""/>
          <p:cNvSpPr/>
          <p:nvPr/>
        </p:nvSpPr>
        <p:spPr>
          <a:xfrm>
            <a:off x="6774840" y="263268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6" name=""/>
          <p:cNvSpPr/>
          <p:nvPr/>
        </p:nvSpPr>
        <p:spPr>
          <a:xfrm>
            <a:off x="6774480" y="2632320"/>
            <a:ext cx="1080" cy="1800"/>
          </a:xfrm>
          <a:custGeom>
            <a:avLst/>
            <a:gdLst/>
            <a:ahLst/>
            <a:rect l="0" t="0" r="r" b="b"/>
            <a:pathLst>
              <a:path fill="none" w="3" h="5">
                <a:moveTo>
                  <a:pt x="3" y="2"/>
                </a:moveTo>
                <a:lnTo>
                  <a:pt x="3" y="0"/>
                </a:lnTo>
                <a:lnTo>
                  <a:pt x="2" y="2"/>
                </a:lnTo>
                <a:lnTo>
                  <a:pt x="0" y="2"/>
                </a:lnTo>
                <a:lnTo>
                  <a:pt x="0" y="3"/>
                </a:lnTo>
                <a:lnTo>
                  <a:pt x="0" y="5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7" name=""/>
          <p:cNvSpPr/>
          <p:nvPr/>
        </p:nvSpPr>
        <p:spPr>
          <a:xfrm>
            <a:off x="6681240" y="2634480"/>
            <a:ext cx="3960" cy="2160"/>
          </a:xfrm>
          <a:custGeom>
            <a:avLst/>
            <a:gdLst/>
            <a:ahLst/>
            <a:rect l="0" t="0" r="r" b="b"/>
            <a:pathLst>
              <a:path fill="none" w="11" h="6">
                <a:moveTo>
                  <a:pt x="0" y="6"/>
                </a:moveTo>
                <a:lnTo>
                  <a:pt x="1" y="4"/>
                </a:lnTo>
                <a:lnTo>
                  <a:pt x="3" y="1"/>
                </a:lnTo>
                <a:lnTo>
                  <a:pt x="5" y="0"/>
                </a:lnTo>
                <a:lnTo>
                  <a:pt x="8" y="0"/>
                </a:lnTo>
                <a:lnTo>
                  <a:pt x="10" y="0"/>
                </a:lnTo>
                <a:lnTo>
                  <a:pt x="11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8" name=""/>
          <p:cNvSpPr/>
          <p:nvPr/>
        </p:nvSpPr>
        <p:spPr>
          <a:xfrm>
            <a:off x="6681600" y="2635560"/>
            <a:ext cx="3600" cy="2880"/>
          </a:xfrm>
          <a:custGeom>
            <a:avLst/>
            <a:gdLst/>
            <a:ahLst/>
            <a:rect l="0" t="0" r="r" b="b"/>
            <a:pathLst>
              <a:path fill="none" w="10" h="8">
                <a:moveTo>
                  <a:pt x="10" y="0"/>
                </a:moveTo>
                <a:lnTo>
                  <a:pt x="10" y="3"/>
                </a:lnTo>
                <a:lnTo>
                  <a:pt x="9" y="5"/>
                </a:lnTo>
                <a:lnTo>
                  <a:pt x="7" y="6"/>
                </a:lnTo>
                <a:lnTo>
                  <a:pt x="5" y="7"/>
                </a:lnTo>
                <a:lnTo>
                  <a:pt x="2" y="8"/>
                </a:lnTo>
                <a:lnTo>
                  <a:pt x="0" y="7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9" name=""/>
          <p:cNvSpPr/>
          <p:nvPr/>
        </p:nvSpPr>
        <p:spPr>
          <a:xfrm>
            <a:off x="6728400" y="2638440"/>
            <a:ext cx="2880" cy="3240"/>
          </a:xfrm>
          <a:custGeom>
            <a:avLst/>
            <a:gdLst/>
            <a:ahLst/>
            <a:rect l="0" t="0" r="r" b="b"/>
            <a:pathLst>
              <a:path fill="none" w="8" h="9">
                <a:moveTo>
                  <a:pt x="0" y="9"/>
                </a:moveTo>
                <a:lnTo>
                  <a:pt x="1" y="8"/>
                </a:lnTo>
                <a:lnTo>
                  <a:pt x="1" y="7"/>
                </a:lnTo>
                <a:lnTo>
                  <a:pt x="1" y="6"/>
                </a:lnTo>
                <a:lnTo>
                  <a:pt x="2" y="4"/>
                </a:lnTo>
                <a:lnTo>
                  <a:pt x="4" y="2"/>
                </a:lnTo>
                <a:lnTo>
                  <a:pt x="5" y="1"/>
                </a:lnTo>
                <a:lnTo>
                  <a:pt x="6" y="0"/>
                </a:lnTo>
                <a:lnTo>
                  <a:pt x="8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800" rIns="50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0" name=""/>
          <p:cNvSpPr/>
          <p:nvPr/>
        </p:nvSpPr>
        <p:spPr>
          <a:xfrm>
            <a:off x="6728760" y="2639160"/>
            <a:ext cx="3240" cy="3240"/>
          </a:xfrm>
          <a:custGeom>
            <a:avLst/>
            <a:gdLst/>
            <a:ahLst/>
            <a:rect l="0" t="0" r="r" b="b"/>
            <a:pathLst>
              <a:path fill="none" w="9" h="9">
                <a:moveTo>
                  <a:pt x="9" y="0"/>
                </a:moveTo>
                <a:lnTo>
                  <a:pt x="9" y="2"/>
                </a:lnTo>
                <a:lnTo>
                  <a:pt x="8" y="4"/>
                </a:lnTo>
                <a:lnTo>
                  <a:pt x="6" y="6"/>
                </a:lnTo>
                <a:lnTo>
                  <a:pt x="4" y="8"/>
                </a:lnTo>
                <a:lnTo>
                  <a:pt x="1" y="9"/>
                </a:lnTo>
                <a:lnTo>
                  <a:pt x="0" y="9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800" rIns="5040" bIns="-18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1" name=""/>
          <p:cNvSpPr/>
          <p:nvPr/>
        </p:nvSpPr>
        <p:spPr>
          <a:xfrm>
            <a:off x="6807240" y="2642400"/>
            <a:ext cx="1080" cy="720"/>
          </a:xfrm>
          <a:custGeom>
            <a:avLst/>
            <a:gdLst/>
            <a:ahLst/>
            <a:rect l="0" t="0" r="r" b="b"/>
            <a:pathLst>
              <a:path fill="none" w="3" h="2">
                <a:moveTo>
                  <a:pt x="3" y="0"/>
                </a:moveTo>
                <a:lnTo>
                  <a:pt x="1" y="0"/>
                </a:lnTo>
                <a:lnTo>
                  <a:pt x="0" y="0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320" rIns="5040" bIns="-43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2" name=""/>
          <p:cNvSpPr/>
          <p:nvPr/>
        </p:nvSpPr>
        <p:spPr>
          <a:xfrm>
            <a:off x="6807240" y="2642040"/>
            <a:ext cx="3240" cy="1080"/>
          </a:xfrm>
          <a:custGeom>
            <a:avLst/>
            <a:gdLst/>
            <a:ahLst/>
            <a:rect l="0" t="0" r="r" b="b"/>
            <a:pathLst>
              <a:path fill="none" w="9" h="3">
                <a:moveTo>
                  <a:pt x="0" y="3"/>
                </a:moveTo>
                <a:lnTo>
                  <a:pt x="3" y="3"/>
                </a:lnTo>
                <a:lnTo>
                  <a:pt x="4" y="3"/>
                </a:lnTo>
                <a:lnTo>
                  <a:pt x="5" y="1"/>
                </a:lnTo>
                <a:lnTo>
                  <a:pt x="6" y="1"/>
                </a:lnTo>
                <a:lnTo>
                  <a:pt x="7" y="1"/>
                </a:lnTo>
                <a:lnTo>
                  <a:pt x="8" y="1"/>
                </a:lnTo>
                <a:lnTo>
                  <a:pt x="7" y="3"/>
                </a:lnTo>
                <a:lnTo>
                  <a:pt x="8" y="3"/>
                </a:lnTo>
                <a:lnTo>
                  <a:pt x="9" y="3"/>
                </a:lnTo>
                <a:lnTo>
                  <a:pt x="9" y="1"/>
                </a:lnTo>
                <a:lnTo>
                  <a:pt x="8" y="0"/>
                </a:lnTo>
                <a:lnTo>
                  <a:pt x="7" y="0"/>
                </a:lnTo>
                <a:lnTo>
                  <a:pt x="6" y="0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3" name=""/>
          <p:cNvSpPr/>
          <p:nvPr/>
        </p:nvSpPr>
        <p:spPr>
          <a:xfrm>
            <a:off x="6807240" y="2642760"/>
            <a:ext cx="1800" cy="360"/>
          </a:xfrm>
          <a:custGeom>
            <a:avLst/>
            <a:gdLst/>
            <a:ahLst/>
            <a:rect l="0" t="0" r="r" b="b"/>
            <a:pathLst>
              <a:path fill="none" w="5" h="1">
                <a:moveTo>
                  <a:pt x="5" y="0"/>
                </a:move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0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4" name=""/>
          <p:cNvSpPr/>
          <p:nvPr/>
        </p:nvSpPr>
        <p:spPr>
          <a:xfrm>
            <a:off x="6806880" y="2643120"/>
            <a:ext cx="2160" cy="0"/>
          </a:xfrm>
          <a:custGeom>
            <a:avLst/>
            <a:gdLst/>
            <a:ahLst/>
            <a:rect l="0" t="0" r="r" b="b"/>
            <a:pathLst>
              <a:path fill="none" w="6" h="0">
                <a:moveTo>
                  <a:pt x="6" y="0"/>
                </a:move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1" y="0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5" name=""/>
          <p:cNvSpPr/>
          <p:nvPr/>
        </p:nvSpPr>
        <p:spPr>
          <a:xfrm>
            <a:off x="6813000" y="264240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2" y="2"/>
                </a:moveTo>
                <a:lnTo>
                  <a:pt x="2" y="4"/>
                </a:lnTo>
                <a:lnTo>
                  <a:pt x="4" y="4"/>
                </a:lnTo>
                <a:lnTo>
                  <a:pt x="5" y="4"/>
                </a:lnTo>
                <a:lnTo>
                  <a:pt x="5" y="2"/>
                </a:lnTo>
                <a:lnTo>
                  <a:pt x="7" y="1"/>
                </a:lnTo>
                <a:lnTo>
                  <a:pt x="5" y="0"/>
                </a:lnTo>
                <a:lnTo>
                  <a:pt x="4" y="0"/>
                </a:lnTo>
                <a:lnTo>
                  <a:pt x="3" y="0"/>
                </a:lnTo>
                <a:lnTo>
                  <a:pt x="2" y="0"/>
                </a:lnTo>
                <a:lnTo>
                  <a:pt x="2" y="1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6" name=""/>
          <p:cNvSpPr/>
          <p:nvPr/>
        </p:nvSpPr>
        <p:spPr>
          <a:xfrm>
            <a:off x="6651720" y="2645640"/>
            <a:ext cx="3240" cy="1440"/>
          </a:xfrm>
          <a:custGeom>
            <a:avLst/>
            <a:gdLst/>
            <a:ahLst/>
            <a:rect l="0" t="0" r="r" b="b"/>
            <a:pathLst>
              <a:path fill="none" w="9" h="4">
                <a:moveTo>
                  <a:pt x="0" y="4"/>
                </a:moveTo>
                <a:lnTo>
                  <a:pt x="3" y="0"/>
                </a:lnTo>
                <a:lnTo>
                  <a:pt x="4" y="0"/>
                </a:lnTo>
                <a:lnTo>
                  <a:pt x="9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7" name=""/>
          <p:cNvSpPr/>
          <p:nvPr/>
        </p:nvSpPr>
        <p:spPr>
          <a:xfrm>
            <a:off x="6657840" y="2645640"/>
            <a:ext cx="5040" cy="2520"/>
          </a:xfrm>
          <a:custGeom>
            <a:avLst/>
            <a:gdLst/>
            <a:ahLst/>
            <a:rect l="0" t="0" r="r" b="b"/>
            <a:pathLst>
              <a:path fill="none" w="14" h="7">
                <a:moveTo>
                  <a:pt x="0" y="0"/>
                </a:moveTo>
                <a:lnTo>
                  <a:pt x="2" y="0"/>
                </a:lnTo>
                <a:lnTo>
                  <a:pt x="4" y="1"/>
                </a:lnTo>
                <a:lnTo>
                  <a:pt x="6" y="2"/>
                </a:lnTo>
                <a:lnTo>
                  <a:pt x="9" y="2"/>
                </a:lnTo>
                <a:lnTo>
                  <a:pt x="11" y="3"/>
                </a:lnTo>
                <a:lnTo>
                  <a:pt x="13" y="3"/>
                </a:lnTo>
                <a:lnTo>
                  <a:pt x="14" y="5"/>
                </a:lnTo>
                <a:lnTo>
                  <a:pt x="14" y="6"/>
                </a:lnTo>
                <a:lnTo>
                  <a:pt x="14" y="7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520" rIns="50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8" name=""/>
          <p:cNvSpPr/>
          <p:nvPr/>
        </p:nvSpPr>
        <p:spPr>
          <a:xfrm>
            <a:off x="6722640" y="2643840"/>
            <a:ext cx="1800" cy="4320"/>
          </a:xfrm>
          <a:custGeom>
            <a:avLst/>
            <a:gdLst/>
            <a:ahLst/>
            <a:rect l="0" t="0" r="r" b="b"/>
            <a:pathLst>
              <a:path fill="none" w="5" h="12">
                <a:moveTo>
                  <a:pt x="1" y="12"/>
                </a:moveTo>
                <a:lnTo>
                  <a:pt x="0" y="11"/>
                </a:lnTo>
                <a:lnTo>
                  <a:pt x="0" y="8"/>
                </a:lnTo>
                <a:lnTo>
                  <a:pt x="0" y="7"/>
                </a:lnTo>
                <a:lnTo>
                  <a:pt x="1" y="6"/>
                </a:lnTo>
                <a:lnTo>
                  <a:pt x="1" y="4"/>
                </a:lnTo>
                <a:lnTo>
                  <a:pt x="2" y="1"/>
                </a:lnTo>
                <a:lnTo>
                  <a:pt x="5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720" rIns="50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9" name=""/>
          <p:cNvSpPr/>
          <p:nvPr/>
        </p:nvSpPr>
        <p:spPr>
          <a:xfrm>
            <a:off x="6723720" y="2644200"/>
            <a:ext cx="1440" cy="3960"/>
          </a:xfrm>
          <a:custGeom>
            <a:avLst/>
            <a:gdLst/>
            <a:ahLst/>
            <a:rect l="0" t="0" r="r" b="b"/>
            <a:pathLst>
              <a:path fill="none" w="4" h="11">
                <a:moveTo>
                  <a:pt x="4" y="0"/>
                </a:moveTo>
                <a:lnTo>
                  <a:pt x="4" y="1"/>
                </a:lnTo>
                <a:lnTo>
                  <a:pt x="4" y="3"/>
                </a:lnTo>
                <a:lnTo>
                  <a:pt x="4" y="5"/>
                </a:lnTo>
                <a:lnTo>
                  <a:pt x="3" y="6"/>
                </a:lnTo>
                <a:lnTo>
                  <a:pt x="1" y="8"/>
                </a:lnTo>
                <a:lnTo>
                  <a:pt x="1" y="11"/>
                </a:lnTo>
                <a:lnTo>
                  <a:pt x="0" y="1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080" rIns="50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0" name=""/>
          <p:cNvSpPr/>
          <p:nvPr/>
        </p:nvSpPr>
        <p:spPr>
          <a:xfrm>
            <a:off x="6653160" y="2647800"/>
            <a:ext cx="2880" cy="1440"/>
          </a:xfrm>
          <a:custGeom>
            <a:avLst/>
            <a:gdLst/>
            <a:ahLst/>
            <a:rect l="0" t="0" r="r" b="b"/>
            <a:pathLst>
              <a:path fill="none" w="8" h="4">
                <a:moveTo>
                  <a:pt x="8" y="0"/>
                </a:moveTo>
                <a:lnTo>
                  <a:pt x="7" y="2"/>
                </a:lnTo>
                <a:lnTo>
                  <a:pt x="6" y="4"/>
                </a:lnTo>
                <a:lnTo>
                  <a:pt x="5" y="4"/>
                </a:lnTo>
                <a:lnTo>
                  <a:pt x="2" y="4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1" name=""/>
          <p:cNvSpPr/>
          <p:nvPr/>
        </p:nvSpPr>
        <p:spPr>
          <a:xfrm>
            <a:off x="6658200" y="2647800"/>
            <a:ext cx="5040" cy="1800"/>
          </a:xfrm>
          <a:custGeom>
            <a:avLst/>
            <a:gdLst/>
            <a:ahLst/>
            <a:rect l="0" t="0" r="r" b="b"/>
            <a:pathLst>
              <a:path fill="none" w="14" h="5">
                <a:moveTo>
                  <a:pt x="14" y="2"/>
                </a:moveTo>
                <a:lnTo>
                  <a:pt x="13" y="4"/>
                </a:lnTo>
                <a:lnTo>
                  <a:pt x="12" y="4"/>
                </a:lnTo>
                <a:lnTo>
                  <a:pt x="10" y="5"/>
                </a:lnTo>
                <a:lnTo>
                  <a:pt x="9" y="4"/>
                </a:lnTo>
                <a:lnTo>
                  <a:pt x="7" y="2"/>
                </a:lnTo>
                <a:lnTo>
                  <a:pt x="5" y="2"/>
                </a:lnTo>
                <a:lnTo>
                  <a:pt x="2" y="2"/>
                </a:lnTo>
                <a:lnTo>
                  <a:pt x="0" y="1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2" name=""/>
          <p:cNvSpPr/>
          <p:nvPr/>
        </p:nvSpPr>
        <p:spPr>
          <a:xfrm>
            <a:off x="6648840" y="2647440"/>
            <a:ext cx="2160" cy="2520"/>
          </a:xfrm>
          <a:custGeom>
            <a:avLst/>
            <a:gdLst/>
            <a:ahLst/>
            <a:rect l="0" t="0" r="r" b="b"/>
            <a:pathLst>
              <a:path fill="none" w="6" h="7">
                <a:moveTo>
                  <a:pt x="0" y="7"/>
                </a:moveTo>
                <a:lnTo>
                  <a:pt x="1" y="3"/>
                </a:lnTo>
                <a:lnTo>
                  <a:pt x="2" y="2"/>
                </a:lnTo>
                <a:lnTo>
                  <a:pt x="6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520" rIns="50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3" name=""/>
          <p:cNvSpPr/>
          <p:nvPr/>
        </p:nvSpPr>
        <p:spPr>
          <a:xfrm>
            <a:off x="6649920" y="2649240"/>
            <a:ext cx="2520" cy="2160"/>
          </a:xfrm>
          <a:custGeom>
            <a:avLst/>
            <a:gdLst/>
            <a:ahLst/>
            <a:rect l="0" t="0" r="r" b="b"/>
            <a:pathLst>
              <a:path fill="none" w="7" h="6">
                <a:moveTo>
                  <a:pt x="7" y="0"/>
                </a:moveTo>
                <a:lnTo>
                  <a:pt x="6" y="1"/>
                </a:lnTo>
                <a:lnTo>
                  <a:pt x="6" y="2"/>
                </a:lnTo>
                <a:lnTo>
                  <a:pt x="4" y="3"/>
                </a:lnTo>
                <a:lnTo>
                  <a:pt x="2" y="5"/>
                </a:lnTo>
                <a:lnTo>
                  <a:pt x="0" y="6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4" name=""/>
          <p:cNvSpPr/>
          <p:nvPr/>
        </p:nvSpPr>
        <p:spPr>
          <a:xfrm flipV="1">
            <a:off x="6810480" y="265248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5" name=""/>
          <p:cNvSpPr/>
          <p:nvPr/>
        </p:nvSpPr>
        <p:spPr>
          <a:xfrm>
            <a:off x="6809760" y="2652840"/>
            <a:ext cx="360" cy="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5040" rIns="5040" bIns="-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6" name=""/>
          <p:cNvSpPr/>
          <p:nvPr/>
        </p:nvSpPr>
        <p:spPr>
          <a:xfrm>
            <a:off x="6808320" y="2652480"/>
            <a:ext cx="2160" cy="1440"/>
          </a:xfrm>
          <a:custGeom>
            <a:avLst/>
            <a:gdLst/>
            <a:ahLst/>
            <a:rect l="0" t="0" r="r" b="b"/>
            <a:pathLst>
              <a:path fill="none" w="6" h="4">
                <a:moveTo>
                  <a:pt x="6" y="0"/>
                </a:moveTo>
                <a:lnTo>
                  <a:pt x="5" y="0"/>
                </a:lnTo>
                <a:lnTo>
                  <a:pt x="3" y="0"/>
                </a:lnTo>
                <a:lnTo>
                  <a:pt x="2" y="2"/>
                </a:lnTo>
                <a:lnTo>
                  <a:pt x="0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7" name=""/>
          <p:cNvSpPr/>
          <p:nvPr/>
        </p:nvSpPr>
        <p:spPr>
          <a:xfrm>
            <a:off x="6807960" y="2653200"/>
            <a:ext cx="2520" cy="1440"/>
          </a:xfrm>
          <a:custGeom>
            <a:avLst/>
            <a:gdLst/>
            <a:ahLst/>
            <a:rect l="0" t="0" r="r" b="b"/>
            <a:pathLst>
              <a:path fill="none" w="7" h="4">
                <a:moveTo>
                  <a:pt x="7" y="0"/>
                </a:moveTo>
                <a:lnTo>
                  <a:pt x="6" y="0"/>
                </a:lnTo>
                <a:lnTo>
                  <a:pt x="5" y="0"/>
                </a:lnTo>
                <a:lnTo>
                  <a:pt x="4" y="2"/>
                </a:lnTo>
                <a:lnTo>
                  <a:pt x="4" y="4"/>
                </a:lnTo>
                <a:lnTo>
                  <a:pt x="3" y="4"/>
                </a:lnTo>
                <a:lnTo>
                  <a:pt x="1" y="2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8" name=""/>
          <p:cNvSpPr/>
          <p:nvPr/>
        </p:nvSpPr>
        <p:spPr>
          <a:xfrm>
            <a:off x="6874920" y="2627640"/>
            <a:ext cx="26640" cy="36000"/>
          </a:xfrm>
          <a:custGeom>
            <a:avLst/>
            <a:gdLst/>
            <a:ahLst/>
            <a:rect l="0" t="0" r="r" b="b"/>
            <a:pathLst>
              <a:path fill="none" w="74" h="100">
                <a:moveTo>
                  <a:pt x="0" y="100"/>
                </a:moveTo>
                <a:lnTo>
                  <a:pt x="1" y="98"/>
                </a:lnTo>
                <a:lnTo>
                  <a:pt x="3" y="95"/>
                </a:lnTo>
                <a:lnTo>
                  <a:pt x="6" y="91"/>
                </a:lnTo>
                <a:lnTo>
                  <a:pt x="9" y="87"/>
                </a:lnTo>
                <a:lnTo>
                  <a:pt x="12" y="83"/>
                </a:lnTo>
                <a:lnTo>
                  <a:pt x="15" y="79"/>
                </a:lnTo>
                <a:lnTo>
                  <a:pt x="18" y="75"/>
                </a:lnTo>
                <a:lnTo>
                  <a:pt x="22" y="70"/>
                </a:lnTo>
                <a:lnTo>
                  <a:pt x="25" y="66"/>
                </a:lnTo>
                <a:lnTo>
                  <a:pt x="29" y="60"/>
                </a:lnTo>
                <a:lnTo>
                  <a:pt x="33" y="55"/>
                </a:lnTo>
                <a:lnTo>
                  <a:pt x="36" y="51"/>
                </a:lnTo>
                <a:lnTo>
                  <a:pt x="40" y="46"/>
                </a:lnTo>
                <a:lnTo>
                  <a:pt x="43" y="41"/>
                </a:lnTo>
                <a:lnTo>
                  <a:pt x="46" y="37"/>
                </a:lnTo>
                <a:lnTo>
                  <a:pt x="49" y="33"/>
                </a:lnTo>
                <a:lnTo>
                  <a:pt x="54" y="28"/>
                </a:lnTo>
                <a:lnTo>
                  <a:pt x="58" y="22"/>
                </a:lnTo>
                <a:lnTo>
                  <a:pt x="60" y="18"/>
                </a:lnTo>
                <a:lnTo>
                  <a:pt x="63" y="14"/>
                </a:lnTo>
                <a:lnTo>
                  <a:pt x="67" y="10"/>
                </a:lnTo>
                <a:lnTo>
                  <a:pt x="69" y="7"/>
                </a:lnTo>
                <a:lnTo>
                  <a:pt x="73" y="4"/>
                </a:lnTo>
                <a:lnTo>
                  <a:pt x="7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9" name=""/>
          <p:cNvSpPr/>
          <p:nvPr/>
        </p:nvSpPr>
        <p:spPr>
          <a:xfrm>
            <a:off x="6801120" y="2672280"/>
            <a:ext cx="0" cy="360"/>
          </a:xfrm>
          <a:prstGeom prst="line">
            <a:avLst/>
          </a:prstGeom>
          <a:ln w="10080">
            <a:solidFill>
              <a:srgbClr val="26262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0" name=""/>
          <p:cNvSpPr/>
          <p:nvPr/>
        </p:nvSpPr>
        <p:spPr>
          <a:xfrm>
            <a:off x="6800400" y="2671920"/>
            <a:ext cx="1800" cy="1800"/>
          </a:xfrm>
          <a:custGeom>
            <a:avLst/>
            <a:gdLst/>
            <a:ahLst/>
            <a:rect l="0" t="0" r="r" b="b"/>
            <a:pathLst>
              <a:path fill="none" w="5" h="5">
                <a:moveTo>
                  <a:pt x="5" y="0"/>
                </a:moveTo>
                <a:lnTo>
                  <a:pt x="3" y="0"/>
                </a:lnTo>
                <a:lnTo>
                  <a:pt x="2" y="0"/>
                </a:lnTo>
                <a:lnTo>
                  <a:pt x="0" y="2"/>
                </a:lnTo>
                <a:lnTo>
                  <a:pt x="0" y="3"/>
                </a:lnTo>
                <a:lnTo>
                  <a:pt x="2" y="5"/>
                </a:lnTo>
                <a:lnTo>
                  <a:pt x="3" y="3"/>
                </a:lnTo>
                <a:lnTo>
                  <a:pt x="5" y="3"/>
                </a:lnTo>
                <a:lnTo>
                  <a:pt x="5" y="2"/>
                </a:lnTo>
                <a:lnTo>
                  <a:pt x="5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1" name=""/>
          <p:cNvSpPr/>
          <p:nvPr/>
        </p:nvSpPr>
        <p:spPr>
          <a:xfrm>
            <a:off x="6787800" y="269820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0"/>
                </a:ln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2" name=""/>
          <p:cNvSpPr/>
          <p:nvPr/>
        </p:nvSpPr>
        <p:spPr>
          <a:xfrm>
            <a:off x="6787080" y="2698920"/>
            <a:ext cx="360" cy="360"/>
          </a:xfrm>
          <a:custGeom>
            <a:avLst/>
            <a:gdLst/>
            <a:ahLst/>
            <a:rect l="0" t="0" r="r" b="b"/>
            <a:pathLst>
              <a:path fill="none" w="1" h="1">
                <a:moveTo>
                  <a:pt x="1" y="0"/>
                </a:moveTo>
                <a:lnTo>
                  <a:pt x="0" y="1"/>
                </a:lnTo>
                <a:lnTo>
                  <a:pt x="1" y="1"/>
                </a:lnTo>
                <a:lnTo>
                  <a:pt x="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4680" rIns="504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3" name=""/>
          <p:cNvSpPr/>
          <p:nvPr/>
        </p:nvSpPr>
        <p:spPr>
          <a:xfrm>
            <a:off x="6596640" y="2666880"/>
            <a:ext cx="4680" cy="46080"/>
          </a:xfrm>
          <a:custGeom>
            <a:avLst/>
            <a:gdLst/>
            <a:ahLst/>
            <a:rect l="0" t="0" r="r" b="b"/>
            <a:pathLst>
              <a:path fill="none" w="13" h="128">
                <a:moveTo>
                  <a:pt x="5" y="0"/>
                </a:moveTo>
                <a:lnTo>
                  <a:pt x="4" y="4"/>
                </a:lnTo>
                <a:lnTo>
                  <a:pt x="4" y="8"/>
                </a:lnTo>
                <a:lnTo>
                  <a:pt x="2" y="14"/>
                </a:lnTo>
                <a:lnTo>
                  <a:pt x="2" y="21"/>
                </a:lnTo>
                <a:lnTo>
                  <a:pt x="2" y="27"/>
                </a:lnTo>
                <a:lnTo>
                  <a:pt x="2" y="33"/>
                </a:lnTo>
                <a:lnTo>
                  <a:pt x="0" y="41"/>
                </a:lnTo>
                <a:lnTo>
                  <a:pt x="2" y="46"/>
                </a:lnTo>
                <a:lnTo>
                  <a:pt x="0" y="51"/>
                </a:lnTo>
                <a:lnTo>
                  <a:pt x="2" y="57"/>
                </a:lnTo>
                <a:lnTo>
                  <a:pt x="2" y="64"/>
                </a:lnTo>
                <a:lnTo>
                  <a:pt x="3" y="71"/>
                </a:lnTo>
                <a:lnTo>
                  <a:pt x="3" y="80"/>
                </a:lnTo>
                <a:lnTo>
                  <a:pt x="4" y="83"/>
                </a:lnTo>
                <a:lnTo>
                  <a:pt x="4" y="89"/>
                </a:lnTo>
                <a:lnTo>
                  <a:pt x="5" y="95"/>
                </a:lnTo>
                <a:lnTo>
                  <a:pt x="6" y="100"/>
                </a:lnTo>
                <a:lnTo>
                  <a:pt x="7" y="105"/>
                </a:lnTo>
                <a:lnTo>
                  <a:pt x="8" y="112"/>
                </a:lnTo>
                <a:lnTo>
                  <a:pt x="9" y="116"/>
                </a:lnTo>
                <a:lnTo>
                  <a:pt x="10" y="120"/>
                </a:lnTo>
                <a:lnTo>
                  <a:pt x="10" y="123"/>
                </a:lnTo>
                <a:lnTo>
                  <a:pt x="13" y="128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4" name=""/>
          <p:cNvSpPr/>
          <p:nvPr/>
        </p:nvSpPr>
        <p:spPr>
          <a:xfrm>
            <a:off x="6759720" y="2713680"/>
            <a:ext cx="720" cy="4320"/>
          </a:xfrm>
          <a:custGeom>
            <a:avLst/>
            <a:gdLst/>
            <a:ahLst/>
            <a:rect l="0" t="0" r="r" b="b"/>
            <a:pathLst>
              <a:path fill="none" w="2" h="12">
                <a:moveTo>
                  <a:pt x="2" y="12"/>
                </a:moveTo>
                <a:lnTo>
                  <a:pt x="0" y="12"/>
                </a:lnTo>
                <a:lnTo>
                  <a:pt x="0" y="10"/>
                </a:lnTo>
                <a:lnTo>
                  <a:pt x="0" y="5"/>
                </a:lnTo>
                <a:lnTo>
                  <a:pt x="0" y="1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720" rIns="50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5" name=""/>
          <p:cNvSpPr/>
          <p:nvPr/>
        </p:nvSpPr>
        <p:spPr>
          <a:xfrm>
            <a:off x="6760800" y="2714040"/>
            <a:ext cx="720" cy="3960"/>
          </a:xfrm>
          <a:custGeom>
            <a:avLst/>
            <a:gdLst/>
            <a:ahLst/>
            <a:rect l="0" t="0" r="r" b="b"/>
            <a:pathLst>
              <a:path fill="none" w="2" h="11">
                <a:moveTo>
                  <a:pt x="0" y="0"/>
                </a:moveTo>
                <a:lnTo>
                  <a:pt x="2" y="1"/>
                </a:lnTo>
                <a:lnTo>
                  <a:pt x="2" y="3"/>
                </a:lnTo>
                <a:lnTo>
                  <a:pt x="2" y="5"/>
                </a:lnTo>
                <a:lnTo>
                  <a:pt x="2" y="8"/>
                </a:lnTo>
                <a:lnTo>
                  <a:pt x="2" y="10"/>
                </a:lnTo>
                <a:lnTo>
                  <a:pt x="0" y="1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1080" rIns="5040" bIns="-10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6" name=""/>
          <p:cNvSpPr/>
          <p:nvPr/>
        </p:nvSpPr>
        <p:spPr>
          <a:xfrm>
            <a:off x="6759360" y="2720160"/>
            <a:ext cx="2880" cy="1800"/>
          </a:xfrm>
          <a:custGeom>
            <a:avLst/>
            <a:gdLst/>
            <a:ahLst/>
            <a:rect l="0" t="0" r="r" b="b"/>
            <a:pathLst>
              <a:path fill="none" w="8" h="5">
                <a:moveTo>
                  <a:pt x="0" y="5"/>
                </a:moveTo>
                <a:lnTo>
                  <a:pt x="1" y="5"/>
                </a:lnTo>
                <a:lnTo>
                  <a:pt x="1" y="4"/>
                </a:lnTo>
                <a:lnTo>
                  <a:pt x="3" y="1"/>
                </a:lnTo>
                <a:lnTo>
                  <a:pt x="5" y="0"/>
                </a:lnTo>
                <a:lnTo>
                  <a:pt x="6" y="0"/>
                </a:lnTo>
                <a:lnTo>
                  <a:pt x="7" y="1"/>
                </a:lnTo>
                <a:lnTo>
                  <a:pt x="8" y="3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7" name=""/>
          <p:cNvSpPr/>
          <p:nvPr/>
        </p:nvSpPr>
        <p:spPr>
          <a:xfrm>
            <a:off x="6759720" y="272268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7" y="0"/>
                </a:moveTo>
                <a:lnTo>
                  <a:pt x="7" y="4"/>
                </a:lnTo>
                <a:lnTo>
                  <a:pt x="7" y="5"/>
                </a:lnTo>
                <a:lnTo>
                  <a:pt x="4" y="5"/>
                </a:lnTo>
                <a:lnTo>
                  <a:pt x="3" y="5"/>
                </a:lnTo>
                <a:lnTo>
                  <a:pt x="2" y="4"/>
                </a:lnTo>
                <a:lnTo>
                  <a:pt x="0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8" name=""/>
          <p:cNvSpPr/>
          <p:nvPr/>
        </p:nvSpPr>
        <p:spPr>
          <a:xfrm>
            <a:off x="6757560" y="2722680"/>
            <a:ext cx="1440" cy="2880"/>
          </a:xfrm>
          <a:custGeom>
            <a:avLst/>
            <a:gdLst/>
            <a:ahLst/>
            <a:rect l="0" t="0" r="r" b="b"/>
            <a:pathLst>
              <a:path fill="none" w="4" h="8">
                <a:moveTo>
                  <a:pt x="2" y="8"/>
                </a:moveTo>
                <a:lnTo>
                  <a:pt x="2" y="7"/>
                </a:lnTo>
                <a:lnTo>
                  <a:pt x="0" y="5"/>
                </a:lnTo>
                <a:lnTo>
                  <a:pt x="2" y="3"/>
                </a:lnTo>
                <a:lnTo>
                  <a:pt x="2" y="2"/>
                </a:lnTo>
                <a:lnTo>
                  <a:pt x="4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160" rIns="504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9" name=""/>
          <p:cNvSpPr/>
          <p:nvPr/>
        </p:nvSpPr>
        <p:spPr>
          <a:xfrm>
            <a:off x="6755760" y="2725560"/>
            <a:ext cx="2880" cy="2520"/>
          </a:xfrm>
          <a:custGeom>
            <a:avLst/>
            <a:gdLst/>
            <a:ahLst/>
            <a:rect l="0" t="0" r="r" b="b"/>
            <a:pathLst>
              <a:path fill="none" w="8" h="7">
                <a:moveTo>
                  <a:pt x="2" y="7"/>
                </a:moveTo>
                <a:lnTo>
                  <a:pt x="1" y="5"/>
                </a:lnTo>
                <a:lnTo>
                  <a:pt x="0" y="4"/>
                </a:lnTo>
                <a:lnTo>
                  <a:pt x="1" y="0"/>
                </a:lnTo>
                <a:lnTo>
                  <a:pt x="3" y="0"/>
                </a:lnTo>
                <a:lnTo>
                  <a:pt x="4" y="0"/>
                </a:lnTo>
                <a:lnTo>
                  <a:pt x="6" y="1"/>
                </a:lnTo>
                <a:lnTo>
                  <a:pt x="7" y="3"/>
                </a:lnTo>
                <a:lnTo>
                  <a:pt x="8" y="5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520" rIns="5040" bIns="-25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0" name=""/>
          <p:cNvSpPr/>
          <p:nvPr/>
        </p:nvSpPr>
        <p:spPr>
          <a:xfrm>
            <a:off x="6753240" y="2728800"/>
            <a:ext cx="2520" cy="1800"/>
          </a:xfrm>
          <a:custGeom>
            <a:avLst/>
            <a:gdLst/>
            <a:ahLst/>
            <a:rect l="0" t="0" r="r" b="b"/>
            <a:pathLst>
              <a:path fill="none" w="7" h="5">
                <a:moveTo>
                  <a:pt x="0" y="5"/>
                </a:moveTo>
                <a:lnTo>
                  <a:pt x="0" y="4"/>
                </a:lnTo>
                <a:lnTo>
                  <a:pt x="1" y="1"/>
                </a:lnTo>
                <a:lnTo>
                  <a:pt x="3" y="0"/>
                </a:lnTo>
                <a:lnTo>
                  <a:pt x="4" y="0"/>
                </a:lnTo>
                <a:lnTo>
                  <a:pt x="5" y="0"/>
                </a:lnTo>
                <a:lnTo>
                  <a:pt x="7" y="1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240" rIns="50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1" name=""/>
          <p:cNvSpPr/>
          <p:nvPr/>
        </p:nvSpPr>
        <p:spPr>
          <a:xfrm>
            <a:off x="6761160" y="2726280"/>
            <a:ext cx="1080" cy="4320"/>
          </a:xfrm>
          <a:custGeom>
            <a:avLst/>
            <a:gdLst/>
            <a:ahLst/>
            <a:rect l="0" t="0" r="r" b="b"/>
            <a:pathLst>
              <a:path fill="none" w="3" h="12">
                <a:moveTo>
                  <a:pt x="0" y="0"/>
                </a:moveTo>
                <a:lnTo>
                  <a:pt x="1" y="2"/>
                </a:lnTo>
                <a:lnTo>
                  <a:pt x="1" y="3"/>
                </a:lnTo>
                <a:lnTo>
                  <a:pt x="3" y="7"/>
                </a:lnTo>
                <a:lnTo>
                  <a:pt x="3" y="8"/>
                </a:lnTo>
                <a:lnTo>
                  <a:pt x="3" y="9"/>
                </a:lnTo>
                <a:lnTo>
                  <a:pt x="1" y="11"/>
                </a:lnTo>
                <a:lnTo>
                  <a:pt x="0" y="1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720" rIns="5040" bIns="-7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2" name=""/>
          <p:cNvSpPr/>
          <p:nvPr/>
        </p:nvSpPr>
        <p:spPr>
          <a:xfrm>
            <a:off x="6757560" y="2733840"/>
            <a:ext cx="3960" cy="1440"/>
          </a:xfrm>
          <a:custGeom>
            <a:avLst/>
            <a:gdLst/>
            <a:ahLst/>
            <a:rect l="0" t="0" r="r" b="b"/>
            <a:pathLst>
              <a:path fill="none" w="11" h="4">
                <a:moveTo>
                  <a:pt x="0" y="3"/>
                </a:moveTo>
                <a:lnTo>
                  <a:pt x="1" y="2"/>
                </a:lnTo>
                <a:lnTo>
                  <a:pt x="3" y="0"/>
                </a:lnTo>
                <a:lnTo>
                  <a:pt x="6" y="2"/>
                </a:lnTo>
                <a:lnTo>
                  <a:pt x="8" y="2"/>
                </a:lnTo>
                <a:lnTo>
                  <a:pt x="10" y="4"/>
                </a:lnTo>
                <a:lnTo>
                  <a:pt x="11" y="4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3" name=""/>
          <p:cNvSpPr/>
          <p:nvPr/>
        </p:nvSpPr>
        <p:spPr>
          <a:xfrm>
            <a:off x="6757560" y="2734920"/>
            <a:ext cx="3600" cy="2160"/>
          </a:xfrm>
          <a:custGeom>
            <a:avLst/>
            <a:gdLst/>
            <a:ahLst/>
            <a:rect l="0" t="0" r="r" b="b"/>
            <a:pathLst>
              <a:path fill="none" w="10" h="6">
                <a:moveTo>
                  <a:pt x="10" y="4"/>
                </a:moveTo>
                <a:lnTo>
                  <a:pt x="10" y="6"/>
                </a:lnTo>
                <a:lnTo>
                  <a:pt x="7" y="6"/>
                </a:lnTo>
                <a:lnTo>
                  <a:pt x="5" y="6"/>
                </a:lnTo>
                <a:lnTo>
                  <a:pt x="3" y="4"/>
                </a:lnTo>
                <a:lnTo>
                  <a:pt x="1" y="2"/>
                </a:lnTo>
                <a:lnTo>
                  <a:pt x="0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2880" rIns="5040" bIns="-28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4" name=""/>
          <p:cNvSpPr/>
          <p:nvPr/>
        </p:nvSpPr>
        <p:spPr>
          <a:xfrm>
            <a:off x="6764760" y="2739240"/>
            <a:ext cx="1440" cy="1080"/>
          </a:xfrm>
          <a:custGeom>
            <a:avLst/>
            <a:gdLst/>
            <a:ahLst/>
            <a:rect l="0" t="0" r="r" b="b"/>
            <a:pathLst>
              <a:path fill="none" w="4" h="3">
                <a:moveTo>
                  <a:pt x="2" y="0"/>
                </a:moveTo>
                <a:lnTo>
                  <a:pt x="0" y="0"/>
                </a:lnTo>
                <a:lnTo>
                  <a:pt x="0" y="1"/>
                </a:lnTo>
                <a:lnTo>
                  <a:pt x="2" y="3"/>
                </a:lnTo>
                <a:lnTo>
                  <a:pt x="4" y="3"/>
                </a:lnTo>
                <a:lnTo>
                  <a:pt x="4" y="1"/>
                </a:lnTo>
                <a:lnTo>
                  <a:pt x="2" y="1"/>
                </a:lnTo>
                <a:lnTo>
                  <a:pt x="2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960" rIns="504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5" name=""/>
          <p:cNvSpPr/>
          <p:nvPr/>
        </p:nvSpPr>
        <p:spPr>
          <a:xfrm>
            <a:off x="6751080" y="279972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0" y="3"/>
                </a:lnTo>
                <a:lnTo>
                  <a:pt x="0" y="4"/>
                </a:lnTo>
                <a:lnTo>
                  <a:pt x="2" y="4"/>
                </a:lnTo>
                <a:lnTo>
                  <a:pt x="2" y="3"/>
                </a:lnTo>
                <a:lnTo>
                  <a:pt x="2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6" name=""/>
          <p:cNvSpPr/>
          <p:nvPr/>
        </p:nvSpPr>
        <p:spPr>
          <a:xfrm>
            <a:off x="6751080" y="2803680"/>
            <a:ext cx="1080" cy="1440"/>
          </a:xfrm>
          <a:custGeom>
            <a:avLst/>
            <a:gdLst/>
            <a:ahLst/>
            <a:rect l="0" t="0" r="r" b="b"/>
            <a:pathLst>
              <a:path fill="none" w="3" h="4">
                <a:moveTo>
                  <a:pt x="3" y="2"/>
                </a:moveTo>
                <a:lnTo>
                  <a:pt x="1" y="0"/>
                </a:lnTo>
                <a:lnTo>
                  <a:pt x="0" y="0"/>
                </a:lnTo>
                <a:lnTo>
                  <a:pt x="0" y="2"/>
                </a:lnTo>
                <a:lnTo>
                  <a:pt x="0" y="4"/>
                </a:lnTo>
                <a:lnTo>
                  <a:pt x="1" y="4"/>
                </a:lnTo>
                <a:lnTo>
                  <a:pt x="1" y="2"/>
                </a:lnTo>
                <a:lnTo>
                  <a:pt x="3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7" name=""/>
          <p:cNvSpPr/>
          <p:nvPr/>
        </p:nvSpPr>
        <p:spPr>
          <a:xfrm>
            <a:off x="6742440" y="2804400"/>
            <a:ext cx="720" cy="1440"/>
          </a:xfrm>
          <a:custGeom>
            <a:avLst/>
            <a:gdLst/>
            <a:ahLst/>
            <a:rect l="0" t="0" r="r" b="b"/>
            <a:pathLst>
              <a:path fill="none" w="2" h="4">
                <a:moveTo>
                  <a:pt x="2" y="2"/>
                </a:moveTo>
                <a:lnTo>
                  <a:pt x="2" y="0"/>
                </a:lnTo>
                <a:lnTo>
                  <a:pt x="0" y="0"/>
                </a:lnTo>
                <a:lnTo>
                  <a:pt x="0" y="2"/>
                </a:lnTo>
                <a:lnTo>
                  <a:pt x="0" y="4"/>
                </a:lnTo>
                <a:lnTo>
                  <a:pt x="2" y="4"/>
                </a:lnTo>
                <a:lnTo>
                  <a:pt x="2" y="2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-3600" rIns="5040" bIns="-360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8" name=""/>
          <p:cNvSpPr/>
          <p:nvPr/>
        </p:nvSpPr>
        <p:spPr>
          <a:xfrm>
            <a:off x="6733080" y="2809800"/>
            <a:ext cx="39960" cy="14760"/>
          </a:xfrm>
          <a:custGeom>
            <a:avLst/>
            <a:gdLst/>
            <a:ahLst/>
            <a:rect l="0" t="0" r="r" b="b"/>
            <a:pathLst>
              <a:path fill="none" w="111" h="41">
                <a:moveTo>
                  <a:pt x="0" y="41"/>
                </a:moveTo>
                <a:lnTo>
                  <a:pt x="6" y="40"/>
                </a:lnTo>
                <a:lnTo>
                  <a:pt x="13" y="38"/>
                </a:lnTo>
                <a:lnTo>
                  <a:pt x="20" y="36"/>
                </a:lnTo>
                <a:lnTo>
                  <a:pt x="27" y="34"/>
                </a:lnTo>
                <a:lnTo>
                  <a:pt x="32" y="33"/>
                </a:lnTo>
                <a:lnTo>
                  <a:pt x="38" y="31"/>
                </a:lnTo>
                <a:lnTo>
                  <a:pt x="46" y="29"/>
                </a:lnTo>
                <a:lnTo>
                  <a:pt x="53" y="27"/>
                </a:lnTo>
                <a:lnTo>
                  <a:pt x="60" y="25"/>
                </a:lnTo>
                <a:lnTo>
                  <a:pt x="67" y="23"/>
                </a:lnTo>
                <a:lnTo>
                  <a:pt x="74" y="21"/>
                </a:lnTo>
                <a:lnTo>
                  <a:pt x="79" y="18"/>
                </a:lnTo>
                <a:lnTo>
                  <a:pt x="84" y="15"/>
                </a:lnTo>
                <a:lnTo>
                  <a:pt x="89" y="13"/>
                </a:lnTo>
                <a:lnTo>
                  <a:pt x="94" y="10"/>
                </a:lnTo>
                <a:lnTo>
                  <a:pt x="98" y="8"/>
                </a:lnTo>
                <a:lnTo>
                  <a:pt x="103" y="5"/>
                </a:lnTo>
                <a:lnTo>
                  <a:pt x="108" y="2"/>
                </a:lnTo>
                <a:lnTo>
                  <a:pt x="111" y="0"/>
                </a:lnTo>
              </a:path>
            </a:pathLst>
          </a:custGeom>
          <a:ln w="10080">
            <a:solidFill>
              <a:srgbClr val="262626"/>
            </a:solidFill>
            <a:round/>
          </a:ln>
        </p:spPr>
        <p:txBody>
          <a:bodyPr lIns="5040" tIns="5040" rIns="5040" bIns="50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9" name=""/>
          <p:cNvSpPr txBox="1"/>
          <p:nvPr/>
        </p:nvSpPr>
        <p:spPr>
          <a:xfrm>
            <a:off x="150120" y="12024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a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0" name=""/>
          <p:cNvSpPr txBox="1"/>
          <p:nvPr/>
        </p:nvSpPr>
        <p:spPr>
          <a:xfrm>
            <a:off x="7842960" y="1073160"/>
            <a:ext cx="4453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Province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551" name=""/>
          <p:cNvPicPr/>
          <p:nvPr/>
        </p:nvPicPr>
        <p:blipFill>
          <a:blip r:embed="rId1"/>
          <a:srcRect l="33338" r="33333" t="977" b="1305"/>
          <a:stretch/>
        </p:blipFill>
        <p:spPr>
          <a:xfrm>
            <a:off x="7843000" y="1355230"/>
            <a:ext cx="101206" cy="1097255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52" name=""/>
          <p:cNvSpPr/>
          <p:nvPr/>
        </p:nvSpPr>
        <p:spPr>
          <a:xfrm>
            <a:off x="7900200" y="2406960"/>
            <a:ext cx="43920" cy="0"/>
          </a:xfrm>
          <a:prstGeom prst="line">
            <a:avLst/>
          </a:prstGeom>
          <a:ln cap="rnd"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3" name=""/>
          <p:cNvSpPr/>
          <p:nvPr/>
        </p:nvSpPr>
        <p:spPr>
          <a:xfrm>
            <a:off x="7900200" y="2107440"/>
            <a:ext cx="43920" cy="0"/>
          </a:xfrm>
          <a:prstGeom prst="line">
            <a:avLst/>
          </a:prstGeom>
          <a:ln cap="rnd"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4" name=""/>
          <p:cNvSpPr/>
          <p:nvPr/>
        </p:nvSpPr>
        <p:spPr>
          <a:xfrm>
            <a:off x="7900200" y="1685520"/>
            <a:ext cx="43920" cy="0"/>
          </a:xfrm>
          <a:prstGeom prst="line">
            <a:avLst/>
          </a:prstGeom>
          <a:ln cap="rnd"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5" name=""/>
          <p:cNvSpPr/>
          <p:nvPr/>
        </p:nvSpPr>
        <p:spPr>
          <a:xfrm>
            <a:off x="7900200" y="1386000"/>
            <a:ext cx="43920" cy="0"/>
          </a:xfrm>
          <a:prstGeom prst="line">
            <a:avLst/>
          </a:prstGeom>
          <a:ln cap="rnd"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6" name=""/>
          <p:cNvSpPr/>
          <p:nvPr/>
        </p:nvSpPr>
        <p:spPr>
          <a:xfrm flipH="1">
            <a:off x="7842960" y="2406960"/>
            <a:ext cx="43920" cy="0"/>
          </a:xfrm>
          <a:prstGeom prst="line">
            <a:avLst/>
          </a:prstGeom>
          <a:ln cap="rnd"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7" name=""/>
          <p:cNvSpPr/>
          <p:nvPr/>
        </p:nvSpPr>
        <p:spPr>
          <a:xfrm flipH="1">
            <a:off x="7842960" y="2107440"/>
            <a:ext cx="43920" cy="0"/>
          </a:xfrm>
          <a:prstGeom prst="line">
            <a:avLst/>
          </a:prstGeom>
          <a:ln cap="rnd"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8" name=""/>
          <p:cNvSpPr/>
          <p:nvPr/>
        </p:nvSpPr>
        <p:spPr>
          <a:xfrm flipH="1">
            <a:off x="7842960" y="1685520"/>
            <a:ext cx="43920" cy="0"/>
          </a:xfrm>
          <a:prstGeom prst="line">
            <a:avLst/>
          </a:prstGeom>
          <a:ln cap="rnd"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9" name=""/>
          <p:cNvSpPr/>
          <p:nvPr/>
        </p:nvSpPr>
        <p:spPr>
          <a:xfrm flipH="1">
            <a:off x="7842960" y="1386000"/>
            <a:ext cx="43920" cy="0"/>
          </a:xfrm>
          <a:prstGeom prst="line">
            <a:avLst/>
          </a:prstGeom>
          <a:ln cap="rnd"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0" name=""/>
          <p:cNvSpPr txBox="1"/>
          <p:nvPr/>
        </p:nvSpPr>
        <p:spPr>
          <a:xfrm>
            <a:off x="7842960" y="1196640"/>
            <a:ext cx="45792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multiplier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1" name=""/>
          <p:cNvSpPr txBox="1"/>
          <p:nvPr/>
        </p:nvSpPr>
        <p:spPr>
          <a:xfrm>
            <a:off x="8001000" y="236916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0.75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2" name=""/>
          <p:cNvSpPr txBox="1"/>
          <p:nvPr/>
        </p:nvSpPr>
        <p:spPr>
          <a:xfrm>
            <a:off x="8001000" y="206964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3" name=""/>
          <p:cNvSpPr txBox="1"/>
          <p:nvPr/>
        </p:nvSpPr>
        <p:spPr>
          <a:xfrm>
            <a:off x="8001000" y="164736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1.50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4" name=""/>
          <p:cNvSpPr txBox="1"/>
          <p:nvPr/>
        </p:nvSpPr>
        <p:spPr>
          <a:xfrm>
            <a:off x="8001000" y="1348200"/>
            <a:ext cx="178560" cy="9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2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2.00</a:t>
            </a:r>
            <a:endParaRPr lang="en-US" sz="7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5" name=""/>
          <p:cNvSpPr txBox="1"/>
          <p:nvPr/>
        </p:nvSpPr>
        <p:spPr>
          <a:xfrm>
            <a:off x="5307120" y="335880"/>
            <a:ext cx="245844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Province random intercepts. Base map GS(2019)1822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6" name=""/>
          <p:cNvSpPr txBox="1"/>
          <p:nvPr/>
        </p:nvSpPr>
        <p:spPr>
          <a:xfrm>
            <a:off x="5307120" y="145440"/>
            <a:ext cx="26506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Regional baselines, net of effort and climate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7" name=""/>
          <p:cNvSpPr txBox="1"/>
          <p:nvPr/>
        </p:nvSpPr>
        <p:spPr>
          <a:xfrm>
            <a:off x="5307120" y="3334320"/>
            <a:ext cx="13881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Grey: outside the analysis scope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8" name=""/>
          <p:cNvSpPr txBox="1"/>
          <p:nvPr/>
        </p:nvSpPr>
        <p:spPr>
          <a:xfrm>
            <a:off x="5307120" y="3437280"/>
            <a:ext cx="244512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595959"/>
                </a:solidFill>
                <a:effectLst/>
                <a:uFillTx/>
                <a:latin typeface="Arial"/>
                <a:ea typeface="Arial"/>
              </a:rPr>
              <a:t>(Taiwan, Hong Kong and Macao have no effort coverage)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9" name=""/>
          <p:cNvSpPr/>
          <p:nvPr/>
        </p:nvSpPr>
        <p:spPr>
          <a:xfrm>
            <a:off x="69480" y="3614760"/>
            <a:ext cx="4529880" cy="3630960"/>
          </a:xfrm>
          <a:custGeom>
            <a:avLst/>
            <a:gdLst/>
            <a:ahLst/>
            <a:rect l="0" t="0" r="r" b="b"/>
            <a:pathLst>
              <a:path w="12583" h="10086">
                <a:moveTo>
                  <a:pt x="0" y="0"/>
                </a:moveTo>
                <a:lnTo>
                  <a:pt x="12583" y="0"/>
                </a:lnTo>
                <a:lnTo>
                  <a:pt x="12583" y="10086"/>
                </a:lnTo>
                <a:lnTo>
                  <a:pt x="0" y="10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0" name=""/>
          <p:cNvSpPr/>
          <p:nvPr/>
        </p:nvSpPr>
        <p:spPr>
          <a:xfrm>
            <a:off x="4599000" y="3614760"/>
            <a:ext cx="3827880" cy="3630960"/>
          </a:xfrm>
          <a:custGeom>
            <a:avLst/>
            <a:gdLst/>
            <a:ahLst/>
            <a:rect l="0" t="0" r="r" b="b"/>
            <a:pathLst>
              <a:path w="10633" h="10086">
                <a:moveTo>
                  <a:pt x="0" y="0"/>
                </a:moveTo>
                <a:lnTo>
                  <a:pt x="10633" y="0"/>
                </a:lnTo>
                <a:lnTo>
                  <a:pt x="10633" y="10086"/>
                </a:lnTo>
                <a:lnTo>
                  <a:pt x="0" y="10086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cap="rnd" w="12240">
            <a:solidFill>
              <a:srgbClr val="FFFFFF"/>
            </a:solidFill>
            <a:round/>
          </a:ln>
        </p:spPr>
        <p:txBody>
          <a:bodyPr lIns="6120" tIns="6120" rIns="6120" bIns="612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1" name=""/>
          <p:cNvSpPr/>
          <p:nvPr/>
        </p:nvSpPr>
        <p:spPr>
          <a:xfrm>
            <a:off x="1008360" y="4210200"/>
            <a:ext cx="2715840" cy="2801160"/>
          </a:xfrm>
          <a:custGeom>
            <a:avLst/>
            <a:gdLst/>
            <a:ahLst/>
            <a:rect l="0" t="0" r="r" b="b"/>
            <a:pathLst>
              <a:path w="7544" h="7781">
                <a:moveTo>
                  <a:pt x="0" y="0"/>
                </a:moveTo>
                <a:lnTo>
                  <a:pt x="7544" y="0"/>
                </a:lnTo>
                <a:lnTo>
                  <a:pt x="7544" y="7781"/>
                </a:lnTo>
                <a:lnTo>
                  <a:pt x="0" y="77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2" name=""/>
          <p:cNvSpPr/>
          <p:nvPr/>
        </p:nvSpPr>
        <p:spPr>
          <a:xfrm>
            <a:off x="1008360" y="695700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3" name=""/>
          <p:cNvSpPr/>
          <p:nvPr/>
        </p:nvSpPr>
        <p:spPr>
          <a:xfrm>
            <a:off x="1008360" y="686736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4" name=""/>
          <p:cNvSpPr/>
          <p:nvPr/>
        </p:nvSpPr>
        <p:spPr>
          <a:xfrm>
            <a:off x="1008360" y="677772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5" name=""/>
          <p:cNvSpPr/>
          <p:nvPr/>
        </p:nvSpPr>
        <p:spPr>
          <a:xfrm>
            <a:off x="1008360" y="668772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6" name=""/>
          <p:cNvSpPr/>
          <p:nvPr/>
        </p:nvSpPr>
        <p:spPr>
          <a:xfrm>
            <a:off x="1008360" y="659808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7" name=""/>
          <p:cNvSpPr/>
          <p:nvPr/>
        </p:nvSpPr>
        <p:spPr>
          <a:xfrm>
            <a:off x="1008360" y="650808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8" name=""/>
          <p:cNvSpPr/>
          <p:nvPr/>
        </p:nvSpPr>
        <p:spPr>
          <a:xfrm>
            <a:off x="1008360" y="641844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79" name=""/>
          <p:cNvSpPr/>
          <p:nvPr/>
        </p:nvSpPr>
        <p:spPr>
          <a:xfrm>
            <a:off x="1008360" y="632880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0" name=""/>
          <p:cNvSpPr/>
          <p:nvPr/>
        </p:nvSpPr>
        <p:spPr>
          <a:xfrm>
            <a:off x="1008360" y="623880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1" name=""/>
          <p:cNvSpPr/>
          <p:nvPr/>
        </p:nvSpPr>
        <p:spPr>
          <a:xfrm>
            <a:off x="1008360" y="614916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2" name=""/>
          <p:cNvSpPr/>
          <p:nvPr/>
        </p:nvSpPr>
        <p:spPr>
          <a:xfrm>
            <a:off x="1008360" y="605952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3" name=""/>
          <p:cNvSpPr/>
          <p:nvPr/>
        </p:nvSpPr>
        <p:spPr>
          <a:xfrm>
            <a:off x="1008360" y="596952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4" name=""/>
          <p:cNvSpPr/>
          <p:nvPr/>
        </p:nvSpPr>
        <p:spPr>
          <a:xfrm>
            <a:off x="1008360" y="587988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5" name=""/>
          <p:cNvSpPr/>
          <p:nvPr/>
        </p:nvSpPr>
        <p:spPr>
          <a:xfrm>
            <a:off x="1008360" y="579024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6" name=""/>
          <p:cNvSpPr/>
          <p:nvPr/>
        </p:nvSpPr>
        <p:spPr>
          <a:xfrm>
            <a:off x="1008360" y="570024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7" name=""/>
          <p:cNvSpPr/>
          <p:nvPr/>
        </p:nvSpPr>
        <p:spPr>
          <a:xfrm>
            <a:off x="1008360" y="561060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8" name=""/>
          <p:cNvSpPr/>
          <p:nvPr/>
        </p:nvSpPr>
        <p:spPr>
          <a:xfrm>
            <a:off x="1008360" y="552060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89" name=""/>
          <p:cNvSpPr/>
          <p:nvPr/>
        </p:nvSpPr>
        <p:spPr>
          <a:xfrm>
            <a:off x="1008360" y="543096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0" name=""/>
          <p:cNvSpPr/>
          <p:nvPr/>
        </p:nvSpPr>
        <p:spPr>
          <a:xfrm>
            <a:off x="1008360" y="534132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1" name=""/>
          <p:cNvSpPr/>
          <p:nvPr/>
        </p:nvSpPr>
        <p:spPr>
          <a:xfrm>
            <a:off x="1008360" y="525132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2" name=""/>
          <p:cNvSpPr/>
          <p:nvPr/>
        </p:nvSpPr>
        <p:spPr>
          <a:xfrm>
            <a:off x="1008360" y="516168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3" name=""/>
          <p:cNvSpPr/>
          <p:nvPr/>
        </p:nvSpPr>
        <p:spPr>
          <a:xfrm>
            <a:off x="1008360" y="507204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4" name=""/>
          <p:cNvSpPr/>
          <p:nvPr/>
        </p:nvSpPr>
        <p:spPr>
          <a:xfrm>
            <a:off x="1008360" y="498204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5" name=""/>
          <p:cNvSpPr/>
          <p:nvPr/>
        </p:nvSpPr>
        <p:spPr>
          <a:xfrm>
            <a:off x="1008360" y="489240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6" name=""/>
          <p:cNvSpPr/>
          <p:nvPr/>
        </p:nvSpPr>
        <p:spPr>
          <a:xfrm>
            <a:off x="1008360" y="480240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7" name=""/>
          <p:cNvSpPr/>
          <p:nvPr/>
        </p:nvSpPr>
        <p:spPr>
          <a:xfrm>
            <a:off x="1008360" y="471276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8" name=""/>
          <p:cNvSpPr/>
          <p:nvPr/>
        </p:nvSpPr>
        <p:spPr>
          <a:xfrm>
            <a:off x="1008360" y="462312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9" name=""/>
          <p:cNvSpPr/>
          <p:nvPr/>
        </p:nvSpPr>
        <p:spPr>
          <a:xfrm>
            <a:off x="1008360" y="453312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0" name=""/>
          <p:cNvSpPr/>
          <p:nvPr/>
        </p:nvSpPr>
        <p:spPr>
          <a:xfrm>
            <a:off x="1008360" y="444348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1" name=""/>
          <p:cNvSpPr/>
          <p:nvPr/>
        </p:nvSpPr>
        <p:spPr>
          <a:xfrm>
            <a:off x="1008360" y="435384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2" name=""/>
          <p:cNvSpPr/>
          <p:nvPr/>
        </p:nvSpPr>
        <p:spPr>
          <a:xfrm>
            <a:off x="1008360" y="4263840"/>
            <a:ext cx="271548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3" name=""/>
          <p:cNvSpPr/>
          <p:nvPr/>
        </p:nvSpPr>
        <p:spPr>
          <a:xfrm>
            <a:off x="100836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8A4C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4" name=""/>
          <p:cNvSpPr/>
          <p:nvPr/>
        </p:nvSpPr>
        <p:spPr>
          <a:xfrm>
            <a:off x="100836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5" name=""/>
          <p:cNvSpPr/>
          <p:nvPr/>
        </p:nvSpPr>
        <p:spPr>
          <a:xfrm>
            <a:off x="100836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1F3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6" name=""/>
          <p:cNvSpPr/>
          <p:nvPr/>
        </p:nvSpPr>
        <p:spPr>
          <a:xfrm>
            <a:off x="100836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7B4D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7" name=""/>
          <p:cNvSpPr/>
          <p:nvPr/>
        </p:nvSpPr>
        <p:spPr>
          <a:xfrm>
            <a:off x="100836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8" name=""/>
          <p:cNvSpPr/>
          <p:nvPr/>
        </p:nvSpPr>
        <p:spPr>
          <a:xfrm>
            <a:off x="100836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8C3D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09" name=""/>
          <p:cNvSpPr/>
          <p:nvPr/>
        </p:nvSpPr>
        <p:spPr>
          <a:xfrm>
            <a:off x="100836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5A1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10" name=""/>
          <p:cNvSpPr/>
          <p:nvPr/>
        </p:nvSpPr>
        <p:spPr>
          <a:xfrm>
            <a:off x="100836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0BED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1" name=""/>
          <p:cNvSpPr/>
          <p:nvPr/>
        </p:nvSpPr>
        <p:spPr>
          <a:xfrm>
            <a:off x="100836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2" name=""/>
          <p:cNvSpPr/>
          <p:nvPr/>
        </p:nvSpPr>
        <p:spPr>
          <a:xfrm>
            <a:off x="100836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9EEF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3" name=""/>
          <p:cNvSpPr/>
          <p:nvPr/>
        </p:nvSpPr>
        <p:spPr>
          <a:xfrm>
            <a:off x="100836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4" name=""/>
          <p:cNvSpPr/>
          <p:nvPr/>
        </p:nvSpPr>
        <p:spPr>
          <a:xfrm>
            <a:off x="100836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5" name=""/>
          <p:cNvSpPr/>
          <p:nvPr/>
        </p:nvSpPr>
        <p:spPr>
          <a:xfrm>
            <a:off x="100836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0BE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6" name=""/>
          <p:cNvSpPr/>
          <p:nvPr/>
        </p:nvSpPr>
        <p:spPr>
          <a:xfrm>
            <a:off x="100836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CB9D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7" name=""/>
          <p:cNvSpPr/>
          <p:nvPr/>
        </p:nvSpPr>
        <p:spPr>
          <a:xfrm>
            <a:off x="100836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8" name=""/>
          <p:cNvSpPr/>
          <p:nvPr/>
        </p:nvSpPr>
        <p:spPr>
          <a:xfrm>
            <a:off x="100836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AFC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9" name=""/>
          <p:cNvSpPr/>
          <p:nvPr/>
        </p:nvSpPr>
        <p:spPr>
          <a:xfrm>
            <a:off x="100836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5B2D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0" name=""/>
          <p:cNvSpPr/>
          <p:nvPr/>
        </p:nvSpPr>
        <p:spPr>
          <a:xfrm>
            <a:off x="100836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1" name=""/>
          <p:cNvSpPr/>
          <p:nvPr/>
        </p:nvSpPr>
        <p:spPr>
          <a:xfrm>
            <a:off x="100836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DAAD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2" name=""/>
          <p:cNvSpPr/>
          <p:nvPr/>
        </p:nvSpPr>
        <p:spPr>
          <a:xfrm>
            <a:off x="100836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08CC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3" name=""/>
          <p:cNvSpPr/>
          <p:nvPr/>
        </p:nvSpPr>
        <p:spPr>
          <a:xfrm>
            <a:off x="100836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4" name=""/>
          <p:cNvSpPr/>
          <p:nvPr/>
        </p:nvSpPr>
        <p:spPr>
          <a:xfrm>
            <a:off x="100836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9A5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5" name=""/>
          <p:cNvSpPr/>
          <p:nvPr/>
        </p:nvSpPr>
        <p:spPr>
          <a:xfrm>
            <a:off x="100836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7B5D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6" name=""/>
          <p:cNvSpPr/>
          <p:nvPr/>
        </p:nvSpPr>
        <p:spPr>
          <a:xfrm>
            <a:off x="100836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7" name=""/>
          <p:cNvSpPr/>
          <p:nvPr/>
        </p:nvSpPr>
        <p:spPr>
          <a:xfrm>
            <a:off x="100836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6B3D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8" name=""/>
          <p:cNvSpPr/>
          <p:nvPr/>
        </p:nvSpPr>
        <p:spPr>
          <a:xfrm>
            <a:off x="100836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29" name=""/>
          <p:cNvSpPr/>
          <p:nvPr/>
        </p:nvSpPr>
        <p:spPr>
          <a:xfrm>
            <a:off x="100836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5EC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0" name=""/>
          <p:cNvSpPr/>
          <p:nvPr/>
        </p:nvSpPr>
        <p:spPr>
          <a:xfrm>
            <a:off x="100836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1" name=""/>
          <p:cNvSpPr/>
          <p:nvPr/>
        </p:nvSpPr>
        <p:spPr>
          <a:xfrm>
            <a:off x="100836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6F5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2" name=""/>
          <p:cNvSpPr/>
          <p:nvPr/>
        </p:nvSpPr>
        <p:spPr>
          <a:xfrm>
            <a:off x="100836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3" name=""/>
          <p:cNvSpPr/>
          <p:nvPr/>
        </p:nvSpPr>
        <p:spPr>
          <a:xfrm>
            <a:off x="100836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CA9D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4" name=""/>
          <p:cNvSpPr/>
          <p:nvPr/>
        </p:nvSpPr>
        <p:spPr>
          <a:xfrm>
            <a:off x="100836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5" name=""/>
          <p:cNvSpPr/>
          <p:nvPr/>
        </p:nvSpPr>
        <p:spPr>
          <a:xfrm>
            <a:off x="100836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2D4E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6" name=""/>
          <p:cNvSpPr/>
          <p:nvPr/>
        </p:nvSpPr>
        <p:spPr>
          <a:xfrm>
            <a:off x="100836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5B2D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7" name=""/>
          <p:cNvSpPr/>
          <p:nvPr/>
        </p:nvSpPr>
        <p:spPr>
          <a:xfrm>
            <a:off x="100836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8" name=""/>
          <p:cNvSpPr/>
          <p:nvPr/>
        </p:nvSpPr>
        <p:spPr>
          <a:xfrm>
            <a:off x="100836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6C2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39" name=""/>
          <p:cNvSpPr/>
          <p:nvPr/>
        </p:nvSpPr>
        <p:spPr>
          <a:xfrm>
            <a:off x="100836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0" name=""/>
          <p:cNvSpPr/>
          <p:nvPr/>
        </p:nvSpPr>
        <p:spPr>
          <a:xfrm>
            <a:off x="100836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8A4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1" name=""/>
          <p:cNvSpPr/>
          <p:nvPr/>
        </p:nvSpPr>
        <p:spPr>
          <a:xfrm>
            <a:off x="100836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9F6E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2" name=""/>
          <p:cNvSpPr/>
          <p:nvPr/>
        </p:nvSpPr>
        <p:spPr>
          <a:xfrm>
            <a:off x="100836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4A0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3" name=""/>
          <p:cNvSpPr/>
          <p:nvPr/>
        </p:nvSpPr>
        <p:spPr>
          <a:xfrm>
            <a:off x="100836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DBA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4" name=""/>
          <p:cNvSpPr/>
          <p:nvPr/>
        </p:nvSpPr>
        <p:spPr>
          <a:xfrm>
            <a:off x="100836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5" name=""/>
          <p:cNvSpPr/>
          <p:nvPr/>
        </p:nvSpPr>
        <p:spPr>
          <a:xfrm>
            <a:off x="100836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6A3C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46" name=""/>
          <p:cNvSpPr/>
          <p:nvPr/>
        </p:nvSpPr>
        <p:spPr>
          <a:xfrm>
            <a:off x="100836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7" name=""/>
          <p:cNvSpPr/>
          <p:nvPr/>
        </p:nvSpPr>
        <p:spPr>
          <a:xfrm>
            <a:off x="100836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9EE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8" name=""/>
          <p:cNvSpPr/>
          <p:nvPr/>
        </p:nvSpPr>
        <p:spPr>
          <a:xfrm>
            <a:off x="112644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FBD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9" name=""/>
          <p:cNvSpPr/>
          <p:nvPr/>
        </p:nvSpPr>
        <p:spPr>
          <a:xfrm>
            <a:off x="112644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EBB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0" name=""/>
          <p:cNvSpPr/>
          <p:nvPr/>
        </p:nvSpPr>
        <p:spPr>
          <a:xfrm>
            <a:off x="112644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EBC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1" name=""/>
          <p:cNvSpPr/>
          <p:nvPr/>
        </p:nvSpPr>
        <p:spPr>
          <a:xfrm>
            <a:off x="112644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1BF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2" name=""/>
          <p:cNvSpPr/>
          <p:nvPr/>
        </p:nvSpPr>
        <p:spPr>
          <a:xfrm>
            <a:off x="112644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1AE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3" name=""/>
          <p:cNvSpPr/>
          <p:nvPr/>
        </p:nvSpPr>
        <p:spPr>
          <a:xfrm>
            <a:off x="112644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AB7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4" name=""/>
          <p:cNvSpPr/>
          <p:nvPr/>
        </p:nvSpPr>
        <p:spPr>
          <a:xfrm>
            <a:off x="112644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3C0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5" name=""/>
          <p:cNvSpPr/>
          <p:nvPr/>
        </p:nvSpPr>
        <p:spPr>
          <a:xfrm>
            <a:off x="112644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5B2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6" name=""/>
          <p:cNvSpPr/>
          <p:nvPr/>
        </p:nvSpPr>
        <p:spPr>
          <a:xfrm>
            <a:off x="112644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7" name=""/>
          <p:cNvSpPr/>
          <p:nvPr/>
        </p:nvSpPr>
        <p:spPr>
          <a:xfrm>
            <a:off x="112644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A96C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58" name=""/>
          <p:cNvSpPr/>
          <p:nvPr/>
        </p:nvSpPr>
        <p:spPr>
          <a:xfrm>
            <a:off x="112644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9" name=""/>
          <p:cNvSpPr/>
          <p:nvPr/>
        </p:nvSpPr>
        <p:spPr>
          <a:xfrm>
            <a:off x="112644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39F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0" name=""/>
          <p:cNvSpPr/>
          <p:nvPr/>
        </p:nvSpPr>
        <p:spPr>
          <a:xfrm>
            <a:off x="112644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FAC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1" name=""/>
          <p:cNvSpPr/>
          <p:nvPr/>
        </p:nvSpPr>
        <p:spPr>
          <a:xfrm>
            <a:off x="112644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BB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2" name=""/>
          <p:cNvSpPr/>
          <p:nvPr/>
        </p:nvSpPr>
        <p:spPr>
          <a:xfrm>
            <a:off x="112644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2AF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3" name=""/>
          <p:cNvSpPr/>
          <p:nvPr/>
        </p:nvSpPr>
        <p:spPr>
          <a:xfrm>
            <a:off x="112644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5C1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4" name=""/>
          <p:cNvSpPr/>
          <p:nvPr/>
        </p:nvSpPr>
        <p:spPr>
          <a:xfrm>
            <a:off x="112644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F9B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65" name=""/>
          <p:cNvSpPr/>
          <p:nvPr/>
        </p:nvSpPr>
        <p:spPr>
          <a:xfrm>
            <a:off x="112644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4B0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6" name=""/>
          <p:cNvSpPr/>
          <p:nvPr/>
        </p:nvSpPr>
        <p:spPr>
          <a:xfrm>
            <a:off x="112644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6B3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7" name=""/>
          <p:cNvSpPr/>
          <p:nvPr/>
        </p:nvSpPr>
        <p:spPr>
          <a:xfrm>
            <a:off x="112644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9B6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8" name=""/>
          <p:cNvSpPr/>
          <p:nvPr/>
        </p:nvSpPr>
        <p:spPr>
          <a:xfrm>
            <a:off x="112644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3C0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9" name=""/>
          <p:cNvSpPr/>
          <p:nvPr/>
        </p:nvSpPr>
        <p:spPr>
          <a:xfrm>
            <a:off x="112644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EF2F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0" name=""/>
          <p:cNvSpPr/>
          <p:nvPr/>
        </p:nvSpPr>
        <p:spPr>
          <a:xfrm>
            <a:off x="112644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DBB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1" name=""/>
          <p:cNvSpPr/>
          <p:nvPr/>
        </p:nvSpPr>
        <p:spPr>
          <a:xfrm>
            <a:off x="112644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BE5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2" name=""/>
          <p:cNvSpPr/>
          <p:nvPr/>
        </p:nvSpPr>
        <p:spPr>
          <a:xfrm>
            <a:off x="112644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5B2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3" name=""/>
          <p:cNvSpPr/>
          <p:nvPr/>
        </p:nvSpPr>
        <p:spPr>
          <a:xfrm>
            <a:off x="124452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9A5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4" name=""/>
          <p:cNvSpPr/>
          <p:nvPr/>
        </p:nvSpPr>
        <p:spPr>
          <a:xfrm>
            <a:off x="124452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4F4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5" name=""/>
          <p:cNvSpPr/>
          <p:nvPr/>
        </p:nvSpPr>
        <p:spPr>
          <a:xfrm>
            <a:off x="124452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1BF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6" name=""/>
          <p:cNvSpPr/>
          <p:nvPr/>
        </p:nvSpPr>
        <p:spPr>
          <a:xfrm>
            <a:off x="124452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8F6E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7" name=""/>
          <p:cNvSpPr/>
          <p:nvPr/>
        </p:nvSpPr>
        <p:spPr>
          <a:xfrm>
            <a:off x="124452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4A0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78" name=""/>
          <p:cNvSpPr/>
          <p:nvPr/>
        </p:nvSpPr>
        <p:spPr>
          <a:xfrm>
            <a:off x="124452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8C3D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9" name=""/>
          <p:cNvSpPr/>
          <p:nvPr/>
        </p:nvSpPr>
        <p:spPr>
          <a:xfrm>
            <a:off x="124452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79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0" name=""/>
          <p:cNvSpPr/>
          <p:nvPr/>
        </p:nvSpPr>
        <p:spPr>
          <a:xfrm>
            <a:off x="124452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BA7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1" name=""/>
          <p:cNvSpPr/>
          <p:nvPr/>
        </p:nvSpPr>
        <p:spPr>
          <a:xfrm>
            <a:off x="124452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1F3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2" name=""/>
          <p:cNvSpPr/>
          <p:nvPr/>
        </p:nvSpPr>
        <p:spPr>
          <a:xfrm>
            <a:off x="124452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7F5E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3" name=""/>
          <p:cNvSpPr/>
          <p:nvPr/>
        </p:nvSpPr>
        <p:spPr>
          <a:xfrm>
            <a:off x="124452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1AD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4" name=""/>
          <p:cNvSpPr/>
          <p:nvPr/>
        </p:nvSpPr>
        <p:spPr>
          <a:xfrm>
            <a:off x="124452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DAAD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5" name=""/>
          <p:cNvSpPr/>
          <p:nvPr/>
        </p:nvSpPr>
        <p:spPr>
          <a:xfrm>
            <a:off x="124452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995C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86" name=""/>
          <p:cNvSpPr/>
          <p:nvPr/>
        </p:nvSpPr>
        <p:spPr>
          <a:xfrm>
            <a:off x="124452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7" name=""/>
          <p:cNvSpPr/>
          <p:nvPr/>
        </p:nvSpPr>
        <p:spPr>
          <a:xfrm>
            <a:off x="124452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0DDE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8" name=""/>
          <p:cNvSpPr/>
          <p:nvPr/>
        </p:nvSpPr>
        <p:spPr>
          <a:xfrm>
            <a:off x="124452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9A5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9" name=""/>
          <p:cNvSpPr/>
          <p:nvPr/>
        </p:nvSpPr>
        <p:spPr>
          <a:xfrm>
            <a:off x="124452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EE39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0" name=""/>
          <p:cNvSpPr/>
          <p:nvPr/>
        </p:nvSpPr>
        <p:spPr>
          <a:xfrm>
            <a:off x="124452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3AF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1" name=""/>
          <p:cNvSpPr/>
          <p:nvPr/>
        </p:nvSpPr>
        <p:spPr>
          <a:xfrm>
            <a:off x="124452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8FC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2" name=""/>
          <p:cNvSpPr/>
          <p:nvPr/>
        </p:nvSpPr>
        <p:spPr>
          <a:xfrm>
            <a:off x="124452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BA7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3" name=""/>
          <p:cNvSpPr/>
          <p:nvPr/>
        </p:nvSpPr>
        <p:spPr>
          <a:xfrm>
            <a:off x="124452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7F5E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4" name=""/>
          <p:cNvSpPr/>
          <p:nvPr/>
        </p:nvSpPr>
        <p:spPr>
          <a:xfrm>
            <a:off x="124452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5B2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5" name=""/>
          <p:cNvSpPr/>
          <p:nvPr/>
        </p:nvSpPr>
        <p:spPr>
          <a:xfrm>
            <a:off x="124452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3EA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6" name=""/>
          <p:cNvSpPr/>
          <p:nvPr/>
        </p:nvSpPr>
        <p:spPr>
          <a:xfrm>
            <a:off x="124452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3B0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7" name=""/>
          <p:cNvSpPr/>
          <p:nvPr/>
        </p:nvSpPr>
        <p:spPr>
          <a:xfrm>
            <a:off x="124452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793C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98" name=""/>
          <p:cNvSpPr/>
          <p:nvPr/>
        </p:nvSpPr>
        <p:spPr>
          <a:xfrm>
            <a:off x="124452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3F4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9" name=""/>
          <p:cNvSpPr/>
          <p:nvPr/>
        </p:nvSpPr>
        <p:spPr>
          <a:xfrm>
            <a:off x="124452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1AD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0" name=""/>
          <p:cNvSpPr/>
          <p:nvPr/>
        </p:nvSpPr>
        <p:spPr>
          <a:xfrm>
            <a:off x="124452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FAB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1" name=""/>
          <p:cNvSpPr/>
          <p:nvPr/>
        </p:nvSpPr>
        <p:spPr>
          <a:xfrm>
            <a:off x="136260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CAE4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2" name=""/>
          <p:cNvSpPr/>
          <p:nvPr/>
        </p:nvSpPr>
        <p:spPr>
          <a:xfrm>
            <a:off x="136260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5F5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3" name=""/>
          <p:cNvSpPr/>
          <p:nvPr/>
        </p:nvSpPr>
        <p:spPr>
          <a:xfrm>
            <a:off x="136260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3C0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4" name=""/>
          <p:cNvSpPr/>
          <p:nvPr/>
        </p:nvSpPr>
        <p:spPr>
          <a:xfrm>
            <a:off x="136260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6C2D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5" name=""/>
          <p:cNvSpPr/>
          <p:nvPr/>
        </p:nvSpPr>
        <p:spPr>
          <a:xfrm>
            <a:off x="136260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9A6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6" name=""/>
          <p:cNvSpPr/>
          <p:nvPr/>
        </p:nvSpPr>
        <p:spPr>
          <a:xfrm>
            <a:off x="136260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4C1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7" name=""/>
          <p:cNvSpPr/>
          <p:nvPr/>
        </p:nvSpPr>
        <p:spPr>
          <a:xfrm>
            <a:off x="136260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C67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8" name=""/>
          <p:cNvSpPr/>
          <p:nvPr/>
        </p:nvSpPr>
        <p:spPr>
          <a:xfrm>
            <a:off x="136260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2F4F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9" name=""/>
          <p:cNvSpPr/>
          <p:nvPr/>
        </p:nvSpPr>
        <p:spPr>
          <a:xfrm>
            <a:off x="136260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BB8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0" name=""/>
          <p:cNvSpPr/>
          <p:nvPr/>
        </p:nvSpPr>
        <p:spPr>
          <a:xfrm>
            <a:off x="136260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DFEC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1" name=""/>
          <p:cNvSpPr/>
          <p:nvPr/>
        </p:nvSpPr>
        <p:spPr>
          <a:xfrm>
            <a:off x="136260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EAB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2" name=""/>
          <p:cNvSpPr/>
          <p:nvPr/>
        </p:nvSpPr>
        <p:spPr>
          <a:xfrm>
            <a:off x="136260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0AC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3" name=""/>
          <p:cNvSpPr/>
          <p:nvPr/>
        </p:nvSpPr>
        <p:spPr>
          <a:xfrm>
            <a:off x="136260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09CC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14" name=""/>
          <p:cNvSpPr/>
          <p:nvPr/>
        </p:nvSpPr>
        <p:spPr>
          <a:xfrm>
            <a:off x="136260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5" name=""/>
          <p:cNvSpPr/>
          <p:nvPr/>
        </p:nvSpPr>
        <p:spPr>
          <a:xfrm>
            <a:off x="136260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7A4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6" name=""/>
          <p:cNvSpPr/>
          <p:nvPr/>
        </p:nvSpPr>
        <p:spPr>
          <a:xfrm>
            <a:off x="136260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9A5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7" name=""/>
          <p:cNvSpPr/>
          <p:nvPr/>
        </p:nvSpPr>
        <p:spPr>
          <a:xfrm>
            <a:off x="136260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6B3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8" name=""/>
          <p:cNvSpPr/>
          <p:nvPr/>
        </p:nvSpPr>
        <p:spPr>
          <a:xfrm>
            <a:off x="136260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5B2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19" name=""/>
          <p:cNvSpPr/>
          <p:nvPr/>
        </p:nvSpPr>
        <p:spPr>
          <a:xfrm>
            <a:off x="136260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1AE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0" name=""/>
          <p:cNvSpPr/>
          <p:nvPr/>
        </p:nvSpPr>
        <p:spPr>
          <a:xfrm>
            <a:off x="136260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AF6E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1" name=""/>
          <p:cNvSpPr/>
          <p:nvPr/>
        </p:nvSpPr>
        <p:spPr>
          <a:xfrm>
            <a:off x="136260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7B4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2" name=""/>
          <p:cNvSpPr/>
          <p:nvPr/>
        </p:nvSpPr>
        <p:spPr>
          <a:xfrm>
            <a:off x="136260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AE4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3" name=""/>
          <p:cNvSpPr/>
          <p:nvPr/>
        </p:nvSpPr>
        <p:spPr>
          <a:xfrm>
            <a:off x="136260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3C0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4" name=""/>
          <p:cNvSpPr/>
          <p:nvPr/>
        </p:nvSpPr>
        <p:spPr>
          <a:xfrm>
            <a:off x="136260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4B0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5" name=""/>
          <p:cNvSpPr/>
          <p:nvPr/>
        </p:nvSpPr>
        <p:spPr>
          <a:xfrm>
            <a:off x="136260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BF6E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6" name=""/>
          <p:cNvSpPr/>
          <p:nvPr/>
        </p:nvSpPr>
        <p:spPr>
          <a:xfrm>
            <a:off x="136260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19D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27" name=""/>
          <p:cNvSpPr/>
          <p:nvPr/>
        </p:nvSpPr>
        <p:spPr>
          <a:xfrm>
            <a:off x="136260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7B4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8" name=""/>
          <p:cNvSpPr/>
          <p:nvPr/>
        </p:nvSpPr>
        <p:spPr>
          <a:xfrm>
            <a:off x="136260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8A4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29" name=""/>
          <p:cNvSpPr/>
          <p:nvPr/>
        </p:nvSpPr>
        <p:spPr>
          <a:xfrm>
            <a:off x="136260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7A3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0" name=""/>
          <p:cNvSpPr/>
          <p:nvPr/>
        </p:nvSpPr>
        <p:spPr>
          <a:xfrm>
            <a:off x="148068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0F9D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1" name=""/>
          <p:cNvSpPr/>
          <p:nvPr/>
        </p:nvSpPr>
        <p:spPr>
          <a:xfrm>
            <a:off x="148068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3F4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2" name=""/>
          <p:cNvSpPr/>
          <p:nvPr/>
        </p:nvSpPr>
        <p:spPr>
          <a:xfrm>
            <a:off x="148068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9B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3" name=""/>
          <p:cNvSpPr/>
          <p:nvPr/>
        </p:nvSpPr>
        <p:spPr>
          <a:xfrm>
            <a:off x="148068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FF8D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4" name=""/>
          <p:cNvSpPr/>
          <p:nvPr/>
        </p:nvSpPr>
        <p:spPr>
          <a:xfrm>
            <a:off x="148068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2DEE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5" name=""/>
          <p:cNvSpPr/>
          <p:nvPr/>
        </p:nvSpPr>
        <p:spPr>
          <a:xfrm>
            <a:off x="148068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4C1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6" name=""/>
          <p:cNvSpPr/>
          <p:nvPr/>
        </p:nvSpPr>
        <p:spPr>
          <a:xfrm>
            <a:off x="148068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2F4F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7" name=""/>
          <p:cNvSpPr/>
          <p:nvPr/>
        </p:nvSpPr>
        <p:spPr>
          <a:xfrm>
            <a:off x="148068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1AE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8" name=""/>
          <p:cNvSpPr/>
          <p:nvPr/>
        </p:nvSpPr>
        <p:spPr>
          <a:xfrm>
            <a:off x="148068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DB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39" name=""/>
          <p:cNvSpPr/>
          <p:nvPr/>
        </p:nvSpPr>
        <p:spPr>
          <a:xfrm>
            <a:off x="148068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EBC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0" name=""/>
          <p:cNvSpPr/>
          <p:nvPr/>
        </p:nvSpPr>
        <p:spPr>
          <a:xfrm>
            <a:off x="148068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4F4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1" name=""/>
          <p:cNvSpPr/>
          <p:nvPr/>
        </p:nvSpPr>
        <p:spPr>
          <a:xfrm>
            <a:off x="148068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9E4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2" name=""/>
          <p:cNvSpPr/>
          <p:nvPr/>
        </p:nvSpPr>
        <p:spPr>
          <a:xfrm>
            <a:off x="148068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7A3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3" name=""/>
          <p:cNvSpPr/>
          <p:nvPr/>
        </p:nvSpPr>
        <p:spPr>
          <a:xfrm>
            <a:off x="148068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BAD9E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4" name=""/>
          <p:cNvSpPr/>
          <p:nvPr/>
        </p:nvSpPr>
        <p:spPr>
          <a:xfrm>
            <a:off x="148068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5" name=""/>
          <p:cNvSpPr/>
          <p:nvPr/>
        </p:nvSpPr>
        <p:spPr>
          <a:xfrm>
            <a:off x="148068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5A1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46" name=""/>
          <p:cNvSpPr/>
          <p:nvPr/>
        </p:nvSpPr>
        <p:spPr>
          <a:xfrm>
            <a:off x="148068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4FA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7" name=""/>
          <p:cNvSpPr/>
          <p:nvPr/>
        </p:nvSpPr>
        <p:spPr>
          <a:xfrm>
            <a:off x="148068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AEF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8" name=""/>
          <p:cNvSpPr/>
          <p:nvPr/>
        </p:nvSpPr>
        <p:spPr>
          <a:xfrm>
            <a:off x="148068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3F4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9" name=""/>
          <p:cNvSpPr/>
          <p:nvPr/>
        </p:nvSpPr>
        <p:spPr>
          <a:xfrm>
            <a:off x="148068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0F3F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0" name=""/>
          <p:cNvSpPr/>
          <p:nvPr/>
        </p:nvSpPr>
        <p:spPr>
          <a:xfrm>
            <a:off x="148068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EF1F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1" name=""/>
          <p:cNvSpPr/>
          <p:nvPr/>
        </p:nvSpPr>
        <p:spPr>
          <a:xfrm>
            <a:off x="148068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9B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2" name=""/>
          <p:cNvSpPr/>
          <p:nvPr/>
        </p:nvSpPr>
        <p:spPr>
          <a:xfrm>
            <a:off x="148068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DA9D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3" name=""/>
          <p:cNvSpPr/>
          <p:nvPr/>
        </p:nvSpPr>
        <p:spPr>
          <a:xfrm>
            <a:off x="148068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4A0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4" name=""/>
          <p:cNvSpPr/>
          <p:nvPr/>
        </p:nvSpPr>
        <p:spPr>
          <a:xfrm>
            <a:off x="148068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CA9D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5" name=""/>
          <p:cNvSpPr/>
          <p:nvPr/>
        </p:nvSpPr>
        <p:spPr>
          <a:xfrm>
            <a:off x="148068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F9BC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6" name=""/>
          <p:cNvSpPr/>
          <p:nvPr/>
        </p:nvSpPr>
        <p:spPr>
          <a:xfrm>
            <a:off x="148068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7" name=""/>
          <p:cNvSpPr/>
          <p:nvPr/>
        </p:nvSpPr>
        <p:spPr>
          <a:xfrm>
            <a:off x="148068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8E3E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8" name=""/>
          <p:cNvSpPr/>
          <p:nvPr/>
        </p:nvSpPr>
        <p:spPr>
          <a:xfrm>
            <a:off x="148068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4A1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59" name=""/>
          <p:cNvSpPr/>
          <p:nvPr/>
        </p:nvSpPr>
        <p:spPr>
          <a:xfrm>
            <a:off x="159876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7B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0" name=""/>
          <p:cNvSpPr/>
          <p:nvPr/>
        </p:nvSpPr>
        <p:spPr>
          <a:xfrm>
            <a:off x="159876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1F3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1" name=""/>
          <p:cNvSpPr/>
          <p:nvPr/>
        </p:nvSpPr>
        <p:spPr>
          <a:xfrm>
            <a:off x="159876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D975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2" name=""/>
          <p:cNvSpPr/>
          <p:nvPr/>
        </p:nvSpPr>
        <p:spPr>
          <a:xfrm>
            <a:off x="159876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DBB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3" name=""/>
          <p:cNvSpPr/>
          <p:nvPr/>
        </p:nvSpPr>
        <p:spPr>
          <a:xfrm>
            <a:off x="159876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3D4E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4" name=""/>
          <p:cNvSpPr/>
          <p:nvPr/>
        </p:nvSpPr>
        <p:spPr>
          <a:xfrm>
            <a:off x="159876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3C0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5" name=""/>
          <p:cNvSpPr/>
          <p:nvPr/>
        </p:nvSpPr>
        <p:spPr>
          <a:xfrm>
            <a:off x="159876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7B5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6" name=""/>
          <p:cNvSpPr/>
          <p:nvPr/>
        </p:nvSpPr>
        <p:spPr>
          <a:xfrm>
            <a:off x="159876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5B2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7" name=""/>
          <p:cNvSpPr/>
          <p:nvPr/>
        </p:nvSpPr>
        <p:spPr>
          <a:xfrm>
            <a:off x="159876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CB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8" name=""/>
          <p:cNvSpPr/>
          <p:nvPr/>
        </p:nvSpPr>
        <p:spPr>
          <a:xfrm>
            <a:off x="159876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AB7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9" name=""/>
          <p:cNvSpPr/>
          <p:nvPr/>
        </p:nvSpPr>
        <p:spPr>
          <a:xfrm>
            <a:off x="159876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4F4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0" name=""/>
          <p:cNvSpPr/>
          <p:nvPr/>
        </p:nvSpPr>
        <p:spPr>
          <a:xfrm>
            <a:off x="159876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F9B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1" name=""/>
          <p:cNvSpPr/>
          <p:nvPr/>
        </p:nvSpPr>
        <p:spPr>
          <a:xfrm>
            <a:off x="159876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29E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2" name=""/>
          <p:cNvSpPr/>
          <p:nvPr/>
        </p:nvSpPr>
        <p:spPr>
          <a:xfrm>
            <a:off x="159876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C99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3" name=""/>
          <p:cNvSpPr/>
          <p:nvPr/>
        </p:nvSpPr>
        <p:spPr>
          <a:xfrm>
            <a:off x="159876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4" name=""/>
          <p:cNvSpPr/>
          <p:nvPr/>
        </p:nvSpPr>
        <p:spPr>
          <a:xfrm>
            <a:off x="159876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EDCE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5" name=""/>
          <p:cNvSpPr/>
          <p:nvPr/>
        </p:nvSpPr>
        <p:spPr>
          <a:xfrm>
            <a:off x="159876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6" name=""/>
          <p:cNvSpPr/>
          <p:nvPr/>
        </p:nvSpPr>
        <p:spPr>
          <a:xfrm>
            <a:off x="159876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0AD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7" name=""/>
          <p:cNvSpPr/>
          <p:nvPr/>
        </p:nvSpPr>
        <p:spPr>
          <a:xfrm>
            <a:off x="159876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1AE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8" name=""/>
          <p:cNvSpPr/>
          <p:nvPr/>
        </p:nvSpPr>
        <p:spPr>
          <a:xfrm>
            <a:off x="159876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6ECF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79" name=""/>
          <p:cNvSpPr/>
          <p:nvPr/>
        </p:nvSpPr>
        <p:spPr>
          <a:xfrm>
            <a:off x="159876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2AE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0" name=""/>
          <p:cNvSpPr/>
          <p:nvPr/>
        </p:nvSpPr>
        <p:spPr>
          <a:xfrm>
            <a:off x="159876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9A5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1" name=""/>
          <p:cNvSpPr/>
          <p:nvPr/>
        </p:nvSpPr>
        <p:spPr>
          <a:xfrm>
            <a:off x="159876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3C0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2" name=""/>
          <p:cNvSpPr/>
          <p:nvPr/>
        </p:nvSpPr>
        <p:spPr>
          <a:xfrm>
            <a:off x="159876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CF0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3" name=""/>
          <p:cNvSpPr/>
          <p:nvPr/>
        </p:nvSpPr>
        <p:spPr>
          <a:xfrm>
            <a:off x="159876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AA6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4" name=""/>
          <p:cNvSpPr/>
          <p:nvPr/>
        </p:nvSpPr>
        <p:spPr>
          <a:xfrm>
            <a:off x="159876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AB7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5" name=""/>
          <p:cNvSpPr/>
          <p:nvPr/>
        </p:nvSpPr>
        <p:spPr>
          <a:xfrm>
            <a:off x="159876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CA9D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6" name=""/>
          <p:cNvSpPr/>
          <p:nvPr/>
        </p:nvSpPr>
        <p:spPr>
          <a:xfrm>
            <a:off x="159876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5A87B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87" name=""/>
          <p:cNvSpPr/>
          <p:nvPr/>
        </p:nvSpPr>
        <p:spPr>
          <a:xfrm>
            <a:off x="159876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EAB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8" name=""/>
          <p:cNvSpPr/>
          <p:nvPr/>
        </p:nvSpPr>
        <p:spPr>
          <a:xfrm>
            <a:off x="159876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3FA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9" name=""/>
          <p:cNvSpPr/>
          <p:nvPr/>
        </p:nvSpPr>
        <p:spPr>
          <a:xfrm>
            <a:off x="159876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29E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0" name=""/>
          <p:cNvSpPr/>
          <p:nvPr/>
        </p:nvSpPr>
        <p:spPr>
          <a:xfrm>
            <a:off x="171684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894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1" name=""/>
          <p:cNvSpPr/>
          <p:nvPr/>
        </p:nvSpPr>
        <p:spPr>
          <a:xfrm>
            <a:off x="171684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8B6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2" name=""/>
          <p:cNvSpPr/>
          <p:nvPr/>
        </p:nvSpPr>
        <p:spPr>
          <a:xfrm>
            <a:off x="171684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2F4F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3" name=""/>
          <p:cNvSpPr/>
          <p:nvPr/>
        </p:nvSpPr>
        <p:spPr>
          <a:xfrm>
            <a:off x="171684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1BF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4" name=""/>
          <p:cNvSpPr/>
          <p:nvPr/>
        </p:nvSpPr>
        <p:spPr>
          <a:xfrm>
            <a:off x="171684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7E2E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5" name=""/>
          <p:cNvSpPr/>
          <p:nvPr/>
        </p:nvSpPr>
        <p:spPr>
          <a:xfrm>
            <a:off x="171684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5C2D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6" name=""/>
          <p:cNvSpPr/>
          <p:nvPr/>
        </p:nvSpPr>
        <p:spPr>
          <a:xfrm>
            <a:off x="171684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9B6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7" name=""/>
          <p:cNvSpPr/>
          <p:nvPr/>
        </p:nvSpPr>
        <p:spPr>
          <a:xfrm>
            <a:off x="171684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6A2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98" name=""/>
          <p:cNvSpPr/>
          <p:nvPr/>
        </p:nvSpPr>
        <p:spPr>
          <a:xfrm>
            <a:off x="171684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5C1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9" name=""/>
          <p:cNvSpPr/>
          <p:nvPr/>
        </p:nvSpPr>
        <p:spPr>
          <a:xfrm>
            <a:off x="171684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9B6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0" name=""/>
          <p:cNvSpPr/>
          <p:nvPr/>
        </p:nvSpPr>
        <p:spPr>
          <a:xfrm>
            <a:off x="171684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3F4F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1" name=""/>
          <p:cNvSpPr/>
          <p:nvPr/>
        </p:nvSpPr>
        <p:spPr>
          <a:xfrm>
            <a:off x="171684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2D4E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2" name=""/>
          <p:cNvSpPr/>
          <p:nvPr/>
        </p:nvSpPr>
        <p:spPr>
          <a:xfrm>
            <a:off x="171684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09C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3" name=""/>
          <p:cNvSpPr/>
          <p:nvPr/>
        </p:nvSpPr>
        <p:spPr>
          <a:xfrm>
            <a:off x="171684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591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4" name=""/>
          <p:cNvSpPr/>
          <p:nvPr/>
        </p:nvSpPr>
        <p:spPr>
          <a:xfrm>
            <a:off x="171684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5" name=""/>
          <p:cNvSpPr/>
          <p:nvPr/>
        </p:nvSpPr>
        <p:spPr>
          <a:xfrm>
            <a:off x="171684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19D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6" name=""/>
          <p:cNvSpPr/>
          <p:nvPr/>
        </p:nvSpPr>
        <p:spPr>
          <a:xfrm>
            <a:off x="171684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B97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7" name=""/>
          <p:cNvSpPr/>
          <p:nvPr/>
        </p:nvSpPr>
        <p:spPr>
          <a:xfrm>
            <a:off x="171684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8FC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8" name=""/>
          <p:cNvSpPr/>
          <p:nvPr/>
        </p:nvSpPr>
        <p:spPr>
          <a:xfrm>
            <a:off x="171684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6B3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09" name=""/>
          <p:cNvSpPr/>
          <p:nvPr/>
        </p:nvSpPr>
        <p:spPr>
          <a:xfrm>
            <a:off x="171684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5A1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0" name=""/>
          <p:cNvSpPr/>
          <p:nvPr/>
        </p:nvSpPr>
        <p:spPr>
          <a:xfrm>
            <a:off x="171684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1" name=""/>
          <p:cNvSpPr/>
          <p:nvPr/>
        </p:nvSpPr>
        <p:spPr>
          <a:xfrm>
            <a:off x="171684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507EB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2" name=""/>
          <p:cNvSpPr/>
          <p:nvPr/>
        </p:nvSpPr>
        <p:spPr>
          <a:xfrm>
            <a:off x="171684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FAB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3" name=""/>
          <p:cNvSpPr/>
          <p:nvPr/>
        </p:nvSpPr>
        <p:spPr>
          <a:xfrm>
            <a:off x="171684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CE5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4" name=""/>
          <p:cNvSpPr/>
          <p:nvPr/>
        </p:nvSpPr>
        <p:spPr>
          <a:xfrm>
            <a:off x="171684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9B6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5" name=""/>
          <p:cNvSpPr/>
          <p:nvPr/>
        </p:nvSpPr>
        <p:spPr>
          <a:xfrm>
            <a:off x="171684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6" name=""/>
          <p:cNvSpPr/>
          <p:nvPr/>
        </p:nvSpPr>
        <p:spPr>
          <a:xfrm>
            <a:off x="171684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2C0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7" name=""/>
          <p:cNvSpPr/>
          <p:nvPr/>
        </p:nvSpPr>
        <p:spPr>
          <a:xfrm>
            <a:off x="171684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F9C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18" name=""/>
          <p:cNvSpPr/>
          <p:nvPr/>
        </p:nvSpPr>
        <p:spPr>
          <a:xfrm>
            <a:off x="171684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0E8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9" name=""/>
          <p:cNvSpPr/>
          <p:nvPr/>
        </p:nvSpPr>
        <p:spPr>
          <a:xfrm>
            <a:off x="171684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19D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0" name=""/>
          <p:cNvSpPr/>
          <p:nvPr/>
        </p:nvSpPr>
        <p:spPr>
          <a:xfrm>
            <a:off x="171684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F9B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1" name=""/>
          <p:cNvSpPr/>
          <p:nvPr/>
        </p:nvSpPr>
        <p:spPr>
          <a:xfrm>
            <a:off x="183492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692C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22" name=""/>
          <p:cNvSpPr/>
          <p:nvPr/>
        </p:nvSpPr>
        <p:spPr>
          <a:xfrm>
            <a:off x="183492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0F3F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3" name=""/>
          <p:cNvSpPr/>
          <p:nvPr/>
        </p:nvSpPr>
        <p:spPr>
          <a:xfrm>
            <a:off x="183492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FBD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4" name=""/>
          <p:cNvSpPr/>
          <p:nvPr/>
        </p:nvSpPr>
        <p:spPr>
          <a:xfrm>
            <a:off x="183492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AC5D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5" name=""/>
          <p:cNvSpPr/>
          <p:nvPr/>
        </p:nvSpPr>
        <p:spPr>
          <a:xfrm>
            <a:off x="183492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0D3E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6" name=""/>
          <p:cNvSpPr/>
          <p:nvPr/>
        </p:nvSpPr>
        <p:spPr>
          <a:xfrm>
            <a:off x="183492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1BF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7" name=""/>
          <p:cNvSpPr/>
          <p:nvPr/>
        </p:nvSpPr>
        <p:spPr>
          <a:xfrm>
            <a:off x="183492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6F5E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8" name=""/>
          <p:cNvSpPr/>
          <p:nvPr/>
        </p:nvSpPr>
        <p:spPr>
          <a:xfrm>
            <a:off x="183492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6B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9" name=""/>
          <p:cNvSpPr/>
          <p:nvPr/>
        </p:nvSpPr>
        <p:spPr>
          <a:xfrm>
            <a:off x="183492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DBA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0" name=""/>
          <p:cNvSpPr/>
          <p:nvPr/>
        </p:nvSpPr>
        <p:spPr>
          <a:xfrm>
            <a:off x="183492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BB9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1" name=""/>
          <p:cNvSpPr/>
          <p:nvPr/>
        </p:nvSpPr>
        <p:spPr>
          <a:xfrm>
            <a:off x="183492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0F3F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2" name=""/>
          <p:cNvSpPr/>
          <p:nvPr/>
        </p:nvSpPr>
        <p:spPr>
          <a:xfrm>
            <a:off x="183492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894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3" name=""/>
          <p:cNvSpPr/>
          <p:nvPr/>
        </p:nvSpPr>
        <p:spPr>
          <a:xfrm>
            <a:off x="183492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1DEE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4" name=""/>
          <p:cNvSpPr/>
          <p:nvPr/>
        </p:nvSpPr>
        <p:spPr>
          <a:xfrm>
            <a:off x="183492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7B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5" name=""/>
          <p:cNvSpPr/>
          <p:nvPr/>
        </p:nvSpPr>
        <p:spPr>
          <a:xfrm>
            <a:off x="183492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6" name=""/>
          <p:cNvSpPr/>
          <p:nvPr/>
        </p:nvSpPr>
        <p:spPr>
          <a:xfrm>
            <a:off x="183492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CDBE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7" name=""/>
          <p:cNvSpPr/>
          <p:nvPr/>
        </p:nvSpPr>
        <p:spPr>
          <a:xfrm>
            <a:off x="183492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C98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8" name=""/>
          <p:cNvSpPr/>
          <p:nvPr/>
        </p:nvSpPr>
        <p:spPr>
          <a:xfrm>
            <a:off x="183492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CBE5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39" name=""/>
          <p:cNvSpPr/>
          <p:nvPr/>
        </p:nvSpPr>
        <p:spPr>
          <a:xfrm>
            <a:off x="183492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2F4F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0" name=""/>
          <p:cNvSpPr/>
          <p:nvPr/>
        </p:nvSpPr>
        <p:spPr>
          <a:xfrm>
            <a:off x="183492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7A3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1" name=""/>
          <p:cNvSpPr/>
          <p:nvPr/>
        </p:nvSpPr>
        <p:spPr>
          <a:xfrm>
            <a:off x="183492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3B0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2" name=""/>
          <p:cNvSpPr/>
          <p:nvPr/>
        </p:nvSpPr>
        <p:spPr>
          <a:xfrm>
            <a:off x="183492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2BF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3" name=""/>
          <p:cNvSpPr/>
          <p:nvPr/>
        </p:nvSpPr>
        <p:spPr>
          <a:xfrm>
            <a:off x="183492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89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4" name=""/>
          <p:cNvSpPr/>
          <p:nvPr/>
        </p:nvSpPr>
        <p:spPr>
          <a:xfrm>
            <a:off x="183492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EE7F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5" name=""/>
          <p:cNvSpPr/>
          <p:nvPr/>
        </p:nvSpPr>
        <p:spPr>
          <a:xfrm>
            <a:off x="183492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CB9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6" name=""/>
          <p:cNvSpPr/>
          <p:nvPr/>
        </p:nvSpPr>
        <p:spPr>
          <a:xfrm>
            <a:off x="183492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7" name=""/>
          <p:cNvSpPr/>
          <p:nvPr/>
        </p:nvSpPr>
        <p:spPr>
          <a:xfrm>
            <a:off x="183492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4C1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8" name=""/>
          <p:cNvSpPr/>
          <p:nvPr/>
        </p:nvSpPr>
        <p:spPr>
          <a:xfrm>
            <a:off x="183492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18DC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49" name=""/>
          <p:cNvSpPr/>
          <p:nvPr/>
        </p:nvSpPr>
        <p:spPr>
          <a:xfrm>
            <a:off x="183492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6E2E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0" name=""/>
          <p:cNvSpPr/>
          <p:nvPr/>
        </p:nvSpPr>
        <p:spPr>
          <a:xfrm>
            <a:off x="183492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09C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1" name=""/>
          <p:cNvSpPr/>
          <p:nvPr/>
        </p:nvSpPr>
        <p:spPr>
          <a:xfrm>
            <a:off x="195300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693C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2" name=""/>
          <p:cNvSpPr/>
          <p:nvPr/>
        </p:nvSpPr>
        <p:spPr>
          <a:xfrm>
            <a:off x="195300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5B2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3" name=""/>
          <p:cNvSpPr/>
          <p:nvPr/>
        </p:nvSpPr>
        <p:spPr>
          <a:xfrm>
            <a:off x="195300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2F4F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4" name=""/>
          <p:cNvSpPr/>
          <p:nvPr/>
        </p:nvSpPr>
        <p:spPr>
          <a:xfrm>
            <a:off x="195300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3C1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5" name=""/>
          <p:cNvSpPr/>
          <p:nvPr/>
        </p:nvSpPr>
        <p:spPr>
          <a:xfrm>
            <a:off x="195300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794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56" name=""/>
          <p:cNvSpPr/>
          <p:nvPr/>
        </p:nvSpPr>
        <p:spPr>
          <a:xfrm>
            <a:off x="195300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1BF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7" name=""/>
          <p:cNvSpPr/>
          <p:nvPr/>
        </p:nvSpPr>
        <p:spPr>
          <a:xfrm>
            <a:off x="195300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2AF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8" name=""/>
          <p:cNvSpPr/>
          <p:nvPr/>
        </p:nvSpPr>
        <p:spPr>
          <a:xfrm>
            <a:off x="195300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9B6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9" name=""/>
          <p:cNvSpPr/>
          <p:nvPr/>
        </p:nvSpPr>
        <p:spPr>
          <a:xfrm>
            <a:off x="195300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5F5F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0" name=""/>
          <p:cNvSpPr/>
          <p:nvPr/>
        </p:nvSpPr>
        <p:spPr>
          <a:xfrm>
            <a:off x="195300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7B4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1" name=""/>
          <p:cNvSpPr/>
          <p:nvPr/>
        </p:nvSpPr>
        <p:spPr>
          <a:xfrm>
            <a:off x="195300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C57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2" name=""/>
          <p:cNvSpPr/>
          <p:nvPr/>
        </p:nvSpPr>
        <p:spPr>
          <a:xfrm>
            <a:off x="195300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AFD2E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3" name=""/>
          <p:cNvSpPr/>
          <p:nvPr/>
        </p:nvSpPr>
        <p:spPr>
          <a:xfrm>
            <a:off x="195300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D99C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4" name=""/>
          <p:cNvSpPr/>
          <p:nvPr/>
        </p:nvSpPr>
        <p:spPr>
          <a:xfrm>
            <a:off x="195300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1F9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5" name=""/>
          <p:cNvSpPr/>
          <p:nvPr/>
        </p:nvSpPr>
        <p:spPr>
          <a:xfrm>
            <a:off x="195300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6" name=""/>
          <p:cNvSpPr/>
          <p:nvPr/>
        </p:nvSpPr>
        <p:spPr>
          <a:xfrm>
            <a:off x="195300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7E2E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7" name=""/>
          <p:cNvSpPr/>
          <p:nvPr/>
        </p:nvSpPr>
        <p:spPr>
          <a:xfrm>
            <a:off x="195300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692C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68" name=""/>
          <p:cNvSpPr/>
          <p:nvPr/>
        </p:nvSpPr>
        <p:spPr>
          <a:xfrm>
            <a:off x="195300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CBE5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9" name=""/>
          <p:cNvSpPr/>
          <p:nvPr/>
        </p:nvSpPr>
        <p:spPr>
          <a:xfrm>
            <a:off x="195300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8B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0" name=""/>
          <p:cNvSpPr/>
          <p:nvPr/>
        </p:nvSpPr>
        <p:spPr>
          <a:xfrm>
            <a:off x="195300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DAAD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1" name=""/>
          <p:cNvSpPr/>
          <p:nvPr/>
        </p:nvSpPr>
        <p:spPr>
          <a:xfrm>
            <a:off x="195300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6A3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2" name=""/>
          <p:cNvSpPr/>
          <p:nvPr/>
        </p:nvSpPr>
        <p:spPr>
          <a:xfrm>
            <a:off x="195300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BE4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3" name=""/>
          <p:cNvSpPr/>
          <p:nvPr/>
        </p:nvSpPr>
        <p:spPr>
          <a:xfrm>
            <a:off x="195300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FAC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4" name=""/>
          <p:cNvSpPr/>
          <p:nvPr/>
        </p:nvSpPr>
        <p:spPr>
          <a:xfrm>
            <a:off x="195300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8A4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5" name=""/>
          <p:cNvSpPr/>
          <p:nvPr/>
        </p:nvSpPr>
        <p:spPr>
          <a:xfrm>
            <a:off x="195300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AB7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6" name=""/>
          <p:cNvSpPr/>
          <p:nvPr/>
        </p:nvSpPr>
        <p:spPr>
          <a:xfrm>
            <a:off x="195300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9A5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7" name=""/>
          <p:cNvSpPr/>
          <p:nvPr/>
        </p:nvSpPr>
        <p:spPr>
          <a:xfrm>
            <a:off x="195300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8C3D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8" name=""/>
          <p:cNvSpPr/>
          <p:nvPr/>
        </p:nvSpPr>
        <p:spPr>
          <a:xfrm>
            <a:off x="195300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2F4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79" name=""/>
          <p:cNvSpPr/>
          <p:nvPr/>
        </p:nvSpPr>
        <p:spPr>
          <a:xfrm>
            <a:off x="195300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7302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0" name=""/>
          <p:cNvSpPr/>
          <p:nvPr/>
        </p:nvSpPr>
        <p:spPr>
          <a:xfrm>
            <a:off x="195300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3DFE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1" name=""/>
          <p:cNvSpPr/>
          <p:nvPr/>
        </p:nvSpPr>
        <p:spPr>
          <a:xfrm>
            <a:off x="195300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995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2" name=""/>
          <p:cNvSpPr/>
          <p:nvPr/>
        </p:nvSpPr>
        <p:spPr>
          <a:xfrm>
            <a:off x="207108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CFEC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3" name=""/>
          <p:cNvSpPr/>
          <p:nvPr/>
        </p:nvSpPr>
        <p:spPr>
          <a:xfrm>
            <a:off x="207108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1F3F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4" name=""/>
          <p:cNvSpPr/>
          <p:nvPr/>
        </p:nvSpPr>
        <p:spPr>
          <a:xfrm>
            <a:off x="207108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DBA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5" name=""/>
          <p:cNvSpPr/>
          <p:nvPr/>
        </p:nvSpPr>
        <p:spPr>
          <a:xfrm>
            <a:off x="207108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7C3D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6" name=""/>
          <p:cNvSpPr/>
          <p:nvPr/>
        </p:nvSpPr>
        <p:spPr>
          <a:xfrm>
            <a:off x="207108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5885B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7" name=""/>
          <p:cNvSpPr/>
          <p:nvPr/>
        </p:nvSpPr>
        <p:spPr>
          <a:xfrm>
            <a:off x="207108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9C4D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8" name=""/>
          <p:cNvSpPr/>
          <p:nvPr/>
        </p:nvSpPr>
        <p:spPr>
          <a:xfrm>
            <a:off x="207108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89" name=""/>
          <p:cNvSpPr/>
          <p:nvPr/>
        </p:nvSpPr>
        <p:spPr>
          <a:xfrm>
            <a:off x="207108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AF6E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0" name=""/>
          <p:cNvSpPr/>
          <p:nvPr/>
        </p:nvSpPr>
        <p:spPr>
          <a:xfrm>
            <a:off x="207108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DC6D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1" name=""/>
          <p:cNvSpPr/>
          <p:nvPr/>
        </p:nvSpPr>
        <p:spPr>
          <a:xfrm>
            <a:off x="207108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9B6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2" name=""/>
          <p:cNvSpPr/>
          <p:nvPr/>
        </p:nvSpPr>
        <p:spPr>
          <a:xfrm>
            <a:off x="207108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0BE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3" name=""/>
          <p:cNvSpPr/>
          <p:nvPr/>
        </p:nvSpPr>
        <p:spPr>
          <a:xfrm>
            <a:off x="207108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CFD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4" name=""/>
          <p:cNvSpPr/>
          <p:nvPr/>
        </p:nvSpPr>
        <p:spPr>
          <a:xfrm>
            <a:off x="207108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CF7E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5" name=""/>
          <p:cNvSpPr/>
          <p:nvPr/>
        </p:nvSpPr>
        <p:spPr>
          <a:xfrm>
            <a:off x="207108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EFA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6" name=""/>
          <p:cNvSpPr/>
          <p:nvPr/>
        </p:nvSpPr>
        <p:spPr>
          <a:xfrm>
            <a:off x="207108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7" name=""/>
          <p:cNvSpPr/>
          <p:nvPr/>
        </p:nvSpPr>
        <p:spPr>
          <a:xfrm>
            <a:off x="207108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5E1E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8" name=""/>
          <p:cNvSpPr/>
          <p:nvPr/>
        </p:nvSpPr>
        <p:spPr>
          <a:xfrm>
            <a:off x="207108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28FC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99" name=""/>
          <p:cNvSpPr/>
          <p:nvPr/>
        </p:nvSpPr>
        <p:spPr>
          <a:xfrm>
            <a:off x="207108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9FC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0" name=""/>
          <p:cNvSpPr/>
          <p:nvPr/>
        </p:nvSpPr>
        <p:spPr>
          <a:xfrm>
            <a:off x="207108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CB9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1" name=""/>
          <p:cNvSpPr/>
          <p:nvPr/>
        </p:nvSpPr>
        <p:spPr>
          <a:xfrm>
            <a:off x="207108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1E9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2" name=""/>
          <p:cNvSpPr/>
          <p:nvPr/>
        </p:nvSpPr>
        <p:spPr>
          <a:xfrm>
            <a:off x="207108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DE6F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3" name=""/>
          <p:cNvSpPr/>
          <p:nvPr/>
        </p:nvSpPr>
        <p:spPr>
          <a:xfrm>
            <a:off x="207108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AA7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4" name=""/>
          <p:cNvSpPr/>
          <p:nvPr/>
        </p:nvSpPr>
        <p:spPr>
          <a:xfrm>
            <a:off x="207108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5E1E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5" name=""/>
          <p:cNvSpPr/>
          <p:nvPr/>
        </p:nvSpPr>
        <p:spPr>
          <a:xfrm>
            <a:off x="207108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2E9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6" name=""/>
          <p:cNvSpPr/>
          <p:nvPr/>
        </p:nvSpPr>
        <p:spPr>
          <a:xfrm>
            <a:off x="207108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D28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7" name=""/>
          <p:cNvSpPr/>
          <p:nvPr/>
        </p:nvSpPr>
        <p:spPr>
          <a:xfrm>
            <a:off x="207108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7B4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8" name=""/>
          <p:cNvSpPr/>
          <p:nvPr/>
        </p:nvSpPr>
        <p:spPr>
          <a:xfrm>
            <a:off x="207108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8FC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9" name=""/>
          <p:cNvSpPr/>
          <p:nvPr/>
        </p:nvSpPr>
        <p:spPr>
          <a:xfrm>
            <a:off x="207108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8C3D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0" name=""/>
          <p:cNvSpPr/>
          <p:nvPr/>
        </p:nvSpPr>
        <p:spPr>
          <a:xfrm>
            <a:off x="207108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5C88B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1" name=""/>
          <p:cNvSpPr/>
          <p:nvPr/>
        </p:nvSpPr>
        <p:spPr>
          <a:xfrm>
            <a:off x="207108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29E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2" name=""/>
          <p:cNvSpPr/>
          <p:nvPr/>
        </p:nvSpPr>
        <p:spPr>
          <a:xfrm>
            <a:off x="207108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2F9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3" name=""/>
          <p:cNvSpPr/>
          <p:nvPr/>
        </p:nvSpPr>
        <p:spPr>
          <a:xfrm>
            <a:off x="207108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B97C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14" name=""/>
          <p:cNvSpPr/>
          <p:nvPr/>
        </p:nvSpPr>
        <p:spPr>
          <a:xfrm>
            <a:off x="218916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ACD0E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5" name=""/>
          <p:cNvSpPr/>
          <p:nvPr/>
        </p:nvSpPr>
        <p:spPr>
          <a:xfrm>
            <a:off x="218916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6" name=""/>
          <p:cNvSpPr/>
          <p:nvPr/>
        </p:nvSpPr>
        <p:spPr>
          <a:xfrm>
            <a:off x="218916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3C0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7" name=""/>
          <p:cNvSpPr/>
          <p:nvPr/>
        </p:nvSpPr>
        <p:spPr>
          <a:xfrm>
            <a:off x="218916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0BE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8" name=""/>
          <p:cNvSpPr/>
          <p:nvPr/>
        </p:nvSpPr>
        <p:spPr>
          <a:xfrm>
            <a:off x="218916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A2CAE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9" name=""/>
          <p:cNvSpPr/>
          <p:nvPr/>
        </p:nvSpPr>
        <p:spPr>
          <a:xfrm>
            <a:off x="218916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5C1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0" name=""/>
          <p:cNvSpPr/>
          <p:nvPr/>
        </p:nvSpPr>
        <p:spPr>
          <a:xfrm>
            <a:off x="218916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FB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1" name=""/>
          <p:cNvSpPr/>
          <p:nvPr/>
        </p:nvSpPr>
        <p:spPr>
          <a:xfrm>
            <a:off x="218916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FAB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2" name=""/>
          <p:cNvSpPr/>
          <p:nvPr/>
        </p:nvSpPr>
        <p:spPr>
          <a:xfrm>
            <a:off x="218916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EBC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3" name=""/>
          <p:cNvSpPr/>
          <p:nvPr/>
        </p:nvSpPr>
        <p:spPr>
          <a:xfrm>
            <a:off x="218916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CBA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4" name=""/>
          <p:cNvSpPr/>
          <p:nvPr/>
        </p:nvSpPr>
        <p:spPr>
          <a:xfrm>
            <a:off x="218916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6F5E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5" name=""/>
          <p:cNvSpPr/>
          <p:nvPr/>
        </p:nvSpPr>
        <p:spPr>
          <a:xfrm>
            <a:off x="218916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18DC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6" name=""/>
          <p:cNvSpPr/>
          <p:nvPr/>
        </p:nvSpPr>
        <p:spPr>
          <a:xfrm>
            <a:off x="218916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97C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7" name=""/>
          <p:cNvSpPr/>
          <p:nvPr/>
        </p:nvSpPr>
        <p:spPr>
          <a:xfrm>
            <a:off x="218916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6B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8" name=""/>
          <p:cNvSpPr/>
          <p:nvPr/>
        </p:nvSpPr>
        <p:spPr>
          <a:xfrm>
            <a:off x="218916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29" name=""/>
          <p:cNvSpPr/>
          <p:nvPr/>
        </p:nvSpPr>
        <p:spPr>
          <a:xfrm>
            <a:off x="218916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7A4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0" name=""/>
          <p:cNvSpPr/>
          <p:nvPr/>
        </p:nvSpPr>
        <p:spPr>
          <a:xfrm>
            <a:off x="218916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28EC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1" name=""/>
          <p:cNvSpPr/>
          <p:nvPr/>
        </p:nvSpPr>
        <p:spPr>
          <a:xfrm>
            <a:off x="218916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5A1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32" name=""/>
          <p:cNvSpPr/>
          <p:nvPr/>
        </p:nvSpPr>
        <p:spPr>
          <a:xfrm>
            <a:off x="218916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3C0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3" name=""/>
          <p:cNvSpPr/>
          <p:nvPr/>
        </p:nvSpPr>
        <p:spPr>
          <a:xfrm>
            <a:off x="218916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DA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4" name=""/>
          <p:cNvSpPr/>
          <p:nvPr/>
        </p:nvSpPr>
        <p:spPr>
          <a:xfrm>
            <a:off x="218916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AA7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5" name=""/>
          <p:cNvSpPr/>
          <p:nvPr/>
        </p:nvSpPr>
        <p:spPr>
          <a:xfrm>
            <a:off x="218916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EDCE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6" name=""/>
          <p:cNvSpPr/>
          <p:nvPr/>
        </p:nvSpPr>
        <p:spPr>
          <a:xfrm>
            <a:off x="218916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DBA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7" name=""/>
          <p:cNvSpPr/>
          <p:nvPr/>
        </p:nvSpPr>
        <p:spPr>
          <a:xfrm>
            <a:off x="218916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2AF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8" name=""/>
          <p:cNvSpPr/>
          <p:nvPr/>
        </p:nvSpPr>
        <p:spPr>
          <a:xfrm>
            <a:off x="218916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EDA8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9" name=""/>
          <p:cNvSpPr/>
          <p:nvPr/>
        </p:nvSpPr>
        <p:spPr>
          <a:xfrm>
            <a:off x="218916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6B3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0" name=""/>
          <p:cNvSpPr/>
          <p:nvPr/>
        </p:nvSpPr>
        <p:spPr>
          <a:xfrm>
            <a:off x="218916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1A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1" name=""/>
          <p:cNvSpPr/>
          <p:nvPr/>
        </p:nvSpPr>
        <p:spPr>
          <a:xfrm>
            <a:off x="218916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2C0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2" name=""/>
          <p:cNvSpPr/>
          <p:nvPr/>
        </p:nvSpPr>
        <p:spPr>
          <a:xfrm>
            <a:off x="218916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6ECF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3" name=""/>
          <p:cNvSpPr/>
          <p:nvPr/>
        </p:nvSpPr>
        <p:spPr>
          <a:xfrm>
            <a:off x="218916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6A2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4" name=""/>
          <p:cNvSpPr/>
          <p:nvPr/>
        </p:nvSpPr>
        <p:spPr>
          <a:xfrm>
            <a:off x="218916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A96C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5" name=""/>
          <p:cNvSpPr/>
          <p:nvPr/>
        </p:nvSpPr>
        <p:spPr>
          <a:xfrm>
            <a:off x="218916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A97C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46" name=""/>
          <p:cNvSpPr/>
          <p:nvPr/>
        </p:nvSpPr>
        <p:spPr>
          <a:xfrm>
            <a:off x="230724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A5CCE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7" name=""/>
          <p:cNvSpPr/>
          <p:nvPr/>
        </p:nvSpPr>
        <p:spPr>
          <a:xfrm>
            <a:off x="230724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EE49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8" name=""/>
          <p:cNvSpPr/>
          <p:nvPr/>
        </p:nvSpPr>
        <p:spPr>
          <a:xfrm>
            <a:off x="230724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DBB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9" name=""/>
          <p:cNvSpPr/>
          <p:nvPr/>
        </p:nvSpPr>
        <p:spPr>
          <a:xfrm>
            <a:off x="230724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CBA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0" name=""/>
          <p:cNvSpPr/>
          <p:nvPr/>
        </p:nvSpPr>
        <p:spPr>
          <a:xfrm>
            <a:off x="230724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FC8E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1" name=""/>
          <p:cNvSpPr/>
          <p:nvPr/>
        </p:nvSpPr>
        <p:spPr>
          <a:xfrm>
            <a:off x="230724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7F5E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2" name=""/>
          <p:cNvSpPr/>
          <p:nvPr/>
        </p:nvSpPr>
        <p:spPr>
          <a:xfrm>
            <a:off x="230724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79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3" name=""/>
          <p:cNvSpPr/>
          <p:nvPr/>
        </p:nvSpPr>
        <p:spPr>
          <a:xfrm>
            <a:off x="230724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FBC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4" name=""/>
          <p:cNvSpPr/>
          <p:nvPr/>
        </p:nvSpPr>
        <p:spPr>
          <a:xfrm>
            <a:off x="230724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EBC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5" name=""/>
          <p:cNvSpPr/>
          <p:nvPr/>
        </p:nvSpPr>
        <p:spPr>
          <a:xfrm>
            <a:off x="230724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CBA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6" name=""/>
          <p:cNvSpPr/>
          <p:nvPr/>
        </p:nvSpPr>
        <p:spPr>
          <a:xfrm>
            <a:off x="230724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FBD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7" name=""/>
          <p:cNvSpPr/>
          <p:nvPr/>
        </p:nvSpPr>
        <p:spPr>
          <a:xfrm>
            <a:off x="230724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6F5E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58" name=""/>
          <p:cNvSpPr/>
          <p:nvPr/>
        </p:nvSpPr>
        <p:spPr>
          <a:xfrm>
            <a:off x="230724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894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9" name=""/>
          <p:cNvSpPr/>
          <p:nvPr/>
        </p:nvSpPr>
        <p:spPr>
          <a:xfrm>
            <a:off x="230724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2F4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0" name=""/>
          <p:cNvSpPr/>
          <p:nvPr/>
        </p:nvSpPr>
        <p:spPr>
          <a:xfrm>
            <a:off x="230724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1" name=""/>
          <p:cNvSpPr/>
          <p:nvPr/>
        </p:nvSpPr>
        <p:spPr>
          <a:xfrm>
            <a:off x="230724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2F9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2" name=""/>
          <p:cNvSpPr/>
          <p:nvPr/>
        </p:nvSpPr>
        <p:spPr>
          <a:xfrm>
            <a:off x="230724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ABD0E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3" name=""/>
          <p:cNvSpPr/>
          <p:nvPr/>
        </p:nvSpPr>
        <p:spPr>
          <a:xfrm>
            <a:off x="230724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4A0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4" name=""/>
          <p:cNvSpPr/>
          <p:nvPr/>
        </p:nvSpPr>
        <p:spPr>
          <a:xfrm>
            <a:off x="230724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7C3D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5" name=""/>
          <p:cNvSpPr/>
          <p:nvPr/>
        </p:nvSpPr>
        <p:spPr>
          <a:xfrm>
            <a:off x="230724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DA9D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6" name=""/>
          <p:cNvSpPr/>
          <p:nvPr/>
        </p:nvSpPr>
        <p:spPr>
          <a:xfrm>
            <a:off x="230724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6A2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7" name=""/>
          <p:cNvSpPr/>
          <p:nvPr/>
        </p:nvSpPr>
        <p:spPr>
          <a:xfrm>
            <a:off x="230724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E9D6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8" name=""/>
          <p:cNvSpPr/>
          <p:nvPr/>
        </p:nvSpPr>
        <p:spPr>
          <a:xfrm>
            <a:off x="230724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4575B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69" name=""/>
          <p:cNvSpPr/>
          <p:nvPr/>
        </p:nvSpPr>
        <p:spPr>
          <a:xfrm>
            <a:off x="230724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3B0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0" name=""/>
          <p:cNvSpPr/>
          <p:nvPr/>
        </p:nvSpPr>
        <p:spPr>
          <a:xfrm>
            <a:off x="230724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EA86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1" name=""/>
          <p:cNvSpPr/>
          <p:nvPr/>
        </p:nvSpPr>
        <p:spPr>
          <a:xfrm>
            <a:off x="230724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6B3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2" name=""/>
          <p:cNvSpPr/>
          <p:nvPr/>
        </p:nvSpPr>
        <p:spPr>
          <a:xfrm>
            <a:off x="230724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29E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3" name=""/>
          <p:cNvSpPr/>
          <p:nvPr/>
        </p:nvSpPr>
        <p:spPr>
          <a:xfrm>
            <a:off x="230724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3C0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4" name=""/>
          <p:cNvSpPr/>
          <p:nvPr/>
        </p:nvSpPr>
        <p:spPr>
          <a:xfrm>
            <a:off x="230724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EE49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5" name=""/>
          <p:cNvSpPr/>
          <p:nvPr/>
        </p:nvSpPr>
        <p:spPr>
          <a:xfrm>
            <a:off x="230724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29E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6" name=""/>
          <p:cNvSpPr/>
          <p:nvPr/>
        </p:nvSpPr>
        <p:spPr>
          <a:xfrm>
            <a:off x="230724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4D5E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7" name=""/>
          <p:cNvSpPr/>
          <p:nvPr/>
        </p:nvSpPr>
        <p:spPr>
          <a:xfrm>
            <a:off x="230724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B6D7E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8" name=""/>
          <p:cNvSpPr/>
          <p:nvPr/>
        </p:nvSpPr>
        <p:spPr>
          <a:xfrm>
            <a:off x="242532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5D89B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79" name=""/>
          <p:cNvSpPr/>
          <p:nvPr/>
        </p:nvSpPr>
        <p:spPr>
          <a:xfrm>
            <a:off x="242532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2AF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0" name=""/>
          <p:cNvSpPr/>
          <p:nvPr/>
        </p:nvSpPr>
        <p:spPr>
          <a:xfrm>
            <a:off x="242532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CB9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1" name=""/>
          <p:cNvSpPr/>
          <p:nvPr/>
        </p:nvSpPr>
        <p:spPr>
          <a:xfrm>
            <a:off x="242532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5F4F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2" name=""/>
          <p:cNvSpPr/>
          <p:nvPr/>
        </p:nvSpPr>
        <p:spPr>
          <a:xfrm>
            <a:off x="242532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A0C9E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3" name=""/>
          <p:cNvSpPr/>
          <p:nvPr/>
        </p:nvSpPr>
        <p:spPr>
          <a:xfrm>
            <a:off x="242532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4F4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4" name=""/>
          <p:cNvSpPr/>
          <p:nvPr/>
        </p:nvSpPr>
        <p:spPr>
          <a:xfrm>
            <a:off x="242532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9E3E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5" name=""/>
          <p:cNvSpPr/>
          <p:nvPr/>
        </p:nvSpPr>
        <p:spPr>
          <a:xfrm>
            <a:off x="242532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9FC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6" name=""/>
          <p:cNvSpPr/>
          <p:nvPr/>
        </p:nvSpPr>
        <p:spPr>
          <a:xfrm>
            <a:off x="242532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FBD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7" name=""/>
          <p:cNvSpPr/>
          <p:nvPr/>
        </p:nvSpPr>
        <p:spPr>
          <a:xfrm>
            <a:off x="242532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CB9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8" name=""/>
          <p:cNvSpPr/>
          <p:nvPr/>
        </p:nvSpPr>
        <p:spPr>
          <a:xfrm>
            <a:off x="242532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BC5D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9" name=""/>
          <p:cNvSpPr/>
          <p:nvPr/>
        </p:nvSpPr>
        <p:spPr>
          <a:xfrm>
            <a:off x="242532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A7CDE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0" name=""/>
          <p:cNvSpPr/>
          <p:nvPr/>
        </p:nvSpPr>
        <p:spPr>
          <a:xfrm>
            <a:off x="242532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DF7E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1" name=""/>
          <p:cNvSpPr/>
          <p:nvPr/>
        </p:nvSpPr>
        <p:spPr>
          <a:xfrm>
            <a:off x="242532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3F4F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2" name=""/>
          <p:cNvSpPr/>
          <p:nvPr/>
        </p:nvSpPr>
        <p:spPr>
          <a:xfrm>
            <a:off x="242532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3" name=""/>
          <p:cNvSpPr/>
          <p:nvPr/>
        </p:nvSpPr>
        <p:spPr>
          <a:xfrm>
            <a:off x="242532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BE7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4" name=""/>
          <p:cNvSpPr/>
          <p:nvPr/>
        </p:nvSpPr>
        <p:spPr>
          <a:xfrm>
            <a:off x="242532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3F4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5" name=""/>
          <p:cNvSpPr/>
          <p:nvPr/>
        </p:nvSpPr>
        <p:spPr>
          <a:xfrm>
            <a:off x="242532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09C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6" name=""/>
          <p:cNvSpPr/>
          <p:nvPr/>
        </p:nvSpPr>
        <p:spPr>
          <a:xfrm>
            <a:off x="242532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0BE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7" name=""/>
          <p:cNvSpPr/>
          <p:nvPr/>
        </p:nvSpPr>
        <p:spPr>
          <a:xfrm>
            <a:off x="242532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CA8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8" name=""/>
          <p:cNvSpPr/>
          <p:nvPr/>
        </p:nvSpPr>
        <p:spPr>
          <a:xfrm>
            <a:off x="242532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6A2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9" name=""/>
          <p:cNvSpPr/>
          <p:nvPr/>
        </p:nvSpPr>
        <p:spPr>
          <a:xfrm>
            <a:off x="242532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59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0" name=""/>
          <p:cNvSpPr/>
          <p:nvPr/>
        </p:nvSpPr>
        <p:spPr>
          <a:xfrm>
            <a:off x="242532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BF7E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1" name=""/>
          <p:cNvSpPr/>
          <p:nvPr/>
        </p:nvSpPr>
        <p:spPr>
          <a:xfrm>
            <a:off x="242532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0AD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2" name=""/>
          <p:cNvSpPr/>
          <p:nvPr/>
        </p:nvSpPr>
        <p:spPr>
          <a:xfrm>
            <a:off x="242532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8E3E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3" name=""/>
          <p:cNvSpPr/>
          <p:nvPr/>
        </p:nvSpPr>
        <p:spPr>
          <a:xfrm>
            <a:off x="242532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6B3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4" name=""/>
          <p:cNvSpPr/>
          <p:nvPr/>
        </p:nvSpPr>
        <p:spPr>
          <a:xfrm>
            <a:off x="242532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1F9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5" name=""/>
          <p:cNvSpPr/>
          <p:nvPr/>
        </p:nvSpPr>
        <p:spPr>
          <a:xfrm>
            <a:off x="242532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BB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6" name=""/>
          <p:cNvSpPr/>
          <p:nvPr/>
        </p:nvSpPr>
        <p:spPr>
          <a:xfrm>
            <a:off x="242532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1F9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7" name=""/>
          <p:cNvSpPr/>
          <p:nvPr/>
        </p:nvSpPr>
        <p:spPr>
          <a:xfrm>
            <a:off x="242532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5A1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8" name=""/>
          <p:cNvSpPr/>
          <p:nvPr/>
        </p:nvSpPr>
        <p:spPr>
          <a:xfrm>
            <a:off x="242532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1D3E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09" name=""/>
          <p:cNvSpPr/>
          <p:nvPr/>
        </p:nvSpPr>
        <p:spPr>
          <a:xfrm>
            <a:off x="242532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CF7E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0" name=""/>
          <p:cNvSpPr/>
          <p:nvPr/>
        </p:nvSpPr>
        <p:spPr>
          <a:xfrm>
            <a:off x="254340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9F6E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1" name=""/>
          <p:cNvSpPr/>
          <p:nvPr/>
        </p:nvSpPr>
        <p:spPr>
          <a:xfrm>
            <a:off x="254340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BEF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2" name=""/>
          <p:cNvSpPr/>
          <p:nvPr/>
        </p:nvSpPr>
        <p:spPr>
          <a:xfrm>
            <a:off x="254340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6B3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3" name=""/>
          <p:cNvSpPr/>
          <p:nvPr/>
        </p:nvSpPr>
        <p:spPr>
          <a:xfrm>
            <a:off x="254340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9B6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4" name=""/>
          <p:cNvSpPr/>
          <p:nvPr/>
        </p:nvSpPr>
        <p:spPr>
          <a:xfrm>
            <a:off x="254340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A2CAE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5" name=""/>
          <p:cNvSpPr/>
          <p:nvPr/>
        </p:nvSpPr>
        <p:spPr>
          <a:xfrm>
            <a:off x="254340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BB8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6" name=""/>
          <p:cNvSpPr/>
          <p:nvPr/>
        </p:nvSpPr>
        <p:spPr>
          <a:xfrm>
            <a:off x="254340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AE4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7" name=""/>
          <p:cNvSpPr/>
          <p:nvPr/>
        </p:nvSpPr>
        <p:spPr>
          <a:xfrm>
            <a:off x="254340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6FB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8" name=""/>
          <p:cNvSpPr/>
          <p:nvPr/>
        </p:nvSpPr>
        <p:spPr>
          <a:xfrm>
            <a:off x="254340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FBD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9" name=""/>
          <p:cNvSpPr/>
          <p:nvPr/>
        </p:nvSpPr>
        <p:spPr>
          <a:xfrm>
            <a:off x="254340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6F5E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0" name=""/>
          <p:cNvSpPr/>
          <p:nvPr/>
        </p:nvSpPr>
        <p:spPr>
          <a:xfrm>
            <a:off x="254340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BEF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1" name=""/>
          <p:cNvSpPr/>
          <p:nvPr/>
        </p:nvSpPr>
        <p:spPr>
          <a:xfrm>
            <a:off x="254340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ABCFE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2" name=""/>
          <p:cNvSpPr/>
          <p:nvPr/>
        </p:nvSpPr>
        <p:spPr>
          <a:xfrm>
            <a:off x="254340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4D6E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3" name=""/>
          <p:cNvSpPr/>
          <p:nvPr/>
        </p:nvSpPr>
        <p:spPr>
          <a:xfrm>
            <a:off x="254340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EA9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4" name=""/>
          <p:cNvSpPr/>
          <p:nvPr/>
        </p:nvSpPr>
        <p:spPr>
          <a:xfrm>
            <a:off x="254340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5" name=""/>
          <p:cNvSpPr/>
          <p:nvPr/>
        </p:nvSpPr>
        <p:spPr>
          <a:xfrm>
            <a:off x="254340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97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6" name=""/>
          <p:cNvSpPr/>
          <p:nvPr/>
        </p:nvSpPr>
        <p:spPr>
          <a:xfrm>
            <a:off x="254340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5E8BC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7" name=""/>
          <p:cNvSpPr/>
          <p:nvPr/>
        </p:nvSpPr>
        <p:spPr>
          <a:xfrm>
            <a:off x="254340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09C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8" name=""/>
          <p:cNvSpPr/>
          <p:nvPr/>
        </p:nvSpPr>
        <p:spPr>
          <a:xfrm>
            <a:off x="254340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1BE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29" name=""/>
          <p:cNvSpPr/>
          <p:nvPr/>
        </p:nvSpPr>
        <p:spPr>
          <a:xfrm>
            <a:off x="254340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5FA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0" name=""/>
          <p:cNvSpPr/>
          <p:nvPr/>
        </p:nvSpPr>
        <p:spPr>
          <a:xfrm>
            <a:off x="254340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6A2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31" name=""/>
          <p:cNvSpPr/>
          <p:nvPr/>
        </p:nvSpPr>
        <p:spPr>
          <a:xfrm>
            <a:off x="254340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3FA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2" name=""/>
          <p:cNvSpPr/>
          <p:nvPr/>
        </p:nvSpPr>
        <p:spPr>
          <a:xfrm>
            <a:off x="254340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FB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3" name=""/>
          <p:cNvSpPr/>
          <p:nvPr/>
        </p:nvSpPr>
        <p:spPr>
          <a:xfrm>
            <a:off x="254340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FF2F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4" name=""/>
          <p:cNvSpPr/>
          <p:nvPr/>
        </p:nvSpPr>
        <p:spPr>
          <a:xfrm>
            <a:off x="254340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6E1E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5" name=""/>
          <p:cNvSpPr/>
          <p:nvPr/>
        </p:nvSpPr>
        <p:spPr>
          <a:xfrm>
            <a:off x="254340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AB8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6" name=""/>
          <p:cNvSpPr/>
          <p:nvPr/>
        </p:nvSpPr>
        <p:spPr>
          <a:xfrm>
            <a:off x="254340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0F9D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7" name=""/>
          <p:cNvSpPr/>
          <p:nvPr/>
        </p:nvSpPr>
        <p:spPr>
          <a:xfrm>
            <a:off x="254340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AB8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8" name=""/>
          <p:cNvSpPr/>
          <p:nvPr/>
        </p:nvSpPr>
        <p:spPr>
          <a:xfrm>
            <a:off x="254340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1F9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9" name=""/>
          <p:cNvSpPr/>
          <p:nvPr/>
        </p:nvSpPr>
        <p:spPr>
          <a:xfrm>
            <a:off x="254340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2A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0" name=""/>
          <p:cNvSpPr/>
          <p:nvPr/>
        </p:nvSpPr>
        <p:spPr>
          <a:xfrm>
            <a:off x="254340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591C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1" name=""/>
          <p:cNvSpPr/>
          <p:nvPr/>
        </p:nvSpPr>
        <p:spPr>
          <a:xfrm>
            <a:off x="254340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794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42" name=""/>
          <p:cNvSpPr/>
          <p:nvPr/>
        </p:nvSpPr>
        <p:spPr>
          <a:xfrm>
            <a:off x="266148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EDA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3" name=""/>
          <p:cNvSpPr/>
          <p:nvPr/>
        </p:nvSpPr>
        <p:spPr>
          <a:xfrm>
            <a:off x="266148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1AD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4" name=""/>
          <p:cNvSpPr/>
          <p:nvPr/>
        </p:nvSpPr>
        <p:spPr>
          <a:xfrm>
            <a:off x="266148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5B2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5" name=""/>
          <p:cNvSpPr/>
          <p:nvPr/>
        </p:nvSpPr>
        <p:spPr>
          <a:xfrm>
            <a:off x="266148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8B5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6" name=""/>
          <p:cNvSpPr/>
          <p:nvPr/>
        </p:nvSpPr>
        <p:spPr>
          <a:xfrm>
            <a:off x="266148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5B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7" name=""/>
          <p:cNvSpPr/>
          <p:nvPr/>
        </p:nvSpPr>
        <p:spPr>
          <a:xfrm>
            <a:off x="266148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6B3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8" name=""/>
          <p:cNvSpPr/>
          <p:nvPr/>
        </p:nvSpPr>
        <p:spPr>
          <a:xfrm>
            <a:off x="266148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2E9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9" name=""/>
          <p:cNvSpPr/>
          <p:nvPr/>
        </p:nvSpPr>
        <p:spPr>
          <a:xfrm>
            <a:off x="266148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CE5F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0" name=""/>
          <p:cNvSpPr/>
          <p:nvPr/>
        </p:nvSpPr>
        <p:spPr>
          <a:xfrm>
            <a:off x="266148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BB9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1" name=""/>
          <p:cNvSpPr/>
          <p:nvPr/>
        </p:nvSpPr>
        <p:spPr>
          <a:xfrm>
            <a:off x="266148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CB9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2" name=""/>
          <p:cNvSpPr/>
          <p:nvPr/>
        </p:nvSpPr>
        <p:spPr>
          <a:xfrm>
            <a:off x="266148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7B5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3" name=""/>
          <p:cNvSpPr/>
          <p:nvPr/>
        </p:nvSpPr>
        <p:spPr>
          <a:xfrm>
            <a:off x="266148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BE7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4" name=""/>
          <p:cNvSpPr/>
          <p:nvPr/>
        </p:nvSpPr>
        <p:spPr>
          <a:xfrm>
            <a:off x="266148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793C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5" name=""/>
          <p:cNvSpPr/>
          <p:nvPr/>
        </p:nvSpPr>
        <p:spPr>
          <a:xfrm>
            <a:off x="266148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5582B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6" name=""/>
          <p:cNvSpPr/>
          <p:nvPr/>
        </p:nvSpPr>
        <p:spPr>
          <a:xfrm>
            <a:off x="266148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7" name=""/>
          <p:cNvSpPr/>
          <p:nvPr/>
        </p:nvSpPr>
        <p:spPr>
          <a:xfrm>
            <a:off x="266148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D99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58" name=""/>
          <p:cNvSpPr/>
          <p:nvPr/>
        </p:nvSpPr>
        <p:spPr>
          <a:xfrm>
            <a:off x="266148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4F4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9" name=""/>
          <p:cNvSpPr/>
          <p:nvPr/>
        </p:nvSpPr>
        <p:spPr>
          <a:xfrm>
            <a:off x="266148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BDDBE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0" name=""/>
          <p:cNvSpPr/>
          <p:nvPr/>
        </p:nvSpPr>
        <p:spPr>
          <a:xfrm>
            <a:off x="266148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5B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1" name=""/>
          <p:cNvSpPr/>
          <p:nvPr/>
        </p:nvSpPr>
        <p:spPr>
          <a:xfrm>
            <a:off x="266148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AA6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2" name=""/>
          <p:cNvSpPr/>
          <p:nvPr/>
        </p:nvSpPr>
        <p:spPr>
          <a:xfrm>
            <a:off x="266148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7FC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3" name=""/>
          <p:cNvSpPr/>
          <p:nvPr/>
        </p:nvSpPr>
        <p:spPr>
          <a:xfrm>
            <a:off x="266148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D99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4" name=""/>
          <p:cNvSpPr/>
          <p:nvPr/>
        </p:nvSpPr>
        <p:spPr>
          <a:xfrm>
            <a:off x="266148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CB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5" name=""/>
          <p:cNvSpPr/>
          <p:nvPr/>
        </p:nvSpPr>
        <p:spPr>
          <a:xfrm>
            <a:off x="266148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8A5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6" name=""/>
          <p:cNvSpPr/>
          <p:nvPr/>
        </p:nvSpPr>
        <p:spPr>
          <a:xfrm>
            <a:off x="266148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19D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7" name=""/>
          <p:cNvSpPr/>
          <p:nvPr/>
        </p:nvSpPr>
        <p:spPr>
          <a:xfrm>
            <a:off x="266148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DB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8" name=""/>
          <p:cNvSpPr/>
          <p:nvPr/>
        </p:nvSpPr>
        <p:spPr>
          <a:xfrm>
            <a:off x="266148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DDBE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69" name=""/>
          <p:cNvSpPr/>
          <p:nvPr/>
        </p:nvSpPr>
        <p:spPr>
          <a:xfrm>
            <a:off x="266148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3F4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0" name=""/>
          <p:cNvSpPr/>
          <p:nvPr/>
        </p:nvSpPr>
        <p:spPr>
          <a:xfrm>
            <a:off x="266148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EA66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1" name=""/>
          <p:cNvSpPr/>
          <p:nvPr/>
        </p:nvSpPr>
        <p:spPr>
          <a:xfrm>
            <a:off x="266148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4A0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2" name=""/>
          <p:cNvSpPr/>
          <p:nvPr/>
        </p:nvSpPr>
        <p:spPr>
          <a:xfrm>
            <a:off x="266148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EA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3" name=""/>
          <p:cNvSpPr/>
          <p:nvPr/>
        </p:nvSpPr>
        <p:spPr>
          <a:xfrm>
            <a:off x="266148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AF6E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4" name=""/>
          <p:cNvSpPr/>
          <p:nvPr/>
        </p:nvSpPr>
        <p:spPr>
          <a:xfrm>
            <a:off x="277956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AED1E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5" name=""/>
          <p:cNvSpPr/>
          <p:nvPr/>
        </p:nvSpPr>
        <p:spPr>
          <a:xfrm>
            <a:off x="277956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2EA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6" name=""/>
          <p:cNvSpPr/>
          <p:nvPr/>
        </p:nvSpPr>
        <p:spPr>
          <a:xfrm>
            <a:off x="277956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5ECF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7" name=""/>
          <p:cNvSpPr/>
          <p:nvPr/>
        </p:nvSpPr>
        <p:spPr>
          <a:xfrm>
            <a:off x="277956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8" name=""/>
          <p:cNvSpPr/>
          <p:nvPr/>
        </p:nvSpPr>
        <p:spPr>
          <a:xfrm>
            <a:off x="277956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DF1F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79" name=""/>
          <p:cNvSpPr/>
          <p:nvPr/>
        </p:nvSpPr>
        <p:spPr>
          <a:xfrm>
            <a:off x="277956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0" name=""/>
          <p:cNvSpPr/>
          <p:nvPr/>
        </p:nvSpPr>
        <p:spPr>
          <a:xfrm>
            <a:off x="277956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7A3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1" name=""/>
          <p:cNvSpPr/>
          <p:nvPr/>
        </p:nvSpPr>
        <p:spPr>
          <a:xfrm>
            <a:off x="277956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CE8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2" name=""/>
          <p:cNvSpPr/>
          <p:nvPr/>
        </p:nvSpPr>
        <p:spPr>
          <a:xfrm>
            <a:off x="277956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DB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3" name=""/>
          <p:cNvSpPr/>
          <p:nvPr/>
        </p:nvSpPr>
        <p:spPr>
          <a:xfrm>
            <a:off x="277956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7B4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4" name=""/>
          <p:cNvSpPr/>
          <p:nvPr/>
        </p:nvSpPr>
        <p:spPr>
          <a:xfrm>
            <a:off x="277956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DBA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5" name=""/>
          <p:cNvSpPr/>
          <p:nvPr/>
        </p:nvSpPr>
        <p:spPr>
          <a:xfrm>
            <a:off x="277956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5F4F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6" name=""/>
          <p:cNvSpPr/>
          <p:nvPr/>
        </p:nvSpPr>
        <p:spPr>
          <a:xfrm>
            <a:off x="277956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BA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7" name=""/>
          <p:cNvSpPr/>
          <p:nvPr/>
        </p:nvSpPr>
        <p:spPr>
          <a:xfrm>
            <a:off x="277956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ED98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8" name=""/>
          <p:cNvSpPr/>
          <p:nvPr/>
        </p:nvSpPr>
        <p:spPr>
          <a:xfrm>
            <a:off x="277956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9" name=""/>
          <p:cNvSpPr/>
          <p:nvPr/>
        </p:nvSpPr>
        <p:spPr>
          <a:xfrm>
            <a:off x="277956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BDAE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0" name=""/>
          <p:cNvSpPr/>
          <p:nvPr/>
        </p:nvSpPr>
        <p:spPr>
          <a:xfrm>
            <a:off x="277956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A6CDE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1" name=""/>
          <p:cNvSpPr/>
          <p:nvPr/>
        </p:nvSpPr>
        <p:spPr>
          <a:xfrm>
            <a:off x="277956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BB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2" name=""/>
          <p:cNvSpPr/>
          <p:nvPr/>
        </p:nvSpPr>
        <p:spPr>
          <a:xfrm>
            <a:off x="277956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DBB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3" name=""/>
          <p:cNvSpPr/>
          <p:nvPr/>
        </p:nvSpPr>
        <p:spPr>
          <a:xfrm>
            <a:off x="277956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8FC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4" name=""/>
          <p:cNvSpPr/>
          <p:nvPr/>
        </p:nvSpPr>
        <p:spPr>
          <a:xfrm>
            <a:off x="277956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5FB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5" name=""/>
          <p:cNvSpPr/>
          <p:nvPr/>
        </p:nvSpPr>
        <p:spPr>
          <a:xfrm>
            <a:off x="277956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CA8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6" name=""/>
          <p:cNvSpPr/>
          <p:nvPr/>
        </p:nvSpPr>
        <p:spPr>
          <a:xfrm>
            <a:off x="277956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91BF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7" name=""/>
          <p:cNvSpPr/>
          <p:nvPr/>
        </p:nvSpPr>
        <p:spPr>
          <a:xfrm>
            <a:off x="277956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0DDE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8" name=""/>
          <p:cNvSpPr/>
          <p:nvPr/>
        </p:nvSpPr>
        <p:spPr>
          <a:xfrm>
            <a:off x="277956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F9BC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99" name=""/>
          <p:cNvSpPr/>
          <p:nvPr/>
        </p:nvSpPr>
        <p:spPr>
          <a:xfrm>
            <a:off x="277956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7B4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0" name=""/>
          <p:cNvSpPr/>
          <p:nvPr/>
        </p:nvSpPr>
        <p:spPr>
          <a:xfrm>
            <a:off x="277956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D99C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1" name=""/>
          <p:cNvSpPr/>
          <p:nvPr/>
        </p:nvSpPr>
        <p:spPr>
          <a:xfrm>
            <a:off x="277956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8B5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2" name=""/>
          <p:cNvSpPr/>
          <p:nvPr/>
        </p:nvSpPr>
        <p:spPr>
          <a:xfrm>
            <a:off x="277956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2C0D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3" name=""/>
          <p:cNvSpPr/>
          <p:nvPr/>
        </p:nvSpPr>
        <p:spPr>
          <a:xfrm>
            <a:off x="277956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4A0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04" name=""/>
          <p:cNvSpPr/>
          <p:nvPr/>
        </p:nvSpPr>
        <p:spPr>
          <a:xfrm>
            <a:off x="277956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7F5E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5" name=""/>
          <p:cNvSpPr/>
          <p:nvPr/>
        </p:nvSpPr>
        <p:spPr>
          <a:xfrm>
            <a:off x="277956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FB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6" name=""/>
          <p:cNvSpPr/>
          <p:nvPr/>
        </p:nvSpPr>
        <p:spPr>
          <a:xfrm>
            <a:off x="289764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A6CCE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7" name=""/>
          <p:cNvSpPr/>
          <p:nvPr/>
        </p:nvSpPr>
        <p:spPr>
          <a:xfrm>
            <a:off x="289764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9A5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8" name=""/>
          <p:cNvSpPr/>
          <p:nvPr/>
        </p:nvSpPr>
        <p:spPr>
          <a:xfrm>
            <a:off x="289764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9EEF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9" name=""/>
          <p:cNvSpPr/>
          <p:nvPr/>
        </p:nvSpPr>
        <p:spPr>
          <a:xfrm>
            <a:off x="289764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FAC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0" name=""/>
          <p:cNvSpPr/>
          <p:nvPr/>
        </p:nvSpPr>
        <p:spPr>
          <a:xfrm>
            <a:off x="289764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5FA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1" name=""/>
          <p:cNvSpPr/>
          <p:nvPr/>
        </p:nvSpPr>
        <p:spPr>
          <a:xfrm>
            <a:off x="289764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DAAD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2" name=""/>
          <p:cNvSpPr/>
          <p:nvPr/>
        </p:nvSpPr>
        <p:spPr>
          <a:xfrm>
            <a:off x="289764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19D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3" name=""/>
          <p:cNvSpPr/>
          <p:nvPr/>
        </p:nvSpPr>
        <p:spPr>
          <a:xfrm>
            <a:off x="289764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6D7E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4" name=""/>
          <p:cNvSpPr/>
          <p:nvPr/>
        </p:nvSpPr>
        <p:spPr>
          <a:xfrm>
            <a:off x="289764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EE49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5" name=""/>
          <p:cNvSpPr/>
          <p:nvPr/>
        </p:nvSpPr>
        <p:spPr>
          <a:xfrm>
            <a:off x="289764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5B2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6" name=""/>
          <p:cNvSpPr/>
          <p:nvPr/>
        </p:nvSpPr>
        <p:spPr>
          <a:xfrm>
            <a:off x="289764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6F5E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7" name=""/>
          <p:cNvSpPr/>
          <p:nvPr/>
        </p:nvSpPr>
        <p:spPr>
          <a:xfrm>
            <a:off x="289764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5C89B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18" name=""/>
          <p:cNvSpPr/>
          <p:nvPr/>
        </p:nvSpPr>
        <p:spPr>
          <a:xfrm>
            <a:off x="289764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2D4E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9" name=""/>
          <p:cNvSpPr/>
          <p:nvPr/>
        </p:nvSpPr>
        <p:spPr>
          <a:xfrm>
            <a:off x="289764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3EA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0" name=""/>
          <p:cNvSpPr/>
          <p:nvPr/>
        </p:nvSpPr>
        <p:spPr>
          <a:xfrm>
            <a:off x="289764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1" name=""/>
          <p:cNvSpPr/>
          <p:nvPr/>
        </p:nvSpPr>
        <p:spPr>
          <a:xfrm>
            <a:off x="289764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3D5E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2" name=""/>
          <p:cNvSpPr/>
          <p:nvPr/>
        </p:nvSpPr>
        <p:spPr>
          <a:xfrm>
            <a:off x="289764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A5CCE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3" name=""/>
          <p:cNvSpPr/>
          <p:nvPr/>
        </p:nvSpPr>
        <p:spPr>
          <a:xfrm>
            <a:off x="289764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995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24" name=""/>
          <p:cNvSpPr/>
          <p:nvPr/>
        </p:nvSpPr>
        <p:spPr>
          <a:xfrm>
            <a:off x="289764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3F4F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5" name=""/>
          <p:cNvSpPr/>
          <p:nvPr/>
        </p:nvSpPr>
        <p:spPr>
          <a:xfrm>
            <a:off x="289764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8A4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6" name=""/>
          <p:cNvSpPr/>
          <p:nvPr/>
        </p:nvSpPr>
        <p:spPr>
          <a:xfrm>
            <a:off x="289764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5E1E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7" name=""/>
          <p:cNvSpPr/>
          <p:nvPr/>
        </p:nvSpPr>
        <p:spPr>
          <a:xfrm>
            <a:off x="289764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8D8E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8" name=""/>
          <p:cNvSpPr/>
          <p:nvPr/>
        </p:nvSpPr>
        <p:spPr>
          <a:xfrm>
            <a:off x="289764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EFEC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9" name=""/>
          <p:cNvSpPr/>
          <p:nvPr/>
        </p:nvSpPr>
        <p:spPr>
          <a:xfrm>
            <a:off x="289764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FF8D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0" name=""/>
          <p:cNvSpPr/>
          <p:nvPr/>
        </p:nvSpPr>
        <p:spPr>
          <a:xfrm>
            <a:off x="289764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C98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1" name=""/>
          <p:cNvSpPr/>
          <p:nvPr/>
        </p:nvSpPr>
        <p:spPr>
          <a:xfrm>
            <a:off x="289764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AEF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2" name=""/>
          <p:cNvSpPr/>
          <p:nvPr/>
        </p:nvSpPr>
        <p:spPr>
          <a:xfrm>
            <a:off x="289764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C98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3" name=""/>
          <p:cNvSpPr/>
          <p:nvPr/>
        </p:nvSpPr>
        <p:spPr>
          <a:xfrm>
            <a:off x="289764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EF2F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4" name=""/>
          <p:cNvSpPr/>
          <p:nvPr/>
        </p:nvSpPr>
        <p:spPr>
          <a:xfrm>
            <a:off x="289764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4A79B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5" name=""/>
          <p:cNvSpPr/>
          <p:nvPr/>
        </p:nvSpPr>
        <p:spPr>
          <a:xfrm>
            <a:off x="289764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29E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6" name=""/>
          <p:cNvSpPr/>
          <p:nvPr/>
        </p:nvSpPr>
        <p:spPr>
          <a:xfrm>
            <a:off x="289764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28FC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7" name=""/>
          <p:cNvSpPr/>
          <p:nvPr/>
        </p:nvSpPr>
        <p:spPr>
          <a:xfrm>
            <a:off x="289764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DFEC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8" name=""/>
          <p:cNvSpPr/>
          <p:nvPr/>
        </p:nvSpPr>
        <p:spPr>
          <a:xfrm>
            <a:off x="301572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5C89B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39" name=""/>
          <p:cNvSpPr/>
          <p:nvPr/>
        </p:nvSpPr>
        <p:spPr>
          <a:xfrm>
            <a:off x="301572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DE6F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0" name=""/>
          <p:cNvSpPr/>
          <p:nvPr/>
        </p:nvSpPr>
        <p:spPr>
          <a:xfrm>
            <a:off x="301572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0AC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1" name=""/>
          <p:cNvSpPr/>
          <p:nvPr/>
        </p:nvSpPr>
        <p:spPr>
          <a:xfrm>
            <a:off x="301572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AFD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2" name=""/>
          <p:cNvSpPr/>
          <p:nvPr/>
        </p:nvSpPr>
        <p:spPr>
          <a:xfrm>
            <a:off x="301572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AB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3" name=""/>
          <p:cNvSpPr/>
          <p:nvPr/>
        </p:nvSpPr>
        <p:spPr>
          <a:xfrm>
            <a:off x="301572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9A5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4" name=""/>
          <p:cNvSpPr/>
          <p:nvPr/>
        </p:nvSpPr>
        <p:spPr>
          <a:xfrm>
            <a:off x="301572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D99C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45" name=""/>
          <p:cNvSpPr/>
          <p:nvPr/>
        </p:nvSpPr>
        <p:spPr>
          <a:xfrm>
            <a:off x="301572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5D6E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6" name=""/>
          <p:cNvSpPr/>
          <p:nvPr/>
        </p:nvSpPr>
        <p:spPr>
          <a:xfrm>
            <a:off x="301572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8B5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7" name=""/>
          <p:cNvSpPr/>
          <p:nvPr/>
        </p:nvSpPr>
        <p:spPr>
          <a:xfrm>
            <a:off x="301572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DF1F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8" name=""/>
          <p:cNvSpPr/>
          <p:nvPr/>
        </p:nvSpPr>
        <p:spPr>
          <a:xfrm>
            <a:off x="301572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8B6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9" name=""/>
          <p:cNvSpPr/>
          <p:nvPr/>
        </p:nvSpPr>
        <p:spPr>
          <a:xfrm>
            <a:off x="301572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3A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0" name=""/>
          <p:cNvSpPr/>
          <p:nvPr/>
        </p:nvSpPr>
        <p:spPr>
          <a:xfrm>
            <a:off x="301572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A9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1" name=""/>
          <p:cNvSpPr/>
          <p:nvPr/>
        </p:nvSpPr>
        <p:spPr>
          <a:xfrm>
            <a:off x="301572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5C2D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2" name=""/>
          <p:cNvSpPr/>
          <p:nvPr/>
        </p:nvSpPr>
        <p:spPr>
          <a:xfrm>
            <a:off x="301572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3" name=""/>
          <p:cNvSpPr/>
          <p:nvPr/>
        </p:nvSpPr>
        <p:spPr>
          <a:xfrm>
            <a:off x="301572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89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4" name=""/>
          <p:cNvSpPr/>
          <p:nvPr/>
        </p:nvSpPr>
        <p:spPr>
          <a:xfrm>
            <a:off x="301572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7FB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5" name=""/>
          <p:cNvSpPr/>
          <p:nvPr/>
        </p:nvSpPr>
        <p:spPr>
          <a:xfrm>
            <a:off x="301572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EB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6" name=""/>
          <p:cNvSpPr/>
          <p:nvPr/>
        </p:nvSpPr>
        <p:spPr>
          <a:xfrm>
            <a:off x="301572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EDA8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7" name=""/>
          <p:cNvSpPr/>
          <p:nvPr/>
        </p:nvSpPr>
        <p:spPr>
          <a:xfrm>
            <a:off x="301572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1E9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8" name=""/>
          <p:cNvSpPr/>
          <p:nvPr/>
        </p:nvSpPr>
        <p:spPr>
          <a:xfrm>
            <a:off x="301572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3A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59" name=""/>
          <p:cNvSpPr/>
          <p:nvPr/>
        </p:nvSpPr>
        <p:spPr>
          <a:xfrm>
            <a:off x="301572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F9C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0" name=""/>
          <p:cNvSpPr/>
          <p:nvPr/>
        </p:nvSpPr>
        <p:spPr>
          <a:xfrm>
            <a:off x="301572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0F8D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1" name=""/>
          <p:cNvSpPr/>
          <p:nvPr/>
        </p:nvSpPr>
        <p:spPr>
          <a:xfrm>
            <a:off x="301572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09C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2" name=""/>
          <p:cNvSpPr/>
          <p:nvPr/>
        </p:nvSpPr>
        <p:spPr>
          <a:xfrm>
            <a:off x="301572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8D8E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3" name=""/>
          <p:cNvSpPr/>
          <p:nvPr/>
        </p:nvSpPr>
        <p:spPr>
          <a:xfrm>
            <a:off x="301572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DFE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4" name=""/>
          <p:cNvSpPr/>
          <p:nvPr/>
        </p:nvSpPr>
        <p:spPr>
          <a:xfrm>
            <a:off x="301572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B97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5" name=""/>
          <p:cNvSpPr/>
          <p:nvPr/>
        </p:nvSpPr>
        <p:spPr>
          <a:xfrm>
            <a:off x="301572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CF0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66" name=""/>
          <p:cNvSpPr/>
          <p:nvPr/>
        </p:nvSpPr>
        <p:spPr>
          <a:xfrm>
            <a:off x="301572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8342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7" name=""/>
          <p:cNvSpPr/>
          <p:nvPr/>
        </p:nvSpPr>
        <p:spPr>
          <a:xfrm>
            <a:off x="301572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4A0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8" name=""/>
          <p:cNvSpPr/>
          <p:nvPr/>
        </p:nvSpPr>
        <p:spPr>
          <a:xfrm>
            <a:off x="301572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28EC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69" name=""/>
          <p:cNvSpPr/>
          <p:nvPr/>
        </p:nvSpPr>
        <p:spPr>
          <a:xfrm>
            <a:off x="301572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6F5E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0" name=""/>
          <p:cNvSpPr/>
          <p:nvPr/>
        </p:nvSpPr>
        <p:spPr>
          <a:xfrm>
            <a:off x="313344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4F4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1" name=""/>
          <p:cNvSpPr/>
          <p:nvPr/>
        </p:nvSpPr>
        <p:spPr>
          <a:xfrm>
            <a:off x="313344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8A4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2" name=""/>
          <p:cNvSpPr/>
          <p:nvPr/>
        </p:nvSpPr>
        <p:spPr>
          <a:xfrm>
            <a:off x="313344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2AE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3" name=""/>
          <p:cNvSpPr/>
          <p:nvPr/>
        </p:nvSpPr>
        <p:spPr>
          <a:xfrm>
            <a:off x="313344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0AC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4" name=""/>
          <p:cNvSpPr/>
          <p:nvPr/>
        </p:nvSpPr>
        <p:spPr>
          <a:xfrm>
            <a:off x="313344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69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5" name=""/>
          <p:cNvSpPr/>
          <p:nvPr/>
        </p:nvSpPr>
        <p:spPr>
          <a:xfrm>
            <a:off x="313344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EE7F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6" name=""/>
          <p:cNvSpPr/>
          <p:nvPr/>
        </p:nvSpPr>
        <p:spPr>
          <a:xfrm>
            <a:off x="313344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1DEE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7" name=""/>
          <p:cNvSpPr/>
          <p:nvPr/>
        </p:nvSpPr>
        <p:spPr>
          <a:xfrm>
            <a:off x="313344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BF7E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8" name=""/>
          <p:cNvSpPr/>
          <p:nvPr/>
        </p:nvSpPr>
        <p:spPr>
          <a:xfrm>
            <a:off x="313344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7B4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79" name=""/>
          <p:cNvSpPr/>
          <p:nvPr/>
        </p:nvSpPr>
        <p:spPr>
          <a:xfrm>
            <a:off x="313344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7B4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0" name=""/>
          <p:cNvSpPr/>
          <p:nvPr/>
        </p:nvSpPr>
        <p:spPr>
          <a:xfrm>
            <a:off x="313344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5C2D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1" name=""/>
          <p:cNvSpPr/>
          <p:nvPr/>
        </p:nvSpPr>
        <p:spPr>
          <a:xfrm>
            <a:off x="313344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08DC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2" name=""/>
          <p:cNvSpPr/>
          <p:nvPr/>
        </p:nvSpPr>
        <p:spPr>
          <a:xfrm>
            <a:off x="313344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89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3" name=""/>
          <p:cNvSpPr/>
          <p:nvPr/>
        </p:nvSpPr>
        <p:spPr>
          <a:xfrm>
            <a:off x="313344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E99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4" name=""/>
          <p:cNvSpPr/>
          <p:nvPr/>
        </p:nvSpPr>
        <p:spPr>
          <a:xfrm>
            <a:off x="313344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5" name=""/>
          <p:cNvSpPr/>
          <p:nvPr/>
        </p:nvSpPr>
        <p:spPr>
          <a:xfrm>
            <a:off x="313344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89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6" name=""/>
          <p:cNvSpPr/>
          <p:nvPr/>
        </p:nvSpPr>
        <p:spPr>
          <a:xfrm>
            <a:off x="313344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5B88B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87" name=""/>
          <p:cNvSpPr/>
          <p:nvPr/>
        </p:nvSpPr>
        <p:spPr>
          <a:xfrm>
            <a:off x="313344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BAD9E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8" name=""/>
          <p:cNvSpPr/>
          <p:nvPr/>
        </p:nvSpPr>
        <p:spPr>
          <a:xfrm>
            <a:off x="313344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EFA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9" name=""/>
          <p:cNvSpPr/>
          <p:nvPr/>
        </p:nvSpPr>
        <p:spPr>
          <a:xfrm>
            <a:off x="313344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0E8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0" name=""/>
          <p:cNvSpPr/>
          <p:nvPr/>
        </p:nvSpPr>
        <p:spPr>
          <a:xfrm>
            <a:off x="313344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AE4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1" name=""/>
          <p:cNvSpPr/>
          <p:nvPr/>
        </p:nvSpPr>
        <p:spPr>
          <a:xfrm>
            <a:off x="313344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09C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2" name=""/>
          <p:cNvSpPr/>
          <p:nvPr/>
        </p:nvSpPr>
        <p:spPr>
          <a:xfrm>
            <a:off x="313344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9B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3" name=""/>
          <p:cNvSpPr/>
          <p:nvPr/>
        </p:nvSpPr>
        <p:spPr>
          <a:xfrm>
            <a:off x="313344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8B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4" name=""/>
          <p:cNvSpPr/>
          <p:nvPr/>
        </p:nvSpPr>
        <p:spPr>
          <a:xfrm>
            <a:off x="313344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C98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195" name=""/>
          <p:cNvSpPr/>
          <p:nvPr/>
        </p:nvSpPr>
        <p:spPr>
          <a:xfrm>
            <a:off x="313344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2AF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6" name=""/>
          <p:cNvSpPr/>
          <p:nvPr/>
        </p:nvSpPr>
        <p:spPr>
          <a:xfrm>
            <a:off x="313344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FF8E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7" name=""/>
          <p:cNvSpPr/>
          <p:nvPr/>
        </p:nvSpPr>
        <p:spPr>
          <a:xfrm>
            <a:off x="313344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EFFC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8" name=""/>
          <p:cNvSpPr/>
          <p:nvPr/>
        </p:nvSpPr>
        <p:spPr>
          <a:xfrm>
            <a:off x="313344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3F9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9" name=""/>
          <p:cNvSpPr/>
          <p:nvPr/>
        </p:nvSpPr>
        <p:spPr>
          <a:xfrm>
            <a:off x="313344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8A4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0" name=""/>
          <p:cNvSpPr/>
          <p:nvPr/>
        </p:nvSpPr>
        <p:spPr>
          <a:xfrm>
            <a:off x="313344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692C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1" name=""/>
          <p:cNvSpPr/>
          <p:nvPr/>
        </p:nvSpPr>
        <p:spPr>
          <a:xfrm>
            <a:off x="313344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5F5F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2" name=""/>
          <p:cNvSpPr/>
          <p:nvPr/>
        </p:nvSpPr>
        <p:spPr>
          <a:xfrm>
            <a:off x="325152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AACFE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3" name=""/>
          <p:cNvSpPr/>
          <p:nvPr/>
        </p:nvSpPr>
        <p:spPr>
          <a:xfrm>
            <a:off x="325152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6A2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4" name=""/>
          <p:cNvSpPr/>
          <p:nvPr/>
        </p:nvSpPr>
        <p:spPr>
          <a:xfrm>
            <a:off x="325152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1E9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5" name=""/>
          <p:cNvSpPr/>
          <p:nvPr/>
        </p:nvSpPr>
        <p:spPr>
          <a:xfrm>
            <a:off x="325152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BA7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6" name=""/>
          <p:cNvSpPr/>
          <p:nvPr/>
        </p:nvSpPr>
        <p:spPr>
          <a:xfrm>
            <a:off x="325152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EE29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7" name=""/>
          <p:cNvSpPr/>
          <p:nvPr/>
        </p:nvSpPr>
        <p:spPr>
          <a:xfrm>
            <a:off x="325152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6A2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8" name=""/>
          <p:cNvSpPr/>
          <p:nvPr/>
        </p:nvSpPr>
        <p:spPr>
          <a:xfrm>
            <a:off x="325152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591C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09" name=""/>
          <p:cNvSpPr/>
          <p:nvPr/>
        </p:nvSpPr>
        <p:spPr>
          <a:xfrm>
            <a:off x="325152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9D9E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0" name=""/>
          <p:cNvSpPr/>
          <p:nvPr/>
        </p:nvSpPr>
        <p:spPr>
          <a:xfrm>
            <a:off x="325152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1E9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1" name=""/>
          <p:cNvSpPr/>
          <p:nvPr/>
        </p:nvSpPr>
        <p:spPr>
          <a:xfrm>
            <a:off x="325152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FF2F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2" name=""/>
          <p:cNvSpPr/>
          <p:nvPr/>
        </p:nvSpPr>
        <p:spPr>
          <a:xfrm>
            <a:off x="325152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3F4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3" name=""/>
          <p:cNvSpPr/>
          <p:nvPr/>
        </p:nvSpPr>
        <p:spPr>
          <a:xfrm>
            <a:off x="325152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AACFE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4" name=""/>
          <p:cNvSpPr/>
          <p:nvPr/>
        </p:nvSpPr>
        <p:spPr>
          <a:xfrm>
            <a:off x="325152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8F6E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5" name=""/>
          <p:cNvSpPr/>
          <p:nvPr/>
        </p:nvSpPr>
        <p:spPr>
          <a:xfrm>
            <a:off x="325152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CF7E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6" name=""/>
          <p:cNvSpPr/>
          <p:nvPr/>
        </p:nvSpPr>
        <p:spPr>
          <a:xfrm>
            <a:off x="325152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7" name=""/>
          <p:cNvSpPr/>
          <p:nvPr/>
        </p:nvSpPr>
        <p:spPr>
          <a:xfrm>
            <a:off x="325152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DF7E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8" name=""/>
          <p:cNvSpPr/>
          <p:nvPr/>
        </p:nvSpPr>
        <p:spPr>
          <a:xfrm>
            <a:off x="325152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6B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19" name=""/>
          <p:cNvSpPr/>
          <p:nvPr/>
        </p:nvSpPr>
        <p:spPr>
          <a:xfrm>
            <a:off x="325152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995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0" name=""/>
          <p:cNvSpPr/>
          <p:nvPr/>
        </p:nvSpPr>
        <p:spPr>
          <a:xfrm>
            <a:off x="325152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DEF2F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1" name=""/>
          <p:cNvSpPr/>
          <p:nvPr/>
        </p:nvSpPr>
        <p:spPr>
          <a:xfrm>
            <a:off x="325152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4A0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2" name=""/>
          <p:cNvSpPr/>
          <p:nvPr/>
        </p:nvSpPr>
        <p:spPr>
          <a:xfrm>
            <a:off x="325152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CE8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3" name=""/>
          <p:cNvSpPr/>
          <p:nvPr/>
        </p:nvSpPr>
        <p:spPr>
          <a:xfrm>
            <a:off x="325152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2DEE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4" name=""/>
          <p:cNvSpPr/>
          <p:nvPr/>
        </p:nvSpPr>
        <p:spPr>
          <a:xfrm>
            <a:off x="325152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5C89B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5" name=""/>
          <p:cNvSpPr/>
          <p:nvPr/>
        </p:nvSpPr>
        <p:spPr>
          <a:xfrm>
            <a:off x="325152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CF7E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6" name=""/>
          <p:cNvSpPr/>
          <p:nvPr/>
        </p:nvSpPr>
        <p:spPr>
          <a:xfrm>
            <a:off x="325152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C98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27" name=""/>
          <p:cNvSpPr/>
          <p:nvPr/>
        </p:nvSpPr>
        <p:spPr>
          <a:xfrm>
            <a:off x="325152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4B0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8" name=""/>
          <p:cNvSpPr/>
          <p:nvPr/>
        </p:nvSpPr>
        <p:spPr>
          <a:xfrm>
            <a:off x="325152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9D8E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9" name=""/>
          <p:cNvSpPr/>
          <p:nvPr/>
        </p:nvSpPr>
        <p:spPr>
          <a:xfrm>
            <a:off x="325152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1AE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0" name=""/>
          <p:cNvSpPr/>
          <p:nvPr/>
        </p:nvSpPr>
        <p:spPr>
          <a:xfrm>
            <a:off x="325152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7C3D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1" name=""/>
          <p:cNvSpPr/>
          <p:nvPr/>
        </p:nvSpPr>
        <p:spPr>
          <a:xfrm>
            <a:off x="325152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6A2C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32" name=""/>
          <p:cNvSpPr/>
          <p:nvPr/>
        </p:nvSpPr>
        <p:spPr>
          <a:xfrm>
            <a:off x="325152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7D8E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3" name=""/>
          <p:cNvSpPr/>
          <p:nvPr/>
        </p:nvSpPr>
        <p:spPr>
          <a:xfrm>
            <a:off x="325152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C47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4" name=""/>
          <p:cNvSpPr/>
          <p:nvPr/>
        </p:nvSpPr>
        <p:spPr>
          <a:xfrm>
            <a:off x="336960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EDE8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5" name=""/>
          <p:cNvSpPr/>
          <p:nvPr/>
        </p:nvSpPr>
        <p:spPr>
          <a:xfrm>
            <a:off x="336960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7A3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6" name=""/>
          <p:cNvSpPr/>
          <p:nvPr/>
        </p:nvSpPr>
        <p:spPr>
          <a:xfrm>
            <a:off x="336960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7A3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7" name=""/>
          <p:cNvSpPr/>
          <p:nvPr/>
        </p:nvSpPr>
        <p:spPr>
          <a:xfrm>
            <a:off x="336960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AA6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8" name=""/>
          <p:cNvSpPr/>
          <p:nvPr/>
        </p:nvSpPr>
        <p:spPr>
          <a:xfrm>
            <a:off x="336960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AFCC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9" name=""/>
          <p:cNvSpPr/>
          <p:nvPr/>
        </p:nvSpPr>
        <p:spPr>
          <a:xfrm>
            <a:off x="336960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4A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0" name=""/>
          <p:cNvSpPr/>
          <p:nvPr/>
        </p:nvSpPr>
        <p:spPr>
          <a:xfrm>
            <a:off x="336960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894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1" name=""/>
          <p:cNvSpPr/>
          <p:nvPr/>
        </p:nvSpPr>
        <p:spPr>
          <a:xfrm>
            <a:off x="336960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793C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2" name=""/>
          <p:cNvSpPr/>
          <p:nvPr/>
        </p:nvSpPr>
        <p:spPr>
          <a:xfrm>
            <a:off x="336960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EE7F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3" name=""/>
          <p:cNvSpPr/>
          <p:nvPr/>
        </p:nvSpPr>
        <p:spPr>
          <a:xfrm>
            <a:off x="336960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3F4F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4" name=""/>
          <p:cNvSpPr/>
          <p:nvPr/>
        </p:nvSpPr>
        <p:spPr>
          <a:xfrm>
            <a:off x="336960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CB9D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5" name=""/>
          <p:cNvSpPr/>
          <p:nvPr/>
        </p:nvSpPr>
        <p:spPr>
          <a:xfrm>
            <a:off x="336960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EDA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6" name=""/>
          <p:cNvSpPr/>
          <p:nvPr/>
        </p:nvSpPr>
        <p:spPr>
          <a:xfrm>
            <a:off x="336960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491C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47" name=""/>
          <p:cNvSpPr/>
          <p:nvPr/>
        </p:nvSpPr>
        <p:spPr>
          <a:xfrm>
            <a:off x="336960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8F6E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8" name=""/>
          <p:cNvSpPr/>
          <p:nvPr/>
        </p:nvSpPr>
        <p:spPr>
          <a:xfrm>
            <a:off x="336960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9" name=""/>
          <p:cNvSpPr/>
          <p:nvPr/>
        </p:nvSpPr>
        <p:spPr>
          <a:xfrm>
            <a:off x="336960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3FAD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0" name=""/>
          <p:cNvSpPr/>
          <p:nvPr/>
        </p:nvSpPr>
        <p:spPr>
          <a:xfrm>
            <a:off x="336960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8FC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1" name=""/>
          <p:cNvSpPr/>
          <p:nvPr/>
        </p:nvSpPr>
        <p:spPr>
          <a:xfrm>
            <a:off x="336960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B97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2" name=""/>
          <p:cNvSpPr/>
          <p:nvPr/>
        </p:nvSpPr>
        <p:spPr>
          <a:xfrm>
            <a:off x="336960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FBD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3" name=""/>
          <p:cNvSpPr/>
          <p:nvPr/>
        </p:nvSpPr>
        <p:spPr>
          <a:xfrm>
            <a:off x="336960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2F9D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4" name=""/>
          <p:cNvSpPr/>
          <p:nvPr/>
        </p:nvSpPr>
        <p:spPr>
          <a:xfrm>
            <a:off x="336960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DAAD0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5" name=""/>
          <p:cNvSpPr/>
          <p:nvPr/>
        </p:nvSpPr>
        <p:spPr>
          <a:xfrm>
            <a:off x="336960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29EC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6" name=""/>
          <p:cNvSpPr/>
          <p:nvPr/>
        </p:nvSpPr>
        <p:spPr>
          <a:xfrm>
            <a:off x="336960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AACFE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7" name=""/>
          <p:cNvSpPr/>
          <p:nvPr/>
        </p:nvSpPr>
        <p:spPr>
          <a:xfrm>
            <a:off x="336960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DF7E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58" name=""/>
          <p:cNvSpPr/>
          <p:nvPr/>
        </p:nvSpPr>
        <p:spPr>
          <a:xfrm>
            <a:off x="336960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E9AC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9" name=""/>
          <p:cNvSpPr/>
          <p:nvPr/>
        </p:nvSpPr>
        <p:spPr>
          <a:xfrm>
            <a:off x="336960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7B4D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0" name=""/>
          <p:cNvSpPr/>
          <p:nvPr/>
        </p:nvSpPr>
        <p:spPr>
          <a:xfrm>
            <a:off x="336960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C98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1" name=""/>
          <p:cNvSpPr/>
          <p:nvPr/>
        </p:nvSpPr>
        <p:spPr>
          <a:xfrm>
            <a:off x="336960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2" name=""/>
          <p:cNvSpPr/>
          <p:nvPr/>
        </p:nvSpPr>
        <p:spPr>
          <a:xfrm>
            <a:off x="336960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A7CDE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3" name=""/>
          <p:cNvSpPr/>
          <p:nvPr/>
        </p:nvSpPr>
        <p:spPr>
          <a:xfrm>
            <a:off x="336960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CCE5F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4" name=""/>
          <p:cNvSpPr/>
          <p:nvPr/>
        </p:nvSpPr>
        <p:spPr>
          <a:xfrm>
            <a:off x="336960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E9AC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5" name=""/>
          <p:cNvSpPr/>
          <p:nvPr/>
        </p:nvSpPr>
        <p:spPr>
          <a:xfrm>
            <a:off x="336960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4F4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6" name=""/>
          <p:cNvSpPr/>
          <p:nvPr/>
        </p:nvSpPr>
        <p:spPr>
          <a:xfrm>
            <a:off x="348768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9F6EA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7" name=""/>
          <p:cNvSpPr/>
          <p:nvPr/>
        </p:nvSpPr>
        <p:spPr>
          <a:xfrm>
            <a:off x="348768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BA7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8" name=""/>
          <p:cNvSpPr/>
          <p:nvPr/>
        </p:nvSpPr>
        <p:spPr>
          <a:xfrm>
            <a:off x="348768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7A3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69" name=""/>
          <p:cNvSpPr/>
          <p:nvPr/>
        </p:nvSpPr>
        <p:spPr>
          <a:xfrm>
            <a:off x="348768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7A3C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0" name=""/>
          <p:cNvSpPr/>
          <p:nvPr/>
        </p:nvSpPr>
        <p:spPr>
          <a:xfrm>
            <a:off x="348768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3F4F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1" name=""/>
          <p:cNvSpPr/>
          <p:nvPr/>
        </p:nvSpPr>
        <p:spPr>
          <a:xfrm>
            <a:off x="348768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2DFED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2" name=""/>
          <p:cNvSpPr/>
          <p:nvPr/>
        </p:nvSpPr>
        <p:spPr>
          <a:xfrm>
            <a:off x="348768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ACD0E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3" name=""/>
          <p:cNvSpPr/>
          <p:nvPr/>
        </p:nvSpPr>
        <p:spPr>
          <a:xfrm>
            <a:off x="348768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D58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4" name=""/>
          <p:cNvSpPr/>
          <p:nvPr/>
        </p:nvSpPr>
        <p:spPr>
          <a:xfrm>
            <a:off x="348768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9A6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5" name=""/>
          <p:cNvSpPr/>
          <p:nvPr/>
        </p:nvSpPr>
        <p:spPr>
          <a:xfrm>
            <a:off x="348768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6B4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6" name=""/>
          <p:cNvSpPr/>
          <p:nvPr/>
        </p:nvSpPr>
        <p:spPr>
          <a:xfrm>
            <a:off x="348768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1F3F6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7" name=""/>
          <p:cNvSpPr/>
          <p:nvPr/>
        </p:nvSpPr>
        <p:spPr>
          <a:xfrm>
            <a:off x="348768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DF7E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8" name=""/>
          <p:cNvSpPr/>
          <p:nvPr/>
        </p:nvSpPr>
        <p:spPr>
          <a:xfrm>
            <a:off x="348768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B3D4E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9" name=""/>
          <p:cNvSpPr/>
          <p:nvPr/>
        </p:nvSpPr>
        <p:spPr>
          <a:xfrm>
            <a:off x="348768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C7E2E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0" name=""/>
          <p:cNvSpPr/>
          <p:nvPr/>
        </p:nvSpPr>
        <p:spPr>
          <a:xfrm>
            <a:off x="348768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1" name=""/>
          <p:cNvSpPr/>
          <p:nvPr/>
        </p:nvSpPr>
        <p:spPr>
          <a:xfrm>
            <a:off x="348768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0DDEC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2" name=""/>
          <p:cNvSpPr/>
          <p:nvPr/>
        </p:nvSpPr>
        <p:spPr>
          <a:xfrm>
            <a:off x="348768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EA66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3" name=""/>
          <p:cNvSpPr/>
          <p:nvPr/>
        </p:nvSpPr>
        <p:spPr>
          <a:xfrm>
            <a:off x="348768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894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84" name=""/>
          <p:cNvSpPr/>
          <p:nvPr/>
        </p:nvSpPr>
        <p:spPr>
          <a:xfrm>
            <a:off x="348768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4B1D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5" name=""/>
          <p:cNvSpPr/>
          <p:nvPr/>
        </p:nvSpPr>
        <p:spPr>
          <a:xfrm>
            <a:off x="348768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AA6C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6" name=""/>
          <p:cNvSpPr/>
          <p:nvPr/>
        </p:nvSpPr>
        <p:spPr>
          <a:xfrm>
            <a:off x="348768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EABD1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7" name=""/>
          <p:cNvSpPr/>
          <p:nvPr/>
        </p:nvSpPr>
        <p:spPr>
          <a:xfrm>
            <a:off x="348768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4FAD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8" name=""/>
          <p:cNvSpPr/>
          <p:nvPr/>
        </p:nvSpPr>
        <p:spPr>
          <a:xfrm>
            <a:off x="348768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4F4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9" name=""/>
          <p:cNvSpPr/>
          <p:nvPr/>
        </p:nvSpPr>
        <p:spPr>
          <a:xfrm>
            <a:off x="348768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FCB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0" name=""/>
          <p:cNvSpPr/>
          <p:nvPr/>
        </p:nvSpPr>
        <p:spPr>
          <a:xfrm>
            <a:off x="348768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F9B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1" name=""/>
          <p:cNvSpPr/>
          <p:nvPr/>
        </p:nvSpPr>
        <p:spPr>
          <a:xfrm>
            <a:off x="348768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7B4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2" name=""/>
          <p:cNvSpPr/>
          <p:nvPr/>
        </p:nvSpPr>
        <p:spPr>
          <a:xfrm>
            <a:off x="348768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DF7E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3" name=""/>
          <p:cNvSpPr/>
          <p:nvPr/>
        </p:nvSpPr>
        <p:spPr>
          <a:xfrm>
            <a:off x="348768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2AED3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4" name=""/>
          <p:cNvSpPr/>
          <p:nvPr/>
        </p:nvSpPr>
        <p:spPr>
          <a:xfrm>
            <a:off x="348768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FFF4A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5" name=""/>
          <p:cNvSpPr/>
          <p:nvPr/>
        </p:nvSpPr>
        <p:spPr>
          <a:xfrm>
            <a:off x="348768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BA8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6" name=""/>
          <p:cNvSpPr/>
          <p:nvPr/>
        </p:nvSpPr>
        <p:spPr>
          <a:xfrm>
            <a:off x="348768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D99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7" name=""/>
          <p:cNvSpPr/>
          <p:nvPr/>
        </p:nvSpPr>
        <p:spPr>
          <a:xfrm>
            <a:off x="348768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AACFE4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8" name=""/>
          <p:cNvSpPr/>
          <p:nvPr/>
        </p:nvSpPr>
        <p:spPr>
          <a:xfrm>
            <a:off x="360576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D99C7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99" name=""/>
          <p:cNvSpPr/>
          <p:nvPr/>
        </p:nvSpPr>
        <p:spPr>
          <a:xfrm>
            <a:off x="3605760" y="49370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0" name=""/>
          <p:cNvSpPr/>
          <p:nvPr/>
        </p:nvSpPr>
        <p:spPr>
          <a:xfrm>
            <a:off x="3605760" y="60145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1AD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1" name=""/>
          <p:cNvSpPr/>
          <p:nvPr/>
        </p:nvSpPr>
        <p:spPr>
          <a:xfrm>
            <a:off x="360576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77A3C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2" name=""/>
          <p:cNvSpPr/>
          <p:nvPr/>
        </p:nvSpPr>
        <p:spPr>
          <a:xfrm>
            <a:off x="3605760" y="63734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3" name=""/>
          <p:cNvSpPr/>
          <p:nvPr/>
        </p:nvSpPr>
        <p:spPr>
          <a:xfrm>
            <a:off x="3605760" y="69123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FE7F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4" name=""/>
          <p:cNvSpPr/>
          <p:nvPr/>
        </p:nvSpPr>
        <p:spPr>
          <a:xfrm>
            <a:off x="3605760" y="45781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894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5" name=""/>
          <p:cNvSpPr/>
          <p:nvPr/>
        </p:nvSpPr>
        <p:spPr>
          <a:xfrm>
            <a:off x="360576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EBBD9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6" name=""/>
          <p:cNvSpPr/>
          <p:nvPr/>
        </p:nvSpPr>
        <p:spPr>
          <a:xfrm>
            <a:off x="3605760" y="66430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7" name=""/>
          <p:cNvSpPr/>
          <p:nvPr/>
        </p:nvSpPr>
        <p:spPr>
          <a:xfrm>
            <a:off x="360576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591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08" name=""/>
          <p:cNvSpPr/>
          <p:nvPr/>
        </p:nvSpPr>
        <p:spPr>
          <a:xfrm>
            <a:off x="3605760" y="50270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9" name=""/>
          <p:cNvSpPr/>
          <p:nvPr/>
        </p:nvSpPr>
        <p:spPr>
          <a:xfrm>
            <a:off x="3605760" y="43088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9F6E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0" name=""/>
          <p:cNvSpPr/>
          <p:nvPr/>
        </p:nvSpPr>
        <p:spPr>
          <a:xfrm>
            <a:off x="3605760" y="52066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BA7CF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1" name=""/>
          <p:cNvSpPr/>
          <p:nvPr/>
        </p:nvSpPr>
        <p:spPr>
          <a:xfrm>
            <a:off x="360576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E4F4F1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2" name=""/>
          <p:cNvSpPr/>
          <p:nvPr/>
        </p:nvSpPr>
        <p:spPr>
          <a:xfrm>
            <a:off x="3605760" y="67327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3" name=""/>
          <p:cNvSpPr/>
          <p:nvPr/>
        </p:nvSpPr>
        <p:spPr>
          <a:xfrm>
            <a:off x="3605760" y="43984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1AED2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4" name=""/>
          <p:cNvSpPr/>
          <p:nvPr/>
        </p:nvSpPr>
        <p:spPr>
          <a:xfrm>
            <a:off x="360576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5A1C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5" name=""/>
          <p:cNvSpPr/>
          <p:nvPr/>
        </p:nvSpPr>
        <p:spPr>
          <a:xfrm>
            <a:off x="3605760" y="55656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6" name=""/>
          <p:cNvSpPr/>
          <p:nvPr/>
        </p:nvSpPr>
        <p:spPr>
          <a:xfrm>
            <a:off x="3605760" y="59248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D99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17" name=""/>
          <p:cNvSpPr/>
          <p:nvPr/>
        </p:nvSpPr>
        <p:spPr>
          <a:xfrm>
            <a:off x="360576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91BFDB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8" name=""/>
          <p:cNvSpPr/>
          <p:nvPr/>
        </p:nvSpPr>
        <p:spPr>
          <a:xfrm>
            <a:off x="3605760" y="42188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9" name=""/>
          <p:cNvSpPr/>
          <p:nvPr/>
        </p:nvSpPr>
        <p:spPr>
          <a:xfrm>
            <a:off x="3605760" y="448848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C6E1EE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0" name=""/>
          <p:cNvSpPr/>
          <p:nvPr/>
        </p:nvSpPr>
        <p:spPr>
          <a:xfrm>
            <a:off x="3605760" y="565524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8F6EB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1" name=""/>
          <p:cNvSpPr/>
          <p:nvPr/>
        </p:nvSpPr>
        <p:spPr>
          <a:xfrm>
            <a:off x="360576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BFDDE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2" name=""/>
          <p:cNvSpPr/>
          <p:nvPr/>
        </p:nvSpPr>
        <p:spPr>
          <a:xfrm>
            <a:off x="3605760" y="53859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3" name=""/>
          <p:cNvSpPr/>
          <p:nvPr/>
        </p:nvSpPr>
        <p:spPr>
          <a:xfrm>
            <a:off x="360576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5B2D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4" name=""/>
          <p:cNvSpPr/>
          <p:nvPr/>
        </p:nvSpPr>
        <p:spPr>
          <a:xfrm>
            <a:off x="3605760" y="51166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5" name=""/>
          <p:cNvSpPr/>
          <p:nvPr/>
        </p:nvSpPr>
        <p:spPr>
          <a:xfrm>
            <a:off x="360576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9A5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6" name=""/>
          <p:cNvSpPr/>
          <p:nvPr/>
        </p:nvSpPr>
        <p:spPr>
          <a:xfrm>
            <a:off x="3605760" y="54759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7" name=""/>
          <p:cNvSpPr/>
          <p:nvPr/>
        </p:nvSpPr>
        <p:spPr>
          <a:xfrm>
            <a:off x="360576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85B1D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8" name=""/>
          <p:cNvSpPr/>
          <p:nvPr/>
        </p:nvSpPr>
        <p:spPr>
          <a:xfrm>
            <a:off x="3605760" y="48474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9" name=""/>
          <p:cNvSpPr/>
          <p:nvPr/>
        </p:nvSpPr>
        <p:spPr>
          <a:xfrm>
            <a:off x="360576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D2E9F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0" name=""/>
          <p:cNvSpPr/>
          <p:nvPr/>
        </p:nvSpPr>
        <p:spPr>
          <a:xfrm>
            <a:off x="3605760" y="529632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1" name=""/>
          <p:cNvSpPr/>
          <p:nvPr/>
        </p:nvSpPr>
        <p:spPr>
          <a:xfrm>
            <a:off x="3605760" y="47577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794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2" name=""/>
          <p:cNvSpPr/>
          <p:nvPr/>
        </p:nvSpPr>
        <p:spPr>
          <a:xfrm>
            <a:off x="3605760" y="57452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E9AC8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3" name=""/>
          <p:cNvSpPr/>
          <p:nvPr/>
        </p:nvSpPr>
        <p:spPr>
          <a:xfrm>
            <a:off x="360576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7AA6C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4" name=""/>
          <p:cNvSpPr/>
          <p:nvPr/>
        </p:nvSpPr>
        <p:spPr>
          <a:xfrm>
            <a:off x="3605760" y="619416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5" name=""/>
          <p:cNvSpPr/>
          <p:nvPr/>
        </p:nvSpPr>
        <p:spPr>
          <a:xfrm>
            <a:off x="360576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E4F4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6" name=""/>
          <p:cNvSpPr/>
          <p:nvPr/>
        </p:nvSpPr>
        <p:spPr>
          <a:xfrm>
            <a:off x="3605760" y="68223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7" name=""/>
          <p:cNvSpPr/>
          <p:nvPr/>
        </p:nvSpPr>
        <p:spPr>
          <a:xfrm>
            <a:off x="3605760" y="646344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6F9BC9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8" name=""/>
          <p:cNvSpPr/>
          <p:nvPr/>
        </p:nvSpPr>
        <p:spPr>
          <a:xfrm>
            <a:off x="3605760" y="58348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7B4D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9" name=""/>
          <p:cNvSpPr/>
          <p:nvPr/>
        </p:nvSpPr>
        <p:spPr>
          <a:xfrm>
            <a:off x="3605760" y="46677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894C5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0" name=""/>
          <p:cNvSpPr/>
          <p:nvPr/>
        </p:nvSpPr>
        <p:spPr>
          <a:xfrm>
            <a:off x="360576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82AFD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1" name=""/>
          <p:cNvSpPr/>
          <p:nvPr/>
        </p:nvSpPr>
        <p:spPr>
          <a:xfrm>
            <a:off x="3605760" y="655308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2" name=""/>
          <p:cNvSpPr/>
          <p:nvPr/>
        </p:nvSpPr>
        <p:spPr>
          <a:xfrm>
            <a:off x="360576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solidFill>
            <a:srgbClr val="FFC07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3" name=""/>
          <p:cNvSpPr/>
          <p:nvPr/>
        </p:nvSpPr>
        <p:spPr>
          <a:xfrm>
            <a:off x="3605760" y="6283800"/>
            <a:ext cx="118440" cy="90000"/>
          </a:xfrm>
          <a:custGeom>
            <a:avLst/>
            <a:gdLst/>
            <a:ahLst/>
            <a:rect l="0" t="0" r="r" b="b"/>
            <a:pathLst>
              <a:path w="329" h="250">
                <a:moveTo>
                  <a:pt x="0" y="0"/>
                </a:moveTo>
                <a:lnTo>
                  <a:pt x="329" y="0"/>
                </a:lnTo>
                <a:lnTo>
                  <a:pt x="329" y="250"/>
                </a:lnTo>
                <a:lnTo>
                  <a:pt x="0" y="250"/>
                </a:lnTo>
                <a:lnTo>
                  <a:pt x="0" y="0"/>
                </a:lnTo>
                <a:close/>
              </a:path>
            </a:pathLst>
          </a:custGeom>
          <a:noFill/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4" name=""/>
          <p:cNvSpPr/>
          <p:nvPr/>
        </p:nvSpPr>
        <p:spPr>
          <a:xfrm>
            <a:off x="3605760" y="6104160"/>
            <a:ext cx="118440" cy="90360"/>
          </a:xfrm>
          <a:custGeom>
            <a:avLst/>
            <a:gdLst/>
            <a:ahLst/>
            <a:rect l="0" t="0" r="r" b="b"/>
            <a:pathLst>
              <a:path w="329" h="251">
                <a:moveTo>
                  <a:pt x="0" y="0"/>
                </a:moveTo>
                <a:lnTo>
                  <a:pt x="329" y="0"/>
                </a:lnTo>
                <a:lnTo>
                  <a:pt x="329" y="251"/>
                </a:lnTo>
                <a:lnTo>
                  <a:pt x="0" y="251"/>
                </a:lnTo>
                <a:lnTo>
                  <a:pt x="0" y="0"/>
                </a:lnTo>
                <a:close/>
              </a:path>
            </a:pathLst>
          </a:custGeom>
          <a:solidFill>
            <a:srgbClr val="6B97C7"/>
          </a:solidFill>
          <a:ln w="6480">
            <a:solidFill>
              <a:srgbClr val="FFFFFF"/>
            </a:solidFill>
            <a:miter/>
          </a:ln>
        </p:spPr>
        <p:txBody>
          <a:bodyPr lIns="3240" tIns="3240" rIns="3240" bIns="324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45" name=""/>
          <p:cNvSpPr/>
          <p:nvPr/>
        </p:nvSpPr>
        <p:spPr>
          <a:xfrm flipV="1">
            <a:off x="1008360" y="4210200"/>
            <a:ext cx="0" cy="28008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6" name=""/>
          <p:cNvSpPr txBox="1"/>
          <p:nvPr/>
        </p:nvSpPr>
        <p:spPr>
          <a:xfrm>
            <a:off x="5076360" y="12672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b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7" name=""/>
          <p:cNvSpPr txBox="1"/>
          <p:nvPr/>
        </p:nvSpPr>
        <p:spPr>
          <a:xfrm>
            <a:off x="685080" y="6919200"/>
            <a:ext cx="262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Fujian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8" name=""/>
          <p:cNvSpPr txBox="1"/>
          <p:nvPr/>
        </p:nvSpPr>
        <p:spPr>
          <a:xfrm>
            <a:off x="659520" y="6829560"/>
            <a:ext cx="29412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Shanxi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9" name=""/>
          <p:cNvSpPr txBox="1"/>
          <p:nvPr/>
        </p:nvSpPr>
        <p:spPr>
          <a:xfrm>
            <a:off x="710280" y="6739560"/>
            <a:ext cx="2516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Hebei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0" name=""/>
          <p:cNvSpPr txBox="1"/>
          <p:nvPr/>
        </p:nvSpPr>
        <p:spPr>
          <a:xfrm>
            <a:off x="469080" y="6649920"/>
            <a:ext cx="5025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Guangdong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1" name=""/>
          <p:cNvSpPr txBox="1"/>
          <p:nvPr/>
        </p:nvSpPr>
        <p:spPr>
          <a:xfrm>
            <a:off x="608760" y="6560280"/>
            <a:ext cx="3423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Xinjiang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2" name=""/>
          <p:cNvSpPr txBox="1"/>
          <p:nvPr/>
        </p:nvSpPr>
        <p:spPr>
          <a:xfrm>
            <a:off x="608760" y="6470280"/>
            <a:ext cx="3477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Sichuan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3" name=""/>
          <p:cNvSpPr txBox="1"/>
          <p:nvPr/>
        </p:nvSpPr>
        <p:spPr>
          <a:xfrm>
            <a:off x="507240" y="6380640"/>
            <a:ext cx="46512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Chongqing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4" name=""/>
          <p:cNvSpPr txBox="1"/>
          <p:nvPr/>
        </p:nvSpPr>
        <p:spPr>
          <a:xfrm>
            <a:off x="634320" y="6290640"/>
            <a:ext cx="33192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Yunnan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5" name=""/>
          <p:cNvSpPr txBox="1"/>
          <p:nvPr/>
        </p:nvSpPr>
        <p:spPr>
          <a:xfrm>
            <a:off x="558000" y="6201000"/>
            <a:ext cx="4064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Shanghai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6" name=""/>
          <p:cNvSpPr txBox="1"/>
          <p:nvPr/>
        </p:nvSpPr>
        <p:spPr>
          <a:xfrm>
            <a:off x="583560" y="6111360"/>
            <a:ext cx="3690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Zhejiang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7" name=""/>
          <p:cNvSpPr txBox="1"/>
          <p:nvPr/>
        </p:nvSpPr>
        <p:spPr>
          <a:xfrm>
            <a:off x="659520" y="6021360"/>
            <a:ext cx="2890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Beijing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8" name=""/>
          <p:cNvSpPr txBox="1"/>
          <p:nvPr/>
        </p:nvSpPr>
        <p:spPr>
          <a:xfrm>
            <a:off x="710280" y="5931720"/>
            <a:ext cx="2516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Hubei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9" name=""/>
          <p:cNvSpPr txBox="1"/>
          <p:nvPr/>
        </p:nvSpPr>
        <p:spPr>
          <a:xfrm>
            <a:off x="672480" y="5842080"/>
            <a:ext cx="2836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Tianjin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0" name=""/>
          <p:cNvSpPr txBox="1"/>
          <p:nvPr/>
        </p:nvSpPr>
        <p:spPr>
          <a:xfrm>
            <a:off x="532800" y="5752080"/>
            <a:ext cx="4384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Shandong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1" name=""/>
          <p:cNvSpPr txBox="1"/>
          <p:nvPr/>
        </p:nvSpPr>
        <p:spPr>
          <a:xfrm>
            <a:off x="621720" y="5662440"/>
            <a:ext cx="3315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Jiangsu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2" name=""/>
          <p:cNvSpPr txBox="1"/>
          <p:nvPr/>
        </p:nvSpPr>
        <p:spPr>
          <a:xfrm>
            <a:off x="685080" y="5572440"/>
            <a:ext cx="2836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Henan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3" name=""/>
          <p:cNvSpPr txBox="1"/>
          <p:nvPr/>
        </p:nvSpPr>
        <p:spPr>
          <a:xfrm>
            <a:off x="596160" y="5482800"/>
            <a:ext cx="3636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Liaoning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4" name=""/>
          <p:cNvSpPr txBox="1"/>
          <p:nvPr/>
        </p:nvSpPr>
        <p:spPr>
          <a:xfrm>
            <a:off x="646920" y="5393160"/>
            <a:ext cx="29952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Jiangxi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5" name=""/>
          <p:cNvSpPr txBox="1"/>
          <p:nvPr/>
        </p:nvSpPr>
        <p:spPr>
          <a:xfrm>
            <a:off x="621720" y="5303160"/>
            <a:ext cx="3315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Qinghai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6" name=""/>
          <p:cNvSpPr txBox="1"/>
          <p:nvPr/>
        </p:nvSpPr>
        <p:spPr>
          <a:xfrm>
            <a:off x="659520" y="5213520"/>
            <a:ext cx="30492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Hainan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7" name=""/>
          <p:cNvSpPr txBox="1"/>
          <p:nvPr/>
        </p:nvSpPr>
        <p:spPr>
          <a:xfrm>
            <a:off x="774000" y="5123880"/>
            <a:ext cx="1659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Jilin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8" name=""/>
          <p:cNvSpPr txBox="1"/>
          <p:nvPr/>
        </p:nvSpPr>
        <p:spPr>
          <a:xfrm>
            <a:off x="596160" y="5033880"/>
            <a:ext cx="3582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Guangxi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9" name=""/>
          <p:cNvSpPr txBox="1"/>
          <p:nvPr/>
        </p:nvSpPr>
        <p:spPr>
          <a:xfrm>
            <a:off x="710280" y="4944240"/>
            <a:ext cx="24624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Anhui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0" name=""/>
          <p:cNvSpPr txBox="1"/>
          <p:nvPr/>
        </p:nvSpPr>
        <p:spPr>
          <a:xfrm>
            <a:off x="634320" y="4854240"/>
            <a:ext cx="3207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Ningxia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1" name=""/>
          <p:cNvSpPr txBox="1"/>
          <p:nvPr/>
        </p:nvSpPr>
        <p:spPr>
          <a:xfrm>
            <a:off x="608760" y="4764600"/>
            <a:ext cx="3477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Shaanxi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2" name=""/>
          <p:cNvSpPr txBox="1"/>
          <p:nvPr/>
        </p:nvSpPr>
        <p:spPr>
          <a:xfrm>
            <a:off x="748440" y="4674960"/>
            <a:ext cx="2142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Tibet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3" name=""/>
          <p:cNvSpPr txBox="1"/>
          <p:nvPr/>
        </p:nvSpPr>
        <p:spPr>
          <a:xfrm>
            <a:off x="672480" y="4584960"/>
            <a:ext cx="2836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Gansu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4" name=""/>
          <p:cNvSpPr txBox="1"/>
          <p:nvPr/>
        </p:nvSpPr>
        <p:spPr>
          <a:xfrm>
            <a:off x="342000" y="4495320"/>
            <a:ext cx="63576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Inner Mongolia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5" name=""/>
          <p:cNvSpPr txBox="1"/>
          <p:nvPr/>
        </p:nvSpPr>
        <p:spPr>
          <a:xfrm>
            <a:off x="430920" y="4405680"/>
            <a:ext cx="5292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Heilongjiang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6" name=""/>
          <p:cNvSpPr txBox="1"/>
          <p:nvPr/>
        </p:nvSpPr>
        <p:spPr>
          <a:xfrm>
            <a:off x="596160" y="4315680"/>
            <a:ext cx="35820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Guizhou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7" name=""/>
          <p:cNvSpPr/>
          <p:nvPr/>
        </p:nvSpPr>
        <p:spPr>
          <a:xfrm>
            <a:off x="977040" y="69570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8" name=""/>
          <p:cNvSpPr/>
          <p:nvPr/>
        </p:nvSpPr>
        <p:spPr>
          <a:xfrm>
            <a:off x="977040" y="68673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79" name=""/>
          <p:cNvSpPr/>
          <p:nvPr/>
        </p:nvSpPr>
        <p:spPr>
          <a:xfrm>
            <a:off x="977040" y="67777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0" name=""/>
          <p:cNvSpPr/>
          <p:nvPr/>
        </p:nvSpPr>
        <p:spPr>
          <a:xfrm>
            <a:off x="977040" y="66877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1" name=""/>
          <p:cNvSpPr/>
          <p:nvPr/>
        </p:nvSpPr>
        <p:spPr>
          <a:xfrm>
            <a:off x="977040" y="65980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2" name=""/>
          <p:cNvSpPr/>
          <p:nvPr/>
        </p:nvSpPr>
        <p:spPr>
          <a:xfrm>
            <a:off x="977040" y="65080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3" name=""/>
          <p:cNvSpPr/>
          <p:nvPr/>
        </p:nvSpPr>
        <p:spPr>
          <a:xfrm>
            <a:off x="977040" y="64184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4" name=""/>
          <p:cNvSpPr/>
          <p:nvPr/>
        </p:nvSpPr>
        <p:spPr>
          <a:xfrm>
            <a:off x="977040" y="63288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5" name=""/>
          <p:cNvSpPr/>
          <p:nvPr/>
        </p:nvSpPr>
        <p:spPr>
          <a:xfrm>
            <a:off x="977040" y="62388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6" name=""/>
          <p:cNvSpPr/>
          <p:nvPr/>
        </p:nvSpPr>
        <p:spPr>
          <a:xfrm>
            <a:off x="977040" y="61491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7" name=""/>
          <p:cNvSpPr/>
          <p:nvPr/>
        </p:nvSpPr>
        <p:spPr>
          <a:xfrm>
            <a:off x="977040" y="60595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8" name=""/>
          <p:cNvSpPr/>
          <p:nvPr/>
        </p:nvSpPr>
        <p:spPr>
          <a:xfrm>
            <a:off x="977040" y="59695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9" name=""/>
          <p:cNvSpPr/>
          <p:nvPr/>
        </p:nvSpPr>
        <p:spPr>
          <a:xfrm>
            <a:off x="977040" y="58798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0" name=""/>
          <p:cNvSpPr/>
          <p:nvPr/>
        </p:nvSpPr>
        <p:spPr>
          <a:xfrm>
            <a:off x="977040" y="57902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1" name=""/>
          <p:cNvSpPr/>
          <p:nvPr/>
        </p:nvSpPr>
        <p:spPr>
          <a:xfrm>
            <a:off x="977040" y="57002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2" name=""/>
          <p:cNvSpPr/>
          <p:nvPr/>
        </p:nvSpPr>
        <p:spPr>
          <a:xfrm>
            <a:off x="977040" y="56106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3" name=""/>
          <p:cNvSpPr/>
          <p:nvPr/>
        </p:nvSpPr>
        <p:spPr>
          <a:xfrm>
            <a:off x="977040" y="55206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4" name=""/>
          <p:cNvSpPr/>
          <p:nvPr/>
        </p:nvSpPr>
        <p:spPr>
          <a:xfrm>
            <a:off x="977040" y="54309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5" name=""/>
          <p:cNvSpPr/>
          <p:nvPr/>
        </p:nvSpPr>
        <p:spPr>
          <a:xfrm>
            <a:off x="977040" y="53413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6" name=""/>
          <p:cNvSpPr/>
          <p:nvPr/>
        </p:nvSpPr>
        <p:spPr>
          <a:xfrm>
            <a:off x="977040" y="52513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7" name=""/>
          <p:cNvSpPr/>
          <p:nvPr/>
        </p:nvSpPr>
        <p:spPr>
          <a:xfrm>
            <a:off x="977040" y="51616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8" name=""/>
          <p:cNvSpPr/>
          <p:nvPr/>
        </p:nvSpPr>
        <p:spPr>
          <a:xfrm>
            <a:off x="977040" y="50720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9" name=""/>
          <p:cNvSpPr/>
          <p:nvPr/>
        </p:nvSpPr>
        <p:spPr>
          <a:xfrm>
            <a:off x="977040" y="49820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0" name=""/>
          <p:cNvSpPr/>
          <p:nvPr/>
        </p:nvSpPr>
        <p:spPr>
          <a:xfrm>
            <a:off x="977040" y="48924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1" name=""/>
          <p:cNvSpPr/>
          <p:nvPr/>
        </p:nvSpPr>
        <p:spPr>
          <a:xfrm>
            <a:off x="977040" y="480240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2" name=""/>
          <p:cNvSpPr/>
          <p:nvPr/>
        </p:nvSpPr>
        <p:spPr>
          <a:xfrm>
            <a:off x="977040" y="471276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3" name=""/>
          <p:cNvSpPr/>
          <p:nvPr/>
        </p:nvSpPr>
        <p:spPr>
          <a:xfrm>
            <a:off x="977040" y="46231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4" name=""/>
          <p:cNvSpPr/>
          <p:nvPr/>
        </p:nvSpPr>
        <p:spPr>
          <a:xfrm>
            <a:off x="977040" y="453312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5" name=""/>
          <p:cNvSpPr/>
          <p:nvPr/>
        </p:nvSpPr>
        <p:spPr>
          <a:xfrm>
            <a:off x="977040" y="444348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6" name=""/>
          <p:cNvSpPr/>
          <p:nvPr/>
        </p:nvSpPr>
        <p:spPr>
          <a:xfrm>
            <a:off x="977040" y="43538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7" name=""/>
          <p:cNvSpPr/>
          <p:nvPr/>
        </p:nvSpPr>
        <p:spPr>
          <a:xfrm>
            <a:off x="977040" y="4263840"/>
            <a:ext cx="3132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8" name=""/>
          <p:cNvSpPr/>
          <p:nvPr/>
        </p:nvSpPr>
        <p:spPr>
          <a:xfrm>
            <a:off x="1008360" y="7011000"/>
            <a:ext cx="27154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9" name=""/>
          <p:cNvSpPr/>
          <p:nvPr/>
        </p:nvSpPr>
        <p:spPr>
          <a:xfrm flipV="1">
            <a:off x="106740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0" name=""/>
          <p:cNvSpPr/>
          <p:nvPr/>
        </p:nvSpPr>
        <p:spPr>
          <a:xfrm flipV="1">
            <a:off x="153972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1" name=""/>
          <p:cNvSpPr/>
          <p:nvPr/>
        </p:nvSpPr>
        <p:spPr>
          <a:xfrm flipV="1">
            <a:off x="201204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2" name=""/>
          <p:cNvSpPr/>
          <p:nvPr/>
        </p:nvSpPr>
        <p:spPr>
          <a:xfrm flipV="1">
            <a:off x="248436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3" name=""/>
          <p:cNvSpPr/>
          <p:nvPr/>
        </p:nvSpPr>
        <p:spPr>
          <a:xfrm flipV="1">
            <a:off x="295668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4" name=""/>
          <p:cNvSpPr/>
          <p:nvPr/>
        </p:nvSpPr>
        <p:spPr>
          <a:xfrm flipV="1">
            <a:off x="342864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5" name=""/>
          <p:cNvSpPr txBox="1"/>
          <p:nvPr/>
        </p:nvSpPr>
        <p:spPr>
          <a:xfrm>
            <a:off x="685080" y="4226040"/>
            <a:ext cx="283680" cy="96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75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Hunan</a:t>
            </a:r>
            <a:endParaRPr lang="en-US" sz="7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6" name=""/>
          <p:cNvSpPr txBox="1"/>
          <p:nvPr/>
        </p:nvSpPr>
        <p:spPr>
          <a:xfrm>
            <a:off x="96624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7" name=""/>
          <p:cNvSpPr txBox="1"/>
          <p:nvPr/>
        </p:nvSpPr>
        <p:spPr>
          <a:xfrm>
            <a:off x="143856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2006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8" name=""/>
          <p:cNvSpPr txBox="1"/>
          <p:nvPr/>
        </p:nvSpPr>
        <p:spPr>
          <a:xfrm>
            <a:off x="191052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19" name=""/>
          <p:cNvSpPr txBox="1"/>
          <p:nvPr/>
        </p:nvSpPr>
        <p:spPr>
          <a:xfrm>
            <a:off x="238284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2014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0" name=""/>
          <p:cNvSpPr txBox="1"/>
          <p:nvPr/>
        </p:nvSpPr>
        <p:spPr>
          <a:xfrm>
            <a:off x="285516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2018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1" name=""/>
          <p:cNvSpPr/>
          <p:nvPr/>
        </p:nvSpPr>
        <p:spPr>
          <a:xfrm>
            <a:off x="3850560" y="5173920"/>
            <a:ext cx="647280" cy="873720"/>
          </a:xfrm>
          <a:custGeom>
            <a:avLst/>
            <a:gdLst/>
            <a:ahLst/>
            <a:rect l="0" t="0" r="r" b="b"/>
            <a:pathLst>
              <a:path w="1798" h="2427">
                <a:moveTo>
                  <a:pt x="0" y="0"/>
                </a:moveTo>
                <a:lnTo>
                  <a:pt x="1798" y="0"/>
                </a:lnTo>
                <a:lnTo>
                  <a:pt x="1798" y="2427"/>
                </a:lnTo>
                <a:lnTo>
                  <a:pt x="0" y="242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2" name=""/>
          <p:cNvSpPr txBox="1"/>
          <p:nvPr/>
        </p:nvSpPr>
        <p:spPr>
          <a:xfrm>
            <a:off x="332748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2022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423" name=""/>
          <p:cNvPicPr/>
          <p:nvPr/>
        </p:nvPicPr>
        <p:blipFill>
          <a:blip r:embed="rId2"/>
          <a:srcRect l="33332" r="33340" t="966" b="1946"/>
          <a:stretch/>
        </p:blipFill>
        <p:spPr>
          <a:xfrm>
            <a:off x="3913886" y="5414759"/>
            <a:ext cx="113855" cy="56936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24" name=""/>
          <p:cNvSpPr/>
          <p:nvPr/>
        </p:nvSpPr>
        <p:spPr>
          <a:xfrm>
            <a:off x="4004640" y="5963760"/>
            <a:ext cx="230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5" name=""/>
          <p:cNvSpPr/>
          <p:nvPr/>
        </p:nvSpPr>
        <p:spPr>
          <a:xfrm>
            <a:off x="4004640" y="5850000"/>
            <a:ext cx="230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6" name=""/>
          <p:cNvSpPr/>
          <p:nvPr/>
        </p:nvSpPr>
        <p:spPr>
          <a:xfrm>
            <a:off x="4004640" y="5695560"/>
            <a:ext cx="230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7" name=""/>
          <p:cNvSpPr/>
          <p:nvPr/>
        </p:nvSpPr>
        <p:spPr>
          <a:xfrm>
            <a:off x="4004640" y="5541120"/>
            <a:ext cx="230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8" name=""/>
          <p:cNvSpPr/>
          <p:nvPr/>
        </p:nvSpPr>
        <p:spPr>
          <a:xfrm>
            <a:off x="4004640" y="5416560"/>
            <a:ext cx="230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29" name=""/>
          <p:cNvSpPr/>
          <p:nvPr/>
        </p:nvSpPr>
        <p:spPr>
          <a:xfrm flipH="1">
            <a:off x="3913560" y="5963760"/>
            <a:ext cx="230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0" name=""/>
          <p:cNvSpPr/>
          <p:nvPr/>
        </p:nvSpPr>
        <p:spPr>
          <a:xfrm flipH="1">
            <a:off x="3913560" y="5850000"/>
            <a:ext cx="230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1" name=""/>
          <p:cNvSpPr/>
          <p:nvPr/>
        </p:nvSpPr>
        <p:spPr>
          <a:xfrm flipH="1">
            <a:off x="3913560" y="5695560"/>
            <a:ext cx="230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2" name=""/>
          <p:cNvSpPr/>
          <p:nvPr/>
        </p:nvSpPr>
        <p:spPr>
          <a:xfrm flipH="1">
            <a:off x="3913560" y="5541120"/>
            <a:ext cx="230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3" name=""/>
          <p:cNvSpPr/>
          <p:nvPr/>
        </p:nvSpPr>
        <p:spPr>
          <a:xfrm flipH="1">
            <a:off x="3913560" y="5416560"/>
            <a:ext cx="23040" cy="0"/>
          </a:xfrm>
          <a:prstGeom prst="line">
            <a:avLst/>
          </a:prstGeom>
          <a:ln w="4680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2160" tIns="-2160" rIns="2160" bIns="-21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4" name=""/>
          <p:cNvSpPr txBox="1"/>
          <p:nvPr/>
        </p:nvSpPr>
        <p:spPr>
          <a:xfrm>
            <a:off x="3913920" y="5249880"/>
            <a:ext cx="5086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Multiplier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5" name=""/>
          <p:cNvSpPr txBox="1"/>
          <p:nvPr/>
        </p:nvSpPr>
        <p:spPr>
          <a:xfrm>
            <a:off x="4091040" y="591948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0.6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6" name=""/>
          <p:cNvSpPr txBox="1"/>
          <p:nvPr/>
        </p:nvSpPr>
        <p:spPr>
          <a:xfrm>
            <a:off x="4091040" y="580572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7" name=""/>
          <p:cNvSpPr txBox="1"/>
          <p:nvPr/>
        </p:nvSpPr>
        <p:spPr>
          <a:xfrm>
            <a:off x="4091040" y="565128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2.0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8" name=""/>
          <p:cNvSpPr txBox="1"/>
          <p:nvPr/>
        </p:nvSpPr>
        <p:spPr>
          <a:xfrm>
            <a:off x="4091040" y="549684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4.0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9" name=""/>
          <p:cNvSpPr txBox="1"/>
          <p:nvPr/>
        </p:nvSpPr>
        <p:spPr>
          <a:xfrm>
            <a:off x="4091040" y="5372280"/>
            <a:ext cx="159480" cy="114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00" b="0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7.0</a:t>
            </a:r>
            <a:endParaRPr lang="en-U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0" name=""/>
          <p:cNvSpPr txBox="1"/>
          <p:nvPr/>
        </p:nvSpPr>
        <p:spPr>
          <a:xfrm>
            <a:off x="1008720" y="3881160"/>
            <a:ext cx="247248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Province-by-year random intercepts: the largest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1" name=""/>
          <p:cNvSpPr txBox="1"/>
          <p:nvPr/>
        </p:nvSpPr>
        <p:spPr>
          <a:xfrm>
            <a:off x="1008720" y="4007160"/>
            <a:ext cx="247932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variance component (SD 0.804, a 7-fold range)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2" name=""/>
          <p:cNvSpPr txBox="1"/>
          <p:nvPr/>
        </p:nvSpPr>
        <p:spPr>
          <a:xfrm>
            <a:off x="1008720" y="3690720"/>
            <a:ext cx="294588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Where and when the observation process moved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3" name=""/>
          <p:cNvSpPr/>
          <p:nvPr/>
        </p:nvSpPr>
        <p:spPr>
          <a:xfrm>
            <a:off x="5055480" y="4210200"/>
            <a:ext cx="2715480" cy="2801160"/>
          </a:xfrm>
          <a:custGeom>
            <a:avLst/>
            <a:gdLst/>
            <a:ahLst/>
            <a:rect l="0" t="0" r="r" b="b"/>
            <a:pathLst>
              <a:path w="7543" h="7781">
                <a:moveTo>
                  <a:pt x="0" y="0"/>
                </a:moveTo>
                <a:lnTo>
                  <a:pt x="7543" y="0"/>
                </a:lnTo>
                <a:lnTo>
                  <a:pt x="7543" y="7781"/>
                </a:lnTo>
                <a:lnTo>
                  <a:pt x="0" y="778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4" name=""/>
          <p:cNvSpPr/>
          <p:nvPr/>
        </p:nvSpPr>
        <p:spPr>
          <a:xfrm>
            <a:off x="5055480" y="6732720"/>
            <a:ext cx="2715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5" name=""/>
          <p:cNvSpPr/>
          <p:nvPr/>
        </p:nvSpPr>
        <p:spPr>
          <a:xfrm>
            <a:off x="5055480" y="6104880"/>
            <a:ext cx="2715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6" name=""/>
          <p:cNvSpPr/>
          <p:nvPr/>
        </p:nvSpPr>
        <p:spPr>
          <a:xfrm>
            <a:off x="5055480" y="5476680"/>
            <a:ext cx="2715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7" name=""/>
          <p:cNvSpPr/>
          <p:nvPr/>
        </p:nvSpPr>
        <p:spPr>
          <a:xfrm>
            <a:off x="5055480" y="4848480"/>
            <a:ext cx="2715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8" name=""/>
          <p:cNvSpPr/>
          <p:nvPr/>
        </p:nvSpPr>
        <p:spPr>
          <a:xfrm>
            <a:off x="5055480" y="4220280"/>
            <a:ext cx="2715120" cy="0"/>
          </a:xfrm>
          <a:prstGeom prst="line">
            <a:avLst/>
          </a:prstGeom>
          <a:ln w="6480">
            <a:solidFill>
              <a:srgbClr val="EBEBE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240" tIns="-3240" rIns="3240" bIns="-324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9" name=""/>
          <p:cNvSpPr/>
          <p:nvPr/>
        </p:nvSpPr>
        <p:spPr>
          <a:xfrm>
            <a:off x="5055480" y="6732720"/>
            <a:ext cx="2715120" cy="0"/>
          </a:xfrm>
          <a:prstGeom prst="line">
            <a:avLst/>
          </a:prstGeom>
          <a:ln w="9360">
            <a:solidFill>
              <a:srgbClr val="8C8C8C"/>
            </a:solidFill>
            <a:custDash>
              <a:ds d="403846" sp="403846"/>
            </a:custDash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0" name=""/>
          <p:cNvSpPr/>
          <p:nvPr/>
        </p:nvSpPr>
        <p:spPr>
          <a:xfrm>
            <a:off x="5178960" y="4337280"/>
            <a:ext cx="2468880" cy="2546640"/>
          </a:xfrm>
          <a:custGeom>
            <a:avLst/>
            <a:gdLst/>
            <a:ahLst/>
            <a:rect l="0" t="0" r="r" b="b"/>
            <a:pathLst>
              <a:path w="6858" h="7074">
                <a:moveTo>
                  <a:pt x="0" y="0"/>
                </a:moveTo>
                <a:lnTo>
                  <a:pt x="311" y="485"/>
                </a:lnTo>
                <a:lnTo>
                  <a:pt x="623" y="945"/>
                </a:lnTo>
                <a:lnTo>
                  <a:pt x="935" y="1380"/>
                </a:lnTo>
                <a:lnTo>
                  <a:pt x="1246" y="1790"/>
                </a:lnTo>
                <a:lnTo>
                  <a:pt x="1558" y="2178"/>
                </a:lnTo>
                <a:lnTo>
                  <a:pt x="1870" y="2542"/>
                </a:lnTo>
                <a:lnTo>
                  <a:pt x="2181" y="2884"/>
                </a:lnTo>
                <a:lnTo>
                  <a:pt x="2493" y="3205"/>
                </a:lnTo>
                <a:lnTo>
                  <a:pt x="2806" y="3502"/>
                </a:lnTo>
                <a:lnTo>
                  <a:pt x="3117" y="3778"/>
                </a:lnTo>
                <a:lnTo>
                  <a:pt x="3429" y="4030"/>
                </a:lnTo>
                <a:lnTo>
                  <a:pt x="3741" y="4259"/>
                </a:lnTo>
                <a:lnTo>
                  <a:pt x="4053" y="4465"/>
                </a:lnTo>
                <a:lnTo>
                  <a:pt x="4364" y="4649"/>
                </a:lnTo>
                <a:lnTo>
                  <a:pt x="4676" y="4812"/>
                </a:lnTo>
                <a:lnTo>
                  <a:pt x="4988" y="4957"/>
                </a:lnTo>
                <a:lnTo>
                  <a:pt x="5299" y="5085"/>
                </a:lnTo>
                <a:lnTo>
                  <a:pt x="5611" y="5200"/>
                </a:lnTo>
                <a:lnTo>
                  <a:pt x="5923" y="5304"/>
                </a:lnTo>
                <a:lnTo>
                  <a:pt x="6234" y="5400"/>
                </a:lnTo>
                <a:lnTo>
                  <a:pt x="6546" y="5489"/>
                </a:lnTo>
                <a:lnTo>
                  <a:pt x="6858" y="5572"/>
                </a:lnTo>
                <a:lnTo>
                  <a:pt x="6858" y="7074"/>
                </a:lnTo>
                <a:lnTo>
                  <a:pt x="6546" y="6928"/>
                </a:lnTo>
                <a:lnTo>
                  <a:pt x="6234" y="6778"/>
                </a:lnTo>
                <a:lnTo>
                  <a:pt x="5923" y="6625"/>
                </a:lnTo>
                <a:lnTo>
                  <a:pt x="5611" y="6469"/>
                </a:lnTo>
                <a:lnTo>
                  <a:pt x="5299" y="6314"/>
                </a:lnTo>
                <a:lnTo>
                  <a:pt x="4988" y="6160"/>
                </a:lnTo>
                <a:lnTo>
                  <a:pt x="4676" y="6010"/>
                </a:lnTo>
                <a:lnTo>
                  <a:pt x="4364" y="5865"/>
                </a:lnTo>
                <a:lnTo>
                  <a:pt x="4053" y="5728"/>
                </a:lnTo>
                <a:lnTo>
                  <a:pt x="3741" y="5598"/>
                </a:lnTo>
                <a:lnTo>
                  <a:pt x="3429" y="5477"/>
                </a:lnTo>
                <a:lnTo>
                  <a:pt x="3117" y="5363"/>
                </a:lnTo>
                <a:lnTo>
                  <a:pt x="2806" y="5256"/>
                </a:lnTo>
                <a:lnTo>
                  <a:pt x="2493" y="5155"/>
                </a:lnTo>
                <a:lnTo>
                  <a:pt x="2181" y="5057"/>
                </a:lnTo>
                <a:lnTo>
                  <a:pt x="1870" y="4962"/>
                </a:lnTo>
                <a:lnTo>
                  <a:pt x="1558" y="4870"/>
                </a:lnTo>
                <a:lnTo>
                  <a:pt x="1246" y="4780"/>
                </a:lnTo>
                <a:lnTo>
                  <a:pt x="935" y="4691"/>
                </a:lnTo>
                <a:lnTo>
                  <a:pt x="623" y="4602"/>
                </a:lnTo>
                <a:lnTo>
                  <a:pt x="311" y="4514"/>
                </a:lnTo>
                <a:lnTo>
                  <a:pt x="0" y="4427"/>
                </a:lnTo>
                <a:lnTo>
                  <a:pt x="0" y="0"/>
                </a:lnTo>
                <a:close/>
              </a:path>
            </a:pathLst>
          </a:custGeom>
          <a:solidFill>
            <a:srgbClr val="0072B2">
              <a:alpha val="1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51" name=""/>
          <p:cNvSpPr/>
          <p:nvPr/>
        </p:nvSpPr>
        <p:spPr>
          <a:xfrm>
            <a:off x="5178960" y="5247720"/>
            <a:ext cx="2468880" cy="1392840"/>
          </a:xfrm>
          <a:custGeom>
            <a:avLst/>
            <a:gdLst/>
            <a:ahLst/>
            <a:rect l="0" t="0" r="r" b="b"/>
            <a:pathLst>
              <a:path fill="none" w="6858" h="3869">
                <a:moveTo>
                  <a:pt x="0" y="0"/>
                </a:moveTo>
                <a:lnTo>
                  <a:pt x="311" y="241"/>
                </a:lnTo>
                <a:lnTo>
                  <a:pt x="623" y="475"/>
                </a:lnTo>
                <a:lnTo>
                  <a:pt x="935" y="702"/>
                </a:lnTo>
                <a:lnTo>
                  <a:pt x="1246" y="921"/>
                </a:lnTo>
                <a:lnTo>
                  <a:pt x="1558" y="1133"/>
                </a:lnTo>
                <a:lnTo>
                  <a:pt x="1870" y="1339"/>
                </a:lnTo>
                <a:lnTo>
                  <a:pt x="2181" y="1538"/>
                </a:lnTo>
                <a:lnTo>
                  <a:pt x="2493" y="1731"/>
                </a:lnTo>
                <a:lnTo>
                  <a:pt x="2806" y="1917"/>
                </a:lnTo>
                <a:lnTo>
                  <a:pt x="3117" y="2098"/>
                </a:lnTo>
                <a:lnTo>
                  <a:pt x="3429" y="2273"/>
                </a:lnTo>
                <a:lnTo>
                  <a:pt x="3741" y="2443"/>
                </a:lnTo>
                <a:lnTo>
                  <a:pt x="4053" y="2607"/>
                </a:lnTo>
                <a:lnTo>
                  <a:pt x="4364" y="2766"/>
                </a:lnTo>
                <a:lnTo>
                  <a:pt x="4676" y="2920"/>
                </a:lnTo>
                <a:lnTo>
                  <a:pt x="4988" y="3069"/>
                </a:lnTo>
                <a:lnTo>
                  <a:pt x="5299" y="3214"/>
                </a:lnTo>
                <a:lnTo>
                  <a:pt x="5611" y="3353"/>
                </a:lnTo>
                <a:lnTo>
                  <a:pt x="5923" y="3488"/>
                </a:lnTo>
                <a:lnTo>
                  <a:pt x="6234" y="3619"/>
                </a:lnTo>
                <a:lnTo>
                  <a:pt x="6546" y="3746"/>
                </a:lnTo>
                <a:lnTo>
                  <a:pt x="6858" y="3869"/>
                </a:lnTo>
              </a:path>
            </a:pathLst>
          </a:custGeom>
          <a:ln w="18720">
            <a:solidFill>
              <a:srgbClr val="0072B2"/>
            </a:solidFill>
            <a:round/>
          </a:ln>
        </p:spPr>
        <p:txBody>
          <a:bodyPr lIns="9360" tIns="9360" rIns="9360" bIns="93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2" name=""/>
          <p:cNvSpPr/>
          <p:nvPr/>
        </p:nvSpPr>
        <p:spPr>
          <a:xfrm flipV="1">
            <a:off x="5055480" y="4210200"/>
            <a:ext cx="0" cy="280080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3" name=""/>
          <p:cNvSpPr txBox="1"/>
          <p:nvPr/>
        </p:nvSpPr>
        <p:spPr>
          <a:xfrm>
            <a:off x="147960" y="36669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c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4" name=""/>
          <p:cNvSpPr txBox="1"/>
          <p:nvPr/>
        </p:nvSpPr>
        <p:spPr>
          <a:xfrm>
            <a:off x="4871520" y="66823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5" name=""/>
          <p:cNvSpPr txBox="1"/>
          <p:nvPr/>
        </p:nvSpPr>
        <p:spPr>
          <a:xfrm>
            <a:off x="4871520" y="60541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1.5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6" name=""/>
          <p:cNvSpPr txBox="1"/>
          <p:nvPr/>
        </p:nvSpPr>
        <p:spPr>
          <a:xfrm>
            <a:off x="4871520" y="54259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7" name=""/>
          <p:cNvSpPr txBox="1"/>
          <p:nvPr/>
        </p:nvSpPr>
        <p:spPr>
          <a:xfrm>
            <a:off x="4871520" y="479772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2.5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8" name=""/>
          <p:cNvSpPr/>
          <p:nvPr/>
        </p:nvSpPr>
        <p:spPr>
          <a:xfrm>
            <a:off x="5023800" y="673272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9" name=""/>
          <p:cNvSpPr/>
          <p:nvPr/>
        </p:nvSpPr>
        <p:spPr>
          <a:xfrm>
            <a:off x="5023800" y="61048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0" name=""/>
          <p:cNvSpPr/>
          <p:nvPr/>
        </p:nvSpPr>
        <p:spPr>
          <a:xfrm>
            <a:off x="5023800" y="54766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1" name=""/>
          <p:cNvSpPr/>
          <p:nvPr/>
        </p:nvSpPr>
        <p:spPr>
          <a:xfrm>
            <a:off x="5023800" y="48484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2" name=""/>
          <p:cNvSpPr/>
          <p:nvPr/>
        </p:nvSpPr>
        <p:spPr>
          <a:xfrm>
            <a:off x="5023800" y="4220280"/>
            <a:ext cx="31680" cy="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-3960" rIns="3960" bIns="-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3" name=""/>
          <p:cNvSpPr/>
          <p:nvPr/>
        </p:nvSpPr>
        <p:spPr>
          <a:xfrm>
            <a:off x="5055480" y="7011000"/>
            <a:ext cx="2715480" cy="0"/>
          </a:xfrm>
          <a:prstGeom prst="line">
            <a:avLst/>
          </a:prstGeom>
          <a:ln cap="sq" w="936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4680" tIns="-4680" rIns="4680" bIns="-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4" name=""/>
          <p:cNvSpPr/>
          <p:nvPr/>
        </p:nvSpPr>
        <p:spPr>
          <a:xfrm flipV="1">
            <a:off x="551556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5" name=""/>
          <p:cNvSpPr/>
          <p:nvPr/>
        </p:nvSpPr>
        <p:spPr>
          <a:xfrm flipV="1">
            <a:off x="607644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6" name=""/>
          <p:cNvSpPr/>
          <p:nvPr/>
        </p:nvSpPr>
        <p:spPr>
          <a:xfrm flipV="1">
            <a:off x="663768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7" name=""/>
          <p:cNvSpPr/>
          <p:nvPr/>
        </p:nvSpPr>
        <p:spPr>
          <a:xfrm flipV="1">
            <a:off x="719856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8" name=""/>
          <p:cNvSpPr/>
          <p:nvPr/>
        </p:nvSpPr>
        <p:spPr>
          <a:xfrm flipV="1">
            <a:off x="7759440" y="7011000"/>
            <a:ext cx="0" cy="31680"/>
          </a:xfrm>
          <a:prstGeom prst="line">
            <a:avLst/>
          </a:prstGeom>
          <a:ln w="7920">
            <a:solidFill>
              <a:srgbClr val="3333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3960" tIns="3960" rIns="3960" bIns="396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9" name=""/>
          <p:cNvSpPr txBox="1"/>
          <p:nvPr/>
        </p:nvSpPr>
        <p:spPr>
          <a:xfrm>
            <a:off x="4871520" y="4169880"/>
            <a:ext cx="14256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3.0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0" name=""/>
          <p:cNvSpPr txBox="1"/>
          <p:nvPr/>
        </p:nvSpPr>
        <p:spPr>
          <a:xfrm>
            <a:off x="541404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2005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1" name=""/>
          <p:cNvSpPr txBox="1"/>
          <p:nvPr/>
        </p:nvSpPr>
        <p:spPr>
          <a:xfrm>
            <a:off x="597492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2" name=""/>
          <p:cNvSpPr txBox="1"/>
          <p:nvPr/>
        </p:nvSpPr>
        <p:spPr>
          <a:xfrm>
            <a:off x="653616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2015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3" name=""/>
          <p:cNvSpPr txBox="1"/>
          <p:nvPr/>
        </p:nvSpPr>
        <p:spPr>
          <a:xfrm>
            <a:off x="709704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2020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4" name=""/>
          <p:cNvSpPr txBox="1"/>
          <p:nvPr/>
        </p:nvSpPr>
        <p:spPr>
          <a:xfrm>
            <a:off x="7658280" y="7055280"/>
            <a:ext cx="227880" cy="1026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800" b="0" u="none" strike="noStrike">
                <a:solidFill>
                  <a:srgbClr val="262626"/>
                </a:solidFill>
                <a:effectLst/>
                <a:uFillTx/>
                <a:latin typeface="Arial"/>
                <a:ea typeface="Arial"/>
              </a:rPr>
              <a:t>2025</a:t>
            </a:r>
            <a:endParaRPr lang="en-US" sz="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5" name=""/>
          <p:cNvSpPr txBox="1"/>
          <p:nvPr/>
        </p:nvSpPr>
        <p:spPr>
          <a:xfrm rot="16200000">
            <a:off x="3919320" y="5585760"/>
            <a:ext cx="168804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0" u="none" strike="noStrike">
                <a:solidFill>
                  <a:srgbClr val="0D0D0D"/>
                </a:solidFill>
                <a:effectLst/>
                <a:uFillTx/>
                <a:latin typeface="Arial"/>
                <a:ea typeface="Arial"/>
              </a:rPr>
              <a:t>Hazard ratio per 1 SD of effort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6" name=""/>
          <p:cNvSpPr txBox="1"/>
          <p:nvPr/>
        </p:nvSpPr>
        <p:spPr>
          <a:xfrm>
            <a:off x="5055480" y="3881160"/>
            <a:ext cx="181080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Effort x time interaction P = 7.7e-4;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7" name=""/>
          <p:cNvSpPr txBox="1"/>
          <p:nvPr/>
        </p:nvSpPr>
        <p:spPr>
          <a:xfrm>
            <a:off x="5055480" y="4007160"/>
            <a:ext cx="2166840" cy="117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920" b="0" u="none" strike="noStrike">
                <a:solidFill>
                  <a:srgbClr val="4D4D4D"/>
                </a:solidFill>
                <a:effectLst/>
                <a:uFillTx/>
                <a:latin typeface="Arial"/>
                <a:ea typeface="Arial"/>
              </a:rPr>
              <a:t> easily detectable gaps are being used up</a:t>
            </a:r>
            <a:endParaRPr lang="en-US" sz="92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8" name=""/>
          <p:cNvSpPr txBox="1"/>
          <p:nvPr/>
        </p:nvSpPr>
        <p:spPr>
          <a:xfrm>
            <a:off x="5055480" y="3690720"/>
            <a:ext cx="2165400" cy="126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The return on survey effort is falling</a:t>
            </a:r>
            <a:endParaRPr lang="en-US" sz="1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9" name=""/>
          <p:cNvSpPr txBox="1"/>
          <p:nvPr/>
        </p:nvSpPr>
        <p:spPr>
          <a:xfrm>
            <a:off x="4667400" y="3666960"/>
            <a:ext cx="164880" cy="16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00" b="1" u="none" strike="noStrike">
                <a:solidFill>
                  <a:srgbClr val="000000"/>
                </a:solidFill>
                <a:effectLst/>
                <a:uFillTx/>
                <a:latin typeface="Arial"/>
                <a:ea typeface="Arial"/>
              </a:rPr>
              <a:t>d</a:t>
            </a:r>
            <a:endParaRPr lang="en-US" sz="13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/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Chenchen Ding</dc:creator>
  <dc:description/>
  <dc:language>zh-CN</dc:language>
  <cp:lastModifiedBy>Chenchen Ding</cp:lastModifiedBy>
  <cp:revision>0</cp:revision>
  <dc:subject/>
  <dc:title>Figure5</dc:title>
</cp:coreProperties>
</file>